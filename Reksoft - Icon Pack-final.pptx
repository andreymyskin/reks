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notesMasterIdLst>
    <p:notesMasterId r:id="rId18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</p:sldIdLst>
  <p:sldSz cx="12192000" cy="6858000"/>
  <p:notesSz cx="6858000" cy="9144000"/>
  <p:embeddedFontLst>
    <p:embeddedFont>
      <p:font typeface="Stapel" panose="020B0504020202020204" pitchFamily="34" charset="77"/>
      <p:regular r:id="rId19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Средний стиль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1E4AEA4-8DFA-4A89-87EB-49C32662AFE0}" styleName="Средний стиль 2 —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93296810-A885-4BE3-A3E7-6D5BEEA58F35}" styleName="Средний стиль 2 — акцент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7DF18680-E054-41AD-8BC1-D1AEF772440D}" styleName="Средний стиль 2 —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00A15C55-8517-42AA-B614-E9B94910E393}" styleName="Средний стиль 2 —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11"/>
    <p:restoredTop sz="94674"/>
  </p:normalViewPr>
  <p:slideViewPr>
    <p:cSldViewPr snapToGrid="0" snapToObjects="1">
      <p:cViewPr>
        <p:scale>
          <a:sx n="129" d="100"/>
          <a:sy n="129" d="100"/>
        </p:scale>
        <p:origin x="384" y="1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font" Target="fonts/font1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"/>
          <p:cNvSpPr>
            <a:spLocks noGrp="1"/>
          </p:cNvSpPr>
          <p:nvPr>
            <p:ph type="hdr" sz="quarter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3" name="Date Placeholder"/>
          <p:cNvSpPr>
            <a:spLocks noGrp="1"/>
          </p:cNvSpPr>
          <p:nvPr>
            <p:ph type="dt" sz="quarter" idx="1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" name="Slide Image Placeholder"/>
          <p:cNvSpPr>
            <a:spLocks noGrp="1" noRot="1" noChangeAspect="1"/>
          </p:cNvSpPr>
          <p:nvPr>
            <p:ph type="sldImg" idx="2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" name="Notes Placeholder"/>
          <p:cNvSpPr>
            <a:spLocks noGrp="1"/>
          </p:cNvSpPr>
          <p:nvPr>
            <p:ph type="body" sz="quarter" idx="3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" name="Footer Placeholder"/>
          <p:cNvSpPr>
            <a:spLocks noGrp="1"/>
          </p:cNvSpPr>
          <p:nvPr>
            <p:ph type="ftr" sz="quarter" idx="4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7" name="Slide Number Placeholder"/>
          <p:cNvSpPr>
            <a:spLocks noGrp="1"/>
          </p:cNvSpPr>
          <p:nvPr>
            <p:ph type="sldNum" sz="quarter" idx="5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/>
    </a:lvl1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2878688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.png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DEFAU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12960000" y="0"/>
            <a:ext cx="2365258" cy="6857999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Обложка темная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Рисунок 3">
            <a:extLst>
              <a:ext uri="{FF2B5EF4-FFF2-40B4-BE49-F238E27FC236}">
                <a16:creationId xmlns:a16="http://schemas.microsoft.com/office/drawing/2014/main" id="{27856579-C874-451C-29B0-9E9DFF749A4D}"/>
              </a:ext>
            </a:extLst>
          </p:cNvPr>
          <p:cNvSpPr>
            <a:spLocks noGrp="1"/>
          </p:cNvSpPr>
          <p:nvPr>
            <p:ph type="pic" idx="11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blipFill>
            <a:blip r:embed="rId2"/>
            <a:stretch>
              <a:fillRect/>
            </a:stretch>
          </a:blipFill>
        </p:spPr>
        <p:txBody>
          <a:bodyPr/>
          <a:lstStyle/>
          <a:p>
            <a:r>
              <a:t>Вставка рисунка</a:t>
            </a:r>
          </a:p>
        </p:txBody>
      </p:sp>
      <p:sp>
        <p:nvSpPr>
          <p:cNvPr id="7" name="Подзаголовок 2">
            <a:extLst>
              <a:ext uri="{FF2B5EF4-FFF2-40B4-BE49-F238E27FC236}">
                <a16:creationId xmlns:a16="http://schemas.microsoft.com/office/drawing/2014/main" id="{F1FC79FA-E532-04DD-CB59-994782D412D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55599" y="3510968"/>
            <a:ext cx="5469438" cy="1962150"/>
          </a:xfrm>
          <a:prstGeom prst="rect">
            <a:avLst/>
          </a:prstGeom>
          <a:noFill/>
        </p:spPr>
        <p:txBody>
          <a:bodyPr vert="horz" wrap="square" lIns="0" tIns="0" rIns="0" bIns="0" anchor="t">
            <a:noAutofit/>
          </a:bodyPr>
          <a:lstStyle>
            <a:lvl1pPr marL="0" indent="0">
              <a:lnSpc>
                <a:spcPts val="2000"/>
              </a:lnSpc>
              <a:buNone/>
              <a:defRPr sz="2000" kern="0" spc="-30" baseline="0">
                <a:solidFill>
                  <a:schemeClr val="bg1">
                    <a:alpha val="50000"/>
                  </a:schemeClr>
                </a:solidFill>
                <a:latin typeface="+mn-lt"/>
                <a:ea typeface="+mn-lt"/>
                <a:cs typeface="+mn-lt"/>
              </a:defRPr>
            </a:lvl1pPr>
          </a:lstStyle>
          <a:p>
            <a:pPr marL="0" lvl="0" indent="0">
              <a:lnSpc>
                <a:spcPts val="2000"/>
              </a:lnSpc>
              <a:buNone/>
            </a:pPr>
            <a:r>
              <a:t>Здесь должен быть подзаголовок </a:t>
            </a:r>
            <a:br/>
            <a:r>
              <a:t>в одну или несколько строк</a:t>
            </a:r>
          </a:p>
        </p:txBody>
      </p:sp>
      <p:sp>
        <p:nvSpPr>
          <p:cNvPr id="9" name="Текст 3">
            <a:extLst>
              <a:ext uri="{FF2B5EF4-FFF2-40B4-BE49-F238E27FC236}">
                <a16:creationId xmlns:a16="http://schemas.microsoft.com/office/drawing/2014/main" id="{5F93A843-7510-6429-A515-C7171986C89E}"/>
              </a:ext>
            </a:extLst>
          </p:cNvPr>
          <p:cNvSpPr>
            <a:spLocks noGrp="1"/>
          </p:cNvSpPr>
          <p:nvPr>
            <p:ph type="body" idx="12" hasCustomPrompt="1"/>
          </p:nvPr>
        </p:nvSpPr>
        <p:spPr>
          <a:xfrm>
            <a:off x="355600" y="5581068"/>
            <a:ext cx="5469767" cy="936625"/>
          </a:xfrm>
          <a:prstGeom prst="rect">
            <a:avLst/>
          </a:prstGeom>
          <a:noFill/>
        </p:spPr>
        <p:txBody>
          <a:bodyPr vert="horz" wrap="square" lIns="0" tIns="0" rIns="0" bIns="0" anchor="b">
            <a:noAutofit/>
          </a:bodyPr>
          <a:lstStyle>
            <a:lvl1pPr marL="0" indent="0">
              <a:lnSpc>
                <a:spcPts val="2000"/>
              </a:lnSpc>
              <a:buNone/>
              <a:defRPr sz="2000" spc="-30" baseline="0">
                <a:solidFill>
                  <a:schemeClr val="bg1"/>
                </a:solidFill>
                <a:latin typeface="+mn-lt"/>
                <a:ea typeface="+mn-lt"/>
                <a:cs typeface="+mn-lt"/>
              </a:defRPr>
            </a:lvl1pPr>
          </a:lstStyle>
          <a:p>
            <a:pPr marL="0" lvl="0" indent="0">
              <a:lnSpc>
                <a:spcPts val="2000"/>
              </a:lnSpc>
              <a:buNone/>
            </a:pPr>
            <a:r>
              <a:t>Месяц и год</a:t>
            </a:r>
          </a:p>
        </p:txBody>
      </p:sp>
      <p:sp>
        <p:nvSpPr>
          <p:cNvPr id="19" name="Текст 26">
            <a:extLst>
              <a:ext uri="{FF2B5EF4-FFF2-40B4-BE49-F238E27FC236}">
                <a16:creationId xmlns:a16="http://schemas.microsoft.com/office/drawing/2014/main" id="{F1A86B02-FABE-81F8-C8F8-F77A2BDF2402}"/>
              </a:ext>
            </a:extLst>
          </p:cNvPr>
          <p:cNvSpPr>
            <a:spLocks noGrp="1"/>
          </p:cNvSpPr>
          <p:nvPr>
            <p:ph type="body" idx="13" hasCustomPrompt="1"/>
          </p:nvPr>
        </p:nvSpPr>
        <p:spPr>
          <a:xfrm>
            <a:off x="355600" y="1460500"/>
            <a:ext cx="5470525" cy="1274836"/>
          </a:xfrm>
        </p:spPr>
        <p:txBody>
          <a:bodyPr/>
          <a:lstStyle>
            <a:lvl1pPr>
              <a:lnSpc>
                <a:spcPct val="75000"/>
              </a:lnSpc>
              <a:buNone/>
              <a:defRPr sz="3600" kern="0" spc="-60" baseline="0">
                <a:solidFill>
                  <a:schemeClr val="bg1"/>
                </a:solidFill>
                <a:latin typeface="+mj-lt"/>
                <a:ea typeface="+mj-lt"/>
                <a:cs typeface="+mj-lt"/>
              </a:defRPr>
            </a:lvl1pPr>
            <a:lvl2pPr>
              <a:lnSpc>
                <a:spcPct val="90000"/>
              </a:lnSpc>
              <a:buNone/>
              <a:defRPr sz="3600" kern="0" spc="-40"/>
            </a:lvl2pPr>
            <a:lvl3pPr>
              <a:lnSpc>
                <a:spcPct val="90000"/>
              </a:lnSpc>
              <a:buNone/>
              <a:defRPr sz="3600" kern="0" spc="-40"/>
            </a:lvl3pPr>
            <a:lvl4pPr>
              <a:lnSpc>
                <a:spcPct val="90000"/>
              </a:lnSpc>
              <a:buNone/>
              <a:defRPr sz="3600" kern="0" spc="-40"/>
            </a:lvl4pPr>
            <a:lvl5pPr>
              <a:lnSpc>
                <a:spcPct val="90000"/>
              </a:lnSpc>
              <a:buNone/>
              <a:defRPr sz="3600" kern="0" spc="-40"/>
            </a:lvl5pPr>
          </a:lstStyle>
          <a:p>
            <a:pPr lvl="0">
              <a:buNone/>
            </a:pPr>
            <a:r>
              <a:t>Здесь должен быть заголовок в одну или несколько строк</a:t>
            </a:r>
          </a:p>
        </p:txBody>
      </p:sp>
      <p:pic>
        <p:nvPicPr>
          <p:cNvPr id="26" name="Рисунок 3"/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12960000" y="0"/>
            <a:ext cx="2365258" cy="6857999"/>
          </a:xfrm>
          <a:prstGeom prst="rect">
            <a:avLst/>
          </a:prstGeom>
        </p:spPr>
      </p:pic>
      <p:pic>
        <p:nvPicPr>
          <p:cNvPr id="27" name="Imag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597" y="355600"/>
            <a:ext cx="1390643" cy="20320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Содержание (короткое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Рисунок 3">
            <a:extLst>
              <a:ext uri="{FF2B5EF4-FFF2-40B4-BE49-F238E27FC236}">
                <a16:creationId xmlns:a16="http://schemas.microsoft.com/office/drawing/2014/main" id="{2B2D061D-2F47-2322-898F-6631E3A02E55}"/>
              </a:ext>
            </a:extLst>
          </p:cNvPr>
          <p:cNvSpPr>
            <a:spLocks noGrp="1"/>
          </p:cNvSpPr>
          <p:nvPr>
            <p:ph type="pic" idx="11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blipFill>
            <a:blip r:embed="rId2"/>
            <a:stretch>
              <a:fillRect/>
            </a:stretch>
          </a:blipFill>
        </p:spPr>
        <p:txBody>
          <a:bodyPr/>
          <a:lstStyle/>
          <a:p>
            <a:r>
              <a:t>Вставка рисунка</a:t>
            </a:r>
          </a:p>
        </p:txBody>
      </p:sp>
      <p:sp>
        <p:nvSpPr>
          <p:cNvPr id="69" name="Заголовок 1">
            <a:extLst>
              <a:ext uri="{FF2B5EF4-FFF2-40B4-BE49-F238E27FC236}">
                <a16:creationId xmlns:a16="http://schemas.microsoft.com/office/drawing/2014/main" id="{76A6E70E-521B-4763-D160-18EA94575D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5599" y="1340840"/>
            <a:ext cx="5469438" cy="673673"/>
          </a:xfrm>
          <a:prstGeom prst="rect">
            <a:avLst/>
          </a:prstGeom>
          <a:noFill/>
        </p:spPr>
        <p:txBody>
          <a:bodyPr wrap="square" lIns="0" tIns="0" rIns="0" bIns="0" anchor="t">
            <a:noAutofit/>
          </a:bodyPr>
          <a:lstStyle>
            <a:lvl1pPr>
              <a:lnSpc>
                <a:spcPct val="75000"/>
              </a:lnSpc>
              <a:buNone/>
              <a:defRPr sz="3600" kern="0" spc="-60" baseline="0">
                <a:solidFill>
                  <a:srgbClr val="000000">
                    <a:alpha val="100000"/>
                  </a:srgbClr>
                </a:solidFill>
                <a:latin typeface="+mj-lt"/>
                <a:ea typeface="+mj-lt"/>
                <a:cs typeface="+mj-lt"/>
              </a:defRPr>
            </a:lvl1pPr>
          </a:lstStyle>
          <a:p>
            <a:pPr marL="0" lvl="0" indent="0">
              <a:lnSpc>
                <a:spcPts val="3239"/>
              </a:lnSpc>
              <a:buNone/>
            </a:pPr>
            <a:r>
              <a:t>Содержание</a:t>
            </a:r>
          </a:p>
        </p:txBody>
      </p:sp>
      <p:pic>
        <p:nvPicPr>
          <p:cNvPr id="74" name="Рисунок 2"/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12960000" y="0"/>
            <a:ext cx="2365258" cy="6857999"/>
          </a:xfrm>
          <a:prstGeom prst="rect">
            <a:avLst/>
          </a:prstGeom>
        </p:spPr>
      </p:pic>
      <p:pic>
        <p:nvPicPr>
          <p:cNvPr id="75" name="Image 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598" y="355600"/>
            <a:ext cx="1390643" cy="200856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Содержание (длинное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Номер слайда 5">
            <a:extLst>
              <a:ext uri="{FF2B5EF4-FFF2-40B4-BE49-F238E27FC236}">
                <a16:creationId xmlns:a16="http://schemas.microsoft.com/office/drawing/2014/main" id="{BF0C6F1B-F9B8-6872-8AD4-01C949ACAC54}"/>
              </a:ext>
            </a:extLst>
          </p:cNvPr>
          <p:cNvSpPr>
            <a:spLocks noGrp="1"/>
          </p:cNvSpPr>
          <p:nvPr>
            <p:ph type="sldNum" idx="4"/>
          </p:nvPr>
        </p:nvSpPr>
        <p:spPr>
          <a:xfrm>
            <a:off x="9078681" y="6576824"/>
            <a:ext cx="2743636" cy="153888"/>
          </a:xfrm>
          <a:prstGeom prst="rect">
            <a:avLst/>
          </a:prstGeom>
        </p:spPr>
        <p:txBody>
          <a:bodyPr vert="horz" lIns="0" tIns="0" rIns="0" bIns="0" anchor="ctr">
            <a:spAutoFit/>
          </a:bodyPr>
          <a:lstStyle>
            <a:lvl1pPr algn="r">
              <a:buNone/>
              <a:defRPr sz="1000" baseline="0">
                <a:solidFill>
                  <a:schemeClr val="tx1">
                    <a:alpha val="45000"/>
                  </a:schemeClr>
                </a:solidFill>
              </a:defRPr>
            </a:lvl1pPr>
          </a:lstStyle>
          <a:p>
            <a:fld id="{13FB4C0F-BB20-4298-B11D-AEB97E17A107}" type="slidenum">
              <a:t>‹#›</a:t>
            </a:fld>
            <a:endParaRPr/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BDB2F5C1-C57B-655A-D27F-9FA13EC432B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252000"/>
            <a:ext cx="9533300" cy="393698"/>
          </a:xfrm>
          <a:prstGeom prst="rect">
            <a:avLst/>
          </a:prstGeom>
        </p:spPr>
        <p:txBody>
          <a:bodyPr vert="horz" wrap="square" lIns="0" tIns="0" rIns="0" bIns="0" anchor="t">
            <a:spAutoFit/>
          </a:bodyPr>
          <a:lstStyle>
            <a:lvl1pPr>
              <a:buNone/>
              <a:defRPr sz="2800" spc="-30" baseline="0"/>
            </a:lvl1pPr>
          </a:lstStyle>
          <a:p>
            <a:r>
              <a:t>Содержание</a:t>
            </a:r>
          </a:p>
        </p:txBody>
      </p:sp>
      <p:pic>
        <p:nvPicPr>
          <p:cNvPr id="32" name="Рисунок 2"/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12960000" y="0"/>
            <a:ext cx="2365258" cy="6857999"/>
          </a:xfrm>
          <a:prstGeom prst="rect">
            <a:avLst/>
          </a:prstGeom>
        </p:spPr>
      </p:pic>
      <p:pic>
        <p:nvPicPr>
          <p:cNvPr id="33" name="Image 1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45695" y="355600"/>
            <a:ext cx="1390643" cy="200856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Заключительный слайд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5968" y="0"/>
            <a:ext cx="6095968" cy="6858000"/>
          </a:xfrm>
          <a:prstGeom prst="rect">
            <a:avLst/>
          </a:prstGeom>
        </p:spPr>
      </p:pic>
      <p:sp>
        <p:nvSpPr>
          <p:cNvPr id="10" name="Shape 1">
            <a:extLst>
              <a:ext uri="{FF2B5EF4-FFF2-40B4-BE49-F238E27FC236}">
                <a16:creationId xmlns:a16="http://schemas.microsoft.com/office/drawing/2014/main" id="{C4B9DA29-EE52-4501-88B4-8394AC52FE50}"/>
              </a:ext>
            </a:extLst>
          </p:cNvPr>
          <p:cNvSpPr>
            <a:spLocks noGrp="1"/>
          </p:cNvSpPr>
          <p:nvPr/>
        </p:nvSpPr>
        <p:spPr>
          <a:xfrm>
            <a:off x="355598" y="1403350"/>
            <a:ext cx="5384772" cy="2565400"/>
          </a:xfrm>
          <a:prstGeom prst="rect">
            <a:avLst/>
          </a:prstGeom>
          <a:noFill/>
        </p:spPr>
      </p:sp>
      <p:sp>
        <p:nvSpPr>
          <p:cNvPr id="17" name="Рисунок 3">
            <a:extLst>
              <a:ext uri="{FF2B5EF4-FFF2-40B4-BE49-F238E27FC236}">
                <a16:creationId xmlns:a16="http://schemas.microsoft.com/office/drawing/2014/main" id="{27856579-C874-451C-29B0-9E9DFF749A4D}"/>
              </a:ext>
            </a:extLst>
          </p:cNvPr>
          <p:cNvSpPr>
            <a:spLocks noGrp="1"/>
          </p:cNvSpPr>
          <p:nvPr>
            <p:ph type="pic" idx="11"/>
          </p:nvPr>
        </p:nvSpPr>
        <p:spPr>
          <a:xfrm>
            <a:off x="6096000" y="0"/>
            <a:ext cx="6096000" cy="6858000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t>Вставка рисунка</a:t>
            </a:r>
          </a:p>
        </p:txBody>
      </p:sp>
      <p:sp>
        <p:nvSpPr>
          <p:cNvPr id="11" name="Текст 26">
            <a:extLst>
              <a:ext uri="{FF2B5EF4-FFF2-40B4-BE49-F238E27FC236}">
                <a16:creationId xmlns:a16="http://schemas.microsoft.com/office/drawing/2014/main" id="{E6233398-DBA0-16E4-AD88-53C0BB6734DC}"/>
              </a:ext>
            </a:extLst>
          </p:cNvPr>
          <p:cNvSpPr>
            <a:spLocks noGrp="1"/>
          </p:cNvSpPr>
          <p:nvPr>
            <p:ph type="body" idx="13"/>
          </p:nvPr>
        </p:nvSpPr>
        <p:spPr>
          <a:xfrm>
            <a:off x="355600" y="1460500"/>
            <a:ext cx="5470525" cy="443839"/>
          </a:xfrm>
        </p:spPr>
        <p:txBody>
          <a:bodyPr/>
          <a:lstStyle>
            <a:lvl1pPr>
              <a:lnSpc>
                <a:spcPct val="75000"/>
              </a:lnSpc>
              <a:buNone/>
              <a:defRPr sz="3600" kern="0" spc="-60" baseline="0">
                <a:solidFill>
                  <a:schemeClr val="bg1"/>
                </a:solidFill>
                <a:latin typeface="+mj-lt"/>
                <a:ea typeface="+mj-lt"/>
                <a:cs typeface="+mj-lt"/>
              </a:defRPr>
            </a:lvl1pPr>
            <a:lvl2pPr>
              <a:lnSpc>
                <a:spcPct val="90000"/>
              </a:lnSpc>
              <a:buNone/>
              <a:defRPr sz="3600" kern="0" spc="-40"/>
            </a:lvl2pPr>
            <a:lvl3pPr>
              <a:lnSpc>
                <a:spcPct val="90000"/>
              </a:lnSpc>
              <a:buNone/>
              <a:defRPr sz="3600" kern="0" spc="-40"/>
            </a:lvl3pPr>
            <a:lvl4pPr>
              <a:lnSpc>
                <a:spcPct val="90000"/>
              </a:lnSpc>
              <a:buNone/>
              <a:defRPr sz="3600" kern="0" spc="-40"/>
            </a:lvl4pPr>
            <a:lvl5pPr>
              <a:lnSpc>
                <a:spcPct val="90000"/>
              </a:lnSpc>
              <a:buNone/>
              <a:defRPr sz="3600" kern="0" spc="-40"/>
            </a:lvl5pPr>
          </a:lstStyle>
          <a:p>
            <a:pPr lvl="0">
              <a:buNone/>
            </a:pPr>
            <a:r>
              <a:t>Образец текста</a:t>
            </a:r>
          </a:p>
        </p:txBody>
      </p:sp>
      <p:sp>
        <p:nvSpPr>
          <p:cNvPr id="12" name="Текст 3">
            <a:extLst>
              <a:ext uri="{FF2B5EF4-FFF2-40B4-BE49-F238E27FC236}">
                <a16:creationId xmlns:a16="http://schemas.microsoft.com/office/drawing/2014/main" id="{7AAE017F-FF26-61DF-7C28-3A34471390B8}"/>
              </a:ext>
            </a:extLst>
          </p:cNvPr>
          <p:cNvSpPr>
            <a:spLocks noGrp="1"/>
          </p:cNvSpPr>
          <p:nvPr>
            <p:ph type="body" idx="14" hasCustomPrompt="1"/>
          </p:nvPr>
        </p:nvSpPr>
        <p:spPr>
          <a:xfrm>
            <a:off x="355600" y="5931250"/>
            <a:ext cx="3347993" cy="586443"/>
          </a:xfrm>
          <a:prstGeom prst="rect">
            <a:avLst/>
          </a:prstGeom>
          <a:noFill/>
        </p:spPr>
        <p:txBody>
          <a:bodyPr vert="horz" wrap="square" lIns="0" tIns="0" rIns="0" bIns="0" anchor="b">
            <a:spAutoFit/>
          </a:bodyPr>
          <a:lstStyle>
            <a:lvl1pPr marL="0" indent="0">
              <a:lnSpc>
                <a:spcPts val="2000"/>
              </a:lnSpc>
              <a:buNone/>
              <a:defRPr sz="2000" spc="-30" baseline="0">
                <a:solidFill>
                  <a:schemeClr val="bg1"/>
                </a:solidFill>
                <a:latin typeface="+mn-lt"/>
                <a:ea typeface="+mn-lt"/>
                <a:cs typeface="+mn-lt"/>
              </a:defRPr>
            </a:lvl1pPr>
          </a:lstStyle>
          <a:p>
            <a:pPr marL="0" lvl="0" indent="0">
              <a:lnSpc>
                <a:spcPts val="2000"/>
              </a:lnSpc>
              <a:buNone/>
            </a:pPr>
            <a:r>
              <a:t>+7 (XXX) XXX-XX-XX</a:t>
            </a:r>
          </a:p>
          <a:p>
            <a:pPr marL="0" lvl="0" indent="0">
              <a:lnSpc>
                <a:spcPts val="2000"/>
              </a:lnSpc>
              <a:buNone/>
            </a:pPr>
            <a:r>
              <a:t>name@reksoft.com</a:t>
            </a:r>
          </a:p>
        </p:txBody>
      </p:sp>
      <p:sp>
        <p:nvSpPr>
          <p:cNvPr id="18" name="Текст 3">
            <a:extLst>
              <a:ext uri="{FF2B5EF4-FFF2-40B4-BE49-F238E27FC236}">
                <a16:creationId xmlns:a16="http://schemas.microsoft.com/office/drawing/2014/main" id="{4003DCDB-84F4-5DD3-F853-7EFF2FDC87F5}"/>
              </a:ext>
            </a:extLst>
          </p:cNvPr>
          <p:cNvSpPr>
            <a:spLocks noGrp="1"/>
          </p:cNvSpPr>
          <p:nvPr>
            <p:ph type="body" idx="15" hasCustomPrompt="1"/>
          </p:nvPr>
        </p:nvSpPr>
        <p:spPr>
          <a:xfrm>
            <a:off x="355600" y="4629538"/>
            <a:ext cx="3347993" cy="265842"/>
          </a:xfrm>
          <a:prstGeom prst="rect">
            <a:avLst/>
          </a:prstGeom>
          <a:noFill/>
        </p:spPr>
        <p:txBody>
          <a:bodyPr vert="horz" wrap="square" lIns="0" tIns="0" rIns="0" bIns="0" anchor="t">
            <a:spAutoFit/>
          </a:bodyPr>
          <a:lstStyle>
            <a:lvl1pPr marL="0" indent="0">
              <a:lnSpc>
                <a:spcPts val="2000"/>
              </a:lnSpc>
              <a:buNone/>
              <a:defRPr sz="2000" spc="-30" baseline="0">
                <a:solidFill>
                  <a:schemeClr val="bg1"/>
                </a:solidFill>
                <a:latin typeface="+mn-lt"/>
                <a:ea typeface="+mn-lt"/>
                <a:cs typeface="+mn-lt"/>
              </a:defRPr>
            </a:lvl1pPr>
          </a:lstStyle>
          <a:p>
            <a:pPr marL="0" lvl="0" indent="0">
              <a:lnSpc>
                <a:spcPts val="2000"/>
              </a:lnSpc>
              <a:buNone/>
            </a:pPr>
            <a:r>
              <a:t>Имя Фамилия</a:t>
            </a:r>
          </a:p>
        </p:txBody>
      </p:sp>
      <p:pic>
        <p:nvPicPr>
          <p:cNvPr id="29" name="Рисунок 3"/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12960000" y="0"/>
            <a:ext cx="2365258" cy="6857999"/>
          </a:xfrm>
          <a:prstGeom prst="rect">
            <a:avLst/>
          </a:prstGeom>
        </p:spPr>
      </p:pic>
      <p:pic>
        <p:nvPicPr>
          <p:cNvPr id="30" name="Graphic 7"/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062528" y="4768850"/>
            <a:ext cx="1714888" cy="1714888"/>
          </a:xfrm>
          <a:prstGeom prst="rect">
            <a:avLst/>
          </a:prstGeom>
        </p:spPr>
      </p:pic>
      <p:pic>
        <p:nvPicPr>
          <p:cNvPr id="31" name="Image 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5597" y="355600"/>
            <a:ext cx="1390643" cy="203200"/>
          </a:xfrm>
          <a:prstGeom prst="rect">
            <a:avLst/>
          </a:prstGeom>
        </p:spPr>
      </p:pic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88DAC46-B413-0144-4DC8-A26333AB5B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252000"/>
            <a:ext cx="11442798" cy="506164"/>
          </a:xfrm>
          <a:prstGeom prst="rect">
            <a:avLst/>
          </a:prstGeom>
        </p:spPr>
        <p:txBody>
          <a:bodyPr vert="horz" lIns="0" tIns="0" rIns="0" bIns="0" anchor="t">
            <a:spAutoFit/>
          </a:bodyPr>
          <a:lstStyle/>
          <a:p>
            <a:r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C91846CB-223B-17A8-AC68-00C0113F631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400113"/>
            <a:ext cx="11442798" cy="2223814"/>
          </a:xfrm>
          <a:prstGeom prst="rect">
            <a:avLst/>
          </a:prstGeom>
        </p:spPr>
        <p:txBody>
          <a:bodyPr vert="horz" lIns="0" tIns="0" rIns="0" bIns="0">
            <a:spAutoFit/>
          </a:bodyPr>
          <a:lstStyle/>
          <a:p>
            <a:pPr lvl="0">
              <a:buNone/>
            </a:pPr>
            <a:r>
              <a:t>Образец текста</a:t>
            </a:r>
          </a:p>
          <a:p>
            <a:pPr lvl="1">
              <a:buNone/>
            </a:pPr>
            <a:r>
              <a:t>Второй уровень</a:t>
            </a:r>
          </a:p>
          <a:p>
            <a:pPr lvl="2">
              <a:buNone/>
            </a:pPr>
            <a:r>
              <a:t>Третий уровень</a:t>
            </a:r>
          </a:p>
          <a:p>
            <a:pPr lvl="3">
              <a:buNone/>
            </a:pPr>
            <a:r>
              <a:t>Четвертый уровень</a:t>
            </a:r>
          </a:p>
          <a:p>
            <a:pPr lvl="4">
              <a:buNone/>
            </a:pPr>
            <a:r>
              <a:t>Пятый уровень</a:t>
            </a:r>
          </a:p>
          <a:p>
            <a:pPr lvl="5">
              <a:buNone/>
            </a:pPr>
            <a:r>
              <a:t>Текст</a:t>
            </a:r>
          </a:p>
          <a:p>
            <a:pPr lvl="6">
              <a:buNone/>
            </a:pPr>
            <a:r>
              <a:t>Маленький текст</a:t>
            </a:r>
          </a:p>
        </p:txBody>
      </p:sp>
      <p:sp>
        <p:nvSpPr>
          <p:cNvPr id="11" name="Номер слайда 5">
            <a:extLst>
              <a:ext uri="{FF2B5EF4-FFF2-40B4-BE49-F238E27FC236}">
                <a16:creationId xmlns:a16="http://schemas.microsoft.com/office/drawing/2014/main" id="{80E40C4D-5BA4-C140-64A0-1E3ED1F54EA0}"/>
              </a:ext>
            </a:extLst>
          </p:cNvPr>
          <p:cNvSpPr>
            <a:spLocks noGrp="1"/>
          </p:cNvSpPr>
          <p:nvPr>
            <p:ph type="sldNum" idx="4"/>
          </p:nvPr>
        </p:nvSpPr>
        <p:spPr>
          <a:xfrm>
            <a:off x="9078681" y="6576824"/>
            <a:ext cx="2743636" cy="153888"/>
          </a:xfrm>
          <a:prstGeom prst="rect">
            <a:avLst/>
          </a:prstGeom>
        </p:spPr>
        <p:txBody>
          <a:bodyPr vert="horz" lIns="0" tIns="0" rIns="0" bIns="0" anchor="ctr">
            <a:spAutoFit/>
          </a:bodyPr>
          <a:lstStyle>
            <a:lvl1pPr algn="r">
              <a:buNone/>
              <a:defRPr sz="1000" baseline="0">
                <a:solidFill>
                  <a:schemeClr val="tx1">
                    <a:alpha val="45000"/>
                  </a:schemeClr>
                </a:solidFill>
              </a:defRPr>
            </a:lvl1pPr>
          </a:lstStyle>
          <a:p>
            <a:fld id="{13FB4C0F-BB20-4298-B11D-AEB97E17A107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</p:sldLayoutIdLst>
  <p:hf hdr="0" ftr="0" dt="0"/>
  <p:txStyles>
    <p:titleStyle>
      <a:lvl1pPr algn="l" defTabSz="457109">
        <a:lnSpc>
          <a:spcPct val="90000"/>
        </a:lnSpc>
        <a:spcBef>
          <a:spcPct val="0"/>
        </a:spcBef>
        <a:buNone/>
        <a:defRPr sz="3600" kern="0" spc="-40" baseline="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marL="0" indent="-144000" algn="l" defTabSz="432000">
        <a:lnSpc>
          <a:spcPct val="90000"/>
        </a:lnSpc>
        <a:spcBef>
          <a:spcPts val="500"/>
        </a:spcBef>
        <a:buFont typeface="Arial"/>
        <a:buNone/>
        <a:defRPr sz="3600" kern="0" spc="0" baseline="0">
          <a:solidFill>
            <a:schemeClr val="tx1"/>
          </a:solidFill>
          <a:latin typeface="+mn-lt"/>
          <a:ea typeface="+mn-lt"/>
          <a:cs typeface="+mn-lt"/>
        </a:defRPr>
      </a:lvl1pPr>
      <a:lvl2pPr marL="0" indent="-144000" algn="l" defTabSz="432000">
        <a:lnSpc>
          <a:spcPct val="90000"/>
        </a:lnSpc>
        <a:spcBef>
          <a:spcPts val="250"/>
        </a:spcBef>
        <a:buFont typeface="Arial"/>
        <a:buChar char="•"/>
        <a:defRPr sz="2800" kern="0" spc="0" baseline="0">
          <a:solidFill>
            <a:schemeClr val="tx1"/>
          </a:solidFill>
          <a:latin typeface="+mn-lt"/>
          <a:ea typeface="+mn-lt"/>
          <a:cs typeface="+mn-lt"/>
        </a:defRPr>
      </a:lvl2pPr>
      <a:lvl3pPr marL="0" indent="-144000" algn="l" defTabSz="432000">
        <a:lnSpc>
          <a:spcPct val="100000"/>
        </a:lnSpc>
        <a:spcBef>
          <a:spcPts val="250"/>
        </a:spcBef>
        <a:buFont typeface="Arial"/>
        <a:buChar char="•"/>
        <a:defRPr sz="2000" kern="0" spc="0">
          <a:solidFill>
            <a:schemeClr val="tx1"/>
          </a:solidFill>
          <a:latin typeface="+mn-lt"/>
          <a:ea typeface="+mn-lt"/>
          <a:cs typeface="+mn-lt"/>
        </a:defRPr>
      </a:lvl3pPr>
      <a:lvl4pPr marL="0" indent="-144000" algn="l" defTabSz="432000">
        <a:lnSpc>
          <a:spcPct val="110000"/>
        </a:lnSpc>
        <a:spcBef>
          <a:spcPts val="250"/>
        </a:spcBef>
        <a:buFont typeface="Arial"/>
        <a:buChar char="•"/>
        <a:defRPr sz="1600" kern="0" spc="0">
          <a:solidFill>
            <a:schemeClr val="tx1"/>
          </a:solidFill>
          <a:latin typeface="+mn-lt"/>
          <a:ea typeface="+mn-lt"/>
          <a:cs typeface="+mn-lt"/>
        </a:defRPr>
      </a:lvl4pPr>
      <a:lvl5pPr marL="0" indent="-144000" algn="l" defTabSz="432000">
        <a:lnSpc>
          <a:spcPct val="110000"/>
        </a:lnSpc>
        <a:spcBef>
          <a:spcPts val="250"/>
        </a:spcBef>
        <a:buFont typeface="Arial"/>
        <a:buChar char="•"/>
        <a:defRPr sz="1200" kern="0" spc="0">
          <a:solidFill>
            <a:schemeClr val="tx1"/>
          </a:solidFill>
          <a:latin typeface="+mn-lt"/>
          <a:ea typeface="+mn-lt"/>
          <a:cs typeface="+mn-lt"/>
        </a:defRPr>
      </a:lvl5pPr>
      <a:lvl6pPr marL="0" indent="-144000" algn="l" defTabSz="432000">
        <a:lnSpc>
          <a:spcPct val="120000"/>
        </a:lnSpc>
        <a:spcBef>
          <a:spcPts val="250"/>
        </a:spcBef>
        <a:buFont typeface="Arial"/>
        <a:buChar char="•"/>
        <a:defRPr sz="1000" kern="0" spc="0">
          <a:solidFill>
            <a:schemeClr val="tx1"/>
          </a:solidFill>
          <a:latin typeface="+mn-lt"/>
          <a:ea typeface="+mn-lt"/>
          <a:cs typeface="+mn-lt"/>
        </a:defRPr>
      </a:lvl6pPr>
      <a:lvl7pPr marL="0" indent="-144000" algn="l" defTabSz="432000">
        <a:lnSpc>
          <a:spcPct val="120000"/>
        </a:lnSpc>
        <a:spcBef>
          <a:spcPts val="250"/>
        </a:spcBef>
        <a:buFont typeface="Arial"/>
        <a:buChar char="•"/>
        <a:defRPr sz="800" kern="0" spc="0">
          <a:solidFill>
            <a:schemeClr val="tx1"/>
          </a:solidFill>
          <a:latin typeface="+mn-lt"/>
          <a:ea typeface="+mn-lt"/>
          <a:cs typeface="+mn-lt"/>
        </a:defRPr>
      </a:lvl7pPr>
      <a:lvl8pPr marL="1714157" indent="-114277" algn="l" defTabSz="457109">
        <a:lnSpc>
          <a:spcPct val="90000"/>
        </a:lnSpc>
        <a:spcBef>
          <a:spcPts val="250"/>
        </a:spcBef>
        <a:buFont typeface="Arial"/>
        <a:buChar char="•"/>
        <a:defRPr sz="900" kern="1200">
          <a:solidFill>
            <a:schemeClr val="tx1"/>
          </a:solidFill>
          <a:latin typeface="+mn-lt"/>
          <a:ea typeface="+mn-lt"/>
          <a:cs typeface="+mn-lt"/>
        </a:defRPr>
      </a:lvl8pPr>
      <a:lvl9pPr marL="1942711" indent="-114277" algn="l" defTabSz="457109">
        <a:lnSpc>
          <a:spcPct val="90000"/>
        </a:lnSpc>
        <a:spcBef>
          <a:spcPts val="250"/>
        </a:spcBef>
        <a:buFont typeface="Arial"/>
        <a:buChar char="•"/>
        <a:defRPr sz="900" kern="12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marL="0" algn="l" defTabSz="457109">
        <a:buNone/>
        <a:defRPr sz="900" kern="1200">
          <a:solidFill>
            <a:schemeClr val="tx1"/>
          </a:solidFill>
          <a:latin typeface="+mn-lt"/>
          <a:ea typeface="+mn-lt"/>
          <a:cs typeface="+mn-lt"/>
        </a:defRPr>
      </a:lvl1pPr>
      <a:lvl2pPr marL="228554" algn="l" defTabSz="457109">
        <a:buNone/>
        <a:defRPr sz="900" kern="1200">
          <a:solidFill>
            <a:schemeClr val="tx1"/>
          </a:solidFill>
          <a:latin typeface="+mn-lt"/>
          <a:ea typeface="+mn-lt"/>
          <a:cs typeface="+mn-lt"/>
        </a:defRPr>
      </a:lvl2pPr>
      <a:lvl3pPr marL="457109" algn="l" defTabSz="457109">
        <a:buNone/>
        <a:defRPr sz="900" kern="1200">
          <a:solidFill>
            <a:schemeClr val="tx1"/>
          </a:solidFill>
          <a:latin typeface="+mn-lt"/>
          <a:ea typeface="+mn-lt"/>
          <a:cs typeface="+mn-lt"/>
        </a:defRPr>
      </a:lvl3pPr>
      <a:lvl4pPr marL="685663" algn="l" defTabSz="457109">
        <a:buNone/>
        <a:defRPr sz="900" kern="1200">
          <a:solidFill>
            <a:schemeClr val="tx1"/>
          </a:solidFill>
          <a:latin typeface="+mn-lt"/>
          <a:ea typeface="+mn-lt"/>
          <a:cs typeface="+mn-lt"/>
        </a:defRPr>
      </a:lvl4pPr>
      <a:lvl5pPr marL="914217" algn="l" defTabSz="457109">
        <a:buNone/>
        <a:defRPr sz="900" kern="1200">
          <a:solidFill>
            <a:schemeClr val="tx1"/>
          </a:solidFill>
          <a:latin typeface="+mn-lt"/>
          <a:ea typeface="+mn-lt"/>
          <a:cs typeface="+mn-lt"/>
        </a:defRPr>
      </a:lvl5pPr>
      <a:lvl6pPr marL="1142771" algn="l" defTabSz="457109">
        <a:buNone/>
        <a:defRPr sz="900" kern="1200">
          <a:solidFill>
            <a:schemeClr val="tx1"/>
          </a:solidFill>
          <a:latin typeface="+mn-lt"/>
          <a:ea typeface="+mn-lt"/>
          <a:cs typeface="+mn-lt"/>
        </a:defRPr>
      </a:lvl6pPr>
      <a:lvl7pPr marL="1371326" algn="l" defTabSz="457109">
        <a:buNone/>
        <a:defRPr sz="900" kern="1200">
          <a:solidFill>
            <a:schemeClr val="tx1"/>
          </a:solidFill>
          <a:latin typeface="+mn-lt"/>
          <a:ea typeface="+mn-lt"/>
          <a:cs typeface="+mn-lt"/>
        </a:defRPr>
      </a:lvl7pPr>
      <a:lvl8pPr marL="1599880" algn="l" defTabSz="457109">
        <a:buNone/>
        <a:defRPr sz="900" kern="1200">
          <a:solidFill>
            <a:schemeClr val="tx1"/>
          </a:solidFill>
          <a:latin typeface="+mn-lt"/>
          <a:ea typeface="+mn-lt"/>
          <a:cs typeface="+mn-lt"/>
        </a:defRPr>
      </a:lvl8pPr>
      <a:lvl9pPr marL="1828434" algn="l" defTabSz="457109">
        <a:buNone/>
        <a:defRPr sz="900" kern="1200">
          <a:solidFill>
            <a:schemeClr val="tx1"/>
          </a:solidFill>
          <a:latin typeface="+mn-lt"/>
          <a:ea typeface="+mn-lt"/>
          <a:cs typeface="+mn-lt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5A62B1-4960-D49D-0BD6-A55792122C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Image 1">
            <a:extLst>
              <a:ext uri="{FF2B5EF4-FFF2-40B4-BE49-F238E27FC236}">
                <a16:creationId xmlns:a16="http://schemas.microsoft.com/office/drawing/2014/main" id="{CA549CFA-B801-78BA-BD27-20F0626D5FAE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096350" y="447"/>
            <a:ext cx="6095206" cy="6857107"/>
          </a:xfrm>
          <a:prstGeom prst="rect">
            <a:avLst/>
          </a:prstGeom>
        </p:spPr>
      </p:pic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BEB79746-BCEA-D3F5-6F9D-36B102FE3DC5}"/>
              </a:ext>
            </a:extLst>
          </p:cNvPr>
          <p:cNvGraphicFramePr>
            <a:graphicFrameLocks noGrp="1"/>
          </p:cNvGraphicFramePr>
          <p:nvPr/>
        </p:nvGraphicFramePr>
        <p:xfrm>
          <a:off x="355599" y="2441751"/>
          <a:ext cx="5384772" cy="27296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8838">
                  <a:extLst>
                    <a:ext uri="{9D8B030D-6E8A-4147-A177-3AD203B41FA5}">
                      <a16:colId xmlns:a16="http://schemas.microsoft.com/office/drawing/2014/main" val="3650137310"/>
                    </a:ext>
                  </a:extLst>
                </a:gridCol>
                <a:gridCol w="3927476">
                  <a:extLst>
                    <a:ext uri="{9D8B030D-6E8A-4147-A177-3AD203B41FA5}">
                      <a16:colId xmlns:a16="http://schemas.microsoft.com/office/drawing/2014/main" val="2624241063"/>
                    </a:ext>
                  </a:extLst>
                </a:gridCol>
                <a:gridCol w="1198458">
                  <a:extLst>
                    <a:ext uri="{9D8B030D-6E8A-4147-A177-3AD203B41FA5}">
                      <a16:colId xmlns:a16="http://schemas.microsoft.com/office/drawing/2014/main" val="1068498310"/>
                    </a:ext>
                  </a:extLst>
                </a:gridCol>
              </a:tblGrid>
              <a:tr h="54592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dirty="0">
                          <a:solidFill>
                            <a:srgbClr val="8C8C8C"/>
                          </a:solidFill>
                        </a:rPr>
                        <a:t>01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dirty="0"/>
                        <a:t>Цели, задачи и объем проекта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dirty="0">
                          <a:solidFill>
                            <a:schemeClr val="tx2"/>
                          </a:solidFill>
                        </a:rPr>
                        <a:t>4 — 0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7481150"/>
                  </a:ext>
                </a:extLst>
              </a:tr>
              <a:tr h="545929">
                <a:tc>
                  <a:txBody>
                    <a:bodyPr/>
                    <a:lstStyle/>
                    <a:p>
                      <a:r>
                        <a:rPr lang="ru-RU" sz="1000" dirty="0">
                          <a:solidFill>
                            <a:srgbClr val="8C8C8C"/>
                          </a:solidFill>
                        </a:rPr>
                        <a:t>02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ru-RU" sz="1000" dirty="0"/>
                        <a:t>Общий подход к реализации проекта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ru-RU" sz="1000" dirty="0">
                          <a:solidFill>
                            <a:schemeClr val="tx2"/>
                          </a:solidFill>
                        </a:rPr>
                        <a:t>11 - 16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22551"/>
                  </a:ext>
                </a:extLst>
              </a:tr>
              <a:tr h="545929">
                <a:tc>
                  <a:txBody>
                    <a:bodyPr/>
                    <a:lstStyle/>
                    <a:p>
                      <a:r>
                        <a:rPr lang="ru-RU" sz="1000" dirty="0">
                          <a:solidFill>
                            <a:srgbClr val="8C8C8C"/>
                          </a:solidFill>
                        </a:rPr>
                        <a:t>03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ru-RU" sz="1000" dirty="0"/>
                        <a:t>Описание подходов к выполнению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ru-RU" sz="1000" dirty="0">
                          <a:solidFill>
                            <a:schemeClr val="tx2"/>
                          </a:solidFill>
                        </a:rPr>
                        <a:t>17 - 22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8412705"/>
                  </a:ext>
                </a:extLst>
              </a:tr>
              <a:tr h="545929">
                <a:tc>
                  <a:txBody>
                    <a:bodyPr/>
                    <a:lstStyle/>
                    <a:p>
                      <a:r>
                        <a:rPr lang="ru-RU" sz="1000" dirty="0">
                          <a:solidFill>
                            <a:srgbClr val="8C8C8C"/>
                          </a:solidFill>
                        </a:rPr>
                        <a:t>04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ru-RU" sz="1000" dirty="0"/>
                        <a:t>Структура команды и стоимость реализации проекта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ru-RU" sz="1000" dirty="0">
                          <a:solidFill>
                            <a:schemeClr val="tx2"/>
                          </a:solidFill>
                        </a:rPr>
                        <a:t>23 - 27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3485321"/>
                  </a:ext>
                </a:extLst>
              </a:tr>
              <a:tr h="545929">
                <a:tc>
                  <a:txBody>
                    <a:bodyPr/>
                    <a:lstStyle/>
                    <a:p>
                      <a:r>
                        <a:rPr lang="ru-RU" sz="1000" dirty="0">
                          <a:solidFill>
                            <a:srgbClr val="8C8C8C"/>
                          </a:solidFill>
                        </a:rPr>
                        <a:t>05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ru-RU" sz="1000" dirty="0"/>
                        <a:t>Проектный опыт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ru-RU" sz="1000" dirty="0">
                          <a:solidFill>
                            <a:schemeClr val="tx2"/>
                          </a:solidFill>
                        </a:rPr>
                        <a:t>28- 32</a:t>
                      </a:r>
                    </a:p>
                  </a:txBody>
                  <a:tcPr marL="0" marR="0" marT="143981" marB="143981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606816"/>
                  </a:ext>
                </a:extLst>
              </a:tr>
            </a:tbl>
          </a:graphicData>
        </a:graphic>
      </p:graphicFrame>
      <p:pic>
        <p:nvPicPr>
          <p:cNvPr id="12" name="Рисунок 11">
            <a:extLst>
              <a:ext uri="{FF2B5EF4-FFF2-40B4-BE49-F238E27FC236}">
                <a16:creationId xmlns:a16="http://schemas.microsoft.com/office/drawing/2014/main" id="{B232AEA5-07D9-051A-9781-A1B15F901B52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73C4583B-0DE4-33F0-1CE8-08F360E747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Reksoft</a:t>
            </a:r>
            <a:r>
              <a:rPr lang="en-US" dirty="0"/>
              <a:t> Icons</a:t>
            </a:r>
            <a:endParaRPr lang="ru-RU" dirty="0"/>
          </a:p>
        </p:txBody>
      </p:sp>
      <p:sp>
        <p:nvSpPr>
          <p:cNvPr id="47" name="Фон содержания"/>
          <p:cNvSpPr/>
          <p:nvPr/>
        </p:nvSpPr>
        <p:spPr>
          <a:xfrm>
            <a:off x="266700" y="2333625"/>
            <a:ext cx="5334000" cy="4000500"/>
          </a:xfrm>
          <a:prstGeom prst="rect">
            <a:avLst/>
          </a:prstGeom>
          <a:solidFill>
            <a:srgbClr val="FFFFFF"/>
          </a:solidFill>
          <a:ln>
            <a:noFill/>
          </a:ln>
        </p:spPr>
      </p:sp>
      <p:sp>
        <p:nvSpPr>
          <p:cNvPr id="48" name="Очистка старых номеров"/>
          <p:cNvSpPr/>
          <p:nvPr/>
        </p:nvSpPr>
        <p:spPr>
          <a:xfrm>
            <a:off x="5524500" y="2333625"/>
            <a:ext cx="457200" cy="4000500"/>
          </a:xfrm>
          <a:prstGeom prst="rect">
            <a:avLst/>
          </a:prstGeom>
          <a:solidFill>
            <a:srgbClr val="FFFFFF"/>
          </a:solidFill>
          <a:ln>
            <a:noFill/>
          </a:ln>
        </p:spPr>
      </p:sp>
      <p:sp>
        <p:nvSpPr>
          <p:cNvPr id="49" name="Заголовок содержания"/>
          <p:cNvSpPr/>
          <p:nvPr/>
        </p:nvSpPr>
        <p:spPr>
          <a:xfrm>
            <a:off x="457200" y="2457450"/>
            <a:ext cx="4762500" cy="171450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1100" b="1">
                <a:solidFill>
                  <a:srgbClr val="000000"/>
                </a:solidFill>
                <a:latin typeface="Stapel"/>
                <a:ea typeface="Stapel"/>
                <a:cs typeface="Stapel"/>
              </a:rPr>
              <a:t>Содержание</a:t>
            </a:r>
            <a:endParaRPr lang="ru-RU"/>
          </a:p>
        </p:txBody>
      </p:sp>
      <p:sp>
        <p:nvSpPr>
          <p:cNvPr id="50" name="Линия содержания 1"/>
          <p:cNvSpPr/>
          <p:nvPr/>
        </p:nvSpPr>
        <p:spPr>
          <a:xfrm>
            <a:off x="457200" y="269557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51" name="Содержание 1"/>
          <p:cNvSpPr/>
          <p:nvPr/>
        </p:nvSpPr>
        <p:spPr>
          <a:xfrm>
            <a:off x="457200" y="272415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Транспорт и логистика</a:t>
            </a:r>
            <a:endParaRPr lang="ru-RU"/>
          </a:p>
        </p:txBody>
      </p:sp>
      <p:sp>
        <p:nvSpPr>
          <p:cNvPr id="52" name="Страница 2"/>
          <p:cNvSpPr/>
          <p:nvPr/>
        </p:nvSpPr>
        <p:spPr>
          <a:xfrm>
            <a:off x="4905375" y="272415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2</a:t>
            </a:r>
            <a:endParaRPr lang="ru-RU"/>
          </a:p>
        </p:txBody>
      </p:sp>
      <p:sp>
        <p:nvSpPr>
          <p:cNvPr id="53" name="Линия содержания 2"/>
          <p:cNvSpPr/>
          <p:nvPr/>
        </p:nvSpPr>
        <p:spPr>
          <a:xfrm>
            <a:off x="457200" y="294322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54" name="Содержание 2"/>
          <p:cNvSpPr/>
          <p:nvPr/>
        </p:nvSpPr>
        <p:spPr>
          <a:xfrm>
            <a:off x="457200" y="297180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Оптовая и розничная торговля</a:t>
            </a:r>
            <a:endParaRPr lang="ru-RU"/>
          </a:p>
        </p:txBody>
      </p:sp>
      <p:sp>
        <p:nvSpPr>
          <p:cNvPr id="55" name="Страница 3"/>
          <p:cNvSpPr/>
          <p:nvPr/>
        </p:nvSpPr>
        <p:spPr>
          <a:xfrm>
            <a:off x="4905375" y="297180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3</a:t>
            </a:r>
            <a:endParaRPr lang="ru-RU"/>
          </a:p>
        </p:txBody>
      </p:sp>
      <p:sp>
        <p:nvSpPr>
          <p:cNvPr id="56" name="Линия содержания 3"/>
          <p:cNvSpPr/>
          <p:nvPr/>
        </p:nvSpPr>
        <p:spPr>
          <a:xfrm>
            <a:off x="457200" y="319087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57" name="Содержание 3"/>
          <p:cNvSpPr/>
          <p:nvPr/>
        </p:nvSpPr>
        <p:spPr>
          <a:xfrm>
            <a:off x="457200" y="321945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Банки и финансы</a:t>
            </a:r>
            <a:endParaRPr lang="ru-RU"/>
          </a:p>
        </p:txBody>
      </p:sp>
      <p:sp>
        <p:nvSpPr>
          <p:cNvPr id="58" name="Страница 4"/>
          <p:cNvSpPr/>
          <p:nvPr/>
        </p:nvSpPr>
        <p:spPr>
          <a:xfrm>
            <a:off x="4905375" y="321945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4</a:t>
            </a:r>
            <a:endParaRPr lang="ru-RU"/>
          </a:p>
        </p:txBody>
      </p:sp>
      <p:sp>
        <p:nvSpPr>
          <p:cNvPr id="59" name="Линия содержания 4"/>
          <p:cNvSpPr/>
          <p:nvPr/>
        </p:nvSpPr>
        <p:spPr>
          <a:xfrm>
            <a:off x="457200" y="343852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60" name="Содержание 4"/>
          <p:cNvSpPr/>
          <p:nvPr/>
        </p:nvSpPr>
        <p:spPr>
          <a:xfrm>
            <a:off x="457200" y="346710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Сельское хозяйство</a:t>
            </a:r>
            <a:endParaRPr lang="ru-RU"/>
          </a:p>
        </p:txBody>
      </p:sp>
      <p:sp>
        <p:nvSpPr>
          <p:cNvPr id="61" name="Страница 5"/>
          <p:cNvSpPr/>
          <p:nvPr/>
        </p:nvSpPr>
        <p:spPr>
          <a:xfrm>
            <a:off x="4905375" y="346710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5</a:t>
            </a:r>
            <a:endParaRPr lang="ru-RU"/>
          </a:p>
        </p:txBody>
      </p:sp>
      <p:sp>
        <p:nvSpPr>
          <p:cNvPr id="62" name="Линия содержания 5"/>
          <p:cNvSpPr/>
          <p:nvPr/>
        </p:nvSpPr>
        <p:spPr>
          <a:xfrm>
            <a:off x="457200" y="368617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63" name="Содержание 5"/>
          <p:cNvSpPr/>
          <p:nvPr/>
        </p:nvSpPr>
        <p:spPr>
          <a:xfrm>
            <a:off x="457200" y="371475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Медицина</a:t>
            </a:r>
            <a:endParaRPr lang="ru-RU"/>
          </a:p>
        </p:txBody>
      </p:sp>
      <p:sp>
        <p:nvSpPr>
          <p:cNvPr id="64" name="Страница 6"/>
          <p:cNvSpPr/>
          <p:nvPr/>
        </p:nvSpPr>
        <p:spPr>
          <a:xfrm>
            <a:off x="4905375" y="371475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6</a:t>
            </a:r>
            <a:endParaRPr lang="ru-RU"/>
          </a:p>
        </p:txBody>
      </p:sp>
      <p:sp>
        <p:nvSpPr>
          <p:cNvPr id="65" name="Линия содержания 6"/>
          <p:cNvSpPr/>
          <p:nvPr/>
        </p:nvSpPr>
        <p:spPr>
          <a:xfrm>
            <a:off x="457200" y="393382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66" name="Содержание 6"/>
          <p:cNvSpPr/>
          <p:nvPr/>
        </p:nvSpPr>
        <p:spPr>
          <a:xfrm>
            <a:off x="457200" y="396240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Энергетика</a:t>
            </a:r>
            <a:endParaRPr lang="ru-RU"/>
          </a:p>
        </p:txBody>
      </p:sp>
      <p:sp>
        <p:nvSpPr>
          <p:cNvPr id="67" name="Страница 7"/>
          <p:cNvSpPr/>
          <p:nvPr/>
        </p:nvSpPr>
        <p:spPr>
          <a:xfrm>
            <a:off x="4905375" y="396240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7</a:t>
            </a:r>
            <a:endParaRPr lang="ru-RU"/>
          </a:p>
        </p:txBody>
      </p:sp>
      <p:sp>
        <p:nvSpPr>
          <p:cNvPr id="68" name="Линия содержания 7"/>
          <p:cNvSpPr/>
          <p:nvPr/>
        </p:nvSpPr>
        <p:spPr>
          <a:xfrm>
            <a:off x="457200" y="418147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69" name="Содержание 7"/>
          <p:cNvSpPr/>
          <p:nvPr/>
        </p:nvSpPr>
        <p:spPr>
          <a:xfrm>
            <a:off x="457200" y="421005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Природа, погода и экология</a:t>
            </a:r>
            <a:endParaRPr lang="ru-RU"/>
          </a:p>
        </p:txBody>
      </p:sp>
      <p:sp>
        <p:nvSpPr>
          <p:cNvPr id="70" name="Страница 8"/>
          <p:cNvSpPr/>
          <p:nvPr/>
        </p:nvSpPr>
        <p:spPr>
          <a:xfrm>
            <a:off x="4905375" y="421005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8</a:t>
            </a:r>
            <a:endParaRPr lang="ru-RU"/>
          </a:p>
        </p:txBody>
      </p:sp>
      <p:sp>
        <p:nvSpPr>
          <p:cNvPr id="71" name="Линия содержания 8"/>
          <p:cNvSpPr/>
          <p:nvPr/>
        </p:nvSpPr>
        <p:spPr>
          <a:xfrm>
            <a:off x="457200" y="442912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72" name="Содержание 8"/>
          <p:cNvSpPr/>
          <p:nvPr/>
        </p:nvSpPr>
        <p:spPr>
          <a:xfrm>
            <a:off x="457200" y="445770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Компьютеры, электроника и цифровые сервисы</a:t>
            </a:r>
            <a:endParaRPr lang="ru-RU"/>
          </a:p>
        </p:txBody>
      </p:sp>
      <p:sp>
        <p:nvSpPr>
          <p:cNvPr id="73" name="Страница 9"/>
          <p:cNvSpPr/>
          <p:nvPr/>
        </p:nvSpPr>
        <p:spPr>
          <a:xfrm>
            <a:off x="4905375" y="445770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9</a:t>
            </a:r>
            <a:endParaRPr lang="ru-RU"/>
          </a:p>
        </p:txBody>
      </p:sp>
      <p:sp>
        <p:nvSpPr>
          <p:cNvPr id="74" name="Линия содержания 9"/>
          <p:cNvSpPr/>
          <p:nvPr/>
        </p:nvSpPr>
        <p:spPr>
          <a:xfrm>
            <a:off x="457200" y="467677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75" name="Содержание 9"/>
          <p:cNvSpPr/>
          <p:nvPr/>
        </p:nvSpPr>
        <p:spPr>
          <a:xfrm>
            <a:off x="457200" y="470535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Документы, графики и схемы</a:t>
            </a:r>
            <a:endParaRPr lang="ru-RU"/>
          </a:p>
        </p:txBody>
      </p:sp>
      <p:sp>
        <p:nvSpPr>
          <p:cNvPr id="76" name="Страница 10"/>
          <p:cNvSpPr/>
          <p:nvPr/>
        </p:nvSpPr>
        <p:spPr>
          <a:xfrm>
            <a:off x="4905375" y="470535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10</a:t>
            </a:r>
            <a:endParaRPr lang="ru-RU"/>
          </a:p>
        </p:txBody>
      </p:sp>
      <p:sp>
        <p:nvSpPr>
          <p:cNvPr id="77" name="Линия содержания 10"/>
          <p:cNvSpPr/>
          <p:nvPr/>
        </p:nvSpPr>
        <p:spPr>
          <a:xfrm>
            <a:off x="457200" y="492442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78" name="Содержание 10"/>
          <p:cNvSpPr/>
          <p:nvPr/>
        </p:nvSpPr>
        <p:spPr>
          <a:xfrm>
            <a:off x="457200" y="495300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Люди</a:t>
            </a:r>
            <a:endParaRPr lang="ru-RU"/>
          </a:p>
        </p:txBody>
      </p:sp>
      <p:sp>
        <p:nvSpPr>
          <p:cNvPr id="79" name="Страница 11"/>
          <p:cNvSpPr/>
          <p:nvPr/>
        </p:nvSpPr>
        <p:spPr>
          <a:xfrm>
            <a:off x="4905375" y="495300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11</a:t>
            </a:r>
            <a:endParaRPr lang="ru-RU"/>
          </a:p>
        </p:txBody>
      </p:sp>
      <p:sp>
        <p:nvSpPr>
          <p:cNvPr id="80" name="Линия содержания 11"/>
          <p:cNvSpPr/>
          <p:nvPr/>
        </p:nvSpPr>
        <p:spPr>
          <a:xfrm>
            <a:off x="457200" y="517207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81" name="Содержание 11"/>
          <p:cNvSpPr/>
          <p:nvPr/>
        </p:nvSpPr>
        <p:spPr>
          <a:xfrm>
            <a:off x="457200" y="520065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Навигация</a:t>
            </a:r>
            <a:endParaRPr lang="ru-RU"/>
          </a:p>
        </p:txBody>
      </p:sp>
      <p:sp>
        <p:nvSpPr>
          <p:cNvPr id="82" name="Страница 12"/>
          <p:cNvSpPr/>
          <p:nvPr/>
        </p:nvSpPr>
        <p:spPr>
          <a:xfrm>
            <a:off x="4905375" y="520065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12</a:t>
            </a:r>
            <a:endParaRPr lang="ru-RU"/>
          </a:p>
        </p:txBody>
      </p:sp>
      <p:sp>
        <p:nvSpPr>
          <p:cNvPr id="83" name="Линия содержания 12"/>
          <p:cNvSpPr/>
          <p:nvPr/>
        </p:nvSpPr>
        <p:spPr>
          <a:xfrm>
            <a:off x="457200" y="541972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84" name="Содержание 12"/>
          <p:cNvSpPr/>
          <p:nvPr/>
        </p:nvSpPr>
        <p:spPr>
          <a:xfrm>
            <a:off x="457200" y="544830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Консалтинг</a:t>
            </a:r>
            <a:endParaRPr lang="ru-RU"/>
          </a:p>
        </p:txBody>
      </p:sp>
      <p:sp>
        <p:nvSpPr>
          <p:cNvPr id="85" name="Страница 13"/>
          <p:cNvSpPr/>
          <p:nvPr/>
        </p:nvSpPr>
        <p:spPr>
          <a:xfrm>
            <a:off x="4905375" y="544830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13</a:t>
            </a:r>
            <a:endParaRPr lang="ru-RU"/>
          </a:p>
        </p:txBody>
      </p:sp>
      <p:sp>
        <p:nvSpPr>
          <p:cNvPr id="86" name="Линия содержания 13"/>
          <p:cNvSpPr/>
          <p:nvPr/>
        </p:nvSpPr>
        <p:spPr>
          <a:xfrm>
            <a:off x="457200" y="566737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87" name="Содержание 13"/>
          <p:cNvSpPr/>
          <p:nvPr/>
        </p:nvSpPr>
        <p:spPr>
          <a:xfrm>
            <a:off x="457200" y="569595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Строения</a:t>
            </a:r>
            <a:endParaRPr lang="ru-RU"/>
          </a:p>
        </p:txBody>
      </p:sp>
      <p:sp>
        <p:nvSpPr>
          <p:cNvPr id="88" name="Страница 14"/>
          <p:cNvSpPr/>
          <p:nvPr/>
        </p:nvSpPr>
        <p:spPr>
          <a:xfrm>
            <a:off x="4905375" y="569595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14</a:t>
            </a:r>
            <a:endParaRPr lang="ru-RU"/>
          </a:p>
        </p:txBody>
      </p:sp>
      <p:sp>
        <p:nvSpPr>
          <p:cNvPr id="89" name="Линия содержания 14"/>
          <p:cNvSpPr/>
          <p:nvPr/>
        </p:nvSpPr>
        <p:spPr>
          <a:xfrm>
            <a:off x="457200" y="591502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90" name="Содержание 14"/>
          <p:cNvSpPr/>
          <p:nvPr/>
        </p:nvSpPr>
        <p:spPr>
          <a:xfrm>
            <a:off x="457200" y="594360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Офис</a:t>
            </a:r>
            <a:endParaRPr lang="ru-RU"/>
          </a:p>
        </p:txBody>
      </p:sp>
      <p:sp>
        <p:nvSpPr>
          <p:cNvPr id="91" name="Страница 15"/>
          <p:cNvSpPr/>
          <p:nvPr/>
        </p:nvSpPr>
        <p:spPr>
          <a:xfrm>
            <a:off x="4905375" y="594360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15</a:t>
            </a:r>
            <a:endParaRPr lang="ru-RU"/>
          </a:p>
        </p:txBody>
      </p:sp>
      <p:sp>
        <p:nvSpPr>
          <p:cNvPr id="1001" name="Линия содержания 15"/>
          <p:cNvSpPr/>
          <p:nvPr/>
        </p:nvSpPr>
        <p:spPr>
          <a:xfrm>
            <a:off x="457200" y="6162675"/>
            <a:ext cx="4810125" cy="6668"/>
          </a:xfrm>
          <a:prstGeom prst="rect">
            <a:avLst/>
          </a:prstGeom>
          <a:solidFill>
            <a:srgbClr val="222222"/>
          </a:solidFill>
          <a:ln>
            <a:noFill/>
          </a:ln>
        </p:spPr>
      </p:sp>
      <p:sp>
        <p:nvSpPr>
          <p:cNvPr id="1002" name="Содержание 15"/>
          <p:cNvSpPr/>
          <p:nvPr/>
        </p:nvSpPr>
        <p:spPr>
          <a:xfrm>
            <a:off x="457200" y="6191250"/>
            <a:ext cx="42862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l"/>
            <a:r>
              <a:rPr lang="ru-RU" sz="850">
                <a:solidFill>
                  <a:srgbClr val="202020"/>
                </a:solidFill>
                <a:latin typeface="Stapel"/>
                <a:ea typeface="Stapel"/>
                <a:cs typeface="Stapel"/>
              </a:rPr>
              <a:t>Горная добыча и строительство</a:t>
            </a:r>
            <a:endParaRPr lang="ru-RU"/>
          </a:p>
        </p:txBody>
      </p:sp>
      <p:sp>
        <p:nvSpPr>
          <p:cNvPr id="1003" name="Страница 16"/>
          <p:cNvSpPr/>
          <p:nvPr/>
        </p:nvSpPr>
        <p:spPr>
          <a:xfrm>
            <a:off x="4905375" y="6191250"/>
            <a:ext cx="361950" cy="161925"/>
          </a:xfrm>
          <a:prstGeom prst="rect">
            <a:avLst/>
          </a:prstGeom>
          <a:noFill/>
          <a:ln>
            <a:noFill/>
          </a:ln>
        </p:spPr>
        <p:txBody>
          <a:bodyPr wrap="none"/>
          <a:lstStyle/>
          <a:p>
            <a:pPr algn="r"/>
            <a:r>
              <a:rPr lang="ru-RU" sz="850">
                <a:solidFill>
                  <a:srgbClr val="CF0522"/>
                </a:solidFill>
                <a:latin typeface="Stapel"/>
                <a:ea typeface="Stapel"/>
                <a:cs typeface="Stapel"/>
              </a:rPr>
              <a:t>16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8409665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FF0EC8BC-63D0-C74D-B39A-E2F365527BCB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2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5FF237-AA00-8345-85ED-1A360F4570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Транспорт и логистика</a:t>
            </a:r>
          </a:p>
        </p:txBody>
      </p:sp>
      <p:sp>
        <p:nvSpPr>
          <p:cNvPr id="194" name="Красный — SVG 1">
            <a:extLst>
              <a:ext uri="{FF2B5EF4-FFF2-40B4-BE49-F238E27FC236}">
                <a16:creationId xmlns:a16="http://schemas.microsoft.com/office/drawing/2014/main" id="{4782AE15-70DB-8C44-B1D9-CE5ADC0667CE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84984 w 170134"/>
              <a:gd name="csY0" fmla="*/ 1 h 92218"/>
              <a:gd name="csX1" fmla="*/ 81251 w 170134"/>
              <a:gd name="csY1" fmla="*/ 1617 h 92218"/>
              <a:gd name="csX2" fmla="*/ 79750 w 170134"/>
              <a:gd name="csY2" fmla="*/ 5394 h 92218"/>
              <a:gd name="csX3" fmla="*/ 79750 w 170134"/>
              <a:gd name="csY3" fmla="*/ 28920 h 92218"/>
              <a:gd name="csX4" fmla="*/ 54940 w 170134"/>
              <a:gd name="csY4" fmla="*/ 58554 h 92218"/>
              <a:gd name="csX5" fmla="*/ 85067 w 170134"/>
              <a:gd name="csY5" fmla="*/ 88680 h 92218"/>
              <a:gd name="csX6" fmla="*/ 115194 w 170134"/>
              <a:gd name="csY6" fmla="*/ 58554 h 92218"/>
              <a:gd name="csX7" fmla="*/ 90384 w 170134"/>
              <a:gd name="csY7" fmla="*/ 28920 h 92218"/>
              <a:gd name="csX8" fmla="*/ 90384 w 170134"/>
              <a:gd name="csY8" fmla="*/ 5394 h 92218"/>
              <a:gd name="csX9" fmla="*/ 89994 w 170134"/>
              <a:gd name="csY9" fmla="*/ 3319 h 92218"/>
              <a:gd name="csX10" fmla="*/ 88825 w 170134"/>
              <a:gd name="csY10" fmla="*/ 1549 h 92218"/>
              <a:gd name="csX11" fmla="*/ 87061 w 170134"/>
              <a:gd name="csY11" fmla="*/ 393 h 92218"/>
              <a:gd name="csX12" fmla="*/ 84984 w 170134"/>
              <a:gd name="csY12" fmla="*/ 1 h 92218"/>
              <a:gd name="csX13" fmla="*/ 10633 w 170134"/>
              <a:gd name="csY13" fmla="*/ 42614 h 92218"/>
              <a:gd name="csX14" fmla="*/ 0 w 170134"/>
              <a:gd name="csY14" fmla="*/ 53246 h 92218"/>
              <a:gd name="csX15" fmla="*/ 9284 w 170134"/>
              <a:gd name="csY15" fmla="*/ 64627 h 92218"/>
              <a:gd name="csX16" fmla="*/ 21018 w 170134"/>
              <a:gd name="csY16" fmla="*/ 66719 h 92218"/>
              <a:gd name="csX17" fmla="*/ 17723 w 170134"/>
              <a:gd name="csY17" fmla="*/ 76279 h 92218"/>
              <a:gd name="csX18" fmla="*/ 33673 w 170134"/>
              <a:gd name="csY18" fmla="*/ 92219 h 92218"/>
              <a:gd name="csX19" fmla="*/ 49623 w 170134"/>
              <a:gd name="csY19" fmla="*/ 76279 h 92218"/>
              <a:gd name="csX20" fmla="*/ 49623 w 170134"/>
              <a:gd name="csY20" fmla="*/ 58554 h 92218"/>
              <a:gd name="csX21" fmla="*/ 53458 w 170134"/>
              <a:gd name="csY21" fmla="*/ 42614 h 92218"/>
              <a:gd name="csX22" fmla="*/ 10633 w 170134"/>
              <a:gd name="csY22" fmla="*/ 42614 h 92218"/>
              <a:gd name="csX23" fmla="*/ 116676 w 170134"/>
              <a:gd name="csY23" fmla="*/ 42614 h 92218"/>
              <a:gd name="csX24" fmla="*/ 120511 w 170134"/>
              <a:gd name="csY24" fmla="*/ 58554 h 92218"/>
              <a:gd name="csX25" fmla="*/ 120511 w 170134"/>
              <a:gd name="csY25" fmla="*/ 76279 h 92218"/>
              <a:gd name="csX26" fmla="*/ 136461 w 170134"/>
              <a:gd name="csY26" fmla="*/ 92219 h 92218"/>
              <a:gd name="csX27" fmla="*/ 152411 w 170134"/>
              <a:gd name="csY27" fmla="*/ 76279 h 92218"/>
              <a:gd name="csX28" fmla="*/ 149116 w 170134"/>
              <a:gd name="csY28" fmla="*/ 66719 h 92218"/>
              <a:gd name="csX29" fmla="*/ 160850 w 170134"/>
              <a:gd name="csY29" fmla="*/ 64627 h 92218"/>
              <a:gd name="csX30" fmla="*/ 170134 w 170134"/>
              <a:gd name="csY30" fmla="*/ 53246 h 92218"/>
              <a:gd name="csX31" fmla="*/ 159501 w 170134"/>
              <a:gd name="csY31" fmla="*/ 42614 h 92218"/>
              <a:gd name="csX32" fmla="*/ 116676 w 170134"/>
              <a:gd name="csY32" fmla="*/ 42614 h 92218"/>
              <a:gd name="csX33" fmla="*/ 79750 w 170134"/>
              <a:gd name="csY33" fmla="*/ 46153 h 92218"/>
              <a:gd name="csX34" fmla="*/ 90384 w 170134"/>
              <a:gd name="csY34" fmla="*/ 46153 h 92218"/>
              <a:gd name="csX35" fmla="*/ 95700 w 170134"/>
              <a:gd name="csY35" fmla="*/ 51460 h 92218"/>
              <a:gd name="csX36" fmla="*/ 90384 w 170134"/>
              <a:gd name="csY36" fmla="*/ 56785 h 92218"/>
              <a:gd name="csX37" fmla="*/ 79750 w 170134"/>
              <a:gd name="csY37" fmla="*/ 56785 h 92218"/>
              <a:gd name="csX38" fmla="*/ 74434 w 170134"/>
              <a:gd name="csY38" fmla="*/ 51460 h 92218"/>
              <a:gd name="csX39" fmla="*/ 79750 w 170134"/>
              <a:gd name="csY39" fmla="*/ 46153 h 92218"/>
              <a:gd name="csX40" fmla="*/ 33673 w 170134"/>
              <a:gd name="csY40" fmla="*/ 70955 h 92218"/>
              <a:gd name="csX41" fmla="*/ 38990 w 170134"/>
              <a:gd name="csY41" fmla="*/ 76279 h 92218"/>
              <a:gd name="csX42" fmla="*/ 33673 w 170134"/>
              <a:gd name="csY42" fmla="*/ 81587 h 92218"/>
              <a:gd name="csX43" fmla="*/ 28356 w 170134"/>
              <a:gd name="csY43" fmla="*/ 76279 h 92218"/>
              <a:gd name="csX44" fmla="*/ 33673 w 170134"/>
              <a:gd name="csY44" fmla="*/ 70955 h 92218"/>
              <a:gd name="csX45" fmla="*/ 136461 w 170134"/>
              <a:gd name="csY45" fmla="*/ 70955 h 92218"/>
              <a:gd name="csX46" fmla="*/ 141778 w 170134"/>
              <a:gd name="csY46" fmla="*/ 76279 h 92218"/>
              <a:gd name="csX47" fmla="*/ 136461 w 170134"/>
              <a:gd name="csY47" fmla="*/ 81587 h 92218"/>
              <a:gd name="csX48" fmla="*/ 131144 w 170134"/>
              <a:gd name="csY48" fmla="*/ 76279 h 92218"/>
              <a:gd name="csX49" fmla="*/ 136461 w 170134"/>
              <a:gd name="csY49" fmla="*/ 70955 h 92218"/>
            </a:gdLst>
            <a:ahLst/>
            <a:cxnLst/>
            <a:rect l="l" t="t" r="r" b="b"/>
            <a:pathLst>
              <a:path w="100000" h="100000">
                <a:moveTo>
                  <a:pt x="49951" y="22899"/>
                </a:moveTo>
                <a:cubicBezTo>
                  <a:pt x="49123" y="22909"/>
                  <a:pt x="48334" y="23249"/>
                  <a:pt x="47757" y="23849"/>
                </a:cubicBezTo>
                <a:cubicBezTo>
                  <a:pt x="47180" y="24439"/>
                  <a:pt x="46863" y="25239"/>
                  <a:pt x="46875" y="26069"/>
                </a:cubicBezTo>
                <a:lnTo>
                  <a:pt x="46875" y="39897"/>
                </a:lnTo>
                <a:cubicBezTo>
                  <a:pt x="38598" y="41387"/>
                  <a:pt x="32292" y="48616"/>
                  <a:pt x="32292" y="57315"/>
                </a:cubicBezTo>
                <a:cubicBezTo>
                  <a:pt x="32292" y="67074"/>
                  <a:pt x="40235" y="75022"/>
                  <a:pt x="50000" y="75022"/>
                </a:cubicBezTo>
                <a:cubicBezTo>
                  <a:pt x="59765" y="75022"/>
                  <a:pt x="67708" y="67074"/>
                  <a:pt x="67708" y="57315"/>
                </a:cubicBezTo>
                <a:cubicBezTo>
                  <a:pt x="67708" y="48616"/>
                  <a:pt x="61402" y="41387"/>
                  <a:pt x="53125" y="39897"/>
                </a:cubicBezTo>
                <a:lnTo>
                  <a:pt x="53125" y="26069"/>
                </a:lnTo>
                <a:cubicBezTo>
                  <a:pt x="53131" y="25649"/>
                  <a:pt x="53053" y="25239"/>
                  <a:pt x="52896" y="24849"/>
                </a:cubicBezTo>
                <a:cubicBezTo>
                  <a:pt x="52738" y="24459"/>
                  <a:pt x="52504" y="24109"/>
                  <a:pt x="52209" y="23809"/>
                </a:cubicBezTo>
                <a:cubicBezTo>
                  <a:pt x="51913" y="23519"/>
                  <a:pt x="51560" y="23289"/>
                  <a:pt x="51172" y="23129"/>
                </a:cubicBezTo>
                <a:cubicBezTo>
                  <a:pt x="50785" y="22969"/>
                  <a:pt x="50369" y="22889"/>
                  <a:pt x="49951" y="22899"/>
                </a:cubicBezTo>
                <a:close/>
                <a:moveTo>
                  <a:pt x="6250" y="47946"/>
                </a:moveTo>
                <a:cubicBezTo>
                  <a:pt x="2804" y="47946"/>
                  <a:pt x="0" y="50745"/>
                  <a:pt x="0" y="54195"/>
                </a:cubicBezTo>
                <a:cubicBezTo>
                  <a:pt x="0" y="57245"/>
                  <a:pt x="2294" y="60054"/>
                  <a:pt x="5457" y="60884"/>
                </a:cubicBezTo>
                <a:cubicBezTo>
                  <a:pt x="5908" y="61004"/>
                  <a:pt x="8810" y="61504"/>
                  <a:pt x="12354" y="62114"/>
                </a:cubicBezTo>
                <a:cubicBezTo>
                  <a:pt x="11157" y="63684"/>
                  <a:pt x="10417" y="65624"/>
                  <a:pt x="10417" y="67733"/>
                </a:cubicBezTo>
                <a:cubicBezTo>
                  <a:pt x="10417" y="72873"/>
                  <a:pt x="14651" y="77102"/>
                  <a:pt x="19792" y="77102"/>
                </a:cubicBezTo>
                <a:cubicBezTo>
                  <a:pt x="24932" y="77102"/>
                  <a:pt x="29167" y="72873"/>
                  <a:pt x="29167" y="67733"/>
                </a:cubicBezTo>
                <a:lnTo>
                  <a:pt x="29167" y="57315"/>
                </a:lnTo>
                <a:cubicBezTo>
                  <a:pt x="29167" y="53945"/>
                  <a:pt x="29992" y="50765"/>
                  <a:pt x="31421" y="47946"/>
                </a:cubicBezTo>
                <a:lnTo>
                  <a:pt x="6250" y="47946"/>
                </a:lnTo>
                <a:close/>
                <a:moveTo>
                  <a:pt x="68579" y="47946"/>
                </a:moveTo>
                <a:cubicBezTo>
                  <a:pt x="70008" y="50765"/>
                  <a:pt x="70833" y="53945"/>
                  <a:pt x="70833" y="57315"/>
                </a:cubicBezTo>
                <a:lnTo>
                  <a:pt x="70833" y="67733"/>
                </a:lnTo>
                <a:cubicBezTo>
                  <a:pt x="70833" y="72873"/>
                  <a:pt x="75068" y="77102"/>
                  <a:pt x="80208" y="77102"/>
                </a:cubicBezTo>
                <a:cubicBezTo>
                  <a:pt x="85349" y="77102"/>
                  <a:pt x="89583" y="72873"/>
                  <a:pt x="89583" y="67733"/>
                </a:cubicBezTo>
                <a:cubicBezTo>
                  <a:pt x="89583" y="65624"/>
                  <a:pt x="88843" y="63684"/>
                  <a:pt x="87646" y="62114"/>
                </a:cubicBezTo>
                <a:cubicBezTo>
                  <a:pt x="91190" y="61504"/>
                  <a:pt x="94092" y="61004"/>
                  <a:pt x="94543" y="60884"/>
                </a:cubicBezTo>
                <a:cubicBezTo>
                  <a:pt x="97706" y="60054"/>
                  <a:pt x="100000" y="57245"/>
                  <a:pt x="100000" y="54195"/>
                </a:cubicBezTo>
                <a:cubicBezTo>
                  <a:pt x="100000" y="50745"/>
                  <a:pt x="97196" y="47946"/>
                  <a:pt x="93750" y="47946"/>
                </a:cubicBezTo>
                <a:lnTo>
                  <a:pt x="68579" y="47946"/>
                </a:lnTo>
                <a:close/>
                <a:moveTo>
                  <a:pt x="46875" y="50026"/>
                </a:moveTo>
                <a:lnTo>
                  <a:pt x="53125" y="50026"/>
                </a:lnTo>
                <a:cubicBezTo>
                  <a:pt x="54852" y="50026"/>
                  <a:pt x="56250" y="51425"/>
                  <a:pt x="56250" y="53145"/>
                </a:cubicBezTo>
                <a:cubicBezTo>
                  <a:pt x="56250" y="54875"/>
                  <a:pt x="54852" y="56275"/>
                  <a:pt x="53125" y="56275"/>
                </a:cubicBezTo>
                <a:lnTo>
                  <a:pt x="46875" y="56275"/>
                </a:lnTo>
                <a:cubicBezTo>
                  <a:pt x="45148" y="56275"/>
                  <a:pt x="43750" y="54875"/>
                  <a:pt x="43750" y="53145"/>
                </a:cubicBezTo>
                <a:cubicBezTo>
                  <a:pt x="43750" y="51425"/>
                  <a:pt x="45148" y="50026"/>
                  <a:pt x="46875" y="50026"/>
                </a:cubicBezTo>
                <a:close/>
                <a:moveTo>
                  <a:pt x="19792" y="64604"/>
                </a:moveTo>
                <a:cubicBezTo>
                  <a:pt x="21555" y="64604"/>
                  <a:pt x="22917" y="65963"/>
                  <a:pt x="22917" y="67733"/>
                </a:cubicBezTo>
                <a:cubicBezTo>
                  <a:pt x="22917" y="69493"/>
                  <a:pt x="21555" y="70853"/>
                  <a:pt x="19792" y="70853"/>
                </a:cubicBezTo>
                <a:cubicBezTo>
                  <a:pt x="18028" y="70853"/>
                  <a:pt x="16667" y="69493"/>
                  <a:pt x="16667" y="67733"/>
                </a:cubicBezTo>
                <a:cubicBezTo>
                  <a:pt x="16667" y="65963"/>
                  <a:pt x="18028" y="64604"/>
                  <a:pt x="19792" y="64604"/>
                </a:cubicBezTo>
                <a:close/>
                <a:moveTo>
                  <a:pt x="80208" y="64604"/>
                </a:moveTo>
                <a:cubicBezTo>
                  <a:pt x="81972" y="64604"/>
                  <a:pt x="83333" y="65963"/>
                  <a:pt x="83333" y="67733"/>
                </a:cubicBezTo>
                <a:cubicBezTo>
                  <a:pt x="83333" y="69493"/>
                  <a:pt x="81972" y="70853"/>
                  <a:pt x="80208" y="70853"/>
                </a:cubicBezTo>
                <a:cubicBezTo>
                  <a:pt x="78445" y="70853"/>
                  <a:pt x="77083" y="69493"/>
                  <a:pt x="77083" y="67733"/>
                </a:cubicBezTo>
                <a:cubicBezTo>
                  <a:pt x="77083" y="65963"/>
                  <a:pt x="78445" y="64604"/>
                  <a:pt x="80208" y="646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5" name="Красный — SVG 2">
            <a:extLst>
              <a:ext uri="{FF2B5EF4-FFF2-40B4-BE49-F238E27FC236}">
                <a16:creationId xmlns:a16="http://schemas.microsoft.com/office/drawing/2014/main" id="{788C2AB7-5D3E-DE41-9C91-7CE6548EA93D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65570 w 141772"/>
              <a:gd name="csY0" fmla="*/ 17726 h 163017"/>
              <a:gd name="csX1" fmla="*/ 60261 w 141772"/>
              <a:gd name="csY1" fmla="*/ 12401 h 163017"/>
              <a:gd name="csX2" fmla="*/ 60261 w 141772"/>
              <a:gd name="csY2" fmla="*/ 5307 h 163017"/>
              <a:gd name="csX3" fmla="*/ 65570 w 141772"/>
              <a:gd name="csY3" fmla="*/ 0 h 163017"/>
              <a:gd name="csX4" fmla="*/ 70895 w 141772"/>
              <a:gd name="csY4" fmla="*/ 5307 h 163017"/>
              <a:gd name="csX5" fmla="*/ 70895 w 141772"/>
              <a:gd name="csY5" fmla="*/ 12401 h 163017"/>
              <a:gd name="csX6" fmla="*/ 65570 w 141772"/>
              <a:gd name="csY6" fmla="*/ 17726 h 163017"/>
              <a:gd name="csX7" fmla="*/ 97470 w 141772"/>
              <a:gd name="csY7" fmla="*/ 35434 h 163017"/>
              <a:gd name="csX8" fmla="*/ 90375 w 141772"/>
              <a:gd name="csY8" fmla="*/ 35434 h 163017"/>
              <a:gd name="csX9" fmla="*/ 85067 w 141772"/>
              <a:gd name="csY9" fmla="*/ 30127 h 163017"/>
              <a:gd name="csX10" fmla="*/ 90375 w 141772"/>
              <a:gd name="csY10" fmla="*/ 24802 h 163017"/>
              <a:gd name="csX11" fmla="*/ 97470 w 141772"/>
              <a:gd name="csY11" fmla="*/ 24802 h 163017"/>
              <a:gd name="csX12" fmla="*/ 102795 w 141772"/>
              <a:gd name="csY12" fmla="*/ 30127 h 163017"/>
              <a:gd name="csX13" fmla="*/ 97470 w 141772"/>
              <a:gd name="csY13" fmla="*/ 35434 h 163017"/>
              <a:gd name="csX14" fmla="*/ 83298 w 141772"/>
              <a:gd name="csY14" fmla="*/ 21264 h 163017"/>
              <a:gd name="csX15" fmla="*/ 79538 w 141772"/>
              <a:gd name="csY15" fmla="*/ 19716 h 163017"/>
              <a:gd name="csX16" fmla="*/ 79538 w 141772"/>
              <a:gd name="csY16" fmla="*/ 12197 h 163017"/>
              <a:gd name="csX17" fmla="*/ 83077 w 141772"/>
              <a:gd name="csY17" fmla="*/ 8642 h 163017"/>
              <a:gd name="csX18" fmla="*/ 90596 w 141772"/>
              <a:gd name="csY18" fmla="*/ 8642 h 163017"/>
              <a:gd name="csX19" fmla="*/ 90596 w 141772"/>
              <a:gd name="csY19" fmla="*/ 16161 h 163017"/>
              <a:gd name="csX20" fmla="*/ 87057 w 141772"/>
              <a:gd name="csY20" fmla="*/ 19716 h 163017"/>
              <a:gd name="csX21" fmla="*/ 83298 w 141772"/>
              <a:gd name="csY21" fmla="*/ 21264 h 163017"/>
              <a:gd name="csX22" fmla="*/ 47842 w 141772"/>
              <a:gd name="csY22" fmla="*/ 21264 h 163017"/>
              <a:gd name="csX23" fmla="*/ 44082 w 141772"/>
              <a:gd name="csY23" fmla="*/ 19716 h 163017"/>
              <a:gd name="csX24" fmla="*/ 40543 w 141772"/>
              <a:gd name="csY24" fmla="*/ 16161 h 163017"/>
              <a:gd name="csX25" fmla="*/ 40543 w 141772"/>
              <a:gd name="csY25" fmla="*/ 8642 h 163017"/>
              <a:gd name="csX26" fmla="*/ 48063 w 141772"/>
              <a:gd name="csY26" fmla="*/ 8642 h 163017"/>
              <a:gd name="csX27" fmla="*/ 51602 w 141772"/>
              <a:gd name="csY27" fmla="*/ 12197 h 163017"/>
              <a:gd name="csX28" fmla="*/ 51602 w 141772"/>
              <a:gd name="csY28" fmla="*/ 19716 h 163017"/>
              <a:gd name="csX29" fmla="*/ 47842 w 141772"/>
              <a:gd name="csY29" fmla="*/ 21264 h 163017"/>
              <a:gd name="csX30" fmla="*/ 40764 w 141772"/>
              <a:gd name="csY30" fmla="*/ 35434 h 163017"/>
              <a:gd name="csX31" fmla="*/ 33670 w 141772"/>
              <a:gd name="csY31" fmla="*/ 35434 h 163017"/>
              <a:gd name="csX32" fmla="*/ 28361 w 141772"/>
              <a:gd name="csY32" fmla="*/ 30127 h 163017"/>
              <a:gd name="csX33" fmla="*/ 33670 w 141772"/>
              <a:gd name="csY33" fmla="*/ 24802 h 163017"/>
              <a:gd name="csX34" fmla="*/ 40764 w 141772"/>
              <a:gd name="csY34" fmla="*/ 24802 h 163017"/>
              <a:gd name="csX35" fmla="*/ 46072 w 141772"/>
              <a:gd name="csY35" fmla="*/ 30127 h 163017"/>
              <a:gd name="csX36" fmla="*/ 40764 w 141772"/>
              <a:gd name="csY36" fmla="*/ 35434 h 163017"/>
              <a:gd name="csX37" fmla="*/ 81528 w 141772"/>
              <a:gd name="csY37" fmla="*/ 40759 h 163017"/>
              <a:gd name="csX38" fmla="*/ 65570 w 141772"/>
              <a:gd name="csY38" fmla="*/ 24802 h 163017"/>
              <a:gd name="csX39" fmla="*/ 49628 w 141772"/>
              <a:gd name="csY39" fmla="*/ 40759 h 163017"/>
              <a:gd name="csX40" fmla="*/ 49628 w 141772"/>
              <a:gd name="csY40" fmla="*/ 46066 h 163017"/>
              <a:gd name="csX41" fmla="*/ 81528 w 141772"/>
              <a:gd name="csY41" fmla="*/ 46066 h 163017"/>
              <a:gd name="csX42" fmla="*/ 81528 w 141772"/>
              <a:gd name="csY42" fmla="*/ 40759 h 163017"/>
              <a:gd name="csX43" fmla="*/ 137264 w 141772"/>
              <a:gd name="csY43" fmla="*/ 90499 h 163017"/>
              <a:gd name="csX44" fmla="*/ 136924 w 141772"/>
              <a:gd name="csY44" fmla="*/ 90040 h 163017"/>
              <a:gd name="csX45" fmla="*/ 113020 w 141772"/>
              <a:gd name="csY45" fmla="*/ 61529 h 163017"/>
              <a:gd name="csX46" fmla="*/ 97010 w 141772"/>
              <a:gd name="csY46" fmla="*/ 53160 h 163017"/>
              <a:gd name="csX47" fmla="*/ 19497 w 141772"/>
              <a:gd name="csY47" fmla="*/ 53160 h 163017"/>
              <a:gd name="csX48" fmla="*/ 0 w 141772"/>
              <a:gd name="csY48" fmla="*/ 72654 h 163017"/>
              <a:gd name="csX49" fmla="*/ 0 w 141772"/>
              <a:gd name="csY49" fmla="*/ 125814 h 163017"/>
              <a:gd name="csX50" fmla="*/ 18034 w 141772"/>
              <a:gd name="csY50" fmla="*/ 145224 h 163017"/>
              <a:gd name="csX51" fmla="*/ 38995 w 141772"/>
              <a:gd name="csY51" fmla="*/ 163017 h 163017"/>
              <a:gd name="csX52" fmla="*/ 59938 w 141772"/>
              <a:gd name="csY52" fmla="*/ 145309 h 163017"/>
              <a:gd name="csX53" fmla="*/ 81852 w 141772"/>
              <a:gd name="csY53" fmla="*/ 145309 h 163017"/>
              <a:gd name="csX54" fmla="*/ 102795 w 141772"/>
              <a:gd name="csY54" fmla="*/ 163017 h 163017"/>
              <a:gd name="csX55" fmla="*/ 123756 w 141772"/>
              <a:gd name="csY55" fmla="*/ 145224 h 163017"/>
              <a:gd name="csX56" fmla="*/ 141773 w 141772"/>
              <a:gd name="csY56" fmla="*/ 125814 h 163017"/>
              <a:gd name="csX57" fmla="*/ 141773 w 141772"/>
              <a:gd name="csY57" fmla="*/ 105316 h 163017"/>
              <a:gd name="csX58" fmla="*/ 137264 w 141772"/>
              <a:gd name="csY58" fmla="*/ 90499 h 163017"/>
              <a:gd name="csX59" fmla="*/ 38995 w 141772"/>
              <a:gd name="csY59" fmla="*/ 152385 h 163017"/>
              <a:gd name="csX60" fmla="*/ 28361 w 141772"/>
              <a:gd name="csY60" fmla="*/ 141753 h 163017"/>
              <a:gd name="csX61" fmla="*/ 38995 w 141772"/>
              <a:gd name="csY61" fmla="*/ 131122 h 163017"/>
              <a:gd name="csX62" fmla="*/ 49628 w 141772"/>
              <a:gd name="csY62" fmla="*/ 141753 h 163017"/>
              <a:gd name="csX63" fmla="*/ 38995 w 141772"/>
              <a:gd name="csY63" fmla="*/ 152385 h 163017"/>
              <a:gd name="csX64" fmla="*/ 54936 w 141772"/>
              <a:gd name="csY64" fmla="*/ 92149 h 163017"/>
              <a:gd name="csX65" fmla="*/ 46072 w 141772"/>
              <a:gd name="csY65" fmla="*/ 92149 h 163017"/>
              <a:gd name="csX66" fmla="*/ 46072 w 141772"/>
              <a:gd name="csY66" fmla="*/ 100995 h 163017"/>
              <a:gd name="csX67" fmla="*/ 40764 w 141772"/>
              <a:gd name="csY67" fmla="*/ 106319 h 163017"/>
              <a:gd name="csX68" fmla="*/ 35439 w 141772"/>
              <a:gd name="csY68" fmla="*/ 100995 h 163017"/>
              <a:gd name="csX69" fmla="*/ 35439 w 141772"/>
              <a:gd name="csY69" fmla="*/ 92149 h 163017"/>
              <a:gd name="csX70" fmla="*/ 26575 w 141772"/>
              <a:gd name="csY70" fmla="*/ 92149 h 163017"/>
              <a:gd name="csX71" fmla="*/ 21267 w 141772"/>
              <a:gd name="csY71" fmla="*/ 86825 h 163017"/>
              <a:gd name="csX72" fmla="*/ 26575 w 141772"/>
              <a:gd name="csY72" fmla="*/ 81517 h 163017"/>
              <a:gd name="csX73" fmla="*/ 35439 w 141772"/>
              <a:gd name="csY73" fmla="*/ 81517 h 163017"/>
              <a:gd name="csX74" fmla="*/ 35439 w 141772"/>
              <a:gd name="csY74" fmla="*/ 72654 h 163017"/>
              <a:gd name="csX75" fmla="*/ 40764 w 141772"/>
              <a:gd name="csY75" fmla="*/ 67330 h 163017"/>
              <a:gd name="csX76" fmla="*/ 46072 w 141772"/>
              <a:gd name="csY76" fmla="*/ 72654 h 163017"/>
              <a:gd name="csX77" fmla="*/ 46072 w 141772"/>
              <a:gd name="csY77" fmla="*/ 81517 h 163017"/>
              <a:gd name="csX78" fmla="*/ 54936 w 141772"/>
              <a:gd name="csY78" fmla="*/ 81517 h 163017"/>
              <a:gd name="csX79" fmla="*/ 60261 w 141772"/>
              <a:gd name="csY79" fmla="*/ 86825 h 163017"/>
              <a:gd name="csX80" fmla="*/ 54936 w 141772"/>
              <a:gd name="csY80" fmla="*/ 92149 h 163017"/>
              <a:gd name="csX81" fmla="*/ 102795 w 141772"/>
              <a:gd name="csY81" fmla="*/ 152385 h 163017"/>
              <a:gd name="csX82" fmla="*/ 92162 w 141772"/>
              <a:gd name="csY82" fmla="*/ 141753 h 163017"/>
              <a:gd name="csX83" fmla="*/ 102795 w 141772"/>
              <a:gd name="csY83" fmla="*/ 131122 h 163017"/>
              <a:gd name="csX84" fmla="*/ 113428 w 141772"/>
              <a:gd name="csY84" fmla="*/ 141753 h 163017"/>
              <a:gd name="csX85" fmla="*/ 102795 w 141772"/>
              <a:gd name="csY85" fmla="*/ 152385 h 163017"/>
              <a:gd name="csX86" fmla="*/ 90375 w 141772"/>
              <a:gd name="csY86" fmla="*/ 99226 h 163017"/>
              <a:gd name="csX87" fmla="*/ 81528 w 141772"/>
              <a:gd name="csY87" fmla="*/ 90363 h 163017"/>
              <a:gd name="csX88" fmla="*/ 81528 w 141772"/>
              <a:gd name="csY88" fmla="*/ 63792 h 163017"/>
              <a:gd name="csX89" fmla="*/ 97010 w 141772"/>
              <a:gd name="csY89" fmla="*/ 63792 h 163017"/>
              <a:gd name="csX90" fmla="*/ 104360 w 141772"/>
              <a:gd name="csY90" fmla="*/ 67704 h 163017"/>
              <a:gd name="csX91" fmla="*/ 104701 w 141772"/>
              <a:gd name="csY91" fmla="*/ 68163 h 163017"/>
              <a:gd name="csX92" fmla="*/ 128570 w 141772"/>
              <a:gd name="csY92" fmla="*/ 96640 h 163017"/>
              <a:gd name="csX93" fmla="*/ 129898 w 141772"/>
              <a:gd name="csY93" fmla="*/ 99226 h 163017"/>
              <a:gd name="csX94" fmla="*/ 90375 w 141772"/>
              <a:gd name="csY94" fmla="*/ 99226 h 163017"/>
            </a:gdLst>
            <a:ahLst/>
            <a:cxnLst/>
            <a:rect l="l" t="t" r="r" b="b"/>
            <a:pathLst>
              <a:path w="100000" h="100000">
                <a:moveTo>
                  <a:pt x="46739" y="10874"/>
                </a:moveTo>
                <a:cubicBezTo>
                  <a:pt x="44943" y="10874"/>
                  <a:pt x="43482" y="9413"/>
                  <a:pt x="43482" y="7607"/>
                </a:cubicBezTo>
                <a:lnTo>
                  <a:pt x="43482" y="3255"/>
                </a:lnTo>
                <a:cubicBezTo>
                  <a:pt x="43482" y="1461"/>
                  <a:pt x="44943" y="0"/>
                  <a:pt x="46739" y="0"/>
                </a:cubicBezTo>
                <a:cubicBezTo>
                  <a:pt x="48544" y="0"/>
                  <a:pt x="50006" y="1461"/>
                  <a:pt x="50006" y="3255"/>
                </a:cubicBezTo>
                <a:lnTo>
                  <a:pt x="50006" y="7607"/>
                </a:lnTo>
                <a:cubicBezTo>
                  <a:pt x="50006" y="9413"/>
                  <a:pt x="48544" y="10874"/>
                  <a:pt x="46739" y="10874"/>
                </a:cubicBezTo>
                <a:close/>
                <a:moveTo>
                  <a:pt x="66308" y="21736"/>
                </a:moveTo>
                <a:lnTo>
                  <a:pt x="61955" y="21736"/>
                </a:lnTo>
                <a:cubicBezTo>
                  <a:pt x="60160" y="21736"/>
                  <a:pt x="58699" y="20276"/>
                  <a:pt x="58699" y="18481"/>
                </a:cubicBezTo>
                <a:cubicBezTo>
                  <a:pt x="58699" y="16676"/>
                  <a:pt x="60160" y="15214"/>
                  <a:pt x="61955" y="15214"/>
                </a:cubicBezTo>
                <a:lnTo>
                  <a:pt x="66308" y="15214"/>
                </a:lnTo>
                <a:cubicBezTo>
                  <a:pt x="68113" y="15214"/>
                  <a:pt x="69574" y="16676"/>
                  <a:pt x="69574" y="18481"/>
                </a:cubicBezTo>
                <a:cubicBezTo>
                  <a:pt x="69574" y="20276"/>
                  <a:pt x="68113" y="21736"/>
                  <a:pt x="66308" y="21736"/>
                </a:cubicBezTo>
                <a:close/>
                <a:moveTo>
                  <a:pt x="57614" y="13044"/>
                </a:moveTo>
                <a:cubicBezTo>
                  <a:pt x="56778" y="13044"/>
                  <a:pt x="55944" y="12731"/>
                  <a:pt x="55307" y="12094"/>
                </a:cubicBezTo>
                <a:cubicBezTo>
                  <a:pt x="54034" y="10811"/>
                  <a:pt x="54034" y="8755"/>
                  <a:pt x="55307" y="7482"/>
                </a:cubicBezTo>
                <a:lnTo>
                  <a:pt x="57478" y="5301"/>
                </a:lnTo>
                <a:cubicBezTo>
                  <a:pt x="58751" y="4028"/>
                  <a:pt x="60818" y="4028"/>
                  <a:pt x="62091" y="5301"/>
                </a:cubicBezTo>
                <a:cubicBezTo>
                  <a:pt x="63364" y="6574"/>
                  <a:pt x="63364" y="8640"/>
                  <a:pt x="62091" y="9914"/>
                </a:cubicBezTo>
                <a:lnTo>
                  <a:pt x="59920" y="12094"/>
                </a:lnTo>
                <a:cubicBezTo>
                  <a:pt x="59284" y="12731"/>
                  <a:pt x="58449" y="13044"/>
                  <a:pt x="57614" y="13044"/>
                </a:cubicBezTo>
                <a:close/>
                <a:moveTo>
                  <a:pt x="35864" y="13044"/>
                </a:moveTo>
                <a:cubicBezTo>
                  <a:pt x="35029" y="13044"/>
                  <a:pt x="34194" y="12731"/>
                  <a:pt x="33558" y="12094"/>
                </a:cubicBezTo>
                <a:lnTo>
                  <a:pt x="31387" y="9914"/>
                </a:lnTo>
                <a:cubicBezTo>
                  <a:pt x="30114" y="8640"/>
                  <a:pt x="30114" y="6574"/>
                  <a:pt x="31387" y="5301"/>
                </a:cubicBezTo>
                <a:cubicBezTo>
                  <a:pt x="32660" y="4028"/>
                  <a:pt x="34726" y="4028"/>
                  <a:pt x="36000" y="5301"/>
                </a:cubicBezTo>
                <a:lnTo>
                  <a:pt x="38171" y="7482"/>
                </a:lnTo>
                <a:cubicBezTo>
                  <a:pt x="39443" y="8755"/>
                  <a:pt x="39443" y="10811"/>
                  <a:pt x="38171" y="12094"/>
                </a:cubicBezTo>
                <a:cubicBezTo>
                  <a:pt x="37534" y="12731"/>
                  <a:pt x="36699" y="13044"/>
                  <a:pt x="35864" y="13044"/>
                </a:cubicBezTo>
                <a:close/>
                <a:moveTo>
                  <a:pt x="31522" y="21736"/>
                </a:moveTo>
                <a:lnTo>
                  <a:pt x="27170" y="21736"/>
                </a:lnTo>
                <a:cubicBezTo>
                  <a:pt x="25375" y="21736"/>
                  <a:pt x="23914" y="20276"/>
                  <a:pt x="23914" y="18481"/>
                </a:cubicBezTo>
                <a:cubicBezTo>
                  <a:pt x="23914" y="16676"/>
                  <a:pt x="25375" y="15214"/>
                  <a:pt x="27170" y="15214"/>
                </a:cubicBezTo>
                <a:lnTo>
                  <a:pt x="31522" y="15214"/>
                </a:lnTo>
                <a:cubicBezTo>
                  <a:pt x="33317" y="15214"/>
                  <a:pt x="34778" y="16676"/>
                  <a:pt x="34778" y="18481"/>
                </a:cubicBezTo>
                <a:cubicBezTo>
                  <a:pt x="34778" y="20276"/>
                  <a:pt x="33317" y="21736"/>
                  <a:pt x="31522" y="21736"/>
                </a:cubicBezTo>
                <a:close/>
                <a:moveTo>
                  <a:pt x="56528" y="25003"/>
                </a:moveTo>
                <a:cubicBezTo>
                  <a:pt x="56528" y="19608"/>
                  <a:pt x="52135" y="15214"/>
                  <a:pt x="46739" y="15214"/>
                </a:cubicBezTo>
                <a:cubicBezTo>
                  <a:pt x="41343" y="15214"/>
                  <a:pt x="36960" y="19608"/>
                  <a:pt x="36960" y="25003"/>
                </a:cubicBezTo>
                <a:lnTo>
                  <a:pt x="36960" y="28258"/>
                </a:lnTo>
                <a:lnTo>
                  <a:pt x="56528" y="28258"/>
                </a:lnTo>
                <a:lnTo>
                  <a:pt x="56528" y="25003"/>
                </a:lnTo>
                <a:close/>
                <a:moveTo>
                  <a:pt x="90718" y="55515"/>
                </a:moveTo>
                <a:cubicBezTo>
                  <a:pt x="90656" y="55421"/>
                  <a:pt x="90583" y="55327"/>
                  <a:pt x="90510" y="55234"/>
                </a:cubicBezTo>
                <a:lnTo>
                  <a:pt x="75846" y="37744"/>
                </a:lnTo>
                <a:cubicBezTo>
                  <a:pt x="73602" y="34530"/>
                  <a:pt x="69950" y="32610"/>
                  <a:pt x="66025" y="32610"/>
                </a:cubicBezTo>
                <a:lnTo>
                  <a:pt x="18476" y="32610"/>
                </a:lnTo>
                <a:cubicBezTo>
                  <a:pt x="11881" y="32610"/>
                  <a:pt x="6516" y="37973"/>
                  <a:pt x="6516" y="44568"/>
                </a:cubicBezTo>
                <a:lnTo>
                  <a:pt x="6516" y="77178"/>
                </a:lnTo>
                <a:cubicBezTo>
                  <a:pt x="6516" y="83471"/>
                  <a:pt x="11400" y="88626"/>
                  <a:pt x="17579" y="89085"/>
                </a:cubicBezTo>
                <a:cubicBezTo>
                  <a:pt x="18602" y="95273"/>
                  <a:pt x="23966" y="100000"/>
                  <a:pt x="30437" y="100000"/>
                </a:cubicBezTo>
                <a:cubicBezTo>
                  <a:pt x="36887" y="100000"/>
                  <a:pt x="42241" y="95294"/>
                  <a:pt x="43284" y="89137"/>
                </a:cubicBezTo>
                <a:lnTo>
                  <a:pt x="56727" y="89137"/>
                </a:lnTo>
                <a:cubicBezTo>
                  <a:pt x="57760" y="95294"/>
                  <a:pt x="63124" y="100000"/>
                  <a:pt x="69574" y="100000"/>
                </a:cubicBezTo>
                <a:cubicBezTo>
                  <a:pt x="76035" y="100000"/>
                  <a:pt x="81409" y="95273"/>
                  <a:pt x="82432" y="89085"/>
                </a:cubicBezTo>
                <a:cubicBezTo>
                  <a:pt x="88600" y="88626"/>
                  <a:pt x="93484" y="83471"/>
                  <a:pt x="93484" y="77178"/>
                </a:cubicBezTo>
                <a:lnTo>
                  <a:pt x="93484" y="64604"/>
                </a:lnTo>
                <a:cubicBezTo>
                  <a:pt x="93484" y="61359"/>
                  <a:pt x="92524" y="58207"/>
                  <a:pt x="90718" y="55515"/>
                </a:cubicBezTo>
                <a:close/>
                <a:moveTo>
                  <a:pt x="30437" y="93478"/>
                </a:moveTo>
                <a:cubicBezTo>
                  <a:pt x="26836" y="93478"/>
                  <a:pt x="23914" y="90556"/>
                  <a:pt x="23914" y="86956"/>
                </a:cubicBezTo>
                <a:cubicBezTo>
                  <a:pt x="23914" y="83367"/>
                  <a:pt x="26836" y="80435"/>
                  <a:pt x="30437" y="80435"/>
                </a:cubicBezTo>
                <a:cubicBezTo>
                  <a:pt x="34027" y="80435"/>
                  <a:pt x="36960" y="83367"/>
                  <a:pt x="36960" y="86956"/>
                </a:cubicBezTo>
                <a:cubicBezTo>
                  <a:pt x="36960" y="90556"/>
                  <a:pt x="34027" y="93478"/>
                  <a:pt x="30437" y="93478"/>
                </a:cubicBezTo>
                <a:close/>
                <a:moveTo>
                  <a:pt x="40216" y="56527"/>
                </a:moveTo>
                <a:lnTo>
                  <a:pt x="34778" y="56527"/>
                </a:lnTo>
                <a:lnTo>
                  <a:pt x="34778" y="61954"/>
                </a:lnTo>
                <a:cubicBezTo>
                  <a:pt x="34778" y="63759"/>
                  <a:pt x="33317" y="65220"/>
                  <a:pt x="31522" y="65220"/>
                </a:cubicBezTo>
                <a:cubicBezTo>
                  <a:pt x="29717" y="65220"/>
                  <a:pt x="28256" y="63759"/>
                  <a:pt x="28256" y="61954"/>
                </a:cubicBezTo>
                <a:lnTo>
                  <a:pt x="28256" y="56527"/>
                </a:lnTo>
                <a:lnTo>
                  <a:pt x="22818" y="56527"/>
                </a:lnTo>
                <a:cubicBezTo>
                  <a:pt x="21023" y="56527"/>
                  <a:pt x="19562" y="55067"/>
                  <a:pt x="19562" y="53261"/>
                </a:cubicBezTo>
                <a:cubicBezTo>
                  <a:pt x="19562" y="51466"/>
                  <a:pt x="21023" y="50005"/>
                  <a:pt x="22818" y="50005"/>
                </a:cubicBezTo>
                <a:lnTo>
                  <a:pt x="28256" y="50005"/>
                </a:lnTo>
                <a:lnTo>
                  <a:pt x="28256" y="44568"/>
                </a:lnTo>
                <a:cubicBezTo>
                  <a:pt x="28256" y="42763"/>
                  <a:pt x="29717" y="41302"/>
                  <a:pt x="31522" y="41302"/>
                </a:cubicBezTo>
                <a:cubicBezTo>
                  <a:pt x="33317" y="41302"/>
                  <a:pt x="34778" y="42763"/>
                  <a:pt x="34778" y="44568"/>
                </a:cubicBezTo>
                <a:lnTo>
                  <a:pt x="34778" y="50005"/>
                </a:lnTo>
                <a:lnTo>
                  <a:pt x="40216" y="50005"/>
                </a:lnTo>
                <a:cubicBezTo>
                  <a:pt x="42022" y="50005"/>
                  <a:pt x="43482" y="51466"/>
                  <a:pt x="43482" y="53261"/>
                </a:cubicBezTo>
                <a:cubicBezTo>
                  <a:pt x="43482" y="55067"/>
                  <a:pt x="42022" y="56527"/>
                  <a:pt x="40216" y="56527"/>
                </a:cubicBezTo>
                <a:close/>
                <a:moveTo>
                  <a:pt x="69574" y="93478"/>
                </a:moveTo>
                <a:cubicBezTo>
                  <a:pt x="65973" y="93478"/>
                  <a:pt x="63051" y="90556"/>
                  <a:pt x="63051" y="86956"/>
                </a:cubicBezTo>
                <a:cubicBezTo>
                  <a:pt x="63051" y="83367"/>
                  <a:pt x="65973" y="80435"/>
                  <a:pt x="69574" y="80435"/>
                </a:cubicBezTo>
                <a:cubicBezTo>
                  <a:pt x="73164" y="80435"/>
                  <a:pt x="76097" y="83367"/>
                  <a:pt x="76097" y="86956"/>
                </a:cubicBezTo>
                <a:cubicBezTo>
                  <a:pt x="76097" y="90556"/>
                  <a:pt x="73164" y="93478"/>
                  <a:pt x="69574" y="93478"/>
                </a:cubicBezTo>
                <a:close/>
                <a:moveTo>
                  <a:pt x="61955" y="60868"/>
                </a:moveTo>
                <a:cubicBezTo>
                  <a:pt x="58960" y="60868"/>
                  <a:pt x="56528" y="58437"/>
                  <a:pt x="56528" y="55432"/>
                </a:cubicBezTo>
                <a:lnTo>
                  <a:pt x="56528" y="39132"/>
                </a:lnTo>
                <a:lnTo>
                  <a:pt x="66025" y="39132"/>
                </a:lnTo>
                <a:cubicBezTo>
                  <a:pt x="67842" y="39132"/>
                  <a:pt x="69522" y="40030"/>
                  <a:pt x="70534" y="41532"/>
                </a:cubicBezTo>
                <a:cubicBezTo>
                  <a:pt x="70597" y="41626"/>
                  <a:pt x="70670" y="41720"/>
                  <a:pt x="70743" y="41813"/>
                </a:cubicBezTo>
                <a:lnTo>
                  <a:pt x="85385" y="59282"/>
                </a:lnTo>
                <a:cubicBezTo>
                  <a:pt x="85720" y="59794"/>
                  <a:pt x="85980" y="60326"/>
                  <a:pt x="86200" y="60868"/>
                </a:cubicBezTo>
                <a:lnTo>
                  <a:pt x="61955" y="6086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6" name="Красный — SVG 3">
            <a:extLst>
              <a:ext uri="{FF2B5EF4-FFF2-40B4-BE49-F238E27FC236}">
                <a16:creationId xmlns:a16="http://schemas.microsoft.com/office/drawing/2014/main" id="{8532F9FE-2104-D14F-AE60-162928F9B9E9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106334 w 163039"/>
              <a:gd name="csY0" fmla="*/ 1 h 113414"/>
              <a:gd name="csX1" fmla="*/ 103084 w 163039"/>
              <a:gd name="csY1" fmla="*/ 784 h 113414"/>
              <a:gd name="csX2" fmla="*/ 100549 w 163039"/>
              <a:gd name="csY2" fmla="*/ 2978 h 113414"/>
              <a:gd name="csX3" fmla="*/ 99307 w 163039"/>
              <a:gd name="csY3" fmla="*/ 6091 h 113414"/>
              <a:gd name="csX4" fmla="*/ 99648 w 163039"/>
              <a:gd name="csY4" fmla="*/ 9425 h 113414"/>
              <a:gd name="csX5" fmla="*/ 106249 w 163039"/>
              <a:gd name="csY5" fmla="*/ 28359 h 113414"/>
              <a:gd name="csX6" fmla="*/ 65110 w 163039"/>
              <a:gd name="csY6" fmla="*/ 28359 h 113414"/>
              <a:gd name="csX7" fmla="*/ 61759 w 163039"/>
              <a:gd name="csY7" fmla="*/ 21265 h 113414"/>
              <a:gd name="csX8" fmla="*/ 63800 w 163039"/>
              <a:gd name="csY8" fmla="*/ 21265 h 113414"/>
              <a:gd name="csX9" fmla="*/ 66540 w 163039"/>
              <a:gd name="csY9" fmla="*/ 20755 h 113414"/>
              <a:gd name="csX10" fmla="*/ 68870 w 163039"/>
              <a:gd name="csY10" fmla="*/ 19224 h 113414"/>
              <a:gd name="csX11" fmla="*/ 70435 w 163039"/>
              <a:gd name="csY11" fmla="*/ 16910 h 113414"/>
              <a:gd name="csX12" fmla="*/ 70997 w 163039"/>
              <a:gd name="csY12" fmla="*/ 14171 h 113414"/>
              <a:gd name="csX13" fmla="*/ 70435 w 163039"/>
              <a:gd name="csY13" fmla="*/ 11450 h 113414"/>
              <a:gd name="csX14" fmla="*/ 68870 w 163039"/>
              <a:gd name="csY14" fmla="*/ 9136 h 113414"/>
              <a:gd name="csX15" fmla="*/ 66540 w 163039"/>
              <a:gd name="csY15" fmla="*/ 7605 h 113414"/>
              <a:gd name="csX16" fmla="*/ 63800 w 163039"/>
              <a:gd name="csY16" fmla="*/ 7095 h 113414"/>
              <a:gd name="csX17" fmla="*/ 46072 w 163039"/>
              <a:gd name="csY17" fmla="*/ 7095 h 113414"/>
              <a:gd name="csX18" fmla="*/ 43333 w 163039"/>
              <a:gd name="csY18" fmla="*/ 7605 h 113414"/>
              <a:gd name="csX19" fmla="*/ 41002 w 163039"/>
              <a:gd name="csY19" fmla="*/ 9119 h 113414"/>
              <a:gd name="csX20" fmla="*/ 39437 w 163039"/>
              <a:gd name="csY20" fmla="*/ 11433 h 113414"/>
              <a:gd name="csX21" fmla="*/ 38893 w 163039"/>
              <a:gd name="csY21" fmla="*/ 14171 h 113414"/>
              <a:gd name="csX22" fmla="*/ 39437 w 163039"/>
              <a:gd name="csY22" fmla="*/ 16910 h 113414"/>
              <a:gd name="csX23" fmla="*/ 41002 w 163039"/>
              <a:gd name="csY23" fmla="*/ 19224 h 113414"/>
              <a:gd name="csX24" fmla="*/ 43333 w 163039"/>
              <a:gd name="csY24" fmla="*/ 20755 h 113414"/>
              <a:gd name="csX25" fmla="*/ 46072 w 163039"/>
              <a:gd name="csY25" fmla="*/ 21265 h 113414"/>
              <a:gd name="csX26" fmla="*/ 51908 w 163039"/>
              <a:gd name="csY26" fmla="*/ 33564 h 113414"/>
              <a:gd name="csX27" fmla="*/ 39471 w 163039"/>
              <a:gd name="csY27" fmla="*/ 54675 h 113414"/>
              <a:gd name="csX28" fmla="*/ 30114 w 163039"/>
              <a:gd name="csY28" fmla="*/ 53161 h 113414"/>
              <a:gd name="csX29" fmla="*/ 0 w 163039"/>
              <a:gd name="csY29" fmla="*/ 83287 h 113414"/>
              <a:gd name="csX30" fmla="*/ 30131 w 163039"/>
              <a:gd name="csY30" fmla="*/ 113414 h 113414"/>
              <a:gd name="csX31" fmla="*/ 57556 w 163039"/>
              <a:gd name="csY31" fmla="*/ 95689 h 113414"/>
              <a:gd name="csX32" fmla="*/ 40033 w 163039"/>
              <a:gd name="csY32" fmla="*/ 95689 h 113414"/>
              <a:gd name="csX33" fmla="*/ 30131 w 163039"/>
              <a:gd name="csY33" fmla="*/ 99227 h 113414"/>
              <a:gd name="csX34" fmla="*/ 14172 w 163039"/>
              <a:gd name="csY34" fmla="*/ 83287 h 113414"/>
              <a:gd name="csX35" fmla="*/ 30131 w 163039"/>
              <a:gd name="csY35" fmla="*/ 67331 h 113414"/>
              <a:gd name="csX36" fmla="*/ 31917 w 163039"/>
              <a:gd name="csY36" fmla="*/ 67518 h 113414"/>
              <a:gd name="csX37" fmla="*/ 25792 w 163039"/>
              <a:gd name="csY37" fmla="*/ 77929 h 113414"/>
              <a:gd name="csX38" fmla="*/ 24823 w 163039"/>
              <a:gd name="csY38" fmla="*/ 81467 h 113414"/>
              <a:gd name="csX39" fmla="*/ 25758 w 163039"/>
              <a:gd name="csY39" fmla="*/ 85023 h 113414"/>
              <a:gd name="csX40" fmla="*/ 28344 w 163039"/>
              <a:gd name="csY40" fmla="*/ 87642 h 113414"/>
              <a:gd name="csX41" fmla="*/ 31900 w 163039"/>
              <a:gd name="csY41" fmla="*/ 88595 h 113414"/>
              <a:gd name="csX42" fmla="*/ 81392 w 163039"/>
              <a:gd name="csY42" fmla="*/ 88595 h 113414"/>
              <a:gd name="csX43" fmla="*/ 84829 w 163039"/>
              <a:gd name="csY43" fmla="*/ 88289 h 113414"/>
              <a:gd name="csX44" fmla="*/ 84880 w 163039"/>
              <a:gd name="csY44" fmla="*/ 88272 h 113414"/>
              <a:gd name="csX45" fmla="*/ 84982 w 163039"/>
              <a:gd name="csY45" fmla="*/ 88238 h 113414"/>
              <a:gd name="csX46" fmla="*/ 85033 w 163039"/>
              <a:gd name="csY46" fmla="*/ 88221 h 113414"/>
              <a:gd name="csX47" fmla="*/ 88861 w 163039"/>
              <a:gd name="csY47" fmla="*/ 85108 h 113414"/>
              <a:gd name="csX48" fmla="*/ 112203 w 163039"/>
              <a:gd name="csY48" fmla="*/ 45455 h 113414"/>
              <a:gd name="csX49" fmla="*/ 116593 w 163039"/>
              <a:gd name="csY49" fmla="*/ 58026 h 113414"/>
              <a:gd name="csX50" fmla="*/ 102795 w 163039"/>
              <a:gd name="csY50" fmla="*/ 83287 h 113414"/>
              <a:gd name="csX51" fmla="*/ 132909 w 163039"/>
              <a:gd name="csY51" fmla="*/ 113414 h 113414"/>
              <a:gd name="csX52" fmla="*/ 163040 w 163039"/>
              <a:gd name="csY52" fmla="*/ 83287 h 113414"/>
              <a:gd name="csX53" fmla="*/ 132909 w 163039"/>
              <a:gd name="csY53" fmla="*/ 53161 h 113414"/>
              <a:gd name="csX54" fmla="*/ 129965 w 163039"/>
              <a:gd name="csY54" fmla="*/ 53314 h 113414"/>
              <a:gd name="csX55" fmla="*/ 116321 w 163039"/>
              <a:gd name="csY55" fmla="*/ 14171 h 113414"/>
              <a:gd name="csX56" fmla="*/ 116967 w 163039"/>
              <a:gd name="csY56" fmla="*/ 14171 h 113414"/>
              <a:gd name="csX57" fmla="*/ 119707 w 163039"/>
              <a:gd name="csY57" fmla="*/ 13661 h 113414"/>
              <a:gd name="csX58" fmla="*/ 122037 w 163039"/>
              <a:gd name="csY58" fmla="*/ 12130 h 113414"/>
              <a:gd name="csX59" fmla="*/ 123602 w 163039"/>
              <a:gd name="csY59" fmla="*/ 9834 h 113414"/>
              <a:gd name="csX60" fmla="*/ 124164 w 163039"/>
              <a:gd name="csY60" fmla="*/ 7095 h 113414"/>
              <a:gd name="csX61" fmla="*/ 123602 w 163039"/>
              <a:gd name="csY61" fmla="*/ 4356 h 113414"/>
              <a:gd name="csX62" fmla="*/ 122037 w 163039"/>
              <a:gd name="csY62" fmla="*/ 2042 h 113414"/>
              <a:gd name="csX63" fmla="*/ 119707 w 163039"/>
              <a:gd name="csY63" fmla="*/ 512 h 113414"/>
              <a:gd name="csX64" fmla="*/ 116967 w 163039"/>
              <a:gd name="csY64" fmla="*/ 1 h 113414"/>
              <a:gd name="csX65" fmla="*/ 106334 w 163039"/>
              <a:gd name="csY65" fmla="*/ 1 h 113414"/>
              <a:gd name="csX66" fmla="*/ 71831 w 163039"/>
              <a:gd name="csY66" fmla="*/ 42529 h 113414"/>
              <a:gd name="csX67" fmla="*/ 97487 w 163039"/>
              <a:gd name="csY67" fmla="*/ 42529 h 113414"/>
              <a:gd name="csX68" fmla="*/ 83264 w 163039"/>
              <a:gd name="csY68" fmla="*/ 66668 h 113414"/>
              <a:gd name="csX69" fmla="*/ 71831 w 163039"/>
              <a:gd name="csY69" fmla="*/ 42529 h 113414"/>
              <a:gd name="csX70" fmla="*/ 59224 w 163039"/>
              <a:gd name="csY70" fmla="*/ 49044 h 113414"/>
              <a:gd name="csX71" fmla="*/ 71252 w 163039"/>
              <a:gd name="csY71" fmla="*/ 74425 h 113414"/>
              <a:gd name="csX72" fmla="*/ 58850 w 163039"/>
              <a:gd name="csY72" fmla="*/ 74425 h 113414"/>
              <a:gd name="csX73" fmla="*/ 51517 w 163039"/>
              <a:gd name="csY73" fmla="*/ 62160 h 113414"/>
              <a:gd name="csX74" fmla="*/ 59224 w 163039"/>
              <a:gd name="csY74" fmla="*/ 49044 h 113414"/>
              <a:gd name="csX75" fmla="*/ 134933 w 163039"/>
              <a:gd name="csY75" fmla="*/ 67535 h 113414"/>
              <a:gd name="csX76" fmla="*/ 148867 w 163039"/>
              <a:gd name="csY76" fmla="*/ 83287 h 113414"/>
              <a:gd name="csX77" fmla="*/ 132909 w 163039"/>
              <a:gd name="csY77" fmla="*/ 99227 h 113414"/>
              <a:gd name="csX78" fmla="*/ 116967 w 163039"/>
              <a:gd name="csY78" fmla="*/ 83287 h 113414"/>
              <a:gd name="csX79" fmla="*/ 121510 w 163039"/>
              <a:gd name="csY79" fmla="*/ 72094 h 113414"/>
              <a:gd name="csX80" fmla="*/ 126222 w 163039"/>
              <a:gd name="csY80" fmla="*/ 85618 h 113414"/>
              <a:gd name="csX81" fmla="*/ 127618 w 163039"/>
              <a:gd name="csY81" fmla="*/ 88034 h 113414"/>
              <a:gd name="csX82" fmla="*/ 129829 w 163039"/>
              <a:gd name="csY82" fmla="*/ 89718 h 113414"/>
              <a:gd name="csX83" fmla="*/ 132517 w 163039"/>
              <a:gd name="csY83" fmla="*/ 90432 h 113414"/>
              <a:gd name="csX84" fmla="*/ 135274 w 163039"/>
              <a:gd name="csY84" fmla="*/ 90058 h 113414"/>
              <a:gd name="csX85" fmla="*/ 137672 w 163039"/>
              <a:gd name="csY85" fmla="*/ 88646 h 113414"/>
              <a:gd name="csX86" fmla="*/ 139340 w 163039"/>
              <a:gd name="csY86" fmla="*/ 86401 h 113414"/>
              <a:gd name="csX87" fmla="*/ 140020 w 163039"/>
              <a:gd name="csY87" fmla="*/ 83713 h 113414"/>
              <a:gd name="csX88" fmla="*/ 139612 w 163039"/>
              <a:gd name="csY88" fmla="*/ 80957 h 113414"/>
              <a:gd name="csX89" fmla="*/ 134933 w 163039"/>
              <a:gd name="csY89" fmla="*/ 67535 h 113414"/>
            </a:gdLst>
            <a:ahLst/>
            <a:cxnLst/>
            <a:rect l="l" t="t" r="r" b="b"/>
            <a:pathLst>
              <a:path w="100000" h="100000">
                <a:moveTo>
                  <a:pt x="65220" y="15219"/>
                </a:moveTo>
                <a:cubicBezTo>
                  <a:pt x="64531" y="15219"/>
                  <a:pt x="63842" y="15386"/>
                  <a:pt x="63227" y="15700"/>
                </a:cubicBezTo>
                <a:cubicBezTo>
                  <a:pt x="62611" y="16023"/>
                  <a:pt x="62079" y="16482"/>
                  <a:pt x="61672" y="17045"/>
                </a:cubicBezTo>
                <a:cubicBezTo>
                  <a:pt x="61276" y="17619"/>
                  <a:pt x="61014" y="18266"/>
                  <a:pt x="60910" y="18955"/>
                </a:cubicBezTo>
                <a:cubicBezTo>
                  <a:pt x="60816" y="19643"/>
                  <a:pt x="60889" y="20343"/>
                  <a:pt x="61119" y="21000"/>
                </a:cubicBezTo>
                <a:lnTo>
                  <a:pt x="65168" y="32613"/>
                </a:lnTo>
                <a:lnTo>
                  <a:pt x="39935" y="32613"/>
                </a:lnTo>
                <a:lnTo>
                  <a:pt x="37880" y="28262"/>
                </a:lnTo>
                <a:lnTo>
                  <a:pt x="39132" y="28262"/>
                </a:lnTo>
                <a:cubicBezTo>
                  <a:pt x="39706" y="28272"/>
                  <a:pt x="40280" y="28168"/>
                  <a:pt x="40812" y="27949"/>
                </a:cubicBezTo>
                <a:cubicBezTo>
                  <a:pt x="41355" y="27729"/>
                  <a:pt x="41835" y="27416"/>
                  <a:pt x="42241" y="27010"/>
                </a:cubicBezTo>
                <a:cubicBezTo>
                  <a:pt x="42659" y="26603"/>
                  <a:pt x="42982" y="26123"/>
                  <a:pt x="43201" y="25591"/>
                </a:cubicBezTo>
                <a:cubicBezTo>
                  <a:pt x="43431" y="25059"/>
                  <a:pt x="43546" y="24495"/>
                  <a:pt x="43546" y="23911"/>
                </a:cubicBezTo>
                <a:cubicBezTo>
                  <a:pt x="43546" y="23337"/>
                  <a:pt x="43431" y="22763"/>
                  <a:pt x="43201" y="22242"/>
                </a:cubicBezTo>
                <a:cubicBezTo>
                  <a:pt x="42982" y="21709"/>
                  <a:pt x="42659" y="21219"/>
                  <a:pt x="42241" y="20822"/>
                </a:cubicBezTo>
                <a:cubicBezTo>
                  <a:pt x="41835" y="20416"/>
                  <a:pt x="41355" y="20092"/>
                  <a:pt x="40812" y="19883"/>
                </a:cubicBezTo>
                <a:cubicBezTo>
                  <a:pt x="40280" y="19664"/>
                  <a:pt x="39706" y="19560"/>
                  <a:pt x="39132" y="19570"/>
                </a:cubicBezTo>
                <a:lnTo>
                  <a:pt x="28258" y="19570"/>
                </a:lnTo>
                <a:cubicBezTo>
                  <a:pt x="27685" y="19560"/>
                  <a:pt x="27111" y="19664"/>
                  <a:pt x="26578" y="19883"/>
                </a:cubicBezTo>
                <a:cubicBezTo>
                  <a:pt x="26046" y="20092"/>
                  <a:pt x="25556" y="20416"/>
                  <a:pt x="25149" y="20812"/>
                </a:cubicBezTo>
                <a:cubicBezTo>
                  <a:pt x="24732" y="21219"/>
                  <a:pt x="24408" y="21699"/>
                  <a:pt x="24189" y="22231"/>
                </a:cubicBezTo>
                <a:cubicBezTo>
                  <a:pt x="23970" y="22763"/>
                  <a:pt x="23855" y="23337"/>
                  <a:pt x="23855" y="23911"/>
                </a:cubicBezTo>
                <a:cubicBezTo>
                  <a:pt x="23855" y="24485"/>
                  <a:pt x="23959" y="25059"/>
                  <a:pt x="24189" y="25591"/>
                </a:cubicBezTo>
                <a:cubicBezTo>
                  <a:pt x="24408" y="26123"/>
                  <a:pt x="24732" y="26603"/>
                  <a:pt x="25149" y="27010"/>
                </a:cubicBezTo>
                <a:cubicBezTo>
                  <a:pt x="25556" y="27416"/>
                  <a:pt x="26035" y="27729"/>
                  <a:pt x="26578" y="27949"/>
                </a:cubicBezTo>
                <a:cubicBezTo>
                  <a:pt x="27111" y="28168"/>
                  <a:pt x="27685" y="28272"/>
                  <a:pt x="28258" y="28262"/>
                </a:cubicBezTo>
                <a:lnTo>
                  <a:pt x="31838" y="35805"/>
                </a:lnTo>
                <a:lnTo>
                  <a:pt x="24210" y="48754"/>
                </a:lnTo>
                <a:cubicBezTo>
                  <a:pt x="22404" y="48159"/>
                  <a:pt x="20484" y="47825"/>
                  <a:pt x="18470" y="47825"/>
                </a:cubicBezTo>
                <a:cubicBezTo>
                  <a:pt x="8286" y="47825"/>
                  <a:pt x="0" y="56110"/>
                  <a:pt x="0" y="66303"/>
                </a:cubicBezTo>
                <a:cubicBezTo>
                  <a:pt x="0" y="76486"/>
                  <a:pt x="8286" y="84781"/>
                  <a:pt x="18481" y="84781"/>
                </a:cubicBezTo>
                <a:cubicBezTo>
                  <a:pt x="25953" y="84781"/>
                  <a:pt x="32391" y="80305"/>
                  <a:pt x="35302" y="73910"/>
                </a:cubicBezTo>
                <a:lnTo>
                  <a:pt x="24554" y="73910"/>
                </a:lnTo>
                <a:cubicBezTo>
                  <a:pt x="22884" y="75245"/>
                  <a:pt x="20787" y="76080"/>
                  <a:pt x="18481" y="76080"/>
                </a:cubicBezTo>
                <a:cubicBezTo>
                  <a:pt x="13086" y="76080"/>
                  <a:pt x="8692" y="71697"/>
                  <a:pt x="8692" y="66303"/>
                </a:cubicBezTo>
                <a:cubicBezTo>
                  <a:pt x="8692" y="60909"/>
                  <a:pt x="13086" y="56516"/>
                  <a:pt x="18481" y="56516"/>
                </a:cubicBezTo>
                <a:cubicBezTo>
                  <a:pt x="18856" y="56516"/>
                  <a:pt x="19211" y="56589"/>
                  <a:pt x="19576" y="56631"/>
                </a:cubicBezTo>
                <a:lnTo>
                  <a:pt x="15820" y="63017"/>
                </a:lnTo>
                <a:cubicBezTo>
                  <a:pt x="15434" y="63674"/>
                  <a:pt x="15225" y="64425"/>
                  <a:pt x="15225" y="65187"/>
                </a:cubicBezTo>
                <a:cubicBezTo>
                  <a:pt x="15215" y="65959"/>
                  <a:pt x="15413" y="66710"/>
                  <a:pt x="15799" y="67368"/>
                </a:cubicBezTo>
                <a:cubicBezTo>
                  <a:pt x="16175" y="68035"/>
                  <a:pt x="16728" y="68588"/>
                  <a:pt x="17385" y="68974"/>
                </a:cubicBezTo>
                <a:cubicBezTo>
                  <a:pt x="18053" y="69360"/>
                  <a:pt x="18804" y="69559"/>
                  <a:pt x="19566" y="69559"/>
                </a:cubicBezTo>
                <a:lnTo>
                  <a:pt x="49922" y="69559"/>
                </a:lnTo>
                <a:cubicBezTo>
                  <a:pt x="50621" y="69673"/>
                  <a:pt x="51352" y="69611"/>
                  <a:pt x="52030" y="69371"/>
                </a:cubicBezTo>
                <a:cubicBezTo>
                  <a:pt x="52040" y="69371"/>
                  <a:pt x="52051" y="69360"/>
                  <a:pt x="52061" y="69360"/>
                </a:cubicBezTo>
                <a:cubicBezTo>
                  <a:pt x="52082" y="69350"/>
                  <a:pt x="52103" y="69350"/>
                  <a:pt x="52124" y="69340"/>
                </a:cubicBezTo>
                <a:cubicBezTo>
                  <a:pt x="52134" y="69340"/>
                  <a:pt x="52145" y="69329"/>
                  <a:pt x="52155" y="69329"/>
                </a:cubicBezTo>
                <a:cubicBezTo>
                  <a:pt x="53146" y="68995"/>
                  <a:pt x="53981" y="68317"/>
                  <a:pt x="54503" y="67420"/>
                </a:cubicBezTo>
                <a:lnTo>
                  <a:pt x="68820" y="43099"/>
                </a:lnTo>
                <a:lnTo>
                  <a:pt x="71512" y="50809"/>
                </a:lnTo>
                <a:cubicBezTo>
                  <a:pt x="66430" y="54117"/>
                  <a:pt x="63049" y="59834"/>
                  <a:pt x="63049" y="66303"/>
                </a:cubicBezTo>
                <a:cubicBezTo>
                  <a:pt x="63049" y="76455"/>
                  <a:pt x="71366" y="84781"/>
                  <a:pt x="81520" y="84781"/>
                </a:cubicBezTo>
                <a:cubicBezTo>
                  <a:pt x="91684" y="84781"/>
                  <a:pt x="100001" y="76455"/>
                  <a:pt x="100001" y="66303"/>
                </a:cubicBezTo>
                <a:cubicBezTo>
                  <a:pt x="100001" y="56151"/>
                  <a:pt x="91684" y="47825"/>
                  <a:pt x="81520" y="47825"/>
                </a:cubicBezTo>
                <a:cubicBezTo>
                  <a:pt x="80914" y="47825"/>
                  <a:pt x="80309" y="47856"/>
                  <a:pt x="79714" y="47919"/>
                </a:cubicBezTo>
                <a:lnTo>
                  <a:pt x="71346" y="23911"/>
                </a:lnTo>
                <a:lnTo>
                  <a:pt x="71742" y="23911"/>
                </a:lnTo>
                <a:cubicBezTo>
                  <a:pt x="72316" y="23921"/>
                  <a:pt x="72890" y="23817"/>
                  <a:pt x="73422" y="23598"/>
                </a:cubicBezTo>
                <a:cubicBezTo>
                  <a:pt x="73965" y="23389"/>
                  <a:pt x="74445" y="23066"/>
                  <a:pt x="74851" y="22659"/>
                </a:cubicBezTo>
                <a:cubicBezTo>
                  <a:pt x="75269" y="22262"/>
                  <a:pt x="75592" y="21772"/>
                  <a:pt x="75811" y="21250"/>
                </a:cubicBezTo>
                <a:cubicBezTo>
                  <a:pt x="76041" y="20718"/>
                  <a:pt x="76156" y="20144"/>
                  <a:pt x="76156" y="19570"/>
                </a:cubicBezTo>
                <a:cubicBezTo>
                  <a:pt x="76156" y="18986"/>
                  <a:pt x="76041" y="18422"/>
                  <a:pt x="75811" y="17891"/>
                </a:cubicBezTo>
                <a:cubicBezTo>
                  <a:pt x="75592" y="17359"/>
                  <a:pt x="75269" y="16878"/>
                  <a:pt x="74851" y="16471"/>
                </a:cubicBezTo>
                <a:cubicBezTo>
                  <a:pt x="74445" y="16065"/>
                  <a:pt x="73965" y="15752"/>
                  <a:pt x="73422" y="15533"/>
                </a:cubicBezTo>
                <a:cubicBezTo>
                  <a:pt x="72890" y="15313"/>
                  <a:pt x="72316" y="15209"/>
                  <a:pt x="71742" y="15219"/>
                </a:cubicBezTo>
                <a:lnTo>
                  <a:pt x="65220" y="15219"/>
                </a:lnTo>
                <a:close/>
                <a:moveTo>
                  <a:pt x="44058" y="41304"/>
                </a:moveTo>
                <a:lnTo>
                  <a:pt x="59794" y="41304"/>
                </a:lnTo>
                <a:lnTo>
                  <a:pt x="51070" y="56110"/>
                </a:lnTo>
                <a:lnTo>
                  <a:pt x="44058" y="41304"/>
                </a:lnTo>
                <a:close/>
                <a:moveTo>
                  <a:pt x="36325" y="45300"/>
                </a:moveTo>
                <a:lnTo>
                  <a:pt x="43702" y="60867"/>
                </a:lnTo>
                <a:lnTo>
                  <a:pt x="36096" y="60867"/>
                </a:lnTo>
                <a:cubicBezTo>
                  <a:pt x="35208" y="57998"/>
                  <a:pt x="33653" y="55431"/>
                  <a:pt x="31598" y="53345"/>
                </a:cubicBezTo>
                <a:lnTo>
                  <a:pt x="36325" y="45300"/>
                </a:lnTo>
                <a:close/>
                <a:moveTo>
                  <a:pt x="82761" y="56641"/>
                </a:moveTo>
                <a:cubicBezTo>
                  <a:pt x="87614" y="57247"/>
                  <a:pt x="91308" y="61274"/>
                  <a:pt x="91308" y="66303"/>
                </a:cubicBezTo>
                <a:cubicBezTo>
                  <a:pt x="91308" y="71760"/>
                  <a:pt x="86977" y="76080"/>
                  <a:pt x="81520" y="76080"/>
                </a:cubicBezTo>
                <a:cubicBezTo>
                  <a:pt x="76073" y="76080"/>
                  <a:pt x="71742" y="71760"/>
                  <a:pt x="71742" y="66303"/>
                </a:cubicBezTo>
                <a:cubicBezTo>
                  <a:pt x="71742" y="63611"/>
                  <a:pt x="72807" y="61191"/>
                  <a:pt x="74528" y="59438"/>
                </a:cubicBezTo>
                <a:lnTo>
                  <a:pt x="77418" y="67733"/>
                </a:lnTo>
                <a:cubicBezTo>
                  <a:pt x="77607" y="68275"/>
                  <a:pt x="77888" y="68776"/>
                  <a:pt x="78275" y="69214"/>
                </a:cubicBezTo>
                <a:cubicBezTo>
                  <a:pt x="78650" y="69642"/>
                  <a:pt x="79109" y="69996"/>
                  <a:pt x="79631" y="70247"/>
                </a:cubicBezTo>
                <a:cubicBezTo>
                  <a:pt x="80142" y="70508"/>
                  <a:pt x="80706" y="70654"/>
                  <a:pt x="81279" y="70685"/>
                </a:cubicBezTo>
                <a:cubicBezTo>
                  <a:pt x="81853" y="70717"/>
                  <a:pt x="82428" y="70644"/>
                  <a:pt x="82970" y="70456"/>
                </a:cubicBezTo>
                <a:cubicBezTo>
                  <a:pt x="83513" y="70268"/>
                  <a:pt x="84014" y="69965"/>
                  <a:pt x="84441" y="69590"/>
                </a:cubicBezTo>
                <a:cubicBezTo>
                  <a:pt x="84869" y="69204"/>
                  <a:pt x="85224" y="68734"/>
                  <a:pt x="85464" y="68213"/>
                </a:cubicBezTo>
                <a:cubicBezTo>
                  <a:pt x="85714" y="67701"/>
                  <a:pt x="85860" y="67138"/>
                  <a:pt x="85881" y="66564"/>
                </a:cubicBezTo>
                <a:cubicBezTo>
                  <a:pt x="85913" y="65990"/>
                  <a:pt x="85829" y="65417"/>
                  <a:pt x="85631" y="64874"/>
                </a:cubicBezTo>
                <a:lnTo>
                  <a:pt x="82761" y="5664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7" name="Красный — SVG 4">
            <a:extLst>
              <a:ext uri="{FF2B5EF4-FFF2-40B4-BE49-F238E27FC236}">
                <a16:creationId xmlns:a16="http://schemas.microsoft.com/office/drawing/2014/main" id="{5EB79D94-6477-E742-A83D-8385CA3CF591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19497 w 170134"/>
              <a:gd name="csY0" fmla="*/ 0 h 120489"/>
              <a:gd name="csX1" fmla="*/ 7094 w 170134"/>
              <a:gd name="csY1" fmla="*/ 12401 h 120489"/>
              <a:gd name="csX2" fmla="*/ 7094 w 170134"/>
              <a:gd name="csY2" fmla="*/ 62022 h 120489"/>
              <a:gd name="csX3" fmla="*/ 7094 w 170134"/>
              <a:gd name="csY3" fmla="*/ 70664 h 120489"/>
              <a:gd name="csX4" fmla="*/ 21267 w 170134"/>
              <a:gd name="csY4" fmla="*/ 67330 h 120489"/>
              <a:gd name="csX5" fmla="*/ 92162 w 170134"/>
              <a:gd name="csY5" fmla="*/ 67330 h 120489"/>
              <a:gd name="csX6" fmla="*/ 106334 w 170134"/>
              <a:gd name="csY6" fmla="*/ 70664 h 120489"/>
              <a:gd name="csX7" fmla="*/ 106334 w 170134"/>
              <a:gd name="csY7" fmla="*/ 51390 h 120489"/>
              <a:gd name="csX8" fmla="*/ 90375 w 170134"/>
              <a:gd name="csY8" fmla="*/ 35434 h 120489"/>
              <a:gd name="csX9" fmla="*/ 67033 w 170134"/>
              <a:gd name="csY9" fmla="*/ 35434 h 120489"/>
              <a:gd name="csX10" fmla="*/ 66675 w 170134"/>
              <a:gd name="csY10" fmla="*/ 34635 h 120489"/>
              <a:gd name="csX11" fmla="*/ 53014 w 170134"/>
              <a:gd name="csY11" fmla="*/ 10020 h 120489"/>
              <a:gd name="csX12" fmla="*/ 35966 w 170134"/>
              <a:gd name="csY12" fmla="*/ 0 h 120489"/>
              <a:gd name="csX13" fmla="*/ 19497 w 170134"/>
              <a:gd name="csY13" fmla="*/ 0 h 120489"/>
              <a:gd name="csX14" fmla="*/ 19497 w 170134"/>
              <a:gd name="csY14" fmla="*/ 10632 h 120489"/>
              <a:gd name="csX15" fmla="*/ 35966 w 170134"/>
              <a:gd name="csY15" fmla="*/ 10632 h 120489"/>
              <a:gd name="csX16" fmla="*/ 43707 w 170134"/>
              <a:gd name="csY16" fmla="*/ 15191 h 120489"/>
              <a:gd name="csX17" fmla="*/ 55906 w 170134"/>
              <a:gd name="csY17" fmla="*/ 37135 h 120489"/>
              <a:gd name="csX18" fmla="*/ 51602 w 170134"/>
              <a:gd name="csY18" fmla="*/ 40112 h 120489"/>
              <a:gd name="csX19" fmla="*/ 47212 w 170134"/>
              <a:gd name="csY19" fmla="*/ 44518 h 120489"/>
              <a:gd name="csX20" fmla="*/ 43452 w 170134"/>
              <a:gd name="csY20" fmla="*/ 46066 h 120489"/>
              <a:gd name="csX21" fmla="*/ 23036 w 170134"/>
              <a:gd name="csY21" fmla="*/ 46066 h 120489"/>
              <a:gd name="csX22" fmla="*/ 17728 w 170134"/>
              <a:gd name="csY22" fmla="*/ 47053 h 120489"/>
              <a:gd name="csX23" fmla="*/ 17728 w 170134"/>
              <a:gd name="csY23" fmla="*/ 12401 h 120489"/>
              <a:gd name="csX24" fmla="*/ 19497 w 170134"/>
              <a:gd name="csY24" fmla="*/ 10632 h 120489"/>
              <a:gd name="csX25" fmla="*/ 129234 w 170134"/>
              <a:gd name="csY25" fmla="*/ 46083 h 120489"/>
              <a:gd name="csX26" fmla="*/ 125559 w 170134"/>
              <a:gd name="csY26" fmla="*/ 47682 h 120489"/>
              <a:gd name="csX27" fmla="*/ 124062 w 170134"/>
              <a:gd name="csY27" fmla="*/ 51390 h 120489"/>
              <a:gd name="csX28" fmla="*/ 124062 w 170134"/>
              <a:gd name="csY28" fmla="*/ 92149 h 120489"/>
              <a:gd name="csX29" fmla="*/ 112186 w 170134"/>
              <a:gd name="csY29" fmla="*/ 92149 h 120489"/>
              <a:gd name="csX30" fmla="*/ 92162 w 170134"/>
              <a:gd name="csY30" fmla="*/ 77962 h 120489"/>
              <a:gd name="csX31" fmla="*/ 21267 w 170134"/>
              <a:gd name="csY31" fmla="*/ 77962 h 120489"/>
              <a:gd name="csX32" fmla="*/ 0 w 170134"/>
              <a:gd name="csY32" fmla="*/ 99226 h 120489"/>
              <a:gd name="csX33" fmla="*/ 21267 w 170134"/>
              <a:gd name="csY33" fmla="*/ 120490 h 120489"/>
              <a:gd name="csX34" fmla="*/ 92162 w 170134"/>
              <a:gd name="csY34" fmla="*/ 120490 h 120489"/>
              <a:gd name="csX35" fmla="*/ 113105 w 170134"/>
              <a:gd name="csY35" fmla="*/ 102781 h 120489"/>
              <a:gd name="csX36" fmla="*/ 124062 w 170134"/>
              <a:gd name="csY36" fmla="*/ 102781 h 120489"/>
              <a:gd name="csX37" fmla="*/ 124062 w 170134"/>
              <a:gd name="csY37" fmla="*/ 115182 h 120489"/>
              <a:gd name="csX38" fmla="*/ 125610 w 170134"/>
              <a:gd name="csY38" fmla="*/ 118942 h 120489"/>
              <a:gd name="csX39" fmla="*/ 129370 w 170134"/>
              <a:gd name="csY39" fmla="*/ 120490 h 120489"/>
              <a:gd name="csX40" fmla="*/ 154567 w 170134"/>
              <a:gd name="csY40" fmla="*/ 120490 h 120489"/>
              <a:gd name="csX41" fmla="*/ 164809 w 170134"/>
              <a:gd name="csY41" fmla="*/ 120490 h 120489"/>
              <a:gd name="csX42" fmla="*/ 167769 w 170134"/>
              <a:gd name="csY42" fmla="*/ 119605 h 120489"/>
              <a:gd name="csX43" fmla="*/ 169726 w 170134"/>
              <a:gd name="csY43" fmla="*/ 117207 h 120489"/>
              <a:gd name="csX44" fmla="*/ 170032 w 170134"/>
              <a:gd name="csY44" fmla="*/ 114144 h 120489"/>
              <a:gd name="csX45" fmla="*/ 168569 w 170134"/>
              <a:gd name="csY45" fmla="*/ 111423 h 120489"/>
              <a:gd name="csX46" fmla="*/ 134593 w 170134"/>
              <a:gd name="csY46" fmla="*/ 50336 h 120489"/>
              <a:gd name="csX47" fmla="*/ 132688 w 170134"/>
              <a:gd name="csY47" fmla="*/ 47240 h 120489"/>
              <a:gd name="csX48" fmla="*/ 129234 w 170134"/>
              <a:gd name="csY48" fmla="*/ 46083 h 120489"/>
              <a:gd name="csX49" fmla="*/ 28361 w 170134"/>
              <a:gd name="csY49" fmla="*/ 92149 h 120489"/>
              <a:gd name="csX50" fmla="*/ 35439 w 170134"/>
              <a:gd name="csY50" fmla="*/ 99226 h 120489"/>
              <a:gd name="csX51" fmla="*/ 28361 w 170134"/>
              <a:gd name="csY51" fmla="*/ 106319 h 120489"/>
              <a:gd name="csX52" fmla="*/ 21267 w 170134"/>
              <a:gd name="csY52" fmla="*/ 99226 h 120489"/>
              <a:gd name="csX53" fmla="*/ 28361 w 170134"/>
              <a:gd name="csY53" fmla="*/ 92149 h 120489"/>
              <a:gd name="csX54" fmla="*/ 56706 w 170134"/>
              <a:gd name="csY54" fmla="*/ 92149 h 120489"/>
              <a:gd name="csX55" fmla="*/ 63800 w 170134"/>
              <a:gd name="csY55" fmla="*/ 99226 h 120489"/>
              <a:gd name="csX56" fmla="*/ 56706 w 170134"/>
              <a:gd name="csY56" fmla="*/ 106319 h 120489"/>
              <a:gd name="csX57" fmla="*/ 49628 w 170134"/>
              <a:gd name="csY57" fmla="*/ 99226 h 120489"/>
              <a:gd name="csX58" fmla="*/ 56706 w 170134"/>
              <a:gd name="csY58" fmla="*/ 92149 h 120489"/>
              <a:gd name="csX59" fmla="*/ 85067 w 170134"/>
              <a:gd name="csY59" fmla="*/ 92149 h 120489"/>
              <a:gd name="csX60" fmla="*/ 92162 w 170134"/>
              <a:gd name="csY60" fmla="*/ 99226 h 120489"/>
              <a:gd name="csX61" fmla="*/ 85067 w 170134"/>
              <a:gd name="csY61" fmla="*/ 106319 h 120489"/>
              <a:gd name="csX62" fmla="*/ 77973 w 170134"/>
              <a:gd name="csY62" fmla="*/ 99226 h 120489"/>
              <a:gd name="csX63" fmla="*/ 85067 w 170134"/>
              <a:gd name="csY63" fmla="*/ 92149 h 120489"/>
            </a:gdLst>
            <a:ahLst/>
            <a:cxnLst/>
            <a:rect l="l" t="t" r="r" b="b"/>
            <a:pathLst>
              <a:path w="100000" h="100000">
                <a:moveTo>
                  <a:pt x="11460" y="14590"/>
                </a:moveTo>
                <a:cubicBezTo>
                  <a:pt x="7470" y="14590"/>
                  <a:pt x="4170" y="17890"/>
                  <a:pt x="4170" y="21879"/>
                </a:cubicBezTo>
                <a:lnTo>
                  <a:pt x="4170" y="51045"/>
                </a:lnTo>
                <a:lnTo>
                  <a:pt x="4170" y="56124"/>
                </a:lnTo>
                <a:cubicBezTo>
                  <a:pt x="6690" y="54875"/>
                  <a:pt x="9520" y="54165"/>
                  <a:pt x="12500" y="54165"/>
                </a:cubicBezTo>
                <a:lnTo>
                  <a:pt x="54170" y="54165"/>
                </a:lnTo>
                <a:cubicBezTo>
                  <a:pt x="57150" y="54165"/>
                  <a:pt x="59980" y="54875"/>
                  <a:pt x="62500" y="56124"/>
                </a:cubicBezTo>
                <a:lnTo>
                  <a:pt x="62500" y="44796"/>
                </a:lnTo>
                <a:cubicBezTo>
                  <a:pt x="62500" y="39627"/>
                  <a:pt x="58290" y="35417"/>
                  <a:pt x="53120" y="35417"/>
                </a:cubicBezTo>
                <a:lnTo>
                  <a:pt x="39400" y="35417"/>
                </a:lnTo>
                <a:cubicBezTo>
                  <a:pt x="39340" y="35257"/>
                  <a:pt x="39270" y="35097"/>
                  <a:pt x="39190" y="34947"/>
                </a:cubicBezTo>
                <a:lnTo>
                  <a:pt x="31160" y="20479"/>
                </a:lnTo>
                <a:cubicBezTo>
                  <a:pt x="29140" y="16850"/>
                  <a:pt x="25300" y="14590"/>
                  <a:pt x="21140" y="14590"/>
                </a:cubicBezTo>
                <a:lnTo>
                  <a:pt x="11460" y="14590"/>
                </a:lnTo>
                <a:close/>
                <a:moveTo>
                  <a:pt x="11460" y="20839"/>
                </a:moveTo>
                <a:lnTo>
                  <a:pt x="21140" y="20839"/>
                </a:lnTo>
                <a:cubicBezTo>
                  <a:pt x="23040" y="20839"/>
                  <a:pt x="24770" y="21859"/>
                  <a:pt x="25690" y="23519"/>
                </a:cubicBezTo>
                <a:lnTo>
                  <a:pt x="32860" y="36417"/>
                </a:lnTo>
                <a:cubicBezTo>
                  <a:pt x="31940" y="36867"/>
                  <a:pt x="31070" y="37437"/>
                  <a:pt x="30330" y="38167"/>
                </a:cubicBezTo>
                <a:lnTo>
                  <a:pt x="27750" y="40756"/>
                </a:lnTo>
                <a:cubicBezTo>
                  <a:pt x="27170" y="41337"/>
                  <a:pt x="26350" y="41666"/>
                  <a:pt x="25540" y="41666"/>
                </a:cubicBezTo>
                <a:lnTo>
                  <a:pt x="13540" y="41666"/>
                </a:lnTo>
                <a:cubicBezTo>
                  <a:pt x="12440" y="41666"/>
                  <a:pt x="11400" y="41896"/>
                  <a:pt x="10420" y="42246"/>
                </a:cubicBezTo>
                <a:lnTo>
                  <a:pt x="10420" y="21879"/>
                </a:lnTo>
                <a:cubicBezTo>
                  <a:pt x="10420" y="21269"/>
                  <a:pt x="10840" y="20839"/>
                  <a:pt x="11460" y="20839"/>
                </a:cubicBezTo>
                <a:close/>
                <a:moveTo>
                  <a:pt x="75960" y="41676"/>
                </a:moveTo>
                <a:cubicBezTo>
                  <a:pt x="75140" y="41696"/>
                  <a:pt x="74370" y="42036"/>
                  <a:pt x="73800" y="42616"/>
                </a:cubicBezTo>
                <a:cubicBezTo>
                  <a:pt x="73240" y="43196"/>
                  <a:pt x="72920" y="43976"/>
                  <a:pt x="72920" y="44796"/>
                </a:cubicBezTo>
                <a:lnTo>
                  <a:pt x="72920" y="68753"/>
                </a:lnTo>
                <a:lnTo>
                  <a:pt x="65940" y="68753"/>
                </a:lnTo>
                <a:cubicBezTo>
                  <a:pt x="64220" y="63903"/>
                  <a:pt x="59600" y="60414"/>
                  <a:pt x="54170" y="60414"/>
                </a:cubicBezTo>
                <a:lnTo>
                  <a:pt x="12500" y="60414"/>
                </a:lnTo>
                <a:cubicBezTo>
                  <a:pt x="5610" y="60414"/>
                  <a:pt x="0" y="66023"/>
                  <a:pt x="0" y="72912"/>
                </a:cubicBezTo>
                <a:cubicBezTo>
                  <a:pt x="0" y="79811"/>
                  <a:pt x="5610" y="85411"/>
                  <a:pt x="12500" y="85411"/>
                </a:cubicBezTo>
                <a:lnTo>
                  <a:pt x="54170" y="85411"/>
                </a:lnTo>
                <a:cubicBezTo>
                  <a:pt x="60350" y="85411"/>
                  <a:pt x="65480" y="80901"/>
                  <a:pt x="66480" y="75002"/>
                </a:cubicBezTo>
                <a:lnTo>
                  <a:pt x="72920" y="75002"/>
                </a:lnTo>
                <a:lnTo>
                  <a:pt x="72920" y="82291"/>
                </a:lnTo>
                <a:cubicBezTo>
                  <a:pt x="72920" y="83121"/>
                  <a:pt x="73250" y="83911"/>
                  <a:pt x="73830" y="84501"/>
                </a:cubicBezTo>
                <a:cubicBezTo>
                  <a:pt x="74420" y="85080"/>
                  <a:pt x="75210" y="85411"/>
                  <a:pt x="76040" y="85411"/>
                </a:cubicBezTo>
                <a:lnTo>
                  <a:pt x="90850" y="85411"/>
                </a:lnTo>
                <a:lnTo>
                  <a:pt x="96870" y="85411"/>
                </a:lnTo>
                <a:cubicBezTo>
                  <a:pt x="97490" y="85411"/>
                  <a:pt x="98100" y="85230"/>
                  <a:pt x="98610" y="84890"/>
                </a:cubicBezTo>
                <a:cubicBezTo>
                  <a:pt x="99120" y="84541"/>
                  <a:pt x="99520" y="84051"/>
                  <a:pt x="99760" y="83481"/>
                </a:cubicBezTo>
                <a:cubicBezTo>
                  <a:pt x="100000" y="82911"/>
                  <a:pt x="100060" y="82281"/>
                  <a:pt x="99940" y="81681"/>
                </a:cubicBezTo>
                <a:cubicBezTo>
                  <a:pt x="99820" y="81071"/>
                  <a:pt x="99520" y="80521"/>
                  <a:pt x="99080" y="80081"/>
                </a:cubicBezTo>
                <a:cubicBezTo>
                  <a:pt x="99080" y="80081"/>
                  <a:pt x="83020" y="63754"/>
                  <a:pt x="79110" y="44176"/>
                </a:cubicBezTo>
                <a:cubicBezTo>
                  <a:pt x="78960" y="43456"/>
                  <a:pt x="78560" y="42806"/>
                  <a:pt x="77990" y="42356"/>
                </a:cubicBezTo>
                <a:cubicBezTo>
                  <a:pt x="77410" y="41896"/>
                  <a:pt x="76690" y="41656"/>
                  <a:pt x="75960" y="41676"/>
                </a:cubicBezTo>
                <a:close/>
                <a:moveTo>
                  <a:pt x="16670" y="68753"/>
                </a:moveTo>
                <a:cubicBezTo>
                  <a:pt x="18970" y="68753"/>
                  <a:pt x="20830" y="70612"/>
                  <a:pt x="20830" y="72912"/>
                </a:cubicBezTo>
                <a:cubicBezTo>
                  <a:pt x="20830" y="75222"/>
                  <a:pt x="18970" y="77081"/>
                  <a:pt x="16670" y="77081"/>
                </a:cubicBezTo>
                <a:cubicBezTo>
                  <a:pt x="14360" y="77081"/>
                  <a:pt x="12500" y="75222"/>
                  <a:pt x="12500" y="72912"/>
                </a:cubicBezTo>
                <a:cubicBezTo>
                  <a:pt x="12500" y="70612"/>
                  <a:pt x="14360" y="68753"/>
                  <a:pt x="16670" y="68753"/>
                </a:cubicBezTo>
                <a:close/>
                <a:moveTo>
                  <a:pt x="33330" y="68753"/>
                </a:moveTo>
                <a:cubicBezTo>
                  <a:pt x="35640" y="68753"/>
                  <a:pt x="37500" y="70612"/>
                  <a:pt x="37500" y="72912"/>
                </a:cubicBezTo>
                <a:cubicBezTo>
                  <a:pt x="37500" y="75222"/>
                  <a:pt x="35640" y="77081"/>
                  <a:pt x="33330" y="77081"/>
                </a:cubicBezTo>
                <a:cubicBezTo>
                  <a:pt x="31030" y="77081"/>
                  <a:pt x="29170" y="75222"/>
                  <a:pt x="29170" y="72912"/>
                </a:cubicBezTo>
                <a:cubicBezTo>
                  <a:pt x="29170" y="70612"/>
                  <a:pt x="31030" y="68753"/>
                  <a:pt x="33330" y="68753"/>
                </a:cubicBezTo>
                <a:close/>
                <a:moveTo>
                  <a:pt x="50000" y="68753"/>
                </a:moveTo>
                <a:cubicBezTo>
                  <a:pt x="52300" y="68753"/>
                  <a:pt x="54170" y="70612"/>
                  <a:pt x="54170" y="72912"/>
                </a:cubicBezTo>
                <a:cubicBezTo>
                  <a:pt x="54170" y="75222"/>
                  <a:pt x="52300" y="77081"/>
                  <a:pt x="50000" y="77081"/>
                </a:cubicBezTo>
                <a:cubicBezTo>
                  <a:pt x="47700" y="77081"/>
                  <a:pt x="45830" y="75222"/>
                  <a:pt x="45830" y="72912"/>
                </a:cubicBezTo>
                <a:cubicBezTo>
                  <a:pt x="45830" y="70612"/>
                  <a:pt x="47700" y="68753"/>
                  <a:pt x="50000" y="6875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8" name="Красный — SVG 5">
            <a:extLst>
              <a:ext uri="{FF2B5EF4-FFF2-40B4-BE49-F238E27FC236}">
                <a16:creationId xmlns:a16="http://schemas.microsoft.com/office/drawing/2014/main" id="{C2E2411E-E2B7-C348-992F-429939F0CCBD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85171 w 141973"/>
              <a:gd name="csY0" fmla="*/ 0 h 152385"/>
              <a:gd name="csX1" fmla="*/ 81105 w 141973"/>
              <a:gd name="csY1" fmla="*/ 1293 h 152385"/>
              <a:gd name="csX2" fmla="*/ 78519 w 141973"/>
              <a:gd name="csY2" fmla="*/ 4695 h 152385"/>
              <a:gd name="csX3" fmla="*/ 78349 w 141973"/>
              <a:gd name="csY3" fmla="*/ 8948 h 152385"/>
              <a:gd name="csX4" fmla="*/ 80663 w 141973"/>
              <a:gd name="csY4" fmla="*/ 12537 h 152385"/>
              <a:gd name="csX5" fmla="*/ 71017 w 141973"/>
              <a:gd name="csY5" fmla="*/ 14102 h 152385"/>
              <a:gd name="csX6" fmla="*/ 69298 w 141973"/>
              <a:gd name="csY6" fmla="*/ 14391 h 152385"/>
              <a:gd name="csX7" fmla="*/ 62850 w 141973"/>
              <a:gd name="csY7" fmla="*/ 15429 h 152385"/>
              <a:gd name="csX8" fmla="*/ 63905 w 141973"/>
              <a:gd name="csY8" fmla="*/ 11857 h 152385"/>
              <a:gd name="csX9" fmla="*/ 63002 w 141973"/>
              <a:gd name="csY9" fmla="*/ 8250 h 152385"/>
              <a:gd name="csX10" fmla="*/ 60416 w 141973"/>
              <a:gd name="csY10" fmla="*/ 5597 h 152385"/>
              <a:gd name="csX11" fmla="*/ 56827 w 141973"/>
              <a:gd name="csY11" fmla="*/ 4610 h 152385"/>
              <a:gd name="csX12" fmla="*/ 52760 w 141973"/>
              <a:gd name="csY12" fmla="*/ 5903 h 152385"/>
              <a:gd name="csX13" fmla="*/ 50175 w 141973"/>
              <a:gd name="csY13" fmla="*/ 9288 h 152385"/>
              <a:gd name="csX14" fmla="*/ 49987 w 141973"/>
              <a:gd name="csY14" fmla="*/ 13541 h 152385"/>
              <a:gd name="csX15" fmla="*/ 52302 w 141973"/>
              <a:gd name="csY15" fmla="*/ 17130 h 152385"/>
              <a:gd name="csX16" fmla="*/ 4579 w 141973"/>
              <a:gd name="csY16" fmla="*/ 24870 h 152385"/>
              <a:gd name="csX17" fmla="*/ 2588 w 141973"/>
              <a:gd name="csY17" fmla="*/ 25585 h 152385"/>
              <a:gd name="csX18" fmla="*/ 1040 w 141973"/>
              <a:gd name="csY18" fmla="*/ 26997 h 152385"/>
              <a:gd name="csX19" fmla="*/ 155 w 141973"/>
              <a:gd name="csY19" fmla="*/ 28885 h 152385"/>
              <a:gd name="csX20" fmla="*/ 70 w 141973"/>
              <a:gd name="csY20" fmla="*/ 30994 h 152385"/>
              <a:gd name="csX21" fmla="*/ 819 w 141973"/>
              <a:gd name="csY21" fmla="*/ 32968 h 152385"/>
              <a:gd name="csX22" fmla="*/ 2248 w 141973"/>
              <a:gd name="csY22" fmla="*/ 34482 h 152385"/>
              <a:gd name="csX23" fmla="*/ 4171 w 141973"/>
              <a:gd name="csY23" fmla="*/ 35332 h 152385"/>
              <a:gd name="csX24" fmla="*/ 6280 w 141973"/>
              <a:gd name="csY24" fmla="*/ 35366 h 152385"/>
              <a:gd name="csX25" fmla="*/ 65691 w 141973"/>
              <a:gd name="csY25" fmla="*/ 25738 h 152385"/>
              <a:gd name="csX26" fmla="*/ 65691 w 141973"/>
              <a:gd name="csY26" fmla="*/ 46066 h 152385"/>
              <a:gd name="csX27" fmla="*/ 53271 w 141973"/>
              <a:gd name="csY27" fmla="*/ 46066 h 152385"/>
              <a:gd name="csX28" fmla="*/ 46193 w 141973"/>
              <a:gd name="csY28" fmla="*/ 53160 h 152385"/>
              <a:gd name="csX29" fmla="*/ 46193 w 141973"/>
              <a:gd name="csY29" fmla="*/ 53194 h 152385"/>
              <a:gd name="csX30" fmla="*/ 28313 w 141973"/>
              <a:gd name="csY30" fmla="*/ 65867 h 152385"/>
              <a:gd name="csX31" fmla="*/ 21371 w 141973"/>
              <a:gd name="csY31" fmla="*/ 102781 h 152385"/>
              <a:gd name="csX32" fmla="*/ 21524 w 141973"/>
              <a:gd name="csY32" fmla="*/ 107510 h 152385"/>
              <a:gd name="csX33" fmla="*/ 21626 w 141973"/>
              <a:gd name="csY33" fmla="*/ 109296 h 152385"/>
              <a:gd name="csX34" fmla="*/ 28329 w 141973"/>
              <a:gd name="csY34" fmla="*/ 139695 h 152385"/>
              <a:gd name="csX35" fmla="*/ 46602 w 141973"/>
              <a:gd name="csY35" fmla="*/ 152385 h 152385"/>
              <a:gd name="csX36" fmla="*/ 95396 w 141973"/>
              <a:gd name="csY36" fmla="*/ 152385 h 152385"/>
              <a:gd name="csX37" fmla="*/ 113685 w 141973"/>
              <a:gd name="csY37" fmla="*/ 139695 h 152385"/>
              <a:gd name="csX38" fmla="*/ 113685 w 141973"/>
              <a:gd name="csY38" fmla="*/ 139678 h 152385"/>
              <a:gd name="csX39" fmla="*/ 120372 w 141973"/>
              <a:gd name="csY39" fmla="*/ 109296 h 152385"/>
              <a:gd name="csX40" fmla="*/ 120491 w 141973"/>
              <a:gd name="csY40" fmla="*/ 107476 h 152385"/>
              <a:gd name="csX41" fmla="*/ 120491 w 141973"/>
              <a:gd name="csY41" fmla="*/ 107476 h 152385"/>
              <a:gd name="csX42" fmla="*/ 120627 w 141973"/>
              <a:gd name="csY42" fmla="*/ 102781 h 152385"/>
              <a:gd name="csX43" fmla="*/ 113669 w 141973"/>
              <a:gd name="csY43" fmla="*/ 65867 h 152385"/>
              <a:gd name="csX44" fmla="*/ 95805 w 141973"/>
              <a:gd name="csY44" fmla="*/ 53194 h 152385"/>
              <a:gd name="csX45" fmla="*/ 95805 w 141973"/>
              <a:gd name="csY45" fmla="*/ 53160 h 152385"/>
              <a:gd name="csX46" fmla="*/ 88727 w 141973"/>
              <a:gd name="csY46" fmla="*/ 46066 h 152385"/>
              <a:gd name="csX47" fmla="*/ 76324 w 141973"/>
              <a:gd name="csY47" fmla="*/ 46066 h 152385"/>
              <a:gd name="csX48" fmla="*/ 76324 w 141973"/>
              <a:gd name="csY48" fmla="*/ 24020 h 152385"/>
              <a:gd name="csX49" fmla="*/ 137420 w 141973"/>
              <a:gd name="csY49" fmla="*/ 14102 h 152385"/>
              <a:gd name="csX50" fmla="*/ 140805 w 141973"/>
              <a:gd name="csY50" fmla="*/ 12163 h 152385"/>
              <a:gd name="csX51" fmla="*/ 141962 w 141973"/>
              <a:gd name="csY51" fmla="*/ 8437 h 152385"/>
              <a:gd name="csX52" fmla="*/ 140261 w 141973"/>
              <a:gd name="csY52" fmla="*/ 4933 h 152385"/>
              <a:gd name="csX53" fmla="*/ 136620 w 141973"/>
              <a:gd name="csY53" fmla="*/ 3538 h 152385"/>
              <a:gd name="csX54" fmla="*/ 135718 w 141973"/>
              <a:gd name="csY54" fmla="*/ 3606 h 152385"/>
              <a:gd name="csX55" fmla="*/ 91194 w 141973"/>
              <a:gd name="csY55" fmla="*/ 10836 h 152385"/>
              <a:gd name="csX56" fmla="*/ 92266 w 141973"/>
              <a:gd name="csY56" fmla="*/ 7264 h 152385"/>
              <a:gd name="csX57" fmla="*/ 91365 w 141973"/>
              <a:gd name="csY57" fmla="*/ 3640 h 152385"/>
              <a:gd name="csX58" fmla="*/ 88778 w 141973"/>
              <a:gd name="csY58" fmla="*/ 987 h 152385"/>
              <a:gd name="csX59" fmla="*/ 85171 w 141973"/>
              <a:gd name="csY59" fmla="*/ 0 h 152385"/>
              <a:gd name="csX60" fmla="*/ 46602 w 141973"/>
              <a:gd name="csY60" fmla="*/ 63792 h 152385"/>
              <a:gd name="csX61" fmla="*/ 65691 w 141973"/>
              <a:gd name="csY61" fmla="*/ 63792 h 152385"/>
              <a:gd name="csX62" fmla="*/ 65691 w 141973"/>
              <a:gd name="csY62" fmla="*/ 102781 h 152385"/>
              <a:gd name="csX63" fmla="*/ 32005 w 141973"/>
              <a:gd name="csY63" fmla="*/ 102781 h 152385"/>
              <a:gd name="csX64" fmla="*/ 38282 w 141973"/>
              <a:gd name="csY64" fmla="*/ 69575 h 152385"/>
              <a:gd name="csX65" fmla="*/ 46602 w 141973"/>
              <a:gd name="csY65" fmla="*/ 63792 h 152385"/>
              <a:gd name="csX66" fmla="*/ 76324 w 141973"/>
              <a:gd name="csY66" fmla="*/ 63792 h 152385"/>
              <a:gd name="csX67" fmla="*/ 95396 w 141973"/>
              <a:gd name="csY67" fmla="*/ 63792 h 152385"/>
              <a:gd name="csX68" fmla="*/ 103716 w 141973"/>
              <a:gd name="csY68" fmla="*/ 69575 h 152385"/>
              <a:gd name="csX69" fmla="*/ 103716 w 141973"/>
              <a:gd name="csY69" fmla="*/ 69575 h 152385"/>
              <a:gd name="csX70" fmla="*/ 109994 w 141973"/>
              <a:gd name="csY70" fmla="*/ 102781 h 152385"/>
              <a:gd name="csX71" fmla="*/ 76324 w 141973"/>
              <a:gd name="csY71" fmla="*/ 102781 h 152385"/>
              <a:gd name="csX72" fmla="*/ 76324 w 141973"/>
              <a:gd name="csY72" fmla="*/ 63792 h 152385"/>
            </a:gdLst>
            <a:ahLst/>
            <a:cxnLst/>
            <a:rect l="l" t="t" r="r" b="b"/>
            <a:pathLst>
              <a:path w="100000" h="100000">
                <a:moveTo>
                  <a:pt x="59308" y="0"/>
                </a:moveTo>
                <a:cubicBezTo>
                  <a:pt x="58359" y="0"/>
                  <a:pt x="57422" y="301"/>
                  <a:pt x="56640" y="849"/>
                </a:cubicBezTo>
                <a:cubicBezTo>
                  <a:pt x="55859" y="1395"/>
                  <a:pt x="55267" y="2177"/>
                  <a:pt x="54943" y="3081"/>
                </a:cubicBezTo>
                <a:cubicBezTo>
                  <a:pt x="54619" y="3974"/>
                  <a:pt x="54586" y="4957"/>
                  <a:pt x="54832" y="5872"/>
                </a:cubicBezTo>
                <a:cubicBezTo>
                  <a:pt x="55088" y="6799"/>
                  <a:pt x="55613" y="7625"/>
                  <a:pt x="56350" y="8227"/>
                </a:cubicBezTo>
                <a:lnTo>
                  <a:pt x="50020" y="9254"/>
                </a:lnTo>
                <a:cubicBezTo>
                  <a:pt x="49640" y="9254"/>
                  <a:pt x="49260" y="9321"/>
                  <a:pt x="48892" y="9444"/>
                </a:cubicBezTo>
                <a:lnTo>
                  <a:pt x="44661" y="10125"/>
                </a:lnTo>
                <a:cubicBezTo>
                  <a:pt x="45096" y="9422"/>
                  <a:pt x="45331" y="8618"/>
                  <a:pt x="45353" y="7781"/>
                </a:cubicBezTo>
                <a:cubicBezTo>
                  <a:pt x="45375" y="6955"/>
                  <a:pt x="45174" y="6140"/>
                  <a:pt x="44760" y="5414"/>
                </a:cubicBezTo>
                <a:cubicBezTo>
                  <a:pt x="44359" y="4689"/>
                  <a:pt x="43778" y="4086"/>
                  <a:pt x="43063" y="3673"/>
                </a:cubicBezTo>
                <a:cubicBezTo>
                  <a:pt x="42349" y="3248"/>
                  <a:pt x="41534" y="3025"/>
                  <a:pt x="40708" y="3025"/>
                </a:cubicBezTo>
                <a:cubicBezTo>
                  <a:pt x="39748" y="3025"/>
                  <a:pt x="38821" y="3326"/>
                  <a:pt x="38039" y="3874"/>
                </a:cubicBezTo>
                <a:cubicBezTo>
                  <a:pt x="37258" y="4420"/>
                  <a:pt x="36666" y="5202"/>
                  <a:pt x="36343" y="6095"/>
                </a:cubicBezTo>
                <a:cubicBezTo>
                  <a:pt x="36019" y="6988"/>
                  <a:pt x="35975" y="7971"/>
                  <a:pt x="36219" y="8886"/>
                </a:cubicBezTo>
                <a:cubicBezTo>
                  <a:pt x="36477" y="9813"/>
                  <a:pt x="37002" y="10639"/>
                  <a:pt x="37739" y="11241"/>
                </a:cubicBezTo>
                <a:lnTo>
                  <a:pt x="6421" y="16321"/>
                </a:lnTo>
                <a:cubicBezTo>
                  <a:pt x="5963" y="16387"/>
                  <a:pt x="5517" y="16544"/>
                  <a:pt x="5115" y="16790"/>
                </a:cubicBezTo>
                <a:cubicBezTo>
                  <a:pt x="4724" y="17024"/>
                  <a:pt x="4378" y="17336"/>
                  <a:pt x="4099" y="17716"/>
                </a:cubicBezTo>
                <a:cubicBezTo>
                  <a:pt x="3819" y="18084"/>
                  <a:pt x="3619" y="18508"/>
                  <a:pt x="3518" y="18955"/>
                </a:cubicBezTo>
                <a:cubicBezTo>
                  <a:pt x="3407" y="19413"/>
                  <a:pt x="3385" y="19882"/>
                  <a:pt x="3462" y="20339"/>
                </a:cubicBezTo>
                <a:cubicBezTo>
                  <a:pt x="3540" y="20797"/>
                  <a:pt x="3697" y="21232"/>
                  <a:pt x="3954" y="21635"/>
                </a:cubicBezTo>
                <a:cubicBezTo>
                  <a:pt x="4199" y="22025"/>
                  <a:pt x="4512" y="22360"/>
                  <a:pt x="4892" y="22628"/>
                </a:cubicBezTo>
                <a:cubicBezTo>
                  <a:pt x="5272" y="22896"/>
                  <a:pt x="5707" y="23086"/>
                  <a:pt x="6153" y="23186"/>
                </a:cubicBezTo>
                <a:cubicBezTo>
                  <a:pt x="6611" y="23286"/>
                  <a:pt x="7079" y="23298"/>
                  <a:pt x="7537" y="23208"/>
                </a:cubicBezTo>
                <a:lnTo>
                  <a:pt x="46525" y="16890"/>
                </a:lnTo>
                <a:lnTo>
                  <a:pt x="46525" y="30230"/>
                </a:lnTo>
                <a:lnTo>
                  <a:pt x="38375" y="30230"/>
                </a:lnTo>
                <a:cubicBezTo>
                  <a:pt x="35807" y="30230"/>
                  <a:pt x="33730" y="32317"/>
                  <a:pt x="33730" y="34885"/>
                </a:cubicBezTo>
                <a:lnTo>
                  <a:pt x="33730" y="34908"/>
                </a:lnTo>
                <a:cubicBezTo>
                  <a:pt x="28494" y="35019"/>
                  <a:pt x="23826" y="38312"/>
                  <a:pt x="21996" y="43224"/>
                </a:cubicBezTo>
                <a:cubicBezTo>
                  <a:pt x="19930" y="48783"/>
                  <a:pt x="17441" y="57457"/>
                  <a:pt x="17441" y="67448"/>
                </a:cubicBezTo>
                <a:cubicBezTo>
                  <a:pt x="17441" y="68498"/>
                  <a:pt x="17485" y="69536"/>
                  <a:pt x="17541" y="70552"/>
                </a:cubicBezTo>
                <a:cubicBezTo>
                  <a:pt x="17496" y="70943"/>
                  <a:pt x="17519" y="71344"/>
                  <a:pt x="17608" y="71724"/>
                </a:cubicBezTo>
                <a:cubicBezTo>
                  <a:pt x="18178" y="79885"/>
                  <a:pt x="20232" y="86917"/>
                  <a:pt x="22007" y="91672"/>
                </a:cubicBezTo>
                <a:cubicBezTo>
                  <a:pt x="23871" y="96662"/>
                  <a:pt x="28661" y="100000"/>
                  <a:pt x="33998" y="100000"/>
                </a:cubicBezTo>
                <a:lnTo>
                  <a:pt x="66018" y="100000"/>
                </a:lnTo>
                <a:cubicBezTo>
                  <a:pt x="71367" y="100000"/>
                  <a:pt x="76156" y="96662"/>
                  <a:pt x="78020" y="91672"/>
                </a:cubicBezTo>
                <a:lnTo>
                  <a:pt x="78020" y="91661"/>
                </a:lnTo>
                <a:cubicBezTo>
                  <a:pt x="79785" y="86917"/>
                  <a:pt x="81839" y="79885"/>
                  <a:pt x="82408" y="71724"/>
                </a:cubicBezTo>
                <a:cubicBezTo>
                  <a:pt x="82498" y="71333"/>
                  <a:pt x="82520" y="70932"/>
                  <a:pt x="82486" y="70529"/>
                </a:cubicBezTo>
                <a:lnTo>
                  <a:pt x="82486" y="70529"/>
                </a:lnTo>
                <a:cubicBezTo>
                  <a:pt x="82531" y="69513"/>
                  <a:pt x="82576" y="68486"/>
                  <a:pt x="82576" y="67448"/>
                </a:cubicBezTo>
                <a:cubicBezTo>
                  <a:pt x="82576" y="57457"/>
                  <a:pt x="80086" y="48783"/>
                  <a:pt x="78010" y="43224"/>
                </a:cubicBezTo>
                <a:cubicBezTo>
                  <a:pt x="76178" y="38312"/>
                  <a:pt x="71523" y="35019"/>
                  <a:pt x="66287" y="34908"/>
                </a:cubicBezTo>
                <a:lnTo>
                  <a:pt x="66287" y="34885"/>
                </a:lnTo>
                <a:cubicBezTo>
                  <a:pt x="66287" y="32317"/>
                  <a:pt x="64210" y="30230"/>
                  <a:pt x="61642" y="30230"/>
                </a:cubicBezTo>
                <a:lnTo>
                  <a:pt x="53503" y="30230"/>
                </a:lnTo>
                <a:lnTo>
                  <a:pt x="53503" y="15763"/>
                </a:lnTo>
                <a:lnTo>
                  <a:pt x="93596" y="9254"/>
                </a:lnTo>
                <a:cubicBezTo>
                  <a:pt x="94478" y="9131"/>
                  <a:pt x="95271" y="8674"/>
                  <a:pt x="95817" y="7982"/>
                </a:cubicBezTo>
                <a:cubicBezTo>
                  <a:pt x="96364" y="7289"/>
                  <a:pt x="96633" y="6419"/>
                  <a:pt x="96576" y="5537"/>
                </a:cubicBezTo>
                <a:cubicBezTo>
                  <a:pt x="96509" y="4666"/>
                  <a:pt x="96108" y="3840"/>
                  <a:pt x="95460" y="3237"/>
                </a:cubicBezTo>
                <a:cubicBezTo>
                  <a:pt x="94801" y="2646"/>
                  <a:pt x="93953" y="2311"/>
                  <a:pt x="93071" y="2322"/>
                </a:cubicBezTo>
                <a:cubicBezTo>
                  <a:pt x="92870" y="2322"/>
                  <a:pt x="92680" y="2333"/>
                  <a:pt x="92479" y="2366"/>
                </a:cubicBezTo>
                <a:lnTo>
                  <a:pt x="63261" y="7111"/>
                </a:lnTo>
                <a:cubicBezTo>
                  <a:pt x="63697" y="6407"/>
                  <a:pt x="63942" y="5593"/>
                  <a:pt x="63964" y="4767"/>
                </a:cubicBezTo>
                <a:cubicBezTo>
                  <a:pt x="63987" y="3941"/>
                  <a:pt x="63785" y="3114"/>
                  <a:pt x="63373" y="2389"/>
                </a:cubicBezTo>
                <a:cubicBezTo>
                  <a:pt x="62970" y="1664"/>
                  <a:pt x="62390" y="1060"/>
                  <a:pt x="61675" y="648"/>
                </a:cubicBezTo>
                <a:cubicBezTo>
                  <a:pt x="60961" y="223"/>
                  <a:pt x="60146" y="0"/>
                  <a:pt x="59308" y="0"/>
                </a:cubicBezTo>
                <a:close/>
                <a:moveTo>
                  <a:pt x="33998" y="41862"/>
                </a:moveTo>
                <a:lnTo>
                  <a:pt x="46525" y="41862"/>
                </a:lnTo>
                <a:lnTo>
                  <a:pt x="46525" y="67448"/>
                </a:lnTo>
                <a:lnTo>
                  <a:pt x="24419" y="67448"/>
                </a:lnTo>
                <a:cubicBezTo>
                  <a:pt x="24419" y="58629"/>
                  <a:pt x="26663" y="50692"/>
                  <a:pt x="28538" y="45657"/>
                </a:cubicBezTo>
                <a:cubicBezTo>
                  <a:pt x="29398" y="43358"/>
                  <a:pt x="31553" y="41862"/>
                  <a:pt x="33998" y="41862"/>
                </a:cubicBezTo>
                <a:close/>
                <a:moveTo>
                  <a:pt x="53503" y="41862"/>
                </a:moveTo>
                <a:lnTo>
                  <a:pt x="66018" y="41862"/>
                </a:lnTo>
                <a:cubicBezTo>
                  <a:pt x="68475" y="41862"/>
                  <a:pt x="70618" y="43358"/>
                  <a:pt x="71478" y="45657"/>
                </a:cubicBezTo>
                <a:lnTo>
                  <a:pt x="71478" y="45657"/>
                </a:lnTo>
                <a:cubicBezTo>
                  <a:pt x="73354" y="50692"/>
                  <a:pt x="75598" y="58629"/>
                  <a:pt x="75598" y="67448"/>
                </a:cubicBezTo>
                <a:lnTo>
                  <a:pt x="53503" y="67448"/>
                </a:lnTo>
                <a:lnTo>
                  <a:pt x="53503" y="4186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9" name="Красный — SVG 6">
            <a:extLst>
              <a:ext uri="{FF2B5EF4-FFF2-40B4-BE49-F238E27FC236}">
                <a16:creationId xmlns:a16="http://schemas.microsoft.com/office/drawing/2014/main" id="{F11C2EBE-AF33-534B-870B-69F9323183C1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19494 w 155956"/>
              <a:gd name="csY0" fmla="*/ 0 h 134676"/>
              <a:gd name="csX1" fmla="*/ 0 w 155956"/>
              <a:gd name="csY1" fmla="*/ 19495 h 134676"/>
              <a:gd name="csX2" fmla="*/ 0 w 155956"/>
              <a:gd name="csY2" fmla="*/ 104550 h 134676"/>
              <a:gd name="csX3" fmla="*/ 15950 w 155956"/>
              <a:gd name="csY3" fmla="*/ 120490 h 134676"/>
              <a:gd name="csX4" fmla="*/ 25165 w 155956"/>
              <a:gd name="csY4" fmla="*/ 120490 h 134676"/>
              <a:gd name="csX5" fmla="*/ 29256 w 155956"/>
              <a:gd name="csY5" fmla="*/ 129012 h 134676"/>
              <a:gd name="csX6" fmla="*/ 42534 w 155956"/>
              <a:gd name="csY6" fmla="*/ 134677 h 134676"/>
              <a:gd name="csX7" fmla="*/ 55811 w 155956"/>
              <a:gd name="csY7" fmla="*/ 129012 h 134676"/>
              <a:gd name="csX8" fmla="*/ 59902 w 155956"/>
              <a:gd name="csY8" fmla="*/ 120490 h 134676"/>
              <a:gd name="csX9" fmla="*/ 92157 w 155956"/>
              <a:gd name="csY9" fmla="*/ 120490 h 134676"/>
              <a:gd name="csX10" fmla="*/ 92157 w 155956"/>
              <a:gd name="csY10" fmla="*/ 49621 h 134676"/>
              <a:gd name="csX11" fmla="*/ 102790 w 155956"/>
              <a:gd name="csY11" fmla="*/ 38990 h 134676"/>
              <a:gd name="csX12" fmla="*/ 132917 w 155956"/>
              <a:gd name="csY12" fmla="*/ 38990 h 134676"/>
              <a:gd name="csX13" fmla="*/ 152411 w 155956"/>
              <a:gd name="csY13" fmla="*/ 19495 h 134676"/>
              <a:gd name="csX14" fmla="*/ 132917 w 155956"/>
              <a:gd name="csY14" fmla="*/ 0 h 134676"/>
              <a:gd name="csX15" fmla="*/ 19494 w 155956"/>
              <a:gd name="csY15" fmla="*/ 0 h 134676"/>
              <a:gd name="csX16" fmla="*/ 118740 w 155956"/>
              <a:gd name="csY16" fmla="*/ 14170 h 134676"/>
              <a:gd name="csX17" fmla="*/ 132917 w 155956"/>
              <a:gd name="csY17" fmla="*/ 14170 h 134676"/>
              <a:gd name="csX18" fmla="*/ 138234 w 155956"/>
              <a:gd name="csY18" fmla="*/ 19495 h 134676"/>
              <a:gd name="csX19" fmla="*/ 132917 w 155956"/>
              <a:gd name="csY19" fmla="*/ 24802 h 134676"/>
              <a:gd name="csX20" fmla="*/ 118740 w 155956"/>
              <a:gd name="csY20" fmla="*/ 24802 h 134676"/>
              <a:gd name="csX21" fmla="*/ 113423 w 155956"/>
              <a:gd name="csY21" fmla="*/ 19495 h 134676"/>
              <a:gd name="csX22" fmla="*/ 118740 w 155956"/>
              <a:gd name="csY22" fmla="*/ 14170 h 134676"/>
              <a:gd name="csX23" fmla="*/ 28356 w 155956"/>
              <a:gd name="csY23" fmla="*/ 38990 h 134676"/>
              <a:gd name="csX24" fmla="*/ 70890 w 155956"/>
              <a:gd name="csY24" fmla="*/ 38990 h 134676"/>
              <a:gd name="csX25" fmla="*/ 70890 w 155956"/>
              <a:gd name="csY25" fmla="*/ 74424 h 134676"/>
              <a:gd name="csX26" fmla="*/ 28356 w 155956"/>
              <a:gd name="csY26" fmla="*/ 74424 h 134676"/>
              <a:gd name="csX27" fmla="*/ 28356 w 155956"/>
              <a:gd name="csY27" fmla="*/ 38990 h 134676"/>
              <a:gd name="csX28" fmla="*/ 106334 w 155956"/>
              <a:gd name="csY28" fmla="*/ 46066 h 134676"/>
              <a:gd name="csX29" fmla="*/ 99244 w 155956"/>
              <a:gd name="csY29" fmla="*/ 53160 h 134676"/>
              <a:gd name="csX30" fmla="*/ 99244 w 155956"/>
              <a:gd name="csY30" fmla="*/ 120490 h 134676"/>
              <a:gd name="csX31" fmla="*/ 106688 w 155956"/>
              <a:gd name="csY31" fmla="*/ 120490 h 134676"/>
              <a:gd name="csX32" fmla="*/ 110778 w 155956"/>
              <a:gd name="csY32" fmla="*/ 129012 h 134676"/>
              <a:gd name="csX33" fmla="*/ 124057 w 155956"/>
              <a:gd name="csY33" fmla="*/ 134677 h 134676"/>
              <a:gd name="csX34" fmla="*/ 137334 w 155956"/>
              <a:gd name="csY34" fmla="*/ 129012 h 134676"/>
              <a:gd name="csX35" fmla="*/ 141460 w 155956"/>
              <a:gd name="csY35" fmla="*/ 120354 h 134676"/>
              <a:gd name="csX36" fmla="*/ 155957 w 155956"/>
              <a:gd name="csY36" fmla="*/ 104550 h 134676"/>
              <a:gd name="csX37" fmla="*/ 155957 w 155956"/>
              <a:gd name="csY37" fmla="*/ 79731 h 134676"/>
              <a:gd name="csX38" fmla="*/ 122284 w 155956"/>
              <a:gd name="csY38" fmla="*/ 46066 h 134676"/>
              <a:gd name="csX39" fmla="*/ 106334 w 155956"/>
              <a:gd name="csY39" fmla="*/ 46066 h 134676"/>
              <a:gd name="csX40" fmla="*/ 42534 w 155956"/>
              <a:gd name="csY40" fmla="*/ 109858 h 134676"/>
              <a:gd name="csX41" fmla="*/ 47864 w 155956"/>
              <a:gd name="csY41" fmla="*/ 111950 h 134676"/>
              <a:gd name="csX42" fmla="*/ 49623 w 155956"/>
              <a:gd name="csY42" fmla="*/ 116951 h 134676"/>
              <a:gd name="csX43" fmla="*/ 47864 w 155956"/>
              <a:gd name="csY43" fmla="*/ 121953 h 134676"/>
              <a:gd name="csX44" fmla="*/ 42534 w 155956"/>
              <a:gd name="csY44" fmla="*/ 124045 h 134676"/>
              <a:gd name="csX45" fmla="*/ 37203 w 155956"/>
              <a:gd name="csY45" fmla="*/ 121953 h 134676"/>
              <a:gd name="csX46" fmla="*/ 35444 w 155956"/>
              <a:gd name="csY46" fmla="*/ 116951 h 134676"/>
              <a:gd name="csX47" fmla="*/ 37203 w 155956"/>
              <a:gd name="csY47" fmla="*/ 111950 h 134676"/>
              <a:gd name="csX48" fmla="*/ 42534 w 155956"/>
              <a:gd name="csY48" fmla="*/ 109858 h 134676"/>
              <a:gd name="csX49" fmla="*/ 124057 w 155956"/>
              <a:gd name="csY49" fmla="*/ 109858 h 134676"/>
              <a:gd name="csX50" fmla="*/ 129387 w 155956"/>
              <a:gd name="csY50" fmla="*/ 111950 h 134676"/>
              <a:gd name="csX51" fmla="*/ 131144 w 155956"/>
              <a:gd name="csY51" fmla="*/ 116951 h 134676"/>
              <a:gd name="csX52" fmla="*/ 129387 w 155956"/>
              <a:gd name="csY52" fmla="*/ 121953 h 134676"/>
              <a:gd name="csX53" fmla="*/ 124057 w 155956"/>
              <a:gd name="csY53" fmla="*/ 124045 h 134676"/>
              <a:gd name="csX54" fmla="*/ 118726 w 155956"/>
              <a:gd name="csY54" fmla="*/ 121953 h 134676"/>
              <a:gd name="csX55" fmla="*/ 116967 w 155956"/>
              <a:gd name="csY55" fmla="*/ 116951 h 134676"/>
              <a:gd name="csX56" fmla="*/ 118726 w 155956"/>
              <a:gd name="csY56" fmla="*/ 111950 h 134676"/>
              <a:gd name="csX57" fmla="*/ 124057 w 155956"/>
              <a:gd name="csY57" fmla="*/ 109858 h 134676"/>
            </a:gdLst>
            <a:ahLst/>
            <a:cxnLst/>
            <a:rect l="l" t="t" r="r" b="b"/>
            <a:pathLst>
              <a:path w="100000" h="100000">
                <a:moveTo>
                  <a:pt x="12500" y="6822"/>
                </a:moveTo>
                <a:cubicBezTo>
                  <a:pt x="5595" y="6822"/>
                  <a:pt x="0" y="12418"/>
                  <a:pt x="0" y="19323"/>
                </a:cubicBezTo>
                <a:lnTo>
                  <a:pt x="0" y="73861"/>
                </a:lnTo>
                <a:cubicBezTo>
                  <a:pt x="0" y="79511"/>
                  <a:pt x="4579" y="84081"/>
                  <a:pt x="10227" y="84081"/>
                </a:cubicBezTo>
                <a:lnTo>
                  <a:pt x="16136" y="84081"/>
                </a:lnTo>
                <a:cubicBezTo>
                  <a:pt x="16503" y="86056"/>
                  <a:pt x="17348" y="87954"/>
                  <a:pt x="18759" y="89546"/>
                </a:cubicBezTo>
                <a:cubicBezTo>
                  <a:pt x="20710" y="91738"/>
                  <a:pt x="23769" y="93178"/>
                  <a:pt x="27273" y="93178"/>
                </a:cubicBezTo>
                <a:cubicBezTo>
                  <a:pt x="30777" y="93178"/>
                  <a:pt x="33836" y="91738"/>
                  <a:pt x="35786" y="89546"/>
                </a:cubicBezTo>
                <a:cubicBezTo>
                  <a:pt x="37198" y="87954"/>
                  <a:pt x="38042" y="86056"/>
                  <a:pt x="38410" y="84081"/>
                </a:cubicBezTo>
                <a:lnTo>
                  <a:pt x="59092" y="84081"/>
                </a:lnTo>
                <a:lnTo>
                  <a:pt x="59092" y="38640"/>
                </a:lnTo>
                <a:cubicBezTo>
                  <a:pt x="59092" y="34866"/>
                  <a:pt x="62144" y="31823"/>
                  <a:pt x="65910" y="31823"/>
                </a:cubicBezTo>
                <a:lnTo>
                  <a:pt x="85227" y="31823"/>
                </a:lnTo>
                <a:cubicBezTo>
                  <a:pt x="92132" y="31823"/>
                  <a:pt x="97727" y="26227"/>
                  <a:pt x="97727" y="19323"/>
                </a:cubicBezTo>
                <a:cubicBezTo>
                  <a:pt x="97727" y="12418"/>
                  <a:pt x="92132" y="6822"/>
                  <a:pt x="85227" y="6822"/>
                </a:cubicBezTo>
                <a:lnTo>
                  <a:pt x="12500" y="6822"/>
                </a:lnTo>
                <a:close/>
                <a:moveTo>
                  <a:pt x="76137" y="15908"/>
                </a:moveTo>
                <a:lnTo>
                  <a:pt x="85227" y="15908"/>
                </a:lnTo>
                <a:cubicBezTo>
                  <a:pt x="87111" y="15908"/>
                  <a:pt x="88637" y="17436"/>
                  <a:pt x="88637" y="19323"/>
                </a:cubicBezTo>
                <a:cubicBezTo>
                  <a:pt x="88637" y="21210"/>
                  <a:pt x="87111" y="22726"/>
                  <a:pt x="85227" y="22726"/>
                </a:cubicBezTo>
                <a:lnTo>
                  <a:pt x="76137" y="22726"/>
                </a:lnTo>
                <a:cubicBezTo>
                  <a:pt x="74253" y="22726"/>
                  <a:pt x="72728" y="21210"/>
                  <a:pt x="72728" y="19323"/>
                </a:cubicBezTo>
                <a:cubicBezTo>
                  <a:pt x="72728" y="17436"/>
                  <a:pt x="74253" y="15908"/>
                  <a:pt x="76137" y="15908"/>
                </a:cubicBezTo>
                <a:close/>
                <a:moveTo>
                  <a:pt x="18182" y="31823"/>
                </a:moveTo>
                <a:lnTo>
                  <a:pt x="45455" y="31823"/>
                </a:lnTo>
                <a:lnTo>
                  <a:pt x="45455" y="54544"/>
                </a:lnTo>
                <a:lnTo>
                  <a:pt x="18182" y="54544"/>
                </a:lnTo>
                <a:lnTo>
                  <a:pt x="18182" y="31823"/>
                </a:lnTo>
                <a:close/>
                <a:moveTo>
                  <a:pt x="68182" y="36360"/>
                </a:moveTo>
                <a:cubicBezTo>
                  <a:pt x="65670" y="36360"/>
                  <a:pt x="63636" y="38400"/>
                  <a:pt x="63636" y="40909"/>
                </a:cubicBezTo>
                <a:lnTo>
                  <a:pt x="63636" y="84081"/>
                </a:lnTo>
                <a:lnTo>
                  <a:pt x="68409" y="84081"/>
                </a:lnTo>
                <a:cubicBezTo>
                  <a:pt x="68776" y="86056"/>
                  <a:pt x="69620" y="87954"/>
                  <a:pt x="71032" y="89546"/>
                </a:cubicBezTo>
                <a:cubicBezTo>
                  <a:pt x="72982" y="91738"/>
                  <a:pt x="76042" y="93178"/>
                  <a:pt x="79546" y="93178"/>
                </a:cubicBezTo>
                <a:cubicBezTo>
                  <a:pt x="83049" y="93178"/>
                  <a:pt x="86109" y="91738"/>
                  <a:pt x="88059" y="89546"/>
                </a:cubicBezTo>
                <a:cubicBezTo>
                  <a:pt x="89493" y="87932"/>
                  <a:pt x="90347" y="85990"/>
                  <a:pt x="90705" y="83994"/>
                </a:cubicBezTo>
                <a:cubicBezTo>
                  <a:pt x="95908" y="83514"/>
                  <a:pt x="100001" y="79184"/>
                  <a:pt x="100001" y="73861"/>
                </a:cubicBezTo>
                <a:lnTo>
                  <a:pt x="100001" y="57946"/>
                </a:lnTo>
                <a:cubicBezTo>
                  <a:pt x="100001" y="46025"/>
                  <a:pt x="90334" y="36360"/>
                  <a:pt x="78409" y="36360"/>
                </a:cubicBezTo>
                <a:lnTo>
                  <a:pt x="68182" y="36360"/>
                </a:lnTo>
                <a:close/>
                <a:moveTo>
                  <a:pt x="27273" y="77264"/>
                </a:moveTo>
                <a:cubicBezTo>
                  <a:pt x="29072" y="77264"/>
                  <a:pt x="29991" y="77820"/>
                  <a:pt x="30691" y="78606"/>
                </a:cubicBezTo>
                <a:cubicBezTo>
                  <a:pt x="31392" y="79402"/>
                  <a:pt x="31819" y="80580"/>
                  <a:pt x="31819" y="81812"/>
                </a:cubicBezTo>
                <a:cubicBezTo>
                  <a:pt x="31819" y="83045"/>
                  <a:pt x="31392" y="84223"/>
                  <a:pt x="30691" y="85019"/>
                </a:cubicBezTo>
                <a:cubicBezTo>
                  <a:pt x="29991" y="85804"/>
                  <a:pt x="29072" y="86361"/>
                  <a:pt x="27273" y="86361"/>
                </a:cubicBezTo>
                <a:cubicBezTo>
                  <a:pt x="25474" y="86361"/>
                  <a:pt x="24555" y="85804"/>
                  <a:pt x="23855" y="85019"/>
                </a:cubicBezTo>
                <a:cubicBezTo>
                  <a:pt x="23153" y="84223"/>
                  <a:pt x="22727" y="83045"/>
                  <a:pt x="22727" y="81812"/>
                </a:cubicBezTo>
                <a:cubicBezTo>
                  <a:pt x="22727" y="80580"/>
                  <a:pt x="23153" y="79402"/>
                  <a:pt x="23855" y="78606"/>
                </a:cubicBezTo>
                <a:cubicBezTo>
                  <a:pt x="24555" y="77820"/>
                  <a:pt x="25474" y="77264"/>
                  <a:pt x="27273" y="77264"/>
                </a:cubicBezTo>
                <a:close/>
                <a:moveTo>
                  <a:pt x="79546" y="77264"/>
                </a:moveTo>
                <a:cubicBezTo>
                  <a:pt x="81345" y="77264"/>
                  <a:pt x="82262" y="77820"/>
                  <a:pt x="82964" y="78606"/>
                </a:cubicBezTo>
                <a:cubicBezTo>
                  <a:pt x="83664" y="79402"/>
                  <a:pt x="84090" y="80580"/>
                  <a:pt x="84090" y="81812"/>
                </a:cubicBezTo>
                <a:cubicBezTo>
                  <a:pt x="84090" y="83045"/>
                  <a:pt x="83664" y="84223"/>
                  <a:pt x="82964" y="85019"/>
                </a:cubicBezTo>
                <a:cubicBezTo>
                  <a:pt x="82262" y="85804"/>
                  <a:pt x="81345" y="86361"/>
                  <a:pt x="79546" y="86361"/>
                </a:cubicBezTo>
                <a:cubicBezTo>
                  <a:pt x="77746" y="86361"/>
                  <a:pt x="76829" y="85804"/>
                  <a:pt x="76128" y="85019"/>
                </a:cubicBezTo>
                <a:cubicBezTo>
                  <a:pt x="75426" y="84223"/>
                  <a:pt x="75000" y="83045"/>
                  <a:pt x="75000" y="81812"/>
                </a:cubicBezTo>
                <a:cubicBezTo>
                  <a:pt x="75000" y="80580"/>
                  <a:pt x="75426" y="79402"/>
                  <a:pt x="76128" y="78606"/>
                </a:cubicBezTo>
                <a:cubicBezTo>
                  <a:pt x="76829" y="77820"/>
                  <a:pt x="77746" y="77264"/>
                  <a:pt x="79546" y="7726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0" name="Красный — SVG 7">
            <a:extLst>
              <a:ext uri="{FF2B5EF4-FFF2-40B4-BE49-F238E27FC236}">
                <a16:creationId xmlns:a16="http://schemas.microsoft.com/office/drawing/2014/main" id="{E9894B86-430F-1D43-BF35-D748FAAA7A6A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37189 w 152470"/>
              <a:gd name="csY0" fmla="*/ 1 h 138301"/>
              <a:gd name="csX1" fmla="*/ 33463 w 152470"/>
              <a:gd name="csY1" fmla="*/ 1617 h 138301"/>
              <a:gd name="csX2" fmla="*/ 31949 w 152470"/>
              <a:gd name="csY2" fmla="*/ 5394 h 138301"/>
              <a:gd name="csX3" fmla="*/ 31949 w 152470"/>
              <a:gd name="csY3" fmla="*/ 17795 h 138301"/>
              <a:gd name="csX4" fmla="*/ 30179 w 152470"/>
              <a:gd name="csY4" fmla="*/ 17795 h 138301"/>
              <a:gd name="csX5" fmla="*/ 17776 w 152470"/>
              <a:gd name="csY5" fmla="*/ 30196 h 138301"/>
              <a:gd name="csX6" fmla="*/ 17776 w 152470"/>
              <a:gd name="csY6" fmla="*/ 60323 h 138301"/>
              <a:gd name="csX7" fmla="*/ 60310 w 152470"/>
              <a:gd name="csY7" fmla="*/ 60323 h 138301"/>
              <a:gd name="csX8" fmla="*/ 60310 w 152470"/>
              <a:gd name="csY8" fmla="*/ 46850 h 138301"/>
              <a:gd name="csX9" fmla="*/ 65924 w 152470"/>
              <a:gd name="csY9" fmla="*/ 40964 h 138301"/>
              <a:gd name="csX10" fmla="*/ 67404 w 152470"/>
              <a:gd name="csY10" fmla="*/ 37290 h 138301"/>
              <a:gd name="csX11" fmla="*/ 67404 w 152470"/>
              <a:gd name="csY11" fmla="*/ 30196 h 138301"/>
              <a:gd name="csX12" fmla="*/ 55002 w 152470"/>
              <a:gd name="csY12" fmla="*/ 17795 h 138301"/>
              <a:gd name="csX13" fmla="*/ 42582 w 152470"/>
              <a:gd name="csY13" fmla="*/ 17795 h 138301"/>
              <a:gd name="csX14" fmla="*/ 42582 w 152470"/>
              <a:gd name="csY14" fmla="*/ 5394 h 138301"/>
              <a:gd name="csX15" fmla="*/ 42191 w 152470"/>
              <a:gd name="csY15" fmla="*/ 3319 h 138301"/>
              <a:gd name="csX16" fmla="*/ 41034 w 152470"/>
              <a:gd name="csY16" fmla="*/ 1549 h 138301"/>
              <a:gd name="csX17" fmla="*/ 39264 w 152470"/>
              <a:gd name="csY17" fmla="*/ 393 h 138301"/>
              <a:gd name="csX18" fmla="*/ 37189 w 152470"/>
              <a:gd name="csY18" fmla="*/ 1 h 138301"/>
              <a:gd name="csX19" fmla="*/ 118206 w 152470"/>
              <a:gd name="csY19" fmla="*/ 56785 h 138301"/>
              <a:gd name="csX20" fmla="*/ 98386 w 152470"/>
              <a:gd name="csY20" fmla="*/ 68080 h 138301"/>
              <a:gd name="csX21" fmla="*/ 96684 w 152470"/>
              <a:gd name="csY21" fmla="*/ 70955 h 138301"/>
              <a:gd name="csX22" fmla="*/ 19546 w 152470"/>
              <a:gd name="csY22" fmla="*/ 70955 h 138301"/>
              <a:gd name="csX23" fmla="*/ 3604 w 152470"/>
              <a:gd name="csY23" fmla="*/ 86911 h 138301"/>
              <a:gd name="csX24" fmla="*/ 3604 w 152470"/>
              <a:gd name="csY24" fmla="*/ 109944 h 138301"/>
              <a:gd name="csX25" fmla="*/ 5374 w 152470"/>
              <a:gd name="csY25" fmla="*/ 109944 h 138301"/>
              <a:gd name="csX26" fmla="*/ 28410 w 152470"/>
              <a:gd name="csY26" fmla="*/ 117038 h 138301"/>
              <a:gd name="csX27" fmla="*/ 51446 w 152470"/>
              <a:gd name="csY27" fmla="*/ 109944 h 138301"/>
              <a:gd name="csX28" fmla="*/ 74482 w 152470"/>
              <a:gd name="csY28" fmla="*/ 117038 h 138301"/>
              <a:gd name="csX29" fmla="*/ 97535 w 152470"/>
              <a:gd name="csY29" fmla="*/ 109944 h 138301"/>
              <a:gd name="csX30" fmla="*/ 120571 w 152470"/>
              <a:gd name="csY30" fmla="*/ 117038 h 138301"/>
              <a:gd name="csX31" fmla="*/ 136802 w 152470"/>
              <a:gd name="csY31" fmla="*/ 110744 h 138301"/>
              <a:gd name="csX32" fmla="*/ 152353 w 152470"/>
              <a:gd name="csY32" fmla="*/ 70938 h 138301"/>
              <a:gd name="csX33" fmla="*/ 149409 w 152470"/>
              <a:gd name="csY33" fmla="*/ 61037 h 138301"/>
              <a:gd name="csX34" fmla="*/ 140035 w 152470"/>
              <a:gd name="csY34" fmla="*/ 56785 h 138301"/>
              <a:gd name="csX35" fmla="*/ 118206 w 152470"/>
              <a:gd name="csY35" fmla="*/ 56785 h 138301"/>
              <a:gd name="csX36" fmla="*/ 122341 w 152470"/>
              <a:gd name="csY36" fmla="*/ 74510 h 138301"/>
              <a:gd name="csX37" fmla="*/ 127649 w 152470"/>
              <a:gd name="csY37" fmla="*/ 79818 h 138301"/>
              <a:gd name="csX38" fmla="*/ 122341 w 152470"/>
              <a:gd name="csY38" fmla="*/ 85142 h 138301"/>
              <a:gd name="csX39" fmla="*/ 117016 w 152470"/>
              <a:gd name="csY39" fmla="*/ 79818 h 138301"/>
              <a:gd name="csX40" fmla="*/ 122341 w 152470"/>
              <a:gd name="csY40" fmla="*/ 74510 h 138301"/>
              <a:gd name="csX41" fmla="*/ 5237 w 152470"/>
              <a:gd name="csY41" fmla="*/ 120525 h 138301"/>
              <a:gd name="csX42" fmla="*/ 2277 w 152470"/>
              <a:gd name="csY42" fmla="*/ 121478 h 138301"/>
              <a:gd name="csX43" fmla="*/ 355 w 152470"/>
              <a:gd name="csY43" fmla="*/ 123910 h 138301"/>
              <a:gd name="csX44" fmla="*/ 133 w 152470"/>
              <a:gd name="csY44" fmla="*/ 127006 h 138301"/>
              <a:gd name="csX45" fmla="*/ 1665 w 152470"/>
              <a:gd name="csY45" fmla="*/ 129711 h 138301"/>
              <a:gd name="csX46" fmla="*/ 8742 w 152470"/>
              <a:gd name="csY46" fmla="*/ 134253 h 138301"/>
              <a:gd name="csX47" fmla="*/ 28410 w 152470"/>
              <a:gd name="csY47" fmla="*/ 138302 h 138301"/>
              <a:gd name="csX48" fmla="*/ 48077 w 152470"/>
              <a:gd name="csY48" fmla="*/ 134253 h 138301"/>
              <a:gd name="csX49" fmla="*/ 51446 w 152470"/>
              <a:gd name="csY49" fmla="*/ 132093 h 138301"/>
              <a:gd name="csX50" fmla="*/ 54815 w 152470"/>
              <a:gd name="csY50" fmla="*/ 134253 h 138301"/>
              <a:gd name="csX51" fmla="*/ 74482 w 152470"/>
              <a:gd name="csY51" fmla="*/ 138302 h 138301"/>
              <a:gd name="csX52" fmla="*/ 94149 w 152470"/>
              <a:gd name="csY52" fmla="*/ 134253 h 138301"/>
              <a:gd name="csX53" fmla="*/ 97535 w 152470"/>
              <a:gd name="csY53" fmla="*/ 132093 h 138301"/>
              <a:gd name="csX54" fmla="*/ 100904 w 152470"/>
              <a:gd name="csY54" fmla="*/ 134253 h 138301"/>
              <a:gd name="csX55" fmla="*/ 120571 w 152470"/>
              <a:gd name="csY55" fmla="*/ 138302 h 138301"/>
              <a:gd name="csX56" fmla="*/ 140239 w 152470"/>
              <a:gd name="csY56" fmla="*/ 134253 h 138301"/>
              <a:gd name="csX57" fmla="*/ 147316 w 152470"/>
              <a:gd name="csY57" fmla="*/ 129711 h 138301"/>
              <a:gd name="csX58" fmla="*/ 148524 w 152470"/>
              <a:gd name="csY58" fmla="*/ 127993 h 138301"/>
              <a:gd name="csX59" fmla="*/ 148967 w 152470"/>
              <a:gd name="csY59" fmla="*/ 125952 h 138301"/>
              <a:gd name="csX60" fmla="*/ 148609 w 152470"/>
              <a:gd name="csY60" fmla="*/ 123893 h 138301"/>
              <a:gd name="csX61" fmla="*/ 147470 w 152470"/>
              <a:gd name="csY61" fmla="*/ 122141 h 138301"/>
              <a:gd name="csX62" fmla="*/ 145751 w 152470"/>
              <a:gd name="csY62" fmla="*/ 120950 h 138301"/>
              <a:gd name="csX63" fmla="*/ 143693 w 152470"/>
              <a:gd name="csY63" fmla="*/ 120525 h 138301"/>
              <a:gd name="csX64" fmla="*/ 141651 w 152470"/>
              <a:gd name="csY64" fmla="*/ 120916 h 138301"/>
              <a:gd name="csX65" fmla="*/ 139899 w 152470"/>
              <a:gd name="csY65" fmla="*/ 122073 h 138301"/>
              <a:gd name="csX66" fmla="*/ 135730 w 152470"/>
              <a:gd name="csY66" fmla="*/ 124608 h 138301"/>
              <a:gd name="csX67" fmla="*/ 120571 w 152470"/>
              <a:gd name="csY67" fmla="*/ 127670 h 138301"/>
              <a:gd name="csX68" fmla="*/ 105395 w 152470"/>
              <a:gd name="csY68" fmla="*/ 124608 h 138301"/>
              <a:gd name="csX69" fmla="*/ 101227 w 152470"/>
              <a:gd name="csY69" fmla="*/ 122073 h 138301"/>
              <a:gd name="csX70" fmla="*/ 97535 w 152470"/>
              <a:gd name="csY70" fmla="*/ 120576 h 138301"/>
              <a:gd name="csX71" fmla="*/ 93826 w 152470"/>
              <a:gd name="csY71" fmla="*/ 122073 h 138301"/>
              <a:gd name="csX72" fmla="*/ 89658 w 152470"/>
              <a:gd name="csY72" fmla="*/ 124608 h 138301"/>
              <a:gd name="csX73" fmla="*/ 74482 w 152470"/>
              <a:gd name="csY73" fmla="*/ 127670 h 138301"/>
              <a:gd name="csX74" fmla="*/ 59323 w 152470"/>
              <a:gd name="csY74" fmla="*/ 124608 h 138301"/>
              <a:gd name="csX75" fmla="*/ 55393 w 152470"/>
              <a:gd name="csY75" fmla="*/ 122226 h 138301"/>
              <a:gd name="csX76" fmla="*/ 53573 w 152470"/>
              <a:gd name="csY76" fmla="*/ 120933 h 138301"/>
              <a:gd name="csX77" fmla="*/ 51395 w 152470"/>
              <a:gd name="csY77" fmla="*/ 120525 h 138301"/>
              <a:gd name="csX78" fmla="*/ 50902 w 152470"/>
              <a:gd name="csY78" fmla="*/ 120559 h 138301"/>
              <a:gd name="csX79" fmla="*/ 47499 w 152470"/>
              <a:gd name="csY79" fmla="*/ 122226 h 138301"/>
              <a:gd name="csX80" fmla="*/ 43586 w 152470"/>
              <a:gd name="csY80" fmla="*/ 124608 h 138301"/>
              <a:gd name="csX81" fmla="*/ 28410 w 152470"/>
              <a:gd name="csY81" fmla="*/ 127670 h 138301"/>
              <a:gd name="csX82" fmla="*/ 13251 w 152470"/>
              <a:gd name="csY82" fmla="*/ 124608 h 138301"/>
              <a:gd name="csX83" fmla="*/ 9082 w 152470"/>
              <a:gd name="csY83" fmla="*/ 122073 h 138301"/>
              <a:gd name="csX84" fmla="*/ 7313 w 152470"/>
              <a:gd name="csY84" fmla="*/ 120899 h 138301"/>
              <a:gd name="csX85" fmla="*/ 5237 w 152470"/>
              <a:gd name="csY85" fmla="*/ 120525 h 138301"/>
            </a:gdLst>
            <a:ahLst/>
            <a:cxnLst/>
            <a:rect l="l" t="t" r="r" b="b"/>
            <a:pathLst>
              <a:path w="100000" h="100000">
                <a:moveTo>
                  <a:pt x="24391" y="4647"/>
                </a:moveTo>
                <a:cubicBezTo>
                  <a:pt x="23465" y="4658"/>
                  <a:pt x="22583" y="5038"/>
                  <a:pt x="21947" y="5707"/>
                </a:cubicBezTo>
                <a:cubicBezTo>
                  <a:pt x="21300" y="6366"/>
                  <a:pt x="20943" y="7258"/>
                  <a:pt x="20954" y="8184"/>
                </a:cubicBezTo>
                <a:lnTo>
                  <a:pt x="20954" y="16318"/>
                </a:lnTo>
                <a:lnTo>
                  <a:pt x="19793" y="16318"/>
                </a:lnTo>
                <a:cubicBezTo>
                  <a:pt x="15308" y="16318"/>
                  <a:pt x="11659" y="19966"/>
                  <a:pt x="11659" y="24451"/>
                </a:cubicBezTo>
                <a:lnTo>
                  <a:pt x="11659" y="44210"/>
                </a:lnTo>
                <a:lnTo>
                  <a:pt x="39555" y="44210"/>
                </a:lnTo>
                <a:lnTo>
                  <a:pt x="39555" y="35374"/>
                </a:lnTo>
                <a:lnTo>
                  <a:pt x="43237" y="31513"/>
                </a:lnTo>
                <a:cubicBezTo>
                  <a:pt x="43862" y="30867"/>
                  <a:pt x="44208" y="29996"/>
                  <a:pt x="44208" y="29104"/>
                </a:cubicBezTo>
                <a:lnTo>
                  <a:pt x="44208" y="24451"/>
                </a:lnTo>
                <a:cubicBezTo>
                  <a:pt x="44208" y="19966"/>
                  <a:pt x="40559" y="16318"/>
                  <a:pt x="36074" y="16318"/>
                </a:cubicBezTo>
                <a:lnTo>
                  <a:pt x="27928" y="16318"/>
                </a:lnTo>
                <a:lnTo>
                  <a:pt x="27928" y="8184"/>
                </a:lnTo>
                <a:cubicBezTo>
                  <a:pt x="27939" y="7715"/>
                  <a:pt x="27850" y="7258"/>
                  <a:pt x="27672" y="6823"/>
                </a:cubicBezTo>
                <a:cubicBezTo>
                  <a:pt x="27504" y="6388"/>
                  <a:pt x="27236" y="5998"/>
                  <a:pt x="26913" y="5662"/>
                </a:cubicBezTo>
                <a:cubicBezTo>
                  <a:pt x="26578" y="5339"/>
                  <a:pt x="26187" y="5083"/>
                  <a:pt x="25752" y="4904"/>
                </a:cubicBezTo>
                <a:cubicBezTo>
                  <a:pt x="25317" y="4725"/>
                  <a:pt x="24859" y="4636"/>
                  <a:pt x="24391" y="4647"/>
                </a:cubicBezTo>
                <a:close/>
                <a:moveTo>
                  <a:pt x="77527" y="41890"/>
                </a:moveTo>
                <a:cubicBezTo>
                  <a:pt x="72216" y="41890"/>
                  <a:pt x="67239" y="44723"/>
                  <a:pt x="64528" y="49298"/>
                </a:cubicBezTo>
                <a:lnTo>
                  <a:pt x="63412" y="51184"/>
                </a:lnTo>
                <a:lnTo>
                  <a:pt x="12820" y="51184"/>
                </a:lnTo>
                <a:cubicBezTo>
                  <a:pt x="7051" y="51184"/>
                  <a:pt x="2364" y="55880"/>
                  <a:pt x="2364" y="61649"/>
                </a:cubicBezTo>
                <a:lnTo>
                  <a:pt x="2364" y="76755"/>
                </a:lnTo>
                <a:lnTo>
                  <a:pt x="3525" y="76755"/>
                </a:lnTo>
                <a:cubicBezTo>
                  <a:pt x="7977" y="76755"/>
                  <a:pt x="11257" y="81408"/>
                  <a:pt x="18633" y="81408"/>
                </a:cubicBezTo>
                <a:cubicBezTo>
                  <a:pt x="26020" y="81408"/>
                  <a:pt x="29691" y="76755"/>
                  <a:pt x="33742" y="76755"/>
                </a:cubicBezTo>
                <a:cubicBezTo>
                  <a:pt x="37804" y="76755"/>
                  <a:pt x="41608" y="81408"/>
                  <a:pt x="48850" y="81408"/>
                </a:cubicBezTo>
                <a:cubicBezTo>
                  <a:pt x="56103" y="81408"/>
                  <a:pt x="59942" y="76755"/>
                  <a:pt x="63970" y="76755"/>
                </a:cubicBezTo>
                <a:cubicBezTo>
                  <a:pt x="67998" y="76755"/>
                  <a:pt x="71837" y="81408"/>
                  <a:pt x="79079" y="81408"/>
                </a:cubicBezTo>
                <a:cubicBezTo>
                  <a:pt x="86309" y="81408"/>
                  <a:pt x="89724" y="77280"/>
                  <a:pt x="89724" y="77280"/>
                </a:cubicBezTo>
                <a:cubicBezTo>
                  <a:pt x="94020" y="70284"/>
                  <a:pt x="98551" y="61002"/>
                  <a:pt x="99923" y="51172"/>
                </a:cubicBezTo>
                <a:cubicBezTo>
                  <a:pt x="100247" y="48829"/>
                  <a:pt x="99544" y="46464"/>
                  <a:pt x="97992" y="44679"/>
                </a:cubicBezTo>
                <a:cubicBezTo>
                  <a:pt x="96441" y="42905"/>
                  <a:pt x="94199" y="41890"/>
                  <a:pt x="91844" y="41890"/>
                </a:cubicBezTo>
                <a:lnTo>
                  <a:pt x="77527" y="41890"/>
                </a:lnTo>
                <a:close/>
                <a:moveTo>
                  <a:pt x="80239" y="53515"/>
                </a:moveTo>
                <a:cubicBezTo>
                  <a:pt x="82158" y="53515"/>
                  <a:pt x="83721" y="55077"/>
                  <a:pt x="83721" y="56996"/>
                </a:cubicBezTo>
                <a:cubicBezTo>
                  <a:pt x="83721" y="58926"/>
                  <a:pt x="82158" y="60488"/>
                  <a:pt x="80239" y="60488"/>
                </a:cubicBezTo>
                <a:cubicBezTo>
                  <a:pt x="78309" y="60488"/>
                  <a:pt x="76747" y="58926"/>
                  <a:pt x="76747" y="56996"/>
                </a:cubicBezTo>
                <a:cubicBezTo>
                  <a:pt x="76747" y="55077"/>
                  <a:pt x="78309" y="53515"/>
                  <a:pt x="80239" y="53515"/>
                </a:cubicBezTo>
                <a:close/>
                <a:moveTo>
                  <a:pt x="3435" y="83695"/>
                </a:moveTo>
                <a:cubicBezTo>
                  <a:pt x="2743" y="83706"/>
                  <a:pt x="2063" y="83918"/>
                  <a:pt x="1493" y="84320"/>
                </a:cubicBezTo>
                <a:cubicBezTo>
                  <a:pt x="924" y="84710"/>
                  <a:pt x="489" y="85268"/>
                  <a:pt x="233" y="85915"/>
                </a:cubicBezTo>
                <a:cubicBezTo>
                  <a:pt x="-13" y="86562"/>
                  <a:pt x="-69" y="87265"/>
                  <a:pt x="87" y="87945"/>
                </a:cubicBezTo>
                <a:cubicBezTo>
                  <a:pt x="233" y="88626"/>
                  <a:pt x="590" y="89240"/>
                  <a:pt x="1092" y="89720"/>
                </a:cubicBezTo>
                <a:cubicBezTo>
                  <a:pt x="1092" y="89720"/>
                  <a:pt x="2833" y="91338"/>
                  <a:pt x="5734" y="92699"/>
                </a:cubicBezTo>
                <a:cubicBezTo>
                  <a:pt x="8646" y="94059"/>
                  <a:pt x="12953" y="95354"/>
                  <a:pt x="18633" y="95354"/>
                </a:cubicBezTo>
                <a:cubicBezTo>
                  <a:pt x="24313" y="95354"/>
                  <a:pt x="28631" y="94059"/>
                  <a:pt x="31532" y="92699"/>
                </a:cubicBezTo>
                <a:cubicBezTo>
                  <a:pt x="32916" y="92051"/>
                  <a:pt x="32949" y="91839"/>
                  <a:pt x="33742" y="91282"/>
                </a:cubicBezTo>
                <a:cubicBezTo>
                  <a:pt x="34534" y="91839"/>
                  <a:pt x="34567" y="92051"/>
                  <a:pt x="35951" y="92699"/>
                </a:cubicBezTo>
                <a:cubicBezTo>
                  <a:pt x="38863" y="94059"/>
                  <a:pt x="43170" y="95354"/>
                  <a:pt x="48850" y="95354"/>
                </a:cubicBezTo>
                <a:cubicBezTo>
                  <a:pt x="54541" y="95354"/>
                  <a:pt x="58848" y="94059"/>
                  <a:pt x="61749" y="92699"/>
                </a:cubicBezTo>
                <a:cubicBezTo>
                  <a:pt x="63144" y="92051"/>
                  <a:pt x="63178" y="91839"/>
                  <a:pt x="63970" y="91282"/>
                </a:cubicBezTo>
                <a:cubicBezTo>
                  <a:pt x="64751" y="91839"/>
                  <a:pt x="64796" y="92051"/>
                  <a:pt x="66180" y="92699"/>
                </a:cubicBezTo>
                <a:cubicBezTo>
                  <a:pt x="69080" y="94059"/>
                  <a:pt x="73399" y="95354"/>
                  <a:pt x="79079" y="95354"/>
                </a:cubicBezTo>
                <a:cubicBezTo>
                  <a:pt x="84758" y="95354"/>
                  <a:pt x="89065" y="94059"/>
                  <a:pt x="91978" y="92699"/>
                </a:cubicBezTo>
                <a:cubicBezTo>
                  <a:pt x="94879" y="91338"/>
                  <a:pt x="96620" y="89720"/>
                  <a:pt x="96620" y="89720"/>
                </a:cubicBezTo>
                <a:cubicBezTo>
                  <a:pt x="96955" y="89396"/>
                  <a:pt x="97222" y="89017"/>
                  <a:pt x="97412" y="88593"/>
                </a:cubicBezTo>
                <a:cubicBezTo>
                  <a:pt x="97591" y="88169"/>
                  <a:pt x="97702" y="87711"/>
                  <a:pt x="97702" y="87254"/>
                </a:cubicBezTo>
                <a:cubicBezTo>
                  <a:pt x="97714" y="86796"/>
                  <a:pt x="97636" y="86339"/>
                  <a:pt x="97468" y="85904"/>
                </a:cubicBezTo>
                <a:cubicBezTo>
                  <a:pt x="97300" y="85469"/>
                  <a:pt x="97044" y="85078"/>
                  <a:pt x="96721" y="84755"/>
                </a:cubicBezTo>
                <a:cubicBezTo>
                  <a:pt x="96397" y="84420"/>
                  <a:pt x="96018" y="84153"/>
                  <a:pt x="95593" y="83974"/>
                </a:cubicBezTo>
                <a:cubicBezTo>
                  <a:pt x="95170" y="83795"/>
                  <a:pt x="94712" y="83695"/>
                  <a:pt x="94243" y="83695"/>
                </a:cubicBezTo>
                <a:cubicBezTo>
                  <a:pt x="93786" y="83684"/>
                  <a:pt x="93329" y="83773"/>
                  <a:pt x="92904" y="83951"/>
                </a:cubicBezTo>
                <a:cubicBezTo>
                  <a:pt x="92469" y="84130"/>
                  <a:pt x="92090" y="84387"/>
                  <a:pt x="91755" y="84710"/>
                </a:cubicBezTo>
                <a:cubicBezTo>
                  <a:pt x="91755" y="84710"/>
                  <a:pt x="91097" y="85413"/>
                  <a:pt x="89021" y="86373"/>
                </a:cubicBezTo>
                <a:cubicBezTo>
                  <a:pt x="86957" y="87343"/>
                  <a:pt x="83710" y="88381"/>
                  <a:pt x="79079" y="88381"/>
                </a:cubicBezTo>
                <a:cubicBezTo>
                  <a:pt x="74437" y="88381"/>
                  <a:pt x="71201" y="87343"/>
                  <a:pt x="69125" y="86373"/>
                </a:cubicBezTo>
                <a:cubicBezTo>
                  <a:pt x="67061" y="85413"/>
                  <a:pt x="66391" y="84710"/>
                  <a:pt x="66391" y="84710"/>
                </a:cubicBezTo>
                <a:cubicBezTo>
                  <a:pt x="65744" y="84085"/>
                  <a:pt x="64874" y="83728"/>
                  <a:pt x="63970" y="83728"/>
                </a:cubicBezTo>
                <a:cubicBezTo>
                  <a:pt x="63055" y="83728"/>
                  <a:pt x="62185" y="84085"/>
                  <a:pt x="61537" y="84710"/>
                </a:cubicBezTo>
                <a:cubicBezTo>
                  <a:pt x="61537" y="84710"/>
                  <a:pt x="60868" y="85413"/>
                  <a:pt x="58804" y="86373"/>
                </a:cubicBezTo>
                <a:cubicBezTo>
                  <a:pt x="56728" y="87343"/>
                  <a:pt x="53492" y="88381"/>
                  <a:pt x="48850" y="88381"/>
                </a:cubicBezTo>
                <a:cubicBezTo>
                  <a:pt x="44219" y="88381"/>
                  <a:pt x="40973" y="87343"/>
                  <a:pt x="38908" y="86373"/>
                </a:cubicBezTo>
                <a:cubicBezTo>
                  <a:pt x="36955" y="85469"/>
                  <a:pt x="36397" y="84877"/>
                  <a:pt x="36330" y="84810"/>
                </a:cubicBezTo>
                <a:cubicBezTo>
                  <a:pt x="35996" y="84443"/>
                  <a:pt x="35583" y="84164"/>
                  <a:pt x="35137" y="83962"/>
                </a:cubicBezTo>
                <a:cubicBezTo>
                  <a:pt x="34679" y="83773"/>
                  <a:pt x="34199" y="83684"/>
                  <a:pt x="33708" y="83695"/>
                </a:cubicBezTo>
                <a:cubicBezTo>
                  <a:pt x="33597" y="83695"/>
                  <a:pt x="33485" y="83706"/>
                  <a:pt x="33385" y="83717"/>
                </a:cubicBezTo>
                <a:cubicBezTo>
                  <a:pt x="32525" y="83795"/>
                  <a:pt x="31733" y="84186"/>
                  <a:pt x="31153" y="84810"/>
                </a:cubicBezTo>
                <a:cubicBezTo>
                  <a:pt x="31075" y="84889"/>
                  <a:pt x="30528" y="85469"/>
                  <a:pt x="28587" y="86373"/>
                </a:cubicBezTo>
                <a:cubicBezTo>
                  <a:pt x="26511" y="87343"/>
                  <a:pt x="23264" y="88381"/>
                  <a:pt x="18633" y="88381"/>
                </a:cubicBezTo>
                <a:cubicBezTo>
                  <a:pt x="14002" y="88381"/>
                  <a:pt x="10755" y="87343"/>
                  <a:pt x="8691" y="86373"/>
                </a:cubicBezTo>
                <a:cubicBezTo>
                  <a:pt x="6615" y="85413"/>
                  <a:pt x="5957" y="84710"/>
                  <a:pt x="5957" y="84710"/>
                </a:cubicBezTo>
                <a:cubicBezTo>
                  <a:pt x="5622" y="84387"/>
                  <a:pt x="5232" y="84119"/>
                  <a:pt x="4796" y="83940"/>
                </a:cubicBezTo>
                <a:cubicBezTo>
                  <a:pt x="4362" y="83773"/>
                  <a:pt x="3904" y="83684"/>
                  <a:pt x="3435" y="8369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1" name="Красный — SVG 8">
            <a:extLst>
              <a:ext uri="{FF2B5EF4-FFF2-40B4-BE49-F238E27FC236}">
                <a16:creationId xmlns:a16="http://schemas.microsoft.com/office/drawing/2014/main" id="{C667EEFA-269F-5B40-8C2B-ECBD1991D049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44306 w 113422"/>
              <a:gd name="csY0" fmla="*/ 0 h 141761"/>
              <a:gd name="csX1" fmla="*/ 29270 w 113422"/>
              <a:gd name="csY1" fmla="*/ 10632 h 141761"/>
              <a:gd name="csX2" fmla="*/ 26583 w 113422"/>
              <a:gd name="csY2" fmla="*/ 10632 h 141761"/>
              <a:gd name="csX3" fmla="*/ 0 w 113422"/>
              <a:gd name="csY3" fmla="*/ 37203 h 141761"/>
              <a:gd name="csX4" fmla="*/ 0 w 113422"/>
              <a:gd name="csY4" fmla="*/ 104550 h 141761"/>
              <a:gd name="csX5" fmla="*/ 13036 w 113422"/>
              <a:gd name="csY5" fmla="*/ 127379 h 141761"/>
              <a:gd name="csX6" fmla="*/ 8321 w 113422"/>
              <a:gd name="csY6" fmla="*/ 133044 h 141761"/>
              <a:gd name="csX7" fmla="*/ 7328 w 113422"/>
              <a:gd name="csY7" fmla="*/ 134864 h 141761"/>
              <a:gd name="csX8" fmla="*/ 7109 w 113422"/>
              <a:gd name="csY8" fmla="*/ 136922 h 141761"/>
              <a:gd name="csX9" fmla="*/ 7695 w 113422"/>
              <a:gd name="csY9" fmla="*/ 138913 h 141761"/>
              <a:gd name="csX10" fmla="*/ 8999 w 113422"/>
              <a:gd name="csY10" fmla="*/ 140529 h 141761"/>
              <a:gd name="csX11" fmla="*/ 10822 w 113422"/>
              <a:gd name="csY11" fmla="*/ 141515 h 141761"/>
              <a:gd name="csX12" fmla="*/ 12885 w 113422"/>
              <a:gd name="csY12" fmla="*/ 141736 h 141761"/>
              <a:gd name="csX13" fmla="*/ 14876 w 113422"/>
              <a:gd name="csY13" fmla="*/ 141158 h 141761"/>
              <a:gd name="csX14" fmla="*/ 16490 w 113422"/>
              <a:gd name="csY14" fmla="*/ 139848 h 141761"/>
              <a:gd name="csX15" fmla="*/ 23870 w 113422"/>
              <a:gd name="csY15" fmla="*/ 130986 h 141761"/>
              <a:gd name="csX16" fmla="*/ 23877 w 113422"/>
              <a:gd name="csY16" fmla="*/ 130986 h 141761"/>
              <a:gd name="csX17" fmla="*/ 26583 w 113422"/>
              <a:gd name="csY17" fmla="*/ 131122 h 141761"/>
              <a:gd name="csX18" fmla="*/ 86839 w 113422"/>
              <a:gd name="csY18" fmla="*/ 131122 h 141761"/>
              <a:gd name="csX19" fmla="*/ 89546 w 113422"/>
              <a:gd name="csY19" fmla="*/ 130986 h 141761"/>
              <a:gd name="csX20" fmla="*/ 89553 w 113422"/>
              <a:gd name="csY20" fmla="*/ 130986 h 141761"/>
              <a:gd name="csX21" fmla="*/ 96933 w 113422"/>
              <a:gd name="csY21" fmla="*/ 139848 h 141761"/>
              <a:gd name="csX22" fmla="*/ 98547 w 113422"/>
              <a:gd name="csY22" fmla="*/ 141158 h 141761"/>
              <a:gd name="csX23" fmla="*/ 100538 w 113422"/>
              <a:gd name="csY23" fmla="*/ 141736 h 141761"/>
              <a:gd name="csX24" fmla="*/ 102601 w 113422"/>
              <a:gd name="csY24" fmla="*/ 141515 h 141761"/>
              <a:gd name="csX25" fmla="*/ 104424 w 113422"/>
              <a:gd name="csY25" fmla="*/ 140529 h 141761"/>
              <a:gd name="csX26" fmla="*/ 105727 w 113422"/>
              <a:gd name="csY26" fmla="*/ 138913 h 141761"/>
              <a:gd name="csX27" fmla="*/ 106314 w 113422"/>
              <a:gd name="csY27" fmla="*/ 136922 h 141761"/>
              <a:gd name="csX28" fmla="*/ 106094 w 113422"/>
              <a:gd name="csY28" fmla="*/ 134864 h 141761"/>
              <a:gd name="csX29" fmla="*/ 105102 w 113422"/>
              <a:gd name="csY29" fmla="*/ 133044 h 141761"/>
              <a:gd name="csX30" fmla="*/ 100387 w 113422"/>
              <a:gd name="csY30" fmla="*/ 127379 h 141761"/>
              <a:gd name="csX31" fmla="*/ 113423 w 113422"/>
              <a:gd name="csY31" fmla="*/ 104550 h 141761"/>
              <a:gd name="csX32" fmla="*/ 113423 w 113422"/>
              <a:gd name="csY32" fmla="*/ 37203 h 141761"/>
              <a:gd name="csX33" fmla="*/ 86839 w 113422"/>
              <a:gd name="csY33" fmla="*/ 10632 h 141761"/>
              <a:gd name="csX34" fmla="*/ 84153 w 113422"/>
              <a:gd name="csY34" fmla="*/ 10632 h 141761"/>
              <a:gd name="csX35" fmla="*/ 69117 w 113422"/>
              <a:gd name="csY35" fmla="*/ 0 h 141761"/>
              <a:gd name="csX36" fmla="*/ 44306 w 113422"/>
              <a:gd name="csY36" fmla="*/ 0 h 141761"/>
              <a:gd name="csX37" fmla="*/ 14178 w 113422"/>
              <a:gd name="csY37" fmla="*/ 46066 h 141761"/>
              <a:gd name="csX38" fmla="*/ 99245 w 113422"/>
              <a:gd name="csY38" fmla="*/ 46066 h 141761"/>
              <a:gd name="csX39" fmla="*/ 102789 w 113422"/>
              <a:gd name="csY39" fmla="*/ 49621 h 141761"/>
              <a:gd name="csX40" fmla="*/ 102789 w 113422"/>
              <a:gd name="csY40" fmla="*/ 74424 h 141761"/>
              <a:gd name="csX41" fmla="*/ 99245 w 113422"/>
              <a:gd name="csY41" fmla="*/ 77962 h 141761"/>
              <a:gd name="csX42" fmla="*/ 14178 w 113422"/>
              <a:gd name="csY42" fmla="*/ 77962 h 141761"/>
              <a:gd name="csX43" fmla="*/ 10633 w 113422"/>
              <a:gd name="csY43" fmla="*/ 74424 h 141761"/>
              <a:gd name="csX44" fmla="*/ 10633 w 113422"/>
              <a:gd name="csY44" fmla="*/ 49621 h 141761"/>
              <a:gd name="csX45" fmla="*/ 14178 w 113422"/>
              <a:gd name="csY45" fmla="*/ 46066 h 141761"/>
              <a:gd name="csX46" fmla="*/ 28356 w 113422"/>
              <a:gd name="csY46" fmla="*/ 95687 h 141761"/>
              <a:gd name="csX47" fmla="*/ 35445 w 113422"/>
              <a:gd name="csY47" fmla="*/ 102781 h 141761"/>
              <a:gd name="csX48" fmla="*/ 28356 w 113422"/>
              <a:gd name="csY48" fmla="*/ 109858 h 141761"/>
              <a:gd name="csX49" fmla="*/ 21267 w 113422"/>
              <a:gd name="csY49" fmla="*/ 102781 h 141761"/>
              <a:gd name="csX50" fmla="*/ 28356 w 113422"/>
              <a:gd name="csY50" fmla="*/ 95687 h 141761"/>
              <a:gd name="csX51" fmla="*/ 85067 w 113422"/>
              <a:gd name="csY51" fmla="*/ 95687 h 141761"/>
              <a:gd name="csX52" fmla="*/ 92156 w 113422"/>
              <a:gd name="csY52" fmla="*/ 102781 h 141761"/>
              <a:gd name="csX53" fmla="*/ 85067 w 113422"/>
              <a:gd name="csY53" fmla="*/ 109858 h 141761"/>
              <a:gd name="csX54" fmla="*/ 77978 w 113422"/>
              <a:gd name="csY54" fmla="*/ 102781 h 141761"/>
              <a:gd name="csX55" fmla="*/ 85067 w 113422"/>
              <a:gd name="csY55" fmla="*/ 95687 h 141761"/>
            </a:gdLst>
            <a:ahLst/>
            <a:cxnLst/>
            <a:rect l="l" t="t" r="r" b="b"/>
            <a:pathLst>
              <a:path w="100000" h="100000">
                <a:moveTo>
                  <a:pt x="41249" y="0"/>
                </a:moveTo>
                <a:cubicBezTo>
                  <a:pt x="36359" y="0"/>
                  <a:pt x="32190" y="3132"/>
                  <a:pt x="30643" y="7500"/>
                </a:cubicBezTo>
                <a:lnTo>
                  <a:pt x="28747" y="7500"/>
                </a:lnTo>
                <a:cubicBezTo>
                  <a:pt x="18407" y="7500"/>
                  <a:pt x="9995" y="15912"/>
                  <a:pt x="9995" y="26243"/>
                </a:cubicBezTo>
                <a:lnTo>
                  <a:pt x="9995" y="73751"/>
                </a:lnTo>
                <a:cubicBezTo>
                  <a:pt x="9995" y="80591"/>
                  <a:pt x="13695" y="86579"/>
                  <a:pt x="19191" y="89855"/>
                </a:cubicBezTo>
                <a:lnTo>
                  <a:pt x="15865" y="93851"/>
                </a:lnTo>
                <a:cubicBezTo>
                  <a:pt x="15550" y="94223"/>
                  <a:pt x="15311" y="94667"/>
                  <a:pt x="15165" y="95135"/>
                </a:cubicBezTo>
                <a:cubicBezTo>
                  <a:pt x="15018" y="95603"/>
                  <a:pt x="14966" y="96095"/>
                  <a:pt x="15010" y="96587"/>
                </a:cubicBezTo>
                <a:cubicBezTo>
                  <a:pt x="15054" y="97079"/>
                  <a:pt x="15195" y="97559"/>
                  <a:pt x="15423" y="97991"/>
                </a:cubicBezTo>
                <a:cubicBezTo>
                  <a:pt x="15653" y="98423"/>
                  <a:pt x="15965" y="98818"/>
                  <a:pt x="16343" y="99131"/>
                </a:cubicBezTo>
                <a:cubicBezTo>
                  <a:pt x="16722" y="99443"/>
                  <a:pt x="17159" y="99683"/>
                  <a:pt x="17629" y="99826"/>
                </a:cubicBezTo>
                <a:cubicBezTo>
                  <a:pt x="18099" y="99982"/>
                  <a:pt x="18594" y="100031"/>
                  <a:pt x="19085" y="99982"/>
                </a:cubicBezTo>
                <a:cubicBezTo>
                  <a:pt x="19576" y="99935"/>
                  <a:pt x="20052" y="99802"/>
                  <a:pt x="20489" y="99575"/>
                </a:cubicBezTo>
                <a:cubicBezTo>
                  <a:pt x="20925" y="99347"/>
                  <a:pt x="21312" y="99035"/>
                  <a:pt x="21628" y="98651"/>
                </a:cubicBezTo>
                <a:lnTo>
                  <a:pt x="26834" y="92399"/>
                </a:lnTo>
                <a:lnTo>
                  <a:pt x="26838" y="92399"/>
                </a:lnTo>
                <a:cubicBezTo>
                  <a:pt x="27466" y="92471"/>
                  <a:pt x="28103" y="92495"/>
                  <a:pt x="28747" y="92495"/>
                </a:cubicBezTo>
                <a:lnTo>
                  <a:pt x="71253" y="92495"/>
                </a:lnTo>
                <a:cubicBezTo>
                  <a:pt x="71897" y="92495"/>
                  <a:pt x="72534" y="92471"/>
                  <a:pt x="73162" y="92399"/>
                </a:cubicBezTo>
                <a:lnTo>
                  <a:pt x="73167" y="92399"/>
                </a:lnTo>
                <a:lnTo>
                  <a:pt x="78373" y="98651"/>
                </a:lnTo>
                <a:cubicBezTo>
                  <a:pt x="78688" y="99035"/>
                  <a:pt x="79076" y="99347"/>
                  <a:pt x="79512" y="99575"/>
                </a:cubicBezTo>
                <a:cubicBezTo>
                  <a:pt x="79948" y="99802"/>
                  <a:pt x="80425" y="99935"/>
                  <a:pt x="80916" y="99982"/>
                </a:cubicBezTo>
                <a:cubicBezTo>
                  <a:pt x="81406" y="100031"/>
                  <a:pt x="81901" y="99982"/>
                  <a:pt x="82371" y="99826"/>
                </a:cubicBezTo>
                <a:cubicBezTo>
                  <a:pt x="82842" y="99683"/>
                  <a:pt x="83279" y="99443"/>
                  <a:pt x="83657" y="99131"/>
                </a:cubicBezTo>
                <a:cubicBezTo>
                  <a:pt x="84035" y="98818"/>
                  <a:pt x="84348" y="98423"/>
                  <a:pt x="84577" y="97991"/>
                </a:cubicBezTo>
                <a:cubicBezTo>
                  <a:pt x="84806" y="97559"/>
                  <a:pt x="84946" y="97079"/>
                  <a:pt x="84991" y="96587"/>
                </a:cubicBezTo>
                <a:cubicBezTo>
                  <a:pt x="85035" y="96095"/>
                  <a:pt x="84982" y="95603"/>
                  <a:pt x="84835" y="95135"/>
                </a:cubicBezTo>
                <a:cubicBezTo>
                  <a:pt x="84689" y="94667"/>
                  <a:pt x="84451" y="94223"/>
                  <a:pt x="84136" y="93851"/>
                </a:cubicBezTo>
                <a:lnTo>
                  <a:pt x="80810" y="89855"/>
                </a:lnTo>
                <a:cubicBezTo>
                  <a:pt x="86305" y="86579"/>
                  <a:pt x="90005" y="80591"/>
                  <a:pt x="90005" y="73751"/>
                </a:cubicBezTo>
                <a:lnTo>
                  <a:pt x="90005" y="26243"/>
                </a:lnTo>
                <a:cubicBezTo>
                  <a:pt x="90005" y="15912"/>
                  <a:pt x="81594" y="7500"/>
                  <a:pt x="71253" y="7500"/>
                </a:cubicBezTo>
                <a:lnTo>
                  <a:pt x="69358" y="7500"/>
                </a:lnTo>
                <a:cubicBezTo>
                  <a:pt x="67810" y="3132"/>
                  <a:pt x="63642" y="0"/>
                  <a:pt x="58751" y="0"/>
                </a:cubicBezTo>
                <a:lnTo>
                  <a:pt x="41249" y="0"/>
                </a:lnTo>
                <a:close/>
                <a:moveTo>
                  <a:pt x="19997" y="32496"/>
                </a:moveTo>
                <a:lnTo>
                  <a:pt x="80004" y="32496"/>
                </a:lnTo>
                <a:cubicBezTo>
                  <a:pt x="81384" y="32496"/>
                  <a:pt x="82504" y="33623"/>
                  <a:pt x="82504" y="35003"/>
                </a:cubicBezTo>
                <a:lnTo>
                  <a:pt x="82504" y="52500"/>
                </a:lnTo>
                <a:cubicBezTo>
                  <a:pt x="82504" y="53879"/>
                  <a:pt x="81384" y="54995"/>
                  <a:pt x="80004" y="54995"/>
                </a:cubicBezTo>
                <a:lnTo>
                  <a:pt x="19997" y="54995"/>
                </a:lnTo>
                <a:cubicBezTo>
                  <a:pt x="18616" y="54995"/>
                  <a:pt x="17496" y="53879"/>
                  <a:pt x="17496" y="52500"/>
                </a:cubicBezTo>
                <a:lnTo>
                  <a:pt x="17496" y="35003"/>
                </a:lnTo>
                <a:cubicBezTo>
                  <a:pt x="17496" y="33623"/>
                  <a:pt x="18616" y="32496"/>
                  <a:pt x="19997" y="32496"/>
                </a:cubicBezTo>
                <a:close/>
                <a:moveTo>
                  <a:pt x="29998" y="67499"/>
                </a:moveTo>
                <a:cubicBezTo>
                  <a:pt x="32760" y="67499"/>
                  <a:pt x="34999" y="69731"/>
                  <a:pt x="34999" y="72503"/>
                </a:cubicBezTo>
                <a:cubicBezTo>
                  <a:pt x="34999" y="75263"/>
                  <a:pt x="32760" y="77495"/>
                  <a:pt x="29998" y="77495"/>
                </a:cubicBezTo>
                <a:cubicBezTo>
                  <a:pt x="27235" y="77495"/>
                  <a:pt x="24997" y="75263"/>
                  <a:pt x="24997" y="72503"/>
                </a:cubicBezTo>
                <a:cubicBezTo>
                  <a:pt x="24997" y="69731"/>
                  <a:pt x="27235" y="67499"/>
                  <a:pt x="29998" y="67499"/>
                </a:cubicBezTo>
                <a:close/>
                <a:moveTo>
                  <a:pt x="70003" y="67499"/>
                </a:moveTo>
                <a:cubicBezTo>
                  <a:pt x="72766" y="67499"/>
                  <a:pt x="75003" y="69731"/>
                  <a:pt x="75003" y="72503"/>
                </a:cubicBezTo>
                <a:cubicBezTo>
                  <a:pt x="75003" y="75263"/>
                  <a:pt x="72766" y="77495"/>
                  <a:pt x="70003" y="77495"/>
                </a:cubicBezTo>
                <a:cubicBezTo>
                  <a:pt x="67240" y="77495"/>
                  <a:pt x="65002" y="75263"/>
                  <a:pt x="65002" y="72503"/>
                </a:cubicBezTo>
                <a:cubicBezTo>
                  <a:pt x="65002" y="69731"/>
                  <a:pt x="67240" y="67499"/>
                  <a:pt x="70003" y="6749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2" name="Красный — SVG 9">
            <a:extLst>
              <a:ext uri="{FF2B5EF4-FFF2-40B4-BE49-F238E27FC236}">
                <a16:creationId xmlns:a16="http://schemas.microsoft.com/office/drawing/2014/main" id="{618F2B1F-39D4-524E-8786-5ECE7E967398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30097 w 156115"/>
              <a:gd name="csY0" fmla="*/ 1 h 134746"/>
              <a:gd name="csX1" fmla="*/ 26354 w 156115"/>
              <a:gd name="csY1" fmla="*/ 1617 h 134746"/>
              <a:gd name="csX2" fmla="*/ 24857 w 156115"/>
              <a:gd name="csY2" fmla="*/ 5394 h 134746"/>
              <a:gd name="csX3" fmla="*/ 24857 w 156115"/>
              <a:gd name="csY3" fmla="*/ 7163 h 134746"/>
              <a:gd name="csX4" fmla="*/ 5393 w 156115"/>
              <a:gd name="csY4" fmla="*/ 7163 h 134746"/>
              <a:gd name="csX5" fmla="*/ 3335 w 156115"/>
              <a:gd name="csY5" fmla="*/ 7554 h 134746"/>
              <a:gd name="csX6" fmla="*/ 1582 w 156115"/>
              <a:gd name="csY6" fmla="*/ 8694 h 134746"/>
              <a:gd name="csX7" fmla="*/ 408 w 156115"/>
              <a:gd name="csY7" fmla="*/ 10429 h 134746"/>
              <a:gd name="csX8" fmla="*/ 0 w 156115"/>
              <a:gd name="csY8" fmla="*/ 12488 h 134746"/>
              <a:gd name="csX9" fmla="*/ 408 w 156115"/>
              <a:gd name="csY9" fmla="*/ 14529 h 134746"/>
              <a:gd name="csX10" fmla="*/ 1582 w 156115"/>
              <a:gd name="csY10" fmla="*/ 16264 h 134746"/>
              <a:gd name="csX11" fmla="*/ 3335 w 156115"/>
              <a:gd name="csY11" fmla="*/ 17421 h 134746"/>
              <a:gd name="csX12" fmla="*/ 5393 w 156115"/>
              <a:gd name="csY12" fmla="*/ 17795 h 134746"/>
              <a:gd name="csX13" fmla="*/ 24857 w 156115"/>
              <a:gd name="csY13" fmla="*/ 17795 h 134746"/>
              <a:gd name="csX14" fmla="*/ 24857 w 156115"/>
              <a:gd name="csY14" fmla="*/ 23119 h 134746"/>
              <a:gd name="csX15" fmla="*/ 47484 w 156115"/>
              <a:gd name="csY15" fmla="*/ 46136 h 134746"/>
              <a:gd name="csX16" fmla="*/ 53984 w 156115"/>
              <a:gd name="csY16" fmla="*/ 67706 h 134746"/>
              <a:gd name="csX17" fmla="*/ 72647 w 156115"/>
              <a:gd name="csY17" fmla="*/ 81587 h 134746"/>
              <a:gd name="csX18" fmla="*/ 83468 w 156115"/>
              <a:gd name="csY18" fmla="*/ 81587 h 134746"/>
              <a:gd name="csX19" fmla="*/ 102132 w 156115"/>
              <a:gd name="csY19" fmla="*/ 67706 h 134746"/>
              <a:gd name="csX20" fmla="*/ 108631 w 156115"/>
              <a:gd name="csY20" fmla="*/ 46136 h 134746"/>
              <a:gd name="csX21" fmla="*/ 131241 w 156115"/>
              <a:gd name="csY21" fmla="*/ 23119 h 134746"/>
              <a:gd name="csX22" fmla="*/ 131241 w 156115"/>
              <a:gd name="csY22" fmla="*/ 17795 h 134746"/>
              <a:gd name="csX23" fmla="*/ 150722 w 156115"/>
              <a:gd name="csY23" fmla="*/ 17795 h 134746"/>
              <a:gd name="csX24" fmla="*/ 152780 w 156115"/>
              <a:gd name="csY24" fmla="*/ 17421 h 134746"/>
              <a:gd name="csX25" fmla="*/ 154516 w 156115"/>
              <a:gd name="csY25" fmla="*/ 16264 h 134746"/>
              <a:gd name="csX26" fmla="*/ 155690 w 156115"/>
              <a:gd name="csY26" fmla="*/ 14529 h 134746"/>
              <a:gd name="csX27" fmla="*/ 156115 w 156115"/>
              <a:gd name="csY27" fmla="*/ 12488 h 134746"/>
              <a:gd name="csX28" fmla="*/ 155690 w 156115"/>
              <a:gd name="csY28" fmla="*/ 10429 h 134746"/>
              <a:gd name="csX29" fmla="*/ 154516 w 156115"/>
              <a:gd name="csY29" fmla="*/ 8694 h 134746"/>
              <a:gd name="csX30" fmla="*/ 152780 w 156115"/>
              <a:gd name="csY30" fmla="*/ 7554 h 134746"/>
              <a:gd name="csX31" fmla="*/ 150722 w 156115"/>
              <a:gd name="csY31" fmla="*/ 7163 h 134746"/>
              <a:gd name="csX32" fmla="*/ 131241 w 156115"/>
              <a:gd name="csY32" fmla="*/ 7163 h 134746"/>
              <a:gd name="csX33" fmla="*/ 131241 w 156115"/>
              <a:gd name="csY33" fmla="*/ 5394 h 134746"/>
              <a:gd name="csX34" fmla="*/ 130867 w 156115"/>
              <a:gd name="csY34" fmla="*/ 3336 h 134746"/>
              <a:gd name="csX35" fmla="*/ 129710 w 156115"/>
              <a:gd name="csY35" fmla="*/ 1584 h 134746"/>
              <a:gd name="csX36" fmla="*/ 127992 w 156115"/>
              <a:gd name="csY36" fmla="*/ 410 h 134746"/>
              <a:gd name="csX37" fmla="*/ 125933 w 156115"/>
              <a:gd name="csY37" fmla="*/ 1 h 134746"/>
              <a:gd name="csX38" fmla="*/ 123875 w 156115"/>
              <a:gd name="csY38" fmla="*/ 410 h 134746"/>
              <a:gd name="csX39" fmla="*/ 122139 w 156115"/>
              <a:gd name="csY39" fmla="*/ 1584 h 134746"/>
              <a:gd name="csX40" fmla="*/ 121000 w 156115"/>
              <a:gd name="csY40" fmla="*/ 3336 h 134746"/>
              <a:gd name="csX41" fmla="*/ 120608 w 156115"/>
              <a:gd name="csY41" fmla="*/ 5394 h 134746"/>
              <a:gd name="csX42" fmla="*/ 120608 w 156115"/>
              <a:gd name="csY42" fmla="*/ 7163 h 134746"/>
              <a:gd name="csX43" fmla="*/ 101094 w 156115"/>
              <a:gd name="csY43" fmla="*/ 7163 h 134746"/>
              <a:gd name="csX44" fmla="*/ 99035 w 156115"/>
              <a:gd name="csY44" fmla="*/ 7554 h 134746"/>
              <a:gd name="csX45" fmla="*/ 97283 w 156115"/>
              <a:gd name="csY45" fmla="*/ 8694 h 134746"/>
              <a:gd name="csX46" fmla="*/ 96109 w 156115"/>
              <a:gd name="csY46" fmla="*/ 10429 h 134746"/>
              <a:gd name="csX47" fmla="*/ 95700 w 156115"/>
              <a:gd name="csY47" fmla="*/ 12488 h 134746"/>
              <a:gd name="csX48" fmla="*/ 96109 w 156115"/>
              <a:gd name="csY48" fmla="*/ 14529 h 134746"/>
              <a:gd name="csX49" fmla="*/ 97283 w 156115"/>
              <a:gd name="csY49" fmla="*/ 16264 h 134746"/>
              <a:gd name="csX50" fmla="*/ 99035 w 156115"/>
              <a:gd name="csY50" fmla="*/ 17421 h 134746"/>
              <a:gd name="csX51" fmla="*/ 101094 w 156115"/>
              <a:gd name="csY51" fmla="*/ 17795 h 134746"/>
              <a:gd name="csX52" fmla="*/ 120608 w 156115"/>
              <a:gd name="csY52" fmla="*/ 17795 h 134746"/>
              <a:gd name="csX53" fmla="*/ 120608 w 156115"/>
              <a:gd name="csY53" fmla="*/ 23119 h 134746"/>
              <a:gd name="csX54" fmla="*/ 108205 w 156115"/>
              <a:gd name="csY54" fmla="*/ 35521 h 134746"/>
              <a:gd name="csX55" fmla="*/ 47893 w 156115"/>
              <a:gd name="csY55" fmla="*/ 35521 h 134746"/>
              <a:gd name="csX56" fmla="*/ 35490 w 156115"/>
              <a:gd name="csY56" fmla="*/ 23119 h 134746"/>
              <a:gd name="csX57" fmla="*/ 35490 w 156115"/>
              <a:gd name="csY57" fmla="*/ 17795 h 134746"/>
              <a:gd name="csX58" fmla="*/ 55022 w 156115"/>
              <a:gd name="csY58" fmla="*/ 17795 h 134746"/>
              <a:gd name="csX59" fmla="*/ 57080 w 156115"/>
              <a:gd name="csY59" fmla="*/ 17421 h 134746"/>
              <a:gd name="csX60" fmla="*/ 58815 w 156115"/>
              <a:gd name="csY60" fmla="*/ 16264 h 134746"/>
              <a:gd name="csX61" fmla="*/ 59989 w 156115"/>
              <a:gd name="csY61" fmla="*/ 14529 h 134746"/>
              <a:gd name="csX62" fmla="*/ 60415 w 156115"/>
              <a:gd name="csY62" fmla="*/ 12488 h 134746"/>
              <a:gd name="csX63" fmla="*/ 59989 w 156115"/>
              <a:gd name="csY63" fmla="*/ 10429 h 134746"/>
              <a:gd name="csX64" fmla="*/ 58815 w 156115"/>
              <a:gd name="csY64" fmla="*/ 8694 h 134746"/>
              <a:gd name="csX65" fmla="*/ 57080 w 156115"/>
              <a:gd name="csY65" fmla="*/ 7554 h 134746"/>
              <a:gd name="csX66" fmla="*/ 55022 w 156115"/>
              <a:gd name="csY66" fmla="*/ 7163 h 134746"/>
              <a:gd name="csX67" fmla="*/ 35490 w 156115"/>
              <a:gd name="csY67" fmla="*/ 7163 h 134746"/>
              <a:gd name="csX68" fmla="*/ 35490 w 156115"/>
              <a:gd name="csY68" fmla="*/ 5394 h 134746"/>
              <a:gd name="csX69" fmla="*/ 35098 w 156115"/>
              <a:gd name="csY69" fmla="*/ 3319 h 134746"/>
              <a:gd name="csX70" fmla="*/ 33942 w 156115"/>
              <a:gd name="csY70" fmla="*/ 1549 h 134746"/>
              <a:gd name="csX71" fmla="*/ 32172 w 156115"/>
              <a:gd name="csY71" fmla="*/ 393 h 134746"/>
              <a:gd name="csX72" fmla="*/ 30097 w 156115"/>
              <a:gd name="csY72" fmla="*/ 1 h 134746"/>
              <a:gd name="csX73" fmla="*/ 44388 w 156115"/>
              <a:gd name="csY73" fmla="*/ 63878 h 134746"/>
              <a:gd name="csX74" fmla="*/ 17796 w 156115"/>
              <a:gd name="csY74" fmla="*/ 90450 h 134746"/>
              <a:gd name="csX75" fmla="*/ 17796 w 156115"/>
              <a:gd name="csY75" fmla="*/ 129439 h 134746"/>
              <a:gd name="csX76" fmla="*/ 23121 w 156115"/>
              <a:gd name="csY76" fmla="*/ 134746 h 134746"/>
              <a:gd name="csX77" fmla="*/ 28429 w 156115"/>
              <a:gd name="csY77" fmla="*/ 129439 h 134746"/>
              <a:gd name="csX78" fmla="*/ 28429 w 156115"/>
              <a:gd name="csY78" fmla="*/ 90450 h 134746"/>
              <a:gd name="csX79" fmla="*/ 44388 w 156115"/>
              <a:gd name="csY79" fmla="*/ 74510 h 134746"/>
              <a:gd name="csX80" fmla="*/ 49186 w 156115"/>
              <a:gd name="csY80" fmla="*/ 74510 h 134746"/>
              <a:gd name="csX81" fmla="*/ 47195 w 156115"/>
              <a:gd name="csY81" fmla="*/ 69747 h 134746"/>
              <a:gd name="csX82" fmla="*/ 45426 w 156115"/>
              <a:gd name="csY82" fmla="*/ 63878 h 134746"/>
              <a:gd name="csX83" fmla="*/ 44388 w 156115"/>
              <a:gd name="csY83" fmla="*/ 63878 h 134746"/>
              <a:gd name="csX84" fmla="*/ 110689 w 156115"/>
              <a:gd name="csY84" fmla="*/ 63878 h 134746"/>
              <a:gd name="csX85" fmla="*/ 108920 w 156115"/>
              <a:gd name="csY85" fmla="*/ 69747 h 134746"/>
              <a:gd name="csX86" fmla="*/ 106929 w 156115"/>
              <a:gd name="csY86" fmla="*/ 74510 h 134746"/>
              <a:gd name="csX87" fmla="*/ 115266 w 156115"/>
              <a:gd name="csY87" fmla="*/ 74510 h 134746"/>
              <a:gd name="csX88" fmla="*/ 127669 w 156115"/>
              <a:gd name="csY88" fmla="*/ 90450 h 134746"/>
              <a:gd name="csX89" fmla="*/ 127669 w 156115"/>
              <a:gd name="csY89" fmla="*/ 129439 h 134746"/>
              <a:gd name="csX90" fmla="*/ 132994 w 156115"/>
              <a:gd name="csY90" fmla="*/ 134746 h 134746"/>
              <a:gd name="csX91" fmla="*/ 138302 w 156115"/>
              <a:gd name="csY91" fmla="*/ 129439 h 134746"/>
              <a:gd name="csX92" fmla="*/ 138302 w 156115"/>
              <a:gd name="csY92" fmla="*/ 90450 h 134746"/>
              <a:gd name="csX93" fmla="*/ 115266 w 156115"/>
              <a:gd name="csY93" fmla="*/ 63878 h 134746"/>
              <a:gd name="csX94" fmla="*/ 110689 w 156115"/>
              <a:gd name="csY94" fmla="*/ 63878 h 134746"/>
            </a:gdLst>
            <a:ahLst/>
            <a:cxnLst/>
            <a:rect l="l" t="t" r="r" b="b"/>
            <a:pathLst>
              <a:path w="100000" h="100000">
                <a:moveTo>
                  <a:pt x="19279" y="6845"/>
                </a:moveTo>
                <a:cubicBezTo>
                  <a:pt x="18374" y="6856"/>
                  <a:pt x="17513" y="7226"/>
                  <a:pt x="16881" y="7880"/>
                </a:cubicBezTo>
                <a:cubicBezTo>
                  <a:pt x="16260" y="8523"/>
                  <a:pt x="15911" y="9395"/>
                  <a:pt x="15922" y="10299"/>
                </a:cubicBezTo>
                <a:lnTo>
                  <a:pt x="15922" y="11432"/>
                </a:lnTo>
                <a:lnTo>
                  <a:pt x="3455" y="11432"/>
                </a:lnTo>
                <a:cubicBezTo>
                  <a:pt x="3008" y="11432"/>
                  <a:pt x="2550" y="11509"/>
                  <a:pt x="2136" y="11683"/>
                </a:cubicBezTo>
                <a:cubicBezTo>
                  <a:pt x="1722" y="11846"/>
                  <a:pt x="1341" y="12097"/>
                  <a:pt x="1013" y="12413"/>
                </a:cubicBezTo>
                <a:cubicBezTo>
                  <a:pt x="698" y="12729"/>
                  <a:pt x="436" y="13111"/>
                  <a:pt x="261" y="13524"/>
                </a:cubicBezTo>
                <a:cubicBezTo>
                  <a:pt x="87" y="13939"/>
                  <a:pt x="0" y="14385"/>
                  <a:pt x="0" y="14843"/>
                </a:cubicBezTo>
                <a:cubicBezTo>
                  <a:pt x="0" y="15290"/>
                  <a:pt x="87" y="15737"/>
                  <a:pt x="261" y="16151"/>
                </a:cubicBezTo>
                <a:cubicBezTo>
                  <a:pt x="436" y="16575"/>
                  <a:pt x="698" y="16946"/>
                  <a:pt x="1013" y="17262"/>
                </a:cubicBezTo>
                <a:cubicBezTo>
                  <a:pt x="1341" y="17578"/>
                  <a:pt x="1722" y="17829"/>
                  <a:pt x="2136" y="18003"/>
                </a:cubicBezTo>
                <a:cubicBezTo>
                  <a:pt x="2550" y="18166"/>
                  <a:pt x="3008" y="18254"/>
                  <a:pt x="3455" y="18243"/>
                </a:cubicBezTo>
                <a:lnTo>
                  <a:pt x="15922" y="18243"/>
                </a:lnTo>
                <a:lnTo>
                  <a:pt x="15922" y="21653"/>
                </a:lnTo>
                <a:cubicBezTo>
                  <a:pt x="15922" y="29673"/>
                  <a:pt x="22428" y="36243"/>
                  <a:pt x="30416" y="36397"/>
                </a:cubicBezTo>
                <a:lnTo>
                  <a:pt x="34580" y="50213"/>
                </a:lnTo>
                <a:cubicBezTo>
                  <a:pt x="36170" y="55531"/>
                  <a:pt x="40977" y="59105"/>
                  <a:pt x="46534" y="59105"/>
                </a:cubicBezTo>
                <a:lnTo>
                  <a:pt x="53466" y="59105"/>
                </a:lnTo>
                <a:cubicBezTo>
                  <a:pt x="59012" y="59105"/>
                  <a:pt x="63819" y="55531"/>
                  <a:pt x="65421" y="50213"/>
                </a:cubicBezTo>
                <a:lnTo>
                  <a:pt x="69584" y="36397"/>
                </a:lnTo>
                <a:cubicBezTo>
                  <a:pt x="77572" y="36243"/>
                  <a:pt x="84067" y="29673"/>
                  <a:pt x="84067" y="21653"/>
                </a:cubicBezTo>
                <a:lnTo>
                  <a:pt x="84067" y="18243"/>
                </a:lnTo>
                <a:lnTo>
                  <a:pt x="96545" y="18243"/>
                </a:lnTo>
                <a:cubicBezTo>
                  <a:pt x="96992" y="18254"/>
                  <a:pt x="97439" y="18166"/>
                  <a:pt x="97864" y="18003"/>
                </a:cubicBezTo>
                <a:cubicBezTo>
                  <a:pt x="98278" y="17829"/>
                  <a:pt x="98659" y="17578"/>
                  <a:pt x="98976" y="17262"/>
                </a:cubicBezTo>
                <a:cubicBezTo>
                  <a:pt x="99302" y="16946"/>
                  <a:pt x="99554" y="16575"/>
                  <a:pt x="99728" y="16151"/>
                </a:cubicBezTo>
                <a:cubicBezTo>
                  <a:pt x="99902" y="15737"/>
                  <a:pt x="100000" y="15290"/>
                  <a:pt x="100000" y="14843"/>
                </a:cubicBezTo>
                <a:cubicBezTo>
                  <a:pt x="100000" y="14385"/>
                  <a:pt x="99902" y="13939"/>
                  <a:pt x="99728" y="13524"/>
                </a:cubicBezTo>
                <a:cubicBezTo>
                  <a:pt x="99554" y="13111"/>
                  <a:pt x="99302" y="12729"/>
                  <a:pt x="98976" y="12413"/>
                </a:cubicBezTo>
                <a:cubicBezTo>
                  <a:pt x="98659" y="12097"/>
                  <a:pt x="98278" y="11846"/>
                  <a:pt x="97864" y="11683"/>
                </a:cubicBezTo>
                <a:cubicBezTo>
                  <a:pt x="97439" y="11509"/>
                  <a:pt x="96992" y="11432"/>
                  <a:pt x="96545" y="11432"/>
                </a:cubicBezTo>
                <a:lnTo>
                  <a:pt x="84067" y="11432"/>
                </a:lnTo>
                <a:lnTo>
                  <a:pt x="84067" y="10299"/>
                </a:lnTo>
                <a:cubicBezTo>
                  <a:pt x="84078" y="9853"/>
                  <a:pt x="83991" y="9395"/>
                  <a:pt x="83827" y="8981"/>
                </a:cubicBezTo>
                <a:cubicBezTo>
                  <a:pt x="83653" y="8566"/>
                  <a:pt x="83414" y="8185"/>
                  <a:pt x="83086" y="7859"/>
                </a:cubicBezTo>
                <a:cubicBezTo>
                  <a:pt x="82770" y="7542"/>
                  <a:pt x="82400" y="7281"/>
                  <a:pt x="81986" y="7107"/>
                </a:cubicBezTo>
                <a:cubicBezTo>
                  <a:pt x="81561" y="6932"/>
                  <a:pt x="81114" y="6845"/>
                  <a:pt x="80667" y="6845"/>
                </a:cubicBezTo>
                <a:cubicBezTo>
                  <a:pt x="80209" y="6845"/>
                  <a:pt x="79762" y="6932"/>
                  <a:pt x="79349" y="7107"/>
                </a:cubicBezTo>
                <a:cubicBezTo>
                  <a:pt x="78934" y="7281"/>
                  <a:pt x="78553" y="7542"/>
                  <a:pt x="78237" y="7859"/>
                </a:cubicBezTo>
                <a:cubicBezTo>
                  <a:pt x="77921" y="8185"/>
                  <a:pt x="77670" y="8566"/>
                  <a:pt x="77507" y="8981"/>
                </a:cubicBezTo>
                <a:cubicBezTo>
                  <a:pt x="77332" y="9395"/>
                  <a:pt x="77256" y="9853"/>
                  <a:pt x="77256" y="10299"/>
                </a:cubicBezTo>
                <a:lnTo>
                  <a:pt x="77256" y="11432"/>
                </a:lnTo>
                <a:lnTo>
                  <a:pt x="64756" y="11432"/>
                </a:lnTo>
                <a:cubicBezTo>
                  <a:pt x="64309" y="11432"/>
                  <a:pt x="63852" y="11509"/>
                  <a:pt x="63437" y="11683"/>
                </a:cubicBezTo>
                <a:cubicBezTo>
                  <a:pt x="63023" y="11846"/>
                  <a:pt x="62642" y="12097"/>
                  <a:pt x="62315" y="12413"/>
                </a:cubicBezTo>
                <a:cubicBezTo>
                  <a:pt x="61999" y="12729"/>
                  <a:pt x="61737" y="13111"/>
                  <a:pt x="61563" y="13524"/>
                </a:cubicBezTo>
                <a:cubicBezTo>
                  <a:pt x="61389" y="13939"/>
                  <a:pt x="61301" y="14385"/>
                  <a:pt x="61301" y="14843"/>
                </a:cubicBezTo>
                <a:cubicBezTo>
                  <a:pt x="61301" y="15290"/>
                  <a:pt x="61389" y="15737"/>
                  <a:pt x="61563" y="16151"/>
                </a:cubicBezTo>
                <a:cubicBezTo>
                  <a:pt x="61737" y="16575"/>
                  <a:pt x="61999" y="16946"/>
                  <a:pt x="62315" y="17262"/>
                </a:cubicBezTo>
                <a:cubicBezTo>
                  <a:pt x="62642" y="17578"/>
                  <a:pt x="63023" y="17829"/>
                  <a:pt x="63437" y="18003"/>
                </a:cubicBezTo>
                <a:cubicBezTo>
                  <a:pt x="63852" y="18166"/>
                  <a:pt x="64309" y="18254"/>
                  <a:pt x="64756" y="18243"/>
                </a:cubicBezTo>
                <a:lnTo>
                  <a:pt x="77256" y="18243"/>
                </a:lnTo>
                <a:lnTo>
                  <a:pt x="77256" y="21653"/>
                </a:lnTo>
                <a:cubicBezTo>
                  <a:pt x="77256" y="26077"/>
                  <a:pt x="73747" y="29597"/>
                  <a:pt x="69311" y="29597"/>
                </a:cubicBezTo>
                <a:lnTo>
                  <a:pt x="30678" y="29597"/>
                </a:lnTo>
                <a:cubicBezTo>
                  <a:pt x="26253" y="29597"/>
                  <a:pt x="22733" y="26077"/>
                  <a:pt x="22733" y="21653"/>
                </a:cubicBezTo>
                <a:lnTo>
                  <a:pt x="22733" y="18243"/>
                </a:lnTo>
                <a:lnTo>
                  <a:pt x="35245" y="18243"/>
                </a:lnTo>
                <a:cubicBezTo>
                  <a:pt x="35691" y="18254"/>
                  <a:pt x="36137" y="18166"/>
                  <a:pt x="36563" y="18003"/>
                </a:cubicBezTo>
                <a:cubicBezTo>
                  <a:pt x="36977" y="17829"/>
                  <a:pt x="37358" y="17578"/>
                  <a:pt x="37674" y="17262"/>
                </a:cubicBezTo>
                <a:cubicBezTo>
                  <a:pt x="38001" y="16946"/>
                  <a:pt x="38252" y="16575"/>
                  <a:pt x="38426" y="16151"/>
                </a:cubicBezTo>
                <a:cubicBezTo>
                  <a:pt x="38600" y="15737"/>
                  <a:pt x="38699" y="15290"/>
                  <a:pt x="38699" y="14843"/>
                </a:cubicBezTo>
                <a:cubicBezTo>
                  <a:pt x="38699" y="14385"/>
                  <a:pt x="38600" y="13939"/>
                  <a:pt x="38426" y="13524"/>
                </a:cubicBezTo>
                <a:cubicBezTo>
                  <a:pt x="38252" y="13111"/>
                  <a:pt x="38001" y="12729"/>
                  <a:pt x="37674" y="12413"/>
                </a:cubicBezTo>
                <a:cubicBezTo>
                  <a:pt x="37358" y="12097"/>
                  <a:pt x="36977" y="11846"/>
                  <a:pt x="36563" y="11683"/>
                </a:cubicBezTo>
                <a:cubicBezTo>
                  <a:pt x="36137" y="11509"/>
                  <a:pt x="35691" y="11432"/>
                  <a:pt x="35245" y="11432"/>
                </a:cubicBezTo>
                <a:lnTo>
                  <a:pt x="22733" y="11432"/>
                </a:lnTo>
                <a:lnTo>
                  <a:pt x="22733" y="10299"/>
                </a:lnTo>
                <a:cubicBezTo>
                  <a:pt x="22744" y="9841"/>
                  <a:pt x="22657" y="9395"/>
                  <a:pt x="22482" y="8970"/>
                </a:cubicBezTo>
                <a:cubicBezTo>
                  <a:pt x="22308" y="8545"/>
                  <a:pt x="22057" y="8164"/>
                  <a:pt x="21742" y="7836"/>
                </a:cubicBezTo>
                <a:cubicBezTo>
                  <a:pt x="21414" y="7520"/>
                  <a:pt x="21033" y="7270"/>
                  <a:pt x="20608" y="7096"/>
                </a:cubicBezTo>
                <a:cubicBezTo>
                  <a:pt x="20183" y="6921"/>
                  <a:pt x="19736" y="6834"/>
                  <a:pt x="19279" y="6845"/>
                </a:cubicBezTo>
                <a:close/>
                <a:moveTo>
                  <a:pt x="28433" y="47761"/>
                </a:moveTo>
                <a:cubicBezTo>
                  <a:pt x="19039" y="47761"/>
                  <a:pt x="11399" y="55389"/>
                  <a:pt x="11399" y="64782"/>
                </a:cubicBezTo>
                <a:lnTo>
                  <a:pt x="11399" y="89757"/>
                </a:lnTo>
                <a:cubicBezTo>
                  <a:pt x="11399" y="91631"/>
                  <a:pt x="12925" y="93156"/>
                  <a:pt x="14810" y="93156"/>
                </a:cubicBezTo>
                <a:cubicBezTo>
                  <a:pt x="16685" y="93156"/>
                  <a:pt x="18210" y="91631"/>
                  <a:pt x="18210" y="89757"/>
                </a:cubicBezTo>
                <a:lnTo>
                  <a:pt x="18210" y="64782"/>
                </a:lnTo>
                <a:cubicBezTo>
                  <a:pt x="18210" y="59148"/>
                  <a:pt x="22799" y="54572"/>
                  <a:pt x="28433" y="54572"/>
                </a:cubicBezTo>
                <a:lnTo>
                  <a:pt x="31506" y="54572"/>
                </a:lnTo>
                <a:cubicBezTo>
                  <a:pt x="30994" y="53602"/>
                  <a:pt x="30547" y="52599"/>
                  <a:pt x="30231" y="51521"/>
                </a:cubicBezTo>
                <a:lnTo>
                  <a:pt x="29098" y="47761"/>
                </a:lnTo>
                <a:lnTo>
                  <a:pt x="28433" y="47761"/>
                </a:lnTo>
                <a:close/>
                <a:moveTo>
                  <a:pt x="70902" y="47761"/>
                </a:moveTo>
                <a:lnTo>
                  <a:pt x="69769" y="51521"/>
                </a:lnTo>
                <a:cubicBezTo>
                  <a:pt x="69453" y="52599"/>
                  <a:pt x="68995" y="53602"/>
                  <a:pt x="68494" y="54572"/>
                </a:cubicBezTo>
                <a:lnTo>
                  <a:pt x="73834" y="54572"/>
                </a:lnTo>
                <a:cubicBezTo>
                  <a:pt x="81212" y="54572"/>
                  <a:pt x="81779" y="62384"/>
                  <a:pt x="81779" y="64782"/>
                </a:cubicBezTo>
                <a:lnTo>
                  <a:pt x="81779" y="89757"/>
                </a:lnTo>
                <a:cubicBezTo>
                  <a:pt x="81779" y="91631"/>
                  <a:pt x="83304" y="93156"/>
                  <a:pt x="85190" y="93156"/>
                </a:cubicBezTo>
                <a:cubicBezTo>
                  <a:pt x="87075" y="93156"/>
                  <a:pt x="88590" y="91631"/>
                  <a:pt x="88590" y="89757"/>
                </a:cubicBezTo>
                <a:lnTo>
                  <a:pt x="88590" y="64782"/>
                </a:lnTo>
                <a:cubicBezTo>
                  <a:pt x="88590" y="54593"/>
                  <a:pt x="82661" y="47761"/>
                  <a:pt x="73834" y="47761"/>
                </a:cubicBezTo>
                <a:lnTo>
                  <a:pt x="70902" y="4776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3" name="Красный — SVG 10">
            <a:extLst>
              <a:ext uri="{FF2B5EF4-FFF2-40B4-BE49-F238E27FC236}">
                <a16:creationId xmlns:a16="http://schemas.microsoft.com/office/drawing/2014/main" id="{E8BAC31C-F755-6445-8BE2-61BB9B70F0DD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9340 w 141704"/>
              <a:gd name="csY0" fmla="*/ 132346 h 141670"/>
              <a:gd name="csX1" fmla="*/ 9340 w 141704"/>
              <a:gd name="csY1" fmla="*/ 87250 h 141670"/>
              <a:gd name="csX2" fmla="*/ 31883 w 141704"/>
              <a:gd name="csY2" fmla="*/ 77894 h 141670"/>
              <a:gd name="csX3" fmla="*/ 35218 w 141704"/>
              <a:gd name="csY3" fmla="*/ 78081 h 141670"/>
              <a:gd name="csX4" fmla="*/ 33295 w 141704"/>
              <a:gd name="csY4" fmla="*/ 88577 h 141670"/>
              <a:gd name="csX5" fmla="*/ 31883 w 141704"/>
              <a:gd name="csY5" fmla="*/ 88526 h 141670"/>
              <a:gd name="csX6" fmla="*/ 16860 w 141704"/>
              <a:gd name="csY6" fmla="*/ 94752 h 141670"/>
              <a:gd name="csX7" fmla="*/ 16860 w 141704"/>
              <a:gd name="csY7" fmla="*/ 124827 h 141670"/>
              <a:gd name="csX8" fmla="*/ 46923 w 141704"/>
              <a:gd name="csY8" fmla="*/ 124827 h 141670"/>
              <a:gd name="csX9" fmla="*/ 53099 w 141704"/>
              <a:gd name="csY9" fmla="*/ 108378 h 141670"/>
              <a:gd name="csX10" fmla="*/ 63596 w 141704"/>
              <a:gd name="csY10" fmla="*/ 106472 h 141670"/>
              <a:gd name="csX11" fmla="*/ 54443 w 141704"/>
              <a:gd name="csY11" fmla="*/ 132329 h 141670"/>
              <a:gd name="csX12" fmla="*/ 9340 w 141704"/>
              <a:gd name="csY12" fmla="*/ 132346 h 141670"/>
              <a:gd name="csX13" fmla="*/ 87262 w 141704"/>
              <a:gd name="csY13" fmla="*/ 132329 h 141670"/>
              <a:gd name="csX14" fmla="*/ 78091 w 141704"/>
              <a:gd name="csY14" fmla="*/ 106472 h 141670"/>
              <a:gd name="csX15" fmla="*/ 88606 w 141704"/>
              <a:gd name="csY15" fmla="*/ 108378 h 141670"/>
              <a:gd name="csX16" fmla="*/ 94782 w 141704"/>
              <a:gd name="csY16" fmla="*/ 124827 h 141670"/>
              <a:gd name="csX17" fmla="*/ 124861 w 141704"/>
              <a:gd name="csY17" fmla="*/ 124827 h 141670"/>
              <a:gd name="csX18" fmla="*/ 124844 w 141704"/>
              <a:gd name="csY18" fmla="*/ 94752 h 141670"/>
              <a:gd name="csX19" fmla="*/ 109822 w 141704"/>
              <a:gd name="csY19" fmla="*/ 88526 h 141670"/>
              <a:gd name="csX20" fmla="*/ 108427 w 141704"/>
              <a:gd name="csY20" fmla="*/ 88577 h 141670"/>
              <a:gd name="csX21" fmla="*/ 106504 w 141704"/>
              <a:gd name="csY21" fmla="*/ 78081 h 141670"/>
              <a:gd name="csX22" fmla="*/ 109822 w 141704"/>
              <a:gd name="csY22" fmla="*/ 77894 h 141670"/>
              <a:gd name="csX23" fmla="*/ 132365 w 141704"/>
              <a:gd name="csY23" fmla="*/ 87250 h 141670"/>
              <a:gd name="csX24" fmla="*/ 132365 w 141704"/>
              <a:gd name="csY24" fmla="*/ 132346 h 141670"/>
              <a:gd name="csX25" fmla="*/ 87262 w 141704"/>
              <a:gd name="csY25" fmla="*/ 132329 h 141670"/>
              <a:gd name="csX26" fmla="*/ 106062 w 141704"/>
              <a:gd name="csY26" fmla="*/ 113566 h 141670"/>
              <a:gd name="csX27" fmla="*/ 98627 w 141704"/>
              <a:gd name="csY27" fmla="*/ 106115 h 141670"/>
              <a:gd name="csX28" fmla="*/ 70861 w 141704"/>
              <a:gd name="csY28" fmla="*/ 99141 h 141670"/>
              <a:gd name="csX29" fmla="*/ 42721 w 141704"/>
              <a:gd name="csY29" fmla="*/ 106472 h 141670"/>
              <a:gd name="csX30" fmla="*/ 35626 w 141704"/>
              <a:gd name="csY30" fmla="*/ 113549 h 141670"/>
              <a:gd name="csX31" fmla="*/ 28123 w 141704"/>
              <a:gd name="csY31" fmla="*/ 113549 h 141670"/>
              <a:gd name="csX32" fmla="*/ 28123 w 141704"/>
              <a:gd name="csY32" fmla="*/ 106030 h 141670"/>
              <a:gd name="csX33" fmla="*/ 35201 w 141704"/>
              <a:gd name="csY33" fmla="*/ 98954 h 141670"/>
              <a:gd name="csX34" fmla="*/ 42551 w 141704"/>
              <a:gd name="csY34" fmla="*/ 70834 h 141670"/>
              <a:gd name="csX35" fmla="*/ 35575 w 141704"/>
              <a:gd name="csY35" fmla="*/ 43072 h 141670"/>
              <a:gd name="csX36" fmla="*/ 28123 w 141704"/>
              <a:gd name="csY36" fmla="*/ 35638 h 141670"/>
              <a:gd name="csX37" fmla="*/ 28123 w 141704"/>
              <a:gd name="csY37" fmla="*/ 28119 h 141670"/>
              <a:gd name="csX38" fmla="*/ 35626 w 141704"/>
              <a:gd name="csY38" fmla="*/ 28119 h 141670"/>
              <a:gd name="csX39" fmla="*/ 42738 w 141704"/>
              <a:gd name="csY39" fmla="*/ 35196 h 141670"/>
              <a:gd name="csX40" fmla="*/ 70861 w 141704"/>
              <a:gd name="csY40" fmla="*/ 42528 h 141670"/>
              <a:gd name="csX41" fmla="*/ 98967 w 141704"/>
              <a:gd name="csY41" fmla="*/ 35196 h 141670"/>
              <a:gd name="csX42" fmla="*/ 106062 w 141704"/>
              <a:gd name="csY42" fmla="*/ 28102 h 141670"/>
              <a:gd name="csX43" fmla="*/ 113582 w 141704"/>
              <a:gd name="csY43" fmla="*/ 28102 h 141670"/>
              <a:gd name="csX44" fmla="*/ 113582 w 141704"/>
              <a:gd name="csY44" fmla="*/ 35621 h 141670"/>
              <a:gd name="csX45" fmla="*/ 106487 w 141704"/>
              <a:gd name="csY45" fmla="*/ 42698 h 141670"/>
              <a:gd name="csX46" fmla="*/ 99171 w 141704"/>
              <a:gd name="csY46" fmla="*/ 70834 h 141670"/>
              <a:gd name="csX47" fmla="*/ 106504 w 141704"/>
              <a:gd name="csY47" fmla="*/ 98954 h 141670"/>
              <a:gd name="csX48" fmla="*/ 113582 w 141704"/>
              <a:gd name="csY48" fmla="*/ 106064 h 141670"/>
              <a:gd name="csX49" fmla="*/ 113582 w 141704"/>
              <a:gd name="csY49" fmla="*/ 113566 h 141670"/>
              <a:gd name="csX50" fmla="*/ 106062 w 141704"/>
              <a:gd name="csY50" fmla="*/ 113566 h 141670"/>
              <a:gd name="csX51" fmla="*/ 9340 w 141704"/>
              <a:gd name="csY51" fmla="*/ 54435 h 141670"/>
              <a:gd name="csX52" fmla="*/ 9340 w 141704"/>
              <a:gd name="csY52" fmla="*/ 9339 h 141670"/>
              <a:gd name="csX53" fmla="*/ 54443 w 141704"/>
              <a:gd name="csY53" fmla="*/ 9339 h 141670"/>
              <a:gd name="csX54" fmla="*/ 63596 w 141704"/>
              <a:gd name="csY54" fmla="*/ 35196 h 141670"/>
              <a:gd name="csX55" fmla="*/ 53099 w 141704"/>
              <a:gd name="csY55" fmla="*/ 33274 h 141670"/>
              <a:gd name="csX56" fmla="*/ 46923 w 141704"/>
              <a:gd name="csY56" fmla="*/ 16858 h 141670"/>
              <a:gd name="csX57" fmla="*/ 16843 w 141704"/>
              <a:gd name="csY57" fmla="*/ 16858 h 141670"/>
              <a:gd name="csX58" fmla="*/ 16843 w 141704"/>
              <a:gd name="csY58" fmla="*/ 46917 h 141670"/>
              <a:gd name="csX59" fmla="*/ 31883 w 141704"/>
              <a:gd name="csY59" fmla="*/ 53143 h 141670"/>
              <a:gd name="csX60" fmla="*/ 33312 w 141704"/>
              <a:gd name="csY60" fmla="*/ 53092 h 141670"/>
              <a:gd name="csX61" fmla="*/ 35201 w 141704"/>
              <a:gd name="csY61" fmla="*/ 63604 h 141670"/>
              <a:gd name="csX62" fmla="*/ 31883 w 141704"/>
              <a:gd name="csY62" fmla="*/ 63775 h 141670"/>
              <a:gd name="csX63" fmla="*/ 9340 w 141704"/>
              <a:gd name="csY63" fmla="*/ 54435 h 141670"/>
              <a:gd name="csX64" fmla="*/ 106504 w 141704"/>
              <a:gd name="csY64" fmla="*/ 63604 h 141670"/>
              <a:gd name="csX65" fmla="*/ 108392 w 141704"/>
              <a:gd name="csY65" fmla="*/ 53092 h 141670"/>
              <a:gd name="csX66" fmla="*/ 109822 w 141704"/>
              <a:gd name="csY66" fmla="*/ 53143 h 141670"/>
              <a:gd name="csX67" fmla="*/ 124844 w 141704"/>
              <a:gd name="csY67" fmla="*/ 46917 h 141670"/>
              <a:gd name="csX68" fmla="*/ 124844 w 141704"/>
              <a:gd name="csY68" fmla="*/ 16858 h 141670"/>
              <a:gd name="csX69" fmla="*/ 94782 w 141704"/>
              <a:gd name="csY69" fmla="*/ 16858 h 141670"/>
              <a:gd name="csX70" fmla="*/ 88606 w 141704"/>
              <a:gd name="csY70" fmla="*/ 33274 h 141670"/>
              <a:gd name="csX71" fmla="*/ 78091 w 141704"/>
              <a:gd name="csY71" fmla="*/ 35196 h 141670"/>
              <a:gd name="csX72" fmla="*/ 87262 w 141704"/>
              <a:gd name="csY72" fmla="*/ 9339 h 141670"/>
              <a:gd name="csX73" fmla="*/ 132365 w 141704"/>
              <a:gd name="csY73" fmla="*/ 9339 h 141670"/>
              <a:gd name="csX74" fmla="*/ 132365 w 141704"/>
              <a:gd name="csY74" fmla="*/ 54435 h 141670"/>
              <a:gd name="csX75" fmla="*/ 109822 w 141704"/>
              <a:gd name="csY75" fmla="*/ 63775 h 141670"/>
              <a:gd name="csX76" fmla="*/ 106504 w 141704"/>
              <a:gd name="csY76" fmla="*/ 63604 h 141670"/>
            </a:gdLst>
            <a:ahLst/>
            <a:cxnLst/>
            <a:rect l="l" t="t" r="r" b="b"/>
            <a:pathLst>
              <a:path w="100000" h="100000">
                <a:moveTo>
                  <a:pt x="6591" y="93408"/>
                </a:moveTo>
                <a:cubicBezTo>
                  <a:pt x="-2197" y="84621"/>
                  <a:pt x="-2197" y="70359"/>
                  <a:pt x="6591" y="61584"/>
                </a:cubicBezTo>
                <a:cubicBezTo>
                  <a:pt x="10974" y="57190"/>
                  <a:pt x="16749" y="54982"/>
                  <a:pt x="22500" y="54982"/>
                </a:cubicBezTo>
                <a:cubicBezTo>
                  <a:pt x="23280" y="54982"/>
                  <a:pt x="24073" y="55029"/>
                  <a:pt x="24853" y="55113"/>
                </a:cubicBezTo>
                <a:cubicBezTo>
                  <a:pt x="24625" y="58103"/>
                  <a:pt x="24181" y="60576"/>
                  <a:pt x="23496" y="62520"/>
                </a:cubicBezTo>
                <a:cubicBezTo>
                  <a:pt x="23160" y="62496"/>
                  <a:pt x="22836" y="62484"/>
                  <a:pt x="22500" y="62484"/>
                </a:cubicBezTo>
                <a:cubicBezTo>
                  <a:pt x="18658" y="62484"/>
                  <a:pt x="14828" y="63961"/>
                  <a:pt x="11898" y="66878"/>
                </a:cubicBezTo>
                <a:cubicBezTo>
                  <a:pt x="6039" y="72736"/>
                  <a:pt x="6039" y="82244"/>
                  <a:pt x="11898" y="88102"/>
                </a:cubicBezTo>
                <a:cubicBezTo>
                  <a:pt x="17745" y="93949"/>
                  <a:pt x="27254" y="93949"/>
                  <a:pt x="33113" y="88102"/>
                </a:cubicBezTo>
                <a:cubicBezTo>
                  <a:pt x="36283" y="84921"/>
                  <a:pt x="37748" y="80660"/>
                  <a:pt x="37472" y="76494"/>
                </a:cubicBezTo>
                <a:cubicBezTo>
                  <a:pt x="39429" y="75809"/>
                  <a:pt x="41902" y="75378"/>
                  <a:pt x="44879" y="75149"/>
                </a:cubicBezTo>
                <a:cubicBezTo>
                  <a:pt x="45552" y="81655"/>
                  <a:pt x="43402" y="88415"/>
                  <a:pt x="38420" y="93396"/>
                </a:cubicBezTo>
                <a:cubicBezTo>
                  <a:pt x="29631" y="102183"/>
                  <a:pt x="15368" y="102183"/>
                  <a:pt x="6591" y="93408"/>
                </a:cubicBezTo>
                <a:close/>
                <a:moveTo>
                  <a:pt x="61580" y="93396"/>
                </a:moveTo>
                <a:cubicBezTo>
                  <a:pt x="56598" y="88415"/>
                  <a:pt x="54437" y="81655"/>
                  <a:pt x="55109" y="75149"/>
                </a:cubicBezTo>
                <a:cubicBezTo>
                  <a:pt x="58111" y="75378"/>
                  <a:pt x="60584" y="75821"/>
                  <a:pt x="62529" y="76494"/>
                </a:cubicBezTo>
                <a:cubicBezTo>
                  <a:pt x="62253" y="80660"/>
                  <a:pt x="63705" y="84921"/>
                  <a:pt x="66887" y="88102"/>
                </a:cubicBezTo>
                <a:cubicBezTo>
                  <a:pt x="72746" y="93949"/>
                  <a:pt x="82255" y="93949"/>
                  <a:pt x="88114" y="88102"/>
                </a:cubicBezTo>
                <a:cubicBezTo>
                  <a:pt x="93961" y="82244"/>
                  <a:pt x="93961" y="72736"/>
                  <a:pt x="88102" y="66878"/>
                </a:cubicBezTo>
                <a:cubicBezTo>
                  <a:pt x="85173" y="63949"/>
                  <a:pt x="81343" y="62484"/>
                  <a:pt x="77501" y="62484"/>
                </a:cubicBezTo>
                <a:cubicBezTo>
                  <a:pt x="77176" y="62484"/>
                  <a:pt x="76840" y="62496"/>
                  <a:pt x="76517" y="62520"/>
                </a:cubicBezTo>
                <a:cubicBezTo>
                  <a:pt x="75832" y="60552"/>
                  <a:pt x="75387" y="58079"/>
                  <a:pt x="75159" y="55113"/>
                </a:cubicBezTo>
                <a:cubicBezTo>
                  <a:pt x="75940" y="55029"/>
                  <a:pt x="76720" y="54982"/>
                  <a:pt x="77501" y="54982"/>
                </a:cubicBezTo>
                <a:cubicBezTo>
                  <a:pt x="83252" y="54982"/>
                  <a:pt x="89026" y="57190"/>
                  <a:pt x="93410" y="61584"/>
                </a:cubicBezTo>
                <a:cubicBezTo>
                  <a:pt x="102198" y="70359"/>
                  <a:pt x="102198" y="84621"/>
                  <a:pt x="93410" y="93408"/>
                </a:cubicBezTo>
                <a:cubicBezTo>
                  <a:pt x="84633" y="102183"/>
                  <a:pt x="70369" y="102183"/>
                  <a:pt x="61580" y="93396"/>
                </a:cubicBezTo>
                <a:close/>
                <a:moveTo>
                  <a:pt x="74848" y="80155"/>
                </a:moveTo>
                <a:lnTo>
                  <a:pt x="69601" y="74897"/>
                </a:lnTo>
                <a:cubicBezTo>
                  <a:pt x="65314" y="70851"/>
                  <a:pt x="57871" y="69975"/>
                  <a:pt x="50006" y="69975"/>
                </a:cubicBezTo>
                <a:cubicBezTo>
                  <a:pt x="42022" y="69975"/>
                  <a:pt x="34422" y="70864"/>
                  <a:pt x="30148" y="75149"/>
                </a:cubicBezTo>
                <a:lnTo>
                  <a:pt x="25141" y="80143"/>
                </a:lnTo>
                <a:cubicBezTo>
                  <a:pt x="23689" y="81607"/>
                  <a:pt x="21299" y="81607"/>
                  <a:pt x="19846" y="80143"/>
                </a:cubicBezTo>
                <a:cubicBezTo>
                  <a:pt x="18382" y="78679"/>
                  <a:pt x="18382" y="76302"/>
                  <a:pt x="19846" y="74837"/>
                </a:cubicBezTo>
                <a:lnTo>
                  <a:pt x="24841" y="69843"/>
                </a:lnTo>
                <a:cubicBezTo>
                  <a:pt x="29116" y="65570"/>
                  <a:pt x="30028" y="58007"/>
                  <a:pt x="30028" y="49999"/>
                </a:cubicBezTo>
                <a:cubicBezTo>
                  <a:pt x="30028" y="42172"/>
                  <a:pt x="29164" y="34705"/>
                  <a:pt x="25105" y="30408"/>
                </a:cubicBezTo>
                <a:lnTo>
                  <a:pt x="19846" y="25162"/>
                </a:lnTo>
                <a:cubicBezTo>
                  <a:pt x="18382" y="23697"/>
                  <a:pt x="18382" y="21320"/>
                  <a:pt x="19846" y="19855"/>
                </a:cubicBezTo>
                <a:cubicBezTo>
                  <a:pt x="21299" y="18391"/>
                  <a:pt x="23689" y="18391"/>
                  <a:pt x="25141" y="19855"/>
                </a:cubicBezTo>
                <a:lnTo>
                  <a:pt x="30160" y="24850"/>
                </a:lnTo>
                <a:cubicBezTo>
                  <a:pt x="34434" y="29111"/>
                  <a:pt x="41998" y="30024"/>
                  <a:pt x="50006" y="30024"/>
                </a:cubicBezTo>
                <a:cubicBezTo>
                  <a:pt x="57967" y="30024"/>
                  <a:pt x="65567" y="29123"/>
                  <a:pt x="69841" y="24850"/>
                </a:cubicBezTo>
                <a:lnTo>
                  <a:pt x="74848" y="19843"/>
                </a:lnTo>
                <a:cubicBezTo>
                  <a:pt x="76312" y="18379"/>
                  <a:pt x="78689" y="18379"/>
                  <a:pt x="80154" y="19843"/>
                </a:cubicBezTo>
                <a:cubicBezTo>
                  <a:pt x="81619" y="21309"/>
                  <a:pt x="81619" y="23685"/>
                  <a:pt x="80154" y="25150"/>
                </a:cubicBezTo>
                <a:lnTo>
                  <a:pt x="75147" y="30144"/>
                </a:lnTo>
                <a:cubicBezTo>
                  <a:pt x="70885" y="34418"/>
                  <a:pt x="69985" y="41980"/>
                  <a:pt x="69985" y="49999"/>
                </a:cubicBezTo>
                <a:cubicBezTo>
                  <a:pt x="69985" y="57959"/>
                  <a:pt x="70885" y="65558"/>
                  <a:pt x="75159" y="69843"/>
                </a:cubicBezTo>
                <a:lnTo>
                  <a:pt x="80154" y="74861"/>
                </a:lnTo>
                <a:cubicBezTo>
                  <a:pt x="81619" y="76314"/>
                  <a:pt x="81619" y="78703"/>
                  <a:pt x="80154" y="80155"/>
                </a:cubicBezTo>
                <a:cubicBezTo>
                  <a:pt x="78689" y="81619"/>
                  <a:pt x="76312" y="81619"/>
                  <a:pt x="74848" y="80155"/>
                </a:cubicBezTo>
                <a:close/>
                <a:moveTo>
                  <a:pt x="6591" y="38427"/>
                </a:moveTo>
                <a:cubicBezTo>
                  <a:pt x="-2197" y="29639"/>
                  <a:pt x="-2197" y="15378"/>
                  <a:pt x="6591" y="6602"/>
                </a:cubicBezTo>
                <a:cubicBezTo>
                  <a:pt x="15368" y="-2185"/>
                  <a:pt x="29631" y="-2185"/>
                  <a:pt x="38420" y="6602"/>
                </a:cubicBezTo>
                <a:cubicBezTo>
                  <a:pt x="43402" y="11597"/>
                  <a:pt x="45552" y="18331"/>
                  <a:pt x="44879" y="24850"/>
                </a:cubicBezTo>
                <a:cubicBezTo>
                  <a:pt x="41890" y="24622"/>
                  <a:pt x="39417" y="24177"/>
                  <a:pt x="37472" y="23493"/>
                </a:cubicBezTo>
                <a:cubicBezTo>
                  <a:pt x="37736" y="19340"/>
                  <a:pt x="36283" y="15078"/>
                  <a:pt x="33113" y="11909"/>
                </a:cubicBezTo>
                <a:cubicBezTo>
                  <a:pt x="27254" y="6051"/>
                  <a:pt x="17745" y="6051"/>
                  <a:pt x="11886" y="11909"/>
                </a:cubicBezTo>
                <a:cubicBezTo>
                  <a:pt x="6039" y="17755"/>
                  <a:pt x="6039" y="27262"/>
                  <a:pt x="11886" y="33121"/>
                </a:cubicBezTo>
                <a:cubicBezTo>
                  <a:pt x="14816" y="36050"/>
                  <a:pt x="18658" y="37515"/>
                  <a:pt x="22500" y="37515"/>
                </a:cubicBezTo>
                <a:cubicBezTo>
                  <a:pt x="22836" y="37515"/>
                  <a:pt x="23172" y="37503"/>
                  <a:pt x="23508" y="37479"/>
                </a:cubicBezTo>
                <a:cubicBezTo>
                  <a:pt x="24181" y="39447"/>
                  <a:pt x="24625" y="41920"/>
                  <a:pt x="24841" y="44897"/>
                </a:cubicBezTo>
                <a:cubicBezTo>
                  <a:pt x="24061" y="44981"/>
                  <a:pt x="23280" y="45018"/>
                  <a:pt x="22500" y="45018"/>
                </a:cubicBezTo>
                <a:cubicBezTo>
                  <a:pt x="16749" y="45018"/>
                  <a:pt x="10974" y="42821"/>
                  <a:pt x="6591" y="38427"/>
                </a:cubicBezTo>
                <a:close/>
                <a:moveTo>
                  <a:pt x="75159" y="44897"/>
                </a:moveTo>
                <a:cubicBezTo>
                  <a:pt x="75375" y="41896"/>
                  <a:pt x="75820" y="39435"/>
                  <a:pt x="76492" y="37479"/>
                </a:cubicBezTo>
                <a:cubicBezTo>
                  <a:pt x="76828" y="37503"/>
                  <a:pt x="77164" y="37515"/>
                  <a:pt x="77501" y="37515"/>
                </a:cubicBezTo>
                <a:cubicBezTo>
                  <a:pt x="81343" y="37515"/>
                  <a:pt x="85173" y="36050"/>
                  <a:pt x="88102" y="33121"/>
                </a:cubicBezTo>
                <a:cubicBezTo>
                  <a:pt x="93961" y="27262"/>
                  <a:pt x="93961" y="17755"/>
                  <a:pt x="88102" y="11909"/>
                </a:cubicBezTo>
                <a:cubicBezTo>
                  <a:pt x="82255" y="6051"/>
                  <a:pt x="72746" y="6051"/>
                  <a:pt x="66887" y="11909"/>
                </a:cubicBezTo>
                <a:cubicBezTo>
                  <a:pt x="63717" y="15090"/>
                  <a:pt x="62253" y="19340"/>
                  <a:pt x="62529" y="23493"/>
                </a:cubicBezTo>
                <a:cubicBezTo>
                  <a:pt x="60572" y="24177"/>
                  <a:pt x="58087" y="24622"/>
                  <a:pt x="55109" y="24850"/>
                </a:cubicBezTo>
                <a:cubicBezTo>
                  <a:pt x="54437" y="18331"/>
                  <a:pt x="56598" y="11585"/>
                  <a:pt x="61580" y="6602"/>
                </a:cubicBezTo>
                <a:cubicBezTo>
                  <a:pt x="70369" y="-2185"/>
                  <a:pt x="84633" y="-2185"/>
                  <a:pt x="93410" y="6602"/>
                </a:cubicBezTo>
                <a:cubicBezTo>
                  <a:pt x="102198" y="15378"/>
                  <a:pt x="102198" y="29639"/>
                  <a:pt x="93410" y="38427"/>
                </a:cubicBezTo>
                <a:cubicBezTo>
                  <a:pt x="89014" y="42821"/>
                  <a:pt x="83252" y="45018"/>
                  <a:pt x="77501" y="45018"/>
                </a:cubicBezTo>
                <a:cubicBezTo>
                  <a:pt x="76720" y="45018"/>
                  <a:pt x="75940" y="44969"/>
                  <a:pt x="75159" y="4489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4" name="Красный — SVG 11">
            <a:extLst>
              <a:ext uri="{FF2B5EF4-FFF2-40B4-BE49-F238E27FC236}">
                <a16:creationId xmlns:a16="http://schemas.microsoft.com/office/drawing/2014/main" id="{62759093-7266-BF4D-BCCE-1D6B61E65146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16007 w 148968"/>
              <a:gd name="csY0" fmla="*/ 0 h 134676"/>
              <a:gd name="csX1" fmla="*/ 7143 w 148968"/>
              <a:gd name="csY1" fmla="*/ 8863 h 134676"/>
              <a:gd name="csX2" fmla="*/ 7143 w 148968"/>
              <a:gd name="csY2" fmla="*/ 106422 h 134676"/>
              <a:gd name="csX3" fmla="*/ 16041 w 148968"/>
              <a:gd name="csY3" fmla="*/ 110402 h 134676"/>
              <a:gd name="csX4" fmla="*/ 28410 w 148968"/>
              <a:gd name="csY4" fmla="*/ 113413 h 134676"/>
              <a:gd name="csX5" fmla="*/ 40778 w 148968"/>
              <a:gd name="csY5" fmla="*/ 110402 h 134676"/>
              <a:gd name="csX6" fmla="*/ 51480 w 148968"/>
              <a:gd name="csY6" fmla="*/ 106353 h 134676"/>
              <a:gd name="csX7" fmla="*/ 62147 w 148968"/>
              <a:gd name="csY7" fmla="*/ 110436 h 134676"/>
              <a:gd name="csX8" fmla="*/ 74482 w 148968"/>
              <a:gd name="csY8" fmla="*/ 113413 h 134676"/>
              <a:gd name="csX9" fmla="*/ 86868 w 148968"/>
              <a:gd name="csY9" fmla="*/ 110402 h 134676"/>
              <a:gd name="csX10" fmla="*/ 97569 w 148968"/>
              <a:gd name="csY10" fmla="*/ 106353 h 134676"/>
              <a:gd name="csX11" fmla="*/ 108237 w 148968"/>
              <a:gd name="csY11" fmla="*/ 110436 h 134676"/>
              <a:gd name="csX12" fmla="*/ 120572 w 148968"/>
              <a:gd name="csY12" fmla="*/ 113413 h 134676"/>
              <a:gd name="csX13" fmla="*/ 132940 w 148968"/>
              <a:gd name="csY13" fmla="*/ 110402 h 134676"/>
              <a:gd name="csX14" fmla="*/ 141838 w 148968"/>
              <a:gd name="csY14" fmla="*/ 106455 h 134676"/>
              <a:gd name="csX15" fmla="*/ 141838 w 148968"/>
              <a:gd name="csY15" fmla="*/ 93918 h 134676"/>
              <a:gd name="csX16" fmla="*/ 129435 w 148968"/>
              <a:gd name="csY16" fmla="*/ 81517 h 134676"/>
              <a:gd name="csX17" fmla="*/ 33735 w 148968"/>
              <a:gd name="csY17" fmla="*/ 81517 h 134676"/>
              <a:gd name="csX18" fmla="*/ 24871 w 148968"/>
              <a:gd name="csY18" fmla="*/ 72654 h 134676"/>
              <a:gd name="csX19" fmla="*/ 24871 w 148968"/>
              <a:gd name="csY19" fmla="*/ 40759 h 134676"/>
              <a:gd name="csX20" fmla="*/ 25568 w 148968"/>
              <a:gd name="csY20" fmla="*/ 39330 h 134676"/>
              <a:gd name="csX21" fmla="*/ 34075 w 148968"/>
              <a:gd name="csY21" fmla="*/ 32968 h 134676"/>
              <a:gd name="csX22" fmla="*/ 39043 w 148968"/>
              <a:gd name="csY22" fmla="*/ 23033 h 134676"/>
              <a:gd name="csX23" fmla="*/ 39043 w 148968"/>
              <a:gd name="csY23" fmla="*/ 8863 h 134676"/>
              <a:gd name="csX24" fmla="*/ 30179 w 148968"/>
              <a:gd name="csY24" fmla="*/ 0 h 134676"/>
              <a:gd name="csX25" fmla="*/ 16007 w 148968"/>
              <a:gd name="csY25" fmla="*/ 0 h 134676"/>
              <a:gd name="csX26" fmla="*/ 74108 w 148968"/>
              <a:gd name="csY26" fmla="*/ 3538 h 134676"/>
              <a:gd name="csX27" fmla="*/ 57452 w 148968"/>
              <a:gd name="csY27" fmla="*/ 16654 h 134676"/>
              <a:gd name="csX28" fmla="*/ 54083 w 148968"/>
              <a:gd name="csY28" fmla="*/ 30586 h 134676"/>
              <a:gd name="csX29" fmla="*/ 46138 w 148968"/>
              <a:gd name="csY29" fmla="*/ 44297 h 134676"/>
              <a:gd name="csX30" fmla="*/ 46138 w 148968"/>
              <a:gd name="csY30" fmla="*/ 62022 h 134676"/>
              <a:gd name="csX31" fmla="*/ 46138 w 148968"/>
              <a:gd name="csY31" fmla="*/ 69694 h 134676"/>
              <a:gd name="csX32" fmla="*/ 50850 w 148968"/>
              <a:gd name="csY32" fmla="*/ 74424 h 134676"/>
              <a:gd name="csX33" fmla="*/ 55580 w 148968"/>
              <a:gd name="csY33" fmla="*/ 74424 h 134676"/>
              <a:gd name="csX34" fmla="*/ 60310 w 148968"/>
              <a:gd name="csY34" fmla="*/ 69694 h 134676"/>
              <a:gd name="csX35" fmla="*/ 60310 w 148968"/>
              <a:gd name="csY35" fmla="*/ 67330 h 134676"/>
              <a:gd name="csX36" fmla="*/ 113477 w 148968"/>
              <a:gd name="csY36" fmla="*/ 67330 h 134676"/>
              <a:gd name="csX37" fmla="*/ 113477 w 148968"/>
              <a:gd name="csY37" fmla="*/ 69694 h 134676"/>
              <a:gd name="csX38" fmla="*/ 118206 w 148968"/>
              <a:gd name="csY38" fmla="*/ 74424 h 134676"/>
              <a:gd name="csX39" fmla="*/ 122919 w 148968"/>
              <a:gd name="csY39" fmla="*/ 74424 h 134676"/>
              <a:gd name="csX40" fmla="*/ 127649 w 148968"/>
              <a:gd name="csY40" fmla="*/ 69694 h 134676"/>
              <a:gd name="csX41" fmla="*/ 127649 w 148968"/>
              <a:gd name="csY41" fmla="*/ 62022 h 134676"/>
              <a:gd name="csX42" fmla="*/ 127649 w 148968"/>
              <a:gd name="csY42" fmla="*/ 44297 h 134676"/>
              <a:gd name="csX43" fmla="*/ 119704 w 148968"/>
              <a:gd name="csY43" fmla="*/ 30586 h 134676"/>
              <a:gd name="csX44" fmla="*/ 116335 w 148968"/>
              <a:gd name="csY44" fmla="*/ 16654 h 134676"/>
              <a:gd name="csX45" fmla="*/ 99696 w 148968"/>
              <a:gd name="csY45" fmla="*/ 3538 h 134676"/>
              <a:gd name="csX46" fmla="*/ 74108 w 148968"/>
              <a:gd name="csY46" fmla="*/ 3538 h 134676"/>
              <a:gd name="csX47" fmla="*/ 74108 w 148968"/>
              <a:gd name="csY47" fmla="*/ 14170 h 134676"/>
              <a:gd name="csX48" fmla="*/ 99696 w 148968"/>
              <a:gd name="csY48" fmla="*/ 14170 h 134676"/>
              <a:gd name="csX49" fmla="*/ 106008 w 148968"/>
              <a:gd name="csY49" fmla="*/ 19137 h 134676"/>
              <a:gd name="csX50" fmla="*/ 108220 w 148968"/>
              <a:gd name="csY50" fmla="*/ 28358 h 134676"/>
              <a:gd name="csX51" fmla="*/ 65550 w 148968"/>
              <a:gd name="csY51" fmla="*/ 28358 h 134676"/>
              <a:gd name="csX52" fmla="*/ 67779 w 148968"/>
              <a:gd name="csY52" fmla="*/ 19137 h 134676"/>
              <a:gd name="csX53" fmla="*/ 74108 w 148968"/>
              <a:gd name="csY53" fmla="*/ 14170 h 134676"/>
              <a:gd name="csX54" fmla="*/ 65635 w 148968"/>
              <a:gd name="csY54" fmla="*/ 42528 h 134676"/>
              <a:gd name="csX55" fmla="*/ 70943 w 148968"/>
              <a:gd name="csY55" fmla="*/ 47835 h 134676"/>
              <a:gd name="csX56" fmla="*/ 65635 w 148968"/>
              <a:gd name="csY56" fmla="*/ 53160 h 134676"/>
              <a:gd name="csX57" fmla="*/ 60310 w 148968"/>
              <a:gd name="csY57" fmla="*/ 47835 h 134676"/>
              <a:gd name="csX58" fmla="*/ 65635 w 148968"/>
              <a:gd name="csY58" fmla="*/ 42528 h 134676"/>
              <a:gd name="csX59" fmla="*/ 108169 w 148968"/>
              <a:gd name="csY59" fmla="*/ 42528 h 134676"/>
              <a:gd name="csX60" fmla="*/ 113477 w 148968"/>
              <a:gd name="csY60" fmla="*/ 47835 h 134676"/>
              <a:gd name="csX61" fmla="*/ 108169 w 148968"/>
              <a:gd name="csY61" fmla="*/ 53160 h 134676"/>
              <a:gd name="csX62" fmla="*/ 102843 w 148968"/>
              <a:gd name="csY62" fmla="*/ 47835 h 134676"/>
              <a:gd name="csX63" fmla="*/ 108169 w 148968"/>
              <a:gd name="csY63" fmla="*/ 42528 h 134676"/>
              <a:gd name="csX64" fmla="*/ 5238 w 148968"/>
              <a:gd name="csY64" fmla="*/ 116900 h 134676"/>
              <a:gd name="csX65" fmla="*/ 2277 w 148968"/>
              <a:gd name="csY65" fmla="*/ 117853 h 134676"/>
              <a:gd name="csX66" fmla="*/ 355 w 148968"/>
              <a:gd name="csY66" fmla="*/ 120285 h 134676"/>
              <a:gd name="csX67" fmla="*/ 134 w 148968"/>
              <a:gd name="csY67" fmla="*/ 123382 h 134676"/>
              <a:gd name="csX68" fmla="*/ 1665 w 148968"/>
              <a:gd name="csY68" fmla="*/ 126086 h 134676"/>
              <a:gd name="csX69" fmla="*/ 8742 w 148968"/>
              <a:gd name="csY69" fmla="*/ 130628 h 134676"/>
              <a:gd name="csX70" fmla="*/ 28410 w 148968"/>
              <a:gd name="csY70" fmla="*/ 134677 h 134676"/>
              <a:gd name="csX71" fmla="*/ 48077 w 148968"/>
              <a:gd name="csY71" fmla="*/ 130628 h 134676"/>
              <a:gd name="csX72" fmla="*/ 51446 w 148968"/>
              <a:gd name="csY72" fmla="*/ 128468 h 134676"/>
              <a:gd name="csX73" fmla="*/ 54814 w 148968"/>
              <a:gd name="csY73" fmla="*/ 130628 h 134676"/>
              <a:gd name="csX74" fmla="*/ 74482 w 148968"/>
              <a:gd name="csY74" fmla="*/ 134677 h 134676"/>
              <a:gd name="csX75" fmla="*/ 94150 w 148968"/>
              <a:gd name="csY75" fmla="*/ 130628 h 134676"/>
              <a:gd name="csX76" fmla="*/ 97535 w 148968"/>
              <a:gd name="csY76" fmla="*/ 128468 h 134676"/>
              <a:gd name="csX77" fmla="*/ 100904 w 148968"/>
              <a:gd name="csY77" fmla="*/ 130628 h 134676"/>
              <a:gd name="csX78" fmla="*/ 120572 w 148968"/>
              <a:gd name="csY78" fmla="*/ 134677 h 134676"/>
              <a:gd name="csX79" fmla="*/ 140239 w 148968"/>
              <a:gd name="csY79" fmla="*/ 130628 h 134676"/>
              <a:gd name="csX80" fmla="*/ 147317 w 148968"/>
              <a:gd name="csY80" fmla="*/ 126086 h 134676"/>
              <a:gd name="csX81" fmla="*/ 148524 w 148968"/>
              <a:gd name="csY81" fmla="*/ 124368 h 134676"/>
              <a:gd name="csX82" fmla="*/ 148967 w 148968"/>
              <a:gd name="csY82" fmla="*/ 122327 h 134676"/>
              <a:gd name="csX83" fmla="*/ 148610 w 148968"/>
              <a:gd name="csY83" fmla="*/ 120268 h 134676"/>
              <a:gd name="csX84" fmla="*/ 147469 w 148968"/>
              <a:gd name="csY84" fmla="*/ 118516 h 134676"/>
              <a:gd name="csX85" fmla="*/ 145751 w 148968"/>
              <a:gd name="csY85" fmla="*/ 117326 h 134676"/>
              <a:gd name="csX86" fmla="*/ 143692 w 148968"/>
              <a:gd name="csY86" fmla="*/ 116900 h 134676"/>
              <a:gd name="csX87" fmla="*/ 141651 w 148968"/>
              <a:gd name="csY87" fmla="*/ 117291 h 134676"/>
              <a:gd name="csX88" fmla="*/ 139899 w 148968"/>
              <a:gd name="csY88" fmla="*/ 118448 h 134676"/>
              <a:gd name="csX89" fmla="*/ 135730 w 148968"/>
              <a:gd name="csY89" fmla="*/ 121000 h 134676"/>
              <a:gd name="csX90" fmla="*/ 120572 w 148968"/>
              <a:gd name="csY90" fmla="*/ 124045 h 134676"/>
              <a:gd name="csX91" fmla="*/ 105395 w 148968"/>
              <a:gd name="csY91" fmla="*/ 121000 h 134676"/>
              <a:gd name="csX92" fmla="*/ 101227 w 148968"/>
              <a:gd name="csY92" fmla="*/ 118448 h 134676"/>
              <a:gd name="csX93" fmla="*/ 97535 w 148968"/>
              <a:gd name="csY93" fmla="*/ 116951 h 134676"/>
              <a:gd name="csX94" fmla="*/ 93826 w 148968"/>
              <a:gd name="csY94" fmla="*/ 118448 h 134676"/>
              <a:gd name="csX95" fmla="*/ 89658 w 148968"/>
              <a:gd name="csY95" fmla="*/ 121000 h 134676"/>
              <a:gd name="csX96" fmla="*/ 74482 w 148968"/>
              <a:gd name="csY96" fmla="*/ 124045 h 134676"/>
              <a:gd name="csX97" fmla="*/ 59323 w 148968"/>
              <a:gd name="csY97" fmla="*/ 121000 h 134676"/>
              <a:gd name="csX98" fmla="*/ 55155 w 148968"/>
              <a:gd name="csY98" fmla="*/ 118448 h 134676"/>
              <a:gd name="csX99" fmla="*/ 51446 w 148968"/>
              <a:gd name="csY99" fmla="*/ 116951 h 134676"/>
              <a:gd name="csX100" fmla="*/ 47754 w 148968"/>
              <a:gd name="csY100" fmla="*/ 118448 h 134676"/>
              <a:gd name="csX101" fmla="*/ 43586 w 148968"/>
              <a:gd name="csY101" fmla="*/ 121000 h 134676"/>
              <a:gd name="csX102" fmla="*/ 28410 w 148968"/>
              <a:gd name="csY102" fmla="*/ 124045 h 134676"/>
              <a:gd name="csX103" fmla="*/ 13251 w 148968"/>
              <a:gd name="csY103" fmla="*/ 121000 h 134676"/>
              <a:gd name="csX104" fmla="*/ 9083 w 148968"/>
              <a:gd name="csY104" fmla="*/ 118448 h 134676"/>
              <a:gd name="csX105" fmla="*/ 7313 w 148968"/>
              <a:gd name="csY105" fmla="*/ 117291 h 134676"/>
              <a:gd name="csX106" fmla="*/ 5238 w 148968"/>
              <a:gd name="csY106" fmla="*/ 116900 h 134676"/>
            </a:gdLst>
            <a:ahLst/>
            <a:cxnLst/>
            <a:rect l="l" t="t" r="r" b="b"/>
            <a:pathLst>
              <a:path w="100000" h="100000">
                <a:moveTo>
                  <a:pt x="10745" y="4797"/>
                </a:moveTo>
                <a:cubicBezTo>
                  <a:pt x="7456" y="4797"/>
                  <a:pt x="4795" y="7458"/>
                  <a:pt x="4795" y="10747"/>
                </a:cubicBezTo>
                <a:lnTo>
                  <a:pt x="4795" y="76237"/>
                </a:lnTo>
                <a:cubicBezTo>
                  <a:pt x="7010" y="76476"/>
                  <a:pt x="9078" y="77401"/>
                  <a:pt x="10768" y="78908"/>
                </a:cubicBezTo>
                <a:cubicBezTo>
                  <a:pt x="11122" y="79194"/>
                  <a:pt x="13692" y="80929"/>
                  <a:pt x="19071" y="80929"/>
                </a:cubicBezTo>
                <a:cubicBezTo>
                  <a:pt x="24519" y="80929"/>
                  <a:pt x="27066" y="79136"/>
                  <a:pt x="27374" y="78908"/>
                </a:cubicBezTo>
                <a:cubicBezTo>
                  <a:pt x="29350" y="77138"/>
                  <a:pt x="31897" y="76190"/>
                  <a:pt x="34558" y="76190"/>
                </a:cubicBezTo>
                <a:cubicBezTo>
                  <a:pt x="37230" y="76190"/>
                  <a:pt x="39766" y="77172"/>
                  <a:pt x="41718" y="78931"/>
                </a:cubicBezTo>
                <a:cubicBezTo>
                  <a:pt x="42130" y="79239"/>
                  <a:pt x="44700" y="80929"/>
                  <a:pt x="49999" y="80929"/>
                </a:cubicBezTo>
                <a:cubicBezTo>
                  <a:pt x="55446" y="80929"/>
                  <a:pt x="57993" y="79136"/>
                  <a:pt x="58313" y="78908"/>
                </a:cubicBezTo>
                <a:cubicBezTo>
                  <a:pt x="60277" y="77138"/>
                  <a:pt x="62824" y="76190"/>
                  <a:pt x="65497" y="76190"/>
                </a:cubicBezTo>
                <a:cubicBezTo>
                  <a:pt x="68158" y="76190"/>
                  <a:pt x="70682" y="77172"/>
                  <a:pt x="72658" y="78931"/>
                </a:cubicBezTo>
                <a:cubicBezTo>
                  <a:pt x="73057" y="79239"/>
                  <a:pt x="75627" y="80929"/>
                  <a:pt x="80938" y="80929"/>
                </a:cubicBezTo>
                <a:cubicBezTo>
                  <a:pt x="86386" y="80929"/>
                  <a:pt x="88933" y="79136"/>
                  <a:pt x="89241" y="78908"/>
                </a:cubicBezTo>
                <a:cubicBezTo>
                  <a:pt x="90931" y="77424"/>
                  <a:pt x="92998" y="76499"/>
                  <a:pt x="95214" y="76259"/>
                </a:cubicBezTo>
                <a:lnTo>
                  <a:pt x="95214" y="67843"/>
                </a:lnTo>
                <a:cubicBezTo>
                  <a:pt x="95214" y="63253"/>
                  <a:pt x="91479" y="59518"/>
                  <a:pt x="86888" y="59518"/>
                </a:cubicBezTo>
                <a:lnTo>
                  <a:pt x="22646" y="59518"/>
                </a:lnTo>
                <a:cubicBezTo>
                  <a:pt x="19357" y="59518"/>
                  <a:pt x="16696" y="56846"/>
                  <a:pt x="16696" y="53569"/>
                </a:cubicBezTo>
                <a:lnTo>
                  <a:pt x="16696" y="32158"/>
                </a:lnTo>
                <a:cubicBezTo>
                  <a:pt x="16696" y="31769"/>
                  <a:pt x="16855" y="31415"/>
                  <a:pt x="17163" y="31199"/>
                </a:cubicBezTo>
                <a:lnTo>
                  <a:pt x="22874" y="26928"/>
                </a:lnTo>
                <a:cubicBezTo>
                  <a:pt x="24976" y="25352"/>
                  <a:pt x="26209" y="22874"/>
                  <a:pt x="26209" y="20259"/>
                </a:cubicBezTo>
                <a:lnTo>
                  <a:pt x="26209" y="10747"/>
                </a:lnTo>
                <a:cubicBezTo>
                  <a:pt x="26209" y="7458"/>
                  <a:pt x="23548" y="4797"/>
                  <a:pt x="20259" y="4797"/>
                </a:cubicBezTo>
                <a:lnTo>
                  <a:pt x="10745" y="4797"/>
                </a:lnTo>
                <a:close/>
                <a:moveTo>
                  <a:pt x="49748" y="7172"/>
                </a:moveTo>
                <a:cubicBezTo>
                  <a:pt x="44448" y="7172"/>
                  <a:pt x="39811" y="10826"/>
                  <a:pt x="38567" y="15977"/>
                </a:cubicBezTo>
                <a:lnTo>
                  <a:pt x="36305" y="25329"/>
                </a:lnTo>
                <a:cubicBezTo>
                  <a:pt x="33130" y="27190"/>
                  <a:pt x="30972" y="30593"/>
                  <a:pt x="30972" y="34533"/>
                </a:cubicBezTo>
                <a:lnTo>
                  <a:pt x="30972" y="46431"/>
                </a:lnTo>
                <a:lnTo>
                  <a:pt x="30972" y="51582"/>
                </a:lnTo>
                <a:cubicBezTo>
                  <a:pt x="30972" y="53340"/>
                  <a:pt x="32388" y="54757"/>
                  <a:pt x="34135" y="54757"/>
                </a:cubicBezTo>
                <a:lnTo>
                  <a:pt x="37310" y="54757"/>
                </a:lnTo>
                <a:cubicBezTo>
                  <a:pt x="39069" y="54757"/>
                  <a:pt x="40485" y="53340"/>
                  <a:pt x="40485" y="51582"/>
                </a:cubicBezTo>
                <a:lnTo>
                  <a:pt x="40485" y="49995"/>
                </a:lnTo>
                <a:lnTo>
                  <a:pt x="76175" y="49995"/>
                </a:lnTo>
                <a:lnTo>
                  <a:pt x="76175" y="51582"/>
                </a:lnTo>
                <a:cubicBezTo>
                  <a:pt x="76175" y="53340"/>
                  <a:pt x="77591" y="54757"/>
                  <a:pt x="79350" y="54757"/>
                </a:cubicBezTo>
                <a:lnTo>
                  <a:pt x="82514" y="54757"/>
                </a:lnTo>
                <a:cubicBezTo>
                  <a:pt x="84272" y="54757"/>
                  <a:pt x="85689" y="53340"/>
                  <a:pt x="85689" y="51582"/>
                </a:cubicBezTo>
                <a:lnTo>
                  <a:pt x="85689" y="46431"/>
                </a:lnTo>
                <a:lnTo>
                  <a:pt x="85689" y="34533"/>
                </a:lnTo>
                <a:cubicBezTo>
                  <a:pt x="85689" y="30593"/>
                  <a:pt x="83530" y="27190"/>
                  <a:pt x="80356" y="25329"/>
                </a:cubicBezTo>
                <a:lnTo>
                  <a:pt x="78094" y="15977"/>
                </a:lnTo>
                <a:cubicBezTo>
                  <a:pt x="76849" y="10826"/>
                  <a:pt x="72212" y="7172"/>
                  <a:pt x="66924" y="7172"/>
                </a:cubicBezTo>
                <a:lnTo>
                  <a:pt x="49748" y="7172"/>
                </a:lnTo>
                <a:close/>
                <a:moveTo>
                  <a:pt x="49748" y="14309"/>
                </a:moveTo>
                <a:lnTo>
                  <a:pt x="66924" y="14309"/>
                </a:lnTo>
                <a:cubicBezTo>
                  <a:pt x="68946" y="14309"/>
                  <a:pt x="70682" y="15668"/>
                  <a:pt x="71162" y="17643"/>
                </a:cubicBezTo>
                <a:lnTo>
                  <a:pt x="72646" y="23833"/>
                </a:lnTo>
                <a:lnTo>
                  <a:pt x="44003" y="23833"/>
                </a:lnTo>
                <a:lnTo>
                  <a:pt x="45499" y="17643"/>
                </a:lnTo>
                <a:cubicBezTo>
                  <a:pt x="45978" y="15668"/>
                  <a:pt x="47714" y="14309"/>
                  <a:pt x="49748" y="14309"/>
                </a:cubicBezTo>
                <a:close/>
                <a:moveTo>
                  <a:pt x="44060" y="33345"/>
                </a:moveTo>
                <a:cubicBezTo>
                  <a:pt x="46024" y="33345"/>
                  <a:pt x="47623" y="34944"/>
                  <a:pt x="47623" y="36908"/>
                </a:cubicBezTo>
                <a:cubicBezTo>
                  <a:pt x="47623" y="38884"/>
                  <a:pt x="46024" y="40483"/>
                  <a:pt x="44060" y="40483"/>
                </a:cubicBezTo>
                <a:cubicBezTo>
                  <a:pt x="42084" y="40483"/>
                  <a:pt x="40485" y="38884"/>
                  <a:pt x="40485" y="36908"/>
                </a:cubicBezTo>
                <a:cubicBezTo>
                  <a:pt x="40485" y="34944"/>
                  <a:pt x="42084" y="33345"/>
                  <a:pt x="44060" y="33345"/>
                </a:cubicBezTo>
                <a:close/>
                <a:moveTo>
                  <a:pt x="72612" y="33345"/>
                </a:moveTo>
                <a:cubicBezTo>
                  <a:pt x="74576" y="33345"/>
                  <a:pt x="76175" y="34944"/>
                  <a:pt x="76175" y="36908"/>
                </a:cubicBezTo>
                <a:cubicBezTo>
                  <a:pt x="76175" y="38884"/>
                  <a:pt x="74576" y="40483"/>
                  <a:pt x="72612" y="40483"/>
                </a:cubicBezTo>
                <a:cubicBezTo>
                  <a:pt x="70636" y="40483"/>
                  <a:pt x="69037" y="38884"/>
                  <a:pt x="69037" y="36908"/>
                </a:cubicBezTo>
                <a:cubicBezTo>
                  <a:pt x="69037" y="34944"/>
                  <a:pt x="70636" y="33345"/>
                  <a:pt x="72612" y="33345"/>
                </a:cubicBezTo>
                <a:close/>
                <a:moveTo>
                  <a:pt x="3516" y="83270"/>
                </a:moveTo>
                <a:cubicBezTo>
                  <a:pt x="2808" y="83282"/>
                  <a:pt x="2111" y="83499"/>
                  <a:pt x="1529" y="83910"/>
                </a:cubicBezTo>
                <a:cubicBezTo>
                  <a:pt x="947" y="84309"/>
                  <a:pt x="501" y="84881"/>
                  <a:pt x="238" y="85543"/>
                </a:cubicBezTo>
                <a:cubicBezTo>
                  <a:pt x="-13" y="86205"/>
                  <a:pt x="-70" y="86936"/>
                  <a:pt x="90" y="87622"/>
                </a:cubicBezTo>
                <a:cubicBezTo>
                  <a:pt x="238" y="88318"/>
                  <a:pt x="603" y="88946"/>
                  <a:pt x="1118" y="89437"/>
                </a:cubicBezTo>
                <a:cubicBezTo>
                  <a:pt x="1118" y="89437"/>
                  <a:pt x="2899" y="91093"/>
                  <a:pt x="5868" y="92486"/>
                </a:cubicBezTo>
                <a:cubicBezTo>
                  <a:pt x="8850" y="93879"/>
                  <a:pt x="13258" y="95204"/>
                  <a:pt x="19071" y="95204"/>
                </a:cubicBezTo>
                <a:cubicBezTo>
                  <a:pt x="24885" y="95204"/>
                  <a:pt x="29304" y="93879"/>
                  <a:pt x="32273" y="92486"/>
                </a:cubicBezTo>
                <a:cubicBezTo>
                  <a:pt x="33690" y="91824"/>
                  <a:pt x="33724" y="91606"/>
                  <a:pt x="34535" y="91036"/>
                </a:cubicBezTo>
                <a:cubicBezTo>
                  <a:pt x="35346" y="91606"/>
                  <a:pt x="35380" y="91824"/>
                  <a:pt x="36796" y="92486"/>
                </a:cubicBezTo>
                <a:cubicBezTo>
                  <a:pt x="39777" y="93879"/>
                  <a:pt x="44185" y="95204"/>
                  <a:pt x="49999" y="95204"/>
                </a:cubicBezTo>
                <a:cubicBezTo>
                  <a:pt x="55823" y="95204"/>
                  <a:pt x="60232" y="93879"/>
                  <a:pt x="63201" y="92486"/>
                </a:cubicBezTo>
                <a:cubicBezTo>
                  <a:pt x="64629" y="91824"/>
                  <a:pt x="64663" y="91606"/>
                  <a:pt x="65474" y="91036"/>
                </a:cubicBezTo>
                <a:cubicBezTo>
                  <a:pt x="66273" y="91606"/>
                  <a:pt x="66319" y="91824"/>
                  <a:pt x="67735" y="92486"/>
                </a:cubicBezTo>
                <a:cubicBezTo>
                  <a:pt x="70704" y="93879"/>
                  <a:pt x="75125" y="95204"/>
                  <a:pt x="80938" y="95204"/>
                </a:cubicBezTo>
                <a:cubicBezTo>
                  <a:pt x="86751" y="95204"/>
                  <a:pt x="91159" y="93879"/>
                  <a:pt x="94140" y="92486"/>
                </a:cubicBezTo>
                <a:cubicBezTo>
                  <a:pt x="97109" y="91093"/>
                  <a:pt x="98892" y="89437"/>
                  <a:pt x="98892" y="89437"/>
                </a:cubicBezTo>
                <a:cubicBezTo>
                  <a:pt x="99234" y="89106"/>
                  <a:pt x="99508" y="88718"/>
                  <a:pt x="99702" y="88283"/>
                </a:cubicBezTo>
                <a:cubicBezTo>
                  <a:pt x="99885" y="87850"/>
                  <a:pt x="99999" y="87393"/>
                  <a:pt x="99999" y="86913"/>
                </a:cubicBezTo>
                <a:cubicBezTo>
                  <a:pt x="100011" y="86445"/>
                  <a:pt x="99931" y="85977"/>
                  <a:pt x="99760" y="85531"/>
                </a:cubicBezTo>
                <a:cubicBezTo>
                  <a:pt x="99588" y="85097"/>
                  <a:pt x="99325" y="84687"/>
                  <a:pt x="98994" y="84355"/>
                </a:cubicBezTo>
                <a:cubicBezTo>
                  <a:pt x="98663" y="84013"/>
                  <a:pt x="98275" y="83739"/>
                  <a:pt x="97840" y="83556"/>
                </a:cubicBezTo>
                <a:cubicBezTo>
                  <a:pt x="97407" y="83374"/>
                  <a:pt x="96938" y="83270"/>
                  <a:pt x="96458" y="83270"/>
                </a:cubicBezTo>
                <a:cubicBezTo>
                  <a:pt x="95990" y="83270"/>
                  <a:pt x="95522" y="83362"/>
                  <a:pt x="95088" y="83533"/>
                </a:cubicBezTo>
                <a:cubicBezTo>
                  <a:pt x="94643" y="83716"/>
                  <a:pt x="94254" y="83978"/>
                  <a:pt x="93912" y="84309"/>
                </a:cubicBezTo>
                <a:cubicBezTo>
                  <a:pt x="93912" y="84309"/>
                  <a:pt x="93238" y="85029"/>
                  <a:pt x="91114" y="86023"/>
                </a:cubicBezTo>
                <a:cubicBezTo>
                  <a:pt x="89001" y="87005"/>
                  <a:pt x="85677" y="88067"/>
                  <a:pt x="80938" y="88067"/>
                </a:cubicBezTo>
                <a:cubicBezTo>
                  <a:pt x="76187" y="88067"/>
                  <a:pt x="72875" y="87005"/>
                  <a:pt x="70750" y="86023"/>
                </a:cubicBezTo>
                <a:cubicBezTo>
                  <a:pt x="68638" y="85029"/>
                  <a:pt x="67952" y="84309"/>
                  <a:pt x="67952" y="84309"/>
                </a:cubicBezTo>
                <a:cubicBezTo>
                  <a:pt x="67290" y="83670"/>
                  <a:pt x="66399" y="83304"/>
                  <a:pt x="65474" y="83304"/>
                </a:cubicBezTo>
                <a:cubicBezTo>
                  <a:pt x="64537" y="83304"/>
                  <a:pt x="63647" y="83670"/>
                  <a:pt x="62984" y="84309"/>
                </a:cubicBezTo>
                <a:cubicBezTo>
                  <a:pt x="62984" y="84309"/>
                  <a:pt x="62299" y="85029"/>
                  <a:pt x="60186" y="86023"/>
                </a:cubicBezTo>
                <a:cubicBezTo>
                  <a:pt x="58062" y="87005"/>
                  <a:pt x="54749" y="88067"/>
                  <a:pt x="49999" y="88067"/>
                </a:cubicBezTo>
                <a:cubicBezTo>
                  <a:pt x="45259" y="88067"/>
                  <a:pt x="41935" y="87005"/>
                  <a:pt x="39823" y="86023"/>
                </a:cubicBezTo>
                <a:cubicBezTo>
                  <a:pt x="37699" y="85029"/>
                  <a:pt x="37025" y="84309"/>
                  <a:pt x="37025" y="84309"/>
                </a:cubicBezTo>
                <a:cubicBezTo>
                  <a:pt x="36362" y="83670"/>
                  <a:pt x="35471" y="83304"/>
                  <a:pt x="34535" y="83304"/>
                </a:cubicBezTo>
                <a:cubicBezTo>
                  <a:pt x="33610" y="83304"/>
                  <a:pt x="32719" y="83670"/>
                  <a:pt x="32057" y="84309"/>
                </a:cubicBezTo>
                <a:cubicBezTo>
                  <a:pt x="32057" y="84309"/>
                  <a:pt x="31371" y="85029"/>
                  <a:pt x="29259" y="86023"/>
                </a:cubicBezTo>
                <a:cubicBezTo>
                  <a:pt x="27134" y="87005"/>
                  <a:pt x="23810" y="88067"/>
                  <a:pt x="19071" y="88067"/>
                </a:cubicBezTo>
                <a:cubicBezTo>
                  <a:pt x="14331" y="88067"/>
                  <a:pt x="11008" y="87005"/>
                  <a:pt x="8895" y="86023"/>
                </a:cubicBezTo>
                <a:cubicBezTo>
                  <a:pt x="6771" y="85029"/>
                  <a:pt x="6097" y="84309"/>
                  <a:pt x="6097" y="84309"/>
                </a:cubicBezTo>
                <a:cubicBezTo>
                  <a:pt x="5754" y="83978"/>
                  <a:pt x="5354" y="83705"/>
                  <a:pt x="4909" y="83533"/>
                </a:cubicBezTo>
                <a:cubicBezTo>
                  <a:pt x="4463" y="83350"/>
                  <a:pt x="3995" y="83259"/>
                  <a:pt x="3516" y="8327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5" name="Красный — SVG 12">
            <a:extLst>
              <a:ext uri="{FF2B5EF4-FFF2-40B4-BE49-F238E27FC236}">
                <a16:creationId xmlns:a16="http://schemas.microsoft.com/office/drawing/2014/main" id="{6C163363-50C4-4C42-8E25-EF83388B50E4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118698 w 156059"/>
              <a:gd name="csY0" fmla="*/ 1 h 131265"/>
              <a:gd name="csX1" fmla="*/ 114955 w 156059"/>
              <a:gd name="csY1" fmla="*/ 1617 h 131265"/>
              <a:gd name="csX2" fmla="*/ 113457 w 156059"/>
              <a:gd name="csY2" fmla="*/ 5394 h 131265"/>
              <a:gd name="csX3" fmla="*/ 113457 w 156059"/>
              <a:gd name="csY3" fmla="*/ 111713 h 131265"/>
              <a:gd name="csX4" fmla="*/ 115006 w 156059"/>
              <a:gd name="csY4" fmla="*/ 115473 h 131265"/>
              <a:gd name="csX5" fmla="*/ 118766 w 156059"/>
              <a:gd name="csY5" fmla="*/ 117038 h 131265"/>
              <a:gd name="csX6" fmla="*/ 150666 w 156059"/>
              <a:gd name="csY6" fmla="*/ 117038 h 131265"/>
              <a:gd name="csX7" fmla="*/ 152725 w 156059"/>
              <a:gd name="csY7" fmla="*/ 116646 h 131265"/>
              <a:gd name="csX8" fmla="*/ 154477 w 156059"/>
              <a:gd name="csY8" fmla="*/ 115507 h 131265"/>
              <a:gd name="csX9" fmla="*/ 155651 w 156059"/>
              <a:gd name="csY9" fmla="*/ 113772 h 131265"/>
              <a:gd name="csX10" fmla="*/ 156059 w 156059"/>
              <a:gd name="csY10" fmla="*/ 111713 h 131265"/>
              <a:gd name="csX11" fmla="*/ 155651 w 156059"/>
              <a:gd name="csY11" fmla="*/ 109655 h 131265"/>
              <a:gd name="csX12" fmla="*/ 154477 w 156059"/>
              <a:gd name="csY12" fmla="*/ 107920 h 131265"/>
              <a:gd name="csX13" fmla="*/ 152725 w 156059"/>
              <a:gd name="csY13" fmla="*/ 106780 h 131265"/>
              <a:gd name="csX14" fmla="*/ 150666 w 156059"/>
              <a:gd name="csY14" fmla="*/ 106406 h 131265"/>
              <a:gd name="csX15" fmla="*/ 124091 w 156059"/>
              <a:gd name="csY15" fmla="*/ 106406 h 131265"/>
              <a:gd name="csX16" fmla="*/ 124091 w 156059"/>
              <a:gd name="csY16" fmla="*/ 5394 h 131265"/>
              <a:gd name="csX17" fmla="*/ 123700 w 156059"/>
              <a:gd name="csY17" fmla="*/ 3319 h 131265"/>
              <a:gd name="csX18" fmla="*/ 122526 w 156059"/>
              <a:gd name="csY18" fmla="*/ 1549 h 131265"/>
              <a:gd name="csX19" fmla="*/ 120773 w 156059"/>
              <a:gd name="csY19" fmla="*/ 393 h 131265"/>
              <a:gd name="csX20" fmla="*/ 118698 w 156059"/>
              <a:gd name="csY20" fmla="*/ 1 h 131265"/>
              <a:gd name="csX21" fmla="*/ 21296 w 156059"/>
              <a:gd name="csY21" fmla="*/ 87 h 131265"/>
              <a:gd name="csX22" fmla="*/ 11275 w 156059"/>
              <a:gd name="csY22" fmla="*/ 4237 h 131265"/>
              <a:gd name="csX23" fmla="*/ 7124 w 156059"/>
              <a:gd name="csY23" fmla="*/ 14257 h 131265"/>
              <a:gd name="csX24" fmla="*/ 7124 w 156059"/>
              <a:gd name="csY24" fmla="*/ 94124 h 131265"/>
              <a:gd name="csX25" fmla="*/ 1407 w 156059"/>
              <a:gd name="csY25" fmla="*/ 102391 h 131265"/>
              <a:gd name="csX26" fmla="*/ 131 w 156059"/>
              <a:gd name="csY26" fmla="*/ 112377 h 131265"/>
              <a:gd name="csX27" fmla="*/ 3585 w 156059"/>
              <a:gd name="csY27" fmla="*/ 121818 h 131265"/>
              <a:gd name="csX28" fmla="*/ 10986 w 156059"/>
              <a:gd name="csY28" fmla="*/ 128622 h 131265"/>
              <a:gd name="csX29" fmla="*/ 20700 w 156059"/>
              <a:gd name="csY29" fmla="*/ 131259 h 131265"/>
              <a:gd name="csX30" fmla="*/ 30534 w 156059"/>
              <a:gd name="csY30" fmla="*/ 129133 h 131265"/>
              <a:gd name="csX31" fmla="*/ 38292 w 156059"/>
              <a:gd name="csY31" fmla="*/ 122737 h 131265"/>
              <a:gd name="csX32" fmla="*/ 42240 w 156059"/>
              <a:gd name="csY32" fmla="*/ 113482 h 131265"/>
              <a:gd name="csX33" fmla="*/ 64153 w 156059"/>
              <a:gd name="csY33" fmla="*/ 113482 h 131265"/>
              <a:gd name="csX34" fmla="*/ 72132 w 156059"/>
              <a:gd name="csY34" fmla="*/ 126632 h 131265"/>
              <a:gd name="csX35" fmla="*/ 86883 w 156059"/>
              <a:gd name="csY35" fmla="*/ 130970 h 131265"/>
              <a:gd name="csX36" fmla="*/ 100697 w 156059"/>
              <a:gd name="csY36" fmla="*/ 124234 h 131265"/>
              <a:gd name="csX37" fmla="*/ 106363 w 156059"/>
              <a:gd name="csY37" fmla="*/ 109944 h 131265"/>
              <a:gd name="csX38" fmla="*/ 104508 w 156059"/>
              <a:gd name="csY38" fmla="*/ 101286 h 131265"/>
              <a:gd name="csX39" fmla="*/ 99286 w 156059"/>
              <a:gd name="csY39" fmla="*/ 94124 h 131265"/>
              <a:gd name="csX40" fmla="*/ 99286 w 156059"/>
              <a:gd name="csY40" fmla="*/ 63368 h 131265"/>
              <a:gd name="csX41" fmla="*/ 95525 w 156059"/>
              <a:gd name="csY41" fmla="*/ 51324 h 131265"/>
              <a:gd name="csX42" fmla="*/ 64510 w 156059"/>
              <a:gd name="csY42" fmla="*/ 6211 h 131265"/>
              <a:gd name="csX43" fmla="*/ 59440 w 156059"/>
              <a:gd name="csY43" fmla="*/ 1703 h 131265"/>
              <a:gd name="csX44" fmla="*/ 52839 w 156059"/>
              <a:gd name="csY44" fmla="*/ 87 h 131265"/>
              <a:gd name="csX45" fmla="*/ 21296 w 156059"/>
              <a:gd name="csY45" fmla="*/ 87 h 131265"/>
              <a:gd name="csX46" fmla="*/ 21296 w 156059"/>
              <a:gd name="csY46" fmla="*/ 10719 h 131265"/>
              <a:gd name="csX47" fmla="*/ 52839 w 156059"/>
              <a:gd name="csY47" fmla="*/ 10719 h 131265"/>
              <a:gd name="csX48" fmla="*/ 54489 w 156059"/>
              <a:gd name="csY48" fmla="*/ 11110 h 131265"/>
              <a:gd name="csX49" fmla="*/ 55748 w 156059"/>
              <a:gd name="csY49" fmla="*/ 12232 h 131265"/>
              <a:gd name="csX50" fmla="*/ 86764 w 156059"/>
              <a:gd name="csY50" fmla="*/ 57346 h 131265"/>
              <a:gd name="csX51" fmla="*/ 88652 w 156059"/>
              <a:gd name="csY51" fmla="*/ 63368 h 131265"/>
              <a:gd name="csX52" fmla="*/ 88652 w 156059"/>
              <a:gd name="csY52" fmla="*/ 67416 h 131265"/>
              <a:gd name="csX53" fmla="*/ 62247 w 156059"/>
              <a:gd name="csY53" fmla="*/ 67416 h 131265"/>
              <a:gd name="csX54" fmla="*/ 58946 w 156059"/>
              <a:gd name="csY54" fmla="*/ 66243 h 131265"/>
              <a:gd name="csX55" fmla="*/ 46119 w 156059"/>
              <a:gd name="csY55" fmla="*/ 55968 h 131265"/>
              <a:gd name="csX56" fmla="*/ 38309 w 156059"/>
              <a:gd name="csY56" fmla="*/ 53246 h 131265"/>
              <a:gd name="csX57" fmla="*/ 17757 w 156059"/>
              <a:gd name="csY57" fmla="*/ 53246 h 131265"/>
              <a:gd name="csX58" fmla="*/ 17757 w 156059"/>
              <a:gd name="csY58" fmla="*/ 14257 h 131265"/>
              <a:gd name="csX59" fmla="*/ 18795 w 156059"/>
              <a:gd name="csY59" fmla="*/ 11756 h 131265"/>
              <a:gd name="csX60" fmla="*/ 21296 w 156059"/>
              <a:gd name="csY60" fmla="*/ 10719 h 131265"/>
              <a:gd name="csX61" fmla="*/ 21296 w 156059"/>
              <a:gd name="csY61" fmla="*/ 99312 h 131265"/>
              <a:gd name="csX62" fmla="*/ 27200 w 156059"/>
              <a:gd name="csY62" fmla="*/ 101099 h 131265"/>
              <a:gd name="csX63" fmla="*/ 31130 w 156059"/>
              <a:gd name="csY63" fmla="*/ 105879 h 131265"/>
              <a:gd name="csX64" fmla="*/ 31725 w 156059"/>
              <a:gd name="csY64" fmla="*/ 112020 h 131265"/>
              <a:gd name="csX65" fmla="*/ 28816 w 156059"/>
              <a:gd name="csY65" fmla="*/ 117463 h 131265"/>
              <a:gd name="csX66" fmla="*/ 23372 w 156059"/>
              <a:gd name="csY66" fmla="*/ 120372 h 131265"/>
              <a:gd name="csX67" fmla="*/ 17230 w 156059"/>
              <a:gd name="csY67" fmla="*/ 119760 h 131265"/>
              <a:gd name="csX68" fmla="*/ 12466 w 156059"/>
              <a:gd name="csY68" fmla="*/ 115847 h 131265"/>
              <a:gd name="csX69" fmla="*/ 10663 w 156059"/>
              <a:gd name="csY69" fmla="*/ 109944 h 131265"/>
              <a:gd name="csX70" fmla="*/ 13776 w 156059"/>
              <a:gd name="csY70" fmla="*/ 102425 h 131265"/>
              <a:gd name="csX71" fmla="*/ 21296 w 156059"/>
              <a:gd name="csY71" fmla="*/ 99312 h 131265"/>
              <a:gd name="csX72" fmla="*/ 85096 w 156059"/>
              <a:gd name="csY72" fmla="*/ 99312 h 131265"/>
              <a:gd name="csX73" fmla="*/ 91000 w 156059"/>
              <a:gd name="csY73" fmla="*/ 101099 h 131265"/>
              <a:gd name="csX74" fmla="*/ 94930 w 156059"/>
              <a:gd name="csY74" fmla="*/ 105879 h 131265"/>
              <a:gd name="csX75" fmla="*/ 95525 w 156059"/>
              <a:gd name="csY75" fmla="*/ 112020 h 131265"/>
              <a:gd name="csX76" fmla="*/ 92616 w 156059"/>
              <a:gd name="csY76" fmla="*/ 117463 h 131265"/>
              <a:gd name="csX77" fmla="*/ 87172 w 156059"/>
              <a:gd name="csY77" fmla="*/ 120372 h 131265"/>
              <a:gd name="csX78" fmla="*/ 81030 w 156059"/>
              <a:gd name="csY78" fmla="*/ 119760 h 131265"/>
              <a:gd name="csX79" fmla="*/ 76266 w 156059"/>
              <a:gd name="csY79" fmla="*/ 115847 h 131265"/>
              <a:gd name="csX80" fmla="*/ 74463 w 156059"/>
              <a:gd name="csY80" fmla="*/ 109944 h 131265"/>
              <a:gd name="csX81" fmla="*/ 77576 w 156059"/>
              <a:gd name="csY81" fmla="*/ 102425 h 131265"/>
              <a:gd name="csX82" fmla="*/ 85096 w 156059"/>
              <a:gd name="csY82" fmla="*/ 99312 h 131265"/>
            </a:gdLst>
            <a:ahLst/>
            <a:cxnLst/>
            <a:rect l="l" t="t" r="r" b="b"/>
            <a:pathLst>
              <a:path w="100000" h="100000">
                <a:moveTo>
                  <a:pt x="76060" y="7944"/>
                </a:moveTo>
                <a:cubicBezTo>
                  <a:pt x="75154" y="7955"/>
                  <a:pt x="74293" y="8326"/>
                  <a:pt x="73661" y="8980"/>
                </a:cubicBezTo>
                <a:cubicBezTo>
                  <a:pt x="73029" y="9623"/>
                  <a:pt x="72690" y="10495"/>
                  <a:pt x="72701" y="11400"/>
                </a:cubicBezTo>
                <a:lnTo>
                  <a:pt x="72701" y="79528"/>
                </a:lnTo>
                <a:cubicBezTo>
                  <a:pt x="72701" y="80432"/>
                  <a:pt x="73061" y="81294"/>
                  <a:pt x="73694" y="81937"/>
                </a:cubicBezTo>
                <a:cubicBezTo>
                  <a:pt x="74337" y="82580"/>
                  <a:pt x="75209" y="82940"/>
                  <a:pt x="76103" y="82940"/>
                </a:cubicBezTo>
                <a:lnTo>
                  <a:pt x="96544" y="82940"/>
                </a:lnTo>
                <a:cubicBezTo>
                  <a:pt x="97002" y="82940"/>
                  <a:pt x="97449" y="82853"/>
                  <a:pt x="97864" y="82689"/>
                </a:cubicBezTo>
                <a:cubicBezTo>
                  <a:pt x="98288" y="82525"/>
                  <a:pt x="98670" y="82275"/>
                  <a:pt x="98986" y="81959"/>
                </a:cubicBezTo>
                <a:cubicBezTo>
                  <a:pt x="99313" y="81631"/>
                  <a:pt x="99564" y="81261"/>
                  <a:pt x="99739" y="80847"/>
                </a:cubicBezTo>
                <a:cubicBezTo>
                  <a:pt x="99913" y="80422"/>
                  <a:pt x="100000" y="79975"/>
                  <a:pt x="100000" y="79528"/>
                </a:cubicBezTo>
                <a:cubicBezTo>
                  <a:pt x="100000" y="79081"/>
                  <a:pt x="99913" y="78634"/>
                  <a:pt x="99739" y="78209"/>
                </a:cubicBezTo>
                <a:cubicBezTo>
                  <a:pt x="99564" y="77795"/>
                  <a:pt x="99313" y="77424"/>
                  <a:pt x="98986" y="77097"/>
                </a:cubicBezTo>
                <a:cubicBezTo>
                  <a:pt x="98670" y="76781"/>
                  <a:pt x="98288" y="76530"/>
                  <a:pt x="97864" y="76367"/>
                </a:cubicBezTo>
                <a:cubicBezTo>
                  <a:pt x="97449" y="76203"/>
                  <a:pt x="97002" y="76116"/>
                  <a:pt x="96544" y="76127"/>
                </a:cubicBezTo>
                <a:lnTo>
                  <a:pt x="79515" y="76127"/>
                </a:lnTo>
                <a:lnTo>
                  <a:pt x="79515" y="11400"/>
                </a:lnTo>
                <a:cubicBezTo>
                  <a:pt x="79515" y="10942"/>
                  <a:pt x="79439" y="10495"/>
                  <a:pt x="79265" y="10071"/>
                </a:cubicBezTo>
                <a:cubicBezTo>
                  <a:pt x="79091" y="9645"/>
                  <a:pt x="78839" y="9264"/>
                  <a:pt x="78513" y="8936"/>
                </a:cubicBezTo>
                <a:cubicBezTo>
                  <a:pt x="78196" y="8620"/>
                  <a:pt x="77804" y="8370"/>
                  <a:pt x="77389" y="8196"/>
                </a:cubicBezTo>
                <a:cubicBezTo>
                  <a:pt x="76964" y="8021"/>
                  <a:pt x="76506" y="7934"/>
                  <a:pt x="76060" y="7944"/>
                </a:cubicBezTo>
                <a:close/>
                <a:moveTo>
                  <a:pt x="13646" y="8000"/>
                </a:moveTo>
                <a:cubicBezTo>
                  <a:pt x="11237" y="8000"/>
                  <a:pt x="8925" y="8948"/>
                  <a:pt x="7225" y="10659"/>
                </a:cubicBezTo>
                <a:cubicBezTo>
                  <a:pt x="5524" y="12359"/>
                  <a:pt x="4565" y="14670"/>
                  <a:pt x="4565" y="17079"/>
                </a:cubicBezTo>
                <a:lnTo>
                  <a:pt x="4565" y="68257"/>
                </a:lnTo>
                <a:cubicBezTo>
                  <a:pt x="2941" y="69706"/>
                  <a:pt x="1676" y="71516"/>
                  <a:pt x="902" y="73554"/>
                </a:cubicBezTo>
                <a:cubicBezTo>
                  <a:pt x="117" y="75593"/>
                  <a:pt x="-156" y="77783"/>
                  <a:pt x="84" y="79953"/>
                </a:cubicBezTo>
                <a:cubicBezTo>
                  <a:pt x="324" y="82111"/>
                  <a:pt x="1087" y="84193"/>
                  <a:pt x="2297" y="86003"/>
                </a:cubicBezTo>
                <a:cubicBezTo>
                  <a:pt x="3507" y="87812"/>
                  <a:pt x="5131" y="89305"/>
                  <a:pt x="7040" y="90363"/>
                </a:cubicBezTo>
                <a:cubicBezTo>
                  <a:pt x="8947" y="91409"/>
                  <a:pt x="11084" y="91998"/>
                  <a:pt x="13264" y="92052"/>
                </a:cubicBezTo>
                <a:cubicBezTo>
                  <a:pt x="15445" y="92107"/>
                  <a:pt x="17604" y="91638"/>
                  <a:pt x="19566" y="90690"/>
                </a:cubicBezTo>
                <a:cubicBezTo>
                  <a:pt x="21528" y="89742"/>
                  <a:pt x="23229" y="88335"/>
                  <a:pt x="24537" y="86592"/>
                </a:cubicBezTo>
                <a:cubicBezTo>
                  <a:pt x="25845" y="84847"/>
                  <a:pt x="26707" y="82809"/>
                  <a:pt x="27067" y="80661"/>
                </a:cubicBezTo>
                <a:lnTo>
                  <a:pt x="41108" y="80661"/>
                </a:lnTo>
                <a:cubicBezTo>
                  <a:pt x="41707" y="84008"/>
                  <a:pt x="43528" y="87016"/>
                  <a:pt x="46221" y="89087"/>
                </a:cubicBezTo>
                <a:cubicBezTo>
                  <a:pt x="48914" y="91158"/>
                  <a:pt x="52282" y="92150"/>
                  <a:pt x="55673" y="91867"/>
                </a:cubicBezTo>
                <a:cubicBezTo>
                  <a:pt x="59064" y="91584"/>
                  <a:pt x="62214" y="90047"/>
                  <a:pt x="64525" y="87551"/>
                </a:cubicBezTo>
                <a:cubicBezTo>
                  <a:pt x="66836" y="85054"/>
                  <a:pt x="68134" y="81795"/>
                  <a:pt x="68156" y="78394"/>
                </a:cubicBezTo>
                <a:cubicBezTo>
                  <a:pt x="68156" y="76476"/>
                  <a:pt x="67752" y="74590"/>
                  <a:pt x="66967" y="72846"/>
                </a:cubicBezTo>
                <a:cubicBezTo>
                  <a:pt x="66182" y="71091"/>
                  <a:pt x="65038" y="69532"/>
                  <a:pt x="63621" y="68257"/>
                </a:cubicBezTo>
                <a:lnTo>
                  <a:pt x="63621" y="48549"/>
                </a:lnTo>
                <a:cubicBezTo>
                  <a:pt x="63610" y="45791"/>
                  <a:pt x="62770" y="43098"/>
                  <a:pt x="61211" y="40831"/>
                </a:cubicBezTo>
                <a:lnTo>
                  <a:pt x="41337" y="11924"/>
                </a:lnTo>
                <a:cubicBezTo>
                  <a:pt x="40498" y="10713"/>
                  <a:pt x="39385" y="9721"/>
                  <a:pt x="38088" y="9035"/>
                </a:cubicBezTo>
                <a:cubicBezTo>
                  <a:pt x="36780" y="8359"/>
                  <a:pt x="35330" y="8000"/>
                  <a:pt x="33858" y="8000"/>
                </a:cubicBezTo>
                <a:lnTo>
                  <a:pt x="13646" y="8000"/>
                </a:lnTo>
                <a:close/>
                <a:moveTo>
                  <a:pt x="13646" y="14812"/>
                </a:moveTo>
                <a:lnTo>
                  <a:pt x="33858" y="14812"/>
                </a:lnTo>
                <a:cubicBezTo>
                  <a:pt x="34229" y="14812"/>
                  <a:pt x="34589" y="14899"/>
                  <a:pt x="34916" y="15063"/>
                </a:cubicBezTo>
                <a:cubicBezTo>
                  <a:pt x="35243" y="15237"/>
                  <a:pt x="35515" y="15477"/>
                  <a:pt x="35722" y="15782"/>
                </a:cubicBezTo>
                <a:lnTo>
                  <a:pt x="55597" y="44690"/>
                </a:lnTo>
                <a:cubicBezTo>
                  <a:pt x="56381" y="45824"/>
                  <a:pt x="56796" y="47175"/>
                  <a:pt x="56807" y="48549"/>
                </a:cubicBezTo>
                <a:lnTo>
                  <a:pt x="56807" y="51143"/>
                </a:lnTo>
                <a:lnTo>
                  <a:pt x="39887" y="51143"/>
                </a:lnTo>
                <a:cubicBezTo>
                  <a:pt x="39113" y="51143"/>
                  <a:pt x="38371" y="50871"/>
                  <a:pt x="37772" y="50391"/>
                </a:cubicBezTo>
                <a:lnTo>
                  <a:pt x="29552" y="43807"/>
                </a:lnTo>
                <a:cubicBezTo>
                  <a:pt x="28135" y="42674"/>
                  <a:pt x="26368" y="42052"/>
                  <a:pt x="24548" y="42063"/>
                </a:cubicBezTo>
                <a:lnTo>
                  <a:pt x="11378" y="42063"/>
                </a:lnTo>
                <a:lnTo>
                  <a:pt x="11378" y="17079"/>
                </a:lnTo>
                <a:cubicBezTo>
                  <a:pt x="11378" y="16480"/>
                  <a:pt x="11618" y="15902"/>
                  <a:pt x="12044" y="15477"/>
                </a:cubicBezTo>
                <a:cubicBezTo>
                  <a:pt x="12468" y="15041"/>
                  <a:pt x="13046" y="14812"/>
                  <a:pt x="13646" y="14812"/>
                </a:cubicBezTo>
                <a:close/>
                <a:moveTo>
                  <a:pt x="13646" y="71581"/>
                </a:moveTo>
                <a:cubicBezTo>
                  <a:pt x="14998" y="71581"/>
                  <a:pt x="16317" y="71985"/>
                  <a:pt x="17429" y="72726"/>
                </a:cubicBezTo>
                <a:cubicBezTo>
                  <a:pt x="18552" y="73478"/>
                  <a:pt x="19424" y="74535"/>
                  <a:pt x="19948" y="75789"/>
                </a:cubicBezTo>
                <a:cubicBezTo>
                  <a:pt x="20460" y="77032"/>
                  <a:pt x="20590" y="78405"/>
                  <a:pt x="20329" y="79724"/>
                </a:cubicBezTo>
                <a:cubicBezTo>
                  <a:pt x="20067" y="81043"/>
                  <a:pt x="19424" y="82253"/>
                  <a:pt x="18465" y="83212"/>
                </a:cubicBezTo>
                <a:cubicBezTo>
                  <a:pt x="17516" y="84160"/>
                  <a:pt x="16295" y="84815"/>
                  <a:pt x="14976" y="85076"/>
                </a:cubicBezTo>
                <a:cubicBezTo>
                  <a:pt x="13657" y="85338"/>
                  <a:pt x="12283" y="85207"/>
                  <a:pt x="11041" y="84684"/>
                </a:cubicBezTo>
                <a:cubicBezTo>
                  <a:pt x="9798" y="84171"/>
                  <a:pt x="8729" y="83299"/>
                  <a:pt x="7988" y="82177"/>
                </a:cubicBezTo>
                <a:cubicBezTo>
                  <a:pt x="7236" y="81054"/>
                  <a:pt x="6833" y="79735"/>
                  <a:pt x="6833" y="78394"/>
                </a:cubicBezTo>
                <a:cubicBezTo>
                  <a:pt x="6833" y="76584"/>
                  <a:pt x="7552" y="74852"/>
                  <a:pt x="8827" y="73576"/>
                </a:cubicBezTo>
                <a:cubicBezTo>
                  <a:pt x="10103" y="72301"/>
                  <a:pt x="11837" y="71581"/>
                  <a:pt x="13646" y="71581"/>
                </a:cubicBezTo>
                <a:close/>
                <a:moveTo>
                  <a:pt x="54528" y="71581"/>
                </a:moveTo>
                <a:cubicBezTo>
                  <a:pt x="55880" y="71581"/>
                  <a:pt x="57199" y="71985"/>
                  <a:pt x="58311" y="72726"/>
                </a:cubicBezTo>
                <a:cubicBezTo>
                  <a:pt x="59434" y="73478"/>
                  <a:pt x="60306" y="74535"/>
                  <a:pt x="60830" y="75789"/>
                </a:cubicBezTo>
                <a:cubicBezTo>
                  <a:pt x="61342" y="77032"/>
                  <a:pt x="61473" y="78405"/>
                  <a:pt x="61211" y="79724"/>
                </a:cubicBezTo>
                <a:cubicBezTo>
                  <a:pt x="60949" y="81043"/>
                  <a:pt x="60306" y="82253"/>
                  <a:pt x="59347" y="83212"/>
                </a:cubicBezTo>
                <a:cubicBezTo>
                  <a:pt x="58398" y="84160"/>
                  <a:pt x="57177" y="84815"/>
                  <a:pt x="55858" y="85076"/>
                </a:cubicBezTo>
                <a:cubicBezTo>
                  <a:pt x="54539" y="85338"/>
                  <a:pt x="53166" y="85207"/>
                  <a:pt x="51923" y="84684"/>
                </a:cubicBezTo>
                <a:cubicBezTo>
                  <a:pt x="50680" y="84171"/>
                  <a:pt x="49611" y="83299"/>
                  <a:pt x="48870" y="82177"/>
                </a:cubicBezTo>
                <a:cubicBezTo>
                  <a:pt x="48118" y="81054"/>
                  <a:pt x="47715" y="79735"/>
                  <a:pt x="47715" y="78394"/>
                </a:cubicBezTo>
                <a:cubicBezTo>
                  <a:pt x="47715" y="76584"/>
                  <a:pt x="48434" y="74852"/>
                  <a:pt x="49709" y="73576"/>
                </a:cubicBezTo>
                <a:cubicBezTo>
                  <a:pt x="50985" y="72301"/>
                  <a:pt x="52719" y="71581"/>
                  <a:pt x="54528" y="7158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6" name="Красный — SVG 13">
            <a:extLst>
              <a:ext uri="{FF2B5EF4-FFF2-40B4-BE49-F238E27FC236}">
                <a16:creationId xmlns:a16="http://schemas.microsoft.com/office/drawing/2014/main" id="{1A7E14BB-3A54-B142-BBF2-30E190E794F7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48420 w 155961"/>
              <a:gd name="csY0" fmla="*/ 0 h 113413"/>
              <a:gd name="csX1" fmla="*/ 37685 w 155961"/>
              <a:gd name="csY1" fmla="*/ 4151 h 113413"/>
              <a:gd name="csX2" fmla="*/ 5223 w 155961"/>
              <a:gd name="csY2" fmla="*/ 33648 h 113413"/>
              <a:gd name="csX3" fmla="*/ 0 w 155961"/>
              <a:gd name="csY3" fmla="*/ 45454 h 113413"/>
              <a:gd name="csX4" fmla="*/ 0 w 155961"/>
              <a:gd name="csY4" fmla="*/ 83286 h 113413"/>
              <a:gd name="csX5" fmla="*/ 15942 w 155961"/>
              <a:gd name="csY5" fmla="*/ 99226 h 113413"/>
              <a:gd name="csX6" fmla="*/ 18477 w 155961"/>
              <a:gd name="csY6" fmla="*/ 99226 h 113413"/>
              <a:gd name="csX7" fmla="*/ 37209 w 155961"/>
              <a:gd name="csY7" fmla="*/ 113413 h 113413"/>
              <a:gd name="csX8" fmla="*/ 55957 w 155961"/>
              <a:gd name="csY8" fmla="*/ 99226 h 113413"/>
              <a:gd name="csX9" fmla="*/ 90375 w 155961"/>
              <a:gd name="csY9" fmla="*/ 99226 h 113413"/>
              <a:gd name="csX10" fmla="*/ 95700 w 155961"/>
              <a:gd name="csY10" fmla="*/ 93918 h 113413"/>
              <a:gd name="csX11" fmla="*/ 95700 w 155961"/>
              <a:gd name="csY11" fmla="*/ 10632 h 113413"/>
              <a:gd name="csX12" fmla="*/ 104564 w 155961"/>
              <a:gd name="csY12" fmla="*/ 10632 h 113413"/>
              <a:gd name="csX13" fmla="*/ 109873 w 155961"/>
              <a:gd name="csY13" fmla="*/ 5307 h 113413"/>
              <a:gd name="csX14" fmla="*/ 104564 w 155961"/>
              <a:gd name="csY14" fmla="*/ 0 h 113413"/>
              <a:gd name="csX15" fmla="*/ 48420 w 155961"/>
              <a:gd name="csY15" fmla="*/ 0 h 113413"/>
              <a:gd name="csX16" fmla="*/ 113428 w 155961"/>
              <a:gd name="csY16" fmla="*/ 21264 h 113413"/>
              <a:gd name="csX17" fmla="*/ 102795 w 155961"/>
              <a:gd name="csY17" fmla="*/ 31896 h 113413"/>
              <a:gd name="csX18" fmla="*/ 102795 w 155961"/>
              <a:gd name="csY18" fmla="*/ 93918 h 113413"/>
              <a:gd name="csX19" fmla="*/ 122276 w 155961"/>
              <a:gd name="csY19" fmla="*/ 113413 h 113413"/>
              <a:gd name="csX20" fmla="*/ 141041 w 155961"/>
              <a:gd name="csY20" fmla="*/ 99124 h 113413"/>
              <a:gd name="csX21" fmla="*/ 155962 w 155961"/>
              <a:gd name="csY21" fmla="*/ 83286 h 113413"/>
              <a:gd name="csX22" fmla="*/ 155962 w 155961"/>
              <a:gd name="csY22" fmla="*/ 60730 h 113413"/>
              <a:gd name="csX23" fmla="*/ 154584 w 155961"/>
              <a:gd name="csY23" fmla="*/ 54248 h 113413"/>
              <a:gd name="csX24" fmla="*/ 144121 w 155961"/>
              <a:gd name="csY24" fmla="*/ 30739 h 113413"/>
              <a:gd name="csX25" fmla="*/ 129557 w 155961"/>
              <a:gd name="csY25" fmla="*/ 21264 h 113413"/>
              <a:gd name="csX26" fmla="*/ 113428 w 155961"/>
              <a:gd name="csY26" fmla="*/ 21264 h 113413"/>
              <a:gd name="csX27" fmla="*/ 47842 w 155961"/>
              <a:gd name="csY27" fmla="*/ 24802 h 113413"/>
              <a:gd name="csX28" fmla="*/ 53167 w 155961"/>
              <a:gd name="csY28" fmla="*/ 30127 h 113413"/>
              <a:gd name="csX29" fmla="*/ 53167 w 155961"/>
              <a:gd name="csY29" fmla="*/ 62022 h 113413"/>
              <a:gd name="csX30" fmla="*/ 47842 w 155961"/>
              <a:gd name="csY30" fmla="*/ 67330 h 113413"/>
              <a:gd name="csX31" fmla="*/ 42534 w 155961"/>
              <a:gd name="csY31" fmla="*/ 62022 h 113413"/>
              <a:gd name="csX32" fmla="*/ 42534 w 155961"/>
              <a:gd name="csY32" fmla="*/ 30127 h 113413"/>
              <a:gd name="csX33" fmla="*/ 47842 w 155961"/>
              <a:gd name="csY33" fmla="*/ 24802 h 113413"/>
              <a:gd name="csX34" fmla="*/ 72664 w 155961"/>
              <a:gd name="csY34" fmla="*/ 24802 h 113413"/>
              <a:gd name="csX35" fmla="*/ 77973 w 155961"/>
              <a:gd name="csY35" fmla="*/ 30127 h 113413"/>
              <a:gd name="csX36" fmla="*/ 77973 w 155961"/>
              <a:gd name="csY36" fmla="*/ 62022 h 113413"/>
              <a:gd name="csX37" fmla="*/ 72664 w 155961"/>
              <a:gd name="csY37" fmla="*/ 67330 h 113413"/>
              <a:gd name="csX38" fmla="*/ 67339 w 155961"/>
              <a:gd name="csY38" fmla="*/ 62022 h 113413"/>
              <a:gd name="csX39" fmla="*/ 67339 w 155961"/>
              <a:gd name="csY39" fmla="*/ 30127 h 113413"/>
              <a:gd name="csX40" fmla="*/ 72664 w 155961"/>
              <a:gd name="csY40" fmla="*/ 24802 h 113413"/>
              <a:gd name="csX41" fmla="*/ 116967 w 155961"/>
              <a:gd name="csY41" fmla="*/ 31896 h 113413"/>
              <a:gd name="csX42" fmla="*/ 129557 w 155961"/>
              <a:gd name="csY42" fmla="*/ 31896 h 113413"/>
              <a:gd name="csX43" fmla="*/ 134406 w 155961"/>
              <a:gd name="csY43" fmla="*/ 35060 h 113413"/>
              <a:gd name="csX44" fmla="*/ 140242 w 155961"/>
              <a:gd name="csY44" fmla="*/ 48175 h 113413"/>
              <a:gd name="csX45" fmla="*/ 137009 w 155961"/>
              <a:gd name="csY45" fmla="*/ 53160 h 113413"/>
              <a:gd name="csX46" fmla="*/ 116967 w 155961"/>
              <a:gd name="csY46" fmla="*/ 53160 h 113413"/>
              <a:gd name="csX47" fmla="*/ 113428 w 155961"/>
              <a:gd name="csY47" fmla="*/ 49621 h 113413"/>
              <a:gd name="csX48" fmla="*/ 113428 w 155961"/>
              <a:gd name="csY48" fmla="*/ 35434 h 113413"/>
              <a:gd name="csX49" fmla="*/ 116967 w 155961"/>
              <a:gd name="csY49" fmla="*/ 31896 h 113413"/>
              <a:gd name="csX50" fmla="*/ 23036 w 155961"/>
              <a:gd name="csY50" fmla="*/ 46066 h 113413"/>
              <a:gd name="csX51" fmla="*/ 28361 w 155961"/>
              <a:gd name="csY51" fmla="*/ 51390 h 113413"/>
              <a:gd name="csX52" fmla="*/ 28361 w 155961"/>
              <a:gd name="csY52" fmla="*/ 62022 h 113413"/>
              <a:gd name="csX53" fmla="*/ 23036 w 155961"/>
              <a:gd name="csY53" fmla="*/ 67330 h 113413"/>
              <a:gd name="csX54" fmla="*/ 17728 w 155961"/>
              <a:gd name="csY54" fmla="*/ 62022 h 113413"/>
              <a:gd name="csX55" fmla="*/ 17728 w 155961"/>
              <a:gd name="csY55" fmla="*/ 51390 h 113413"/>
              <a:gd name="csX56" fmla="*/ 23036 w 155961"/>
              <a:gd name="csY56" fmla="*/ 46066 h 113413"/>
              <a:gd name="csX57" fmla="*/ 37209 w 155961"/>
              <a:gd name="csY57" fmla="*/ 85056 h 113413"/>
              <a:gd name="csX58" fmla="*/ 46072 w 155961"/>
              <a:gd name="csY58" fmla="*/ 93918 h 113413"/>
              <a:gd name="csX59" fmla="*/ 37209 w 155961"/>
              <a:gd name="csY59" fmla="*/ 102781 h 113413"/>
              <a:gd name="csX60" fmla="*/ 28361 w 155961"/>
              <a:gd name="csY60" fmla="*/ 93918 h 113413"/>
              <a:gd name="csX61" fmla="*/ 37209 w 155961"/>
              <a:gd name="csY61" fmla="*/ 85056 h 113413"/>
              <a:gd name="csX62" fmla="*/ 122276 w 155961"/>
              <a:gd name="csY62" fmla="*/ 85056 h 113413"/>
              <a:gd name="csX63" fmla="*/ 131139 w 155961"/>
              <a:gd name="csY63" fmla="*/ 93918 h 113413"/>
              <a:gd name="csX64" fmla="*/ 122276 w 155961"/>
              <a:gd name="csY64" fmla="*/ 102781 h 113413"/>
              <a:gd name="csX65" fmla="*/ 113428 w 155961"/>
              <a:gd name="csY65" fmla="*/ 93918 h 113413"/>
              <a:gd name="csX66" fmla="*/ 122276 w 155961"/>
              <a:gd name="csY66" fmla="*/ 85056 h 113413"/>
            </a:gdLst>
            <a:ahLst/>
            <a:cxnLst/>
            <a:rect l="l" t="t" r="r" b="b"/>
            <a:pathLst>
              <a:path w="100000" h="100000">
                <a:moveTo>
                  <a:pt x="31046" y="13641"/>
                </a:moveTo>
                <a:cubicBezTo>
                  <a:pt x="28494" y="13641"/>
                  <a:pt x="26050" y="14579"/>
                  <a:pt x="24163" y="16302"/>
                </a:cubicBezTo>
                <a:lnTo>
                  <a:pt x="3349" y="35215"/>
                </a:lnTo>
                <a:cubicBezTo>
                  <a:pt x="1222" y="37157"/>
                  <a:pt x="0" y="39916"/>
                  <a:pt x="0" y="42785"/>
                </a:cubicBezTo>
                <a:lnTo>
                  <a:pt x="0" y="67042"/>
                </a:lnTo>
                <a:cubicBezTo>
                  <a:pt x="0" y="72682"/>
                  <a:pt x="4593" y="77263"/>
                  <a:pt x="10222" y="77263"/>
                </a:cubicBezTo>
                <a:lnTo>
                  <a:pt x="11847" y="77263"/>
                </a:lnTo>
                <a:cubicBezTo>
                  <a:pt x="13352" y="82487"/>
                  <a:pt x="18185" y="86359"/>
                  <a:pt x="23858" y="86359"/>
                </a:cubicBezTo>
                <a:cubicBezTo>
                  <a:pt x="29541" y="86359"/>
                  <a:pt x="34373" y="82487"/>
                  <a:pt x="35879" y="77263"/>
                </a:cubicBezTo>
                <a:lnTo>
                  <a:pt x="57947" y="77263"/>
                </a:lnTo>
                <a:cubicBezTo>
                  <a:pt x="59835" y="77263"/>
                  <a:pt x="61361" y="75736"/>
                  <a:pt x="61361" y="73859"/>
                </a:cubicBezTo>
                <a:lnTo>
                  <a:pt x="61361" y="20458"/>
                </a:lnTo>
                <a:lnTo>
                  <a:pt x="67045" y="20458"/>
                </a:lnTo>
                <a:cubicBezTo>
                  <a:pt x="68922" y="20458"/>
                  <a:pt x="70449" y="18930"/>
                  <a:pt x="70449" y="17043"/>
                </a:cubicBezTo>
                <a:cubicBezTo>
                  <a:pt x="70449" y="15168"/>
                  <a:pt x="68922" y="13641"/>
                  <a:pt x="67045" y="13641"/>
                </a:cubicBezTo>
                <a:lnTo>
                  <a:pt x="31046" y="13641"/>
                </a:lnTo>
                <a:close/>
                <a:moveTo>
                  <a:pt x="72728" y="27275"/>
                </a:moveTo>
                <a:cubicBezTo>
                  <a:pt x="68954" y="27275"/>
                  <a:pt x="65911" y="30329"/>
                  <a:pt x="65911" y="34092"/>
                </a:cubicBezTo>
                <a:lnTo>
                  <a:pt x="65911" y="73859"/>
                </a:lnTo>
                <a:cubicBezTo>
                  <a:pt x="65911" y="80720"/>
                  <a:pt x="71540" y="86359"/>
                  <a:pt x="78402" y="86359"/>
                </a:cubicBezTo>
                <a:cubicBezTo>
                  <a:pt x="84107" y="86359"/>
                  <a:pt x="88961" y="82455"/>
                  <a:pt x="90434" y="77198"/>
                </a:cubicBezTo>
                <a:cubicBezTo>
                  <a:pt x="95768" y="76848"/>
                  <a:pt x="100001" y="72464"/>
                  <a:pt x="100001" y="67042"/>
                </a:cubicBezTo>
                <a:lnTo>
                  <a:pt x="100001" y="52580"/>
                </a:lnTo>
                <a:cubicBezTo>
                  <a:pt x="100001" y="51151"/>
                  <a:pt x="99695" y="49733"/>
                  <a:pt x="99117" y="48424"/>
                </a:cubicBezTo>
                <a:lnTo>
                  <a:pt x="92408" y="33350"/>
                </a:lnTo>
                <a:cubicBezTo>
                  <a:pt x="90772" y="29652"/>
                  <a:pt x="87106" y="27275"/>
                  <a:pt x="83070" y="27275"/>
                </a:cubicBezTo>
                <a:lnTo>
                  <a:pt x="72728" y="27275"/>
                </a:lnTo>
                <a:close/>
                <a:moveTo>
                  <a:pt x="30676" y="29543"/>
                </a:moveTo>
                <a:cubicBezTo>
                  <a:pt x="32563" y="29543"/>
                  <a:pt x="34090" y="31071"/>
                  <a:pt x="34090" y="32958"/>
                </a:cubicBezTo>
                <a:lnTo>
                  <a:pt x="34090" y="53408"/>
                </a:lnTo>
                <a:cubicBezTo>
                  <a:pt x="34090" y="55284"/>
                  <a:pt x="32563" y="56812"/>
                  <a:pt x="30676" y="56812"/>
                </a:cubicBezTo>
                <a:cubicBezTo>
                  <a:pt x="28799" y="56812"/>
                  <a:pt x="27272" y="55284"/>
                  <a:pt x="27272" y="53408"/>
                </a:cubicBezTo>
                <a:lnTo>
                  <a:pt x="27272" y="32958"/>
                </a:lnTo>
                <a:cubicBezTo>
                  <a:pt x="27272" y="31071"/>
                  <a:pt x="28799" y="29543"/>
                  <a:pt x="30676" y="29543"/>
                </a:cubicBezTo>
                <a:close/>
                <a:moveTo>
                  <a:pt x="46591" y="29543"/>
                </a:moveTo>
                <a:cubicBezTo>
                  <a:pt x="48468" y="29543"/>
                  <a:pt x="49995" y="31071"/>
                  <a:pt x="49995" y="32958"/>
                </a:cubicBezTo>
                <a:lnTo>
                  <a:pt x="49995" y="53408"/>
                </a:lnTo>
                <a:cubicBezTo>
                  <a:pt x="49995" y="55284"/>
                  <a:pt x="48468" y="56812"/>
                  <a:pt x="46591" y="56812"/>
                </a:cubicBezTo>
                <a:cubicBezTo>
                  <a:pt x="44704" y="56812"/>
                  <a:pt x="43177" y="55284"/>
                  <a:pt x="43177" y="53408"/>
                </a:cubicBezTo>
                <a:lnTo>
                  <a:pt x="43177" y="32958"/>
                </a:lnTo>
                <a:cubicBezTo>
                  <a:pt x="43177" y="31071"/>
                  <a:pt x="44704" y="29543"/>
                  <a:pt x="46591" y="29543"/>
                </a:cubicBezTo>
                <a:close/>
                <a:moveTo>
                  <a:pt x="74998" y="34092"/>
                </a:moveTo>
                <a:lnTo>
                  <a:pt x="83070" y="34092"/>
                </a:lnTo>
                <a:cubicBezTo>
                  <a:pt x="84412" y="34092"/>
                  <a:pt x="85634" y="34888"/>
                  <a:pt x="86179" y="36121"/>
                </a:cubicBezTo>
                <a:lnTo>
                  <a:pt x="89921" y="44530"/>
                </a:lnTo>
                <a:cubicBezTo>
                  <a:pt x="90586" y="46035"/>
                  <a:pt x="89485" y="47726"/>
                  <a:pt x="87848" y="47726"/>
                </a:cubicBezTo>
                <a:lnTo>
                  <a:pt x="74998" y="47726"/>
                </a:lnTo>
                <a:cubicBezTo>
                  <a:pt x="73743" y="47726"/>
                  <a:pt x="72728" y="46712"/>
                  <a:pt x="72728" y="45457"/>
                </a:cubicBezTo>
                <a:lnTo>
                  <a:pt x="72728" y="36360"/>
                </a:lnTo>
                <a:cubicBezTo>
                  <a:pt x="72728" y="35106"/>
                  <a:pt x="73743" y="34092"/>
                  <a:pt x="74998" y="34092"/>
                </a:cubicBezTo>
                <a:close/>
                <a:moveTo>
                  <a:pt x="14770" y="43177"/>
                </a:moveTo>
                <a:cubicBezTo>
                  <a:pt x="16658" y="43177"/>
                  <a:pt x="18185" y="44705"/>
                  <a:pt x="18185" y="46591"/>
                </a:cubicBezTo>
                <a:lnTo>
                  <a:pt x="18185" y="53408"/>
                </a:lnTo>
                <a:cubicBezTo>
                  <a:pt x="18185" y="55284"/>
                  <a:pt x="16658" y="56812"/>
                  <a:pt x="14770" y="56812"/>
                </a:cubicBezTo>
                <a:cubicBezTo>
                  <a:pt x="12894" y="56812"/>
                  <a:pt x="11367" y="55284"/>
                  <a:pt x="11367" y="53408"/>
                </a:cubicBezTo>
                <a:lnTo>
                  <a:pt x="11367" y="46591"/>
                </a:lnTo>
                <a:cubicBezTo>
                  <a:pt x="11367" y="44705"/>
                  <a:pt x="12894" y="43177"/>
                  <a:pt x="14770" y="43177"/>
                </a:cubicBezTo>
                <a:close/>
                <a:moveTo>
                  <a:pt x="23858" y="68177"/>
                </a:moveTo>
                <a:cubicBezTo>
                  <a:pt x="27032" y="68177"/>
                  <a:pt x="29541" y="70686"/>
                  <a:pt x="29541" y="73859"/>
                </a:cubicBezTo>
                <a:cubicBezTo>
                  <a:pt x="29541" y="77034"/>
                  <a:pt x="27032" y="79542"/>
                  <a:pt x="23858" y="79542"/>
                </a:cubicBezTo>
                <a:cubicBezTo>
                  <a:pt x="20694" y="79542"/>
                  <a:pt x="18185" y="77034"/>
                  <a:pt x="18185" y="73859"/>
                </a:cubicBezTo>
                <a:cubicBezTo>
                  <a:pt x="18185" y="70686"/>
                  <a:pt x="20694" y="68177"/>
                  <a:pt x="23858" y="68177"/>
                </a:cubicBezTo>
                <a:close/>
                <a:moveTo>
                  <a:pt x="78402" y="68177"/>
                </a:moveTo>
                <a:cubicBezTo>
                  <a:pt x="81576" y="68177"/>
                  <a:pt x="84084" y="70686"/>
                  <a:pt x="84084" y="73859"/>
                </a:cubicBezTo>
                <a:cubicBezTo>
                  <a:pt x="84084" y="77034"/>
                  <a:pt x="81576" y="79542"/>
                  <a:pt x="78402" y="79542"/>
                </a:cubicBezTo>
                <a:cubicBezTo>
                  <a:pt x="75238" y="79542"/>
                  <a:pt x="72728" y="77034"/>
                  <a:pt x="72728" y="73859"/>
                </a:cubicBezTo>
                <a:cubicBezTo>
                  <a:pt x="72728" y="70686"/>
                  <a:pt x="75238" y="68177"/>
                  <a:pt x="78402" y="6817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7" name="Красный — SVG 14">
            <a:extLst>
              <a:ext uri="{FF2B5EF4-FFF2-40B4-BE49-F238E27FC236}">
                <a16:creationId xmlns:a16="http://schemas.microsoft.com/office/drawing/2014/main" id="{3C96DC64-7368-DC4C-8200-CA375620F8E5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33482 w 148867"/>
              <a:gd name="csY0" fmla="*/ 1 h 113447"/>
              <a:gd name="csX1" fmla="*/ 31067 w 148867"/>
              <a:gd name="csY1" fmla="*/ 647 h 113447"/>
              <a:gd name="csX2" fmla="*/ 29212 w 148867"/>
              <a:gd name="csY2" fmla="*/ 2314 h 113447"/>
              <a:gd name="csX3" fmla="*/ 28327 w 148867"/>
              <a:gd name="csY3" fmla="*/ 4645 h 113447"/>
              <a:gd name="csX4" fmla="*/ 28600 w 148867"/>
              <a:gd name="csY4" fmla="*/ 7129 h 113447"/>
              <a:gd name="csX5" fmla="*/ 19497 w 148867"/>
              <a:gd name="csY5" fmla="*/ 7129 h 113447"/>
              <a:gd name="csX6" fmla="*/ 7094 w 148867"/>
              <a:gd name="csY6" fmla="*/ 19530 h 113447"/>
              <a:gd name="csX7" fmla="*/ 7094 w 148867"/>
              <a:gd name="csY7" fmla="*/ 40794 h 113447"/>
              <a:gd name="csX8" fmla="*/ 12403 w 148867"/>
              <a:gd name="csY8" fmla="*/ 46101 h 113447"/>
              <a:gd name="csX9" fmla="*/ 21267 w 148867"/>
              <a:gd name="csY9" fmla="*/ 54964 h 113447"/>
              <a:gd name="csX10" fmla="*/ 15108 w 148867"/>
              <a:gd name="csY10" fmla="*/ 64949 h 113447"/>
              <a:gd name="csX11" fmla="*/ 0 w 148867"/>
              <a:gd name="csY11" fmla="*/ 101047 h 113447"/>
              <a:gd name="csX12" fmla="*/ 17 w 148867"/>
              <a:gd name="csY12" fmla="*/ 101472 h 113447"/>
              <a:gd name="csX13" fmla="*/ 15942 w 148867"/>
              <a:gd name="csY13" fmla="*/ 113448 h 113447"/>
              <a:gd name="csX14" fmla="*/ 33670 w 148867"/>
              <a:gd name="csY14" fmla="*/ 113448 h 113447"/>
              <a:gd name="csX15" fmla="*/ 49407 w 148867"/>
              <a:gd name="csY15" fmla="*/ 101949 h 113447"/>
              <a:gd name="csX16" fmla="*/ 55481 w 148867"/>
              <a:gd name="csY16" fmla="*/ 74459 h 113447"/>
              <a:gd name="csX17" fmla="*/ 76152 w 148867"/>
              <a:gd name="csY17" fmla="*/ 74459 h 113447"/>
              <a:gd name="csX18" fmla="*/ 94884 w 148867"/>
              <a:gd name="csY18" fmla="*/ 60322 h 113447"/>
              <a:gd name="csX19" fmla="*/ 97929 w 148867"/>
              <a:gd name="csY19" fmla="*/ 49656 h 113447"/>
              <a:gd name="csX20" fmla="*/ 129370 w 148867"/>
              <a:gd name="csY20" fmla="*/ 49656 h 113447"/>
              <a:gd name="csX21" fmla="*/ 133130 w 148867"/>
              <a:gd name="csY21" fmla="*/ 48091 h 113447"/>
              <a:gd name="csX22" fmla="*/ 135120 w 148867"/>
              <a:gd name="csY22" fmla="*/ 46101 h 113447"/>
              <a:gd name="csX23" fmla="*/ 136464 w 148867"/>
              <a:gd name="csY23" fmla="*/ 46101 h 113447"/>
              <a:gd name="csX24" fmla="*/ 148867 w 148867"/>
              <a:gd name="csY24" fmla="*/ 33700 h 113447"/>
              <a:gd name="csX25" fmla="*/ 148867 w 148867"/>
              <a:gd name="csY25" fmla="*/ 19530 h 113447"/>
              <a:gd name="csX26" fmla="*/ 138047 w 148867"/>
              <a:gd name="csY26" fmla="*/ 7282 h 113447"/>
              <a:gd name="csX27" fmla="*/ 136090 w 148867"/>
              <a:gd name="csY27" fmla="*/ 4577 h 113447"/>
              <a:gd name="csX28" fmla="*/ 132909 w 148867"/>
              <a:gd name="csY28" fmla="*/ 3573 h 113447"/>
              <a:gd name="csX29" fmla="*/ 125831 w 148867"/>
              <a:gd name="csY29" fmla="*/ 3573 h 113447"/>
              <a:gd name="csX30" fmla="*/ 122718 w 148867"/>
              <a:gd name="csY30" fmla="*/ 4543 h 113447"/>
              <a:gd name="csX31" fmla="*/ 120744 w 148867"/>
              <a:gd name="csY31" fmla="*/ 7129 h 113447"/>
              <a:gd name="csX32" fmla="*/ 49101 w 148867"/>
              <a:gd name="csY32" fmla="*/ 7129 h 113447"/>
              <a:gd name="csX33" fmla="*/ 36051 w 148867"/>
              <a:gd name="csY33" fmla="*/ 596 h 113447"/>
              <a:gd name="csX34" fmla="*/ 33482 w 148867"/>
              <a:gd name="csY34" fmla="*/ 1 h 113447"/>
              <a:gd name="csX35" fmla="*/ 44303 w 148867"/>
              <a:gd name="csY35" fmla="*/ 24837 h 113447"/>
              <a:gd name="csX36" fmla="*/ 54936 w 148867"/>
              <a:gd name="csY36" fmla="*/ 24837 h 113447"/>
              <a:gd name="csX37" fmla="*/ 60261 w 148867"/>
              <a:gd name="csY37" fmla="*/ 30162 h 113447"/>
              <a:gd name="csX38" fmla="*/ 54936 w 148867"/>
              <a:gd name="csY38" fmla="*/ 35469 h 113447"/>
              <a:gd name="csX39" fmla="*/ 44303 w 148867"/>
              <a:gd name="csY39" fmla="*/ 35469 h 113447"/>
              <a:gd name="csX40" fmla="*/ 38995 w 148867"/>
              <a:gd name="csY40" fmla="*/ 30162 h 113447"/>
              <a:gd name="csX41" fmla="*/ 44303 w 148867"/>
              <a:gd name="csY41" fmla="*/ 24837 h 113447"/>
              <a:gd name="csX42" fmla="*/ 75114 w 148867"/>
              <a:gd name="csY42" fmla="*/ 49656 h 113447"/>
              <a:gd name="csX43" fmla="*/ 86888 w 148867"/>
              <a:gd name="csY43" fmla="*/ 49656 h 113447"/>
              <a:gd name="csX44" fmla="*/ 84659 w 148867"/>
              <a:gd name="csY44" fmla="*/ 57413 h 113447"/>
              <a:gd name="csX45" fmla="*/ 76152 w 148867"/>
              <a:gd name="csY45" fmla="*/ 63827 h 113447"/>
              <a:gd name="csX46" fmla="*/ 57846 w 148867"/>
              <a:gd name="csY46" fmla="*/ 63827 h 113447"/>
              <a:gd name="csX47" fmla="*/ 59445 w 148867"/>
              <a:gd name="csY47" fmla="*/ 56597 h 113447"/>
              <a:gd name="csX48" fmla="*/ 63290 w 148867"/>
              <a:gd name="csY48" fmla="*/ 51085 h 113447"/>
              <a:gd name="csX49" fmla="*/ 68904 w 148867"/>
              <a:gd name="csY49" fmla="*/ 58723 h 113447"/>
              <a:gd name="csX50" fmla="*/ 70623 w 148867"/>
              <a:gd name="csY50" fmla="*/ 59931 h 113447"/>
              <a:gd name="csX51" fmla="*/ 72681 w 148867"/>
              <a:gd name="csY51" fmla="*/ 60356 h 113447"/>
              <a:gd name="csX52" fmla="*/ 74740 w 148867"/>
              <a:gd name="csY52" fmla="*/ 59965 h 113447"/>
              <a:gd name="csX53" fmla="*/ 76492 w 148867"/>
              <a:gd name="csY53" fmla="*/ 58808 h 113447"/>
              <a:gd name="csX54" fmla="*/ 77666 w 148867"/>
              <a:gd name="csY54" fmla="*/ 57056 h 113447"/>
              <a:gd name="csX55" fmla="*/ 78057 w 148867"/>
              <a:gd name="csY55" fmla="*/ 54998 h 113447"/>
              <a:gd name="csX56" fmla="*/ 77615 w 148867"/>
              <a:gd name="csY56" fmla="*/ 52940 h 113447"/>
              <a:gd name="csX57" fmla="*/ 76424 w 148867"/>
              <a:gd name="csY57" fmla="*/ 51204 h 113447"/>
              <a:gd name="csX58" fmla="*/ 75114 w 148867"/>
              <a:gd name="csY58" fmla="*/ 49656 h 113447"/>
            </a:gdLst>
            <a:ahLst/>
            <a:cxnLst/>
            <a:rect l="l" t="t" r="r" b="b"/>
            <a:pathLst>
              <a:path w="100000" h="100000">
                <a:moveTo>
                  <a:pt x="22491" y="11897"/>
                </a:moveTo>
                <a:cubicBezTo>
                  <a:pt x="21932" y="11909"/>
                  <a:pt x="21371" y="12057"/>
                  <a:pt x="20869" y="12331"/>
                </a:cubicBezTo>
                <a:cubicBezTo>
                  <a:pt x="20377" y="12594"/>
                  <a:pt x="19943" y="12983"/>
                  <a:pt x="19623" y="13451"/>
                </a:cubicBezTo>
                <a:cubicBezTo>
                  <a:pt x="19302" y="13920"/>
                  <a:pt x="19097" y="14457"/>
                  <a:pt x="19028" y="15017"/>
                </a:cubicBezTo>
                <a:cubicBezTo>
                  <a:pt x="18960" y="15577"/>
                  <a:pt x="19017" y="16148"/>
                  <a:pt x="19212" y="16685"/>
                </a:cubicBezTo>
                <a:lnTo>
                  <a:pt x="13097" y="16685"/>
                </a:lnTo>
                <a:cubicBezTo>
                  <a:pt x="8503" y="16685"/>
                  <a:pt x="4765" y="20422"/>
                  <a:pt x="4765" y="25016"/>
                </a:cubicBezTo>
                <a:lnTo>
                  <a:pt x="4765" y="39300"/>
                </a:lnTo>
                <a:cubicBezTo>
                  <a:pt x="4765" y="41276"/>
                  <a:pt x="6366" y="42864"/>
                  <a:pt x="8332" y="42864"/>
                </a:cubicBezTo>
                <a:cubicBezTo>
                  <a:pt x="10892" y="42864"/>
                  <a:pt x="14286" y="43482"/>
                  <a:pt x="14286" y="48818"/>
                </a:cubicBezTo>
                <a:cubicBezTo>
                  <a:pt x="14286" y="50749"/>
                  <a:pt x="12789" y="52543"/>
                  <a:pt x="10149" y="55525"/>
                </a:cubicBezTo>
                <a:cubicBezTo>
                  <a:pt x="5863" y="60382"/>
                  <a:pt x="0" y="67022"/>
                  <a:pt x="0" y="79774"/>
                </a:cubicBezTo>
                <a:cubicBezTo>
                  <a:pt x="0" y="79865"/>
                  <a:pt x="11" y="79968"/>
                  <a:pt x="11" y="80059"/>
                </a:cubicBezTo>
                <a:cubicBezTo>
                  <a:pt x="240" y="82848"/>
                  <a:pt x="2777" y="88104"/>
                  <a:pt x="10709" y="88104"/>
                </a:cubicBezTo>
                <a:lnTo>
                  <a:pt x="22618" y="88104"/>
                </a:lnTo>
                <a:cubicBezTo>
                  <a:pt x="28377" y="88104"/>
                  <a:pt x="31931" y="85533"/>
                  <a:pt x="33189" y="80380"/>
                </a:cubicBezTo>
                <a:lnTo>
                  <a:pt x="37269" y="61914"/>
                </a:lnTo>
                <a:lnTo>
                  <a:pt x="51154" y="61914"/>
                </a:lnTo>
                <a:cubicBezTo>
                  <a:pt x="56983" y="61914"/>
                  <a:pt x="62137" y="58028"/>
                  <a:pt x="63737" y="52417"/>
                </a:cubicBezTo>
                <a:lnTo>
                  <a:pt x="65783" y="45252"/>
                </a:lnTo>
                <a:lnTo>
                  <a:pt x="86903" y="45252"/>
                </a:lnTo>
                <a:cubicBezTo>
                  <a:pt x="87852" y="45252"/>
                  <a:pt x="88754" y="44876"/>
                  <a:pt x="89429" y="44201"/>
                </a:cubicBezTo>
                <a:lnTo>
                  <a:pt x="90766" y="42864"/>
                </a:lnTo>
                <a:lnTo>
                  <a:pt x="91668" y="42864"/>
                </a:lnTo>
                <a:cubicBezTo>
                  <a:pt x="96263" y="42864"/>
                  <a:pt x="100000" y="39128"/>
                  <a:pt x="100000" y="34534"/>
                </a:cubicBezTo>
                <a:lnTo>
                  <a:pt x="100000" y="25016"/>
                </a:lnTo>
                <a:cubicBezTo>
                  <a:pt x="100000" y="20788"/>
                  <a:pt x="96823" y="17325"/>
                  <a:pt x="92732" y="16788"/>
                </a:cubicBezTo>
                <a:cubicBezTo>
                  <a:pt x="92503" y="16057"/>
                  <a:pt x="92046" y="15428"/>
                  <a:pt x="91417" y="14971"/>
                </a:cubicBezTo>
                <a:cubicBezTo>
                  <a:pt x="90800" y="14526"/>
                  <a:pt x="90058" y="14297"/>
                  <a:pt x="89280" y="14297"/>
                </a:cubicBezTo>
                <a:lnTo>
                  <a:pt x="84526" y="14297"/>
                </a:lnTo>
                <a:cubicBezTo>
                  <a:pt x="83783" y="14297"/>
                  <a:pt x="83051" y="14514"/>
                  <a:pt x="82435" y="14948"/>
                </a:cubicBezTo>
                <a:cubicBezTo>
                  <a:pt x="81817" y="15371"/>
                  <a:pt x="81360" y="15977"/>
                  <a:pt x="81109" y="16685"/>
                </a:cubicBezTo>
                <a:lnTo>
                  <a:pt x="32983" y="16685"/>
                </a:lnTo>
                <a:lnTo>
                  <a:pt x="24217" y="12297"/>
                </a:lnTo>
                <a:cubicBezTo>
                  <a:pt x="23680" y="12023"/>
                  <a:pt x="23097" y="11886"/>
                  <a:pt x="22491" y="11897"/>
                </a:cubicBezTo>
                <a:close/>
                <a:moveTo>
                  <a:pt x="29760" y="28581"/>
                </a:moveTo>
                <a:lnTo>
                  <a:pt x="36903" y="28581"/>
                </a:lnTo>
                <a:cubicBezTo>
                  <a:pt x="38880" y="28581"/>
                  <a:pt x="40480" y="30181"/>
                  <a:pt x="40480" y="32158"/>
                </a:cubicBezTo>
                <a:cubicBezTo>
                  <a:pt x="40480" y="34134"/>
                  <a:pt x="38880" y="35722"/>
                  <a:pt x="36903" y="35722"/>
                </a:cubicBezTo>
                <a:lnTo>
                  <a:pt x="29760" y="35722"/>
                </a:lnTo>
                <a:cubicBezTo>
                  <a:pt x="27795" y="35722"/>
                  <a:pt x="26195" y="34134"/>
                  <a:pt x="26195" y="32158"/>
                </a:cubicBezTo>
                <a:cubicBezTo>
                  <a:pt x="26195" y="30181"/>
                  <a:pt x="27795" y="28581"/>
                  <a:pt x="29760" y="28581"/>
                </a:cubicBezTo>
                <a:close/>
                <a:moveTo>
                  <a:pt x="50457" y="45252"/>
                </a:moveTo>
                <a:lnTo>
                  <a:pt x="58366" y="45252"/>
                </a:lnTo>
                <a:lnTo>
                  <a:pt x="56869" y="50463"/>
                </a:lnTo>
                <a:cubicBezTo>
                  <a:pt x="56137" y="53035"/>
                  <a:pt x="53817" y="54772"/>
                  <a:pt x="51154" y="54772"/>
                </a:cubicBezTo>
                <a:lnTo>
                  <a:pt x="38858" y="54772"/>
                </a:lnTo>
                <a:lnTo>
                  <a:pt x="39932" y="49915"/>
                </a:lnTo>
                <a:cubicBezTo>
                  <a:pt x="40274" y="48338"/>
                  <a:pt x="41235" y="47035"/>
                  <a:pt x="42514" y="46212"/>
                </a:cubicBezTo>
                <a:cubicBezTo>
                  <a:pt x="43452" y="47824"/>
                  <a:pt x="44628" y="49698"/>
                  <a:pt x="46286" y="51343"/>
                </a:cubicBezTo>
                <a:cubicBezTo>
                  <a:pt x="46617" y="51686"/>
                  <a:pt x="47006" y="51960"/>
                  <a:pt x="47440" y="52155"/>
                </a:cubicBezTo>
                <a:cubicBezTo>
                  <a:pt x="47886" y="52337"/>
                  <a:pt x="48355" y="52440"/>
                  <a:pt x="48823" y="52440"/>
                </a:cubicBezTo>
                <a:cubicBezTo>
                  <a:pt x="49303" y="52452"/>
                  <a:pt x="49771" y="52360"/>
                  <a:pt x="50206" y="52177"/>
                </a:cubicBezTo>
                <a:cubicBezTo>
                  <a:pt x="50652" y="51995"/>
                  <a:pt x="51052" y="51732"/>
                  <a:pt x="51383" y="51400"/>
                </a:cubicBezTo>
                <a:cubicBezTo>
                  <a:pt x="51726" y="51058"/>
                  <a:pt x="51989" y="50658"/>
                  <a:pt x="52171" y="50223"/>
                </a:cubicBezTo>
                <a:cubicBezTo>
                  <a:pt x="52343" y="49778"/>
                  <a:pt x="52434" y="49309"/>
                  <a:pt x="52434" y="48841"/>
                </a:cubicBezTo>
                <a:cubicBezTo>
                  <a:pt x="52423" y="48361"/>
                  <a:pt x="52331" y="47892"/>
                  <a:pt x="52137" y="47458"/>
                </a:cubicBezTo>
                <a:cubicBezTo>
                  <a:pt x="51954" y="47024"/>
                  <a:pt x="51680" y="46624"/>
                  <a:pt x="51337" y="46292"/>
                </a:cubicBezTo>
                <a:cubicBezTo>
                  <a:pt x="51074" y="46030"/>
                  <a:pt x="50765" y="45664"/>
                  <a:pt x="50457" y="4525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8" name="Красный — SVG 15">
            <a:extLst>
              <a:ext uri="{FF2B5EF4-FFF2-40B4-BE49-F238E27FC236}">
                <a16:creationId xmlns:a16="http://schemas.microsoft.com/office/drawing/2014/main" id="{458DDDD7-155B-3349-9B04-DD8E4465FDF8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22583 w 143122"/>
              <a:gd name="csY0" fmla="*/ 11 h 124072"/>
              <a:gd name="csX1" fmla="*/ 15301 w 143122"/>
              <a:gd name="csY1" fmla="*/ 1797 h 124072"/>
              <a:gd name="csX2" fmla="*/ 3204 w 143122"/>
              <a:gd name="csY2" fmla="*/ 7666 h 124072"/>
              <a:gd name="csX3" fmla="*/ 1452 w 143122"/>
              <a:gd name="csY3" fmla="*/ 8874 h 124072"/>
              <a:gd name="csX4" fmla="*/ 329 w 143122"/>
              <a:gd name="csY4" fmla="*/ 10694 h 124072"/>
              <a:gd name="csX5" fmla="*/ 6 w 143122"/>
              <a:gd name="csY5" fmla="*/ 12786 h 124072"/>
              <a:gd name="csX6" fmla="*/ 533 w 143122"/>
              <a:gd name="csY6" fmla="*/ 14845 h 124072"/>
              <a:gd name="csX7" fmla="*/ 1826 w 143122"/>
              <a:gd name="csY7" fmla="*/ 16546 h 124072"/>
              <a:gd name="csX8" fmla="*/ 3680 w 143122"/>
              <a:gd name="csY8" fmla="*/ 17583 h 124072"/>
              <a:gd name="csX9" fmla="*/ 5790 w 143122"/>
              <a:gd name="csY9" fmla="*/ 17821 h 124072"/>
              <a:gd name="csX10" fmla="*/ 7815 w 143122"/>
              <a:gd name="csY10" fmla="*/ 17226 h 124072"/>
              <a:gd name="csX11" fmla="*/ 19928 w 143122"/>
              <a:gd name="csY11" fmla="*/ 11374 h 124072"/>
              <a:gd name="csX12" fmla="*/ 30392 w 143122"/>
              <a:gd name="csY12" fmla="*/ 15321 h 124072"/>
              <a:gd name="csX13" fmla="*/ 61509 w 143122"/>
              <a:gd name="csY13" fmla="*/ 89234 h 124072"/>
              <a:gd name="csX14" fmla="*/ 63160 w 143122"/>
              <a:gd name="csY14" fmla="*/ 92449 h 124072"/>
              <a:gd name="csX15" fmla="*/ 49821 w 143122"/>
              <a:gd name="csY15" fmla="*/ 108133 h 124072"/>
              <a:gd name="csX16" fmla="*/ 65762 w 143122"/>
              <a:gd name="csY16" fmla="*/ 124073 h 124072"/>
              <a:gd name="csX17" fmla="*/ 81721 w 143122"/>
              <a:gd name="csY17" fmla="*/ 108133 h 124072"/>
              <a:gd name="csX18" fmla="*/ 81466 w 143122"/>
              <a:gd name="csY18" fmla="*/ 105684 h 124072"/>
              <a:gd name="csX19" fmla="*/ 98547 w 143122"/>
              <a:gd name="csY19" fmla="*/ 104000 h 124072"/>
              <a:gd name="csX20" fmla="*/ 98547 w 143122"/>
              <a:gd name="csY20" fmla="*/ 104000 h 124072"/>
              <a:gd name="csX21" fmla="*/ 139856 w 143122"/>
              <a:gd name="csY21" fmla="*/ 85917 h 124072"/>
              <a:gd name="csX22" fmla="*/ 141591 w 143122"/>
              <a:gd name="csY22" fmla="*/ 84743 h 124072"/>
              <a:gd name="csX23" fmla="*/ 142731 w 143122"/>
              <a:gd name="csY23" fmla="*/ 82991 h 124072"/>
              <a:gd name="csX24" fmla="*/ 143123 w 143122"/>
              <a:gd name="csY24" fmla="*/ 80916 h 124072"/>
              <a:gd name="csX25" fmla="*/ 142680 w 143122"/>
              <a:gd name="csY25" fmla="*/ 78874 h 124072"/>
              <a:gd name="csX26" fmla="*/ 141472 w 143122"/>
              <a:gd name="csY26" fmla="*/ 77156 h 124072"/>
              <a:gd name="csX27" fmla="*/ 139703 w 143122"/>
              <a:gd name="csY27" fmla="*/ 76033 h 124072"/>
              <a:gd name="csX28" fmla="*/ 137627 w 143122"/>
              <a:gd name="csY28" fmla="*/ 75693 h 124072"/>
              <a:gd name="csX29" fmla="*/ 135585 w 143122"/>
              <a:gd name="csY29" fmla="*/ 76170 h 124072"/>
              <a:gd name="csX30" fmla="*/ 94294 w 143122"/>
              <a:gd name="csY30" fmla="*/ 94270 h 124072"/>
              <a:gd name="csX31" fmla="*/ 71309 w 143122"/>
              <a:gd name="csY31" fmla="*/ 85100 h 124072"/>
              <a:gd name="csX32" fmla="*/ 71326 w 143122"/>
              <a:gd name="csY32" fmla="*/ 85100 h 124072"/>
              <a:gd name="csX33" fmla="*/ 40192 w 143122"/>
              <a:gd name="csY33" fmla="*/ 11204 h 124072"/>
              <a:gd name="csX34" fmla="*/ 22583 w 143122"/>
              <a:gd name="csY34" fmla="*/ 11 h 124072"/>
              <a:gd name="csX35" fmla="*/ 106867 w 143122"/>
              <a:gd name="csY35" fmla="*/ 14062 h 124072"/>
              <a:gd name="csX36" fmla="*/ 102597 w 143122"/>
              <a:gd name="csY36" fmla="*/ 14998 h 124072"/>
              <a:gd name="csX37" fmla="*/ 70731 w 143122"/>
              <a:gd name="csY37" fmla="*/ 28828 h 124072"/>
              <a:gd name="csX38" fmla="*/ 64793 w 143122"/>
              <a:gd name="csY38" fmla="*/ 34986 h 124072"/>
              <a:gd name="csX39" fmla="*/ 64912 w 143122"/>
              <a:gd name="csY39" fmla="*/ 43440 h 124072"/>
              <a:gd name="csX40" fmla="*/ 79339 w 143122"/>
              <a:gd name="csY40" fmla="*/ 78296 h 124072"/>
              <a:gd name="csX41" fmla="*/ 85498 w 143122"/>
              <a:gd name="csY41" fmla="*/ 84233 h 124072"/>
              <a:gd name="csX42" fmla="*/ 89598 w 143122"/>
              <a:gd name="csY42" fmla="*/ 85015 h 124072"/>
              <a:gd name="csX43" fmla="*/ 94039 w 143122"/>
              <a:gd name="csY43" fmla="*/ 84097 h 124072"/>
              <a:gd name="csX44" fmla="*/ 125905 w 143122"/>
              <a:gd name="csY44" fmla="*/ 70250 h 124072"/>
              <a:gd name="csX45" fmla="*/ 125905 w 143122"/>
              <a:gd name="csY45" fmla="*/ 70233 h 124072"/>
              <a:gd name="csX46" fmla="*/ 131740 w 143122"/>
              <a:gd name="csY46" fmla="*/ 55620 h 124072"/>
              <a:gd name="csX47" fmla="*/ 117296 w 143122"/>
              <a:gd name="csY47" fmla="*/ 20781 h 124072"/>
              <a:gd name="csX48" fmla="*/ 111154 w 143122"/>
              <a:gd name="csY48" fmla="*/ 14845 h 124072"/>
              <a:gd name="csX49" fmla="*/ 106867 w 143122"/>
              <a:gd name="csY49" fmla="*/ 14062 h 124072"/>
              <a:gd name="csX50" fmla="*/ 97782 w 143122"/>
              <a:gd name="csY50" fmla="*/ 34441 h 124072"/>
              <a:gd name="csX51" fmla="*/ 102732 w 143122"/>
              <a:gd name="csY51" fmla="*/ 37605 h 124072"/>
              <a:gd name="csX52" fmla="*/ 100028 w 143122"/>
              <a:gd name="csY52" fmla="*/ 44614 h 124072"/>
              <a:gd name="csX53" fmla="*/ 93920 w 143122"/>
              <a:gd name="csY53" fmla="*/ 47319 h 124072"/>
              <a:gd name="csX54" fmla="*/ 91776 w 143122"/>
              <a:gd name="csY54" fmla="*/ 47778 h 124072"/>
              <a:gd name="csX55" fmla="*/ 86910 w 143122"/>
              <a:gd name="csY55" fmla="*/ 44614 h 124072"/>
              <a:gd name="csX56" fmla="*/ 89615 w 143122"/>
              <a:gd name="csY56" fmla="*/ 37605 h 124072"/>
              <a:gd name="csX57" fmla="*/ 95706 w 143122"/>
              <a:gd name="csY57" fmla="*/ 34901 h 124072"/>
              <a:gd name="csX58" fmla="*/ 97782 w 143122"/>
              <a:gd name="csY58" fmla="*/ 34441 h 124072"/>
            </a:gdLst>
            <a:ahLst/>
            <a:cxnLst/>
            <a:rect l="l" t="t" r="r" b="b"/>
            <a:pathLst>
              <a:path w="100000" h="100000">
                <a:moveTo>
                  <a:pt x="15779" y="6663"/>
                </a:moveTo>
                <a:cubicBezTo>
                  <a:pt x="14067" y="6710"/>
                  <a:pt x="12331" y="7126"/>
                  <a:pt x="10691" y="7911"/>
                </a:cubicBezTo>
                <a:lnTo>
                  <a:pt x="2239" y="12011"/>
                </a:lnTo>
                <a:cubicBezTo>
                  <a:pt x="1775" y="12201"/>
                  <a:pt x="1359" y="12498"/>
                  <a:pt x="1015" y="12855"/>
                </a:cubicBezTo>
                <a:cubicBezTo>
                  <a:pt x="682" y="13224"/>
                  <a:pt x="408" y="13651"/>
                  <a:pt x="230" y="14127"/>
                </a:cubicBezTo>
                <a:cubicBezTo>
                  <a:pt x="64" y="14590"/>
                  <a:pt x="-20" y="15090"/>
                  <a:pt x="4" y="15589"/>
                </a:cubicBezTo>
                <a:cubicBezTo>
                  <a:pt x="28" y="16088"/>
                  <a:pt x="159" y="16575"/>
                  <a:pt x="372" y="17027"/>
                </a:cubicBezTo>
                <a:cubicBezTo>
                  <a:pt x="586" y="17479"/>
                  <a:pt x="896" y="17883"/>
                  <a:pt x="1276" y="18216"/>
                </a:cubicBezTo>
                <a:cubicBezTo>
                  <a:pt x="1656" y="18537"/>
                  <a:pt x="2096" y="18786"/>
                  <a:pt x="2571" y="18940"/>
                </a:cubicBezTo>
                <a:cubicBezTo>
                  <a:pt x="3047" y="19095"/>
                  <a:pt x="3547" y="19155"/>
                  <a:pt x="4045" y="19107"/>
                </a:cubicBezTo>
                <a:cubicBezTo>
                  <a:pt x="4545" y="19071"/>
                  <a:pt x="5020" y="18929"/>
                  <a:pt x="5460" y="18691"/>
                </a:cubicBezTo>
                <a:lnTo>
                  <a:pt x="13924" y="14602"/>
                </a:lnTo>
                <a:cubicBezTo>
                  <a:pt x="16754" y="13236"/>
                  <a:pt x="20022" y="14472"/>
                  <a:pt x="21235" y="17360"/>
                </a:cubicBezTo>
                <a:lnTo>
                  <a:pt x="42977" y="69003"/>
                </a:lnTo>
                <a:cubicBezTo>
                  <a:pt x="43309" y="69788"/>
                  <a:pt x="43702" y="70525"/>
                  <a:pt x="44130" y="71250"/>
                </a:cubicBezTo>
                <a:cubicBezTo>
                  <a:pt x="38851" y="72129"/>
                  <a:pt x="34810" y="76681"/>
                  <a:pt x="34810" y="82208"/>
                </a:cubicBezTo>
                <a:cubicBezTo>
                  <a:pt x="34810" y="88353"/>
                  <a:pt x="39803" y="93346"/>
                  <a:pt x="45948" y="93346"/>
                </a:cubicBezTo>
                <a:cubicBezTo>
                  <a:pt x="52095" y="93346"/>
                  <a:pt x="57099" y="88353"/>
                  <a:pt x="57099" y="82208"/>
                </a:cubicBezTo>
                <a:cubicBezTo>
                  <a:pt x="57099" y="81626"/>
                  <a:pt x="57004" y="81055"/>
                  <a:pt x="56921" y="80497"/>
                </a:cubicBezTo>
                <a:cubicBezTo>
                  <a:pt x="60796" y="81329"/>
                  <a:pt x="64956" y="81032"/>
                  <a:pt x="68855" y="79320"/>
                </a:cubicBezTo>
                <a:lnTo>
                  <a:pt x="68855" y="79320"/>
                </a:lnTo>
                <a:lnTo>
                  <a:pt x="97718" y="66686"/>
                </a:lnTo>
                <a:cubicBezTo>
                  <a:pt x="98170" y="66496"/>
                  <a:pt x="98586" y="66211"/>
                  <a:pt x="98930" y="65865"/>
                </a:cubicBezTo>
                <a:cubicBezTo>
                  <a:pt x="99275" y="65509"/>
                  <a:pt x="99549" y="65093"/>
                  <a:pt x="99727" y="64641"/>
                </a:cubicBezTo>
                <a:cubicBezTo>
                  <a:pt x="99918" y="64178"/>
                  <a:pt x="100001" y="63690"/>
                  <a:pt x="100001" y="63192"/>
                </a:cubicBezTo>
                <a:cubicBezTo>
                  <a:pt x="99989" y="62704"/>
                  <a:pt x="99881" y="62217"/>
                  <a:pt x="99691" y="61765"/>
                </a:cubicBezTo>
                <a:cubicBezTo>
                  <a:pt x="99489" y="61313"/>
                  <a:pt x="99204" y="60910"/>
                  <a:pt x="98847" y="60564"/>
                </a:cubicBezTo>
                <a:cubicBezTo>
                  <a:pt x="98491" y="60220"/>
                  <a:pt x="98062" y="59959"/>
                  <a:pt x="97611" y="59780"/>
                </a:cubicBezTo>
                <a:cubicBezTo>
                  <a:pt x="97147" y="59613"/>
                  <a:pt x="96660" y="59530"/>
                  <a:pt x="96161" y="59542"/>
                </a:cubicBezTo>
                <a:cubicBezTo>
                  <a:pt x="95674" y="59554"/>
                  <a:pt x="95186" y="59673"/>
                  <a:pt x="94734" y="59875"/>
                </a:cubicBezTo>
                <a:lnTo>
                  <a:pt x="65884" y="72522"/>
                </a:lnTo>
                <a:cubicBezTo>
                  <a:pt x="59643" y="75255"/>
                  <a:pt x="52475" y="72391"/>
                  <a:pt x="49824" y="66115"/>
                </a:cubicBezTo>
                <a:lnTo>
                  <a:pt x="49836" y="66115"/>
                </a:lnTo>
                <a:lnTo>
                  <a:pt x="28082" y="14483"/>
                </a:lnTo>
                <a:cubicBezTo>
                  <a:pt x="25966" y="9444"/>
                  <a:pt x="20926" y="6485"/>
                  <a:pt x="15779" y="6663"/>
                </a:cubicBezTo>
                <a:close/>
                <a:moveTo>
                  <a:pt x="74668" y="16480"/>
                </a:moveTo>
                <a:cubicBezTo>
                  <a:pt x="73646" y="16504"/>
                  <a:pt x="72636" y="16718"/>
                  <a:pt x="71685" y="17134"/>
                </a:cubicBezTo>
                <a:lnTo>
                  <a:pt x="49420" y="26797"/>
                </a:lnTo>
                <a:cubicBezTo>
                  <a:pt x="47506" y="27630"/>
                  <a:pt x="46032" y="29151"/>
                  <a:pt x="45271" y="31100"/>
                </a:cubicBezTo>
                <a:cubicBezTo>
                  <a:pt x="44498" y="33037"/>
                  <a:pt x="44546" y="35153"/>
                  <a:pt x="45354" y="37007"/>
                </a:cubicBezTo>
                <a:lnTo>
                  <a:pt x="55435" y="61361"/>
                </a:lnTo>
                <a:cubicBezTo>
                  <a:pt x="56267" y="63275"/>
                  <a:pt x="57800" y="64748"/>
                  <a:pt x="59738" y="65509"/>
                </a:cubicBezTo>
                <a:cubicBezTo>
                  <a:pt x="60665" y="65877"/>
                  <a:pt x="61628" y="66056"/>
                  <a:pt x="62603" y="66056"/>
                </a:cubicBezTo>
                <a:cubicBezTo>
                  <a:pt x="63661" y="66056"/>
                  <a:pt x="64719" y="65842"/>
                  <a:pt x="65705" y="65414"/>
                </a:cubicBezTo>
                <a:lnTo>
                  <a:pt x="87970" y="55739"/>
                </a:lnTo>
                <a:lnTo>
                  <a:pt x="87970" y="55727"/>
                </a:lnTo>
                <a:cubicBezTo>
                  <a:pt x="91917" y="54015"/>
                  <a:pt x="93736" y="49404"/>
                  <a:pt x="92047" y="45517"/>
                </a:cubicBezTo>
                <a:lnTo>
                  <a:pt x="81955" y="21175"/>
                </a:lnTo>
                <a:cubicBezTo>
                  <a:pt x="81123" y="19262"/>
                  <a:pt x="79601" y="17788"/>
                  <a:pt x="77664" y="17027"/>
                </a:cubicBezTo>
                <a:cubicBezTo>
                  <a:pt x="76689" y="16647"/>
                  <a:pt x="75679" y="16457"/>
                  <a:pt x="74668" y="16480"/>
                </a:cubicBezTo>
                <a:close/>
                <a:moveTo>
                  <a:pt x="68321" y="30719"/>
                </a:moveTo>
                <a:cubicBezTo>
                  <a:pt x="69759" y="30695"/>
                  <a:pt x="71162" y="31516"/>
                  <a:pt x="71779" y="32930"/>
                </a:cubicBezTo>
                <a:cubicBezTo>
                  <a:pt x="72612" y="34796"/>
                  <a:pt x="71768" y="36995"/>
                  <a:pt x="69890" y="37827"/>
                </a:cubicBezTo>
                <a:lnTo>
                  <a:pt x="65622" y="39717"/>
                </a:lnTo>
                <a:cubicBezTo>
                  <a:pt x="65135" y="39943"/>
                  <a:pt x="64624" y="40038"/>
                  <a:pt x="64124" y="40038"/>
                </a:cubicBezTo>
                <a:cubicBezTo>
                  <a:pt x="62698" y="40038"/>
                  <a:pt x="61343" y="39218"/>
                  <a:pt x="60724" y="37827"/>
                </a:cubicBezTo>
                <a:cubicBezTo>
                  <a:pt x="59892" y="35949"/>
                  <a:pt x="60736" y="33762"/>
                  <a:pt x="62614" y="32930"/>
                </a:cubicBezTo>
                <a:lnTo>
                  <a:pt x="66870" y="31041"/>
                </a:lnTo>
                <a:cubicBezTo>
                  <a:pt x="67346" y="30826"/>
                  <a:pt x="67833" y="30731"/>
                  <a:pt x="68321" y="3071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9" name="Красный — SVG 16">
            <a:extLst>
              <a:ext uri="{FF2B5EF4-FFF2-40B4-BE49-F238E27FC236}">
                <a16:creationId xmlns:a16="http://schemas.microsoft.com/office/drawing/2014/main" id="{13E55F44-9294-6648-B15A-F93476A0D669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60261 w 120506"/>
              <a:gd name="csY0" fmla="*/ 0 h 159479"/>
              <a:gd name="csX1" fmla="*/ 38995 w 120506"/>
              <a:gd name="csY1" fmla="*/ 53687 h 159479"/>
              <a:gd name="csX2" fmla="*/ 51891 w 120506"/>
              <a:gd name="csY2" fmla="*/ 124045 h 159479"/>
              <a:gd name="csX3" fmla="*/ 68700 w 120506"/>
              <a:gd name="csY3" fmla="*/ 124045 h 159479"/>
              <a:gd name="csX4" fmla="*/ 81528 w 120506"/>
              <a:gd name="csY4" fmla="*/ 53687 h 159479"/>
              <a:gd name="csX5" fmla="*/ 60261 w 120506"/>
              <a:gd name="csY5" fmla="*/ 0 h 159479"/>
              <a:gd name="csX6" fmla="*/ 39267 w 120506"/>
              <a:gd name="csY6" fmla="*/ 2841 h 159479"/>
              <a:gd name="csX7" fmla="*/ 0 w 120506"/>
              <a:gd name="csY7" fmla="*/ 55847 h 159479"/>
              <a:gd name="csX8" fmla="*/ 30692 w 120506"/>
              <a:gd name="csY8" fmla="*/ 124045 h 159479"/>
              <a:gd name="csX9" fmla="*/ 40798 w 120506"/>
              <a:gd name="csY9" fmla="*/ 124045 h 159479"/>
              <a:gd name="csX10" fmla="*/ 28361 w 120506"/>
              <a:gd name="csY10" fmla="*/ 53687 h 159479"/>
              <a:gd name="csX11" fmla="*/ 39267 w 120506"/>
              <a:gd name="csY11" fmla="*/ 2841 h 159479"/>
              <a:gd name="csX12" fmla="*/ 81239 w 120506"/>
              <a:gd name="csY12" fmla="*/ 2841 h 159479"/>
              <a:gd name="csX13" fmla="*/ 92162 w 120506"/>
              <a:gd name="csY13" fmla="*/ 53687 h 159479"/>
              <a:gd name="csX14" fmla="*/ 79793 w 120506"/>
              <a:gd name="csY14" fmla="*/ 124045 h 159479"/>
              <a:gd name="csX15" fmla="*/ 90069 w 120506"/>
              <a:gd name="csY15" fmla="*/ 124045 h 159479"/>
              <a:gd name="csX16" fmla="*/ 120506 w 120506"/>
              <a:gd name="csY16" fmla="*/ 55847 h 159479"/>
              <a:gd name="csX17" fmla="*/ 81239 w 120506"/>
              <a:gd name="csY17" fmla="*/ 2841 h 159479"/>
              <a:gd name="csX18" fmla="*/ 38995 w 120506"/>
              <a:gd name="csY18" fmla="*/ 134677 h 159479"/>
              <a:gd name="csX19" fmla="*/ 38995 w 120506"/>
              <a:gd name="csY19" fmla="*/ 152385 h 159479"/>
              <a:gd name="csX20" fmla="*/ 46072 w 120506"/>
              <a:gd name="csY20" fmla="*/ 159479 h 159479"/>
              <a:gd name="csX21" fmla="*/ 74434 w 120506"/>
              <a:gd name="csY21" fmla="*/ 159479 h 159479"/>
              <a:gd name="csX22" fmla="*/ 81528 w 120506"/>
              <a:gd name="csY22" fmla="*/ 152385 h 159479"/>
              <a:gd name="csX23" fmla="*/ 81528 w 120506"/>
              <a:gd name="csY23" fmla="*/ 134677 h 159479"/>
              <a:gd name="csX24" fmla="*/ 38995 w 120506"/>
              <a:gd name="csY24" fmla="*/ 134677 h 159479"/>
            </a:gdLst>
            <a:ahLst/>
            <a:cxnLst/>
            <a:rect l="l" t="t" r="r" b="b"/>
            <a:pathLst>
              <a:path w="100000" h="100000">
                <a:moveTo>
                  <a:pt x="50005" y="0"/>
                </a:moveTo>
                <a:cubicBezTo>
                  <a:pt x="43380" y="0"/>
                  <a:pt x="36670" y="11552"/>
                  <a:pt x="36670" y="33664"/>
                </a:cubicBezTo>
                <a:cubicBezTo>
                  <a:pt x="36670" y="47819"/>
                  <a:pt x="41065" y="65802"/>
                  <a:pt x="44757" y="77781"/>
                </a:cubicBezTo>
                <a:lnTo>
                  <a:pt x="55297" y="77781"/>
                </a:lnTo>
                <a:cubicBezTo>
                  <a:pt x="58871" y="66293"/>
                  <a:pt x="63340" y="48640"/>
                  <a:pt x="63340" y="33664"/>
                </a:cubicBezTo>
                <a:cubicBezTo>
                  <a:pt x="63340" y="11552"/>
                  <a:pt x="56620" y="0"/>
                  <a:pt x="50005" y="0"/>
                </a:cubicBezTo>
                <a:close/>
                <a:moveTo>
                  <a:pt x="36841" y="1781"/>
                </a:moveTo>
                <a:cubicBezTo>
                  <a:pt x="21863" y="6294"/>
                  <a:pt x="12219" y="18710"/>
                  <a:pt x="12219" y="35018"/>
                </a:cubicBezTo>
                <a:cubicBezTo>
                  <a:pt x="12219" y="49728"/>
                  <a:pt x="23442" y="67360"/>
                  <a:pt x="31464" y="77781"/>
                </a:cubicBezTo>
                <a:lnTo>
                  <a:pt x="37801" y="77781"/>
                </a:lnTo>
                <a:cubicBezTo>
                  <a:pt x="34195" y="65728"/>
                  <a:pt x="30002" y="48309"/>
                  <a:pt x="30002" y="33664"/>
                </a:cubicBezTo>
                <a:cubicBezTo>
                  <a:pt x="30002" y="19840"/>
                  <a:pt x="32488" y="8800"/>
                  <a:pt x="36841" y="1781"/>
                </a:cubicBezTo>
                <a:close/>
                <a:moveTo>
                  <a:pt x="63159" y="1781"/>
                </a:moveTo>
                <a:cubicBezTo>
                  <a:pt x="67512" y="8800"/>
                  <a:pt x="70008" y="19840"/>
                  <a:pt x="70008" y="33664"/>
                </a:cubicBezTo>
                <a:cubicBezTo>
                  <a:pt x="70008" y="48534"/>
                  <a:pt x="65847" y="65802"/>
                  <a:pt x="62252" y="77781"/>
                </a:cubicBezTo>
                <a:lnTo>
                  <a:pt x="68696" y="77781"/>
                </a:lnTo>
                <a:cubicBezTo>
                  <a:pt x="76942" y="67200"/>
                  <a:pt x="87781" y="49952"/>
                  <a:pt x="87781" y="35018"/>
                </a:cubicBezTo>
                <a:cubicBezTo>
                  <a:pt x="87781" y="18710"/>
                  <a:pt x="78137" y="6294"/>
                  <a:pt x="63159" y="1781"/>
                </a:cubicBezTo>
                <a:close/>
                <a:moveTo>
                  <a:pt x="36670" y="84448"/>
                </a:moveTo>
                <a:lnTo>
                  <a:pt x="36670" y="95552"/>
                </a:lnTo>
                <a:cubicBezTo>
                  <a:pt x="36670" y="98016"/>
                  <a:pt x="38654" y="100000"/>
                  <a:pt x="41108" y="100000"/>
                </a:cubicBezTo>
                <a:lnTo>
                  <a:pt x="58892" y="100000"/>
                </a:lnTo>
                <a:cubicBezTo>
                  <a:pt x="61346" y="100000"/>
                  <a:pt x="63340" y="98016"/>
                  <a:pt x="63340" y="95552"/>
                </a:cubicBezTo>
                <a:lnTo>
                  <a:pt x="63340" y="84448"/>
                </a:lnTo>
                <a:lnTo>
                  <a:pt x="36670" y="8444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0" name="Красный — SVG 17">
            <a:extLst>
              <a:ext uri="{FF2B5EF4-FFF2-40B4-BE49-F238E27FC236}">
                <a16:creationId xmlns:a16="http://schemas.microsoft.com/office/drawing/2014/main" id="{65628F15-369C-BC40-824F-95B029D4FCF9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5308 w 155961"/>
              <a:gd name="csY0" fmla="*/ 0 h 106319"/>
              <a:gd name="csX1" fmla="*/ 0 w 155961"/>
              <a:gd name="csY1" fmla="*/ 5307 h 106319"/>
              <a:gd name="csX2" fmla="*/ 5308 w 155961"/>
              <a:gd name="csY2" fmla="*/ 10632 h 106319"/>
              <a:gd name="csX3" fmla="*/ 51397 w 155961"/>
              <a:gd name="csY3" fmla="*/ 10632 h 106319"/>
              <a:gd name="csX4" fmla="*/ 56706 w 155961"/>
              <a:gd name="csY4" fmla="*/ 15939 h 106319"/>
              <a:gd name="csX5" fmla="*/ 51397 w 155961"/>
              <a:gd name="csY5" fmla="*/ 21264 h 106319"/>
              <a:gd name="csX6" fmla="*/ 5308 w 155961"/>
              <a:gd name="csY6" fmla="*/ 21264 h 106319"/>
              <a:gd name="csX7" fmla="*/ 0 w 155961"/>
              <a:gd name="csY7" fmla="*/ 26571 h 106319"/>
              <a:gd name="csX8" fmla="*/ 5308 w 155961"/>
              <a:gd name="csY8" fmla="*/ 31896 h 106319"/>
              <a:gd name="csX9" fmla="*/ 37208 w 155961"/>
              <a:gd name="csY9" fmla="*/ 31896 h 106319"/>
              <a:gd name="csX10" fmla="*/ 42534 w 155961"/>
              <a:gd name="csY10" fmla="*/ 37203 h 106319"/>
              <a:gd name="csX11" fmla="*/ 37208 w 155961"/>
              <a:gd name="csY11" fmla="*/ 42528 h 106319"/>
              <a:gd name="csX12" fmla="*/ 5308 w 155961"/>
              <a:gd name="csY12" fmla="*/ 42528 h 106319"/>
              <a:gd name="csX13" fmla="*/ 0 w 155961"/>
              <a:gd name="csY13" fmla="*/ 47835 h 106319"/>
              <a:gd name="csX14" fmla="*/ 5308 w 155961"/>
              <a:gd name="csY14" fmla="*/ 53160 h 106319"/>
              <a:gd name="csX15" fmla="*/ 23036 w 155961"/>
              <a:gd name="csY15" fmla="*/ 53160 h 106319"/>
              <a:gd name="csX16" fmla="*/ 28361 w 155961"/>
              <a:gd name="csY16" fmla="*/ 58467 h 106319"/>
              <a:gd name="csX17" fmla="*/ 23036 w 155961"/>
              <a:gd name="csY17" fmla="*/ 63792 h 106319"/>
              <a:gd name="csX18" fmla="*/ 5308 w 155961"/>
              <a:gd name="csY18" fmla="*/ 63792 h 106319"/>
              <a:gd name="csX19" fmla="*/ 0 w 155961"/>
              <a:gd name="csY19" fmla="*/ 69099 h 106319"/>
              <a:gd name="csX20" fmla="*/ 0 w 155961"/>
              <a:gd name="csY20" fmla="*/ 76193 h 106319"/>
              <a:gd name="csX21" fmla="*/ 15942 w 155961"/>
              <a:gd name="csY21" fmla="*/ 92149 h 106319"/>
              <a:gd name="csX22" fmla="*/ 18477 w 155961"/>
              <a:gd name="csY22" fmla="*/ 92149 h 106319"/>
              <a:gd name="csX23" fmla="*/ 37208 w 155961"/>
              <a:gd name="csY23" fmla="*/ 106319 h 106319"/>
              <a:gd name="csX24" fmla="*/ 55957 w 155961"/>
              <a:gd name="csY24" fmla="*/ 92149 h 106319"/>
              <a:gd name="csX25" fmla="*/ 88606 w 155961"/>
              <a:gd name="csY25" fmla="*/ 92149 h 106319"/>
              <a:gd name="csX26" fmla="*/ 88606 w 155961"/>
              <a:gd name="csY26" fmla="*/ 15939 h 106319"/>
              <a:gd name="csX27" fmla="*/ 72664 w 155961"/>
              <a:gd name="csY27" fmla="*/ 0 h 106319"/>
              <a:gd name="csX28" fmla="*/ 5308 w 155961"/>
              <a:gd name="csY28" fmla="*/ 0 h 106319"/>
              <a:gd name="csX29" fmla="*/ 99239 w 155961"/>
              <a:gd name="csY29" fmla="*/ 14170 h 106319"/>
              <a:gd name="csX30" fmla="*/ 99239 w 155961"/>
              <a:gd name="csY30" fmla="*/ 86825 h 106319"/>
              <a:gd name="csX31" fmla="*/ 118737 w 155961"/>
              <a:gd name="csY31" fmla="*/ 106319 h 106319"/>
              <a:gd name="csX32" fmla="*/ 137485 w 155961"/>
              <a:gd name="csY32" fmla="*/ 92149 h 106319"/>
              <a:gd name="csX33" fmla="*/ 140003 w 155961"/>
              <a:gd name="csY33" fmla="*/ 92149 h 106319"/>
              <a:gd name="csX34" fmla="*/ 155962 w 155961"/>
              <a:gd name="csY34" fmla="*/ 76193 h 106319"/>
              <a:gd name="csX35" fmla="*/ 155962 w 155961"/>
              <a:gd name="csY35" fmla="*/ 53653 h 106319"/>
              <a:gd name="csX36" fmla="*/ 154567 w 155961"/>
              <a:gd name="csY36" fmla="*/ 47172 h 106319"/>
              <a:gd name="csX37" fmla="*/ 144121 w 155961"/>
              <a:gd name="csY37" fmla="*/ 23645 h 106319"/>
              <a:gd name="csX38" fmla="*/ 129557 w 155961"/>
              <a:gd name="csY38" fmla="*/ 14170 h 106319"/>
              <a:gd name="csX39" fmla="*/ 99239 w 155961"/>
              <a:gd name="csY39" fmla="*/ 14170 h 106319"/>
              <a:gd name="csX40" fmla="*/ 113428 w 155961"/>
              <a:gd name="csY40" fmla="*/ 24802 h 106319"/>
              <a:gd name="csX41" fmla="*/ 129557 w 155961"/>
              <a:gd name="csY41" fmla="*/ 24802 h 106319"/>
              <a:gd name="csX42" fmla="*/ 134406 w 155961"/>
              <a:gd name="csY42" fmla="*/ 27966 h 106319"/>
              <a:gd name="csX43" fmla="*/ 140242 w 155961"/>
              <a:gd name="csY43" fmla="*/ 41082 h 106319"/>
              <a:gd name="csX44" fmla="*/ 137009 w 155961"/>
              <a:gd name="csY44" fmla="*/ 46066 h 106319"/>
              <a:gd name="csX45" fmla="*/ 113428 w 155961"/>
              <a:gd name="csY45" fmla="*/ 46066 h 106319"/>
              <a:gd name="csX46" fmla="*/ 109873 w 155961"/>
              <a:gd name="csY46" fmla="*/ 42528 h 106319"/>
              <a:gd name="csX47" fmla="*/ 109873 w 155961"/>
              <a:gd name="csY47" fmla="*/ 28358 h 106319"/>
              <a:gd name="csX48" fmla="*/ 113428 w 155961"/>
              <a:gd name="csY48" fmla="*/ 24802 h 106319"/>
              <a:gd name="csX49" fmla="*/ 37208 w 155961"/>
              <a:gd name="csY49" fmla="*/ 77962 h 106319"/>
              <a:gd name="csX50" fmla="*/ 46072 w 155961"/>
              <a:gd name="csY50" fmla="*/ 86825 h 106319"/>
              <a:gd name="csX51" fmla="*/ 37208 w 155961"/>
              <a:gd name="csY51" fmla="*/ 95687 h 106319"/>
              <a:gd name="csX52" fmla="*/ 28361 w 155961"/>
              <a:gd name="csY52" fmla="*/ 86825 h 106319"/>
              <a:gd name="csX53" fmla="*/ 37208 w 155961"/>
              <a:gd name="csY53" fmla="*/ 77962 h 106319"/>
              <a:gd name="csX54" fmla="*/ 118737 w 155961"/>
              <a:gd name="csY54" fmla="*/ 77962 h 106319"/>
              <a:gd name="csX55" fmla="*/ 127601 w 155961"/>
              <a:gd name="csY55" fmla="*/ 86825 h 106319"/>
              <a:gd name="csX56" fmla="*/ 118737 w 155961"/>
              <a:gd name="csY56" fmla="*/ 95687 h 106319"/>
              <a:gd name="csX57" fmla="*/ 109873 w 155961"/>
              <a:gd name="csY57" fmla="*/ 86825 h 106319"/>
              <a:gd name="csX58" fmla="*/ 118737 w 155961"/>
              <a:gd name="csY58" fmla="*/ 77962 h 106319"/>
            </a:gdLst>
            <a:ahLst/>
            <a:cxnLst/>
            <a:rect l="l" t="t" r="r" b="b"/>
            <a:pathLst>
              <a:path w="100000" h="100000">
                <a:moveTo>
                  <a:pt x="3403" y="15915"/>
                </a:moveTo>
                <a:cubicBezTo>
                  <a:pt x="1527" y="15915"/>
                  <a:pt x="0" y="17442"/>
                  <a:pt x="0" y="19318"/>
                </a:cubicBezTo>
                <a:cubicBezTo>
                  <a:pt x="0" y="21205"/>
                  <a:pt x="1527" y="22732"/>
                  <a:pt x="3403" y="22732"/>
                </a:cubicBezTo>
                <a:lnTo>
                  <a:pt x="32955" y="22732"/>
                </a:lnTo>
                <a:cubicBezTo>
                  <a:pt x="34843" y="22732"/>
                  <a:pt x="36359" y="24259"/>
                  <a:pt x="36359" y="26135"/>
                </a:cubicBezTo>
                <a:cubicBezTo>
                  <a:pt x="36359" y="28022"/>
                  <a:pt x="34843" y="29549"/>
                  <a:pt x="32955" y="29549"/>
                </a:cubicBezTo>
                <a:lnTo>
                  <a:pt x="3403" y="29549"/>
                </a:lnTo>
                <a:cubicBezTo>
                  <a:pt x="1527" y="29549"/>
                  <a:pt x="0" y="31076"/>
                  <a:pt x="0" y="32952"/>
                </a:cubicBezTo>
                <a:cubicBezTo>
                  <a:pt x="0" y="34839"/>
                  <a:pt x="1527" y="36366"/>
                  <a:pt x="3403" y="36366"/>
                </a:cubicBezTo>
                <a:lnTo>
                  <a:pt x="23857" y="36366"/>
                </a:lnTo>
                <a:cubicBezTo>
                  <a:pt x="25745" y="36366"/>
                  <a:pt x="27272" y="37893"/>
                  <a:pt x="27272" y="39769"/>
                </a:cubicBezTo>
                <a:cubicBezTo>
                  <a:pt x="27272" y="41656"/>
                  <a:pt x="25745" y="43183"/>
                  <a:pt x="23857" y="43183"/>
                </a:cubicBezTo>
                <a:lnTo>
                  <a:pt x="3403" y="43183"/>
                </a:lnTo>
                <a:cubicBezTo>
                  <a:pt x="1527" y="43183"/>
                  <a:pt x="0" y="44710"/>
                  <a:pt x="0" y="46586"/>
                </a:cubicBezTo>
                <a:cubicBezTo>
                  <a:pt x="0" y="48473"/>
                  <a:pt x="1527" y="50000"/>
                  <a:pt x="3403" y="50000"/>
                </a:cubicBezTo>
                <a:lnTo>
                  <a:pt x="14770" y="50000"/>
                </a:lnTo>
                <a:cubicBezTo>
                  <a:pt x="16658" y="50000"/>
                  <a:pt x="18185" y="51527"/>
                  <a:pt x="18185" y="53403"/>
                </a:cubicBezTo>
                <a:cubicBezTo>
                  <a:pt x="18185" y="55290"/>
                  <a:pt x="16658" y="56817"/>
                  <a:pt x="14770" y="56817"/>
                </a:cubicBezTo>
                <a:lnTo>
                  <a:pt x="3403" y="56817"/>
                </a:lnTo>
                <a:cubicBezTo>
                  <a:pt x="1527" y="56817"/>
                  <a:pt x="0" y="58344"/>
                  <a:pt x="0" y="60220"/>
                </a:cubicBezTo>
                <a:lnTo>
                  <a:pt x="0" y="64769"/>
                </a:lnTo>
                <a:cubicBezTo>
                  <a:pt x="0" y="70407"/>
                  <a:pt x="4593" y="75000"/>
                  <a:pt x="10222" y="75000"/>
                </a:cubicBezTo>
                <a:lnTo>
                  <a:pt x="11847" y="75000"/>
                </a:lnTo>
                <a:cubicBezTo>
                  <a:pt x="13341" y="80235"/>
                  <a:pt x="18163" y="84085"/>
                  <a:pt x="23857" y="84085"/>
                </a:cubicBezTo>
                <a:cubicBezTo>
                  <a:pt x="29563" y="84085"/>
                  <a:pt x="34384" y="80235"/>
                  <a:pt x="35879" y="75000"/>
                </a:cubicBezTo>
                <a:lnTo>
                  <a:pt x="56813" y="75000"/>
                </a:lnTo>
                <a:lnTo>
                  <a:pt x="56813" y="26135"/>
                </a:lnTo>
                <a:cubicBezTo>
                  <a:pt x="56813" y="20507"/>
                  <a:pt x="52220" y="15915"/>
                  <a:pt x="46591" y="15915"/>
                </a:cubicBezTo>
                <a:lnTo>
                  <a:pt x="3403" y="15915"/>
                </a:lnTo>
                <a:close/>
                <a:moveTo>
                  <a:pt x="63631" y="25000"/>
                </a:moveTo>
                <a:lnTo>
                  <a:pt x="63631" y="71586"/>
                </a:lnTo>
                <a:cubicBezTo>
                  <a:pt x="63631" y="78468"/>
                  <a:pt x="69249" y="84085"/>
                  <a:pt x="76132" y="84085"/>
                </a:cubicBezTo>
                <a:cubicBezTo>
                  <a:pt x="81838" y="84085"/>
                  <a:pt x="86659" y="80235"/>
                  <a:pt x="88153" y="75000"/>
                </a:cubicBezTo>
                <a:lnTo>
                  <a:pt x="89768" y="75000"/>
                </a:lnTo>
                <a:cubicBezTo>
                  <a:pt x="95430" y="75000"/>
                  <a:pt x="100001" y="70429"/>
                  <a:pt x="100001" y="64769"/>
                </a:cubicBezTo>
                <a:lnTo>
                  <a:pt x="100001" y="50316"/>
                </a:lnTo>
                <a:cubicBezTo>
                  <a:pt x="100001" y="48888"/>
                  <a:pt x="99695" y="47459"/>
                  <a:pt x="99106" y="46161"/>
                </a:cubicBezTo>
                <a:lnTo>
                  <a:pt x="92408" y="31076"/>
                </a:lnTo>
                <a:cubicBezTo>
                  <a:pt x="90772" y="27390"/>
                  <a:pt x="87117" y="25000"/>
                  <a:pt x="83070" y="25000"/>
                </a:cubicBezTo>
                <a:lnTo>
                  <a:pt x="63631" y="25000"/>
                </a:lnTo>
                <a:close/>
                <a:moveTo>
                  <a:pt x="72728" y="31818"/>
                </a:moveTo>
                <a:lnTo>
                  <a:pt x="83070" y="31818"/>
                </a:lnTo>
                <a:cubicBezTo>
                  <a:pt x="84412" y="31818"/>
                  <a:pt x="85634" y="32614"/>
                  <a:pt x="86179" y="33846"/>
                </a:cubicBezTo>
                <a:lnTo>
                  <a:pt x="89921" y="42256"/>
                </a:lnTo>
                <a:cubicBezTo>
                  <a:pt x="90586" y="43761"/>
                  <a:pt x="89485" y="45452"/>
                  <a:pt x="87848" y="45452"/>
                </a:cubicBezTo>
                <a:lnTo>
                  <a:pt x="72728" y="45452"/>
                </a:lnTo>
                <a:cubicBezTo>
                  <a:pt x="71474" y="45452"/>
                  <a:pt x="70449" y="44437"/>
                  <a:pt x="70449" y="43183"/>
                </a:cubicBezTo>
                <a:lnTo>
                  <a:pt x="70449" y="34098"/>
                </a:lnTo>
                <a:cubicBezTo>
                  <a:pt x="70449" y="32843"/>
                  <a:pt x="71474" y="31818"/>
                  <a:pt x="72728" y="31818"/>
                </a:cubicBezTo>
                <a:close/>
                <a:moveTo>
                  <a:pt x="23857" y="65903"/>
                </a:moveTo>
                <a:cubicBezTo>
                  <a:pt x="26999" y="65903"/>
                  <a:pt x="29541" y="68456"/>
                  <a:pt x="29541" y="71586"/>
                </a:cubicBezTo>
                <a:cubicBezTo>
                  <a:pt x="29541" y="74727"/>
                  <a:pt x="26999" y="77268"/>
                  <a:pt x="23857" y="77268"/>
                </a:cubicBezTo>
                <a:cubicBezTo>
                  <a:pt x="20726" y="77268"/>
                  <a:pt x="18185" y="74727"/>
                  <a:pt x="18185" y="71586"/>
                </a:cubicBezTo>
                <a:cubicBezTo>
                  <a:pt x="18185" y="68456"/>
                  <a:pt x="20726" y="65903"/>
                  <a:pt x="23857" y="65903"/>
                </a:cubicBezTo>
                <a:close/>
                <a:moveTo>
                  <a:pt x="76132" y="65903"/>
                </a:moveTo>
                <a:cubicBezTo>
                  <a:pt x="79274" y="65903"/>
                  <a:pt x="81816" y="68456"/>
                  <a:pt x="81816" y="71586"/>
                </a:cubicBezTo>
                <a:cubicBezTo>
                  <a:pt x="81816" y="74727"/>
                  <a:pt x="79274" y="77268"/>
                  <a:pt x="76132" y="77268"/>
                </a:cubicBezTo>
                <a:cubicBezTo>
                  <a:pt x="73002" y="77268"/>
                  <a:pt x="70449" y="74727"/>
                  <a:pt x="70449" y="71586"/>
                </a:cubicBezTo>
                <a:cubicBezTo>
                  <a:pt x="70449" y="68456"/>
                  <a:pt x="73002" y="65903"/>
                  <a:pt x="76132" y="659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1" name="Красный — SVG 18">
            <a:extLst>
              <a:ext uri="{FF2B5EF4-FFF2-40B4-BE49-F238E27FC236}">
                <a16:creationId xmlns:a16="http://schemas.microsoft.com/office/drawing/2014/main" id="{0FED9DAA-FCAC-FB4C-BE94-1FDE24D4C513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5317 w 151524"/>
              <a:gd name="csY0" fmla="*/ 0 h 124045"/>
              <a:gd name="csX1" fmla="*/ 0 w 151524"/>
              <a:gd name="csY1" fmla="*/ 5307 h 124045"/>
              <a:gd name="csX2" fmla="*/ 0 w 151524"/>
              <a:gd name="csY2" fmla="*/ 53194 h 124045"/>
              <a:gd name="csX3" fmla="*/ 82125 w 151524"/>
              <a:gd name="csY3" fmla="*/ 64387 h 124045"/>
              <a:gd name="csX4" fmla="*/ 151525 w 151524"/>
              <a:gd name="csY4" fmla="*/ 74390 h 124045"/>
              <a:gd name="csX5" fmla="*/ 79396 w 151524"/>
              <a:gd name="csY5" fmla="*/ 29208 h 124045"/>
              <a:gd name="csX6" fmla="*/ 5317 w 151524"/>
              <a:gd name="csY6" fmla="*/ 0 h 124045"/>
              <a:gd name="csX7" fmla="*/ 10952 w 151524"/>
              <a:gd name="csY7" fmla="*/ 10768 h 124045"/>
              <a:gd name="csX8" fmla="*/ 72128 w 151524"/>
              <a:gd name="csY8" fmla="*/ 37067 h 124045"/>
              <a:gd name="csX9" fmla="*/ 72162 w 151524"/>
              <a:gd name="csY9" fmla="*/ 37101 h 124045"/>
              <a:gd name="csX10" fmla="*/ 29949 w 151524"/>
              <a:gd name="csY10" fmla="*/ 34805 h 124045"/>
              <a:gd name="csX11" fmla="*/ 10952 w 151524"/>
              <a:gd name="csY11" fmla="*/ 10768 h 124045"/>
              <a:gd name="csX12" fmla="*/ 0 w 151524"/>
              <a:gd name="csY12" fmla="*/ 63826 h 124045"/>
              <a:gd name="csX13" fmla="*/ 0 w 151524"/>
              <a:gd name="csY13" fmla="*/ 100995 h 124045"/>
              <a:gd name="csX14" fmla="*/ 5317 w 151524"/>
              <a:gd name="csY14" fmla="*/ 106319 h 124045"/>
              <a:gd name="csX15" fmla="*/ 10633 w 151524"/>
              <a:gd name="csY15" fmla="*/ 106319 h 124045"/>
              <a:gd name="csX16" fmla="*/ 15077 w 151524"/>
              <a:gd name="csY16" fmla="*/ 118380 h 124045"/>
              <a:gd name="csX17" fmla="*/ 28356 w 151524"/>
              <a:gd name="csY17" fmla="*/ 124045 h 124045"/>
              <a:gd name="csX18" fmla="*/ 41634 w 151524"/>
              <a:gd name="csY18" fmla="*/ 118380 h 124045"/>
              <a:gd name="csX19" fmla="*/ 44306 w 151524"/>
              <a:gd name="csY19" fmla="*/ 113855 h 124045"/>
              <a:gd name="csX20" fmla="*/ 46977 w 151524"/>
              <a:gd name="csY20" fmla="*/ 118380 h 124045"/>
              <a:gd name="csX21" fmla="*/ 60256 w 151524"/>
              <a:gd name="csY21" fmla="*/ 124045 h 124045"/>
              <a:gd name="csX22" fmla="*/ 73534 w 151524"/>
              <a:gd name="csY22" fmla="*/ 118380 h 124045"/>
              <a:gd name="csX23" fmla="*/ 77978 w 151524"/>
              <a:gd name="csY23" fmla="*/ 106319 h 124045"/>
              <a:gd name="csX24" fmla="*/ 104561 w 151524"/>
              <a:gd name="csY24" fmla="*/ 106319 h 124045"/>
              <a:gd name="csX25" fmla="*/ 108459 w 151524"/>
              <a:gd name="csY25" fmla="*/ 104482 h 124045"/>
              <a:gd name="csX26" fmla="*/ 109844 w 151524"/>
              <a:gd name="csY26" fmla="*/ 100331 h 124045"/>
              <a:gd name="csX27" fmla="*/ 110868 w 151524"/>
              <a:gd name="csY27" fmla="*/ 99158 h 124045"/>
              <a:gd name="csX28" fmla="*/ 150708 w 151524"/>
              <a:gd name="csY28" fmla="*/ 85021 h 124045"/>
              <a:gd name="csX29" fmla="*/ 79820 w 151524"/>
              <a:gd name="csY29" fmla="*/ 74781 h 124045"/>
              <a:gd name="csX30" fmla="*/ 0 w 151524"/>
              <a:gd name="csY30" fmla="*/ 63826 h 124045"/>
              <a:gd name="csX31" fmla="*/ 21267 w 151524"/>
              <a:gd name="csY31" fmla="*/ 106319 h 124045"/>
              <a:gd name="csX32" fmla="*/ 35444 w 151524"/>
              <a:gd name="csY32" fmla="*/ 106319 h 124045"/>
              <a:gd name="csX33" fmla="*/ 33687 w 151524"/>
              <a:gd name="csY33" fmla="*/ 111321 h 124045"/>
              <a:gd name="csX34" fmla="*/ 28356 w 151524"/>
              <a:gd name="csY34" fmla="*/ 113413 h 124045"/>
              <a:gd name="csX35" fmla="*/ 23026 w 151524"/>
              <a:gd name="csY35" fmla="*/ 111321 h 124045"/>
              <a:gd name="csX36" fmla="*/ 21267 w 151524"/>
              <a:gd name="csY36" fmla="*/ 106319 h 124045"/>
              <a:gd name="csX37" fmla="*/ 53167 w 151524"/>
              <a:gd name="csY37" fmla="*/ 106319 h 124045"/>
              <a:gd name="csX38" fmla="*/ 67344 w 151524"/>
              <a:gd name="csY38" fmla="*/ 106319 h 124045"/>
              <a:gd name="csX39" fmla="*/ 65587 w 151524"/>
              <a:gd name="csY39" fmla="*/ 111321 h 124045"/>
              <a:gd name="csX40" fmla="*/ 60256 w 151524"/>
              <a:gd name="csY40" fmla="*/ 113413 h 124045"/>
              <a:gd name="csX41" fmla="*/ 54926 w 151524"/>
              <a:gd name="csY41" fmla="*/ 111321 h 124045"/>
              <a:gd name="csX42" fmla="*/ 53167 w 151524"/>
              <a:gd name="csY42" fmla="*/ 106319 h 124045"/>
            </a:gdLst>
            <a:ahLst/>
            <a:cxnLst/>
            <a:rect l="l" t="t" r="r" b="b"/>
            <a:pathLst>
              <a:path w="100000" h="100000">
                <a:moveTo>
                  <a:pt x="3509" y="9068"/>
                </a:moveTo>
                <a:cubicBezTo>
                  <a:pt x="1567" y="9068"/>
                  <a:pt x="0" y="10640"/>
                  <a:pt x="0" y="12570"/>
                </a:cubicBezTo>
                <a:lnTo>
                  <a:pt x="0" y="44174"/>
                </a:lnTo>
                <a:cubicBezTo>
                  <a:pt x="21498" y="44286"/>
                  <a:pt x="38105" y="47991"/>
                  <a:pt x="54199" y="51560"/>
                </a:cubicBezTo>
                <a:cubicBezTo>
                  <a:pt x="69006" y="54839"/>
                  <a:pt x="83018" y="57971"/>
                  <a:pt x="100001" y="58162"/>
                </a:cubicBezTo>
                <a:cubicBezTo>
                  <a:pt x="97825" y="51729"/>
                  <a:pt x="88329" y="42231"/>
                  <a:pt x="52398" y="28344"/>
                </a:cubicBezTo>
                <a:cubicBezTo>
                  <a:pt x="37896" y="11593"/>
                  <a:pt x="15603" y="9068"/>
                  <a:pt x="3509" y="9068"/>
                </a:cubicBezTo>
                <a:close/>
                <a:moveTo>
                  <a:pt x="7228" y="16174"/>
                </a:moveTo>
                <a:cubicBezTo>
                  <a:pt x="18691" y="16691"/>
                  <a:pt x="36257" y="19924"/>
                  <a:pt x="47602" y="33530"/>
                </a:cubicBezTo>
                <a:cubicBezTo>
                  <a:pt x="47602" y="33530"/>
                  <a:pt x="47602" y="33553"/>
                  <a:pt x="47624" y="33553"/>
                </a:cubicBezTo>
                <a:cubicBezTo>
                  <a:pt x="41613" y="34675"/>
                  <a:pt x="29121" y="36247"/>
                  <a:pt x="19765" y="32037"/>
                </a:cubicBezTo>
                <a:cubicBezTo>
                  <a:pt x="12115" y="28602"/>
                  <a:pt x="8117" y="23876"/>
                  <a:pt x="7228" y="16174"/>
                </a:cubicBezTo>
                <a:close/>
                <a:moveTo>
                  <a:pt x="0" y="51190"/>
                </a:moveTo>
                <a:lnTo>
                  <a:pt x="0" y="75720"/>
                </a:lnTo>
                <a:cubicBezTo>
                  <a:pt x="0" y="77663"/>
                  <a:pt x="1567" y="79234"/>
                  <a:pt x="3509" y="79234"/>
                </a:cubicBezTo>
                <a:lnTo>
                  <a:pt x="7017" y="79234"/>
                </a:lnTo>
                <a:cubicBezTo>
                  <a:pt x="7017" y="82063"/>
                  <a:pt x="7943" y="84937"/>
                  <a:pt x="9950" y="87194"/>
                </a:cubicBezTo>
                <a:cubicBezTo>
                  <a:pt x="11958" y="89450"/>
                  <a:pt x="15108" y="90932"/>
                  <a:pt x="18714" y="90932"/>
                </a:cubicBezTo>
                <a:cubicBezTo>
                  <a:pt x="22319" y="90932"/>
                  <a:pt x="25469" y="89450"/>
                  <a:pt x="27477" y="87194"/>
                </a:cubicBezTo>
                <a:cubicBezTo>
                  <a:pt x="28274" y="86296"/>
                  <a:pt x="28774" y="85252"/>
                  <a:pt x="29240" y="84207"/>
                </a:cubicBezTo>
                <a:cubicBezTo>
                  <a:pt x="29706" y="85252"/>
                  <a:pt x="30207" y="86296"/>
                  <a:pt x="31003" y="87194"/>
                </a:cubicBezTo>
                <a:cubicBezTo>
                  <a:pt x="33011" y="89450"/>
                  <a:pt x="36161" y="90932"/>
                  <a:pt x="39767" y="90932"/>
                </a:cubicBezTo>
                <a:cubicBezTo>
                  <a:pt x="43372" y="90932"/>
                  <a:pt x="46522" y="89450"/>
                  <a:pt x="48530" y="87194"/>
                </a:cubicBezTo>
                <a:cubicBezTo>
                  <a:pt x="50537" y="84937"/>
                  <a:pt x="51462" y="82063"/>
                  <a:pt x="51462" y="79234"/>
                </a:cubicBezTo>
                <a:lnTo>
                  <a:pt x="69006" y="79234"/>
                </a:lnTo>
                <a:cubicBezTo>
                  <a:pt x="69989" y="79234"/>
                  <a:pt x="70924" y="78763"/>
                  <a:pt x="71579" y="78022"/>
                </a:cubicBezTo>
                <a:cubicBezTo>
                  <a:pt x="72257" y="77292"/>
                  <a:pt x="72586" y="76270"/>
                  <a:pt x="72493" y="75282"/>
                </a:cubicBezTo>
                <a:cubicBezTo>
                  <a:pt x="72445" y="74912"/>
                  <a:pt x="72748" y="74553"/>
                  <a:pt x="73169" y="74508"/>
                </a:cubicBezTo>
                <a:cubicBezTo>
                  <a:pt x="81847" y="73464"/>
                  <a:pt x="95462" y="70926"/>
                  <a:pt x="99461" y="65178"/>
                </a:cubicBezTo>
                <a:cubicBezTo>
                  <a:pt x="81965" y="64920"/>
                  <a:pt x="67719" y="61765"/>
                  <a:pt x="52678" y="58420"/>
                </a:cubicBezTo>
                <a:cubicBezTo>
                  <a:pt x="36982" y="54906"/>
                  <a:pt x="20725" y="51302"/>
                  <a:pt x="0" y="51190"/>
                </a:cubicBezTo>
                <a:close/>
                <a:moveTo>
                  <a:pt x="14035" y="79234"/>
                </a:moveTo>
                <a:lnTo>
                  <a:pt x="23392" y="79234"/>
                </a:lnTo>
                <a:cubicBezTo>
                  <a:pt x="23392" y="80503"/>
                  <a:pt x="22953" y="81715"/>
                  <a:pt x="22232" y="82535"/>
                </a:cubicBezTo>
                <a:cubicBezTo>
                  <a:pt x="21510" y="83344"/>
                  <a:pt x="20566" y="83916"/>
                  <a:pt x="18714" y="83916"/>
                </a:cubicBezTo>
                <a:cubicBezTo>
                  <a:pt x="16861" y="83916"/>
                  <a:pt x="15917" y="83344"/>
                  <a:pt x="15196" y="82535"/>
                </a:cubicBezTo>
                <a:cubicBezTo>
                  <a:pt x="14474" y="81715"/>
                  <a:pt x="14035" y="80503"/>
                  <a:pt x="14035" y="79234"/>
                </a:cubicBezTo>
                <a:close/>
                <a:moveTo>
                  <a:pt x="35088" y="79234"/>
                </a:moveTo>
                <a:lnTo>
                  <a:pt x="44444" y="79234"/>
                </a:lnTo>
                <a:cubicBezTo>
                  <a:pt x="44444" y="80503"/>
                  <a:pt x="44006" y="81715"/>
                  <a:pt x="43285" y="82535"/>
                </a:cubicBezTo>
                <a:cubicBezTo>
                  <a:pt x="42563" y="83344"/>
                  <a:pt x="41618" y="83916"/>
                  <a:pt x="39767" y="83916"/>
                </a:cubicBezTo>
                <a:cubicBezTo>
                  <a:pt x="37914" y="83916"/>
                  <a:pt x="36970" y="83344"/>
                  <a:pt x="36249" y="82535"/>
                </a:cubicBezTo>
                <a:cubicBezTo>
                  <a:pt x="35527" y="81715"/>
                  <a:pt x="35088" y="80503"/>
                  <a:pt x="35088" y="7923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2" name="Красный — SVG 19">
            <a:extLst>
              <a:ext uri="{FF2B5EF4-FFF2-40B4-BE49-F238E27FC236}">
                <a16:creationId xmlns:a16="http://schemas.microsoft.com/office/drawing/2014/main" id="{50DB5AF1-18CC-B340-80A8-51AE8216DFF6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53163 w 106342"/>
              <a:gd name="csY0" fmla="*/ 0 h 152321"/>
              <a:gd name="csX1" fmla="*/ 49828 w 106342"/>
              <a:gd name="csY1" fmla="*/ 868 h 152321"/>
              <a:gd name="csX2" fmla="*/ 28357 w 106342"/>
              <a:gd name="csY2" fmla="*/ 33019 h 152321"/>
              <a:gd name="csX3" fmla="*/ 28357 w 106342"/>
              <a:gd name="csY3" fmla="*/ 109041 h 152321"/>
              <a:gd name="csX4" fmla="*/ 37136 w 106342"/>
              <a:gd name="csY4" fmla="*/ 120149 h 152321"/>
              <a:gd name="csX5" fmla="*/ 35452 w 106342"/>
              <a:gd name="csY5" fmla="*/ 127464 h 152321"/>
              <a:gd name="csX6" fmla="*/ 40147 w 106342"/>
              <a:gd name="csY6" fmla="*/ 139899 h 152321"/>
              <a:gd name="csX7" fmla="*/ 47038 w 106342"/>
              <a:gd name="csY7" fmla="*/ 149477 h 152321"/>
              <a:gd name="csX8" fmla="*/ 59287 w 106342"/>
              <a:gd name="csY8" fmla="*/ 149477 h 152321"/>
              <a:gd name="csX9" fmla="*/ 66195 w 106342"/>
              <a:gd name="csY9" fmla="*/ 139899 h 152321"/>
              <a:gd name="csX10" fmla="*/ 70891 w 106342"/>
              <a:gd name="csY10" fmla="*/ 127464 h 152321"/>
              <a:gd name="csX11" fmla="*/ 69206 w 106342"/>
              <a:gd name="csY11" fmla="*/ 120149 h 152321"/>
              <a:gd name="csX12" fmla="*/ 77985 w 106342"/>
              <a:gd name="csY12" fmla="*/ 109041 h 152321"/>
              <a:gd name="csX13" fmla="*/ 77985 w 106342"/>
              <a:gd name="csY13" fmla="*/ 33019 h 152321"/>
              <a:gd name="csX14" fmla="*/ 56497 w 106342"/>
              <a:gd name="csY14" fmla="*/ 868 h 152321"/>
              <a:gd name="csX15" fmla="*/ 53163 w 106342"/>
              <a:gd name="csY15" fmla="*/ 0 h 152321"/>
              <a:gd name="csX16" fmla="*/ 53163 w 106342"/>
              <a:gd name="csY16" fmla="*/ 35434 h 152321"/>
              <a:gd name="csX17" fmla="*/ 60257 w 106342"/>
              <a:gd name="csY17" fmla="*/ 42528 h 152321"/>
              <a:gd name="csX18" fmla="*/ 53163 w 106342"/>
              <a:gd name="csY18" fmla="*/ 49621 h 152321"/>
              <a:gd name="csX19" fmla="*/ 46085 w 106342"/>
              <a:gd name="csY19" fmla="*/ 42528 h 152321"/>
              <a:gd name="csX20" fmla="*/ 53163 w 106342"/>
              <a:gd name="csY20" fmla="*/ 35434 h 152321"/>
              <a:gd name="csX21" fmla="*/ 21263 w 106342"/>
              <a:gd name="csY21" fmla="*/ 75818 h 152321"/>
              <a:gd name="csX22" fmla="*/ 3381 w 106342"/>
              <a:gd name="csY22" fmla="*/ 93697 h 152321"/>
              <a:gd name="csX23" fmla="*/ 3381 w 106342"/>
              <a:gd name="csY23" fmla="*/ 110028 h 152321"/>
              <a:gd name="csX24" fmla="*/ 13811 w 106342"/>
              <a:gd name="csY24" fmla="*/ 113192 h 152321"/>
              <a:gd name="csX25" fmla="*/ 21263 w 106342"/>
              <a:gd name="csY25" fmla="*/ 111695 h 152321"/>
              <a:gd name="csX26" fmla="*/ 21263 w 106342"/>
              <a:gd name="csY26" fmla="*/ 75818 h 152321"/>
              <a:gd name="csX27" fmla="*/ 85063 w 106342"/>
              <a:gd name="csY27" fmla="*/ 75818 h 152321"/>
              <a:gd name="csX28" fmla="*/ 85063 w 106342"/>
              <a:gd name="csY28" fmla="*/ 111695 h 152321"/>
              <a:gd name="csX29" fmla="*/ 92515 w 106342"/>
              <a:gd name="csY29" fmla="*/ 113192 h 152321"/>
              <a:gd name="csX30" fmla="*/ 102961 w 106342"/>
              <a:gd name="csY30" fmla="*/ 110028 h 152321"/>
              <a:gd name="csX31" fmla="*/ 102961 w 106342"/>
              <a:gd name="csY31" fmla="*/ 93697 h 152321"/>
              <a:gd name="csX32" fmla="*/ 85063 w 106342"/>
              <a:gd name="csY32" fmla="*/ 75818 h 152321"/>
              <a:gd name="csX33" fmla="*/ 52482 w 106342"/>
              <a:gd name="csY33" fmla="*/ 120490 h 152321"/>
              <a:gd name="csX34" fmla="*/ 53843 w 106342"/>
              <a:gd name="csY34" fmla="*/ 120490 h 152321"/>
              <a:gd name="csX35" fmla="*/ 60257 w 106342"/>
              <a:gd name="csY35" fmla="*/ 127464 h 152321"/>
              <a:gd name="csX36" fmla="*/ 57161 w 106342"/>
              <a:gd name="csY36" fmla="*/ 134286 h 152321"/>
              <a:gd name="csX37" fmla="*/ 53163 w 106342"/>
              <a:gd name="csY37" fmla="*/ 139814 h 152321"/>
              <a:gd name="csX38" fmla="*/ 49165 w 106342"/>
              <a:gd name="csY38" fmla="*/ 134286 h 152321"/>
              <a:gd name="csX39" fmla="*/ 46085 w 106342"/>
              <a:gd name="csY39" fmla="*/ 127464 h 152321"/>
              <a:gd name="csX40" fmla="*/ 52482 w 106342"/>
              <a:gd name="csY40" fmla="*/ 120490 h 152321"/>
            </a:gdLst>
            <a:ahLst/>
            <a:cxnLst/>
            <a:rect l="l" t="t" r="r" b="b"/>
            <a:pathLst>
              <a:path w="100000" h="100000">
                <a:moveTo>
                  <a:pt x="49995" y="0"/>
                </a:moveTo>
                <a:cubicBezTo>
                  <a:pt x="49246" y="0"/>
                  <a:pt x="48487" y="190"/>
                  <a:pt x="47805" y="570"/>
                </a:cubicBezTo>
                <a:cubicBezTo>
                  <a:pt x="43360" y="3027"/>
                  <a:pt x="33709" y="9750"/>
                  <a:pt x="33709" y="21677"/>
                </a:cubicBezTo>
                <a:lnTo>
                  <a:pt x="33709" y="71586"/>
                </a:lnTo>
                <a:cubicBezTo>
                  <a:pt x="33709" y="75138"/>
                  <a:pt x="36167" y="78086"/>
                  <a:pt x="39473" y="78879"/>
                </a:cubicBezTo>
                <a:cubicBezTo>
                  <a:pt x="38769" y="80331"/>
                  <a:pt x="38367" y="81950"/>
                  <a:pt x="38367" y="83681"/>
                </a:cubicBezTo>
                <a:cubicBezTo>
                  <a:pt x="38367" y="86942"/>
                  <a:pt x="39898" y="89355"/>
                  <a:pt x="41450" y="91845"/>
                </a:cubicBezTo>
                <a:cubicBezTo>
                  <a:pt x="43002" y="94336"/>
                  <a:pt x="44778" y="96647"/>
                  <a:pt x="45974" y="98133"/>
                </a:cubicBezTo>
                <a:cubicBezTo>
                  <a:pt x="47995" y="100623"/>
                  <a:pt x="52005" y="100623"/>
                  <a:pt x="54015" y="98133"/>
                </a:cubicBezTo>
                <a:cubicBezTo>
                  <a:pt x="55222" y="96647"/>
                  <a:pt x="56998" y="94336"/>
                  <a:pt x="58550" y="91845"/>
                </a:cubicBezTo>
                <a:cubicBezTo>
                  <a:pt x="60092" y="89355"/>
                  <a:pt x="61633" y="86942"/>
                  <a:pt x="61633" y="83681"/>
                </a:cubicBezTo>
                <a:cubicBezTo>
                  <a:pt x="61633" y="81962"/>
                  <a:pt x="61220" y="80342"/>
                  <a:pt x="60527" y="78879"/>
                </a:cubicBezTo>
                <a:cubicBezTo>
                  <a:pt x="63833" y="78075"/>
                  <a:pt x="66291" y="75127"/>
                  <a:pt x="66291" y="71586"/>
                </a:cubicBezTo>
                <a:lnTo>
                  <a:pt x="66291" y="21677"/>
                </a:lnTo>
                <a:cubicBezTo>
                  <a:pt x="66291" y="9750"/>
                  <a:pt x="56629" y="3027"/>
                  <a:pt x="52184" y="570"/>
                </a:cubicBezTo>
                <a:cubicBezTo>
                  <a:pt x="51502" y="190"/>
                  <a:pt x="50754" y="0"/>
                  <a:pt x="49995" y="0"/>
                </a:cubicBezTo>
                <a:close/>
                <a:moveTo>
                  <a:pt x="49995" y="23263"/>
                </a:moveTo>
                <a:cubicBezTo>
                  <a:pt x="52564" y="23263"/>
                  <a:pt x="54652" y="25351"/>
                  <a:pt x="54652" y="27920"/>
                </a:cubicBezTo>
                <a:cubicBezTo>
                  <a:pt x="54652" y="30488"/>
                  <a:pt x="52564" y="32577"/>
                  <a:pt x="49995" y="32577"/>
                </a:cubicBezTo>
                <a:cubicBezTo>
                  <a:pt x="47426" y="32577"/>
                  <a:pt x="45348" y="30488"/>
                  <a:pt x="45348" y="27920"/>
                </a:cubicBezTo>
                <a:cubicBezTo>
                  <a:pt x="45348" y="25351"/>
                  <a:pt x="47426" y="23263"/>
                  <a:pt x="49995" y="23263"/>
                </a:cubicBezTo>
                <a:close/>
                <a:moveTo>
                  <a:pt x="29052" y="49775"/>
                </a:moveTo>
                <a:lnTo>
                  <a:pt x="17312" y="61513"/>
                </a:lnTo>
                <a:cubicBezTo>
                  <a:pt x="14353" y="64472"/>
                  <a:pt x="14353" y="69275"/>
                  <a:pt x="17312" y="72234"/>
                </a:cubicBezTo>
                <a:cubicBezTo>
                  <a:pt x="19100" y="74032"/>
                  <a:pt x="21669" y="74803"/>
                  <a:pt x="24160" y="74311"/>
                </a:cubicBezTo>
                <a:lnTo>
                  <a:pt x="29052" y="73329"/>
                </a:lnTo>
                <a:lnTo>
                  <a:pt x="29052" y="49775"/>
                </a:lnTo>
                <a:close/>
                <a:moveTo>
                  <a:pt x="70937" y="49775"/>
                </a:moveTo>
                <a:lnTo>
                  <a:pt x="70937" y="73329"/>
                </a:lnTo>
                <a:lnTo>
                  <a:pt x="75830" y="74311"/>
                </a:lnTo>
                <a:cubicBezTo>
                  <a:pt x="78320" y="74803"/>
                  <a:pt x="80889" y="74032"/>
                  <a:pt x="82688" y="72234"/>
                </a:cubicBezTo>
                <a:cubicBezTo>
                  <a:pt x="85648" y="69275"/>
                  <a:pt x="85648" y="64472"/>
                  <a:pt x="82688" y="61513"/>
                </a:cubicBezTo>
                <a:lnTo>
                  <a:pt x="70937" y="49775"/>
                </a:lnTo>
                <a:close/>
                <a:moveTo>
                  <a:pt x="49548" y="79103"/>
                </a:moveTo>
                <a:lnTo>
                  <a:pt x="50441" y="79103"/>
                </a:lnTo>
                <a:cubicBezTo>
                  <a:pt x="52832" y="79337"/>
                  <a:pt x="54652" y="81236"/>
                  <a:pt x="54652" y="83681"/>
                </a:cubicBezTo>
                <a:cubicBezTo>
                  <a:pt x="54652" y="83793"/>
                  <a:pt x="53915" y="86071"/>
                  <a:pt x="52619" y="88160"/>
                </a:cubicBezTo>
                <a:cubicBezTo>
                  <a:pt x="51782" y="89511"/>
                  <a:pt x="50888" y="90617"/>
                  <a:pt x="49995" y="91789"/>
                </a:cubicBezTo>
                <a:cubicBezTo>
                  <a:pt x="49112" y="90617"/>
                  <a:pt x="48219" y="89522"/>
                  <a:pt x="47370" y="88160"/>
                </a:cubicBezTo>
                <a:cubicBezTo>
                  <a:pt x="46074" y="86083"/>
                  <a:pt x="45348" y="83793"/>
                  <a:pt x="45348" y="83681"/>
                </a:cubicBezTo>
                <a:cubicBezTo>
                  <a:pt x="45348" y="81236"/>
                  <a:pt x="47157" y="79337"/>
                  <a:pt x="49548" y="791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3" name="Красный — SVG 20">
            <a:extLst>
              <a:ext uri="{FF2B5EF4-FFF2-40B4-BE49-F238E27FC236}">
                <a16:creationId xmlns:a16="http://schemas.microsoft.com/office/drawing/2014/main" id="{BC96AA10-D91A-A14A-9CB5-F79DADBEA242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14172 w 138234"/>
              <a:gd name="csY0" fmla="*/ 0 h 138215"/>
              <a:gd name="csX1" fmla="*/ 7095 w 138234"/>
              <a:gd name="csY1" fmla="*/ 7094 h 138215"/>
              <a:gd name="csX2" fmla="*/ 7095 w 138234"/>
              <a:gd name="csY2" fmla="*/ 21264 h 138215"/>
              <a:gd name="csX3" fmla="*/ 14172 w 138234"/>
              <a:gd name="csY3" fmla="*/ 28358 h 138215"/>
              <a:gd name="csX4" fmla="*/ 31900 w 138234"/>
              <a:gd name="csY4" fmla="*/ 28358 h 138215"/>
              <a:gd name="csX5" fmla="*/ 38995 w 138234"/>
              <a:gd name="csY5" fmla="*/ 21264 h 138215"/>
              <a:gd name="csX6" fmla="*/ 38995 w 138234"/>
              <a:gd name="csY6" fmla="*/ 7094 h 138215"/>
              <a:gd name="csX7" fmla="*/ 31900 w 138234"/>
              <a:gd name="csY7" fmla="*/ 0 h 138215"/>
              <a:gd name="csX8" fmla="*/ 14172 w 138234"/>
              <a:gd name="csY8" fmla="*/ 0 h 138215"/>
              <a:gd name="csX9" fmla="*/ 69108 w 138234"/>
              <a:gd name="csY9" fmla="*/ 20515 h 138215"/>
              <a:gd name="csX10" fmla="*/ 63800 w 138234"/>
              <a:gd name="csY10" fmla="*/ 25840 h 138215"/>
              <a:gd name="csX11" fmla="*/ 69108 w 138234"/>
              <a:gd name="csY11" fmla="*/ 31147 h 138215"/>
              <a:gd name="csX12" fmla="*/ 82872 w 138234"/>
              <a:gd name="csY12" fmla="*/ 31147 h 138215"/>
              <a:gd name="csX13" fmla="*/ 88606 w 138234"/>
              <a:gd name="csY13" fmla="*/ 69099 h 138215"/>
              <a:gd name="csX14" fmla="*/ 76203 w 138234"/>
              <a:gd name="csY14" fmla="*/ 92149 h 138215"/>
              <a:gd name="csX15" fmla="*/ 62031 w 138234"/>
              <a:gd name="csY15" fmla="*/ 92149 h 138215"/>
              <a:gd name="csX16" fmla="*/ 56706 w 138234"/>
              <a:gd name="csY16" fmla="*/ 86825 h 138215"/>
              <a:gd name="csX17" fmla="*/ 56706 w 138234"/>
              <a:gd name="csY17" fmla="*/ 76193 h 138215"/>
              <a:gd name="csX18" fmla="*/ 56382 w 138234"/>
              <a:gd name="csY18" fmla="*/ 74424 h 138215"/>
              <a:gd name="csX19" fmla="*/ 58475 w 138234"/>
              <a:gd name="csY19" fmla="*/ 74424 h 138215"/>
              <a:gd name="csX20" fmla="*/ 63800 w 138234"/>
              <a:gd name="csY20" fmla="*/ 69388 h 138215"/>
              <a:gd name="csX21" fmla="*/ 47842 w 138234"/>
              <a:gd name="csY21" fmla="*/ 53160 h 138215"/>
              <a:gd name="csX22" fmla="*/ 38995 w 138234"/>
              <a:gd name="csY22" fmla="*/ 53160 h 138215"/>
              <a:gd name="csX23" fmla="*/ 38995 w 138234"/>
              <a:gd name="csY23" fmla="*/ 56698 h 138215"/>
              <a:gd name="csX24" fmla="*/ 24805 w 138234"/>
              <a:gd name="csY24" fmla="*/ 70885 h 138215"/>
              <a:gd name="csX25" fmla="*/ 17047 w 138234"/>
              <a:gd name="csY25" fmla="*/ 70885 h 138215"/>
              <a:gd name="csX26" fmla="*/ 11144 w 138234"/>
              <a:gd name="csY26" fmla="*/ 72671 h 138215"/>
              <a:gd name="csX27" fmla="*/ 0 w 138234"/>
              <a:gd name="csY27" fmla="*/ 94344 h 138215"/>
              <a:gd name="csX28" fmla="*/ 1378 w 138234"/>
              <a:gd name="csY28" fmla="*/ 97916 h 138215"/>
              <a:gd name="csX29" fmla="*/ 11229 w 138234"/>
              <a:gd name="csY29" fmla="*/ 106779 h 138215"/>
              <a:gd name="csX30" fmla="*/ 7095 w 138234"/>
              <a:gd name="csY30" fmla="*/ 118721 h 138215"/>
              <a:gd name="csX31" fmla="*/ 26575 w 138234"/>
              <a:gd name="csY31" fmla="*/ 138215 h 138215"/>
              <a:gd name="csX32" fmla="*/ 45698 w 138234"/>
              <a:gd name="csY32" fmla="*/ 122548 h 138215"/>
              <a:gd name="csX33" fmla="*/ 53882 w 138234"/>
              <a:gd name="csY33" fmla="*/ 123228 h 138215"/>
              <a:gd name="csX34" fmla="*/ 92706 w 138234"/>
              <a:gd name="csY34" fmla="*/ 123228 h 138215"/>
              <a:gd name="csX35" fmla="*/ 111642 w 138234"/>
              <a:gd name="csY35" fmla="*/ 138215 h 138215"/>
              <a:gd name="csX36" fmla="*/ 131139 w 138234"/>
              <a:gd name="csY36" fmla="*/ 118721 h 138215"/>
              <a:gd name="csX37" fmla="*/ 130595 w 138234"/>
              <a:gd name="csY37" fmla="*/ 114247 h 138215"/>
              <a:gd name="csX38" fmla="*/ 131360 w 138234"/>
              <a:gd name="csY38" fmla="*/ 113617 h 138215"/>
              <a:gd name="csX39" fmla="*/ 136669 w 138234"/>
              <a:gd name="csY39" fmla="*/ 108310 h 138215"/>
              <a:gd name="csX40" fmla="*/ 137673 w 138234"/>
              <a:gd name="csY40" fmla="*/ 102169 h 138215"/>
              <a:gd name="csX41" fmla="*/ 116865 w 138234"/>
              <a:gd name="csY41" fmla="*/ 85583 h 138215"/>
              <a:gd name="csX42" fmla="*/ 102387 w 138234"/>
              <a:gd name="csY42" fmla="*/ 38990 h 138215"/>
              <a:gd name="csX43" fmla="*/ 108103 w 138234"/>
              <a:gd name="csY43" fmla="*/ 38990 h 138215"/>
              <a:gd name="csX44" fmla="*/ 109873 w 138234"/>
              <a:gd name="csY44" fmla="*/ 37203 h 138215"/>
              <a:gd name="csX45" fmla="*/ 109873 w 138234"/>
              <a:gd name="csY45" fmla="*/ 26571 h 138215"/>
              <a:gd name="csX46" fmla="*/ 108103 w 138234"/>
              <a:gd name="csY46" fmla="*/ 24802 h 138215"/>
              <a:gd name="csX47" fmla="*/ 98065 w 138234"/>
              <a:gd name="csY47" fmla="*/ 24802 h 138215"/>
              <a:gd name="csX48" fmla="*/ 93693 w 138234"/>
              <a:gd name="csY48" fmla="*/ 26367 h 138215"/>
              <a:gd name="csX49" fmla="*/ 91941 w 138234"/>
              <a:gd name="csY49" fmla="*/ 24275 h 138215"/>
              <a:gd name="csX50" fmla="*/ 91906 w 138234"/>
              <a:gd name="csY50" fmla="*/ 24207 h 138215"/>
              <a:gd name="csX51" fmla="*/ 86837 w 138234"/>
              <a:gd name="csY51" fmla="*/ 20515 h 138215"/>
              <a:gd name="csX52" fmla="*/ 69108 w 138234"/>
              <a:gd name="csY52" fmla="*/ 20515 h 138215"/>
              <a:gd name="csX53" fmla="*/ 7095 w 138234"/>
              <a:gd name="csY53" fmla="*/ 35434 h 138215"/>
              <a:gd name="csX54" fmla="*/ 0 w 138234"/>
              <a:gd name="csY54" fmla="*/ 42528 h 138215"/>
              <a:gd name="csX55" fmla="*/ 0 w 138234"/>
              <a:gd name="csY55" fmla="*/ 56698 h 138215"/>
              <a:gd name="csX56" fmla="*/ 7095 w 138234"/>
              <a:gd name="csY56" fmla="*/ 63792 h 138215"/>
              <a:gd name="csX57" fmla="*/ 24805 w 138234"/>
              <a:gd name="csY57" fmla="*/ 63792 h 138215"/>
              <a:gd name="csX58" fmla="*/ 31900 w 138234"/>
              <a:gd name="csY58" fmla="*/ 56698 h 138215"/>
              <a:gd name="csX59" fmla="*/ 31900 w 138234"/>
              <a:gd name="csY59" fmla="*/ 42528 h 138215"/>
              <a:gd name="csX60" fmla="*/ 24805 w 138234"/>
              <a:gd name="csY60" fmla="*/ 35434 h 138215"/>
              <a:gd name="csX61" fmla="*/ 7095 w 138234"/>
              <a:gd name="csY61" fmla="*/ 35434 h 138215"/>
              <a:gd name="csX62" fmla="*/ 20025 w 138234"/>
              <a:gd name="csY62" fmla="*/ 112869 h 138215"/>
              <a:gd name="csX63" fmla="*/ 35320 w 138234"/>
              <a:gd name="csY63" fmla="*/ 120030 h 138215"/>
              <a:gd name="csX64" fmla="*/ 26575 w 138234"/>
              <a:gd name="csY64" fmla="*/ 127583 h 138215"/>
              <a:gd name="csX65" fmla="*/ 17728 w 138234"/>
              <a:gd name="csY65" fmla="*/ 118721 h 138215"/>
              <a:gd name="csX66" fmla="*/ 20025 w 138234"/>
              <a:gd name="csY66" fmla="*/ 112869 h 138215"/>
              <a:gd name="csX67" fmla="*/ 110519 w 138234"/>
              <a:gd name="csY67" fmla="*/ 115182 h 138215"/>
              <a:gd name="csX68" fmla="*/ 119689 w 138234"/>
              <a:gd name="csY68" fmla="*/ 115182 h 138215"/>
              <a:gd name="csX69" fmla="*/ 120506 w 138234"/>
              <a:gd name="csY69" fmla="*/ 118721 h 138215"/>
              <a:gd name="csX70" fmla="*/ 111642 w 138234"/>
              <a:gd name="csY70" fmla="*/ 127583 h 138215"/>
              <a:gd name="csX71" fmla="*/ 102846 w 138234"/>
              <a:gd name="csY71" fmla="*/ 119248 h 138215"/>
              <a:gd name="csX72" fmla="*/ 110519 w 138234"/>
              <a:gd name="csY72" fmla="*/ 115182 h 138215"/>
            </a:gdLst>
            <a:ahLst/>
            <a:cxnLst/>
            <a:rect l="l" t="t" r="r" b="b"/>
            <a:pathLst>
              <a:path w="100000" h="100000">
                <a:moveTo>
                  <a:pt x="10252" y="7"/>
                </a:moveTo>
                <a:cubicBezTo>
                  <a:pt x="7421" y="7"/>
                  <a:pt x="5133" y="2296"/>
                  <a:pt x="5133" y="5139"/>
                </a:cubicBezTo>
                <a:lnTo>
                  <a:pt x="5133" y="15389"/>
                </a:lnTo>
                <a:cubicBezTo>
                  <a:pt x="5133" y="18220"/>
                  <a:pt x="7421" y="20521"/>
                  <a:pt x="10252" y="20521"/>
                </a:cubicBezTo>
                <a:lnTo>
                  <a:pt x="23077" y="20521"/>
                </a:lnTo>
                <a:cubicBezTo>
                  <a:pt x="25908" y="20521"/>
                  <a:pt x="28209" y="18220"/>
                  <a:pt x="28209" y="15389"/>
                </a:cubicBezTo>
                <a:lnTo>
                  <a:pt x="28209" y="5139"/>
                </a:lnTo>
                <a:cubicBezTo>
                  <a:pt x="28209" y="2296"/>
                  <a:pt x="25908" y="7"/>
                  <a:pt x="23077" y="7"/>
                </a:cubicBezTo>
                <a:lnTo>
                  <a:pt x="10252" y="7"/>
                </a:lnTo>
                <a:close/>
                <a:moveTo>
                  <a:pt x="49993" y="14848"/>
                </a:moveTo>
                <a:cubicBezTo>
                  <a:pt x="47877" y="14848"/>
                  <a:pt x="46154" y="16571"/>
                  <a:pt x="46154" y="18700"/>
                </a:cubicBezTo>
                <a:cubicBezTo>
                  <a:pt x="46154" y="20792"/>
                  <a:pt x="47877" y="22539"/>
                  <a:pt x="49993" y="22539"/>
                </a:cubicBezTo>
                <a:lnTo>
                  <a:pt x="59951" y="22539"/>
                </a:lnTo>
                <a:cubicBezTo>
                  <a:pt x="61342" y="27585"/>
                  <a:pt x="64099" y="39029"/>
                  <a:pt x="64099" y="49994"/>
                </a:cubicBezTo>
                <a:cubicBezTo>
                  <a:pt x="64099" y="56233"/>
                  <a:pt x="62954" y="66668"/>
                  <a:pt x="55126" y="66668"/>
                </a:cubicBezTo>
                <a:lnTo>
                  <a:pt x="44874" y="66668"/>
                </a:lnTo>
                <a:cubicBezTo>
                  <a:pt x="42745" y="66668"/>
                  <a:pt x="41022" y="64946"/>
                  <a:pt x="41022" y="62817"/>
                </a:cubicBezTo>
                <a:lnTo>
                  <a:pt x="41022" y="55126"/>
                </a:lnTo>
                <a:cubicBezTo>
                  <a:pt x="41022" y="54670"/>
                  <a:pt x="40936" y="54252"/>
                  <a:pt x="40787" y="53846"/>
                </a:cubicBezTo>
                <a:lnTo>
                  <a:pt x="42301" y="53846"/>
                </a:lnTo>
                <a:cubicBezTo>
                  <a:pt x="44357" y="53846"/>
                  <a:pt x="46129" y="52234"/>
                  <a:pt x="46154" y="50203"/>
                </a:cubicBezTo>
                <a:cubicBezTo>
                  <a:pt x="46252" y="43743"/>
                  <a:pt x="41046" y="38463"/>
                  <a:pt x="34609" y="38463"/>
                </a:cubicBezTo>
                <a:lnTo>
                  <a:pt x="28209" y="38463"/>
                </a:lnTo>
                <a:lnTo>
                  <a:pt x="28209" y="41023"/>
                </a:lnTo>
                <a:cubicBezTo>
                  <a:pt x="28209" y="46696"/>
                  <a:pt x="23619" y="51286"/>
                  <a:pt x="17944" y="51286"/>
                </a:cubicBezTo>
                <a:lnTo>
                  <a:pt x="12332" y="51286"/>
                </a:lnTo>
                <a:cubicBezTo>
                  <a:pt x="10806" y="51286"/>
                  <a:pt x="9317" y="51717"/>
                  <a:pt x="8062" y="52578"/>
                </a:cubicBezTo>
                <a:cubicBezTo>
                  <a:pt x="5033" y="54633"/>
                  <a:pt x="0" y="59334"/>
                  <a:pt x="0" y="68256"/>
                </a:cubicBezTo>
                <a:cubicBezTo>
                  <a:pt x="0" y="69228"/>
                  <a:pt x="357" y="70126"/>
                  <a:pt x="997" y="70840"/>
                </a:cubicBezTo>
                <a:cubicBezTo>
                  <a:pt x="1255" y="71136"/>
                  <a:pt x="3852" y="73929"/>
                  <a:pt x="8123" y="77252"/>
                </a:cubicBezTo>
                <a:cubicBezTo>
                  <a:pt x="6265" y="79652"/>
                  <a:pt x="5133" y="82642"/>
                  <a:pt x="5133" y="85891"/>
                </a:cubicBezTo>
                <a:cubicBezTo>
                  <a:pt x="5133" y="93631"/>
                  <a:pt x="11483" y="99993"/>
                  <a:pt x="19225" y="99993"/>
                </a:cubicBezTo>
                <a:cubicBezTo>
                  <a:pt x="26030" y="99993"/>
                  <a:pt x="31754" y="95096"/>
                  <a:pt x="33058" y="88659"/>
                </a:cubicBezTo>
                <a:cubicBezTo>
                  <a:pt x="34978" y="88942"/>
                  <a:pt x="36947" y="89151"/>
                  <a:pt x="38979" y="89151"/>
                </a:cubicBezTo>
                <a:lnTo>
                  <a:pt x="67065" y="89151"/>
                </a:lnTo>
                <a:cubicBezTo>
                  <a:pt x="68554" y="95342"/>
                  <a:pt x="74142" y="99993"/>
                  <a:pt x="80763" y="99993"/>
                </a:cubicBezTo>
                <a:cubicBezTo>
                  <a:pt x="88517" y="99993"/>
                  <a:pt x="94867" y="93631"/>
                  <a:pt x="94867" y="85891"/>
                </a:cubicBezTo>
                <a:cubicBezTo>
                  <a:pt x="94867" y="84783"/>
                  <a:pt x="94720" y="83700"/>
                  <a:pt x="94474" y="82654"/>
                </a:cubicBezTo>
                <a:cubicBezTo>
                  <a:pt x="94671" y="82519"/>
                  <a:pt x="94855" y="82371"/>
                  <a:pt x="95027" y="82199"/>
                </a:cubicBezTo>
                <a:lnTo>
                  <a:pt x="98868" y="78360"/>
                </a:lnTo>
                <a:cubicBezTo>
                  <a:pt x="100049" y="77178"/>
                  <a:pt x="100332" y="75406"/>
                  <a:pt x="99594" y="73917"/>
                </a:cubicBezTo>
                <a:cubicBezTo>
                  <a:pt x="99360" y="73461"/>
                  <a:pt x="94486" y="63925"/>
                  <a:pt x="84541" y="61919"/>
                </a:cubicBezTo>
                <a:cubicBezTo>
                  <a:pt x="83815" y="47705"/>
                  <a:pt x="78769" y="36138"/>
                  <a:pt x="74068" y="28213"/>
                </a:cubicBezTo>
                <a:lnTo>
                  <a:pt x="78203" y="28213"/>
                </a:lnTo>
                <a:cubicBezTo>
                  <a:pt x="78917" y="28213"/>
                  <a:pt x="79483" y="27634"/>
                  <a:pt x="79483" y="26920"/>
                </a:cubicBezTo>
                <a:lnTo>
                  <a:pt x="79483" y="19229"/>
                </a:lnTo>
                <a:cubicBezTo>
                  <a:pt x="79483" y="18528"/>
                  <a:pt x="78917" y="17949"/>
                  <a:pt x="78203" y="17949"/>
                </a:cubicBezTo>
                <a:lnTo>
                  <a:pt x="70941" y="17949"/>
                </a:lnTo>
                <a:cubicBezTo>
                  <a:pt x="69735" y="17949"/>
                  <a:pt x="68652" y="18392"/>
                  <a:pt x="67779" y="19081"/>
                </a:cubicBezTo>
                <a:cubicBezTo>
                  <a:pt x="67311" y="18515"/>
                  <a:pt x="66831" y="17937"/>
                  <a:pt x="66511" y="17568"/>
                </a:cubicBezTo>
                <a:cubicBezTo>
                  <a:pt x="66486" y="17543"/>
                  <a:pt x="66486" y="17518"/>
                  <a:pt x="66486" y="17518"/>
                </a:cubicBezTo>
                <a:cubicBezTo>
                  <a:pt x="65969" y="15931"/>
                  <a:pt x="64492" y="14848"/>
                  <a:pt x="62819" y="14848"/>
                </a:cubicBezTo>
                <a:lnTo>
                  <a:pt x="49993" y="14848"/>
                </a:lnTo>
                <a:close/>
                <a:moveTo>
                  <a:pt x="5133" y="25640"/>
                </a:moveTo>
                <a:cubicBezTo>
                  <a:pt x="2289" y="25640"/>
                  <a:pt x="0" y="27941"/>
                  <a:pt x="0" y="30772"/>
                </a:cubicBezTo>
                <a:lnTo>
                  <a:pt x="0" y="41023"/>
                </a:lnTo>
                <a:cubicBezTo>
                  <a:pt x="0" y="43866"/>
                  <a:pt x="2289" y="46155"/>
                  <a:pt x="5133" y="46155"/>
                </a:cubicBezTo>
                <a:lnTo>
                  <a:pt x="17944" y="46155"/>
                </a:lnTo>
                <a:cubicBezTo>
                  <a:pt x="20788" y="46155"/>
                  <a:pt x="23077" y="43866"/>
                  <a:pt x="23077" y="41023"/>
                </a:cubicBezTo>
                <a:lnTo>
                  <a:pt x="23077" y="30772"/>
                </a:lnTo>
                <a:cubicBezTo>
                  <a:pt x="23077" y="27941"/>
                  <a:pt x="20788" y="25640"/>
                  <a:pt x="17944" y="25640"/>
                </a:cubicBezTo>
                <a:lnTo>
                  <a:pt x="5133" y="25640"/>
                </a:lnTo>
                <a:close/>
                <a:moveTo>
                  <a:pt x="14486" y="81658"/>
                </a:moveTo>
                <a:cubicBezTo>
                  <a:pt x="17723" y="83626"/>
                  <a:pt x="21452" y="85460"/>
                  <a:pt x="25551" y="86838"/>
                </a:cubicBezTo>
                <a:cubicBezTo>
                  <a:pt x="25095" y="89964"/>
                  <a:pt x="22487" y="92302"/>
                  <a:pt x="19225" y="92302"/>
                </a:cubicBezTo>
                <a:cubicBezTo>
                  <a:pt x="15643" y="92302"/>
                  <a:pt x="12825" y="89472"/>
                  <a:pt x="12825" y="85891"/>
                </a:cubicBezTo>
                <a:cubicBezTo>
                  <a:pt x="12825" y="84229"/>
                  <a:pt x="13477" y="82777"/>
                  <a:pt x="14486" y="81658"/>
                </a:cubicBezTo>
                <a:close/>
                <a:moveTo>
                  <a:pt x="79951" y="83331"/>
                </a:moveTo>
                <a:lnTo>
                  <a:pt x="86584" y="83331"/>
                </a:lnTo>
                <a:cubicBezTo>
                  <a:pt x="86942" y="84119"/>
                  <a:pt x="87175" y="84956"/>
                  <a:pt x="87175" y="85891"/>
                </a:cubicBezTo>
                <a:cubicBezTo>
                  <a:pt x="87175" y="89472"/>
                  <a:pt x="84357" y="92302"/>
                  <a:pt x="80763" y="92302"/>
                </a:cubicBezTo>
                <a:cubicBezTo>
                  <a:pt x="77317" y="92302"/>
                  <a:pt x="74597" y="89669"/>
                  <a:pt x="74400" y="86272"/>
                </a:cubicBezTo>
                <a:cubicBezTo>
                  <a:pt x="75298" y="85128"/>
                  <a:pt x="77145" y="83331"/>
                  <a:pt x="79951" y="8333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4" name="Красный — SVG 21">
            <a:extLst>
              <a:ext uri="{FF2B5EF4-FFF2-40B4-BE49-F238E27FC236}">
                <a16:creationId xmlns:a16="http://schemas.microsoft.com/office/drawing/2014/main" id="{1EBC8E94-8FA6-CD4A-A1A4-EA11BFC4962B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53167 w 134690"/>
              <a:gd name="csY0" fmla="*/ 0 h 134676"/>
              <a:gd name="csX1" fmla="*/ 49657 w 134690"/>
              <a:gd name="csY1" fmla="*/ 4032 h 134676"/>
              <a:gd name="csX2" fmla="*/ 56767 w 134690"/>
              <a:gd name="csY2" fmla="*/ 55218 h 134676"/>
              <a:gd name="csX3" fmla="*/ 32662 w 134690"/>
              <a:gd name="csY3" fmla="*/ 55984 h 134676"/>
              <a:gd name="csX4" fmla="*/ 28307 w 134690"/>
              <a:gd name="csY4" fmla="*/ 43821 h 134676"/>
              <a:gd name="csX5" fmla="*/ 21454 w 134690"/>
              <a:gd name="csY5" fmla="*/ 38990 h 134676"/>
              <a:gd name="csX6" fmla="*/ 17723 w 134690"/>
              <a:gd name="csY6" fmla="*/ 38990 h 134676"/>
              <a:gd name="csX7" fmla="*/ 14177 w 134690"/>
              <a:gd name="csY7" fmla="*/ 42528 h 134676"/>
              <a:gd name="csX8" fmla="*/ 14177 w 134690"/>
              <a:gd name="csY8" fmla="*/ 56579 h 134676"/>
              <a:gd name="csX9" fmla="*/ 10633 w 134690"/>
              <a:gd name="csY9" fmla="*/ 56698 h 134676"/>
              <a:gd name="csX10" fmla="*/ 3115 w 134690"/>
              <a:gd name="csY10" fmla="*/ 59811 h 134676"/>
              <a:gd name="csX11" fmla="*/ 0 w 134690"/>
              <a:gd name="csY11" fmla="*/ 67330 h 134676"/>
              <a:gd name="csX12" fmla="*/ 3115 w 134690"/>
              <a:gd name="csY12" fmla="*/ 74849 h 134676"/>
              <a:gd name="csX13" fmla="*/ 10633 w 134690"/>
              <a:gd name="csY13" fmla="*/ 77962 h 134676"/>
              <a:gd name="csX14" fmla="*/ 14177 w 134690"/>
              <a:gd name="csY14" fmla="*/ 78081 h 134676"/>
              <a:gd name="csX15" fmla="*/ 14177 w 134690"/>
              <a:gd name="csY15" fmla="*/ 92149 h 134676"/>
              <a:gd name="csX16" fmla="*/ 17723 w 134690"/>
              <a:gd name="csY16" fmla="*/ 95687 h 134676"/>
              <a:gd name="csX17" fmla="*/ 21454 w 134690"/>
              <a:gd name="csY17" fmla="*/ 95687 h 134676"/>
              <a:gd name="csX18" fmla="*/ 28307 w 134690"/>
              <a:gd name="csY18" fmla="*/ 90856 h 134676"/>
              <a:gd name="csX19" fmla="*/ 32662 w 134690"/>
              <a:gd name="csY19" fmla="*/ 78676 h 134676"/>
              <a:gd name="csX20" fmla="*/ 56767 w 134690"/>
              <a:gd name="csY20" fmla="*/ 79459 h 134676"/>
              <a:gd name="csX21" fmla="*/ 49657 w 134690"/>
              <a:gd name="csY21" fmla="*/ 130628 h 134676"/>
              <a:gd name="csX22" fmla="*/ 53167 w 134690"/>
              <a:gd name="csY22" fmla="*/ 134677 h 134676"/>
              <a:gd name="csX23" fmla="*/ 57162 w 134690"/>
              <a:gd name="csY23" fmla="*/ 134677 h 134676"/>
              <a:gd name="csX24" fmla="*/ 63440 w 134690"/>
              <a:gd name="csY24" fmla="*/ 130781 h 134676"/>
              <a:gd name="csX25" fmla="*/ 88597 w 134690"/>
              <a:gd name="csY25" fmla="*/ 80480 h 134676"/>
              <a:gd name="csX26" fmla="*/ 119834 w 134690"/>
              <a:gd name="csY26" fmla="*/ 81483 h 134676"/>
              <a:gd name="csX27" fmla="*/ 120511 w 134690"/>
              <a:gd name="csY27" fmla="*/ 81517 h 134676"/>
              <a:gd name="csX28" fmla="*/ 130537 w 134690"/>
              <a:gd name="csY28" fmla="*/ 77366 h 134676"/>
              <a:gd name="csX29" fmla="*/ 134690 w 134690"/>
              <a:gd name="csY29" fmla="*/ 67330 h 134676"/>
              <a:gd name="csX30" fmla="*/ 130537 w 134690"/>
              <a:gd name="csY30" fmla="*/ 57310 h 134676"/>
              <a:gd name="csX31" fmla="*/ 120511 w 134690"/>
              <a:gd name="csY31" fmla="*/ 53160 h 134676"/>
              <a:gd name="csX32" fmla="*/ 88597 w 134690"/>
              <a:gd name="csY32" fmla="*/ 54197 h 134676"/>
              <a:gd name="csX33" fmla="*/ 63440 w 134690"/>
              <a:gd name="csY33" fmla="*/ 3879 h 134676"/>
              <a:gd name="csX34" fmla="*/ 57162 w 134690"/>
              <a:gd name="csY34" fmla="*/ 0 h 134676"/>
              <a:gd name="csX35" fmla="*/ 53167 w 134690"/>
              <a:gd name="csY35" fmla="*/ 0 h 134676"/>
            </a:gdLst>
            <a:ahLst/>
            <a:cxnLst/>
            <a:rect l="l" t="t" r="r" b="b"/>
            <a:pathLst>
              <a:path w="100000" h="100000">
                <a:moveTo>
                  <a:pt x="39474" y="5"/>
                </a:moveTo>
                <a:cubicBezTo>
                  <a:pt x="37876" y="5"/>
                  <a:pt x="36646" y="1420"/>
                  <a:pt x="36868" y="2999"/>
                </a:cubicBezTo>
                <a:lnTo>
                  <a:pt x="42146" y="41002"/>
                </a:lnTo>
                <a:lnTo>
                  <a:pt x="24250" y="41570"/>
                </a:lnTo>
                <a:lnTo>
                  <a:pt x="21016" y="32540"/>
                </a:lnTo>
                <a:cubicBezTo>
                  <a:pt x="20249" y="30380"/>
                  <a:pt x="18212" y="28953"/>
                  <a:pt x="15928" y="28953"/>
                </a:cubicBezTo>
                <a:lnTo>
                  <a:pt x="13158" y="28953"/>
                </a:lnTo>
                <a:cubicBezTo>
                  <a:pt x="11705" y="28953"/>
                  <a:pt x="10526" y="30127"/>
                  <a:pt x="10526" y="31580"/>
                </a:cubicBezTo>
                <a:lnTo>
                  <a:pt x="10526" y="42012"/>
                </a:lnTo>
                <a:lnTo>
                  <a:pt x="7894" y="42100"/>
                </a:lnTo>
                <a:cubicBezTo>
                  <a:pt x="5801" y="42100"/>
                  <a:pt x="3793" y="42934"/>
                  <a:pt x="2313" y="44412"/>
                </a:cubicBezTo>
                <a:cubicBezTo>
                  <a:pt x="832" y="45902"/>
                  <a:pt x="0" y="47910"/>
                  <a:pt x="0" y="49994"/>
                </a:cubicBezTo>
                <a:cubicBezTo>
                  <a:pt x="0" y="52091"/>
                  <a:pt x="832" y="54098"/>
                  <a:pt x="2313" y="55577"/>
                </a:cubicBezTo>
                <a:cubicBezTo>
                  <a:pt x="3793" y="57054"/>
                  <a:pt x="5801" y="57888"/>
                  <a:pt x="7894" y="57888"/>
                </a:cubicBezTo>
                <a:lnTo>
                  <a:pt x="10526" y="57976"/>
                </a:lnTo>
                <a:lnTo>
                  <a:pt x="10526" y="68421"/>
                </a:lnTo>
                <a:cubicBezTo>
                  <a:pt x="10526" y="69873"/>
                  <a:pt x="11705" y="71048"/>
                  <a:pt x="13158" y="71048"/>
                </a:cubicBezTo>
                <a:lnTo>
                  <a:pt x="15928" y="71048"/>
                </a:lnTo>
                <a:cubicBezTo>
                  <a:pt x="18212" y="71048"/>
                  <a:pt x="20249" y="69608"/>
                  <a:pt x="21016" y="67461"/>
                </a:cubicBezTo>
                <a:lnTo>
                  <a:pt x="24250" y="58418"/>
                </a:lnTo>
                <a:lnTo>
                  <a:pt x="42146" y="58999"/>
                </a:lnTo>
                <a:lnTo>
                  <a:pt x="36868" y="96989"/>
                </a:lnTo>
                <a:cubicBezTo>
                  <a:pt x="36646" y="98581"/>
                  <a:pt x="37876" y="99996"/>
                  <a:pt x="39474" y="99996"/>
                </a:cubicBezTo>
                <a:lnTo>
                  <a:pt x="42440" y="99996"/>
                </a:lnTo>
                <a:cubicBezTo>
                  <a:pt x="44412" y="99996"/>
                  <a:pt x="46219" y="98871"/>
                  <a:pt x="47101" y="97103"/>
                </a:cubicBezTo>
                <a:lnTo>
                  <a:pt x="65778" y="59757"/>
                </a:lnTo>
                <a:lnTo>
                  <a:pt x="88970" y="60502"/>
                </a:lnTo>
                <a:cubicBezTo>
                  <a:pt x="89137" y="60515"/>
                  <a:pt x="89305" y="60527"/>
                  <a:pt x="89473" y="60527"/>
                </a:cubicBezTo>
                <a:cubicBezTo>
                  <a:pt x="92264" y="60527"/>
                  <a:pt x="94942" y="59416"/>
                  <a:pt x="96917" y="57445"/>
                </a:cubicBezTo>
                <a:cubicBezTo>
                  <a:pt x="98891" y="55463"/>
                  <a:pt x="100000" y="52785"/>
                  <a:pt x="100000" y="49994"/>
                </a:cubicBezTo>
                <a:cubicBezTo>
                  <a:pt x="100000" y="47202"/>
                  <a:pt x="98891" y="44525"/>
                  <a:pt x="96917" y="42555"/>
                </a:cubicBezTo>
                <a:cubicBezTo>
                  <a:pt x="94942" y="40585"/>
                  <a:pt x="92264" y="39474"/>
                  <a:pt x="89473" y="39474"/>
                </a:cubicBezTo>
                <a:lnTo>
                  <a:pt x="65778" y="40244"/>
                </a:lnTo>
                <a:lnTo>
                  <a:pt x="47101" y="2885"/>
                </a:lnTo>
                <a:cubicBezTo>
                  <a:pt x="46219" y="1117"/>
                  <a:pt x="44412" y="5"/>
                  <a:pt x="42440" y="5"/>
                </a:cubicBezTo>
                <a:lnTo>
                  <a:pt x="39474" y="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5" name="Красный — SVG 22">
            <a:extLst>
              <a:ext uri="{FF2B5EF4-FFF2-40B4-BE49-F238E27FC236}">
                <a16:creationId xmlns:a16="http://schemas.microsoft.com/office/drawing/2014/main" id="{A3D49EB6-F1EE-1240-9F5E-0D7AE11BB5E4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74510 w 149018"/>
              <a:gd name="csY0" fmla="*/ 0 h 116951"/>
              <a:gd name="csX1" fmla="*/ 41654 w 149018"/>
              <a:gd name="csY1" fmla="*/ 4355 h 116951"/>
              <a:gd name="csX2" fmla="*/ 24977 w 149018"/>
              <a:gd name="csY2" fmla="*/ 17777 h 116951"/>
              <a:gd name="csX3" fmla="*/ 17514 w 149018"/>
              <a:gd name="csY3" fmla="*/ 32151 h 116951"/>
              <a:gd name="csX4" fmla="*/ 15804 w 149018"/>
              <a:gd name="csY4" fmla="*/ 31896 h 116951"/>
              <a:gd name="csX5" fmla="*/ 5393 w 149018"/>
              <a:gd name="csY5" fmla="*/ 31896 h 116951"/>
              <a:gd name="csX6" fmla="*/ 3335 w 149018"/>
              <a:gd name="csY6" fmla="*/ 32287 h 116951"/>
              <a:gd name="csX7" fmla="*/ 1584 w 149018"/>
              <a:gd name="csY7" fmla="*/ 33427 h 116951"/>
              <a:gd name="csX8" fmla="*/ 412 w 149018"/>
              <a:gd name="csY8" fmla="*/ 35162 h 116951"/>
              <a:gd name="csX9" fmla="*/ 0 w 149018"/>
              <a:gd name="csY9" fmla="*/ 37203 h 116951"/>
              <a:gd name="csX10" fmla="*/ 412 w 149018"/>
              <a:gd name="csY10" fmla="*/ 39262 h 116951"/>
              <a:gd name="csX11" fmla="*/ 1584 w 149018"/>
              <a:gd name="csY11" fmla="*/ 40997 h 116951"/>
              <a:gd name="csX12" fmla="*/ 3335 w 149018"/>
              <a:gd name="csY12" fmla="*/ 42137 h 116951"/>
              <a:gd name="csX13" fmla="*/ 5393 w 149018"/>
              <a:gd name="csY13" fmla="*/ 42528 h 116951"/>
              <a:gd name="csX14" fmla="*/ 10992 w 149018"/>
              <a:gd name="csY14" fmla="*/ 42528 h 116951"/>
              <a:gd name="csX15" fmla="*/ 9580 w 149018"/>
              <a:gd name="csY15" fmla="*/ 43208 h 116951"/>
              <a:gd name="csX16" fmla="*/ 77 w 149018"/>
              <a:gd name="csY16" fmla="*/ 58467 h 116951"/>
              <a:gd name="csX17" fmla="*/ 77 w 149018"/>
              <a:gd name="csY17" fmla="*/ 93918 h 116951"/>
              <a:gd name="csX18" fmla="*/ 77 w 149018"/>
              <a:gd name="csY18" fmla="*/ 109858 h 116951"/>
              <a:gd name="csX19" fmla="*/ 7164 w 149018"/>
              <a:gd name="csY19" fmla="*/ 116951 h 116951"/>
              <a:gd name="csX20" fmla="*/ 14254 w 149018"/>
              <a:gd name="csY20" fmla="*/ 116951 h 116951"/>
              <a:gd name="csX21" fmla="*/ 21343 w 149018"/>
              <a:gd name="csY21" fmla="*/ 109858 h 116951"/>
              <a:gd name="csX22" fmla="*/ 21343 w 149018"/>
              <a:gd name="csY22" fmla="*/ 99226 h 116951"/>
              <a:gd name="csX23" fmla="*/ 127677 w 149018"/>
              <a:gd name="csY23" fmla="*/ 99226 h 116951"/>
              <a:gd name="csX24" fmla="*/ 127677 w 149018"/>
              <a:gd name="csY24" fmla="*/ 109858 h 116951"/>
              <a:gd name="csX25" fmla="*/ 134765 w 149018"/>
              <a:gd name="csY25" fmla="*/ 116951 h 116951"/>
              <a:gd name="csX26" fmla="*/ 141854 w 149018"/>
              <a:gd name="csY26" fmla="*/ 116951 h 116951"/>
              <a:gd name="csX27" fmla="*/ 148944 w 149018"/>
              <a:gd name="csY27" fmla="*/ 109858 h 116951"/>
              <a:gd name="csX28" fmla="*/ 148944 w 149018"/>
              <a:gd name="csY28" fmla="*/ 93918 h 116951"/>
              <a:gd name="csX29" fmla="*/ 148944 w 149018"/>
              <a:gd name="csY29" fmla="*/ 58467 h 116951"/>
              <a:gd name="csX30" fmla="*/ 139438 w 149018"/>
              <a:gd name="csY30" fmla="*/ 43208 h 116951"/>
              <a:gd name="csX31" fmla="*/ 138026 w 149018"/>
              <a:gd name="csY31" fmla="*/ 42528 h 116951"/>
              <a:gd name="csX32" fmla="*/ 143627 w 149018"/>
              <a:gd name="csY32" fmla="*/ 42528 h 116951"/>
              <a:gd name="csX33" fmla="*/ 145684 w 149018"/>
              <a:gd name="csY33" fmla="*/ 42137 h 116951"/>
              <a:gd name="csX34" fmla="*/ 147435 w 149018"/>
              <a:gd name="csY34" fmla="*/ 40997 h 116951"/>
              <a:gd name="csX35" fmla="*/ 148607 w 149018"/>
              <a:gd name="csY35" fmla="*/ 39262 h 116951"/>
              <a:gd name="csX36" fmla="*/ 149019 w 149018"/>
              <a:gd name="csY36" fmla="*/ 37203 h 116951"/>
              <a:gd name="csX37" fmla="*/ 148607 w 149018"/>
              <a:gd name="csY37" fmla="*/ 35162 h 116951"/>
              <a:gd name="csX38" fmla="*/ 147435 w 149018"/>
              <a:gd name="csY38" fmla="*/ 33427 h 116951"/>
              <a:gd name="csX39" fmla="*/ 145684 w 149018"/>
              <a:gd name="csY39" fmla="*/ 32287 h 116951"/>
              <a:gd name="csX40" fmla="*/ 143627 w 149018"/>
              <a:gd name="csY40" fmla="*/ 31896 h 116951"/>
              <a:gd name="csX41" fmla="*/ 133326 w 149018"/>
              <a:gd name="csY41" fmla="*/ 31896 h 116951"/>
              <a:gd name="csX42" fmla="*/ 131532 w 149018"/>
              <a:gd name="csY42" fmla="*/ 32185 h 116951"/>
              <a:gd name="csX43" fmla="*/ 124048 w 149018"/>
              <a:gd name="csY43" fmla="*/ 17777 h 116951"/>
              <a:gd name="csX44" fmla="*/ 124048 w 149018"/>
              <a:gd name="csY44" fmla="*/ 17777 h 116951"/>
              <a:gd name="csX45" fmla="*/ 107372 w 149018"/>
              <a:gd name="csY45" fmla="*/ 4355 h 116951"/>
              <a:gd name="csX46" fmla="*/ 107365 w 149018"/>
              <a:gd name="csY46" fmla="*/ 4355 h 116951"/>
              <a:gd name="csX47" fmla="*/ 74510 w 149018"/>
              <a:gd name="csY47" fmla="*/ 0 h 116951"/>
              <a:gd name="csX48" fmla="*/ 74510 w 149018"/>
              <a:gd name="csY48" fmla="*/ 10632 h 116951"/>
              <a:gd name="csX49" fmla="*/ 104651 w 149018"/>
              <a:gd name="csY49" fmla="*/ 14630 h 116951"/>
              <a:gd name="csX50" fmla="*/ 114613 w 149018"/>
              <a:gd name="csY50" fmla="*/ 22676 h 116951"/>
              <a:gd name="csX51" fmla="*/ 121743 w 149018"/>
              <a:gd name="csY51" fmla="*/ 36404 h 116951"/>
              <a:gd name="csX52" fmla="*/ 120193 w 149018"/>
              <a:gd name="csY52" fmla="*/ 36013 h 116951"/>
              <a:gd name="csX53" fmla="*/ 74510 w 149018"/>
              <a:gd name="csY53" fmla="*/ 31896 h 116951"/>
              <a:gd name="csX54" fmla="*/ 28826 w 149018"/>
              <a:gd name="csY54" fmla="*/ 36013 h 116951"/>
              <a:gd name="csX55" fmla="*/ 27283 w 149018"/>
              <a:gd name="csY55" fmla="*/ 36404 h 116951"/>
              <a:gd name="csX56" fmla="*/ 34413 w 149018"/>
              <a:gd name="csY56" fmla="*/ 22676 h 116951"/>
              <a:gd name="csX57" fmla="*/ 44374 w 149018"/>
              <a:gd name="csY57" fmla="*/ 14630 h 116951"/>
              <a:gd name="csX58" fmla="*/ 74510 w 149018"/>
              <a:gd name="csY58" fmla="*/ 10632 h 116951"/>
              <a:gd name="csX59" fmla="*/ 19571 w 149018"/>
              <a:gd name="csY59" fmla="*/ 53160 h 116951"/>
              <a:gd name="csX60" fmla="*/ 28431 w 149018"/>
              <a:gd name="csY60" fmla="*/ 62022 h 116951"/>
              <a:gd name="csX61" fmla="*/ 19571 w 149018"/>
              <a:gd name="csY61" fmla="*/ 70885 h 116951"/>
              <a:gd name="csX62" fmla="*/ 10710 w 149018"/>
              <a:gd name="csY62" fmla="*/ 62022 h 116951"/>
              <a:gd name="csX63" fmla="*/ 19571 w 149018"/>
              <a:gd name="csY63" fmla="*/ 53160 h 116951"/>
              <a:gd name="csX64" fmla="*/ 129448 w 149018"/>
              <a:gd name="csY64" fmla="*/ 53160 h 116951"/>
              <a:gd name="csX65" fmla="*/ 138311 w 149018"/>
              <a:gd name="csY65" fmla="*/ 62022 h 116951"/>
              <a:gd name="csX66" fmla="*/ 129448 w 149018"/>
              <a:gd name="csY66" fmla="*/ 70885 h 116951"/>
              <a:gd name="csX67" fmla="*/ 120588 w 149018"/>
              <a:gd name="csY67" fmla="*/ 62022 h 116951"/>
              <a:gd name="csX68" fmla="*/ 129448 w 149018"/>
              <a:gd name="csY68" fmla="*/ 53160 h 116951"/>
              <a:gd name="csX69" fmla="*/ 44381 w 149018"/>
              <a:gd name="csY69" fmla="*/ 74424 h 116951"/>
              <a:gd name="csX70" fmla="*/ 104638 w 149018"/>
              <a:gd name="csY70" fmla="*/ 74424 h 116951"/>
              <a:gd name="csX71" fmla="*/ 109386 w 149018"/>
              <a:gd name="csY71" fmla="*/ 77366 h 116951"/>
              <a:gd name="csX72" fmla="*/ 108888 w 149018"/>
              <a:gd name="csY72" fmla="*/ 82929 h 116951"/>
              <a:gd name="csX73" fmla="*/ 104638 w 149018"/>
              <a:gd name="csY73" fmla="*/ 88594 h 116951"/>
              <a:gd name="csX74" fmla="*/ 44381 w 149018"/>
              <a:gd name="csY74" fmla="*/ 88594 h 116951"/>
              <a:gd name="csX75" fmla="*/ 40131 w 149018"/>
              <a:gd name="csY75" fmla="*/ 82929 h 116951"/>
              <a:gd name="csX76" fmla="*/ 39633 w 149018"/>
              <a:gd name="csY76" fmla="*/ 77366 h 116951"/>
              <a:gd name="csX77" fmla="*/ 44381 w 149018"/>
              <a:gd name="csY77" fmla="*/ 74424 h 116951"/>
            </a:gdLst>
            <a:ahLst/>
            <a:cxnLst/>
            <a:rect l="l" t="t" r="r" b="b"/>
            <a:pathLst>
              <a:path w="100000" h="100000">
                <a:moveTo>
                  <a:pt x="50001" y="10759"/>
                </a:moveTo>
                <a:cubicBezTo>
                  <a:pt x="40943" y="10759"/>
                  <a:pt x="33126" y="12312"/>
                  <a:pt x="27952" y="13682"/>
                </a:cubicBezTo>
                <a:cubicBezTo>
                  <a:pt x="23099" y="14960"/>
                  <a:pt x="19056" y="18259"/>
                  <a:pt x="16761" y="22689"/>
                </a:cubicBezTo>
                <a:lnTo>
                  <a:pt x="11753" y="32335"/>
                </a:lnTo>
                <a:cubicBezTo>
                  <a:pt x="11383" y="32221"/>
                  <a:pt x="10996" y="32164"/>
                  <a:pt x="10605" y="32164"/>
                </a:cubicBezTo>
                <a:lnTo>
                  <a:pt x="3619" y="32164"/>
                </a:lnTo>
                <a:cubicBezTo>
                  <a:pt x="3145" y="32152"/>
                  <a:pt x="2676" y="32243"/>
                  <a:pt x="2238" y="32426"/>
                </a:cubicBezTo>
                <a:cubicBezTo>
                  <a:pt x="1799" y="32597"/>
                  <a:pt x="1400" y="32859"/>
                  <a:pt x="1063" y="33191"/>
                </a:cubicBezTo>
                <a:cubicBezTo>
                  <a:pt x="726" y="33522"/>
                  <a:pt x="459" y="33922"/>
                  <a:pt x="276" y="34355"/>
                </a:cubicBezTo>
                <a:cubicBezTo>
                  <a:pt x="94" y="34789"/>
                  <a:pt x="0" y="35257"/>
                  <a:pt x="0" y="35725"/>
                </a:cubicBezTo>
                <a:cubicBezTo>
                  <a:pt x="0" y="36205"/>
                  <a:pt x="94" y="36672"/>
                  <a:pt x="276" y="37107"/>
                </a:cubicBezTo>
                <a:cubicBezTo>
                  <a:pt x="459" y="37540"/>
                  <a:pt x="726" y="37940"/>
                  <a:pt x="1063" y="38271"/>
                </a:cubicBezTo>
                <a:cubicBezTo>
                  <a:pt x="1400" y="38602"/>
                  <a:pt x="1799" y="38864"/>
                  <a:pt x="2238" y="39036"/>
                </a:cubicBezTo>
                <a:cubicBezTo>
                  <a:pt x="2676" y="39218"/>
                  <a:pt x="3145" y="39310"/>
                  <a:pt x="3619" y="39298"/>
                </a:cubicBezTo>
                <a:lnTo>
                  <a:pt x="7376" y="39298"/>
                </a:lnTo>
                <a:cubicBezTo>
                  <a:pt x="7083" y="39469"/>
                  <a:pt x="6712" y="39572"/>
                  <a:pt x="6429" y="39755"/>
                </a:cubicBezTo>
                <a:cubicBezTo>
                  <a:pt x="2882" y="42026"/>
                  <a:pt x="52" y="45600"/>
                  <a:pt x="52" y="49994"/>
                </a:cubicBezTo>
                <a:lnTo>
                  <a:pt x="52" y="73784"/>
                </a:lnTo>
                <a:lnTo>
                  <a:pt x="52" y="84481"/>
                </a:lnTo>
                <a:cubicBezTo>
                  <a:pt x="52" y="87117"/>
                  <a:pt x="2180" y="89241"/>
                  <a:pt x="4807" y="89241"/>
                </a:cubicBezTo>
                <a:lnTo>
                  <a:pt x="9565" y="89241"/>
                </a:lnTo>
                <a:cubicBezTo>
                  <a:pt x="12193" y="89241"/>
                  <a:pt x="14322" y="87117"/>
                  <a:pt x="14322" y="84481"/>
                </a:cubicBezTo>
                <a:lnTo>
                  <a:pt x="14322" y="77346"/>
                </a:lnTo>
                <a:lnTo>
                  <a:pt x="85679" y="77346"/>
                </a:lnTo>
                <a:lnTo>
                  <a:pt x="85679" y="84481"/>
                </a:lnTo>
                <a:cubicBezTo>
                  <a:pt x="85679" y="87117"/>
                  <a:pt x="87807" y="89241"/>
                  <a:pt x="90435" y="89241"/>
                </a:cubicBezTo>
                <a:lnTo>
                  <a:pt x="95193" y="89241"/>
                </a:lnTo>
                <a:cubicBezTo>
                  <a:pt x="97821" y="89241"/>
                  <a:pt x="99950" y="87117"/>
                  <a:pt x="99950" y="84481"/>
                </a:cubicBezTo>
                <a:lnTo>
                  <a:pt x="99950" y="73784"/>
                </a:lnTo>
                <a:lnTo>
                  <a:pt x="99950" y="49994"/>
                </a:lnTo>
                <a:cubicBezTo>
                  <a:pt x="99950" y="45600"/>
                  <a:pt x="97119" y="42026"/>
                  <a:pt x="93571" y="39755"/>
                </a:cubicBezTo>
                <a:cubicBezTo>
                  <a:pt x="93289" y="39572"/>
                  <a:pt x="92918" y="39469"/>
                  <a:pt x="92624" y="39298"/>
                </a:cubicBezTo>
                <a:lnTo>
                  <a:pt x="96382" y="39298"/>
                </a:lnTo>
                <a:cubicBezTo>
                  <a:pt x="96855" y="39310"/>
                  <a:pt x="97324" y="39218"/>
                  <a:pt x="97763" y="39036"/>
                </a:cubicBezTo>
                <a:cubicBezTo>
                  <a:pt x="98201" y="38864"/>
                  <a:pt x="98601" y="38602"/>
                  <a:pt x="98938" y="38271"/>
                </a:cubicBezTo>
                <a:cubicBezTo>
                  <a:pt x="99275" y="37940"/>
                  <a:pt x="99542" y="37540"/>
                  <a:pt x="99724" y="37107"/>
                </a:cubicBezTo>
                <a:cubicBezTo>
                  <a:pt x="99907" y="36672"/>
                  <a:pt x="100001" y="36205"/>
                  <a:pt x="100001" y="35725"/>
                </a:cubicBezTo>
                <a:cubicBezTo>
                  <a:pt x="100001" y="35257"/>
                  <a:pt x="99907" y="34789"/>
                  <a:pt x="99724" y="34355"/>
                </a:cubicBezTo>
                <a:cubicBezTo>
                  <a:pt x="99542" y="33922"/>
                  <a:pt x="99275" y="33522"/>
                  <a:pt x="98938" y="33191"/>
                </a:cubicBezTo>
                <a:cubicBezTo>
                  <a:pt x="98601" y="32859"/>
                  <a:pt x="98201" y="32597"/>
                  <a:pt x="97763" y="32426"/>
                </a:cubicBezTo>
                <a:cubicBezTo>
                  <a:pt x="97324" y="32243"/>
                  <a:pt x="96855" y="32152"/>
                  <a:pt x="96382" y="32164"/>
                </a:cubicBezTo>
                <a:lnTo>
                  <a:pt x="89470" y="32164"/>
                </a:lnTo>
                <a:cubicBezTo>
                  <a:pt x="89060" y="32164"/>
                  <a:pt x="88653" y="32221"/>
                  <a:pt x="88266" y="32358"/>
                </a:cubicBezTo>
                <a:lnTo>
                  <a:pt x="83244" y="22689"/>
                </a:lnTo>
                <a:lnTo>
                  <a:pt x="83244" y="22689"/>
                </a:lnTo>
                <a:cubicBezTo>
                  <a:pt x="80948" y="18259"/>
                  <a:pt x="76907" y="14960"/>
                  <a:pt x="72053" y="13682"/>
                </a:cubicBezTo>
                <a:lnTo>
                  <a:pt x="72048" y="13682"/>
                </a:lnTo>
                <a:cubicBezTo>
                  <a:pt x="66872" y="12312"/>
                  <a:pt x="59058" y="10759"/>
                  <a:pt x="50001" y="10759"/>
                </a:cubicBezTo>
                <a:close/>
                <a:moveTo>
                  <a:pt x="50001" y="17894"/>
                </a:moveTo>
                <a:cubicBezTo>
                  <a:pt x="58239" y="17894"/>
                  <a:pt x="65485" y="19321"/>
                  <a:pt x="70227" y="20577"/>
                </a:cubicBezTo>
                <a:cubicBezTo>
                  <a:pt x="73103" y="21330"/>
                  <a:pt x="75522" y="23293"/>
                  <a:pt x="76912" y="25976"/>
                </a:cubicBezTo>
                <a:lnTo>
                  <a:pt x="81697" y="35189"/>
                </a:lnTo>
                <a:cubicBezTo>
                  <a:pt x="81349" y="35109"/>
                  <a:pt x="81015" y="35006"/>
                  <a:pt x="80657" y="34926"/>
                </a:cubicBezTo>
                <a:cubicBezTo>
                  <a:pt x="70823" y="32734"/>
                  <a:pt x="59079" y="32164"/>
                  <a:pt x="50001" y="32164"/>
                </a:cubicBezTo>
                <a:cubicBezTo>
                  <a:pt x="40922" y="32164"/>
                  <a:pt x="29177" y="32734"/>
                  <a:pt x="19344" y="34926"/>
                </a:cubicBezTo>
                <a:cubicBezTo>
                  <a:pt x="18986" y="35006"/>
                  <a:pt x="18655" y="35097"/>
                  <a:pt x="18309" y="35189"/>
                </a:cubicBezTo>
                <a:lnTo>
                  <a:pt x="23093" y="25976"/>
                </a:lnTo>
                <a:cubicBezTo>
                  <a:pt x="24480" y="23293"/>
                  <a:pt x="26901" y="21330"/>
                  <a:pt x="29778" y="20577"/>
                </a:cubicBezTo>
                <a:cubicBezTo>
                  <a:pt x="34517" y="19321"/>
                  <a:pt x="41761" y="17894"/>
                  <a:pt x="50001" y="17894"/>
                </a:cubicBezTo>
                <a:close/>
                <a:moveTo>
                  <a:pt x="13133" y="46433"/>
                </a:moveTo>
                <a:cubicBezTo>
                  <a:pt x="16415" y="46433"/>
                  <a:pt x="19079" y="49092"/>
                  <a:pt x="19079" y="52380"/>
                </a:cubicBezTo>
                <a:cubicBezTo>
                  <a:pt x="19079" y="55657"/>
                  <a:pt x="16415" y="58328"/>
                  <a:pt x="13133" y="58328"/>
                </a:cubicBezTo>
                <a:cubicBezTo>
                  <a:pt x="9850" y="58328"/>
                  <a:pt x="7187" y="55657"/>
                  <a:pt x="7187" y="52380"/>
                </a:cubicBezTo>
                <a:cubicBezTo>
                  <a:pt x="7187" y="49092"/>
                  <a:pt x="9850" y="46433"/>
                  <a:pt x="13133" y="46433"/>
                </a:cubicBezTo>
                <a:close/>
                <a:moveTo>
                  <a:pt x="86867" y="46433"/>
                </a:moveTo>
                <a:cubicBezTo>
                  <a:pt x="90150" y="46433"/>
                  <a:pt x="92815" y="49092"/>
                  <a:pt x="92815" y="52380"/>
                </a:cubicBezTo>
                <a:cubicBezTo>
                  <a:pt x="92815" y="55657"/>
                  <a:pt x="90150" y="58328"/>
                  <a:pt x="86867" y="58328"/>
                </a:cubicBezTo>
                <a:cubicBezTo>
                  <a:pt x="83585" y="58328"/>
                  <a:pt x="80922" y="55657"/>
                  <a:pt x="80922" y="52380"/>
                </a:cubicBezTo>
                <a:cubicBezTo>
                  <a:pt x="80922" y="49092"/>
                  <a:pt x="83585" y="46433"/>
                  <a:pt x="86867" y="46433"/>
                </a:cubicBezTo>
                <a:close/>
                <a:moveTo>
                  <a:pt x="29782" y="60702"/>
                </a:moveTo>
                <a:lnTo>
                  <a:pt x="70218" y="60702"/>
                </a:lnTo>
                <a:cubicBezTo>
                  <a:pt x="71573" y="60702"/>
                  <a:pt x="72810" y="61467"/>
                  <a:pt x="73405" y="62677"/>
                </a:cubicBezTo>
                <a:cubicBezTo>
                  <a:pt x="74023" y="63887"/>
                  <a:pt x="73880" y="65337"/>
                  <a:pt x="73070" y="66410"/>
                </a:cubicBezTo>
                <a:lnTo>
                  <a:pt x="70218" y="70211"/>
                </a:lnTo>
                <a:lnTo>
                  <a:pt x="29782" y="70211"/>
                </a:lnTo>
                <a:lnTo>
                  <a:pt x="26930" y="66410"/>
                </a:lnTo>
                <a:cubicBezTo>
                  <a:pt x="26121" y="65337"/>
                  <a:pt x="25977" y="63887"/>
                  <a:pt x="26596" y="62677"/>
                </a:cubicBezTo>
                <a:cubicBezTo>
                  <a:pt x="27191" y="61467"/>
                  <a:pt x="28427" y="60702"/>
                  <a:pt x="29782" y="6070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6" name="Красный — SVG 23">
            <a:extLst>
              <a:ext uri="{FF2B5EF4-FFF2-40B4-BE49-F238E27FC236}">
                <a16:creationId xmlns:a16="http://schemas.microsoft.com/office/drawing/2014/main" id="{5B715EC5-E17C-5942-8B52-FF854C54D872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75505 w 126902"/>
              <a:gd name="csY0" fmla="*/ 0 h 134676"/>
              <a:gd name="csX1" fmla="*/ 70197 w 126902"/>
              <a:gd name="csY1" fmla="*/ 5307 h 134676"/>
              <a:gd name="csX2" fmla="*/ 70197 w 126902"/>
              <a:gd name="csY2" fmla="*/ 53160 h 134676"/>
              <a:gd name="csX3" fmla="*/ 126903 w 126902"/>
              <a:gd name="csY3" fmla="*/ 53160 h 134676"/>
              <a:gd name="csX4" fmla="*/ 126903 w 126902"/>
              <a:gd name="csY4" fmla="*/ 50795 h 134676"/>
              <a:gd name="csX5" fmla="*/ 75505 w 126902"/>
              <a:gd name="csY5" fmla="*/ 0 h 134676"/>
              <a:gd name="csX6" fmla="*/ 36528 w 126902"/>
              <a:gd name="csY6" fmla="*/ 7094 h 134676"/>
              <a:gd name="csX7" fmla="*/ 27749 w 126902"/>
              <a:gd name="csY7" fmla="*/ 10717 h 134676"/>
              <a:gd name="csX8" fmla="*/ 24125 w 126902"/>
              <a:gd name="csY8" fmla="*/ 19495 h 134676"/>
              <a:gd name="csX9" fmla="*/ 27749 w 126902"/>
              <a:gd name="csY9" fmla="*/ 28255 h 134676"/>
              <a:gd name="csX10" fmla="*/ 36528 w 126902"/>
              <a:gd name="csY10" fmla="*/ 31896 h 134676"/>
              <a:gd name="csX11" fmla="*/ 45290 w 126902"/>
              <a:gd name="csY11" fmla="*/ 28255 h 134676"/>
              <a:gd name="csX12" fmla="*/ 48930 w 126902"/>
              <a:gd name="csY12" fmla="*/ 19495 h 134676"/>
              <a:gd name="csX13" fmla="*/ 45290 w 126902"/>
              <a:gd name="csY13" fmla="*/ 10717 h 134676"/>
              <a:gd name="csX14" fmla="*/ 36528 w 126902"/>
              <a:gd name="csY14" fmla="*/ 7094 h 134676"/>
              <a:gd name="csX15" fmla="*/ 27663 w 126902"/>
              <a:gd name="csY15" fmla="*/ 38990 h 134676"/>
              <a:gd name="csX16" fmla="*/ 17030 w 126902"/>
              <a:gd name="csY16" fmla="*/ 49621 h 134676"/>
              <a:gd name="csX17" fmla="*/ 17030 w 126902"/>
              <a:gd name="csY17" fmla="*/ 53160 h 134676"/>
              <a:gd name="csX18" fmla="*/ 56025 w 126902"/>
              <a:gd name="csY18" fmla="*/ 53160 h 134676"/>
              <a:gd name="csX19" fmla="*/ 56025 w 126902"/>
              <a:gd name="csY19" fmla="*/ 49621 h 134676"/>
              <a:gd name="csX20" fmla="*/ 45392 w 126902"/>
              <a:gd name="csY20" fmla="*/ 38990 h 134676"/>
              <a:gd name="csX21" fmla="*/ 27663 w 126902"/>
              <a:gd name="csY21" fmla="*/ 38990 h 134676"/>
              <a:gd name="csX22" fmla="*/ 0 w 126902"/>
              <a:gd name="csY22" fmla="*/ 63792 h 134676"/>
              <a:gd name="csX23" fmla="*/ 19395 w 126902"/>
              <a:gd name="csY23" fmla="*/ 99838 h 134676"/>
              <a:gd name="csX24" fmla="*/ 10838 w 126902"/>
              <a:gd name="csY24" fmla="*/ 104891 h 134676"/>
              <a:gd name="csX25" fmla="*/ 6397 w 126902"/>
              <a:gd name="csY25" fmla="*/ 116951 h 134676"/>
              <a:gd name="csX26" fmla="*/ 10838 w 126902"/>
              <a:gd name="csY26" fmla="*/ 129012 h 134676"/>
              <a:gd name="csX27" fmla="*/ 24125 w 126902"/>
              <a:gd name="csY27" fmla="*/ 134677 h 134676"/>
              <a:gd name="csX28" fmla="*/ 37395 w 126902"/>
              <a:gd name="csY28" fmla="*/ 129012 h 134676"/>
              <a:gd name="csX29" fmla="*/ 41836 w 126902"/>
              <a:gd name="csY29" fmla="*/ 116951 h 134676"/>
              <a:gd name="csX30" fmla="*/ 41444 w 126902"/>
              <a:gd name="csY30" fmla="*/ 113226 h 134676"/>
              <a:gd name="csX31" fmla="*/ 63102 w 126902"/>
              <a:gd name="csY31" fmla="*/ 116951 h 134676"/>
              <a:gd name="csX32" fmla="*/ 84778 w 126902"/>
              <a:gd name="csY32" fmla="*/ 113226 h 134676"/>
              <a:gd name="csX33" fmla="*/ 84369 w 126902"/>
              <a:gd name="csY33" fmla="*/ 116951 h 134676"/>
              <a:gd name="csX34" fmla="*/ 88827 w 126902"/>
              <a:gd name="csY34" fmla="*/ 129012 h 134676"/>
              <a:gd name="csX35" fmla="*/ 102097 w 126902"/>
              <a:gd name="csY35" fmla="*/ 134677 h 134676"/>
              <a:gd name="csX36" fmla="*/ 115368 w 126902"/>
              <a:gd name="csY36" fmla="*/ 129012 h 134676"/>
              <a:gd name="csX37" fmla="*/ 119826 w 126902"/>
              <a:gd name="csY37" fmla="*/ 116951 h 134676"/>
              <a:gd name="csX38" fmla="*/ 115368 w 126902"/>
              <a:gd name="csY38" fmla="*/ 104891 h 134676"/>
              <a:gd name="csX39" fmla="*/ 106827 w 126902"/>
              <a:gd name="csY39" fmla="*/ 99838 h 134676"/>
              <a:gd name="csX40" fmla="*/ 126222 w 126902"/>
              <a:gd name="csY40" fmla="*/ 63792 h 134676"/>
              <a:gd name="csX41" fmla="*/ 0 w 126902"/>
              <a:gd name="csY41" fmla="*/ 63792 h 134676"/>
              <a:gd name="csX42" fmla="*/ 24125 w 126902"/>
              <a:gd name="csY42" fmla="*/ 109858 h 134676"/>
              <a:gd name="csX43" fmla="*/ 29450 w 126902"/>
              <a:gd name="csY43" fmla="*/ 111950 h 134676"/>
              <a:gd name="csX44" fmla="*/ 31202 w 126902"/>
              <a:gd name="csY44" fmla="*/ 116951 h 134676"/>
              <a:gd name="csX45" fmla="*/ 29450 w 126902"/>
              <a:gd name="csY45" fmla="*/ 121953 h 134676"/>
              <a:gd name="csX46" fmla="*/ 24125 w 126902"/>
              <a:gd name="csY46" fmla="*/ 124045 h 134676"/>
              <a:gd name="csX47" fmla="*/ 18783 w 126902"/>
              <a:gd name="csY47" fmla="*/ 121953 h 134676"/>
              <a:gd name="csX48" fmla="*/ 17030 w 126902"/>
              <a:gd name="csY48" fmla="*/ 116951 h 134676"/>
              <a:gd name="csX49" fmla="*/ 18783 w 126902"/>
              <a:gd name="csY49" fmla="*/ 111950 h 134676"/>
              <a:gd name="csX50" fmla="*/ 24125 w 126902"/>
              <a:gd name="csY50" fmla="*/ 109858 h 134676"/>
              <a:gd name="csX51" fmla="*/ 102097 w 126902"/>
              <a:gd name="csY51" fmla="*/ 109858 h 134676"/>
              <a:gd name="csX52" fmla="*/ 107423 w 126902"/>
              <a:gd name="csY52" fmla="*/ 111950 h 134676"/>
              <a:gd name="csX53" fmla="*/ 109192 w 126902"/>
              <a:gd name="csY53" fmla="*/ 116951 h 134676"/>
              <a:gd name="csX54" fmla="*/ 107423 w 126902"/>
              <a:gd name="csY54" fmla="*/ 121953 h 134676"/>
              <a:gd name="csX55" fmla="*/ 102097 w 126902"/>
              <a:gd name="csY55" fmla="*/ 124045 h 134676"/>
              <a:gd name="csX56" fmla="*/ 96772 w 126902"/>
              <a:gd name="csY56" fmla="*/ 121953 h 134676"/>
              <a:gd name="csX57" fmla="*/ 95003 w 126902"/>
              <a:gd name="csY57" fmla="*/ 116951 h 134676"/>
              <a:gd name="csX58" fmla="*/ 96772 w 126902"/>
              <a:gd name="csY58" fmla="*/ 111950 h 134676"/>
              <a:gd name="csX59" fmla="*/ 102097 w 126902"/>
              <a:gd name="csY59" fmla="*/ 109858 h 134676"/>
            </a:gdLst>
            <a:ahLst/>
            <a:cxnLst/>
            <a:rect l="l" t="t" r="r" b="b"/>
            <a:pathLst>
              <a:path w="100000" h="100000">
                <a:moveTo>
                  <a:pt x="58950" y="0"/>
                </a:moveTo>
                <a:cubicBezTo>
                  <a:pt x="56778" y="0"/>
                  <a:pt x="55009" y="1769"/>
                  <a:pt x="55009" y="3941"/>
                </a:cubicBezTo>
                <a:lnTo>
                  <a:pt x="55009" y="39473"/>
                </a:lnTo>
                <a:lnTo>
                  <a:pt x="97115" y="39473"/>
                </a:lnTo>
                <a:lnTo>
                  <a:pt x="97115" y="37716"/>
                </a:lnTo>
                <a:cubicBezTo>
                  <a:pt x="97115" y="16913"/>
                  <a:pt x="79997" y="0"/>
                  <a:pt x="58950" y="0"/>
                </a:cubicBezTo>
                <a:close/>
                <a:moveTo>
                  <a:pt x="30009" y="5267"/>
                </a:moveTo>
                <a:cubicBezTo>
                  <a:pt x="27558" y="5267"/>
                  <a:pt x="25221" y="6228"/>
                  <a:pt x="23490" y="7958"/>
                </a:cubicBezTo>
                <a:cubicBezTo>
                  <a:pt x="21760" y="9688"/>
                  <a:pt x="20800" y="12025"/>
                  <a:pt x="20800" y="14475"/>
                </a:cubicBezTo>
                <a:cubicBezTo>
                  <a:pt x="20800" y="16913"/>
                  <a:pt x="21760" y="19263"/>
                  <a:pt x="23490" y="20980"/>
                </a:cubicBezTo>
                <a:cubicBezTo>
                  <a:pt x="25221" y="22711"/>
                  <a:pt x="27558" y="23684"/>
                  <a:pt x="30009" y="23684"/>
                </a:cubicBezTo>
                <a:cubicBezTo>
                  <a:pt x="32447" y="23684"/>
                  <a:pt x="34796" y="22711"/>
                  <a:pt x="36515" y="20980"/>
                </a:cubicBezTo>
                <a:cubicBezTo>
                  <a:pt x="38246" y="19263"/>
                  <a:pt x="39218" y="16913"/>
                  <a:pt x="39218" y="14475"/>
                </a:cubicBezTo>
                <a:cubicBezTo>
                  <a:pt x="39218" y="12025"/>
                  <a:pt x="38246" y="9688"/>
                  <a:pt x="36515" y="7958"/>
                </a:cubicBezTo>
                <a:cubicBezTo>
                  <a:pt x="34796" y="6228"/>
                  <a:pt x="32447" y="5267"/>
                  <a:pt x="30009" y="5267"/>
                </a:cubicBezTo>
                <a:close/>
                <a:moveTo>
                  <a:pt x="23427" y="28951"/>
                </a:moveTo>
                <a:cubicBezTo>
                  <a:pt x="19069" y="28951"/>
                  <a:pt x="15531" y="32474"/>
                  <a:pt x="15531" y="36845"/>
                </a:cubicBezTo>
                <a:lnTo>
                  <a:pt x="15531" y="39473"/>
                </a:lnTo>
                <a:lnTo>
                  <a:pt x="44486" y="39473"/>
                </a:lnTo>
                <a:lnTo>
                  <a:pt x="44486" y="36845"/>
                </a:lnTo>
                <a:cubicBezTo>
                  <a:pt x="44486" y="32474"/>
                  <a:pt x="40949" y="28951"/>
                  <a:pt x="36591" y="28951"/>
                </a:cubicBezTo>
                <a:lnTo>
                  <a:pt x="23427" y="28951"/>
                </a:lnTo>
                <a:close/>
                <a:moveTo>
                  <a:pt x="2886" y="47367"/>
                </a:moveTo>
                <a:cubicBezTo>
                  <a:pt x="4655" y="57964"/>
                  <a:pt x="9872" y="67223"/>
                  <a:pt x="17287" y="74132"/>
                </a:cubicBezTo>
                <a:cubicBezTo>
                  <a:pt x="14723" y="74777"/>
                  <a:pt x="12512" y="76115"/>
                  <a:pt x="10934" y="77884"/>
                </a:cubicBezTo>
                <a:cubicBezTo>
                  <a:pt x="8672" y="80423"/>
                  <a:pt x="7636" y="83656"/>
                  <a:pt x="7636" y="86839"/>
                </a:cubicBezTo>
                <a:cubicBezTo>
                  <a:pt x="7636" y="90022"/>
                  <a:pt x="8672" y="93256"/>
                  <a:pt x="10934" y="95794"/>
                </a:cubicBezTo>
                <a:cubicBezTo>
                  <a:pt x="13195" y="98333"/>
                  <a:pt x="16732" y="100001"/>
                  <a:pt x="20800" y="100001"/>
                </a:cubicBezTo>
                <a:cubicBezTo>
                  <a:pt x="24855" y="100001"/>
                  <a:pt x="28392" y="98333"/>
                  <a:pt x="30653" y="95794"/>
                </a:cubicBezTo>
                <a:cubicBezTo>
                  <a:pt x="32915" y="93256"/>
                  <a:pt x="33950" y="90022"/>
                  <a:pt x="33950" y="86839"/>
                </a:cubicBezTo>
                <a:cubicBezTo>
                  <a:pt x="33950" y="85917"/>
                  <a:pt x="33837" y="84982"/>
                  <a:pt x="33659" y="84073"/>
                </a:cubicBezTo>
                <a:cubicBezTo>
                  <a:pt x="38688" y="85853"/>
                  <a:pt x="44095" y="86839"/>
                  <a:pt x="49741" y="86839"/>
                </a:cubicBezTo>
                <a:cubicBezTo>
                  <a:pt x="55400" y="86839"/>
                  <a:pt x="60808" y="85853"/>
                  <a:pt x="65836" y="84073"/>
                </a:cubicBezTo>
                <a:cubicBezTo>
                  <a:pt x="65659" y="84982"/>
                  <a:pt x="65532" y="85917"/>
                  <a:pt x="65532" y="86839"/>
                </a:cubicBezTo>
                <a:cubicBezTo>
                  <a:pt x="65532" y="90022"/>
                  <a:pt x="66581" y="93256"/>
                  <a:pt x="68842" y="95794"/>
                </a:cubicBezTo>
                <a:cubicBezTo>
                  <a:pt x="71091" y="98333"/>
                  <a:pt x="74641" y="100001"/>
                  <a:pt x="78696" y="100001"/>
                </a:cubicBezTo>
                <a:cubicBezTo>
                  <a:pt x="82751" y="100001"/>
                  <a:pt x="86300" y="98333"/>
                  <a:pt x="88550" y="95794"/>
                </a:cubicBezTo>
                <a:cubicBezTo>
                  <a:pt x="90811" y="93256"/>
                  <a:pt x="91860" y="90022"/>
                  <a:pt x="91860" y="86839"/>
                </a:cubicBezTo>
                <a:cubicBezTo>
                  <a:pt x="91860" y="83656"/>
                  <a:pt x="90811" y="80423"/>
                  <a:pt x="88550" y="77884"/>
                </a:cubicBezTo>
                <a:cubicBezTo>
                  <a:pt x="86983" y="76115"/>
                  <a:pt x="84772" y="74777"/>
                  <a:pt x="82208" y="74132"/>
                </a:cubicBezTo>
                <a:cubicBezTo>
                  <a:pt x="89623" y="67223"/>
                  <a:pt x="94841" y="57964"/>
                  <a:pt x="96609" y="47367"/>
                </a:cubicBezTo>
                <a:lnTo>
                  <a:pt x="2886" y="47367"/>
                </a:lnTo>
                <a:close/>
                <a:moveTo>
                  <a:pt x="20800" y="81572"/>
                </a:moveTo>
                <a:cubicBezTo>
                  <a:pt x="22884" y="81572"/>
                  <a:pt x="23945" y="82216"/>
                  <a:pt x="24753" y="83125"/>
                </a:cubicBezTo>
                <a:cubicBezTo>
                  <a:pt x="25562" y="84048"/>
                  <a:pt x="26054" y="85412"/>
                  <a:pt x="26054" y="86839"/>
                </a:cubicBezTo>
                <a:cubicBezTo>
                  <a:pt x="26054" y="88267"/>
                  <a:pt x="25562" y="89631"/>
                  <a:pt x="24753" y="90553"/>
                </a:cubicBezTo>
                <a:cubicBezTo>
                  <a:pt x="23945" y="91462"/>
                  <a:pt x="22884" y="92106"/>
                  <a:pt x="20800" y="92106"/>
                </a:cubicBezTo>
                <a:cubicBezTo>
                  <a:pt x="18715" y="92106"/>
                  <a:pt x="17654" y="91462"/>
                  <a:pt x="16833" y="90553"/>
                </a:cubicBezTo>
                <a:cubicBezTo>
                  <a:pt x="16024" y="89631"/>
                  <a:pt x="15531" y="88267"/>
                  <a:pt x="15531" y="86839"/>
                </a:cubicBezTo>
                <a:cubicBezTo>
                  <a:pt x="15531" y="85412"/>
                  <a:pt x="16024" y="84048"/>
                  <a:pt x="16833" y="83125"/>
                </a:cubicBezTo>
                <a:cubicBezTo>
                  <a:pt x="17654" y="82216"/>
                  <a:pt x="18715" y="81572"/>
                  <a:pt x="20800" y="81572"/>
                </a:cubicBezTo>
                <a:close/>
                <a:moveTo>
                  <a:pt x="78696" y="81572"/>
                </a:moveTo>
                <a:cubicBezTo>
                  <a:pt x="80781" y="81572"/>
                  <a:pt x="81842" y="82216"/>
                  <a:pt x="82650" y="83125"/>
                </a:cubicBezTo>
                <a:cubicBezTo>
                  <a:pt x="83471" y="84048"/>
                  <a:pt x="83964" y="85412"/>
                  <a:pt x="83964" y="86839"/>
                </a:cubicBezTo>
                <a:cubicBezTo>
                  <a:pt x="83964" y="88267"/>
                  <a:pt x="83471" y="89631"/>
                  <a:pt x="82650" y="90553"/>
                </a:cubicBezTo>
                <a:cubicBezTo>
                  <a:pt x="81842" y="91462"/>
                  <a:pt x="80781" y="92106"/>
                  <a:pt x="78696" y="92106"/>
                </a:cubicBezTo>
                <a:cubicBezTo>
                  <a:pt x="76611" y="92106"/>
                  <a:pt x="75550" y="91462"/>
                  <a:pt x="74742" y="90553"/>
                </a:cubicBezTo>
                <a:cubicBezTo>
                  <a:pt x="73920" y="89631"/>
                  <a:pt x="73428" y="88267"/>
                  <a:pt x="73428" y="86839"/>
                </a:cubicBezTo>
                <a:cubicBezTo>
                  <a:pt x="73428" y="85412"/>
                  <a:pt x="73920" y="84048"/>
                  <a:pt x="74742" y="83125"/>
                </a:cubicBezTo>
                <a:cubicBezTo>
                  <a:pt x="75550" y="82216"/>
                  <a:pt x="76611" y="81572"/>
                  <a:pt x="78696" y="8157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7" name="Красный — SVG 24">
            <a:extLst>
              <a:ext uri="{FF2B5EF4-FFF2-40B4-BE49-F238E27FC236}">
                <a16:creationId xmlns:a16="http://schemas.microsoft.com/office/drawing/2014/main" id="{F68A8A2B-E251-D849-AB33-B7948DDDE78C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44767 w 131148"/>
              <a:gd name="csY0" fmla="*/ 0 h 131121"/>
              <a:gd name="csX1" fmla="*/ 30969 w 131148"/>
              <a:gd name="csY1" fmla="*/ 5699 h 131121"/>
              <a:gd name="csX2" fmla="*/ 23500 w 131148"/>
              <a:gd name="csY2" fmla="*/ 13184 h 131121"/>
              <a:gd name="csX3" fmla="*/ 38625 w 131148"/>
              <a:gd name="csY3" fmla="*/ 28289 h 131121"/>
              <a:gd name="csX4" fmla="*/ 59892 w 131148"/>
              <a:gd name="csY4" fmla="*/ 7026 h 131121"/>
              <a:gd name="csX5" fmla="*/ 58564 w 131148"/>
              <a:gd name="csY5" fmla="*/ 5699 h 131121"/>
              <a:gd name="csX6" fmla="*/ 44767 w 131148"/>
              <a:gd name="csY6" fmla="*/ 0 h 131121"/>
              <a:gd name="csX7" fmla="*/ 67020 w 131148"/>
              <a:gd name="csY7" fmla="*/ 14170 h 131121"/>
              <a:gd name="csX8" fmla="*/ 45754 w 131148"/>
              <a:gd name="csY8" fmla="*/ 35434 h 131121"/>
              <a:gd name="csX9" fmla="*/ 59449 w 131148"/>
              <a:gd name="csY9" fmla="*/ 49128 h 131121"/>
              <a:gd name="csX10" fmla="*/ 51929 w 131148"/>
              <a:gd name="csY10" fmla="*/ 56647 h 131121"/>
              <a:gd name="csX11" fmla="*/ 38234 w 131148"/>
              <a:gd name="csY11" fmla="*/ 42953 h 131121"/>
              <a:gd name="csX12" fmla="*/ 17732 w 131148"/>
              <a:gd name="csY12" fmla="*/ 63452 h 131121"/>
              <a:gd name="csX13" fmla="*/ 34575 w 131148"/>
              <a:gd name="csY13" fmla="*/ 80309 h 131121"/>
              <a:gd name="csX14" fmla="*/ 1569 w 131148"/>
              <a:gd name="csY14" fmla="*/ 86808 h 131121"/>
              <a:gd name="csX15" fmla="*/ 1569 w 131148"/>
              <a:gd name="csY15" fmla="*/ 94326 h 131121"/>
              <a:gd name="csX16" fmla="*/ 15419 w 131148"/>
              <a:gd name="csY16" fmla="*/ 108191 h 131121"/>
              <a:gd name="csX17" fmla="*/ 12203 w 131148"/>
              <a:gd name="csY17" fmla="*/ 111406 h 131121"/>
              <a:gd name="csX18" fmla="*/ 10995 w 131148"/>
              <a:gd name="csY18" fmla="*/ 113141 h 131121"/>
              <a:gd name="csX19" fmla="*/ 10570 w 131148"/>
              <a:gd name="csY19" fmla="*/ 115199 h 131121"/>
              <a:gd name="csX20" fmla="*/ 10961 w 131148"/>
              <a:gd name="csY20" fmla="*/ 117258 h 131121"/>
              <a:gd name="csX21" fmla="*/ 12118 w 131148"/>
              <a:gd name="csY21" fmla="*/ 119010 h 131121"/>
              <a:gd name="csX22" fmla="*/ 13870 w 131148"/>
              <a:gd name="csY22" fmla="*/ 120166 h 131121"/>
              <a:gd name="csX23" fmla="*/ 15929 w 131148"/>
              <a:gd name="csY23" fmla="*/ 120558 h 131121"/>
              <a:gd name="csX24" fmla="*/ 17987 w 131148"/>
              <a:gd name="csY24" fmla="*/ 120132 h 131121"/>
              <a:gd name="csX25" fmla="*/ 19706 w 131148"/>
              <a:gd name="csY25" fmla="*/ 118925 h 131121"/>
              <a:gd name="csX26" fmla="*/ 22938 w 131148"/>
              <a:gd name="csY26" fmla="*/ 115710 h 131121"/>
              <a:gd name="csX27" fmla="*/ 36804 w 131148"/>
              <a:gd name="csY27" fmla="*/ 129557 h 131121"/>
              <a:gd name="csX28" fmla="*/ 40564 w 131148"/>
              <a:gd name="csY28" fmla="*/ 131122 h 131121"/>
              <a:gd name="csX29" fmla="*/ 44324 w 131148"/>
              <a:gd name="csY29" fmla="*/ 129557 h 131121"/>
              <a:gd name="csX30" fmla="*/ 53171 w 131148"/>
              <a:gd name="csY30" fmla="*/ 108191 h 131121"/>
              <a:gd name="csX31" fmla="*/ 50892 w 131148"/>
              <a:gd name="csY31" fmla="*/ 96623 h 131121"/>
              <a:gd name="csX32" fmla="*/ 66918 w 131148"/>
              <a:gd name="csY32" fmla="*/ 112647 h 131121"/>
              <a:gd name="csX33" fmla="*/ 87437 w 131148"/>
              <a:gd name="csY33" fmla="*/ 92132 h 131121"/>
              <a:gd name="csX34" fmla="*/ 74489 w 131148"/>
              <a:gd name="csY34" fmla="*/ 79204 h 131121"/>
              <a:gd name="csX35" fmla="*/ 82009 w 131148"/>
              <a:gd name="csY35" fmla="*/ 71685 h 131121"/>
              <a:gd name="csX36" fmla="*/ 94939 w 131148"/>
              <a:gd name="csY36" fmla="*/ 84630 h 131121"/>
              <a:gd name="csX37" fmla="*/ 116206 w 131148"/>
              <a:gd name="csY37" fmla="*/ 63366 h 131121"/>
              <a:gd name="csX38" fmla="*/ 103276 w 131148"/>
              <a:gd name="csY38" fmla="*/ 50421 h 131121"/>
              <a:gd name="csX39" fmla="*/ 112293 w 131148"/>
              <a:gd name="csY39" fmla="*/ 41388 h 131121"/>
              <a:gd name="csX40" fmla="*/ 112293 w 131148"/>
              <a:gd name="csY40" fmla="*/ 41388 h 131121"/>
              <a:gd name="csX41" fmla="*/ 112293 w 131148"/>
              <a:gd name="csY41" fmla="*/ 18848 h 131121"/>
              <a:gd name="csX42" fmla="*/ 101030 w 131148"/>
              <a:gd name="csY42" fmla="*/ 14204 h 131121"/>
              <a:gd name="csX43" fmla="*/ 89750 w 131148"/>
              <a:gd name="csY43" fmla="*/ 18848 h 131121"/>
              <a:gd name="csX44" fmla="*/ 80716 w 131148"/>
              <a:gd name="csY44" fmla="*/ 27864 h 131121"/>
              <a:gd name="csX45" fmla="*/ 67020 w 131148"/>
              <a:gd name="csY45" fmla="*/ 14170 h 131121"/>
              <a:gd name="csX46" fmla="*/ 15980 w 131148"/>
              <a:gd name="csY46" fmla="*/ 20703 h 131121"/>
              <a:gd name="csX47" fmla="*/ 9260 w 131148"/>
              <a:gd name="csY47" fmla="*/ 27405 h 131121"/>
              <a:gd name="csX48" fmla="*/ 9260 w 131148"/>
              <a:gd name="csY48" fmla="*/ 54997 h 131121"/>
              <a:gd name="csX49" fmla="*/ 10587 w 131148"/>
              <a:gd name="csY49" fmla="*/ 56324 h 131121"/>
              <a:gd name="csX50" fmla="*/ 31088 w 131148"/>
              <a:gd name="csY50" fmla="*/ 35808 h 131121"/>
              <a:gd name="csX51" fmla="*/ 15980 w 131148"/>
              <a:gd name="csY51" fmla="*/ 20703 h 131121"/>
              <a:gd name="csX52" fmla="*/ 101030 w 131148"/>
              <a:gd name="csY52" fmla="*/ 24751 h 131121"/>
              <a:gd name="csX53" fmla="*/ 104773 w 131148"/>
              <a:gd name="csY53" fmla="*/ 26350 h 131121"/>
              <a:gd name="csX54" fmla="*/ 104773 w 131148"/>
              <a:gd name="csY54" fmla="*/ 26350 h 131121"/>
              <a:gd name="csX55" fmla="*/ 104773 w 131148"/>
              <a:gd name="csY55" fmla="*/ 33869 h 131121"/>
              <a:gd name="csX56" fmla="*/ 53018 w 131148"/>
              <a:gd name="csY56" fmla="*/ 85634 h 131121"/>
              <a:gd name="csX57" fmla="*/ 45499 w 131148"/>
              <a:gd name="csY57" fmla="*/ 78098 h 131121"/>
              <a:gd name="csX58" fmla="*/ 97270 w 131148"/>
              <a:gd name="csY58" fmla="*/ 26350 h 131121"/>
              <a:gd name="csX59" fmla="*/ 101030 w 131148"/>
              <a:gd name="csY59" fmla="*/ 24751 h 131121"/>
              <a:gd name="csX60" fmla="*/ 124118 w 131148"/>
              <a:gd name="csY60" fmla="*/ 71243 h 131121"/>
              <a:gd name="csX61" fmla="*/ 102851 w 131148"/>
              <a:gd name="csY61" fmla="*/ 92506 h 131121"/>
              <a:gd name="csX62" fmla="*/ 117958 w 131148"/>
              <a:gd name="csY62" fmla="*/ 107629 h 131121"/>
              <a:gd name="csX63" fmla="*/ 125444 w 131148"/>
              <a:gd name="csY63" fmla="*/ 100161 h 131121"/>
              <a:gd name="csX64" fmla="*/ 125444 w 131148"/>
              <a:gd name="csY64" fmla="*/ 72569 h 131121"/>
              <a:gd name="csX65" fmla="*/ 124118 w 131148"/>
              <a:gd name="csY65" fmla="*/ 71243 h 131121"/>
              <a:gd name="csX66" fmla="*/ 95330 w 131148"/>
              <a:gd name="csY66" fmla="*/ 100042 h 131121"/>
              <a:gd name="csX67" fmla="*/ 74813 w 131148"/>
              <a:gd name="csY67" fmla="*/ 120541 h 131121"/>
              <a:gd name="csX68" fmla="*/ 76139 w 131148"/>
              <a:gd name="csY68" fmla="*/ 121868 h 131121"/>
              <a:gd name="csX69" fmla="*/ 89937 w 131148"/>
              <a:gd name="csY69" fmla="*/ 127566 h 131121"/>
              <a:gd name="csX70" fmla="*/ 103735 w 131148"/>
              <a:gd name="csY70" fmla="*/ 121868 h 131121"/>
              <a:gd name="csX71" fmla="*/ 110455 w 131148"/>
              <a:gd name="csY71" fmla="*/ 115148 h 131121"/>
              <a:gd name="csX72" fmla="*/ 95330 w 131148"/>
              <a:gd name="csY72" fmla="*/ 100042 h 131121"/>
            </a:gdLst>
            <a:ahLst/>
            <a:cxnLst/>
            <a:rect l="l" t="t" r="r" b="b"/>
            <a:pathLst>
              <a:path w="100000" h="100000">
                <a:moveTo>
                  <a:pt x="34135" y="10"/>
                </a:moveTo>
                <a:cubicBezTo>
                  <a:pt x="30321" y="10"/>
                  <a:pt x="26520" y="1463"/>
                  <a:pt x="23614" y="4356"/>
                </a:cubicBezTo>
                <a:lnTo>
                  <a:pt x="17919" y="10063"/>
                </a:lnTo>
                <a:lnTo>
                  <a:pt x="29451" y="21581"/>
                </a:lnTo>
                <a:lnTo>
                  <a:pt x="45667" y="5368"/>
                </a:lnTo>
                <a:lnTo>
                  <a:pt x="44655" y="4356"/>
                </a:lnTo>
                <a:cubicBezTo>
                  <a:pt x="41750" y="1463"/>
                  <a:pt x="37949" y="10"/>
                  <a:pt x="34135" y="10"/>
                </a:cubicBezTo>
                <a:close/>
                <a:moveTo>
                  <a:pt x="51103" y="10815"/>
                </a:moveTo>
                <a:lnTo>
                  <a:pt x="34887" y="27029"/>
                </a:lnTo>
                <a:lnTo>
                  <a:pt x="45330" y="37470"/>
                </a:lnTo>
                <a:lnTo>
                  <a:pt x="39596" y="43203"/>
                </a:lnTo>
                <a:lnTo>
                  <a:pt x="29153" y="32762"/>
                </a:lnTo>
                <a:lnTo>
                  <a:pt x="13521" y="48392"/>
                </a:lnTo>
                <a:lnTo>
                  <a:pt x="26363" y="61246"/>
                </a:lnTo>
                <a:cubicBezTo>
                  <a:pt x="17996" y="57770"/>
                  <a:pt x="7981" y="59417"/>
                  <a:pt x="1196" y="66201"/>
                </a:cubicBezTo>
                <a:cubicBezTo>
                  <a:pt x="-399" y="67783"/>
                  <a:pt x="-399" y="70351"/>
                  <a:pt x="1196" y="71934"/>
                </a:cubicBezTo>
                <a:lnTo>
                  <a:pt x="11757" y="82506"/>
                </a:lnTo>
                <a:lnTo>
                  <a:pt x="9305" y="84957"/>
                </a:lnTo>
                <a:cubicBezTo>
                  <a:pt x="8916" y="85333"/>
                  <a:pt x="8604" y="85787"/>
                  <a:pt x="8384" y="86280"/>
                </a:cubicBezTo>
                <a:cubicBezTo>
                  <a:pt x="8175" y="86773"/>
                  <a:pt x="8060" y="87305"/>
                  <a:pt x="8060" y="87849"/>
                </a:cubicBezTo>
                <a:cubicBezTo>
                  <a:pt x="8047" y="88381"/>
                  <a:pt x="8150" y="88926"/>
                  <a:pt x="8358" y="89419"/>
                </a:cubicBezTo>
                <a:cubicBezTo>
                  <a:pt x="8552" y="89925"/>
                  <a:pt x="8864" y="90378"/>
                  <a:pt x="9240" y="90755"/>
                </a:cubicBezTo>
                <a:cubicBezTo>
                  <a:pt x="9617" y="91131"/>
                  <a:pt x="10070" y="91442"/>
                  <a:pt x="10576" y="91637"/>
                </a:cubicBezTo>
                <a:cubicBezTo>
                  <a:pt x="11068" y="91845"/>
                  <a:pt x="11614" y="91948"/>
                  <a:pt x="12146" y="91935"/>
                </a:cubicBezTo>
                <a:cubicBezTo>
                  <a:pt x="12690" y="91935"/>
                  <a:pt x="13222" y="91819"/>
                  <a:pt x="13715" y="91611"/>
                </a:cubicBezTo>
                <a:cubicBezTo>
                  <a:pt x="14208" y="91390"/>
                  <a:pt x="14662" y="91079"/>
                  <a:pt x="15026" y="90690"/>
                </a:cubicBezTo>
                <a:lnTo>
                  <a:pt x="17490" y="88239"/>
                </a:lnTo>
                <a:lnTo>
                  <a:pt x="28063" y="98797"/>
                </a:lnTo>
                <a:cubicBezTo>
                  <a:pt x="28855" y="99588"/>
                  <a:pt x="29892" y="99990"/>
                  <a:pt x="30930" y="99990"/>
                </a:cubicBezTo>
                <a:cubicBezTo>
                  <a:pt x="31968" y="99990"/>
                  <a:pt x="33005" y="99601"/>
                  <a:pt x="33797" y="98797"/>
                </a:cubicBezTo>
                <a:cubicBezTo>
                  <a:pt x="38143" y="94452"/>
                  <a:pt x="40543" y="88654"/>
                  <a:pt x="40543" y="82506"/>
                </a:cubicBezTo>
                <a:cubicBezTo>
                  <a:pt x="40543" y="79431"/>
                  <a:pt x="39946" y="76435"/>
                  <a:pt x="38805" y="73685"/>
                </a:cubicBezTo>
                <a:lnTo>
                  <a:pt x="51025" y="85903"/>
                </a:lnTo>
                <a:lnTo>
                  <a:pt x="66670" y="70261"/>
                </a:lnTo>
                <a:lnTo>
                  <a:pt x="56798" y="60403"/>
                </a:lnTo>
                <a:lnTo>
                  <a:pt x="62532" y="54670"/>
                </a:lnTo>
                <a:lnTo>
                  <a:pt x="72391" y="64540"/>
                </a:lnTo>
                <a:lnTo>
                  <a:pt x="88607" y="48327"/>
                </a:lnTo>
                <a:lnTo>
                  <a:pt x="78748" y="38456"/>
                </a:lnTo>
                <a:lnTo>
                  <a:pt x="85623" y="31569"/>
                </a:lnTo>
                <a:lnTo>
                  <a:pt x="85623" y="31569"/>
                </a:lnTo>
                <a:cubicBezTo>
                  <a:pt x="90345" y="26860"/>
                  <a:pt x="90345" y="19090"/>
                  <a:pt x="85623" y="14382"/>
                </a:cubicBezTo>
                <a:cubicBezTo>
                  <a:pt x="83275" y="12021"/>
                  <a:pt x="80148" y="10841"/>
                  <a:pt x="77035" y="10841"/>
                </a:cubicBezTo>
                <a:cubicBezTo>
                  <a:pt x="73909" y="10841"/>
                  <a:pt x="70783" y="12021"/>
                  <a:pt x="68434" y="14382"/>
                </a:cubicBezTo>
                <a:lnTo>
                  <a:pt x="61546" y="21257"/>
                </a:lnTo>
                <a:lnTo>
                  <a:pt x="51103" y="10815"/>
                </a:lnTo>
                <a:close/>
                <a:moveTo>
                  <a:pt x="12185" y="15796"/>
                </a:moveTo>
                <a:lnTo>
                  <a:pt x="7061" y="20907"/>
                </a:lnTo>
                <a:cubicBezTo>
                  <a:pt x="1262" y="26705"/>
                  <a:pt x="1262" y="36147"/>
                  <a:pt x="7061" y="41945"/>
                </a:cubicBezTo>
                <a:lnTo>
                  <a:pt x="8073" y="42957"/>
                </a:lnTo>
                <a:lnTo>
                  <a:pt x="23705" y="27314"/>
                </a:lnTo>
                <a:lnTo>
                  <a:pt x="12185" y="15796"/>
                </a:lnTo>
                <a:close/>
                <a:moveTo>
                  <a:pt x="77035" y="18883"/>
                </a:moveTo>
                <a:cubicBezTo>
                  <a:pt x="78060" y="18883"/>
                  <a:pt x="79085" y="19298"/>
                  <a:pt x="79889" y="20102"/>
                </a:cubicBezTo>
                <a:lnTo>
                  <a:pt x="79889" y="20102"/>
                </a:lnTo>
                <a:cubicBezTo>
                  <a:pt x="81511" y="21724"/>
                  <a:pt x="81511" y="24214"/>
                  <a:pt x="79889" y="25835"/>
                </a:cubicBezTo>
                <a:lnTo>
                  <a:pt x="40426" y="65306"/>
                </a:lnTo>
                <a:lnTo>
                  <a:pt x="34693" y="59560"/>
                </a:lnTo>
                <a:lnTo>
                  <a:pt x="74168" y="20102"/>
                </a:lnTo>
                <a:cubicBezTo>
                  <a:pt x="74973" y="19298"/>
                  <a:pt x="75997" y="18883"/>
                  <a:pt x="77035" y="18883"/>
                </a:cubicBezTo>
                <a:close/>
                <a:moveTo>
                  <a:pt x="94640" y="54333"/>
                </a:moveTo>
                <a:lnTo>
                  <a:pt x="78424" y="70546"/>
                </a:lnTo>
                <a:lnTo>
                  <a:pt x="89943" y="82077"/>
                </a:lnTo>
                <a:lnTo>
                  <a:pt x="95651" y="76383"/>
                </a:lnTo>
                <a:cubicBezTo>
                  <a:pt x="101450" y="70585"/>
                  <a:pt x="101450" y="61142"/>
                  <a:pt x="95651" y="55344"/>
                </a:cubicBezTo>
                <a:lnTo>
                  <a:pt x="94640" y="54333"/>
                </a:lnTo>
                <a:close/>
                <a:moveTo>
                  <a:pt x="72689" y="76292"/>
                </a:moveTo>
                <a:lnTo>
                  <a:pt x="57045" y="91922"/>
                </a:lnTo>
                <a:lnTo>
                  <a:pt x="58056" y="92934"/>
                </a:lnTo>
                <a:cubicBezTo>
                  <a:pt x="60962" y="95826"/>
                  <a:pt x="64763" y="97279"/>
                  <a:pt x="68577" y="97279"/>
                </a:cubicBezTo>
                <a:cubicBezTo>
                  <a:pt x="72378" y="97279"/>
                  <a:pt x="76192" y="95826"/>
                  <a:pt x="79098" y="92934"/>
                </a:cubicBezTo>
                <a:lnTo>
                  <a:pt x="84222" y="87810"/>
                </a:lnTo>
                <a:lnTo>
                  <a:pt x="72689" y="7629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8" name="Красный — SVG 25">
            <a:extLst>
              <a:ext uri="{FF2B5EF4-FFF2-40B4-BE49-F238E27FC236}">
                <a16:creationId xmlns:a16="http://schemas.microsoft.com/office/drawing/2014/main" id="{C44E9DBA-222E-F641-84F1-259515BFCF83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15942 w 156028"/>
              <a:gd name="csY0" fmla="*/ 0 h 106319"/>
              <a:gd name="csX1" fmla="*/ 0 w 156028"/>
              <a:gd name="csY1" fmla="*/ 15939 h 106319"/>
              <a:gd name="csX2" fmla="*/ 0 w 156028"/>
              <a:gd name="csY2" fmla="*/ 76193 h 106319"/>
              <a:gd name="csX3" fmla="*/ 15942 w 156028"/>
              <a:gd name="csY3" fmla="*/ 92149 h 106319"/>
              <a:gd name="csX4" fmla="*/ 18477 w 156028"/>
              <a:gd name="csY4" fmla="*/ 92149 h 106319"/>
              <a:gd name="csX5" fmla="*/ 37208 w 156028"/>
              <a:gd name="csY5" fmla="*/ 106319 h 106319"/>
              <a:gd name="csX6" fmla="*/ 55957 w 156028"/>
              <a:gd name="csY6" fmla="*/ 92149 h 106319"/>
              <a:gd name="csX7" fmla="*/ 100005 w 156028"/>
              <a:gd name="csY7" fmla="*/ 92149 h 106319"/>
              <a:gd name="csX8" fmla="*/ 118737 w 156028"/>
              <a:gd name="csY8" fmla="*/ 106319 h 106319"/>
              <a:gd name="csX9" fmla="*/ 137468 w 156028"/>
              <a:gd name="csY9" fmla="*/ 92149 h 106319"/>
              <a:gd name="csX10" fmla="*/ 140003 w 156028"/>
              <a:gd name="csY10" fmla="*/ 92149 h 106319"/>
              <a:gd name="csX11" fmla="*/ 155962 w 156028"/>
              <a:gd name="csY11" fmla="*/ 76193 h 106319"/>
              <a:gd name="csX12" fmla="*/ 155962 w 156028"/>
              <a:gd name="csY12" fmla="*/ 63792 h 106319"/>
              <a:gd name="csX13" fmla="*/ 147098 w 156028"/>
              <a:gd name="csY13" fmla="*/ 63792 h 106319"/>
              <a:gd name="csX14" fmla="*/ 141773 w 156028"/>
              <a:gd name="csY14" fmla="*/ 58467 h 106319"/>
              <a:gd name="csX15" fmla="*/ 147098 w 156028"/>
              <a:gd name="csY15" fmla="*/ 53160 h 106319"/>
              <a:gd name="csX16" fmla="*/ 155962 w 156028"/>
              <a:gd name="csY16" fmla="*/ 53160 h 106319"/>
              <a:gd name="csX17" fmla="*/ 155962 w 156028"/>
              <a:gd name="csY17" fmla="*/ 41626 h 106319"/>
              <a:gd name="csX18" fmla="*/ 155928 w 156028"/>
              <a:gd name="csY18" fmla="*/ 39772 h 106319"/>
              <a:gd name="csX19" fmla="*/ 154278 w 156028"/>
              <a:gd name="csY19" fmla="*/ 32304 h 106319"/>
              <a:gd name="csX20" fmla="*/ 145056 w 156028"/>
              <a:gd name="csY20" fmla="*/ 11585 h 106319"/>
              <a:gd name="csX21" fmla="*/ 127243 w 156028"/>
              <a:gd name="csY21" fmla="*/ 0 h 106319"/>
              <a:gd name="csX22" fmla="*/ 15942 w 156028"/>
              <a:gd name="csY22" fmla="*/ 0 h 106319"/>
              <a:gd name="csX23" fmla="*/ 15942 w 156028"/>
              <a:gd name="csY23" fmla="*/ 10632 h 106319"/>
              <a:gd name="csX24" fmla="*/ 46072 w 156028"/>
              <a:gd name="csY24" fmla="*/ 10632 h 106319"/>
              <a:gd name="csX25" fmla="*/ 46072 w 156028"/>
              <a:gd name="csY25" fmla="*/ 35434 h 106319"/>
              <a:gd name="csX26" fmla="*/ 10633 w 156028"/>
              <a:gd name="csY26" fmla="*/ 35434 h 106319"/>
              <a:gd name="csX27" fmla="*/ 10633 w 156028"/>
              <a:gd name="csY27" fmla="*/ 15939 h 106319"/>
              <a:gd name="csX28" fmla="*/ 15942 w 156028"/>
              <a:gd name="csY28" fmla="*/ 10632 h 106319"/>
              <a:gd name="csX29" fmla="*/ 56706 w 156028"/>
              <a:gd name="csY29" fmla="*/ 10632 h 106319"/>
              <a:gd name="csX30" fmla="*/ 99239 w 156028"/>
              <a:gd name="csY30" fmla="*/ 10632 h 106319"/>
              <a:gd name="csX31" fmla="*/ 99239 w 156028"/>
              <a:gd name="csY31" fmla="*/ 35434 h 106319"/>
              <a:gd name="csX32" fmla="*/ 56706 w 156028"/>
              <a:gd name="csY32" fmla="*/ 35434 h 106319"/>
              <a:gd name="csX33" fmla="*/ 56706 w 156028"/>
              <a:gd name="csY33" fmla="*/ 10632 h 106319"/>
              <a:gd name="csX34" fmla="*/ 109873 w 156028"/>
              <a:gd name="csY34" fmla="*/ 10632 h 106319"/>
              <a:gd name="csX35" fmla="*/ 127243 w 156028"/>
              <a:gd name="csY35" fmla="*/ 10632 h 106319"/>
              <a:gd name="csX36" fmla="*/ 135342 w 156028"/>
              <a:gd name="csY36" fmla="*/ 15888 h 106319"/>
              <a:gd name="csX37" fmla="*/ 144036 w 156028"/>
              <a:gd name="csY37" fmla="*/ 35434 h 106319"/>
              <a:gd name="csX38" fmla="*/ 109873 w 156028"/>
              <a:gd name="csY38" fmla="*/ 35434 h 106319"/>
              <a:gd name="csX39" fmla="*/ 109873 w 156028"/>
              <a:gd name="csY39" fmla="*/ 10632 h 106319"/>
              <a:gd name="csX40" fmla="*/ 37208 w 156028"/>
              <a:gd name="csY40" fmla="*/ 77962 h 106319"/>
              <a:gd name="csX41" fmla="*/ 46072 w 156028"/>
              <a:gd name="csY41" fmla="*/ 86825 h 106319"/>
              <a:gd name="csX42" fmla="*/ 37208 w 156028"/>
              <a:gd name="csY42" fmla="*/ 95687 h 106319"/>
              <a:gd name="csX43" fmla="*/ 28361 w 156028"/>
              <a:gd name="csY43" fmla="*/ 86825 h 106319"/>
              <a:gd name="csX44" fmla="*/ 37208 w 156028"/>
              <a:gd name="csY44" fmla="*/ 77962 h 106319"/>
              <a:gd name="csX45" fmla="*/ 118737 w 156028"/>
              <a:gd name="csY45" fmla="*/ 77962 h 106319"/>
              <a:gd name="csX46" fmla="*/ 127601 w 156028"/>
              <a:gd name="csY46" fmla="*/ 86825 h 106319"/>
              <a:gd name="csX47" fmla="*/ 118737 w 156028"/>
              <a:gd name="csY47" fmla="*/ 95687 h 106319"/>
              <a:gd name="csX48" fmla="*/ 109873 w 156028"/>
              <a:gd name="csY48" fmla="*/ 86825 h 106319"/>
              <a:gd name="csX49" fmla="*/ 118737 w 156028"/>
              <a:gd name="csY49" fmla="*/ 77962 h 106319"/>
            </a:gdLst>
            <a:ahLst/>
            <a:cxnLst/>
            <a:rect l="l" t="t" r="r" b="b"/>
            <a:pathLst>
              <a:path w="100000" h="100000">
                <a:moveTo>
                  <a:pt x="10217" y="15930"/>
                </a:moveTo>
                <a:cubicBezTo>
                  <a:pt x="4591" y="15930"/>
                  <a:pt x="0" y="20520"/>
                  <a:pt x="0" y="26145"/>
                </a:cubicBezTo>
                <a:lnTo>
                  <a:pt x="0" y="64762"/>
                </a:lnTo>
                <a:cubicBezTo>
                  <a:pt x="0" y="70399"/>
                  <a:pt x="4591" y="74989"/>
                  <a:pt x="10217" y="74989"/>
                </a:cubicBezTo>
                <a:lnTo>
                  <a:pt x="11842" y="74989"/>
                </a:lnTo>
                <a:cubicBezTo>
                  <a:pt x="13346" y="80211"/>
                  <a:pt x="18177" y="84070"/>
                  <a:pt x="23847" y="84070"/>
                </a:cubicBezTo>
                <a:cubicBezTo>
                  <a:pt x="29528" y="84070"/>
                  <a:pt x="34359" y="80211"/>
                  <a:pt x="35863" y="74989"/>
                </a:cubicBezTo>
                <a:lnTo>
                  <a:pt x="64094" y="74989"/>
                </a:lnTo>
                <a:cubicBezTo>
                  <a:pt x="65588" y="80211"/>
                  <a:pt x="70419" y="84070"/>
                  <a:pt x="76100" y="84070"/>
                </a:cubicBezTo>
                <a:cubicBezTo>
                  <a:pt x="81781" y="84070"/>
                  <a:pt x="86611" y="80211"/>
                  <a:pt x="88105" y="74989"/>
                </a:cubicBezTo>
                <a:lnTo>
                  <a:pt x="89729" y="74989"/>
                </a:lnTo>
                <a:cubicBezTo>
                  <a:pt x="95367" y="74989"/>
                  <a:pt x="99958" y="70399"/>
                  <a:pt x="99958" y="64762"/>
                </a:cubicBezTo>
                <a:lnTo>
                  <a:pt x="99958" y="56814"/>
                </a:lnTo>
                <a:lnTo>
                  <a:pt x="94277" y="56814"/>
                </a:lnTo>
                <a:cubicBezTo>
                  <a:pt x="92390" y="56814"/>
                  <a:pt x="90864" y="55288"/>
                  <a:pt x="90864" y="53402"/>
                </a:cubicBezTo>
                <a:cubicBezTo>
                  <a:pt x="90864" y="51526"/>
                  <a:pt x="92390" y="50000"/>
                  <a:pt x="94277" y="50000"/>
                </a:cubicBezTo>
                <a:lnTo>
                  <a:pt x="99958" y="50000"/>
                </a:lnTo>
                <a:lnTo>
                  <a:pt x="99958" y="42608"/>
                </a:lnTo>
                <a:cubicBezTo>
                  <a:pt x="100023" y="42216"/>
                  <a:pt x="100012" y="41812"/>
                  <a:pt x="99936" y="41420"/>
                </a:cubicBezTo>
                <a:cubicBezTo>
                  <a:pt x="99903" y="39762"/>
                  <a:pt x="99555" y="38149"/>
                  <a:pt x="98878" y="36633"/>
                </a:cubicBezTo>
                <a:lnTo>
                  <a:pt x="92968" y="23354"/>
                </a:lnTo>
                <a:cubicBezTo>
                  <a:pt x="90973" y="18841"/>
                  <a:pt x="86491" y="15930"/>
                  <a:pt x="81551" y="15930"/>
                </a:cubicBezTo>
                <a:lnTo>
                  <a:pt x="10217" y="15930"/>
                </a:lnTo>
                <a:close/>
                <a:moveTo>
                  <a:pt x="10217" y="22744"/>
                </a:moveTo>
                <a:lnTo>
                  <a:pt x="29528" y="22744"/>
                </a:lnTo>
                <a:lnTo>
                  <a:pt x="29528" y="38640"/>
                </a:lnTo>
                <a:lnTo>
                  <a:pt x="6815" y="38640"/>
                </a:lnTo>
                <a:lnTo>
                  <a:pt x="6815" y="26145"/>
                </a:lnTo>
                <a:cubicBezTo>
                  <a:pt x="6815" y="24270"/>
                  <a:pt x="8341" y="22744"/>
                  <a:pt x="10217" y="22744"/>
                </a:cubicBezTo>
                <a:close/>
                <a:moveTo>
                  <a:pt x="36343" y="22744"/>
                </a:moveTo>
                <a:lnTo>
                  <a:pt x="63603" y="22744"/>
                </a:lnTo>
                <a:lnTo>
                  <a:pt x="63603" y="38640"/>
                </a:lnTo>
                <a:lnTo>
                  <a:pt x="36343" y="38640"/>
                </a:lnTo>
                <a:lnTo>
                  <a:pt x="36343" y="22744"/>
                </a:lnTo>
                <a:close/>
                <a:moveTo>
                  <a:pt x="70419" y="22744"/>
                </a:moveTo>
                <a:lnTo>
                  <a:pt x="81551" y="22744"/>
                </a:lnTo>
                <a:cubicBezTo>
                  <a:pt x="83798" y="22744"/>
                  <a:pt x="85837" y="24063"/>
                  <a:pt x="86742" y="26112"/>
                </a:cubicBezTo>
                <a:lnTo>
                  <a:pt x="92314" y="38640"/>
                </a:lnTo>
                <a:lnTo>
                  <a:pt x="70419" y="38640"/>
                </a:lnTo>
                <a:lnTo>
                  <a:pt x="70419" y="22744"/>
                </a:lnTo>
                <a:close/>
                <a:moveTo>
                  <a:pt x="23847" y="65896"/>
                </a:moveTo>
                <a:cubicBezTo>
                  <a:pt x="27020" y="65896"/>
                  <a:pt x="29528" y="68403"/>
                  <a:pt x="29528" y="71577"/>
                </a:cubicBezTo>
                <a:cubicBezTo>
                  <a:pt x="29528" y="74749"/>
                  <a:pt x="27020" y="77256"/>
                  <a:pt x="23847" y="77256"/>
                </a:cubicBezTo>
                <a:cubicBezTo>
                  <a:pt x="20685" y="77256"/>
                  <a:pt x="18177" y="74749"/>
                  <a:pt x="18177" y="71577"/>
                </a:cubicBezTo>
                <a:cubicBezTo>
                  <a:pt x="18177" y="68403"/>
                  <a:pt x="20685" y="65896"/>
                  <a:pt x="23847" y="65896"/>
                </a:cubicBezTo>
                <a:close/>
                <a:moveTo>
                  <a:pt x="76100" y="65896"/>
                </a:moveTo>
                <a:cubicBezTo>
                  <a:pt x="79272" y="65896"/>
                  <a:pt x="81781" y="68403"/>
                  <a:pt x="81781" y="71577"/>
                </a:cubicBezTo>
                <a:cubicBezTo>
                  <a:pt x="81781" y="74749"/>
                  <a:pt x="79272" y="77256"/>
                  <a:pt x="76100" y="77256"/>
                </a:cubicBezTo>
                <a:cubicBezTo>
                  <a:pt x="72927" y="77256"/>
                  <a:pt x="70419" y="74749"/>
                  <a:pt x="70419" y="71577"/>
                </a:cubicBezTo>
                <a:cubicBezTo>
                  <a:pt x="70419" y="68403"/>
                  <a:pt x="72927" y="65896"/>
                  <a:pt x="76100" y="6589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9" name="Красный — SVG 26">
            <a:extLst>
              <a:ext uri="{FF2B5EF4-FFF2-40B4-BE49-F238E27FC236}">
                <a16:creationId xmlns:a16="http://schemas.microsoft.com/office/drawing/2014/main" id="{098AC650-0BD5-FB4C-AEA4-BBBA3C3B4ECA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78010 w 120570"/>
              <a:gd name="csY0" fmla="*/ 0 h 141814"/>
              <a:gd name="csX1" fmla="*/ 51452 w 120570"/>
              <a:gd name="csY1" fmla="*/ 3589 h 141814"/>
              <a:gd name="csX2" fmla="*/ 13359 w 120570"/>
              <a:gd name="csY2" fmla="*/ 22812 h 141814"/>
              <a:gd name="csX3" fmla="*/ 718 w 120570"/>
              <a:gd name="csY3" fmla="*/ 52904 h 141814"/>
              <a:gd name="csX4" fmla="*/ 17816 w 120570"/>
              <a:gd name="csY4" fmla="*/ 70120 h 141814"/>
              <a:gd name="csX5" fmla="*/ 18378 w 120570"/>
              <a:gd name="csY5" fmla="*/ 76397 h 141814"/>
              <a:gd name="csX6" fmla="*/ 18378 w 120570"/>
              <a:gd name="csY6" fmla="*/ 76397 h 141814"/>
              <a:gd name="csX7" fmla="*/ 29266 w 120570"/>
              <a:gd name="csY7" fmla="*/ 89751 h 141814"/>
              <a:gd name="csX8" fmla="*/ 36004 w 120570"/>
              <a:gd name="csY8" fmla="*/ 92489 h 141814"/>
              <a:gd name="csX9" fmla="*/ 36055 w 120570"/>
              <a:gd name="csY9" fmla="*/ 95858 h 141814"/>
              <a:gd name="csX10" fmla="*/ 36055 w 120570"/>
              <a:gd name="csY10" fmla="*/ 95858 h 141814"/>
              <a:gd name="csX11" fmla="*/ 54293 w 120570"/>
              <a:gd name="csY11" fmla="*/ 111116 h 141814"/>
              <a:gd name="csX12" fmla="*/ 54259 w 120570"/>
              <a:gd name="csY12" fmla="*/ 114791 h 141814"/>
              <a:gd name="csX13" fmla="*/ 66050 w 120570"/>
              <a:gd name="csY13" fmla="*/ 127464 h 141814"/>
              <a:gd name="csX14" fmla="*/ 65080 w 120570"/>
              <a:gd name="csY14" fmla="*/ 127975 h 141814"/>
              <a:gd name="csX15" fmla="*/ 62647 w 120570"/>
              <a:gd name="csY15" fmla="*/ 129353 h 141814"/>
              <a:gd name="csX16" fmla="*/ 60928 w 120570"/>
              <a:gd name="csY16" fmla="*/ 131547 h 141814"/>
              <a:gd name="csX17" fmla="*/ 60197 w 120570"/>
              <a:gd name="csY17" fmla="*/ 134252 h 141814"/>
              <a:gd name="csX18" fmla="*/ 60571 w 120570"/>
              <a:gd name="csY18" fmla="*/ 137008 h 141814"/>
              <a:gd name="csX19" fmla="*/ 61966 w 120570"/>
              <a:gd name="csY19" fmla="*/ 139423 h 141814"/>
              <a:gd name="csX20" fmla="*/ 64195 w 120570"/>
              <a:gd name="csY20" fmla="*/ 141107 h 141814"/>
              <a:gd name="csX21" fmla="*/ 66900 w 120570"/>
              <a:gd name="csY21" fmla="*/ 141805 h 141814"/>
              <a:gd name="csX22" fmla="*/ 69673 w 120570"/>
              <a:gd name="csY22" fmla="*/ 141396 h 141814"/>
              <a:gd name="csX23" fmla="*/ 76989 w 120570"/>
              <a:gd name="csY23" fmla="*/ 136786 h 141814"/>
              <a:gd name="csX24" fmla="*/ 80579 w 120570"/>
              <a:gd name="csY24" fmla="*/ 130934 h 141814"/>
              <a:gd name="csX25" fmla="*/ 96878 w 120570"/>
              <a:gd name="csY25" fmla="*/ 130118 h 141814"/>
              <a:gd name="csX26" fmla="*/ 99532 w 120570"/>
              <a:gd name="csY26" fmla="*/ 129199 h 141814"/>
              <a:gd name="csX27" fmla="*/ 101607 w 120570"/>
              <a:gd name="csY27" fmla="*/ 127311 h 141814"/>
              <a:gd name="csX28" fmla="*/ 102798 w 120570"/>
              <a:gd name="csY28" fmla="*/ 124776 h 141814"/>
              <a:gd name="csX29" fmla="*/ 102900 w 120570"/>
              <a:gd name="csY29" fmla="*/ 121970 h 141814"/>
              <a:gd name="csX30" fmla="*/ 101913 w 120570"/>
              <a:gd name="csY30" fmla="*/ 119333 h 141814"/>
              <a:gd name="csX31" fmla="*/ 99974 w 120570"/>
              <a:gd name="csY31" fmla="*/ 117291 h 141814"/>
              <a:gd name="csX32" fmla="*/ 97405 w 120570"/>
              <a:gd name="csY32" fmla="*/ 116169 h 141814"/>
              <a:gd name="csX33" fmla="*/ 94598 w 120570"/>
              <a:gd name="csY33" fmla="*/ 116135 h 141814"/>
              <a:gd name="csX34" fmla="*/ 76513 w 120570"/>
              <a:gd name="csY34" fmla="*/ 115999 h 141814"/>
              <a:gd name="csX35" fmla="*/ 75424 w 120570"/>
              <a:gd name="csY35" fmla="*/ 115778 h 141814"/>
              <a:gd name="csX36" fmla="*/ 74675 w 120570"/>
              <a:gd name="csY36" fmla="*/ 115607 h 141814"/>
              <a:gd name="csX37" fmla="*/ 69486 w 120570"/>
              <a:gd name="csY37" fmla="*/ 113107 h 141814"/>
              <a:gd name="csX38" fmla="*/ 90481 w 120570"/>
              <a:gd name="csY38" fmla="*/ 110606 h 141814"/>
              <a:gd name="csX39" fmla="*/ 105929 w 120570"/>
              <a:gd name="csY39" fmla="*/ 104856 h 141814"/>
              <a:gd name="csX40" fmla="*/ 108209 w 120570"/>
              <a:gd name="csY40" fmla="*/ 103206 h 141814"/>
              <a:gd name="csX41" fmla="*/ 109672 w 120570"/>
              <a:gd name="csY41" fmla="*/ 100808 h 141814"/>
              <a:gd name="csX42" fmla="*/ 110080 w 120570"/>
              <a:gd name="csY42" fmla="*/ 98018 h 141814"/>
              <a:gd name="csX43" fmla="*/ 109366 w 120570"/>
              <a:gd name="csY43" fmla="*/ 95296 h 141814"/>
              <a:gd name="csX44" fmla="*/ 107664 w 120570"/>
              <a:gd name="csY44" fmla="*/ 93068 h 141814"/>
              <a:gd name="csX45" fmla="*/ 105214 w 120570"/>
              <a:gd name="csY45" fmla="*/ 91673 h 141814"/>
              <a:gd name="csX46" fmla="*/ 102424 w 120570"/>
              <a:gd name="csY46" fmla="*/ 91333 h 141814"/>
              <a:gd name="csX47" fmla="*/ 99719 w 120570"/>
              <a:gd name="csY47" fmla="*/ 92115 h 141814"/>
              <a:gd name="csX48" fmla="*/ 86874 w 120570"/>
              <a:gd name="csY48" fmla="*/ 96895 h 141814"/>
              <a:gd name="csX49" fmla="*/ 86874 w 120570"/>
              <a:gd name="csY49" fmla="*/ 96895 h 141814"/>
              <a:gd name="csX50" fmla="*/ 59618 w 120570"/>
              <a:gd name="csY50" fmla="*/ 98222 h 141814"/>
              <a:gd name="csX51" fmla="*/ 53375 w 120570"/>
              <a:gd name="csY51" fmla="*/ 95722 h 141814"/>
              <a:gd name="csX52" fmla="*/ 78793 w 120570"/>
              <a:gd name="csY52" fmla="*/ 92557 h 141814"/>
              <a:gd name="csX53" fmla="*/ 115031 w 120570"/>
              <a:gd name="csY53" fmla="*/ 73267 h 141814"/>
              <a:gd name="csX54" fmla="*/ 116596 w 120570"/>
              <a:gd name="csY54" fmla="*/ 70936 h 141814"/>
              <a:gd name="csX55" fmla="*/ 117124 w 120570"/>
              <a:gd name="csY55" fmla="*/ 68180 h 141814"/>
              <a:gd name="csX56" fmla="*/ 116528 w 120570"/>
              <a:gd name="csY56" fmla="*/ 65425 h 141814"/>
              <a:gd name="csX57" fmla="*/ 114929 w 120570"/>
              <a:gd name="csY57" fmla="*/ 63128 h 141814"/>
              <a:gd name="csX58" fmla="*/ 112564 w 120570"/>
              <a:gd name="csY58" fmla="*/ 61631 h 141814"/>
              <a:gd name="csX59" fmla="*/ 109791 w 120570"/>
              <a:gd name="csY59" fmla="*/ 61172 h 141814"/>
              <a:gd name="csX60" fmla="*/ 107052 w 120570"/>
              <a:gd name="csY60" fmla="*/ 61818 h 141814"/>
              <a:gd name="csX61" fmla="*/ 104789 w 120570"/>
              <a:gd name="csY61" fmla="*/ 63485 h 141814"/>
              <a:gd name="csX62" fmla="*/ 75185 w 120570"/>
              <a:gd name="csY62" fmla="*/ 78846 h 141814"/>
              <a:gd name="csX63" fmla="*/ 36412 w 120570"/>
              <a:gd name="csY63" fmla="*/ 77503 h 141814"/>
              <a:gd name="csX64" fmla="*/ 32465 w 120570"/>
              <a:gd name="csY64" fmla="*/ 73811 h 141814"/>
              <a:gd name="csX65" fmla="*/ 69129 w 120570"/>
              <a:gd name="csY65" fmla="*/ 70851 h 141814"/>
              <a:gd name="csX66" fmla="*/ 107222 w 120570"/>
              <a:gd name="csY66" fmla="*/ 51629 h 141814"/>
              <a:gd name="csX67" fmla="*/ 119846 w 120570"/>
              <a:gd name="csY67" fmla="*/ 21553 h 141814"/>
              <a:gd name="csX68" fmla="*/ 94666 w 120570"/>
              <a:gd name="csY68" fmla="*/ 1769 h 141814"/>
              <a:gd name="csX69" fmla="*/ 94649 w 120570"/>
              <a:gd name="csY69" fmla="*/ 1769 h 141814"/>
              <a:gd name="csX70" fmla="*/ 78010 w 120570"/>
              <a:gd name="csY70" fmla="*/ 0 h 141814"/>
              <a:gd name="csX71" fmla="*/ 78010 w 120570"/>
              <a:gd name="csY71" fmla="*/ 14170 h 141814"/>
              <a:gd name="csX72" fmla="*/ 91501 w 120570"/>
              <a:gd name="csY72" fmla="*/ 15582 h 141814"/>
              <a:gd name="csX73" fmla="*/ 106133 w 120570"/>
              <a:gd name="csY73" fmla="*/ 25142 h 141814"/>
              <a:gd name="csX74" fmla="*/ 97796 w 120570"/>
              <a:gd name="csY74" fmla="*/ 41048 h 141814"/>
              <a:gd name="csX75" fmla="*/ 65522 w 120570"/>
              <a:gd name="csY75" fmla="*/ 57140 h 141814"/>
              <a:gd name="csX76" fmla="*/ 38539 w 120570"/>
              <a:gd name="csY76" fmla="*/ 60117 h 141814"/>
              <a:gd name="csX77" fmla="*/ 39389 w 120570"/>
              <a:gd name="csY77" fmla="*/ 59250 h 141814"/>
              <a:gd name="csX78" fmla="*/ 66662 w 120570"/>
              <a:gd name="csY78" fmla="*/ 45131 h 141814"/>
              <a:gd name="csX79" fmla="*/ 81991 w 120570"/>
              <a:gd name="csY79" fmla="*/ 42647 h 141814"/>
              <a:gd name="csX80" fmla="*/ 86857 w 120570"/>
              <a:gd name="csY80" fmla="*/ 40384 h 141814"/>
              <a:gd name="csX81" fmla="*/ 88745 w 120570"/>
              <a:gd name="csY81" fmla="*/ 35383 h 141814"/>
              <a:gd name="csX82" fmla="*/ 86584 w 120570"/>
              <a:gd name="csY82" fmla="*/ 30467 h 141814"/>
              <a:gd name="csX83" fmla="*/ 81617 w 120570"/>
              <a:gd name="csY83" fmla="*/ 28477 h 141814"/>
              <a:gd name="csX84" fmla="*/ 81106 w 120570"/>
              <a:gd name="csY84" fmla="*/ 28511 h 141814"/>
              <a:gd name="csX85" fmla="*/ 63038 w 120570"/>
              <a:gd name="csY85" fmla="*/ 31436 h 141814"/>
              <a:gd name="csX86" fmla="*/ 29811 w 120570"/>
              <a:gd name="csY86" fmla="*/ 48805 h 141814"/>
              <a:gd name="csX87" fmla="*/ 22750 w 120570"/>
              <a:gd name="csY87" fmla="*/ 56868 h 141814"/>
              <a:gd name="csX88" fmla="*/ 14448 w 120570"/>
              <a:gd name="csY88" fmla="*/ 49298 h 141814"/>
              <a:gd name="csX89" fmla="*/ 22767 w 120570"/>
              <a:gd name="csY89" fmla="*/ 33410 h 141814"/>
              <a:gd name="csX90" fmla="*/ 55059 w 120570"/>
              <a:gd name="csY90" fmla="*/ 17300 h 141814"/>
              <a:gd name="csX91" fmla="*/ 78010 w 120570"/>
              <a:gd name="csY91" fmla="*/ 14170 h 141814"/>
            </a:gdLst>
            <a:ahLst/>
            <a:cxnLst/>
            <a:rect l="l" t="t" r="r" b="b"/>
            <a:pathLst>
              <a:path w="100000" h="100000">
                <a:moveTo>
                  <a:pt x="62499" y="0"/>
                </a:moveTo>
                <a:cubicBezTo>
                  <a:pt x="56488" y="0"/>
                  <a:pt x="50130" y="852"/>
                  <a:pt x="43771" y="2531"/>
                </a:cubicBezTo>
                <a:cubicBezTo>
                  <a:pt x="32854" y="5410"/>
                  <a:pt x="23496" y="10220"/>
                  <a:pt x="16910" y="16086"/>
                </a:cubicBezTo>
                <a:cubicBezTo>
                  <a:pt x="10312" y="21963"/>
                  <a:pt x="5957" y="29520"/>
                  <a:pt x="7996" y="37305"/>
                </a:cubicBezTo>
                <a:cubicBezTo>
                  <a:pt x="9496" y="42980"/>
                  <a:pt x="14043" y="46986"/>
                  <a:pt x="20053" y="49445"/>
                </a:cubicBezTo>
                <a:cubicBezTo>
                  <a:pt x="19981" y="50896"/>
                  <a:pt x="20053" y="52372"/>
                  <a:pt x="20449" y="53871"/>
                </a:cubicBezTo>
                <a:lnTo>
                  <a:pt x="20449" y="53871"/>
                </a:lnTo>
                <a:cubicBezTo>
                  <a:pt x="21505" y="57878"/>
                  <a:pt x="24432" y="61129"/>
                  <a:pt x="28127" y="63288"/>
                </a:cubicBezTo>
                <a:cubicBezTo>
                  <a:pt x="29567" y="64127"/>
                  <a:pt x="31259" y="64631"/>
                  <a:pt x="32878" y="65219"/>
                </a:cubicBezTo>
                <a:cubicBezTo>
                  <a:pt x="32926" y="66010"/>
                  <a:pt x="32710" y="66814"/>
                  <a:pt x="32914" y="67594"/>
                </a:cubicBezTo>
                <a:lnTo>
                  <a:pt x="32914" y="67594"/>
                </a:lnTo>
                <a:cubicBezTo>
                  <a:pt x="34401" y="73268"/>
                  <a:pt x="39620" y="76578"/>
                  <a:pt x="45775" y="78353"/>
                </a:cubicBezTo>
                <a:cubicBezTo>
                  <a:pt x="45799" y="79229"/>
                  <a:pt x="45523" y="80093"/>
                  <a:pt x="45751" y="80945"/>
                </a:cubicBezTo>
                <a:cubicBezTo>
                  <a:pt x="46866" y="85227"/>
                  <a:pt x="50142" y="88094"/>
                  <a:pt x="54065" y="89881"/>
                </a:cubicBezTo>
                <a:cubicBezTo>
                  <a:pt x="53801" y="90049"/>
                  <a:pt x="53537" y="90193"/>
                  <a:pt x="53381" y="90241"/>
                </a:cubicBezTo>
                <a:cubicBezTo>
                  <a:pt x="52757" y="90445"/>
                  <a:pt x="52169" y="90781"/>
                  <a:pt x="51666" y="91213"/>
                </a:cubicBezTo>
                <a:cubicBezTo>
                  <a:pt x="51161" y="91645"/>
                  <a:pt x="50754" y="92172"/>
                  <a:pt x="50453" y="92760"/>
                </a:cubicBezTo>
                <a:cubicBezTo>
                  <a:pt x="50154" y="93348"/>
                  <a:pt x="49986" y="93996"/>
                  <a:pt x="49938" y="94668"/>
                </a:cubicBezTo>
                <a:cubicBezTo>
                  <a:pt x="49890" y="95327"/>
                  <a:pt x="49986" y="95987"/>
                  <a:pt x="50202" y="96611"/>
                </a:cubicBezTo>
                <a:cubicBezTo>
                  <a:pt x="50405" y="97246"/>
                  <a:pt x="50742" y="97822"/>
                  <a:pt x="51185" y="98314"/>
                </a:cubicBezTo>
                <a:cubicBezTo>
                  <a:pt x="51630" y="98817"/>
                  <a:pt x="52157" y="99214"/>
                  <a:pt x="52757" y="99501"/>
                </a:cubicBezTo>
                <a:cubicBezTo>
                  <a:pt x="53357" y="99789"/>
                  <a:pt x="54005" y="99957"/>
                  <a:pt x="54665" y="99994"/>
                </a:cubicBezTo>
                <a:cubicBezTo>
                  <a:pt x="55337" y="100030"/>
                  <a:pt x="55996" y="99922"/>
                  <a:pt x="56620" y="99705"/>
                </a:cubicBezTo>
                <a:cubicBezTo>
                  <a:pt x="58264" y="99142"/>
                  <a:pt x="60075" y="98194"/>
                  <a:pt x="61779" y="96455"/>
                </a:cubicBezTo>
                <a:cubicBezTo>
                  <a:pt x="62798" y="95423"/>
                  <a:pt x="63710" y="93984"/>
                  <a:pt x="64310" y="92328"/>
                </a:cubicBezTo>
                <a:cubicBezTo>
                  <a:pt x="67897" y="92604"/>
                  <a:pt x="71760" y="92413"/>
                  <a:pt x="75804" y="91753"/>
                </a:cubicBezTo>
                <a:cubicBezTo>
                  <a:pt x="76463" y="91669"/>
                  <a:pt x="77099" y="91441"/>
                  <a:pt x="77675" y="91105"/>
                </a:cubicBezTo>
                <a:cubicBezTo>
                  <a:pt x="78238" y="90757"/>
                  <a:pt x="78743" y="90313"/>
                  <a:pt x="79138" y="89773"/>
                </a:cubicBezTo>
                <a:cubicBezTo>
                  <a:pt x="79534" y="89234"/>
                  <a:pt x="79822" y="88634"/>
                  <a:pt x="79978" y="87986"/>
                </a:cubicBezTo>
                <a:cubicBezTo>
                  <a:pt x="80135" y="87338"/>
                  <a:pt x="80159" y="86654"/>
                  <a:pt x="80050" y="86007"/>
                </a:cubicBezTo>
                <a:cubicBezTo>
                  <a:pt x="79942" y="85347"/>
                  <a:pt x="79702" y="84711"/>
                  <a:pt x="79354" y="84148"/>
                </a:cubicBezTo>
                <a:cubicBezTo>
                  <a:pt x="78994" y="83583"/>
                  <a:pt x="78539" y="83092"/>
                  <a:pt x="77987" y="82708"/>
                </a:cubicBezTo>
                <a:cubicBezTo>
                  <a:pt x="77447" y="82336"/>
                  <a:pt x="76823" y="82060"/>
                  <a:pt x="76175" y="81916"/>
                </a:cubicBezTo>
                <a:cubicBezTo>
                  <a:pt x="75527" y="81785"/>
                  <a:pt x="74855" y="81773"/>
                  <a:pt x="74196" y="81892"/>
                </a:cubicBezTo>
                <a:cubicBezTo>
                  <a:pt x="69241" y="82696"/>
                  <a:pt x="64778" y="82528"/>
                  <a:pt x="61443" y="81797"/>
                </a:cubicBezTo>
                <a:cubicBezTo>
                  <a:pt x="61191" y="81725"/>
                  <a:pt x="60939" y="81677"/>
                  <a:pt x="60675" y="81641"/>
                </a:cubicBezTo>
                <a:cubicBezTo>
                  <a:pt x="60507" y="81593"/>
                  <a:pt x="60303" y="81569"/>
                  <a:pt x="60147" y="81520"/>
                </a:cubicBezTo>
                <a:cubicBezTo>
                  <a:pt x="58324" y="80993"/>
                  <a:pt x="57220" y="80357"/>
                  <a:pt x="56488" y="79757"/>
                </a:cubicBezTo>
                <a:cubicBezTo>
                  <a:pt x="61287" y="79781"/>
                  <a:pt x="66242" y="79325"/>
                  <a:pt x="71293" y="77994"/>
                </a:cubicBezTo>
                <a:cubicBezTo>
                  <a:pt x="75143" y="76974"/>
                  <a:pt x="78791" y="75595"/>
                  <a:pt x="82186" y="73939"/>
                </a:cubicBezTo>
                <a:cubicBezTo>
                  <a:pt x="82786" y="73663"/>
                  <a:pt x="83337" y="73268"/>
                  <a:pt x="83794" y="72776"/>
                </a:cubicBezTo>
                <a:cubicBezTo>
                  <a:pt x="84237" y="72284"/>
                  <a:pt x="84597" y="71708"/>
                  <a:pt x="84825" y="71085"/>
                </a:cubicBezTo>
                <a:cubicBezTo>
                  <a:pt x="85041" y="70461"/>
                  <a:pt x="85149" y="69789"/>
                  <a:pt x="85113" y="69117"/>
                </a:cubicBezTo>
                <a:cubicBezTo>
                  <a:pt x="85077" y="68457"/>
                  <a:pt x="84909" y="67798"/>
                  <a:pt x="84609" y="67198"/>
                </a:cubicBezTo>
                <a:cubicBezTo>
                  <a:pt x="84321" y="66599"/>
                  <a:pt x="83913" y="66070"/>
                  <a:pt x="83409" y="65627"/>
                </a:cubicBezTo>
                <a:cubicBezTo>
                  <a:pt x="82906" y="65183"/>
                  <a:pt x="82318" y="64847"/>
                  <a:pt x="81682" y="64643"/>
                </a:cubicBezTo>
                <a:cubicBezTo>
                  <a:pt x="81046" y="64439"/>
                  <a:pt x="80386" y="64355"/>
                  <a:pt x="79714" y="64403"/>
                </a:cubicBezTo>
                <a:cubicBezTo>
                  <a:pt x="79054" y="64463"/>
                  <a:pt x="78407" y="64643"/>
                  <a:pt x="77807" y="64955"/>
                </a:cubicBezTo>
                <a:cubicBezTo>
                  <a:pt x="74964" y="66347"/>
                  <a:pt x="71928" y="67486"/>
                  <a:pt x="68749" y="68325"/>
                </a:cubicBezTo>
                <a:lnTo>
                  <a:pt x="68749" y="68325"/>
                </a:lnTo>
                <a:cubicBezTo>
                  <a:pt x="61659" y="70197"/>
                  <a:pt x="54677" y="70437"/>
                  <a:pt x="49530" y="69261"/>
                </a:cubicBezTo>
                <a:cubicBezTo>
                  <a:pt x="47442" y="68782"/>
                  <a:pt x="46195" y="68134"/>
                  <a:pt x="45127" y="67498"/>
                </a:cubicBezTo>
                <a:cubicBezTo>
                  <a:pt x="50802" y="67630"/>
                  <a:pt x="56896" y="66886"/>
                  <a:pt x="63051" y="65266"/>
                </a:cubicBezTo>
                <a:cubicBezTo>
                  <a:pt x="73704" y="62448"/>
                  <a:pt x="82665" y="57890"/>
                  <a:pt x="88604" y="51664"/>
                </a:cubicBezTo>
                <a:cubicBezTo>
                  <a:pt x="89084" y="51196"/>
                  <a:pt x="89456" y="50645"/>
                  <a:pt x="89708" y="50020"/>
                </a:cubicBezTo>
                <a:cubicBezTo>
                  <a:pt x="89959" y="49409"/>
                  <a:pt x="90080" y="48749"/>
                  <a:pt x="90080" y="48077"/>
                </a:cubicBezTo>
                <a:cubicBezTo>
                  <a:pt x="90068" y="47406"/>
                  <a:pt x="89935" y="46746"/>
                  <a:pt x="89660" y="46134"/>
                </a:cubicBezTo>
                <a:cubicBezTo>
                  <a:pt x="89396" y="45522"/>
                  <a:pt x="89012" y="44971"/>
                  <a:pt x="88532" y="44515"/>
                </a:cubicBezTo>
                <a:cubicBezTo>
                  <a:pt x="88052" y="44059"/>
                  <a:pt x="87477" y="43699"/>
                  <a:pt x="86864" y="43459"/>
                </a:cubicBezTo>
                <a:cubicBezTo>
                  <a:pt x="86240" y="43219"/>
                  <a:pt x="85569" y="43111"/>
                  <a:pt x="84909" y="43135"/>
                </a:cubicBezTo>
                <a:cubicBezTo>
                  <a:pt x="84237" y="43159"/>
                  <a:pt x="83589" y="43315"/>
                  <a:pt x="82978" y="43591"/>
                </a:cubicBezTo>
                <a:cubicBezTo>
                  <a:pt x="82378" y="43867"/>
                  <a:pt x="81825" y="44275"/>
                  <a:pt x="81382" y="44766"/>
                </a:cubicBezTo>
                <a:cubicBezTo>
                  <a:pt x="77303" y="49025"/>
                  <a:pt x="69853" y="53127"/>
                  <a:pt x="60507" y="55598"/>
                </a:cubicBezTo>
                <a:cubicBezTo>
                  <a:pt x="49266" y="58561"/>
                  <a:pt x="38253" y="57625"/>
                  <a:pt x="33166" y="54651"/>
                </a:cubicBezTo>
                <a:cubicBezTo>
                  <a:pt x="31546" y="53703"/>
                  <a:pt x="30790" y="52876"/>
                  <a:pt x="30383" y="52048"/>
                </a:cubicBezTo>
                <a:cubicBezTo>
                  <a:pt x="38385" y="53067"/>
                  <a:pt x="47287" y="52323"/>
                  <a:pt x="56236" y="49961"/>
                </a:cubicBezTo>
                <a:cubicBezTo>
                  <a:pt x="67153" y="47094"/>
                  <a:pt x="76499" y="42284"/>
                  <a:pt x="83098" y="36406"/>
                </a:cubicBezTo>
                <a:cubicBezTo>
                  <a:pt x="89696" y="30540"/>
                  <a:pt x="94051" y="22983"/>
                  <a:pt x="91999" y="15198"/>
                </a:cubicBezTo>
                <a:cubicBezTo>
                  <a:pt x="90068" y="7821"/>
                  <a:pt x="83014" y="3251"/>
                  <a:pt x="74244" y="1247"/>
                </a:cubicBezTo>
                <a:lnTo>
                  <a:pt x="74232" y="1247"/>
                </a:lnTo>
                <a:cubicBezTo>
                  <a:pt x="70549" y="408"/>
                  <a:pt x="66601" y="0"/>
                  <a:pt x="62499" y="0"/>
                </a:cubicBezTo>
                <a:close/>
                <a:moveTo>
                  <a:pt x="62499" y="9992"/>
                </a:moveTo>
                <a:cubicBezTo>
                  <a:pt x="65942" y="9992"/>
                  <a:pt x="69169" y="10340"/>
                  <a:pt x="72012" y="10988"/>
                </a:cubicBezTo>
                <a:cubicBezTo>
                  <a:pt x="78767" y="12535"/>
                  <a:pt x="81694" y="15318"/>
                  <a:pt x="82330" y="17729"/>
                </a:cubicBezTo>
                <a:cubicBezTo>
                  <a:pt x="83026" y="20356"/>
                  <a:pt x="81514" y="24435"/>
                  <a:pt x="76451" y="28945"/>
                </a:cubicBezTo>
                <a:cubicBezTo>
                  <a:pt x="71389" y="33455"/>
                  <a:pt x="63267" y="37773"/>
                  <a:pt x="53693" y="40292"/>
                </a:cubicBezTo>
                <a:cubicBezTo>
                  <a:pt x="47022" y="42056"/>
                  <a:pt x="40436" y="42703"/>
                  <a:pt x="34666" y="42391"/>
                </a:cubicBezTo>
                <a:cubicBezTo>
                  <a:pt x="34870" y="42188"/>
                  <a:pt x="35049" y="41984"/>
                  <a:pt x="35265" y="41780"/>
                </a:cubicBezTo>
                <a:cubicBezTo>
                  <a:pt x="39656" y="37761"/>
                  <a:pt x="46615" y="33911"/>
                  <a:pt x="54497" y="31824"/>
                </a:cubicBezTo>
                <a:cubicBezTo>
                  <a:pt x="58132" y="30876"/>
                  <a:pt x="61755" y="30300"/>
                  <a:pt x="65306" y="30072"/>
                </a:cubicBezTo>
                <a:cubicBezTo>
                  <a:pt x="66613" y="30013"/>
                  <a:pt x="67849" y="29436"/>
                  <a:pt x="68737" y="28477"/>
                </a:cubicBezTo>
                <a:cubicBezTo>
                  <a:pt x="69625" y="27517"/>
                  <a:pt x="70105" y="26258"/>
                  <a:pt x="70069" y="24950"/>
                </a:cubicBezTo>
                <a:cubicBezTo>
                  <a:pt x="70033" y="23643"/>
                  <a:pt x="69480" y="22396"/>
                  <a:pt x="68545" y="21484"/>
                </a:cubicBezTo>
                <a:cubicBezTo>
                  <a:pt x="67610" y="20584"/>
                  <a:pt x="66350" y="20081"/>
                  <a:pt x="65042" y="20081"/>
                </a:cubicBezTo>
                <a:cubicBezTo>
                  <a:pt x="64922" y="20081"/>
                  <a:pt x="64802" y="20093"/>
                  <a:pt x="64682" y="20105"/>
                </a:cubicBezTo>
                <a:cubicBezTo>
                  <a:pt x="60483" y="20368"/>
                  <a:pt x="56212" y="21040"/>
                  <a:pt x="51941" y="22167"/>
                </a:cubicBezTo>
                <a:cubicBezTo>
                  <a:pt x="42572" y="24639"/>
                  <a:pt x="34365" y="29053"/>
                  <a:pt x="28511" y="34415"/>
                </a:cubicBezTo>
                <a:cubicBezTo>
                  <a:pt x="26604" y="36166"/>
                  <a:pt x="24924" y="38073"/>
                  <a:pt x="23532" y="40100"/>
                </a:cubicBezTo>
                <a:cubicBezTo>
                  <a:pt x="19897" y="38553"/>
                  <a:pt x="18146" y="36562"/>
                  <a:pt x="17678" y="34762"/>
                </a:cubicBezTo>
                <a:cubicBezTo>
                  <a:pt x="16982" y="32148"/>
                  <a:pt x="18481" y="28069"/>
                  <a:pt x="23544" y="23559"/>
                </a:cubicBezTo>
                <a:cubicBezTo>
                  <a:pt x="28619" y="19049"/>
                  <a:pt x="36741" y="14731"/>
                  <a:pt x="46315" y="12199"/>
                </a:cubicBezTo>
                <a:cubicBezTo>
                  <a:pt x="51905" y="10736"/>
                  <a:pt x="57436" y="9992"/>
                  <a:pt x="62499" y="999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0" name="Красный — SVG 27">
            <a:extLst>
              <a:ext uri="{FF2B5EF4-FFF2-40B4-BE49-F238E27FC236}">
                <a16:creationId xmlns:a16="http://schemas.microsoft.com/office/drawing/2014/main" id="{B638617A-41EF-6D4F-968E-06F2E8DCA499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55140 w 148867"/>
              <a:gd name="csY0" fmla="*/ 4 h 127655"/>
              <a:gd name="csX1" fmla="*/ 54035 w 148867"/>
              <a:gd name="csY1" fmla="*/ 73 h 127655"/>
              <a:gd name="csX2" fmla="*/ 18068 w 148867"/>
              <a:gd name="csY2" fmla="*/ 73 h 127655"/>
              <a:gd name="csX3" fmla="*/ 7094 w 148867"/>
              <a:gd name="csY3" fmla="*/ 11062 h 127655"/>
              <a:gd name="csX4" fmla="*/ 7094 w 148867"/>
              <a:gd name="csY4" fmla="*/ 61704 h 127655"/>
              <a:gd name="csX5" fmla="*/ 0 w 148867"/>
              <a:gd name="csY5" fmla="*/ 85128 h 127655"/>
              <a:gd name="csX6" fmla="*/ 42534 w 148867"/>
              <a:gd name="csY6" fmla="*/ 127656 h 127655"/>
              <a:gd name="csX7" fmla="*/ 84131 w 148867"/>
              <a:gd name="csY7" fmla="*/ 93991 h 127655"/>
              <a:gd name="csX8" fmla="*/ 104003 w 148867"/>
              <a:gd name="csY8" fmla="*/ 93991 h 127655"/>
              <a:gd name="csX9" fmla="*/ 101009 w 148867"/>
              <a:gd name="csY9" fmla="*/ 105507 h 127655"/>
              <a:gd name="csX10" fmla="*/ 106572 w 148867"/>
              <a:gd name="csY10" fmla="*/ 120613 h 127655"/>
              <a:gd name="csX11" fmla="*/ 123177 w 148867"/>
              <a:gd name="csY11" fmla="*/ 127656 h 127655"/>
              <a:gd name="csX12" fmla="*/ 145328 w 148867"/>
              <a:gd name="csY12" fmla="*/ 105507 h 127655"/>
              <a:gd name="csX13" fmla="*/ 139136 w 148867"/>
              <a:gd name="csY13" fmla="*/ 90231 h 127655"/>
              <a:gd name="csX14" fmla="*/ 147234 w 148867"/>
              <a:gd name="csY14" fmla="*/ 73748 h 127655"/>
              <a:gd name="csX15" fmla="*/ 148867 w 148867"/>
              <a:gd name="csY15" fmla="*/ 66722 h 127655"/>
              <a:gd name="csX16" fmla="*/ 148867 w 148867"/>
              <a:gd name="csY16" fmla="*/ 58557 h 127655"/>
              <a:gd name="csX17" fmla="*/ 132909 w 148867"/>
              <a:gd name="csY17" fmla="*/ 42600 h 127655"/>
              <a:gd name="csX18" fmla="*/ 106334 w 148867"/>
              <a:gd name="csY18" fmla="*/ 42600 h 127655"/>
              <a:gd name="csX19" fmla="*/ 106334 w 148867"/>
              <a:gd name="csY19" fmla="*/ 19567 h 127655"/>
              <a:gd name="csX20" fmla="*/ 108103 w 148867"/>
              <a:gd name="csY20" fmla="*/ 17798 h 127655"/>
              <a:gd name="csX21" fmla="*/ 111642 w 148867"/>
              <a:gd name="csY21" fmla="*/ 17798 h 127655"/>
              <a:gd name="csX22" fmla="*/ 113701 w 148867"/>
              <a:gd name="csY22" fmla="*/ 17407 h 127655"/>
              <a:gd name="csX23" fmla="*/ 115453 w 148867"/>
              <a:gd name="csY23" fmla="*/ 16267 h 127655"/>
              <a:gd name="csX24" fmla="*/ 116627 w 148867"/>
              <a:gd name="csY24" fmla="*/ 14532 h 127655"/>
              <a:gd name="csX25" fmla="*/ 117035 w 148867"/>
              <a:gd name="csY25" fmla="*/ 12473 h 127655"/>
              <a:gd name="csX26" fmla="*/ 116627 w 148867"/>
              <a:gd name="csY26" fmla="*/ 10432 h 127655"/>
              <a:gd name="csX27" fmla="*/ 115453 w 148867"/>
              <a:gd name="csY27" fmla="*/ 8697 h 127655"/>
              <a:gd name="csX28" fmla="*/ 113701 w 148867"/>
              <a:gd name="csY28" fmla="*/ 7540 h 127655"/>
              <a:gd name="csX29" fmla="*/ 111642 w 148867"/>
              <a:gd name="csY29" fmla="*/ 7166 h 127655"/>
              <a:gd name="csX30" fmla="*/ 108103 w 148867"/>
              <a:gd name="csY30" fmla="*/ 7166 h 127655"/>
              <a:gd name="csX31" fmla="*/ 95700 w 148867"/>
              <a:gd name="csY31" fmla="*/ 19567 h 127655"/>
              <a:gd name="csX32" fmla="*/ 95700 w 148867"/>
              <a:gd name="csY32" fmla="*/ 42600 h 127655"/>
              <a:gd name="csX33" fmla="*/ 69721 w 148867"/>
              <a:gd name="csY33" fmla="*/ 42600 h 127655"/>
              <a:gd name="csX34" fmla="*/ 61759 w 148867"/>
              <a:gd name="csY34" fmla="*/ 10704 h 127655"/>
              <a:gd name="csX35" fmla="*/ 62031 w 148867"/>
              <a:gd name="csY35" fmla="*/ 10704 h 127655"/>
              <a:gd name="csX36" fmla="*/ 64089 w 148867"/>
              <a:gd name="csY36" fmla="*/ 10330 h 127655"/>
              <a:gd name="csX37" fmla="*/ 65842 w 148867"/>
              <a:gd name="csY37" fmla="*/ 9173 h 127655"/>
              <a:gd name="csX38" fmla="*/ 67016 w 148867"/>
              <a:gd name="csY38" fmla="*/ 7438 h 127655"/>
              <a:gd name="csX39" fmla="*/ 67424 w 148867"/>
              <a:gd name="csY39" fmla="*/ 5397 h 127655"/>
              <a:gd name="csX40" fmla="*/ 67016 w 148867"/>
              <a:gd name="csY40" fmla="*/ 3339 h 127655"/>
              <a:gd name="csX41" fmla="*/ 65842 w 148867"/>
              <a:gd name="csY41" fmla="*/ 1603 h 127655"/>
              <a:gd name="csX42" fmla="*/ 64089 w 148867"/>
              <a:gd name="csY42" fmla="*/ 464 h 127655"/>
              <a:gd name="csX43" fmla="*/ 62031 w 148867"/>
              <a:gd name="csY43" fmla="*/ 73 h 127655"/>
              <a:gd name="csX44" fmla="*/ 55770 w 148867"/>
              <a:gd name="csY44" fmla="*/ 73 h 127655"/>
              <a:gd name="csX45" fmla="*/ 55140 w 148867"/>
              <a:gd name="csY45" fmla="*/ 4 h 127655"/>
              <a:gd name="csX46" fmla="*/ 18068 w 148867"/>
              <a:gd name="csY46" fmla="*/ 10704 h 127655"/>
              <a:gd name="csX47" fmla="*/ 50785 w 148867"/>
              <a:gd name="csY47" fmla="*/ 10704 h 127655"/>
              <a:gd name="csX48" fmla="*/ 58764 w 148867"/>
              <a:gd name="csY48" fmla="*/ 42600 h 127655"/>
              <a:gd name="csX49" fmla="*/ 42534 w 148867"/>
              <a:gd name="csY49" fmla="*/ 42600 h 127655"/>
              <a:gd name="csX50" fmla="*/ 17728 w 148867"/>
              <a:gd name="csY50" fmla="*/ 42600 h 127655"/>
              <a:gd name="csX51" fmla="*/ 17728 w 148867"/>
              <a:gd name="csY51" fmla="*/ 11062 h 127655"/>
              <a:gd name="csX52" fmla="*/ 18068 w 148867"/>
              <a:gd name="csY52" fmla="*/ 10704 h 127655"/>
              <a:gd name="csX53" fmla="*/ 42534 w 148867"/>
              <a:gd name="csY53" fmla="*/ 53232 h 127655"/>
              <a:gd name="csX54" fmla="*/ 74434 w 148867"/>
              <a:gd name="csY54" fmla="*/ 85128 h 127655"/>
              <a:gd name="csX55" fmla="*/ 42534 w 148867"/>
              <a:gd name="csY55" fmla="*/ 117024 h 127655"/>
              <a:gd name="csX56" fmla="*/ 10633 w 148867"/>
              <a:gd name="csY56" fmla="*/ 85128 h 127655"/>
              <a:gd name="csX57" fmla="*/ 42534 w 148867"/>
              <a:gd name="csY57" fmla="*/ 53232 h 127655"/>
              <a:gd name="csX58" fmla="*/ 41649 w 148867"/>
              <a:gd name="csY58" fmla="*/ 74547 h 127655"/>
              <a:gd name="csX59" fmla="*/ 30182 w 148867"/>
              <a:gd name="csY59" fmla="*/ 86013 h 127655"/>
              <a:gd name="csX60" fmla="*/ 41649 w 148867"/>
              <a:gd name="csY60" fmla="*/ 97495 h 127655"/>
              <a:gd name="csX61" fmla="*/ 53116 w 148867"/>
              <a:gd name="csY61" fmla="*/ 86013 h 127655"/>
              <a:gd name="csX62" fmla="*/ 41649 w 148867"/>
              <a:gd name="csY62" fmla="*/ 74547 h 127655"/>
              <a:gd name="csX63" fmla="*/ 123177 w 148867"/>
              <a:gd name="csY63" fmla="*/ 93991 h 127655"/>
              <a:gd name="csX64" fmla="*/ 134695 w 148867"/>
              <a:gd name="csY64" fmla="*/ 105507 h 127655"/>
              <a:gd name="csX65" fmla="*/ 123177 w 148867"/>
              <a:gd name="csY65" fmla="*/ 117024 h 127655"/>
              <a:gd name="csX66" fmla="*/ 114517 w 148867"/>
              <a:gd name="csY66" fmla="*/ 113554 h 127655"/>
              <a:gd name="csX67" fmla="*/ 111642 w 148867"/>
              <a:gd name="csY67" fmla="*/ 105507 h 127655"/>
              <a:gd name="csX68" fmla="*/ 114517 w 148867"/>
              <a:gd name="csY68" fmla="*/ 97461 h 127655"/>
              <a:gd name="csX69" fmla="*/ 123177 w 148867"/>
              <a:gd name="csY69" fmla="*/ 93991 h 127655"/>
            </a:gdLst>
            <a:ahLst/>
            <a:cxnLst/>
            <a:rect l="l" t="t" r="r" b="b"/>
            <a:pathLst>
              <a:path w="100000" h="100000">
                <a:moveTo>
                  <a:pt x="37040" y="7127"/>
                </a:moveTo>
                <a:cubicBezTo>
                  <a:pt x="36789" y="7116"/>
                  <a:pt x="36549" y="7139"/>
                  <a:pt x="36298" y="7174"/>
                </a:cubicBezTo>
                <a:lnTo>
                  <a:pt x="12137" y="7174"/>
                </a:lnTo>
                <a:cubicBezTo>
                  <a:pt x="8103" y="7174"/>
                  <a:pt x="4765" y="10521"/>
                  <a:pt x="4765" y="14555"/>
                </a:cubicBezTo>
                <a:lnTo>
                  <a:pt x="4765" y="48574"/>
                </a:lnTo>
                <a:cubicBezTo>
                  <a:pt x="1760" y="53087"/>
                  <a:pt x="0" y="58503"/>
                  <a:pt x="0" y="64308"/>
                </a:cubicBezTo>
                <a:cubicBezTo>
                  <a:pt x="0" y="80043"/>
                  <a:pt x="12834" y="92876"/>
                  <a:pt x="28572" y="92876"/>
                </a:cubicBezTo>
                <a:cubicBezTo>
                  <a:pt x="42263" y="92876"/>
                  <a:pt x="53760" y="83163"/>
                  <a:pt x="56514" y="70262"/>
                </a:cubicBezTo>
                <a:lnTo>
                  <a:pt x="69863" y="70262"/>
                </a:lnTo>
                <a:cubicBezTo>
                  <a:pt x="68514" y="72639"/>
                  <a:pt x="67852" y="75336"/>
                  <a:pt x="67852" y="77998"/>
                </a:cubicBezTo>
                <a:cubicBezTo>
                  <a:pt x="67852" y="81621"/>
                  <a:pt x="69052" y="85288"/>
                  <a:pt x="71589" y="88145"/>
                </a:cubicBezTo>
                <a:cubicBezTo>
                  <a:pt x="74126" y="91002"/>
                  <a:pt x="78080" y="92876"/>
                  <a:pt x="82743" y="92876"/>
                </a:cubicBezTo>
                <a:cubicBezTo>
                  <a:pt x="90915" y="92876"/>
                  <a:pt x="97623" y="86180"/>
                  <a:pt x="97623" y="77998"/>
                </a:cubicBezTo>
                <a:cubicBezTo>
                  <a:pt x="97623" y="74033"/>
                  <a:pt x="96023" y="70411"/>
                  <a:pt x="93463" y="67736"/>
                </a:cubicBezTo>
                <a:lnTo>
                  <a:pt x="98903" y="56664"/>
                </a:lnTo>
                <a:cubicBezTo>
                  <a:pt x="99623" y="55201"/>
                  <a:pt x="100000" y="53567"/>
                  <a:pt x="100000" y="51944"/>
                </a:cubicBezTo>
                <a:lnTo>
                  <a:pt x="100000" y="46460"/>
                </a:lnTo>
                <a:cubicBezTo>
                  <a:pt x="100000" y="40552"/>
                  <a:pt x="95189" y="35741"/>
                  <a:pt x="89280" y="35741"/>
                </a:cubicBezTo>
                <a:lnTo>
                  <a:pt x="71429" y="35741"/>
                </a:lnTo>
                <a:lnTo>
                  <a:pt x="71429" y="20268"/>
                </a:lnTo>
                <a:cubicBezTo>
                  <a:pt x="71429" y="19572"/>
                  <a:pt x="71920" y="19080"/>
                  <a:pt x="72617" y="19080"/>
                </a:cubicBezTo>
                <a:lnTo>
                  <a:pt x="74994" y="19080"/>
                </a:lnTo>
                <a:cubicBezTo>
                  <a:pt x="75475" y="19092"/>
                  <a:pt x="75943" y="19000"/>
                  <a:pt x="76378" y="18817"/>
                </a:cubicBezTo>
                <a:cubicBezTo>
                  <a:pt x="76823" y="18646"/>
                  <a:pt x="77223" y="18383"/>
                  <a:pt x="77554" y="18052"/>
                </a:cubicBezTo>
                <a:cubicBezTo>
                  <a:pt x="77897" y="17721"/>
                  <a:pt x="78160" y="17320"/>
                  <a:pt x="78343" y="16886"/>
                </a:cubicBezTo>
                <a:cubicBezTo>
                  <a:pt x="78526" y="16452"/>
                  <a:pt x="78617" y="15983"/>
                  <a:pt x="78617" y="15503"/>
                </a:cubicBezTo>
                <a:cubicBezTo>
                  <a:pt x="78617" y="15035"/>
                  <a:pt x="78526" y="14567"/>
                  <a:pt x="78343" y="14132"/>
                </a:cubicBezTo>
                <a:cubicBezTo>
                  <a:pt x="78160" y="13698"/>
                  <a:pt x="77897" y="13298"/>
                  <a:pt x="77554" y="12967"/>
                </a:cubicBezTo>
                <a:cubicBezTo>
                  <a:pt x="77223" y="12635"/>
                  <a:pt x="76823" y="12372"/>
                  <a:pt x="76378" y="12189"/>
                </a:cubicBezTo>
                <a:cubicBezTo>
                  <a:pt x="75943" y="12018"/>
                  <a:pt x="75475" y="11927"/>
                  <a:pt x="74994" y="11938"/>
                </a:cubicBezTo>
                <a:lnTo>
                  <a:pt x="72617" y="11938"/>
                </a:lnTo>
                <a:cubicBezTo>
                  <a:pt x="68057" y="11938"/>
                  <a:pt x="64286" y="15709"/>
                  <a:pt x="64286" y="20268"/>
                </a:cubicBezTo>
                <a:lnTo>
                  <a:pt x="64286" y="35741"/>
                </a:lnTo>
                <a:lnTo>
                  <a:pt x="46834" y="35741"/>
                </a:lnTo>
                <a:lnTo>
                  <a:pt x="41486" y="14315"/>
                </a:lnTo>
                <a:lnTo>
                  <a:pt x="41669" y="14315"/>
                </a:lnTo>
                <a:cubicBezTo>
                  <a:pt x="42138" y="14327"/>
                  <a:pt x="42606" y="14235"/>
                  <a:pt x="43051" y="14064"/>
                </a:cubicBezTo>
                <a:cubicBezTo>
                  <a:pt x="43486" y="13881"/>
                  <a:pt x="43885" y="13618"/>
                  <a:pt x="44229" y="13286"/>
                </a:cubicBezTo>
                <a:cubicBezTo>
                  <a:pt x="44560" y="12955"/>
                  <a:pt x="44835" y="12567"/>
                  <a:pt x="45017" y="12121"/>
                </a:cubicBezTo>
                <a:cubicBezTo>
                  <a:pt x="45200" y="11687"/>
                  <a:pt x="45291" y="11218"/>
                  <a:pt x="45291" y="10750"/>
                </a:cubicBezTo>
                <a:cubicBezTo>
                  <a:pt x="45291" y="10270"/>
                  <a:pt x="45200" y="9801"/>
                  <a:pt x="45017" y="9367"/>
                </a:cubicBezTo>
                <a:cubicBezTo>
                  <a:pt x="44835" y="8933"/>
                  <a:pt x="44560" y="8533"/>
                  <a:pt x="44229" y="8201"/>
                </a:cubicBezTo>
                <a:cubicBezTo>
                  <a:pt x="43885" y="7870"/>
                  <a:pt x="43486" y="7607"/>
                  <a:pt x="43051" y="7436"/>
                </a:cubicBezTo>
                <a:cubicBezTo>
                  <a:pt x="42606" y="7253"/>
                  <a:pt x="42138" y="7174"/>
                  <a:pt x="41669" y="7174"/>
                </a:cubicBezTo>
                <a:lnTo>
                  <a:pt x="37463" y="7174"/>
                </a:lnTo>
                <a:cubicBezTo>
                  <a:pt x="37326" y="7150"/>
                  <a:pt x="37177" y="7139"/>
                  <a:pt x="37040" y="7127"/>
                </a:cubicBezTo>
                <a:close/>
                <a:moveTo>
                  <a:pt x="12137" y="14315"/>
                </a:moveTo>
                <a:lnTo>
                  <a:pt x="34114" y="14315"/>
                </a:lnTo>
                <a:lnTo>
                  <a:pt x="39474" y="35741"/>
                </a:lnTo>
                <a:lnTo>
                  <a:pt x="28572" y="35741"/>
                </a:lnTo>
                <a:lnTo>
                  <a:pt x="11909" y="35741"/>
                </a:lnTo>
                <a:lnTo>
                  <a:pt x="11909" y="14555"/>
                </a:lnTo>
                <a:cubicBezTo>
                  <a:pt x="11909" y="14383"/>
                  <a:pt x="11977" y="14315"/>
                  <a:pt x="12137" y="14315"/>
                </a:cubicBezTo>
                <a:close/>
                <a:moveTo>
                  <a:pt x="28572" y="42883"/>
                </a:moveTo>
                <a:cubicBezTo>
                  <a:pt x="40445" y="42883"/>
                  <a:pt x="50000" y="52436"/>
                  <a:pt x="50000" y="64308"/>
                </a:cubicBezTo>
                <a:cubicBezTo>
                  <a:pt x="50000" y="76192"/>
                  <a:pt x="40445" y="85734"/>
                  <a:pt x="28572" y="85734"/>
                </a:cubicBezTo>
                <a:cubicBezTo>
                  <a:pt x="16697" y="85734"/>
                  <a:pt x="7143" y="76192"/>
                  <a:pt x="7143" y="64308"/>
                </a:cubicBezTo>
                <a:cubicBezTo>
                  <a:pt x="7143" y="52436"/>
                  <a:pt x="16697" y="42883"/>
                  <a:pt x="28572" y="42883"/>
                </a:cubicBezTo>
                <a:close/>
                <a:moveTo>
                  <a:pt x="27977" y="57201"/>
                </a:moveTo>
                <a:cubicBezTo>
                  <a:pt x="23714" y="57201"/>
                  <a:pt x="20274" y="60651"/>
                  <a:pt x="20274" y="64903"/>
                </a:cubicBezTo>
                <a:cubicBezTo>
                  <a:pt x="20274" y="69165"/>
                  <a:pt x="23714" y="72616"/>
                  <a:pt x="27977" y="72616"/>
                </a:cubicBezTo>
                <a:cubicBezTo>
                  <a:pt x="32229" y="72616"/>
                  <a:pt x="35680" y="69165"/>
                  <a:pt x="35680" y="64903"/>
                </a:cubicBezTo>
                <a:cubicBezTo>
                  <a:pt x="35680" y="60651"/>
                  <a:pt x="32229" y="57201"/>
                  <a:pt x="27977" y="57201"/>
                </a:cubicBezTo>
                <a:close/>
                <a:moveTo>
                  <a:pt x="82743" y="70262"/>
                </a:moveTo>
                <a:cubicBezTo>
                  <a:pt x="87052" y="70262"/>
                  <a:pt x="90480" y="73690"/>
                  <a:pt x="90480" y="77998"/>
                </a:cubicBezTo>
                <a:cubicBezTo>
                  <a:pt x="90480" y="82318"/>
                  <a:pt x="87052" y="85734"/>
                  <a:pt x="82743" y="85734"/>
                </a:cubicBezTo>
                <a:cubicBezTo>
                  <a:pt x="79863" y="85734"/>
                  <a:pt x="78160" y="84786"/>
                  <a:pt x="76926" y="83403"/>
                </a:cubicBezTo>
                <a:cubicBezTo>
                  <a:pt x="75692" y="82020"/>
                  <a:pt x="74994" y="80032"/>
                  <a:pt x="74994" y="77998"/>
                </a:cubicBezTo>
                <a:cubicBezTo>
                  <a:pt x="74994" y="75964"/>
                  <a:pt x="75692" y="73987"/>
                  <a:pt x="76926" y="72593"/>
                </a:cubicBezTo>
                <a:cubicBezTo>
                  <a:pt x="78160" y="71211"/>
                  <a:pt x="79863" y="70262"/>
                  <a:pt x="82743" y="7026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1" name="Красный — SVG 28">
            <a:extLst>
              <a:ext uri="{FF2B5EF4-FFF2-40B4-BE49-F238E27FC236}">
                <a16:creationId xmlns:a16="http://schemas.microsoft.com/office/drawing/2014/main" id="{04F33399-13C8-C84D-A25B-DBA89A236755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61661 w 152171"/>
              <a:gd name="csY0" fmla="*/ 0 h 149000"/>
              <a:gd name="csX1" fmla="*/ 58360 w 152171"/>
              <a:gd name="csY1" fmla="*/ 1157 h 149000"/>
              <a:gd name="csX2" fmla="*/ 52797 w 152171"/>
              <a:gd name="csY2" fmla="*/ 5359 h 149000"/>
              <a:gd name="csX3" fmla="*/ 52354 w 152171"/>
              <a:gd name="csY3" fmla="*/ 5665 h 149000"/>
              <a:gd name="csX4" fmla="*/ 4938 w 152171"/>
              <a:gd name="csY4" fmla="*/ 41422 h 149000"/>
              <a:gd name="csX5" fmla="*/ 752 w 152171"/>
              <a:gd name="csY5" fmla="*/ 55609 h 149000"/>
              <a:gd name="csX6" fmla="*/ 14261 w 152171"/>
              <a:gd name="csY6" fmla="*/ 92353 h 149000"/>
              <a:gd name="csX7" fmla="*/ 15622 w 152171"/>
              <a:gd name="csY7" fmla="*/ 94395 h 149000"/>
              <a:gd name="csX8" fmla="*/ 17749 w 152171"/>
              <a:gd name="csY8" fmla="*/ 95619 h 149000"/>
              <a:gd name="csX9" fmla="*/ 20199 w 152171"/>
              <a:gd name="csY9" fmla="*/ 95739 h 149000"/>
              <a:gd name="csX10" fmla="*/ 22462 w 152171"/>
              <a:gd name="csY10" fmla="*/ 94752 h 149000"/>
              <a:gd name="csX11" fmla="*/ 47080 w 152171"/>
              <a:gd name="csY11" fmla="*/ 76210 h 149000"/>
              <a:gd name="csX12" fmla="*/ 61082 w 152171"/>
              <a:gd name="csY12" fmla="*/ 95841 h 149000"/>
              <a:gd name="csX13" fmla="*/ 74132 w 152171"/>
              <a:gd name="csY13" fmla="*/ 95841 h 149000"/>
              <a:gd name="csX14" fmla="*/ 55553 w 152171"/>
              <a:gd name="csY14" fmla="*/ 69814 h 149000"/>
              <a:gd name="csX15" fmla="*/ 67751 w 152171"/>
              <a:gd name="csY15" fmla="*/ 60628 h 149000"/>
              <a:gd name="csX16" fmla="*/ 70184 w 152171"/>
              <a:gd name="csY16" fmla="*/ 43276 h 149000"/>
              <a:gd name="csX17" fmla="*/ 70184 w 152171"/>
              <a:gd name="csY17" fmla="*/ 43259 h 149000"/>
              <a:gd name="csX18" fmla="*/ 55264 w 152171"/>
              <a:gd name="csY18" fmla="*/ 23475 h 149000"/>
              <a:gd name="csX19" fmla="*/ 56319 w 152171"/>
              <a:gd name="csY19" fmla="*/ 16025 h 149000"/>
              <a:gd name="csX20" fmla="*/ 56319 w 152171"/>
              <a:gd name="csY20" fmla="*/ 16025 h 149000"/>
              <a:gd name="csX21" fmla="*/ 64825 w 152171"/>
              <a:gd name="csY21" fmla="*/ 9594 h 149000"/>
              <a:gd name="csX22" fmla="*/ 66731 w 152171"/>
              <a:gd name="csY22" fmla="*/ 6923 h 149000"/>
              <a:gd name="csX23" fmla="*/ 66713 w 152171"/>
              <a:gd name="csY23" fmla="*/ 3657 h 149000"/>
              <a:gd name="csX24" fmla="*/ 64774 w 152171"/>
              <a:gd name="csY24" fmla="*/ 1004 h 149000"/>
              <a:gd name="csX25" fmla="*/ 61661 w 152171"/>
              <a:gd name="csY25" fmla="*/ 0 h 149000"/>
              <a:gd name="csX26" fmla="*/ 102561 w 152171"/>
              <a:gd name="csY26" fmla="*/ 56851 h 149000"/>
              <a:gd name="csX27" fmla="*/ 95466 w 152171"/>
              <a:gd name="csY27" fmla="*/ 63945 h 149000"/>
              <a:gd name="csX28" fmla="*/ 95466 w 152171"/>
              <a:gd name="csY28" fmla="*/ 129506 h 149000"/>
              <a:gd name="csX29" fmla="*/ 114964 w 152171"/>
              <a:gd name="csY29" fmla="*/ 149000 h 149000"/>
              <a:gd name="csX30" fmla="*/ 133695 w 152171"/>
              <a:gd name="csY30" fmla="*/ 134813 h 149000"/>
              <a:gd name="csX31" fmla="*/ 136230 w 152171"/>
              <a:gd name="csY31" fmla="*/ 134813 h 149000"/>
              <a:gd name="csX32" fmla="*/ 152172 w 152171"/>
              <a:gd name="csY32" fmla="*/ 118874 h 149000"/>
              <a:gd name="csX33" fmla="*/ 152172 w 152171"/>
              <a:gd name="csY33" fmla="*/ 96317 h 149000"/>
              <a:gd name="csX34" fmla="*/ 150794 w 152171"/>
              <a:gd name="csY34" fmla="*/ 89836 h 149000"/>
              <a:gd name="csX35" fmla="*/ 140348 w 152171"/>
              <a:gd name="csY35" fmla="*/ 66326 h 149000"/>
              <a:gd name="csX36" fmla="*/ 125767 w 152171"/>
              <a:gd name="csY36" fmla="*/ 56851 h 149000"/>
              <a:gd name="csX37" fmla="*/ 102561 w 152171"/>
              <a:gd name="csY37" fmla="*/ 56851 h 149000"/>
              <a:gd name="csX38" fmla="*/ 109638 w 152171"/>
              <a:gd name="csY38" fmla="*/ 67483 h 149000"/>
              <a:gd name="csX39" fmla="*/ 125767 w 152171"/>
              <a:gd name="csY39" fmla="*/ 67483 h 149000"/>
              <a:gd name="csX40" fmla="*/ 130633 w 152171"/>
              <a:gd name="csY40" fmla="*/ 70630 h 149000"/>
              <a:gd name="csX41" fmla="*/ 136451 w 152171"/>
              <a:gd name="csY41" fmla="*/ 83763 h 149000"/>
              <a:gd name="csX42" fmla="*/ 133219 w 152171"/>
              <a:gd name="csY42" fmla="*/ 88747 h 149000"/>
              <a:gd name="csX43" fmla="*/ 109638 w 152171"/>
              <a:gd name="csY43" fmla="*/ 88747 h 149000"/>
              <a:gd name="csX44" fmla="*/ 106100 w 152171"/>
              <a:gd name="csY44" fmla="*/ 85209 h 149000"/>
              <a:gd name="csX45" fmla="*/ 106100 w 152171"/>
              <a:gd name="csY45" fmla="*/ 71021 h 149000"/>
              <a:gd name="csX46" fmla="*/ 109638 w 152171"/>
              <a:gd name="csY46" fmla="*/ 67483 h 149000"/>
              <a:gd name="csX47" fmla="*/ 19263 w 152171"/>
              <a:gd name="csY47" fmla="*/ 106472 h 149000"/>
              <a:gd name="csX48" fmla="*/ 13938 w 152171"/>
              <a:gd name="csY48" fmla="*/ 111780 h 149000"/>
              <a:gd name="csX49" fmla="*/ 13938 w 152171"/>
              <a:gd name="csY49" fmla="*/ 118874 h 149000"/>
              <a:gd name="csX50" fmla="*/ 25133 w 152171"/>
              <a:gd name="csY50" fmla="*/ 134014 h 149000"/>
              <a:gd name="csX51" fmla="*/ 44069 w 152171"/>
              <a:gd name="csY51" fmla="*/ 149000 h 149000"/>
              <a:gd name="csX52" fmla="*/ 62800 w 152171"/>
              <a:gd name="csY52" fmla="*/ 134813 h 149000"/>
              <a:gd name="csX53" fmla="*/ 79508 w 152171"/>
              <a:gd name="csY53" fmla="*/ 134813 h 149000"/>
              <a:gd name="csX54" fmla="*/ 84833 w 152171"/>
              <a:gd name="csY54" fmla="*/ 129506 h 149000"/>
              <a:gd name="csX55" fmla="*/ 84833 w 152171"/>
              <a:gd name="csY55" fmla="*/ 111780 h 149000"/>
              <a:gd name="csX56" fmla="*/ 79508 w 152171"/>
              <a:gd name="csY56" fmla="*/ 106472 h 149000"/>
              <a:gd name="csX57" fmla="*/ 19263 w 152171"/>
              <a:gd name="csY57" fmla="*/ 106472 h 149000"/>
              <a:gd name="csX58" fmla="*/ 44069 w 152171"/>
              <a:gd name="csY58" fmla="*/ 120643 h 149000"/>
              <a:gd name="csX59" fmla="*/ 52933 w 152171"/>
              <a:gd name="csY59" fmla="*/ 129506 h 149000"/>
              <a:gd name="csX60" fmla="*/ 44069 w 152171"/>
              <a:gd name="csY60" fmla="*/ 138368 h 149000"/>
              <a:gd name="csX61" fmla="*/ 35205 w 152171"/>
              <a:gd name="csY61" fmla="*/ 129506 h 149000"/>
              <a:gd name="csX62" fmla="*/ 44069 w 152171"/>
              <a:gd name="csY62" fmla="*/ 120643 h 149000"/>
              <a:gd name="csX63" fmla="*/ 114964 w 152171"/>
              <a:gd name="csY63" fmla="*/ 120643 h 149000"/>
              <a:gd name="csX64" fmla="*/ 123828 w 152171"/>
              <a:gd name="csY64" fmla="*/ 129506 h 149000"/>
              <a:gd name="csX65" fmla="*/ 114964 w 152171"/>
              <a:gd name="csY65" fmla="*/ 138368 h 149000"/>
              <a:gd name="csX66" fmla="*/ 106100 w 152171"/>
              <a:gd name="csY66" fmla="*/ 129506 h 149000"/>
              <a:gd name="csX67" fmla="*/ 114964 w 152171"/>
              <a:gd name="csY67" fmla="*/ 120643 h 149000"/>
            </a:gdLst>
            <a:ahLst/>
            <a:cxnLst/>
            <a:rect l="l" t="t" r="r" b="b"/>
            <a:pathLst>
              <a:path w="100000" h="100000">
                <a:moveTo>
                  <a:pt x="40521" y="1042"/>
                </a:moveTo>
                <a:cubicBezTo>
                  <a:pt x="39738" y="1042"/>
                  <a:pt x="38978" y="1310"/>
                  <a:pt x="38352" y="1802"/>
                </a:cubicBezTo>
                <a:cubicBezTo>
                  <a:pt x="37513" y="2439"/>
                  <a:pt x="36037" y="3557"/>
                  <a:pt x="34696" y="4564"/>
                </a:cubicBezTo>
                <a:cubicBezTo>
                  <a:pt x="34595" y="4630"/>
                  <a:pt x="34495" y="4698"/>
                  <a:pt x="34405" y="4765"/>
                </a:cubicBezTo>
                <a:lnTo>
                  <a:pt x="3245" y="28263"/>
                </a:lnTo>
                <a:cubicBezTo>
                  <a:pt x="383" y="30420"/>
                  <a:pt x="-735" y="34232"/>
                  <a:pt x="494" y="37586"/>
                </a:cubicBezTo>
                <a:lnTo>
                  <a:pt x="9372" y="61732"/>
                </a:lnTo>
                <a:cubicBezTo>
                  <a:pt x="9562" y="62247"/>
                  <a:pt x="9864" y="62705"/>
                  <a:pt x="10266" y="63074"/>
                </a:cubicBezTo>
                <a:cubicBezTo>
                  <a:pt x="10669" y="63443"/>
                  <a:pt x="11149" y="63722"/>
                  <a:pt x="11664" y="63878"/>
                </a:cubicBezTo>
                <a:cubicBezTo>
                  <a:pt x="12189" y="64024"/>
                  <a:pt x="12748" y="64058"/>
                  <a:pt x="13274" y="63957"/>
                </a:cubicBezTo>
                <a:cubicBezTo>
                  <a:pt x="13811" y="63867"/>
                  <a:pt x="14325" y="63644"/>
                  <a:pt x="14761" y="63309"/>
                </a:cubicBezTo>
                <a:lnTo>
                  <a:pt x="30939" y="51124"/>
                </a:lnTo>
                <a:lnTo>
                  <a:pt x="40140" y="64024"/>
                </a:lnTo>
                <a:lnTo>
                  <a:pt x="48716" y="64024"/>
                </a:lnTo>
                <a:lnTo>
                  <a:pt x="36507" y="46921"/>
                </a:lnTo>
                <a:lnTo>
                  <a:pt x="44523" y="40884"/>
                </a:lnTo>
                <a:cubicBezTo>
                  <a:pt x="48079" y="38201"/>
                  <a:pt x="48805" y="33036"/>
                  <a:pt x="46122" y="29481"/>
                </a:cubicBezTo>
                <a:lnTo>
                  <a:pt x="46122" y="29470"/>
                </a:lnTo>
                <a:lnTo>
                  <a:pt x="36317" y="16469"/>
                </a:lnTo>
                <a:cubicBezTo>
                  <a:pt x="35132" y="14893"/>
                  <a:pt x="35433" y="12758"/>
                  <a:pt x="37010" y="11573"/>
                </a:cubicBezTo>
                <a:cubicBezTo>
                  <a:pt x="37010" y="11573"/>
                  <a:pt x="37010" y="11573"/>
                  <a:pt x="37010" y="11573"/>
                </a:cubicBezTo>
                <a:cubicBezTo>
                  <a:pt x="39112" y="9996"/>
                  <a:pt x="41281" y="8353"/>
                  <a:pt x="42600" y="7347"/>
                </a:cubicBezTo>
                <a:cubicBezTo>
                  <a:pt x="43193" y="6900"/>
                  <a:pt x="43629" y="6296"/>
                  <a:pt x="43853" y="5591"/>
                </a:cubicBezTo>
                <a:cubicBezTo>
                  <a:pt x="44076" y="4888"/>
                  <a:pt x="44076" y="4138"/>
                  <a:pt x="43841" y="3445"/>
                </a:cubicBezTo>
                <a:cubicBezTo>
                  <a:pt x="43606" y="2741"/>
                  <a:pt x="43171" y="2137"/>
                  <a:pt x="42567" y="1702"/>
                </a:cubicBezTo>
                <a:cubicBezTo>
                  <a:pt x="41974" y="1277"/>
                  <a:pt x="41258" y="1042"/>
                  <a:pt x="40521" y="1042"/>
                </a:cubicBezTo>
                <a:close/>
                <a:moveTo>
                  <a:pt x="67399" y="38402"/>
                </a:moveTo>
                <a:cubicBezTo>
                  <a:pt x="64816" y="38402"/>
                  <a:pt x="62736" y="40481"/>
                  <a:pt x="62736" y="43064"/>
                </a:cubicBezTo>
                <a:lnTo>
                  <a:pt x="62736" y="86147"/>
                </a:lnTo>
                <a:cubicBezTo>
                  <a:pt x="62736" y="93179"/>
                  <a:pt x="68516" y="98958"/>
                  <a:pt x="75549" y="98958"/>
                </a:cubicBezTo>
                <a:cubicBezTo>
                  <a:pt x="81363" y="98958"/>
                  <a:pt x="86315" y="94990"/>
                  <a:pt x="87858" y="89635"/>
                </a:cubicBezTo>
                <a:lnTo>
                  <a:pt x="89524" y="89635"/>
                </a:lnTo>
                <a:cubicBezTo>
                  <a:pt x="95305" y="89635"/>
                  <a:pt x="100001" y="84940"/>
                  <a:pt x="100001" y="79161"/>
                </a:cubicBezTo>
                <a:lnTo>
                  <a:pt x="100001" y="64337"/>
                </a:lnTo>
                <a:cubicBezTo>
                  <a:pt x="100001" y="62873"/>
                  <a:pt x="99698" y="61419"/>
                  <a:pt x="99095" y="60078"/>
                </a:cubicBezTo>
                <a:lnTo>
                  <a:pt x="92230" y="44628"/>
                </a:lnTo>
                <a:cubicBezTo>
                  <a:pt x="90542" y="40839"/>
                  <a:pt x="86796" y="38402"/>
                  <a:pt x="82648" y="38402"/>
                </a:cubicBezTo>
                <a:lnTo>
                  <a:pt x="67399" y="38402"/>
                </a:lnTo>
                <a:close/>
                <a:moveTo>
                  <a:pt x="72049" y="45389"/>
                </a:moveTo>
                <a:lnTo>
                  <a:pt x="82648" y="45389"/>
                </a:lnTo>
                <a:cubicBezTo>
                  <a:pt x="84035" y="45389"/>
                  <a:pt x="85287" y="46205"/>
                  <a:pt x="85846" y="47457"/>
                </a:cubicBezTo>
                <a:lnTo>
                  <a:pt x="89670" y="56087"/>
                </a:lnTo>
                <a:cubicBezTo>
                  <a:pt x="90352" y="57630"/>
                  <a:pt x="89234" y="59362"/>
                  <a:pt x="87546" y="59362"/>
                </a:cubicBezTo>
                <a:lnTo>
                  <a:pt x="72049" y="59362"/>
                </a:lnTo>
                <a:cubicBezTo>
                  <a:pt x="70764" y="59362"/>
                  <a:pt x="69724" y="58323"/>
                  <a:pt x="69724" y="57037"/>
                </a:cubicBezTo>
                <a:lnTo>
                  <a:pt x="69724" y="47714"/>
                </a:lnTo>
                <a:cubicBezTo>
                  <a:pt x="69724" y="46428"/>
                  <a:pt x="70764" y="45389"/>
                  <a:pt x="72049" y="45389"/>
                </a:cubicBezTo>
                <a:close/>
                <a:moveTo>
                  <a:pt x="12659" y="71011"/>
                </a:moveTo>
                <a:cubicBezTo>
                  <a:pt x="10725" y="71011"/>
                  <a:pt x="9159" y="72576"/>
                  <a:pt x="9159" y="74499"/>
                </a:cubicBezTo>
                <a:lnTo>
                  <a:pt x="9159" y="79161"/>
                </a:lnTo>
                <a:cubicBezTo>
                  <a:pt x="9159" y="83844"/>
                  <a:pt x="12268" y="87768"/>
                  <a:pt x="16516" y="89110"/>
                </a:cubicBezTo>
                <a:cubicBezTo>
                  <a:pt x="17869" y="94733"/>
                  <a:pt x="22945" y="98958"/>
                  <a:pt x="28960" y="98958"/>
                </a:cubicBezTo>
                <a:cubicBezTo>
                  <a:pt x="34785" y="98958"/>
                  <a:pt x="39738" y="94990"/>
                  <a:pt x="41269" y="89635"/>
                </a:cubicBezTo>
                <a:lnTo>
                  <a:pt x="52249" y="89635"/>
                </a:lnTo>
                <a:cubicBezTo>
                  <a:pt x="54183" y="89635"/>
                  <a:pt x="55748" y="88070"/>
                  <a:pt x="55748" y="86147"/>
                </a:cubicBezTo>
                <a:lnTo>
                  <a:pt x="55748" y="74499"/>
                </a:lnTo>
                <a:cubicBezTo>
                  <a:pt x="55748" y="72576"/>
                  <a:pt x="54183" y="71011"/>
                  <a:pt x="52249" y="71011"/>
                </a:cubicBezTo>
                <a:lnTo>
                  <a:pt x="12659" y="71011"/>
                </a:lnTo>
                <a:close/>
                <a:moveTo>
                  <a:pt x="28960" y="80323"/>
                </a:moveTo>
                <a:cubicBezTo>
                  <a:pt x="32214" y="80323"/>
                  <a:pt x="34785" y="82894"/>
                  <a:pt x="34785" y="86147"/>
                </a:cubicBezTo>
                <a:cubicBezTo>
                  <a:pt x="34785" y="89400"/>
                  <a:pt x="32214" y="91971"/>
                  <a:pt x="28960" y="91971"/>
                </a:cubicBezTo>
                <a:cubicBezTo>
                  <a:pt x="25707" y="91971"/>
                  <a:pt x="23135" y="89400"/>
                  <a:pt x="23135" y="86147"/>
                </a:cubicBezTo>
                <a:cubicBezTo>
                  <a:pt x="23135" y="82894"/>
                  <a:pt x="25707" y="80323"/>
                  <a:pt x="28960" y="80323"/>
                </a:cubicBezTo>
                <a:close/>
                <a:moveTo>
                  <a:pt x="75549" y="80323"/>
                </a:moveTo>
                <a:cubicBezTo>
                  <a:pt x="78802" y="80323"/>
                  <a:pt x="81374" y="82894"/>
                  <a:pt x="81374" y="86147"/>
                </a:cubicBezTo>
                <a:cubicBezTo>
                  <a:pt x="81374" y="89400"/>
                  <a:pt x="78802" y="91971"/>
                  <a:pt x="75549" y="91971"/>
                </a:cubicBezTo>
                <a:cubicBezTo>
                  <a:pt x="72296" y="91971"/>
                  <a:pt x="69724" y="89400"/>
                  <a:pt x="69724" y="86147"/>
                </a:cubicBezTo>
                <a:cubicBezTo>
                  <a:pt x="69724" y="82894"/>
                  <a:pt x="72296" y="80323"/>
                  <a:pt x="75549" y="8032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2" name="Красный — SVG 29">
            <a:extLst>
              <a:ext uri="{FF2B5EF4-FFF2-40B4-BE49-F238E27FC236}">
                <a16:creationId xmlns:a16="http://schemas.microsoft.com/office/drawing/2014/main" id="{BD322D5C-A2BE-CF4F-9FDE-00B9008215A2}"/>
              </a:ext>
            </a:extLst>
          </p:cNvPr>
          <p:cNvSpPr>
            <a:spLocks noGrp="1"/>
          </p:cNvSpPr>
          <p:nvPr/>
        </p:nvSpPr>
        <p:spPr>
          <a:xfrm>
            <a:off x="6420000" y="1410000"/>
            <a:ext cx="220000" cy="220000"/>
          </a:xfrm>
          <a:custGeom>
            <a:avLst/>
            <a:gdLst>
              <a:gd name="csX0" fmla="*/ 15942 w 155961"/>
              <a:gd name="csY0" fmla="*/ 0 h 106319"/>
              <a:gd name="csX1" fmla="*/ 0 w 155961"/>
              <a:gd name="csY1" fmla="*/ 15939 h 106319"/>
              <a:gd name="csX2" fmla="*/ 0 w 155961"/>
              <a:gd name="csY2" fmla="*/ 76193 h 106319"/>
              <a:gd name="csX3" fmla="*/ 15942 w 155961"/>
              <a:gd name="csY3" fmla="*/ 92149 h 106319"/>
              <a:gd name="csX4" fmla="*/ 18477 w 155961"/>
              <a:gd name="csY4" fmla="*/ 92149 h 106319"/>
              <a:gd name="csX5" fmla="*/ 37208 w 155961"/>
              <a:gd name="csY5" fmla="*/ 106319 h 106319"/>
              <a:gd name="csX6" fmla="*/ 55957 w 155961"/>
              <a:gd name="csY6" fmla="*/ 92149 h 106319"/>
              <a:gd name="csX7" fmla="*/ 86837 w 155961"/>
              <a:gd name="csY7" fmla="*/ 92149 h 106319"/>
              <a:gd name="csX8" fmla="*/ 92162 w 155961"/>
              <a:gd name="csY8" fmla="*/ 86825 h 106319"/>
              <a:gd name="csX9" fmla="*/ 92162 w 155961"/>
              <a:gd name="csY9" fmla="*/ 15939 h 106319"/>
              <a:gd name="csX10" fmla="*/ 76203 w 155961"/>
              <a:gd name="csY10" fmla="*/ 0 h 106319"/>
              <a:gd name="csX11" fmla="*/ 15942 w 155961"/>
              <a:gd name="csY11" fmla="*/ 0 h 106319"/>
              <a:gd name="csX12" fmla="*/ 99239 w 155961"/>
              <a:gd name="csY12" fmla="*/ 14170 h 106319"/>
              <a:gd name="csX13" fmla="*/ 99239 w 155961"/>
              <a:gd name="csY13" fmla="*/ 86825 h 106319"/>
              <a:gd name="csX14" fmla="*/ 118737 w 155961"/>
              <a:gd name="csY14" fmla="*/ 106319 h 106319"/>
              <a:gd name="csX15" fmla="*/ 137468 w 155961"/>
              <a:gd name="csY15" fmla="*/ 92149 h 106319"/>
              <a:gd name="csX16" fmla="*/ 140003 w 155961"/>
              <a:gd name="csY16" fmla="*/ 92149 h 106319"/>
              <a:gd name="csX17" fmla="*/ 155962 w 155961"/>
              <a:gd name="csY17" fmla="*/ 76193 h 106319"/>
              <a:gd name="csX18" fmla="*/ 155962 w 155961"/>
              <a:gd name="csY18" fmla="*/ 53636 h 106319"/>
              <a:gd name="csX19" fmla="*/ 154584 w 155961"/>
              <a:gd name="csY19" fmla="*/ 47172 h 106319"/>
              <a:gd name="csX20" fmla="*/ 144121 w 155961"/>
              <a:gd name="csY20" fmla="*/ 23645 h 106319"/>
              <a:gd name="csX21" fmla="*/ 129557 w 155961"/>
              <a:gd name="csY21" fmla="*/ 14170 h 106319"/>
              <a:gd name="csX22" fmla="*/ 99239 w 155961"/>
              <a:gd name="csY22" fmla="*/ 14170 h 106319"/>
              <a:gd name="csX23" fmla="*/ 113428 w 155961"/>
              <a:gd name="csY23" fmla="*/ 24802 h 106319"/>
              <a:gd name="csX24" fmla="*/ 129557 w 155961"/>
              <a:gd name="csY24" fmla="*/ 24802 h 106319"/>
              <a:gd name="csX25" fmla="*/ 134406 w 155961"/>
              <a:gd name="csY25" fmla="*/ 27966 h 106319"/>
              <a:gd name="csX26" fmla="*/ 140242 w 155961"/>
              <a:gd name="csY26" fmla="*/ 41082 h 106319"/>
              <a:gd name="csX27" fmla="*/ 137009 w 155961"/>
              <a:gd name="csY27" fmla="*/ 46066 h 106319"/>
              <a:gd name="csX28" fmla="*/ 113428 w 155961"/>
              <a:gd name="csY28" fmla="*/ 46066 h 106319"/>
              <a:gd name="csX29" fmla="*/ 109873 w 155961"/>
              <a:gd name="csY29" fmla="*/ 42528 h 106319"/>
              <a:gd name="csX30" fmla="*/ 109873 w 155961"/>
              <a:gd name="csY30" fmla="*/ 28358 h 106319"/>
              <a:gd name="csX31" fmla="*/ 113428 w 155961"/>
              <a:gd name="csY31" fmla="*/ 24802 h 106319"/>
              <a:gd name="csX32" fmla="*/ 37208 w 155961"/>
              <a:gd name="csY32" fmla="*/ 77962 h 106319"/>
              <a:gd name="csX33" fmla="*/ 46072 w 155961"/>
              <a:gd name="csY33" fmla="*/ 86825 h 106319"/>
              <a:gd name="csX34" fmla="*/ 37208 w 155961"/>
              <a:gd name="csY34" fmla="*/ 95687 h 106319"/>
              <a:gd name="csX35" fmla="*/ 28361 w 155961"/>
              <a:gd name="csY35" fmla="*/ 86825 h 106319"/>
              <a:gd name="csX36" fmla="*/ 37208 w 155961"/>
              <a:gd name="csY36" fmla="*/ 77962 h 106319"/>
              <a:gd name="csX37" fmla="*/ 118737 w 155961"/>
              <a:gd name="csY37" fmla="*/ 77962 h 106319"/>
              <a:gd name="csX38" fmla="*/ 127601 w 155961"/>
              <a:gd name="csY38" fmla="*/ 86825 h 106319"/>
              <a:gd name="csX39" fmla="*/ 118737 w 155961"/>
              <a:gd name="csY39" fmla="*/ 95687 h 106319"/>
              <a:gd name="csX40" fmla="*/ 109873 w 155961"/>
              <a:gd name="csY40" fmla="*/ 86825 h 106319"/>
              <a:gd name="csX41" fmla="*/ 118737 w 155961"/>
              <a:gd name="csY41" fmla="*/ 77962 h 106319"/>
            </a:gdLst>
            <a:ahLst/>
            <a:cxnLst/>
            <a:rect l="l" t="t" r="r" b="b"/>
            <a:pathLst>
              <a:path w="100000" h="100000">
                <a:moveTo>
                  <a:pt x="10222" y="15915"/>
                </a:moveTo>
                <a:cubicBezTo>
                  <a:pt x="4593" y="15915"/>
                  <a:pt x="0" y="20507"/>
                  <a:pt x="0" y="26135"/>
                </a:cubicBezTo>
                <a:lnTo>
                  <a:pt x="0" y="64769"/>
                </a:lnTo>
                <a:cubicBezTo>
                  <a:pt x="0" y="70407"/>
                  <a:pt x="4593" y="75000"/>
                  <a:pt x="10222" y="75000"/>
                </a:cubicBezTo>
                <a:lnTo>
                  <a:pt x="11847" y="75000"/>
                </a:lnTo>
                <a:cubicBezTo>
                  <a:pt x="13352" y="80224"/>
                  <a:pt x="18185" y="84085"/>
                  <a:pt x="23857" y="84085"/>
                </a:cubicBezTo>
                <a:cubicBezTo>
                  <a:pt x="29541" y="84085"/>
                  <a:pt x="34373" y="80224"/>
                  <a:pt x="35879" y="75000"/>
                </a:cubicBezTo>
                <a:lnTo>
                  <a:pt x="55679" y="75000"/>
                </a:lnTo>
                <a:cubicBezTo>
                  <a:pt x="57566" y="75000"/>
                  <a:pt x="59093" y="73473"/>
                  <a:pt x="59093" y="71586"/>
                </a:cubicBezTo>
                <a:lnTo>
                  <a:pt x="59093" y="26135"/>
                </a:lnTo>
                <a:cubicBezTo>
                  <a:pt x="59093" y="20507"/>
                  <a:pt x="54500" y="15915"/>
                  <a:pt x="48860" y="15915"/>
                </a:cubicBezTo>
                <a:lnTo>
                  <a:pt x="10222" y="15915"/>
                </a:lnTo>
                <a:close/>
                <a:moveTo>
                  <a:pt x="63631" y="25000"/>
                </a:moveTo>
                <a:lnTo>
                  <a:pt x="63631" y="71586"/>
                </a:lnTo>
                <a:cubicBezTo>
                  <a:pt x="63631" y="78447"/>
                  <a:pt x="69271" y="84085"/>
                  <a:pt x="76132" y="84085"/>
                </a:cubicBezTo>
                <a:cubicBezTo>
                  <a:pt x="81816" y="84085"/>
                  <a:pt x="86649" y="80224"/>
                  <a:pt x="88143" y="75000"/>
                </a:cubicBezTo>
                <a:lnTo>
                  <a:pt x="89768" y="75000"/>
                </a:lnTo>
                <a:cubicBezTo>
                  <a:pt x="95419" y="75000"/>
                  <a:pt x="100001" y="70418"/>
                  <a:pt x="100001" y="64769"/>
                </a:cubicBezTo>
                <a:lnTo>
                  <a:pt x="100001" y="50306"/>
                </a:lnTo>
                <a:cubicBezTo>
                  <a:pt x="100001" y="48877"/>
                  <a:pt x="99695" y="47459"/>
                  <a:pt x="99117" y="46161"/>
                </a:cubicBezTo>
                <a:lnTo>
                  <a:pt x="92408" y="31076"/>
                </a:lnTo>
                <a:cubicBezTo>
                  <a:pt x="90772" y="27390"/>
                  <a:pt x="87106" y="25000"/>
                  <a:pt x="83070" y="25000"/>
                </a:cubicBezTo>
                <a:lnTo>
                  <a:pt x="63631" y="25000"/>
                </a:lnTo>
                <a:close/>
                <a:moveTo>
                  <a:pt x="72728" y="31818"/>
                </a:moveTo>
                <a:lnTo>
                  <a:pt x="83070" y="31818"/>
                </a:lnTo>
                <a:cubicBezTo>
                  <a:pt x="84412" y="31818"/>
                  <a:pt x="85634" y="32614"/>
                  <a:pt x="86179" y="33846"/>
                </a:cubicBezTo>
                <a:lnTo>
                  <a:pt x="89921" y="42256"/>
                </a:lnTo>
                <a:cubicBezTo>
                  <a:pt x="90586" y="43761"/>
                  <a:pt x="89485" y="45452"/>
                  <a:pt x="87848" y="45452"/>
                </a:cubicBezTo>
                <a:lnTo>
                  <a:pt x="72728" y="45452"/>
                </a:lnTo>
                <a:cubicBezTo>
                  <a:pt x="71474" y="45452"/>
                  <a:pt x="70449" y="44437"/>
                  <a:pt x="70449" y="43183"/>
                </a:cubicBezTo>
                <a:lnTo>
                  <a:pt x="70449" y="34098"/>
                </a:lnTo>
                <a:cubicBezTo>
                  <a:pt x="70449" y="32843"/>
                  <a:pt x="71474" y="31818"/>
                  <a:pt x="72728" y="31818"/>
                </a:cubicBezTo>
                <a:close/>
                <a:moveTo>
                  <a:pt x="23857" y="65903"/>
                </a:moveTo>
                <a:cubicBezTo>
                  <a:pt x="27032" y="65903"/>
                  <a:pt x="29541" y="68411"/>
                  <a:pt x="29541" y="71586"/>
                </a:cubicBezTo>
                <a:cubicBezTo>
                  <a:pt x="29541" y="74760"/>
                  <a:pt x="27032" y="77268"/>
                  <a:pt x="23857" y="77268"/>
                </a:cubicBezTo>
                <a:cubicBezTo>
                  <a:pt x="20694" y="77268"/>
                  <a:pt x="18185" y="74760"/>
                  <a:pt x="18185" y="71586"/>
                </a:cubicBezTo>
                <a:cubicBezTo>
                  <a:pt x="18185" y="68411"/>
                  <a:pt x="20694" y="65903"/>
                  <a:pt x="23857" y="65903"/>
                </a:cubicBezTo>
                <a:close/>
                <a:moveTo>
                  <a:pt x="76132" y="65903"/>
                </a:moveTo>
                <a:cubicBezTo>
                  <a:pt x="79306" y="65903"/>
                  <a:pt x="81816" y="68411"/>
                  <a:pt x="81816" y="71586"/>
                </a:cubicBezTo>
                <a:cubicBezTo>
                  <a:pt x="81816" y="74760"/>
                  <a:pt x="79306" y="77268"/>
                  <a:pt x="76132" y="77268"/>
                </a:cubicBezTo>
                <a:cubicBezTo>
                  <a:pt x="72958" y="77268"/>
                  <a:pt x="70449" y="74760"/>
                  <a:pt x="70449" y="71586"/>
                </a:cubicBezTo>
                <a:cubicBezTo>
                  <a:pt x="70449" y="68411"/>
                  <a:pt x="72958" y="65903"/>
                  <a:pt x="76132" y="659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3" name="Красный — SVG 30">
            <a:extLst>
              <a:ext uri="{FF2B5EF4-FFF2-40B4-BE49-F238E27FC236}">
                <a16:creationId xmlns:a16="http://schemas.microsoft.com/office/drawing/2014/main" id="{0EC3E0F1-A592-464F-8469-33AC420DAE8C}"/>
              </a:ext>
            </a:extLst>
          </p:cNvPr>
          <p:cNvSpPr>
            <a:spLocks noGrp="1"/>
          </p:cNvSpPr>
          <p:nvPr/>
        </p:nvSpPr>
        <p:spPr>
          <a:xfrm>
            <a:off x="7020000" y="1410000"/>
            <a:ext cx="220000" cy="220000"/>
          </a:xfrm>
          <a:custGeom>
            <a:avLst/>
            <a:gdLst>
              <a:gd name="csX0" fmla="*/ 74414 w 148968"/>
              <a:gd name="csY0" fmla="*/ 1 h 141840"/>
              <a:gd name="csX1" fmla="*/ 70671 w 148968"/>
              <a:gd name="csY1" fmla="*/ 1617 h 141840"/>
              <a:gd name="csX2" fmla="*/ 69174 w 148968"/>
              <a:gd name="csY2" fmla="*/ 5394 h 141840"/>
              <a:gd name="csX3" fmla="*/ 69174 w 148968"/>
              <a:gd name="csY3" fmla="*/ 17795 h 141840"/>
              <a:gd name="csX4" fmla="*/ 40812 w 148968"/>
              <a:gd name="csY4" fmla="*/ 17795 h 141840"/>
              <a:gd name="csX5" fmla="*/ 28410 w 148968"/>
              <a:gd name="csY5" fmla="*/ 30196 h 141840"/>
              <a:gd name="csX6" fmla="*/ 28410 w 148968"/>
              <a:gd name="csY6" fmla="*/ 61956 h 141840"/>
              <a:gd name="csX7" fmla="*/ 7534 w 148968"/>
              <a:gd name="csY7" fmla="*/ 67604 h 141840"/>
              <a:gd name="csX8" fmla="*/ 4132 w 148968"/>
              <a:gd name="csY8" fmla="*/ 70410 h 141840"/>
              <a:gd name="csX9" fmla="*/ 4030 w 148968"/>
              <a:gd name="csY9" fmla="*/ 74833 h 141840"/>
              <a:gd name="csX10" fmla="*/ 14408 w 148968"/>
              <a:gd name="csY10" fmla="*/ 99040 h 141840"/>
              <a:gd name="csX11" fmla="*/ 17674 w 148968"/>
              <a:gd name="csY11" fmla="*/ 118603 h 141840"/>
              <a:gd name="csX12" fmla="*/ 28410 w 148968"/>
              <a:gd name="csY12" fmla="*/ 120576 h 141840"/>
              <a:gd name="csX13" fmla="*/ 51446 w 148968"/>
              <a:gd name="csY13" fmla="*/ 113482 h 141840"/>
              <a:gd name="csX14" fmla="*/ 74482 w 148968"/>
              <a:gd name="csY14" fmla="*/ 120576 h 141840"/>
              <a:gd name="csX15" fmla="*/ 97535 w 148968"/>
              <a:gd name="csY15" fmla="*/ 113482 h 141840"/>
              <a:gd name="csX16" fmla="*/ 120571 w 148968"/>
              <a:gd name="csY16" fmla="*/ 120576 h 141840"/>
              <a:gd name="csX17" fmla="*/ 131307 w 148968"/>
              <a:gd name="csY17" fmla="*/ 118603 h 141840"/>
              <a:gd name="csX18" fmla="*/ 134556 w 148968"/>
              <a:gd name="csY18" fmla="*/ 99040 h 141840"/>
              <a:gd name="csX19" fmla="*/ 144952 w 148968"/>
              <a:gd name="csY19" fmla="*/ 74833 h 141840"/>
              <a:gd name="csX20" fmla="*/ 144850 w 148968"/>
              <a:gd name="csY20" fmla="*/ 70410 h 141840"/>
              <a:gd name="csX21" fmla="*/ 141447 w 148968"/>
              <a:gd name="csY21" fmla="*/ 67604 h 141840"/>
              <a:gd name="csX22" fmla="*/ 120571 w 148968"/>
              <a:gd name="csY22" fmla="*/ 61956 h 141840"/>
              <a:gd name="csX23" fmla="*/ 120571 w 148968"/>
              <a:gd name="csY23" fmla="*/ 30196 h 141840"/>
              <a:gd name="csX24" fmla="*/ 108169 w 148968"/>
              <a:gd name="csY24" fmla="*/ 17795 h 141840"/>
              <a:gd name="csX25" fmla="*/ 79807 w 148968"/>
              <a:gd name="csY25" fmla="*/ 17795 h 141840"/>
              <a:gd name="csX26" fmla="*/ 79807 w 148968"/>
              <a:gd name="csY26" fmla="*/ 5394 h 141840"/>
              <a:gd name="csX27" fmla="*/ 79416 w 148968"/>
              <a:gd name="csY27" fmla="*/ 3319 h 141840"/>
              <a:gd name="csX28" fmla="*/ 78242 w 148968"/>
              <a:gd name="csY28" fmla="*/ 1549 h 141840"/>
              <a:gd name="csX29" fmla="*/ 76490 w 148968"/>
              <a:gd name="csY29" fmla="*/ 393 h 141840"/>
              <a:gd name="csX30" fmla="*/ 74414 w 148968"/>
              <a:gd name="csY30" fmla="*/ 1 h 141840"/>
              <a:gd name="csX31" fmla="*/ 40812 w 148968"/>
              <a:gd name="csY31" fmla="*/ 28427 h 141840"/>
              <a:gd name="csX32" fmla="*/ 73614 w 148968"/>
              <a:gd name="csY32" fmla="*/ 28427 h 141840"/>
              <a:gd name="csX33" fmla="*/ 75333 w 148968"/>
              <a:gd name="csY33" fmla="*/ 28427 h 141840"/>
              <a:gd name="csX34" fmla="*/ 108169 w 148968"/>
              <a:gd name="csY34" fmla="*/ 28427 h 141840"/>
              <a:gd name="csX35" fmla="*/ 109938 w 148968"/>
              <a:gd name="csY35" fmla="*/ 30196 h 141840"/>
              <a:gd name="csX36" fmla="*/ 109938 w 148968"/>
              <a:gd name="csY36" fmla="*/ 59081 h 141840"/>
              <a:gd name="csX37" fmla="*/ 75877 w 148968"/>
              <a:gd name="csY37" fmla="*/ 49878 h 141840"/>
              <a:gd name="csX38" fmla="*/ 73104 w 148968"/>
              <a:gd name="csY38" fmla="*/ 49878 h 141840"/>
              <a:gd name="csX39" fmla="*/ 39043 w 148968"/>
              <a:gd name="csY39" fmla="*/ 59081 h 141840"/>
              <a:gd name="csX40" fmla="*/ 39043 w 148968"/>
              <a:gd name="csY40" fmla="*/ 30196 h 141840"/>
              <a:gd name="csX41" fmla="*/ 40812 w 148968"/>
              <a:gd name="csY41" fmla="*/ 28427 h 141840"/>
              <a:gd name="csX42" fmla="*/ 40812 w 148968"/>
              <a:gd name="csY42" fmla="*/ 81587 h 141840"/>
              <a:gd name="csX43" fmla="*/ 46138 w 148968"/>
              <a:gd name="csY43" fmla="*/ 86911 h 141840"/>
              <a:gd name="csX44" fmla="*/ 46138 w 148968"/>
              <a:gd name="csY44" fmla="*/ 93988 h 141840"/>
              <a:gd name="csX45" fmla="*/ 40812 w 148968"/>
              <a:gd name="csY45" fmla="*/ 99312 h 141840"/>
              <a:gd name="csX46" fmla="*/ 35504 w 148968"/>
              <a:gd name="csY46" fmla="*/ 93988 h 141840"/>
              <a:gd name="csX47" fmla="*/ 35504 w 148968"/>
              <a:gd name="csY47" fmla="*/ 86911 h 141840"/>
              <a:gd name="csX48" fmla="*/ 40812 w 148968"/>
              <a:gd name="csY48" fmla="*/ 81587 h 141840"/>
              <a:gd name="csX49" fmla="*/ 108169 w 148968"/>
              <a:gd name="csY49" fmla="*/ 81587 h 141840"/>
              <a:gd name="csX50" fmla="*/ 113477 w 148968"/>
              <a:gd name="csY50" fmla="*/ 86911 h 141840"/>
              <a:gd name="csX51" fmla="*/ 113477 w 148968"/>
              <a:gd name="csY51" fmla="*/ 93988 h 141840"/>
              <a:gd name="csX52" fmla="*/ 108169 w 148968"/>
              <a:gd name="csY52" fmla="*/ 99312 h 141840"/>
              <a:gd name="csX53" fmla="*/ 102843 w 148968"/>
              <a:gd name="csY53" fmla="*/ 93988 h 141840"/>
              <a:gd name="csX54" fmla="*/ 102843 w 148968"/>
              <a:gd name="csY54" fmla="*/ 86911 h 141840"/>
              <a:gd name="csX55" fmla="*/ 108169 w 148968"/>
              <a:gd name="csY55" fmla="*/ 81587 h 141840"/>
              <a:gd name="csX56" fmla="*/ 5237 w 148968"/>
              <a:gd name="csY56" fmla="*/ 124064 h 141840"/>
              <a:gd name="csX57" fmla="*/ 2277 w 148968"/>
              <a:gd name="csY57" fmla="*/ 125016 h 141840"/>
              <a:gd name="csX58" fmla="*/ 355 w 148968"/>
              <a:gd name="csY58" fmla="*/ 127449 h 141840"/>
              <a:gd name="csX59" fmla="*/ 133 w 148968"/>
              <a:gd name="csY59" fmla="*/ 130545 h 141840"/>
              <a:gd name="csX60" fmla="*/ 1665 w 148968"/>
              <a:gd name="csY60" fmla="*/ 133249 h 141840"/>
              <a:gd name="csX61" fmla="*/ 8742 w 148968"/>
              <a:gd name="csY61" fmla="*/ 137791 h 141840"/>
              <a:gd name="csX62" fmla="*/ 28410 w 148968"/>
              <a:gd name="csY62" fmla="*/ 141840 h 141840"/>
              <a:gd name="csX63" fmla="*/ 48077 w 148968"/>
              <a:gd name="csY63" fmla="*/ 137791 h 141840"/>
              <a:gd name="csX64" fmla="*/ 51446 w 148968"/>
              <a:gd name="csY64" fmla="*/ 135631 h 141840"/>
              <a:gd name="csX65" fmla="*/ 54815 w 148968"/>
              <a:gd name="csY65" fmla="*/ 137791 h 141840"/>
              <a:gd name="csX66" fmla="*/ 74482 w 148968"/>
              <a:gd name="csY66" fmla="*/ 141840 h 141840"/>
              <a:gd name="csX67" fmla="*/ 94149 w 148968"/>
              <a:gd name="csY67" fmla="*/ 137791 h 141840"/>
              <a:gd name="csX68" fmla="*/ 97535 w 148968"/>
              <a:gd name="csY68" fmla="*/ 135631 h 141840"/>
              <a:gd name="csX69" fmla="*/ 100904 w 148968"/>
              <a:gd name="csY69" fmla="*/ 137791 h 141840"/>
              <a:gd name="csX70" fmla="*/ 120571 w 148968"/>
              <a:gd name="csY70" fmla="*/ 141840 h 141840"/>
              <a:gd name="csX71" fmla="*/ 140239 w 148968"/>
              <a:gd name="csY71" fmla="*/ 137791 h 141840"/>
              <a:gd name="csX72" fmla="*/ 147316 w 148968"/>
              <a:gd name="csY72" fmla="*/ 133249 h 141840"/>
              <a:gd name="csX73" fmla="*/ 148524 w 148968"/>
              <a:gd name="csY73" fmla="*/ 131531 h 141840"/>
              <a:gd name="csX74" fmla="*/ 148967 w 148968"/>
              <a:gd name="csY74" fmla="*/ 129490 h 141840"/>
              <a:gd name="csX75" fmla="*/ 148609 w 148968"/>
              <a:gd name="csY75" fmla="*/ 127432 h 141840"/>
              <a:gd name="csX76" fmla="*/ 147470 w 148968"/>
              <a:gd name="csY76" fmla="*/ 125679 h 141840"/>
              <a:gd name="csX77" fmla="*/ 145751 w 148968"/>
              <a:gd name="csY77" fmla="*/ 124489 h 141840"/>
              <a:gd name="csX78" fmla="*/ 143693 w 148968"/>
              <a:gd name="csY78" fmla="*/ 124064 h 141840"/>
              <a:gd name="csX79" fmla="*/ 141651 w 148968"/>
              <a:gd name="csY79" fmla="*/ 124455 h 141840"/>
              <a:gd name="csX80" fmla="*/ 139899 w 148968"/>
              <a:gd name="csY80" fmla="*/ 125611 h 141840"/>
              <a:gd name="csX81" fmla="*/ 135730 w 148968"/>
              <a:gd name="csY81" fmla="*/ 128163 h 141840"/>
              <a:gd name="csX82" fmla="*/ 120571 w 148968"/>
              <a:gd name="csY82" fmla="*/ 131208 h 141840"/>
              <a:gd name="csX83" fmla="*/ 105395 w 148968"/>
              <a:gd name="csY83" fmla="*/ 128163 h 141840"/>
              <a:gd name="csX84" fmla="*/ 101227 w 148968"/>
              <a:gd name="csY84" fmla="*/ 125611 h 141840"/>
              <a:gd name="csX85" fmla="*/ 97535 w 148968"/>
              <a:gd name="csY85" fmla="*/ 124114 h 141840"/>
              <a:gd name="csX86" fmla="*/ 93826 w 148968"/>
              <a:gd name="csY86" fmla="*/ 125611 h 141840"/>
              <a:gd name="csX87" fmla="*/ 89658 w 148968"/>
              <a:gd name="csY87" fmla="*/ 128163 h 141840"/>
              <a:gd name="csX88" fmla="*/ 74482 w 148968"/>
              <a:gd name="csY88" fmla="*/ 131208 h 141840"/>
              <a:gd name="csX89" fmla="*/ 59323 w 148968"/>
              <a:gd name="csY89" fmla="*/ 128163 h 141840"/>
              <a:gd name="csX90" fmla="*/ 55393 w 148968"/>
              <a:gd name="csY90" fmla="*/ 125765 h 141840"/>
              <a:gd name="csX91" fmla="*/ 53573 w 148968"/>
              <a:gd name="csY91" fmla="*/ 124489 h 141840"/>
              <a:gd name="csX92" fmla="*/ 51395 w 148968"/>
              <a:gd name="csY92" fmla="*/ 124064 h 141840"/>
              <a:gd name="csX93" fmla="*/ 50902 w 148968"/>
              <a:gd name="csY93" fmla="*/ 124097 h 141840"/>
              <a:gd name="csX94" fmla="*/ 47499 w 148968"/>
              <a:gd name="csY94" fmla="*/ 125765 h 141840"/>
              <a:gd name="csX95" fmla="*/ 43586 w 148968"/>
              <a:gd name="csY95" fmla="*/ 128163 h 141840"/>
              <a:gd name="csX96" fmla="*/ 28410 w 148968"/>
              <a:gd name="csY96" fmla="*/ 131208 h 141840"/>
              <a:gd name="csX97" fmla="*/ 13251 w 148968"/>
              <a:gd name="csY97" fmla="*/ 128163 h 141840"/>
              <a:gd name="csX98" fmla="*/ 9082 w 148968"/>
              <a:gd name="csY98" fmla="*/ 125611 h 141840"/>
              <a:gd name="csX99" fmla="*/ 7313 w 148968"/>
              <a:gd name="csY99" fmla="*/ 124455 h 141840"/>
              <a:gd name="csX100" fmla="*/ 5237 w 148968"/>
              <a:gd name="csY100" fmla="*/ 124064 h 141840"/>
            </a:gdLst>
            <a:ahLst/>
            <a:cxnLst/>
            <a:rect l="l" t="t" r="r" b="b"/>
            <a:pathLst>
              <a:path w="100000" h="100000">
                <a:moveTo>
                  <a:pt x="49953" y="2393"/>
                </a:moveTo>
                <a:cubicBezTo>
                  <a:pt x="49005" y="2405"/>
                  <a:pt x="48103" y="2793"/>
                  <a:pt x="47440" y="3478"/>
                </a:cubicBezTo>
                <a:cubicBezTo>
                  <a:pt x="46778" y="4152"/>
                  <a:pt x="46424" y="5066"/>
                  <a:pt x="46435" y="6013"/>
                </a:cubicBezTo>
                <a:lnTo>
                  <a:pt x="46435" y="14338"/>
                </a:lnTo>
                <a:lnTo>
                  <a:pt x="27396" y="14338"/>
                </a:lnTo>
                <a:cubicBezTo>
                  <a:pt x="22840" y="14338"/>
                  <a:pt x="19071" y="18107"/>
                  <a:pt x="19071" y="22663"/>
                </a:cubicBezTo>
                <a:lnTo>
                  <a:pt x="19071" y="43983"/>
                </a:lnTo>
                <a:lnTo>
                  <a:pt x="5057" y="47774"/>
                </a:lnTo>
                <a:cubicBezTo>
                  <a:pt x="4064" y="48048"/>
                  <a:pt x="3219" y="48733"/>
                  <a:pt x="2774" y="49658"/>
                </a:cubicBezTo>
                <a:cubicBezTo>
                  <a:pt x="2328" y="50583"/>
                  <a:pt x="2294" y="51667"/>
                  <a:pt x="2705" y="52627"/>
                </a:cubicBezTo>
                <a:lnTo>
                  <a:pt x="9672" y="68877"/>
                </a:lnTo>
                <a:lnTo>
                  <a:pt x="11864" y="82009"/>
                </a:lnTo>
                <a:cubicBezTo>
                  <a:pt x="12995" y="82522"/>
                  <a:pt x="15336" y="83333"/>
                  <a:pt x="19071" y="83333"/>
                </a:cubicBezTo>
                <a:cubicBezTo>
                  <a:pt x="26643" y="83333"/>
                  <a:pt x="28345" y="78571"/>
                  <a:pt x="34535" y="78571"/>
                </a:cubicBezTo>
                <a:cubicBezTo>
                  <a:pt x="40736" y="78571"/>
                  <a:pt x="42438" y="83333"/>
                  <a:pt x="49999" y="83333"/>
                </a:cubicBezTo>
                <a:cubicBezTo>
                  <a:pt x="57571" y="83333"/>
                  <a:pt x="59272" y="78571"/>
                  <a:pt x="65474" y="78571"/>
                </a:cubicBezTo>
                <a:cubicBezTo>
                  <a:pt x="71664" y="78571"/>
                  <a:pt x="73365" y="83333"/>
                  <a:pt x="80938" y="83333"/>
                </a:cubicBezTo>
                <a:cubicBezTo>
                  <a:pt x="84673" y="83333"/>
                  <a:pt x="87013" y="82522"/>
                  <a:pt x="88144" y="82009"/>
                </a:cubicBezTo>
                <a:lnTo>
                  <a:pt x="90325" y="68877"/>
                </a:lnTo>
                <a:lnTo>
                  <a:pt x="97304" y="52627"/>
                </a:lnTo>
                <a:cubicBezTo>
                  <a:pt x="97704" y="51679"/>
                  <a:pt x="97681" y="50583"/>
                  <a:pt x="97236" y="49658"/>
                </a:cubicBezTo>
                <a:cubicBezTo>
                  <a:pt x="96779" y="48733"/>
                  <a:pt x="95956" y="48036"/>
                  <a:pt x="94951" y="47774"/>
                </a:cubicBezTo>
                <a:lnTo>
                  <a:pt x="80938" y="43983"/>
                </a:lnTo>
                <a:lnTo>
                  <a:pt x="80938" y="22663"/>
                </a:lnTo>
                <a:cubicBezTo>
                  <a:pt x="80938" y="18107"/>
                  <a:pt x="77169" y="14338"/>
                  <a:pt x="72612" y="14338"/>
                </a:cubicBezTo>
                <a:lnTo>
                  <a:pt x="53573" y="14338"/>
                </a:lnTo>
                <a:lnTo>
                  <a:pt x="53573" y="6013"/>
                </a:lnTo>
                <a:cubicBezTo>
                  <a:pt x="53573" y="5533"/>
                  <a:pt x="53493" y="5066"/>
                  <a:pt x="53311" y="4620"/>
                </a:cubicBezTo>
                <a:cubicBezTo>
                  <a:pt x="53128" y="4175"/>
                  <a:pt x="52865" y="3775"/>
                  <a:pt x="52523" y="3432"/>
                </a:cubicBezTo>
                <a:cubicBezTo>
                  <a:pt x="52192" y="3101"/>
                  <a:pt x="51780" y="2839"/>
                  <a:pt x="51347" y="2656"/>
                </a:cubicBezTo>
                <a:cubicBezTo>
                  <a:pt x="50901" y="2473"/>
                  <a:pt x="50422" y="2382"/>
                  <a:pt x="49953" y="2393"/>
                </a:cubicBezTo>
                <a:close/>
                <a:moveTo>
                  <a:pt x="27396" y="21475"/>
                </a:moveTo>
                <a:lnTo>
                  <a:pt x="49416" y="21475"/>
                </a:lnTo>
                <a:cubicBezTo>
                  <a:pt x="49805" y="21544"/>
                  <a:pt x="50193" y="21544"/>
                  <a:pt x="50570" y="21475"/>
                </a:cubicBezTo>
                <a:lnTo>
                  <a:pt x="72612" y="21475"/>
                </a:lnTo>
                <a:cubicBezTo>
                  <a:pt x="73308" y="21475"/>
                  <a:pt x="73800" y="21966"/>
                  <a:pt x="73800" y="22663"/>
                </a:cubicBezTo>
                <a:lnTo>
                  <a:pt x="73800" y="42053"/>
                </a:lnTo>
                <a:lnTo>
                  <a:pt x="50935" y="35875"/>
                </a:lnTo>
                <a:cubicBezTo>
                  <a:pt x="50330" y="35715"/>
                  <a:pt x="49691" y="35715"/>
                  <a:pt x="49074" y="35875"/>
                </a:cubicBezTo>
                <a:lnTo>
                  <a:pt x="26209" y="42053"/>
                </a:lnTo>
                <a:lnTo>
                  <a:pt x="26209" y="22663"/>
                </a:lnTo>
                <a:cubicBezTo>
                  <a:pt x="26209" y="21966"/>
                  <a:pt x="26700" y="21475"/>
                  <a:pt x="27396" y="21475"/>
                </a:cubicBezTo>
                <a:close/>
                <a:moveTo>
                  <a:pt x="27396" y="57161"/>
                </a:moveTo>
                <a:cubicBezTo>
                  <a:pt x="29373" y="57161"/>
                  <a:pt x="30972" y="58759"/>
                  <a:pt x="30972" y="60735"/>
                </a:cubicBezTo>
                <a:lnTo>
                  <a:pt x="30972" y="65485"/>
                </a:lnTo>
                <a:cubicBezTo>
                  <a:pt x="30972" y="67461"/>
                  <a:pt x="29373" y="69059"/>
                  <a:pt x="27396" y="69059"/>
                </a:cubicBezTo>
                <a:cubicBezTo>
                  <a:pt x="25432" y="69059"/>
                  <a:pt x="23833" y="67461"/>
                  <a:pt x="23833" y="65485"/>
                </a:cubicBezTo>
                <a:lnTo>
                  <a:pt x="23833" y="60735"/>
                </a:lnTo>
                <a:cubicBezTo>
                  <a:pt x="23833" y="58759"/>
                  <a:pt x="25432" y="57161"/>
                  <a:pt x="27396" y="57161"/>
                </a:cubicBezTo>
                <a:close/>
                <a:moveTo>
                  <a:pt x="72612" y="57161"/>
                </a:moveTo>
                <a:cubicBezTo>
                  <a:pt x="74576" y="57161"/>
                  <a:pt x="76175" y="58759"/>
                  <a:pt x="76175" y="60735"/>
                </a:cubicBezTo>
                <a:lnTo>
                  <a:pt x="76175" y="65485"/>
                </a:lnTo>
                <a:cubicBezTo>
                  <a:pt x="76175" y="67461"/>
                  <a:pt x="74576" y="69059"/>
                  <a:pt x="72612" y="69059"/>
                </a:cubicBezTo>
                <a:cubicBezTo>
                  <a:pt x="70636" y="69059"/>
                  <a:pt x="69037" y="67461"/>
                  <a:pt x="69037" y="65485"/>
                </a:cubicBezTo>
                <a:lnTo>
                  <a:pt x="69037" y="60735"/>
                </a:lnTo>
                <a:cubicBezTo>
                  <a:pt x="69037" y="58759"/>
                  <a:pt x="70636" y="57161"/>
                  <a:pt x="72612" y="57161"/>
                </a:cubicBezTo>
                <a:close/>
                <a:moveTo>
                  <a:pt x="3516" y="85675"/>
                </a:moveTo>
                <a:cubicBezTo>
                  <a:pt x="2808" y="85686"/>
                  <a:pt x="2111" y="85903"/>
                  <a:pt x="1529" y="86314"/>
                </a:cubicBezTo>
                <a:cubicBezTo>
                  <a:pt x="946" y="86713"/>
                  <a:pt x="501" y="87285"/>
                  <a:pt x="238" y="87947"/>
                </a:cubicBezTo>
                <a:cubicBezTo>
                  <a:pt x="-13" y="88609"/>
                  <a:pt x="-70" y="89340"/>
                  <a:pt x="89" y="90025"/>
                </a:cubicBezTo>
                <a:cubicBezTo>
                  <a:pt x="238" y="90721"/>
                  <a:pt x="603" y="91350"/>
                  <a:pt x="1118" y="91841"/>
                </a:cubicBezTo>
                <a:cubicBezTo>
                  <a:pt x="1118" y="91841"/>
                  <a:pt x="2899" y="93508"/>
                  <a:pt x="5868" y="94890"/>
                </a:cubicBezTo>
                <a:cubicBezTo>
                  <a:pt x="8850" y="96283"/>
                  <a:pt x="13258" y="97608"/>
                  <a:pt x="19071" y="97608"/>
                </a:cubicBezTo>
                <a:cubicBezTo>
                  <a:pt x="24885" y="97608"/>
                  <a:pt x="29304" y="96283"/>
                  <a:pt x="32273" y="94890"/>
                </a:cubicBezTo>
                <a:cubicBezTo>
                  <a:pt x="33690" y="94228"/>
                  <a:pt x="33724" y="94010"/>
                  <a:pt x="34535" y="93440"/>
                </a:cubicBezTo>
                <a:cubicBezTo>
                  <a:pt x="35346" y="94010"/>
                  <a:pt x="35380" y="94228"/>
                  <a:pt x="36796" y="94890"/>
                </a:cubicBezTo>
                <a:cubicBezTo>
                  <a:pt x="39777" y="96283"/>
                  <a:pt x="44185" y="97608"/>
                  <a:pt x="49999" y="97608"/>
                </a:cubicBezTo>
                <a:cubicBezTo>
                  <a:pt x="55823" y="97608"/>
                  <a:pt x="60232" y="96283"/>
                  <a:pt x="63201" y="94890"/>
                </a:cubicBezTo>
                <a:cubicBezTo>
                  <a:pt x="64629" y="94228"/>
                  <a:pt x="64663" y="94010"/>
                  <a:pt x="65474" y="93440"/>
                </a:cubicBezTo>
                <a:cubicBezTo>
                  <a:pt x="66273" y="94010"/>
                  <a:pt x="66319" y="94228"/>
                  <a:pt x="67735" y="94890"/>
                </a:cubicBezTo>
                <a:cubicBezTo>
                  <a:pt x="70704" y="96283"/>
                  <a:pt x="75125" y="97608"/>
                  <a:pt x="80938" y="97608"/>
                </a:cubicBezTo>
                <a:cubicBezTo>
                  <a:pt x="86751" y="97608"/>
                  <a:pt x="91159" y="96283"/>
                  <a:pt x="94140" y="94890"/>
                </a:cubicBezTo>
                <a:cubicBezTo>
                  <a:pt x="97109" y="93508"/>
                  <a:pt x="98891" y="91841"/>
                  <a:pt x="98891" y="91841"/>
                </a:cubicBezTo>
                <a:cubicBezTo>
                  <a:pt x="99234" y="91510"/>
                  <a:pt x="99508" y="91122"/>
                  <a:pt x="99702" y="90687"/>
                </a:cubicBezTo>
                <a:cubicBezTo>
                  <a:pt x="99885" y="90265"/>
                  <a:pt x="99999" y="89796"/>
                  <a:pt x="99999" y="89317"/>
                </a:cubicBezTo>
                <a:cubicBezTo>
                  <a:pt x="100011" y="88849"/>
                  <a:pt x="99931" y="88381"/>
                  <a:pt x="99759" y="87936"/>
                </a:cubicBezTo>
                <a:cubicBezTo>
                  <a:pt x="99588" y="87501"/>
                  <a:pt x="99325" y="87102"/>
                  <a:pt x="98994" y="86759"/>
                </a:cubicBezTo>
                <a:cubicBezTo>
                  <a:pt x="98663" y="86417"/>
                  <a:pt x="98275" y="86154"/>
                  <a:pt x="97840" y="85960"/>
                </a:cubicBezTo>
                <a:cubicBezTo>
                  <a:pt x="97407" y="85777"/>
                  <a:pt x="96938" y="85675"/>
                  <a:pt x="96459" y="85675"/>
                </a:cubicBezTo>
                <a:cubicBezTo>
                  <a:pt x="95990" y="85675"/>
                  <a:pt x="95523" y="85766"/>
                  <a:pt x="95088" y="85937"/>
                </a:cubicBezTo>
                <a:cubicBezTo>
                  <a:pt x="94642" y="86120"/>
                  <a:pt x="94254" y="86382"/>
                  <a:pt x="93912" y="86713"/>
                </a:cubicBezTo>
                <a:cubicBezTo>
                  <a:pt x="93912" y="86713"/>
                  <a:pt x="93238" y="87433"/>
                  <a:pt x="91114" y="88426"/>
                </a:cubicBezTo>
                <a:cubicBezTo>
                  <a:pt x="89001" y="89408"/>
                  <a:pt x="85677" y="90470"/>
                  <a:pt x="80938" y="90470"/>
                </a:cubicBezTo>
                <a:cubicBezTo>
                  <a:pt x="76187" y="90470"/>
                  <a:pt x="72875" y="89408"/>
                  <a:pt x="70750" y="88426"/>
                </a:cubicBezTo>
                <a:cubicBezTo>
                  <a:pt x="68638" y="87433"/>
                  <a:pt x="67952" y="86713"/>
                  <a:pt x="67952" y="86713"/>
                </a:cubicBezTo>
                <a:cubicBezTo>
                  <a:pt x="67290" y="86074"/>
                  <a:pt x="66399" y="85708"/>
                  <a:pt x="65474" y="85708"/>
                </a:cubicBezTo>
                <a:cubicBezTo>
                  <a:pt x="64537" y="85708"/>
                  <a:pt x="63647" y="86074"/>
                  <a:pt x="62984" y="86713"/>
                </a:cubicBezTo>
                <a:cubicBezTo>
                  <a:pt x="62984" y="86713"/>
                  <a:pt x="62299" y="87433"/>
                  <a:pt x="60186" y="88426"/>
                </a:cubicBezTo>
                <a:cubicBezTo>
                  <a:pt x="58061" y="89408"/>
                  <a:pt x="54750" y="90470"/>
                  <a:pt x="49999" y="90470"/>
                </a:cubicBezTo>
                <a:cubicBezTo>
                  <a:pt x="45259" y="90470"/>
                  <a:pt x="41936" y="89408"/>
                  <a:pt x="39823" y="88426"/>
                </a:cubicBezTo>
                <a:cubicBezTo>
                  <a:pt x="37824" y="87490"/>
                  <a:pt x="37253" y="86897"/>
                  <a:pt x="37184" y="86817"/>
                </a:cubicBezTo>
                <a:cubicBezTo>
                  <a:pt x="36842" y="86451"/>
                  <a:pt x="36419" y="86154"/>
                  <a:pt x="35963" y="85960"/>
                </a:cubicBezTo>
                <a:cubicBezTo>
                  <a:pt x="35494" y="85766"/>
                  <a:pt x="35003" y="85663"/>
                  <a:pt x="34501" y="85675"/>
                </a:cubicBezTo>
                <a:cubicBezTo>
                  <a:pt x="34387" y="85675"/>
                  <a:pt x="34272" y="85686"/>
                  <a:pt x="34170" y="85697"/>
                </a:cubicBezTo>
                <a:cubicBezTo>
                  <a:pt x="33290" y="85777"/>
                  <a:pt x="32479" y="86177"/>
                  <a:pt x="31885" y="86817"/>
                </a:cubicBezTo>
                <a:cubicBezTo>
                  <a:pt x="31805" y="86897"/>
                  <a:pt x="31246" y="87490"/>
                  <a:pt x="29259" y="88426"/>
                </a:cubicBezTo>
                <a:cubicBezTo>
                  <a:pt x="27134" y="89408"/>
                  <a:pt x="23810" y="90470"/>
                  <a:pt x="19071" y="90470"/>
                </a:cubicBezTo>
                <a:cubicBezTo>
                  <a:pt x="14331" y="90470"/>
                  <a:pt x="11008" y="89408"/>
                  <a:pt x="8895" y="88426"/>
                </a:cubicBezTo>
                <a:cubicBezTo>
                  <a:pt x="6771" y="87433"/>
                  <a:pt x="6097" y="86713"/>
                  <a:pt x="6097" y="86713"/>
                </a:cubicBezTo>
                <a:cubicBezTo>
                  <a:pt x="5754" y="86382"/>
                  <a:pt x="5355" y="86120"/>
                  <a:pt x="4909" y="85937"/>
                </a:cubicBezTo>
                <a:cubicBezTo>
                  <a:pt x="4464" y="85754"/>
                  <a:pt x="3995" y="85663"/>
                  <a:pt x="3516" y="8567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4" name="Красный — SVG 31">
            <a:extLst>
              <a:ext uri="{FF2B5EF4-FFF2-40B4-BE49-F238E27FC236}">
                <a16:creationId xmlns:a16="http://schemas.microsoft.com/office/drawing/2014/main" id="{C7FA46F8-ED4E-A74A-BBCF-96C9DDE294FF}"/>
              </a:ext>
            </a:extLst>
          </p:cNvPr>
          <p:cNvSpPr>
            <a:spLocks noGrp="1"/>
          </p:cNvSpPr>
          <p:nvPr/>
        </p:nvSpPr>
        <p:spPr>
          <a:xfrm>
            <a:off x="7620000" y="1410000"/>
            <a:ext cx="220000" cy="220000"/>
          </a:xfrm>
          <a:custGeom>
            <a:avLst/>
            <a:gdLst>
              <a:gd name="csX0" fmla="*/ 116663 w 145323"/>
              <a:gd name="csY0" fmla="*/ 1 h 134678"/>
              <a:gd name="csX1" fmla="*/ 104590 w 145323"/>
              <a:gd name="csY1" fmla="*/ 3421 h 134678"/>
              <a:gd name="csX2" fmla="*/ 66383 w 145323"/>
              <a:gd name="csY2" fmla="*/ 26930 h 134678"/>
              <a:gd name="csX3" fmla="*/ 65350 w 145323"/>
              <a:gd name="csY3" fmla="*/ 27763 h 134678"/>
              <a:gd name="csX4" fmla="*/ 61405 w 145323"/>
              <a:gd name="csY4" fmla="*/ 24668 h 134678"/>
              <a:gd name="csX5" fmla="*/ 51561 w 145323"/>
              <a:gd name="csY5" fmla="*/ 21265 h 134678"/>
              <a:gd name="csX6" fmla="*/ 26583 w 145323"/>
              <a:gd name="csY6" fmla="*/ 21265 h 134678"/>
              <a:gd name="csX7" fmla="*/ 10633 w 145323"/>
              <a:gd name="csY7" fmla="*/ 37222 h 134678"/>
              <a:gd name="csX8" fmla="*/ 10633 w 145323"/>
              <a:gd name="csY8" fmla="*/ 65562 h 134678"/>
              <a:gd name="csX9" fmla="*/ 26583 w 145323"/>
              <a:gd name="csY9" fmla="*/ 81519 h 134678"/>
              <a:gd name="csX10" fmla="*/ 76206 w 145323"/>
              <a:gd name="csY10" fmla="*/ 81519 h 134678"/>
              <a:gd name="csX11" fmla="*/ 92157 w 145323"/>
              <a:gd name="csY11" fmla="*/ 65562 h 134678"/>
              <a:gd name="csX12" fmla="*/ 92157 w 145323"/>
              <a:gd name="csY12" fmla="*/ 56563 h 134678"/>
              <a:gd name="csX13" fmla="*/ 86050 w 145323"/>
              <a:gd name="csY13" fmla="*/ 44026 h 134678"/>
              <a:gd name="csX14" fmla="*/ 74122 w 145323"/>
              <a:gd name="csY14" fmla="*/ 34653 h 134678"/>
              <a:gd name="csX15" fmla="*/ 110169 w 145323"/>
              <a:gd name="csY15" fmla="*/ 12470 h 134678"/>
              <a:gd name="csX16" fmla="*/ 116663 w 145323"/>
              <a:gd name="csY16" fmla="*/ 10633 h 134678"/>
              <a:gd name="csX17" fmla="*/ 129373 w 145323"/>
              <a:gd name="csY17" fmla="*/ 10633 h 134678"/>
              <a:gd name="csX18" fmla="*/ 131430 w 145323"/>
              <a:gd name="csY18" fmla="*/ 10259 h 134678"/>
              <a:gd name="csX19" fmla="*/ 133181 w 145323"/>
              <a:gd name="csY19" fmla="*/ 9102 h 134678"/>
              <a:gd name="csX20" fmla="*/ 134353 w 145323"/>
              <a:gd name="csY20" fmla="*/ 7367 h 134678"/>
              <a:gd name="csX21" fmla="*/ 134765 w 145323"/>
              <a:gd name="csY21" fmla="*/ 5326 h 134678"/>
              <a:gd name="csX22" fmla="*/ 134353 w 145323"/>
              <a:gd name="csY22" fmla="*/ 3268 h 134678"/>
              <a:gd name="csX23" fmla="*/ 133181 w 145323"/>
              <a:gd name="csY23" fmla="*/ 1532 h 134678"/>
              <a:gd name="csX24" fmla="*/ 131430 w 145323"/>
              <a:gd name="csY24" fmla="*/ 393 h 134678"/>
              <a:gd name="csX25" fmla="*/ 129373 w 145323"/>
              <a:gd name="csY25" fmla="*/ 1 h 134678"/>
              <a:gd name="csX26" fmla="*/ 116663 w 145323"/>
              <a:gd name="csY26" fmla="*/ 1 h 134678"/>
              <a:gd name="csX27" fmla="*/ 129373 w 145323"/>
              <a:gd name="csY27" fmla="*/ 17727 h 134678"/>
              <a:gd name="csX28" fmla="*/ 125613 w 145323"/>
              <a:gd name="csY28" fmla="*/ 19275 h 134678"/>
              <a:gd name="csX29" fmla="*/ 124057 w 145323"/>
              <a:gd name="csY29" fmla="*/ 23035 h 134678"/>
              <a:gd name="csX30" fmla="*/ 125613 w 145323"/>
              <a:gd name="csY30" fmla="*/ 26794 h 134678"/>
              <a:gd name="csX31" fmla="*/ 129373 w 145323"/>
              <a:gd name="csY31" fmla="*/ 28359 h 134678"/>
              <a:gd name="csX32" fmla="*/ 133132 w 145323"/>
              <a:gd name="csY32" fmla="*/ 26794 h 134678"/>
              <a:gd name="csX33" fmla="*/ 134690 w 145323"/>
              <a:gd name="csY33" fmla="*/ 23035 h 134678"/>
              <a:gd name="csX34" fmla="*/ 133132 w 145323"/>
              <a:gd name="csY34" fmla="*/ 19275 h 134678"/>
              <a:gd name="csX35" fmla="*/ 129373 w 145323"/>
              <a:gd name="csY35" fmla="*/ 17727 h 134678"/>
              <a:gd name="csX36" fmla="*/ 26583 w 145323"/>
              <a:gd name="csY36" fmla="*/ 31897 h 134678"/>
              <a:gd name="csX37" fmla="*/ 51561 w 145323"/>
              <a:gd name="csY37" fmla="*/ 31897 h 134678"/>
              <a:gd name="csX38" fmla="*/ 54836 w 145323"/>
              <a:gd name="csY38" fmla="*/ 33020 h 134678"/>
              <a:gd name="csX39" fmla="*/ 54843 w 145323"/>
              <a:gd name="csY39" fmla="*/ 33037 h 134678"/>
              <a:gd name="csX40" fmla="*/ 71456 w 145323"/>
              <a:gd name="csY40" fmla="*/ 46067 h 134678"/>
              <a:gd name="csX41" fmla="*/ 21267 w 145323"/>
              <a:gd name="csY41" fmla="*/ 46067 h 134678"/>
              <a:gd name="csX42" fmla="*/ 21267 w 145323"/>
              <a:gd name="csY42" fmla="*/ 37222 h 134678"/>
              <a:gd name="csX43" fmla="*/ 26583 w 145323"/>
              <a:gd name="csY43" fmla="*/ 31897 h 134678"/>
              <a:gd name="csX44" fmla="*/ 129373 w 145323"/>
              <a:gd name="csY44" fmla="*/ 35435 h 134678"/>
              <a:gd name="csX45" fmla="*/ 125613 w 145323"/>
              <a:gd name="csY45" fmla="*/ 37001 h 134678"/>
              <a:gd name="csX46" fmla="*/ 124057 w 145323"/>
              <a:gd name="csY46" fmla="*/ 40760 h 134678"/>
              <a:gd name="csX47" fmla="*/ 125613 w 145323"/>
              <a:gd name="csY47" fmla="*/ 44520 h 134678"/>
              <a:gd name="csX48" fmla="*/ 129373 w 145323"/>
              <a:gd name="csY48" fmla="*/ 46067 h 134678"/>
              <a:gd name="csX49" fmla="*/ 133132 w 145323"/>
              <a:gd name="csY49" fmla="*/ 44520 h 134678"/>
              <a:gd name="csX50" fmla="*/ 134690 w 145323"/>
              <a:gd name="csY50" fmla="*/ 40760 h 134678"/>
              <a:gd name="csX51" fmla="*/ 133132 w 145323"/>
              <a:gd name="csY51" fmla="*/ 37001 h 134678"/>
              <a:gd name="csX52" fmla="*/ 129373 w 145323"/>
              <a:gd name="csY52" fmla="*/ 35435 h 134678"/>
              <a:gd name="csX53" fmla="*/ 129373 w 145323"/>
              <a:gd name="csY53" fmla="*/ 53161 h 134678"/>
              <a:gd name="csX54" fmla="*/ 125613 w 145323"/>
              <a:gd name="csY54" fmla="*/ 54726 h 134678"/>
              <a:gd name="csX55" fmla="*/ 124057 w 145323"/>
              <a:gd name="csY55" fmla="*/ 58486 h 134678"/>
              <a:gd name="csX56" fmla="*/ 125613 w 145323"/>
              <a:gd name="csY56" fmla="*/ 62245 h 134678"/>
              <a:gd name="csX57" fmla="*/ 129373 w 145323"/>
              <a:gd name="csY57" fmla="*/ 63793 h 134678"/>
              <a:gd name="csX58" fmla="*/ 133132 w 145323"/>
              <a:gd name="csY58" fmla="*/ 62245 h 134678"/>
              <a:gd name="csX59" fmla="*/ 134690 w 145323"/>
              <a:gd name="csY59" fmla="*/ 58486 h 134678"/>
              <a:gd name="csX60" fmla="*/ 133132 w 145323"/>
              <a:gd name="csY60" fmla="*/ 54726 h 134678"/>
              <a:gd name="csX61" fmla="*/ 129373 w 145323"/>
              <a:gd name="csY61" fmla="*/ 53161 h 134678"/>
              <a:gd name="csX62" fmla="*/ 129290 w 145323"/>
              <a:gd name="csY62" fmla="*/ 70802 h 134678"/>
              <a:gd name="csX63" fmla="*/ 125557 w 145323"/>
              <a:gd name="csY63" fmla="*/ 72418 h 134678"/>
              <a:gd name="csX64" fmla="*/ 124057 w 145323"/>
              <a:gd name="csY64" fmla="*/ 76194 h 134678"/>
              <a:gd name="csX65" fmla="*/ 124057 w 145323"/>
              <a:gd name="csY65" fmla="*/ 83288 h 134678"/>
              <a:gd name="csX66" fmla="*/ 125613 w 145323"/>
              <a:gd name="csY66" fmla="*/ 87047 h 134678"/>
              <a:gd name="csX67" fmla="*/ 129373 w 145323"/>
              <a:gd name="csY67" fmla="*/ 88595 h 134678"/>
              <a:gd name="csX68" fmla="*/ 134690 w 145323"/>
              <a:gd name="csY68" fmla="*/ 93920 h 134678"/>
              <a:gd name="csX69" fmla="*/ 129373 w 145323"/>
              <a:gd name="csY69" fmla="*/ 99227 h 134678"/>
              <a:gd name="csX70" fmla="*/ 125067 w 145323"/>
              <a:gd name="csY70" fmla="*/ 97033 h 134678"/>
              <a:gd name="csX71" fmla="*/ 123551 w 145323"/>
              <a:gd name="csY71" fmla="*/ 95570 h 134678"/>
              <a:gd name="csX72" fmla="*/ 121585 w 145323"/>
              <a:gd name="csY72" fmla="*/ 94804 h 134678"/>
              <a:gd name="csX73" fmla="*/ 119475 w 145323"/>
              <a:gd name="csY73" fmla="*/ 94872 h 134678"/>
              <a:gd name="csX74" fmla="*/ 117554 w 145323"/>
              <a:gd name="csY74" fmla="*/ 95740 h 134678"/>
              <a:gd name="csX75" fmla="*/ 116128 w 145323"/>
              <a:gd name="csY75" fmla="*/ 97305 h 134678"/>
              <a:gd name="csX76" fmla="*/ 115419 w 145323"/>
              <a:gd name="csY76" fmla="*/ 99295 h 134678"/>
              <a:gd name="csX77" fmla="*/ 115538 w 145323"/>
              <a:gd name="csY77" fmla="*/ 101388 h 134678"/>
              <a:gd name="csX78" fmla="*/ 116469 w 145323"/>
              <a:gd name="csY78" fmla="*/ 103293 h 134678"/>
              <a:gd name="csX79" fmla="*/ 129373 w 145323"/>
              <a:gd name="csY79" fmla="*/ 109859 h 134678"/>
              <a:gd name="csX80" fmla="*/ 145323 w 145323"/>
              <a:gd name="csY80" fmla="*/ 93920 h 134678"/>
              <a:gd name="csX81" fmla="*/ 134690 w 145323"/>
              <a:gd name="csY81" fmla="*/ 79052 h 134678"/>
              <a:gd name="csX82" fmla="*/ 134690 w 145323"/>
              <a:gd name="csY82" fmla="*/ 76194 h 134678"/>
              <a:gd name="csX83" fmla="*/ 134299 w 145323"/>
              <a:gd name="csY83" fmla="*/ 74119 h 134678"/>
              <a:gd name="csX84" fmla="*/ 133130 w 145323"/>
              <a:gd name="csY84" fmla="*/ 72367 h 134678"/>
              <a:gd name="csX85" fmla="*/ 131367 w 145323"/>
              <a:gd name="csY85" fmla="*/ 71193 h 134678"/>
              <a:gd name="csX86" fmla="*/ 129290 w 145323"/>
              <a:gd name="csY86" fmla="*/ 70802 h 134678"/>
              <a:gd name="csX87" fmla="*/ 23040 w 145323"/>
              <a:gd name="csY87" fmla="*/ 88595 h 134678"/>
              <a:gd name="csX88" fmla="*/ 0 w 145323"/>
              <a:gd name="csY88" fmla="*/ 111645 h 134678"/>
              <a:gd name="csX89" fmla="*/ 23040 w 145323"/>
              <a:gd name="csY89" fmla="*/ 134678 h 134678"/>
              <a:gd name="csX90" fmla="*/ 83294 w 145323"/>
              <a:gd name="csY90" fmla="*/ 134678 h 134678"/>
              <a:gd name="csX91" fmla="*/ 106334 w 145323"/>
              <a:gd name="csY91" fmla="*/ 111645 h 134678"/>
              <a:gd name="csX92" fmla="*/ 83294 w 145323"/>
              <a:gd name="csY92" fmla="*/ 88595 h 134678"/>
              <a:gd name="csX93" fmla="*/ 23040 w 145323"/>
              <a:gd name="csY93" fmla="*/ 88595 h 134678"/>
              <a:gd name="csX94" fmla="*/ 26583 w 145323"/>
              <a:gd name="csY94" fmla="*/ 106321 h 134678"/>
              <a:gd name="csX95" fmla="*/ 31900 w 145323"/>
              <a:gd name="csY95" fmla="*/ 111645 h 134678"/>
              <a:gd name="csX96" fmla="*/ 26583 w 145323"/>
              <a:gd name="csY96" fmla="*/ 116953 h 134678"/>
              <a:gd name="csX97" fmla="*/ 21267 w 145323"/>
              <a:gd name="csY97" fmla="*/ 111645 h 134678"/>
              <a:gd name="csX98" fmla="*/ 26583 w 145323"/>
              <a:gd name="csY98" fmla="*/ 106321 h 134678"/>
              <a:gd name="csX99" fmla="*/ 44306 w 145323"/>
              <a:gd name="csY99" fmla="*/ 106321 h 134678"/>
              <a:gd name="csX100" fmla="*/ 49623 w 145323"/>
              <a:gd name="csY100" fmla="*/ 111645 h 134678"/>
              <a:gd name="csX101" fmla="*/ 44306 w 145323"/>
              <a:gd name="csY101" fmla="*/ 116953 h 134678"/>
              <a:gd name="csX102" fmla="*/ 38990 w 145323"/>
              <a:gd name="csY102" fmla="*/ 111645 h 134678"/>
              <a:gd name="csX103" fmla="*/ 44306 w 145323"/>
              <a:gd name="csY103" fmla="*/ 106321 h 134678"/>
              <a:gd name="csX104" fmla="*/ 62028 w 145323"/>
              <a:gd name="csY104" fmla="*/ 106321 h 134678"/>
              <a:gd name="csX105" fmla="*/ 67344 w 145323"/>
              <a:gd name="csY105" fmla="*/ 111645 h 134678"/>
              <a:gd name="csX106" fmla="*/ 62028 w 145323"/>
              <a:gd name="csY106" fmla="*/ 116953 h 134678"/>
              <a:gd name="csX107" fmla="*/ 56711 w 145323"/>
              <a:gd name="csY107" fmla="*/ 111645 h 134678"/>
              <a:gd name="csX108" fmla="*/ 62028 w 145323"/>
              <a:gd name="csY108" fmla="*/ 106321 h 134678"/>
              <a:gd name="csX109" fmla="*/ 79750 w 145323"/>
              <a:gd name="csY109" fmla="*/ 106321 h 134678"/>
              <a:gd name="csX110" fmla="*/ 85067 w 145323"/>
              <a:gd name="csY110" fmla="*/ 111645 h 134678"/>
              <a:gd name="csX111" fmla="*/ 79750 w 145323"/>
              <a:gd name="csY111" fmla="*/ 116953 h 134678"/>
              <a:gd name="csX112" fmla="*/ 74434 w 145323"/>
              <a:gd name="csY112" fmla="*/ 111645 h 134678"/>
              <a:gd name="csX113" fmla="*/ 79750 w 145323"/>
              <a:gd name="csY113" fmla="*/ 106321 h 134678"/>
            </a:gdLst>
            <a:ahLst/>
            <a:cxnLst/>
            <a:rect l="l" t="t" r="r" b="b"/>
            <a:pathLst>
              <a:path w="100000" h="100000">
                <a:moveTo>
                  <a:pt x="80278" y="3663"/>
                </a:moveTo>
                <a:cubicBezTo>
                  <a:pt x="77344" y="3663"/>
                  <a:pt x="74468" y="4483"/>
                  <a:pt x="71971" y="6017"/>
                </a:cubicBezTo>
                <a:lnTo>
                  <a:pt x="45680" y="22194"/>
                </a:lnTo>
                <a:cubicBezTo>
                  <a:pt x="45420" y="22357"/>
                  <a:pt x="45181" y="22545"/>
                  <a:pt x="44969" y="22767"/>
                </a:cubicBezTo>
                <a:lnTo>
                  <a:pt x="42254" y="20637"/>
                </a:lnTo>
                <a:cubicBezTo>
                  <a:pt x="40321" y="19115"/>
                  <a:pt x="37936" y="18295"/>
                  <a:pt x="35480" y="18295"/>
                </a:cubicBezTo>
                <a:lnTo>
                  <a:pt x="18292" y="18295"/>
                </a:lnTo>
                <a:cubicBezTo>
                  <a:pt x="12274" y="18295"/>
                  <a:pt x="7317" y="23247"/>
                  <a:pt x="7317" y="29276"/>
                </a:cubicBezTo>
                <a:lnTo>
                  <a:pt x="7317" y="48777"/>
                </a:lnTo>
                <a:cubicBezTo>
                  <a:pt x="7317" y="54794"/>
                  <a:pt x="12274" y="59758"/>
                  <a:pt x="18292" y="59758"/>
                </a:cubicBezTo>
                <a:lnTo>
                  <a:pt x="52439" y="59758"/>
                </a:lnTo>
                <a:cubicBezTo>
                  <a:pt x="58457" y="59758"/>
                  <a:pt x="63415" y="54794"/>
                  <a:pt x="63415" y="48777"/>
                </a:cubicBezTo>
                <a:lnTo>
                  <a:pt x="63415" y="42585"/>
                </a:lnTo>
                <a:cubicBezTo>
                  <a:pt x="63415" y="39214"/>
                  <a:pt x="61863" y="36030"/>
                  <a:pt x="59213" y="33958"/>
                </a:cubicBezTo>
                <a:lnTo>
                  <a:pt x="51005" y="27508"/>
                </a:lnTo>
                <a:lnTo>
                  <a:pt x="75810" y="12243"/>
                </a:lnTo>
                <a:cubicBezTo>
                  <a:pt x="77156" y="11425"/>
                  <a:pt x="78700" y="10979"/>
                  <a:pt x="80278" y="10979"/>
                </a:cubicBezTo>
                <a:lnTo>
                  <a:pt x="89024" y="10979"/>
                </a:lnTo>
                <a:cubicBezTo>
                  <a:pt x="89510" y="10991"/>
                  <a:pt x="89991" y="10897"/>
                  <a:pt x="90440" y="10722"/>
                </a:cubicBezTo>
                <a:cubicBezTo>
                  <a:pt x="90890" y="10535"/>
                  <a:pt x="91299" y="10266"/>
                  <a:pt x="91645" y="9926"/>
                </a:cubicBezTo>
                <a:cubicBezTo>
                  <a:pt x="91990" y="9587"/>
                  <a:pt x="92264" y="9177"/>
                  <a:pt x="92451" y="8732"/>
                </a:cubicBezTo>
                <a:cubicBezTo>
                  <a:pt x="92638" y="8287"/>
                  <a:pt x="92735" y="7807"/>
                  <a:pt x="92735" y="7327"/>
                </a:cubicBezTo>
                <a:cubicBezTo>
                  <a:pt x="92735" y="6835"/>
                  <a:pt x="92638" y="6356"/>
                  <a:pt x="92451" y="5911"/>
                </a:cubicBezTo>
                <a:cubicBezTo>
                  <a:pt x="92264" y="5466"/>
                  <a:pt x="91990" y="5057"/>
                  <a:pt x="91645" y="4717"/>
                </a:cubicBezTo>
                <a:cubicBezTo>
                  <a:pt x="91299" y="4377"/>
                  <a:pt x="90890" y="4108"/>
                  <a:pt x="90440" y="3933"/>
                </a:cubicBezTo>
                <a:cubicBezTo>
                  <a:pt x="89991" y="3745"/>
                  <a:pt x="89510" y="3652"/>
                  <a:pt x="89024" y="3663"/>
                </a:cubicBezTo>
                <a:lnTo>
                  <a:pt x="80278" y="3663"/>
                </a:lnTo>
                <a:close/>
                <a:moveTo>
                  <a:pt x="89024" y="15861"/>
                </a:moveTo>
                <a:cubicBezTo>
                  <a:pt x="88054" y="15861"/>
                  <a:pt x="87123" y="16247"/>
                  <a:pt x="86437" y="16926"/>
                </a:cubicBezTo>
                <a:cubicBezTo>
                  <a:pt x="85751" y="17617"/>
                  <a:pt x="85366" y="18541"/>
                  <a:pt x="85366" y="19513"/>
                </a:cubicBezTo>
                <a:cubicBezTo>
                  <a:pt x="85366" y="20484"/>
                  <a:pt x="85751" y="21421"/>
                  <a:pt x="86437" y="22100"/>
                </a:cubicBezTo>
                <a:cubicBezTo>
                  <a:pt x="87123" y="22791"/>
                  <a:pt x="88054" y="23177"/>
                  <a:pt x="89024" y="23177"/>
                </a:cubicBezTo>
                <a:cubicBezTo>
                  <a:pt x="89994" y="23177"/>
                  <a:pt x="90925" y="22791"/>
                  <a:pt x="91611" y="22100"/>
                </a:cubicBezTo>
                <a:cubicBezTo>
                  <a:pt x="92297" y="21421"/>
                  <a:pt x="92683" y="20484"/>
                  <a:pt x="92683" y="19513"/>
                </a:cubicBezTo>
                <a:cubicBezTo>
                  <a:pt x="92683" y="18541"/>
                  <a:pt x="92297" y="17617"/>
                  <a:pt x="91611" y="16926"/>
                </a:cubicBezTo>
                <a:cubicBezTo>
                  <a:pt x="90925" y="16247"/>
                  <a:pt x="89994" y="15861"/>
                  <a:pt x="89024" y="15861"/>
                </a:cubicBezTo>
                <a:close/>
                <a:moveTo>
                  <a:pt x="18292" y="25612"/>
                </a:moveTo>
                <a:lnTo>
                  <a:pt x="35480" y="25612"/>
                </a:lnTo>
                <a:cubicBezTo>
                  <a:pt x="36302" y="25612"/>
                  <a:pt x="37091" y="25881"/>
                  <a:pt x="37734" y="26384"/>
                </a:cubicBezTo>
                <a:cubicBezTo>
                  <a:pt x="37735" y="26384"/>
                  <a:pt x="37736" y="26396"/>
                  <a:pt x="37739" y="26396"/>
                </a:cubicBezTo>
                <a:lnTo>
                  <a:pt x="49170" y="35362"/>
                </a:lnTo>
                <a:lnTo>
                  <a:pt x="14634" y="35362"/>
                </a:lnTo>
                <a:lnTo>
                  <a:pt x="14634" y="29276"/>
                </a:lnTo>
                <a:cubicBezTo>
                  <a:pt x="14634" y="27204"/>
                  <a:pt x="16227" y="25612"/>
                  <a:pt x="18292" y="25612"/>
                </a:cubicBezTo>
                <a:close/>
                <a:moveTo>
                  <a:pt x="89024" y="28046"/>
                </a:moveTo>
                <a:cubicBezTo>
                  <a:pt x="88054" y="28046"/>
                  <a:pt x="87123" y="28433"/>
                  <a:pt x="86437" y="29124"/>
                </a:cubicBezTo>
                <a:cubicBezTo>
                  <a:pt x="85751" y="29802"/>
                  <a:pt x="85366" y="30739"/>
                  <a:pt x="85366" y="31710"/>
                </a:cubicBezTo>
                <a:cubicBezTo>
                  <a:pt x="85366" y="32682"/>
                  <a:pt x="85751" y="33607"/>
                  <a:pt x="86437" y="34298"/>
                </a:cubicBezTo>
                <a:cubicBezTo>
                  <a:pt x="87123" y="34976"/>
                  <a:pt x="88054" y="35362"/>
                  <a:pt x="89024" y="35362"/>
                </a:cubicBezTo>
                <a:cubicBezTo>
                  <a:pt x="89994" y="35362"/>
                  <a:pt x="90925" y="34976"/>
                  <a:pt x="91611" y="34298"/>
                </a:cubicBezTo>
                <a:cubicBezTo>
                  <a:pt x="92297" y="33607"/>
                  <a:pt x="92683" y="32682"/>
                  <a:pt x="92683" y="31710"/>
                </a:cubicBezTo>
                <a:cubicBezTo>
                  <a:pt x="92683" y="30739"/>
                  <a:pt x="92297" y="29802"/>
                  <a:pt x="91611" y="29124"/>
                </a:cubicBezTo>
                <a:cubicBezTo>
                  <a:pt x="90925" y="28433"/>
                  <a:pt x="89994" y="28046"/>
                  <a:pt x="89024" y="28046"/>
                </a:cubicBezTo>
                <a:close/>
                <a:moveTo>
                  <a:pt x="89024" y="40244"/>
                </a:moveTo>
                <a:cubicBezTo>
                  <a:pt x="88054" y="40244"/>
                  <a:pt x="87123" y="40630"/>
                  <a:pt x="86437" y="41321"/>
                </a:cubicBezTo>
                <a:cubicBezTo>
                  <a:pt x="85751" y="42000"/>
                  <a:pt x="85366" y="42936"/>
                  <a:pt x="85366" y="43908"/>
                </a:cubicBezTo>
                <a:cubicBezTo>
                  <a:pt x="85366" y="44867"/>
                  <a:pt x="85751" y="45804"/>
                  <a:pt x="86437" y="46495"/>
                </a:cubicBezTo>
                <a:cubicBezTo>
                  <a:pt x="87123" y="47174"/>
                  <a:pt x="88054" y="47560"/>
                  <a:pt x="89024" y="47560"/>
                </a:cubicBezTo>
                <a:cubicBezTo>
                  <a:pt x="89994" y="47560"/>
                  <a:pt x="90925" y="47174"/>
                  <a:pt x="91611" y="46495"/>
                </a:cubicBezTo>
                <a:cubicBezTo>
                  <a:pt x="92297" y="45804"/>
                  <a:pt x="92683" y="44867"/>
                  <a:pt x="92683" y="43908"/>
                </a:cubicBezTo>
                <a:cubicBezTo>
                  <a:pt x="92683" y="42936"/>
                  <a:pt x="92297" y="42000"/>
                  <a:pt x="91611" y="41321"/>
                </a:cubicBezTo>
                <a:cubicBezTo>
                  <a:pt x="90925" y="40630"/>
                  <a:pt x="89994" y="40244"/>
                  <a:pt x="89024" y="40244"/>
                </a:cubicBezTo>
                <a:close/>
                <a:moveTo>
                  <a:pt x="88967" y="52383"/>
                </a:moveTo>
                <a:cubicBezTo>
                  <a:pt x="87998" y="52406"/>
                  <a:pt x="87074" y="52804"/>
                  <a:pt x="86399" y="53495"/>
                </a:cubicBezTo>
                <a:cubicBezTo>
                  <a:pt x="85724" y="54185"/>
                  <a:pt x="85352" y="55122"/>
                  <a:pt x="85366" y="56093"/>
                </a:cubicBezTo>
                <a:lnTo>
                  <a:pt x="85366" y="60975"/>
                </a:lnTo>
                <a:cubicBezTo>
                  <a:pt x="85366" y="61946"/>
                  <a:pt x="85751" y="62871"/>
                  <a:pt x="86437" y="63562"/>
                </a:cubicBezTo>
                <a:cubicBezTo>
                  <a:pt x="87123" y="64241"/>
                  <a:pt x="88054" y="64627"/>
                  <a:pt x="89024" y="64627"/>
                </a:cubicBezTo>
                <a:cubicBezTo>
                  <a:pt x="91089" y="64627"/>
                  <a:pt x="92683" y="66231"/>
                  <a:pt x="92683" y="68291"/>
                </a:cubicBezTo>
                <a:cubicBezTo>
                  <a:pt x="92683" y="70351"/>
                  <a:pt x="91089" y="71943"/>
                  <a:pt x="89024" y="71943"/>
                </a:cubicBezTo>
                <a:cubicBezTo>
                  <a:pt x="87782" y="71943"/>
                  <a:pt x="86727" y="71358"/>
                  <a:pt x="86061" y="70433"/>
                </a:cubicBezTo>
                <a:cubicBezTo>
                  <a:pt x="85785" y="70035"/>
                  <a:pt x="85430" y="69695"/>
                  <a:pt x="85018" y="69426"/>
                </a:cubicBezTo>
                <a:cubicBezTo>
                  <a:pt x="84607" y="69157"/>
                  <a:pt x="84146" y="68981"/>
                  <a:pt x="83665" y="68899"/>
                </a:cubicBezTo>
                <a:cubicBezTo>
                  <a:pt x="83183" y="68817"/>
                  <a:pt x="82689" y="68829"/>
                  <a:pt x="82213" y="68946"/>
                </a:cubicBezTo>
                <a:cubicBezTo>
                  <a:pt x="81737" y="69051"/>
                  <a:pt x="81287" y="69263"/>
                  <a:pt x="80892" y="69543"/>
                </a:cubicBezTo>
                <a:cubicBezTo>
                  <a:pt x="80497" y="69836"/>
                  <a:pt x="80162" y="70198"/>
                  <a:pt x="79910" y="70620"/>
                </a:cubicBezTo>
                <a:cubicBezTo>
                  <a:pt x="79658" y="71041"/>
                  <a:pt x="79491" y="71498"/>
                  <a:pt x="79422" y="71990"/>
                </a:cubicBezTo>
                <a:cubicBezTo>
                  <a:pt x="79352" y="72470"/>
                  <a:pt x="79380" y="72961"/>
                  <a:pt x="79504" y="73430"/>
                </a:cubicBezTo>
                <a:cubicBezTo>
                  <a:pt x="79628" y="73909"/>
                  <a:pt x="79846" y="74355"/>
                  <a:pt x="80145" y="74741"/>
                </a:cubicBezTo>
                <a:cubicBezTo>
                  <a:pt x="82137" y="77480"/>
                  <a:pt x="85398" y="79259"/>
                  <a:pt x="89024" y="79259"/>
                </a:cubicBezTo>
                <a:cubicBezTo>
                  <a:pt x="95042" y="79259"/>
                  <a:pt x="100000" y="74307"/>
                  <a:pt x="100000" y="68291"/>
                </a:cubicBezTo>
                <a:cubicBezTo>
                  <a:pt x="100000" y="63562"/>
                  <a:pt x="96908" y="59594"/>
                  <a:pt x="92683" y="58060"/>
                </a:cubicBezTo>
                <a:lnTo>
                  <a:pt x="92683" y="56093"/>
                </a:lnTo>
                <a:cubicBezTo>
                  <a:pt x="92690" y="55602"/>
                  <a:pt x="92599" y="55122"/>
                  <a:pt x="92414" y="54665"/>
                </a:cubicBezTo>
                <a:cubicBezTo>
                  <a:pt x="92230" y="54209"/>
                  <a:pt x="91957" y="53799"/>
                  <a:pt x="91610" y="53460"/>
                </a:cubicBezTo>
                <a:cubicBezTo>
                  <a:pt x="91263" y="53108"/>
                  <a:pt x="90851" y="52839"/>
                  <a:pt x="90397" y="52652"/>
                </a:cubicBezTo>
                <a:cubicBezTo>
                  <a:pt x="89942" y="52465"/>
                  <a:pt x="89457" y="52383"/>
                  <a:pt x="88967" y="52383"/>
                </a:cubicBezTo>
                <a:close/>
                <a:moveTo>
                  <a:pt x="15854" y="64627"/>
                </a:moveTo>
                <a:cubicBezTo>
                  <a:pt x="7112" y="64627"/>
                  <a:pt x="0" y="71744"/>
                  <a:pt x="0" y="80488"/>
                </a:cubicBezTo>
                <a:cubicBezTo>
                  <a:pt x="0" y="89221"/>
                  <a:pt x="7112" y="96337"/>
                  <a:pt x="15854" y="96337"/>
                </a:cubicBezTo>
                <a:lnTo>
                  <a:pt x="57316" y="96337"/>
                </a:lnTo>
                <a:cubicBezTo>
                  <a:pt x="66058" y="96337"/>
                  <a:pt x="73171" y="89221"/>
                  <a:pt x="73171" y="80488"/>
                </a:cubicBezTo>
                <a:cubicBezTo>
                  <a:pt x="73171" y="71744"/>
                  <a:pt x="66058" y="64627"/>
                  <a:pt x="57316" y="64627"/>
                </a:cubicBezTo>
                <a:lnTo>
                  <a:pt x="15854" y="64627"/>
                </a:lnTo>
                <a:close/>
                <a:moveTo>
                  <a:pt x="18292" y="76824"/>
                </a:moveTo>
                <a:cubicBezTo>
                  <a:pt x="20312" y="76824"/>
                  <a:pt x="21951" y="78463"/>
                  <a:pt x="21951" y="80488"/>
                </a:cubicBezTo>
                <a:cubicBezTo>
                  <a:pt x="21951" y="82501"/>
                  <a:pt x="20312" y="84141"/>
                  <a:pt x="18292" y="84141"/>
                </a:cubicBezTo>
                <a:cubicBezTo>
                  <a:pt x="16273" y="84141"/>
                  <a:pt x="14634" y="82501"/>
                  <a:pt x="14634" y="80488"/>
                </a:cubicBezTo>
                <a:cubicBezTo>
                  <a:pt x="14634" y="78463"/>
                  <a:pt x="16273" y="76824"/>
                  <a:pt x="18292" y="76824"/>
                </a:cubicBezTo>
                <a:close/>
                <a:moveTo>
                  <a:pt x="30488" y="76824"/>
                </a:moveTo>
                <a:cubicBezTo>
                  <a:pt x="32508" y="76824"/>
                  <a:pt x="34147" y="78463"/>
                  <a:pt x="34147" y="80488"/>
                </a:cubicBezTo>
                <a:cubicBezTo>
                  <a:pt x="34147" y="82501"/>
                  <a:pt x="32508" y="84141"/>
                  <a:pt x="30488" y="84141"/>
                </a:cubicBezTo>
                <a:cubicBezTo>
                  <a:pt x="28468" y="84141"/>
                  <a:pt x="26830" y="82501"/>
                  <a:pt x="26830" y="80488"/>
                </a:cubicBezTo>
                <a:cubicBezTo>
                  <a:pt x="26830" y="78463"/>
                  <a:pt x="28468" y="76824"/>
                  <a:pt x="30488" y="76824"/>
                </a:cubicBezTo>
                <a:close/>
                <a:moveTo>
                  <a:pt x="42683" y="76824"/>
                </a:moveTo>
                <a:cubicBezTo>
                  <a:pt x="44702" y="76824"/>
                  <a:pt x="46341" y="78463"/>
                  <a:pt x="46341" y="80488"/>
                </a:cubicBezTo>
                <a:cubicBezTo>
                  <a:pt x="46341" y="82501"/>
                  <a:pt x="44702" y="84141"/>
                  <a:pt x="42683" y="84141"/>
                </a:cubicBezTo>
                <a:cubicBezTo>
                  <a:pt x="40663" y="84141"/>
                  <a:pt x="39024" y="82501"/>
                  <a:pt x="39024" y="80488"/>
                </a:cubicBezTo>
                <a:cubicBezTo>
                  <a:pt x="39024" y="78463"/>
                  <a:pt x="40663" y="76824"/>
                  <a:pt x="42683" y="76824"/>
                </a:cubicBezTo>
                <a:close/>
                <a:moveTo>
                  <a:pt x="54878" y="76824"/>
                </a:moveTo>
                <a:cubicBezTo>
                  <a:pt x="56897" y="76824"/>
                  <a:pt x="58537" y="78463"/>
                  <a:pt x="58537" y="80488"/>
                </a:cubicBezTo>
                <a:cubicBezTo>
                  <a:pt x="58537" y="82501"/>
                  <a:pt x="56897" y="84141"/>
                  <a:pt x="54878" y="84141"/>
                </a:cubicBezTo>
                <a:cubicBezTo>
                  <a:pt x="52859" y="84141"/>
                  <a:pt x="51220" y="82501"/>
                  <a:pt x="51220" y="80488"/>
                </a:cubicBezTo>
                <a:cubicBezTo>
                  <a:pt x="51220" y="78463"/>
                  <a:pt x="52859" y="76824"/>
                  <a:pt x="54878" y="7682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5" name="Белый — SVG 1">
            <a:extLst>
              <a:ext uri="{FF2B5EF4-FFF2-40B4-BE49-F238E27FC236}">
                <a16:creationId xmlns:a16="http://schemas.microsoft.com/office/drawing/2014/main" id="{4782AE15-70DB-8C44-B1D9-CE5ADC0667CE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84984 w 170134"/>
              <a:gd name="csY0" fmla="*/ 1 h 92218"/>
              <a:gd name="csX1" fmla="*/ 81251 w 170134"/>
              <a:gd name="csY1" fmla="*/ 1617 h 92218"/>
              <a:gd name="csX2" fmla="*/ 79750 w 170134"/>
              <a:gd name="csY2" fmla="*/ 5394 h 92218"/>
              <a:gd name="csX3" fmla="*/ 79750 w 170134"/>
              <a:gd name="csY3" fmla="*/ 28920 h 92218"/>
              <a:gd name="csX4" fmla="*/ 54940 w 170134"/>
              <a:gd name="csY4" fmla="*/ 58554 h 92218"/>
              <a:gd name="csX5" fmla="*/ 85067 w 170134"/>
              <a:gd name="csY5" fmla="*/ 88680 h 92218"/>
              <a:gd name="csX6" fmla="*/ 115194 w 170134"/>
              <a:gd name="csY6" fmla="*/ 58554 h 92218"/>
              <a:gd name="csX7" fmla="*/ 90384 w 170134"/>
              <a:gd name="csY7" fmla="*/ 28920 h 92218"/>
              <a:gd name="csX8" fmla="*/ 90384 w 170134"/>
              <a:gd name="csY8" fmla="*/ 5394 h 92218"/>
              <a:gd name="csX9" fmla="*/ 89994 w 170134"/>
              <a:gd name="csY9" fmla="*/ 3319 h 92218"/>
              <a:gd name="csX10" fmla="*/ 88825 w 170134"/>
              <a:gd name="csY10" fmla="*/ 1549 h 92218"/>
              <a:gd name="csX11" fmla="*/ 87061 w 170134"/>
              <a:gd name="csY11" fmla="*/ 393 h 92218"/>
              <a:gd name="csX12" fmla="*/ 84984 w 170134"/>
              <a:gd name="csY12" fmla="*/ 1 h 92218"/>
              <a:gd name="csX13" fmla="*/ 10633 w 170134"/>
              <a:gd name="csY13" fmla="*/ 42614 h 92218"/>
              <a:gd name="csX14" fmla="*/ 0 w 170134"/>
              <a:gd name="csY14" fmla="*/ 53246 h 92218"/>
              <a:gd name="csX15" fmla="*/ 9284 w 170134"/>
              <a:gd name="csY15" fmla="*/ 64627 h 92218"/>
              <a:gd name="csX16" fmla="*/ 21018 w 170134"/>
              <a:gd name="csY16" fmla="*/ 66719 h 92218"/>
              <a:gd name="csX17" fmla="*/ 17723 w 170134"/>
              <a:gd name="csY17" fmla="*/ 76279 h 92218"/>
              <a:gd name="csX18" fmla="*/ 33673 w 170134"/>
              <a:gd name="csY18" fmla="*/ 92219 h 92218"/>
              <a:gd name="csX19" fmla="*/ 49623 w 170134"/>
              <a:gd name="csY19" fmla="*/ 76279 h 92218"/>
              <a:gd name="csX20" fmla="*/ 49623 w 170134"/>
              <a:gd name="csY20" fmla="*/ 58554 h 92218"/>
              <a:gd name="csX21" fmla="*/ 53458 w 170134"/>
              <a:gd name="csY21" fmla="*/ 42614 h 92218"/>
              <a:gd name="csX22" fmla="*/ 10633 w 170134"/>
              <a:gd name="csY22" fmla="*/ 42614 h 92218"/>
              <a:gd name="csX23" fmla="*/ 116676 w 170134"/>
              <a:gd name="csY23" fmla="*/ 42614 h 92218"/>
              <a:gd name="csX24" fmla="*/ 120511 w 170134"/>
              <a:gd name="csY24" fmla="*/ 58554 h 92218"/>
              <a:gd name="csX25" fmla="*/ 120511 w 170134"/>
              <a:gd name="csY25" fmla="*/ 76279 h 92218"/>
              <a:gd name="csX26" fmla="*/ 136461 w 170134"/>
              <a:gd name="csY26" fmla="*/ 92219 h 92218"/>
              <a:gd name="csX27" fmla="*/ 152411 w 170134"/>
              <a:gd name="csY27" fmla="*/ 76279 h 92218"/>
              <a:gd name="csX28" fmla="*/ 149116 w 170134"/>
              <a:gd name="csY28" fmla="*/ 66719 h 92218"/>
              <a:gd name="csX29" fmla="*/ 160850 w 170134"/>
              <a:gd name="csY29" fmla="*/ 64627 h 92218"/>
              <a:gd name="csX30" fmla="*/ 170134 w 170134"/>
              <a:gd name="csY30" fmla="*/ 53246 h 92218"/>
              <a:gd name="csX31" fmla="*/ 159501 w 170134"/>
              <a:gd name="csY31" fmla="*/ 42614 h 92218"/>
              <a:gd name="csX32" fmla="*/ 116676 w 170134"/>
              <a:gd name="csY32" fmla="*/ 42614 h 92218"/>
              <a:gd name="csX33" fmla="*/ 79750 w 170134"/>
              <a:gd name="csY33" fmla="*/ 46153 h 92218"/>
              <a:gd name="csX34" fmla="*/ 90384 w 170134"/>
              <a:gd name="csY34" fmla="*/ 46153 h 92218"/>
              <a:gd name="csX35" fmla="*/ 95700 w 170134"/>
              <a:gd name="csY35" fmla="*/ 51460 h 92218"/>
              <a:gd name="csX36" fmla="*/ 90384 w 170134"/>
              <a:gd name="csY36" fmla="*/ 56785 h 92218"/>
              <a:gd name="csX37" fmla="*/ 79750 w 170134"/>
              <a:gd name="csY37" fmla="*/ 56785 h 92218"/>
              <a:gd name="csX38" fmla="*/ 74434 w 170134"/>
              <a:gd name="csY38" fmla="*/ 51460 h 92218"/>
              <a:gd name="csX39" fmla="*/ 79750 w 170134"/>
              <a:gd name="csY39" fmla="*/ 46153 h 92218"/>
              <a:gd name="csX40" fmla="*/ 33673 w 170134"/>
              <a:gd name="csY40" fmla="*/ 70955 h 92218"/>
              <a:gd name="csX41" fmla="*/ 38990 w 170134"/>
              <a:gd name="csY41" fmla="*/ 76279 h 92218"/>
              <a:gd name="csX42" fmla="*/ 33673 w 170134"/>
              <a:gd name="csY42" fmla="*/ 81587 h 92218"/>
              <a:gd name="csX43" fmla="*/ 28356 w 170134"/>
              <a:gd name="csY43" fmla="*/ 76279 h 92218"/>
              <a:gd name="csX44" fmla="*/ 33673 w 170134"/>
              <a:gd name="csY44" fmla="*/ 70955 h 92218"/>
              <a:gd name="csX45" fmla="*/ 136461 w 170134"/>
              <a:gd name="csY45" fmla="*/ 70955 h 92218"/>
              <a:gd name="csX46" fmla="*/ 141778 w 170134"/>
              <a:gd name="csY46" fmla="*/ 76279 h 92218"/>
              <a:gd name="csX47" fmla="*/ 136461 w 170134"/>
              <a:gd name="csY47" fmla="*/ 81587 h 92218"/>
              <a:gd name="csX48" fmla="*/ 131144 w 170134"/>
              <a:gd name="csY48" fmla="*/ 76279 h 92218"/>
              <a:gd name="csX49" fmla="*/ 136461 w 170134"/>
              <a:gd name="csY49" fmla="*/ 70955 h 92218"/>
            </a:gdLst>
            <a:ahLst/>
            <a:cxnLst/>
            <a:rect l="l" t="t" r="r" b="b"/>
            <a:pathLst>
              <a:path w="100000" h="100000">
                <a:moveTo>
                  <a:pt x="49951" y="22899"/>
                </a:moveTo>
                <a:cubicBezTo>
                  <a:pt x="49123" y="22909"/>
                  <a:pt x="48334" y="23249"/>
                  <a:pt x="47757" y="23849"/>
                </a:cubicBezTo>
                <a:cubicBezTo>
                  <a:pt x="47180" y="24439"/>
                  <a:pt x="46863" y="25239"/>
                  <a:pt x="46875" y="26069"/>
                </a:cubicBezTo>
                <a:lnTo>
                  <a:pt x="46875" y="39897"/>
                </a:lnTo>
                <a:cubicBezTo>
                  <a:pt x="38598" y="41387"/>
                  <a:pt x="32292" y="48616"/>
                  <a:pt x="32292" y="57315"/>
                </a:cubicBezTo>
                <a:cubicBezTo>
                  <a:pt x="32292" y="67074"/>
                  <a:pt x="40235" y="75022"/>
                  <a:pt x="50000" y="75022"/>
                </a:cubicBezTo>
                <a:cubicBezTo>
                  <a:pt x="59765" y="75022"/>
                  <a:pt x="67708" y="67074"/>
                  <a:pt x="67708" y="57315"/>
                </a:cubicBezTo>
                <a:cubicBezTo>
                  <a:pt x="67708" y="48616"/>
                  <a:pt x="61402" y="41387"/>
                  <a:pt x="53125" y="39897"/>
                </a:cubicBezTo>
                <a:lnTo>
                  <a:pt x="53125" y="26069"/>
                </a:lnTo>
                <a:cubicBezTo>
                  <a:pt x="53131" y="25649"/>
                  <a:pt x="53053" y="25239"/>
                  <a:pt x="52896" y="24849"/>
                </a:cubicBezTo>
                <a:cubicBezTo>
                  <a:pt x="52738" y="24459"/>
                  <a:pt x="52504" y="24109"/>
                  <a:pt x="52209" y="23809"/>
                </a:cubicBezTo>
                <a:cubicBezTo>
                  <a:pt x="51913" y="23519"/>
                  <a:pt x="51560" y="23289"/>
                  <a:pt x="51172" y="23129"/>
                </a:cubicBezTo>
                <a:cubicBezTo>
                  <a:pt x="50785" y="22969"/>
                  <a:pt x="50369" y="22889"/>
                  <a:pt x="49951" y="22899"/>
                </a:cubicBezTo>
                <a:close/>
                <a:moveTo>
                  <a:pt x="6250" y="47946"/>
                </a:moveTo>
                <a:cubicBezTo>
                  <a:pt x="2804" y="47946"/>
                  <a:pt x="0" y="50745"/>
                  <a:pt x="0" y="54195"/>
                </a:cubicBezTo>
                <a:cubicBezTo>
                  <a:pt x="0" y="57245"/>
                  <a:pt x="2294" y="60054"/>
                  <a:pt x="5457" y="60884"/>
                </a:cubicBezTo>
                <a:cubicBezTo>
                  <a:pt x="5908" y="61004"/>
                  <a:pt x="8810" y="61504"/>
                  <a:pt x="12354" y="62114"/>
                </a:cubicBezTo>
                <a:cubicBezTo>
                  <a:pt x="11157" y="63684"/>
                  <a:pt x="10417" y="65624"/>
                  <a:pt x="10417" y="67733"/>
                </a:cubicBezTo>
                <a:cubicBezTo>
                  <a:pt x="10417" y="72873"/>
                  <a:pt x="14651" y="77102"/>
                  <a:pt x="19792" y="77102"/>
                </a:cubicBezTo>
                <a:cubicBezTo>
                  <a:pt x="24932" y="77102"/>
                  <a:pt x="29167" y="72873"/>
                  <a:pt x="29167" y="67733"/>
                </a:cubicBezTo>
                <a:lnTo>
                  <a:pt x="29167" y="57315"/>
                </a:lnTo>
                <a:cubicBezTo>
                  <a:pt x="29167" y="53945"/>
                  <a:pt x="29992" y="50765"/>
                  <a:pt x="31421" y="47946"/>
                </a:cubicBezTo>
                <a:lnTo>
                  <a:pt x="6250" y="47946"/>
                </a:lnTo>
                <a:close/>
                <a:moveTo>
                  <a:pt x="68579" y="47946"/>
                </a:moveTo>
                <a:cubicBezTo>
                  <a:pt x="70008" y="50765"/>
                  <a:pt x="70833" y="53945"/>
                  <a:pt x="70833" y="57315"/>
                </a:cubicBezTo>
                <a:lnTo>
                  <a:pt x="70833" y="67733"/>
                </a:lnTo>
                <a:cubicBezTo>
                  <a:pt x="70833" y="72873"/>
                  <a:pt x="75068" y="77102"/>
                  <a:pt x="80208" y="77102"/>
                </a:cubicBezTo>
                <a:cubicBezTo>
                  <a:pt x="85349" y="77102"/>
                  <a:pt x="89583" y="72873"/>
                  <a:pt x="89583" y="67733"/>
                </a:cubicBezTo>
                <a:cubicBezTo>
                  <a:pt x="89583" y="65624"/>
                  <a:pt x="88843" y="63684"/>
                  <a:pt x="87646" y="62114"/>
                </a:cubicBezTo>
                <a:cubicBezTo>
                  <a:pt x="91190" y="61504"/>
                  <a:pt x="94092" y="61004"/>
                  <a:pt x="94543" y="60884"/>
                </a:cubicBezTo>
                <a:cubicBezTo>
                  <a:pt x="97706" y="60054"/>
                  <a:pt x="100000" y="57245"/>
                  <a:pt x="100000" y="54195"/>
                </a:cubicBezTo>
                <a:cubicBezTo>
                  <a:pt x="100000" y="50745"/>
                  <a:pt x="97196" y="47946"/>
                  <a:pt x="93750" y="47946"/>
                </a:cubicBezTo>
                <a:lnTo>
                  <a:pt x="68579" y="47946"/>
                </a:lnTo>
                <a:close/>
                <a:moveTo>
                  <a:pt x="46875" y="50026"/>
                </a:moveTo>
                <a:lnTo>
                  <a:pt x="53125" y="50026"/>
                </a:lnTo>
                <a:cubicBezTo>
                  <a:pt x="54852" y="50026"/>
                  <a:pt x="56250" y="51425"/>
                  <a:pt x="56250" y="53145"/>
                </a:cubicBezTo>
                <a:cubicBezTo>
                  <a:pt x="56250" y="54875"/>
                  <a:pt x="54852" y="56275"/>
                  <a:pt x="53125" y="56275"/>
                </a:cubicBezTo>
                <a:lnTo>
                  <a:pt x="46875" y="56275"/>
                </a:lnTo>
                <a:cubicBezTo>
                  <a:pt x="45148" y="56275"/>
                  <a:pt x="43750" y="54875"/>
                  <a:pt x="43750" y="53145"/>
                </a:cubicBezTo>
                <a:cubicBezTo>
                  <a:pt x="43750" y="51425"/>
                  <a:pt x="45148" y="50026"/>
                  <a:pt x="46875" y="50026"/>
                </a:cubicBezTo>
                <a:close/>
                <a:moveTo>
                  <a:pt x="19792" y="64604"/>
                </a:moveTo>
                <a:cubicBezTo>
                  <a:pt x="21555" y="64604"/>
                  <a:pt x="22917" y="65963"/>
                  <a:pt x="22917" y="67733"/>
                </a:cubicBezTo>
                <a:cubicBezTo>
                  <a:pt x="22917" y="69493"/>
                  <a:pt x="21555" y="70853"/>
                  <a:pt x="19792" y="70853"/>
                </a:cubicBezTo>
                <a:cubicBezTo>
                  <a:pt x="18028" y="70853"/>
                  <a:pt x="16667" y="69493"/>
                  <a:pt x="16667" y="67733"/>
                </a:cubicBezTo>
                <a:cubicBezTo>
                  <a:pt x="16667" y="65963"/>
                  <a:pt x="18028" y="64604"/>
                  <a:pt x="19792" y="64604"/>
                </a:cubicBezTo>
                <a:close/>
                <a:moveTo>
                  <a:pt x="80208" y="64604"/>
                </a:moveTo>
                <a:cubicBezTo>
                  <a:pt x="81972" y="64604"/>
                  <a:pt x="83333" y="65963"/>
                  <a:pt x="83333" y="67733"/>
                </a:cubicBezTo>
                <a:cubicBezTo>
                  <a:pt x="83333" y="69493"/>
                  <a:pt x="81972" y="70853"/>
                  <a:pt x="80208" y="70853"/>
                </a:cubicBezTo>
                <a:cubicBezTo>
                  <a:pt x="78445" y="70853"/>
                  <a:pt x="77083" y="69493"/>
                  <a:pt x="77083" y="67733"/>
                </a:cubicBezTo>
                <a:cubicBezTo>
                  <a:pt x="77083" y="65963"/>
                  <a:pt x="78445" y="64604"/>
                  <a:pt x="80208" y="646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6" name="Белый — SVG 2">
            <a:extLst>
              <a:ext uri="{FF2B5EF4-FFF2-40B4-BE49-F238E27FC236}">
                <a16:creationId xmlns:a16="http://schemas.microsoft.com/office/drawing/2014/main" id="{788C2AB7-5D3E-DE41-9C91-7CE6548EA93D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65570 w 141772"/>
              <a:gd name="csY0" fmla="*/ 17726 h 163017"/>
              <a:gd name="csX1" fmla="*/ 60261 w 141772"/>
              <a:gd name="csY1" fmla="*/ 12401 h 163017"/>
              <a:gd name="csX2" fmla="*/ 60261 w 141772"/>
              <a:gd name="csY2" fmla="*/ 5307 h 163017"/>
              <a:gd name="csX3" fmla="*/ 65570 w 141772"/>
              <a:gd name="csY3" fmla="*/ 0 h 163017"/>
              <a:gd name="csX4" fmla="*/ 70895 w 141772"/>
              <a:gd name="csY4" fmla="*/ 5307 h 163017"/>
              <a:gd name="csX5" fmla="*/ 70895 w 141772"/>
              <a:gd name="csY5" fmla="*/ 12401 h 163017"/>
              <a:gd name="csX6" fmla="*/ 65570 w 141772"/>
              <a:gd name="csY6" fmla="*/ 17726 h 163017"/>
              <a:gd name="csX7" fmla="*/ 97470 w 141772"/>
              <a:gd name="csY7" fmla="*/ 35434 h 163017"/>
              <a:gd name="csX8" fmla="*/ 90375 w 141772"/>
              <a:gd name="csY8" fmla="*/ 35434 h 163017"/>
              <a:gd name="csX9" fmla="*/ 85067 w 141772"/>
              <a:gd name="csY9" fmla="*/ 30127 h 163017"/>
              <a:gd name="csX10" fmla="*/ 90375 w 141772"/>
              <a:gd name="csY10" fmla="*/ 24802 h 163017"/>
              <a:gd name="csX11" fmla="*/ 97470 w 141772"/>
              <a:gd name="csY11" fmla="*/ 24802 h 163017"/>
              <a:gd name="csX12" fmla="*/ 102795 w 141772"/>
              <a:gd name="csY12" fmla="*/ 30127 h 163017"/>
              <a:gd name="csX13" fmla="*/ 97470 w 141772"/>
              <a:gd name="csY13" fmla="*/ 35434 h 163017"/>
              <a:gd name="csX14" fmla="*/ 83298 w 141772"/>
              <a:gd name="csY14" fmla="*/ 21264 h 163017"/>
              <a:gd name="csX15" fmla="*/ 79538 w 141772"/>
              <a:gd name="csY15" fmla="*/ 19716 h 163017"/>
              <a:gd name="csX16" fmla="*/ 79538 w 141772"/>
              <a:gd name="csY16" fmla="*/ 12197 h 163017"/>
              <a:gd name="csX17" fmla="*/ 83077 w 141772"/>
              <a:gd name="csY17" fmla="*/ 8642 h 163017"/>
              <a:gd name="csX18" fmla="*/ 90596 w 141772"/>
              <a:gd name="csY18" fmla="*/ 8642 h 163017"/>
              <a:gd name="csX19" fmla="*/ 90596 w 141772"/>
              <a:gd name="csY19" fmla="*/ 16161 h 163017"/>
              <a:gd name="csX20" fmla="*/ 87057 w 141772"/>
              <a:gd name="csY20" fmla="*/ 19716 h 163017"/>
              <a:gd name="csX21" fmla="*/ 83298 w 141772"/>
              <a:gd name="csY21" fmla="*/ 21264 h 163017"/>
              <a:gd name="csX22" fmla="*/ 47842 w 141772"/>
              <a:gd name="csY22" fmla="*/ 21264 h 163017"/>
              <a:gd name="csX23" fmla="*/ 44082 w 141772"/>
              <a:gd name="csY23" fmla="*/ 19716 h 163017"/>
              <a:gd name="csX24" fmla="*/ 40543 w 141772"/>
              <a:gd name="csY24" fmla="*/ 16161 h 163017"/>
              <a:gd name="csX25" fmla="*/ 40543 w 141772"/>
              <a:gd name="csY25" fmla="*/ 8642 h 163017"/>
              <a:gd name="csX26" fmla="*/ 48063 w 141772"/>
              <a:gd name="csY26" fmla="*/ 8642 h 163017"/>
              <a:gd name="csX27" fmla="*/ 51602 w 141772"/>
              <a:gd name="csY27" fmla="*/ 12197 h 163017"/>
              <a:gd name="csX28" fmla="*/ 51602 w 141772"/>
              <a:gd name="csY28" fmla="*/ 19716 h 163017"/>
              <a:gd name="csX29" fmla="*/ 47842 w 141772"/>
              <a:gd name="csY29" fmla="*/ 21264 h 163017"/>
              <a:gd name="csX30" fmla="*/ 40764 w 141772"/>
              <a:gd name="csY30" fmla="*/ 35434 h 163017"/>
              <a:gd name="csX31" fmla="*/ 33670 w 141772"/>
              <a:gd name="csY31" fmla="*/ 35434 h 163017"/>
              <a:gd name="csX32" fmla="*/ 28361 w 141772"/>
              <a:gd name="csY32" fmla="*/ 30127 h 163017"/>
              <a:gd name="csX33" fmla="*/ 33670 w 141772"/>
              <a:gd name="csY33" fmla="*/ 24802 h 163017"/>
              <a:gd name="csX34" fmla="*/ 40764 w 141772"/>
              <a:gd name="csY34" fmla="*/ 24802 h 163017"/>
              <a:gd name="csX35" fmla="*/ 46072 w 141772"/>
              <a:gd name="csY35" fmla="*/ 30127 h 163017"/>
              <a:gd name="csX36" fmla="*/ 40764 w 141772"/>
              <a:gd name="csY36" fmla="*/ 35434 h 163017"/>
              <a:gd name="csX37" fmla="*/ 81528 w 141772"/>
              <a:gd name="csY37" fmla="*/ 40759 h 163017"/>
              <a:gd name="csX38" fmla="*/ 65570 w 141772"/>
              <a:gd name="csY38" fmla="*/ 24802 h 163017"/>
              <a:gd name="csX39" fmla="*/ 49628 w 141772"/>
              <a:gd name="csY39" fmla="*/ 40759 h 163017"/>
              <a:gd name="csX40" fmla="*/ 49628 w 141772"/>
              <a:gd name="csY40" fmla="*/ 46066 h 163017"/>
              <a:gd name="csX41" fmla="*/ 81528 w 141772"/>
              <a:gd name="csY41" fmla="*/ 46066 h 163017"/>
              <a:gd name="csX42" fmla="*/ 81528 w 141772"/>
              <a:gd name="csY42" fmla="*/ 40759 h 163017"/>
              <a:gd name="csX43" fmla="*/ 137264 w 141772"/>
              <a:gd name="csY43" fmla="*/ 90499 h 163017"/>
              <a:gd name="csX44" fmla="*/ 136924 w 141772"/>
              <a:gd name="csY44" fmla="*/ 90040 h 163017"/>
              <a:gd name="csX45" fmla="*/ 113020 w 141772"/>
              <a:gd name="csY45" fmla="*/ 61529 h 163017"/>
              <a:gd name="csX46" fmla="*/ 97010 w 141772"/>
              <a:gd name="csY46" fmla="*/ 53160 h 163017"/>
              <a:gd name="csX47" fmla="*/ 19497 w 141772"/>
              <a:gd name="csY47" fmla="*/ 53160 h 163017"/>
              <a:gd name="csX48" fmla="*/ 0 w 141772"/>
              <a:gd name="csY48" fmla="*/ 72654 h 163017"/>
              <a:gd name="csX49" fmla="*/ 0 w 141772"/>
              <a:gd name="csY49" fmla="*/ 125814 h 163017"/>
              <a:gd name="csX50" fmla="*/ 18034 w 141772"/>
              <a:gd name="csY50" fmla="*/ 145224 h 163017"/>
              <a:gd name="csX51" fmla="*/ 38995 w 141772"/>
              <a:gd name="csY51" fmla="*/ 163017 h 163017"/>
              <a:gd name="csX52" fmla="*/ 59938 w 141772"/>
              <a:gd name="csY52" fmla="*/ 145309 h 163017"/>
              <a:gd name="csX53" fmla="*/ 81852 w 141772"/>
              <a:gd name="csY53" fmla="*/ 145309 h 163017"/>
              <a:gd name="csX54" fmla="*/ 102795 w 141772"/>
              <a:gd name="csY54" fmla="*/ 163017 h 163017"/>
              <a:gd name="csX55" fmla="*/ 123756 w 141772"/>
              <a:gd name="csY55" fmla="*/ 145224 h 163017"/>
              <a:gd name="csX56" fmla="*/ 141773 w 141772"/>
              <a:gd name="csY56" fmla="*/ 125814 h 163017"/>
              <a:gd name="csX57" fmla="*/ 141773 w 141772"/>
              <a:gd name="csY57" fmla="*/ 105316 h 163017"/>
              <a:gd name="csX58" fmla="*/ 137264 w 141772"/>
              <a:gd name="csY58" fmla="*/ 90499 h 163017"/>
              <a:gd name="csX59" fmla="*/ 38995 w 141772"/>
              <a:gd name="csY59" fmla="*/ 152385 h 163017"/>
              <a:gd name="csX60" fmla="*/ 28361 w 141772"/>
              <a:gd name="csY60" fmla="*/ 141753 h 163017"/>
              <a:gd name="csX61" fmla="*/ 38995 w 141772"/>
              <a:gd name="csY61" fmla="*/ 131122 h 163017"/>
              <a:gd name="csX62" fmla="*/ 49628 w 141772"/>
              <a:gd name="csY62" fmla="*/ 141753 h 163017"/>
              <a:gd name="csX63" fmla="*/ 38995 w 141772"/>
              <a:gd name="csY63" fmla="*/ 152385 h 163017"/>
              <a:gd name="csX64" fmla="*/ 54936 w 141772"/>
              <a:gd name="csY64" fmla="*/ 92149 h 163017"/>
              <a:gd name="csX65" fmla="*/ 46072 w 141772"/>
              <a:gd name="csY65" fmla="*/ 92149 h 163017"/>
              <a:gd name="csX66" fmla="*/ 46072 w 141772"/>
              <a:gd name="csY66" fmla="*/ 100995 h 163017"/>
              <a:gd name="csX67" fmla="*/ 40764 w 141772"/>
              <a:gd name="csY67" fmla="*/ 106319 h 163017"/>
              <a:gd name="csX68" fmla="*/ 35439 w 141772"/>
              <a:gd name="csY68" fmla="*/ 100995 h 163017"/>
              <a:gd name="csX69" fmla="*/ 35439 w 141772"/>
              <a:gd name="csY69" fmla="*/ 92149 h 163017"/>
              <a:gd name="csX70" fmla="*/ 26575 w 141772"/>
              <a:gd name="csY70" fmla="*/ 92149 h 163017"/>
              <a:gd name="csX71" fmla="*/ 21267 w 141772"/>
              <a:gd name="csY71" fmla="*/ 86825 h 163017"/>
              <a:gd name="csX72" fmla="*/ 26575 w 141772"/>
              <a:gd name="csY72" fmla="*/ 81517 h 163017"/>
              <a:gd name="csX73" fmla="*/ 35439 w 141772"/>
              <a:gd name="csY73" fmla="*/ 81517 h 163017"/>
              <a:gd name="csX74" fmla="*/ 35439 w 141772"/>
              <a:gd name="csY74" fmla="*/ 72654 h 163017"/>
              <a:gd name="csX75" fmla="*/ 40764 w 141772"/>
              <a:gd name="csY75" fmla="*/ 67330 h 163017"/>
              <a:gd name="csX76" fmla="*/ 46072 w 141772"/>
              <a:gd name="csY76" fmla="*/ 72654 h 163017"/>
              <a:gd name="csX77" fmla="*/ 46072 w 141772"/>
              <a:gd name="csY77" fmla="*/ 81517 h 163017"/>
              <a:gd name="csX78" fmla="*/ 54936 w 141772"/>
              <a:gd name="csY78" fmla="*/ 81517 h 163017"/>
              <a:gd name="csX79" fmla="*/ 60261 w 141772"/>
              <a:gd name="csY79" fmla="*/ 86825 h 163017"/>
              <a:gd name="csX80" fmla="*/ 54936 w 141772"/>
              <a:gd name="csY80" fmla="*/ 92149 h 163017"/>
              <a:gd name="csX81" fmla="*/ 102795 w 141772"/>
              <a:gd name="csY81" fmla="*/ 152385 h 163017"/>
              <a:gd name="csX82" fmla="*/ 92162 w 141772"/>
              <a:gd name="csY82" fmla="*/ 141753 h 163017"/>
              <a:gd name="csX83" fmla="*/ 102795 w 141772"/>
              <a:gd name="csY83" fmla="*/ 131122 h 163017"/>
              <a:gd name="csX84" fmla="*/ 113428 w 141772"/>
              <a:gd name="csY84" fmla="*/ 141753 h 163017"/>
              <a:gd name="csX85" fmla="*/ 102795 w 141772"/>
              <a:gd name="csY85" fmla="*/ 152385 h 163017"/>
              <a:gd name="csX86" fmla="*/ 90375 w 141772"/>
              <a:gd name="csY86" fmla="*/ 99226 h 163017"/>
              <a:gd name="csX87" fmla="*/ 81528 w 141772"/>
              <a:gd name="csY87" fmla="*/ 90363 h 163017"/>
              <a:gd name="csX88" fmla="*/ 81528 w 141772"/>
              <a:gd name="csY88" fmla="*/ 63792 h 163017"/>
              <a:gd name="csX89" fmla="*/ 97010 w 141772"/>
              <a:gd name="csY89" fmla="*/ 63792 h 163017"/>
              <a:gd name="csX90" fmla="*/ 104360 w 141772"/>
              <a:gd name="csY90" fmla="*/ 67704 h 163017"/>
              <a:gd name="csX91" fmla="*/ 104701 w 141772"/>
              <a:gd name="csY91" fmla="*/ 68163 h 163017"/>
              <a:gd name="csX92" fmla="*/ 128570 w 141772"/>
              <a:gd name="csY92" fmla="*/ 96640 h 163017"/>
              <a:gd name="csX93" fmla="*/ 129898 w 141772"/>
              <a:gd name="csY93" fmla="*/ 99226 h 163017"/>
              <a:gd name="csX94" fmla="*/ 90375 w 141772"/>
              <a:gd name="csY94" fmla="*/ 99226 h 163017"/>
            </a:gdLst>
            <a:ahLst/>
            <a:cxnLst/>
            <a:rect l="l" t="t" r="r" b="b"/>
            <a:pathLst>
              <a:path w="100000" h="100000">
                <a:moveTo>
                  <a:pt x="46739" y="10874"/>
                </a:moveTo>
                <a:cubicBezTo>
                  <a:pt x="44943" y="10874"/>
                  <a:pt x="43482" y="9413"/>
                  <a:pt x="43482" y="7607"/>
                </a:cubicBezTo>
                <a:lnTo>
                  <a:pt x="43482" y="3255"/>
                </a:lnTo>
                <a:cubicBezTo>
                  <a:pt x="43482" y="1461"/>
                  <a:pt x="44943" y="0"/>
                  <a:pt x="46739" y="0"/>
                </a:cubicBezTo>
                <a:cubicBezTo>
                  <a:pt x="48544" y="0"/>
                  <a:pt x="50006" y="1461"/>
                  <a:pt x="50006" y="3255"/>
                </a:cubicBezTo>
                <a:lnTo>
                  <a:pt x="50006" y="7607"/>
                </a:lnTo>
                <a:cubicBezTo>
                  <a:pt x="50006" y="9413"/>
                  <a:pt x="48544" y="10874"/>
                  <a:pt x="46739" y="10874"/>
                </a:cubicBezTo>
                <a:close/>
                <a:moveTo>
                  <a:pt x="66308" y="21736"/>
                </a:moveTo>
                <a:lnTo>
                  <a:pt x="61955" y="21736"/>
                </a:lnTo>
                <a:cubicBezTo>
                  <a:pt x="60160" y="21736"/>
                  <a:pt x="58699" y="20276"/>
                  <a:pt x="58699" y="18481"/>
                </a:cubicBezTo>
                <a:cubicBezTo>
                  <a:pt x="58699" y="16676"/>
                  <a:pt x="60160" y="15214"/>
                  <a:pt x="61955" y="15214"/>
                </a:cubicBezTo>
                <a:lnTo>
                  <a:pt x="66308" y="15214"/>
                </a:lnTo>
                <a:cubicBezTo>
                  <a:pt x="68113" y="15214"/>
                  <a:pt x="69574" y="16676"/>
                  <a:pt x="69574" y="18481"/>
                </a:cubicBezTo>
                <a:cubicBezTo>
                  <a:pt x="69574" y="20276"/>
                  <a:pt x="68113" y="21736"/>
                  <a:pt x="66308" y="21736"/>
                </a:cubicBezTo>
                <a:close/>
                <a:moveTo>
                  <a:pt x="57614" y="13044"/>
                </a:moveTo>
                <a:cubicBezTo>
                  <a:pt x="56778" y="13044"/>
                  <a:pt x="55944" y="12731"/>
                  <a:pt x="55307" y="12094"/>
                </a:cubicBezTo>
                <a:cubicBezTo>
                  <a:pt x="54034" y="10811"/>
                  <a:pt x="54034" y="8755"/>
                  <a:pt x="55307" y="7482"/>
                </a:cubicBezTo>
                <a:lnTo>
                  <a:pt x="57478" y="5301"/>
                </a:lnTo>
                <a:cubicBezTo>
                  <a:pt x="58751" y="4028"/>
                  <a:pt x="60818" y="4028"/>
                  <a:pt x="62091" y="5301"/>
                </a:cubicBezTo>
                <a:cubicBezTo>
                  <a:pt x="63364" y="6574"/>
                  <a:pt x="63364" y="8640"/>
                  <a:pt x="62091" y="9914"/>
                </a:cubicBezTo>
                <a:lnTo>
                  <a:pt x="59920" y="12094"/>
                </a:lnTo>
                <a:cubicBezTo>
                  <a:pt x="59284" y="12731"/>
                  <a:pt x="58449" y="13044"/>
                  <a:pt x="57614" y="13044"/>
                </a:cubicBezTo>
                <a:close/>
                <a:moveTo>
                  <a:pt x="35864" y="13044"/>
                </a:moveTo>
                <a:cubicBezTo>
                  <a:pt x="35029" y="13044"/>
                  <a:pt x="34194" y="12731"/>
                  <a:pt x="33558" y="12094"/>
                </a:cubicBezTo>
                <a:lnTo>
                  <a:pt x="31387" y="9914"/>
                </a:lnTo>
                <a:cubicBezTo>
                  <a:pt x="30114" y="8640"/>
                  <a:pt x="30114" y="6574"/>
                  <a:pt x="31387" y="5301"/>
                </a:cubicBezTo>
                <a:cubicBezTo>
                  <a:pt x="32660" y="4028"/>
                  <a:pt x="34726" y="4028"/>
                  <a:pt x="36000" y="5301"/>
                </a:cubicBezTo>
                <a:lnTo>
                  <a:pt x="38171" y="7482"/>
                </a:lnTo>
                <a:cubicBezTo>
                  <a:pt x="39443" y="8755"/>
                  <a:pt x="39443" y="10811"/>
                  <a:pt x="38171" y="12094"/>
                </a:cubicBezTo>
                <a:cubicBezTo>
                  <a:pt x="37534" y="12731"/>
                  <a:pt x="36699" y="13044"/>
                  <a:pt x="35864" y="13044"/>
                </a:cubicBezTo>
                <a:close/>
                <a:moveTo>
                  <a:pt x="31522" y="21736"/>
                </a:moveTo>
                <a:lnTo>
                  <a:pt x="27170" y="21736"/>
                </a:lnTo>
                <a:cubicBezTo>
                  <a:pt x="25375" y="21736"/>
                  <a:pt x="23914" y="20276"/>
                  <a:pt x="23914" y="18481"/>
                </a:cubicBezTo>
                <a:cubicBezTo>
                  <a:pt x="23914" y="16676"/>
                  <a:pt x="25375" y="15214"/>
                  <a:pt x="27170" y="15214"/>
                </a:cubicBezTo>
                <a:lnTo>
                  <a:pt x="31522" y="15214"/>
                </a:lnTo>
                <a:cubicBezTo>
                  <a:pt x="33317" y="15214"/>
                  <a:pt x="34778" y="16676"/>
                  <a:pt x="34778" y="18481"/>
                </a:cubicBezTo>
                <a:cubicBezTo>
                  <a:pt x="34778" y="20276"/>
                  <a:pt x="33317" y="21736"/>
                  <a:pt x="31522" y="21736"/>
                </a:cubicBezTo>
                <a:close/>
                <a:moveTo>
                  <a:pt x="56528" y="25003"/>
                </a:moveTo>
                <a:cubicBezTo>
                  <a:pt x="56528" y="19608"/>
                  <a:pt x="52135" y="15214"/>
                  <a:pt x="46739" y="15214"/>
                </a:cubicBezTo>
                <a:cubicBezTo>
                  <a:pt x="41343" y="15214"/>
                  <a:pt x="36960" y="19608"/>
                  <a:pt x="36960" y="25003"/>
                </a:cubicBezTo>
                <a:lnTo>
                  <a:pt x="36960" y="28258"/>
                </a:lnTo>
                <a:lnTo>
                  <a:pt x="56528" y="28258"/>
                </a:lnTo>
                <a:lnTo>
                  <a:pt x="56528" y="25003"/>
                </a:lnTo>
                <a:close/>
                <a:moveTo>
                  <a:pt x="90718" y="55515"/>
                </a:moveTo>
                <a:cubicBezTo>
                  <a:pt x="90656" y="55421"/>
                  <a:pt x="90583" y="55327"/>
                  <a:pt x="90510" y="55234"/>
                </a:cubicBezTo>
                <a:lnTo>
                  <a:pt x="75846" y="37744"/>
                </a:lnTo>
                <a:cubicBezTo>
                  <a:pt x="73602" y="34530"/>
                  <a:pt x="69950" y="32610"/>
                  <a:pt x="66025" y="32610"/>
                </a:cubicBezTo>
                <a:lnTo>
                  <a:pt x="18476" y="32610"/>
                </a:lnTo>
                <a:cubicBezTo>
                  <a:pt x="11881" y="32610"/>
                  <a:pt x="6516" y="37973"/>
                  <a:pt x="6516" y="44568"/>
                </a:cubicBezTo>
                <a:lnTo>
                  <a:pt x="6516" y="77178"/>
                </a:lnTo>
                <a:cubicBezTo>
                  <a:pt x="6516" y="83471"/>
                  <a:pt x="11400" y="88626"/>
                  <a:pt x="17579" y="89085"/>
                </a:cubicBezTo>
                <a:cubicBezTo>
                  <a:pt x="18602" y="95273"/>
                  <a:pt x="23966" y="100000"/>
                  <a:pt x="30437" y="100000"/>
                </a:cubicBezTo>
                <a:cubicBezTo>
                  <a:pt x="36887" y="100000"/>
                  <a:pt x="42241" y="95294"/>
                  <a:pt x="43284" y="89137"/>
                </a:cubicBezTo>
                <a:lnTo>
                  <a:pt x="56727" y="89137"/>
                </a:lnTo>
                <a:cubicBezTo>
                  <a:pt x="57760" y="95294"/>
                  <a:pt x="63124" y="100000"/>
                  <a:pt x="69574" y="100000"/>
                </a:cubicBezTo>
                <a:cubicBezTo>
                  <a:pt x="76035" y="100000"/>
                  <a:pt x="81409" y="95273"/>
                  <a:pt x="82432" y="89085"/>
                </a:cubicBezTo>
                <a:cubicBezTo>
                  <a:pt x="88600" y="88626"/>
                  <a:pt x="93484" y="83471"/>
                  <a:pt x="93484" y="77178"/>
                </a:cubicBezTo>
                <a:lnTo>
                  <a:pt x="93484" y="64604"/>
                </a:lnTo>
                <a:cubicBezTo>
                  <a:pt x="93484" y="61359"/>
                  <a:pt x="92524" y="58207"/>
                  <a:pt x="90718" y="55515"/>
                </a:cubicBezTo>
                <a:close/>
                <a:moveTo>
                  <a:pt x="30437" y="93478"/>
                </a:moveTo>
                <a:cubicBezTo>
                  <a:pt x="26836" y="93478"/>
                  <a:pt x="23914" y="90556"/>
                  <a:pt x="23914" y="86956"/>
                </a:cubicBezTo>
                <a:cubicBezTo>
                  <a:pt x="23914" y="83367"/>
                  <a:pt x="26836" y="80435"/>
                  <a:pt x="30437" y="80435"/>
                </a:cubicBezTo>
                <a:cubicBezTo>
                  <a:pt x="34027" y="80435"/>
                  <a:pt x="36960" y="83367"/>
                  <a:pt x="36960" y="86956"/>
                </a:cubicBezTo>
                <a:cubicBezTo>
                  <a:pt x="36960" y="90556"/>
                  <a:pt x="34027" y="93478"/>
                  <a:pt x="30437" y="93478"/>
                </a:cubicBezTo>
                <a:close/>
                <a:moveTo>
                  <a:pt x="40216" y="56527"/>
                </a:moveTo>
                <a:lnTo>
                  <a:pt x="34778" y="56527"/>
                </a:lnTo>
                <a:lnTo>
                  <a:pt x="34778" y="61954"/>
                </a:lnTo>
                <a:cubicBezTo>
                  <a:pt x="34778" y="63759"/>
                  <a:pt x="33317" y="65220"/>
                  <a:pt x="31522" y="65220"/>
                </a:cubicBezTo>
                <a:cubicBezTo>
                  <a:pt x="29717" y="65220"/>
                  <a:pt x="28256" y="63759"/>
                  <a:pt x="28256" y="61954"/>
                </a:cubicBezTo>
                <a:lnTo>
                  <a:pt x="28256" y="56527"/>
                </a:lnTo>
                <a:lnTo>
                  <a:pt x="22818" y="56527"/>
                </a:lnTo>
                <a:cubicBezTo>
                  <a:pt x="21023" y="56527"/>
                  <a:pt x="19562" y="55067"/>
                  <a:pt x="19562" y="53261"/>
                </a:cubicBezTo>
                <a:cubicBezTo>
                  <a:pt x="19562" y="51466"/>
                  <a:pt x="21023" y="50005"/>
                  <a:pt x="22818" y="50005"/>
                </a:cubicBezTo>
                <a:lnTo>
                  <a:pt x="28256" y="50005"/>
                </a:lnTo>
                <a:lnTo>
                  <a:pt x="28256" y="44568"/>
                </a:lnTo>
                <a:cubicBezTo>
                  <a:pt x="28256" y="42763"/>
                  <a:pt x="29717" y="41302"/>
                  <a:pt x="31522" y="41302"/>
                </a:cubicBezTo>
                <a:cubicBezTo>
                  <a:pt x="33317" y="41302"/>
                  <a:pt x="34778" y="42763"/>
                  <a:pt x="34778" y="44568"/>
                </a:cubicBezTo>
                <a:lnTo>
                  <a:pt x="34778" y="50005"/>
                </a:lnTo>
                <a:lnTo>
                  <a:pt x="40216" y="50005"/>
                </a:lnTo>
                <a:cubicBezTo>
                  <a:pt x="42022" y="50005"/>
                  <a:pt x="43482" y="51466"/>
                  <a:pt x="43482" y="53261"/>
                </a:cubicBezTo>
                <a:cubicBezTo>
                  <a:pt x="43482" y="55067"/>
                  <a:pt x="42022" y="56527"/>
                  <a:pt x="40216" y="56527"/>
                </a:cubicBezTo>
                <a:close/>
                <a:moveTo>
                  <a:pt x="69574" y="93478"/>
                </a:moveTo>
                <a:cubicBezTo>
                  <a:pt x="65973" y="93478"/>
                  <a:pt x="63051" y="90556"/>
                  <a:pt x="63051" y="86956"/>
                </a:cubicBezTo>
                <a:cubicBezTo>
                  <a:pt x="63051" y="83367"/>
                  <a:pt x="65973" y="80435"/>
                  <a:pt x="69574" y="80435"/>
                </a:cubicBezTo>
                <a:cubicBezTo>
                  <a:pt x="73164" y="80435"/>
                  <a:pt x="76097" y="83367"/>
                  <a:pt x="76097" y="86956"/>
                </a:cubicBezTo>
                <a:cubicBezTo>
                  <a:pt x="76097" y="90556"/>
                  <a:pt x="73164" y="93478"/>
                  <a:pt x="69574" y="93478"/>
                </a:cubicBezTo>
                <a:close/>
                <a:moveTo>
                  <a:pt x="61955" y="60868"/>
                </a:moveTo>
                <a:cubicBezTo>
                  <a:pt x="58960" y="60868"/>
                  <a:pt x="56528" y="58437"/>
                  <a:pt x="56528" y="55432"/>
                </a:cubicBezTo>
                <a:lnTo>
                  <a:pt x="56528" y="39132"/>
                </a:lnTo>
                <a:lnTo>
                  <a:pt x="66025" y="39132"/>
                </a:lnTo>
                <a:cubicBezTo>
                  <a:pt x="67842" y="39132"/>
                  <a:pt x="69522" y="40030"/>
                  <a:pt x="70534" y="41532"/>
                </a:cubicBezTo>
                <a:cubicBezTo>
                  <a:pt x="70597" y="41626"/>
                  <a:pt x="70670" y="41720"/>
                  <a:pt x="70743" y="41813"/>
                </a:cubicBezTo>
                <a:lnTo>
                  <a:pt x="85385" y="59282"/>
                </a:lnTo>
                <a:cubicBezTo>
                  <a:pt x="85720" y="59794"/>
                  <a:pt x="85980" y="60326"/>
                  <a:pt x="86200" y="60868"/>
                </a:cubicBezTo>
                <a:lnTo>
                  <a:pt x="61955" y="6086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7" name="Белый — SVG 3">
            <a:extLst>
              <a:ext uri="{FF2B5EF4-FFF2-40B4-BE49-F238E27FC236}">
                <a16:creationId xmlns:a16="http://schemas.microsoft.com/office/drawing/2014/main" id="{8532F9FE-2104-D14F-AE60-162928F9B9E9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106334 w 163039"/>
              <a:gd name="csY0" fmla="*/ 1 h 113414"/>
              <a:gd name="csX1" fmla="*/ 103084 w 163039"/>
              <a:gd name="csY1" fmla="*/ 784 h 113414"/>
              <a:gd name="csX2" fmla="*/ 100549 w 163039"/>
              <a:gd name="csY2" fmla="*/ 2978 h 113414"/>
              <a:gd name="csX3" fmla="*/ 99307 w 163039"/>
              <a:gd name="csY3" fmla="*/ 6091 h 113414"/>
              <a:gd name="csX4" fmla="*/ 99648 w 163039"/>
              <a:gd name="csY4" fmla="*/ 9425 h 113414"/>
              <a:gd name="csX5" fmla="*/ 106249 w 163039"/>
              <a:gd name="csY5" fmla="*/ 28359 h 113414"/>
              <a:gd name="csX6" fmla="*/ 65110 w 163039"/>
              <a:gd name="csY6" fmla="*/ 28359 h 113414"/>
              <a:gd name="csX7" fmla="*/ 61759 w 163039"/>
              <a:gd name="csY7" fmla="*/ 21265 h 113414"/>
              <a:gd name="csX8" fmla="*/ 63800 w 163039"/>
              <a:gd name="csY8" fmla="*/ 21265 h 113414"/>
              <a:gd name="csX9" fmla="*/ 66540 w 163039"/>
              <a:gd name="csY9" fmla="*/ 20755 h 113414"/>
              <a:gd name="csX10" fmla="*/ 68870 w 163039"/>
              <a:gd name="csY10" fmla="*/ 19224 h 113414"/>
              <a:gd name="csX11" fmla="*/ 70435 w 163039"/>
              <a:gd name="csY11" fmla="*/ 16910 h 113414"/>
              <a:gd name="csX12" fmla="*/ 70997 w 163039"/>
              <a:gd name="csY12" fmla="*/ 14171 h 113414"/>
              <a:gd name="csX13" fmla="*/ 70435 w 163039"/>
              <a:gd name="csY13" fmla="*/ 11450 h 113414"/>
              <a:gd name="csX14" fmla="*/ 68870 w 163039"/>
              <a:gd name="csY14" fmla="*/ 9136 h 113414"/>
              <a:gd name="csX15" fmla="*/ 66540 w 163039"/>
              <a:gd name="csY15" fmla="*/ 7605 h 113414"/>
              <a:gd name="csX16" fmla="*/ 63800 w 163039"/>
              <a:gd name="csY16" fmla="*/ 7095 h 113414"/>
              <a:gd name="csX17" fmla="*/ 46072 w 163039"/>
              <a:gd name="csY17" fmla="*/ 7095 h 113414"/>
              <a:gd name="csX18" fmla="*/ 43333 w 163039"/>
              <a:gd name="csY18" fmla="*/ 7605 h 113414"/>
              <a:gd name="csX19" fmla="*/ 41002 w 163039"/>
              <a:gd name="csY19" fmla="*/ 9119 h 113414"/>
              <a:gd name="csX20" fmla="*/ 39437 w 163039"/>
              <a:gd name="csY20" fmla="*/ 11433 h 113414"/>
              <a:gd name="csX21" fmla="*/ 38893 w 163039"/>
              <a:gd name="csY21" fmla="*/ 14171 h 113414"/>
              <a:gd name="csX22" fmla="*/ 39437 w 163039"/>
              <a:gd name="csY22" fmla="*/ 16910 h 113414"/>
              <a:gd name="csX23" fmla="*/ 41002 w 163039"/>
              <a:gd name="csY23" fmla="*/ 19224 h 113414"/>
              <a:gd name="csX24" fmla="*/ 43333 w 163039"/>
              <a:gd name="csY24" fmla="*/ 20755 h 113414"/>
              <a:gd name="csX25" fmla="*/ 46072 w 163039"/>
              <a:gd name="csY25" fmla="*/ 21265 h 113414"/>
              <a:gd name="csX26" fmla="*/ 51908 w 163039"/>
              <a:gd name="csY26" fmla="*/ 33564 h 113414"/>
              <a:gd name="csX27" fmla="*/ 39471 w 163039"/>
              <a:gd name="csY27" fmla="*/ 54675 h 113414"/>
              <a:gd name="csX28" fmla="*/ 30114 w 163039"/>
              <a:gd name="csY28" fmla="*/ 53161 h 113414"/>
              <a:gd name="csX29" fmla="*/ 0 w 163039"/>
              <a:gd name="csY29" fmla="*/ 83287 h 113414"/>
              <a:gd name="csX30" fmla="*/ 30131 w 163039"/>
              <a:gd name="csY30" fmla="*/ 113414 h 113414"/>
              <a:gd name="csX31" fmla="*/ 57556 w 163039"/>
              <a:gd name="csY31" fmla="*/ 95689 h 113414"/>
              <a:gd name="csX32" fmla="*/ 40033 w 163039"/>
              <a:gd name="csY32" fmla="*/ 95689 h 113414"/>
              <a:gd name="csX33" fmla="*/ 30131 w 163039"/>
              <a:gd name="csY33" fmla="*/ 99227 h 113414"/>
              <a:gd name="csX34" fmla="*/ 14172 w 163039"/>
              <a:gd name="csY34" fmla="*/ 83287 h 113414"/>
              <a:gd name="csX35" fmla="*/ 30131 w 163039"/>
              <a:gd name="csY35" fmla="*/ 67331 h 113414"/>
              <a:gd name="csX36" fmla="*/ 31917 w 163039"/>
              <a:gd name="csY36" fmla="*/ 67518 h 113414"/>
              <a:gd name="csX37" fmla="*/ 25792 w 163039"/>
              <a:gd name="csY37" fmla="*/ 77929 h 113414"/>
              <a:gd name="csX38" fmla="*/ 24823 w 163039"/>
              <a:gd name="csY38" fmla="*/ 81467 h 113414"/>
              <a:gd name="csX39" fmla="*/ 25758 w 163039"/>
              <a:gd name="csY39" fmla="*/ 85023 h 113414"/>
              <a:gd name="csX40" fmla="*/ 28344 w 163039"/>
              <a:gd name="csY40" fmla="*/ 87642 h 113414"/>
              <a:gd name="csX41" fmla="*/ 31900 w 163039"/>
              <a:gd name="csY41" fmla="*/ 88595 h 113414"/>
              <a:gd name="csX42" fmla="*/ 81392 w 163039"/>
              <a:gd name="csY42" fmla="*/ 88595 h 113414"/>
              <a:gd name="csX43" fmla="*/ 84829 w 163039"/>
              <a:gd name="csY43" fmla="*/ 88289 h 113414"/>
              <a:gd name="csX44" fmla="*/ 84880 w 163039"/>
              <a:gd name="csY44" fmla="*/ 88272 h 113414"/>
              <a:gd name="csX45" fmla="*/ 84982 w 163039"/>
              <a:gd name="csY45" fmla="*/ 88238 h 113414"/>
              <a:gd name="csX46" fmla="*/ 85033 w 163039"/>
              <a:gd name="csY46" fmla="*/ 88221 h 113414"/>
              <a:gd name="csX47" fmla="*/ 88861 w 163039"/>
              <a:gd name="csY47" fmla="*/ 85108 h 113414"/>
              <a:gd name="csX48" fmla="*/ 112203 w 163039"/>
              <a:gd name="csY48" fmla="*/ 45455 h 113414"/>
              <a:gd name="csX49" fmla="*/ 116593 w 163039"/>
              <a:gd name="csY49" fmla="*/ 58026 h 113414"/>
              <a:gd name="csX50" fmla="*/ 102795 w 163039"/>
              <a:gd name="csY50" fmla="*/ 83287 h 113414"/>
              <a:gd name="csX51" fmla="*/ 132909 w 163039"/>
              <a:gd name="csY51" fmla="*/ 113414 h 113414"/>
              <a:gd name="csX52" fmla="*/ 163040 w 163039"/>
              <a:gd name="csY52" fmla="*/ 83287 h 113414"/>
              <a:gd name="csX53" fmla="*/ 132909 w 163039"/>
              <a:gd name="csY53" fmla="*/ 53161 h 113414"/>
              <a:gd name="csX54" fmla="*/ 129965 w 163039"/>
              <a:gd name="csY54" fmla="*/ 53314 h 113414"/>
              <a:gd name="csX55" fmla="*/ 116321 w 163039"/>
              <a:gd name="csY55" fmla="*/ 14171 h 113414"/>
              <a:gd name="csX56" fmla="*/ 116967 w 163039"/>
              <a:gd name="csY56" fmla="*/ 14171 h 113414"/>
              <a:gd name="csX57" fmla="*/ 119707 w 163039"/>
              <a:gd name="csY57" fmla="*/ 13661 h 113414"/>
              <a:gd name="csX58" fmla="*/ 122037 w 163039"/>
              <a:gd name="csY58" fmla="*/ 12130 h 113414"/>
              <a:gd name="csX59" fmla="*/ 123602 w 163039"/>
              <a:gd name="csY59" fmla="*/ 9834 h 113414"/>
              <a:gd name="csX60" fmla="*/ 124164 w 163039"/>
              <a:gd name="csY60" fmla="*/ 7095 h 113414"/>
              <a:gd name="csX61" fmla="*/ 123602 w 163039"/>
              <a:gd name="csY61" fmla="*/ 4356 h 113414"/>
              <a:gd name="csX62" fmla="*/ 122037 w 163039"/>
              <a:gd name="csY62" fmla="*/ 2042 h 113414"/>
              <a:gd name="csX63" fmla="*/ 119707 w 163039"/>
              <a:gd name="csY63" fmla="*/ 512 h 113414"/>
              <a:gd name="csX64" fmla="*/ 116967 w 163039"/>
              <a:gd name="csY64" fmla="*/ 1 h 113414"/>
              <a:gd name="csX65" fmla="*/ 106334 w 163039"/>
              <a:gd name="csY65" fmla="*/ 1 h 113414"/>
              <a:gd name="csX66" fmla="*/ 71831 w 163039"/>
              <a:gd name="csY66" fmla="*/ 42529 h 113414"/>
              <a:gd name="csX67" fmla="*/ 97487 w 163039"/>
              <a:gd name="csY67" fmla="*/ 42529 h 113414"/>
              <a:gd name="csX68" fmla="*/ 83264 w 163039"/>
              <a:gd name="csY68" fmla="*/ 66668 h 113414"/>
              <a:gd name="csX69" fmla="*/ 71831 w 163039"/>
              <a:gd name="csY69" fmla="*/ 42529 h 113414"/>
              <a:gd name="csX70" fmla="*/ 59224 w 163039"/>
              <a:gd name="csY70" fmla="*/ 49044 h 113414"/>
              <a:gd name="csX71" fmla="*/ 71252 w 163039"/>
              <a:gd name="csY71" fmla="*/ 74425 h 113414"/>
              <a:gd name="csX72" fmla="*/ 58850 w 163039"/>
              <a:gd name="csY72" fmla="*/ 74425 h 113414"/>
              <a:gd name="csX73" fmla="*/ 51517 w 163039"/>
              <a:gd name="csY73" fmla="*/ 62160 h 113414"/>
              <a:gd name="csX74" fmla="*/ 59224 w 163039"/>
              <a:gd name="csY74" fmla="*/ 49044 h 113414"/>
              <a:gd name="csX75" fmla="*/ 134933 w 163039"/>
              <a:gd name="csY75" fmla="*/ 67535 h 113414"/>
              <a:gd name="csX76" fmla="*/ 148867 w 163039"/>
              <a:gd name="csY76" fmla="*/ 83287 h 113414"/>
              <a:gd name="csX77" fmla="*/ 132909 w 163039"/>
              <a:gd name="csY77" fmla="*/ 99227 h 113414"/>
              <a:gd name="csX78" fmla="*/ 116967 w 163039"/>
              <a:gd name="csY78" fmla="*/ 83287 h 113414"/>
              <a:gd name="csX79" fmla="*/ 121510 w 163039"/>
              <a:gd name="csY79" fmla="*/ 72094 h 113414"/>
              <a:gd name="csX80" fmla="*/ 126222 w 163039"/>
              <a:gd name="csY80" fmla="*/ 85618 h 113414"/>
              <a:gd name="csX81" fmla="*/ 127618 w 163039"/>
              <a:gd name="csY81" fmla="*/ 88034 h 113414"/>
              <a:gd name="csX82" fmla="*/ 129829 w 163039"/>
              <a:gd name="csY82" fmla="*/ 89718 h 113414"/>
              <a:gd name="csX83" fmla="*/ 132517 w 163039"/>
              <a:gd name="csY83" fmla="*/ 90432 h 113414"/>
              <a:gd name="csX84" fmla="*/ 135274 w 163039"/>
              <a:gd name="csY84" fmla="*/ 90058 h 113414"/>
              <a:gd name="csX85" fmla="*/ 137672 w 163039"/>
              <a:gd name="csY85" fmla="*/ 88646 h 113414"/>
              <a:gd name="csX86" fmla="*/ 139340 w 163039"/>
              <a:gd name="csY86" fmla="*/ 86401 h 113414"/>
              <a:gd name="csX87" fmla="*/ 140020 w 163039"/>
              <a:gd name="csY87" fmla="*/ 83713 h 113414"/>
              <a:gd name="csX88" fmla="*/ 139612 w 163039"/>
              <a:gd name="csY88" fmla="*/ 80957 h 113414"/>
              <a:gd name="csX89" fmla="*/ 134933 w 163039"/>
              <a:gd name="csY89" fmla="*/ 67535 h 113414"/>
            </a:gdLst>
            <a:ahLst/>
            <a:cxnLst/>
            <a:rect l="l" t="t" r="r" b="b"/>
            <a:pathLst>
              <a:path w="100000" h="100000">
                <a:moveTo>
                  <a:pt x="65220" y="15219"/>
                </a:moveTo>
                <a:cubicBezTo>
                  <a:pt x="64531" y="15219"/>
                  <a:pt x="63842" y="15386"/>
                  <a:pt x="63227" y="15700"/>
                </a:cubicBezTo>
                <a:cubicBezTo>
                  <a:pt x="62611" y="16023"/>
                  <a:pt x="62079" y="16482"/>
                  <a:pt x="61672" y="17045"/>
                </a:cubicBezTo>
                <a:cubicBezTo>
                  <a:pt x="61276" y="17619"/>
                  <a:pt x="61014" y="18266"/>
                  <a:pt x="60910" y="18955"/>
                </a:cubicBezTo>
                <a:cubicBezTo>
                  <a:pt x="60816" y="19643"/>
                  <a:pt x="60889" y="20343"/>
                  <a:pt x="61119" y="21000"/>
                </a:cubicBezTo>
                <a:lnTo>
                  <a:pt x="65168" y="32613"/>
                </a:lnTo>
                <a:lnTo>
                  <a:pt x="39935" y="32613"/>
                </a:lnTo>
                <a:lnTo>
                  <a:pt x="37880" y="28262"/>
                </a:lnTo>
                <a:lnTo>
                  <a:pt x="39132" y="28262"/>
                </a:lnTo>
                <a:cubicBezTo>
                  <a:pt x="39706" y="28272"/>
                  <a:pt x="40280" y="28168"/>
                  <a:pt x="40812" y="27949"/>
                </a:cubicBezTo>
                <a:cubicBezTo>
                  <a:pt x="41355" y="27729"/>
                  <a:pt x="41835" y="27416"/>
                  <a:pt x="42241" y="27010"/>
                </a:cubicBezTo>
                <a:cubicBezTo>
                  <a:pt x="42659" y="26603"/>
                  <a:pt x="42982" y="26123"/>
                  <a:pt x="43201" y="25591"/>
                </a:cubicBezTo>
                <a:cubicBezTo>
                  <a:pt x="43431" y="25059"/>
                  <a:pt x="43546" y="24495"/>
                  <a:pt x="43546" y="23911"/>
                </a:cubicBezTo>
                <a:cubicBezTo>
                  <a:pt x="43546" y="23337"/>
                  <a:pt x="43431" y="22763"/>
                  <a:pt x="43201" y="22242"/>
                </a:cubicBezTo>
                <a:cubicBezTo>
                  <a:pt x="42982" y="21709"/>
                  <a:pt x="42659" y="21219"/>
                  <a:pt x="42241" y="20822"/>
                </a:cubicBezTo>
                <a:cubicBezTo>
                  <a:pt x="41835" y="20416"/>
                  <a:pt x="41355" y="20092"/>
                  <a:pt x="40812" y="19883"/>
                </a:cubicBezTo>
                <a:cubicBezTo>
                  <a:pt x="40280" y="19664"/>
                  <a:pt x="39706" y="19560"/>
                  <a:pt x="39132" y="19570"/>
                </a:cubicBezTo>
                <a:lnTo>
                  <a:pt x="28258" y="19570"/>
                </a:lnTo>
                <a:cubicBezTo>
                  <a:pt x="27685" y="19560"/>
                  <a:pt x="27111" y="19664"/>
                  <a:pt x="26578" y="19883"/>
                </a:cubicBezTo>
                <a:cubicBezTo>
                  <a:pt x="26046" y="20092"/>
                  <a:pt x="25556" y="20416"/>
                  <a:pt x="25149" y="20812"/>
                </a:cubicBezTo>
                <a:cubicBezTo>
                  <a:pt x="24732" y="21219"/>
                  <a:pt x="24408" y="21699"/>
                  <a:pt x="24189" y="22231"/>
                </a:cubicBezTo>
                <a:cubicBezTo>
                  <a:pt x="23970" y="22763"/>
                  <a:pt x="23855" y="23337"/>
                  <a:pt x="23855" y="23911"/>
                </a:cubicBezTo>
                <a:cubicBezTo>
                  <a:pt x="23855" y="24485"/>
                  <a:pt x="23959" y="25059"/>
                  <a:pt x="24189" y="25591"/>
                </a:cubicBezTo>
                <a:cubicBezTo>
                  <a:pt x="24408" y="26123"/>
                  <a:pt x="24732" y="26603"/>
                  <a:pt x="25149" y="27010"/>
                </a:cubicBezTo>
                <a:cubicBezTo>
                  <a:pt x="25556" y="27416"/>
                  <a:pt x="26035" y="27729"/>
                  <a:pt x="26578" y="27949"/>
                </a:cubicBezTo>
                <a:cubicBezTo>
                  <a:pt x="27111" y="28168"/>
                  <a:pt x="27685" y="28272"/>
                  <a:pt x="28258" y="28262"/>
                </a:cubicBezTo>
                <a:lnTo>
                  <a:pt x="31838" y="35805"/>
                </a:lnTo>
                <a:lnTo>
                  <a:pt x="24210" y="48754"/>
                </a:lnTo>
                <a:cubicBezTo>
                  <a:pt x="22404" y="48159"/>
                  <a:pt x="20484" y="47825"/>
                  <a:pt x="18470" y="47825"/>
                </a:cubicBezTo>
                <a:cubicBezTo>
                  <a:pt x="8286" y="47825"/>
                  <a:pt x="0" y="56110"/>
                  <a:pt x="0" y="66303"/>
                </a:cubicBezTo>
                <a:cubicBezTo>
                  <a:pt x="0" y="76486"/>
                  <a:pt x="8286" y="84781"/>
                  <a:pt x="18481" y="84781"/>
                </a:cubicBezTo>
                <a:cubicBezTo>
                  <a:pt x="25953" y="84781"/>
                  <a:pt x="32391" y="80305"/>
                  <a:pt x="35302" y="73910"/>
                </a:cubicBezTo>
                <a:lnTo>
                  <a:pt x="24554" y="73910"/>
                </a:lnTo>
                <a:cubicBezTo>
                  <a:pt x="22884" y="75245"/>
                  <a:pt x="20787" y="76080"/>
                  <a:pt x="18481" y="76080"/>
                </a:cubicBezTo>
                <a:cubicBezTo>
                  <a:pt x="13086" y="76080"/>
                  <a:pt x="8692" y="71697"/>
                  <a:pt x="8692" y="66303"/>
                </a:cubicBezTo>
                <a:cubicBezTo>
                  <a:pt x="8692" y="60909"/>
                  <a:pt x="13086" y="56516"/>
                  <a:pt x="18481" y="56516"/>
                </a:cubicBezTo>
                <a:cubicBezTo>
                  <a:pt x="18856" y="56516"/>
                  <a:pt x="19211" y="56589"/>
                  <a:pt x="19576" y="56631"/>
                </a:cubicBezTo>
                <a:lnTo>
                  <a:pt x="15820" y="63017"/>
                </a:lnTo>
                <a:cubicBezTo>
                  <a:pt x="15434" y="63674"/>
                  <a:pt x="15225" y="64425"/>
                  <a:pt x="15225" y="65187"/>
                </a:cubicBezTo>
                <a:cubicBezTo>
                  <a:pt x="15215" y="65959"/>
                  <a:pt x="15413" y="66710"/>
                  <a:pt x="15799" y="67368"/>
                </a:cubicBezTo>
                <a:cubicBezTo>
                  <a:pt x="16175" y="68035"/>
                  <a:pt x="16728" y="68588"/>
                  <a:pt x="17385" y="68974"/>
                </a:cubicBezTo>
                <a:cubicBezTo>
                  <a:pt x="18053" y="69360"/>
                  <a:pt x="18804" y="69559"/>
                  <a:pt x="19566" y="69559"/>
                </a:cubicBezTo>
                <a:lnTo>
                  <a:pt x="49922" y="69559"/>
                </a:lnTo>
                <a:cubicBezTo>
                  <a:pt x="50621" y="69673"/>
                  <a:pt x="51352" y="69611"/>
                  <a:pt x="52030" y="69371"/>
                </a:cubicBezTo>
                <a:cubicBezTo>
                  <a:pt x="52040" y="69371"/>
                  <a:pt x="52051" y="69360"/>
                  <a:pt x="52061" y="69360"/>
                </a:cubicBezTo>
                <a:cubicBezTo>
                  <a:pt x="52082" y="69350"/>
                  <a:pt x="52103" y="69350"/>
                  <a:pt x="52124" y="69340"/>
                </a:cubicBezTo>
                <a:cubicBezTo>
                  <a:pt x="52134" y="69340"/>
                  <a:pt x="52145" y="69329"/>
                  <a:pt x="52155" y="69329"/>
                </a:cubicBezTo>
                <a:cubicBezTo>
                  <a:pt x="53146" y="68995"/>
                  <a:pt x="53981" y="68317"/>
                  <a:pt x="54503" y="67420"/>
                </a:cubicBezTo>
                <a:lnTo>
                  <a:pt x="68820" y="43099"/>
                </a:lnTo>
                <a:lnTo>
                  <a:pt x="71512" y="50809"/>
                </a:lnTo>
                <a:cubicBezTo>
                  <a:pt x="66430" y="54117"/>
                  <a:pt x="63049" y="59834"/>
                  <a:pt x="63049" y="66303"/>
                </a:cubicBezTo>
                <a:cubicBezTo>
                  <a:pt x="63049" y="76455"/>
                  <a:pt x="71366" y="84781"/>
                  <a:pt x="81520" y="84781"/>
                </a:cubicBezTo>
                <a:cubicBezTo>
                  <a:pt x="91684" y="84781"/>
                  <a:pt x="100001" y="76455"/>
                  <a:pt x="100001" y="66303"/>
                </a:cubicBezTo>
                <a:cubicBezTo>
                  <a:pt x="100001" y="56151"/>
                  <a:pt x="91684" y="47825"/>
                  <a:pt x="81520" y="47825"/>
                </a:cubicBezTo>
                <a:cubicBezTo>
                  <a:pt x="80914" y="47825"/>
                  <a:pt x="80309" y="47856"/>
                  <a:pt x="79714" y="47919"/>
                </a:cubicBezTo>
                <a:lnTo>
                  <a:pt x="71346" y="23911"/>
                </a:lnTo>
                <a:lnTo>
                  <a:pt x="71742" y="23911"/>
                </a:lnTo>
                <a:cubicBezTo>
                  <a:pt x="72316" y="23921"/>
                  <a:pt x="72890" y="23817"/>
                  <a:pt x="73422" y="23598"/>
                </a:cubicBezTo>
                <a:cubicBezTo>
                  <a:pt x="73965" y="23389"/>
                  <a:pt x="74445" y="23066"/>
                  <a:pt x="74851" y="22659"/>
                </a:cubicBezTo>
                <a:cubicBezTo>
                  <a:pt x="75269" y="22262"/>
                  <a:pt x="75592" y="21772"/>
                  <a:pt x="75811" y="21250"/>
                </a:cubicBezTo>
                <a:cubicBezTo>
                  <a:pt x="76041" y="20718"/>
                  <a:pt x="76156" y="20144"/>
                  <a:pt x="76156" y="19570"/>
                </a:cubicBezTo>
                <a:cubicBezTo>
                  <a:pt x="76156" y="18986"/>
                  <a:pt x="76041" y="18422"/>
                  <a:pt x="75811" y="17891"/>
                </a:cubicBezTo>
                <a:cubicBezTo>
                  <a:pt x="75592" y="17359"/>
                  <a:pt x="75269" y="16878"/>
                  <a:pt x="74851" y="16471"/>
                </a:cubicBezTo>
                <a:cubicBezTo>
                  <a:pt x="74445" y="16065"/>
                  <a:pt x="73965" y="15752"/>
                  <a:pt x="73422" y="15533"/>
                </a:cubicBezTo>
                <a:cubicBezTo>
                  <a:pt x="72890" y="15313"/>
                  <a:pt x="72316" y="15209"/>
                  <a:pt x="71742" y="15219"/>
                </a:cubicBezTo>
                <a:lnTo>
                  <a:pt x="65220" y="15219"/>
                </a:lnTo>
                <a:close/>
                <a:moveTo>
                  <a:pt x="44058" y="41304"/>
                </a:moveTo>
                <a:lnTo>
                  <a:pt x="59794" y="41304"/>
                </a:lnTo>
                <a:lnTo>
                  <a:pt x="51070" y="56110"/>
                </a:lnTo>
                <a:lnTo>
                  <a:pt x="44058" y="41304"/>
                </a:lnTo>
                <a:close/>
                <a:moveTo>
                  <a:pt x="36325" y="45300"/>
                </a:moveTo>
                <a:lnTo>
                  <a:pt x="43702" y="60867"/>
                </a:lnTo>
                <a:lnTo>
                  <a:pt x="36096" y="60867"/>
                </a:lnTo>
                <a:cubicBezTo>
                  <a:pt x="35208" y="57998"/>
                  <a:pt x="33653" y="55431"/>
                  <a:pt x="31598" y="53345"/>
                </a:cubicBezTo>
                <a:lnTo>
                  <a:pt x="36325" y="45300"/>
                </a:lnTo>
                <a:close/>
                <a:moveTo>
                  <a:pt x="82761" y="56641"/>
                </a:moveTo>
                <a:cubicBezTo>
                  <a:pt x="87614" y="57247"/>
                  <a:pt x="91308" y="61274"/>
                  <a:pt x="91308" y="66303"/>
                </a:cubicBezTo>
                <a:cubicBezTo>
                  <a:pt x="91308" y="71760"/>
                  <a:pt x="86977" y="76080"/>
                  <a:pt x="81520" y="76080"/>
                </a:cubicBezTo>
                <a:cubicBezTo>
                  <a:pt x="76073" y="76080"/>
                  <a:pt x="71742" y="71760"/>
                  <a:pt x="71742" y="66303"/>
                </a:cubicBezTo>
                <a:cubicBezTo>
                  <a:pt x="71742" y="63611"/>
                  <a:pt x="72807" y="61191"/>
                  <a:pt x="74528" y="59438"/>
                </a:cubicBezTo>
                <a:lnTo>
                  <a:pt x="77418" y="67733"/>
                </a:lnTo>
                <a:cubicBezTo>
                  <a:pt x="77607" y="68275"/>
                  <a:pt x="77888" y="68776"/>
                  <a:pt x="78275" y="69214"/>
                </a:cubicBezTo>
                <a:cubicBezTo>
                  <a:pt x="78650" y="69642"/>
                  <a:pt x="79109" y="69996"/>
                  <a:pt x="79631" y="70247"/>
                </a:cubicBezTo>
                <a:cubicBezTo>
                  <a:pt x="80142" y="70508"/>
                  <a:pt x="80706" y="70654"/>
                  <a:pt x="81279" y="70685"/>
                </a:cubicBezTo>
                <a:cubicBezTo>
                  <a:pt x="81853" y="70717"/>
                  <a:pt x="82428" y="70644"/>
                  <a:pt x="82970" y="70456"/>
                </a:cubicBezTo>
                <a:cubicBezTo>
                  <a:pt x="83513" y="70268"/>
                  <a:pt x="84014" y="69965"/>
                  <a:pt x="84441" y="69590"/>
                </a:cubicBezTo>
                <a:cubicBezTo>
                  <a:pt x="84869" y="69204"/>
                  <a:pt x="85224" y="68734"/>
                  <a:pt x="85464" y="68213"/>
                </a:cubicBezTo>
                <a:cubicBezTo>
                  <a:pt x="85714" y="67701"/>
                  <a:pt x="85860" y="67138"/>
                  <a:pt x="85881" y="66564"/>
                </a:cubicBezTo>
                <a:cubicBezTo>
                  <a:pt x="85913" y="65990"/>
                  <a:pt x="85829" y="65417"/>
                  <a:pt x="85631" y="64874"/>
                </a:cubicBezTo>
                <a:lnTo>
                  <a:pt x="82761" y="5664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8" name="Белый — SVG 4">
            <a:extLst>
              <a:ext uri="{FF2B5EF4-FFF2-40B4-BE49-F238E27FC236}">
                <a16:creationId xmlns:a16="http://schemas.microsoft.com/office/drawing/2014/main" id="{5EB79D94-6477-E742-A83D-8385CA3CF591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19497 w 170134"/>
              <a:gd name="csY0" fmla="*/ 0 h 120489"/>
              <a:gd name="csX1" fmla="*/ 7094 w 170134"/>
              <a:gd name="csY1" fmla="*/ 12401 h 120489"/>
              <a:gd name="csX2" fmla="*/ 7094 w 170134"/>
              <a:gd name="csY2" fmla="*/ 62022 h 120489"/>
              <a:gd name="csX3" fmla="*/ 7094 w 170134"/>
              <a:gd name="csY3" fmla="*/ 70664 h 120489"/>
              <a:gd name="csX4" fmla="*/ 21267 w 170134"/>
              <a:gd name="csY4" fmla="*/ 67330 h 120489"/>
              <a:gd name="csX5" fmla="*/ 92162 w 170134"/>
              <a:gd name="csY5" fmla="*/ 67330 h 120489"/>
              <a:gd name="csX6" fmla="*/ 106334 w 170134"/>
              <a:gd name="csY6" fmla="*/ 70664 h 120489"/>
              <a:gd name="csX7" fmla="*/ 106334 w 170134"/>
              <a:gd name="csY7" fmla="*/ 51390 h 120489"/>
              <a:gd name="csX8" fmla="*/ 90375 w 170134"/>
              <a:gd name="csY8" fmla="*/ 35434 h 120489"/>
              <a:gd name="csX9" fmla="*/ 67033 w 170134"/>
              <a:gd name="csY9" fmla="*/ 35434 h 120489"/>
              <a:gd name="csX10" fmla="*/ 66675 w 170134"/>
              <a:gd name="csY10" fmla="*/ 34635 h 120489"/>
              <a:gd name="csX11" fmla="*/ 53014 w 170134"/>
              <a:gd name="csY11" fmla="*/ 10020 h 120489"/>
              <a:gd name="csX12" fmla="*/ 35966 w 170134"/>
              <a:gd name="csY12" fmla="*/ 0 h 120489"/>
              <a:gd name="csX13" fmla="*/ 19497 w 170134"/>
              <a:gd name="csY13" fmla="*/ 0 h 120489"/>
              <a:gd name="csX14" fmla="*/ 19497 w 170134"/>
              <a:gd name="csY14" fmla="*/ 10632 h 120489"/>
              <a:gd name="csX15" fmla="*/ 35966 w 170134"/>
              <a:gd name="csY15" fmla="*/ 10632 h 120489"/>
              <a:gd name="csX16" fmla="*/ 43707 w 170134"/>
              <a:gd name="csY16" fmla="*/ 15191 h 120489"/>
              <a:gd name="csX17" fmla="*/ 55906 w 170134"/>
              <a:gd name="csY17" fmla="*/ 37135 h 120489"/>
              <a:gd name="csX18" fmla="*/ 51602 w 170134"/>
              <a:gd name="csY18" fmla="*/ 40112 h 120489"/>
              <a:gd name="csX19" fmla="*/ 47212 w 170134"/>
              <a:gd name="csY19" fmla="*/ 44518 h 120489"/>
              <a:gd name="csX20" fmla="*/ 43452 w 170134"/>
              <a:gd name="csY20" fmla="*/ 46066 h 120489"/>
              <a:gd name="csX21" fmla="*/ 23036 w 170134"/>
              <a:gd name="csY21" fmla="*/ 46066 h 120489"/>
              <a:gd name="csX22" fmla="*/ 17728 w 170134"/>
              <a:gd name="csY22" fmla="*/ 47053 h 120489"/>
              <a:gd name="csX23" fmla="*/ 17728 w 170134"/>
              <a:gd name="csY23" fmla="*/ 12401 h 120489"/>
              <a:gd name="csX24" fmla="*/ 19497 w 170134"/>
              <a:gd name="csY24" fmla="*/ 10632 h 120489"/>
              <a:gd name="csX25" fmla="*/ 129234 w 170134"/>
              <a:gd name="csY25" fmla="*/ 46083 h 120489"/>
              <a:gd name="csX26" fmla="*/ 125559 w 170134"/>
              <a:gd name="csY26" fmla="*/ 47682 h 120489"/>
              <a:gd name="csX27" fmla="*/ 124062 w 170134"/>
              <a:gd name="csY27" fmla="*/ 51390 h 120489"/>
              <a:gd name="csX28" fmla="*/ 124062 w 170134"/>
              <a:gd name="csY28" fmla="*/ 92149 h 120489"/>
              <a:gd name="csX29" fmla="*/ 112186 w 170134"/>
              <a:gd name="csY29" fmla="*/ 92149 h 120489"/>
              <a:gd name="csX30" fmla="*/ 92162 w 170134"/>
              <a:gd name="csY30" fmla="*/ 77962 h 120489"/>
              <a:gd name="csX31" fmla="*/ 21267 w 170134"/>
              <a:gd name="csY31" fmla="*/ 77962 h 120489"/>
              <a:gd name="csX32" fmla="*/ 0 w 170134"/>
              <a:gd name="csY32" fmla="*/ 99226 h 120489"/>
              <a:gd name="csX33" fmla="*/ 21267 w 170134"/>
              <a:gd name="csY33" fmla="*/ 120490 h 120489"/>
              <a:gd name="csX34" fmla="*/ 92162 w 170134"/>
              <a:gd name="csY34" fmla="*/ 120490 h 120489"/>
              <a:gd name="csX35" fmla="*/ 113105 w 170134"/>
              <a:gd name="csY35" fmla="*/ 102781 h 120489"/>
              <a:gd name="csX36" fmla="*/ 124062 w 170134"/>
              <a:gd name="csY36" fmla="*/ 102781 h 120489"/>
              <a:gd name="csX37" fmla="*/ 124062 w 170134"/>
              <a:gd name="csY37" fmla="*/ 115182 h 120489"/>
              <a:gd name="csX38" fmla="*/ 125610 w 170134"/>
              <a:gd name="csY38" fmla="*/ 118942 h 120489"/>
              <a:gd name="csX39" fmla="*/ 129370 w 170134"/>
              <a:gd name="csY39" fmla="*/ 120490 h 120489"/>
              <a:gd name="csX40" fmla="*/ 154567 w 170134"/>
              <a:gd name="csY40" fmla="*/ 120490 h 120489"/>
              <a:gd name="csX41" fmla="*/ 164809 w 170134"/>
              <a:gd name="csY41" fmla="*/ 120490 h 120489"/>
              <a:gd name="csX42" fmla="*/ 167769 w 170134"/>
              <a:gd name="csY42" fmla="*/ 119605 h 120489"/>
              <a:gd name="csX43" fmla="*/ 169726 w 170134"/>
              <a:gd name="csY43" fmla="*/ 117207 h 120489"/>
              <a:gd name="csX44" fmla="*/ 170032 w 170134"/>
              <a:gd name="csY44" fmla="*/ 114144 h 120489"/>
              <a:gd name="csX45" fmla="*/ 168569 w 170134"/>
              <a:gd name="csY45" fmla="*/ 111423 h 120489"/>
              <a:gd name="csX46" fmla="*/ 134593 w 170134"/>
              <a:gd name="csY46" fmla="*/ 50336 h 120489"/>
              <a:gd name="csX47" fmla="*/ 132688 w 170134"/>
              <a:gd name="csY47" fmla="*/ 47240 h 120489"/>
              <a:gd name="csX48" fmla="*/ 129234 w 170134"/>
              <a:gd name="csY48" fmla="*/ 46083 h 120489"/>
              <a:gd name="csX49" fmla="*/ 28361 w 170134"/>
              <a:gd name="csY49" fmla="*/ 92149 h 120489"/>
              <a:gd name="csX50" fmla="*/ 35439 w 170134"/>
              <a:gd name="csY50" fmla="*/ 99226 h 120489"/>
              <a:gd name="csX51" fmla="*/ 28361 w 170134"/>
              <a:gd name="csY51" fmla="*/ 106319 h 120489"/>
              <a:gd name="csX52" fmla="*/ 21267 w 170134"/>
              <a:gd name="csY52" fmla="*/ 99226 h 120489"/>
              <a:gd name="csX53" fmla="*/ 28361 w 170134"/>
              <a:gd name="csY53" fmla="*/ 92149 h 120489"/>
              <a:gd name="csX54" fmla="*/ 56706 w 170134"/>
              <a:gd name="csY54" fmla="*/ 92149 h 120489"/>
              <a:gd name="csX55" fmla="*/ 63800 w 170134"/>
              <a:gd name="csY55" fmla="*/ 99226 h 120489"/>
              <a:gd name="csX56" fmla="*/ 56706 w 170134"/>
              <a:gd name="csY56" fmla="*/ 106319 h 120489"/>
              <a:gd name="csX57" fmla="*/ 49628 w 170134"/>
              <a:gd name="csY57" fmla="*/ 99226 h 120489"/>
              <a:gd name="csX58" fmla="*/ 56706 w 170134"/>
              <a:gd name="csY58" fmla="*/ 92149 h 120489"/>
              <a:gd name="csX59" fmla="*/ 85067 w 170134"/>
              <a:gd name="csY59" fmla="*/ 92149 h 120489"/>
              <a:gd name="csX60" fmla="*/ 92162 w 170134"/>
              <a:gd name="csY60" fmla="*/ 99226 h 120489"/>
              <a:gd name="csX61" fmla="*/ 85067 w 170134"/>
              <a:gd name="csY61" fmla="*/ 106319 h 120489"/>
              <a:gd name="csX62" fmla="*/ 77973 w 170134"/>
              <a:gd name="csY62" fmla="*/ 99226 h 120489"/>
              <a:gd name="csX63" fmla="*/ 85067 w 170134"/>
              <a:gd name="csY63" fmla="*/ 92149 h 120489"/>
            </a:gdLst>
            <a:ahLst/>
            <a:cxnLst/>
            <a:rect l="l" t="t" r="r" b="b"/>
            <a:pathLst>
              <a:path w="100000" h="100000">
                <a:moveTo>
                  <a:pt x="11460" y="14590"/>
                </a:moveTo>
                <a:cubicBezTo>
                  <a:pt x="7470" y="14590"/>
                  <a:pt x="4170" y="17890"/>
                  <a:pt x="4170" y="21879"/>
                </a:cubicBezTo>
                <a:lnTo>
                  <a:pt x="4170" y="51045"/>
                </a:lnTo>
                <a:lnTo>
                  <a:pt x="4170" y="56124"/>
                </a:lnTo>
                <a:cubicBezTo>
                  <a:pt x="6690" y="54875"/>
                  <a:pt x="9520" y="54165"/>
                  <a:pt x="12500" y="54165"/>
                </a:cubicBezTo>
                <a:lnTo>
                  <a:pt x="54170" y="54165"/>
                </a:lnTo>
                <a:cubicBezTo>
                  <a:pt x="57150" y="54165"/>
                  <a:pt x="59980" y="54875"/>
                  <a:pt x="62500" y="56124"/>
                </a:cubicBezTo>
                <a:lnTo>
                  <a:pt x="62500" y="44796"/>
                </a:lnTo>
                <a:cubicBezTo>
                  <a:pt x="62500" y="39627"/>
                  <a:pt x="58290" y="35417"/>
                  <a:pt x="53120" y="35417"/>
                </a:cubicBezTo>
                <a:lnTo>
                  <a:pt x="39400" y="35417"/>
                </a:lnTo>
                <a:cubicBezTo>
                  <a:pt x="39340" y="35257"/>
                  <a:pt x="39270" y="35097"/>
                  <a:pt x="39190" y="34947"/>
                </a:cubicBezTo>
                <a:lnTo>
                  <a:pt x="31160" y="20479"/>
                </a:lnTo>
                <a:cubicBezTo>
                  <a:pt x="29140" y="16850"/>
                  <a:pt x="25300" y="14590"/>
                  <a:pt x="21140" y="14590"/>
                </a:cubicBezTo>
                <a:lnTo>
                  <a:pt x="11460" y="14590"/>
                </a:lnTo>
                <a:close/>
                <a:moveTo>
                  <a:pt x="11460" y="20839"/>
                </a:moveTo>
                <a:lnTo>
                  <a:pt x="21140" y="20839"/>
                </a:lnTo>
                <a:cubicBezTo>
                  <a:pt x="23040" y="20839"/>
                  <a:pt x="24770" y="21859"/>
                  <a:pt x="25690" y="23519"/>
                </a:cubicBezTo>
                <a:lnTo>
                  <a:pt x="32860" y="36417"/>
                </a:lnTo>
                <a:cubicBezTo>
                  <a:pt x="31940" y="36867"/>
                  <a:pt x="31070" y="37437"/>
                  <a:pt x="30330" y="38167"/>
                </a:cubicBezTo>
                <a:lnTo>
                  <a:pt x="27750" y="40756"/>
                </a:lnTo>
                <a:cubicBezTo>
                  <a:pt x="27170" y="41337"/>
                  <a:pt x="26350" y="41666"/>
                  <a:pt x="25540" y="41666"/>
                </a:cubicBezTo>
                <a:lnTo>
                  <a:pt x="13540" y="41666"/>
                </a:lnTo>
                <a:cubicBezTo>
                  <a:pt x="12440" y="41666"/>
                  <a:pt x="11400" y="41896"/>
                  <a:pt x="10420" y="42246"/>
                </a:cubicBezTo>
                <a:lnTo>
                  <a:pt x="10420" y="21879"/>
                </a:lnTo>
                <a:cubicBezTo>
                  <a:pt x="10420" y="21269"/>
                  <a:pt x="10840" y="20839"/>
                  <a:pt x="11460" y="20839"/>
                </a:cubicBezTo>
                <a:close/>
                <a:moveTo>
                  <a:pt x="75960" y="41676"/>
                </a:moveTo>
                <a:cubicBezTo>
                  <a:pt x="75140" y="41696"/>
                  <a:pt x="74370" y="42036"/>
                  <a:pt x="73800" y="42616"/>
                </a:cubicBezTo>
                <a:cubicBezTo>
                  <a:pt x="73240" y="43196"/>
                  <a:pt x="72920" y="43976"/>
                  <a:pt x="72920" y="44796"/>
                </a:cubicBezTo>
                <a:lnTo>
                  <a:pt x="72920" y="68753"/>
                </a:lnTo>
                <a:lnTo>
                  <a:pt x="65940" y="68753"/>
                </a:lnTo>
                <a:cubicBezTo>
                  <a:pt x="64220" y="63903"/>
                  <a:pt x="59600" y="60414"/>
                  <a:pt x="54170" y="60414"/>
                </a:cubicBezTo>
                <a:lnTo>
                  <a:pt x="12500" y="60414"/>
                </a:lnTo>
                <a:cubicBezTo>
                  <a:pt x="5610" y="60414"/>
                  <a:pt x="0" y="66023"/>
                  <a:pt x="0" y="72912"/>
                </a:cubicBezTo>
                <a:cubicBezTo>
                  <a:pt x="0" y="79811"/>
                  <a:pt x="5610" y="85411"/>
                  <a:pt x="12500" y="85411"/>
                </a:cubicBezTo>
                <a:lnTo>
                  <a:pt x="54170" y="85411"/>
                </a:lnTo>
                <a:cubicBezTo>
                  <a:pt x="60350" y="85411"/>
                  <a:pt x="65480" y="80901"/>
                  <a:pt x="66480" y="75002"/>
                </a:cubicBezTo>
                <a:lnTo>
                  <a:pt x="72920" y="75002"/>
                </a:lnTo>
                <a:lnTo>
                  <a:pt x="72920" y="82291"/>
                </a:lnTo>
                <a:cubicBezTo>
                  <a:pt x="72920" y="83121"/>
                  <a:pt x="73250" y="83911"/>
                  <a:pt x="73830" y="84501"/>
                </a:cubicBezTo>
                <a:cubicBezTo>
                  <a:pt x="74420" y="85080"/>
                  <a:pt x="75210" y="85411"/>
                  <a:pt x="76040" y="85411"/>
                </a:cubicBezTo>
                <a:lnTo>
                  <a:pt x="90850" y="85411"/>
                </a:lnTo>
                <a:lnTo>
                  <a:pt x="96870" y="85411"/>
                </a:lnTo>
                <a:cubicBezTo>
                  <a:pt x="97490" y="85411"/>
                  <a:pt x="98100" y="85230"/>
                  <a:pt x="98610" y="84890"/>
                </a:cubicBezTo>
                <a:cubicBezTo>
                  <a:pt x="99120" y="84541"/>
                  <a:pt x="99520" y="84051"/>
                  <a:pt x="99760" y="83481"/>
                </a:cubicBezTo>
                <a:cubicBezTo>
                  <a:pt x="100000" y="82911"/>
                  <a:pt x="100060" y="82281"/>
                  <a:pt x="99940" y="81681"/>
                </a:cubicBezTo>
                <a:cubicBezTo>
                  <a:pt x="99820" y="81071"/>
                  <a:pt x="99520" y="80521"/>
                  <a:pt x="99080" y="80081"/>
                </a:cubicBezTo>
                <a:cubicBezTo>
                  <a:pt x="99080" y="80081"/>
                  <a:pt x="83020" y="63754"/>
                  <a:pt x="79110" y="44176"/>
                </a:cubicBezTo>
                <a:cubicBezTo>
                  <a:pt x="78960" y="43456"/>
                  <a:pt x="78560" y="42806"/>
                  <a:pt x="77990" y="42356"/>
                </a:cubicBezTo>
                <a:cubicBezTo>
                  <a:pt x="77410" y="41896"/>
                  <a:pt x="76690" y="41656"/>
                  <a:pt x="75960" y="41676"/>
                </a:cubicBezTo>
                <a:close/>
                <a:moveTo>
                  <a:pt x="16670" y="68753"/>
                </a:moveTo>
                <a:cubicBezTo>
                  <a:pt x="18970" y="68753"/>
                  <a:pt x="20830" y="70612"/>
                  <a:pt x="20830" y="72912"/>
                </a:cubicBezTo>
                <a:cubicBezTo>
                  <a:pt x="20830" y="75222"/>
                  <a:pt x="18970" y="77081"/>
                  <a:pt x="16670" y="77081"/>
                </a:cubicBezTo>
                <a:cubicBezTo>
                  <a:pt x="14360" y="77081"/>
                  <a:pt x="12500" y="75222"/>
                  <a:pt x="12500" y="72912"/>
                </a:cubicBezTo>
                <a:cubicBezTo>
                  <a:pt x="12500" y="70612"/>
                  <a:pt x="14360" y="68753"/>
                  <a:pt x="16670" y="68753"/>
                </a:cubicBezTo>
                <a:close/>
                <a:moveTo>
                  <a:pt x="33330" y="68753"/>
                </a:moveTo>
                <a:cubicBezTo>
                  <a:pt x="35640" y="68753"/>
                  <a:pt x="37500" y="70612"/>
                  <a:pt x="37500" y="72912"/>
                </a:cubicBezTo>
                <a:cubicBezTo>
                  <a:pt x="37500" y="75222"/>
                  <a:pt x="35640" y="77081"/>
                  <a:pt x="33330" y="77081"/>
                </a:cubicBezTo>
                <a:cubicBezTo>
                  <a:pt x="31030" y="77081"/>
                  <a:pt x="29170" y="75222"/>
                  <a:pt x="29170" y="72912"/>
                </a:cubicBezTo>
                <a:cubicBezTo>
                  <a:pt x="29170" y="70612"/>
                  <a:pt x="31030" y="68753"/>
                  <a:pt x="33330" y="68753"/>
                </a:cubicBezTo>
                <a:close/>
                <a:moveTo>
                  <a:pt x="50000" y="68753"/>
                </a:moveTo>
                <a:cubicBezTo>
                  <a:pt x="52300" y="68753"/>
                  <a:pt x="54170" y="70612"/>
                  <a:pt x="54170" y="72912"/>
                </a:cubicBezTo>
                <a:cubicBezTo>
                  <a:pt x="54170" y="75222"/>
                  <a:pt x="52300" y="77081"/>
                  <a:pt x="50000" y="77081"/>
                </a:cubicBezTo>
                <a:cubicBezTo>
                  <a:pt x="47700" y="77081"/>
                  <a:pt x="45830" y="75222"/>
                  <a:pt x="45830" y="72912"/>
                </a:cubicBezTo>
                <a:cubicBezTo>
                  <a:pt x="45830" y="70612"/>
                  <a:pt x="47700" y="68753"/>
                  <a:pt x="50000" y="6875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9" name="Белый — SVG 5">
            <a:extLst>
              <a:ext uri="{FF2B5EF4-FFF2-40B4-BE49-F238E27FC236}">
                <a16:creationId xmlns:a16="http://schemas.microsoft.com/office/drawing/2014/main" id="{C2E2411E-E2B7-C348-992F-429939F0CCBD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85171 w 141973"/>
              <a:gd name="csY0" fmla="*/ 0 h 152385"/>
              <a:gd name="csX1" fmla="*/ 81105 w 141973"/>
              <a:gd name="csY1" fmla="*/ 1293 h 152385"/>
              <a:gd name="csX2" fmla="*/ 78519 w 141973"/>
              <a:gd name="csY2" fmla="*/ 4695 h 152385"/>
              <a:gd name="csX3" fmla="*/ 78349 w 141973"/>
              <a:gd name="csY3" fmla="*/ 8948 h 152385"/>
              <a:gd name="csX4" fmla="*/ 80663 w 141973"/>
              <a:gd name="csY4" fmla="*/ 12537 h 152385"/>
              <a:gd name="csX5" fmla="*/ 71017 w 141973"/>
              <a:gd name="csY5" fmla="*/ 14102 h 152385"/>
              <a:gd name="csX6" fmla="*/ 69298 w 141973"/>
              <a:gd name="csY6" fmla="*/ 14391 h 152385"/>
              <a:gd name="csX7" fmla="*/ 62850 w 141973"/>
              <a:gd name="csY7" fmla="*/ 15429 h 152385"/>
              <a:gd name="csX8" fmla="*/ 63905 w 141973"/>
              <a:gd name="csY8" fmla="*/ 11857 h 152385"/>
              <a:gd name="csX9" fmla="*/ 63002 w 141973"/>
              <a:gd name="csY9" fmla="*/ 8250 h 152385"/>
              <a:gd name="csX10" fmla="*/ 60416 w 141973"/>
              <a:gd name="csY10" fmla="*/ 5597 h 152385"/>
              <a:gd name="csX11" fmla="*/ 56827 w 141973"/>
              <a:gd name="csY11" fmla="*/ 4610 h 152385"/>
              <a:gd name="csX12" fmla="*/ 52760 w 141973"/>
              <a:gd name="csY12" fmla="*/ 5903 h 152385"/>
              <a:gd name="csX13" fmla="*/ 50175 w 141973"/>
              <a:gd name="csY13" fmla="*/ 9288 h 152385"/>
              <a:gd name="csX14" fmla="*/ 49987 w 141973"/>
              <a:gd name="csY14" fmla="*/ 13541 h 152385"/>
              <a:gd name="csX15" fmla="*/ 52302 w 141973"/>
              <a:gd name="csY15" fmla="*/ 17130 h 152385"/>
              <a:gd name="csX16" fmla="*/ 4579 w 141973"/>
              <a:gd name="csY16" fmla="*/ 24870 h 152385"/>
              <a:gd name="csX17" fmla="*/ 2588 w 141973"/>
              <a:gd name="csY17" fmla="*/ 25585 h 152385"/>
              <a:gd name="csX18" fmla="*/ 1040 w 141973"/>
              <a:gd name="csY18" fmla="*/ 26997 h 152385"/>
              <a:gd name="csX19" fmla="*/ 155 w 141973"/>
              <a:gd name="csY19" fmla="*/ 28885 h 152385"/>
              <a:gd name="csX20" fmla="*/ 70 w 141973"/>
              <a:gd name="csY20" fmla="*/ 30994 h 152385"/>
              <a:gd name="csX21" fmla="*/ 819 w 141973"/>
              <a:gd name="csY21" fmla="*/ 32968 h 152385"/>
              <a:gd name="csX22" fmla="*/ 2248 w 141973"/>
              <a:gd name="csY22" fmla="*/ 34482 h 152385"/>
              <a:gd name="csX23" fmla="*/ 4171 w 141973"/>
              <a:gd name="csY23" fmla="*/ 35332 h 152385"/>
              <a:gd name="csX24" fmla="*/ 6280 w 141973"/>
              <a:gd name="csY24" fmla="*/ 35366 h 152385"/>
              <a:gd name="csX25" fmla="*/ 65691 w 141973"/>
              <a:gd name="csY25" fmla="*/ 25738 h 152385"/>
              <a:gd name="csX26" fmla="*/ 65691 w 141973"/>
              <a:gd name="csY26" fmla="*/ 46066 h 152385"/>
              <a:gd name="csX27" fmla="*/ 53271 w 141973"/>
              <a:gd name="csY27" fmla="*/ 46066 h 152385"/>
              <a:gd name="csX28" fmla="*/ 46193 w 141973"/>
              <a:gd name="csY28" fmla="*/ 53160 h 152385"/>
              <a:gd name="csX29" fmla="*/ 46193 w 141973"/>
              <a:gd name="csY29" fmla="*/ 53194 h 152385"/>
              <a:gd name="csX30" fmla="*/ 28313 w 141973"/>
              <a:gd name="csY30" fmla="*/ 65867 h 152385"/>
              <a:gd name="csX31" fmla="*/ 21371 w 141973"/>
              <a:gd name="csY31" fmla="*/ 102781 h 152385"/>
              <a:gd name="csX32" fmla="*/ 21524 w 141973"/>
              <a:gd name="csY32" fmla="*/ 107510 h 152385"/>
              <a:gd name="csX33" fmla="*/ 21626 w 141973"/>
              <a:gd name="csY33" fmla="*/ 109296 h 152385"/>
              <a:gd name="csX34" fmla="*/ 28329 w 141973"/>
              <a:gd name="csY34" fmla="*/ 139695 h 152385"/>
              <a:gd name="csX35" fmla="*/ 46602 w 141973"/>
              <a:gd name="csY35" fmla="*/ 152385 h 152385"/>
              <a:gd name="csX36" fmla="*/ 95396 w 141973"/>
              <a:gd name="csY36" fmla="*/ 152385 h 152385"/>
              <a:gd name="csX37" fmla="*/ 113685 w 141973"/>
              <a:gd name="csY37" fmla="*/ 139695 h 152385"/>
              <a:gd name="csX38" fmla="*/ 113685 w 141973"/>
              <a:gd name="csY38" fmla="*/ 139678 h 152385"/>
              <a:gd name="csX39" fmla="*/ 120372 w 141973"/>
              <a:gd name="csY39" fmla="*/ 109296 h 152385"/>
              <a:gd name="csX40" fmla="*/ 120491 w 141973"/>
              <a:gd name="csY40" fmla="*/ 107476 h 152385"/>
              <a:gd name="csX41" fmla="*/ 120491 w 141973"/>
              <a:gd name="csY41" fmla="*/ 107476 h 152385"/>
              <a:gd name="csX42" fmla="*/ 120627 w 141973"/>
              <a:gd name="csY42" fmla="*/ 102781 h 152385"/>
              <a:gd name="csX43" fmla="*/ 113669 w 141973"/>
              <a:gd name="csY43" fmla="*/ 65867 h 152385"/>
              <a:gd name="csX44" fmla="*/ 95805 w 141973"/>
              <a:gd name="csY44" fmla="*/ 53194 h 152385"/>
              <a:gd name="csX45" fmla="*/ 95805 w 141973"/>
              <a:gd name="csY45" fmla="*/ 53160 h 152385"/>
              <a:gd name="csX46" fmla="*/ 88727 w 141973"/>
              <a:gd name="csY46" fmla="*/ 46066 h 152385"/>
              <a:gd name="csX47" fmla="*/ 76324 w 141973"/>
              <a:gd name="csY47" fmla="*/ 46066 h 152385"/>
              <a:gd name="csX48" fmla="*/ 76324 w 141973"/>
              <a:gd name="csY48" fmla="*/ 24020 h 152385"/>
              <a:gd name="csX49" fmla="*/ 137420 w 141973"/>
              <a:gd name="csY49" fmla="*/ 14102 h 152385"/>
              <a:gd name="csX50" fmla="*/ 140805 w 141973"/>
              <a:gd name="csY50" fmla="*/ 12163 h 152385"/>
              <a:gd name="csX51" fmla="*/ 141962 w 141973"/>
              <a:gd name="csY51" fmla="*/ 8437 h 152385"/>
              <a:gd name="csX52" fmla="*/ 140261 w 141973"/>
              <a:gd name="csY52" fmla="*/ 4933 h 152385"/>
              <a:gd name="csX53" fmla="*/ 136620 w 141973"/>
              <a:gd name="csY53" fmla="*/ 3538 h 152385"/>
              <a:gd name="csX54" fmla="*/ 135718 w 141973"/>
              <a:gd name="csY54" fmla="*/ 3606 h 152385"/>
              <a:gd name="csX55" fmla="*/ 91194 w 141973"/>
              <a:gd name="csY55" fmla="*/ 10836 h 152385"/>
              <a:gd name="csX56" fmla="*/ 92266 w 141973"/>
              <a:gd name="csY56" fmla="*/ 7264 h 152385"/>
              <a:gd name="csX57" fmla="*/ 91365 w 141973"/>
              <a:gd name="csY57" fmla="*/ 3640 h 152385"/>
              <a:gd name="csX58" fmla="*/ 88778 w 141973"/>
              <a:gd name="csY58" fmla="*/ 987 h 152385"/>
              <a:gd name="csX59" fmla="*/ 85171 w 141973"/>
              <a:gd name="csY59" fmla="*/ 0 h 152385"/>
              <a:gd name="csX60" fmla="*/ 46602 w 141973"/>
              <a:gd name="csY60" fmla="*/ 63792 h 152385"/>
              <a:gd name="csX61" fmla="*/ 65691 w 141973"/>
              <a:gd name="csY61" fmla="*/ 63792 h 152385"/>
              <a:gd name="csX62" fmla="*/ 65691 w 141973"/>
              <a:gd name="csY62" fmla="*/ 102781 h 152385"/>
              <a:gd name="csX63" fmla="*/ 32005 w 141973"/>
              <a:gd name="csY63" fmla="*/ 102781 h 152385"/>
              <a:gd name="csX64" fmla="*/ 38282 w 141973"/>
              <a:gd name="csY64" fmla="*/ 69575 h 152385"/>
              <a:gd name="csX65" fmla="*/ 46602 w 141973"/>
              <a:gd name="csY65" fmla="*/ 63792 h 152385"/>
              <a:gd name="csX66" fmla="*/ 76324 w 141973"/>
              <a:gd name="csY66" fmla="*/ 63792 h 152385"/>
              <a:gd name="csX67" fmla="*/ 95396 w 141973"/>
              <a:gd name="csY67" fmla="*/ 63792 h 152385"/>
              <a:gd name="csX68" fmla="*/ 103716 w 141973"/>
              <a:gd name="csY68" fmla="*/ 69575 h 152385"/>
              <a:gd name="csX69" fmla="*/ 103716 w 141973"/>
              <a:gd name="csY69" fmla="*/ 69575 h 152385"/>
              <a:gd name="csX70" fmla="*/ 109994 w 141973"/>
              <a:gd name="csY70" fmla="*/ 102781 h 152385"/>
              <a:gd name="csX71" fmla="*/ 76324 w 141973"/>
              <a:gd name="csY71" fmla="*/ 102781 h 152385"/>
              <a:gd name="csX72" fmla="*/ 76324 w 141973"/>
              <a:gd name="csY72" fmla="*/ 63792 h 152385"/>
            </a:gdLst>
            <a:ahLst/>
            <a:cxnLst/>
            <a:rect l="l" t="t" r="r" b="b"/>
            <a:pathLst>
              <a:path w="100000" h="100000">
                <a:moveTo>
                  <a:pt x="59308" y="0"/>
                </a:moveTo>
                <a:cubicBezTo>
                  <a:pt x="58359" y="0"/>
                  <a:pt x="57422" y="301"/>
                  <a:pt x="56640" y="849"/>
                </a:cubicBezTo>
                <a:cubicBezTo>
                  <a:pt x="55859" y="1395"/>
                  <a:pt x="55267" y="2177"/>
                  <a:pt x="54943" y="3081"/>
                </a:cubicBezTo>
                <a:cubicBezTo>
                  <a:pt x="54619" y="3974"/>
                  <a:pt x="54586" y="4957"/>
                  <a:pt x="54832" y="5872"/>
                </a:cubicBezTo>
                <a:cubicBezTo>
                  <a:pt x="55088" y="6799"/>
                  <a:pt x="55613" y="7625"/>
                  <a:pt x="56350" y="8227"/>
                </a:cubicBezTo>
                <a:lnTo>
                  <a:pt x="50020" y="9254"/>
                </a:lnTo>
                <a:cubicBezTo>
                  <a:pt x="49640" y="9254"/>
                  <a:pt x="49260" y="9321"/>
                  <a:pt x="48892" y="9444"/>
                </a:cubicBezTo>
                <a:lnTo>
                  <a:pt x="44661" y="10125"/>
                </a:lnTo>
                <a:cubicBezTo>
                  <a:pt x="45096" y="9422"/>
                  <a:pt x="45331" y="8618"/>
                  <a:pt x="45353" y="7781"/>
                </a:cubicBezTo>
                <a:cubicBezTo>
                  <a:pt x="45375" y="6955"/>
                  <a:pt x="45174" y="6140"/>
                  <a:pt x="44760" y="5414"/>
                </a:cubicBezTo>
                <a:cubicBezTo>
                  <a:pt x="44359" y="4689"/>
                  <a:pt x="43778" y="4086"/>
                  <a:pt x="43063" y="3673"/>
                </a:cubicBezTo>
                <a:cubicBezTo>
                  <a:pt x="42349" y="3248"/>
                  <a:pt x="41534" y="3025"/>
                  <a:pt x="40708" y="3025"/>
                </a:cubicBezTo>
                <a:cubicBezTo>
                  <a:pt x="39748" y="3025"/>
                  <a:pt x="38821" y="3326"/>
                  <a:pt x="38039" y="3874"/>
                </a:cubicBezTo>
                <a:cubicBezTo>
                  <a:pt x="37258" y="4420"/>
                  <a:pt x="36666" y="5202"/>
                  <a:pt x="36343" y="6095"/>
                </a:cubicBezTo>
                <a:cubicBezTo>
                  <a:pt x="36019" y="6988"/>
                  <a:pt x="35975" y="7971"/>
                  <a:pt x="36219" y="8886"/>
                </a:cubicBezTo>
                <a:cubicBezTo>
                  <a:pt x="36477" y="9813"/>
                  <a:pt x="37002" y="10639"/>
                  <a:pt x="37739" y="11241"/>
                </a:cubicBezTo>
                <a:lnTo>
                  <a:pt x="6421" y="16321"/>
                </a:lnTo>
                <a:cubicBezTo>
                  <a:pt x="5963" y="16387"/>
                  <a:pt x="5517" y="16544"/>
                  <a:pt x="5115" y="16790"/>
                </a:cubicBezTo>
                <a:cubicBezTo>
                  <a:pt x="4724" y="17024"/>
                  <a:pt x="4378" y="17336"/>
                  <a:pt x="4099" y="17716"/>
                </a:cubicBezTo>
                <a:cubicBezTo>
                  <a:pt x="3819" y="18084"/>
                  <a:pt x="3619" y="18508"/>
                  <a:pt x="3518" y="18955"/>
                </a:cubicBezTo>
                <a:cubicBezTo>
                  <a:pt x="3407" y="19413"/>
                  <a:pt x="3385" y="19882"/>
                  <a:pt x="3462" y="20339"/>
                </a:cubicBezTo>
                <a:cubicBezTo>
                  <a:pt x="3540" y="20797"/>
                  <a:pt x="3697" y="21232"/>
                  <a:pt x="3954" y="21635"/>
                </a:cubicBezTo>
                <a:cubicBezTo>
                  <a:pt x="4199" y="22025"/>
                  <a:pt x="4512" y="22360"/>
                  <a:pt x="4892" y="22628"/>
                </a:cubicBezTo>
                <a:cubicBezTo>
                  <a:pt x="5272" y="22896"/>
                  <a:pt x="5707" y="23086"/>
                  <a:pt x="6153" y="23186"/>
                </a:cubicBezTo>
                <a:cubicBezTo>
                  <a:pt x="6611" y="23286"/>
                  <a:pt x="7079" y="23298"/>
                  <a:pt x="7537" y="23208"/>
                </a:cubicBezTo>
                <a:lnTo>
                  <a:pt x="46525" y="16890"/>
                </a:lnTo>
                <a:lnTo>
                  <a:pt x="46525" y="30230"/>
                </a:lnTo>
                <a:lnTo>
                  <a:pt x="38375" y="30230"/>
                </a:lnTo>
                <a:cubicBezTo>
                  <a:pt x="35807" y="30230"/>
                  <a:pt x="33730" y="32317"/>
                  <a:pt x="33730" y="34885"/>
                </a:cubicBezTo>
                <a:lnTo>
                  <a:pt x="33730" y="34908"/>
                </a:lnTo>
                <a:cubicBezTo>
                  <a:pt x="28494" y="35019"/>
                  <a:pt x="23826" y="38312"/>
                  <a:pt x="21996" y="43224"/>
                </a:cubicBezTo>
                <a:cubicBezTo>
                  <a:pt x="19930" y="48783"/>
                  <a:pt x="17441" y="57457"/>
                  <a:pt x="17441" y="67448"/>
                </a:cubicBezTo>
                <a:cubicBezTo>
                  <a:pt x="17441" y="68498"/>
                  <a:pt x="17485" y="69536"/>
                  <a:pt x="17541" y="70552"/>
                </a:cubicBezTo>
                <a:cubicBezTo>
                  <a:pt x="17496" y="70943"/>
                  <a:pt x="17519" y="71344"/>
                  <a:pt x="17608" y="71724"/>
                </a:cubicBezTo>
                <a:cubicBezTo>
                  <a:pt x="18178" y="79885"/>
                  <a:pt x="20232" y="86917"/>
                  <a:pt x="22007" y="91672"/>
                </a:cubicBezTo>
                <a:cubicBezTo>
                  <a:pt x="23871" y="96662"/>
                  <a:pt x="28661" y="100000"/>
                  <a:pt x="33998" y="100000"/>
                </a:cubicBezTo>
                <a:lnTo>
                  <a:pt x="66018" y="100000"/>
                </a:lnTo>
                <a:cubicBezTo>
                  <a:pt x="71367" y="100000"/>
                  <a:pt x="76156" y="96662"/>
                  <a:pt x="78020" y="91672"/>
                </a:cubicBezTo>
                <a:lnTo>
                  <a:pt x="78020" y="91661"/>
                </a:lnTo>
                <a:cubicBezTo>
                  <a:pt x="79785" y="86917"/>
                  <a:pt x="81839" y="79885"/>
                  <a:pt x="82408" y="71724"/>
                </a:cubicBezTo>
                <a:cubicBezTo>
                  <a:pt x="82498" y="71333"/>
                  <a:pt x="82520" y="70932"/>
                  <a:pt x="82486" y="70529"/>
                </a:cubicBezTo>
                <a:lnTo>
                  <a:pt x="82486" y="70529"/>
                </a:lnTo>
                <a:cubicBezTo>
                  <a:pt x="82531" y="69513"/>
                  <a:pt x="82576" y="68486"/>
                  <a:pt x="82576" y="67448"/>
                </a:cubicBezTo>
                <a:cubicBezTo>
                  <a:pt x="82576" y="57457"/>
                  <a:pt x="80086" y="48783"/>
                  <a:pt x="78010" y="43224"/>
                </a:cubicBezTo>
                <a:cubicBezTo>
                  <a:pt x="76178" y="38312"/>
                  <a:pt x="71523" y="35019"/>
                  <a:pt x="66287" y="34908"/>
                </a:cubicBezTo>
                <a:lnTo>
                  <a:pt x="66287" y="34885"/>
                </a:lnTo>
                <a:cubicBezTo>
                  <a:pt x="66287" y="32317"/>
                  <a:pt x="64210" y="30230"/>
                  <a:pt x="61642" y="30230"/>
                </a:cubicBezTo>
                <a:lnTo>
                  <a:pt x="53503" y="30230"/>
                </a:lnTo>
                <a:lnTo>
                  <a:pt x="53503" y="15763"/>
                </a:lnTo>
                <a:lnTo>
                  <a:pt x="93596" y="9254"/>
                </a:lnTo>
                <a:cubicBezTo>
                  <a:pt x="94478" y="9131"/>
                  <a:pt x="95271" y="8674"/>
                  <a:pt x="95817" y="7982"/>
                </a:cubicBezTo>
                <a:cubicBezTo>
                  <a:pt x="96364" y="7289"/>
                  <a:pt x="96633" y="6419"/>
                  <a:pt x="96576" y="5537"/>
                </a:cubicBezTo>
                <a:cubicBezTo>
                  <a:pt x="96509" y="4666"/>
                  <a:pt x="96108" y="3840"/>
                  <a:pt x="95460" y="3237"/>
                </a:cubicBezTo>
                <a:cubicBezTo>
                  <a:pt x="94801" y="2646"/>
                  <a:pt x="93953" y="2311"/>
                  <a:pt x="93071" y="2322"/>
                </a:cubicBezTo>
                <a:cubicBezTo>
                  <a:pt x="92870" y="2322"/>
                  <a:pt x="92680" y="2333"/>
                  <a:pt x="92479" y="2366"/>
                </a:cubicBezTo>
                <a:lnTo>
                  <a:pt x="63261" y="7111"/>
                </a:lnTo>
                <a:cubicBezTo>
                  <a:pt x="63697" y="6407"/>
                  <a:pt x="63942" y="5593"/>
                  <a:pt x="63964" y="4767"/>
                </a:cubicBezTo>
                <a:cubicBezTo>
                  <a:pt x="63987" y="3941"/>
                  <a:pt x="63785" y="3114"/>
                  <a:pt x="63373" y="2389"/>
                </a:cubicBezTo>
                <a:cubicBezTo>
                  <a:pt x="62970" y="1664"/>
                  <a:pt x="62390" y="1060"/>
                  <a:pt x="61675" y="648"/>
                </a:cubicBezTo>
                <a:cubicBezTo>
                  <a:pt x="60961" y="223"/>
                  <a:pt x="60146" y="0"/>
                  <a:pt x="59308" y="0"/>
                </a:cubicBezTo>
                <a:close/>
                <a:moveTo>
                  <a:pt x="33998" y="41862"/>
                </a:moveTo>
                <a:lnTo>
                  <a:pt x="46525" y="41862"/>
                </a:lnTo>
                <a:lnTo>
                  <a:pt x="46525" y="67448"/>
                </a:lnTo>
                <a:lnTo>
                  <a:pt x="24419" y="67448"/>
                </a:lnTo>
                <a:cubicBezTo>
                  <a:pt x="24419" y="58629"/>
                  <a:pt x="26663" y="50692"/>
                  <a:pt x="28538" y="45657"/>
                </a:cubicBezTo>
                <a:cubicBezTo>
                  <a:pt x="29398" y="43358"/>
                  <a:pt x="31553" y="41862"/>
                  <a:pt x="33998" y="41862"/>
                </a:cubicBezTo>
                <a:close/>
                <a:moveTo>
                  <a:pt x="53503" y="41862"/>
                </a:moveTo>
                <a:lnTo>
                  <a:pt x="66018" y="41862"/>
                </a:lnTo>
                <a:cubicBezTo>
                  <a:pt x="68475" y="41862"/>
                  <a:pt x="70618" y="43358"/>
                  <a:pt x="71478" y="45657"/>
                </a:cubicBezTo>
                <a:lnTo>
                  <a:pt x="71478" y="45657"/>
                </a:lnTo>
                <a:cubicBezTo>
                  <a:pt x="73354" y="50692"/>
                  <a:pt x="75598" y="58629"/>
                  <a:pt x="75598" y="67448"/>
                </a:cubicBezTo>
                <a:lnTo>
                  <a:pt x="53503" y="67448"/>
                </a:lnTo>
                <a:lnTo>
                  <a:pt x="53503" y="4186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0" name="Белый — SVG 6">
            <a:extLst>
              <a:ext uri="{FF2B5EF4-FFF2-40B4-BE49-F238E27FC236}">
                <a16:creationId xmlns:a16="http://schemas.microsoft.com/office/drawing/2014/main" id="{F11C2EBE-AF33-534B-870B-69F9323183C1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19494 w 155956"/>
              <a:gd name="csY0" fmla="*/ 0 h 134676"/>
              <a:gd name="csX1" fmla="*/ 0 w 155956"/>
              <a:gd name="csY1" fmla="*/ 19495 h 134676"/>
              <a:gd name="csX2" fmla="*/ 0 w 155956"/>
              <a:gd name="csY2" fmla="*/ 104550 h 134676"/>
              <a:gd name="csX3" fmla="*/ 15950 w 155956"/>
              <a:gd name="csY3" fmla="*/ 120490 h 134676"/>
              <a:gd name="csX4" fmla="*/ 25165 w 155956"/>
              <a:gd name="csY4" fmla="*/ 120490 h 134676"/>
              <a:gd name="csX5" fmla="*/ 29256 w 155956"/>
              <a:gd name="csY5" fmla="*/ 129012 h 134676"/>
              <a:gd name="csX6" fmla="*/ 42534 w 155956"/>
              <a:gd name="csY6" fmla="*/ 134677 h 134676"/>
              <a:gd name="csX7" fmla="*/ 55811 w 155956"/>
              <a:gd name="csY7" fmla="*/ 129012 h 134676"/>
              <a:gd name="csX8" fmla="*/ 59902 w 155956"/>
              <a:gd name="csY8" fmla="*/ 120490 h 134676"/>
              <a:gd name="csX9" fmla="*/ 92157 w 155956"/>
              <a:gd name="csY9" fmla="*/ 120490 h 134676"/>
              <a:gd name="csX10" fmla="*/ 92157 w 155956"/>
              <a:gd name="csY10" fmla="*/ 49621 h 134676"/>
              <a:gd name="csX11" fmla="*/ 102790 w 155956"/>
              <a:gd name="csY11" fmla="*/ 38990 h 134676"/>
              <a:gd name="csX12" fmla="*/ 132917 w 155956"/>
              <a:gd name="csY12" fmla="*/ 38990 h 134676"/>
              <a:gd name="csX13" fmla="*/ 152411 w 155956"/>
              <a:gd name="csY13" fmla="*/ 19495 h 134676"/>
              <a:gd name="csX14" fmla="*/ 132917 w 155956"/>
              <a:gd name="csY14" fmla="*/ 0 h 134676"/>
              <a:gd name="csX15" fmla="*/ 19494 w 155956"/>
              <a:gd name="csY15" fmla="*/ 0 h 134676"/>
              <a:gd name="csX16" fmla="*/ 118740 w 155956"/>
              <a:gd name="csY16" fmla="*/ 14170 h 134676"/>
              <a:gd name="csX17" fmla="*/ 132917 w 155956"/>
              <a:gd name="csY17" fmla="*/ 14170 h 134676"/>
              <a:gd name="csX18" fmla="*/ 138234 w 155956"/>
              <a:gd name="csY18" fmla="*/ 19495 h 134676"/>
              <a:gd name="csX19" fmla="*/ 132917 w 155956"/>
              <a:gd name="csY19" fmla="*/ 24802 h 134676"/>
              <a:gd name="csX20" fmla="*/ 118740 w 155956"/>
              <a:gd name="csY20" fmla="*/ 24802 h 134676"/>
              <a:gd name="csX21" fmla="*/ 113423 w 155956"/>
              <a:gd name="csY21" fmla="*/ 19495 h 134676"/>
              <a:gd name="csX22" fmla="*/ 118740 w 155956"/>
              <a:gd name="csY22" fmla="*/ 14170 h 134676"/>
              <a:gd name="csX23" fmla="*/ 28356 w 155956"/>
              <a:gd name="csY23" fmla="*/ 38990 h 134676"/>
              <a:gd name="csX24" fmla="*/ 70890 w 155956"/>
              <a:gd name="csY24" fmla="*/ 38990 h 134676"/>
              <a:gd name="csX25" fmla="*/ 70890 w 155956"/>
              <a:gd name="csY25" fmla="*/ 74424 h 134676"/>
              <a:gd name="csX26" fmla="*/ 28356 w 155956"/>
              <a:gd name="csY26" fmla="*/ 74424 h 134676"/>
              <a:gd name="csX27" fmla="*/ 28356 w 155956"/>
              <a:gd name="csY27" fmla="*/ 38990 h 134676"/>
              <a:gd name="csX28" fmla="*/ 106334 w 155956"/>
              <a:gd name="csY28" fmla="*/ 46066 h 134676"/>
              <a:gd name="csX29" fmla="*/ 99244 w 155956"/>
              <a:gd name="csY29" fmla="*/ 53160 h 134676"/>
              <a:gd name="csX30" fmla="*/ 99244 w 155956"/>
              <a:gd name="csY30" fmla="*/ 120490 h 134676"/>
              <a:gd name="csX31" fmla="*/ 106688 w 155956"/>
              <a:gd name="csY31" fmla="*/ 120490 h 134676"/>
              <a:gd name="csX32" fmla="*/ 110778 w 155956"/>
              <a:gd name="csY32" fmla="*/ 129012 h 134676"/>
              <a:gd name="csX33" fmla="*/ 124057 w 155956"/>
              <a:gd name="csY33" fmla="*/ 134677 h 134676"/>
              <a:gd name="csX34" fmla="*/ 137334 w 155956"/>
              <a:gd name="csY34" fmla="*/ 129012 h 134676"/>
              <a:gd name="csX35" fmla="*/ 141460 w 155956"/>
              <a:gd name="csY35" fmla="*/ 120354 h 134676"/>
              <a:gd name="csX36" fmla="*/ 155957 w 155956"/>
              <a:gd name="csY36" fmla="*/ 104550 h 134676"/>
              <a:gd name="csX37" fmla="*/ 155957 w 155956"/>
              <a:gd name="csY37" fmla="*/ 79731 h 134676"/>
              <a:gd name="csX38" fmla="*/ 122284 w 155956"/>
              <a:gd name="csY38" fmla="*/ 46066 h 134676"/>
              <a:gd name="csX39" fmla="*/ 106334 w 155956"/>
              <a:gd name="csY39" fmla="*/ 46066 h 134676"/>
              <a:gd name="csX40" fmla="*/ 42534 w 155956"/>
              <a:gd name="csY40" fmla="*/ 109858 h 134676"/>
              <a:gd name="csX41" fmla="*/ 47864 w 155956"/>
              <a:gd name="csY41" fmla="*/ 111950 h 134676"/>
              <a:gd name="csX42" fmla="*/ 49623 w 155956"/>
              <a:gd name="csY42" fmla="*/ 116951 h 134676"/>
              <a:gd name="csX43" fmla="*/ 47864 w 155956"/>
              <a:gd name="csY43" fmla="*/ 121953 h 134676"/>
              <a:gd name="csX44" fmla="*/ 42534 w 155956"/>
              <a:gd name="csY44" fmla="*/ 124045 h 134676"/>
              <a:gd name="csX45" fmla="*/ 37203 w 155956"/>
              <a:gd name="csY45" fmla="*/ 121953 h 134676"/>
              <a:gd name="csX46" fmla="*/ 35444 w 155956"/>
              <a:gd name="csY46" fmla="*/ 116951 h 134676"/>
              <a:gd name="csX47" fmla="*/ 37203 w 155956"/>
              <a:gd name="csY47" fmla="*/ 111950 h 134676"/>
              <a:gd name="csX48" fmla="*/ 42534 w 155956"/>
              <a:gd name="csY48" fmla="*/ 109858 h 134676"/>
              <a:gd name="csX49" fmla="*/ 124057 w 155956"/>
              <a:gd name="csY49" fmla="*/ 109858 h 134676"/>
              <a:gd name="csX50" fmla="*/ 129387 w 155956"/>
              <a:gd name="csY50" fmla="*/ 111950 h 134676"/>
              <a:gd name="csX51" fmla="*/ 131144 w 155956"/>
              <a:gd name="csY51" fmla="*/ 116951 h 134676"/>
              <a:gd name="csX52" fmla="*/ 129387 w 155956"/>
              <a:gd name="csY52" fmla="*/ 121953 h 134676"/>
              <a:gd name="csX53" fmla="*/ 124057 w 155956"/>
              <a:gd name="csY53" fmla="*/ 124045 h 134676"/>
              <a:gd name="csX54" fmla="*/ 118726 w 155956"/>
              <a:gd name="csY54" fmla="*/ 121953 h 134676"/>
              <a:gd name="csX55" fmla="*/ 116967 w 155956"/>
              <a:gd name="csY55" fmla="*/ 116951 h 134676"/>
              <a:gd name="csX56" fmla="*/ 118726 w 155956"/>
              <a:gd name="csY56" fmla="*/ 111950 h 134676"/>
              <a:gd name="csX57" fmla="*/ 124057 w 155956"/>
              <a:gd name="csY57" fmla="*/ 109858 h 134676"/>
            </a:gdLst>
            <a:ahLst/>
            <a:cxnLst/>
            <a:rect l="l" t="t" r="r" b="b"/>
            <a:pathLst>
              <a:path w="100000" h="100000">
                <a:moveTo>
                  <a:pt x="12500" y="6822"/>
                </a:moveTo>
                <a:cubicBezTo>
                  <a:pt x="5595" y="6822"/>
                  <a:pt x="0" y="12418"/>
                  <a:pt x="0" y="19323"/>
                </a:cubicBezTo>
                <a:lnTo>
                  <a:pt x="0" y="73861"/>
                </a:lnTo>
                <a:cubicBezTo>
                  <a:pt x="0" y="79511"/>
                  <a:pt x="4579" y="84081"/>
                  <a:pt x="10227" y="84081"/>
                </a:cubicBezTo>
                <a:lnTo>
                  <a:pt x="16136" y="84081"/>
                </a:lnTo>
                <a:cubicBezTo>
                  <a:pt x="16503" y="86056"/>
                  <a:pt x="17348" y="87954"/>
                  <a:pt x="18759" y="89546"/>
                </a:cubicBezTo>
                <a:cubicBezTo>
                  <a:pt x="20710" y="91738"/>
                  <a:pt x="23769" y="93178"/>
                  <a:pt x="27273" y="93178"/>
                </a:cubicBezTo>
                <a:cubicBezTo>
                  <a:pt x="30777" y="93178"/>
                  <a:pt x="33836" y="91738"/>
                  <a:pt x="35786" y="89546"/>
                </a:cubicBezTo>
                <a:cubicBezTo>
                  <a:pt x="37198" y="87954"/>
                  <a:pt x="38042" y="86056"/>
                  <a:pt x="38410" y="84081"/>
                </a:cubicBezTo>
                <a:lnTo>
                  <a:pt x="59092" y="84081"/>
                </a:lnTo>
                <a:lnTo>
                  <a:pt x="59092" y="38640"/>
                </a:lnTo>
                <a:cubicBezTo>
                  <a:pt x="59092" y="34866"/>
                  <a:pt x="62144" y="31823"/>
                  <a:pt x="65910" y="31823"/>
                </a:cubicBezTo>
                <a:lnTo>
                  <a:pt x="85227" y="31823"/>
                </a:lnTo>
                <a:cubicBezTo>
                  <a:pt x="92132" y="31823"/>
                  <a:pt x="97727" y="26227"/>
                  <a:pt x="97727" y="19323"/>
                </a:cubicBezTo>
                <a:cubicBezTo>
                  <a:pt x="97727" y="12418"/>
                  <a:pt x="92132" y="6822"/>
                  <a:pt x="85227" y="6822"/>
                </a:cubicBezTo>
                <a:lnTo>
                  <a:pt x="12500" y="6822"/>
                </a:lnTo>
                <a:close/>
                <a:moveTo>
                  <a:pt x="76137" y="15908"/>
                </a:moveTo>
                <a:lnTo>
                  <a:pt x="85227" y="15908"/>
                </a:lnTo>
                <a:cubicBezTo>
                  <a:pt x="87111" y="15908"/>
                  <a:pt x="88637" y="17436"/>
                  <a:pt x="88637" y="19323"/>
                </a:cubicBezTo>
                <a:cubicBezTo>
                  <a:pt x="88637" y="21210"/>
                  <a:pt x="87111" y="22726"/>
                  <a:pt x="85227" y="22726"/>
                </a:cubicBezTo>
                <a:lnTo>
                  <a:pt x="76137" y="22726"/>
                </a:lnTo>
                <a:cubicBezTo>
                  <a:pt x="74253" y="22726"/>
                  <a:pt x="72728" y="21210"/>
                  <a:pt x="72728" y="19323"/>
                </a:cubicBezTo>
                <a:cubicBezTo>
                  <a:pt x="72728" y="17436"/>
                  <a:pt x="74253" y="15908"/>
                  <a:pt x="76137" y="15908"/>
                </a:cubicBezTo>
                <a:close/>
                <a:moveTo>
                  <a:pt x="18182" y="31823"/>
                </a:moveTo>
                <a:lnTo>
                  <a:pt x="45455" y="31823"/>
                </a:lnTo>
                <a:lnTo>
                  <a:pt x="45455" y="54544"/>
                </a:lnTo>
                <a:lnTo>
                  <a:pt x="18182" y="54544"/>
                </a:lnTo>
                <a:lnTo>
                  <a:pt x="18182" y="31823"/>
                </a:lnTo>
                <a:close/>
                <a:moveTo>
                  <a:pt x="68182" y="36360"/>
                </a:moveTo>
                <a:cubicBezTo>
                  <a:pt x="65670" y="36360"/>
                  <a:pt x="63636" y="38400"/>
                  <a:pt x="63636" y="40909"/>
                </a:cubicBezTo>
                <a:lnTo>
                  <a:pt x="63636" y="84081"/>
                </a:lnTo>
                <a:lnTo>
                  <a:pt x="68409" y="84081"/>
                </a:lnTo>
                <a:cubicBezTo>
                  <a:pt x="68776" y="86056"/>
                  <a:pt x="69620" y="87954"/>
                  <a:pt x="71032" y="89546"/>
                </a:cubicBezTo>
                <a:cubicBezTo>
                  <a:pt x="72982" y="91738"/>
                  <a:pt x="76042" y="93178"/>
                  <a:pt x="79546" y="93178"/>
                </a:cubicBezTo>
                <a:cubicBezTo>
                  <a:pt x="83049" y="93178"/>
                  <a:pt x="86109" y="91738"/>
                  <a:pt x="88059" y="89546"/>
                </a:cubicBezTo>
                <a:cubicBezTo>
                  <a:pt x="89493" y="87932"/>
                  <a:pt x="90347" y="85990"/>
                  <a:pt x="90705" y="83994"/>
                </a:cubicBezTo>
                <a:cubicBezTo>
                  <a:pt x="95908" y="83514"/>
                  <a:pt x="100001" y="79184"/>
                  <a:pt x="100001" y="73861"/>
                </a:cubicBezTo>
                <a:lnTo>
                  <a:pt x="100001" y="57946"/>
                </a:lnTo>
                <a:cubicBezTo>
                  <a:pt x="100001" y="46025"/>
                  <a:pt x="90334" y="36360"/>
                  <a:pt x="78409" y="36360"/>
                </a:cubicBezTo>
                <a:lnTo>
                  <a:pt x="68182" y="36360"/>
                </a:lnTo>
                <a:close/>
                <a:moveTo>
                  <a:pt x="27273" y="77264"/>
                </a:moveTo>
                <a:cubicBezTo>
                  <a:pt x="29072" y="77264"/>
                  <a:pt x="29991" y="77820"/>
                  <a:pt x="30691" y="78606"/>
                </a:cubicBezTo>
                <a:cubicBezTo>
                  <a:pt x="31392" y="79402"/>
                  <a:pt x="31819" y="80580"/>
                  <a:pt x="31819" y="81812"/>
                </a:cubicBezTo>
                <a:cubicBezTo>
                  <a:pt x="31819" y="83045"/>
                  <a:pt x="31392" y="84223"/>
                  <a:pt x="30691" y="85019"/>
                </a:cubicBezTo>
                <a:cubicBezTo>
                  <a:pt x="29991" y="85804"/>
                  <a:pt x="29072" y="86361"/>
                  <a:pt x="27273" y="86361"/>
                </a:cubicBezTo>
                <a:cubicBezTo>
                  <a:pt x="25474" y="86361"/>
                  <a:pt x="24555" y="85804"/>
                  <a:pt x="23855" y="85019"/>
                </a:cubicBezTo>
                <a:cubicBezTo>
                  <a:pt x="23153" y="84223"/>
                  <a:pt x="22727" y="83045"/>
                  <a:pt x="22727" y="81812"/>
                </a:cubicBezTo>
                <a:cubicBezTo>
                  <a:pt x="22727" y="80580"/>
                  <a:pt x="23153" y="79402"/>
                  <a:pt x="23855" y="78606"/>
                </a:cubicBezTo>
                <a:cubicBezTo>
                  <a:pt x="24555" y="77820"/>
                  <a:pt x="25474" y="77264"/>
                  <a:pt x="27273" y="77264"/>
                </a:cubicBezTo>
                <a:close/>
                <a:moveTo>
                  <a:pt x="79546" y="77264"/>
                </a:moveTo>
                <a:cubicBezTo>
                  <a:pt x="81345" y="77264"/>
                  <a:pt x="82262" y="77820"/>
                  <a:pt x="82964" y="78606"/>
                </a:cubicBezTo>
                <a:cubicBezTo>
                  <a:pt x="83664" y="79402"/>
                  <a:pt x="84090" y="80580"/>
                  <a:pt x="84090" y="81812"/>
                </a:cubicBezTo>
                <a:cubicBezTo>
                  <a:pt x="84090" y="83045"/>
                  <a:pt x="83664" y="84223"/>
                  <a:pt x="82964" y="85019"/>
                </a:cubicBezTo>
                <a:cubicBezTo>
                  <a:pt x="82262" y="85804"/>
                  <a:pt x="81345" y="86361"/>
                  <a:pt x="79546" y="86361"/>
                </a:cubicBezTo>
                <a:cubicBezTo>
                  <a:pt x="77746" y="86361"/>
                  <a:pt x="76829" y="85804"/>
                  <a:pt x="76128" y="85019"/>
                </a:cubicBezTo>
                <a:cubicBezTo>
                  <a:pt x="75426" y="84223"/>
                  <a:pt x="75000" y="83045"/>
                  <a:pt x="75000" y="81812"/>
                </a:cubicBezTo>
                <a:cubicBezTo>
                  <a:pt x="75000" y="80580"/>
                  <a:pt x="75426" y="79402"/>
                  <a:pt x="76128" y="78606"/>
                </a:cubicBezTo>
                <a:cubicBezTo>
                  <a:pt x="76829" y="77820"/>
                  <a:pt x="77746" y="77264"/>
                  <a:pt x="79546" y="7726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1" name="Белый — SVG 7">
            <a:extLst>
              <a:ext uri="{FF2B5EF4-FFF2-40B4-BE49-F238E27FC236}">
                <a16:creationId xmlns:a16="http://schemas.microsoft.com/office/drawing/2014/main" id="{E9894B86-430F-1D43-BF35-D748FAAA7A6A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37189 w 152470"/>
              <a:gd name="csY0" fmla="*/ 1 h 138301"/>
              <a:gd name="csX1" fmla="*/ 33463 w 152470"/>
              <a:gd name="csY1" fmla="*/ 1617 h 138301"/>
              <a:gd name="csX2" fmla="*/ 31949 w 152470"/>
              <a:gd name="csY2" fmla="*/ 5394 h 138301"/>
              <a:gd name="csX3" fmla="*/ 31949 w 152470"/>
              <a:gd name="csY3" fmla="*/ 17795 h 138301"/>
              <a:gd name="csX4" fmla="*/ 30179 w 152470"/>
              <a:gd name="csY4" fmla="*/ 17795 h 138301"/>
              <a:gd name="csX5" fmla="*/ 17776 w 152470"/>
              <a:gd name="csY5" fmla="*/ 30196 h 138301"/>
              <a:gd name="csX6" fmla="*/ 17776 w 152470"/>
              <a:gd name="csY6" fmla="*/ 60323 h 138301"/>
              <a:gd name="csX7" fmla="*/ 60310 w 152470"/>
              <a:gd name="csY7" fmla="*/ 60323 h 138301"/>
              <a:gd name="csX8" fmla="*/ 60310 w 152470"/>
              <a:gd name="csY8" fmla="*/ 46850 h 138301"/>
              <a:gd name="csX9" fmla="*/ 65924 w 152470"/>
              <a:gd name="csY9" fmla="*/ 40964 h 138301"/>
              <a:gd name="csX10" fmla="*/ 67404 w 152470"/>
              <a:gd name="csY10" fmla="*/ 37290 h 138301"/>
              <a:gd name="csX11" fmla="*/ 67404 w 152470"/>
              <a:gd name="csY11" fmla="*/ 30196 h 138301"/>
              <a:gd name="csX12" fmla="*/ 55002 w 152470"/>
              <a:gd name="csY12" fmla="*/ 17795 h 138301"/>
              <a:gd name="csX13" fmla="*/ 42582 w 152470"/>
              <a:gd name="csY13" fmla="*/ 17795 h 138301"/>
              <a:gd name="csX14" fmla="*/ 42582 w 152470"/>
              <a:gd name="csY14" fmla="*/ 5394 h 138301"/>
              <a:gd name="csX15" fmla="*/ 42191 w 152470"/>
              <a:gd name="csY15" fmla="*/ 3319 h 138301"/>
              <a:gd name="csX16" fmla="*/ 41034 w 152470"/>
              <a:gd name="csY16" fmla="*/ 1549 h 138301"/>
              <a:gd name="csX17" fmla="*/ 39264 w 152470"/>
              <a:gd name="csY17" fmla="*/ 393 h 138301"/>
              <a:gd name="csX18" fmla="*/ 37189 w 152470"/>
              <a:gd name="csY18" fmla="*/ 1 h 138301"/>
              <a:gd name="csX19" fmla="*/ 118206 w 152470"/>
              <a:gd name="csY19" fmla="*/ 56785 h 138301"/>
              <a:gd name="csX20" fmla="*/ 98386 w 152470"/>
              <a:gd name="csY20" fmla="*/ 68080 h 138301"/>
              <a:gd name="csX21" fmla="*/ 96684 w 152470"/>
              <a:gd name="csY21" fmla="*/ 70955 h 138301"/>
              <a:gd name="csX22" fmla="*/ 19546 w 152470"/>
              <a:gd name="csY22" fmla="*/ 70955 h 138301"/>
              <a:gd name="csX23" fmla="*/ 3604 w 152470"/>
              <a:gd name="csY23" fmla="*/ 86911 h 138301"/>
              <a:gd name="csX24" fmla="*/ 3604 w 152470"/>
              <a:gd name="csY24" fmla="*/ 109944 h 138301"/>
              <a:gd name="csX25" fmla="*/ 5374 w 152470"/>
              <a:gd name="csY25" fmla="*/ 109944 h 138301"/>
              <a:gd name="csX26" fmla="*/ 28410 w 152470"/>
              <a:gd name="csY26" fmla="*/ 117038 h 138301"/>
              <a:gd name="csX27" fmla="*/ 51446 w 152470"/>
              <a:gd name="csY27" fmla="*/ 109944 h 138301"/>
              <a:gd name="csX28" fmla="*/ 74482 w 152470"/>
              <a:gd name="csY28" fmla="*/ 117038 h 138301"/>
              <a:gd name="csX29" fmla="*/ 97535 w 152470"/>
              <a:gd name="csY29" fmla="*/ 109944 h 138301"/>
              <a:gd name="csX30" fmla="*/ 120571 w 152470"/>
              <a:gd name="csY30" fmla="*/ 117038 h 138301"/>
              <a:gd name="csX31" fmla="*/ 136802 w 152470"/>
              <a:gd name="csY31" fmla="*/ 110744 h 138301"/>
              <a:gd name="csX32" fmla="*/ 152353 w 152470"/>
              <a:gd name="csY32" fmla="*/ 70938 h 138301"/>
              <a:gd name="csX33" fmla="*/ 149409 w 152470"/>
              <a:gd name="csY33" fmla="*/ 61037 h 138301"/>
              <a:gd name="csX34" fmla="*/ 140035 w 152470"/>
              <a:gd name="csY34" fmla="*/ 56785 h 138301"/>
              <a:gd name="csX35" fmla="*/ 118206 w 152470"/>
              <a:gd name="csY35" fmla="*/ 56785 h 138301"/>
              <a:gd name="csX36" fmla="*/ 122341 w 152470"/>
              <a:gd name="csY36" fmla="*/ 74510 h 138301"/>
              <a:gd name="csX37" fmla="*/ 127649 w 152470"/>
              <a:gd name="csY37" fmla="*/ 79818 h 138301"/>
              <a:gd name="csX38" fmla="*/ 122341 w 152470"/>
              <a:gd name="csY38" fmla="*/ 85142 h 138301"/>
              <a:gd name="csX39" fmla="*/ 117016 w 152470"/>
              <a:gd name="csY39" fmla="*/ 79818 h 138301"/>
              <a:gd name="csX40" fmla="*/ 122341 w 152470"/>
              <a:gd name="csY40" fmla="*/ 74510 h 138301"/>
              <a:gd name="csX41" fmla="*/ 5237 w 152470"/>
              <a:gd name="csY41" fmla="*/ 120525 h 138301"/>
              <a:gd name="csX42" fmla="*/ 2277 w 152470"/>
              <a:gd name="csY42" fmla="*/ 121478 h 138301"/>
              <a:gd name="csX43" fmla="*/ 355 w 152470"/>
              <a:gd name="csY43" fmla="*/ 123910 h 138301"/>
              <a:gd name="csX44" fmla="*/ 133 w 152470"/>
              <a:gd name="csY44" fmla="*/ 127006 h 138301"/>
              <a:gd name="csX45" fmla="*/ 1665 w 152470"/>
              <a:gd name="csY45" fmla="*/ 129711 h 138301"/>
              <a:gd name="csX46" fmla="*/ 8742 w 152470"/>
              <a:gd name="csY46" fmla="*/ 134253 h 138301"/>
              <a:gd name="csX47" fmla="*/ 28410 w 152470"/>
              <a:gd name="csY47" fmla="*/ 138302 h 138301"/>
              <a:gd name="csX48" fmla="*/ 48077 w 152470"/>
              <a:gd name="csY48" fmla="*/ 134253 h 138301"/>
              <a:gd name="csX49" fmla="*/ 51446 w 152470"/>
              <a:gd name="csY49" fmla="*/ 132093 h 138301"/>
              <a:gd name="csX50" fmla="*/ 54815 w 152470"/>
              <a:gd name="csY50" fmla="*/ 134253 h 138301"/>
              <a:gd name="csX51" fmla="*/ 74482 w 152470"/>
              <a:gd name="csY51" fmla="*/ 138302 h 138301"/>
              <a:gd name="csX52" fmla="*/ 94149 w 152470"/>
              <a:gd name="csY52" fmla="*/ 134253 h 138301"/>
              <a:gd name="csX53" fmla="*/ 97535 w 152470"/>
              <a:gd name="csY53" fmla="*/ 132093 h 138301"/>
              <a:gd name="csX54" fmla="*/ 100904 w 152470"/>
              <a:gd name="csY54" fmla="*/ 134253 h 138301"/>
              <a:gd name="csX55" fmla="*/ 120571 w 152470"/>
              <a:gd name="csY55" fmla="*/ 138302 h 138301"/>
              <a:gd name="csX56" fmla="*/ 140239 w 152470"/>
              <a:gd name="csY56" fmla="*/ 134253 h 138301"/>
              <a:gd name="csX57" fmla="*/ 147316 w 152470"/>
              <a:gd name="csY57" fmla="*/ 129711 h 138301"/>
              <a:gd name="csX58" fmla="*/ 148524 w 152470"/>
              <a:gd name="csY58" fmla="*/ 127993 h 138301"/>
              <a:gd name="csX59" fmla="*/ 148967 w 152470"/>
              <a:gd name="csY59" fmla="*/ 125952 h 138301"/>
              <a:gd name="csX60" fmla="*/ 148609 w 152470"/>
              <a:gd name="csY60" fmla="*/ 123893 h 138301"/>
              <a:gd name="csX61" fmla="*/ 147470 w 152470"/>
              <a:gd name="csY61" fmla="*/ 122141 h 138301"/>
              <a:gd name="csX62" fmla="*/ 145751 w 152470"/>
              <a:gd name="csY62" fmla="*/ 120950 h 138301"/>
              <a:gd name="csX63" fmla="*/ 143693 w 152470"/>
              <a:gd name="csY63" fmla="*/ 120525 h 138301"/>
              <a:gd name="csX64" fmla="*/ 141651 w 152470"/>
              <a:gd name="csY64" fmla="*/ 120916 h 138301"/>
              <a:gd name="csX65" fmla="*/ 139899 w 152470"/>
              <a:gd name="csY65" fmla="*/ 122073 h 138301"/>
              <a:gd name="csX66" fmla="*/ 135730 w 152470"/>
              <a:gd name="csY66" fmla="*/ 124608 h 138301"/>
              <a:gd name="csX67" fmla="*/ 120571 w 152470"/>
              <a:gd name="csY67" fmla="*/ 127670 h 138301"/>
              <a:gd name="csX68" fmla="*/ 105395 w 152470"/>
              <a:gd name="csY68" fmla="*/ 124608 h 138301"/>
              <a:gd name="csX69" fmla="*/ 101227 w 152470"/>
              <a:gd name="csY69" fmla="*/ 122073 h 138301"/>
              <a:gd name="csX70" fmla="*/ 97535 w 152470"/>
              <a:gd name="csY70" fmla="*/ 120576 h 138301"/>
              <a:gd name="csX71" fmla="*/ 93826 w 152470"/>
              <a:gd name="csY71" fmla="*/ 122073 h 138301"/>
              <a:gd name="csX72" fmla="*/ 89658 w 152470"/>
              <a:gd name="csY72" fmla="*/ 124608 h 138301"/>
              <a:gd name="csX73" fmla="*/ 74482 w 152470"/>
              <a:gd name="csY73" fmla="*/ 127670 h 138301"/>
              <a:gd name="csX74" fmla="*/ 59323 w 152470"/>
              <a:gd name="csY74" fmla="*/ 124608 h 138301"/>
              <a:gd name="csX75" fmla="*/ 55393 w 152470"/>
              <a:gd name="csY75" fmla="*/ 122226 h 138301"/>
              <a:gd name="csX76" fmla="*/ 53573 w 152470"/>
              <a:gd name="csY76" fmla="*/ 120933 h 138301"/>
              <a:gd name="csX77" fmla="*/ 51395 w 152470"/>
              <a:gd name="csY77" fmla="*/ 120525 h 138301"/>
              <a:gd name="csX78" fmla="*/ 50902 w 152470"/>
              <a:gd name="csY78" fmla="*/ 120559 h 138301"/>
              <a:gd name="csX79" fmla="*/ 47499 w 152470"/>
              <a:gd name="csY79" fmla="*/ 122226 h 138301"/>
              <a:gd name="csX80" fmla="*/ 43586 w 152470"/>
              <a:gd name="csY80" fmla="*/ 124608 h 138301"/>
              <a:gd name="csX81" fmla="*/ 28410 w 152470"/>
              <a:gd name="csY81" fmla="*/ 127670 h 138301"/>
              <a:gd name="csX82" fmla="*/ 13251 w 152470"/>
              <a:gd name="csY82" fmla="*/ 124608 h 138301"/>
              <a:gd name="csX83" fmla="*/ 9082 w 152470"/>
              <a:gd name="csY83" fmla="*/ 122073 h 138301"/>
              <a:gd name="csX84" fmla="*/ 7313 w 152470"/>
              <a:gd name="csY84" fmla="*/ 120899 h 138301"/>
              <a:gd name="csX85" fmla="*/ 5237 w 152470"/>
              <a:gd name="csY85" fmla="*/ 120525 h 138301"/>
            </a:gdLst>
            <a:ahLst/>
            <a:cxnLst/>
            <a:rect l="l" t="t" r="r" b="b"/>
            <a:pathLst>
              <a:path w="100000" h="100000">
                <a:moveTo>
                  <a:pt x="24391" y="4647"/>
                </a:moveTo>
                <a:cubicBezTo>
                  <a:pt x="23465" y="4658"/>
                  <a:pt x="22583" y="5038"/>
                  <a:pt x="21947" y="5707"/>
                </a:cubicBezTo>
                <a:cubicBezTo>
                  <a:pt x="21300" y="6366"/>
                  <a:pt x="20943" y="7258"/>
                  <a:pt x="20954" y="8184"/>
                </a:cubicBezTo>
                <a:lnTo>
                  <a:pt x="20954" y="16318"/>
                </a:lnTo>
                <a:lnTo>
                  <a:pt x="19793" y="16318"/>
                </a:lnTo>
                <a:cubicBezTo>
                  <a:pt x="15308" y="16318"/>
                  <a:pt x="11659" y="19966"/>
                  <a:pt x="11659" y="24451"/>
                </a:cubicBezTo>
                <a:lnTo>
                  <a:pt x="11659" y="44210"/>
                </a:lnTo>
                <a:lnTo>
                  <a:pt x="39555" y="44210"/>
                </a:lnTo>
                <a:lnTo>
                  <a:pt x="39555" y="35374"/>
                </a:lnTo>
                <a:lnTo>
                  <a:pt x="43237" y="31513"/>
                </a:lnTo>
                <a:cubicBezTo>
                  <a:pt x="43862" y="30867"/>
                  <a:pt x="44208" y="29996"/>
                  <a:pt x="44208" y="29104"/>
                </a:cubicBezTo>
                <a:lnTo>
                  <a:pt x="44208" y="24451"/>
                </a:lnTo>
                <a:cubicBezTo>
                  <a:pt x="44208" y="19966"/>
                  <a:pt x="40559" y="16318"/>
                  <a:pt x="36074" y="16318"/>
                </a:cubicBezTo>
                <a:lnTo>
                  <a:pt x="27928" y="16318"/>
                </a:lnTo>
                <a:lnTo>
                  <a:pt x="27928" y="8184"/>
                </a:lnTo>
                <a:cubicBezTo>
                  <a:pt x="27939" y="7715"/>
                  <a:pt x="27850" y="7258"/>
                  <a:pt x="27672" y="6823"/>
                </a:cubicBezTo>
                <a:cubicBezTo>
                  <a:pt x="27504" y="6388"/>
                  <a:pt x="27236" y="5998"/>
                  <a:pt x="26913" y="5662"/>
                </a:cubicBezTo>
                <a:cubicBezTo>
                  <a:pt x="26578" y="5339"/>
                  <a:pt x="26187" y="5083"/>
                  <a:pt x="25752" y="4904"/>
                </a:cubicBezTo>
                <a:cubicBezTo>
                  <a:pt x="25317" y="4725"/>
                  <a:pt x="24859" y="4636"/>
                  <a:pt x="24391" y="4647"/>
                </a:cubicBezTo>
                <a:close/>
                <a:moveTo>
                  <a:pt x="77527" y="41890"/>
                </a:moveTo>
                <a:cubicBezTo>
                  <a:pt x="72216" y="41890"/>
                  <a:pt x="67239" y="44723"/>
                  <a:pt x="64528" y="49298"/>
                </a:cubicBezTo>
                <a:lnTo>
                  <a:pt x="63412" y="51184"/>
                </a:lnTo>
                <a:lnTo>
                  <a:pt x="12820" y="51184"/>
                </a:lnTo>
                <a:cubicBezTo>
                  <a:pt x="7051" y="51184"/>
                  <a:pt x="2364" y="55880"/>
                  <a:pt x="2364" y="61649"/>
                </a:cubicBezTo>
                <a:lnTo>
                  <a:pt x="2364" y="76755"/>
                </a:lnTo>
                <a:lnTo>
                  <a:pt x="3525" y="76755"/>
                </a:lnTo>
                <a:cubicBezTo>
                  <a:pt x="7977" y="76755"/>
                  <a:pt x="11257" y="81408"/>
                  <a:pt x="18633" y="81408"/>
                </a:cubicBezTo>
                <a:cubicBezTo>
                  <a:pt x="26020" y="81408"/>
                  <a:pt x="29691" y="76755"/>
                  <a:pt x="33742" y="76755"/>
                </a:cubicBezTo>
                <a:cubicBezTo>
                  <a:pt x="37804" y="76755"/>
                  <a:pt x="41608" y="81408"/>
                  <a:pt x="48850" y="81408"/>
                </a:cubicBezTo>
                <a:cubicBezTo>
                  <a:pt x="56103" y="81408"/>
                  <a:pt x="59942" y="76755"/>
                  <a:pt x="63970" y="76755"/>
                </a:cubicBezTo>
                <a:cubicBezTo>
                  <a:pt x="67998" y="76755"/>
                  <a:pt x="71837" y="81408"/>
                  <a:pt x="79079" y="81408"/>
                </a:cubicBezTo>
                <a:cubicBezTo>
                  <a:pt x="86309" y="81408"/>
                  <a:pt x="89724" y="77280"/>
                  <a:pt x="89724" y="77280"/>
                </a:cubicBezTo>
                <a:cubicBezTo>
                  <a:pt x="94020" y="70284"/>
                  <a:pt x="98551" y="61002"/>
                  <a:pt x="99923" y="51172"/>
                </a:cubicBezTo>
                <a:cubicBezTo>
                  <a:pt x="100247" y="48829"/>
                  <a:pt x="99544" y="46464"/>
                  <a:pt x="97992" y="44679"/>
                </a:cubicBezTo>
                <a:cubicBezTo>
                  <a:pt x="96441" y="42905"/>
                  <a:pt x="94199" y="41890"/>
                  <a:pt x="91844" y="41890"/>
                </a:cubicBezTo>
                <a:lnTo>
                  <a:pt x="77527" y="41890"/>
                </a:lnTo>
                <a:close/>
                <a:moveTo>
                  <a:pt x="80239" y="53515"/>
                </a:moveTo>
                <a:cubicBezTo>
                  <a:pt x="82158" y="53515"/>
                  <a:pt x="83721" y="55077"/>
                  <a:pt x="83721" y="56996"/>
                </a:cubicBezTo>
                <a:cubicBezTo>
                  <a:pt x="83721" y="58926"/>
                  <a:pt x="82158" y="60488"/>
                  <a:pt x="80239" y="60488"/>
                </a:cubicBezTo>
                <a:cubicBezTo>
                  <a:pt x="78309" y="60488"/>
                  <a:pt x="76747" y="58926"/>
                  <a:pt x="76747" y="56996"/>
                </a:cubicBezTo>
                <a:cubicBezTo>
                  <a:pt x="76747" y="55077"/>
                  <a:pt x="78309" y="53515"/>
                  <a:pt x="80239" y="53515"/>
                </a:cubicBezTo>
                <a:close/>
                <a:moveTo>
                  <a:pt x="3435" y="83695"/>
                </a:moveTo>
                <a:cubicBezTo>
                  <a:pt x="2743" y="83706"/>
                  <a:pt x="2063" y="83918"/>
                  <a:pt x="1493" y="84320"/>
                </a:cubicBezTo>
                <a:cubicBezTo>
                  <a:pt x="924" y="84710"/>
                  <a:pt x="489" y="85268"/>
                  <a:pt x="233" y="85915"/>
                </a:cubicBezTo>
                <a:cubicBezTo>
                  <a:pt x="-13" y="86562"/>
                  <a:pt x="-69" y="87265"/>
                  <a:pt x="87" y="87945"/>
                </a:cubicBezTo>
                <a:cubicBezTo>
                  <a:pt x="233" y="88626"/>
                  <a:pt x="590" y="89240"/>
                  <a:pt x="1092" y="89720"/>
                </a:cubicBezTo>
                <a:cubicBezTo>
                  <a:pt x="1092" y="89720"/>
                  <a:pt x="2833" y="91338"/>
                  <a:pt x="5734" y="92699"/>
                </a:cubicBezTo>
                <a:cubicBezTo>
                  <a:pt x="8646" y="94059"/>
                  <a:pt x="12953" y="95354"/>
                  <a:pt x="18633" y="95354"/>
                </a:cubicBezTo>
                <a:cubicBezTo>
                  <a:pt x="24313" y="95354"/>
                  <a:pt x="28631" y="94059"/>
                  <a:pt x="31532" y="92699"/>
                </a:cubicBezTo>
                <a:cubicBezTo>
                  <a:pt x="32916" y="92051"/>
                  <a:pt x="32949" y="91839"/>
                  <a:pt x="33742" y="91282"/>
                </a:cubicBezTo>
                <a:cubicBezTo>
                  <a:pt x="34534" y="91839"/>
                  <a:pt x="34567" y="92051"/>
                  <a:pt x="35951" y="92699"/>
                </a:cubicBezTo>
                <a:cubicBezTo>
                  <a:pt x="38863" y="94059"/>
                  <a:pt x="43170" y="95354"/>
                  <a:pt x="48850" y="95354"/>
                </a:cubicBezTo>
                <a:cubicBezTo>
                  <a:pt x="54541" y="95354"/>
                  <a:pt x="58848" y="94059"/>
                  <a:pt x="61749" y="92699"/>
                </a:cubicBezTo>
                <a:cubicBezTo>
                  <a:pt x="63144" y="92051"/>
                  <a:pt x="63178" y="91839"/>
                  <a:pt x="63970" y="91282"/>
                </a:cubicBezTo>
                <a:cubicBezTo>
                  <a:pt x="64751" y="91839"/>
                  <a:pt x="64796" y="92051"/>
                  <a:pt x="66180" y="92699"/>
                </a:cubicBezTo>
                <a:cubicBezTo>
                  <a:pt x="69080" y="94059"/>
                  <a:pt x="73399" y="95354"/>
                  <a:pt x="79079" y="95354"/>
                </a:cubicBezTo>
                <a:cubicBezTo>
                  <a:pt x="84758" y="95354"/>
                  <a:pt x="89065" y="94059"/>
                  <a:pt x="91978" y="92699"/>
                </a:cubicBezTo>
                <a:cubicBezTo>
                  <a:pt x="94879" y="91338"/>
                  <a:pt x="96620" y="89720"/>
                  <a:pt x="96620" y="89720"/>
                </a:cubicBezTo>
                <a:cubicBezTo>
                  <a:pt x="96955" y="89396"/>
                  <a:pt x="97222" y="89017"/>
                  <a:pt x="97412" y="88593"/>
                </a:cubicBezTo>
                <a:cubicBezTo>
                  <a:pt x="97591" y="88169"/>
                  <a:pt x="97702" y="87711"/>
                  <a:pt x="97702" y="87254"/>
                </a:cubicBezTo>
                <a:cubicBezTo>
                  <a:pt x="97714" y="86796"/>
                  <a:pt x="97636" y="86339"/>
                  <a:pt x="97468" y="85904"/>
                </a:cubicBezTo>
                <a:cubicBezTo>
                  <a:pt x="97300" y="85469"/>
                  <a:pt x="97044" y="85078"/>
                  <a:pt x="96721" y="84755"/>
                </a:cubicBezTo>
                <a:cubicBezTo>
                  <a:pt x="96397" y="84420"/>
                  <a:pt x="96018" y="84153"/>
                  <a:pt x="95593" y="83974"/>
                </a:cubicBezTo>
                <a:cubicBezTo>
                  <a:pt x="95170" y="83795"/>
                  <a:pt x="94712" y="83695"/>
                  <a:pt x="94243" y="83695"/>
                </a:cubicBezTo>
                <a:cubicBezTo>
                  <a:pt x="93786" y="83684"/>
                  <a:pt x="93329" y="83773"/>
                  <a:pt x="92904" y="83951"/>
                </a:cubicBezTo>
                <a:cubicBezTo>
                  <a:pt x="92469" y="84130"/>
                  <a:pt x="92090" y="84387"/>
                  <a:pt x="91755" y="84710"/>
                </a:cubicBezTo>
                <a:cubicBezTo>
                  <a:pt x="91755" y="84710"/>
                  <a:pt x="91097" y="85413"/>
                  <a:pt x="89021" y="86373"/>
                </a:cubicBezTo>
                <a:cubicBezTo>
                  <a:pt x="86957" y="87343"/>
                  <a:pt x="83710" y="88381"/>
                  <a:pt x="79079" y="88381"/>
                </a:cubicBezTo>
                <a:cubicBezTo>
                  <a:pt x="74437" y="88381"/>
                  <a:pt x="71201" y="87343"/>
                  <a:pt x="69125" y="86373"/>
                </a:cubicBezTo>
                <a:cubicBezTo>
                  <a:pt x="67061" y="85413"/>
                  <a:pt x="66391" y="84710"/>
                  <a:pt x="66391" y="84710"/>
                </a:cubicBezTo>
                <a:cubicBezTo>
                  <a:pt x="65744" y="84085"/>
                  <a:pt x="64874" y="83728"/>
                  <a:pt x="63970" y="83728"/>
                </a:cubicBezTo>
                <a:cubicBezTo>
                  <a:pt x="63055" y="83728"/>
                  <a:pt x="62185" y="84085"/>
                  <a:pt x="61537" y="84710"/>
                </a:cubicBezTo>
                <a:cubicBezTo>
                  <a:pt x="61537" y="84710"/>
                  <a:pt x="60868" y="85413"/>
                  <a:pt x="58804" y="86373"/>
                </a:cubicBezTo>
                <a:cubicBezTo>
                  <a:pt x="56728" y="87343"/>
                  <a:pt x="53492" y="88381"/>
                  <a:pt x="48850" y="88381"/>
                </a:cubicBezTo>
                <a:cubicBezTo>
                  <a:pt x="44219" y="88381"/>
                  <a:pt x="40973" y="87343"/>
                  <a:pt x="38908" y="86373"/>
                </a:cubicBezTo>
                <a:cubicBezTo>
                  <a:pt x="36955" y="85469"/>
                  <a:pt x="36397" y="84877"/>
                  <a:pt x="36330" y="84810"/>
                </a:cubicBezTo>
                <a:cubicBezTo>
                  <a:pt x="35996" y="84443"/>
                  <a:pt x="35583" y="84164"/>
                  <a:pt x="35137" y="83962"/>
                </a:cubicBezTo>
                <a:cubicBezTo>
                  <a:pt x="34679" y="83773"/>
                  <a:pt x="34199" y="83684"/>
                  <a:pt x="33708" y="83695"/>
                </a:cubicBezTo>
                <a:cubicBezTo>
                  <a:pt x="33597" y="83695"/>
                  <a:pt x="33485" y="83706"/>
                  <a:pt x="33385" y="83717"/>
                </a:cubicBezTo>
                <a:cubicBezTo>
                  <a:pt x="32525" y="83795"/>
                  <a:pt x="31733" y="84186"/>
                  <a:pt x="31153" y="84810"/>
                </a:cubicBezTo>
                <a:cubicBezTo>
                  <a:pt x="31075" y="84889"/>
                  <a:pt x="30528" y="85469"/>
                  <a:pt x="28587" y="86373"/>
                </a:cubicBezTo>
                <a:cubicBezTo>
                  <a:pt x="26511" y="87343"/>
                  <a:pt x="23264" y="88381"/>
                  <a:pt x="18633" y="88381"/>
                </a:cubicBezTo>
                <a:cubicBezTo>
                  <a:pt x="14002" y="88381"/>
                  <a:pt x="10755" y="87343"/>
                  <a:pt x="8691" y="86373"/>
                </a:cubicBezTo>
                <a:cubicBezTo>
                  <a:pt x="6615" y="85413"/>
                  <a:pt x="5957" y="84710"/>
                  <a:pt x="5957" y="84710"/>
                </a:cubicBezTo>
                <a:cubicBezTo>
                  <a:pt x="5622" y="84387"/>
                  <a:pt x="5232" y="84119"/>
                  <a:pt x="4796" y="83940"/>
                </a:cubicBezTo>
                <a:cubicBezTo>
                  <a:pt x="4362" y="83773"/>
                  <a:pt x="3904" y="83684"/>
                  <a:pt x="3435" y="8369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2" name="Белый — SVG 8">
            <a:extLst>
              <a:ext uri="{FF2B5EF4-FFF2-40B4-BE49-F238E27FC236}">
                <a16:creationId xmlns:a16="http://schemas.microsoft.com/office/drawing/2014/main" id="{C667EEFA-269F-5B40-8C2B-ECBD1991D049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44306 w 113422"/>
              <a:gd name="csY0" fmla="*/ 0 h 141761"/>
              <a:gd name="csX1" fmla="*/ 29270 w 113422"/>
              <a:gd name="csY1" fmla="*/ 10632 h 141761"/>
              <a:gd name="csX2" fmla="*/ 26583 w 113422"/>
              <a:gd name="csY2" fmla="*/ 10632 h 141761"/>
              <a:gd name="csX3" fmla="*/ 0 w 113422"/>
              <a:gd name="csY3" fmla="*/ 37203 h 141761"/>
              <a:gd name="csX4" fmla="*/ 0 w 113422"/>
              <a:gd name="csY4" fmla="*/ 104550 h 141761"/>
              <a:gd name="csX5" fmla="*/ 13036 w 113422"/>
              <a:gd name="csY5" fmla="*/ 127379 h 141761"/>
              <a:gd name="csX6" fmla="*/ 8321 w 113422"/>
              <a:gd name="csY6" fmla="*/ 133044 h 141761"/>
              <a:gd name="csX7" fmla="*/ 7328 w 113422"/>
              <a:gd name="csY7" fmla="*/ 134864 h 141761"/>
              <a:gd name="csX8" fmla="*/ 7109 w 113422"/>
              <a:gd name="csY8" fmla="*/ 136922 h 141761"/>
              <a:gd name="csX9" fmla="*/ 7695 w 113422"/>
              <a:gd name="csY9" fmla="*/ 138913 h 141761"/>
              <a:gd name="csX10" fmla="*/ 8999 w 113422"/>
              <a:gd name="csY10" fmla="*/ 140529 h 141761"/>
              <a:gd name="csX11" fmla="*/ 10822 w 113422"/>
              <a:gd name="csY11" fmla="*/ 141515 h 141761"/>
              <a:gd name="csX12" fmla="*/ 12885 w 113422"/>
              <a:gd name="csY12" fmla="*/ 141736 h 141761"/>
              <a:gd name="csX13" fmla="*/ 14876 w 113422"/>
              <a:gd name="csY13" fmla="*/ 141158 h 141761"/>
              <a:gd name="csX14" fmla="*/ 16490 w 113422"/>
              <a:gd name="csY14" fmla="*/ 139848 h 141761"/>
              <a:gd name="csX15" fmla="*/ 23870 w 113422"/>
              <a:gd name="csY15" fmla="*/ 130986 h 141761"/>
              <a:gd name="csX16" fmla="*/ 23877 w 113422"/>
              <a:gd name="csY16" fmla="*/ 130986 h 141761"/>
              <a:gd name="csX17" fmla="*/ 26583 w 113422"/>
              <a:gd name="csY17" fmla="*/ 131122 h 141761"/>
              <a:gd name="csX18" fmla="*/ 86839 w 113422"/>
              <a:gd name="csY18" fmla="*/ 131122 h 141761"/>
              <a:gd name="csX19" fmla="*/ 89546 w 113422"/>
              <a:gd name="csY19" fmla="*/ 130986 h 141761"/>
              <a:gd name="csX20" fmla="*/ 89553 w 113422"/>
              <a:gd name="csY20" fmla="*/ 130986 h 141761"/>
              <a:gd name="csX21" fmla="*/ 96933 w 113422"/>
              <a:gd name="csY21" fmla="*/ 139848 h 141761"/>
              <a:gd name="csX22" fmla="*/ 98547 w 113422"/>
              <a:gd name="csY22" fmla="*/ 141158 h 141761"/>
              <a:gd name="csX23" fmla="*/ 100538 w 113422"/>
              <a:gd name="csY23" fmla="*/ 141736 h 141761"/>
              <a:gd name="csX24" fmla="*/ 102601 w 113422"/>
              <a:gd name="csY24" fmla="*/ 141515 h 141761"/>
              <a:gd name="csX25" fmla="*/ 104424 w 113422"/>
              <a:gd name="csY25" fmla="*/ 140529 h 141761"/>
              <a:gd name="csX26" fmla="*/ 105727 w 113422"/>
              <a:gd name="csY26" fmla="*/ 138913 h 141761"/>
              <a:gd name="csX27" fmla="*/ 106314 w 113422"/>
              <a:gd name="csY27" fmla="*/ 136922 h 141761"/>
              <a:gd name="csX28" fmla="*/ 106094 w 113422"/>
              <a:gd name="csY28" fmla="*/ 134864 h 141761"/>
              <a:gd name="csX29" fmla="*/ 105102 w 113422"/>
              <a:gd name="csY29" fmla="*/ 133044 h 141761"/>
              <a:gd name="csX30" fmla="*/ 100387 w 113422"/>
              <a:gd name="csY30" fmla="*/ 127379 h 141761"/>
              <a:gd name="csX31" fmla="*/ 113423 w 113422"/>
              <a:gd name="csY31" fmla="*/ 104550 h 141761"/>
              <a:gd name="csX32" fmla="*/ 113423 w 113422"/>
              <a:gd name="csY32" fmla="*/ 37203 h 141761"/>
              <a:gd name="csX33" fmla="*/ 86839 w 113422"/>
              <a:gd name="csY33" fmla="*/ 10632 h 141761"/>
              <a:gd name="csX34" fmla="*/ 84153 w 113422"/>
              <a:gd name="csY34" fmla="*/ 10632 h 141761"/>
              <a:gd name="csX35" fmla="*/ 69117 w 113422"/>
              <a:gd name="csY35" fmla="*/ 0 h 141761"/>
              <a:gd name="csX36" fmla="*/ 44306 w 113422"/>
              <a:gd name="csY36" fmla="*/ 0 h 141761"/>
              <a:gd name="csX37" fmla="*/ 14178 w 113422"/>
              <a:gd name="csY37" fmla="*/ 46066 h 141761"/>
              <a:gd name="csX38" fmla="*/ 99245 w 113422"/>
              <a:gd name="csY38" fmla="*/ 46066 h 141761"/>
              <a:gd name="csX39" fmla="*/ 102789 w 113422"/>
              <a:gd name="csY39" fmla="*/ 49621 h 141761"/>
              <a:gd name="csX40" fmla="*/ 102789 w 113422"/>
              <a:gd name="csY40" fmla="*/ 74424 h 141761"/>
              <a:gd name="csX41" fmla="*/ 99245 w 113422"/>
              <a:gd name="csY41" fmla="*/ 77962 h 141761"/>
              <a:gd name="csX42" fmla="*/ 14178 w 113422"/>
              <a:gd name="csY42" fmla="*/ 77962 h 141761"/>
              <a:gd name="csX43" fmla="*/ 10633 w 113422"/>
              <a:gd name="csY43" fmla="*/ 74424 h 141761"/>
              <a:gd name="csX44" fmla="*/ 10633 w 113422"/>
              <a:gd name="csY44" fmla="*/ 49621 h 141761"/>
              <a:gd name="csX45" fmla="*/ 14178 w 113422"/>
              <a:gd name="csY45" fmla="*/ 46066 h 141761"/>
              <a:gd name="csX46" fmla="*/ 28356 w 113422"/>
              <a:gd name="csY46" fmla="*/ 95687 h 141761"/>
              <a:gd name="csX47" fmla="*/ 35445 w 113422"/>
              <a:gd name="csY47" fmla="*/ 102781 h 141761"/>
              <a:gd name="csX48" fmla="*/ 28356 w 113422"/>
              <a:gd name="csY48" fmla="*/ 109858 h 141761"/>
              <a:gd name="csX49" fmla="*/ 21267 w 113422"/>
              <a:gd name="csY49" fmla="*/ 102781 h 141761"/>
              <a:gd name="csX50" fmla="*/ 28356 w 113422"/>
              <a:gd name="csY50" fmla="*/ 95687 h 141761"/>
              <a:gd name="csX51" fmla="*/ 85067 w 113422"/>
              <a:gd name="csY51" fmla="*/ 95687 h 141761"/>
              <a:gd name="csX52" fmla="*/ 92156 w 113422"/>
              <a:gd name="csY52" fmla="*/ 102781 h 141761"/>
              <a:gd name="csX53" fmla="*/ 85067 w 113422"/>
              <a:gd name="csY53" fmla="*/ 109858 h 141761"/>
              <a:gd name="csX54" fmla="*/ 77978 w 113422"/>
              <a:gd name="csY54" fmla="*/ 102781 h 141761"/>
              <a:gd name="csX55" fmla="*/ 85067 w 113422"/>
              <a:gd name="csY55" fmla="*/ 95687 h 141761"/>
            </a:gdLst>
            <a:ahLst/>
            <a:cxnLst/>
            <a:rect l="l" t="t" r="r" b="b"/>
            <a:pathLst>
              <a:path w="100000" h="100000">
                <a:moveTo>
                  <a:pt x="41249" y="0"/>
                </a:moveTo>
                <a:cubicBezTo>
                  <a:pt x="36359" y="0"/>
                  <a:pt x="32190" y="3132"/>
                  <a:pt x="30643" y="7500"/>
                </a:cubicBezTo>
                <a:lnTo>
                  <a:pt x="28747" y="7500"/>
                </a:lnTo>
                <a:cubicBezTo>
                  <a:pt x="18407" y="7500"/>
                  <a:pt x="9995" y="15912"/>
                  <a:pt x="9995" y="26243"/>
                </a:cubicBezTo>
                <a:lnTo>
                  <a:pt x="9995" y="73751"/>
                </a:lnTo>
                <a:cubicBezTo>
                  <a:pt x="9995" y="80591"/>
                  <a:pt x="13695" y="86579"/>
                  <a:pt x="19191" y="89855"/>
                </a:cubicBezTo>
                <a:lnTo>
                  <a:pt x="15865" y="93851"/>
                </a:lnTo>
                <a:cubicBezTo>
                  <a:pt x="15550" y="94223"/>
                  <a:pt x="15311" y="94667"/>
                  <a:pt x="15165" y="95135"/>
                </a:cubicBezTo>
                <a:cubicBezTo>
                  <a:pt x="15018" y="95603"/>
                  <a:pt x="14966" y="96095"/>
                  <a:pt x="15010" y="96587"/>
                </a:cubicBezTo>
                <a:cubicBezTo>
                  <a:pt x="15054" y="97079"/>
                  <a:pt x="15195" y="97559"/>
                  <a:pt x="15423" y="97991"/>
                </a:cubicBezTo>
                <a:cubicBezTo>
                  <a:pt x="15653" y="98423"/>
                  <a:pt x="15965" y="98818"/>
                  <a:pt x="16343" y="99131"/>
                </a:cubicBezTo>
                <a:cubicBezTo>
                  <a:pt x="16722" y="99443"/>
                  <a:pt x="17159" y="99683"/>
                  <a:pt x="17629" y="99826"/>
                </a:cubicBezTo>
                <a:cubicBezTo>
                  <a:pt x="18099" y="99982"/>
                  <a:pt x="18594" y="100031"/>
                  <a:pt x="19085" y="99982"/>
                </a:cubicBezTo>
                <a:cubicBezTo>
                  <a:pt x="19576" y="99935"/>
                  <a:pt x="20052" y="99802"/>
                  <a:pt x="20489" y="99575"/>
                </a:cubicBezTo>
                <a:cubicBezTo>
                  <a:pt x="20925" y="99347"/>
                  <a:pt x="21312" y="99035"/>
                  <a:pt x="21628" y="98651"/>
                </a:cubicBezTo>
                <a:lnTo>
                  <a:pt x="26834" y="92399"/>
                </a:lnTo>
                <a:lnTo>
                  <a:pt x="26838" y="92399"/>
                </a:lnTo>
                <a:cubicBezTo>
                  <a:pt x="27466" y="92471"/>
                  <a:pt x="28103" y="92495"/>
                  <a:pt x="28747" y="92495"/>
                </a:cubicBezTo>
                <a:lnTo>
                  <a:pt x="71253" y="92495"/>
                </a:lnTo>
                <a:cubicBezTo>
                  <a:pt x="71897" y="92495"/>
                  <a:pt x="72534" y="92471"/>
                  <a:pt x="73162" y="92399"/>
                </a:cubicBezTo>
                <a:lnTo>
                  <a:pt x="73167" y="92399"/>
                </a:lnTo>
                <a:lnTo>
                  <a:pt x="78373" y="98651"/>
                </a:lnTo>
                <a:cubicBezTo>
                  <a:pt x="78688" y="99035"/>
                  <a:pt x="79076" y="99347"/>
                  <a:pt x="79512" y="99575"/>
                </a:cubicBezTo>
                <a:cubicBezTo>
                  <a:pt x="79948" y="99802"/>
                  <a:pt x="80425" y="99935"/>
                  <a:pt x="80916" y="99982"/>
                </a:cubicBezTo>
                <a:cubicBezTo>
                  <a:pt x="81406" y="100031"/>
                  <a:pt x="81901" y="99982"/>
                  <a:pt x="82371" y="99826"/>
                </a:cubicBezTo>
                <a:cubicBezTo>
                  <a:pt x="82842" y="99683"/>
                  <a:pt x="83279" y="99443"/>
                  <a:pt x="83657" y="99131"/>
                </a:cubicBezTo>
                <a:cubicBezTo>
                  <a:pt x="84035" y="98818"/>
                  <a:pt x="84348" y="98423"/>
                  <a:pt x="84577" y="97991"/>
                </a:cubicBezTo>
                <a:cubicBezTo>
                  <a:pt x="84806" y="97559"/>
                  <a:pt x="84946" y="97079"/>
                  <a:pt x="84991" y="96587"/>
                </a:cubicBezTo>
                <a:cubicBezTo>
                  <a:pt x="85035" y="96095"/>
                  <a:pt x="84982" y="95603"/>
                  <a:pt x="84835" y="95135"/>
                </a:cubicBezTo>
                <a:cubicBezTo>
                  <a:pt x="84689" y="94667"/>
                  <a:pt x="84451" y="94223"/>
                  <a:pt x="84136" y="93851"/>
                </a:cubicBezTo>
                <a:lnTo>
                  <a:pt x="80810" y="89855"/>
                </a:lnTo>
                <a:cubicBezTo>
                  <a:pt x="86305" y="86579"/>
                  <a:pt x="90005" y="80591"/>
                  <a:pt x="90005" y="73751"/>
                </a:cubicBezTo>
                <a:lnTo>
                  <a:pt x="90005" y="26243"/>
                </a:lnTo>
                <a:cubicBezTo>
                  <a:pt x="90005" y="15912"/>
                  <a:pt x="81594" y="7500"/>
                  <a:pt x="71253" y="7500"/>
                </a:cubicBezTo>
                <a:lnTo>
                  <a:pt x="69358" y="7500"/>
                </a:lnTo>
                <a:cubicBezTo>
                  <a:pt x="67810" y="3132"/>
                  <a:pt x="63642" y="0"/>
                  <a:pt x="58751" y="0"/>
                </a:cubicBezTo>
                <a:lnTo>
                  <a:pt x="41249" y="0"/>
                </a:lnTo>
                <a:close/>
                <a:moveTo>
                  <a:pt x="19997" y="32496"/>
                </a:moveTo>
                <a:lnTo>
                  <a:pt x="80004" y="32496"/>
                </a:lnTo>
                <a:cubicBezTo>
                  <a:pt x="81384" y="32496"/>
                  <a:pt x="82504" y="33623"/>
                  <a:pt x="82504" y="35003"/>
                </a:cubicBezTo>
                <a:lnTo>
                  <a:pt x="82504" y="52500"/>
                </a:lnTo>
                <a:cubicBezTo>
                  <a:pt x="82504" y="53879"/>
                  <a:pt x="81384" y="54995"/>
                  <a:pt x="80004" y="54995"/>
                </a:cubicBezTo>
                <a:lnTo>
                  <a:pt x="19997" y="54995"/>
                </a:lnTo>
                <a:cubicBezTo>
                  <a:pt x="18616" y="54995"/>
                  <a:pt x="17496" y="53879"/>
                  <a:pt x="17496" y="52500"/>
                </a:cubicBezTo>
                <a:lnTo>
                  <a:pt x="17496" y="35003"/>
                </a:lnTo>
                <a:cubicBezTo>
                  <a:pt x="17496" y="33623"/>
                  <a:pt x="18616" y="32496"/>
                  <a:pt x="19997" y="32496"/>
                </a:cubicBezTo>
                <a:close/>
                <a:moveTo>
                  <a:pt x="29998" y="67499"/>
                </a:moveTo>
                <a:cubicBezTo>
                  <a:pt x="32760" y="67499"/>
                  <a:pt x="34999" y="69731"/>
                  <a:pt x="34999" y="72503"/>
                </a:cubicBezTo>
                <a:cubicBezTo>
                  <a:pt x="34999" y="75263"/>
                  <a:pt x="32760" y="77495"/>
                  <a:pt x="29998" y="77495"/>
                </a:cubicBezTo>
                <a:cubicBezTo>
                  <a:pt x="27235" y="77495"/>
                  <a:pt x="24997" y="75263"/>
                  <a:pt x="24997" y="72503"/>
                </a:cubicBezTo>
                <a:cubicBezTo>
                  <a:pt x="24997" y="69731"/>
                  <a:pt x="27235" y="67499"/>
                  <a:pt x="29998" y="67499"/>
                </a:cubicBezTo>
                <a:close/>
                <a:moveTo>
                  <a:pt x="70003" y="67499"/>
                </a:moveTo>
                <a:cubicBezTo>
                  <a:pt x="72766" y="67499"/>
                  <a:pt x="75003" y="69731"/>
                  <a:pt x="75003" y="72503"/>
                </a:cubicBezTo>
                <a:cubicBezTo>
                  <a:pt x="75003" y="75263"/>
                  <a:pt x="72766" y="77495"/>
                  <a:pt x="70003" y="77495"/>
                </a:cubicBezTo>
                <a:cubicBezTo>
                  <a:pt x="67240" y="77495"/>
                  <a:pt x="65002" y="75263"/>
                  <a:pt x="65002" y="72503"/>
                </a:cubicBezTo>
                <a:cubicBezTo>
                  <a:pt x="65002" y="69731"/>
                  <a:pt x="67240" y="67499"/>
                  <a:pt x="70003" y="6749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3" name="Белый — SVG 9">
            <a:extLst>
              <a:ext uri="{FF2B5EF4-FFF2-40B4-BE49-F238E27FC236}">
                <a16:creationId xmlns:a16="http://schemas.microsoft.com/office/drawing/2014/main" id="{618F2B1F-39D4-524E-8786-5ECE7E967398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30097 w 156115"/>
              <a:gd name="csY0" fmla="*/ 1 h 134746"/>
              <a:gd name="csX1" fmla="*/ 26354 w 156115"/>
              <a:gd name="csY1" fmla="*/ 1617 h 134746"/>
              <a:gd name="csX2" fmla="*/ 24857 w 156115"/>
              <a:gd name="csY2" fmla="*/ 5394 h 134746"/>
              <a:gd name="csX3" fmla="*/ 24857 w 156115"/>
              <a:gd name="csY3" fmla="*/ 7163 h 134746"/>
              <a:gd name="csX4" fmla="*/ 5393 w 156115"/>
              <a:gd name="csY4" fmla="*/ 7163 h 134746"/>
              <a:gd name="csX5" fmla="*/ 3335 w 156115"/>
              <a:gd name="csY5" fmla="*/ 7554 h 134746"/>
              <a:gd name="csX6" fmla="*/ 1582 w 156115"/>
              <a:gd name="csY6" fmla="*/ 8694 h 134746"/>
              <a:gd name="csX7" fmla="*/ 408 w 156115"/>
              <a:gd name="csY7" fmla="*/ 10429 h 134746"/>
              <a:gd name="csX8" fmla="*/ 0 w 156115"/>
              <a:gd name="csY8" fmla="*/ 12488 h 134746"/>
              <a:gd name="csX9" fmla="*/ 408 w 156115"/>
              <a:gd name="csY9" fmla="*/ 14529 h 134746"/>
              <a:gd name="csX10" fmla="*/ 1582 w 156115"/>
              <a:gd name="csY10" fmla="*/ 16264 h 134746"/>
              <a:gd name="csX11" fmla="*/ 3335 w 156115"/>
              <a:gd name="csY11" fmla="*/ 17421 h 134746"/>
              <a:gd name="csX12" fmla="*/ 5393 w 156115"/>
              <a:gd name="csY12" fmla="*/ 17795 h 134746"/>
              <a:gd name="csX13" fmla="*/ 24857 w 156115"/>
              <a:gd name="csY13" fmla="*/ 17795 h 134746"/>
              <a:gd name="csX14" fmla="*/ 24857 w 156115"/>
              <a:gd name="csY14" fmla="*/ 23119 h 134746"/>
              <a:gd name="csX15" fmla="*/ 47484 w 156115"/>
              <a:gd name="csY15" fmla="*/ 46136 h 134746"/>
              <a:gd name="csX16" fmla="*/ 53984 w 156115"/>
              <a:gd name="csY16" fmla="*/ 67706 h 134746"/>
              <a:gd name="csX17" fmla="*/ 72647 w 156115"/>
              <a:gd name="csY17" fmla="*/ 81587 h 134746"/>
              <a:gd name="csX18" fmla="*/ 83468 w 156115"/>
              <a:gd name="csY18" fmla="*/ 81587 h 134746"/>
              <a:gd name="csX19" fmla="*/ 102132 w 156115"/>
              <a:gd name="csY19" fmla="*/ 67706 h 134746"/>
              <a:gd name="csX20" fmla="*/ 108631 w 156115"/>
              <a:gd name="csY20" fmla="*/ 46136 h 134746"/>
              <a:gd name="csX21" fmla="*/ 131241 w 156115"/>
              <a:gd name="csY21" fmla="*/ 23119 h 134746"/>
              <a:gd name="csX22" fmla="*/ 131241 w 156115"/>
              <a:gd name="csY22" fmla="*/ 17795 h 134746"/>
              <a:gd name="csX23" fmla="*/ 150722 w 156115"/>
              <a:gd name="csY23" fmla="*/ 17795 h 134746"/>
              <a:gd name="csX24" fmla="*/ 152780 w 156115"/>
              <a:gd name="csY24" fmla="*/ 17421 h 134746"/>
              <a:gd name="csX25" fmla="*/ 154516 w 156115"/>
              <a:gd name="csY25" fmla="*/ 16264 h 134746"/>
              <a:gd name="csX26" fmla="*/ 155690 w 156115"/>
              <a:gd name="csY26" fmla="*/ 14529 h 134746"/>
              <a:gd name="csX27" fmla="*/ 156115 w 156115"/>
              <a:gd name="csY27" fmla="*/ 12488 h 134746"/>
              <a:gd name="csX28" fmla="*/ 155690 w 156115"/>
              <a:gd name="csY28" fmla="*/ 10429 h 134746"/>
              <a:gd name="csX29" fmla="*/ 154516 w 156115"/>
              <a:gd name="csY29" fmla="*/ 8694 h 134746"/>
              <a:gd name="csX30" fmla="*/ 152780 w 156115"/>
              <a:gd name="csY30" fmla="*/ 7554 h 134746"/>
              <a:gd name="csX31" fmla="*/ 150722 w 156115"/>
              <a:gd name="csY31" fmla="*/ 7163 h 134746"/>
              <a:gd name="csX32" fmla="*/ 131241 w 156115"/>
              <a:gd name="csY32" fmla="*/ 7163 h 134746"/>
              <a:gd name="csX33" fmla="*/ 131241 w 156115"/>
              <a:gd name="csY33" fmla="*/ 5394 h 134746"/>
              <a:gd name="csX34" fmla="*/ 130867 w 156115"/>
              <a:gd name="csY34" fmla="*/ 3336 h 134746"/>
              <a:gd name="csX35" fmla="*/ 129710 w 156115"/>
              <a:gd name="csY35" fmla="*/ 1584 h 134746"/>
              <a:gd name="csX36" fmla="*/ 127992 w 156115"/>
              <a:gd name="csY36" fmla="*/ 410 h 134746"/>
              <a:gd name="csX37" fmla="*/ 125933 w 156115"/>
              <a:gd name="csY37" fmla="*/ 1 h 134746"/>
              <a:gd name="csX38" fmla="*/ 123875 w 156115"/>
              <a:gd name="csY38" fmla="*/ 410 h 134746"/>
              <a:gd name="csX39" fmla="*/ 122139 w 156115"/>
              <a:gd name="csY39" fmla="*/ 1584 h 134746"/>
              <a:gd name="csX40" fmla="*/ 121000 w 156115"/>
              <a:gd name="csY40" fmla="*/ 3336 h 134746"/>
              <a:gd name="csX41" fmla="*/ 120608 w 156115"/>
              <a:gd name="csY41" fmla="*/ 5394 h 134746"/>
              <a:gd name="csX42" fmla="*/ 120608 w 156115"/>
              <a:gd name="csY42" fmla="*/ 7163 h 134746"/>
              <a:gd name="csX43" fmla="*/ 101094 w 156115"/>
              <a:gd name="csY43" fmla="*/ 7163 h 134746"/>
              <a:gd name="csX44" fmla="*/ 99035 w 156115"/>
              <a:gd name="csY44" fmla="*/ 7554 h 134746"/>
              <a:gd name="csX45" fmla="*/ 97283 w 156115"/>
              <a:gd name="csY45" fmla="*/ 8694 h 134746"/>
              <a:gd name="csX46" fmla="*/ 96109 w 156115"/>
              <a:gd name="csY46" fmla="*/ 10429 h 134746"/>
              <a:gd name="csX47" fmla="*/ 95700 w 156115"/>
              <a:gd name="csY47" fmla="*/ 12488 h 134746"/>
              <a:gd name="csX48" fmla="*/ 96109 w 156115"/>
              <a:gd name="csY48" fmla="*/ 14529 h 134746"/>
              <a:gd name="csX49" fmla="*/ 97283 w 156115"/>
              <a:gd name="csY49" fmla="*/ 16264 h 134746"/>
              <a:gd name="csX50" fmla="*/ 99035 w 156115"/>
              <a:gd name="csY50" fmla="*/ 17421 h 134746"/>
              <a:gd name="csX51" fmla="*/ 101094 w 156115"/>
              <a:gd name="csY51" fmla="*/ 17795 h 134746"/>
              <a:gd name="csX52" fmla="*/ 120608 w 156115"/>
              <a:gd name="csY52" fmla="*/ 17795 h 134746"/>
              <a:gd name="csX53" fmla="*/ 120608 w 156115"/>
              <a:gd name="csY53" fmla="*/ 23119 h 134746"/>
              <a:gd name="csX54" fmla="*/ 108205 w 156115"/>
              <a:gd name="csY54" fmla="*/ 35521 h 134746"/>
              <a:gd name="csX55" fmla="*/ 47893 w 156115"/>
              <a:gd name="csY55" fmla="*/ 35521 h 134746"/>
              <a:gd name="csX56" fmla="*/ 35490 w 156115"/>
              <a:gd name="csY56" fmla="*/ 23119 h 134746"/>
              <a:gd name="csX57" fmla="*/ 35490 w 156115"/>
              <a:gd name="csY57" fmla="*/ 17795 h 134746"/>
              <a:gd name="csX58" fmla="*/ 55022 w 156115"/>
              <a:gd name="csY58" fmla="*/ 17795 h 134746"/>
              <a:gd name="csX59" fmla="*/ 57080 w 156115"/>
              <a:gd name="csY59" fmla="*/ 17421 h 134746"/>
              <a:gd name="csX60" fmla="*/ 58815 w 156115"/>
              <a:gd name="csY60" fmla="*/ 16264 h 134746"/>
              <a:gd name="csX61" fmla="*/ 59989 w 156115"/>
              <a:gd name="csY61" fmla="*/ 14529 h 134746"/>
              <a:gd name="csX62" fmla="*/ 60415 w 156115"/>
              <a:gd name="csY62" fmla="*/ 12488 h 134746"/>
              <a:gd name="csX63" fmla="*/ 59989 w 156115"/>
              <a:gd name="csY63" fmla="*/ 10429 h 134746"/>
              <a:gd name="csX64" fmla="*/ 58815 w 156115"/>
              <a:gd name="csY64" fmla="*/ 8694 h 134746"/>
              <a:gd name="csX65" fmla="*/ 57080 w 156115"/>
              <a:gd name="csY65" fmla="*/ 7554 h 134746"/>
              <a:gd name="csX66" fmla="*/ 55022 w 156115"/>
              <a:gd name="csY66" fmla="*/ 7163 h 134746"/>
              <a:gd name="csX67" fmla="*/ 35490 w 156115"/>
              <a:gd name="csY67" fmla="*/ 7163 h 134746"/>
              <a:gd name="csX68" fmla="*/ 35490 w 156115"/>
              <a:gd name="csY68" fmla="*/ 5394 h 134746"/>
              <a:gd name="csX69" fmla="*/ 35098 w 156115"/>
              <a:gd name="csY69" fmla="*/ 3319 h 134746"/>
              <a:gd name="csX70" fmla="*/ 33942 w 156115"/>
              <a:gd name="csY70" fmla="*/ 1549 h 134746"/>
              <a:gd name="csX71" fmla="*/ 32172 w 156115"/>
              <a:gd name="csY71" fmla="*/ 393 h 134746"/>
              <a:gd name="csX72" fmla="*/ 30097 w 156115"/>
              <a:gd name="csY72" fmla="*/ 1 h 134746"/>
              <a:gd name="csX73" fmla="*/ 44388 w 156115"/>
              <a:gd name="csY73" fmla="*/ 63878 h 134746"/>
              <a:gd name="csX74" fmla="*/ 17796 w 156115"/>
              <a:gd name="csY74" fmla="*/ 90450 h 134746"/>
              <a:gd name="csX75" fmla="*/ 17796 w 156115"/>
              <a:gd name="csY75" fmla="*/ 129439 h 134746"/>
              <a:gd name="csX76" fmla="*/ 23121 w 156115"/>
              <a:gd name="csY76" fmla="*/ 134746 h 134746"/>
              <a:gd name="csX77" fmla="*/ 28429 w 156115"/>
              <a:gd name="csY77" fmla="*/ 129439 h 134746"/>
              <a:gd name="csX78" fmla="*/ 28429 w 156115"/>
              <a:gd name="csY78" fmla="*/ 90450 h 134746"/>
              <a:gd name="csX79" fmla="*/ 44388 w 156115"/>
              <a:gd name="csY79" fmla="*/ 74510 h 134746"/>
              <a:gd name="csX80" fmla="*/ 49186 w 156115"/>
              <a:gd name="csY80" fmla="*/ 74510 h 134746"/>
              <a:gd name="csX81" fmla="*/ 47195 w 156115"/>
              <a:gd name="csY81" fmla="*/ 69747 h 134746"/>
              <a:gd name="csX82" fmla="*/ 45426 w 156115"/>
              <a:gd name="csY82" fmla="*/ 63878 h 134746"/>
              <a:gd name="csX83" fmla="*/ 44388 w 156115"/>
              <a:gd name="csY83" fmla="*/ 63878 h 134746"/>
              <a:gd name="csX84" fmla="*/ 110689 w 156115"/>
              <a:gd name="csY84" fmla="*/ 63878 h 134746"/>
              <a:gd name="csX85" fmla="*/ 108920 w 156115"/>
              <a:gd name="csY85" fmla="*/ 69747 h 134746"/>
              <a:gd name="csX86" fmla="*/ 106929 w 156115"/>
              <a:gd name="csY86" fmla="*/ 74510 h 134746"/>
              <a:gd name="csX87" fmla="*/ 115266 w 156115"/>
              <a:gd name="csY87" fmla="*/ 74510 h 134746"/>
              <a:gd name="csX88" fmla="*/ 127669 w 156115"/>
              <a:gd name="csY88" fmla="*/ 90450 h 134746"/>
              <a:gd name="csX89" fmla="*/ 127669 w 156115"/>
              <a:gd name="csY89" fmla="*/ 129439 h 134746"/>
              <a:gd name="csX90" fmla="*/ 132994 w 156115"/>
              <a:gd name="csY90" fmla="*/ 134746 h 134746"/>
              <a:gd name="csX91" fmla="*/ 138302 w 156115"/>
              <a:gd name="csY91" fmla="*/ 129439 h 134746"/>
              <a:gd name="csX92" fmla="*/ 138302 w 156115"/>
              <a:gd name="csY92" fmla="*/ 90450 h 134746"/>
              <a:gd name="csX93" fmla="*/ 115266 w 156115"/>
              <a:gd name="csY93" fmla="*/ 63878 h 134746"/>
              <a:gd name="csX94" fmla="*/ 110689 w 156115"/>
              <a:gd name="csY94" fmla="*/ 63878 h 134746"/>
            </a:gdLst>
            <a:ahLst/>
            <a:cxnLst/>
            <a:rect l="l" t="t" r="r" b="b"/>
            <a:pathLst>
              <a:path w="100000" h="100000">
                <a:moveTo>
                  <a:pt x="19279" y="6845"/>
                </a:moveTo>
                <a:cubicBezTo>
                  <a:pt x="18374" y="6856"/>
                  <a:pt x="17513" y="7226"/>
                  <a:pt x="16881" y="7880"/>
                </a:cubicBezTo>
                <a:cubicBezTo>
                  <a:pt x="16260" y="8523"/>
                  <a:pt x="15911" y="9395"/>
                  <a:pt x="15922" y="10299"/>
                </a:cubicBezTo>
                <a:lnTo>
                  <a:pt x="15922" y="11432"/>
                </a:lnTo>
                <a:lnTo>
                  <a:pt x="3455" y="11432"/>
                </a:lnTo>
                <a:cubicBezTo>
                  <a:pt x="3008" y="11432"/>
                  <a:pt x="2550" y="11509"/>
                  <a:pt x="2136" y="11683"/>
                </a:cubicBezTo>
                <a:cubicBezTo>
                  <a:pt x="1722" y="11846"/>
                  <a:pt x="1341" y="12097"/>
                  <a:pt x="1013" y="12413"/>
                </a:cubicBezTo>
                <a:cubicBezTo>
                  <a:pt x="698" y="12729"/>
                  <a:pt x="436" y="13111"/>
                  <a:pt x="261" y="13524"/>
                </a:cubicBezTo>
                <a:cubicBezTo>
                  <a:pt x="87" y="13939"/>
                  <a:pt x="0" y="14385"/>
                  <a:pt x="0" y="14843"/>
                </a:cubicBezTo>
                <a:cubicBezTo>
                  <a:pt x="0" y="15290"/>
                  <a:pt x="87" y="15737"/>
                  <a:pt x="261" y="16151"/>
                </a:cubicBezTo>
                <a:cubicBezTo>
                  <a:pt x="436" y="16575"/>
                  <a:pt x="698" y="16946"/>
                  <a:pt x="1013" y="17262"/>
                </a:cubicBezTo>
                <a:cubicBezTo>
                  <a:pt x="1341" y="17578"/>
                  <a:pt x="1722" y="17829"/>
                  <a:pt x="2136" y="18003"/>
                </a:cubicBezTo>
                <a:cubicBezTo>
                  <a:pt x="2550" y="18166"/>
                  <a:pt x="3008" y="18254"/>
                  <a:pt x="3455" y="18243"/>
                </a:cubicBezTo>
                <a:lnTo>
                  <a:pt x="15922" y="18243"/>
                </a:lnTo>
                <a:lnTo>
                  <a:pt x="15922" y="21653"/>
                </a:lnTo>
                <a:cubicBezTo>
                  <a:pt x="15922" y="29673"/>
                  <a:pt x="22428" y="36243"/>
                  <a:pt x="30416" y="36397"/>
                </a:cubicBezTo>
                <a:lnTo>
                  <a:pt x="34580" y="50213"/>
                </a:lnTo>
                <a:cubicBezTo>
                  <a:pt x="36170" y="55531"/>
                  <a:pt x="40977" y="59105"/>
                  <a:pt x="46534" y="59105"/>
                </a:cubicBezTo>
                <a:lnTo>
                  <a:pt x="53466" y="59105"/>
                </a:lnTo>
                <a:cubicBezTo>
                  <a:pt x="59012" y="59105"/>
                  <a:pt x="63819" y="55531"/>
                  <a:pt x="65421" y="50213"/>
                </a:cubicBezTo>
                <a:lnTo>
                  <a:pt x="69584" y="36397"/>
                </a:lnTo>
                <a:cubicBezTo>
                  <a:pt x="77572" y="36243"/>
                  <a:pt x="84067" y="29673"/>
                  <a:pt x="84067" y="21653"/>
                </a:cubicBezTo>
                <a:lnTo>
                  <a:pt x="84067" y="18243"/>
                </a:lnTo>
                <a:lnTo>
                  <a:pt x="96545" y="18243"/>
                </a:lnTo>
                <a:cubicBezTo>
                  <a:pt x="96992" y="18254"/>
                  <a:pt x="97439" y="18166"/>
                  <a:pt x="97864" y="18003"/>
                </a:cubicBezTo>
                <a:cubicBezTo>
                  <a:pt x="98278" y="17829"/>
                  <a:pt x="98659" y="17578"/>
                  <a:pt x="98976" y="17262"/>
                </a:cubicBezTo>
                <a:cubicBezTo>
                  <a:pt x="99302" y="16946"/>
                  <a:pt x="99554" y="16575"/>
                  <a:pt x="99728" y="16151"/>
                </a:cubicBezTo>
                <a:cubicBezTo>
                  <a:pt x="99902" y="15737"/>
                  <a:pt x="100000" y="15290"/>
                  <a:pt x="100000" y="14843"/>
                </a:cubicBezTo>
                <a:cubicBezTo>
                  <a:pt x="100000" y="14385"/>
                  <a:pt x="99902" y="13939"/>
                  <a:pt x="99728" y="13524"/>
                </a:cubicBezTo>
                <a:cubicBezTo>
                  <a:pt x="99554" y="13111"/>
                  <a:pt x="99302" y="12729"/>
                  <a:pt x="98976" y="12413"/>
                </a:cubicBezTo>
                <a:cubicBezTo>
                  <a:pt x="98659" y="12097"/>
                  <a:pt x="98278" y="11846"/>
                  <a:pt x="97864" y="11683"/>
                </a:cubicBezTo>
                <a:cubicBezTo>
                  <a:pt x="97439" y="11509"/>
                  <a:pt x="96992" y="11432"/>
                  <a:pt x="96545" y="11432"/>
                </a:cubicBezTo>
                <a:lnTo>
                  <a:pt x="84067" y="11432"/>
                </a:lnTo>
                <a:lnTo>
                  <a:pt x="84067" y="10299"/>
                </a:lnTo>
                <a:cubicBezTo>
                  <a:pt x="84078" y="9853"/>
                  <a:pt x="83991" y="9395"/>
                  <a:pt x="83827" y="8981"/>
                </a:cubicBezTo>
                <a:cubicBezTo>
                  <a:pt x="83653" y="8566"/>
                  <a:pt x="83414" y="8185"/>
                  <a:pt x="83086" y="7859"/>
                </a:cubicBezTo>
                <a:cubicBezTo>
                  <a:pt x="82770" y="7542"/>
                  <a:pt x="82400" y="7281"/>
                  <a:pt x="81986" y="7107"/>
                </a:cubicBezTo>
                <a:cubicBezTo>
                  <a:pt x="81561" y="6932"/>
                  <a:pt x="81114" y="6845"/>
                  <a:pt x="80667" y="6845"/>
                </a:cubicBezTo>
                <a:cubicBezTo>
                  <a:pt x="80209" y="6845"/>
                  <a:pt x="79762" y="6932"/>
                  <a:pt x="79349" y="7107"/>
                </a:cubicBezTo>
                <a:cubicBezTo>
                  <a:pt x="78934" y="7281"/>
                  <a:pt x="78553" y="7542"/>
                  <a:pt x="78237" y="7859"/>
                </a:cubicBezTo>
                <a:cubicBezTo>
                  <a:pt x="77921" y="8185"/>
                  <a:pt x="77670" y="8566"/>
                  <a:pt x="77507" y="8981"/>
                </a:cubicBezTo>
                <a:cubicBezTo>
                  <a:pt x="77332" y="9395"/>
                  <a:pt x="77256" y="9853"/>
                  <a:pt x="77256" y="10299"/>
                </a:cubicBezTo>
                <a:lnTo>
                  <a:pt x="77256" y="11432"/>
                </a:lnTo>
                <a:lnTo>
                  <a:pt x="64756" y="11432"/>
                </a:lnTo>
                <a:cubicBezTo>
                  <a:pt x="64309" y="11432"/>
                  <a:pt x="63852" y="11509"/>
                  <a:pt x="63437" y="11683"/>
                </a:cubicBezTo>
                <a:cubicBezTo>
                  <a:pt x="63023" y="11846"/>
                  <a:pt x="62642" y="12097"/>
                  <a:pt x="62315" y="12413"/>
                </a:cubicBezTo>
                <a:cubicBezTo>
                  <a:pt x="61999" y="12729"/>
                  <a:pt x="61737" y="13111"/>
                  <a:pt x="61563" y="13524"/>
                </a:cubicBezTo>
                <a:cubicBezTo>
                  <a:pt x="61389" y="13939"/>
                  <a:pt x="61301" y="14385"/>
                  <a:pt x="61301" y="14843"/>
                </a:cubicBezTo>
                <a:cubicBezTo>
                  <a:pt x="61301" y="15290"/>
                  <a:pt x="61389" y="15737"/>
                  <a:pt x="61563" y="16151"/>
                </a:cubicBezTo>
                <a:cubicBezTo>
                  <a:pt x="61737" y="16575"/>
                  <a:pt x="61999" y="16946"/>
                  <a:pt x="62315" y="17262"/>
                </a:cubicBezTo>
                <a:cubicBezTo>
                  <a:pt x="62642" y="17578"/>
                  <a:pt x="63023" y="17829"/>
                  <a:pt x="63437" y="18003"/>
                </a:cubicBezTo>
                <a:cubicBezTo>
                  <a:pt x="63852" y="18166"/>
                  <a:pt x="64309" y="18254"/>
                  <a:pt x="64756" y="18243"/>
                </a:cubicBezTo>
                <a:lnTo>
                  <a:pt x="77256" y="18243"/>
                </a:lnTo>
                <a:lnTo>
                  <a:pt x="77256" y="21653"/>
                </a:lnTo>
                <a:cubicBezTo>
                  <a:pt x="77256" y="26077"/>
                  <a:pt x="73747" y="29597"/>
                  <a:pt x="69311" y="29597"/>
                </a:cubicBezTo>
                <a:lnTo>
                  <a:pt x="30678" y="29597"/>
                </a:lnTo>
                <a:cubicBezTo>
                  <a:pt x="26253" y="29597"/>
                  <a:pt x="22733" y="26077"/>
                  <a:pt x="22733" y="21653"/>
                </a:cubicBezTo>
                <a:lnTo>
                  <a:pt x="22733" y="18243"/>
                </a:lnTo>
                <a:lnTo>
                  <a:pt x="35245" y="18243"/>
                </a:lnTo>
                <a:cubicBezTo>
                  <a:pt x="35691" y="18254"/>
                  <a:pt x="36137" y="18166"/>
                  <a:pt x="36563" y="18003"/>
                </a:cubicBezTo>
                <a:cubicBezTo>
                  <a:pt x="36977" y="17829"/>
                  <a:pt x="37358" y="17578"/>
                  <a:pt x="37674" y="17262"/>
                </a:cubicBezTo>
                <a:cubicBezTo>
                  <a:pt x="38001" y="16946"/>
                  <a:pt x="38252" y="16575"/>
                  <a:pt x="38426" y="16151"/>
                </a:cubicBezTo>
                <a:cubicBezTo>
                  <a:pt x="38600" y="15737"/>
                  <a:pt x="38699" y="15290"/>
                  <a:pt x="38699" y="14843"/>
                </a:cubicBezTo>
                <a:cubicBezTo>
                  <a:pt x="38699" y="14385"/>
                  <a:pt x="38600" y="13939"/>
                  <a:pt x="38426" y="13524"/>
                </a:cubicBezTo>
                <a:cubicBezTo>
                  <a:pt x="38252" y="13111"/>
                  <a:pt x="38001" y="12729"/>
                  <a:pt x="37674" y="12413"/>
                </a:cubicBezTo>
                <a:cubicBezTo>
                  <a:pt x="37358" y="12097"/>
                  <a:pt x="36977" y="11846"/>
                  <a:pt x="36563" y="11683"/>
                </a:cubicBezTo>
                <a:cubicBezTo>
                  <a:pt x="36137" y="11509"/>
                  <a:pt x="35691" y="11432"/>
                  <a:pt x="35245" y="11432"/>
                </a:cubicBezTo>
                <a:lnTo>
                  <a:pt x="22733" y="11432"/>
                </a:lnTo>
                <a:lnTo>
                  <a:pt x="22733" y="10299"/>
                </a:lnTo>
                <a:cubicBezTo>
                  <a:pt x="22744" y="9841"/>
                  <a:pt x="22657" y="9395"/>
                  <a:pt x="22482" y="8970"/>
                </a:cubicBezTo>
                <a:cubicBezTo>
                  <a:pt x="22308" y="8545"/>
                  <a:pt x="22057" y="8164"/>
                  <a:pt x="21742" y="7836"/>
                </a:cubicBezTo>
                <a:cubicBezTo>
                  <a:pt x="21414" y="7520"/>
                  <a:pt x="21033" y="7270"/>
                  <a:pt x="20608" y="7096"/>
                </a:cubicBezTo>
                <a:cubicBezTo>
                  <a:pt x="20183" y="6921"/>
                  <a:pt x="19736" y="6834"/>
                  <a:pt x="19279" y="6845"/>
                </a:cubicBezTo>
                <a:close/>
                <a:moveTo>
                  <a:pt x="28433" y="47761"/>
                </a:moveTo>
                <a:cubicBezTo>
                  <a:pt x="19039" y="47761"/>
                  <a:pt x="11399" y="55389"/>
                  <a:pt x="11399" y="64782"/>
                </a:cubicBezTo>
                <a:lnTo>
                  <a:pt x="11399" y="89757"/>
                </a:lnTo>
                <a:cubicBezTo>
                  <a:pt x="11399" y="91631"/>
                  <a:pt x="12925" y="93156"/>
                  <a:pt x="14810" y="93156"/>
                </a:cubicBezTo>
                <a:cubicBezTo>
                  <a:pt x="16685" y="93156"/>
                  <a:pt x="18210" y="91631"/>
                  <a:pt x="18210" y="89757"/>
                </a:cubicBezTo>
                <a:lnTo>
                  <a:pt x="18210" y="64782"/>
                </a:lnTo>
                <a:cubicBezTo>
                  <a:pt x="18210" y="59148"/>
                  <a:pt x="22799" y="54572"/>
                  <a:pt x="28433" y="54572"/>
                </a:cubicBezTo>
                <a:lnTo>
                  <a:pt x="31506" y="54572"/>
                </a:lnTo>
                <a:cubicBezTo>
                  <a:pt x="30994" y="53602"/>
                  <a:pt x="30547" y="52599"/>
                  <a:pt x="30231" y="51521"/>
                </a:cubicBezTo>
                <a:lnTo>
                  <a:pt x="29098" y="47761"/>
                </a:lnTo>
                <a:lnTo>
                  <a:pt x="28433" y="47761"/>
                </a:lnTo>
                <a:close/>
                <a:moveTo>
                  <a:pt x="70902" y="47761"/>
                </a:moveTo>
                <a:lnTo>
                  <a:pt x="69769" y="51521"/>
                </a:lnTo>
                <a:cubicBezTo>
                  <a:pt x="69453" y="52599"/>
                  <a:pt x="68995" y="53602"/>
                  <a:pt x="68494" y="54572"/>
                </a:cubicBezTo>
                <a:lnTo>
                  <a:pt x="73834" y="54572"/>
                </a:lnTo>
                <a:cubicBezTo>
                  <a:pt x="81212" y="54572"/>
                  <a:pt x="81779" y="62384"/>
                  <a:pt x="81779" y="64782"/>
                </a:cubicBezTo>
                <a:lnTo>
                  <a:pt x="81779" y="89757"/>
                </a:lnTo>
                <a:cubicBezTo>
                  <a:pt x="81779" y="91631"/>
                  <a:pt x="83304" y="93156"/>
                  <a:pt x="85190" y="93156"/>
                </a:cubicBezTo>
                <a:cubicBezTo>
                  <a:pt x="87075" y="93156"/>
                  <a:pt x="88590" y="91631"/>
                  <a:pt x="88590" y="89757"/>
                </a:cubicBezTo>
                <a:lnTo>
                  <a:pt x="88590" y="64782"/>
                </a:lnTo>
                <a:cubicBezTo>
                  <a:pt x="88590" y="54593"/>
                  <a:pt x="82661" y="47761"/>
                  <a:pt x="73834" y="47761"/>
                </a:cubicBezTo>
                <a:lnTo>
                  <a:pt x="70902" y="4776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4" name="Белый — SVG 10">
            <a:extLst>
              <a:ext uri="{FF2B5EF4-FFF2-40B4-BE49-F238E27FC236}">
                <a16:creationId xmlns:a16="http://schemas.microsoft.com/office/drawing/2014/main" id="{E8BAC31C-F755-6445-8BE2-61BB9B70F0DD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9340 w 141704"/>
              <a:gd name="csY0" fmla="*/ 132346 h 141670"/>
              <a:gd name="csX1" fmla="*/ 9340 w 141704"/>
              <a:gd name="csY1" fmla="*/ 87250 h 141670"/>
              <a:gd name="csX2" fmla="*/ 31883 w 141704"/>
              <a:gd name="csY2" fmla="*/ 77894 h 141670"/>
              <a:gd name="csX3" fmla="*/ 35218 w 141704"/>
              <a:gd name="csY3" fmla="*/ 78081 h 141670"/>
              <a:gd name="csX4" fmla="*/ 33295 w 141704"/>
              <a:gd name="csY4" fmla="*/ 88577 h 141670"/>
              <a:gd name="csX5" fmla="*/ 31883 w 141704"/>
              <a:gd name="csY5" fmla="*/ 88526 h 141670"/>
              <a:gd name="csX6" fmla="*/ 16860 w 141704"/>
              <a:gd name="csY6" fmla="*/ 94752 h 141670"/>
              <a:gd name="csX7" fmla="*/ 16860 w 141704"/>
              <a:gd name="csY7" fmla="*/ 124827 h 141670"/>
              <a:gd name="csX8" fmla="*/ 46923 w 141704"/>
              <a:gd name="csY8" fmla="*/ 124827 h 141670"/>
              <a:gd name="csX9" fmla="*/ 53099 w 141704"/>
              <a:gd name="csY9" fmla="*/ 108378 h 141670"/>
              <a:gd name="csX10" fmla="*/ 63596 w 141704"/>
              <a:gd name="csY10" fmla="*/ 106472 h 141670"/>
              <a:gd name="csX11" fmla="*/ 54443 w 141704"/>
              <a:gd name="csY11" fmla="*/ 132329 h 141670"/>
              <a:gd name="csX12" fmla="*/ 9340 w 141704"/>
              <a:gd name="csY12" fmla="*/ 132346 h 141670"/>
              <a:gd name="csX13" fmla="*/ 87262 w 141704"/>
              <a:gd name="csY13" fmla="*/ 132329 h 141670"/>
              <a:gd name="csX14" fmla="*/ 78091 w 141704"/>
              <a:gd name="csY14" fmla="*/ 106472 h 141670"/>
              <a:gd name="csX15" fmla="*/ 88606 w 141704"/>
              <a:gd name="csY15" fmla="*/ 108378 h 141670"/>
              <a:gd name="csX16" fmla="*/ 94782 w 141704"/>
              <a:gd name="csY16" fmla="*/ 124827 h 141670"/>
              <a:gd name="csX17" fmla="*/ 124861 w 141704"/>
              <a:gd name="csY17" fmla="*/ 124827 h 141670"/>
              <a:gd name="csX18" fmla="*/ 124844 w 141704"/>
              <a:gd name="csY18" fmla="*/ 94752 h 141670"/>
              <a:gd name="csX19" fmla="*/ 109822 w 141704"/>
              <a:gd name="csY19" fmla="*/ 88526 h 141670"/>
              <a:gd name="csX20" fmla="*/ 108427 w 141704"/>
              <a:gd name="csY20" fmla="*/ 88577 h 141670"/>
              <a:gd name="csX21" fmla="*/ 106504 w 141704"/>
              <a:gd name="csY21" fmla="*/ 78081 h 141670"/>
              <a:gd name="csX22" fmla="*/ 109822 w 141704"/>
              <a:gd name="csY22" fmla="*/ 77894 h 141670"/>
              <a:gd name="csX23" fmla="*/ 132365 w 141704"/>
              <a:gd name="csY23" fmla="*/ 87250 h 141670"/>
              <a:gd name="csX24" fmla="*/ 132365 w 141704"/>
              <a:gd name="csY24" fmla="*/ 132346 h 141670"/>
              <a:gd name="csX25" fmla="*/ 87262 w 141704"/>
              <a:gd name="csY25" fmla="*/ 132329 h 141670"/>
              <a:gd name="csX26" fmla="*/ 106062 w 141704"/>
              <a:gd name="csY26" fmla="*/ 113566 h 141670"/>
              <a:gd name="csX27" fmla="*/ 98627 w 141704"/>
              <a:gd name="csY27" fmla="*/ 106115 h 141670"/>
              <a:gd name="csX28" fmla="*/ 70861 w 141704"/>
              <a:gd name="csY28" fmla="*/ 99141 h 141670"/>
              <a:gd name="csX29" fmla="*/ 42721 w 141704"/>
              <a:gd name="csY29" fmla="*/ 106472 h 141670"/>
              <a:gd name="csX30" fmla="*/ 35626 w 141704"/>
              <a:gd name="csY30" fmla="*/ 113549 h 141670"/>
              <a:gd name="csX31" fmla="*/ 28123 w 141704"/>
              <a:gd name="csY31" fmla="*/ 113549 h 141670"/>
              <a:gd name="csX32" fmla="*/ 28123 w 141704"/>
              <a:gd name="csY32" fmla="*/ 106030 h 141670"/>
              <a:gd name="csX33" fmla="*/ 35201 w 141704"/>
              <a:gd name="csY33" fmla="*/ 98954 h 141670"/>
              <a:gd name="csX34" fmla="*/ 42551 w 141704"/>
              <a:gd name="csY34" fmla="*/ 70834 h 141670"/>
              <a:gd name="csX35" fmla="*/ 35575 w 141704"/>
              <a:gd name="csY35" fmla="*/ 43072 h 141670"/>
              <a:gd name="csX36" fmla="*/ 28123 w 141704"/>
              <a:gd name="csY36" fmla="*/ 35638 h 141670"/>
              <a:gd name="csX37" fmla="*/ 28123 w 141704"/>
              <a:gd name="csY37" fmla="*/ 28119 h 141670"/>
              <a:gd name="csX38" fmla="*/ 35626 w 141704"/>
              <a:gd name="csY38" fmla="*/ 28119 h 141670"/>
              <a:gd name="csX39" fmla="*/ 42738 w 141704"/>
              <a:gd name="csY39" fmla="*/ 35196 h 141670"/>
              <a:gd name="csX40" fmla="*/ 70861 w 141704"/>
              <a:gd name="csY40" fmla="*/ 42528 h 141670"/>
              <a:gd name="csX41" fmla="*/ 98967 w 141704"/>
              <a:gd name="csY41" fmla="*/ 35196 h 141670"/>
              <a:gd name="csX42" fmla="*/ 106062 w 141704"/>
              <a:gd name="csY42" fmla="*/ 28102 h 141670"/>
              <a:gd name="csX43" fmla="*/ 113582 w 141704"/>
              <a:gd name="csY43" fmla="*/ 28102 h 141670"/>
              <a:gd name="csX44" fmla="*/ 113582 w 141704"/>
              <a:gd name="csY44" fmla="*/ 35621 h 141670"/>
              <a:gd name="csX45" fmla="*/ 106487 w 141704"/>
              <a:gd name="csY45" fmla="*/ 42698 h 141670"/>
              <a:gd name="csX46" fmla="*/ 99171 w 141704"/>
              <a:gd name="csY46" fmla="*/ 70834 h 141670"/>
              <a:gd name="csX47" fmla="*/ 106504 w 141704"/>
              <a:gd name="csY47" fmla="*/ 98954 h 141670"/>
              <a:gd name="csX48" fmla="*/ 113582 w 141704"/>
              <a:gd name="csY48" fmla="*/ 106064 h 141670"/>
              <a:gd name="csX49" fmla="*/ 113582 w 141704"/>
              <a:gd name="csY49" fmla="*/ 113566 h 141670"/>
              <a:gd name="csX50" fmla="*/ 106062 w 141704"/>
              <a:gd name="csY50" fmla="*/ 113566 h 141670"/>
              <a:gd name="csX51" fmla="*/ 9340 w 141704"/>
              <a:gd name="csY51" fmla="*/ 54435 h 141670"/>
              <a:gd name="csX52" fmla="*/ 9340 w 141704"/>
              <a:gd name="csY52" fmla="*/ 9339 h 141670"/>
              <a:gd name="csX53" fmla="*/ 54443 w 141704"/>
              <a:gd name="csY53" fmla="*/ 9339 h 141670"/>
              <a:gd name="csX54" fmla="*/ 63596 w 141704"/>
              <a:gd name="csY54" fmla="*/ 35196 h 141670"/>
              <a:gd name="csX55" fmla="*/ 53099 w 141704"/>
              <a:gd name="csY55" fmla="*/ 33274 h 141670"/>
              <a:gd name="csX56" fmla="*/ 46923 w 141704"/>
              <a:gd name="csY56" fmla="*/ 16858 h 141670"/>
              <a:gd name="csX57" fmla="*/ 16843 w 141704"/>
              <a:gd name="csY57" fmla="*/ 16858 h 141670"/>
              <a:gd name="csX58" fmla="*/ 16843 w 141704"/>
              <a:gd name="csY58" fmla="*/ 46917 h 141670"/>
              <a:gd name="csX59" fmla="*/ 31883 w 141704"/>
              <a:gd name="csY59" fmla="*/ 53143 h 141670"/>
              <a:gd name="csX60" fmla="*/ 33312 w 141704"/>
              <a:gd name="csY60" fmla="*/ 53092 h 141670"/>
              <a:gd name="csX61" fmla="*/ 35201 w 141704"/>
              <a:gd name="csY61" fmla="*/ 63604 h 141670"/>
              <a:gd name="csX62" fmla="*/ 31883 w 141704"/>
              <a:gd name="csY62" fmla="*/ 63775 h 141670"/>
              <a:gd name="csX63" fmla="*/ 9340 w 141704"/>
              <a:gd name="csY63" fmla="*/ 54435 h 141670"/>
              <a:gd name="csX64" fmla="*/ 106504 w 141704"/>
              <a:gd name="csY64" fmla="*/ 63604 h 141670"/>
              <a:gd name="csX65" fmla="*/ 108392 w 141704"/>
              <a:gd name="csY65" fmla="*/ 53092 h 141670"/>
              <a:gd name="csX66" fmla="*/ 109822 w 141704"/>
              <a:gd name="csY66" fmla="*/ 53143 h 141670"/>
              <a:gd name="csX67" fmla="*/ 124844 w 141704"/>
              <a:gd name="csY67" fmla="*/ 46917 h 141670"/>
              <a:gd name="csX68" fmla="*/ 124844 w 141704"/>
              <a:gd name="csY68" fmla="*/ 16858 h 141670"/>
              <a:gd name="csX69" fmla="*/ 94782 w 141704"/>
              <a:gd name="csY69" fmla="*/ 16858 h 141670"/>
              <a:gd name="csX70" fmla="*/ 88606 w 141704"/>
              <a:gd name="csY70" fmla="*/ 33274 h 141670"/>
              <a:gd name="csX71" fmla="*/ 78091 w 141704"/>
              <a:gd name="csY71" fmla="*/ 35196 h 141670"/>
              <a:gd name="csX72" fmla="*/ 87262 w 141704"/>
              <a:gd name="csY72" fmla="*/ 9339 h 141670"/>
              <a:gd name="csX73" fmla="*/ 132365 w 141704"/>
              <a:gd name="csY73" fmla="*/ 9339 h 141670"/>
              <a:gd name="csX74" fmla="*/ 132365 w 141704"/>
              <a:gd name="csY74" fmla="*/ 54435 h 141670"/>
              <a:gd name="csX75" fmla="*/ 109822 w 141704"/>
              <a:gd name="csY75" fmla="*/ 63775 h 141670"/>
              <a:gd name="csX76" fmla="*/ 106504 w 141704"/>
              <a:gd name="csY76" fmla="*/ 63604 h 141670"/>
            </a:gdLst>
            <a:ahLst/>
            <a:cxnLst/>
            <a:rect l="l" t="t" r="r" b="b"/>
            <a:pathLst>
              <a:path w="100000" h="100000">
                <a:moveTo>
                  <a:pt x="6591" y="93408"/>
                </a:moveTo>
                <a:cubicBezTo>
                  <a:pt x="-2197" y="84621"/>
                  <a:pt x="-2197" y="70359"/>
                  <a:pt x="6591" y="61584"/>
                </a:cubicBezTo>
                <a:cubicBezTo>
                  <a:pt x="10974" y="57190"/>
                  <a:pt x="16749" y="54982"/>
                  <a:pt x="22500" y="54982"/>
                </a:cubicBezTo>
                <a:cubicBezTo>
                  <a:pt x="23280" y="54982"/>
                  <a:pt x="24073" y="55029"/>
                  <a:pt x="24853" y="55113"/>
                </a:cubicBezTo>
                <a:cubicBezTo>
                  <a:pt x="24625" y="58103"/>
                  <a:pt x="24181" y="60576"/>
                  <a:pt x="23496" y="62520"/>
                </a:cubicBezTo>
                <a:cubicBezTo>
                  <a:pt x="23160" y="62496"/>
                  <a:pt x="22836" y="62484"/>
                  <a:pt x="22500" y="62484"/>
                </a:cubicBezTo>
                <a:cubicBezTo>
                  <a:pt x="18658" y="62484"/>
                  <a:pt x="14828" y="63961"/>
                  <a:pt x="11898" y="66878"/>
                </a:cubicBezTo>
                <a:cubicBezTo>
                  <a:pt x="6039" y="72736"/>
                  <a:pt x="6039" y="82244"/>
                  <a:pt x="11898" y="88102"/>
                </a:cubicBezTo>
                <a:cubicBezTo>
                  <a:pt x="17745" y="93949"/>
                  <a:pt x="27254" y="93949"/>
                  <a:pt x="33113" y="88102"/>
                </a:cubicBezTo>
                <a:cubicBezTo>
                  <a:pt x="36283" y="84921"/>
                  <a:pt x="37748" y="80660"/>
                  <a:pt x="37472" y="76494"/>
                </a:cubicBezTo>
                <a:cubicBezTo>
                  <a:pt x="39429" y="75809"/>
                  <a:pt x="41902" y="75378"/>
                  <a:pt x="44879" y="75149"/>
                </a:cubicBezTo>
                <a:cubicBezTo>
                  <a:pt x="45552" y="81655"/>
                  <a:pt x="43402" y="88415"/>
                  <a:pt x="38420" y="93396"/>
                </a:cubicBezTo>
                <a:cubicBezTo>
                  <a:pt x="29631" y="102183"/>
                  <a:pt x="15368" y="102183"/>
                  <a:pt x="6591" y="93408"/>
                </a:cubicBezTo>
                <a:close/>
                <a:moveTo>
                  <a:pt x="61580" y="93396"/>
                </a:moveTo>
                <a:cubicBezTo>
                  <a:pt x="56598" y="88415"/>
                  <a:pt x="54437" y="81655"/>
                  <a:pt x="55109" y="75149"/>
                </a:cubicBezTo>
                <a:cubicBezTo>
                  <a:pt x="58111" y="75378"/>
                  <a:pt x="60584" y="75821"/>
                  <a:pt x="62529" y="76494"/>
                </a:cubicBezTo>
                <a:cubicBezTo>
                  <a:pt x="62253" y="80660"/>
                  <a:pt x="63705" y="84921"/>
                  <a:pt x="66887" y="88102"/>
                </a:cubicBezTo>
                <a:cubicBezTo>
                  <a:pt x="72746" y="93949"/>
                  <a:pt x="82255" y="93949"/>
                  <a:pt x="88114" y="88102"/>
                </a:cubicBezTo>
                <a:cubicBezTo>
                  <a:pt x="93961" y="82244"/>
                  <a:pt x="93961" y="72736"/>
                  <a:pt x="88102" y="66878"/>
                </a:cubicBezTo>
                <a:cubicBezTo>
                  <a:pt x="85173" y="63949"/>
                  <a:pt x="81343" y="62484"/>
                  <a:pt x="77501" y="62484"/>
                </a:cubicBezTo>
                <a:cubicBezTo>
                  <a:pt x="77176" y="62484"/>
                  <a:pt x="76840" y="62496"/>
                  <a:pt x="76517" y="62520"/>
                </a:cubicBezTo>
                <a:cubicBezTo>
                  <a:pt x="75832" y="60552"/>
                  <a:pt x="75387" y="58079"/>
                  <a:pt x="75159" y="55113"/>
                </a:cubicBezTo>
                <a:cubicBezTo>
                  <a:pt x="75940" y="55029"/>
                  <a:pt x="76720" y="54982"/>
                  <a:pt x="77501" y="54982"/>
                </a:cubicBezTo>
                <a:cubicBezTo>
                  <a:pt x="83252" y="54982"/>
                  <a:pt x="89026" y="57190"/>
                  <a:pt x="93410" y="61584"/>
                </a:cubicBezTo>
                <a:cubicBezTo>
                  <a:pt x="102198" y="70359"/>
                  <a:pt x="102198" y="84621"/>
                  <a:pt x="93410" y="93408"/>
                </a:cubicBezTo>
                <a:cubicBezTo>
                  <a:pt x="84633" y="102183"/>
                  <a:pt x="70369" y="102183"/>
                  <a:pt x="61580" y="93396"/>
                </a:cubicBezTo>
                <a:close/>
                <a:moveTo>
                  <a:pt x="74848" y="80155"/>
                </a:moveTo>
                <a:lnTo>
                  <a:pt x="69601" y="74897"/>
                </a:lnTo>
                <a:cubicBezTo>
                  <a:pt x="65314" y="70851"/>
                  <a:pt x="57871" y="69975"/>
                  <a:pt x="50006" y="69975"/>
                </a:cubicBezTo>
                <a:cubicBezTo>
                  <a:pt x="42022" y="69975"/>
                  <a:pt x="34422" y="70864"/>
                  <a:pt x="30148" y="75149"/>
                </a:cubicBezTo>
                <a:lnTo>
                  <a:pt x="25141" y="80143"/>
                </a:lnTo>
                <a:cubicBezTo>
                  <a:pt x="23689" y="81607"/>
                  <a:pt x="21299" y="81607"/>
                  <a:pt x="19846" y="80143"/>
                </a:cubicBezTo>
                <a:cubicBezTo>
                  <a:pt x="18382" y="78679"/>
                  <a:pt x="18382" y="76302"/>
                  <a:pt x="19846" y="74837"/>
                </a:cubicBezTo>
                <a:lnTo>
                  <a:pt x="24841" y="69843"/>
                </a:lnTo>
                <a:cubicBezTo>
                  <a:pt x="29116" y="65570"/>
                  <a:pt x="30028" y="58007"/>
                  <a:pt x="30028" y="49999"/>
                </a:cubicBezTo>
                <a:cubicBezTo>
                  <a:pt x="30028" y="42172"/>
                  <a:pt x="29164" y="34705"/>
                  <a:pt x="25105" y="30408"/>
                </a:cubicBezTo>
                <a:lnTo>
                  <a:pt x="19846" y="25162"/>
                </a:lnTo>
                <a:cubicBezTo>
                  <a:pt x="18382" y="23697"/>
                  <a:pt x="18382" y="21320"/>
                  <a:pt x="19846" y="19855"/>
                </a:cubicBezTo>
                <a:cubicBezTo>
                  <a:pt x="21299" y="18391"/>
                  <a:pt x="23689" y="18391"/>
                  <a:pt x="25141" y="19855"/>
                </a:cubicBezTo>
                <a:lnTo>
                  <a:pt x="30160" y="24850"/>
                </a:lnTo>
                <a:cubicBezTo>
                  <a:pt x="34434" y="29111"/>
                  <a:pt x="41998" y="30024"/>
                  <a:pt x="50006" y="30024"/>
                </a:cubicBezTo>
                <a:cubicBezTo>
                  <a:pt x="57967" y="30024"/>
                  <a:pt x="65567" y="29123"/>
                  <a:pt x="69841" y="24850"/>
                </a:cubicBezTo>
                <a:lnTo>
                  <a:pt x="74848" y="19843"/>
                </a:lnTo>
                <a:cubicBezTo>
                  <a:pt x="76312" y="18379"/>
                  <a:pt x="78689" y="18379"/>
                  <a:pt x="80154" y="19843"/>
                </a:cubicBezTo>
                <a:cubicBezTo>
                  <a:pt x="81619" y="21309"/>
                  <a:pt x="81619" y="23685"/>
                  <a:pt x="80154" y="25150"/>
                </a:cubicBezTo>
                <a:lnTo>
                  <a:pt x="75147" y="30144"/>
                </a:lnTo>
                <a:cubicBezTo>
                  <a:pt x="70885" y="34418"/>
                  <a:pt x="69985" y="41980"/>
                  <a:pt x="69985" y="49999"/>
                </a:cubicBezTo>
                <a:cubicBezTo>
                  <a:pt x="69985" y="57959"/>
                  <a:pt x="70885" y="65558"/>
                  <a:pt x="75159" y="69843"/>
                </a:cubicBezTo>
                <a:lnTo>
                  <a:pt x="80154" y="74861"/>
                </a:lnTo>
                <a:cubicBezTo>
                  <a:pt x="81619" y="76314"/>
                  <a:pt x="81619" y="78703"/>
                  <a:pt x="80154" y="80155"/>
                </a:cubicBezTo>
                <a:cubicBezTo>
                  <a:pt x="78689" y="81619"/>
                  <a:pt x="76312" y="81619"/>
                  <a:pt x="74848" y="80155"/>
                </a:cubicBezTo>
                <a:close/>
                <a:moveTo>
                  <a:pt x="6591" y="38427"/>
                </a:moveTo>
                <a:cubicBezTo>
                  <a:pt x="-2197" y="29639"/>
                  <a:pt x="-2197" y="15378"/>
                  <a:pt x="6591" y="6602"/>
                </a:cubicBezTo>
                <a:cubicBezTo>
                  <a:pt x="15368" y="-2185"/>
                  <a:pt x="29631" y="-2185"/>
                  <a:pt x="38420" y="6602"/>
                </a:cubicBezTo>
                <a:cubicBezTo>
                  <a:pt x="43402" y="11597"/>
                  <a:pt x="45552" y="18331"/>
                  <a:pt x="44879" y="24850"/>
                </a:cubicBezTo>
                <a:cubicBezTo>
                  <a:pt x="41890" y="24622"/>
                  <a:pt x="39417" y="24177"/>
                  <a:pt x="37472" y="23493"/>
                </a:cubicBezTo>
                <a:cubicBezTo>
                  <a:pt x="37736" y="19340"/>
                  <a:pt x="36283" y="15078"/>
                  <a:pt x="33113" y="11909"/>
                </a:cubicBezTo>
                <a:cubicBezTo>
                  <a:pt x="27254" y="6051"/>
                  <a:pt x="17745" y="6051"/>
                  <a:pt x="11886" y="11909"/>
                </a:cubicBezTo>
                <a:cubicBezTo>
                  <a:pt x="6039" y="17755"/>
                  <a:pt x="6039" y="27262"/>
                  <a:pt x="11886" y="33121"/>
                </a:cubicBezTo>
                <a:cubicBezTo>
                  <a:pt x="14816" y="36050"/>
                  <a:pt x="18658" y="37515"/>
                  <a:pt x="22500" y="37515"/>
                </a:cubicBezTo>
                <a:cubicBezTo>
                  <a:pt x="22836" y="37515"/>
                  <a:pt x="23172" y="37503"/>
                  <a:pt x="23508" y="37479"/>
                </a:cubicBezTo>
                <a:cubicBezTo>
                  <a:pt x="24181" y="39447"/>
                  <a:pt x="24625" y="41920"/>
                  <a:pt x="24841" y="44897"/>
                </a:cubicBezTo>
                <a:cubicBezTo>
                  <a:pt x="24061" y="44981"/>
                  <a:pt x="23280" y="45018"/>
                  <a:pt x="22500" y="45018"/>
                </a:cubicBezTo>
                <a:cubicBezTo>
                  <a:pt x="16749" y="45018"/>
                  <a:pt x="10974" y="42821"/>
                  <a:pt x="6591" y="38427"/>
                </a:cubicBezTo>
                <a:close/>
                <a:moveTo>
                  <a:pt x="75159" y="44897"/>
                </a:moveTo>
                <a:cubicBezTo>
                  <a:pt x="75375" y="41896"/>
                  <a:pt x="75820" y="39435"/>
                  <a:pt x="76492" y="37479"/>
                </a:cubicBezTo>
                <a:cubicBezTo>
                  <a:pt x="76828" y="37503"/>
                  <a:pt x="77164" y="37515"/>
                  <a:pt x="77501" y="37515"/>
                </a:cubicBezTo>
                <a:cubicBezTo>
                  <a:pt x="81343" y="37515"/>
                  <a:pt x="85173" y="36050"/>
                  <a:pt x="88102" y="33121"/>
                </a:cubicBezTo>
                <a:cubicBezTo>
                  <a:pt x="93961" y="27262"/>
                  <a:pt x="93961" y="17755"/>
                  <a:pt x="88102" y="11909"/>
                </a:cubicBezTo>
                <a:cubicBezTo>
                  <a:pt x="82255" y="6051"/>
                  <a:pt x="72746" y="6051"/>
                  <a:pt x="66887" y="11909"/>
                </a:cubicBezTo>
                <a:cubicBezTo>
                  <a:pt x="63717" y="15090"/>
                  <a:pt x="62253" y="19340"/>
                  <a:pt x="62529" y="23493"/>
                </a:cubicBezTo>
                <a:cubicBezTo>
                  <a:pt x="60572" y="24177"/>
                  <a:pt x="58087" y="24622"/>
                  <a:pt x="55109" y="24850"/>
                </a:cubicBezTo>
                <a:cubicBezTo>
                  <a:pt x="54437" y="18331"/>
                  <a:pt x="56598" y="11585"/>
                  <a:pt x="61580" y="6602"/>
                </a:cubicBezTo>
                <a:cubicBezTo>
                  <a:pt x="70369" y="-2185"/>
                  <a:pt x="84633" y="-2185"/>
                  <a:pt x="93410" y="6602"/>
                </a:cubicBezTo>
                <a:cubicBezTo>
                  <a:pt x="102198" y="15378"/>
                  <a:pt x="102198" y="29639"/>
                  <a:pt x="93410" y="38427"/>
                </a:cubicBezTo>
                <a:cubicBezTo>
                  <a:pt x="89014" y="42821"/>
                  <a:pt x="83252" y="45018"/>
                  <a:pt x="77501" y="45018"/>
                </a:cubicBezTo>
                <a:cubicBezTo>
                  <a:pt x="76720" y="45018"/>
                  <a:pt x="75940" y="44969"/>
                  <a:pt x="75159" y="4489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5" name="Белый — SVG 11">
            <a:extLst>
              <a:ext uri="{FF2B5EF4-FFF2-40B4-BE49-F238E27FC236}">
                <a16:creationId xmlns:a16="http://schemas.microsoft.com/office/drawing/2014/main" id="{62759093-7266-BF4D-BCCE-1D6B61E65146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16007 w 148968"/>
              <a:gd name="csY0" fmla="*/ 0 h 134676"/>
              <a:gd name="csX1" fmla="*/ 7143 w 148968"/>
              <a:gd name="csY1" fmla="*/ 8863 h 134676"/>
              <a:gd name="csX2" fmla="*/ 7143 w 148968"/>
              <a:gd name="csY2" fmla="*/ 106422 h 134676"/>
              <a:gd name="csX3" fmla="*/ 16041 w 148968"/>
              <a:gd name="csY3" fmla="*/ 110402 h 134676"/>
              <a:gd name="csX4" fmla="*/ 28410 w 148968"/>
              <a:gd name="csY4" fmla="*/ 113413 h 134676"/>
              <a:gd name="csX5" fmla="*/ 40778 w 148968"/>
              <a:gd name="csY5" fmla="*/ 110402 h 134676"/>
              <a:gd name="csX6" fmla="*/ 51480 w 148968"/>
              <a:gd name="csY6" fmla="*/ 106353 h 134676"/>
              <a:gd name="csX7" fmla="*/ 62147 w 148968"/>
              <a:gd name="csY7" fmla="*/ 110436 h 134676"/>
              <a:gd name="csX8" fmla="*/ 74482 w 148968"/>
              <a:gd name="csY8" fmla="*/ 113413 h 134676"/>
              <a:gd name="csX9" fmla="*/ 86868 w 148968"/>
              <a:gd name="csY9" fmla="*/ 110402 h 134676"/>
              <a:gd name="csX10" fmla="*/ 97569 w 148968"/>
              <a:gd name="csY10" fmla="*/ 106353 h 134676"/>
              <a:gd name="csX11" fmla="*/ 108237 w 148968"/>
              <a:gd name="csY11" fmla="*/ 110436 h 134676"/>
              <a:gd name="csX12" fmla="*/ 120572 w 148968"/>
              <a:gd name="csY12" fmla="*/ 113413 h 134676"/>
              <a:gd name="csX13" fmla="*/ 132940 w 148968"/>
              <a:gd name="csY13" fmla="*/ 110402 h 134676"/>
              <a:gd name="csX14" fmla="*/ 141838 w 148968"/>
              <a:gd name="csY14" fmla="*/ 106455 h 134676"/>
              <a:gd name="csX15" fmla="*/ 141838 w 148968"/>
              <a:gd name="csY15" fmla="*/ 93918 h 134676"/>
              <a:gd name="csX16" fmla="*/ 129435 w 148968"/>
              <a:gd name="csY16" fmla="*/ 81517 h 134676"/>
              <a:gd name="csX17" fmla="*/ 33735 w 148968"/>
              <a:gd name="csY17" fmla="*/ 81517 h 134676"/>
              <a:gd name="csX18" fmla="*/ 24871 w 148968"/>
              <a:gd name="csY18" fmla="*/ 72654 h 134676"/>
              <a:gd name="csX19" fmla="*/ 24871 w 148968"/>
              <a:gd name="csY19" fmla="*/ 40759 h 134676"/>
              <a:gd name="csX20" fmla="*/ 25568 w 148968"/>
              <a:gd name="csY20" fmla="*/ 39330 h 134676"/>
              <a:gd name="csX21" fmla="*/ 34075 w 148968"/>
              <a:gd name="csY21" fmla="*/ 32968 h 134676"/>
              <a:gd name="csX22" fmla="*/ 39043 w 148968"/>
              <a:gd name="csY22" fmla="*/ 23033 h 134676"/>
              <a:gd name="csX23" fmla="*/ 39043 w 148968"/>
              <a:gd name="csY23" fmla="*/ 8863 h 134676"/>
              <a:gd name="csX24" fmla="*/ 30179 w 148968"/>
              <a:gd name="csY24" fmla="*/ 0 h 134676"/>
              <a:gd name="csX25" fmla="*/ 16007 w 148968"/>
              <a:gd name="csY25" fmla="*/ 0 h 134676"/>
              <a:gd name="csX26" fmla="*/ 74108 w 148968"/>
              <a:gd name="csY26" fmla="*/ 3538 h 134676"/>
              <a:gd name="csX27" fmla="*/ 57452 w 148968"/>
              <a:gd name="csY27" fmla="*/ 16654 h 134676"/>
              <a:gd name="csX28" fmla="*/ 54083 w 148968"/>
              <a:gd name="csY28" fmla="*/ 30586 h 134676"/>
              <a:gd name="csX29" fmla="*/ 46138 w 148968"/>
              <a:gd name="csY29" fmla="*/ 44297 h 134676"/>
              <a:gd name="csX30" fmla="*/ 46138 w 148968"/>
              <a:gd name="csY30" fmla="*/ 62022 h 134676"/>
              <a:gd name="csX31" fmla="*/ 46138 w 148968"/>
              <a:gd name="csY31" fmla="*/ 69694 h 134676"/>
              <a:gd name="csX32" fmla="*/ 50850 w 148968"/>
              <a:gd name="csY32" fmla="*/ 74424 h 134676"/>
              <a:gd name="csX33" fmla="*/ 55580 w 148968"/>
              <a:gd name="csY33" fmla="*/ 74424 h 134676"/>
              <a:gd name="csX34" fmla="*/ 60310 w 148968"/>
              <a:gd name="csY34" fmla="*/ 69694 h 134676"/>
              <a:gd name="csX35" fmla="*/ 60310 w 148968"/>
              <a:gd name="csY35" fmla="*/ 67330 h 134676"/>
              <a:gd name="csX36" fmla="*/ 113477 w 148968"/>
              <a:gd name="csY36" fmla="*/ 67330 h 134676"/>
              <a:gd name="csX37" fmla="*/ 113477 w 148968"/>
              <a:gd name="csY37" fmla="*/ 69694 h 134676"/>
              <a:gd name="csX38" fmla="*/ 118206 w 148968"/>
              <a:gd name="csY38" fmla="*/ 74424 h 134676"/>
              <a:gd name="csX39" fmla="*/ 122919 w 148968"/>
              <a:gd name="csY39" fmla="*/ 74424 h 134676"/>
              <a:gd name="csX40" fmla="*/ 127649 w 148968"/>
              <a:gd name="csY40" fmla="*/ 69694 h 134676"/>
              <a:gd name="csX41" fmla="*/ 127649 w 148968"/>
              <a:gd name="csY41" fmla="*/ 62022 h 134676"/>
              <a:gd name="csX42" fmla="*/ 127649 w 148968"/>
              <a:gd name="csY42" fmla="*/ 44297 h 134676"/>
              <a:gd name="csX43" fmla="*/ 119704 w 148968"/>
              <a:gd name="csY43" fmla="*/ 30586 h 134676"/>
              <a:gd name="csX44" fmla="*/ 116335 w 148968"/>
              <a:gd name="csY44" fmla="*/ 16654 h 134676"/>
              <a:gd name="csX45" fmla="*/ 99696 w 148968"/>
              <a:gd name="csY45" fmla="*/ 3538 h 134676"/>
              <a:gd name="csX46" fmla="*/ 74108 w 148968"/>
              <a:gd name="csY46" fmla="*/ 3538 h 134676"/>
              <a:gd name="csX47" fmla="*/ 74108 w 148968"/>
              <a:gd name="csY47" fmla="*/ 14170 h 134676"/>
              <a:gd name="csX48" fmla="*/ 99696 w 148968"/>
              <a:gd name="csY48" fmla="*/ 14170 h 134676"/>
              <a:gd name="csX49" fmla="*/ 106008 w 148968"/>
              <a:gd name="csY49" fmla="*/ 19137 h 134676"/>
              <a:gd name="csX50" fmla="*/ 108220 w 148968"/>
              <a:gd name="csY50" fmla="*/ 28358 h 134676"/>
              <a:gd name="csX51" fmla="*/ 65550 w 148968"/>
              <a:gd name="csY51" fmla="*/ 28358 h 134676"/>
              <a:gd name="csX52" fmla="*/ 67779 w 148968"/>
              <a:gd name="csY52" fmla="*/ 19137 h 134676"/>
              <a:gd name="csX53" fmla="*/ 74108 w 148968"/>
              <a:gd name="csY53" fmla="*/ 14170 h 134676"/>
              <a:gd name="csX54" fmla="*/ 65635 w 148968"/>
              <a:gd name="csY54" fmla="*/ 42528 h 134676"/>
              <a:gd name="csX55" fmla="*/ 70943 w 148968"/>
              <a:gd name="csY55" fmla="*/ 47835 h 134676"/>
              <a:gd name="csX56" fmla="*/ 65635 w 148968"/>
              <a:gd name="csY56" fmla="*/ 53160 h 134676"/>
              <a:gd name="csX57" fmla="*/ 60310 w 148968"/>
              <a:gd name="csY57" fmla="*/ 47835 h 134676"/>
              <a:gd name="csX58" fmla="*/ 65635 w 148968"/>
              <a:gd name="csY58" fmla="*/ 42528 h 134676"/>
              <a:gd name="csX59" fmla="*/ 108169 w 148968"/>
              <a:gd name="csY59" fmla="*/ 42528 h 134676"/>
              <a:gd name="csX60" fmla="*/ 113477 w 148968"/>
              <a:gd name="csY60" fmla="*/ 47835 h 134676"/>
              <a:gd name="csX61" fmla="*/ 108169 w 148968"/>
              <a:gd name="csY61" fmla="*/ 53160 h 134676"/>
              <a:gd name="csX62" fmla="*/ 102843 w 148968"/>
              <a:gd name="csY62" fmla="*/ 47835 h 134676"/>
              <a:gd name="csX63" fmla="*/ 108169 w 148968"/>
              <a:gd name="csY63" fmla="*/ 42528 h 134676"/>
              <a:gd name="csX64" fmla="*/ 5238 w 148968"/>
              <a:gd name="csY64" fmla="*/ 116900 h 134676"/>
              <a:gd name="csX65" fmla="*/ 2277 w 148968"/>
              <a:gd name="csY65" fmla="*/ 117853 h 134676"/>
              <a:gd name="csX66" fmla="*/ 355 w 148968"/>
              <a:gd name="csY66" fmla="*/ 120285 h 134676"/>
              <a:gd name="csX67" fmla="*/ 134 w 148968"/>
              <a:gd name="csY67" fmla="*/ 123382 h 134676"/>
              <a:gd name="csX68" fmla="*/ 1665 w 148968"/>
              <a:gd name="csY68" fmla="*/ 126086 h 134676"/>
              <a:gd name="csX69" fmla="*/ 8742 w 148968"/>
              <a:gd name="csY69" fmla="*/ 130628 h 134676"/>
              <a:gd name="csX70" fmla="*/ 28410 w 148968"/>
              <a:gd name="csY70" fmla="*/ 134677 h 134676"/>
              <a:gd name="csX71" fmla="*/ 48077 w 148968"/>
              <a:gd name="csY71" fmla="*/ 130628 h 134676"/>
              <a:gd name="csX72" fmla="*/ 51446 w 148968"/>
              <a:gd name="csY72" fmla="*/ 128468 h 134676"/>
              <a:gd name="csX73" fmla="*/ 54814 w 148968"/>
              <a:gd name="csY73" fmla="*/ 130628 h 134676"/>
              <a:gd name="csX74" fmla="*/ 74482 w 148968"/>
              <a:gd name="csY74" fmla="*/ 134677 h 134676"/>
              <a:gd name="csX75" fmla="*/ 94150 w 148968"/>
              <a:gd name="csY75" fmla="*/ 130628 h 134676"/>
              <a:gd name="csX76" fmla="*/ 97535 w 148968"/>
              <a:gd name="csY76" fmla="*/ 128468 h 134676"/>
              <a:gd name="csX77" fmla="*/ 100904 w 148968"/>
              <a:gd name="csY77" fmla="*/ 130628 h 134676"/>
              <a:gd name="csX78" fmla="*/ 120572 w 148968"/>
              <a:gd name="csY78" fmla="*/ 134677 h 134676"/>
              <a:gd name="csX79" fmla="*/ 140239 w 148968"/>
              <a:gd name="csY79" fmla="*/ 130628 h 134676"/>
              <a:gd name="csX80" fmla="*/ 147317 w 148968"/>
              <a:gd name="csY80" fmla="*/ 126086 h 134676"/>
              <a:gd name="csX81" fmla="*/ 148524 w 148968"/>
              <a:gd name="csY81" fmla="*/ 124368 h 134676"/>
              <a:gd name="csX82" fmla="*/ 148967 w 148968"/>
              <a:gd name="csY82" fmla="*/ 122327 h 134676"/>
              <a:gd name="csX83" fmla="*/ 148610 w 148968"/>
              <a:gd name="csY83" fmla="*/ 120268 h 134676"/>
              <a:gd name="csX84" fmla="*/ 147469 w 148968"/>
              <a:gd name="csY84" fmla="*/ 118516 h 134676"/>
              <a:gd name="csX85" fmla="*/ 145751 w 148968"/>
              <a:gd name="csY85" fmla="*/ 117326 h 134676"/>
              <a:gd name="csX86" fmla="*/ 143692 w 148968"/>
              <a:gd name="csY86" fmla="*/ 116900 h 134676"/>
              <a:gd name="csX87" fmla="*/ 141651 w 148968"/>
              <a:gd name="csY87" fmla="*/ 117291 h 134676"/>
              <a:gd name="csX88" fmla="*/ 139899 w 148968"/>
              <a:gd name="csY88" fmla="*/ 118448 h 134676"/>
              <a:gd name="csX89" fmla="*/ 135730 w 148968"/>
              <a:gd name="csY89" fmla="*/ 121000 h 134676"/>
              <a:gd name="csX90" fmla="*/ 120572 w 148968"/>
              <a:gd name="csY90" fmla="*/ 124045 h 134676"/>
              <a:gd name="csX91" fmla="*/ 105395 w 148968"/>
              <a:gd name="csY91" fmla="*/ 121000 h 134676"/>
              <a:gd name="csX92" fmla="*/ 101227 w 148968"/>
              <a:gd name="csY92" fmla="*/ 118448 h 134676"/>
              <a:gd name="csX93" fmla="*/ 97535 w 148968"/>
              <a:gd name="csY93" fmla="*/ 116951 h 134676"/>
              <a:gd name="csX94" fmla="*/ 93826 w 148968"/>
              <a:gd name="csY94" fmla="*/ 118448 h 134676"/>
              <a:gd name="csX95" fmla="*/ 89658 w 148968"/>
              <a:gd name="csY95" fmla="*/ 121000 h 134676"/>
              <a:gd name="csX96" fmla="*/ 74482 w 148968"/>
              <a:gd name="csY96" fmla="*/ 124045 h 134676"/>
              <a:gd name="csX97" fmla="*/ 59323 w 148968"/>
              <a:gd name="csY97" fmla="*/ 121000 h 134676"/>
              <a:gd name="csX98" fmla="*/ 55155 w 148968"/>
              <a:gd name="csY98" fmla="*/ 118448 h 134676"/>
              <a:gd name="csX99" fmla="*/ 51446 w 148968"/>
              <a:gd name="csY99" fmla="*/ 116951 h 134676"/>
              <a:gd name="csX100" fmla="*/ 47754 w 148968"/>
              <a:gd name="csY100" fmla="*/ 118448 h 134676"/>
              <a:gd name="csX101" fmla="*/ 43586 w 148968"/>
              <a:gd name="csY101" fmla="*/ 121000 h 134676"/>
              <a:gd name="csX102" fmla="*/ 28410 w 148968"/>
              <a:gd name="csY102" fmla="*/ 124045 h 134676"/>
              <a:gd name="csX103" fmla="*/ 13251 w 148968"/>
              <a:gd name="csY103" fmla="*/ 121000 h 134676"/>
              <a:gd name="csX104" fmla="*/ 9083 w 148968"/>
              <a:gd name="csY104" fmla="*/ 118448 h 134676"/>
              <a:gd name="csX105" fmla="*/ 7313 w 148968"/>
              <a:gd name="csY105" fmla="*/ 117291 h 134676"/>
              <a:gd name="csX106" fmla="*/ 5238 w 148968"/>
              <a:gd name="csY106" fmla="*/ 116900 h 134676"/>
            </a:gdLst>
            <a:ahLst/>
            <a:cxnLst/>
            <a:rect l="l" t="t" r="r" b="b"/>
            <a:pathLst>
              <a:path w="100000" h="100000">
                <a:moveTo>
                  <a:pt x="10745" y="4797"/>
                </a:moveTo>
                <a:cubicBezTo>
                  <a:pt x="7456" y="4797"/>
                  <a:pt x="4795" y="7458"/>
                  <a:pt x="4795" y="10747"/>
                </a:cubicBezTo>
                <a:lnTo>
                  <a:pt x="4795" y="76237"/>
                </a:lnTo>
                <a:cubicBezTo>
                  <a:pt x="7010" y="76476"/>
                  <a:pt x="9078" y="77401"/>
                  <a:pt x="10768" y="78908"/>
                </a:cubicBezTo>
                <a:cubicBezTo>
                  <a:pt x="11122" y="79194"/>
                  <a:pt x="13692" y="80929"/>
                  <a:pt x="19071" y="80929"/>
                </a:cubicBezTo>
                <a:cubicBezTo>
                  <a:pt x="24519" y="80929"/>
                  <a:pt x="27066" y="79136"/>
                  <a:pt x="27374" y="78908"/>
                </a:cubicBezTo>
                <a:cubicBezTo>
                  <a:pt x="29350" y="77138"/>
                  <a:pt x="31897" y="76190"/>
                  <a:pt x="34558" y="76190"/>
                </a:cubicBezTo>
                <a:cubicBezTo>
                  <a:pt x="37230" y="76190"/>
                  <a:pt x="39766" y="77172"/>
                  <a:pt x="41718" y="78931"/>
                </a:cubicBezTo>
                <a:cubicBezTo>
                  <a:pt x="42130" y="79239"/>
                  <a:pt x="44700" y="80929"/>
                  <a:pt x="49999" y="80929"/>
                </a:cubicBezTo>
                <a:cubicBezTo>
                  <a:pt x="55446" y="80929"/>
                  <a:pt x="57993" y="79136"/>
                  <a:pt x="58313" y="78908"/>
                </a:cubicBezTo>
                <a:cubicBezTo>
                  <a:pt x="60277" y="77138"/>
                  <a:pt x="62824" y="76190"/>
                  <a:pt x="65497" y="76190"/>
                </a:cubicBezTo>
                <a:cubicBezTo>
                  <a:pt x="68158" y="76190"/>
                  <a:pt x="70682" y="77172"/>
                  <a:pt x="72658" y="78931"/>
                </a:cubicBezTo>
                <a:cubicBezTo>
                  <a:pt x="73057" y="79239"/>
                  <a:pt x="75627" y="80929"/>
                  <a:pt x="80938" y="80929"/>
                </a:cubicBezTo>
                <a:cubicBezTo>
                  <a:pt x="86386" y="80929"/>
                  <a:pt x="88933" y="79136"/>
                  <a:pt x="89241" y="78908"/>
                </a:cubicBezTo>
                <a:cubicBezTo>
                  <a:pt x="90931" y="77424"/>
                  <a:pt x="92998" y="76499"/>
                  <a:pt x="95214" y="76259"/>
                </a:cubicBezTo>
                <a:lnTo>
                  <a:pt x="95214" y="67843"/>
                </a:lnTo>
                <a:cubicBezTo>
                  <a:pt x="95214" y="63253"/>
                  <a:pt x="91479" y="59518"/>
                  <a:pt x="86888" y="59518"/>
                </a:cubicBezTo>
                <a:lnTo>
                  <a:pt x="22646" y="59518"/>
                </a:lnTo>
                <a:cubicBezTo>
                  <a:pt x="19357" y="59518"/>
                  <a:pt x="16696" y="56846"/>
                  <a:pt x="16696" y="53569"/>
                </a:cubicBezTo>
                <a:lnTo>
                  <a:pt x="16696" y="32158"/>
                </a:lnTo>
                <a:cubicBezTo>
                  <a:pt x="16696" y="31769"/>
                  <a:pt x="16855" y="31415"/>
                  <a:pt x="17163" y="31199"/>
                </a:cubicBezTo>
                <a:lnTo>
                  <a:pt x="22874" y="26928"/>
                </a:lnTo>
                <a:cubicBezTo>
                  <a:pt x="24976" y="25352"/>
                  <a:pt x="26209" y="22874"/>
                  <a:pt x="26209" y="20259"/>
                </a:cubicBezTo>
                <a:lnTo>
                  <a:pt x="26209" y="10747"/>
                </a:lnTo>
                <a:cubicBezTo>
                  <a:pt x="26209" y="7458"/>
                  <a:pt x="23548" y="4797"/>
                  <a:pt x="20259" y="4797"/>
                </a:cubicBezTo>
                <a:lnTo>
                  <a:pt x="10745" y="4797"/>
                </a:lnTo>
                <a:close/>
                <a:moveTo>
                  <a:pt x="49748" y="7172"/>
                </a:moveTo>
                <a:cubicBezTo>
                  <a:pt x="44448" y="7172"/>
                  <a:pt x="39811" y="10826"/>
                  <a:pt x="38567" y="15977"/>
                </a:cubicBezTo>
                <a:lnTo>
                  <a:pt x="36305" y="25329"/>
                </a:lnTo>
                <a:cubicBezTo>
                  <a:pt x="33130" y="27190"/>
                  <a:pt x="30972" y="30593"/>
                  <a:pt x="30972" y="34533"/>
                </a:cubicBezTo>
                <a:lnTo>
                  <a:pt x="30972" y="46431"/>
                </a:lnTo>
                <a:lnTo>
                  <a:pt x="30972" y="51582"/>
                </a:lnTo>
                <a:cubicBezTo>
                  <a:pt x="30972" y="53340"/>
                  <a:pt x="32388" y="54757"/>
                  <a:pt x="34135" y="54757"/>
                </a:cubicBezTo>
                <a:lnTo>
                  <a:pt x="37310" y="54757"/>
                </a:lnTo>
                <a:cubicBezTo>
                  <a:pt x="39069" y="54757"/>
                  <a:pt x="40485" y="53340"/>
                  <a:pt x="40485" y="51582"/>
                </a:cubicBezTo>
                <a:lnTo>
                  <a:pt x="40485" y="49995"/>
                </a:lnTo>
                <a:lnTo>
                  <a:pt x="76175" y="49995"/>
                </a:lnTo>
                <a:lnTo>
                  <a:pt x="76175" y="51582"/>
                </a:lnTo>
                <a:cubicBezTo>
                  <a:pt x="76175" y="53340"/>
                  <a:pt x="77591" y="54757"/>
                  <a:pt x="79350" y="54757"/>
                </a:cubicBezTo>
                <a:lnTo>
                  <a:pt x="82514" y="54757"/>
                </a:lnTo>
                <a:cubicBezTo>
                  <a:pt x="84272" y="54757"/>
                  <a:pt x="85689" y="53340"/>
                  <a:pt x="85689" y="51582"/>
                </a:cubicBezTo>
                <a:lnTo>
                  <a:pt x="85689" y="46431"/>
                </a:lnTo>
                <a:lnTo>
                  <a:pt x="85689" y="34533"/>
                </a:lnTo>
                <a:cubicBezTo>
                  <a:pt x="85689" y="30593"/>
                  <a:pt x="83530" y="27190"/>
                  <a:pt x="80356" y="25329"/>
                </a:cubicBezTo>
                <a:lnTo>
                  <a:pt x="78094" y="15977"/>
                </a:lnTo>
                <a:cubicBezTo>
                  <a:pt x="76849" y="10826"/>
                  <a:pt x="72212" y="7172"/>
                  <a:pt x="66924" y="7172"/>
                </a:cubicBezTo>
                <a:lnTo>
                  <a:pt x="49748" y="7172"/>
                </a:lnTo>
                <a:close/>
                <a:moveTo>
                  <a:pt x="49748" y="14309"/>
                </a:moveTo>
                <a:lnTo>
                  <a:pt x="66924" y="14309"/>
                </a:lnTo>
                <a:cubicBezTo>
                  <a:pt x="68946" y="14309"/>
                  <a:pt x="70682" y="15668"/>
                  <a:pt x="71162" y="17643"/>
                </a:cubicBezTo>
                <a:lnTo>
                  <a:pt x="72646" y="23833"/>
                </a:lnTo>
                <a:lnTo>
                  <a:pt x="44003" y="23833"/>
                </a:lnTo>
                <a:lnTo>
                  <a:pt x="45499" y="17643"/>
                </a:lnTo>
                <a:cubicBezTo>
                  <a:pt x="45978" y="15668"/>
                  <a:pt x="47714" y="14309"/>
                  <a:pt x="49748" y="14309"/>
                </a:cubicBezTo>
                <a:close/>
                <a:moveTo>
                  <a:pt x="44060" y="33345"/>
                </a:moveTo>
                <a:cubicBezTo>
                  <a:pt x="46024" y="33345"/>
                  <a:pt x="47623" y="34944"/>
                  <a:pt x="47623" y="36908"/>
                </a:cubicBezTo>
                <a:cubicBezTo>
                  <a:pt x="47623" y="38884"/>
                  <a:pt x="46024" y="40483"/>
                  <a:pt x="44060" y="40483"/>
                </a:cubicBezTo>
                <a:cubicBezTo>
                  <a:pt x="42084" y="40483"/>
                  <a:pt x="40485" y="38884"/>
                  <a:pt x="40485" y="36908"/>
                </a:cubicBezTo>
                <a:cubicBezTo>
                  <a:pt x="40485" y="34944"/>
                  <a:pt x="42084" y="33345"/>
                  <a:pt x="44060" y="33345"/>
                </a:cubicBezTo>
                <a:close/>
                <a:moveTo>
                  <a:pt x="72612" y="33345"/>
                </a:moveTo>
                <a:cubicBezTo>
                  <a:pt x="74576" y="33345"/>
                  <a:pt x="76175" y="34944"/>
                  <a:pt x="76175" y="36908"/>
                </a:cubicBezTo>
                <a:cubicBezTo>
                  <a:pt x="76175" y="38884"/>
                  <a:pt x="74576" y="40483"/>
                  <a:pt x="72612" y="40483"/>
                </a:cubicBezTo>
                <a:cubicBezTo>
                  <a:pt x="70636" y="40483"/>
                  <a:pt x="69037" y="38884"/>
                  <a:pt x="69037" y="36908"/>
                </a:cubicBezTo>
                <a:cubicBezTo>
                  <a:pt x="69037" y="34944"/>
                  <a:pt x="70636" y="33345"/>
                  <a:pt x="72612" y="33345"/>
                </a:cubicBezTo>
                <a:close/>
                <a:moveTo>
                  <a:pt x="3516" y="83270"/>
                </a:moveTo>
                <a:cubicBezTo>
                  <a:pt x="2808" y="83282"/>
                  <a:pt x="2111" y="83499"/>
                  <a:pt x="1529" y="83910"/>
                </a:cubicBezTo>
                <a:cubicBezTo>
                  <a:pt x="947" y="84309"/>
                  <a:pt x="501" y="84881"/>
                  <a:pt x="238" y="85543"/>
                </a:cubicBezTo>
                <a:cubicBezTo>
                  <a:pt x="-13" y="86205"/>
                  <a:pt x="-70" y="86936"/>
                  <a:pt x="90" y="87622"/>
                </a:cubicBezTo>
                <a:cubicBezTo>
                  <a:pt x="238" y="88318"/>
                  <a:pt x="603" y="88946"/>
                  <a:pt x="1118" y="89437"/>
                </a:cubicBezTo>
                <a:cubicBezTo>
                  <a:pt x="1118" y="89437"/>
                  <a:pt x="2899" y="91093"/>
                  <a:pt x="5868" y="92486"/>
                </a:cubicBezTo>
                <a:cubicBezTo>
                  <a:pt x="8850" y="93879"/>
                  <a:pt x="13258" y="95204"/>
                  <a:pt x="19071" y="95204"/>
                </a:cubicBezTo>
                <a:cubicBezTo>
                  <a:pt x="24885" y="95204"/>
                  <a:pt x="29304" y="93879"/>
                  <a:pt x="32273" y="92486"/>
                </a:cubicBezTo>
                <a:cubicBezTo>
                  <a:pt x="33690" y="91824"/>
                  <a:pt x="33724" y="91606"/>
                  <a:pt x="34535" y="91036"/>
                </a:cubicBezTo>
                <a:cubicBezTo>
                  <a:pt x="35346" y="91606"/>
                  <a:pt x="35380" y="91824"/>
                  <a:pt x="36796" y="92486"/>
                </a:cubicBezTo>
                <a:cubicBezTo>
                  <a:pt x="39777" y="93879"/>
                  <a:pt x="44185" y="95204"/>
                  <a:pt x="49999" y="95204"/>
                </a:cubicBezTo>
                <a:cubicBezTo>
                  <a:pt x="55823" y="95204"/>
                  <a:pt x="60232" y="93879"/>
                  <a:pt x="63201" y="92486"/>
                </a:cubicBezTo>
                <a:cubicBezTo>
                  <a:pt x="64629" y="91824"/>
                  <a:pt x="64663" y="91606"/>
                  <a:pt x="65474" y="91036"/>
                </a:cubicBezTo>
                <a:cubicBezTo>
                  <a:pt x="66273" y="91606"/>
                  <a:pt x="66319" y="91824"/>
                  <a:pt x="67735" y="92486"/>
                </a:cubicBezTo>
                <a:cubicBezTo>
                  <a:pt x="70704" y="93879"/>
                  <a:pt x="75125" y="95204"/>
                  <a:pt x="80938" y="95204"/>
                </a:cubicBezTo>
                <a:cubicBezTo>
                  <a:pt x="86751" y="95204"/>
                  <a:pt x="91159" y="93879"/>
                  <a:pt x="94140" y="92486"/>
                </a:cubicBezTo>
                <a:cubicBezTo>
                  <a:pt x="97109" y="91093"/>
                  <a:pt x="98892" y="89437"/>
                  <a:pt x="98892" y="89437"/>
                </a:cubicBezTo>
                <a:cubicBezTo>
                  <a:pt x="99234" y="89106"/>
                  <a:pt x="99508" y="88718"/>
                  <a:pt x="99702" y="88283"/>
                </a:cubicBezTo>
                <a:cubicBezTo>
                  <a:pt x="99885" y="87850"/>
                  <a:pt x="99999" y="87393"/>
                  <a:pt x="99999" y="86913"/>
                </a:cubicBezTo>
                <a:cubicBezTo>
                  <a:pt x="100011" y="86445"/>
                  <a:pt x="99931" y="85977"/>
                  <a:pt x="99760" y="85531"/>
                </a:cubicBezTo>
                <a:cubicBezTo>
                  <a:pt x="99588" y="85097"/>
                  <a:pt x="99325" y="84687"/>
                  <a:pt x="98994" y="84355"/>
                </a:cubicBezTo>
                <a:cubicBezTo>
                  <a:pt x="98663" y="84013"/>
                  <a:pt x="98275" y="83739"/>
                  <a:pt x="97840" y="83556"/>
                </a:cubicBezTo>
                <a:cubicBezTo>
                  <a:pt x="97407" y="83374"/>
                  <a:pt x="96938" y="83270"/>
                  <a:pt x="96458" y="83270"/>
                </a:cubicBezTo>
                <a:cubicBezTo>
                  <a:pt x="95990" y="83270"/>
                  <a:pt x="95522" y="83362"/>
                  <a:pt x="95088" y="83533"/>
                </a:cubicBezTo>
                <a:cubicBezTo>
                  <a:pt x="94643" y="83716"/>
                  <a:pt x="94254" y="83978"/>
                  <a:pt x="93912" y="84309"/>
                </a:cubicBezTo>
                <a:cubicBezTo>
                  <a:pt x="93912" y="84309"/>
                  <a:pt x="93238" y="85029"/>
                  <a:pt x="91114" y="86023"/>
                </a:cubicBezTo>
                <a:cubicBezTo>
                  <a:pt x="89001" y="87005"/>
                  <a:pt x="85677" y="88067"/>
                  <a:pt x="80938" y="88067"/>
                </a:cubicBezTo>
                <a:cubicBezTo>
                  <a:pt x="76187" y="88067"/>
                  <a:pt x="72875" y="87005"/>
                  <a:pt x="70750" y="86023"/>
                </a:cubicBezTo>
                <a:cubicBezTo>
                  <a:pt x="68638" y="85029"/>
                  <a:pt x="67952" y="84309"/>
                  <a:pt x="67952" y="84309"/>
                </a:cubicBezTo>
                <a:cubicBezTo>
                  <a:pt x="67290" y="83670"/>
                  <a:pt x="66399" y="83304"/>
                  <a:pt x="65474" y="83304"/>
                </a:cubicBezTo>
                <a:cubicBezTo>
                  <a:pt x="64537" y="83304"/>
                  <a:pt x="63647" y="83670"/>
                  <a:pt x="62984" y="84309"/>
                </a:cubicBezTo>
                <a:cubicBezTo>
                  <a:pt x="62984" y="84309"/>
                  <a:pt x="62299" y="85029"/>
                  <a:pt x="60186" y="86023"/>
                </a:cubicBezTo>
                <a:cubicBezTo>
                  <a:pt x="58062" y="87005"/>
                  <a:pt x="54749" y="88067"/>
                  <a:pt x="49999" y="88067"/>
                </a:cubicBezTo>
                <a:cubicBezTo>
                  <a:pt x="45259" y="88067"/>
                  <a:pt x="41935" y="87005"/>
                  <a:pt x="39823" y="86023"/>
                </a:cubicBezTo>
                <a:cubicBezTo>
                  <a:pt x="37699" y="85029"/>
                  <a:pt x="37025" y="84309"/>
                  <a:pt x="37025" y="84309"/>
                </a:cubicBezTo>
                <a:cubicBezTo>
                  <a:pt x="36362" y="83670"/>
                  <a:pt x="35471" y="83304"/>
                  <a:pt x="34535" y="83304"/>
                </a:cubicBezTo>
                <a:cubicBezTo>
                  <a:pt x="33610" y="83304"/>
                  <a:pt x="32719" y="83670"/>
                  <a:pt x="32057" y="84309"/>
                </a:cubicBezTo>
                <a:cubicBezTo>
                  <a:pt x="32057" y="84309"/>
                  <a:pt x="31371" y="85029"/>
                  <a:pt x="29259" y="86023"/>
                </a:cubicBezTo>
                <a:cubicBezTo>
                  <a:pt x="27134" y="87005"/>
                  <a:pt x="23810" y="88067"/>
                  <a:pt x="19071" y="88067"/>
                </a:cubicBezTo>
                <a:cubicBezTo>
                  <a:pt x="14331" y="88067"/>
                  <a:pt x="11008" y="87005"/>
                  <a:pt x="8895" y="86023"/>
                </a:cubicBezTo>
                <a:cubicBezTo>
                  <a:pt x="6771" y="85029"/>
                  <a:pt x="6097" y="84309"/>
                  <a:pt x="6097" y="84309"/>
                </a:cubicBezTo>
                <a:cubicBezTo>
                  <a:pt x="5754" y="83978"/>
                  <a:pt x="5354" y="83705"/>
                  <a:pt x="4909" y="83533"/>
                </a:cubicBezTo>
                <a:cubicBezTo>
                  <a:pt x="4463" y="83350"/>
                  <a:pt x="3995" y="83259"/>
                  <a:pt x="3516" y="8327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6" name="Белый — SVG 12">
            <a:extLst>
              <a:ext uri="{FF2B5EF4-FFF2-40B4-BE49-F238E27FC236}">
                <a16:creationId xmlns:a16="http://schemas.microsoft.com/office/drawing/2014/main" id="{6C163363-50C4-4C42-8E25-EF83388B50E4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118698 w 156059"/>
              <a:gd name="csY0" fmla="*/ 1 h 131265"/>
              <a:gd name="csX1" fmla="*/ 114955 w 156059"/>
              <a:gd name="csY1" fmla="*/ 1617 h 131265"/>
              <a:gd name="csX2" fmla="*/ 113457 w 156059"/>
              <a:gd name="csY2" fmla="*/ 5394 h 131265"/>
              <a:gd name="csX3" fmla="*/ 113457 w 156059"/>
              <a:gd name="csY3" fmla="*/ 111713 h 131265"/>
              <a:gd name="csX4" fmla="*/ 115006 w 156059"/>
              <a:gd name="csY4" fmla="*/ 115473 h 131265"/>
              <a:gd name="csX5" fmla="*/ 118766 w 156059"/>
              <a:gd name="csY5" fmla="*/ 117038 h 131265"/>
              <a:gd name="csX6" fmla="*/ 150666 w 156059"/>
              <a:gd name="csY6" fmla="*/ 117038 h 131265"/>
              <a:gd name="csX7" fmla="*/ 152725 w 156059"/>
              <a:gd name="csY7" fmla="*/ 116646 h 131265"/>
              <a:gd name="csX8" fmla="*/ 154477 w 156059"/>
              <a:gd name="csY8" fmla="*/ 115507 h 131265"/>
              <a:gd name="csX9" fmla="*/ 155651 w 156059"/>
              <a:gd name="csY9" fmla="*/ 113772 h 131265"/>
              <a:gd name="csX10" fmla="*/ 156059 w 156059"/>
              <a:gd name="csY10" fmla="*/ 111713 h 131265"/>
              <a:gd name="csX11" fmla="*/ 155651 w 156059"/>
              <a:gd name="csY11" fmla="*/ 109655 h 131265"/>
              <a:gd name="csX12" fmla="*/ 154477 w 156059"/>
              <a:gd name="csY12" fmla="*/ 107920 h 131265"/>
              <a:gd name="csX13" fmla="*/ 152725 w 156059"/>
              <a:gd name="csY13" fmla="*/ 106780 h 131265"/>
              <a:gd name="csX14" fmla="*/ 150666 w 156059"/>
              <a:gd name="csY14" fmla="*/ 106406 h 131265"/>
              <a:gd name="csX15" fmla="*/ 124091 w 156059"/>
              <a:gd name="csY15" fmla="*/ 106406 h 131265"/>
              <a:gd name="csX16" fmla="*/ 124091 w 156059"/>
              <a:gd name="csY16" fmla="*/ 5394 h 131265"/>
              <a:gd name="csX17" fmla="*/ 123700 w 156059"/>
              <a:gd name="csY17" fmla="*/ 3319 h 131265"/>
              <a:gd name="csX18" fmla="*/ 122526 w 156059"/>
              <a:gd name="csY18" fmla="*/ 1549 h 131265"/>
              <a:gd name="csX19" fmla="*/ 120773 w 156059"/>
              <a:gd name="csY19" fmla="*/ 393 h 131265"/>
              <a:gd name="csX20" fmla="*/ 118698 w 156059"/>
              <a:gd name="csY20" fmla="*/ 1 h 131265"/>
              <a:gd name="csX21" fmla="*/ 21296 w 156059"/>
              <a:gd name="csY21" fmla="*/ 87 h 131265"/>
              <a:gd name="csX22" fmla="*/ 11275 w 156059"/>
              <a:gd name="csY22" fmla="*/ 4237 h 131265"/>
              <a:gd name="csX23" fmla="*/ 7124 w 156059"/>
              <a:gd name="csY23" fmla="*/ 14257 h 131265"/>
              <a:gd name="csX24" fmla="*/ 7124 w 156059"/>
              <a:gd name="csY24" fmla="*/ 94124 h 131265"/>
              <a:gd name="csX25" fmla="*/ 1407 w 156059"/>
              <a:gd name="csY25" fmla="*/ 102391 h 131265"/>
              <a:gd name="csX26" fmla="*/ 131 w 156059"/>
              <a:gd name="csY26" fmla="*/ 112377 h 131265"/>
              <a:gd name="csX27" fmla="*/ 3585 w 156059"/>
              <a:gd name="csY27" fmla="*/ 121818 h 131265"/>
              <a:gd name="csX28" fmla="*/ 10986 w 156059"/>
              <a:gd name="csY28" fmla="*/ 128622 h 131265"/>
              <a:gd name="csX29" fmla="*/ 20700 w 156059"/>
              <a:gd name="csY29" fmla="*/ 131259 h 131265"/>
              <a:gd name="csX30" fmla="*/ 30534 w 156059"/>
              <a:gd name="csY30" fmla="*/ 129133 h 131265"/>
              <a:gd name="csX31" fmla="*/ 38292 w 156059"/>
              <a:gd name="csY31" fmla="*/ 122737 h 131265"/>
              <a:gd name="csX32" fmla="*/ 42240 w 156059"/>
              <a:gd name="csY32" fmla="*/ 113482 h 131265"/>
              <a:gd name="csX33" fmla="*/ 64153 w 156059"/>
              <a:gd name="csY33" fmla="*/ 113482 h 131265"/>
              <a:gd name="csX34" fmla="*/ 72132 w 156059"/>
              <a:gd name="csY34" fmla="*/ 126632 h 131265"/>
              <a:gd name="csX35" fmla="*/ 86883 w 156059"/>
              <a:gd name="csY35" fmla="*/ 130970 h 131265"/>
              <a:gd name="csX36" fmla="*/ 100697 w 156059"/>
              <a:gd name="csY36" fmla="*/ 124234 h 131265"/>
              <a:gd name="csX37" fmla="*/ 106363 w 156059"/>
              <a:gd name="csY37" fmla="*/ 109944 h 131265"/>
              <a:gd name="csX38" fmla="*/ 104508 w 156059"/>
              <a:gd name="csY38" fmla="*/ 101286 h 131265"/>
              <a:gd name="csX39" fmla="*/ 99286 w 156059"/>
              <a:gd name="csY39" fmla="*/ 94124 h 131265"/>
              <a:gd name="csX40" fmla="*/ 99286 w 156059"/>
              <a:gd name="csY40" fmla="*/ 63368 h 131265"/>
              <a:gd name="csX41" fmla="*/ 95525 w 156059"/>
              <a:gd name="csY41" fmla="*/ 51324 h 131265"/>
              <a:gd name="csX42" fmla="*/ 64510 w 156059"/>
              <a:gd name="csY42" fmla="*/ 6211 h 131265"/>
              <a:gd name="csX43" fmla="*/ 59440 w 156059"/>
              <a:gd name="csY43" fmla="*/ 1703 h 131265"/>
              <a:gd name="csX44" fmla="*/ 52839 w 156059"/>
              <a:gd name="csY44" fmla="*/ 87 h 131265"/>
              <a:gd name="csX45" fmla="*/ 21296 w 156059"/>
              <a:gd name="csY45" fmla="*/ 87 h 131265"/>
              <a:gd name="csX46" fmla="*/ 21296 w 156059"/>
              <a:gd name="csY46" fmla="*/ 10719 h 131265"/>
              <a:gd name="csX47" fmla="*/ 52839 w 156059"/>
              <a:gd name="csY47" fmla="*/ 10719 h 131265"/>
              <a:gd name="csX48" fmla="*/ 54489 w 156059"/>
              <a:gd name="csY48" fmla="*/ 11110 h 131265"/>
              <a:gd name="csX49" fmla="*/ 55748 w 156059"/>
              <a:gd name="csY49" fmla="*/ 12232 h 131265"/>
              <a:gd name="csX50" fmla="*/ 86764 w 156059"/>
              <a:gd name="csY50" fmla="*/ 57346 h 131265"/>
              <a:gd name="csX51" fmla="*/ 88652 w 156059"/>
              <a:gd name="csY51" fmla="*/ 63368 h 131265"/>
              <a:gd name="csX52" fmla="*/ 88652 w 156059"/>
              <a:gd name="csY52" fmla="*/ 67416 h 131265"/>
              <a:gd name="csX53" fmla="*/ 62247 w 156059"/>
              <a:gd name="csY53" fmla="*/ 67416 h 131265"/>
              <a:gd name="csX54" fmla="*/ 58946 w 156059"/>
              <a:gd name="csY54" fmla="*/ 66243 h 131265"/>
              <a:gd name="csX55" fmla="*/ 46119 w 156059"/>
              <a:gd name="csY55" fmla="*/ 55968 h 131265"/>
              <a:gd name="csX56" fmla="*/ 38309 w 156059"/>
              <a:gd name="csY56" fmla="*/ 53246 h 131265"/>
              <a:gd name="csX57" fmla="*/ 17757 w 156059"/>
              <a:gd name="csY57" fmla="*/ 53246 h 131265"/>
              <a:gd name="csX58" fmla="*/ 17757 w 156059"/>
              <a:gd name="csY58" fmla="*/ 14257 h 131265"/>
              <a:gd name="csX59" fmla="*/ 18795 w 156059"/>
              <a:gd name="csY59" fmla="*/ 11756 h 131265"/>
              <a:gd name="csX60" fmla="*/ 21296 w 156059"/>
              <a:gd name="csY60" fmla="*/ 10719 h 131265"/>
              <a:gd name="csX61" fmla="*/ 21296 w 156059"/>
              <a:gd name="csY61" fmla="*/ 99312 h 131265"/>
              <a:gd name="csX62" fmla="*/ 27200 w 156059"/>
              <a:gd name="csY62" fmla="*/ 101099 h 131265"/>
              <a:gd name="csX63" fmla="*/ 31130 w 156059"/>
              <a:gd name="csY63" fmla="*/ 105879 h 131265"/>
              <a:gd name="csX64" fmla="*/ 31725 w 156059"/>
              <a:gd name="csY64" fmla="*/ 112020 h 131265"/>
              <a:gd name="csX65" fmla="*/ 28816 w 156059"/>
              <a:gd name="csY65" fmla="*/ 117463 h 131265"/>
              <a:gd name="csX66" fmla="*/ 23372 w 156059"/>
              <a:gd name="csY66" fmla="*/ 120372 h 131265"/>
              <a:gd name="csX67" fmla="*/ 17230 w 156059"/>
              <a:gd name="csY67" fmla="*/ 119760 h 131265"/>
              <a:gd name="csX68" fmla="*/ 12466 w 156059"/>
              <a:gd name="csY68" fmla="*/ 115847 h 131265"/>
              <a:gd name="csX69" fmla="*/ 10663 w 156059"/>
              <a:gd name="csY69" fmla="*/ 109944 h 131265"/>
              <a:gd name="csX70" fmla="*/ 13776 w 156059"/>
              <a:gd name="csY70" fmla="*/ 102425 h 131265"/>
              <a:gd name="csX71" fmla="*/ 21296 w 156059"/>
              <a:gd name="csY71" fmla="*/ 99312 h 131265"/>
              <a:gd name="csX72" fmla="*/ 85096 w 156059"/>
              <a:gd name="csY72" fmla="*/ 99312 h 131265"/>
              <a:gd name="csX73" fmla="*/ 91000 w 156059"/>
              <a:gd name="csY73" fmla="*/ 101099 h 131265"/>
              <a:gd name="csX74" fmla="*/ 94930 w 156059"/>
              <a:gd name="csY74" fmla="*/ 105879 h 131265"/>
              <a:gd name="csX75" fmla="*/ 95525 w 156059"/>
              <a:gd name="csY75" fmla="*/ 112020 h 131265"/>
              <a:gd name="csX76" fmla="*/ 92616 w 156059"/>
              <a:gd name="csY76" fmla="*/ 117463 h 131265"/>
              <a:gd name="csX77" fmla="*/ 87172 w 156059"/>
              <a:gd name="csY77" fmla="*/ 120372 h 131265"/>
              <a:gd name="csX78" fmla="*/ 81030 w 156059"/>
              <a:gd name="csY78" fmla="*/ 119760 h 131265"/>
              <a:gd name="csX79" fmla="*/ 76266 w 156059"/>
              <a:gd name="csY79" fmla="*/ 115847 h 131265"/>
              <a:gd name="csX80" fmla="*/ 74463 w 156059"/>
              <a:gd name="csY80" fmla="*/ 109944 h 131265"/>
              <a:gd name="csX81" fmla="*/ 77576 w 156059"/>
              <a:gd name="csY81" fmla="*/ 102425 h 131265"/>
              <a:gd name="csX82" fmla="*/ 85096 w 156059"/>
              <a:gd name="csY82" fmla="*/ 99312 h 131265"/>
            </a:gdLst>
            <a:ahLst/>
            <a:cxnLst/>
            <a:rect l="l" t="t" r="r" b="b"/>
            <a:pathLst>
              <a:path w="100000" h="100000">
                <a:moveTo>
                  <a:pt x="76060" y="7944"/>
                </a:moveTo>
                <a:cubicBezTo>
                  <a:pt x="75154" y="7955"/>
                  <a:pt x="74293" y="8326"/>
                  <a:pt x="73661" y="8980"/>
                </a:cubicBezTo>
                <a:cubicBezTo>
                  <a:pt x="73029" y="9623"/>
                  <a:pt x="72690" y="10495"/>
                  <a:pt x="72701" y="11400"/>
                </a:cubicBezTo>
                <a:lnTo>
                  <a:pt x="72701" y="79528"/>
                </a:lnTo>
                <a:cubicBezTo>
                  <a:pt x="72701" y="80432"/>
                  <a:pt x="73061" y="81294"/>
                  <a:pt x="73694" y="81937"/>
                </a:cubicBezTo>
                <a:cubicBezTo>
                  <a:pt x="74337" y="82580"/>
                  <a:pt x="75209" y="82940"/>
                  <a:pt x="76103" y="82940"/>
                </a:cubicBezTo>
                <a:lnTo>
                  <a:pt x="96544" y="82940"/>
                </a:lnTo>
                <a:cubicBezTo>
                  <a:pt x="97002" y="82940"/>
                  <a:pt x="97449" y="82853"/>
                  <a:pt x="97864" y="82689"/>
                </a:cubicBezTo>
                <a:cubicBezTo>
                  <a:pt x="98288" y="82525"/>
                  <a:pt x="98670" y="82275"/>
                  <a:pt x="98986" y="81959"/>
                </a:cubicBezTo>
                <a:cubicBezTo>
                  <a:pt x="99313" y="81631"/>
                  <a:pt x="99564" y="81261"/>
                  <a:pt x="99739" y="80847"/>
                </a:cubicBezTo>
                <a:cubicBezTo>
                  <a:pt x="99913" y="80422"/>
                  <a:pt x="100000" y="79975"/>
                  <a:pt x="100000" y="79528"/>
                </a:cubicBezTo>
                <a:cubicBezTo>
                  <a:pt x="100000" y="79081"/>
                  <a:pt x="99913" y="78634"/>
                  <a:pt x="99739" y="78209"/>
                </a:cubicBezTo>
                <a:cubicBezTo>
                  <a:pt x="99564" y="77795"/>
                  <a:pt x="99313" y="77424"/>
                  <a:pt x="98986" y="77097"/>
                </a:cubicBezTo>
                <a:cubicBezTo>
                  <a:pt x="98670" y="76781"/>
                  <a:pt x="98288" y="76530"/>
                  <a:pt x="97864" y="76367"/>
                </a:cubicBezTo>
                <a:cubicBezTo>
                  <a:pt x="97449" y="76203"/>
                  <a:pt x="97002" y="76116"/>
                  <a:pt x="96544" y="76127"/>
                </a:cubicBezTo>
                <a:lnTo>
                  <a:pt x="79515" y="76127"/>
                </a:lnTo>
                <a:lnTo>
                  <a:pt x="79515" y="11400"/>
                </a:lnTo>
                <a:cubicBezTo>
                  <a:pt x="79515" y="10942"/>
                  <a:pt x="79439" y="10495"/>
                  <a:pt x="79265" y="10071"/>
                </a:cubicBezTo>
                <a:cubicBezTo>
                  <a:pt x="79091" y="9645"/>
                  <a:pt x="78839" y="9264"/>
                  <a:pt x="78513" y="8936"/>
                </a:cubicBezTo>
                <a:cubicBezTo>
                  <a:pt x="78196" y="8620"/>
                  <a:pt x="77804" y="8370"/>
                  <a:pt x="77389" y="8196"/>
                </a:cubicBezTo>
                <a:cubicBezTo>
                  <a:pt x="76964" y="8021"/>
                  <a:pt x="76506" y="7934"/>
                  <a:pt x="76060" y="7944"/>
                </a:cubicBezTo>
                <a:close/>
                <a:moveTo>
                  <a:pt x="13646" y="8000"/>
                </a:moveTo>
                <a:cubicBezTo>
                  <a:pt x="11237" y="8000"/>
                  <a:pt x="8925" y="8948"/>
                  <a:pt x="7225" y="10659"/>
                </a:cubicBezTo>
                <a:cubicBezTo>
                  <a:pt x="5524" y="12359"/>
                  <a:pt x="4565" y="14670"/>
                  <a:pt x="4565" y="17079"/>
                </a:cubicBezTo>
                <a:lnTo>
                  <a:pt x="4565" y="68257"/>
                </a:lnTo>
                <a:cubicBezTo>
                  <a:pt x="2941" y="69706"/>
                  <a:pt x="1676" y="71516"/>
                  <a:pt x="902" y="73554"/>
                </a:cubicBezTo>
                <a:cubicBezTo>
                  <a:pt x="117" y="75593"/>
                  <a:pt x="-156" y="77783"/>
                  <a:pt x="84" y="79953"/>
                </a:cubicBezTo>
                <a:cubicBezTo>
                  <a:pt x="324" y="82111"/>
                  <a:pt x="1087" y="84193"/>
                  <a:pt x="2297" y="86003"/>
                </a:cubicBezTo>
                <a:cubicBezTo>
                  <a:pt x="3507" y="87812"/>
                  <a:pt x="5131" y="89305"/>
                  <a:pt x="7040" y="90363"/>
                </a:cubicBezTo>
                <a:cubicBezTo>
                  <a:pt x="8947" y="91409"/>
                  <a:pt x="11084" y="91998"/>
                  <a:pt x="13264" y="92052"/>
                </a:cubicBezTo>
                <a:cubicBezTo>
                  <a:pt x="15445" y="92107"/>
                  <a:pt x="17604" y="91638"/>
                  <a:pt x="19566" y="90690"/>
                </a:cubicBezTo>
                <a:cubicBezTo>
                  <a:pt x="21528" y="89742"/>
                  <a:pt x="23229" y="88335"/>
                  <a:pt x="24537" y="86592"/>
                </a:cubicBezTo>
                <a:cubicBezTo>
                  <a:pt x="25845" y="84847"/>
                  <a:pt x="26707" y="82809"/>
                  <a:pt x="27067" y="80661"/>
                </a:cubicBezTo>
                <a:lnTo>
                  <a:pt x="41108" y="80661"/>
                </a:lnTo>
                <a:cubicBezTo>
                  <a:pt x="41707" y="84008"/>
                  <a:pt x="43528" y="87016"/>
                  <a:pt x="46221" y="89087"/>
                </a:cubicBezTo>
                <a:cubicBezTo>
                  <a:pt x="48914" y="91158"/>
                  <a:pt x="52282" y="92150"/>
                  <a:pt x="55673" y="91867"/>
                </a:cubicBezTo>
                <a:cubicBezTo>
                  <a:pt x="59064" y="91584"/>
                  <a:pt x="62214" y="90047"/>
                  <a:pt x="64525" y="87551"/>
                </a:cubicBezTo>
                <a:cubicBezTo>
                  <a:pt x="66836" y="85054"/>
                  <a:pt x="68134" y="81795"/>
                  <a:pt x="68156" y="78394"/>
                </a:cubicBezTo>
                <a:cubicBezTo>
                  <a:pt x="68156" y="76476"/>
                  <a:pt x="67752" y="74590"/>
                  <a:pt x="66967" y="72846"/>
                </a:cubicBezTo>
                <a:cubicBezTo>
                  <a:pt x="66182" y="71091"/>
                  <a:pt x="65038" y="69532"/>
                  <a:pt x="63621" y="68257"/>
                </a:cubicBezTo>
                <a:lnTo>
                  <a:pt x="63621" y="48549"/>
                </a:lnTo>
                <a:cubicBezTo>
                  <a:pt x="63610" y="45791"/>
                  <a:pt x="62770" y="43098"/>
                  <a:pt x="61211" y="40831"/>
                </a:cubicBezTo>
                <a:lnTo>
                  <a:pt x="41337" y="11924"/>
                </a:lnTo>
                <a:cubicBezTo>
                  <a:pt x="40498" y="10713"/>
                  <a:pt x="39385" y="9721"/>
                  <a:pt x="38088" y="9035"/>
                </a:cubicBezTo>
                <a:cubicBezTo>
                  <a:pt x="36780" y="8359"/>
                  <a:pt x="35330" y="8000"/>
                  <a:pt x="33858" y="8000"/>
                </a:cubicBezTo>
                <a:lnTo>
                  <a:pt x="13646" y="8000"/>
                </a:lnTo>
                <a:close/>
                <a:moveTo>
                  <a:pt x="13646" y="14812"/>
                </a:moveTo>
                <a:lnTo>
                  <a:pt x="33858" y="14812"/>
                </a:lnTo>
                <a:cubicBezTo>
                  <a:pt x="34229" y="14812"/>
                  <a:pt x="34589" y="14899"/>
                  <a:pt x="34916" y="15063"/>
                </a:cubicBezTo>
                <a:cubicBezTo>
                  <a:pt x="35243" y="15237"/>
                  <a:pt x="35515" y="15477"/>
                  <a:pt x="35722" y="15782"/>
                </a:cubicBezTo>
                <a:lnTo>
                  <a:pt x="55597" y="44690"/>
                </a:lnTo>
                <a:cubicBezTo>
                  <a:pt x="56381" y="45824"/>
                  <a:pt x="56796" y="47175"/>
                  <a:pt x="56807" y="48549"/>
                </a:cubicBezTo>
                <a:lnTo>
                  <a:pt x="56807" y="51143"/>
                </a:lnTo>
                <a:lnTo>
                  <a:pt x="39887" y="51143"/>
                </a:lnTo>
                <a:cubicBezTo>
                  <a:pt x="39113" y="51143"/>
                  <a:pt x="38371" y="50871"/>
                  <a:pt x="37772" y="50391"/>
                </a:cubicBezTo>
                <a:lnTo>
                  <a:pt x="29552" y="43807"/>
                </a:lnTo>
                <a:cubicBezTo>
                  <a:pt x="28135" y="42674"/>
                  <a:pt x="26368" y="42052"/>
                  <a:pt x="24548" y="42063"/>
                </a:cubicBezTo>
                <a:lnTo>
                  <a:pt x="11378" y="42063"/>
                </a:lnTo>
                <a:lnTo>
                  <a:pt x="11378" y="17079"/>
                </a:lnTo>
                <a:cubicBezTo>
                  <a:pt x="11378" y="16480"/>
                  <a:pt x="11618" y="15902"/>
                  <a:pt x="12044" y="15477"/>
                </a:cubicBezTo>
                <a:cubicBezTo>
                  <a:pt x="12468" y="15041"/>
                  <a:pt x="13046" y="14812"/>
                  <a:pt x="13646" y="14812"/>
                </a:cubicBezTo>
                <a:close/>
                <a:moveTo>
                  <a:pt x="13646" y="71581"/>
                </a:moveTo>
                <a:cubicBezTo>
                  <a:pt x="14998" y="71581"/>
                  <a:pt x="16317" y="71985"/>
                  <a:pt x="17429" y="72726"/>
                </a:cubicBezTo>
                <a:cubicBezTo>
                  <a:pt x="18552" y="73478"/>
                  <a:pt x="19424" y="74535"/>
                  <a:pt x="19948" y="75789"/>
                </a:cubicBezTo>
                <a:cubicBezTo>
                  <a:pt x="20460" y="77032"/>
                  <a:pt x="20590" y="78405"/>
                  <a:pt x="20329" y="79724"/>
                </a:cubicBezTo>
                <a:cubicBezTo>
                  <a:pt x="20067" y="81043"/>
                  <a:pt x="19424" y="82253"/>
                  <a:pt x="18465" y="83212"/>
                </a:cubicBezTo>
                <a:cubicBezTo>
                  <a:pt x="17516" y="84160"/>
                  <a:pt x="16295" y="84815"/>
                  <a:pt x="14976" y="85076"/>
                </a:cubicBezTo>
                <a:cubicBezTo>
                  <a:pt x="13657" y="85338"/>
                  <a:pt x="12283" y="85207"/>
                  <a:pt x="11041" y="84684"/>
                </a:cubicBezTo>
                <a:cubicBezTo>
                  <a:pt x="9798" y="84171"/>
                  <a:pt x="8729" y="83299"/>
                  <a:pt x="7988" y="82177"/>
                </a:cubicBezTo>
                <a:cubicBezTo>
                  <a:pt x="7236" y="81054"/>
                  <a:pt x="6833" y="79735"/>
                  <a:pt x="6833" y="78394"/>
                </a:cubicBezTo>
                <a:cubicBezTo>
                  <a:pt x="6833" y="76584"/>
                  <a:pt x="7552" y="74852"/>
                  <a:pt x="8827" y="73576"/>
                </a:cubicBezTo>
                <a:cubicBezTo>
                  <a:pt x="10103" y="72301"/>
                  <a:pt x="11837" y="71581"/>
                  <a:pt x="13646" y="71581"/>
                </a:cubicBezTo>
                <a:close/>
                <a:moveTo>
                  <a:pt x="54528" y="71581"/>
                </a:moveTo>
                <a:cubicBezTo>
                  <a:pt x="55880" y="71581"/>
                  <a:pt x="57199" y="71985"/>
                  <a:pt x="58311" y="72726"/>
                </a:cubicBezTo>
                <a:cubicBezTo>
                  <a:pt x="59434" y="73478"/>
                  <a:pt x="60306" y="74535"/>
                  <a:pt x="60830" y="75789"/>
                </a:cubicBezTo>
                <a:cubicBezTo>
                  <a:pt x="61342" y="77032"/>
                  <a:pt x="61473" y="78405"/>
                  <a:pt x="61211" y="79724"/>
                </a:cubicBezTo>
                <a:cubicBezTo>
                  <a:pt x="60949" y="81043"/>
                  <a:pt x="60306" y="82253"/>
                  <a:pt x="59347" y="83212"/>
                </a:cubicBezTo>
                <a:cubicBezTo>
                  <a:pt x="58398" y="84160"/>
                  <a:pt x="57177" y="84815"/>
                  <a:pt x="55858" y="85076"/>
                </a:cubicBezTo>
                <a:cubicBezTo>
                  <a:pt x="54539" y="85338"/>
                  <a:pt x="53166" y="85207"/>
                  <a:pt x="51923" y="84684"/>
                </a:cubicBezTo>
                <a:cubicBezTo>
                  <a:pt x="50680" y="84171"/>
                  <a:pt x="49611" y="83299"/>
                  <a:pt x="48870" y="82177"/>
                </a:cubicBezTo>
                <a:cubicBezTo>
                  <a:pt x="48118" y="81054"/>
                  <a:pt x="47715" y="79735"/>
                  <a:pt x="47715" y="78394"/>
                </a:cubicBezTo>
                <a:cubicBezTo>
                  <a:pt x="47715" y="76584"/>
                  <a:pt x="48434" y="74852"/>
                  <a:pt x="49709" y="73576"/>
                </a:cubicBezTo>
                <a:cubicBezTo>
                  <a:pt x="50985" y="72301"/>
                  <a:pt x="52719" y="71581"/>
                  <a:pt x="54528" y="7158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7" name="Белый — SVG 13">
            <a:extLst>
              <a:ext uri="{FF2B5EF4-FFF2-40B4-BE49-F238E27FC236}">
                <a16:creationId xmlns:a16="http://schemas.microsoft.com/office/drawing/2014/main" id="{1A7E14BB-3A54-B142-BBF2-30E190E794F7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48420 w 155961"/>
              <a:gd name="csY0" fmla="*/ 0 h 113413"/>
              <a:gd name="csX1" fmla="*/ 37685 w 155961"/>
              <a:gd name="csY1" fmla="*/ 4151 h 113413"/>
              <a:gd name="csX2" fmla="*/ 5223 w 155961"/>
              <a:gd name="csY2" fmla="*/ 33648 h 113413"/>
              <a:gd name="csX3" fmla="*/ 0 w 155961"/>
              <a:gd name="csY3" fmla="*/ 45454 h 113413"/>
              <a:gd name="csX4" fmla="*/ 0 w 155961"/>
              <a:gd name="csY4" fmla="*/ 83286 h 113413"/>
              <a:gd name="csX5" fmla="*/ 15942 w 155961"/>
              <a:gd name="csY5" fmla="*/ 99226 h 113413"/>
              <a:gd name="csX6" fmla="*/ 18477 w 155961"/>
              <a:gd name="csY6" fmla="*/ 99226 h 113413"/>
              <a:gd name="csX7" fmla="*/ 37209 w 155961"/>
              <a:gd name="csY7" fmla="*/ 113413 h 113413"/>
              <a:gd name="csX8" fmla="*/ 55957 w 155961"/>
              <a:gd name="csY8" fmla="*/ 99226 h 113413"/>
              <a:gd name="csX9" fmla="*/ 90375 w 155961"/>
              <a:gd name="csY9" fmla="*/ 99226 h 113413"/>
              <a:gd name="csX10" fmla="*/ 95700 w 155961"/>
              <a:gd name="csY10" fmla="*/ 93918 h 113413"/>
              <a:gd name="csX11" fmla="*/ 95700 w 155961"/>
              <a:gd name="csY11" fmla="*/ 10632 h 113413"/>
              <a:gd name="csX12" fmla="*/ 104564 w 155961"/>
              <a:gd name="csY12" fmla="*/ 10632 h 113413"/>
              <a:gd name="csX13" fmla="*/ 109873 w 155961"/>
              <a:gd name="csY13" fmla="*/ 5307 h 113413"/>
              <a:gd name="csX14" fmla="*/ 104564 w 155961"/>
              <a:gd name="csY14" fmla="*/ 0 h 113413"/>
              <a:gd name="csX15" fmla="*/ 48420 w 155961"/>
              <a:gd name="csY15" fmla="*/ 0 h 113413"/>
              <a:gd name="csX16" fmla="*/ 113428 w 155961"/>
              <a:gd name="csY16" fmla="*/ 21264 h 113413"/>
              <a:gd name="csX17" fmla="*/ 102795 w 155961"/>
              <a:gd name="csY17" fmla="*/ 31896 h 113413"/>
              <a:gd name="csX18" fmla="*/ 102795 w 155961"/>
              <a:gd name="csY18" fmla="*/ 93918 h 113413"/>
              <a:gd name="csX19" fmla="*/ 122276 w 155961"/>
              <a:gd name="csY19" fmla="*/ 113413 h 113413"/>
              <a:gd name="csX20" fmla="*/ 141041 w 155961"/>
              <a:gd name="csY20" fmla="*/ 99124 h 113413"/>
              <a:gd name="csX21" fmla="*/ 155962 w 155961"/>
              <a:gd name="csY21" fmla="*/ 83286 h 113413"/>
              <a:gd name="csX22" fmla="*/ 155962 w 155961"/>
              <a:gd name="csY22" fmla="*/ 60730 h 113413"/>
              <a:gd name="csX23" fmla="*/ 154584 w 155961"/>
              <a:gd name="csY23" fmla="*/ 54248 h 113413"/>
              <a:gd name="csX24" fmla="*/ 144121 w 155961"/>
              <a:gd name="csY24" fmla="*/ 30739 h 113413"/>
              <a:gd name="csX25" fmla="*/ 129557 w 155961"/>
              <a:gd name="csY25" fmla="*/ 21264 h 113413"/>
              <a:gd name="csX26" fmla="*/ 113428 w 155961"/>
              <a:gd name="csY26" fmla="*/ 21264 h 113413"/>
              <a:gd name="csX27" fmla="*/ 47842 w 155961"/>
              <a:gd name="csY27" fmla="*/ 24802 h 113413"/>
              <a:gd name="csX28" fmla="*/ 53167 w 155961"/>
              <a:gd name="csY28" fmla="*/ 30127 h 113413"/>
              <a:gd name="csX29" fmla="*/ 53167 w 155961"/>
              <a:gd name="csY29" fmla="*/ 62022 h 113413"/>
              <a:gd name="csX30" fmla="*/ 47842 w 155961"/>
              <a:gd name="csY30" fmla="*/ 67330 h 113413"/>
              <a:gd name="csX31" fmla="*/ 42534 w 155961"/>
              <a:gd name="csY31" fmla="*/ 62022 h 113413"/>
              <a:gd name="csX32" fmla="*/ 42534 w 155961"/>
              <a:gd name="csY32" fmla="*/ 30127 h 113413"/>
              <a:gd name="csX33" fmla="*/ 47842 w 155961"/>
              <a:gd name="csY33" fmla="*/ 24802 h 113413"/>
              <a:gd name="csX34" fmla="*/ 72664 w 155961"/>
              <a:gd name="csY34" fmla="*/ 24802 h 113413"/>
              <a:gd name="csX35" fmla="*/ 77973 w 155961"/>
              <a:gd name="csY35" fmla="*/ 30127 h 113413"/>
              <a:gd name="csX36" fmla="*/ 77973 w 155961"/>
              <a:gd name="csY36" fmla="*/ 62022 h 113413"/>
              <a:gd name="csX37" fmla="*/ 72664 w 155961"/>
              <a:gd name="csY37" fmla="*/ 67330 h 113413"/>
              <a:gd name="csX38" fmla="*/ 67339 w 155961"/>
              <a:gd name="csY38" fmla="*/ 62022 h 113413"/>
              <a:gd name="csX39" fmla="*/ 67339 w 155961"/>
              <a:gd name="csY39" fmla="*/ 30127 h 113413"/>
              <a:gd name="csX40" fmla="*/ 72664 w 155961"/>
              <a:gd name="csY40" fmla="*/ 24802 h 113413"/>
              <a:gd name="csX41" fmla="*/ 116967 w 155961"/>
              <a:gd name="csY41" fmla="*/ 31896 h 113413"/>
              <a:gd name="csX42" fmla="*/ 129557 w 155961"/>
              <a:gd name="csY42" fmla="*/ 31896 h 113413"/>
              <a:gd name="csX43" fmla="*/ 134406 w 155961"/>
              <a:gd name="csY43" fmla="*/ 35060 h 113413"/>
              <a:gd name="csX44" fmla="*/ 140242 w 155961"/>
              <a:gd name="csY44" fmla="*/ 48175 h 113413"/>
              <a:gd name="csX45" fmla="*/ 137009 w 155961"/>
              <a:gd name="csY45" fmla="*/ 53160 h 113413"/>
              <a:gd name="csX46" fmla="*/ 116967 w 155961"/>
              <a:gd name="csY46" fmla="*/ 53160 h 113413"/>
              <a:gd name="csX47" fmla="*/ 113428 w 155961"/>
              <a:gd name="csY47" fmla="*/ 49621 h 113413"/>
              <a:gd name="csX48" fmla="*/ 113428 w 155961"/>
              <a:gd name="csY48" fmla="*/ 35434 h 113413"/>
              <a:gd name="csX49" fmla="*/ 116967 w 155961"/>
              <a:gd name="csY49" fmla="*/ 31896 h 113413"/>
              <a:gd name="csX50" fmla="*/ 23036 w 155961"/>
              <a:gd name="csY50" fmla="*/ 46066 h 113413"/>
              <a:gd name="csX51" fmla="*/ 28361 w 155961"/>
              <a:gd name="csY51" fmla="*/ 51390 h 113413"/>
              <a:gd name="csX52" fmla="*/ 28361 w 155961"/>
              <a:gd name="csY52" fmla="*/ 62022 h 113413"/>
              <a:gd name="csX53" fmla="*/ 23036 w 155961"/>
              <a:gd name="csY53" fmla="*/ 67330 h 113413"/>
              <a:gd name="csX54" fmla="*/ 17728 w 155961"/>
              <a:gd name="csY54" fmla="*/ 62022 h 113413"/>
              <a:gd name="csX55" fmla="*/ 17728 w 155961"/>
              <a:gd name="csY55" fmla="*/ 51390 h 113413"/>
              <a:gd name="csX56" fmla="*/ 23036 w 155961"/>
              <a:gd name="csY56" fmla="*/ 46066 h 113413"/>
              <a:gd name="csX57" fmla="*/ 37209 w 155961"/>
              <a:gd name="csY57" fmla="*/ 85056 h 113413"/>
              <a:gd name="csX58" fmla="*/ 46072 w 155961"/>
              <a:gd name="csY58" fmla="*/ 93918 h 113413"/>
              <a:gd name="csX59" fmla="*/ 37209 w 155961"/>
              <a:gd name="csY59" fmla="*/ 102781 h 113413"/>
              <a:gd name="csX60" fmla="*/ 28361 w 155961"/>
              <a:gd name="csY60" fmla="*/ 93918 h 113413"/>
              <a:gd name="csX61" fmla="*/ 37209 w 155961"/>
              <a:gd name="csY61" fmla="*/ 85056 h 113413"/>
              <a:gd name="csX62" fmla="*/ 122276 w 155961"/>
              <a:gd name="csY62" fmla="*/ 85056 h 113413"/>
              <a:gd name="csX63" fmla="*/ 131139 w 155961"/>
              <a:gd name="csY63" fmla="*/ 93918 h 113413"/>
              <a:gd name="csX64" fmla="*/ 122276 w 155961"/>
              <a:gd name="csY64" fmla="*/ 102781 h 113413"/>
              <a:gd name="csX65" fmla="*/ 113428 w 155961"/>
              <a:gd name="csY65" fmla="*/ 93918 h 113413"/>
              <a:gd name="csX66" fmla="*/ 122276 w 155961"/>
              <a:gd name="csY66" fmla="*/ 85056 h 113413"/>
            </a:gdLst>
            <a:ahLst/>
            <a:cxnLst/>
            <a:rect l="l" t="t" r="r" b="b"/>
            <a:pathLst>
              <a:path w="100000" h="100000">
                <a:moveTo>
                  <a:pt x="31046" y="13641"/>
                </a:moveTo>
                <a:cubicBezTo>
                  <a:pt x="28494" y="13641"/>
                  <a:pt x="26050" y="14579"/>
                  <a:pt x="24163" y="16302"/>
                </a:cubicBezTo>
                <a:lnTo>
                  <a:pt x="3349" y="35215"/>
                </a:lnTo>
                <a:cubicBezTo>
                  <a:pt x="1222" y="37157"/>
                  <a:pt x="0" y="39916"/>
                  <a:pt x="0" y="42785"/>
                </a:cubicBezTo>
                <a:lnTo>
                  <a:pt x="0" y="67042"/>
                </a:lnTo>
                <a:cubicBezTo>
                  <a:pt x="0" y="72682"/>
                  <a:pt x="4593" y="77263"/>
                  <a:pt x="10222" y="77263"/>
                </a:cubicBezTo>
                <a:lnTo>
                  <a:pt x="11847" y="77263"/>
                </a:lnTo>
                <a:cubicBezTo>
                  <a:pt x="13352" y="82487"/>
                  <a:pt x="18185" y="86359"/>
                  <a:pt x="23858" y="86359"/>
                </a:cubicBezTo>
                <a:cubicBezTo>
                  <a:pt x="29541" y="86359"/>
                  <a:pt x="34373" y="82487"/>
                  <a:pt x="35879" y="77263"/>
                </a:cubicBezTo>
                <a:lnTo>
                  <a:pt x="57947" y="77263"/>
                </a:lnTo>
                <a:cubicBezTo>
                  <a:pt x="59835" y="77263"/>
                  <a:pt x="61361" y="75736"/>
                  <a:pt x="61361" y="73859"/>
                </a:cubicBezTo>
                <a:lnTo>
                  <a:pt x="61361" y="20458"/>
                </a:lnTo>
                <a:lnTo>
                  <a:pt x="67045" y="20458"/>
                </a:lnTo>
                <a:cubicBezTo>
                  <a:pt x="68922" y="20458"/>
                  <a:pt x="70449" y="18930"/>
                  <a:pt x="70449" y="17043"/>
                </a:cubicBezTo>
                <a:cubicBezTo>
                  <a:pt x="70449" y="15168"/>
                  <a:pt x="68922" y="13641"/>
                  <a:pt x="67045" y="13641"/>
                </a:cubicBezTo>
                <a:lnTo>
                  <a:pt x="31046" y="13641"/>
                </a:lnTo>
                <a:close/>
                <a:moveTo>
                  <a:pt x="72728" y="27275"/>
                </a:moveTo>
                <a:cubicBezTo>
                  <a:pt x="68954" y="27275"/>
                  <a:pt x="65911" y="30329"/>
                  <a:pt x="65911" y="34092"/>
                </a:cubicBezTo>
                <a:lnTo>
                  <a:pt x="65911" y="73859"/>
                </a:lnTo>
                <a:cubicBezTo>
                  <a:pt x="65911" y="80720"/>
                  <a:pt x="71540" y="86359"/>
                  <a:pt x="78402" y="86359"/>
                </a:cubicBezTo>
                <a:cubicBezTo>
                  <a:pt x="84107" y="86359"/>
                  <a:pt x="88961" y="82455"/>
                  <a:pt x="90434" y="77198"/>
                </a:cubicBezTo>
                <a:cubicBezTo>
                  <a:pt x="95768" y="76848"/>
                  <a:pt x="100001" y="72464"/>
                  <a:pt x="100001" y="67042"/>
                </a:cubicBezTo>
                <a:lnTo>
                  <a:pt x="100001" y="52580"/>
                </a:lnTo>
                <a:cubicBezTo>
                  <a:pt x="100001" y="51151"/>
                  <a:pt x="99695" y="49733"/>
                  <a:pt x="99117" y="48424"/>
                </a:cubicBezTo>
                <a:lnTo>
                  <a:pt x="92408" y="33350"/>
                </a:lnTo>
                <a:cubicBezTo>
                  <a:pt x="90772" y="29652"/>
                  <a:pt x="87106" y="27275"/>
                  <a:pt x="83070" y="27275"/>
                </a:cubicBezTo>
                <a:lnTo>
                  <a:pt x="72728" y="27275"/>
                </a:lnTo>
                <a:close/>
                <a:moveTo>
                  <a:pt x="30676" y="29543"/>
                </a:moveTo>
                <a:cubicBezTo>
                  <a:pt x="32563" y="29543"/>
                  <a:pt x="34090" y="31071"/>
                  <a:pt x="34090" y="32958"/>
                </a:cubicBezTo>
                <a:lnTo>
                  <a:pt x="34090" y="53408"/>
                </a:lnTo>
                <a:cubicBezTo>
                  <a:pt x="34090" y="55284"/>
                  <a:pt x="32563" y="56812"/>
                  <a:pt x="30676" y="56812"/>
                </a:cubicBezTo>
                <a:cubicBezTo>
                  <a:pt x="28799" y="56812"/>
                  <a:pt x="27272" y="55284"/>
                  <a:pt x="27272" y="53408"/>
                </a:cubicBezTo>
                <a:lnTo>
                  <a:pt x="27272" y="32958"/>
                </a:lnTo>
                <a:cubicBezTo>
                  <a:pt x="27272" y="31071"/>
                  <a:pt x="28799" y="29543"/>
                  <a:pt x="30676" y="29543"/>
                </a:cubicBezTo>
                <a:close/>
                <a:moveTo>
                  <a:pt x="46591" y="29543"/>
                </a:moveTo>
                <a:cubicBezTo>
                  <a:pt x="48468" y="29543"/>
                  <a:pt x="49995" y="31071"/>
                  <a:pt x="49995" y="32958"/>
                </a:cubicBezTo>
                <a:lnTo>
                  <a:pt x="49995" y="53408"/>
                </a:lnTo>
                <a:cubicBezTo>
                  <a:pt x="49995" y="55284"/>
                  <a:pt x="48468" y="56812"/>
                  <a:pt x="46591" y="56812"/>
                </a:cubicBezTo>
                <a:cubicBezTo>
                  <a:pt x="44704" y="56812"/>
                  <a:pt x="43177" y="55284"/>
                  <a:pt x="43177" y="53408"/>
                </a:cubicBezTo>
                <a:lnTo>
                  <a:pt x="43177" y="32958"/>
                </a:lnTo>
                <a:cubicBezTo>
                  <a:pt x="43177" y="31071"/>
                  <a:pt x="44704" y="29543"/>
                  <a:pt x="46591" y="29543"/>
                </a:cubicBezTo>
                <a:close/>
                <a:moveTo>
                  <a:pt x="74998" y="34092"/>
                </a:moveTo>
                <a:lnTo>
                  <a:pt x="83070" y="34092"/>
                </a:lnTo>
                <a:cubicBezTo>
                  <a:pt x="84412" y="34092"/>
                  <a:pt x="85634" y="34888"/>
                  <a:pt x="86179" y="36121"/>
                </a:cubicBezTo>
                <a:lnTo>
                  <a:pt x="89921" y="44530"/>
                </a:lnTo>
                <a:cubicBezTo>
                  <a:pt x="90586" y="46035"/>
                  <a:pt x="89485" y="47726"/>
                  <a:pt x="87848" y="47726"/>
                </a:cubicBezTo>
                <a:lnTo>
                  <a:pt x="74998" y="47726"/>
                </a:lnTo>
                <a:cubicBezTo>
                  <a:pt x="73743" y="47726"/>
                  <a:pt x="72728" y="46712"/>
                  <a:pt x="72728" y="45457"/>
                </a:cubicBezTo>
                <a:lnTo>
                  <a:pt x="72728" y="36360"/>
                </a:lnTo>
                <a:cubicBezTo>
                  <a:pt x="72728" y="35106"/>
                  <a:pt x="73743" y="34092"/>
                  <a:pt x="74998" y="34092"/>
                </a:cubicBezTo>
                <a:close/>
                <a:moveTo>
                  <a:pt x="14770" y="43177"/>
                </a:moveTo>
                <a:cubicBezTo>
                  <a:pt x="16658" y="43177"/>
                  <a:pt x="18185" y="44705"/>
                  <a:pt x="18185" y="46591"/>
                </a:cubicBezTo>
                <a:lnTo>
                  <a:pt x="18185" y="53408"/>
                </a:lnTo>
                <a:cubicBezTo>
                  <a:pt x="18185" y="55284"/>
                  <a:pt x="16658" y="56812"/>
                  <a:pt x="14770" y="56812"/>
                </a:cubicBezTo>
                <a:cubicBezTo>
                  <a:pt x="12894" y="56812"/>
                  <a:pt x="11367" y="55284"/>
                  <a:pt x="11367" y="53408"/>
                </a:cubicBezTo>
                <a:lnTo>
                  <a:pt x="11367" y="46591"/>
                </a:lnTo>
                <a:cubicBezTo>
                  <a:pt x="11367" y="44705"/>
                  <a:pt x="12894" y="43177"/>
                  <a:pt x="14770" y="43177"/>
                </a:cubicBezTo>
                <a:close/>
                <a:moveTo>
                  <a:pt x="23858" y="68177"/>
                </a:moveTo>
                <a:cubicBezTo>
                  <a:pt x="27032" y="68177"/>
                  <a:pt x="29541" y="70686"/>
                  <a:pt x="29541" y="73859"/>
                </a:cubicBezTo>
                <a:cubicBezTo>
                  <a:pt x="29541" y="77034"/>
                  <a:pt x="27032" y="79542"/>
                  <a:pt x="23858" y="79542"/>
                </a:cubicBezTo>
                <a:cubicBezTo>
                  <a:pt x="20694" y="79542"/>
                  <a:pt x="18185" y="77034"/>
                  <a:pt x="18185" y="73859"/>
                </a:cubicBezTo>
                <a:cubicBezTo>
                  <a:pt x="18185" y="70686"/>
                  <a:pt x="20694" y="68177"/>
                  <a:pt x="23858" y="68177"/>
                </a:cubicBezTo>
                <a:close/>
                <a:moveTo>
                  <a:pt x="78402" y="68177"/>
                </a:moveTo>
                <a:cubicBezTo>
                  <a:pt x="81576" y="68177"/>
                  <a:pt x="84084" y="70686"/>
                  <a:pt x="84084" y="73859"/>
                </a:cubicBezTo>
                <a:cubicBezTo>
                  <a:pt x="84084" y="77034"/>
                  <a:pt x="81576" y="79542"/>
                  <a:pt x="78402" y="79542"/>
                </a:cubicBezTo>
                <a:cubicBezTo>
                  <a:pt x="75238" y="79542"/>
                  <a:pt x="72728" y="77034"/>
                  <a:pt x="72728" y="73859"/>
                </a:cubicBezTo>
                <a:cubicBezTo>
                  <a:pt x="72728" y="70686"/>
                  <a:pt x="75238" y="68177"/>
                  <a:pt x="78402" y="6817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8" name="Белый — SVG 14">
            <a:extLst>
              <a:ext uri="{FF2B5EF4-FFF2-40B4-BE49-F238E27FC236}">
                <a16:creationId xmlns:a16="http://schemas.microsoft.com/office/drawing/2014/main" id="{3C96DC64-7368-DC4C-8200-CA375620F8E5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33482 w 148867"/>
              <a:gd name="csY0" fmla="*/ 1 h 113447"/>
              <a:gd name="csX1" fmla="*/ 31067 w 148867"/>
              <a:gd name="csY1" fmla="*/ 647 h 113447"/>
              <a:gd name="csX2" fmla="*/ 29212 w 148867"/>
              <a:gd name="csY2" fmla="*/ 2314 h 113447"/>
              <a:gd name="csX3" fmla="*/ 28327 w 148867"/>
              <a:gd name="csY3" fmla="*/ 4645 h 113447"/>
              <a:gd name="csX4" fmla="*/ 28600 w 148867"/>
              <a:gd name="csY4" fmla="*/ 7129 h 113447"/>
              <a:gd name="csX5" fmla="*/ 19497 w 148867"/>
              <a:gd name="csY5" fmla="*/ 7129 h 113447"/>
              <a:gd name="csX6" fmla="*/ 7094 w 148867"/>
              <a:gd name="csY6" fmla="*/ 19530 h 113447"/>
              <a:gd name="csX7" fmla="*/ 7094 w 148867"/>
              <a:gd name="csY7" fmla="*/ 40794 h 113447"/>
              <a:gd name="csX8" fmla="*/ 12403 w 148867"/>
              <a:gd name="csY8" fmla="*/ 46101 h 113447"/>
              <a:gd name="csX9" fmla="*/ 21267 w 148867"/>
              <a:gd name="csY9" fmla="*/ 54964 h 113447"/>
              <a:gd name="csX10" fmla="*/ 15108 w 148867"/>
              <a:gd name="csY10" fmla="*/ 64949 h 113447"/>
              <a:gd name="csX11" fmla="*/ 0 w 148867"/>
              <a:gd name="csY11" fmla="*/ 101047 h 113447"/>
              <a:gd name="csX12" fmla="*/ 17 w 148867"/>
              <a:gd name="csY12" fmla="*/ 101472 h 113447"/>
              <a:gd name="csX13" fmla="*/ 15942 w 148867"/>
              <a:gd name="csY13" fmla="*/ 113448 h 113447"/>
              <a:gd name="csX14" fmla="*/ 33670 w 148867"/>
              <a:gd name="csY14" fmla="*/ 113448 h 113447"/>
              <a:gd name="csX15" fmla="*/ 49407 w 148867"/>
              <a:gd name="csY15" fmla="*/ 101949 h 113447"/>
              <a:gd name="csX16" fmla="*/ 55481 w 148867"/>
              <a:gd name="csY16" fmla="*/ 74459 h 113447"/>
              <a:gd name="csX17" fmla="*/ 76152 w 148867"/>
              <a:gd name="csY17" fmla="*/ 74459 h 113447"/>
              <a:gd name="csX18" fmla="*/ 94884 w 148867"/>
              <a:gd name="csY18" fmla="*/ 60322 h 113447"/>
              <a:gd name="csX19" fmla="*/ 97929 w 148867"/>
              <a:gd name="csY19" fmla="*/ 49656 h 113447"/>
              <a:gd name="csX20" fmla="*/ 129370 w 148867"/>
              <a:gd name="csY20" fmla="*/ 49656 h 113447"/>
              <a:gd name="csX21" fmla="*/ 133130 w 148867"/>
              <a:gd name="csY21" fmla="*/ 48091 h 113447"/>
              <a:gd name="csX22" fmla="*/ 135120 w 148867"/>
              <a:gd name="csY22" fmla="*/ 46101 h 113447"/>
              <a:gd name="csX23" fmla="*/ 136464 w 148867"/>
              <a:gd name="csY23" fmla="*/ 46101 h 113447"/>
              <a:gd name="csX24" fmla="*/ 148867 w 148867"/>
              <a:gd name="csY24" fmla="*/ 33700 h 113447"/>
              <a:gd name="csX25" fmla="*/ 148867 w 148867"/>
              <a:gd name="csY25" fmla="*/ 19530 h 113447"/>
              <a:gd name="csX26" fmla="*/ 138047 w 148867"/>
              <a:gd name="csY26" fmla="*/ 7282 h 113447"/>
              <a:gd name="csX27" fmla="*/ 136090 w 148867"/>
              <a:gd name="csY27" fmla="*/ 4577 h 113447"/>
              <a:gd name="csX28" fmla="*/ 132909 w 148867"/>
              <a:gd name="csY28" fmla="*/ 3573 h 113447"/>
              <a:gd name="csX29" fmla="*/ 125831 w 148867"/>
              <a:gd name="csY29" fmla="*/ 3573 h 113447"/>
              <a:gd name="csX30" fmla="*/ 122718 w 148867"/>
              <a:gd name="csY30" fmla="*/ 4543 h 113447"/>
              <a:gd name="csX31" fmla="*/ 120744 w 148867"/>
              <a:gd name="csY31" fmla="*/ 7129 h 113447"/>
              <a:gd name="csX32" fmla="*/ 49101 w 148867"/>
              <a:gd name="csY32" fmla="*/ 7129 h 113447"/>
              <a:gd name="csX33" fmla="*/ 36051 w 148867"/>
              <a:gd name="csY33" fmla="*/ 596 h 113447"/>
              <a:gd name="csX34" fmla="*/ 33482 w 148867"/>
              <a:gd name="csY34" fmla="*/ 1 h 113447"/>
              <a:gd name="csX35" fmla="*/ 44303 w 148867"/>
              <a:gd name="csY35" fmla="*/ 24837 h 113447"/>
              <a:gd name="csX36" fmla="*/ 54936 w 148867"/>
              <a:gd name="csY36" fmla="*/ 24837 h 113447"/>
              <a:gd name="csX37" fmla="*/ 60261 w 148867"/>
              <a:gd name="csY37" fmla="*/ 30162 h 113447"/>
              <a:gd name="csX38" fmla="*/ 54936 w 148867"/>
              <a:gd name="csY38" fmla="*/ 35469 h 113447"/>
              <a:gd name="csX39" fmla="*/ 44303 w 148867"/>
              <a:gd name="csY39" fmla="*/ 35469 h 113447"/>
              <a:gd name="csX40" fmla="*/ 38995 w 148867"/>
              <a:gd name="csY40" fmla="*/ 30162 h 113447"/>
              <a:gd name="csX41" fmla="*/ 44303 w 148867"/>
              <a:gd name="csY41" fmla="*/ 24837 h 113447"/>
              <a:gd name="csX42" fmla="*/ 75114 w 148867"/>
              <a:gd name="csY42" fmla="*/ 49656 h 113447"/>
              <a:gd name="csX43" fmla="*/ 86888 w 148867"/>
              <a:gd name="csY43" fmla="*/ 49656 h 113447"/>
              <a:gd name="csX44" fmla="*/ 84659 w 148867"/>
              <a:gd name="csY44" fmla="*/ 57413 h 113447"/>
              <a:gd name="csX45" fmla="*/ 76152 w 148867"/>
              <a:gd name="csY45" fmla="*/ 63827 h 113447"/>
              <a:gd name="csX46" fmla="*/ 57846 w 148867"/>
              <a:gd name="csY46" fmla="*/ 63827 h 113447"/>
              <a:gd name="csX47" fmla="*/ 59445 w 148867"/>
              <a:gd name="csY47" fmla="*/ 56597 h 113447"/>
              <a:gd name="csX48" fmla="*/ 63290 w 148867"/>
              <a:gd name="csY48" fmla="*/ 51085 h 113447"/>
              <a:gd name="csX49" fmla="*/ 68904 w 148867"/>
              <a:gd name="csY49" fmla="*/ 58723 h 113447"/>
              <a:gd name="csX50" fmla="*/ 70623 w 148867"/>
              <a:gd name="csY50" fmla="*/ 59931 h 113447"/>
              <a:gd name="csX51" fmla="*/ 72681 w 148867"/>
              <a:gd name="csY51" fmla="*/ 60356 h 113447"/>
              <a:gd name="csX52" fmla="*/ 74740 w 148867"/>
              <a:gd name="csY52" fmla="*/ 59965 h 113447"/>
              <a:gd name="csX53" fmla="*/ 76492 w 148867"/>
              <a:gd name="csY53" fmla="*/ 58808 h 113447"/>
              <a:gd name="csX54" fmla="*/ 77666 w 148867"/>
              <a:gd name="csY54" fmla="*/ 57056 h 113447"/>
              <a:gd name="csX55" fmla="*/ 78057 w 148867"/>
              <a:gd name="csY55" fmla="*/ 54998 h 113447"/>
              <a:gd name="csX56" fmla="*/ 77615 w 148867"/>
              <a:gd name="csY56" fmla="*/ 52940 h 113447"/>
              <a:gd name="csX57" fmla="*/ 76424 w 148867"/>
              <a:gd name="csY57" fmla="*/ 51204 h 113447"/>
              <a:gd name="csX58" fmla="*/ 75114 w 148867"/>
              <a:gd name="csY58" fmla="*/ 49656 h 113447"/>
            </a:gdLst>
            <a:ahLst/>
            <a:cxnLst/>
            <a:rect l="l" t="t" r="r" b="b"/>
            <a:pathLst>
              <a:path w="100000" h="100000">
                <a:moveTo>
                  <a:pt x="22491" y="11897"/>
                </a:moveTo>
                <a:cubicBezTo>
                  <a:pt x="21932" y="11909"/>
                  <a:pt x="21371" y="12057"/>
                  <a:pt x="20869" y="12331"/>
                </a:cubicBezTo>
                <a:cubicBezTo>
                  <a:pt x="20377" y="12594"/>
                  <a:pt x="19943" y="12983"/>
                  <a:pt x="19623" y="13451"/>
                </a:cubicBezTo>
                <a:cubicBezTo>
                  <a:pt x="19302" y="13920"/>
                  <a:pt x="19097" y="14457"/>
                  <a:pt x="19028" y="15017"/>
                </a:cubicBezTo>
                <a:cubicBezTo>
                  <a:pt x="18960" y="15577"/>
                  <a:pt x="19017" y="16148"/>
                  <a:pt x="19212" y="16685"/>
                </a:cubicBezTo>
                <a:lnTo>
                  <a:pt x="13097" y="16685"/>
                </a:lnTo>
                <a:cubicBezTo>
                  <a:pt x="8503" y="16685"/>
                  <a:pt x="4765" y="20422"/>
                  <a:pt x="4765" y="25016"/>
                </a:cubicBezTo>
                <a:lnTo>
                  <a:pt x="4765" y="39300"/>
                </a:lnTo>
                <a:cubicBezTo>
                  <a:pt x="4765" y="41276"/>
                  <a:pt x="6366" y="42864"/>
                  <a:pt x="8332" y="42864"/>
                </a:cubicBezTo>
                <a:cubicBezTo>
                  <a:pt x="10892" y="42864"/>
                  <a:pt x="14286" y="43482"/>
                  <a:pt x="14286" y="48818"/>
                </a:cubicBezTo>
                <a:cubicBezTo>
                  <a:pt x="14286" y="50749"/>
                  <a:pt x="12789" y="52543"/>
                  <a:pt x="10149" y="55525"/>
                </a:cubicBezTo>
                <a:cubicBezTo>
                  <a:pt x="5863" y="60382"/>
                  <a:pt x="0" y="67022"/>
                  <a:pt x="0" y="79774"/>
                </a:cubicBezTo>
                <a:cubicBezTo>
                  <a:pt x="0" y="79865"/>
                  <a:pt x="11" y="79968"/>
                  <a:pt x="11" y="80059"/>
                </a:cubicBezTo>
                <a:cubicBezTo>
                  <a:pt x="240" y="82848"/>
                  <a:pt x="2777" y="88104"/>
                  <a:pt x="10709" y="88104"/>
                </a:cubicBezTo>
                <a:lnTo>
                  <a:pt x="22618" y="88104"/>
                </a:lnTo>
                <a:cubicBezTo>
                  <a:pt x="28377" y="88104"/>
                  <a:pt x="31931" y="85533"/>
                  <a:pt x="33189" y="80380"/>
                </a:cubicBezTo>
                <a:lnTo>
                  <a:pt x="37269" y="61914"/>
                </a:lnTo>
                <a:lnTo>
                  <a:pt x="51154" y="61914"/>
                </a:lnTo>
                <a:cubicBezTo>
                  <a:pt x="56983" y="61914"/>
                  <a:pt x="62137" y="58028"/>
                  <a:pt x="63737" y="52417"/>
                </a:cubicBezTo>
                <a:lnTo>
                  <a:pt x="65783" y="45252"/>
                </a:lnTo>
                <a:lnTo>
                  <a:pt x="86903" y="45252"/>
                </a:lnTo>
                <a:cubicBezTo>
                  <a:pt x="87852" y="45252"/>
                  <a:pt x="88754" y="44876"/>
                  <a:pt x="89429" y="44201"/>
                </a:cubicBezTo>
                <a:lnTo>
                  <a:pt x="90766" y="42864"/>
                </a:lnTo>
                <a:lnTo>
                  <a:pt x="91668" y="42864"/>
                </a:lnTo>
                <a:cubicBezTo>
                  <a:pt x="96263" y="42864"/>
                  <a:pt x="100000" y="39128"/>
                  <a:pt x="100000" y="34534"/>
                </a:cubicBezTo>
                <a:lnTo>
                  <a:pt x="100000" y="25016"/>
                </a:lnTo>
                <a:cubicBezTo>
                  <a:pt x="100000" y="20788"/>
                  <a:pt x="96823" y="17325"/>
                  <a:pt x="92732" y="16788"/>
                </a:cubicBezTo>
                <a:cubicBezTo>
                  <a:pt x="92503" y="16057"/>
                  <a:pt x="92046" y="15428"/>
                  <a:pt x="91417" y="14971"/>
                </a:cubicBezTo>
                <a:cubicBezTo>
                  <a:pt x="90800" y="14526"/>
                  <a:pt x="90058" y="14297"/>
                  <a:pt x="89280" y="14297"/>
                </a:cubicBezTo>
                <a:lnTo>
                  <a:pt x="84526" y="14297"/>
                </a:lnTo>
                <a:cubicBezTo>
                  <a:pt x="83783" y="14297"/>
                  <a:pt x="83051" y="14514"/>
                  <a:pt x="82435" y="14948"/>
                </a:cubicBezTo>
                <a:cubicBezTo>
                  <a:pt x="81817" y="15371"/>
                  <a:pt x="81360" y="15977"/>
                  <a:pt x="81109" y="16685"/>
                </a:cubicBezTo>
                <a:lnTo>
                  <a:pt x="32983" y="16685"/>
                </a:lnTo>
                <a:lnTo>
                  <a:pt x="24217" y="12297"/>
                </a:lnTo>
                <a:cubicBezTo>
                  <a:pt x="23680" y="12023"/>
                  <a:pt x="23097" y="11886"/>
                  <a:pt x="22491" y="11897"/>
                </a:cubicBezTo>
                <a:close/>
                <a:moveTo>
                  <a:pt x="29760" y="28581"/>
                </a:moveTo>
                <a:lnTo>
                  <a:pt x="36903" y="28581"/>
                </a:lnTo>
                <a:cubicBezTo>
                  <a:pt x="38880" y="28581"/>
                  <a:pt x="40480" y="30181"/>
                  <a:pt x="40480" y="32158"/>
                </a:cubicBezTo>
                <a:cubicBezTo>
                  <a:pt x="40480" y="34134"/>
                  <a:pt x="38880" y="35722"/>
                  <a:pt x="36903" y="35722"/>
                </a:cubicBezTo>
                <a:lnTo>
                  <a:pt x="29760" y="35722"/>
                </a:lnTo>
                <a:cubicBezTo>
                  <a:pt x="27795" y="35722"/>
                  <a:pt x="26195" y="34134"/>
                  <a:pt x="26195" y="32158"/>
                </a:cubicBezTo>
                <a:cubicBezTo>
                  <a:pt x="26195" y="30181"/>
                  <a:pt x="27795" y="28581"/>
                  <a:pt x="29760" y="28581"/>
                </a:cubicBezTo>
                <a:close/>
                <a:moveTo>
                  <a:pt x="50457" y="45252"/>
                </a:moveTo>
                <a:lnTo>
                  <a:pt x="58366" y="45252"/>
                </a:lnTo>
                <a:lnTo>
                  <a:pt x="56869" y="50463"/>
                </a:lnTo>
                <a:cubicBezTo>
                  <a:pt x="56137" y="53035"/>
                  <a:pt x="53817" y="54772"/>
                  <a:pt x="51154" y="54772"/>
                </a:cubicBezTo>
                <a:lnTo>
                  <a:pt x="38858" y="54772"/>
                </a:lnTo>
                <a:lnTo>
                  <a:pt x="39932" y="49915"/>
                </a:lnTo>
                <a:cubicBezTo>
                  <a:pt x="40274" y="48338"/>
                  <a:pt x="41235" y="47035"/>
                  <a:pt x="42514" y="46212"/>
                </a:cubicBezTo>
                <a:cubicBezTo>
                  <a:pt x="43452" y="47824"/>
                  <a:pt x="44628" y="49698"/>
                  <a:pt x="46286" y="51343"/>
                </a:cubicBezTo>
                <a:cubicBezTo>
                  <a:pt x="46617" y="51686"/>
                  <a:pt x="47006" y="51960"/>
                  <a:pt x="47440" y="52155"/>
                </a:cubicBezTo>
                <a:cubicBezTo>
                  <a:pt x="47886" y="52337"/>
                  <a:pt x="48355" y="52440"/>
                  <a:pt x="48823" y="52440"/>
                </a:cubicBezTo>
                <a:cubicBezTo>
                  <a:pt x="49303" y="52452"/>
                  <a:pt x="49771" y="52360"/>
                  <a:pt x="50206" y="52177"/>
                </a:cubicBezTo>
                <a:cubicBezTo>
                  <a:pt x="50652" y="51995"/>
                  <a:pt x="51052" y="51732"/>
                  <a:pt x="51383" y="51400"/>
                </a:cubicBezTo>
                <a:cubicBezTo>
                  <a:pt x="51726" y="51058"/>
                  <a:pt x="51989" y="50658"/>
                  <a:pt x="52171" y="50223"/>
                </a:cubicBezTo>
                <a:cubicBezTo>
                  <a:pt x="52343" y="49778"/>
                  <a:pt x="52434" y="49309"/>
                  <a:pt x="52434" y="48841"/>
                </a:cubicBezTo>
                <a:cubicBezTo>
                  <a:pt x="52423" y="48361"/>
                  <a:pt x="52331" y="47892"/>
                  <a:pt x="52137" y="47458"/>
                </a:cubicBezTo>
                <a:cubicBezTo>
                  <a:pt x="51954" y="47024"/>
                  <a:pt x="51680" y="46624"/>
                  <a:pt x="51337" y="46292"/>
                </a:cubicBezTo>
                <a:cubicBezTo>
                  <a:pt x="51074" y="46030"/>
                  <a:pt x="50765" y="45664"/>
                  <a:pt x="50457" y="4525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9" name="Белый — SVG 15">
            <a:extLst>
              <a:ext uri="{FF2B5EF4-FFF2-40B4-BE49-F238E27FC236}">
                <a16:creationId xmlns:a16="http://schemas.microsoft.com/office/drawing/2014/main" id="{458DDDD7-155B-3349-9B04-DD8E4465FDF8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22583 w 143122"/>
              <a:gd name="csY0" fmla="*/ 11 h 124072"/>
              <a:gd name="csX1" fmla="*/ 15301 w 143122"/>
              <a:gd name="csY1" fmla="*/ 1797 h 124072"/>
              <a:gd name="csX2" fmla="*/ 3204 w 143122"/>
              <a:gd name="csY2" fmla="*/ 7666 h 124072"/>
              <a:gd name="csX3" fmla="*/ 1452 w 143122"/>
              <a:gd name="csY3" fmla="*/ 8874 h 124072"/>
              <a:gd name="csX4" fmla="*/ 329 w 143122"/>
              <a:gd name="csY4" fmla="*/ 10694 h 124072"/>
              <a:gd name="csX5" fmla="*/ 6 w 143122"/>
              <a:gd name="csY5" fmla="*/ 12786 h 124072"/>
              <a:gd name="csX6" fmla="*/ 533 w 143122"/>
              <a:gd name="csY6" fmla="*/ 14845 h 124072"/>
              <a:gd name="csX7" fmla="*/ 1826 w 143122"/>
              <a:gd name="csY7" fmla="*/ 16546 h 124072"/>
              <a:gd name="csX8" fmla="*/ 3680 w 143122"/>
              <a:gd name="csY8" fmla="*/ 17583 h 124072"/>
              <a:gd name="csX9" fmla="*/ 5790 w 143122"/>
              <a:gd name="csY9" fmla="*/ 17821 h 124072"/>
              <a:gd name="csX10" fmla="*/ 7815 w 143122"/>
              <a:gd name="csY10" fmla="*/ 17226 h 124072"/>
              <a:gd name="csX11" fmla="*/ 19928 w 143122"/>
              <a:gd name="csY11" fmla="*/ 11374 h 124072"/>
              <a:gd name="csX12" fmla="*/ 30392 w 143122"/>
              <a:gd name="csY12" fmla="*/ 15321 h 124072"/>
              <a:gd name="csX13" fmla="*/ 61509 w 143122"/>
              <a:gd name="csY13" fmla="*/ 89234 h 124072"/>
              <a:gd name="csX14" fmla="*/ 63160 w 143122"/>
              <a:gd name="csY14" fmla="*/ 92449 h 124072"/>
              <a:gd name="csX15" fmla="*/ 49821 w 143122"/>
              <a:gd name="csY15" fmla="*/ 108133 h 124072"/>
              <a:gd name="csX16" fmla="*/ 65762 w 143122"/>
              <a:gd name="csY16" fmla="*/ 124073 h 124072"/>
              <a:gd name="csX17" fmla="*/ 81721 w 143122"/>
              <a:gd name="csY17" fmla="*/ 108133 h 124072"/>
              <a:gd name="csX18" fmla="*/ 81466 w 143122"/>
              <a:gd name="csY18" fmla="*/ 105684 h 124072"/>
              <a:gd name="csX19" fmla="*/ 98547 w 143122"/>
              <a:gd name="csY19" fmla="*/ 104000 h 124072"/>
              <a:gd name="csX20" fmla="*/ 98547 w 143122"/>
              <a:gd name="csY20" fmla="*/ 104000 h 124072"/>
              <a:gd name="csX21" fmla="*/ 139856 w 143122"/>
              <a:gd name="csY21" fmla="*/ 85917 h 124072"/>
              <a:gd name="csX22" fmla="*/ 141591 w 143122"/>
              <a:gd name="csY22" fmla="*/ 84743 h 124072"/>
              <a:gd name="csX23" fmla="*/ 142731 w 143122"/>
              <a:gd name="csY23" fmla="*/ 82991 h 124072"/>
              <a:gd name="csX24" fmla="*/ 143123 w 143122"/>
              <a:gd name="csY24" fmla="*/ 80916 h 124072"/>
              <a:gd name="csX25" fmla="*/ 142680 w 143122"/>
              <a:gd name="csY25" fmla="*/ 78874 h 124072"/>
              <a:gd name="csX26" fmla="*/ 141472 w 143122"/>
              <a:gd name="csY26" fmla="*/ 77156 h 124072"/>
              <a:gd name="csX27" fmla="*/ 139703 w 143122"/>
              <a:gd name="csY27" fmla="*/ 76033 h 124072"/>
              <a:gd name="csX28" fmla="*/ 137627 w 143122"/>
              <a:gd name="csY28" fmla="*/ 75693 h 124072"/>
              <a:gd name="csX29" fmla="*/ 135585 w 143122"/>
              <a:gd name="csY29" fmla="*/ 76170 h 124072"/>
              <a:gd name="csX30" fmla="*/ 94294 w 143122"/>
              <a:gd name="csY30" fmla="*/ 94270 h 124072"/>
              <a:gd name="csX31" fmla="*/ 71309 w 143122"/>
              <a:gd name="csY31" fmla="*/ 85100 h 124072"/>
              <a:gd name="csX32" fmla="*/ 71326 w 143122"/>
              <a:gd name="csY32" fmla="*/ 85100 h 124072"/>
              <a:gd name="csX33" fmla="*/ 40192 w 143122"/>
              <a:gd name="csY33" fmla="*/ 11204 h 124072"/>
              <a:gd name="csX34" fmla="*/ 22583 w 143122"/>
              <a:gd name="csY34" fmla="*/ 11 h 124072"/>
              <a:gd name="csX35" fmla="*/ 106867 w 143122"/>
              <a:gd name="csY35" fmla="*/ 14062 h 124072"/>
              <a:gd name="csX36" fmla="*/ 102597 w 143122"/>
              <a:gd name="csY36" fmla="*/ 14998 h 124072"/>
              <a:gd name="csX37" fmla="*/ 70731 w 143122"/>
              <a:gd name="csY37" fmla="*/ 28828 h 124072"/>
              <a:gd name="csX38" fmla="*/ 64793 w 143122"/>
              <a:gd name="csY38" fmla="*/ 34986 h 124072"/>
              <a:gd name="csX39" fmla="*/ 64912 w 143122"/>
              <a:gd name="csY39" fmla="*/ 43440 h 124072"/>
              <a:gd name="csX40" fmla="*/ 79339 w 143122"/>
              <a:gd name="csY40" fmla="*/ 78296 h 124072"/>
              <a:gd name="csX41" fmla="*/ 85498 w 143122"/>
              <a:gd name="csY41" fmla="*/ 84233 h 124072"/>
              <a:gd name="csX42" fmla="*/ 89598 w 143122"/>
              <a:gd name="csY42" fmla="*/ 85015 h 124072"/>
              <a:gd name="csX43" fmla="*/ 94039 w 143122"/>
              <a:gd name="csY43" fmla="*/ 84097 h 124072"/>
              <a:gd name="csX44" fmla="*/ 125905 w 143122"/>
              <a:gd name="csY44" fmla="*/ 70250 h 124072"/>
              <a:gd name="csX45" fmla="*/ 125905 w 143122"/>
              <a:gd name="csY45" fmla="*/ 70233 h 124072"/>
              <a:gd name="csX46" fmla="*/ 131740 w 143122"/>
              <a:gd name="csY46" fmla="*/ 55620 h 124072"/>
              <a:gd name="csX47" fmla="*/ 117296 w 143122"/>
              <a:gd name="csY47" fmla="*/ 20781 h 124072"/>
              <a:gd name="csX48" fmla="*/ 111154 w 143122"/>
              <a:gd name="csY48" fmla="*/ 14845 h 124072"/>
              <a:gd name="csX49" fmla="*/ 106867 w 143122"/>
              <a:gd name="csY49" fmla="*/ 14062 h 124072"/>
              <a:gd name="csX50" fmla="*/ 97782 w 143122"/>
              <a:gd name="csY50" fmla="*/ 34441 h 124072"/>
              <a:gd name="csX51" fmla="*/ 102732 w 143122"/>
              <a:gd name="csY51" fmla="*/ 37605 h 124072"/>
              <a:gd name="csX52" fmla="*/ 100028 w 143122"/>
              <a:gd name="csY52" fmla="*/ 44614 h 124072"/>
              <a:gd name="csX53" fmla="*/ 93920 w 143122"/>
              <a:gd name="csY53" fmla="*/ 47319 h 124072"/>
              <a:gd name="csX54" fmla="*/ 91776 w 143122"/>
              <a:gd name="csY54" fmla="*/ 47778 h 124072"/>
              <a:gd name="csX55" fmla="*/ 86910 w 143122"/>
              <a:gd name="csY55" fmla="*/ 44614 h 124072"/>
              <a:gd name="csX56" fmla="*/ 89615 w 143122"/>
              <a:gd name="csY56" fmla="*/ 37605 h 124072"/>
              <a:gd name="csX57" fmla="*/ 95706 w 143122"/>
              <a:gd name="csY57" fmla="*/ 34901 h 124072"/>
              <a:gd name="csX58" fmla="*/ 97782 w 143122"/>
              <a:gd name="csY58" fmla="*/ 34441 h 124072"/>
            </a:gdLst>
            <a:ahLst/>
            <a:cxnLst/>
            <a:rect l="l" t="t" r="r" b="b"/>
            <a:pathLst>
              <a:path w="100000" h="100000">
                <a:moveTo>
                  <a:pt x="15779" y="6663"/>
                </a:moveTo>
                <a:cubicBezTo>
                  <a:pt x="14067" y="6710"/>
                  <a:pt x="12331" y="7126"/>
                  <a:pt x="10691" y="7911"/>
                </a:cubicBezTo>
                <a:lnTo>
                  <a:pt x="2239" y="12011"/>
                </a:lnTo>
                <a:cubicBezTo>
                  <a:pt x="1775" y="12201"/>
                  <a:pt x="1359" y="12498"/>
                  <a:pt x="1015" y="12855"/>
                </a:cubicBezTo>
                <a:cubicBezTo>
                  <a:pt x="682" y="13224"/>
                  <a:pt x="408" y="13651"/>
                  <a:pt x="230" y="14127"/>
                </a:cubicBezTo>
                <a:cubicBezTo>
                  <a:pt x="64" y="14590"/>
                  <a:pt x="-20" y="15090"/>
                  <a:pt x="4" y="15589"/>
                </a:cubicBezTo>
                <a:cubicBezTo>
                  <a:pt x="28" y="16088"/>
                  <a:pt x="159" y="16575"/>
                  <a:pt x="372" y="17027"/>
                </a:cubicBezTo>
                <a:cubicBezTo>
                  <a:pt x="586" y="17479"/>
                  <a:pt x="896" y="17883"/>
                  <a:pt x="1276" y="18216"/>
                </a:cubicBezTo>
                <a:cubicBezTo>
                  <a:pt x="1656" y="18537"/>
                  <a:pt x="2096" y="18786"/>
                  <a:pt x="2571" y="18940"/>
                </a:cubicBezTo>
                <a:cubicBezTo>
                  <a:pt x="3047" y="19095"/>
                  <a:pt x="3547" y="19155"/>
                  <a:pt x="4045" y="19107"/>
                </a:cubicBezTo>
                <a:cubicBezTo>
                  <a:pt x="4545" y="19071"/>
                  <a:pt x="5020" y="18929"/>
                  <a:pt x="5460" y="18691"/>
                </a:cubicBezTo>
                <a:lnTo>
                  <a:pt x="13924" y="14602"/>
                </a:lnTo>
                <a:cubicBezTo>
                  <a:pt x="16754" y="13236"/>
                  <a:pt x="20022" y="14472"/>
                  <a:pt x="21235" y="17360"/>
                </a:cubicBezTo>
                <a:lnTo>
                  <a:pt x="42977" y="69003"/>
                </a:lnTo>
                <a:cubicBezTo>
                  <a:pt x="43309" y="69788"/>
                  <a:pt x="43702" y="70525"/>
                  <a:pt x="44130" y="71250"/>
                </a:cubicBezTo>
                <a:cubicBezTo>
                  <a:pt x="38851" y="72129"/>
                  <a:pt x="34810" y="76681"/>
                  <a:pt x="34810" y="82208"/>
                </a:cubicBezTo>
                <a:cubicBezTo>
                  <a:pt x="34810" y="88353"/>
                  <a:pt x="39803" y="93346"/>
                  <a:pt x="45948" y="93346"/>
                </a:cubicBezTo>
                <a:cubicBezTo>
                  <a:pt x="52095" y="93346"/>
                  <a:pt x="57099" y="88353"/>
                  <a:pt x="57099" y="82208"/>
                </a:cubicBezTo>
                <a:cubicBezTo>
                  <a:pt x="57099" y="81626"/>
                  <a:pt x="57004" y="81055"/>
                  <a:pt x="56921" y="80497"/>
                </a:cubicBezTo>
                <a:cubicBezTo>
                  <a:pt x="60796" y="81329"/>
                  <a:pt x="64956" y="81032"/>
                  <a:pt x="68855" y="79320"/>
                </a:cubicBezTo>
                <a:lnTo>
                  <a:pt x="68855" y="79320"/>
                </a:lnTo>
                <a:lnTo>
                  <a:pt x="97718" y="66686"/>
                </a:lnTo>
                <a:cubicBezTo>
                  <a:pt x="98170" y="66496"/>
                  <a:pt x="98586" y="66211"/>
                  <a:pt x="98930" y="65865"/>
                </a:cubicBezTo>
                <a:cubicBezTo>
                  <a:pt x="99275" y="65509"/>
                  <a:pt x="99549" y="65093"/>
                  <a:pt x="99727" y="64641"/>
                </a:cubicBezTo>
                <a:cubicBezTo>
                  <a:pt x="99918" y="64178"/>
                  <a:pt x="100001" y="63690"/>
                  <a:pt x="100001" y="63192"/>
                </a:cubicBezTo>
                <a:cubicBezTo>
                  <a:pt x="99989" y="62704"/>
                  <a:pt x="99881" y="62217"/>
                  <a:pt x="99691" y="61765"/>
                </a:cubicBezTo>
                <a:cubicBezTo>
                  <a:pt x="99489" y="61313"/>
                  <a:pt x="99204" y="60910"/>
                  <a:pt x="98847" y="60564"/>
                </a:cubicBezTo>
                <a:cubicBezTo>
                  <a:pt x="98491" y="60220"/>
                  <a:pt x="98062" y="59959"/>
                  <a:pt x="97611" y="59780"/>
                </a:cubicBezTo>
                <a:cubicBezTo>
                  <a:pt x="97147" y="59613"/>
                  <a:pt x="96660" y="59530"/>
                  <a:pt x="96161" y="59542"/>
                </a:cubicBezTo>
                <a:cubicBezTo>
                  <a:pt x="95674" y="59554"/>
                  <a:pt x="95186" y="59673"/>
                  <a:pt x="94734" y="59875"/>
                </a:cubicBezTo>
                <a:lnTo>
                  <a:pt x="65884" y="72522"/>
                </a:lnTo>
                <a:cubicBezTo>
                  <a:pt x="59643" y="75255"/>
                  <a:pt x="52475" y="72391"/>
                  <a:pt x="49824" y="66115"/>
                </a:cubicBezTo>
                <a:lnTo>
                  <a:pt x="49836" y="66115"/>
                </a:lnTo>
                <a:lnTo>
                  <a:pt x="28082" y="14483"/>
                </a:lnTo>
                <a:cubicBezTo>
                  <a:pt x="25966" y="9444"/>
                  <a:pt x="20926" y="6485"/>
                  <a:pt x="15779" y="6663"/>
                </a:cubicBezTo>
                <a:close/>
                <a:moveTo>
                  <a:pt x="74668" y="16480"/>
                </a:moveTo>
                <a:cubicBezTo>
                  <a:pt x="73646" y="16504"/>
                  <a:pt x="72636" y="16718"/>
                  <a:pt x="71685" y="17134"/>
                </a:cubicBezTo>
                <a:lnTo>
                  <a:pt x="49420" y="26797"/>
                </a:lnTo>
                <a:cubicBezTo>
                  <a:pt x="47506" y="27630"/>
                  <a:pt x="46032" y="29151"/>
                  <a:pt x="45271" y="31100"/>
                </a:cubicBezTo>
                <a:cubicBezTo>
                  <a:pt x="44498" y="33037"/>
                  <a:pt x="44546" y="35153"/>
                  <a:pt x="45354" y="37007"/>
                </a:cubicBezTo>
                <a:lnTo>
                  <a:pt x="55435" y="61361"/>
                </a:lnTo>
                <a:cubicBezTo>
                  <a:pt x="56267" y="63275"/>
                  <a:pt x="57800" y="64748"/>
                  <a:pt x="59738" y="65509"/>
                </a:cubicBezTo>
                <a:cubicBezTo>
                  <a:pt x="60665" y="65877"/>
                  <a:pt x="61628" y="66056"/>
                  <a:pt x="62603" y="66056"/>
                </a:cubicBezTo>
                <a:cubicBezTo>
                  <a:pt x="63661" y="66056"/>
                  <a:pt x="64719" y="65842"/>
                  <a:pt x="65705" y="65414"/>
                </a:cubicBezTo>
                <a:lnTo>
                  <a:pt x="87970" y="55739"/>
                </a:lnTo>
                <a:lnTo>
                  <a:pt x="87970" y="55727"/>
                </a:lnTo>
                <a:cubicBezTo>
                  <a:pt x="91917" y="54015"/>
                  <a:pt x="93736" y="49404"/>
                  <a:pt x="92047" y="45517"/>
                </a:cubicBezTo>
                <a:lnTo>
                  <a:pt x="81955" y="21175"/>
                </a:lnTo>
                <a:cubicBezTo>
                  <a:pt x="81123" y="19262"/>
                  <a:pt x="79601" y="17788"/>
                  <a:pt x="77664" y="17027"/>
                </a:cubicBezTo>
                <a:cubicBezTo>
                  <a:pt x="76689" y="16647"/>
                  <a:pt x="75679" y="16457"/>
                  <a:pt x="74668" y="16480"/>
                </a:cubicBezTo>
                <a:close/>
                <a:moveTo>
                  <a:pt x="68321" y="30719"/>
                </a:moveTo>
                <a:cubicBezTo>
                  <a:pt x="69759" y="30695"/>
                  <a:pt x="71162" y="31516"/>
                  <a:pt x="71779" y="32930"/>
                </a:cubicBezTo>
                <a:cubicBezTo>
                  <a:pt x="72612" y="34796"/>
                  <a:pt x="71768" y="36995"/>
                  <a:pt x="69890" y="37827"/>
                </a:cubicBezTo>
                <a:lnTo>
                  <a:pt x="65622" y="39717"/>
                </a:lnTo>
                <a:cubicBezTo>
                  <a:pt x="65135" y="39943"/>
                  <a:pt x="64624" y="40038"/>
                  <a:pt x="64124" y="40038"/>
                </a:cubicBezTo>
                <a:cubicBezTo>
                  <a:pt x="62698" y="40038"/>
                  <a:pt x="61343" y="39218"/>
                  <a:pt x="60724" y="37827"/>
                </a:cubicBezTo>
                <a:cubicBezTo>
                  <a:pt x="59892" y="35949"/>
                  <a:pt x="60736" y="33762"/>
                  <a:pt x="62614" y="32930"/>
                </a:cubicBezTo>
                <a:lnTo>
                  <a:pt x="66870" y="31041"/>
                </a:lnTo>
                <a:cubicBezTo>
                  <a:pt x="67346" y="30826"/>
                  <a:pt x="67833" y="30731"/>
                  <a:pt x="68321" y="3071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0" name="Белый — SVG 16">
            <a:extLst>
              <a:ext uri="{FF2B5EF4-FFF2-40B4-BE49-F238E27FC236}">
                <a16:creationId xmlns:a16="http://schemas.microsoft.com/office/drawing/2014/main" id="{13E55F44-9294-6648-B15A-F93476A0D669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60261 w 120506"/>
              <a:gd name="csY0" fmla="*/ 0 h 159479"/>
              <a:gd name="csX1" fmla="*/ 38995 w 120506"/>
              <a:gd name="csY1" fmla="*/ 53687 h 159479"/>
              <a:gd name="csX2" fmla="*/ 51891 w 120506"/>
              <a:gd name="csY2" fmla="*/ 124045 h 159479"/>
              <a:gd name="csX3" fmla="*/ 68700 w 120506"/>
              <a:gd name="csY3" fmla="*/ 124045 h 159479"/>
              <a:gd name="csX4" fmla="*/ 81528 w 120506"/>
              <a:gd name="csY4" fmla="*/ 53687 h 159479"/>
              <a:gd name="csX5" fmla="*/ 60261 w 120506"/>
              <a:gd name="csY5" fmla="*/ 0 h 159479"/>
              <a:gd name="csX6" fmla="*/ 39267 w 120506"/>
              <a:gd name="csY6" fmla="*/ 2841 h 159479"/>
              <a:gd name="csX7" fmla="*/ 0 w 120506"/>
              <a:gd name="csY7" fmla="*/ 55847 h 159479"/>
              <a:gd name="csX8" fmla="*/ 30692 w 120506"/>
              <a:gd name="csY8" fmla="*/ 124045 h 159479"/>
              <a:gd name="csX9" fmla="*/ 40798 w 120506"/>
              <a:gd name="csY9" fmla="*/ 124045 h 159479"/>
              <a:gd name="csX10" fmla="*/ 28361 w 120506"/>
              <a:gd name="csY10" fmla="*/ 53687 h 159479"/>
              <a:gd name="csX11" fmla="*/ 39267 w 120506"/>
              <a:gd name="csY11" fmla="*/ 2841 h 159479"/>
              <a:gd name="csX12" fmla="*/ 81239 w 120506"/>
              <a:gd name="csY12" fmla="*/ 2841 h 159479"/>
              <a:gd name="csX13" fmla="*/ 92162 w 120506"/>
              <a:gd name="csY13" fmla="*/ 53687 h 159479"/>
              <a:gd name="csX14" fmla="*/ 79793 w 120506"/>
              <a:gd name="csY14" fmla="*/ 124045 h 159479"/>
              <a:gd name="csX15" fmla="*/ 90069 w 120506"/>
              <a:gd name="csY15" fmla="*/ 124045 h 159479"/>
              <a:gd name="csX16" fmla="*/ 120506 w 120506"/>
              <a:gd name="csY16" fmla="*/ 55847 h 159479"/>
              <a:gd name="csX17" fmla="*/ 81239 w 120506"/>
              <a:gd name="csY17" fmla="*/ 2841 h 159479"/>
              <a:gd name="csX18" fmla="*/ 38995 w 120506"/>
              <a:gd name="csY18" fmla="*/ 134677 h 159479"/>
              <a:gd name="csX19" fmla="*/ 38995 w 120506"/>
              <a:gd name="csY19" fmla="*/ 152385 h 159479"/>
              <a:gd name="csX20" fmla="*/ 46072 w 120506"/>
              <a:gd name="csY20" fmla="*/ 159479 h 159479"/>
              <a:gd name="csX21" fmla="*/ 74434 w 120506"/>
              <a:gd name="csY21" fmla="*/ 159479 h 159479"/>
              <a:gd name="csX22" fmla="*/ 81528 w 120506"/>
              <a:gd name="csY22" fmla="*/ 152385 h 159479"/>
              <a:gd name="csX23" fmla="*/ 81528 w 120506"/>
              <a:gd name="csY23" fmla="*/ 134677 h 159479"/>
              <a:gd name="csX24" fmla="*/ 38995 w 120506"/>
              <a:gd name="csY24" fmla="*/ 134677 h 159479"/>
            </a:gdLst>
            <a:ahLst/>
            <a:cxnLst/>
            <a:rect l="l" t="t" r="r" b="b"/>
            <a:pathLst>
              <a:path w="100000" h="100000">
                <a:moveTo>
                  <a:pt x="50005" y="0"/>
                </a:moveTo>
                <a:cubicBezTo>
                  <a:pt x="43380" y="0"/>
                  <a:pt x="36670" y="11552"/>
                  <a:pt x="36670" y="33664"/>
                </a:cubicBezTo>
                <a:cubicBezTo>
                  <a:pt x="36670" y="47819"/>
                  <a:pt x="41065" y="65802"/>
                  <a:pt x="44757" y="77781"/>
                </a:cubicBezTo>
                <a:lnTo>
                  <a:pt x="55297" y="77781"/>
                </a:lnTo>
                <a:cubicBezTo>
                  <a:pt x="58871" y="66293"/>
                  <a:pt x="63340" y="48640"/>
                  <a:pt x="63340" y="33664"/>
                </a:cubicBezTo>
                <a:cubicBezTo>
                  <a:pt x="63340" y="11552"/>
                  <a:pt x="56620" y="0"/>
                  <a:pt x="50005" y="0"/>
                </a:cubicBezTo>
                <a:close/>
                <a:moveTo>
                  <a:pt x="36841" y="1781"/>
                </a:moveTo>
                <a:cubicBezTo>
                  <a:pt x="21863" y="6294"/>
                  <a:pt x="12219" y="18710"/>
                  <a:pt x="12219" y="35018"/>
                </a:cubicBezTo>
                <a:cubicBezTo>
                  <a:pt x="12219" y="49728"/>
                  <a:pt x="23442" y="67360"/>
                  <a:pt x="31464" y="77781"/>
                </a:cubicBezTo>
                <a:lnTo>
                  <a:pt x="37801" y="77781"/>
                </a:lnTo>
                <a:cubicBezTo>
                  <a:pt x="34195" y="65728"/>
                  <a:pt x="30002" y="48309"/>
                  <a:pt x="30002" y="33664"/>
                </a:cubicBezTo>
                <a:cubicBezTo>
                  <a:pt x="30002" y="19840"/>
                  <a:pt x="32488" y="8800"/>
                  <a:pt x="36841" y="1781"/>
                </a:cubicBezTo>
                <a:close/>
                <a:moveTo>
                  <a:pt x="63159" y="1781"/>
                </a:moveTo>
                <a:cubicBezTo>
                  <a:pt x="67512" y="8800"/>
                  <a:pt x="70008" y="19840"/>
                  <a:pt x="70008" y="33664"/>
                </a:cubicBezTo>
                <a:cubicBezTo>
                  <a:pt x="70008" y="48534"/>
                  <a:pt x="65847" y="65802"/>
                  <a:pt x="62252" y="77781"/>
                </a:cubicBezTo>
                <a:lnTo>
                  <a:pt x="68696" y="77781"/>
                </a:lnTo>
                <a:cubicBezTo>
                  <a:pt x="76942" y="67200"/>
                  <a:pt x="87781" y="49952"/>
                  <a:pt x="87781" y="35018"/>
                </a:cubicBezTo>
                <a:cubicBezTo>
                  <a:pt x="87781" y="18710"/>
                  <a:pt x="78137" y="6294"/>
                  <a:pt x="63159" y="1781"/>
                </a:cubicBezTo>
                <a:close/>
                <a:moveTo>
                  <a:pt x="36670" y="84448"/>
                </a:moveTo>
                <a:lnTo>
                  <a:pt x="36670" y="95552"/>
                </a:lnTo>
                <a:cubicBezTo>
                  <a:pt x="36670" y="98016"/>
                  <a:pt x="38654" y="100000"/>
                  <a:pt x="41108" y="100000"/>
                </a:cubicBezTo>
                <a:lnTo>
                  <a:pt x="58892" y="100000"/>
                </a:lnTo>
                <a:cubicBezTo>
                  <a:pt x="61346" y="100000"/>
                  <a:pt x="63340" y="98016"/>
                  <a:pt x="63340" y="95552"/>
                </a:cubicBezTo>
                <a:lnTo>
                  <a:pt x="63340" y="84448"/>
                </a:lnTo>
                <a:lnTo>
                  <a:pt x="36670" y="8444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1" name="Белый — SVG 17">
            <a:extLst>
              <a:ext uri="{FF2B5EF4-FFF2-40B4-BE49-F238E27FC236}">
                <a16:creationId xmlns:a16="http://schemas.microsoft.com/office/drawing/2014/main" id="{65628F15-369C-BC40-824F-95B029D4FCF9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5308 w 155961"/>
              <a:gd name="csY0" fmla="*/ 0 h 106319"/>
              <a:gd name="csX1" fmla="*/ 0 w 155961"/>
              <a:gd name="csY1" fmla="*/ 5307 h 106319"/>
              <a:gd name="csX2" fmla="*/ 5308 w 155961"/>
              <a:gd name="csY2" fmla="*/ 10632 h 106319"/>
              <a:gd name="csX3" fmla="*/ 51397 w 155961"/>
              <a:gd name="csY3" fmla="*/ 10632 h 106319"/>
              <a:gd name="csX4" fmla="*/ 56706 w 155961"/>
              <a:gd name="csY4" fmla="*/ 15939 h 106319"/>
              <a:gd name="csX5" fmla="*/ 51397 w 155961"/>
              <a:gd name="csY5" fmla="*/ 21264 h 106319"/>
              <a:gd name="csX6" fmla="*/ 5308 w 155961"/>
              <a:gd name="csY6" fmla="*/ 21264 h 106319"/>
              <a:gd name="csX7" fmla="*/ 0 w 155961"/>
              <a:gd name="csY7" fmla="*/ 26571 h 106319"/>
              <a:gd name="csX8" fmla="*/ 5308 w 155961"/>
              <a:gd name="csY8" fmla="*/ 31896 h 106319"/>
              <a:gd name="csX9" fmla="*/ 37208 w 155961"/>
              <a:gd name="csY9" fmla="*/ 31896 h 106319"/>
              <a:gd name="csX10" fmla="*/ 42534 w 155961"/>
              <a:gd name="csY10" fmla="*/ 37203 h 106319"/>
              <a:gd name="csX11" fmla="*/ 37208 w 155961"/>
              <a:gd name="csY11" fmla="*/ 42528 h 106319"/>
              <a:gd name="csX12" fmla="*/ 5308 w 155961"/>
              <a:gd name="csY12" fmla="*/ 42528 h 106319"/>
              <a:gd name="csX13" fmla="*/ 0 w 155961"/>
              <a:gd name="csY13" fmla="*/ 47835 h 106319"/>
              <a:gd name="csX14" fmla="*/ 5308 w 155961"/>
              <a:gd name="csY14" fmla="*/ 53160 h 106319"/>
              <a:gd name="csX15" fmla="*/ 23036 w 155961"/>
              <a:gd name="csY15" fmla="*/ 53160 h 106319"/>
              <a:gd name="csX16" fmla="*/ 28361 w 155961"/>
              <a:gd name="csY16" fmla="*/ 58467 h 106319"/>
              <a:gd name="csX17" fmla="*/ 23036 w 155961"/>
              <a:gd name="csY17" fmla="*/ 63792 h 106319"/>
              <a:gd name="csX18" fmla="*/ 5308 w 155961"/>
              <a:gd name="csY18" fmla="*/ 63792 h 106319"/>
              <a:gd name="csX19" fmla="*/ 0 w 155961"/>
              <a:gd name="csY19" fmla="*/ 69099 h 106319"/>
              <a:gd name="csX20" fmla="*/ 0 w 155961"/>
              <a:gd name="csY20" fmla="*/ 76193 h 106319"/>
              <a:gd name="csX21" fmla="*/ 15942 w 155961"/>
              <a:gd name="csY21" fmla="*/ 92149 h 106319"/>
              <a:gd name="csX22" fmla="*/ 18477 w 155961"/>
              <a:gd name="csY22" fmla="*/ 92149 h 106319"/>
              <a:gd name="csX23" fmla="*/ 37208 w 155961"/>
              <a:gd name="csY23" fmla="*/ 106319 h 106319"/>
              <a:gd name="csX24" fmla="*/ 55957 w 155961"/>
              <a:gd name="csY24" fmla="*/ 92149 h 106319"/>
              <a:gd name="csX25" fmla="*/ 88606 w 155961"/>
              <a:gd name="csY25" fmla="*/ 92149 h 106319"/>
              <a:gd name="csX26" fmla="*/ 88606 w 155961"/>
              <a:gd name="csY26" fmla="*/ 15939 h 106319"/>
              <a:gd name="csX27" fmla="*/ 72664 w 155961"/>
              <a:gd name="csY27" fmla="*/ 0 h 106319"/>
              <a:gd name="csX28" fmla="*/ 5308 w 155961"/>
              <a:gd name="csY28" fmla="*/ 0 h 106319"/>
              <a:gd name="csX29" fmla="*/ 99239 w 155961"/>
              <a:gd name="csY29" fmla="*/ 14170 h 106319"/>
              <a:gd name="csX30" fmla="*/ 99239 w 155961"/>
              <a:gd name="csY30" fmla="*/ 86825 h 106319"/>
              <a:gd name="csX31" fmla="*/ 118737 w 155961"/>
              <a:gd name="csY31" fmla="*/ 106319 h 106319"/>
              <a:gd name="csX32" fmla="*/ 137485 w 155961"/>
              <a:gd name="csY32" fmla="*/ 92149 h 106319"/>
              <a:gd name="csX33" fmla="*/ 140003 w 155961"/>
              <a:gd name="csY33" fmla="*/ 92149 h 106319"/>
              <a:gd name="csX34" fmla="*/ 155962 w 155961"/>
              <a:gd name="csY34" fmla="*/ 76193 h 106319"/>
              <a:gd name="csX35" fmla="*/ 155962 w 155961"/>
              <a:gd name="csY35" fmla="*/ 53653 h 106319"/>
              <a:gd name="csX36" fmla="*/ 154567 w 155961"/>
              <a:gd name="csY36" fmla="*/ 47172 h 106319"/>
              <a:gd name="csX37" fmla="*/ 144121 w 155961"/>
              <a:gd name="csY37" fmla="*/ 23645 h 106319"/>
              <a:gd name="csX38" fmla="*/ 129557 w 155961"/>
              <a:gd name="csY38" fmla="*/ 14170 h 106319"/>
              <a:gd name="csX39" fmla="*/ 99239 w 155961"/>
              <a:gd name="csY39" fmla="*/ 14170 h 106319"/>
              <a:gd name="csX40" fmla="*/ 113428 w 155961"/>
              <a:gd name="csY40" fmla="*/ 24802 h 106319"/>
              <a:gd name="csX41" fmla="*/ 129557 w 155961"/>
              <a:gd name="csY41" fmla="*/ 24802 h 106319"/>
              <a:gd name="csX42" fmla="*/ 134406 w 155961"/>
              <a:gd name="csY42" fmla="*/ 27966 h 106319"/>
              <a:gd name="csX43" fmla="*/ 140242 w 155961"/>
              <a:gd name="csY43" fmla="*/ 41082 h 106319"/>
              <a:gd name="csX44" fmla="*/ 137009 w 155961"/>
              <a:gd name="csY44" fmla="*/ 46066 h 106319"/>
              <a:gd name="csX45" fmla="*/ 113428 w 155961"/>
              <a:gd name="csY45" fmla="*/ 46066 h 106319"/>
              <a:gd name="csX46" fmla="*/ 109873 w 155961"/>
              <a:gd name="csY46" fmla="*/ 42528 h 106319"/>
              <a:gd name="csX47" fmla="*/ 109873 w 155961"/>
              <a:gd name="csY47" fmla="*/ 28358 h 106319"/>
              <a:gd name="csX48" fmla="*/ 113428 w 155961"/>
              <a:gd name="csY48" fmla="*/ 24802 h 106319"/>
              <a:gd name="csX49" fmla="*/ 37208 w 155961"/>
              <a:gd name="csY49" fmla="*/ 77962 h 106319"/>
              <a:gd name="csX50" fmla="*/ 46072 w 155961"/>
              <a:gd name="csY50" fmla="*/ 86825 h 106319"/>
              <a:gd name="csX51" fmla="*/ 37208 w 155961"/>
              <a:gd name="csY51" fmla="*/ 95687 h 106319"/>
              <a:gd name="csX52" fmla="*/ 28361 w 155961"/>
              <a:gd name="csY52" fmla="*/ 86825 h 106319"/>
              <a:gd name="csX53" fmla="*/ 37208 w 155961"/>
              <a:gd name="csY53" fmla="*/ 77962 h 106319"/>
              <a:gd name="csX54" fmla="*/ 118737 w 155961"/>
              <a:gd name="csY54" fmla="*/ 77962 h 106319"/>
              <a:gd name="csX55" fmla="*/ 127601 w 155961"/>
              <a:gd name="csY55" fmla="*/ 86825 h 106319"/>
              <a:gd name="csX56" fmla="*/ 118737 w 155961"/>
              <a:gd name="csY56" fmla="*/ 95687 h 106319"/>
              <a:gd name="csX57" fmla="*/ 109873 w 155961"/>
              <a:gd name="csY57" fmla="*/ 86825 h 106319"/>
              <a:gd name="csX58" fmla="*/ 118737 w 155961"/>
              <a:gd name="csY58" fmla="*/ 77962 h 106319"/>
            </a:gdLst>
            <a:ahLst/>
            <a:cxnLst/>
            <a:rect l="l" t="t" r="r" b="b"/>
            <a:pathLst>
              <a:path w="100000" h="100000">
                <a:moveTo>
                  <a:pt x="3403" y="15915"/>
                </a:moveTo>
                <a:cubicBezTo>
                  <a:pt x="1527" y="15915"/>
                  <a:pt x="0" y="17442"/>
                  <a:pt x="0" y="19318"/>
                </a:cubicBezTo>
                <a:cubicBezTo>
                  <a:pt x="0" y="21205"/>
                  <a:pt x="1527" y="22732"/>
                  <a:pt x="3403" y="22732"/>
                </a:cubicBezTo>
                <a:lnTo>
                  <a:pt x="32955" y="22732"/>
                </a:lnTo>
                <a:cubicBezTo>
                  <a:pt x="34843" y="22732"/>
                  <a:pt x="36359" y="24259"/>
                  <a:pt x="36359" y="26135"/>
                </a:cubicBezTo>
                <a:cubicBezTo>
                  <a:pt x="36359" y="28022"/>
                  <a:pt x="34843" y="29549"/>
                  <a:pt x="32955" y="29549"/>
                </a:cubicBezTo>
                <a:lnTo>
                  <a:pt x="3403" y="29549"/>
                </a:lnTo>
                <a:cubicBezTo>
                  <a:pt x="1527" y="29549"/>
                  <a:pt x="0" y="31076"/>
                  <a:pt x="0" y="32952"/>
                </a:cubicBezTo>
                <a:cubicBezTo>
                  <a:pt x="0" y="34839"/>
                  <a:pt x="1527" y="36366"/>
                  <a:pt x="3403" y="36366"/>
                </a:cubicBezTo>
                <a:lnTo>
                  <a:pt x="23857" y="36366"/>
                </a:lnTo>
                <a:cubicBezTo>
                  <a:pt x="25745" y="36366"/>
                  <a:pt x="27272" y="37893"/>
                  <a:pt x="27272" y="39769"/>
                </a:cubicBezTo>
                <a:cubicBezTo>
                  <a:pt x="27272" y="41656"/>
                  <a:pt x="25745" y="43183"/>
                  <a:pt x="23857" y="43183"/>
                </a:cubicBezTo>
                <a:lnTo>
                  <a:pt x="3403" y="43183"/>
                </a:lnTo>
                <a:cubicBezTo>
                  <a:pt x="1527" y="43183"/>
                  <a:pt x="0" y="44710"/>
                  <a:pt x="0" y="46586"/>
                </a:cubicBezTo>
                <a:cubicBezTo>
                  <a:pt x="0" y="48473"/>
                  <a:pt x="1527" y="50000"/>
                  <a:pt x="3403" y="50000"/>
                </a:cubicBezTo>
                <a:lnTo>
                  <a:pt x="14770" y="50000"/>
                </a:lnTo>
                <a:cubicBezTo>
                  <a:pt x="16658" y="50000"/>
                  <a:pt x="18185" y="51527"/>
                  <a:pt x="18185" y="53403"/>
                </a:cubicBezTo>
                <a:cubicBezTo>
                  <a:pt x="18185" y="55290"/>
                  <a:pt x="16658" y="56817"/>
                  <a:pt x="14770" y="56817"/>
                </a:cubicBezTo>
                <a:lnTo>
                  <a:pt x="3403" y="56817"/>
                </a:lnTo>
                <a:cubicBezTo>
                  <a:pt x="1527" y="56817"/>
                  <a:pt x="0" y="58344"/>
                  <a:pt x="0" y="60220"/>
                </a:cubicBezTo>
                <a:lnTo>
                  <a:pt x="0" y="64769"/>
                </a:lnTo>
                <a:cubicBezTo>
                  <a:pt x="0" y="70407"/>
                  <a:pt x="4593" y="75000"/>
                  <a:pt x="10222" y="75000"/>
                </a:cubicBezTo>
                <a:lnTo>
                  <a:pt x="11847" y="75000"/>
                </a:lnTo>
                <a:cubicBezTo>
                  <a:pt x="13341" y="80235"/>
                  <a:pt x="18163" y="84085"/>
                  <a:pt x="23857" y="84085"/>
                </a:cubicBezTo>
                <a:cubicBezTo>
                  <a:pt x="29563" y="84085"/>
                  <a:pt x="34384" y="80235"/>
                  <a:pt x="35879" y="75000"/>
                </a:cubicBezTo>
                <a:lnTo>
                  <a:pt x="56813" y="75000"/>
                </a:lnTo>
                <a:lnTo>
                  <a:pt x="56813" y="26135"/>
                </a:lnTo>
                <a:cubicBezTo>
                  <a:pt x="56813" y="20507"/>
                  <a:pt x="52220" y="15915"/>
                  <a:pt x="46591" y="15915"/>
                </a:cubicBezTo>
                <a:lnTo>
                  <a:pt x="3403" y="15915"/>
                </a:lnTo>
                <a:close/>
                <a:moveTo>
                  <a:pt x="63631" y="25000"/>
                </a:moveTo>
                <a:lnTo>
                  <a:pt x="63631" y="71586"/>
                </a:lnTo>
                <a:cubicBezTo>
                  <a:pt x="63631" y="78468"/>
                  <a:pt x="69249" y="84085"/>
                  <a:pt x="76132" y="84085"/>
                </a:cubicBezTo>
                <a:cubicBezTo>
                  <a:pt x="81838" y="84085"/>
                  <a:pt x="86659" y="80235"/>
                  <a:pt x="88153" y="75000"/>
                </a:cubicBezTo>
                <a:lnTo>
                  <a:pt x="89768" y="75000"/>
                </a:lnTo>
                <a:cubicBezTo>
                  <a:pt x="95430" y="75000"/>
                  <a:pt x="100001" y="70429"/>
                  <a:pt x="100001" y="64769"/>
                </a:cubicBezTo>
                <a:lnTo>
                  <a:pt x="100001" y="50316"/>
                </a:lnTo>
                <a:cubicBezTo>
                  <a:pt x="100001" y="48888"/>
                  <a:pt x="99695" y="47459"/>
                  <a:pt x="99106" y="46161"/>
                </a:cubicBezTo>
                <a:lnTo>
                  <a:pt x="92408" y="31076"/>
                </a:lnTo>
                <a:cubicBezTo>
                  <a:pt x="90772" y="27390"/>
                  <a:pt x="87117" y="25000"/>
                  <a:pt x="83070" y="25000"/>
                </a:cubicBezTo>
                <a:lnTo>
                  <a:pt x="63631" y="25000"/>
                </a:lnTo>
                <a:close/>
                <a:moveTo>
                  <a:pt x="72728" y="31818"/>
                </a:moveTo>
                <a:lnTo>
                  <a:pt x="83070" y="31818"/>
                </a:lnTo>
                <a:cubicBezTo>
                  <a:pt x="84412" y="31818"/>
                  <a:pt x="85634" y="32614"/>
                  <a:pt x="86179" y="33846"/>
                </a:cubicBezTo>
                <a:lnTo>
                  <a:pt x="89921" y="42256"/>
                </a:lnTo>
                <a:cubicBezTo>
                  <a:pt x="90586" y="43761"/>
                  <a:pt x="89485" y="45452"/>
                  <a:pt x="87848" y="45452"/>
                </a:cubicBezTo>
                <a:lnTo>
                  <a:pt x="72728" y="45452"/>
                </a:lnTo>
                <a:cubicBezTo>
                  <a:pt x="71474" y="45452"/>
                  <a:pt x="70449" y="44437"/>
                  <a:pt x="70449" y="43183"/>
                </a:cubicBezTo>
                <a:lnTo>
                  <a:pt x="70449" y="34098"/>
                </a:lnTo>
                <a:cubicBezTo>
                  <a:pt x="70449" y="32843"/>
                  <a:pt x="71474" y="31818"/>
                  <a:pt x="72728" y="31818"/>
                </a:cubicBezTo>
                <a:close/>
                <a:moveTo>
                  <a:pt x="23857" y="65903"/>
                </a:moveTo>
                <a:cubicBezTo>
                  <a:pt x="26999" y="65903"/>
                  <a:pt x="29541" y="68456"/>
                  <a:pt x="29541" y="71586"/>
                </a:cubicBezTo>
                <a:cubicBezTo>
                  <a:pt x="29541" y="74727"/>
                  <a:pt x="26999" y="77268"/>
                  <a:pt x="23857" y="77268"/>
                </a:cubicBezTo>
                <a:cubicBezTo>
                  <a:pt x="20726" y="77268"/>
                  <a:pt x="18185" y="74727"/>
                  <a:pt x="18185" y="71586"/>
                </a:cubicBezTo>
                <a:cubicBezTo>
                  <a:pt x="18185" y="68456"/>
                  <a:pt x="20726" y="65903"/>
                  <a:pt x="23857" y="65903"/>
                </a:cubicBezTo>
                <a:close/>
                <a:moveTo>
                  <a:pt x="76132" y="65903"/>
                </a:moveTo>
                <a:cubicBezTo>
                  <a:pt x="79274" y="65903"/>
                  <a:pt x="81816" y="68456"/>
                  <a:pt x="81816" y="71586"/>
                </a:cubicBezTo>
                <a:cubicBezTo>
                  <a:pt x="81816" y="74727"/>
                  <a:pt x="79274" y="77268"/>
                  <a:pt x="76132" y="77268"/>
                </a:cubicBezTo>
                <a:cubicBezTo>
                  <a:pt x="73002" y="77268"/>
                  <a:pt x="70449" y="74727"/>
                  <a:pt x="70449" y="71586"/>
                </a:cubicBezTo>
                <a:cubicBezTo>
                  <a:pt x="70449" y="68456"/>
                  <a:pt x="73002" y="65903"/>
                  <a:pt x="76132" y="659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2" name="Белый — SVG 18">
            <a:extLst>
              <a:ext uri="{FF2B5EF4-FFF2-40B4-BE49-F238E27FC236}">
                <a16:creationId xmlns:a16="http://schemas.microsoft.com/office/drawing/2014/main" id="{0FED9DAA-FCAC-FB4C-BE94-1FDE24D4C513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5317 w 151524"/>
              <a:gd name="csY0" fmla="*/ 0 h 124045"/>
              <a:gd name="csX1" fmla="*/ 0 w 151524"/>
              <a:gd name="csY1" fmla="*/ 5307 h 124045"/>
              <a:gd name="csX2" fmla="*/ 0 w 151524"/>
              <a:gd name="csY2" fmla="*/ 53194 h 124045"/>
              <a:gd name="csX3" fmla="*/ 82125 w 151524"/>
              <a:gd name="csY3" fmla="*/ 64387 h 124045"/>
              <a:gd name="csX4" fmla="*/ 151525 w 151524"/>
              <a:gd name="csY4" fmla="*/ 74390 h 124045"/>
              <a:gd name="csX5" fmla="*/ 79396 w 151524"/>
              <a:gd name="csY5" fmla="*/ 29208 h 124045"/>
              <a:gd name="csX6" fmla="*/ 5317 w 151524"/>
              <a:gd name="csY6" fmla="*/ 0 h 124045"/>
              <a:gd name="csX7" fmla="*/ 10952 w 151524"/>
              <a:gd name="csY7" fmla="*/ 10768 h 124045"/>
              <a:gd name="csX8" fmla="*/ 72128 w 151524"/>
              <a:gd name="csY8" fmla="*/ 37067 h 124045"/>
              <a:gd name="csX9" fmla="*/ 72162 w 151524"/>
              <a:gd name="csY9" fmla="*/ 37101 h 124045"/>
              <a:gd name="csX10" fmla="*/ 29949 w 151524"/>
              <a:gd name="csY10" fmla="*/ 34805 h 124045"/>
              <a:gd name="csX11" fmla="*/ 10952 w 151524"/>
              <a:gd name="csY11" fmla="*/ 10768 h 124045"/>
              <a:gd name="csX12" fmla="*/ 0 w 151524"/>
              <a:gd name="csY12" fmla="*/ 63826 h 124045"/>
              <a:gd name="csX13" fmla="*/ 0 w 151524"/>
              <a:gd name="csY13" fmla="*/ 100995 h 124045"/>
              <a:gd name="csX14" fmla="*/ 5317 w 151524"/>
              <a:gd name="csY14" fmla="*/ 106319 h 124045"/>
              <a:gd name="csX15" fmla="*/ 10633 w 151524"/>
              <a:gd name="csY15" fmla="*/ 106319 h 124045"/>
              <a:gd name="csX16" fmla="*/ 15077 w 151524"/>
              <a:gd name="csY16" fmla="*/ 118380 h 124045"/>
              <a:gd name="csX17" fmla="*/ 28356 w 151524"/>
              <a:gd name="csY17" fmla="*/ 124045 h 124045"/>
              <a:gd name="csX18" fmla="*/ 41634 w 151524"/>
              <a:gd name="csY18" fmla="*/ 118380 h 124045"/>
              <a:gd name="csX19" fmla="*/ 44306 w 151524"/>
              <a:gd name="csY19" fmla="*/ 113855 h 124045"/>
              <a:gd name="csX20" fmla="*/ 46977 w 151524"/>
              <a:gd name="csY20" fmla="*/ 118380 h 124045"/>
              <a:gd name="csX21" fmla="*/ 60256 w 151524"/>
              <a:gd name="csY21" fmla="*/ 124045 h 124045"/>
              <a:gd name="csX22" fmla="*/ 73534 w 151524"/>
              <a:gd name="csY22" fmla="*/ 118380 h 124045"/>
              <a:gd name="csX23" fmla="*/ 77978 w 151524"/>
              <a:gd name="csY23" fmla="*/ 106319 h 124045"/>
              <a:gd name="csX24" fmla="*/ 104561 w 151524"/>
              <a:gd name="csY24" fmla="*/ 106319 h 124045"/>
              <a:gd name="csX25" fmla="*/ 108459 w 151524"/>
              <a:gd name="csY25" fmla="*/ 104482 h 124045"/>
              <a:gd name="csX26" fmla="*/ 109844 w 151524"/>
              <a:gd name="csY26" fmla="*/ 100331 h 124045"/>
              <a:gd name="csX27" fmla="*/ 110868 w 151524"/>
              <a:gd name="csY27" fmla="*/ 99158 h 124045"/>
              <a:gd name="csX28" fmla="*/ 150708 w 151524"/>
              <a:gd name="csY28" fmla="*/ 85021 h 124045"/>
              <a:gd name="csX29" fmla="*/ 79820 w 151524"/>
              <a:gd name="csY29" fmla="*/ 74781 h 124045"/>
              <a:gd name="csX30" fmla="*/ 0 w 151524"/>
              <a:gd name="csY30" fmla="*/ 63826 h 124045"/>
              <a:gd name="csX31" fmla="*/ 21267 w 151524"/>
              <a:gd name="csY31" fmla="*/ 106319 h 124045"/>
              <a:gd name="csX32" fmla="*/ 35444 w 151524"/>
              <a:gd name="csY32" fmla="*/ 106319 h 124045"/>
              <a:gd name="csX33" fmla="*/ 33687 w 151524"/>
              <a:gd name="csY33" fmla="*/ 111321 h 124045"/>
              <a:gd name="csX34" fmla="*/ 28356 w 151524"/>
              <a:gd name="csY34" fmla="*/ 113413 h 124045"/>
              <a:gd name="csX35" fmla="*/ 23026 w 151524"/>
              <a:gd name="csY35" fmla="*/ 111321 h 124045"/>
              <a:gd name="csX36" fmla="*/ 21267 w 151524"/>
              <a:gd name="csY36" fmla="*/ 106319 h 124045"/>
              <a:gd name="csX37" fmla="*/ 53167 w 151524"/>
              <a:gd name="csY37" fmla="*/ 106319 h 124045"/>
              <a:gd name="csX38" fmla="*/ 67344 w 151524"/>
              <a:gd name="csY38" fmla="*/ 106319 h 124045"/>
              <a:gd name="csX39" fmla="*/ 65587 w 151524"/>
              <a:gd name="csY39" fmla="*/ 111321 h 124045"/>
              <a:gd name="csX40" fmla="*/ 60256 w 151524"/>
              <a:gd name="csY40" fmla="*/ 113413 h 124045"/>
              <a:gd name="csX41" fmla="*/ 54926 w 151524"/>
              <a:gd name="csY41" fmla="*/ 111321 h 124045"/>
              <a:gd name="csX42" fmla="*/ 53167 w 151524"/>
              <a:gd name="csY42" fmla="*/ 106319 h 124045"/>
            </a:gdLst>
            <a:ahLst/>
            <a:cxnLst/>
            <a:rect l="l" t="t" r="r" b="b"/>
            <a:pathLst>
              <a:path w="100000" h="100000">
                <a:moveTo>
                  <a:pt x="3509" y="9068"/>
                </a:moveTo>
                <a:cubicBezTo>
                  <a:pt x="1567" y="9068"/>
                  <a:pt x="0" y="10640"/>
                  <a:pt x="0" y="12570"/>
                </a:cubicBezTo>
                <a:lnTo>
                  <a:pt x="0" y="44174"/>
                </a:lnTo>
                <a:cubicBezTo>
                  <a:pt x="21498" y="44286"/>
                  <a:pt x="38105" y="47991"/>
                  <a:pt x="54199" y="51560"/>
                </a:cubicBezTo>
                <a:cubicBezTo>
                  <a:pt x="69006" y="54839"/>
                  <a:pt x="83018" y="57971"/>
                  <a:pt x="100001" y="58162"/>
                </a:cubicBezTo>
                <a:cubicBezTo>
                  <a:pt x="97825" y="51729"/>
                  <a:pt x="88329" y="42231"/>
                  <a:pt x="52398" y="28344"/>
                </a:cubicBezTo>
                <a:cubicBezTo>
                  <a:pt x="37896" y="11593"/>
                  <a:pt x="15603" y="9068"/>
                  <a:pt x="3509" y="9068"/>
                </a:cubicBezTo>
                <a:close/>
                <a:moveTo>
                  <a:pt x="7228" y="16174"/>
                </a:moveTo>
                <a:cubicBezTo>
                  <a:pt x="18691" y="16691"/>
                  <a:pt x="36257" y="19924"/>
                  <a:pt x="47602" y="33530"/>
                </a:cubicBezTo>
                <a:cubicBezTo>
                  <a:pt x="47602" y="33530"/>
                  <a:pt x="47602" y="33553"/>
                  <a:pt x="47624" y="33553"/>
                </a:cubicBezTo>
                <a:cubicBezTo>
                  <a:pt x="41613" y="34675"/>
                  <a:pt x="29121" y="36247"/>
                  <a:pt x="19765" y="32037"/>
                </a:cubicBezTo>
                <a:cubicBezTo>
                  <a:pt x="12115" y="28602"/>
                  <a:pt x="8117" y="23876"/>
                  <a:pt x="7228" y="16174"/>
                </a:cubicBezTo>
                <a:close/>
                <a:moveTo>
                  <a:pt x="0" y="51190"/>
                </a:moveTo>
                <a:lnTo>
                  <a:pt x="0" y="75720"/>
                </a:lnTo>
                <a:cubicBezTo>
                  <a:pt x="0" y="77663"/>
                  <a:pt x="1567" y="79234"/>
                  <a:pt x="3509" y="79234"/>
                </a:cubicBezTo>
                <a:lnTo>
                  <a:pt x="7017" y="79234"/>
                </a:lnTo>
                <a:cubicBezTo>
                  <a:pt x="7017" y="82063"/>
                  <a:pt x="7943" y="84937"/>
                  <a:pt x="9950" y="87194"/>
                </a:cubicBezTo>
                <a:cubicBezTo>
                  <a:pt x="11958" y="89450"/>
                  <a:pt x="15108" y="90932"/>
                  <a:pt x="18714" y="90932"/>
                </a:cubicBezTo>
                <a:cubicBezTo>
                  <a:pt x="22319" y="90932"/>
                  <a:pt x="25469" y="89450"/>
                  <a:pt x="27477" y="87194"/>
                </a:cubicBezTo>
                <a:cubicBezTo>
                  <a:pt x="28274" y="86296"/>
                  <a:pt x="28774" y="85252"/>
                  <a:pt x="29240" y="84207"/>
                </a:cubicBezTo>
                <a:cubicBezTo>
                  <a:pt x="29706" y="85252"/>
                  <a:pt x="30207" y="86296"/>
                  <a:pt x="31003" y="87194"/>
                </a:cubicBezTo>
                <a:cubicBezTo>
                  <a:pt x="33011" y="89450"/>
                  <a:pt x="36161" y="90932"/>
                  <a:pt x="39767" y="90932"/>
                </a:cubicBezTo>
                <a:cubicBezTo>
                  <a:pt x="43372" y="90932"/>
                  <a:pt x="46522" y="89450"/>
                  <a:pt x="48530" y="87194"/>
                </a:cubicBezTo>
                <a:cubicBezTo>
                  <a:pt x="50537" y="84937"/>
                  <a:pt x="51462" y="82063"/>
                  <a:pt x="51462" y="79234"/>
                </a:cubicBezTo>
                <a:lnTo>
                  <a:pt x="69006" y="79234"/>
                </a:lnTo>
                <a:cubicBezTo>
                  <a:pt x="69989" y="79234"/>
                  <a:pt x="70924" y="78763"/>
                  <a:pt x="71579" y="78022"/>
                </a:cubicBezTo>
                <a:cubicBezTo>
                  <a:pt x="72257" y="77292"/>
                  <a:pt x="72586" y="76270"/>
                  <a:pt x="72493" y="75282"/>
                </a:cubicBezTo>
                <a:cubicBezTo>
                  <a:pt x="72445" y="74912"/>
                  <a:pt x="72748" y="74553"/>
                  <a:pt x="73169" y="74508"/>
                </a:cubicBezTo>
                <a:cubicBezTo>
                  <a:pt x="81847" y="73464"/>
                  <a:pt x="95462" y="70926"/>
                  <a:pt x="99461" y="65178"/>
                </a:cubicBezTo>
                <a:cubicBezTo>
                  <a:pt x="81965" y="64920"/>
                  <a:pt x="67719" y="61765"/>
                  <a:pt x="52678" y="58420"/>
                </a:cubicBezTo>
                <a:cubicBezTo>
                  <a:pt x="36982" y="54906"/>
                  <a:pt x="20725" y="51302"/>
                  <a:pt x="0" y="51190"/>
                </a:cubicBezTo>
                <a:close/>
                <a:moveTo>
                  <a:pt x="14035" y="79234"/>
                </a:moveTo>
                <a:lnTo>
                  <a:pt x="23392" y="79234"/>
                </a:lnTo>
                <a:cubicBezTo>
                  <a:pt x="23392" y="80503"/>
                  <a:pt x="22953" y="81715"/>
                  <a:pt x="22232" y="82535"/>
                </a:cubicBezTo>
                <a:cubicBezTo>
                  <a:pt x="21510" y="83344"/>
                  <a:pt x="20566" y="83916"/>
                  <a:pt x="18714" y="83916"/>
                </a:cubicBezTo>
                <a:cubicBezTo>
                  <a:pt x="16861" y="83916"/>
                  <a:pt x="15917" y="83344"/>
                  <a:pt x="15196" y="82535"/>
                </a:cubicBezTo>
                <a:cubicBezTo>
                  <a:pt x="14474" y="81715"/>
                  <a:pt x="14035" y="80503"/>
                  <a:pt x="14035" y="79234"/>
                </a:cubicBezTo>
                <a:close/>
                <a:moveTo>
                  <a:pt x="35088" y="79234"/>
                </a:moveTo>
                <a:lnTo>
                  <a:pt x="44444" y="79234"/>
                </a:lnTo>
                <a:cubicBezTo>
                  <a:pt x="44444" y="80503"/>
                  <a:pt x="44006" y="81715"/>
                  <a:pt x="43285" y="82535"/>
                </a:cubicBezTo>
                <a:cubicBezTo>
                  <a:pt x="42563" y="83344"/>
                  <a:pt x="41618" y="83916"/>
                  <a:pt x="39767" y="83916"/>
                </a:cubicBezTo>
                <a:cubicBezTo>
                  <a:pt x="37914" y="83916"/>
                  <a:pt x="36970" y="83344"/>
                  <a:pt x="36249" y="82535"/>
                </a:cubicBezTo>
                <a:cubicBezTo>
                  <a:pt x="35527" y="81715"/>
                  <a:pt x="35088" y="80503"/>
                  <a:pt x="35088" y="7923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3" name="Белый — SVG 19">
            <a:extLst>
              <a:ext uri="{FF2B5EF4-FFF2-40B4-BE49-F238E27FC236}">
                <a16:creationId xmlns:a16="http://schemas.microsoft.com/office/drawing/2014/main" id="{50DB5AF1-18CC-B340-80A8-51AE8216DFF6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53163 w 106342"/>
              <a:gd name="csY0" fmla="*/ 0 h 152321"/>
              <a:gd name="csX1" fmla="*/ 49828 w 106342"/>
              <a:gd name="csY1" fmla="*/ 868 h 152321"/>
              <a:gd name="csX2" fmla="*/ 28357 w 106342"/>
              <a:gd name="csY2" fmla="*/ 33019 h 152321"/>
              <a:gd name="csX3" fmla="*/ 28357 w 106342"/>
              <a:gd name="csY3" fmla="*/ 109041 h 152321"/>
              <a:gd name="csX4" fmla="*/ 37136 w 106342"/>
              <a:gd name="csY4" fmla="*/ 120149 h 152321"/>
              <a:gd name="csX5" fmla="*/ 35452 w 106342"/>
              <a:gd name="csY5" fmla="*/ 127464 h 152321"/>
              <a:gd name="csX6" fmla="*/ 40147 w 106342"/>
              <a:gd name="csY6" fmla="*/ 139899 h 152321"/>
              <a:gd name="csX7" fmla="*/ 47038 w 106342"/>
              <a:gd name="csY7" fmla="*/ 149477 h 152321"/>
              <a:gd name="csX8" fmla="*/ 59287 w 106342"/>
              <a:gd name="csY8" fmla="*/ 149477 h 152321"/>
              <a:gd name="csX9" fmla="*/ 66195 w 106342"/>
              <a:gd name="csY9" fmla="*/ 139899 h 152321"/>
              <a:gd name="csX10" fmla="*/ 70891 w 106342"/>
              <a:gd name="csY10" fmla="*/ 127464 h 152321"/>
              <a:gd name="csX11" fmla="*/ 69206 w 106342"/>
              <a:gd name="csY11" fmla="*/ 120149 h 152321"/>
              <a:gd name="csX12" fmla="*/ 77985 w 106342"/>
              <a:gd name="csY12" fmla="*/ 109041 h 152321"/>
              <a:gd name="csX13" fmla="*/ 77985 w 106342"/>
              <a:gd name="csY13" fmla="*/ 33019 h 152321"/>
              <a:gd name="csX14" fmla="*/ 56497 w 106342"/>
              <a:gd name="csY14" fmla="*/ 868 h 152321"/>
              <a:gd name="csX15" fmla="*/ 53163 w 106342"/>
              <a:gd name="csY15" fmla="*/ 0 h 152321"/>
              <a:gd name="csX16" fmla="*/ 53163 w 106342"/>
              <a:gd name="csY16" fmla="*/ 35434 h 152321"/>
              <a:gd name="csX17" fmla="*/ 60257 w 106342"/>
              <a:gd name="csY17" fmla="*/ 42528 h 152321"/>
              <a:gd name="csX18" fmla="*/ 53163 w 106342"/>
              <a:gd name="csY18" fmla="*/ 49621 h 152321"/>
              <a:gd name="csX19" fmla="*/ 46085 w 106342"/>
              <a:gd name="csY19" fmla="*/ 42528 h 152321"/>
              <a:gd name="csX20" fmla="*/ 53163 w 106342"/>
              <a:gd name="csY20" fmla="*/ 35434 h 152321"/>
              <a:gd name="csX21" fmla="*/ 21263 w 106342"/>
              <a:gd name="csY21" fmla="*/ 75818 h 152321"/>
              <a:gd name="csX22" fmla="*/ 3381 w 106342"/>
              <a:gd name="csY22" fmla="*/ 93697 h 152321"/>
              <a:gd name="csX23" fmla="*/ 3381 w 106342"/>
              <a:gd name="csY23" fmla="*/ 110028 h 152321"/>
              <a:gd name="csX24" fmla="*/ 13811 w 106342"/>
              <a:gd name="csY24" fmla="*/ 113192 h 152321"/>
              <a:gd name="csX25" fmla="*/ 21263 w 106342"/>
              <a:gd name="csY25" fmla="*/ 111695 h 152321"/>
              <a:gd name="csX26" fmla="*/ 21263 w 106342"/>
              <a:gd name="csY26" fmla="*/ 75818 h 152321"/>
              <a:gd name="csX27" fmla="*/ 85063 w 106342"/>
              <a:gd name="csY27" fmla="*/ 75818 h 152321"/>
              <a:gd name="csX28" fmla="*/ 85063 w 106342"/>
              <a:gd name="csY28" fmla="*/ 111695 h 152321"/>
              <a:gd name="csX29" fmla="*/ 92515 w 106342"/>
              <a:gd name="csY29" fmla="*/ 113192 h 152321"/>
              <a:gd name="csX30" fmla="*/ 102961 w 106342"/>
              <a:gd name="csY30" fmla="*/ 110028 h 152321"/>
              <a:gd name="csX31" fmla="*/ 102961 w 106342"/>
              <a:gd name="csY31" fmla="*/ 93697 h 152321"/>
              <a:gd name="csX32" fmla="*/ 85063 w 106342"/>
              <a:gd name="csY32" fmla="*/ 75818 h 152321"/>
              <a:gd name="csX33" fmla="*/ 52482 w 106342"/>
              <a:gd name="csY33" fmla="*/ 120490 h 152321"/>
              <a:gd name="csX34" fmla="*/ 53843 w 106342"/>
              <a:gd name="csY34" fmla="*/ 120490 h 152321"/>
              <a:gd name="csX35" fmla="*/ 60257 w 106342"/>
              <a:gd name="csY35" fmla="*/ 127464 h 152321"/>
              <a:gd name="csX36" fmla="*/ 57161 w 106342"/>
              <a:gd name="csY36" fmla="*/ 134286 h 152321"/>
              <a:gd name="csX37" fmla="*/ 53163 w 106342"/>
              <a:gd name="csY37" fmla="*/ 139814 h 152321"/>
              <a:gd name="csX38" fmla="*/ 49165 w 106342"/>
              <a:gd name="csY38" fmla="*/ 134286 h 152321"/>
              <a:gd name="csX39" fmla="*/ 46085 w 106342"/>
              <a:gd name="csY39" fmla="*/ 127464 h 152321"/>
              <a:gd name="csX40" fmla="*/ 52482 w 106342"/>
              <a:gd name="csY40" fmla="*/ 120490 h 152321"/>
            </a:gdLst>
            <a:ahLst/>
            <a:cxnLst/>
            <a:rect l="l" t="t" r="r" b="b"/>
            <a:pathLst>
              <a:path w="100000" h="100000">
                <a:moveTo>
                  <a:pt x="49995" y="0"/>
                </a:moveTo>
                <a:cubicBezTo>
                  <a:pt x="49246" y="0"/>
                  <a:pt x="48487" y="190"/>
                  <a:pt x="47805" y="570"/>
                </a:cubicBezTo>
                <a:cubicBezTo>
                  <a:pt x="43360" y="3027"/>
                  <a:pt x="33709" y="9750"/>
                  <a:pt x="33709" y="21677"/>
                </a:cubicBezTo>
                <a:lnTo>
                  <a:pt x="33709" y="71586"/>
                </a:lnTo>
                <a:cubicBezTo>
                  <a:pt x="33709" y="75138"/>
                  <a:pt x="36167" y="78086"/>
                  <a:pt x="39473" y="78879"/>
                </a:cubicBezTo>
                <a:cubicBezTo>
                  <a:pt x="38769" y="80331"/>
                  <a:pt x="38367" y="81950"/>
                  <a:pt x="38367" y="83681"/>
                </a:cubicBezTo>
                <a:cubicBezTo>
                  <a:pt x="38367" y="86942"/>
                  <a:pt x="39898" y="89355"/>
                  <a:pt x="41450" y="91845"/>
                </a:cubicBezTo>
                <a:cubicBezTo>
                  <a:pt x="43002" y="94336"/>
                  <a:pt x="44778" y="96647"/>
                  <a:pt x="45974" y="98133"/>
                </a:cubicBezTo>
                <a:cubicBezTo>
                  <a:pt x="47995" y="100623"/>
                  <a:pt x="52005" y="100623"/>
                  <a:pt x="54015" y="98133"/>
                </a:cubicBezTo>
                <a:cubicBezTo>
                  <a:pt x="55222" y="96647"/>
                  <a:pt x="56998" y="94336"/>
                  <a:pt x="58550" y="91845"/>
                </a:cubicBezTo>
                <a:cubicBezTo>
                  <a:pt x="60092" y="89355"/>
                  <a:pt x="61633" y="86942"/>
                  <a:pt x="61633" y="83681"/>
                </a:cubicBezTo>
                <a:cubicBezTo>
                  <a:pt x="61633" y="81962"/>
                  <a:pt x="61220" y="80342"/>
                  <a:pt x="60527" y="78879"/>
                </a:cubicBezTo>
                <a:cubicBezTo>
                  <a:pt x="63833" y="78075"/>
                  <a:pt x="66291" y="75127"/>
                  <a:pt x="66291" y="71586"/>
                </a:cubicBezTo>
                <a:lnTo>
                  <a:pt x="66291" y="21677"/>
                </a:lnTo>
                <a:cubicBezTo>
                  <a:pt x="66291" y="9750"/>
                  <a:pt x="56629" y="3027"/>
                  <a:pt x="52184" y="570"/>
                </a:cubicBezTo>
                <a:cubicBezTo>
                  <a:pt x="51502" y="190"/>
                  <a:pt x="50754" y="0"/>
                  <a:pt x="49995" y="0"/>
                </a:cubicBezTo>
                <a:close/>
                <a:moveTo>
                  <a:pt x="49995" y="23263"/>
                </a:moveTo>
                <a:cubicBezTo>
                  <a:pt x="52564" y="23263"/>
                  <a:pt x="54652" y="25351"/>
                  <a:pt x="54652" y="27920"/>
                </a:cubicBezTo>
                <a:cubicBezTo>
                  <a:pt x="54652" y="30488"/>
                  <a:pt x="52564" y="32577"/>
                  <a:pt x="49995" y="32577"/>
                </a:cubicBezTo>
                <a:cubicBezTo>
                  <a:pt x="47426" y="32577"/>
                  <a:pt x="45348" y="30488"/>
                  <a:pt x="45348" y="27920"/>
                </a:cubicBezTo>
                <a:cubicBezTo>
                  <a:pt x="45348" y="25351"/>
                  <a:pt x="47426" y="23263"/>
                  <a:pt x="49995" y="23263"/>
                </a:cubicBezTo>
                <a:close/>
                <a:moveTo>
                  <a:pt x="29052" y="49775"/>
                </a:moveTo>
                <a:lnTo>
                  <a:pt x="17312" y="61513"/>
                </a:lnTo>
                <a:cubicBezTo>
                  <a:pt x="14353" y="64472"/>
                  <a:pt x="14353" y="69275"/>
                  <a:pt x="17312" y="72234"/>
                </a:cubicBezTo>
                <a:cubicBezTo>
                  <a:pt x="19100" y="74032"/>
                  <a:pt x="21669" y="74803"/>
                  <a:pt x="24160" y="74311"/>
                </a:cubicBezTo>
                <a:lnTo>
                  <a:pt x="29052" y="73329"/>
                </a:lnTo>
                <a:lnTo>
                  <a:pt x="29052" y="49775"/>
                </a:lnTo>
                <a:close/>
                <a:moveTo>
                  <a:pt x="70937" y="49775"/>
                </a:moveTo>
                <a:lnTo>
                  <a:pt x="70937" y="73329"/>
                </a:lnTo>
                <a:lnTo>
                  <a:pt x="75830" y="74311"/>
                </a:lnTo>
                <a:cubicBezTo>
                  <a:pt x="78320" y="74803"/>
                  <a:pt x="80889" y="74032"/>
                  <a:pt x="82688" y="72234"/>
                </a:cubicBezTo>
                <a:cubicBezTo>
                  <a:pt x="85648" y="69275"/>
                  <a:pt x="85648" y="64472"/>
                  <a:pt x="82688" y="61513"/>
                </a:cubicBezTo>
                <a:lnTo>
                  <a:pt x="70937" y="49775"/>
                </a:lnTo>
                <a:close/>
                <a:moveTo>
                  <a:pt x="49548" y="79103"/>
                </a:moveTo>
                <a:lnTo>
                  <a:pt x="50441" y="79103"/>
                </a:lnTo>
                <a:cubicBezTo>
                  <a:pt x="52832" y="79337"/>
                  <a:pt x="54652" y="81236"/>
                  <a:pt x="54652" y="83681"/>
                </a:cubicBezTo>
                <a:cubicBezTo>
                  <a:pt x="54652" y="83793"/>
                  <a:pt x="53915" y="86071"/>
                  <a:pt x="52619" y="88160"/>
                </a:cubicBezTo>
                <a:cubicBezTo>
                  <a:pt x="51782" y="89511"/>
                  <a:pt x="50888" y="90617"/>
                  <a:pt x="49995" y="91789"/>
                </a:cubicBezTo>
                <a:cubicBezTo>
                  <a:pt x="49112" y="90617"/>
                  <a:pt x="48219" y="89522"/>
                  <a:pt x="47370" y="88160"/>
                </a:cubicBezTo>
                <a:cubicBezTo>
                  <a:pt x="46074" y="86083"/>
                  <a:pt x="45348" y="83793"/>
                  <a:pt x="45348" y="83681"/>
                </a:cubicBezTo>
                <a:cubicBezTo>
                  <a:pt x="45348" y="81236"/>
                  <a:pt x="47157" y="79337"/>
                  <a:pt x="49548" y="791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4" name="Белый — SVG 20">
            <a:extLst>
              <a:ext uri="{FF2B5EF4-FFF2-40B4-BE49-F238E27FC236}">
                <a16:creationId xmlns:a16="http://schemas.microsoft.com/office/drawing/2014/main" id="{BC96AA10-D91A-A14A-9CB5-F79DADBEA242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14172 w 138234"/>
              <a:gd name="csY0" fmla="*/ 0 h 138215"/>
              <a:gd name="csX1" fmla="*/ 7095 w 138234"/>
              <a:gd name="csY1" fmla="*/ 7094 h 138215"/>
              <a:gd name="csX2" fmla="*/ 7095 w 138234"/>
              <a:gd name="csY2" fmla="*/ 21264 h 138215"/>
              <a:gd name="csX3" fmla="*/ 14172 w 138234"/>
              <a:gd name="csY3" fmla="*/ 28358 h 138215"/>
              <a:gd name="csX4" fmla="*/ 31900 w 138234"/>
              <a:gd name="csY4" fmla="*/ 28358 h 138215"/>
              <a:gd name="csX5" fmla="*/ 38995 w 138234"/>
              <a:gd name="csY5" fmla="*/ 21264 h 138215"/>
              <a:gd name="csX6" fmla="*/ 38995 w 138234"/>
              <a:gd name="csY6" fmla="*/ 7094 h 138215"/>
              <a:gd name="csX7" fmla="*/ 31900 w 138234"/>
              <a:gd name="csY7" fmla="*/ 0 h 138215"/>
              <a:gd name="csX8" fmla="*/ 14172 w 138234"/>
              <a:gd name="csY8" fmla="*/ 0 h 138215"/>
              <a:gd name="csX9" fmla="*/ 69108 w 138234"/>
              <a:gd name="csY9" fmla="*/ 20515 h 138215"/>
              <a:gd name="csX10" fmla="*/ 63800 w 138234"/>
              <a:gd name="csY10" fmla="*/ 25840 h 138215"/>
              <a:gd name="csX11" fmla="*/ 69108 w 138234"/>
              <a:gd name="csY11" fmla="*/ 31147 h 138215"/>
              <a:gd name="csX12" fmla="*/ 82872 w 138234"/>
              <a:gd name="csY12" fmla="*/ 31147 h 138215"/>
              <a:gd name="csX13" fmla="*/ 88606 w 138234"/>
              <a:gd name="csY13" fmla="*/ 69099 h 138215"/>
              <a:gd name="csX14" fmla="*/ 76203 w 138234"/>
              <a:gd name="csY14" fmla="*/ 92149 h 138215"/>
              <a:gd name="csX15" fmla="*/ 62031 w 138234"/>
              <a:gd name="csY15" fmla="*/ 92149 h 138215"/>
              <a:gd name="csX16" fmla="*/ 56706 w 138234"/>
              <a:gd name="csY16" fmla="*/ 86825 h 138215"/>
              <a:gd name="csX17" fmla="*/ 56706 w 138234"/>
              <a:gd name="csY17" fmla="*/ 76193 h 138215"/>
              <a:gd name="csX18" fmla="*/ 56382 w 138234"/>
              <a:gd name="csY18" fmla="*/ 74424 h 138215"/>
              <a:gd name="csX19" fmla="*/ 58475 w 138234"/>
              <a:gd name="csY19" fmla="*/ 74424 h 138215"/>
              <a:gd name="csX20" fmla="*/ 63800 w 138234"/>
              <a:gd name="csY20" fmla="*/ 69388 h 138215"/>
              <a:gd name="csX21" fmla="*/ 47842 w 138234"/>
              <a:gd name="csY21" fmla="*/ 53160 h 138215"/>
              <a:gd name="csX22" fmla="*/ 38995 w 138234"/>
              <a:gd name="csY22" fmla="*/ 53160 h 138215"/>
              <a:gd name="csX23" fmla="*/ 38995 w 138234"/>
              <a:gd name="csY23" fmla="*/ 56698 h 138215"/>
              <a:gd name="csX24" fmla="*/ 24805 w 138234"/>
              <a:gd name="csY24" fmla="*/ 70885 h 138215"/>
              <a:gd name="csX25" fmla="*/ 17047 w 138234"/>
              <a:gd name="csY25" fmla="*/ 70885 h 138215"/>
              <a:gd name="csX26" fmla="*/ 11144 w 138234"/>
              <a:gd name="csY26" fmla="*/ 72671 h 138215"/>
              <a:gd name="csX27" fmla="*/ 0 w 138234"/>
              <a:gd name="csY27" fmla="*/ 94344 h 138215"/>
              <a:gd name="csX28" fmla="*/ 1378 w 138234"/>
              <a:gd name="csY28" fmla="*/ 97916 h 138215"/>
              <a:gd name="csX29" fmla="*/ 11229 w 138234"/>
              <a:gd name="csY29" fmla="*/ 106779 h 138215"/>
              <a:gd name="csX30" fmla="*/ 7095 w 138234"/>
              <a:gd name="csY30" fmla="*/ 118721 h 138215"/>
              <a:gd name="csX31" fmla="*/ 26575 w 138234"/>
              <a:gd name="csY31" fmla="*/ 138215 h 138215"/>
              <a:gd name="csX32" fmla="*/ 45698 w 138234"/>
              <a:gd name="csY32" fmla="*/ 122548 h 138215"/>
              <a:gd name="csX33" fmla="*/ 53882 w 138234"/>
              <a:gd name="csY33" fmla="*/ 123228 h 138215"/>
              <a:gd name="csX34" fmla="*/ 92706 w 138234"/>
              <a:gd name="csY34" fmla="*/ 123228 h 138215"/>
              <a:gd name="csX35" fmla="*/ 111642 w 138234"/>
              <a:gd name="csY35" fmla="*/ 138215 h 138215"/>
              <a:gd name="csX36" fmla="*/ 131139 w 138234"/>
              <a:gd name="csY36" fmla="*/ 118721 h 138215"/>
              <a:gd name="csX37" fmla="*/ 130595 w 138234"/>
              <a:gd name="csY37" fmla="*/ 114247 h 138215"/>
              <a:gd name="csX38" fmla="*/ 131360 w 138234"/>
              <a:gd name="csY38" fmla="*/ 113617 h 138215"/>
              <a:gd name="csX39" fmla="*/ 136669 w 138234"/>
              <a:gd name="csY39" fmla="*/ 108310 h 138215"/>
              <a:gd name="csX40" fmla="*/ 137673 w 138234"/>
              <a:gd name="csY40" fmla="*/ 102169 h 138215"/>
              <a:gd name="csX41" fmla="*/ 116865 w 138234"/>
              <a:gd name="csY41" fmla="*/ 85583 h 138215"/>
              <a:gd name="csX42" fmla="*/ 102387 w 138234"/>
              <a:gd name="csY42" fmla="*/ 38990 h 138215"/>
              <a:gd name="csX43" fmla="*/ 108103 w 138234"/>
              <a:gd name="csY43" fmla="*/ 38990 h 138215"/>
              <a:gd name="csX44" fmla="*/ 109873 w 138234"/>
              <a:gd name="csY44" fmla="*/ 37203 h 138215"/>
              <a:gd name="csX45" fmla="*/ 109873 w 138234"/>
              <a:gd name="csY45" fmla="*/ 26571 h 138215"/>
              <a:gd name="csX46" fmla="*/ 108103 w 138234"/>
              <a:gd name="csY46" fmla="*/ 24802 h 138215"/>
              <a:gd name="csX47" fmla="*/ 98065 w 138234"/>
              <a:gd name="csY47" fmla="*/ 24802 h 138215"/>
              <a:gd name="csX48" fmla="*/ 93693 w 138234"/>
              <a:gd name="csY48" fmla="*/ 26367 h 138215"/>
              <a:gd name="csX49" fmla="*/ 91941 w 138234"/>
              <a:gd name="csY49" fmla="*/ 24275 h 138215"/>
              <a:gd name="csX50" fmla="*/ 91906 w 138234"/>
              <a:gd name="csY50" fmla="*/ 24207 h 138215"/>
              <a:gd name="csX51" fmla="*/ 86837 w 138234"/>
              <a:gd name="csY51" fmla="*/ 20515 h 138215"/>
              <a:gd name="csX52" fmla="*/ 69108 w 138234"/>
              <a:gd name="csY52" fmla="*/ 20515 h 138215"/>
              <a:gd name="csX53" fmla="*/ 7095 w 138234"/>
              <a:gd name="csY53" fmla="*/ 35434 h 138215"/>
              <a:gd name="csX54" fmla="*/ 0 w 138234"/>
              <a:gd name="csY54" fmla="*/ 42528 h 138215"/>
              <a:gd name="csX55" fmla="*/ 0 w 138234"/>
              <a:gd name="csY55" fmla="*/ 56698 h 138215"/>
              <a:gd name="csX56" fmla="*/ 7095 w 138234"/>
              <a:gd name="csY56" fmla="*/ 63792 h 138215"/>
              <a:gd name="csX57" fmla="*/ 24805 w 138234"/>
              <a:gd name="csY57" fmla="*/ 63792 h 138215"/>
              <a:gd name="csX58" fmla="*/ 31900 w 138234"/>
              <a:gd name="csY58" fmla="*/ 56698 h 138215"/>
              <a:gd name="csX59" fmla="*/ 31900 w 138234"/>
              <a:gd name="csY59" fmla="*/ 42528 h 138215"/>
              <a:gd name="csX60" fmla="*/ 24805 w 138234"/>
              <a:gd name="csY60" fmla="*/ 35434 h 138215"/>
              <a:gd name="csX61" fmla="*/ 7095 w 138234"/>
              <a:gd name="csY61" fmla="*/ 35434 h 138215"/>
              <a:gd name="csX62" fmla="*/ 20025 w 138234"/>
              <a:gd name="csY62" fmla="*/ 112869 h 138215"/>
              <a:gd name="csX63" fmla="*/ 35320 w 138234"/>
              <a:gd name="csY63" fmla="*/ 120030 h 138215"/>
              <a:gd name="csX64" fmla="*/ 26575 w 138234"/>
              <a:gd name="csY64" fmla="*/ 127583 h 138215"/>
              <a:gd name="csX65" fmla="*/ 17728 w 138234"/>
              <a:gd name="csY65" fmla="*/ 118721 h 138215"/>
              <a:gd name="csX66" fmla="*/ 20025 w 138234"/>
              <a:gd name="csY66" fmla="*/ 112869 h 138215"/>
              <a:gd name="csX67" fmla="*/ 110519 w 138234"/>
              <a:gd name="csY67" fmla="*/ 115182 h 138215"/>
              <a:gd name="csX68" fmla="*/ 119689 w 138234"/>
              <a:gd name="csY68" fmla="*/ 115182 h 138215"/>
              <a:gd name="csX69" fmla="*/ 120506 w 138234"/>
              <a:gd name="csY69" fmla="*/ 118721 h 138215"/>
              <a:gd name="csX70" fmla="*/ 111642 w 138234"/>
              <a:gd name="csY70" fmla="*/ 127583 h 138215"/>
              <a:gd name="csX71" fmla="*/ 102846 w 138234"/>
              <a:gd name="csY71" fmla="*/ 119248 h 138215"/>
              <a:gd name="csX72" fmla="*/ 110519 w 138234"/>
              <a:gd name="csY72" fmla="*/ 115182 h 138215"/>
            </a:gdLst>
            <a:ahLst/>
            <a:cxnLst/>
            <a:rect l="l" t="t" r="r" b="b"/>
            <a:pathLst>
              <a:path w="100000" h="100000">
                <a:moveTo>
                  <a:pt x="10252" y="7"/>
                </a:moveTo>
                <a:cubicBezTo>
                  <a:pt x="7421" y="7"/>
                  <a:pt x="5133" y="2296"/>
                  <a:pt x="5133" y="5139"/>
                </a:cubicBezTo>
                <a:lnTo>
                  <a:pt x="5133" y="15389"/>
                </a:lnTo>
                <a:cubicBezTo>
                  <a:pt x="5133" y="18220"/>
                  <a:pt x="7421" y="20521"/>
                  <a:pt x="10252" y="20521"/>
                </a:cubicBezTo>
                <a:lnTo>
                  <a:pt x="23077" y="20521"/>
                </a:lnTo>
                <a:cubicBezTo>
                  <a:pt x="25908" y="20521"/>
                  <a:pt x="28209" y="18220"/>
                  <a:pt x="28209" y="15389"/>
                </a:cubicBezTo>
                <a:lnTo>
                  <a:pt x="28209" y="5139"/>
                </a:lnTo>
                <a:cubicBezTo>
                  <a:pt x="28209" y="2296"/>
                  <a:pt x="25908" y="7"/>
                  <a:pt x="23077" y="7"/>
                </a:cubicBezTo>
                <a:lnTo>
                  <a:pt x="10252" y="7"/>
                </a:lnTo>
                <a:close/>
                <a:moveTo>
                  <a:pt x="49993" y="14848"/>
                </a:moveTo>
                <a:cubicBezTo>
                  <a:pt x="47877" y="14848"/>
                  <a:pt x="46154" y="16571"/>
                  <a:pt x="46154" y="18700"/>
                </a:cubicBezTo>
                <a:cubicBezTo>
                  <a:pt x="46154" y="20792"/>
                  <a:pt x="47877" y="22539"/>
                  <a:pt x="49993" y="22539"/>
                </a:cubicBezTo>
                <a:lnTo>
                  <a:pt x="59951" y="22539"/>
                </a:lnTo>
                <a:cubicBezTo>
                  <a:pt x="61342" y="27585"/>
                  <a:pt x="64099" y="39029"/>
                  <a:pt x="64099" y="49994"/>
                </a:cubicBezTo>
                <a:cubicBezTo>
                  <a:pt x="64099" y="56233"/>
                  <a:pt x="62954" y="66668"/>
                  <a:pt x="55126" y="66668"/>
                </a:cubicBezTo>
                <a:lnTo>
                  <a:pt x="44874" y="66668"/>
                </a:lnTo>
                <a:cubicBezTo>
                  <a:pt x="42745" y="66668"/>
                  <a:pt x="41022" y="64946"/>
                  <a:pt x="41022" y="62817"/>
                </a:cubicBezTo>
                <a:lnTo>
                  <a:pt x="41022" y="55126"/>
                </a:lnTo>
                <a:cubicBezTo>
                  <a:pt x="41022" y="54670"/>
                  <a:pt x="40936" y="54252"/>
                  <a:pt x="40787" y="53846"/>
                </a:cubicBezTo>
                <a:lnTo>
                  <a:pt x="42301" y="53846"/>
                </a:lnTo>
                <a:cubicBezTo>
                  <a:pt x="44357" y="53846"/>
                  <a:pt x="46129" y="52234"/>
                  <a:pt x="46154" y="50203"/>
                </a:cubicBezTo>
                <a:cubicBezTo>
                  <a:pt x="46252" y="43743"/>
                  <a:pt x="41046" y="38463"/>
                  <a:pt x="34609" y="38463"/>
                </a:cubicBezTo>
                <a:lnTo>
                  <a:pt x="28209" y="38463"/>
                </a:lnTo>
                <a:lnTo>
                  <a:pt x="28209" y="41023"/>
                </a:lnTo>
                <a:cubicBezTo>
                  <a:pt x="28209" y="46696"/>
                  <a:pt x="23619" y="51286"/>
                  <a:pt x="17944" y="51286"/>
                </a:cubicBezTo>
                <a:lnTo>
                  <a:pt x="12332" y="51286"/>
                </a:lnTo>
                <a:cubicBezTo>
                  <a:pt x="10806" y="51286"/>
                  <a:pt x="9317" y="51717"/>
                  <a:pt x="8062" y="52578"/>
                </a:cubicBezTo>
                <a:cubicBezTo>
                  <a:pt x="5033" y="54633"/>
                  <a:pt x="0" y="59334"/>
                  <a:pt x="0" y="68256"/>
                </a:cubicBezTo>
                <a:cubicBezTo>
                  <a:pt x="0" y="69228"/>
                  <a:pt x="357" y="70126"/>
                  <a:pt x="997" y="70840"/>
                </a:cubicBezTo>
                <a:cubicBezTo>
                  <a:pt x="1255" y="71136"/>
                  <a:pt x="3852" y="73929"/>
                  <a:pt x="8123" y="77252"/>
                </a:cubicBezTo>
                <a:cubicBezTo>
                  <a:pt x="6265" y="79652"/>
                  <a:pt x="5133" y="82642"/>
                  <a:pt x="5133" y="85891"/>
                </a:cubicBezTo>
                <a:cubicBezTo>
                  <a:pt x="5133" y="93631"/>
                  <a:pt x="11483" y="99993"/>
                  <a:pt x="19225" y="99993"/>
                </a:cubicBezTo>
                <a:cubicBezTo>
                  <a:pt x="26030" y="99993"/>
                  <a:pt x="31754" y="95096"/>
                  <a:pt x="33058" y="88659"/>
                </a:cubicBezTo>
                <a:cubicBezTo>
                  <a:pt x="34978" y="88942"/>
                  <a:pt x="36947" y="89151"/>
                  <a:pt x="38979" y="89151"/>
                </a:cubicBezTo>
                <a:lnTo>
                  <a:pt x="67065" y="89151"/>
                </a:lnTo>
                <a:cubicBezTo>
                  <a:pt x="68554" y="95342"/>
                  <a:pt x="74142" y="99993"/>
                  <a:pt x="80763" y="99993"/>
                </a:cubicBezTo>
                <a:cubicBezTo>
                  <a:pt x="88517" y="99993"/>
                  <a:pt x="94867" y="93631"/>
                  <a:pt x="94867" y="85891"/>
                </a:cubicBezTo>
                <a:cubicBezTo>
                  <a:pt x="94867" y="84783"/>
                  <a:pt x="94720" y="83700"/>
                  <a:pt x="94474" y="82654"/>
                </a:cubicBezTo>
                <a:cubicBezTo>
                  <a:pt x="94671" y="82519"/>
                  <a:pt x="94855" y="82371"/>
                  <a:pt x="95027" y="82199"/>
                </a:cubicBezTo>
                <a:lnTo>
                  <a:pt x="98868" y="78360"/>
                </a:lnTo>
                <a:cubicBezTo>
                  <a:pt x="100049" y="77178"/>
                  <a:pt x="100332" y="75406"/>
                  <a:pt x="99594" y="73917"/>
                </a:cubicBezTo>
                <a:cubicBezTo>
                  <a:pt x="99360" y="73461"/>
                  <a:pt x="94486" y="63925"/>
                  <a:pt x="84541" y="61919"/>
                </a:cubicBezTo>
                <a:cubicBezTo>
                  <a:pt x="83815" y="47705"/>
                  <a:pt x="78769" y="36138"/>
                  <a:pt x="74068" y="28213"/>
                </a:cubicBezTo>
                <a:lnTo>
                  <a:pt x="78203" y="28213"/>
                </a:lnTo>
                <a:cubicBezTo>
                  <a:pt x="78917" y="28213"/>
                  <a:pt x="79483" y="27634"/>
                  <a:pt x="79483" y="26920"/>
                </a:cubicBezTo>
                <a:lnTo>
                  <a:pt x="79483" y="19229"/>
                </a:lnTo>
                <a:cubicBezTo>
                  <a:pt x="79483" y="18528"/>
                  <a:pt x="78917" y="17949"/>
                  <a:pt x="78203" y="17949"/>
                </a:cubicBezTo>
                <a:lnTo>
                  <a:pt x="70941" y="17949"/>
                </a:lnTo>
                <a:cubicBezTo>
                  <a:pt x="69735" y="17949"/>
                  <a:pt x="68652" y="18392"/>
                  <a:pt x="67779" y="19081"/>
                </a:cubicBezTo>
                <a:cubicBezTo>
                  <a:pt x="67311" y="18515"/>
                  <a:pt x="66831" y="17937"/>
                  <a:pt x="66511" y="17568"/>
                </a:cubicBezTo>
                <a:cubicBezTo>
                  <a:pt x="66486" y="17543"/>
                  <a:pt x="66486" y="17518"/>
                  <a:pt x="66486" y="17518"/>
                </a:cubicBezTo>
                <a:cubicBezTo>
                  <a:pt x="65969" y="15931"/>
                  <a:pt x="64492" y="14848"/>
                  <a:pt x="62819" y="14848"/>
                </a:cubicBezTo>
                <a:lnTo>
                  <a:pt x="49993" y="14848"/>
                </a:lnTo>
                <a:close/>
                <a:moveTo>
                  <a:pt x="5133" y="25640"/>
                </a:moveTo>
                <a:cubicBezTo>
                  <a:pt x="2289" y="25640"/>
                  <a:pt x="0" y="27941"/>
                  <a:pt x="0" y="30772"/>
                </a:cubicBezTo>
                <a:lnTo>
                  <a:pt x="0" y="41023"/>
                </a:lnTo>
                <a:cubicBezTo>
                  <a:pt x="0" y="43866"/>
                  <a:pt x="2289" y="46155"/>
                  <a:pt x="5133" y="46155"/>
                </a:cubicBezTo>
                <a:lnTo>
                  <a:pt x="17944" y="46155"/>
                </a:lnTo>
                <a:cubicBezTo>
                  <a:pt x="20788" y="46155"/>
                  <a:pt x="23077" y="43866"/>
                  <a:pt x="23077" y="41023"/>
                </a:cubicBezTo>
                <a:lnTo>
                  <a:pt x="23077" y="30772"/>
                </a:lnTo>
                <a:cubicBezTo>
                  <a:pt x="23077" y="27941"/>
                  <a:pt x="20788" y="25640"/>
                  <a:pt x="17944" y="25640"/>
                </a:cubicBezTo>
                <a:lnTo>
                  <a:pt x="5133" y="25640"/>
                </a:lnTo>
                <a:close/>
                <a:moveTo>
                  <a:pt x="14486" y="81658"/>
                </a:moveTo>
                <a:cubicBezTo>
                  <a:pt x="17723" y="83626"/>
                  <a:pt x="21452" y="85460"/>
                  <a:pt x="25551" y="86838"/>
                </a:cubicBezTo>
                <a:cubicBezTo>
                  <a:pt x="25095" y="89964"/>
                  <a:pt x="22487" y="92302"/>
                  <a:pt x="19225" y="92302"/>
                </a:cubicBezTo>
                <a:cubicBezTo>
                  <a:pt x="15643" y="92302"/>
                  <a:pt x="12825" y="89472"/>
                  <a:pt x="12825" y="85891"/>
                </a:cubicBezTo>
                <a:cubicBezTo>
                  <a:pt x="12825" y="84229"/>
                  <a:pt x="13477" y="82777"/>
                  <a:pt x="14486" y="81658"/>
                </a:cubicBezTo>
                <a:close/>
                <a:moveTo>
                  <a:pt x="79951" y="83331"/>
                </a:moveTo>
                <a:lnTo>
                  <a:pt x="86584" y="83331"/>
                </a:lnTo>
                <a:cubicBezTo>
                  <a:pt x="86942" y="84119"/>
                  <a:pt x="87175" y="84956"/>
                  <a:pt x="87175" y="85891"/>
                </a:cubicBezTo>
                <a:cubicBezTo>
                  <a:pt x="87175" y="89472"/>
                  <a:pt x="84357" y="92302"/>
                  <a:pt x="80763" y="92302"/>
                </a:cubicBezTo>
                <a:cubicBezTo>
                  <a:pt x="77317" y="92302"/>
                  <a:pt x="74597" y="89669"/>
                  <a:pt x="74400" y="86272"/>
                </a:cubicBezTo>
                <a:cubicBezTo>
                  <a:pt x="75298" y="85128"/>
                  <a:pt x="77145" y="83331"/>
                  <a:pt x="79951" y="8333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5" name="Белый — SVG 21">
            <a:extLst>
              <a:ext uri="{FF2B5EF4-FFF2-40B4-BE49-F238E27FC236}">
                <a16:creationId xmlns:a16="http://schemas.microsoft.com/office/drawing/2014/main" id="{1EBC8E94-8FA6-CD4A-A1A4-EA11BFC4962B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53167 w 134690"/>
              <a:gd name="csY0" fmla="*/ 0 h 134676"/>
              <a:gd name="csX1" fmla="*/ 49657 w 134690"/>
              <a:gd name="csY1" fmla="*/ 4032 h 134676"/>
              <a:gd name="csX2" fmla="*/ 56767 w 134690"/>
              <a:gd name="csY2" fmla="*/ 55218 h 134676"/>
              <a:gd name="csX3" fmla="*/ 32662 w 134690"/>
              <a:gd name="csY3" fmla="*/ 55984 h 134676"/>
              <a:gd name="csX4" fmla="*/ 28307 w 134690"/>
              <a:gd name="csY4" fmla="*/ 43821 h 134676"/>
              <a:gd name="csX5" fmla="*/ 21454 w 134690"/>
              <a:gd name="csY5" fmla="*/ 38990 h 134676"/>
              <a:gd name="csX6" fmla="*/ 17723 w 134690"/>
              <a:gd name="csY6" fmla="*/ 38990 h 134676"/>
              <a:gd name="csX7" fmla="*/ 14177 w 134690"/>
              <a:gd name="csY7" fmla="*/ 42528 h 134676"/>
              <a:gd name="csX8" fmla="*/ 14177 w 134690"/>
              <a:gd name="csY8" fmla="*/ 56579 h 134676"/>
              <a:gd name="csX9" fmla="*/ 10633 w 134690"/>
              <a:gd name="csY9" fmla="*/ 56698 h 134676"/>
              <a:gd name="csX10" fmla="*/ 3115 w 134690"/>
              <a:gd name="csY10" fmla="*/ 59811 h 134676"/>
              <a:gd name="csX11" fmla="*/ 0 w 134690"/>
              <a:gd name="csY11" fmla="*/ 67330 h 134676"/>
              <a:gd name="csX12" fmla="*/ 3115 w 134690"/>
              <a:gd name="csY12" fmla="*/ 74849 h 134676"/>
              <a:gd name="csX13" fmla="*/ 10633 w 134690"/>
              <a:gd name="csY13" fmla="*/ 77962 h 134676"/>
              <a:gd name="csX14" fmla="*/ 14177 w 134690"/>
              <a:gd name="csY14" fmla="*/ 78081 h 134676"/>
              <a:gd name="csX15" fmla="*/ 14177 w 134690"/>
              <a:gd name="csY15" fmla="*/ 92149 h 134676"/>
              <a:gd name="csX16" fmla="*/ 17723 w 134690"/>
              <a:gd name="csY16" fmla="*/ 95687 h 134676"/>
              <a:gd name="csX17" fmla="*/ 21454 w 134690"/>
              <a:gd name="csY17" fmla="*/ 95687 h 134676"/>
              <a:gd name="csX18" fmla="*/ 28307 w 134690"/>
              <a:gd name="csY18" fmla="*/ 90856 h 134676"/>
              <a:gd name="csX19" fmla="*/ 32662 w 134690"/>
              <a:gd name="csY19" fmla="*/ 78676 h 134676"/>
              <a:gd name="csX20" fmla="*/ 56767 w 134690"/>
              <a:gd name="csY20" fmla="*/ 79459 h 134676"/>
              <a:gd name="csX21" fmla="*/ 49657 w 134690"/>
              <a:gd name="csY21" fmla="*/ 130628 h 134676"/>
              <a:gd name="csX22" fmla="*/ 53167 w 134690"/>
              <a:gd name="csY22" fmla="*/ 134677 h 134676"/>
              <a:gd name="csX23" fmla="*/ 57162 w 134690"/>
              <a:gd name="csY23" fmla="*/ 134677 h 134676"/>
              <a:gd name="csX24" fmla="*/ 63440 w 134690"/>
              <a:gd name="csY24" fmla="*/ 130781 h 134676"/>
              <a:gd name="csX25" fmla="*/ 88597 w 134690"/>
              <a:gd name="csY25" fmla="*/ 80480 h 134676"/>
              <a:gd name="csX26" fmla="*/ 119834 w 134690"/>
              <a:gd name="csY26" fmla="*/ 81483 h 134676"/>
              <a:gd name="csX27" fmla="*/ 120511 w 134690"/>
              <a:gd name="csY27" fmla="*/ 81517 h 134676"/>
              <a:gd name="csX28" fmla="*/ 130537 w 134690"/>
              <a:gd name="csY28" fmla="*/ 77366 h 134676"/>
              <a:gd name="csX29" fmla="*/ 134690 w 134690"/>
              <a:gd name="csY29" fmla="*/ 67330 h 134676"/>
              <a:gd name="csX30" fmla="*/ 130537 w 134690"/>
              <a:gd name="csY30" fmla="*/ 57310 h 134676"/>
              <a:gd name="csX31" fmla="*/ 120511 w 134690"/>
              <a:gd name="csY31" fmla="*/ 53160 h 134676"/>
              <a:gd name="csX32" fmla="*/ 88597 w 134690"/>
              <a:gd name="csY32" fmla="*/ 54197 h 134676"/>
              <a:gd name="csX33" fmla="*/ 63440 w 134690"/>
              <a:gd name="csY33" fmla="*/ 3879 h 134676"/>
              <a:gd name="csX34" fmla="*/ 57162 w 134690"/>
              <a:gd name="csY34" fmla="*/ 0 h 134676"/>
              <a:gd name="csX35" fmla="*/ 53167 w 134690"/>
              <a:gd name="csY35" fmla="*/ 0 h 134676"/>
            </a:gdLst>
            <a:ahLst/>
            <a:cxnLst/>
            <a:rect l="l" t="t" r="r" b="b"/>
            <a:pathLst>
              <a:path w="100000" h="100000">
                <a:moveTo>
                  <a:pt x="39474" y="5"/>
                </a:moveTo>
                <a:cubicBezTo>
                  <a:pt x="37876" y="5"/>
                  <a:pt x="36646" y="1420"/>
                  <a:pt x="36868" y="2999"/>
                </a:cubicBezTo>
                <a:lnTo>
                  <a:pt x="42146" y="41002"/>
                </a:lnTo>
                <a:lnTo>
                  <a:pt x="24250" y="41570"/>
                </a:lnTo>
                <a:lnTo>
                  <a:pt x="21016" y="32540"/>
                </a:lnTo>
                <a:cubicBezTo>
                  <a:pt x="20249" y="30380"/>
                  <a:pt x="18212" y="28953"/>
                  <a:pt x="15928" y="28953"/>
                </a:cubicBezTo>
                <a:lnTo>
                  <a:pt x="13158" y="28953"/>
                </a:lnTo>
                <a:cubicBezTo>
                  <a:pt x="11705" y="28953"/>
                  <a:pt x="10526" y="30127"/>
                  <a:pt x="10526" y="31580"/>
                </a:cubicBezTo>
                <a:lnTo>
                  <a:pt x="10526" y="42012"/>
                </a:lnTo>
                <a:lnTo>
                  <a:pt x="7894" y="42100"/>
                </a:lnTo>
                <a:cubicBezTo>
                  <a:pt x="5801" y="42100"/>
                  <a:pt x="3793" y="42934"/>
                  <a:pt x="2313" y="44412"/>
                </a:cubicBezTo>
                <a:cubicBezTo>
                  <a:pt x="832" y="45902"/>
                  <a:pt x="0" y="47910"/>
                  <a:pt x="0" y="49994"/>
                </a:cubicBezTo>
                <a:cubicBezTo>
                  <a:pt x="0" y="52091"/>
                  <a:pt x="832" y="54098"/>
                  <a:pt x="2313" y="55577"/>
                </a:cubicBezTo>
                <a:cubicBezTo>
                  <a:pt x="3793" y="57054"/>
                  <a:pt x="5801" y="57888"/>
                  <a:pt x="7894" y="57888"/>
                </a:cubicBezTo>
                <a:lnTo>
                  <a:pt x="10526" y="57976"/>
                </a:lnTo>
                <a:lnTo>
                  <a:pt x="10526" y="68421"/>
                </a:lnTo>
                <a:cubicBezTo>
                  <a:pt x="10526" y="69873"/>
                  <a:pt x="11705" y="71048"/>
                  <a:pt x="13158" y="71048"/>
                </a:cubicBezTo>
                <a:lnTo>
                  <a:pt x="15928" y="71048"/>
                </a:lnTo>
                <a:cubicBezTo>
                  <a:pt x="18212" y="71048"/>
                  <a:pt x="20249" y="69608"/>
                  <a:pt x="21016" y="67461"/>
                </a:cubicBezTo>
                <a:lnTo>
                  <a:pt x="24250" y="58418"/>
                </a:lnTo>
                <a:lnTo>
                  <a:pt x="42146" y="58999"/>
                </a:lnTo>
                <a:lnTo>
                  <a:pt x="36868" y="96989"/>
                </a:lnTo>
                <a:cubicBezTo>
                  <a:pt x="36646" y="98581"/>
                  <a:pt x="37876" y="99996"/>
                  <a:pt x="39474" y="99996"/>
                </a:cubicBezTo>
                <a:lnTo>
                  <a:pt x="42440" y="99996"/>
                </a:lnTo>
                <a:cubicBezTo>
                  <a:pt x="44412" y="99996"/>
                  <a:pt x="46219" y="98871"/>
                  <a:pt x="47101" y="97103"/>
                </a:cubicBezTo>
                <a:lnTo>
                  <a:pt x="65778" y="59757"/>
                </a:lnTo>
                <a:lnTo>
                  <a:pt x="88970" y="60502"/>
                </a:lnTo>
                <a:cubicBezTo>
                  <a:pt x="89137" y="60515"/>
                  <a:pt x="89305" y="60527"/>
                  <a:pt x="89473" y="60527"/>
                </a:cubicBezTo>
                <a:cubicBezTo>
                  <a:pt x="92264" y="60527"/>
                  <a:pt x="94942" y="59416"/>
                  <a:pt x="96917" y="57445"/>
                </a:cubicBezTo>
                <a:cubicBezTo>
                  <a:pt x="98891" y="55463"/>
                  <a:pt x="100000" y="52785"/>
                  <a:pt x="100000" y="49994"/>
                </a:cubicBezTo>
                <a:cubicBezTo>
                  <a:pt x="100000" y="47202"/>
                  <a:pt x="98891" y="44525"/>
                  <a:pt x="96917" y="42555"/>
                </a:cubicBezTo>
                <a:cubicBezTo>
                  <a:pt x="94942" y="40585"/>
                  <a:pt x="92264" y="39474"/>
                  <a:pt x="89473" y="39474"/>
                </a:cubicBezTo>
                <a:lnTo>
                  <a:pt x="65778" y="40244"/>
                </a:lnTo>
                <a:lnTo>
                  <a:pt x="47101" y="2885"/>
                </a:lnTo>
                <a:cubicBezTo>
                  <a:pt x="46219" y="1117"/>
                  <a:pt x="44412" y="5"/>
                  <a:pt x="42440" y="5"/>
                </a:cubicBezTo>
                <a:lnTo>
                  <a:pt x="39474" y="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6" name="Белый — SVG 22">
            <a:extLst>
              <a:ext uri="{FF2B5EF4-FFF2-40B4-BE49-F238E27FC236}">
                <a16:creationId xmlns:a16="http://schemas.microsoft.com/office/drawing/2014/main" id="{A3D49EB6-F1EE-1240-9F5E-0D7AE11BB5E4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74510 w 149018"/>
              <a:gd name="csY0" fmla="*/ 0 h 116951"/>
              <a:gd name="csX1" fmla="*/ 41654 w 149018"/>
              <a:gd name="csY1" fmla="*/ 4355 h 116951"/>
              <a:gd name="csX2" fmla="*/ 24977 w 149018"/>
              <a:gd name="csY2" fmla="*/ 17777 h 116951"/>
              <a:gd name="csX3" fmla="*/ 17514 w 149018"/>
              <a:gd name="csY3" fmla="*/ 32151 h 116951"/>
              <a:gd name="csX4" fmla="*/ 15804 w 149018"/>
              <a:gd name="csY4" fmla="*/ 31896 h 116951"/>
              <a:gd name="csX5" fmla="*/ 5393 w 149018"/>
              <a:gd name="csY5" fmla="*/ 31896 h 116951"/>
              <a:gd name="csX6" fmla="*/ 3335 w 149018"/>
              <a:gd name="csY6" fmla="*/ 32287 h 116951"/>
              <a:gd name="csX7" fmla="*/ 1584 w 149018"/>
              <a:gd name="csY7" fmla="*/ 33427 h 116951"/>
              <a:gd name="csX8" fmla="*/ 412 w 149018"/>
              <a:gd name="csY8" fmla="*/ 35162 h 116951"/>
              <a:gd name="csX9" fmla="*/ 0 w 149018"/>
              <a:gd name="csY9" fmla="*/ 37203 h 116951"/>
              <a:gd name="csX10" fmla="*/ 412 w 149018"/>
              <a:gd name="csY10" fmla="*/ 39262 h 116951"/>
              <a:gd name="csX11" fmla="*/ 1584 w 149018"/>
              <a:gd name="csY11" fmla="*/ 40997 h 116951"/>
              <a:gd name="csX12" fmla="*/ 3335 w 149018"/>
              <a:gd name="csY12" fmla="*/ 42137 h 116951"/>
              <a:gd name="csX13" fmla="*/ 5393 w 149018"/>
              <a:gd name="csY13" fmla="*/ 42528 h 116951"/>
              <a:gd name="csX14" fmla="*/ 10992 w 149018"/>
              <a:gd name="csY14" fmla="*/ 42528 h 116951"/>
              <a:gd name="csX15" fmla="*/ 9580 w 149018"/>
              <a:gd name="csY15" fmla="*/ 43208 h 116951"/>
              <a:gd name="csX16" fmla="*/ 77 w 149018"/>
              <a:gd name="csY16" fmla="*/ 58467 h 116951"/>
              <a:gd name="csX17" fmla="*/ 77 w 149018"/>
              <a:gd name="csY17" fmla="*/ 93918 h 116951"/>
              <a:gd name="csX18" fmla="*/ 77 w 149018"/>
              <a:gd name="csY18" fmla="*/ 109858 h 116951"/>
              <a:gd name="csX19" fmla="*/ 7164 w 149018"/>
              <a:gd name="csY19" fmla="*/ 116951 h 116951"/>
              <a:gd name="csX20" fmla="*/ 14254 w 149018"/>
              <a:gd name="csY20" fmla="*/ 116951 h 116951"/>
              <a:gd name="csX21" fmla="*/ 21343 w 149018"/>
              <a:gd name="csY21" fmla="*/ 109858 h 116951"/>
              <a:gd name="csX22" fmla="*/ 21343 w 149018"/>
              <a:gd name="csY22" fmla="*/ 99226 h 116951"/>
              <a:gd name="csX23" fmla="*/ 127677 w 149018"/>
              <a:gd name="csY23" fmla="*/ 99226 h 116951"/>
              <a:gd name="csX24" fmla="*/ 127677 w 149018"/>
              <a:gd name="csY24" fmla="*/ 109858 h 116951"/>
              <a:gd name="csX25" fmla="*/ 134765 w 149018"/>
              <a:gd name="csY25" fmla="*/ 116951 h 116951"/>
              <a:gd name="csX26" fmla="*/ 141854 w 149018"/>
              <a:gd name="csY26" fmla="*/ 116951 h 116951"/>
              <a:gd name="csX27" fmla="*/ 148944 w 149018"/>
              <a:gd name="csY27" fmla="*/ 109858 h 116951"/>
              <a:gd name="csX28" fmla="*/ 148944 w 149018"/>
              <a:gd name="csY28" fmla="*/ 93918 h 116951"/>
              <a:gd name="csX29" fmla="*/ 148944 w 149018"/>
              <a:gd name="csY29" fmla="*/ 58467 h 116951"/>
              <a:gd name="csX30" fmla="*/ 139438 w 149018"/>
              <a:gd name="csY30" fmla="*/ 43208 h 116951"/>
              <a:gd name="csX31" fmla="*/ 138026 w 149018"/>
              <a:gd name="csY31" fmla="*/ 42528 h 116951"/>
              <a:gd name="csX32" fmla="*/ 143627 w 149018"/>
              <a:gd name="csY32" fmla="*/ 42528 h 116951"/>
              <a:gd name="csX33" fmla="*/ 145684 w 149018"/>
              <a:gd name="csY33" fmla="*/ 42137 h 116951"/>
              <a:gd name="csX34" fmla="*/ 147435 w 149018"/>
              <a:gd name="csY34" fmla="*/ 40997 h 116951"/>
              <a:gd name="csX35" fmla="*/ 148607 w 149018"/>
              <a:gd name="csY35" fmla="*/ 39262 h 116951"/>
              <a:gd name="csX36" fmla="*/ 149019 w 149018"/>
              <a:gd name="csY36" fmla="*/ 37203 h 116951"/>
              <a:gd name="csX37" fmla="*/ 148607 w 149018"/>
              <a:gd name="csY37" fmla="*/ 35162 h 116951"/>
              <a:gd name="csX38" fmla="*/ 147435 w 149018"/>
              <a:gd name="csY38" fmla="*/ 33427 h 116951"/>
              <a:gd name="csX39" fmla="*/ 145684 w 149018"/>
              <a:gd name="csY39" fmla="*/ 32287 h 116951"/>
              <a:gd name="csX40" fmla="*/ 143627 w 149018"/>
              <a:gd name="csY40" fmla="*/ 31896 h 116951"/>
              <a:gd name="csX41" fmla="*/ 133326 w 149018"/>
              <a:gd name="csY41" fmla="*/ 31896 h 116951"/>
              <a:gd name="csX42" fmla="*/ 131532 w 149018"/>
              <a:gd name="csY42" fmla="*/ 32185 h 116951"/>
              <a:gd name="csX43" fmla="*/ 124048 w 149018"/>
              <a:gd name="csY43" fmla="*/ 17777 h 116951"/>
              <a:gd name="csX44" fmla="*/ 124048 w 149018"/>
              <a:gd name="csY44" fmla="*/ 17777 h 116951"/>
              <a:gd name="csX45" fmla="*/ 107372 w 149018"/>
              <a:gd name="csY45" fmla="*/ 4355 h 116951"/>
              <a:gd name="csX46" fmla="*/ 107365 w 149018"/>
              <a:gd name="csY46" fmla="*/ 4355 h 116951"/>
              <a:gd name="csX47" fmla="*/ 74510 w 149018"/>
              <a:gd name="csY47" fmla="*/ 0 h 116951"/>
              <a:gd name="csX48" fmla="*/ 74510 w 149018"/>
              <a:gd name="csY48" fmla="*/ 10632 h 116951"/>
              <a:gd name="csX49" fmla="*/ 104651 w 149018"/>
              <a:gd name="csY49" fmla="*/ 14630 h 116951"/>
              <a:gd name="csX50" fmla="*/ 114613 w 149018"/>
              <a:gd name="csY50" fmla="*/ 22676 h 116951"/>
              <a:gd name="csX51" fmla="*/ 121743 w 149018"/>
              <a:gd name="csY51" fmla="*/ 36404 h 116951"/>
              <a:gd name="csX52" fmla="*/ 120193 w 149018"/>
              <a:gd name="csY52" fmla="*/ 36013 h 116951"/>
              <a:gd name="csX53" fmla="*/ 74510 w 149018"/>
              <a:gd name="csY53" fmla="*/ 31896 h 116951"/>
              <a:gd name="csX54" fmla="*/ 28826 w 149018"/>
              <a:gd name="csY54" fmla="*/ 36013 h 116951"/>
              <a:gd name="csX55" fmla="*/ 27283 w 149018"/>
              <a:gd name="csY55" fmla="*/ 36404 h 116951"/>
              <a:gd name="csX56" fmla="*/ 34413 w 149018"/>
              <a:gd name="csY56" fmla="*/ 22676 h 116951"/>
              <a:gd name="csX57" fmla="*/ 44374 w 149018"/>
              <a:gd name="csY57" fmla="*/ 14630 h 116951"/>
              <a:gd name="csX58" fmla="*/ 74510 w 149018"/>
              <a:gd name="csY58" fmla="*/ 10632 h 116951"/>
              <a:gd name="csX59" fmla="*/ 19571 w 149018"/>
              <a:gd name="csY59" fmla="*/ 53160 h 116951"/>
              <a:gd name="csX60" fmla="*/ 28431 w 149018"/>
              <a:gd name="csY60" fmla="*/ 62022 h 116951"/>
              <a:gd name="csX61" fmla="*/ 19571 w 149018"/>
              <a:gd name="csY61" fmla="*/ 70885 h 116951"/>
              <a:gd name="csX62" fmla="*/ 10710 w 149018"/>
              <a:gd name="csY62" fmla="*/ 62022 h 116951"/>
              <a:gd name="csX63" fmla="*/ 19571 w 149018"/>
              <a:gd name="csY63" fmla="*/ 53160 h 116951"/>
              <a:gd name="csX64" fmla="*/ 129448 w 149018"/>
              <a:gd name="csY64" fmla="*/ 53160 h 116951"/>
              <a:gd name="csX65" fmla="*/ 138311 w 149018"/>
              <a:gd name="csY65" fmla="*/ 62022 h 116951"/>
              <a:gd name="csX66" fmla="*/ 129448 w 149018"/>
              <a:gd name="csY66" fmla="*/ 70885 h 116951"/>
              <a:gd name="csX67" fmla="*/ 120588 w 149018"/>
              <a:gd name="csY67" fmla="*/ 62022 h 116951"/>
              <a:gd name="csX68" fmla="*/ 129448 w 149018"/>
              <a:gd name="csY68" fmla="*/ 53160 h 116951"/>
              <a:gd name="csX69" fmla="*/ 44381 w 149018"/>
              <a:gd name="csY69" fmla="*/ 74424 h 116951"/>
              <a:gd name="csX70" fmla="*/ 104638 w 149018"/>
              <a:gd name="csY70" fmla="*/ 74424 h 116951"/>
              <a:gd name="csX71" fmla="*/ 109386 w 149018"/>
              <a:gd name="csY71" fmla="*/ 77366 h 116951"/>
              <a:gd name="csX72" fmla="*/ 108888 w 149018"/>
              <a:gd name="csY72" fmla="*/ 82929 h 116951"/>
              <a:gd name="csX73" fmla="*/ 104638 w 149018"/>
              <a:gd name="csY73" fmla="*/ 88594 h 116951"/>
              <a:gd name="csX74" fmla="*/ 44381 w 149018"/>
              <a:gd name="csY74" fmla="*/ 88594 h 116951"/>
              <a:gd name="csX75" fmla="*/ 40131 w 149018"/>
              <a:gd name="csY75" fmla="*/ 82929 h 116951"/>
              <a:gd name="csX76" fmla="*/ 39633 w 149018"/>
              <a:gd name="csY76" fmla="*/ 77366 h 116951"/>
              <a:gd name="csX77" fmla="*/ 44381 w 149018"/>
              <a:gd name="csY77" fmla="*/ 74424 h 116951"/>
            </a:gdLst>
            <a:ahLst/>
            <a:cxnLst/>
            <a:rect l="l" t="t" r="r" b="b"/>
            <a:pathLst>
              <a:path w="100000" h="100000">
                <a:moveTo>
                  <a:pt x="50001" y="10759"/>
                </a:moveTo>
                <a:cubicBezTo>
                  <a:pt x="40943" y="10759"/>
                  <a:pt x="33126" y="12312"/>
                  <a:pt x="27952" y="13682"/>
                </a:cubicBezTo>
                <a:cubicBezTo>
                  <a:pt x="23099" y="14960"/>
                  <a:pt x="19056" y="18259"/>
                  <a:pt x="16761" y="22689"/>
                </a:cubicBezTo>
                <a:lnTo>
                  <a:pt x="11753" y="32335"/>
                </a:lnTo>
                <a:cubicBezTo>
                  <a:pt x="11383" y="32221"/>
                  <a:pt x="10996" y="32164"/>
                  <a:pt x="10605" y="32164"/>
                </a:cubicBezTo>
                <a:lnTo>
                  <a:pt x="3619" y="32164"/>
                </a:lnTo>
                <a:cubicBezTo>
                  <a:pt x="3145" y="32152"/>
                  <a:pt x="2676" y="32243"/>
                  <a:pt x="2238" y="32426"/>
                </a:cubicBezTo>
                <a:cubicBezTo>
                  <a:pt x="1799" y="32597"/>
                  <a:pt x="1400" y="32859"/>
                  <a:pt x="1063" y="33191"/>
                </a:cubicBezTo>
                <a:cubicBezTo>
                  <a:pt x="726" y="33522"/>
                  <a:pt x="459" y="33922"/>
                  <a:pt x="276" y="34355"/>
                </a:cubicBezTo>
                <a:cubicBezTo>
                  <a:pt x="94" y="34789"/>
                  <a:pt x="0" y="35257"/>
                  <a:pt x="0" y="35725"/>
                </a:cubicBezTo>
                <a:cubicBezTo>
                  <a:pt x="0" y="36205"/>
                  <a:pt x="94" y="36672"/>
                  <a:pt x="276" y="37107"/>
                </a:cubicBezTo>
                <a:cubicBezTo>
                  <a:pt x="459" y="37540"/>
                  <a:pt x="726" y="37940"/>
                  <a:pt x="1063" y="38271"/>
                </a:cubicBezTo>
                <a:cubicBezTo>
                  <a:pt x="1400" y="38602"/>
                  <a:pt x="1799" y="38864"/>
                  <a:pt x="2238" y="39036"/>
                </a:cubicBezTo>
                <a:cubicBezTo>
                  <a:pt x="2676" y="39218"/>
                  <a:pt x="3145" y="39310"/>
                  <a:pt x="3619" y="39298"/>
                </a:cubicBezTo>
                <a:lnTo>
                  <a:pt x="7376" y="39298"/>
                </a:lnTo>
                <a:cubicBezTo>
                  <a:pt x="7083" y="39469"/>
                  <a:pt x="6712" y="39572"/>
                  <a:pt x="6429" y="39755"/>
                </a:cubicBezTo>
                <a:cubicBezTo>
                  <a:pt x="2882" y="42026"/>
                  <a:pt x="52" y="45600"/>
                  <a:pt x="52" y="49994"/>
                </a:cubicBezTo>
                <a:lnTo>
                  <a:pt x="52" y="73784"/>
                </a:lnTo>
                <a:lnTo>
                  <a:pt x="52" y="84481"/>
                </a:lnTo>
                <a:cubicBezTo>
                  <a:pt x="52" y="87117"/>
                  <a:pt x="2180" y="89241"/>
                  <a:pt x="4807" y="89241"/>
                </a:cubicBezTo>
                <a:lnTo>
                  <a:pt x="9565" y="89241"/>
                </a:lnTo>
                <a:cubicBezTo>
                  <a:pt x="12193" y="89241"/>
                  <a:pt x="14322" y="87117"/>
                  <a:pt x="14322" y="84481"/>
                </a:cubicBezTo>
                <a:lnTo>
                  <a:pt x="14322" y="77346"/>
                </a:lnTo>
                <a:lnTo>
                  <a:pt x="85679" y="77346"/>
                </a:lnTo>
                <a:lnTo>
                  <a:pt x="85679" y="84481"/>
                </a:lnTo>
                <a:cubicBezTo>
                  <a:pt x="85679" y="87117"/>
                  <a:pt x="87807" y="89241"/>
                  <a:pt x="90435" y="89241"/>
                </a:cubicBezTo>
                <a:lnTo>
                  <a:pt x="95193" y="89241"/>
                </a:lnTo>
                <a:cubicBezTo>
                  <a:pt x="97821" y="89241"/>
                  <a:pt x="99950" y="87117"/>
                  <a:pt x="99950" y="84481"/>
                </a:cubicBezTo>
                <a:lnTo>
                  <a:pt x="99950" y="73784"/>
                </a:lnTo>
                <a:lnTo>
                  <a:pt x="99950" y="49994"/>
                </a:lnTo>
                <a:cubicBezTo>
                  <a:pt x="99950" y="45600"/>
                  <a:pt x="97119" y="42026"/>
                  <a:pt x="93571" y="39755"/>
                </a:cubicBezTo>
                <a:cubicBezTo>
                  <a:pt x="93289" y="39572"/>
                  <a:pt x="92918" y="39469"/>
                  <a:pt x="92624" y="39298"/>
                </a:cubicBezTo>
                <a:lnTo>
                  <a:pt x="96382" y="39298"/>
                </a:lnTo>
                <a:cubicBezTo>
                  <a:pt x="96855" y="39310"/>
                  <a:pt x="97324" y="39218"/>
                  <a:pt x="97763" y="39036"/>
                </a:cubicBezTo>
                <a:cubicBezTo>
                  <a:pt x="98201" y="38864"/>
                  <a:pt x="98601" y="38602"/>
                  <a:pt x="98938" y="38271"/>
                </a:cubicBezTo>
                <a:cubicBezTo>
                  <a:pt x="99275" y="37940"/>
                  <a:pt x="99542" y="37540"/>
                  <a:pt x="99724" y="37107"/>
                </a:cubicBezTo>
                <a:cubicBezTo>
                  <a:pt x="99907" y="36672"/>
                  <a:pt x="100001" y="36205"/>
                  <a:pt x="100001" y="35725"/>
                </a:cubicBezTo>
                <a:cubicBezTo>
                  <a:pt x="100001" y="35257"/>
                  <a:pt x="99907" y="34789"/>
                  <a:pt x="99724" y="34355"/>
                </a:cubicBezTo>
                <a:cubicBezTo>
                  <a:pt x="99542" y="33922"/>
                  <a:pt x="99275" y="33522"/>
                  <a:pt x="98938" y="33191"/>
                </a:cubicBezTo>
                <a:cubicBezTo>
                  <a:pt x="98601" y="32859"/>
                  <a:pt x="98201" y="32597"/>
                  <a:pt x="97763" y="32426"/>
                </a:cubicBezTo>
                <a:cubicBezTo>
                  <a:pt x="97324" y="32243"/>
                  <a:pt x="96855" y="32152"/>
                  <a:pt x="96382" y="32164"/>
                </a:cubicBezTo>
                <a:lnTo>
                  <a:pt x="89470" y="32164"/>
                </a:lnTo>
                <a:cubicBezTo>
                  <a:pt x="89060" y="32164"/>
                  <a:pt x="88653" y="32221"/>
                  <a:pt x="88266" y="32358"/>
                </a:cubicBezTo>
                <a:lnTo>
                  <a:pt x="83244" y="22689"/>
                </a:lnTo>
                <a:lnTo>
                  <a:pt x="83244" y="22689"/>
                </a:lnTo>
                <a:cubicBezTo>
                  <a:pt x="80948" y="18259"/>
                  <a:pt x="76907" y="14960"/>
                  <a:pt x="72053" y="13682"/>
                </a:cubicBezTo>
                <a:lnTo>
                  <a:pt x="72048" y="13682"/>
                </a:lnTo>
                <a:cubicBezTo>
                  <a:pt x="66872" y="12312"/>
                  <a:pt x="59058" y="10759"/>
                  <a:pt x="50001" y="10759"/>
                </a:cubicBezTo>
                <a:close/>
                <a:moveTo>
                  <a:pt x="50001" y="17894"/>
                </a:moveTo>
                <a:cubicBezTo>
                  <a:pt x="58239" y="17894"/>
                  <a:pt x="65485" y="19321"/>
                  <a:pt x="70227" y="20577"/>
                </a:cubicBezTo>
                <a:cubicBezTo>
                  <a:pt x="73103" y="21330"/>
                  <a:pt x="75522" y="23293"/>
                  <a:pt x="76912" y="25976"/>
                </a:cubicBezTo>
                <a:lnTo>
                  <a:pt x="81697" y="35189"/>
                </a:lnTo>
                <a:cubicBezTo>
                  <a:pt x="81349" y="35109"/>
                  <a:pt x="81015" y="35006"/>
                  <a:pt x="80657" y="34926"/>
                </a:cubicBezTo>
                <a:cubicBezTo>
                  <a:pt x="70823" y="32734"/>
                  <a:pt x="59079" y="32164"/>
                  <a:pt x="50001" y="32164"/>
                </a:cubicBezTo>
                <a:cubicBezTo>
                  <a:pt x="40922" y="32164"/>
                  <a:pt x="29177" y="32734"/>
                  <a:pt x="19344" y="34926"/>
                </a:cubicBezTo>
                <a:cubicBezTo>
                  <a:pt x="18986" y="35006"/>
                  <a:pt x="18655" y="35097"/>
                  <a:pt x="18309" y="35189"/>
                </a:cubicBezTo>
                <a:lnTo>
                  <a:pt x="23093" y="25976"/>
                </a:lnTo>
                <a:cubicBezTo>
                  <a:pt x="24480" y="23293"/>
                  <a:pt x="26901" y="21330"/>
                  <a:pt x="29778" y="20577"/>
                </a:cubicBezTo>
                <a:cubicBezTo>
                  <a:pt x="34517" y="19321"/>
                  <a:pt x="41761" y="17894"/>
                  <a:pt x="50001" y="17894"/>
                </a:cubicBezTo>
                <a:close/>
                <a:moveTo>
                  <a:pt x="13133" y="46433"/>
                </a:moveTo>
                <a:cubicBezTo>
                  <a:pt x="16415" y="46433"/>
                  <a:pt x="19079" y="49092"/>
                  <a:pt x="19079" y="52380"/>
                </a:cubicBezTo>
                <a:cubicBezTo>
                  <a:pt x="19079" y="55657"/>
                  <a:pt x="16415" y="58328"/>
                  <a:pt x="13133" y="58328"/>
                </a:cubicBezTo>
                <a:cubicBezTo>
                  <a:pt x="9850" y="58328"/>
                  <a:pt x="7187" y="55657"/>
                  <a:pt x="7187" y="52380"/>
                </a:cubicBezTo>
                <a:cubicBezTo>
                  <a:pt x="7187" y="49092"/>
                  <a:pt x="9850" y="46433"/>
                  <a:pt x="13133" y="46433"/>
                </a:cubicBezTo>
                <a:close/>
                <a:moveTo>
                  <a:pt x="86867" y="46433"/>
                </a:moveTo>
                <a:cubicBezTo>
                  <a:pt x="90150" y="46433"/>
                  <a:pt x="92815" y="49092"/>
                  <a:pt x="92815" y="52380"/>
                </a:cubicBezTo>
                <a:cubicBezTo>
                  <a:pt x="92815" y="55657"/>
                  <a:pt x="90150" y="58328"/>
                  <a:pt x="86867" y="58328"/>
                </a:cubicBezTo>
                <a:cubicBezTo>
                  <a:pt x="83585" y="58328"/>
                  <a:pt x="80922" y="55657"/>
                  <a:pt x="80922" y="52380"/>
                </a:cubicBezTo>
                <a:cubicBezTo>
                  <a:pt x="80922" y="49092"/>
                  <a:pt x="83585" y="46433"/>
                  <a:pt x="86867" y="46433"/>
                </a:cubicBezTo>
                <a:close/>
                <a:moveTo>
                  <a:pt x="29782" y="60702"/>
                </a:moveTo>
                <a:lnTo>
                  <a:pt x="70218" y="60702"/>
                </a:lnTo>
                <a:cubicBezTo>
                  <a:pt x="71573" y="60702"/>
                  <a:pt x="72810" y="61467"/>
                  <a:pt x="73405" y="62677"/>
                </a:cubicBezTo>
                <a:cubicBezTo>
                  <a:pt x="74023" y="63887"/>
                  <a:pt x="73880" y="65337"/>
                  <a:pt x="73070" y="66410"/>
                </a:cubicBezTo>
                <a:lnTo>
                  <a:pt x="70218" y="70211"/>
                </a:lnTo>
                <a:lnTo>
                  <a:pt x="29782" y="70211"/>
                </a:lnTo>
                <a:lnTo>
                  <a:pt x="26930" y="66410"/>
                </a:lnTo>
                <a:cubicBezTo>
                  <a:pt x="26121" y="65337"/>
                  <a:pt x="25977" y="63887"/>
                  <a:pt x="26596" y="62677"/>
                </a:cubicBezTo>
                <a:cubicBezTo>
                  <a:pt x="27191" y="61467"/>
                  <a:pt x="28427" y="60702"/>
                  <a:pt x="29782" y="6070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7" name="Белый — SVG 23">
            <a:extLst>
              <a:ext uri="{FF2B5EF4-FFF2-40B4-BE49-F238E27FC236}">
                <a16:creationId xmlns:a16="http://schemas.microsoft.com/office/drawing/2014/main" id="{5B715EC5-E17C-5942-8B52-FF854C54D872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75505 w 126902"/>
              <a:gd name="csY0" fmla="*/ 0 h 134676"/>
              <a:gd name="csX1" fmla="*/ 70197 w 126902"/>
              <a:gd name="csY1" fmla="*/ 5307 h 134676"/>
              <a:gd name="csX2" fmla="*/ 70197 w 126902"/>
              <a:gd name="csY2" fmla="*/ 53160 h 134676"/>
              <a:gd name="csX3" fmla="*/ 126903 w 126902"/>
              <a:gd name="csY3" fmla="*/ 53160 h 134676"/>
              <a:gd name="csX4" fmla="*/ 126903 w 126902"/>
              <a:gd name="csY4" fmla="*/ 50795 h 134676"/>
              <a:gd name="csX5" fmla="*/ 75505 w 126902"/>
              <a:gd name="csY5" fmla="*/ 0 h 134676"/>
              <a:gd name="csX6" fmla="*/ 36528 w 126902"/>
              <a:gd name="csY6" fmla="*/ 7094 h 134676"/>
              <a:gd name="csX7" fmla="*/ 27749 w 126902"/>
              <a:gd name="csY7" fmla="*/ 10717 h 134676"/>
              <a:gd name="csX8" fmla="*/ 24125 w 126902"/>
              <a:gd name="csY8" fmla="*/ 19495 h 134676"/>
              <a:gd name="csX9" fmla="*/ 27749 w 126902"/>
              <a:gd name="csY9" fmla="*/ 28255 h 134676"/>
              <a:gd name="csX10" fmla="*/ 36528 w 126902"/>
              <a:gd name="csY10" fmla="*/ 31896 h 134676"/>
              <a:gd name="csX11" fmla="*/ 45290 w 126902"/>
              <a:gd name="csY11" fmla="*/ 28255 h 134676"/>
              <a:gd name="csX12" fmla="*/ 48930 w 126902"/>
              <a:gd name="csY12" fmla="*/ 19495 h 134676"/>
              <a:gd name="csX13" fmla="*/ 45290 w 126902"/>
              <a:gd name="csY13" fmla="*/ 10717 h 134676"/>
              <a:gd name="csX14" fmla="*/ 36528 w 126902"/>
              <a:gd name="csY14" fmla="*/ 7094 h 134676"/>
              <a:gd name="csX15" fmla="*/ 27663 w 126902"/>
              <a:gd name="csY15" fmla="*/ 38990 h 134676"/>
              <a:gd name="csX16" fmla="*/ 17030 w 126902"/>
              <a:gd name="csY16" fmla="*/ 49621 h 134676"/>
              <a:gd name="csX17" fmla="*/ 17030 w 126902"/>
              <a:gd name="csY17" fmla="*/ 53160 h 134676"/>
              <a:gd name="csX18" fmla="*/ 56025 w 126902"/>
              <a:gd name="csY18" fmla="*/ 53160 h 134676"/>
              <a:gd name="csX19" fmla="*/ 56025 w 126902"/>
              <a:gd name="csY19" fmla="*/ 49621 h 134676"/>
              <a:gd name="csX20" fmla="*/ 45392 w 126902"/>
              <a:gd name="csY20" fmla="*/ 38990 h 134676"/>
              <a:gd name="csX21" fmla="*/ 27663 w 126902"/>
              <a:gd name="csY21" fmla="*/ 38990 h 134676"/>
              <a:gd name="csX22" fmla="*/ 0 w 126902"/>
              <a:gd name="csY22" fmla="*/ 63792 h 134676"/>
              <a:gd name="csX23" fmla="*/ 19395 w 126902"/>
              <a:gd name="csY23" fmla="*/ 99838 h 134676"/>
              <a:gd name="csX24" fmla="*/ 10838 w 126902"/>
              <a:gd name="csY24" fmla="*/ 104891 h 134676"/>
              <a:gd name="csX25" fmla="*/ 6397 w 126902"/>
              <a:gd name="csY25" fmla="*/ 116951 h 134676"/>
              <a:gd name="csX26" fmla="*/ 10838 w 126902"/>
              <a:gd name="csY26" fmla="*/ 129012 h 134676"/>
              <a:gd name="csX27" fmla="*/ 24125 w 126902"/>
              <a:gd name="csY27" fmla="*/ 134677 h 134676"/>
              <a:gd name="csX28" fmla="*/ 37395 w 126902"/>
              <a:gd name="csY28" fmla="*/ 129012 h 134676"/>
              <a:gd name="csX29" fmla="*/ 41836 w 126902"/>
              <a:gd name="csY29" fmla="*/ 116951 h 134676"/>
              <a:gd name="csX30" fmla="*/ 41444 w 126902"/>
              <a:gd name="csY30" fmla="*/ 113226 h 134676"/>
              <a:gd name="csX31" fmla="*/ 63102 w 126902"/>
              <a:gd name="csY31" fmla="*/ 116951 h 134676"/>
              <a:gd name="csX32" fmla="*/ 84778 w 126902"/>
              <a:gd name="csY32" fmla="*/ 113226 h 134676"/>
              <a:gd name="csX33" fmla="*/ 84369 w 126902"/>
              <a:gd name="csY33" fmla="*/ 116951 h 134676"/>
              <a:gd name="csX34" fmla="*/ 88827 w 126902"/>
              <a:gd name="csY34" fmla="*/ 129012 h 134676"/>
              <a:gd name="csX35" fmla="*/ 102097 w 126902"/>
              <a:gd name="csY35" fmla="*/ 134677 h 134676"/>
              <a:gd name="csX36" fmla="*/ 115368 w 126902"/>
              <a:gd name="csY36" fmla="*/ 129012 h 134676"/>
              <a:gd name="csX37" fmla="*/ 119826 w 126902"/>
              <a:gd name="csY37" fmla="*/ 116951 h 134676"/>
              <a:gd name="csX38" fmla="*/ 115368 w 126902"/>
              <a:gd name="csY38" fmla="*/ 104891 h 134676"/>
              <a:gd name="csX39" fmla="*/ 106827 w 126902"/>
              <a:gd name="csY39" fmla="*/ 99838 h 134676"/>
              <a:gd name="csX40" fmla="*/ 126222 w 126902"/>
              <a:gd name="csY40" fmla="*/ 63792 h 134676"/>
              <a:gd name="csX41" fmla="*/ 0 w 126902"/>
              <a:gd name="csY41" fmla="*/ 63792 h 134676"/>
              <a:gd name="csX42" fmla="*/ 24125 w 126902"/>
              <a:gd name="csY42" fmla="*/ 109858 h 134676"/>
              <a:gd name="csX43" fmla="*/ 29450 w 126902"/>
              <a:gd name="csY43" fmla="*/ 111950 h 134676"/>
              <a:gd name="csX44" fmla="*/ 31202 w 126902"/>
              <a:gd name="csY44" fmla="*/ 116951 h 134676"/>
              <a:gd name="csX45" fmla="*/ 29450 w 126902"/>
              <a:gd name="csY45" fmla="*/ 121953 h 134676"/>
              <a:gd name="csX46" fmla="*/ 24125 w 126902"/>
              <a:gd name="csY46" fmla="*/ 124045 h 134676"/>
              <a:gd name="csX47" fmla="*/ 18783 w 126902"/>
              <a:gd name="csY47" fmla="*/ 121953 h 134676"/>
              <a:gd name="csX48" fmla="*/ 17030 w 126902"/>
              <a:gd name="csY48" fmla="*/ 116951 h 134676"/>
              <a:gd name="csX49" fmla="*/ 18783 w 126902"/>
              <a:gd name="csY49" fmla="*/ 111950 h 134676"/>
              <a:gd name="csX50" fmla="*/ 24125 w 126902"/>
              <a:gd name="csY50" fmla="*/ 109858 h 134676"/>
              <a:gd name="csX51" fmla="*/ 102097 w 126902"/>
              <a:gd name="csY51" fmla="*/ 109858 h 134676"/>
              <a:gd name="csX52" fmla="*/ 107423 w 126902"/>
              <a:gd name="csY52" fmla="*/ 111950 h 134676"/>
              <a:gd name="csX53" fmla="*/ 109192 w 126902"/>
              <a:gd name="csY53" fmla="*/ 116951 h 134676"/>
              <a:gd name="csX54" fmla="*/ 107423 w 126902"/>
              <a:gd name="csY54" fmla="*/ 121953 h 134676"/>
              <a:gd name="csX55" fmla="*/ 102097 w 126902"/>
              <a:gd name="csY55" fmla="*/ 124045 h 134676"/>
              <a:gd name="csX56" fmla="*/ 96772 w 126902"/>
              <a:gd name="csY56" fmla="*/ 121953 h 134676"/>
              <a:gd name="csX57" fmla="*/ 95003 w 126902"/>
              <a:gd name="csY57" fmla="*/ 116951 h 134676"/>
              <a:gd name="csX58" fmla="*/ 96772 w 126902"/>
              <a:gd name="csY58" fmla="*/ 111950 h 134676"/>
              <a:gd name="csX59" fmla="*/ 102097 w 126902"/>
              <a:gd name="csY59" fmla="*/ 109858 h 134676"/>
            </a:gdLst>
            <a:ahLst/>
            <a:cxnLst/>
            <a:rect l="l" t="t" r="r" b="b"/>
            <a:pathLst>
              <a:path w="100000" h="100000">
                <a:moveTo>
                  <a:pt x="58950" y="0"/>
                </a:moveTo>
                <a:cubicBezTo>
                  <a:pt x="56778" y="0"/>
                  <a:pt x="55009" y="1769"/>
                  <a:pt x="55009" y="3941"/>
                </a:cubicBezTo>
                <a:lnTo>
                  <a:pt x="55009" y="39473"/>
                </a:lnTo>
                <a:lnTo>
                  <a:pt x="97115" y="39473"/>
                </a:lnTo>
                <a:lnTo>
                  <a:pt x="97115" y="37716"/>
                </a:lnTo>
                <a:cubicBezTo>
                  <a:pt x="97115" y="16913"/>
                  <a:pt x="79997" y="0"/>
                  <a:pt x="58950" y="0"/>
                </a:cubicBezTo>
                <a:close/>
                <a:moveTo>
                  <a:pt x="30009" y="5267"/>
                </a:moveTo>
                <a:cubicBezTo>
                  <a:pt x="27558" y="5267"/>
                  <a:pt x="25221" y="6228"/>
                  <a:pt x="23490" y="7958"/>
                </a:cubicBezTo>
                <a:cubicBezTo>
                  <a:pt x="21760" y="9688"/>
                  <a:pt x="20800" y="12025"/>
                  <a:pt x="20800" y="14475"/>
                </a:cubicBezTo>
                <a:cubicBezTo>
                  <a:pt x="20800" y="16913"/>
                  <a:pt x="21760" y="19263"/>
                  <a:pt x="23490" y="20980"/>
                </a:cubicBezTo>
                <a:cubicBezTo>
                  <a:pt x="25221" y="22711"/>
                  <a:pt x="27558" y="23684"/>
                  <a:pt x="30009" y="23684"/>
                </a:cubicBezTo>
                <a:cubicBezTo>
                  <a:pt x="32447" y="23684"/>
                  <a:pt x="34796" y="22711"/>
                  <a:pt x="36515" y="20980"/>
                </a:cubicBezTo>
                <a:cubicBezTo>
                  <a:pt x="38246" y="19263"/>
                  <a:pt x="39218" y="16913"/>
                  <a:pt x="39218" y="14475"/>
                </a:cubicBezTo>
                <a:cubicBezTo>
                  <a:pt x="39218" y="12025"/>
                  <a:pt x="38246" y="9688"/>
                  <a:pt x="36515" y="7958"/>
                </a:cubicBezTo>
                <a:cubicBezTo>
                  <a:pt x="34796" y="6228"/>
                  <a:pt x="32447" y="5267"/>
                  <a:pt x="30009" y="5267"/>
                </a:cubicBezTo>
                <a:close/>
                <a:moveTo>
                  <a:pt x="23427" y="28951"/>
                </a:moveTo>
                <a:cubicBezTo>
                  <a:pt x="19069" y="28951"/>
                  <a:pt x="15531" y="32474"/>
                  <a:pt x="15531" y="36845"/>
                </a:cubicBezTo>
                <a:lnTo>
                  <a:pt x="15531" y="39473"/>
                </a:lnTo>
                <a:lnTo>
                  <a:pt x="44486" y="39473"/>
                </a:lnTo>
                <a:lnTo>
                  <a:pt x="44486" y="36845"/>
                </a:lnTo>
                <a:cubicBezTo>
                  <a:pt x="44486" y="32474"/>
                  <a:pt x="40949" y="28951"/>
                  <a:pt x="36591" y="28951"/>
                </a:cubicBezTo>
                <a:lnTo>
                  <a:pt x="23427" y="28951"/>
                </a:lnTo>
                <a:close/>
                <a:moveTo>
                  <a:pt x="2886" y="47367"/>
                </a:moveTo>
                <a:cubicBezTo>
                  <a:pt x="4655" y="57964"/>
                  <a:pt x="9872" y="67223"/>
                  <a:pt x="17287" y="74132"/>
                </a:cubicBezTo>
                <a:cubicBezTo>
                  <a:pt x="14723" y="74777"/>
                  <a:pt x="12512" y="76115"/>
                  <a:pt x="10934" y="77884"/>
                </a:cubicBezTo>
                <a:cubicBezTo>
                  <a:pt x="8672" y="80423"/>
                  <a:pt x="7636" y="83656"/>
                  <a:pt x="7636" y="86839"/>
                </a:cubicBezTo>
                <a:cubicBezTo>
                  <a:pt x="7636" y="90022"/>
                  <a:pt x="8672" y="93256"/>
                  <a:pt x="10934" y="95794"/>
                </a:cubicBezTo>
                <a:cubicBezTo>
                  <a:pt x="13195" y="98333"/>
                  <a:pt x="16732" y="100001"/>
                  <a:pt x="20800" y="100001"/>
                </a:cubicBezTo>
                <a:cubicBezTo>
                  <a:pt x="24855" y="100001"/>
                  <a:pt x="28392" y="98333"/>
                  <a:pt x="30653" y="95794"/>
                </a:cubicBezTo>
                <a:cubicBezTo>
                  <a:pt x="32915" y="93256"/>
                  <a:pt x="33950" y="90022"/>
                  <a:pt x="33950" y="86839"/>
                </a:cubicBezTo>
                <a:cubicBezTo>
                  <a:pt x="33950" y="85917"/>
                  <a:pt x="33837" y="84982"/>
                  <a:pt x="33659" y="84073"/>
                </a:cubicBezTo>
                <a:cubicBezTo>
                  <a:pt x="38688" y="85853"/>
                  <a:pt x="44095" y="86839"/>
                  <a:pt x="49741" y="86839"/>
                </a:cubicBezTo>
                <a:cubicBezTo>
                  <a:pt x="55400" y="86839"/>
                  <a:pt x="60808" y="85853"/>
                  <a:pt x="65836" y="84073"/>
                </a:cubicBezTo>
                <a:cubicBezTo>
                  <a:pt x="65659" y="84982"/>
                  <a:pt x="65532" y="85917"/>
                  <a:pt x="65532" y="86839"/>
                </a:cubicBezTo>
                <a:cubicBezTo>
                  <a:pt x="65532" y="90022"/>
                  <a:pt x="66581" y="93256"/>
                  <a:pt x="68842" y="95794"/>
                </a:cubicBezTo>
                <a:cubicBezTo>
                  <a:pt x="71091" y="98333"/>
                  <a:pt x="74641" y="100001"/>
                  <a:pt x="78696" y="100001"/>
                </a:cubicBezTo>
                <a:cubicBezTo>
                  <a:pt x="82751" y="100001"/>
                  <a:pt x="86300" y="98333"/>
                  <a:pt x="88550" y="95794"/>
                </a:cubicBezTo>
                <a:cubicBezTo>
                  <a:pt x="90811" y="93256"/>
                  <a:pt x="91860" y="90022"/>
                  <a:pt x="91860" y="86839"/>
                </a:cubicBezTo>
                <a:cubicBezTo>
                  <a:pt x="91860" y="83656"/>
                  <a:pt x="90811" y="80423"/>
                  <a:pt x="88550" y="77884"/>
                </a:cubicBezTo>
                <a:cubicBezTo>
                  <a:pt x="86983" y="76115"/>
                  <a:pt x="84772" y="74777"/>
                  <a:pt x="82208" y="74132"/>
                </a:cubicBezTo>
                <a:cubicBezTo>
                  <a:pt x="89623" y="67223"/>
                  <a:pt x="94841" y="57964"/>
                  <a:pt x="96609" y="47367"/>
                </a:cubicBezTo>
                <a:lnTo>
                  <a:pt x="2886" y="47367"/>
                </a:lnTo>
                <a:close/>
                <a:moveTo>
                  <a:pt x="20800" y="81572"/>
                </a:moveTo>
                <a:cubicBezTo>
                  <a:pt x="22884" y="81572"/>
                  <a:pt x="23945" y="82216"/>
                  <a:pt x="24753" y="83125"/>
                </a:cubicBezTo>
                <a:cubicBezTo>
                  <a:pt x="25562" y="84048"/>
                  <a:pt x="26054" y="85412"/>
                  <a:pt x="26054" y="86839"/>
                </a:cubicBezTo>
                <a:cubicBezTo>
                  <a:pt x="26054" y="88267"/>
                  <a:pt x="25562" y="89631"/>
                  <a:pt x="24753" y="90553"/>
                </a:cubicBezTo>
                <a:cubicBezTo>
                  <a:pt x="23945" y="91462"/>
                  <a:pt x="22884" y="92106"/>
                  <a:pt x="20800" y="92106"/>
                </a:cubicBezTo>
                <a:cubicBezTo>
                  <a:pt x="18715" y="92106"/>
                  <a:pt x="17654" y="91462"/>
                  <a:pt x="16833" y="90553"/>
                </a:cubicBezTo>
                <a:cubicBezTo>
                  <a:pt x="16024" y="89631"/>
                  <a:pt x="15531" y="88267"/>
                  <a:pt x="15531" y="86839"/>
                </a:cubicBezTo>
                <a:cubicBezTo>
                  <a:pt x="15531" y="85412"/>
                  <a:pt x="16024" y="84048"/>
                  <a:pt x="16833" y="83125"/>
                </a:cubicBezTo>
                <a:cubicBezTo>
                  <a:pt x="17654" y="82216"/>
                  <a:pt x="18715" y="81572"/>
                  <a:pt x="20800" y="81572"/>
                </a:cubicBezTo>
                <a:close/>
                <a:moveTo>
                  <a:pt x="78696" y="81572"/>
                </a:moveTo>
                <a:cubicBezTo>
                  <a:pt x="80781" y="81572"/>
                  <a:pt x="81842" y="82216"/>
                  <a:pt x="82650" y="83125"/>
                </a:cubicBezTo>
                <a:cubicBezTo>
                  <a:pt x="83471" y="84048"/>
                  <a:pt x="83964" y="85412"/>
                  <a:pt x="83964" y="86839"/>
                </a:cubicBezTo>
                <a:cubicBezTo>
                  <a:pt x="83964" y="88267"/>
                  <a:pt x="83471" y="89631"/>
                  <a:pt x="82650" y="90553"/>
                </a:cubicBezTo>
                <a:cubicBezTo>
                  <a:pt x="81842" y="91462"/>
                  <a:pt x="80781" y="92106"/>
                  <a:pt x="78696" y="92106"/>
                </a:cubicBezTo>
                <a:cubicBezTo>
                  <a:pt x="76611" y="92106"/>
                  <a:pt x="75550" y="91462"/>
                  <a:pt x="74742" y="90553"/>
                </a:cubicBezTo>
                <a:cubicBezTo>
                  <a:pt x="73920" y="89631"/>
                  <a:pt x="73428" y="88267"/>
                  <a:pt x="73428" y="86839"/>
                </a:cubicBezTo>
                <a:cubicBezTo>
                  <a:pt x="73428" y="85412"/>
                  <a:pt x="73920" y="84048"/>
                  <a:pt x="74742" y="83125"/>
                </a:cubicBezTo>
                <a:cubicBezTo>
                  <a:pt x="75550" y="82216"/>
                  <a:pt x="76611" y="81572"/>
                  <a:pt x="78696" y="8157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8" name="Белый — SVG 24">
            <a:extLst>
              <a:ext uri="{FF2B5EF4-FFF2-40B4-BE49-F238E27FC236}">
                <a16:creationId xmlns:a16="http://schemas.microsoft.com/office/drawing/2014/main" id="{F68A8A2B-E251-D849-AB33-B7948DDDE78C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44767 w 131148"/>
              <a:gd name="csY0" fmla="*/ 0 h 131121"/>
              <a:gd name="csX1" fmla="*/ 30969 w 131148"/>
              <a:gd name="csY1" fmla="*/ 5699 h 131121"/>
              <a:gd name="csX2" fmla="*/ 23500 w 131148"/>
              <a:gd name="csY2" fmla="*/ 13184 h 131121"/>
              <a:gd name="csX3" fmla="*/ 38625 w 131148"/>
              <a:gd name="csY3" fmla="*/ 28289 h 131121"/>
              <a:gd name="csX4" fmla="*/ 59892 w 131148"/>
              <a:gd name="csY4" fmla="*/ 7026 h 131121"/>
              <a:gd name="csX5" fmla="*/ 58564 w 131148"/>
              <a:gd name="csY5" fmla="*/ 5699 h 131121"/>
              <a:gd name="csX6" fmla="*/ 44767 w 131148"/>
              <a:gd name="csY6" fmla="*/ 0 h 131121"/>
              <a:gd name="csX7" fmla="*/ 67020 w 131148"/>
              <a:gd name="csY7" fmla="*/ 14170 h 131121"/>
              <a:gd name="csX8" fmla="*/ 45754 w 131148"/>
              <a:gd name="csY8" fmla="*/ 35434 h 131121"/>
              <a:gd name="csX9" fmla="*/ 59449 w 131148"/>
              <a:gd name="csY9" fmla="*/ 49128 h 131121"/>
              <a:gd name="csX10" fmla="*/ 51929 w 131148"/>
              <a:gd name="csY10" fmla="*/ 56647 h 131121"/>
              <a:gd name="csX11" fmla="*/ 38234 w 131148"/>
              <a:gd name="csY11" fmla="*/ 42953 h 131121"/>
              <a:gd name="csX12" fmla="*/ 17732 w 131148"/>
              <a:gd name="csY12" fmla="*/ 63452 h 131121"/>
              <a:gd name="csX13" fmla="*/ 34575 w 131148"/>
              <a:gd name="csY13" fmla="*/ 80309 h 131121"/>
              <a:gd name="csX14" fmla="*/ 1569 w 131148"/>
              <a:gd name="csY14" fmla="*/ 86808 h 131121"/>
              <a:gd name="csX15" fmla="*/ 1569 w 131148"/>
              <a:gd name="csY15" fmla="*/ 94326 h 131121"/>
              <a:gd name="csX16" fmla="*/ 15419 w 131148"/>
              <a:gd name="csY16" fmla="*/ 108191 h 131121"/>
              <a:gd name="csX17" fmla="*/ 12203 w 131148"/>
              <a:gd name="csY17" fmla="*/ 111406 h 131121"/>
              <a:gd name="csX18" fmla="*/ 10995 w 131148"/>
              <a:gd name="csY18" fmla="*/ 113141 h 131121"/>
              <a:gd name="csX19" fmla="*/ 10570 w 131148"/>
              <a:gd name="csY19" fmla="*/ 115199 h 131121"/>
              <a:gd name="csX20" fmla="*/ 10961 w 131148"/>
              <a:gd name="csY20" fmla="*/ 117258 h 131121"/>
              <a:gd name="csX21" fmla="*/ 12118 w 131148"/>
              <a:gd name="csY21" fmla="*/ 119010 h 131121"/>
              <a:gd name="csX22" fmla="*/ 13870 w 131148"/>
              <a:gd name="csY22" fmla="*/ 120166 h 131121"/>
              <a:gd name="csX23" fmla="*/ 15929 w 131148"/>
              <a:gd name="csY23" fmla="*/ 120558 h 131121"/>
              <a:gd name="csX24" fmla="*/ 17987 w 131148"/>
              <a:gd name="csY24" fmla="*/ 120132 h 131121"/>
              <a:gd name="csX25" fmla="*/ 19706 w 131148"/>
              <a:gd name="csY25" fmla="*/ 118925 h 131121"/>
              <a:gd name="csX26" fmla="*/ 22938 w 131148"/>
              <a:gd name="csY26" fmla="*/ 115710 h 131121"/>
              <a:gd name="csX27" fmla="*/ 36804 w 131148"/>
              <a:gd name="csY27" fmla="*/ 129557 h 131121"/>
              <a:gd name="csX28" fmla="*/ 40564 w 131148"/>
              <a:gd name="csY28" fmla="*/ 131122 h 131121"/>
              <a:gd name="csX29" fmla="*/ 44324 w 131148"/>
              <a:gd name="csY29" fmla="*/ 129557 h 131121"/>
              <a:gd name="csX30" fmla="*/ 53171 w 131148"/>
              <a:gd name="csY30" fmla="*/ 108191 h 131121"/>
              <a:gd name="csX31" fmla="*/ 50892 w 131148"/>
              <a:gd name="csY31" fmla="*/ 96623 h 131121"/>
              <a:gd name="csX32" fmla="*/ 66918 w 131148"/>
              <a:gd name="csY32" fmla="*/ 112647 h 131121"/>
              <a:gd name="csX33" fmla="*/ 87437 w 131148"/>
              <a:gd name="csY33" fmla="*/ 92132 h 131121"/>
              <a:gd name="csX34" fmla="*/ 74489 w 131148"/>
              <a:gd name="csY34" fmla="*/ 79204 h 131121"/>
              <a:gd name="csX35" fmla="*/ 82009 w 131148"/>
              <a:gd name="csY35" fmla="*/ 71685 h 131121"/>
              <a:gd name="csX36" fmla="*/ 94939 w 131148"/>
              <a:gd name="csY36" fmla="*/ 84630 h 131121"/>
              <a:gd name="csX37" fmla="*/ 116206 w 131148"/>
              <a:gd name="csY37" fmla="*/ 63366 h 131121"/>
              <a:gd name="csX38" fmla="*/ 103276 w 131148"/>
              <a:gd name="csY38" fmla="*/ 50421 h 131121"/>
              <a:gd name="csX39" fmla="*/ 112293 w 131148"/>
              <a:gd name="csY39" fmla="*/ 41388 h 131121"/>
              <a:gd name="csX40" fmla="*/ 112293 w 131148"/>
              <a:gd name="csY40" fmla="*/ 41388 h 131121"/>
              <a:gd name="csX41" fmla="*/ 112293 w 131148"/>
              <a:gd name="csY41" fmla="*/ 18848 h 131121"/>
              <a:gd name="csX42" fmla="*/ 101030 w 131148"/>
              <a:gd name="csY42" fmla="*/ 14204 h 131121"/>
              <a:gd name="csX43" fmla="*/ 89750 w 131148"/>
              <a:gd name="csY43" fmla="*/ 18848 h 131121"/>
              <a:gd name="csX44" fmla="*/ 80716 w 131148"/>
              <a:gd name="csY44" fmla="*/ 27864 h 131121"/>
              <a:gd name="csX45" fmla="*/ 67020 w 131148"/>
              <a:gd name="csY45" fmla="*/ 14170 h 131121"/>
              <a:gd name="csX46" fmla="*/ 15980 w 131148"/>
              <a:gd name="csY46" fmla="*/ 20703 h 131121"/>
              <a:gd name="csX47" fmla="*/ 9260 w 131148"/>
              <a:gd name="csY47" fmla="*/ 27405 h 131121"/>
              <a:gd name="csX48" fmla="*/ 9260 w 131148"/>
              <a:gd name="csY48" fmla="*/ 54997 h 131121"/>
              <a:gd name="csX49" fmla="*/ 10587 w 131148"/>
              <a:gd name="csY49" fmla="*/ 56324 h 131121"/>
              <a:gd name="csX50" fmla="*/ 31088 w 131148"/>
              <a:gd name="csY50" fmla="*/ 35808 h 131121"/>
              <a:gd name="csX51" fmla="*/ 15980 w 131148"/>
              <a:gd name="csY51" fmla="*/ 20703 h 131121"/>
              <a:gd name="csX52" fmla="*/ 101030 w 131148"/>
              <a:gd name="csY52" fmla="*/ 24751 h 131121"/>
              <a:gd name="csX53" fmla="*/ 104773 w 131148"/>
              <a:gd name="csY53" fmla="*/ 26350 h 131121"/>
              <a:gd name="csX54" fmla="*/ 104773 w 131148"/>
              <a:gd name="csY54" fmla="*/ 26350 h 131121"/>
              <a:gd name="csX55" fmla="*/ 104773 w 131148"/>
              <a:gd name="csY55" fmla="*/ 33869 h 131121"/>
              <a:gd name="csX56" fmla="*/ 53018 w 131148"/>
              <a:gd name="csY56" fmla="*/ 85634 h 131121"/>
              <a:gd name="csX57" fmla="*/ 45499 w 131148"/>
              <a:gd name="csY57" fmla="*/ 78098 h 131121"/>
              <a:gd name="csX58" fmla="*/ 97270 w 131148"/>
              <a:gd name="csY58" fmla="*/ 26350 h 131121"/>
              <a:gd name="csX59" fmla="*/ 101030 w 131148"/>
              <a:gd name="csY59" fmla="*/ 24751 h 131121"/>
              <a:gd name="csX60" fmla="*/ 124118 w 131148"/>
              <a:gd name="csY60" fmla="*/ 71243 h 131121"/>
              <a:gd name="csX61" fmla="*/ 102851 w 131148"/>
              <a:gd name="csY61" fmla="*/ 92506 h 131121"/>
              <a:gd name="csX62" fmla="*/ 117958 w 131148"/>
              <a:gd name="csY62" fmla="*/ 107629 h 131121"/>
              <a:gd name="csX63" fmla="*/ 125444 w 131148"/>
              <a:gd name="csY63" fmla="*/ 100161 h 131121"/>
              <a:gd name="csX64" fmla="*/ 125444 w 131148"/>
              <a:gd name="csY64" fmla="*/ 72569 h 131121"/>
              <a:gd name="csX65" fmla="*/ 124118 w 131148"/>
              <a:gd name="csY65" fmla="*/ 71243 h 131121"/>
              <a:gd name="csX66" fmla="*/ 95330 w 131148"/>
              <a:gd name="csY66" fmla="*/ 100042 h 131121"/>
              <a:gd name="csX67" fmla="*/ 74813 w 131148"/>
              <a:gd name="csY67" fmla="*/ 120541 h 131121"/>
              <a:gd name="csX68" fmla="*/ 76139 w 131148"/>
              <a:gd name="csY68" fmla="*/ 121868 h 131121"/>
              <a:gd name="csX69" fmla="*/ 89937 w 131148"/>
              <a:gd name="csY69" fmla="*/ 127566 h 131121"/>
              <a:gd name="csX70" fmla="*/ 103735 w 131148"/>
              <a:gd name="csY70" fmla="*/ 121868 h 131121"/>
              <a:gd name="csX71" fmla="*/ 110455 w 131148"/>
              <a:gd name="csY71" fmla="*/ 115148 h 131121"/>
              <a:gd name="csX72" fmla="*/ 95330 w 131148"/>
              <a:gd name="csY72" fmla="*/ 100042 h 131121"/>
            </a:gdLst>
            <a:ahLst/>
            <a:cxnLst/>
            <a:rect l="l" t="t" r="r" b="b"/>
            <a:pathLst>
              <a:path w="100000" h="100000">
                <a:moveTo>
                  <a:pt x="34135" y="10"/>
                </a:moveTo>
                <a:cubicBezTo>
                  <a:pt x="30321" y="10"/>
                  <a:pt x="26520" y="1463"/>
                  <a:pt x="23614" y="4356"/>
                </a:cubicBezTo>
                <a:lnTo>
                  <a:pt x="17919" y="10063"/>
                </a:lnTo>
                <a:lnTo>
                  <a:pt x="29451" y="21581"/>
                </a:lnTo>
                <a:lnTo>
                  <a:pt x="45667" y="5368"/>
                </a:lnTo>
                <a:lnTo>
                  <a:pt x="44655" y="4356"/>
                </a:lnTo>
                <a:cubicBezTo>
                  <a:pt x="41750" y="1463"/>
                  <a:pt x="37949" y="10"/>
                  <a:pt x="34135" y="10"/>
                </a:cubicBezTo>
                <a:close/>
                <a:moveTo>
                  <a:pt x="51103" y="10815"/>
                </a:moveTo>
                <a:lnTo>
                  <a:pt x="34887" y="27029"/>
                </a:lnTo>
                <a:lnTo>
                  <a:pt x="45330" y="37470"/>
                </a:lnTo>
                <a:lnTo>
                  <a:pt x="39596" y="43203"/>
                </a:lnTo>
                <a:lnTo>
                  <a:pt x="29153" y="32762"/>
                </a:lnTo>
                <a:lnTo>
                  <a:pt x="13521" y="48392"/>
                </a:lnTo>
                <a:lnTo>
                  <a:pt x="26363" y="61246"/>
                </a:lnTo>
                <a:cubicBezTo>
                  <a:pt x="17996" y="57770"/>
                  <a:pt x="7981" y="59417"/>
                  <a:pt x="1196" y="66201"/>
                </a:cubicBezTo>
                <a:cubicBezTo>
                  <a:pt x="-399" y="67783"/>
                  <a:pt x="-399" y="70351"/>
                  <a:pt x="1196" y="71934"/>
                </a:cubicBezTo>
                <a:lnTo>
                  <a:pt x="11757" y="82506"/>
                </a:lnTo>
                <a:lnTo>
                  <a:pt x="9305" y="84957"/>
                </a:lnTo>
                <a:cubicBezTo>
                  <a:pt x="8916" y="85333"/>
                  <a:pt x="8604" y="85787"/>
                  <a:pt x="8384" y="86280"/>
                </a:cubicBezTo>
                <a:cubicBezTo>
                  <a:pt x="8175" y="86773"/>
                  <a:pt x="8060" y="87305"/>
                  <a:pt x="8060" y="87849"/>
                </a:cubicBezTo>
                <a:cubicBezTo>
                  <a:pt x="8047" y="88381"/>
                  <a:pt x="8150" y="88926"/>
                  <a:pt x="8358" y="89419"/>
                </a:cubicBezTo>
                <a:cubicBezTo>
                  <a:pt x="8552" y="89925"/>
                  <a:pt x="8864" y="90378"/>
                  <a:pt x="9240" y="90755"/>
                </a:cubicBezTo>
                <a:cubicBezTo>
                  <a:pt x="9617" y="91131"/>
                  <a:pt x="10070" y="91442"/>
                  <a:pt x="10576" y="91637"/>
                </a:cubicBezTo>
                <a:cubicBezTo>
                  <a:pt x="11068" y="91845"/>
                  <a:pt x="11614" y="91948"/>
                  <a:pt x="12146" y="91935"/>
                </a:cubicBezTo>
                <a:cubicBezTo>
                  <a:pt x="12690" y="91935"/>
                  <a:pt x="13222" y="91819"/>
                  <a:pt x="13715" y="91611"/>
                </a:cubicBezTo>
                <a:cubicBezTo>
                  <a:pt x="14208" y="91390"/>
                  <a:pt x="14662" y="91079"/>
                  <a:pt x="15026" y="90690"/>
                </a:cubicBezTo>
                <a:lnTo>
                  <a:pt x="17490" y="88239"/>
                </a:lnTo>
                <a:lnTo>
                  <a:pt x="28063" y="98797"/>
                </a:lnTo>
                <a:cubicBezTo>
                  <a:pt x="28855" y="99588"/>
                  <a:pt x="29892" y="99990"/>
                  <a:pt x="30930" y="99990"/>
                </a:cubicBezTo>
                <a:cubicBezTo>
                  <a:pt x="31968" y="99990"/>
                  <a:pt x="33005" y="99601"/>
                  <a:pt x="33797" y="98797"/>
                </a:cubicBezTo>
                <a:cubicBezTo>
                  <a:pt x="38143" y="94452"/>
                  <a:pt x="40543" y="88654"/>
                  <a:pt x="40543" y="82506"/>
                </a:cubicBezTo>
                <a:cubicBezTo>
                  <a:pt x="40543" y="79431"/>
                  <a:pt x="39946" y="76435"/>
                  <a:pt x="38805" y="73685"/>
                </a:cubicBezTo>
                <a:lnTo>
                  <a:pt x="51025" y="85903"/>
                </a:lnTo>
                <a:lnTo>
                  <a:pt x="66670" y="70261"/>
                </a:lnTo>
                <a:lnTo>
                  <a:pt x="56798" y="60403"/>
                </a:lnTo>
                <a:lnTo>
                  <a:pt x="62532" y="54670"/>
                </a:lnTo>
                <a:lnTo>
                  <a:pt x="72391" y="64540"/>
                </a:lnTo>
                <a:lnTo>
                  <a:pt x="88607" y="48327"/>
                </a:lnTo>
                <a:lnTo>
                  <a:pt x="78748" y="38456"/>
                </a:lnTo>
                <a:lnTo>
                  <a:pt x="85623" y="31569"/>
                </a:lnTo>
                <a:lnTo>
                  <a:pt x="85623" y="31569"/>
                </a:lnTo>
                <a:cubicBezTo>
                  <a:pt x="90345" y="26860"/>
                  <a:pt x="90345" y="19090"/>
                  <a:pt x="85623" y="14382"/>
                </a:cubicBezTo>
                <a:cubicBezTo>
                  <a:pt x="83275" y="12021"/>
                  <a:pt x="80148" y="10841"/>
                  <a:pt x="77035" y="10841"/>
                </a:cubicBezTo>
                <a:cubicBezTo>
                  <a:pt x="73909" y="10841"/>
                  <a:pt x="70783" y="12021"/>
                  <a:pt x="68434" y="14382"/>
                </a:cubicBezTo>
                <a:lnTo>
                  <a:pt x="61546" y="21257"/>
                </a:lnTo>
                <a:lnTo>
                  <a:pt x="51103" y="10815"/>
                </a:lnTo>
                <a:close/>
                <a:moveTo>
                  <a:pt x="12185" y="15796"/>
                </a:moveTo>
                <a:lnTo>
                  <a:pt x="7061" y="20907"/>
                </a:lnTo>
                <a:cubicBezTo>
                  <a:pt x="1262" y="26705"/>
                  <a:pt x="1262" y="36147"/>
                  <a:pt x="7061" y="41945"/>
                </a:cubicBezTo>
                <a:lnTo>
                  <a:pt x="8073" y="42957"/>
                </a:lnTo>
                <a:lnTo>
                  <a:pt x="23705" y="27314"/>
                </a:lnTo>
                <a:lnTo>
                  <a:pt x="12185" y="15796"/>
                </a:lnTo>
                <a:close/>
                <a:moveTo>
                  <a:pt x="77035" y="18883"/>
                </a:moveTo>
                <a:cubicBezTo>
                  <a:pt x="78060" y="18883"/>
                  <a:pt x="79085" y="19298"/>
                  <a:pt x="79889" y="20102"/>
                </a:cubicBezTo>
                <a:lnTo>
                  <a:pt x="79889" y="20102"/>
                </a:lnTo>
                <a:cubicBezTo>
                  <a:pt x="81511" y="21724"/>
                  <a:pt x="81511" y="24214"/>
                  <a:pt x="79889" y="25835"/>
                </a:cubicBezTo>
                <a:lnTo>
                  <a:pt x="40426" y="65306"/>
                </a:lnTo>
                <a:lnTo>
                  <a:pt x="34693" y="59560"/>
                </a:lnTo>
                <a:lnTo>
                  <a:pt x="74168" y="20102"/>
                </a:lnTo>
                <a:cubicBezTo>
                  <a:pt x="74973" y="19298"/>
                  <a:pt x="75997" y="18883"/>
                  <a:pt x="77035" y="18883"/>
                </a:cubicBezTo>
                <a:close/>
                <a:moveTo>
                  <a:pt x="94640" y="54333"/>
                </a:moveTo>
                <a:lnTo>
                  <a:pt x="78424" y="70546"/>
                </a:lnTo>
                <a:lnTo>
                  <a:pt x="89943" y="82077"/>
                </a:lnTo>
                <a:lnTo>
                  <a:pt x="95651" y="76383"/>
                </a:lnTo>
                <a:cubicBezTo>
                  <a:pt x="101450" y="70585"/>
                  <a:pt x="101450" y="61142"/>
                  <a:pt x="95651" y="55344"/>
                </a:cubicBezTo>
                <a:lnTo>
                  <a:pt x="94640" y="54333"/>
                </a:lnTo>
                <a:close/>
                <a:moveTo>
                  <a:pt x="72689" y="76292"/>
                </a:moveTo>
                <a:lnTo>
                  <a:pt x="57045" y="91922"/>
                </a:lnTo>
                <a:lnTo>
                  <a:pt x="58056" y="92934"/>
                </a:lnTo>
                <a:cubicBezTo>
                  <a:pt x="60962" y="95826"/>
                  <a:pt x="64763" y="97279"/>
                  <a:pt x="68577" y="97279"/>
                </a:cubicBezTo>
                <a:cubicBezTo>
                  <a:pt x="72378" y="97279"/>
                  <a:pt x="76192" y="95826"/>
                  <a:pt x="79098" y="92934"/>
                </a:cubicBezTo>
                <a:lnTo>
                  <a:pt x="84222" y="87810"/>
                </a:lnTo>
                <a:lnTo>
                  <a:pt x="72689" y="7629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9" name="Белый — SVG 25">
            <a:extLst>
              <a:ext uri="{FF2B5EF4-FFF2-40B4-BE49-F238E27FC236}">
                <a16:creationId xmlns:a16="http://schemas.microsoft.com/office/drawing/2014/main" id="{C44E9DBA-222E-F641-84F1-259515BFCF83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15942 w 156028"/>
              <a:gd name="csY0" fmla="*/ 0 h 106319"/>
              <a:gd name="csX1" fmla="*/ 0 w 156028"/>
              <a:gd name="csY1" fmla="*/ 15939 h 106319"/>
              <a:gd name="csX2" fmla="*/ 0 w 156028"/>
              <a:gd name="csY2" fmla="*/ 76193 h 106319"/>
              <a:gd name="csX3" fmla="*/ 15942 w 156028"/>
              <a:gd name="csY3" fmla="*/ 92149 h 106319"/>
              <a:gd name="csX4" fmla="*/ 18477 w 156028"/>
              <a:gd name="csY4" fmla="*/ 92149 h 106319"/>
              <a:gd name="csX5" fmla="*/ 37208 w 156028"/>
              <a:gd name="csY5" fmla="*/ 106319 h 106319"/>
              <a:gd name="csX6" fmla="*/ 55957 w 156028"/>
              <a:gd name="csY6" fmla="*/ 92149 h 106319"/>
              <a:gd name="csX7" fmla="*/ 100005 w 156028"/>
              <a:gd name="csY7" fmla="*/ 92149 h 106319"/>
              <a:gd name="csX8" fmla="*/ 118737 w 156028"/>
              <a:gd name="csY8" fmla="*/ 106319 h 106319"/>
              <a:gd name="csX9" fmla="*/ 137468 w 156028"/>
              <a:gd name="csY9" fmla="*/ 92149 h 106319"/>
              <a:gd name="csX10" fmla="*/ 140003 w 156028"/>
              <a:gd name="csY10" fmla="*/ 92149 h 106319"/>
              <a:gd name="csX11" fmla="*/ 155962 w 156028"/>
              <a:gd name="csY11" fmla="*/ 76193 h 106319"/>
              <a:gd name="csX12" fmla="*/ 155962 w 156028"/>
              <a:gd name="csY12" fmla="*/ 63792 h 106319"/>
              <a:gd name="csX13" fmla="*/ 147098 w 156028"/>
              <a:gd name="csY13" fmla="*/ 63792 h 106319"/>
              <a:gd name="csX14" fmla="*/ 141773 w 156028"/>
              <a:gd name="csY14" fmla="*/ 58467 h 106319"/>
              <a:gd name="csX15" fmla="*/ 147098 w 156028"/>
              <a:gd name="csY15" fmla="*/ 53160 h 106319"/>
              <a:gd name="csX16" fmla="*/ 155962 w 156028"/>
              <a:gd name="csY16" fmla="*/ 53160 h 106319"/>
              <a:gd name="csX17" fmla="*/ 155962 w 156028"/>
              <a:gd name="csY17" fmla="*/ 41626 h 106319"/>
              <a:gd name="csX18" fmla="*/ 155928 w 156028"/>
              <a:gd name="csY18" fmla="*/ 39772 h 106319"/>
              <a:gd name="csX19" fmla="*/ 154278 w 156028"/>
              <a:gd name="csY19" fmla="*/ 32304 h 106319"/>
              <a:gd name="csX20" fmla="*/ 145056 w 156028"/>
              <a:gd name="csY20" fmla="*/ 11585 h 106319"/>
              <a:gd name="csX21" fmla="*/ 127243 w 156028"/>
              <a:gd name="csY21" fmla="*/ 0 h 106319"/>
              <a:gd name="csX22" fmla="*/ 15942 w 156028"/>
              <a:gd name="csY22" fmla="*/ 0 h 106319"/>
              <a:gd name="csX23" fmla="*/ 15942 w 156028"/>
              <a:gd name="csY23" fmla="*/ 10632 h 106319"/>
              <a:gd name="csX24" fmla="*/ 46072 w 156028"/>
              <a:gd name="csY24" fmla="*/ 10632 h 106319"/>
              <a:gd name="csX25" fmla="*/ 46072 w 156028"/>
              <a:gd name="csY25" fmla="*/ 35434 h 106319"/>
              <a:gd name="csX26" fmla="*/ 10633 w 156028"/>
              <a:gd name="csY26" fmla="*/ 35434 h 106319"/>
              <a:gd name="csX27" fmla="*/ 10633 w 156028"/>
              <a:gd name="csY27" fmla="*/ 15939 h 106319"/>
              <a:gd name="csX28" fmla="*/ 15942 w 156028"/>
              <a:gd name="csY28" fmla="*/ 10632 h 106319"/>
              <a:gd name="csX29" fmla="*/ 56706 w 156028"/>
              <a:gd name="csY29" fmla="*/ 10632 h 106319"/>
              <a:gd name="csX30" fmla="*/ 99239 w 156028"/>
              <a:gd name="csY30" fmla="*/ 10632 h 106319"/>
              <a:gd name="csX31" fmla="*/ 99239 w 156028"/>
              <a:gd name="csY31" fmla="*/ 35434 h 106319"/>
              <a:gd name="csX32" fmla="*/ 56706 w 156028"/>
              <a:gd name="csY32" fmla="*/ 35434 h 106319"/>
              <a:gd name="csX33" fmla="*/ 56706 w 156028"/>
              <a:gd name="csY33" fmla="*/ 10632 h 106319"/>
              <a:gd name="csX34" fmla="*/ 109873 w 156028"/>
              <a:gd name="csY34" fmla="*/ 10632 h 106319"/>
              <a:gd name="csX35" fmla="*/ 127243 w 156028"/>
              <a:gd name="csY35" fmla="*/ 10632 h 106319"/>
              <a:gd name="csX36" fmla="*/ 135342 w 156028"/>
              <a:gd name="csY36" fmla="*/ 15888 h 106319"/>
              <a:gd name="csX37" fmla="*/ 144036 w 156028"/>
              <a:gd name="csY37" fmla="*/ 35434 h 106319"/>
              <a:gd name="csX38" fmla="*/ 109873 w 156028"/>
              <a:gd name="csY38" fmla="*/ 35434 h 106319"/>
              <a:gd name="csX39" fmla="*/ 109873 w 156028"/>
              <a:gd name="csY39" fmla="*/ 10632 h 106319"/>
              <a:gd name="csX40" fmla="*/ 37208 w 156028"/>
              <a:gd name="csY40" fmla="*/ 77962 h 106319"/>
              <a:gd name="csX41" fmla="*/ 46072 w 156028"/>
              <a:gd name="csY41" fmla="*/ 86825 h 106319"/>
              <a:gd name="csX42" fmla="*/ 37208 w 156028"/>
              <a:gd name="csY42" fmla="*/ 95687 h 106319"/>
              <a:gd name="csX43" fmla="*/ 28361 w 156028"/>
              <a:gd name="csY43" fmla="*/ 86825 h 106319"/>
              <a:gd name="csX44" fmla="*/ 37208 w 156028"/>
              <a:gd name="csY44" fmla="*/ 77962 h 106319"/>
              <a:gd name="csX45" fmla="*/ 118737 w 156028"/>
              <a:gd name="csY45" fmla="*/ 77962 h 106319"/>
              <a:gd name="csX46" fmla="*/ 127601 w 156028"/>
              <a:gd name="csY46" fmla="*/ 86825 h 106319"/>
              <a:gd name="csX47" fmla="*/ 118737 w 156028"/>
              <a:gd name="csY47" fmla="*/ 95687 h 106319"/>
              <a:gd name="csX48" fmla="*/ 109873 w 156028"/>
              <a:gd name="csY48" fmla="*/ 86825 h 106319"/>
              <a:gd name="csX49" fmla="*/ 118737 w 156028"/>
              <a:gd name="csY49" fmla="*/ 77962 h 106319"/>
            </a:gdLst>
            <a:ahLst/>
            <a:cxnLst/>
            <a:rect l="l" t="t" r="r" b="b"/>
            <a:pathLst>
              <a:path w="100000" h="100000">
                <a:moveTo>
                  <a:pt x="10217" y="15930"/>
                </a:moveTo>
                <a:cubicBezTo>
                  <a:pt x="4591" y="15930"/>
                  <a:pt x="0" y="20520"/>
                  <a:pt x="0" y="26145"/>
                </a:cubicBezTo>
                <a:lnTo>
                  <a:pt x="0" y="64762"/>
                </a:lnTo>
                <a:cubicBezTo>
                  <a:pt x="0" y="70399"/>
                  <a:pt x="4591" y="74989"/>
                  <a:pt x="10217" y="74989"/>
                </a:cubicBezTo>
                <a:lnTo>
                  <a:pt x="11842" y="74989"/>
                </a:lnTo>
                <a:cubicBezTo>
                  <a:pt x="13346" y="80211"/>
                  <a:pt x="18177" y="84070"/>
                  <a:pt x="23847" y="84070"/>
                </a:cubicBezTo>
                <a:cubicBezTo>
                  <a:pt x="29528" y="84070"/>
                  <a:pt x="34359" y="80211"/>
                  <a:pt x="35863" y="74989"/>
                </a:cubicBezTo>
                <a:lnTo>
                  <a:pt x="64094" y="74989"/>
                </a:lnTo>
                <a:cubicBezTo>
                  <a:pt x="65588" y="80211"/>
                  <a:pt x="70419" y="84070"/>
                  <a:pt x="76100" y="84070"/>
                </a:cubicBezTo>
                <a:cubicBezTo>
                  <a:pt x="81781" y="84070"/>
                  <a:pt x="86611" y="80211"/>
                  <a:pt x="88105" y="74989"/>
                </a:cubicBezTo>
                <a:lnTo>
                  <a:pt x="89729" y="74989"/>
                </a:lnTo>
                <a:cubicBezTo>
                  <a:pt x="95367" y="74989"/>
                  <a:pt x="99958" y="70399"/>
                  <a:pt x="99958" y="64762"/>
                </a:cubicBezTo>
                <a:lnTo>
                  <a:pt x="99958" y="56814"/>
                </a:lnTo>
                <a:lnTo>
                  <a:pt x="94277" y="56814"/>
                </a:lnTo>
                <a:cubicBezTo>
                  <a:pt x="92390" y="56814"/>
                  <a:pt x="90864" y="55288"/>
                  <a:pt x="90864" y="53402"/>
                </a:cubicBezTo>
                <a:cubicBezTo>
                  <a:pt x="90864" y="51526"/>
                  <a:pt x="92390" y="50000"/>
                  <a:pt x="94277" y="50000"/>
                </a:cubicBezTo>
                <a:lnTo>
                  <a:pt x="99958" y="50000"/>
                </a:lnTo>
                <a:lnTo>
                  <a:pt x="99958" y="42608"/>
                </a:lnTo>
                <a:cubicBezTo>
                  <a:pt x="100023" y="42216"/>
                  <a:pt x="100012" y="41812"/>
                  <a:pt x="99936" y="41420"/>
                </a:cubicBezTo>
                <a:cubicBezTo>
                  <a:pt x="99903" y="39762"/>
                  <a:pt x="99555" y="38149"/>
                  <a:pt x="98878" y="36633"/>
                </a:cubicBezTo>
                <a:lnTo>
                  <a:pt x="92968" y="23354"/>
                </a:lnTo>
                <a:cubicBezTo>
                  <a:pt x="90973" y="18841"/>
                  <a:pt x="86491" y="15930"/>
                  <a:pt x="81551" y="15930"/>
                </a:cubicBezTo>
                <a:lnTo>
                  <a:pt x="10217" y="15930"/>
                </a:lnTo>
                <a:close/>
                <a:moveTo>
                  <a:pt x="10217" y="22744"/>
                </a:moveTo>
                <a:lnTo>
                  <a:pt x="29528" y="22744"/>
                </a:lnTo>
                <a:lnTo>
                  <a:pt x="29528" y="38640"/>
                </a:lnTo>
                <a:lnTo>
                  <a:pt x="6815" y="38640"/>
                </a:lnTo>
                <a:lnTo>
                  <a:pt x="6815" y="26145"/>
                </a:lnTo>
                <a:cubicBezTo>
                  <a:pt x="6815" y="24270"/>
                  <a:pt x="8341" y="22744"/>
                  <a:pt x="10217" y="22744"/>
                </a:cubicBezTo>
                <a:close/>
                <a:moveTo>
                  <a:pt x="36343" y="22744"/>
                </a:moveTo>
                <a:lnTo>
                  <a:pt x="63603" y="22744"/>
                </a:lnTo>
                <a:lnTo>
                  <a:pt x="63603" y="38640"/>
                </a:lnTo>
                <a:lnTo>
                  <a:pt x="36343" y="38640"/>
                </a:lnTo>
                <a:lnTo>
                  <a:pt x="36343" y="22744"/>
                </a:lnTo>
                <a:close/>
                <a:moveTo>
                  <a:pt x="70419" y="22744"/>
                </a:moveTo>
                <a:lnTo>
                  <a:pt x="81551" y="22744"/>
                </a:lnTo>
                <a:cubicBezTo>
                  <a:pt x="83798" y="22744"/>
                  <a:pt x="85837" y="24063"/>
                  <a:pt x="86742" y="26112"/>
                </a:cubicBezTo>
                <a:lnTo>
                  <a:pt x="92314" y="38640"/>
                </a:lnTo>
                <a:lnTo>
                  <a:pt x="70419" y="38640"/>
                </a:lnTo>
                <a:lnTo>
                  <a:pt x="70419" y="22744"/>
                </a:lnTo>
                <a:close/>
                <a:moveTo>
                  <a:pt x="23847" y="65896"/>
                </a:moveTo>
                <a:cubicBezTo>
                  <a:pt x="27020" y="65896"/>
                  <a:pt x="29528" y="68403"/>
                  <a:pt x="29528" y="71577"/>
                </a:cubicBezTo>
                <a:cubicBezTo>
                  <a:pt x="29528" y="74749"/>
                  <a:pt x="27020" y="77256"/>
                  <a:pt x="23847" y="77256"/>
                </a:cubicBezTo>
                <a:cubicBezTo>
                  <a:pt x="20685" y="77256"/>
                  <a:pt x="18177" y="74749"/>
                  <a:pt x="18177" y="71577"/>
                </a:cubicBezTo>
                <a:cubicBezTo>
                  <a:pt x="18177" y="68403"/>
                  <a:pt x="20685" y="65896"/>
                  <a:pt x="23847" y="65896"/>
                </a:cubicBezTo>
                <a:close/>
                <a:moveTo>
                  <a:pt x="76100" y="65896"/>
                </a:moveTo>
                <a:cubicBezTo>
                  <a:pt x="79272" y="65896"/>
                  <a:pt x="81781" y="68403"/>
                  <a:pt x="81781" y="71577"/>
                </a:cubicBezTo>
                <a:cubicBezTo>
                  <a:pt x="81781" y="74749"/>
                  <a:pt x="79272" y="77256"/>
                  <a:pt x="76100" y="77256"/>
                </a:cubicBezTo>
                <a:cubicBezTo>
                  <a:pt x="72927" y="77256"/>
                  <a:pt x="70419" y="74749"/>
                  <a:pt x="70419" y="71577"/>
                </a:cubicBezTo>
                <a:cubicBezTo>
                  <a:pt x="70419" y="68403"/>
                  <a:pt x="72927" y="65896"/>
                  <a:pt x="76100" y="6589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0" name="Белый — SVG 26">
            <a:extLst>
              <a:ext uri="{FF2B5EF4-FFF2-40B4-BE49-F238E27FC236}">
                <a16:creationId xmlns:a16="http://schemas.microsoft.com/office/drawing/2014/main" id="{098AC650-0BD5-FB4C-AEA4-BBBA3C3B4ECA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78010 w 120570"/>
              <a:gd name="csY0" fmla="*/ 0 h 141814"/>
              <a:gd name="csX1" fmla="*/ 51452 w 120570"/>
              <a:gd name="csY1" fmla="*/ 3589 h 141814"/>
              <a:gd name="csX2" fmla="*/ 13359 w 120570"/>
              <a:gd name="csY2" fmla="*/ 22812 h 141814"/>
              <a:gd name="csX3" fmla="*/ 718 w 120570"/>
              <a:gd name="csY3" fmla="*/ 52904 h 141814"/>
              <a:gd name="csX4" fmla="*/ 17816 w 120570"/>
              <a:gd name="csY4" fmla="*/ 70120 h 141814"/>
              <a:gd name="csX5" fmla="*/ 18378 w 120570"/>
              <a:gd name="csY5" fmla="*/ 76397 h 141814"/>
              <a:gd name="csX6" fmla="*/ 18378 w 120570"/>
              <a:gd name="csY6" fmla="*/ 76397 h 141814"/>
              <a:gd name="csX7" fmla="*/ 29266 w 120570"/>
              <a:gd name="csY7" fmla="*/ 89751 h 141814"/>
              <a:gd name="csX8" fmla="*/ 36004 w 120570"/>
              <a:gd name="csY8" fmla="*/ 92489 h 141814"/>
              <a:gd name="csX9" fmla="*/ 36055 w 120570"/>
              <a:gd name="csY9" fmla="*/ 95858 h 141814"/>
              <a:gd name="csX10" fmla="*/ 36055 w 120570"/>
              <a:gd name="csY10" fmla="*/ 95858 h 141814"/>
              <a:gd name="csX11" fmla="*/ 54293 w 120570"/>
              <a:gd name="csY11" fmla="*/ 111116 h 141814"/>
              <a:gd name="csX12" fmla="*/ 54259 w 120570"/>
              <a:gd name="csY12" fmla="*/ 114791 h 141814"/>
              <a:gd name="csX13" fmla="*/ 66050 w 120570"/>
              <a:gd name="csY13" fmla="*/ 127464 h 141814"/>
              <a:gd name="csX14" fmla="*/ 65080 w 120570"/>
              <a:gd name="csY14" fmla="*/ 127975 h 141814"/>
              <a:gd name="csX15" fmla="*/ 62647 w 120570"/>
              <a:gd name="csY15" fmla="*/ 129353 h 141814"/>
              <a:gd name="csX16" fmla="*/ 60928 w 120570"/>
              <a:gd name="csY16" fmla="*/ 131547 h 141814"/>
              <a:gd name="csX17" fmla="*/ 60197 w 120570"/>
              <a:gd name="csY17" fmla="*/ 134252 h 141814"/>
              <a:gd name="csX18" fmla="*/ 60571 w 120570"/>
              <a:gd name="csY18" fmla="*/ 137008 h 141814"/>
              <a:gd name="csX19" fmla="*/ 61966 w 120570"/>
              <a:gd name="csY19" fmla="*/ 139423 h 141814"/>
              <a:gd name="csX20" fmla="*/ 64195 w 120570"/>
              <a:gd name="csY20" fmla="*/ 141107 h 141814"/>
              <a:gd name="csX21" fmla="*/ 66900 w 120570"/>
              <a:gd name="csY21" fmla="*/ 141805 h 141814"/>
              <a:gd name="csX22" fmla="*/ 69673 w 120570"/>
              <a:gd name="csY22" fmla="*/ 141396 h 141814"/>
              <a:gd name="csX23" fmla="*/ 76989 w 120570"/>
              <a:gd name="csY23" fmla="*/ 136786 h 141814"/>
              <a:gd name="csX24" fmla="*/ 80579 w 120570"/>
              <a:gd name="csY24" fmla="*/ 130934 h 141814"/>
              <a:gd name="csX25" fmla="*/ 96878 w 120570"/>
              <a:gd name="csY25" fmla="*/ 130118 h 141814"/>
              <a:gd name="csX26" fmla="*/ 99532 w 120570"/>
              <a:gd name="csY26" fmla="*/ 129199 h 141814"/>
              <a:gd name="csX27" fmla="*/ 101607 w 120570"/>
              <a:gd name="csY27" fmla="*/ 127311 h 141814"/>
              <a:gd name="csX28" fmla="*/ 102798 w 120570"/>
              <a:gd name="csY28" fmla="*/ 124776 h 141814"/>
              <a:gd name="csX29" fmla="*/ 102900 w 120570"/>
              <a:gd name="csY29" fmla="*/ 121970 h 141814"/>
              <a:gd name="csX30" fmla="*/ 101913 w 120570"/>
              <a:gd name="csY30" fmla="*/ 119333 h 141814"/>
              <a:gd name="csX31" fmla="*/ 99974 w 120570"/>
              <a:gd name="csY31" fmla="*/ 117291 h 141814"/>
              <a:gd name="csX32" fmla="*/ 97405 w 120570"/>
              <a:gd name="csY32" fmla="*/ 116169 h 141814"/>
              <a:gd name="csX33" fmla="*/ 94598 w 120570"/>
              <a:gd name="csY33" fmla="*/ 116135 h 141814"/>
              <a:gd name="csX34" fmla="*/ 76513 w 120570"/>
              <a:gd name="csY34" fmla="*/ 115999 h 141814"/>
              <a:gd name="csX35" fmla="*/ 75424 w 120570"/>
              <a:gd name="csY35" fmla="*/ 115778 h 141814"/>
              <a:gd name="csX36" fmla="*/ 74675 w 120570"/>
              <a:gd name="csY36" fmla="*/ 115607 h 141814"/>
              <a:gd name="csX37" fmla="*/ 69486 w 120570"/>
              <a:gd name="csY37" fmla="*/ 113107 h 141814"/>
              <a:gd name="csX38" fmla="*/ 90481 w 120570"/>
              <a:gd name="csY38" fmla="*/ 110606 h 141814"/>
              <a:gd name="csX39" fmla="*/ 105929 w 120570"/>
              <a:gd name="csY39" fmla="*/ 104856 h 141814"/>
              <a:gd name="csX40" fmla="*/ 108209 w 120570"/>
              <a:gd name="csY40" fmla="*/ 103206 h 141814"/>
              <a:gd name="csX41" fmla="*/ 109672 w 120570"/>
              <a:gd name="csY41" fmla="*/ 100808 h 141814"/>
              <a:gd name="csX42" fmla="*/ 110080 w 120570"/>
              <a:gd name="csY42" fmla="*/ 98018 h 141814"/>
              <a:gd name="csX43" fmla="*/ 109366 w 120570"/>
              <a:gd name="csY43" fmla="*/ 95296 h 141814"/>
              <a:gd name="csX44" fmla="*/ 107664 w 120570"/>
              <a:gd name="csY44" fmla="*/ 93068 h 141814"/>
              <a:gd name="csX45" fmla="*/ 105214 w 120570"/>
              <a:gd name="csY45" fmla="*/ 91673 h 141814"/>
              <a:gd name="csX46" fmla="*/ 102424 w 120570"/>
              <a:gd name="csY46" fmla="*/ 91333 h 141814"/>
              <a:gd name="csX47" fmla="*/ 99719 w 120570"/>
              <a:gd name="csY47" fmla="*/ 92115 h 141814"/>
              <a:gd name="csX48" fmla="*/ 86874 w 120570"/>
              <a:gd name="csY48" fmla="*/ 96895 h 141814"/>
              <a:gd name="csX49" fmla="*/ 86874 w 120570"/>
              <a:gd name="csY49" fmla="*/ 96895 h 141814"/>
              <a:gd name="csX50" fmla="*/ 59618 w 120570"/>
              <a:gd name="csY50" fmla="*/ 98222 h 141814"/>
              <a:gd name="csX51" fmla="*/ 53375 w 120570"/>
              <a:gd name="csY51" fmla="*/ 95722 h 141814"/>
              <a:gd name="csX52" fmla="*/ 78793 w 120570"/>
              <a:gd name="csY52" fmla="*/ 92557 h 141814"/>
              <a:gd name="csX53" fmla="*/ 115031 w 120570"/>
              <a:gd name="csY53" fmla="*/ 73267 h 141814"/>
              <a:gd name="csX54" fmla="*/ 116596 w 120570"/>
              <a:gd name="csY54" fmla="*/ 70936 h 141814"/>
              <a:gd name="csX55" fmla="*/ 117124 w 120570"/>
              <a:gd name="csY55" fmla="*/ 68180 h 141814"/>
              <a:gd name="csX56" fmla="*/ 116528 w 120570"/>
              <a:gd name="csY56" fmla="*/ 65425 h 141814"/>
              <a:gd name="csX57" fmla="*/ 114929 w 120570"/>
              <a:gd name="csY57" fmla="*/ 63128 h 141814"/>
              <a:gd name="csX58" fmla="*/ 112564 w 120570"/>
              <a:gd name="csY58" fmla="*/ 61631 h 141814"/>
              <a:gd name="csX59" fmla="*/ 109791 w 120570"/>
              <a:gd name="csY59" fmla="*/ 61172 h 141814"/>
              <a:gd name="csX60" fmla="*/ 107052 w 120570"/>
              <a:gd name="csY60" fmla="*/ 61818 h 141814"/>
              <a:gd name="csX61" fmla="*/ 104789 w 120570"/>
              <a:gd name="csY61" fmla="*/ 63485 h 141814"/>
              <a:gd name="csX62" fmla="*/ 75185 w 120570"/>
              <a:gd name="csY62" fmla="*/ 78846 h 141814"/>
              <a:gd name="csX63" fmla="*/ 36412 w 120570"/>
              <a:gd name="csY63" fmla="*/ 77503 h 141814"/>
              <a:gd name="csX64" fmla="*/ 32465 w 120570"/>
              <a:gd name="csY64" fmla="*/ 73811 h 141814"/>
              <a:gd name="csX65" fmla="*/ 69129 w 120570"/>
              <a:gd name="csY65" fmla="*/ 70851 h 141814"/>
              <a:gd name="csX66" fmla="*/ 107222 w 120570"/>
              <a:gd name="csY66" fmla="*/ 51629 h 141814"/>
              <a:gd name="csX67" fmla="*/ 119846 w 120570"/>
              <a:gd name="csY67" fmla="*/ 21553 h 141814"/>
              <a:gd name="csX68" fmla="*/ 94666 w 120570"/>
              <a:gd name="csY68" fmla="*/ 1769 h 141814"/>
              <a:gd name="csX69" fmla="*/ 94649 w 120570"/>
              <a:gd name="csY69" fmla="*/ 1769 h 141814"/>
              <a:gd name="csX70" fmla="*/ 78010 w 120570"/>
              <a:gd name="csY70" fmla="*/ 0 h 141814"/>
              <a:gd name="csX71" fmla="*/ 78010 w 120570"/>
              <a:gd name="csY71" fmla="*/ 14170 h 141814"/>
              <a:gd name="csX72" fmla="*/ 91501 w 120570"/>
              <a:gd name="csY72" fmla="*/ 15582 h 141814"/>
              <a:gd name="csX73" fmla="*/ 106133 w 120570"/>
              <a:gd name="csY73" fmla="*/ 25142 h 141814"/>
              <a:gd name="csX74" fmla="*/ 97796 w 120570"/>
              <a:gd name="csY74" fmla="*/ 41048 h 141814"/>
              <a:gd name="csX75" fmla="*/ 65522 w 120570"/>
              <a:gd name="csY75" fmla="*/ 57140 h 141814"/>
              <a:gd name="csX76" fmla="*/ 38539 w 120570"/>
              <a:gd name="csY76" fmla="*/ 60117 h 141814"/>
              <a:gd name="csX77" fmla="*/ 39389 w 120570"/>
              <a:gd name="csY77" fmla="*/ 59250 h 141814"/>
              <a:gd name="csX78" fmla="*/ 66662 w 120570"/>
              <a:gd name="csY78" fmla="*/ 45131 h 141814"/>
              <a:gd name="csX79" fmla="*/ 81991 w 120570"/>
              <a:gd name="csY79" fmla="*/ 42647 h 141814"/>
              <a:gd name="csX80" fmla="*/ 86857 w 120570"/>
              <a:gd name="csY80" fmla="*/ 40384 h 141814"/>
              <a:gd name="csX81" fmla="*/ 88745 w 120570"/>
              <a:gd name="csY81" fmla="*/ 35383 h 141814"/>
              <a:gd name="csX82" fmla="*/ 86584 w 120570"/>
              <a:gd name="csY82" fmla="*/ 30467 h 141814"/>
              <a:gd name="csX83" fmla="*/ 81617 w 120570"/>
              <a:gd name="csY83" fmla="*/ 28477 h 141814"/>
              <a:gd name="csX84" fmla="*/ 81106 w 120570"/>
              <a:gd name="csY84" fmla="*/ 28511 h 141814"/>
              <a:gd name="csX85" fmla="*/ 63038 w 120570"/>
              <a:gd name="csY85" fmla="*/ 31436 h 141814"/>
              <a:gd name="csX86" fmla="*/ 29811 w 120570"/>
              <a:gd name="csY86" fmla="*/ 48805 h 141814"/>
              <a:gd name="csX87" fmla="*/ 22750 w 120570"/>
              <a:gd name="csY87" fmla="*/ 56868 h 141814"/>
              <a:gd name="csX88" fmla="*/ 14448 w 120570"/>
              <a:gd name="csY88" fmla="*/ 49298 h 141814"/>
              <a:gd name="csX89" fmla="*/ 22767 w 120570"/>
              <a:gd name="csY89" fmla="*/ 33410 h 141814"/>
              <a:gd name="csX90" fmla="*/ 55059 w 120570"/>
              <a:gd name="csY90" fmla="*/ 17300 h 141814"/>
              <a:gd name="csX91" fmla="*/ 78010 w 120570"/>
              <a:gd name="csY91" fmla="*/ 14170 h 141814"/>
            </a:gdLst>
            <a:ahLst/>
            <a:cxnLst/>
            <a:rect l="l" t="t" r="r" b="b"/>
            <a:pathLst>
              <a:path w="100000" h="100000">
                <a:moveTo>
                  <a:pt x="62499" y="0"/>
                </a:moveTo>
                <a:cubicBezTo>
                  <a:pt x="56488" y="0"/>
                  <a:pt x="50130" y="852"/>
                  <a:pt x="43771" y="2531"/>
                </a:cubicBezTo>
                <a:cubicBezTo>
                  <a:pt x="32854" y="5410"/>
                  <a:pt x="23496" y="10220"/>
                  <a:pt x="16910" y="16086"/>
                </a:cubicBezTo>
                <a:cubicBezTo>
                  <a:pt x="10312" y="21963"/>
                  <a:pt x="5957" y="29520"/>
                  <a:pt x="7996" y="37305"/>
                </a:cubicBezTo>
                <a:cubicBezTo>
                  <a:pt x="9496" y="42980"/>
                  <a:pt x="14043" y="46986"/>
                  <a:pt x="20053" y="49445"/>
                </a:cubicBezTo>
                <a:cubicBezTo>
                  <a:pt x="19981" y="50896"/>
                  <a:pt x="20053" y="52372"/>
                  <a:pt x="20449" y="53871"/>
                </a:cubicBezTo>
                <a:lnTo>
                  <a:pt x="20449" y="53871"/>
                </a:lnTo>
                <a:cubicBezTo>
                  <a:pt x="21505" y="57878"/>
                  <a:pt x="24432" y="61129"/>
                  <a:pt x="28127" y="63288"/>
                </a:cubicBezTo>
                <a:cubicBezTo>
                  <a:pt x="29567" y="64127"/>
                  <a:pt x="31259" y="64631"/>
                  <a:pt x="32878" y="65219"/>
                </a:cubicBezTo>
                <a:cubicBezTo>
                  <a:pt x="32926" y="66010"/>
                  <a:pt x="32710" y="66814"/>
                  <a:pt x="32914" y="67594"/>
                </a:cubicBezTo>
                <a:lnTo>
                  <a:pt x="32914" y="67594"/>
                </a:lnTo>
                <a:cubicBezTo>
                  <a:pt x="34401" y="73268"/>
                  <a:pt x="39620" y="76578"/>
                  <a:pt x="45775" y="78353"/>
                </a:cubicBezTo>
                <a:cubicBezTo>
                  <a:pt x="45799" y="79229"/>
                  <a:pt x="45523" y="80093"/>
                  <a:pt x="45751" y="80945"/>
                </a:cubicBezTo>
                <a:cubicBezTo>
                  <a:pt x="46866" y="85227"/>
                  <a:pt x="50142" y="88094"/>
                  <a:pt x="54065" y="89881"/>
                </a:cubicBezTo>
                <a:cubicBezTo>
                  <a:pt x="53801" y="90049"/>
                  <a:pt x="53537" y="90193"/>
                  <a:pt x="53381" y="90241"/>
                </a:cubicBezTo>
                <a:cubicBezTo>
                  <a:pt x="52757" y="90445"/>
                  <a:pt x="52169" y="90781"/>
                  <a:pt x="51666" y="91213"/>
                </a:cubicBezTo>
                <a:cubicBezTo>
                  <a:pt x="51161" y="91645"/>
                  <a:pt x="50754" y="92172"/>
                  <a:pt x="50453" y="92760"/>
                </a:cubicBezTo>
                <a:cubicBezTo>
                  <a:pt x="50154" y="93348"/>
                  <a:pt x="49986" y="93996"/>
                  <a:pt x="49938" y="94668"/>
                </a:cubicBezTo>
                <a:cubicBezTo>
                  <a:pt x="49890" y="95327"/>
                  <a:pt x="49986" y="95987"/>
                  <a:pt x="50202" y="96611"/>
                </a:cubicBezTo>
                <a:cubicBezTo>
                  <a:pt x="50405" y="97246"/>
                  <a:pt x="50742" y="97822"/>
                  <a:pt x="51185" y="98314"/>
                </a:cubicBezTo>
                <a:cubicBezTo>
                  <a:pt x="51630" y="98817"/>
                  <a:pt x="52157" y="99214"/>
                  <a:pt x="52757" y="99501"/>
                </a:cubicBezTo>
                <a:cubicBezTo>
                  <a:pt x="53357" y="99789"/>
                  <a:pt x="54005" y="99957"/>
                  <a:pt x="54665" y="99994"/>
                </a:cubicBezTo>
                <a:cubicBezTo>
                  <a:pt x="55337" y="100030"/>
                  <a:pt x="55996" y="99922"/>
                  <a:pt x="56620" y="99705"/>
                </a:cubicBezTo>
                <a:cubicBezTo>
                  <a:pt x="58264" y="99142"/>
                  <a:pt x="60075" y="98194"/>
                  <a:pt x="61779" y="96455"/>
                </a:cubicBezTo>
                <a:cubicBezTo>
                  <a:pt x="62798" y="95423"/>
                  <a:pt x="63710" y="93984"/>
                  <a:pt x="64310" y="92328"/>
                </a:cubicBezTo>
                <a:cubicBezTo>
                  <a:pt x="67897" y="92604"/>
                  <a:pt x="71760" y="92413"/>
                  <a:pt x="75804" y="91753"/>
                </a:cubicBezTo>
                <a:cubicBezTo>
                  <a:pt x="76463" y="91669"/>
                  <a:pt x="77099" y="91441"/>
                  <a:pt x="77675" y="91105"/>
                </a:cubicBezTo>
                <a:cubicBezTo>
                  <a:pt x="78238" y="90757"/>
                  <a:pt x="78743" y="90313"/>
                  <a:pt x="79138" y="89773"/>
                </a:cubicBezTo>
                <a:cubicBezTo>
                  <a:pt x="79534" y="89234"/>
                  <a:pt x="79822" y="88634"/>
                  <a:pt x="79978" y="87986"/>
                </a:cubicBezTo>
                <a:cubicBezTo>
                  <a:pt x="80135" y="87338"/>
                  <a:pt x="80159" y="86654"/>
                  <a:pt x="80050" y="86007"/>
                </a:cubicBezTo>
                <a:cubicBezTo>
                  <a:pt x="79942" y="85347"/>
                  <a:pt x="79702" y="84711"/>
                  <a:pt x="79354" y="84148"/>
                </a:cubicBezTo>
                <a:cubicBezTo>
                  <a:pt x="78994" y="83583"/>
                  <a:pt x="78539" y="83092"/>
                  <a:pt x="77987" y="82708"/>
                </a:cubicBezTo>
                <a:cubicBezTo>
                  <a:pt x="77447" y="82336"/>
                  <a:pt x="76823" y="82060"/>
                  <a:pt x="76175" y="81916"/>
                </a:cubicBezTo>
                <a:cubicBezTo>
                  <a:pt x="75527" y="81785"/>
                  <a:pt x="74855" y="81773"/>
                  <a:pt x="74196" y="81892"/>
                </a:cubicBezTo>
                <a:cubicBezTo>
                  <a:pt x="69241" y="82696"/>
                  <a:pt x="64778" y="82528"/>
                  <a:pt x="61443" y="81797"/>
                </a:cubicBezTo>
                <a:cubicBezTo>
                  <a:pt x="61191" y="81725"/>
                  <a:pt x="60939" y="81677"/>
                  <a:pt x="60675" y="81641"/>
                </a:cubicBezTo>
                <a:cubicBezTo>
                  <a:pt x="60507" y="81593"/>
                  <a:pt x="60303" y="81569"/>
                  <a:pt x="60147" y="81520"/>
                </a:cubicBezTo>
                <a:cubicBezTo>
                  <a:pt x="58324" y="80993"/>
                  <a:pt x="57220" y="80357"/>
                  <a:pt x="56488" y="79757"/>
                </a:cubicBezTo>
                <a:cubicBezTo>
                  <a:pt x="61287" y="79781"/>
                  <a:pt x="66242" y="79325"/>
                  <a:pt x="71293" y="77994"/>
                </a:cubicBezTo>
                <a:cubicBezTo>
                  <a:pt x="75143" y="76974"/>
                  <a:pt x="78791" y="75595"/>
                  <a:pt x="82186" y="73939"/>
                </a:cubicBezTo>
                <a:cubicBezTo>
                  <a:pt x="82786" y="73663"/>
                  <a:pt x="83337" y="73268"/>
                  <a:pt x="83794" y="72776"/>
                </a:cubicBezTo>
                <a:cubicBezTo>
                  <a:pt x="84237" y="72284"/>
                  <a:pt x="84597" y="71708"/>
                  <a:pt x="84825" y="71085"/>
                </a:cubicBezTo>
                <a:cubicBezTo>
                  <a:pt x="85041" y="70461"/>
                  <a:pt x="85149" y="69789"/>
                  <a:pt x="85113" y="69117"/>
                </a:cubicBezTo>
                <a:cubicBezTo>
                  <a:pt x="85077" y="68457"/>
                  <a:pt x="84909" y="67798"/>
                  <a:pt x="84609" y="67198"/>
                </a:cubicBezTo>
                <a:cubicBezTo>
                  <a:pt x="84321" y="66599"/>
                  <a:pt x="83913" y="66070"/>
                  <a:pt x="83409" y="65627"/>
                </a:cubicBezTo>
                <a:cubicBezTo>
                  <a:pt x="82906" y="65183"/>
                  <a:pt x="82318" y="64847"/>
                  <a:pt x="81682" y="64643"/>
                </a:cubicBezTo>
                <a:cubicBezTo>
                  <a:pt x="81046" y="64439"/>
                  <a:pt x="80386" y="64355"/>
                  <a:pt x="79714" y="64403"/>
                </a:cubicBezTo>
                <a:cubicBezTo>
                  <a:pt x="79054" y="64463"/>
                  <a:pt x="78407" y="64643"/>
                  <a:pt x="77807" y="64955"/>
                </a:cubicBezTo>
                <a:cubicBezTo>
                  <a:pt x="74964" y="66347"/>
                  <a:pt x="71928" y="67486"/>
                  <a:pt x="68749" y="68325"/>
                </a:cubicBezTo>
                <a:lnTo>
                  <a:pt x="68749" y="68325"/>
                </a:lnTo>
                <a:cubicBezTo>
                  <a:pt x="61659" y="70197"/>
                  <a:pt x="54677" y="70437"/>
                  <a:pt x="49530" y="69261"/>
                </a:cubicBezTo>
                <a:cubicBezTo>
                  <a:pt x="47442" y="68782"/>
                  <a:pt x="46195" y="68134"/>
                  <a:pt x="45127" y="67498"/>
                </a:cubicBezTo>
                <a:cubicBezTo>
                  <a:pt x="50802" y="67630"/>
                  <a:pt x="56896" y="66886"/>
                  <a:pt x="63051" y="65266"/>
                </a:cubicBezTo>
                <a:cubicBezTo>
                  <a:pt x="73704" y="62448"/>
                  <a:pt x="82665" y="57890"/>
                  <a:pt x="88604" y="51664"/>
                </a:cubicBezTo>
                <a:cubicBezTo>
                  <a:pt x="89084" y="51196"/>
                  <a:pt x="89456" y="50645"/>
                  <a:pt x="89708" y="50020"/>
                </a:cubicBezTo>
                <a:cubicBezTo>
                  <a:pt x="89959" y="49409"/>
                  <a:pt x="90080" y="48749"/>
                  <a:pt x="90080" y="48077"/>
                </a:cubicBezTo>
                <a:cubicBezTo>
                  <a:pt x="90068" y="47406"/>
                  <a:pt x="89935" y="46746"/>
                  <a:pt x="89660" y="46134"/>
                </a:cubicBezTo>
                <a:cubicBezTo>
                  <a:pt x="89396" y="45522"/>
                  <a:pt x="89012" y="44971"/>
                  <a:pt x="88532" y="44515"/>
                </a:cubicBezTo>
                <a:cubicBezTo>
                  <a:pt x="88052" y="44059"/>
                  <a:pt x="87477" y="43699"/>
                  <a:pt x="86864" y="43459"/>
                </a:cubicBezTo>
                <a:cubicBezTo>
                  <a:pt x="86240" y="43219"/>
                  <a:pt x="85569" y="43111"/>
                  <a:pt x="84909" y="43135"/>
                </a:cubicBezTo>
                <a:cubicBezTo>
                  <a:pt x="84237" y="43159"/>
                  <a:pt x="83589" y="43315"/>
                  <a:pt x="82978" y="43591"/>
                </a:cubicBezTo>
                <a:cubicBezTo>
                  <a:pt x="82378" y="43867"/>
                  <a:pt x="81825" y="44275"/>
                  <a:pt x="81382" y="44766"/>
                </a:cubicBezTo>
                <a:cubicBezTo>
                  <a:pt x="77303" y="49025"/>
                  <a:pt x="69853" y="53127"/>
                  <a:pt x="60507" y="55598"/>
                </a:cubicBezTo>
                <a:cubicBezTo>
                  <a:pt x="49266" y="58561"/>
                  <a:pt x="38253" y="57625"/>
                  <a:pt x="33166" y="54651"/>
                </a:cubicBezTo>
                <a:cubicBezTo>
                  <a:pt x="31546" y="53703"/>
                  <a:pt x="30790" y="52876"/>
                  <a:pt x="30383" y="52048"/>
                </a:cubicBezTo>
                <a:cubicBezTo>
                  <a:pt x="38385" y="53067"/>
                  <a:pt x="47287" y="52323"/>
                  <a:pt x="56236" y="49961"/>
                </a:cubicBezTo>
                <a:cubicBezTo>
                  <a:pt x="67153" y="47094"/>
                  <a:pt x="76499" y="42284"/>
                  <a:pt x="83098" y="36406"/>
                </a:cubicBezTo>
                <a:cubicBezTo>
                  <a:pt x="89696" y="30540"/>
                  <a:pt x="94051" y="22983"/>
                  <a:pt x="91999" y="15198"/>
                </a:cubicBezTo>
                <a:cubicBezTo>
                  <a:pt x="90068" y="7821"/>
                  <a:pt x="83014" y="3251"/>
                  <a:pt x="74244" y="1247"/>
                </a:cubicBezTo>
                <a:lnTo>
                  <a:pt x="74232" y="1247"/>
                </a:lnTo>
                <a:cubicBezTo>
                  <a:pt x="70549" y="408"/>
                  <a:pt x="66601" y="0"/>
                  <a:pt x="62499" y="0"/>
                </a:cubicBezTo>
                <a:close/>
                <a:moveTo>
                  <a:pt x="62499" y="9992"/>
                </a:moveTo>
                <a:cubicBezTo>
                  <a:pt x="65942" y="9992"/>
                  <a:pt x="69169" y="10340"/>
                  <a:pt x="72012" y="10988"/>
                </a:cubicBezTo>
                <a:cubicBezTo>
                  <a:pt x="78767" y="12535"/>
                  <a:pt x="81694" y="15318"/>
                  <a:pt x="82330" y="17729"/>
                </a:cubicBezTo>
                <a:cubicBezTo>
                  <a:pt x="83026" y="20356"/>
                  <a:pt x="81514" y="24435"/>
                  <a:pt x="76451" y="28945"/>
                </a:cubicBezTo>
                <a:cubicBezTo>
                  <a:pt x="71389" y="33455"/>
                  <a:pt x="63267" y="37773"/>
                  <a:pt x="53693" y="40292"/>
                </a:cubicBezTo>
                <a:cubicBezTo>
                  <a:pt x="47022" y="42056"/>
                  <a:pt x="40436" y="42703"/>
                  <a:pt x="34666" y="42391"/>
                </a:cubicBezTo>
                <a:cubicBezTo>
                  <a:pt x="34870" y="42188"/>
                  <a:pt x="35049" y="41984"/>
                  <a:pt x="35265" y="41780"/>
                </a:cubicBezTo>
                <a:cubicBezTo>
                  <a:pt x="39656" y="37761"/>
                  <a:pt x="46615" y="33911"/>
                  <a:pt x="54497" y="31824"/>
                </a:cubicBezTo>
                <a:cubicBezTo>
                  <a:pt x="58132" y="30876"/>
                  <a:pt x="61755" y="30300"/>
                  <a:pt x="65306" y="30072"/>
                </a:cubicBezTo>
                <a:cubicBezTo>
                  <a:pt x="66613" y="30013"/>
                  <a:pt x="67849" y="29436"/>
                  <a:pt x="68737" y="28477"/>
                </a:cubicBezTo>
                <a:cubicBezTo>
                  <a:pt x="69625" y="27517"/>
                  <a:pt x="70105" y="26258"/>
                  <a:pt x="70069" y="24950"/>
                </a:cubicBezTo>
                <a:cubicBezTo>
                  <a:pt x="70033" y="23643"/>
                  <a:pt x="69480" y="22396"/>
                  <a:pt x="68545" y="21484"/>
                </a:cubicBezTo>
                <a:cubicBezTo>
                  <a:pt x="67610" y="20584"/>
                  <a:pt x="66350" y="20081"/>
                  <a:pt x="65042" y="20081"/>
                </a:cubicBezTo>
                <a:cubicBezTo>
                  <a:pt x="64922" y="20081"/>
                  <a:pt x="64802" y="20093"/>
                  <a:pt x="64682" y="20105"/>
                </a:cubicBezTo>
                <a:cubicBezTo>
                  <a:pt x="60483" y="20368"/>
                  <a:pt x="56212" y="21040"/>
                  <a:pt x="51941" y="22167"/>
                </a:cubicBezTo>
                <a:cubicBezTo>
                  <a:pt x="42572" y="24639"/>
                  <a:pt x="34365" y="29053"/>
                  <a:pt x="28511" y="34415"/>
                </a:cubicBezTo>
                <a:cubicBezTo>
                  <a:pt x="26604" y="36166"/>
                  <a:pt x="24924" y="38073"/>
                  <a:pt x="23532" y="40100"/>
                </a:cubicBezTo>
                <a:cubicBezTo>
                  <a:pt x="19897" y="38553"/>
                  <a:pt x="18146" y="36562"/>
                  <a:pt x="17678" y="34762"/>
                </a:cubicBezTo>
                <a:cubicBezTo>
                  <a:pt x="16982" y="32148"/>
                  <a:pt x="18481" y="28069"/>
                  <a:pt x="23544" y="23559"/>
                </a:cubicBezTo>
                <a:cubicBezTo>
                  <a:pt x="28619" y="19049"/>
                  <a:pt x="36741" y="14731"/>
                  <a:pt x="46315" y="12199"/>
                </a:cubicBezTo>
                <a:cubicBezTo>
                  <a:pt x="51905" y="10736"/>
                  <a:pt x="57436" y="9992"/>
                  <a:pt x="62499" y="999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1" name="Белый — SVG 27">
            <a:extLst>
              <a:ext uri="{FF2B5EF4-FFF2-40B4-BE49-F238E27FC236}">
                <a16:creationId xmlns:a16="http://schemas.microsoft.com/office/drawing/2014/main" id="{B638617A-41EF-6D4F-968E-06F2E8DCA499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55140 w 148867"/>
              <a:gd name="csY0" fmla="*/ 4 h 127655"/>
              <a:gd name="csX1" fmla="*/ 54035 w 148867"/>
              <a:gd name="csY1" fmla="*/ 73 h 127655"/>
              <a:gd name="csX2" fmla="*/ 18068 w 148867"/>
              <a:gd name="csY2" fmla="*/ 73 h 127655"/>
              <a:gd name="csX3" fmla="*/ 7094 w 148867"/>
              <a:gd name="csY3" fmla="*/ 11062 h 127655"/>
              <a:gd name="csX4" fmla="*/ 7094 w 148867"/>
              <a:gd name="csY4" fmla="*/ 61704 h 127655"/>
              <a:gd name="csX5" fmla="*/ 0 w 148867"/>
              <a:gd name="csY5" fmla="*/ 85128 h 127655"/>
              <a:gd name="csX6" fmla="*/ 42534 w 148867"/>
              <a:gd name="csY6" fmla="*/ 127656 h 127655"/>
              <a:gd name="csX7" fmla="*/ 84131 w 148867"/>
              <a:gd name="csY7" fmla="*/ 93991 h 127655"/>
              <a:gd name="csX8" fmla="*/ 104003 w 148867"/>
              <a:gd name="csY8" fmla="*/ 93991 h 127655"/>
              <a:gd name="csX9" fmla="*/ 101009 w 148867"/>
              <a:gd name="csY9" fmla="*/ 105507 h 127655"/>
              <a:gd name="csX10" fmla="*/ 106572 w 148867"/>
              <a:gd name="csY10" fmla="*/ 120613 h 127655"/>
              <a:gd name="csX11" fmla="*/ 123177 w 148867"/>
              <a:gd name="csY11" fmla="*/ 127656 h 127655"/>
              <a:gd name="csX12" fmla="*/ 145328 w 148867"/>
              <a:gd name="csY12" fmla="*/ 105507 h 127655"/>
              <a:gd name="csX13" fmla="*/ 139136 w 148867"/>
              <a:gd name="csY13" fmla="*/ 90231 h 127655"/>
              <a:gd name="csX14" fmla="*/ 147234 w 148867"/>
              <a:gd name="csY14" fmla="*/ 73748 h 127655"/>
              <a:gd name="csX15" fmla="*/ 148867 w 148867"/>
              <a:gd name="csY15" fmla="*/ 66722 h 127655"/>
              <a:gd name="csX16" fmla="*/ 148867 w 148867"/>
              <a:gd name="csY16" fmla="*/ 58557 h 127655"/>
              <a:gd name="csX17" fmla="*/ 132909 w 148867"/>
              <a:gd name="csY17" fmla="*/ 42600 h 127655"/>
              <a:gd name="csX18" fmla="*/ 106334 w 148867"/>
              <a:gd name="csY18" fmla="*/ 42600 h 127655"/>
              <a:gd name="csX19" fmla="*/ 106334 w 148867"/>
              <a:gd name="csY19" fmla="*/ 19567 h 127655"/>
              <a:gd name="csX20" fmla="*/ 108103 w 148867"/>
              <a:gd name="csY20" fmla="*/ 17798 h 127655"/>
              <a:gd name="csX21" fmla="*/ 111642 w 148867"/>
              <a:gd name="csY21" fmla="*/ 17798 h 127655"/>
              <a:gd name="csX22" fmla="*/ 113701 w 148867"/>
              <a:gd name="csY22" fmla="*/ 17407 h 127655"/>
              <a:gd name="csX23" fmla="*/ 115453 w 148867"/>
              <a:gd name="csY23" fmla="*/ 16267 h 127655"/>
              <a:gd name="csX24" fmla="*/ 116627 w 148867"/>
              <a:gd name="csY24" fmla="*/ 14532 h 127655"/>
              <a:gd name="csX25" fmla="*/ 117035 w 148867"/>
              <a:gd name="csY25" fmla="*/ 12473 h 127655"/>
              <a:gd name="csX26" fmla="*/ 116627 w 148867"/>
              <a:gd name="csY26" fmla="*/ 10432 h 127655"/>
              <a:gd name="csX27" fmla="*/ 115453 w 148867"/>
              <a:gd name="csY27" fmla="*/ 8697 h 127655"/>
              <a:gd name="csX28" fmla="*/ 113701 w 148867"/>
              <a:gd name="csY28" fmla="*/ 7540 h 127655"/>
              <a:gd name="csX29" fmla="*/ 111642 w 148867"/>
              <a:gd name="csY29" fmla="*/ 7166 h 127655"/>
              <a:gd name="csX30" fmla="*/ 108103 w 148867"/>
              <a:gd name="csY30" fmla="*/ 7166 h 127655"/>
              <a:gd name="csX31" fmla="*/ 95700 w 148867"/>
              <a:gd name="csY31" fmla="*/ 19567 h 127655"/>
              <a:gd name="csX32" fmla="*/ 95700 w 148867"/>
              <a:gd name="csY32" fmla="*/ 42600 h 127655"/>
              <a:gd name="csX33" fmla="*/ 69721 w 148867"/>
              <a:gd name="csY33" fmla="*/ 42600 h 127655"/>
              <a:gd name="csX34" fmla="*/ 61759 w 148867"/>
              <a:gd name="csY34" fmla="*/ 10704 h 127655"/>
              <a:gd name="csX35" fmla="*/ 62031 w 148867"/>
              <a:gd name="csY35" fmla="*/ 10704 h 127655"/>
              <a:gd name="csX36" fmla="*/ 64089 w 148867"/>
              <a:gd name="csY36" fmla="*/ 10330 h 127655"/>
              <a:gd name="csX37" fmla="*/ 65842 w 148867"/>
              <a:gd name="csY37" fmla="*/ 9173 h 127655"/>
              <a:gd name="csX38" fmla="*/ 67016 w 148867"/>
              <a:gd name="csY38" fmla="*/ 7438 h 127655"/>
              <a:gd name="csX39" fmla="*/ 67424 w 148867"/>
              <a:gd name="csY39" fmla="*/ 5397 h 127655"/>
              <a:gd name="csX40" fmla="*/ 67016 w 148867"/>
              <a:gd name="csY40" fmla="*/ 3339 h 127655"/>
              <a:gd name="csX41" fmla="*/ 65842 w 148867"/>
              <a:gd name="csY41" fmla="*/ 1603 h 127655"/>
              <a:gd name="csX42" fmla="*/ 64089 w 148867"/>
              <a:gd name="csY42" fmla="*/ 464 h 127655"/>
              <a:gd name="csX43" fmla="*/ 62031 w 148867"/>
              <a:gd name="csY43" fmla="*/ 73 h 127655"/>
              <a:gd name="csX44" fmla="*/ 55770 w 148867"/>
              <a:gd name="csY44" fmla="*/ 73 h 127655"/>
              <a:gd name="csX45" fmla="*/ 55140 w 148867"/>
              <a:gd name="csY45" fmla="*/ 4 h 127655"/>
              <a:gd name="csX46" fmla="*/ 18068 w 148867"/>
              <a:gd name="csY46" fmla="*/ 10704 h 127655"/>
              <a:gd name="csX47" fmla="*/ 50785 w 148867"/>
              <a:gd name="csY47" fmla="*/ 10704 h 127655"/>
              <a:gd name="csX48" fmla="*/ 58764 w 148867"/>
              <a:gd name="csY48" fmla="*/ 42600 h 127655"/>
              <a:gd name="csX49" fmla="*/ 42534 w 148867"/>
              <a:gd name="csY49" fmla="*/ 42600 h 127655"/>
              <a:gd name="csX50" fmla="*/ 17728 w 148867"/>
              <a:gd name="csY50" fmla="*/ 42600 h 127655"/>
              <a:gd name="csX51" fmla="*/ 17728 w 148867"/>
              <a:gd name="csY51" fmla="*/ 11062 h 127655"/>
              <a:gd name="csX52" fmla="*/ 18068 w 148867"/>
              <a:gd name="csY52" fmla="*/ 10704 h 127655"/>
              <a:gd name="csX53" fmla="*/ 42534 w 148867"/>
              <a:gd name="csY53" fmla="*/ 53232 h 127655"/>
              <a:gd name="csX54" fmla="*/ 74434 w 148867"/>
              <a:gd name="csY54" fmla="*/ 85128 h 127655"/>
              <a:gd name="csX55" fmla="*/ 42534 w 148867"/>
              <a:gd name="csY55" fmla="*/ 117024 h 127655"/>
              <a:gd name="csX56" fmla="*/ 10633 w 148867"/>
              <a:gd name="csY56" fmla="*/ 85128 h 127655"/>
              <a:gd name="csX57" fmla="*/ 42534 w 148867"/>
              <a:gd name="csY57" fmla="*/ 53232 h 127655"/>
              <a:gd name="csX58" fmla="*/ 41649 w 148867"/>
              <a:gd name="csY58" fmla="*/ 74547 h 127655"/>
              <a:gd name="csX59" fmla="*/ 30182 w 148867"/>
              <a:gd name="csY59" fmla="*/ 86013 h 127655"/>
              <a:gd name="csX60" fmla="*/ 41649 w 148867"/>
              <a:gd name="csY60" fmla="*/ 97495 h 127655"/>
              <a:gd name="csX61" fmla="*/ 53116 w 148867"/>
              <a:gd name="csY61" fmla="*/ 86013 h 127655"/>
              <a:gd name="csX62" fmla="*/ 41649 w 148867"/>
              <a:gd name="csY62" fmla="*/ 74547 h 127655"/>
              <a:gd name="csX63" fmla="*/ 123177 w 148867"/>
              <a:gd name="csY63" fmla="*/ 93991 h 127655"/>
              <a:gd name="csX64" fmla="*/ 134695 w 148867"/>
              <a:gd name="csY64" fmla="*/ 105507 h 127655"/>
              <a:gd name="csX65" fmla="*/ 123177 w 148867"/>
              <a:gd name="csY65" fmla="*/ 117024 h 127655"/>
              <a:gd name="csX66" fmla="*/ 114517 w 148867"/>
              <a:gd name="csY66" fmla="*/ 113554 h 127655"/>
              <a:gd name="csX67" fmla="*/ 111642 w 148867"/>
              <a:gd name="csY67" fmla="*/ 105507 h 127655"/>
              <a:gd name="csX68" fmla="*/ 114517 w 148867"/>
              <a:gd name="csY68" fmla="*/ 97461 h 127655"/>
              <a:gd name="csX69" fmla="*/ 123177 w 148867"/>
              <a:gd name="csY69" fmla="*/ 93991 h 127655"/>
            </a:gdLst>
            <a:ahLst/>
            <a:cxnLst/>
            <a:rect l="l" t="t" r="r" b="b"/>
            <a:pathLst>
              <a:path w="100000" h="100000">
                <a:moveTo>
                  <a:pt x="37040" y="7127"/>
                </a:moveTo>
                <a:cubicBezTo>
                  <a:pt x="36789" y="7116"/>
                  <a:pt x="36549" y="7139"/>
                  <a:pt x="36298" y="7174"/>
                </a:cubicBezTo>
                <a:lnTo>
                  <a:pt x="12137" y="7174"/>
                </a:lnTo>
                <a:cubicBezTo>
                  <a:pt x="8103" y="7174"/>
                  <a:pt x="4765" y="10521"/>
                  <a:pt x="4765" y="14555"/>
                </a:cubicBezTo>
                <a:lnTo>
                  <a:pt x="4765" y="48574"/>
                </a:lnTo>
                <a:cubicBezTo>
                  <a:pt x="1760" y="53087"/>
                  <a:pt x="0" y="58503"/>
                  <a:pt x="0" y="64308"/>
                </a:cubicBezTo>
                <a:cubicBezTo>
                  <a:pt x="0" y="80043"/>
                  <a:pt x="12834" y="92876"/>
                  <a:pt x="28572" y="92876"/>
                </a:cubicBezTo>
                <a:cubicBezTo>
                  <a:pt x="42263" y="92876"/>
                  <a:pt x="53760" y="83163"/>
                  <a:pt x="56514" y="70262"/>
                </a:cubicBezTo>
                <a:lnTo>
                  <a:pt x="69863" y="70262"/>
                </a:lnTo>
                <a:cubicBezTo>
                  <a:pt x="68514" y="72639"/>
                  <a:pt x="67852" y="75336"/>
                  <a:pt x="67852" y="77998"/>
                </a:cubicBezTo>
                <a:cubicBezTo>
                  <a:pt x="67852" y="81621"/>
                  <a:pt x="69052" y="85288"/>
                  <a:pt x="71589" y="88145"/>
                </a:cubicBezTo>
                <a:cubicBezTo>
                  <a:pt x="74126" y="91002"/>
                  <a:pt x="78080" y="92876"/>
                  <a:pt x="82743" y="92876"/>
                </a:cubicBezTo>
                <a:cubicBezTo>
                  <a:pt x="90915" y="92876"/>
                  <a:pt x="97623" y="86180"/>
                  <a:pt x="97623" y="77998"/>
                </a:cubicBezTo>
                <a:cubicBezTo>
                  <a:pt x="97623" y="74033"/>
                  <a:pt x="96023" y="70411"/>
                  <a:pt x="93463" y="67736"/>
                </a:cubicBezTo>
                <a:lnTo>
                  <a:pt x="98903" y="56664"/>
                </a:lnTo>
                <a:cubicBezTo>
                  <a:pt x="99623" y="55201"/>
                  <a:pt x="100000" y="53567"/>
                  <a:pt x="100000" y="51944"/>
                </a:cubicBezTo>
                <a:lnTo>
                  <a:pt x="100000" y="46460"/>
                </a:lnTo>
                <a:cubicBezTo>
                  <a:pt x="100000" y="40552"/>
                  <a:pt x="95189" y="35741"/>
                  <a:pt x="89280" y="35741"/>
                </a:cubicBezTo>
                <a:lnTo>
                  <a:pt x="71429" y="35741"/>
                </a:lnTo>
                <a:lnTo>
                  <a:pt x="71429" y="20268"/>
                </a:lnTo>
                <a:cubicBezTo>
                  <a:pt x="71429" y="19572"/>
                  <a:pt x="71920" y="19080"/>
                  <a:pt x="72617" y="19080"/>
                </a:cubicBezTo>
                <a:lnTo>
                  <a:pt x="74994" y="19080"/>
                </a:lnTo>
                <a:cubicBezTo>
                  <a:pt x="75475" y="19092"/>
                  <a:pt x="75943" y="19000"/>
                  <a:pt x="76378" y="18817"/>
                </a:cubicBezTo>
                <a:cubicBezTo>
                  <a:pt x="76823" y="18646"/>
                  <a:pt x="77223" y="18383"/>
                  <a:pt x="77554" y="18052"/>
                </a:cubicBezTo>
                <a:cubicBezTo>
                  <a:pt x="77897" y="17721"/>
                  <a:pt x="78160" y="17320"/>
                  <a:pt x="78343" y="16886"/>
                </a:cubicBezTo>
                <a:cubicBezTo>
                  <a:pt x="78526" y="16452"/>
                  <a:pt x="78617" y="15983"/>
                  <a:pt x="78617" y="15503"/>
                </a:cubicBezTo>
                <a:cubicBezTo>
                  <a:pt x="78617" y="15035"/>
                  <a:pt x="78526" y="14567"/>
                  <a:pt x="78343" y="14132"/>
                </a:cubicBezTo>
                <a:cubicBezTo>
                  <a:pt x="78160" y="13698"/>
                  <a:pt x="77897" y="13298"/>
                  <a:pt x="77554" y="12967"/>
                </a:cubicBezTo>
                <a:cubicBezTo>
                  <a:pt x="77223" y="12635"/>
                  <a:pt x="76823" y="12372"/>
                  <a:pt x="76378" y="12189"/>
                </a:cubicBezTo>
                <a:cubicBezTo>
                  <a:pt x="75943" y="12018"/>
                  <a:pt x="75475" y="11927"/>
                  <a:pt x="74994" y="11938"/>
                </a:cubicBezTo>
                <a:lnTo>
                  <a:pt x="72617" y="11938"/>
                </a:lnTo>
                <a:cubicBezTo>
                  <a:pt x="68057" y="11938"/>
                  <a:pt x="64286" y="15709"/>
                  <a:pt x="64286" y="20268"/>
                </a:cubicBezTo>
                <a:lnTo>
                  <a:pt x="64286" y="35741"/>
                </a:lnTo>
                <a:lnTo>
                  <a:pt x="46834" y="35741"/>
                </a:lnTo>
                <a:lnTo>
                  <a:pt x="41486" y="14315"/>
                </a:lnTo>
                <a:lnTo>
                  <a:pt x="41669" y="14315"/>
                </a:lnTo>
                <a:cubicBezTo>
                  <a:pt x="42138" y="14327"/>
                  <a:pt x="42606" y="14235"/>
                  <a:pt x="43051" y="14064"/>
                </a:cubicBezTo>
                <a:cubicBezTo>
                  <a:pt x="43486" y="13881"/>
                  <a:pt x="43885" y="13618"/>
                  <a:pt x="44229" y="13286"/>
                </a:cubicBezTo>
                <a:cubicBezTo>
                  <a:pt x="44560" y="12955"/>
                  <a:pt x="44835" y="12567"/>
                  <a:pt x="45017" y="12121"/>
                </a:cubicBezTo>
                <a:cubicBezTo>
                  <a:pt x="45200" y="11687"/>
                  <a:pt x="45291" y="11218"/>
                  <a:pt x="45291" y="10750"/>
                </a:cubicBezTo>
                <a:cubicBezTo>
                  <a:pt x="45291" y="10270"/>
                  <a:pt x="45200" y="9801"/>
                  <a:pt x="45017" y="9367"/>
                </a:cubicBezTo>
                <a:cubicBezTo>
                  <a:pt x="44835" y="8933"/>
                  <a:pt x="44560" y="8533"/>
                  <a:pt x="44229" y="8201"/>
                </a:cubicBezTo>
                <a:cubicBezTo>
                  <a:pt x="43885" y="7870"/>
                  <a:pt x="43486" y="7607"/>
                  <a:pt x="43051" y="7436"/>
                </a:cubicBezTo>
                <a:cubicBezTo>
                  <a:pt x="42606" y="7253"/>
                  <a:pt x="42138" y="7174"/>
                  <a:pt x="41669" y="7174"/>
                </a:cubicBezTo>
                <a:lnTo>
                  <a:pt x="37463" y="7174"/>
                </a:lnTo>
                <a:cubicBezTo>
                  <a:pt x="37326" y="7150"/>
                  <a:pt x="37177" y="7139"/>
                  <a:pt x="37040" y="7127"/>
                </a:cubicBezTo>
                <a:close/>
                <a:moveTo>
                  <a:pt x="12137" y="14315"/>
                </a:moveTo>
                <a:lnTo>
                  <a:pt x="34114" y="14315"/>
                </a:lnTo>
                <a:lnTo>
                  <a:pt x="39474" y="35741"/>
                </a:lnTo>
                <a:lnTo>
                  <a:pt x="28572" y="35741"/>
                </a:lnTo>
                <a:lnTo>
                  <a:pt x="11909" y="35741"/>
                </a:lnTo>
                <a:lnTo>
                  <a:pt x="11909" y="14555"/>
                </a:lnTo>
                <a:cubicBezTo>
                  <a:pt x="11909" y="14383"/>
                  <a:pt x="11977" y="14315"/>
                  <a:pt x="12137" y="14315"/>
                </a:cubicBezTo>
                <a:close/>
                <a:moveTo>
                  <a:pt x="28572" y="42883"/>
                </a:moveTo>
                <a:cubicBezTo>
                  <a:pt x="40445" y="42883"/>
                  <a:pt x="50000" y="52436"/>
                  <a:pt x="50000" y="64308"/>
                </a:cubicBezTo>
                <a:cubicBezTo>
                  <a:pt x="50000" y="76192"/>
                  <a:pt x="40445" y="85734"/>
                  <a:pt x="28572" y="85734"/>
                </a:cubicBezTo>
                <a:cubicBezTo>
                  <a:pt x="16697" y="85734"/>
                  <a:pt x="7143" y="76192"/>
                  <a:pt x="7143" y="64308"/>
                </a:cubicBezTo>
                <a:cubicBezTo>
                  <a:pt x="7143" y="52436"/>
                  <a:pt x="16697" y="42883"/>
                  <a:pt x="28572" y="42883"/>
                </a:cubicBezTo>
                <a:close/>
                <a:moveTo>
                  <a:pt x="27977" y="57201"/>
                </a:moveTo>
                <a:cubicBezTo>
                  <a:pt x="23714" y="57201"/>
                  <a:pt x="20274" y="60651"/>
                  <a:pt x="20274" y="64903"/>
                </a:cubicBezTo>
                <a:cubicBezTo>
                  <a:pt x="20274" y="69165"/>
                  <a:pt x="23714" y="72616"/>
                  <a:pt x="27977" y="72616"/>
                </a:cubicBezTo>
                <a:cubicBezTo>
                  <a:pt x="32229" y="72616"/>
                  <a:pt x="35680" y="69165"/>
                  <a:pt x="35680" y="64903"/>
                </a:cubicBezTo>
                <a:cubicBezTo>
                  <a:pt x="35680" y="60651"/>
                  <a:pt x="32229" y="57201"/>
                  <a:pt x="27977" y="57201"/>
                </a:cubicBezTo>
                <a:close/>
                <a:moveTo>
                  <a:pt x="82743" y="70262"/>
                </a:moveTo>
                <a:cubicBezTo>
                  <a:pt x="87052" y="70262"/>
                  <a:pt x="90480" y="73690"/>
                  <a:pt x="90480" y="77998"/>
                </a:cubicBezTo>
                <a:cubicBezTo>
                  <a:pt x="90480" y="82318"/>
                  <a:pt x="87052" y="85734"/>
                  <a:pt x="82743" y="85734"/>
                </a:cubicBezTo>
                <a:cubicBezTo>
                  <a:pt x="79863" y="85734"/>
                  <a:pt x="78160" y="84786"/>
                  <a:pt x="76926" y="83403"/>
                </a:cubicBezTo>
                <a:cubicBezTo>
                  <a:pt x="75692" y="82020"/>
                  <a:pt x="74994" y="80032"/>
                  <a:pt x="74994" y="77998"/>
                </a:cubicBezTo>
                <a:cubicBezTo>
                  <a:pt x="74994" y="75964"/>
                  <a:pt x="75692" y="73987"/>
                  <a:pt x="76926" y="72593"/>
                </a:cubicBezTo>
                <a:cubicBezTo>
                  <a:pt x="78160" y="71211"/>
                  <a:pt x="79863" y="70262"/>
                  <a:pt x="82743" y="7026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2" name="Белый — SVG 28">
            <a:extLst>
              <a:ext uri="{FF2B5EF4-FFF2-40B4-BE49-F238E27FC236}">
                <a16:creationId xmlns:a16="http://schemas.microsoft.com/office/drawing/2014/main" id="{04F33399-13C8-C84D-A25B-DBA89A236755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61661 w 152171"/>
              <a:gd name="csY0" fmla="*/ 0 h 149000"/>
              <a:gd name="csX1" fmla="*/ 58360 w 152171"/>
              <a:gd name="csY1" fmla="*/ 1157 h 149000"/>
              <a:gd name="csX2" fmla="*/ 52797 w 152171"/>
              <a:gd name="csY2" fmla="*/ 5359 h 149000"/>
              <a:gd name="csX3" fmla="*/ 52354 w 152171"/>
              <a:gd name="csY3" fmla="*/ 5665 h 149000"/>
              <a:gd name="csX4" fmla="*/ 4938 w 152171"/>
              <a:gd name="csY4" fmla="*/ 41422 h 149000"/>
              <a:gd name="csX5" fmla="*/ 752 w 152171"/>
              <a:gd name="csY5" fmla="*/ 55609 h 149000"/>
              <a:gd name="csX6" fmla="*/ 14261 w 152171"/>
              <a:gd name="csY6" fmla="*/ 92353 h 149000"/>
              <a:gd name="csX7" fmla="*/ 15622 w 152171"/>
              <a:gd name="csY7" fmla="*/ 94395 h 149000"/>
              <a:gd name="csX8" fmla="*/ 17749 w 152171"/>
              <a:gd name="csY8" fmla="*/ 95619 h 149000"/>
              <a:gd name="csX9" fmla="*/ 20199 w 152171"/>
              <a:gd name="csY9" fmla="*/ 95739 h 149000"/>
              <a:gd name="csX10" fmla="*/ 22462 w 152171"/>
              <a:gd name="csY10" fmla="*/ 94752 h 149000"/>
              <a:gd name="csX11" fmla="*/ 47080 w 152171"/>
              <a:gd name="csY11" fmla="*/ 76210 h 149000"/>
              <a:gd name="csX12" fmla="*/ 61082 w 152171"/>
              <a:gd name="csY12" fmla="*/ 95841 h 149000"/>
              <a:gd name="csX13" fmla="*/ 74132 w 152171"/>
              <a:gd name="csY13" fmla="*/ 95841 h 149000"/>
              <a:gd name="csX14" fmla="*/ 55553 w 152171"/>
              <a:gd name="csY14" fmla="*/ 69814 h 149000"/>
              <a:gd name="csX15" fmla="*/ 67751 w 152171"/>
              <a:gd name="csY15" fmla="*/ 60628 h 149000"/>
              <a:gd name="csX16" fmla="*/ 70184 w 152171"/>
              <a:gd name="csY16" fmla="*/ 43276 h 149000"/>
              <a:gd name="csX17" fmla="*/ 70184 w 152171"/>
              <a:gd name="csY17" fmla="*/ 43259 h 149000"/>
              <a:gd name="csX18" fmla="*/ 55264 w 152171"/>
              <a:gd name="csY18" fmla="*/ 23475 h 149000"/>
              <a:gd name="csX19" fmla="*/ 56319 w 152171"/>
              <a:gd name="csY19" fmla="*/ 16025 h 149000"/>
              <a:gd name="csX20" fmla="*/ 56319 w 152171"/>
              <a:gd name="csY20" fmla="*/ 16025 h 149000"/>
              <a:gd name="csX21" fmla="*/ 64825 w 152171"/>
              <a:gd name="csY21" fmla="*/ 9594 h 149000"/>
              <a:gd name="csX22" fmla="*/ 66731 w 152171"/>
              <a:gd name="csY22" fmla="*/ 6923 h 149000"/>
              <a:gd name="csX23" fmla="*/ 66713 w 152171"/>
              <a:gd name="csY23" fmla="*/ 3657 h 149000"/>
              <a:gd name="csX24" fmla="*/ 64774 w 152171"/>
              <a:gd name="csY24" fmla="*/ 1004 h 149000"/>
              <a:gd name="csX25" fmla="*/ 61661 w 152171"/>
              <a:gd name="csY25" fmla="*/ 0 h 149000"/>
              <a:gd name="csX26" fmla="*/ 102561 w 152171"/>
              <a:gd name="csY26" fmla="*/ 56851 h 149000"/>
              <a:gd name="csX27" fmla="*/ 95466 w 152171"/>
              <a:gd name="csY27" fmla="*/ 63945 h 149000"/>
              <a:gd name="csX28" fmla="*/ 95466 w 152171"/>
              <a:gd name="csY28" fmla="*/ 129506 h 149000"/>
              <a:gd name="csX29" fmla="*/ 114964 w 152171"/>
              <a:gd name="csY29" fmla="*/ 149000 h 149000"/>
              <a:gd name="csX30" fmla="*/ 133695 w 152171"/>
              <a:gd name="csY30" fmla="*/ 134813 h 149000"/>
              <a:gd name="csX31" fmla="*/ 136230 w 152171"/>
              <a:gd name="csY31" fmla="*/ 134813 h 149000"/>
              <a:gd name="csX32" fmla="*/ 152172 w 152171"/>
              <a:gd name="csY32" fmla="*/ 118874 h 149000"/>
              <a:gd name="csX33" fmla="*/ 152172 w 152171"/>
              <a:gd name="csY33" fmla="*/ 96317 h 149000"/>
              <a:gd name="csX34" fmla="*/ 150794 w 152171"/>
              <a:gd name="csY34" fmla="*/ 89836 h 149000"/>
              <a:gd name="csX35" fmla="*/ 140348 w 152171"/>
              <a:gd name="csY35" fmla="*/ 66326 h 149000"/>
              <a:gd name="csX36" fmla="*/ 125767 w 152171"/>
              <a:gd name="csY36" fmla="*/ 56851 h 149000"/>
              <a:gd name="csX37" fmla="*/ 102561 w 152171"/>
              <a:gd name="csY37" fmla="*/ 56851 h 149000"/>
              <a:gd name="csX38" fmla="*/ 109638 w 152171"/>
              <a:gd name="csY38" fmla="*/ 67483 h 149000"/>
              <a:gd name="csX39" fmla="*/ 125767 w 152171"/>
              <a:gd name="csY39" fmla="*/ 67483 h 149000"/>
              <a:gd name="csX40" fmla="*/ 130633 w 152171"/>
              <a:gd name="csY40" fmla="*/ 70630 h 149000"/>
              <a:gd name="csX41" fmla="*/ 136451 w 152171"/>
              <a:gd name="csY41" fmla="*/ 83763 h 149000"/>
              <a:gd name="csX42" fmla="*/ 133219 w 152171"/>
              <a:gd name="csY42" fmla="*/ 88747 h 149000"/>
              <a:gd name="csX43" fmla="*/ 109638 w 152171"/>
              <a:gd name="csY43" fmla="*/ 88747 h 149000"/>
              <a:gd name="csX44" fmla="*/ 106100 w 152171"/>
              <a:gd name="csY44" fmla="*/ 85209 h 149000"/>
              <a:gd name="csX45" fmla="*/ 106100 w 152171"/>
              <a:gd name="csY45" fmla="*/ 71021 h 149000"/>
              <a:gd name="csX46" fmla="*/ 109638 w 152171"/>
              <a:gd name="csY46" fmla="*/ 67483 h 149000"/>
              <a:gd name="csX47" fmla="*/ 19263 w 152171"/>
              <a:gd name="csY47" fmla="*/ 106472 h 149000"/>
              <a:gd name="csX48" fmla="*/ 13938 w 152171"/>
              <a:gd name="csY48" fmla="*/ 111780 h 149000"/>
              <a:gd name="csX49" fmla="*/ 13938 w 152171"/>
              <a:gd name="csY49" fmla="*/ 118874 h 149000"/>
              <a:gd name="csX50" fmla="*/ 25133 w 152171"/>
              <a:gd name="csY50" fmla="*/ 134014 h 149000"/>
              <a:gd name="csX51" fmla="*/ 44069 w 152171"/>
              <a:gd name="csY51" fmla="*/ 149000 h 149000"/>
              <a:gd name="csX52" fmla="*/ 62800 w 152171"/>
              <a:gd name="csY52" fmla="*/ 134813 h 149000"/>
              <a:gd name="csX53" fmla="*/ 79508 w 152171"/>
              <a:gd name="csY53" fmla="*/ 134813 h 149000"/>
              <a:gd name="csX54" fmla="*/ 84833 w 152171"/>
              <a:gd name="csY54" fmla="*/ 129506 h 149000"/>
              <a:gd name="csX55" fmla="*/ 84833 w 152171"/>
              <a:gd name="csY55" fmla="*/ 111780 h 149000"/>
              <a:gd name="csX56" fmla="*/ 79508 w 152171"/>
              <a:gd name="csY56" fmla="*/ 106472 h 149000"/>
              <a:gd name="csX57" fmla="*/ 19263 w 152171"/>
              <a:gd name="csY57" fmla="*/ 106472 h 149000"/>
              <a:gd name="csX58" fmla="*/ 44069 w 152171"/>
              <a:gd name="csY58" fmla="*/ 120643 h 149000"/>
              <a:gd name="csX59" fmla="*/ 52933 w 152171"/>
              <a:gd name="csY59" fmla="*/ 129506 h 149000"/>
              <a:gd name="csX60" fmla="*/ 44069 w 152171"/>
              <a:gd name="csY60" fmla="*/ 138368 h 149000"/>
              <a:gd name="csX61" fmla="*/ 35205 w 152171"/>
              <a:gd name="csY61" fmla="*/ 129506 h 149000"/>
              <a:gd name="csX62" fmla="*/ 44069 w 152171"/>
              <a:gd name="csY62" fmla="*/ 120643 h 149000"/>
              <a:gd name="csX63" fmla="*/ 114964 w 152171"/>
              <a:gd name="csY63" fmla="*/ 120643 h 149000"/>
              <a:gd name="csX64" fmla="*/ 123828 w 152171"/>
              <a:gd name="csY64" fmla="*/ 129506 h 149000"/>
              <a:gd name="csX65" fmla="*/ 114964 w 152171"/>
              <a:gd name="csY65" fmla="*/ 138368 h 149000"/>
              <a:gd name="csX66" fmla="*/ 106100 w 152171"/>
              <a:gd name="csY66" fmla="*/ 129506 h 149000"/>
              <a:gd name="csX67" fmla="*/ 114964 w 152171"/>
              <a:gd name="csY67" fmla="*/ 120643 h 149000"/>
            </a:gdLst>
            <a:ahLst/>
            <a:cxnLst/>
            <a:rect l="l" t="t" r="r" b="b"/>
            <a:pathLst>
              <a:path w="100000" h="100000">
                <a:moveTo>
                  <a:pt x="40521" y="1042"/>
                </a:moveTo>
                <a:cubicBezTo>
                  <a:pt x="39738" y="1042"/>
                  <a:pt x="38978" y="1310"/>
                  <a:pt x="38352" y="1802"/>
                </a:cubicBezTo>
                <a:cubicBezTo>
                  <a:pt x="37513" y="2439"/>
                  <a:pt x="36037" y="3557"/>
                  <a:pt x="34696" y="4564"/>
                </a:cubicBezTo>
                <a:cubicBezTo>
                  <a:pt x="34595" y="4630"/>
                  <a:pt x="34495" y="4698"/>
                  <a:pt x="34405" y="4765"/>
                </a:cubicBezTo>
                <a:lnTo>
                  <a:pt x="3245" y="28263"/>
                </a:lnTo>
                <a:cubicBezTo>
                  <a:pt x="383" y="30420"/>
                  <a:pt x="-735" y="34232"/>
                  <a:pt x="494" y="37586"/>
                </a:cubicBezTo>
                <a:lnTo>
                  <a:pt x="9372" y="61732"/>
                </a:lnTo>
                <a:cubicBezTo>
                  <a:pt x="9562" y="62247"/>
                  <a:pt x="9864" y="62705"/>
                  <a:pt x="10266" y="63074"/>
                </a:cubicBezTo>
                <a:cubicBezTo>
                  <a:pt x="10669" y="63443"/>
                  <a:pt x="11149" y="63722"/>
                  <a:pt x="11664" y="63878"/>
                </a:cubicBezTo>
                <a:cubicBezTo>
                  <a:pt x="12189" y="64024"/>
                  <a:pt x="12748" y="64058"/>
                  <a:pt x="13274" y="63957"/>
                </a:cubicBezTo>
                <a:cubicBezTo>
                  <a:pt x="13811" y="63867"/>
                  <a:pt x="14325" y="63644"/>
                  <a:pt x="14761" y="63309"/>
                </a:cubicBezTo>
                <a:lnTo>
                  <a:pt x="30939" y="51124"/>
                </a:lnTo>
                <a:lnTo>
                  <a:pt x="40140" y="64024"/>
                </a:lnTo>
                <a:lnTo>
                  <a:pt x="48716" y="64024"/>
                </a:lnTo>
                <a:lnTo>
                  <a:pt x="36507" y="46921"/>
                </a:lnTo>
                <a:lnTo>
                  <a:pt x="44523" y="40884"/>
                </a:lnTo>
                <a:cubicBezTo>
                  <a:pt x="48079" y="38201"/>
                  <a:pt x="48805" y="33036"/>
                  <a:pt x="46122" y="29481"/>
                </a:cubicBezTo>
                <a:lnTo>
                  <a:pt x="46122" y="29470"/>
                </a:lnTo>
                <a:lnTo>
                  <a:pt x="36317" y="16469"/>
                </a:lnTo>
                <a:cubicBezTo>
                  <a:pt x="35132" y="14893"/>
                  <a:pt x="35433" y="12758"/>
                  <a:pt x="37010" y="11573"/>
                </a:cubicBezTo>
                <a:cubicBezTo>
                  <a:pt x="37010" y="11573"/>
                  <a:pt x="37010" y="11573"/>
                  <a:pt x="37010" y="11573"/>
                </a:cubicBezTo>
                <a:cubicBezTo>
                  <a:pt x="39112" y="9996"/>
                  <a:pt x="41281" y="8353"/>
                  <a:pt x="42600" y="7347"/>
                </a:cubicBezTo>
                <a:cubicBezTo>
                  <a:pt x="43193" y="6900"/>
                  <a:pt x="43629" y="6296"/>
                  <a:pt x="43853" y="5591"/>
                </a:cubicBezTo>
                <a:cubicBezTo>
                  <a:pt x="44076" y="4888"/>
                  <a:pt x="44076" y="4138"/>
                  <a:pt x="43841" y="3445"/>
                </a:cubicBezTo>
                <a:cubicBezTo>
                  <a:pt x="43606" y="2741"/>
                  <a:pt x="43171" y="2137"/>
                  <a:pt x="42567" y="1702"/>
                </a:cubicBezTo>
                <a:cubicBezTo>
                  <a:pt x="41974" y="1277"/>
                  <a:pt x="41258" y="1042"/>
                  <a:pt x="40521" y="1042"/>
                </a:cubicBezTo>
                <a:close/>
                <a:moveTo>
                  <a:pt x="67399" y="38402"/>
                </a:moveTo>
                <a:cubicBezTo>
                  <a:pt x="64816" y="38402"/>
                  <a:pt x="62736" y="40481"/>
                  <a:pt x="62736" y="43064"/>
                </a:cubicBezTo>
                <a:lnTo>
                  <a:pt x="62736" y="86147"/>
                </a:lnTo>
                <a:cubicBezTo>
                  <a:pt x="62736" y="93179"/>
                  <a:pt x="68516" y="98958"/>
                  <a:pt x="75549" y="98958"/>
                </a:cubicBezTo>
                <a:cubicBezTo>
                  <a:pt x="81363" y="98958"/>
                  <a:pt x="86315" y="94990"/>
                  <a:pt x="87858" y="89635"/>
                </a:cubicBezTo>
                <a:lnTo>
                  <a:pt x="89524" y="89635"/>
                </a:lnTo>
                <a:cubicBezTo>
                  <a:pt x="95305" y="89635"/>
                  <a:pt x="100001" y="84940"/>
                  <a:pt x="100001" y="79161"/>
                </a:cubicBezTo>
                <a:lnTo>
                  <a:pt x="100001" y="64337"/>
                </a:lnTo>
                <a:cubicBezTo>
                  <a:pt x="100001" y="62873"/>
                  <a:pt x="99698" y="61419"/>
                  <a:pt x="99095" y="60078"/>
                </a:cubicBezTo>
                <a:lnTo>
                  <a:pt x="92230" y="44628"/>
                </a:lnTo>
                <a:cubicBezTo>
                  <a:pt x="90542" y="40839"/>
                  <a:pt x="86796" y="38402"/>
                  <a:pt x="82648" y="38402"/>
                </a:cubicBezTo>
                <a:lnTo>
                  <a:pt x="67399" y="38402"/>
                </a:lnTo>
                <a:close/>
                <a:moveTo>
                  <a:pt x="72049" y="45389"/>
                </a:moveTo>
                <a:lnTo>
                  <a:pt x="82648" y="45389"/>
                </a:lnTo>
                <a:cubicBezTo>
                  <a:pt x="84035" y="45389"/>
                  <a:pt x="85287" y="46205"/>
                  <a:pt x="85846" y="47457"/>
                </a:cubicBezTo>
                <a:lnTo>
                  <a:pt x="89670" y="56087"/>
                </a:lnTo>
                <a:cubicBezTo>
                  <a:pt x="90352" y="57630"/>
                  <a:pt x="89234" y="59362"/>
                  <a:pt x="87546" y="59362"/>
                </a:cubicBezTo>
                <a:lnTo>
                  <a:pt x="72049" y="59362"/>
                </a:lnTo>
                <a:cubicBezTo>
                  <a:pt x="70764" y="59362"/>
                  <a:pt x="69724" y="58323"/>
                  <a:pt x="69724" y="57037"/>
                </a:cubicBezTo>
                <a:lnTo>
                  <a:pt x="69724" y="47714"/>
                </a:lnTo>
                <a:cubicBezTo>
                  <a:pt x="69724" y="46428"/>
                  <a:pt x="70764" y="45389"/>
                  <a:pt x="72049" y="45389"/>
                </a:cubicBezTo>
                <a:close/>
                <a:moveTo>
                  <a:pt x="12659" y="71011"/>
                </a:moveTo>
                <a:cubicBezTo>
                  <a:pt x="10725" y="71011"/>
                  <a:pt x="9159" y="72576"/>
                  <a:pt x="9159" y="74499"/>
                </a:cubicBezTo>
                <a:lnTo>
                  <a:pt x="9159" y="79161"/>
                </a:lnTo>
                <a:cubicBezTo>
                  <a:pt x="9159" y="83844"/>
                  <a:pt x="12268" y="87768"/>
                  <a:pt x="16516" y="89110"/>
                </a:cubicBezTo>
                <a:cubicBezTo>
                  <a:pt x="17869" y="94733"/>
                  <a:pt x="22945" y="98958"/>
                  <a:pt x="28960" y="98958"/>
                </a:cubicBezTo>
                <a:cubicBezTo>
                  <a:pt x="34785" y="98958"/>
                  <a:pt x="39738" y="94990"/>
                  <a:pt x="41269" y="89635"/>
                </a:cubicBezTo>
                <a:lnTo>
                  <a:pt x="52249" y="89635"/>
                </a:lnTo>
                <a:cubicBezTo>
                  <a:pt x="54183" y="89635"/>
                  <a:pt x="55748" y="88070"/>
                  <a:pt x="55748" y="86147"/>
                </a:cubicBezTo>
                <a:lnTo>
                  <a:pt x="55748" y="74499"/>
                </a:lnTo>
                <a:cubicBezTo>
                  <a:pt x="55748" y="72576"/>
                  <a:pt x="54183" y="71011"/>
                  <a:pt x="52249" y="71011"/>
                </a:cubicBezTo>
                <a:lnTo>
                  <a:pt x="12659" y="71011"/>
                </a:lnTo>
                <a:close/>
                <a:moveTo>
                  <a:pt x="28960" y="80323"/>
                </a:moveTo>
                <a:cubicBezTo>
                  <a:pt x="32214" y="80323"/>
                  <a:pt x="34785" y="82894"/>
                  <a:pt x="34785" y="86147"/>
                </a:cubicBezTo>
                <a:cubicBezTo>
                  <a:pt x="34785" y="89400"/>
                  <a:pt x="32214" y="91971"/>
                  <a:pt x="28960" y="91971"/>
                </a:cubicBezTo>
                <a:cubicBezTo>
                  <a:pt x="25707" y="91971"/>
                  <a:pt x="23135" y="89400"/>
                  <a:pt x="23135" y="86147"/>
                </a:cubicBezTo>
                <a:cubicBezTo>
                  <a:pt x="23135" y="82894"/>
                  <a:pt x="25707" y="80323"/>
                  <a:pt x="28960" y="80323"/>
                </a:cubicBezTo>
                <a:close/>
                <a:moveTo>
                  <a:pt x="75549" y="80323"/>
                </a:moveTo>
                <a:cubicBezTo>
                  <a:pt x="78802" y="80323"/>
                  <a:pt x="81374" y="82894"/>
                  <a:pt x="81374" y="86147"/>
                </a:cubicBezTo>
                <a:cubicBezTo>
                  <a:pt x="81374" y="89400"/>
                  <a:pt x="78802" y="91971"/>
                  <a:pt x="75549" y="91971"/>
                </a:cubicBezTo>
                <a:cubicBezTo>
                  <a:pt x="72296" y="91971"/>
                  <a:pt x="69724" y="89400"/>
                  <a:pt x="69724" y="86147"/>
                </a:cubicBezTo>
                <a:cubicBezTo>
                  <a:pt x="69724" y="82894"/>
                  <a:pt x="72296" y="80323"/>
                  <a:pt x="75549" y="8032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3" name="Белый — SVG 29">
            <a:extLst>
              <a:ext uri="{FF2B5EF4-FFF2-40B4-BE49-F238E27FC236}">
                <a16:creationId xmlns:a16="http://schemas.microsoft.com/office/drawing/2014/main" id="{BD322D5C-A2BE-CF4F-9FDE-00B9008215A2}"/>
              </a:ext>
            </a:extLst>
          </p:cNvPr>
          <p:cNvSpPr>
            <a:spLocks noGrp="1"/>
          </p:cNvSpPr>
          <p:nvPr/>
        </p:nvSpPr>
        <p:spPr>
          <a:xfrm>
            <a:off x="6420000" y="5010000"/>
            <a:ext cx="220000" cy="220000"/>
          </a:xfrm>
          <a:custGeom>
            <a:avLst/>
            <a:gdLst>
              <a:gd name="csX0" fmla="*/ 15942 w 155961"/>
              <a:gd name="csY0" fmla="*/ 0 h 106319"/>
              <a:gd name="csX1" fmla="*/ 0 w 155961"/>
              <a:gd name="csY1" fmla="*/ 15939 h 106319"/>
              <a:gd name="csX2" fmla="*/ 0 w 155961"/>
              <a:gd name="csY2" fmla="*/ 76193 h 106319"/>
              <a:gd name="csX3" fmla="*/ 15942 w 155961"/>
              <a:gd name="csY3" fmla="*/ 92149 h 106319"/>
              <a:gd name="csX4" fmla="*/ 18477 w 155961"/>
              <a:gd name="csY4" fmla="*/ 92149 h 106319"/>
              <a:gd name="csX5" fmla="*/ 37208 w 155961"/>
              <a:gd name="csY5" fmla="*/ 106319 h 106319"/>
              <a:gd name="csX6" fmla="*/ 55957 w 155961"/>
              <a:gd name="csY6" fmla="*/ 92149 h 106319"/>
              <a:gd name="csX7" fmla="*/ 86837 w 155961"/>
              <a:gd name="csY7" fmla="*/ 92149 h 106319"/>
              <a:gd name="csX8" fmla="*/ 92162 w 155961"/>
              <a:gd name="csY8" fmla="*/ 86825 h 106319"/>
              <a:gd name="csX9" fmla="*/ 92162 w 155961"/>
              <a:gd name="csY9" fmla="*/ 15939 h 106319"/>
              <a:gd name="csX10" fmla="*/ 76203 w 155961"/>
              <a:gd name="csY10" fmla="*/ 0 h 106319"/>
              <a:gd name="csX11" fmla="*/ 15942 w 155961"/>
              <a:gd name="csY11" fmla="*/ 0 h 106319"/>
              <a:gd name="csX12" fmla="*/ 99239 w 155961"/>
              <a:gd name="csY12" fmla="*/ 14170 h 106319"/>
              <a:gd name="csX13" fmla="*/ 99239 w 155961"/>
              <a:gd name="csY13" fmla="*/ 86825 h 106319"/>
              <a:gd name="csX14" fmla="*/ 118737 w 155961"/>
              <a:gd name="csY14" fmla="*/ 106319 h 106319"/>
              <a:gd name="csX15" fmla="*/ 137468 w 155961"/>
              <a:gd name="csY15" fmla="*/ 92149 h 106319"/>
              <a:gd name="csX16" fmla="*/ 140003 w 155961"/>
              <a:gd name="csY16" fmla="*/ 92149 h 106319"/>
              <a:gd name="csX17" fmla="*/ 155962 w 155961"/>
              <a:gd name="csY17" fmla="*/ 76193 h 106319"/>
              <a:gd name="csX18" fmla="*/ 155962 w 155961"/>
              <a:gd name="csY18" fmla="*/ 53636 h 106319"/>
              <a:gd name="csX19" fmla="*/ 154584 w 155961"/>
              <a:gd name="csY19" fmla="*/ 47172 h 106319"/>
              <a:gd name="csX20" fmla="*/ 144121 w 155961"/>
              <a:gd name="csY20" fmla="*/ 23645 h 106319"/>
              <a:gd name="csX21" fmla="*/ 129557 w 155961"/>
              <a:gd name="csY21" fmla="*/ 14170 h 106319"/>
              <a:gd name="csX22" fmla="*/ 99239 w 155961"/>
              <a:gd name="csY22" fmla="*/ 14170 h 106319"/>
              <a:gd name="csX23" fmla="*/ 113428 w 155961"/>
              <a:gd name="csY23" fmla="*/ 24802 h 106319"/>
              <a:gd name="csX24" fmla="*/ 129557 w 155961"/>
              <a:gd name="csY24" fmla="*/ 24802 h 106319"/>
              <a:gd name="csX25" fmla="*/ 134406 w 155961"/>
              <a:gd name="csY25" fmla="*/ 27966 h 106319"/>
              <a:gd name="csX26" fmla="*/ 140242 w 155961"/>
              <a:gd name="csY26" fmla="*/ 41082 h 106319"/>
              <a:gd name="csX27" fmla="*/ 137009 w 155961"/>
              <a:gd name="csY27" fmla="*/ 46066 h 106319"/>
              <a:gd name="csX28" fmla="*/ 113428 w 155961"/>
              <a:gd name="csY28" fmla="*/ 46066 h 106319"/>
              <a:gd name="csX29" fmla="*/ 109873 w 155961"/>
              <a:gd name="csY29" fmla="*/ 42528 h 106319"/>
              <a:gd name="csX30" fmla="*/ 109873 w 155961"/>
              <a:gd name="csY30" fmla="*/ 28358 h 106319"/>
              <a:gd name="csX31" fmla="*/ 113428 w 155961"/>
              <a:gd name="csY31" fmla="*/ 24802 h 106319"/>
              <a:gd name="csX32" fmla="*/ 37208 w 155961"/>
              <a:gd name="csY32" fmla="*/ 77962 h 106319"/>
              <a:gd name="csX33" fmla="*/ 46072 w 155961"/>
              <a:gd name="csY33" fmla="*/ 86825 h 106319"/>
              <a:gd name="csX34" fmla="*/ 37208 w 155961"/>
              <a:gd name="csY34" fmla="*/ 95687 h 106319"/>
              <a:gd name="csX35" fmla="*/ 28361 w 155961"/>
              <a:gd name="csY35" fmla="*/ 86825 h 106319"/>
              <a:gd name="csX36" fmla="*/ 37208 w 155961"/>
              <a:gd name="csY36" fmla="*/ 77962 h 106319"/>
              <a:gd name="csX37" fmla="*/ 118737 w 155961"/>
              <a:gd name="csY37" fmla="*/ 77962 h 106319"/>
              <a:gd name="csX38" fmla="*/ 127601 w 155961"/>
              <a:gd name="csY38" fmla="*/ 86825 h 106319"/>
              <a:gd name="csX39" fmla="*/ 118737 w 155961"/>
              <a:gd name="csY39" fmla="*/ 95687 h 106319"/>
              <a:gd name="csX40" fmla="*/ 109873 w 155961"/>
              <a:gd name="csY40" fmla="*/ 86825 h 106319"/>
              <a:gd name="csX41" fmla="*/ 118737 w 155961"/>
              <a:gd name="csY41" fmla="*/ 77962 h 106319"/>
            </a:gdLst>
            <a:ahLst/>
            <a:cxnLst/>
            <a:rect l="l" t="t" r="r" b="b"/>
            <a:pathLst>
              <a:path w="100000" h="100000">
                <a:moveTo>
                  <a:pt x="10222" y="15915"/>
                </a:moveTo>
                <a:cubicBezTo>
                  <a:pt x="4593" y="15915"/>
                  <a:pt x="0" y="20507"/>
                  <a:pt x="0" y="26135"/>
                </a:cubicBezTo>
                <a:lnTo>
                  <a:pt x="0" y="64769"/>
                </a:lnTo>
                <a:cubicBezTo>
                  <a:pt x="0" y="70407"/>
                  <a:pt x="4593" y="75000"/>
                  <a:pt x="10222" y="75000"/>
                </a:cubicBezTo>
                <a:lnTo>
                  <a:pt x="11847" y="75000"/>
                </a:lnTo>
                <a:cubicBezTo>
                  <a:pt x="13352" y="80224"/>
                  <a:pt x="18185" y="84085"/>
                  <a:pt x="23857" y="84085"/>
                </a:cubicBezTo>
                <a:cubicBezTo>
                  <a:pt x="29541" y="84085"/>
                  <a:pt x="34373" y="80224"/>
                  <a:pt x="35879" y="75000"/>
                </a:cubicBezTo>
                <a:lnTo>
                  <a:pt x="55679" y="75000"/>
                </a:lnTo>
                <a:cubicBezTo>
                  <a:pt x="57566" y="75000"/>
                  <a:pt x="59093" y="73473"/>
                  <a:pt x="59093" y="71586"/>
                </a:cubicBezTo>
                <a:lnTo>
                  <a:pt x="59093" y="26135"/>
                </a:lnTo>
                <a:cubicBezTo>
                  <a:pt x="59093" y="20507"/>
                  <a:pt x="54500" y="15915"/>
                  <a:pt x="48860" y="15915"/>
                </a:cubicBezTo>
                <a:lnTo>
                  <a:pt x="10222" y="15915"/>
                </a:lnTo>
                <a:close/>
                <a:moveTo>
                  <a:pt x="63631" y="25000"/>
                </a:moveTo>
                <a:lnTo>
                  <a:pt x="63631" y="71586"/>
                </a:lnTo>
                <a:cubicBezTo>
                  <a:pt x="63631" y="78447"/>
                  <a:pt x="69271" y="84085"/>
                  <a:pt x="76132" y="84085"/>
                </a:cubicBezTo>
                <a:cubicBezTo>
                  <a:pt x="81816" y="84085"/>
                  <a:pt x="86649" y="80224"/>
                  <a:pt x="88143" y="75000"/>
                </a:cubicBezTo>
                <a:lnTo>
                  <a:pt x="89768" y="75000"/>
                </a:lnTo>
                <a:cubicBezTo>
                  <a:pt x="95419" y="75000"/>
                  <a:pt x="100001" y="70418"/>
                  <a:pt x="100001" y="64769"/>
                </a:cubicBezTo>
                <a:lnTo>
                  <a:pt x="100001" y="50306"/>
                </a:lnTo>
                <a:cubicBezTo>
                  <a:pt x="100001" y="48877"/>
                  <a:pt x="99695" y="47459"/>
                  <a:pt x="99117" y="46161"/>
                </a:cubicBezTo>
                <a:lnTo>
                  <a:pt x="92408" y="31076"/>
                </a:lnTo>
                <a:cubicBezTo>
                  <a:pt x="90772" y="27390"/>
                  <a:pt x="87106" y="25000"/>
                  <a:pt x="83070" y="25000"/>
                </a:cubicBezTo>
                <a:lnTo>
                  <a:pt x="63631" y="25000"/>
                </a:lnTo>
                <a:close/>
                <a:moveTo>
                  <a:pt x="72728" y="31818"/>
                </a:moveTo>
                <a:lnTo>
                  <a:pt x="83070" y="31818"/>
                </a:lnTo>
                <a:cubicBezTo>
                  <a:pt x="84412" y="31818"/>
                  <a:pt x="85634" y="32614"/>
                  <a:pt x="86179" y="33846"/>
                </a:cubicBezTo>
                <a:lnTo>
                  <a:pt x="89921" y="42256"/>
                </a:lnTo>
                <a:cubicBezTo>
                  <a:pt x="90586" y="43761"/>
                  <a:pt x="89485" y="45452"/>
                  <a:pt x="87848" y="45452"/>
                </a:cubicBezTo>
                <a:lnTo>
                  <a:pt x="72728" y="45452"/>
                </a:lnTo>
                <a:cubicBezTo>
                  <a:pt x="71474" y="45452"/>
                  <a:pt x="70449" y="44437"/>
                  <a:pt x="70449" y="43183"/>
                </a:cubicBezTo>
                <a:lnTo>
                  <a:pt x="70449" y="34098"/>
                </a:lnTo>
                <a:cubicBezTo>
                  <a:pt x="70449" y="32843"/>
                  <a:pt x="71474" y="31818"/>
                  <a:pt x="72728" y="31818"/>
                </a:cubicBezTo>
                <a:close/>
                <a:moveTo>
                  <a:pt x="23857" y="65903"/>
                </a:moveTo>
                <a:cubicBezTo>
                  <a:pt x="27032" y="65903"/>
                  <a:pt x="29541" y="68411"/>
                  <a:pt x="29541" y="71586"/>
                </a:cubicBezTo>
                <a:cubicBezTo>
                  <a:pt x="29541" y="74760"/>
                  <a:pt x="27032" y="77268"/>
                  <a:pt x="23857" y="77268"/>
                </a:cubicBezTo>
                <a:cubicBezTo>
                  <a:pt x="20694" y="77268"/>
                  <a:pt x="18185" y="74760"/>
                  <a:pt x="18185" y="71586"/>
                </a:cubicBezTo>
                <a:cubicBezTo>
                  <a:pt x="18185" y="68411"/>
                  <a:pt x="20694" y="65903"/>
                  <a:pt x="23857" y="65903"/>
                </a:cubicBezTo>
                <a:close/>
                <a:moveTo>
                  <a:pt x="76132" y="65903"/>
                </a:moveTo>
                <a:cubicBezTo>
                  <a:pt x="79306" y="65903"/>
                  <a:pt x="81816" y="68411"/>
                  <a:pt x="81816" y="71586"/>
                </a:cubicBezTo>
                <a:cubicBezTo>
                  <a:pt x="81816" y="74760"/>
                  <a:pt x="79306" y="77268"/>
                  <a:pt x="76132" y="77268"/>
                </a:cubicBezTo>
                <a:cubicBezTo>
                  <a:pt x="72958" y="77268"/>
                  <a:pt x="70449" y="74760"/>
                  <a:pt x="70449" y="71586"/>
                </a:cubicBezTo>
                <a:cubicBezTo>
                  <a:pt x="70449" y="68411"/>
                  <a:pt x="72958" y="65903"/>
                  <a:pt x="76132" y="659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4" name="Белый — SVG 30">
            <a:extLst>
              <a:ext uri="{FF2B5EF4-FFF2-40B4-BE49-F238E27FC236}">
                <a16:creationId xmlns:a16="http://schemas.microsoft.com/office/drawing/2014/main" id="{0EC3E0F1-A592-464F-8469-33AC420DAE8C}"/>
              </a:ext>
            </a:extLst>
          </p:cNvPr>
          <p:cNvSpPr>
            <a:spLocks noGrp="1"/>
          </p:cNvSpPr>
          <p:nvPr/>
        </p:nvSpPr>
        <p:spPr>
          <a:xfrm>
            <a:off x="7020000" y="5010000"/>
            <a:ext cx="220000" cy="220000"/>
          </a:xfrm>
          <a:custGeom>
            <a:avLst/>
            <a:gdLst>
              <a:gd name="csX0" fmla="*/ 74414 w 148968"/>
              <a:gd name="csY0" fmla="*/ 1 h 141840"/>
              <a:gd name="csX1" fmla="*/ 70671 w 148968"/>
              <a:gd name="csY1" fmla="*/ 1617 h 141840"/>
              <a:gd name="csX2" fmla="*/ 69174 w 148968"/>
              <a:gd name="csY2" fmla="*/ 5394 h 141840"/>
              <a:gd name="csX3" fmla="*/ 69174 w 148968"/>
              <a:gd name="csY3" fmla="*/ 17795 h 141840"/>
              <a:gd name="csX4" fmla="*/ 40812 w 148968"/>
              <a:gd name="csY4" fmla="*/ 17795 h 141840"/>
              <a:gd name="csX5" fmla="*/ 28410 w 148968"/>
              <a:gd name="csY5" fmla="*/ 30196 h 141840"/>
              <a:gd name="csX6" fmla="*/ 28410 w 148968"/>
              <a:gd name="csY6" fmla="*/ 61956 h 141840"/>
              <a:gd name="csX7" fmla="*/ 7534 w 148968"/>
              <a:gd name="csY7" fmla="*/ 67604 h 141840"/>
              <a:gd name="csX8" fmla="*/ 4132 w 148968"/>
              <a:gd name="csY8" fmla="*/ 70410 h 141840"/>
              <a:gd name="csX9" fmla="*/ 4030 w 148968"/>
              <a:gd name="csY9" fmla="*/ 74833 h 141840"/>
              <a:gd name="csX10" fmla="*/ 14408 w 148968"/>
              <a:gd name="csY10" fmla="*/ 99040 h 141840"/>
              <a:gd name="csX11" fmla="*/ 17674 w 148968"/>
              <a:gd name="csY11" fmla="*/ 118603 h 141840"/>
              <a:gd name="csX12" fmla="*/ 28410 w 148968"/>
              <a:gd name="csY12" fmla="*/ 120576 h 141840"/>
              <a:gd name="csX13" fmla="*/ 51446 w 148968"/>
              <a:gd name="csY13" fmla="*/ 113482 h 141840"/>
              <a:gd name="csX14" fmla="*/ 74482 w 148968"/>
              <a:gd name="csY14" fmla="*/ 120576 h 141840"/>
              <a:gd name="csX15" fmla="*/ 97535 w 148968"/>
              <a:gd name="csY15" fmla="*/ 113482 h 141840"/>
              <a:gd name="csX16" fmla="*/ 120571 w 148968"/>
              <a:gd name="csY16" fmla="*/ 120576 h 141840"/>
              <a:gd name="csX17" fmla="*/ 131307 w 148968"/>
              <a:gd name="csY17" fmla="*/ 118603 h 141840"/>
              <a:gd name="csX18" fmla="*/ 134556 w 148968"/>
              <a:gd name="csY18" fmla="*/ 99040 h 141840"/>
              <a:gd name="csX19" fmla="*/ 144952 w 148968"/>
              <a:gd name="csY19" fmla="*/ 74833 h 141840"/>
              <a:gd name="csX20" fmla="*/ 144850 w 148968"/>
              <a:gd name="csY20" fmla="*/ 70410 h 141840"/>
              <a:gd name="csX21" fmla="*/ 141447 w 148968"/>
              <a:gd name="csY21" fmla="*/ 67604 h 141840"/>
              <a:gd name="csX22" fmla="*/ 120571 w 148968"/>
              <a:gd name="csY22" fmla="*/ 61956 h 141840"/>
              <a:gd name="csX23" fmla="*/ 120571 w 148968"/>
              <a:gd name="csY23" fmla="*/ 30196 h 141840"/>
              <a:gd name="csX24" fmla="*/ 108169 w 148968"/>
              <a:gd name="csY24" fmla="*/ 17795 h 141840"/>
              <a:gd name="csX25" fmla="*/ 79807 w 148968"/>
              <a:gd name="csY25" fmla="*/ 17795 h 141840"/>
              <a:gd name="csX26" fmla="*/ 79807 w 148968"/>
              <a:gd name="csY26" fmla="*/ 5394 h 141840"/>
              <a:gd name="csX27" fmla="*/ 79416 w 148968"/>
              <a:gd name="csY27" fmla="*/ 3319 h 141840"/>
              <a:gd name="csX28" fmla="*/ 78242 w 148968"/>
              <a:gd name="csY28" fmla="*/ 1549 h 141840"/>
              <a:gd name="csX29" fmla="*/ 76490 w 148968"/>
              <a:gd name="csY29" fmla="*/ 393 h 141840"/>
              <a:gd name="csX30" fmla="*/ 74414 w 148968"/>
              <a:gd name="csY30" fmla="*/ 1 h 141840"/>
              <a:gd name="csX31" fmla="*/ 40812 w 148968"/>
              <a:gd name="csY31" fmla="*/ 28427 h 141840"/>
              <a:gd name="csX32" fmla="*/ 73614 w 148968"/>
              <a:gd name="csY32" fmla="*/ 28427 h 141840"/>
              <a:gd name="csX33" fmla="*/ 75333 w 148968"/>
              <a:gd name="csY33" fmla="*/ 28427 h 141840"/>
              <a:gd name="csX34" fmla="*/ 108169 w 148968"/>
              <a:gd name="csY34" fmla="*/ 28427 h 141840"/>
              <a:gd name="csX35" fmla="*/ 109938 w 148968"/>
              <a:gd name="csY35" fmla="*/ 30196 h 141840"/>
              <a:gd name="csX36" fmla="*/ 109938 w 148968"/>
              <a:gd name="csY36" fmla="*/ 59081 h 141840"/>
              <a:gd name="csX37" fmla="*/ 75877 w 148968"/>
              <a:gd name="csY37" fmla="*/ 49878 h 141840"/>
              <a:gd name="csX38" fmla="*/ 73104 w 148968"/>
              <a:gd name="csY38" fmla="*/ 49878 h 141840"/>
              <a:gd name="csX39" fmla="*/ 39043 w 148968"/>
              <a:gd name="csY39" fmla="*/ 59081 h 141840"/>
              <a:gd name="csX40" fmla="*/ 39043 w 148968"/>
              <a:gd name="csY40" fmla="*/ 30196 h 141840"/>
              <a:gd name="csX41" fmla="*/ 40812 w 148968"/>
              <a:gd name="csY41" fmla="*/ 28427 h 141840"/>
              <a:gd name="csX42" fmla="*/ 40812 w 148968"/>
              <a:gd name="csY42" fmla="*/ 81587 h 141840"/>
              <a:gd name="csX43" fmla="*/ 46138 w 148968"/>
              <a:gd name="csY43" fmla="*/ 86911 h 141840"/>
              <a:gd name="csX44" fmla="*/ 46138 w 148968"/>
              <a:gd name="csY44" fmla="*/ 93988 h 141840"/>
              <a:gd name="csX45" fmla="*/ 40812 w 148968"/>
              <a:gd name="csY45" fmla="*/ 99312 h 141840"/>
              <a:gd name="csX46" fmla="*/ 35504 w 148968"/>
              <a:gd name="csY46" fmla="*/ 93988 h 141840"/>
              <a:gd name="csX47" fmla="*/ 35504 w 148968"/>
              <a:gd name="csY47" fmla="*/ 86911 h 141840"/>
              <a:gd name="csX48" fmla="*/ 40812 w 148968"/>
              <a:gd name="csY48" fmla="*/ 81587 h 141840"/>
              <a:gd name="csX49" fmla="*/ 108169 w 148968"/>
              <a:gd name="csY49" fmla="*/ 81587 h 141840"/>
              <a:gd name="csX50" fmla="*/ 113477 w 148968"/>
              <a:gd name="csY50" fmla="*/ 86911 h 141840"/>
              <a:gd name="csX51" fmla="*/ 113477 w 148968"/>
              <a:gd name="csY51" fmla="*/ 93988 h 141840"/>
              <a:gd name="csX52" fmla="*/ 108169 w 148968"/>
              <a:gd name="csY52" fmla="*/ 99312 h 141840"/>
              <a:gd name="csX53" fmla="*/ 102843 w 148968"/>
              <a:gd name="csY53" fmla="*/ 93988 h 141840"/>
              <a:gd name="csX54" fmla="*/ 102843 w 148968"/>
              <a:gd name="csY54" fmla="*/ 86911 h 141840"/>
              <a:gd name="csX55" fmla="*/ 108169 w 148968"/>
              <a:gd name="csY55" fmla="*/ 81587 h 141840"/>
              <a:gd name="csX56" fmla="*/ 5237 w 148968"/>
              <a:gd name="csY56" fmla="*/ 124064 h 141840"/>
              <a:gd name="csX57" fmla="*/ 2277 w 148968"/>
              <a:gd name="csY57" fmla="*/ 125016 h 141840"/>
              <a:gd name="csX58" fmla="*/ 355 w 148968"/>
              <a:gd name="csY58" fmla="*/ 127449 h 141840"/>
              <a:gd name="csX59" fmla="*/ 133 w 148968"/>
              <a:gd name="csY59" fmla="*/ 130545 h 141840"/>
              <a:gd name="csX60" fmla="*/ 1665 w 148968"/>
              <a:gd name="csY60" fmla="*/ 133249 h 141840"/>
              <a:gd name="csX61" fmla="*/ 8742 w 148968"/>
              <a:gd name="csY61" fmla="*/ 137791 h 141840"/>
              <a:gd name="csX62" fmla="*/ 28410 w 148968"/>
              <a:gd name="csY62" fmla="*/ 141840 h 141840"/>
              <a:gd name="csX63" fmla="*/ 48077 w 148968"/>
              <a:gd name="csY63" fmla="*/ 137791 h 141840"/>
              <a:gd name="csX64" fmla="*/ 51446 w 148968"/>
              <a:gd name="csY64" fmla="*/ 135631 h 141840"/>
              <a:gd name="csX65" fmla="*/ 54815 w 148968"/>
              <a:gd name="csY65" fmla="*/ 137791 h 141840"/>
              <a:gd name="csX66" fmla="*/ 74482 w 148968"/>
              <a:gd name="csY66" fmla="*/ 141840 h 141840"/>
              <a:gd name="csX67" fmla="*/ 94149 w 148968"/>
              <a:gd name="csY67" fmla="*/ 137791 h 141840"/>
              <a:gd name="csX68" fmla="*/ 97535 w 148968"/>
              <a:gd name="csY68" fmla="*/ 135631 h 141840"/>
              <a:gd name="csX69" fmla="*/ 100904 w 148968"/>
              <a:gd name="csY69" fmla="*/ 137791 h 141840"/>
              <a:gd name="csX70" fmla="*/ 120571 w 148968"/>
              <a:gd name="csY70" fmla="*/ 141840 h 141840"/>
              <a:gd name="csX71" fmla="*/ 140239 w 148968"/>
              <a:gd name="csY71" fmla="*/ 137791 h 141840"/>
              <a:gd name="csX72" fmla="*/ 147316 w 148968"/>
              <a:gd name="csY72" fmla="*/ 133249 h 141840"/>
              <a:gd name="csX73" fmla="*/ 148524 w 148968"/>
              <a:gd name="csY73" fmla="*/ 131531 h 141840"/>
              <a:gd name="csX74" fmla="*/ 148967 w 148968"/>
              <a:gd name="csY74" fmla="*/ 129490 h 141840"/>
              <a:gd name="csX75" fmla="*/ 148609 w 148968"/>
              <a:gd name="csY75" fmla="*/ 127432 h 141840"/>
              <a:gd name="csX76" fmla="*/ 147470 w 148968"/>
              <a:gd name="csY76" fmla="*/ 125679 h 141840"/>
              <a:gd name="csX77" fmla="*/ 145751 w 148968"/>
              <a:gd name="csY77" fmla="*/ 124489 h 141840"/>
              <a:gd name="csX78" fmla="*/ 143693 w 148968"/>
              <a:gd name="csY78" fmla="*/ 124064 h 141840"/>
              <a:gd name="csX79" fmla="*/ 141651 w 148968"/>
              <a:gd name="csY79" fmla="*/ 124455 h 141840"/>
              <a:gd name="csX80" fmla="*/ 139899 w 148968"/>
              <a:gd name="csY80" fmla="*/ 125611 h 141840"/>
              <a:gd name="csX81" fmla="*/ 135730 w 148968"/>
              <a:gd name="csY81" fmla="*/ 128163 h 141840"/>
              <a:gd name="csX82" fmla="*/ 120571 w 148968"/>
              <a:gd name="csY82" fmla="*/ 131208 h 141840"/>
              <a:gd name="csX83" fmla="*/ 105395 w 148968"/>
              <a:gd name="csY83" fmla="*/ 128163 h 141840"/>
              <a:gd name="csX84" fmla="*/ 101227 w 148968"/>
              <a:gd name="csY84" fmla="*/ 125611 h 141840"/>
              <a:gd name="csX85" fmla="*/ 97535 w 148968"/>
              <a:gd name="csY85" fmla="*/ 124114 h 141840"/>
              <a:gd name="csX86" fmla="*/ 93826 w 148968"/>
              <a:gd name="csY86" fmla="*/ 125611 h 141840"/>
              <a:gd name="csX87" fmla="*/ 89658 w 148968"/>
              <a:gd name="csY87" fmla="*/ 128163 h 141840"/>
              <a:gd name="csX88" fmla="*/ 74482 w 148968"/>
              <a:gd name="csY88" fmla="*/ 131208 h 141840"/>
              <a:gd name="csX89" fmla="*/ 59323 w 148968"/>
              <a:gd name="csY89" fmla="*/ 128163 h 141840"/>
              <a:gd name="csX90" fmla="*/ 55393 w 148968"/>
              <a:gd name="csY90" fmla="*/ 125765 h 141840"/>
              <a:gd name="csX91" fmla="*/ 53573 w 148968"/>
              <a:gd name="csY91" fmla="*/ 124489 h 141840"/>
              <a:gd name="csX92" fmla="*/ 51395 w 148968"/>
              <a:gd name="csY92" fmla="*/ 124064 h 141840"/>
              <a:gd name="csX93" fmla="*/ 50902 w 148968"/>
              <a:gd name="csY93" fmla="*/ 124097 h 141840"/>
              <a:gd name="csX94" fmla="*/ 47499 w 148968"/>
              <a:gd name="csY94" fmla="*/ 125765 h 141840"/>
              <a:gd name="csX95" fmla="*/ 43586 w 148968"/>
              <a:gd name="csY95" fmla="*/ 128163 h 141840"/>
              <a:gd name="csX96" fmla="*/ 28410 w 148968"/>
              <a:gd name="csY96" fmla="*/ 131208 h 141840"/>
              <a:gd name="csX97" fmla="*/ 13251 w 148968"/>
              <a:gd name="csY97" fmla="*/ 128163 h 141840"/>
              <a:gd name="csX98" fmla="*/ 9082 w 148968"/>
              <a:gd name="csY98" fmla="*/ 125611 h 141840"/>
              <a:gd name="csX99" fmla="*/ 7313 w 148968"/>
              <a:gd name="csY99" fmla="*/ 124455 h 141840"/>
              <a:gd name="csX100" fmla="*/ 5237 w 148968"/>
              <a:gd name="csY100" fmla="*/ 124064 h 141840"/>
            </a:gdLst>
            <a:ahLst/>
            <a:cxnLst/>
            <a:rect l="l" t="t" r="r" b="b"/>
            <a:pathLst>
              <a:path w="100000" h="100000">
                <a:moveTo>
                  <a:pt x="49953" y="2393"/>
                </a:moveTo>
                <a:cubicBezTo>
                  <a:pt x="49005" y="2405"/>
                  <a:pt x="48103" y="2793"/>
                  <a:pt x="47440" y="3478"/>
                </a:cubicBezTo>
                <a:cubicBezTo>
                  <a:pt x="46778" y="4152"/>
                  <a:pt x="46424" y="5066"/>
                  <a:pt x="46435" y="6013"/>
                </a:cubicBezTo>
                <a:lnTo>
                  <a:pt x="46435" y="14338"/>
                </a:lnTo>
                <a:lnTo>
                  <a:pt x="27396" y="14338"/>
                </a:lnTo>
                <a:cubicBezTo>
                  <a:pt x="22840" y="14338"/>
                  <a:pt x="19071" y="18107"/>
                  <a:pt x="19071" y="22663"/>
                </a:cubicBezTo>
                <a:lnTo>
                  <a:pt x="19071" y="43983"/>
                </a:lnTo>
                <a:lnTo>
                  <a:pt x="5057" y="47774"/>
                </a:lnTo>
                <a:cubicBezTo>
                  <a:pt x="4064" y="48048"/>
                  <a:pt x="3219" y="48733"/>
                  <a:pt x="2774" y="49658"/>
                </a:cubicBezTo>
                <a:cubicBezTo>
                  <a:pt x="2328" y="50583"/>
                  <a:pt x="2294" y="51667"/>
                  <a:pt x="2705" y="52627"/>
                </a:cubicBezTo>
                <a:lnTo>
                  <a:pt x="9672" y="68877"/>
                </a:lnTo>
                <a:lnTo>
                  <a:pt x="11864" y="82009"/>
                </a:lnTo>
                <a:cubicBezTo>
                  <a:pt x="12995" y="82522"/>
                  <a:pt x="15336" y="83333"/>
                  <a:pt x="19071" y="83333"/>
                </a:cubicBezTo>
                <a:cubicBezTo>
                  <a:pt x="26643" y="83333"/>
                  <a:pt x="28345" y="78571"/>
                  <a:pt x="34535" y="78571"/>
                </a:cubicBezTo>
                <a:cubicBezTo>
                  <a:pt x="40736" y="78571"/>
                  <a:pt x="42438" y="83333"/>
                  <a:pt x="49999" y="83333"/>
                </a:cubicBezTo>
                <a:cubicBezTo>
                  <a:pt x="57571" y="83333"/>
                  <a:pt x="59272" y="78571"/>
                  <a:pt x="65474" y="78571"/>
                </a:cubicBezTo>
                <a:cubicBezTo>
                  <a:pt x="71664" y="78571"/>
                  <a:pt x="73365" y="83333"/>
                  <a:pt x="80938" y="83333"/>
                </a:cubicBezTo>
                <a:cubicBezTo>
                  <a:pt x="84673" y="83333"/>
                  <a:pt x="87013" y="82522"/>
                  <a:pt x="88144" y="82009"/>
                </a:cubicBezTo>
                <a:lnTo>
                  <a:pt x="90325" y="68877"/>
                </a:lnTo>
                <a:lnTo>
                  <a:pt x="97304" y="52627"/>
                </a:lnTo>
                <a:cubicBezTo>
                  <a:pt x="97704" y="51679"/>
                  <a:pt x="97681" y="50583"/>
                  <a:pt x="97236" y="49658"/>
                </a:cubicBezTo>
                <a:cubicBezTo>
                  <a:pt x="96779" y="48733"/>
                  <a:pt x="95956" y="48036"/>
                  <a:pt x="94951" y="47774"/>
                </a:cubicBezTo>
                <a:lnTo>
                  <a:pt x="80938" y="43983"/>
                </a:lnTo>
                <a:lnTo>
                  <a:pt x="80938" y="22663"/>
                </a:lnTo>
                <a:cubicBezTo>
                  <a:pt x="80938" y="18107"/>
                  <a:pt x="77169" y="14338"/>
                  <a:pt x="72612" y="14338"/>
                </a:cubicBezTo>
                <a:lnTo>
                  <a:pt x="53573" y="14338"/>
                </a:lnTo>
                <a:lnTo>
                  <a:pt x="53573" y="6013"/>
                </a:lnTo>
                <a:cubicBezTo>
                  <a:pt x="53573" y="5533"/>
                  <a:pt x="53493" y="5066"/>
                  <a:pt x="53311" y="4620"/>
                </a:cubicBezTo>
                <a:cubicBezTo>
                  <a:pt x="53128" y="4175"/>
                  <a:pt x="52865" y="3775"/>
                  <a:pt x="52523" y="3432"/>
                </a:cubicBezTo>
                <a:cubicBezTo>
                  <a:pt x="52192" y="3101"/>
                  <a:pt x="51780" y="2839"/>
                  <a:pt x="51347" y="2656"/>
                </a:cubicBezTo>
                <a:cubicBezTo>
                  <a:pt x="50901" y="2473"/>
                  <a:pt x="50422" y="2382"/>
                  <a:pt x="49953" y="2393"/>
                </a:cubicBezTo>
                <a:close/>
                <a:moveTo>
                  <a:pt x="27396" y="21475"/>
                </a:moveTo>
                <a:lnTo>
                  <a:pt x="49416" y="21475"/>
                </a:lnTo>
                <a:cubicBezTo>
                  <a:pt x="49805" y="21544"/>
                  <a:pt x="50193" y="21544"/>
                  <a:pt x="50570" y="21475"/>
                </a:cubicBezTo>
                <a:lnTo>
                  <a:pt x="72612" y="21475"/>
                </a:lnTo>
                <a:cubicBezTo>
                  <a:pt x="73308" y="21475"/>
                  <a:pt x="73800" y="21966"/>
                  <a:pt x="73800" y="22663"/>
                </a:cubicBezTo>
                <a:lnTo>
                  <a:pt x="73800" y="42053"/>
                </a:lnTo>
                <a:lnTo>
                  <a:pt x="50935" y="35875"/>
                </a:lnTo>
                <a:cubicBezTo>
                  <a:pt x="50330" y="35715"/>
                  <a:pt x="49691" y="35715"/>
                  <a:pt x="49074" y="35875"/>
                </a:cubicBezTo>
                <a:lnTo>
                  <a:pt x="26209" y="42053"/>
                </a:lnTo>
                <a:lnTo>
                  <a:pt x="26209" y="22663"/>
                </a:lnTo>
                <a:cubicBezTo>
                  <a:pt x="26209" y="21966"/>
                  <a:pt x="26700" y="21475"/>
                  <a:pt x="27396" y="21475"/>
                </a:cubicBezTo>
                <a:close/>
                <a:moveTo>
                  <a:pt x="27396" y="57161"/>
                </a:moveTo>
                <a:cubicBezTo>
                  <a:pt x="29373" y="57161"/>
                  <a:pt x="30972" y="58759"/>
                  <a:pt x="30972" y="60735"/>
                </a:cubicBezTo>
                <a:lnTo>
                  <a:pt x="30972" y="65485"/>
                </a:lnTo>
                <a:cubicBezTo>
                  <a:pt x="30972" y="67461"/>
                  <a:pt x="29373" y="69059"/>
                  <a:pt x="27396" y="69059"/>
                </a:cubicBezTo>
                <a:cubicBezTo>
                  <a:pt x="25432" y="69059"/>
                  <a:pt x="23833" y="67461"/>
                  <a:pt x="23833" y="65485"/>
                </a:cubicBezTo>
                <a:lnTo>
                  <a:pt x="23833" y="60735"/>
                </a:lnTo>
                <a:cubicBezTo>
                  <a:pt x="23833" y="58759"/>
                  <a:pt x="25432" y="57161"/>
                  <a:pt x="27396" y="57161"/>
                </a:cubicBezTo>
                <a:close/>
                <a:moveTo>
                  <a:pt x="72612" y="57161"/>
                </a:moveTo>
                <a:cubicBezTo>
                  <a:pt x="74576" y="57161"/>
                  <a:pt x="76175" y="58759"/>
                  <a:pt x="76175" y="60735"/>
                </a:cubicBezTo>
                <a:lnTo>
                  <a:pt x="76175" y="65485"/>
                </a:lnTo>
                <a:cubicBezTo>
                  <a:pt x="76175" y="67461"/>
                  <a:pt x="74576" y="69059"/>
                  <a:pt x="72612" y="69059"/>
                </a:cubicBezTo>
                <a:cubicBezTo>
                  <a:pt x="70636" y="69059"/>
                  <a:pt x="69037" y="67461"/>
                  <a:pt x="69037" y="65485"/>
                </a:cubicBezTo>
                <a:lnTo>
                  <a:pt x="69037" y="60735"/>
                </a:lnTo>
                <a:cubicBezTo>
                  <a:pt x="69037" y="58759"/>
                  <a:pt x="70636" y="57161"/>
                  <a:pt x="72612" y="57161"/>
                </a:cubicBezTo>
                <a:close/>
                <a:moveTo>
                  <a:pt x="3516" y="85675"/>
                </a:moveTo>
                <a:cubicBezTo>
                  <a:pt x="2808" y="85686"/>
                  <a:pt x="2111" y="85903"/>
                  <a:pt x="1529" y="86314"/>
                </a:cubicBezTo>
                <a:cubicBezTo>
                  <a:pt x="946" y="86713"/>
                  <a:pt x="501" y="87285"/>
                  <a:pt x="238" y="87947"/>
                </a:cubicBezTo>
                <a:cubicBezTo>
                  <a:pt x="-13" y="88609"/>
                  <a:pt x="-70" y="89340"/>
                  <a:pt x="89" y="90025"/>
                </a:cubicBezTo>
                <a:cubicBezTo>
                  <a:pt x="238" y="90721"/>
                  <a:pt x="603" y="91350"/>
                  <a:pt x="1118" y="91841"/>
                </a:cubicBezTo>
                <a:cubicBezTo>
                  <a:pt x="1118" y="91841"/>
                  <a:pt x="2899" y="93508"/>
                  <a:pt x="5868" y="94890"/>
                </a:cubicBezTo>
                <a:cubicBezTo>
                  <a:pt x="8850" y="96283"/>
                  <a:pt x="13258" y="97608"/>
                  <a:pt x="19071" y="97608"/>
                </a:cubicBezTo>
                <a:cubicBezTo>
                  <a:pt x="24885" y="97608"/>
                  <a:pt x="29304" y="96283"/>
                  <a:pt x="32273" y="94890"/>
                </a:cubicBezTo>
                <a:cubicBezTo>
                  <a:pt x="33690" y="94228"/>
                  <a:pt x="33724" y="94010"/>
                  <a:pt x="34535" y="93440"/>
                </a:cubicBezTo>
                <a:cubicBezTo>
                  <a:pt x="35346" y="94010"/>
                  <a:pt x="35380" y="94228"/>
                  <a:pt x="36796" y="94890"/>
                </a:cubicBezTo>
                <a:cubicBezTo>
                  <a:pt x="39777" y="96283"/>
                  <a:pt x="44185" y="97608"/>
                  <a:pt x="49999" y="97608"/>
                </a:cubicBezTo>
                <a:cubicBezTo>
                  <a:pt x="55823" y="97608"/>
                  <a:pt x="60232" y="96283"/>
                  <a:pt x="63201" y="94890"/>
                </a:cubicBezTo>
                <a:cubicBezTo>
                  <a:pt x="64629" y="94228"/>
                  <a:pt x="64663" y="94010"/>
                  <a:pt x="65474" y="93440"/>
                </a:cubicBezTo>
                <a:cubicBezTo>
                  <a:pt x="66273" y="94010"/>
                  <a:pt x="66319" y="94228"/>
                  <a:pt x="67735" y="94890"/>
                </a:cubicBezTo>
                <a:cubicBezTo>
                  <a:pt x="70704" y="96283"/>
                  <a:pt x="75125" y="97608"/>
                  <a:pt x="80938" y="97608"/>
                </a:cubicBezTo>
                <a:cubicBezTo>
                  <a:pt x="86751" y="97608"/>
                  <a:pt x="91159" y="96283"/>
                  <a:pt x="94140" y="94890"/>
                </a:cubicBezTo>
                <a:cubicBezTo>
                  <a:pt x="97109" y="93508"/>
                  <a:pt x="98891" y="91841"/>
                  <a:pt x="98891" y="91841"/>
                </a:cubicBezTo>
                <a:cubicBezTo>
                  <a:pt x="99234" y="91510"/>
                  <a:pt x="99508" y="91122"/>
                  <a:pt x="99702" y="90687"/>
                </a:cubicBezTo>
                <a:cubicBezTo>
                  <a:pt x="99885" y="90265"/>
                  <a:pt x="99999" y="89796"/>
                  <a:pt x="99999" y="89317"/>
                </a:cubicBezTo>
                <a:cubicBezTo>
                  <a:pt x="100011" y="88849"/>
                  <a:pt x="99931" y="88381"/>
                  <a:pt x="99759" y="87936"/>
                </a:cubicBezTo>
                <a:cubicBezTo>
                  <a:pt x="99588" y="87501"/>
                  <a:pt x="99325" y="87102"/>
                  <a:pt x="98994" y="86759"/>
                </a:cubicBezTo>
                <a:cubicBezTo>
                  <a:pt x="98663" y="86417"/>
                  <a:pt x="98275" y="86154"/>
                  <a:pt x="97840" y="85960"/>
                </a:cubicBezTo>
                <a:cubicBezTo>
                  <a:pt x="97407" y="85777"/>
                  <a:pt x="96938" y="85675"/>
                  <a:pt x="96459" y="85675"/>
                </a:cubicBezTo>
                <a:cubicBezTo>
                  <a:pt x="95990" y="85675"/>
                  <a:pt x="95523" y="85766"/>
                  <a:pt x="95088" y="85937"/>
                </a:cubicBezTo>
                <a:cubicBezTo>
                  <a:pt x="94642" y="86120"/>
                  <a:pt x="94254" y="86382"/>
                  <a:pt x="93912" y="86713"/>
                </a:cubicBezTo>
                <a:cubicBezTo>
                  <a:pt x="93912" y="86713"/>
                  <a:pt x="93238" y="87433"/>
                  <a:pt x="91114" y="88426"/>
                </a:cubicBezTo>
                <a:cubicBezTo>
                  <a:pt x="89001" y="89408"/>
                  <a:pt x="85677" y="90470"/>
                  <a:pt x="80938" y="90470"/>
                </a:cubicBezTo>
                <a:cubicBezTo>
                  <a:pt x="76187" y="90470"/>
                  <a:pt x="72875" y="89408"/>
                  <a:pt x="70750" y="88426"/>
                </a:cubicBezTo>
                <a:cubicBezTo>
                  <a:pt x="68638" y="87433"/>
                  <a:pt x="67952" y="86713"/>
                  <a:pt x="67952" y="86713"/>
                </a:cubicBezTo>
                <a:cubicBezTo>
                  <a:pt x="67290" y="86074"/>
                  <a:pt x="66399" y="85708"/>
                  <a:pt x="65474" y="85708"/>
                </a:cubicBezTo>
                <a:cubicBezTo>
                  <a:pt x="64537" y="85708"/>
                  <a:pt x="63647" y="86074"/>
                  <a:pt x="62984" y="86713"/>
                </a:cubicBezTo>
                <a:cubicBezTo>
                  <a:pt x="62984" y="86713"/>
                  <a:pt x="62299" y="87433"/>
                  <a:pt x="60186" y="88426"/>
                </a:cubicBezTo>
                <a:cubicBezTo>
                  <a:pt x="58061" y="89408"/>
                  <a:pt x="54750" y="90470"/>
                  <a:pt x="49999" y="90470"/>
                </a:cubicBezTo>
                <a:cubicBezTo>
                  <a:pt x="45259" y="90470"/>
                  <a:pt x="41936" y="89408"/>
                  <a:pt x="39823" y="88426"/>
                </a:cubicBezTo>
                <a:cubicBezTo>
                  <a:pt x="37824" y="87490"/>
                  <a:pt x="37253" y="86897"/>
                  <a:pt x="37184" y="86817"/>
                </a:cubicBezTo>
                <a:cubicBezTo>
                  <a:pt x="36842" y="86451"/>
                  <a:pt x="36419" y="86154"/>
                  <a:pt x="35963" y="85960"/>
                </a:cubicBezTo>
                <a:cubicBezTo>
                  <a:pt x="35494" y="85766"/>
                  <a:pt x="35003" y="85663"/>
                  <a:pt x="34501" y="85675"/>
                </a:cubicBezTo>
                <a:cubicBezTo>
                  <a:pt x="34387" y="85675"/>
                  <a:pt x="34272" y="85686"/>
                  <a:pt x="34170" y="85697"/>
                </a:cubicBezTo>
                <a:cubicBezTo>
                  <a:pt x="33290" y="85777"/>
                  <a:pt x="32479" y="86177"/>
                  <a:pt x="31885" y="86817"/>
                </a:cubicBezTo>
                <a:cubicBezTo>
                  <a:pt x="31805" y="86897"/>
                  <a:pt x="31246" y="87490"/>
                  <a:pt x="29259" y="88426"/>
                </a:cubicBezTo>
                <a:cubicBezTo>
                  <a:pt x="27134" y="89408"/>
                  <a:pt x="23810" y="90470"/>
                  <a:pt x="19071" y="90470"/>
                </a:cubicBezTo>
                <a:cubicBezTo>
                  <a:pt x="14331" y="90470"/>
                  <a:pt x="11008" y="89408"/>
                  <a:pt x="8895" y="88426"/>
                </a:cubicBezTo>
                <a:cubicBezTo>
                  <a:pt x="6771" y="87433"/>
                  <a:pt x="6097" y="86713"/>
                  <a:pt x="6097" y="86713"/>
                </a:cubicBezTo>
                <a:cubicBezTo>
                  <a:pt x="5754" y="86382"/>
                  <a:pt x="5355" y="86120"/>
                  <a:pt x="4909" y="85937"/>
                </a:cubicBezTo>
                <a:cubicBezTo>
                  <a:pt x="4464" y="85754"/>
                  <a:pt x="3995" y="85663"/>
                  <a:pt x="3516" y="8567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5" name="Белый — SVG 31">
            <a:extLst>
              <a:ext uri="{FF2B5EF4-FFF2-40B4-BE49-F238E27FC236}">
                <a16:creationId xmlns:a16="http://schemas.microsoft.com/office/drawing/2014/main" id="{C7FA46F8-ED4E-A74A-BBCF-96C9DDE294FF}"/>
              </a:ext>
            </a:extLst>
          </p:cNvPr>
          <p:cNvSpPr>
            <a:spLocks noGrp="1"/>
          </p:cNvSpPr>
          <p:nvPr/>
        </p:nvSpPr>
        <p:spPr>
          <a:xfrm>
            <a:off x="7620000" y="5010000"/>
            <a:ext cx="220000" cy="220000"/>
          </a:xfrm>
          <a:custGeom>
            <a:avLst/>
            <a:gdLst>
              <a:gd name="csX0" fmla="*/ 116663 w 145323"/>
              <a:gd name="csY0" fmla="*/ 1 h 134678"/>
              <a:gd name="csX1" fmla="*/ 104590 w 145323"/>
              <a:gd name="csY1" fmla="*/ 3421 h 134678"/>
              <a:gd name="csX2" fmla="*/ 66383 w 145323"/>
              <a:gd name="csY2" fmla="*/ 26930 h 134678"/>
              <a:gd name="csX3" fmla="*/ 65350 w 145323"/>
              <a:gd name="csY3" fmla="*/ 27763 h 134678"/>
              <a:gd name="csX4" fmla="*/ 61405 w 145323"/>
              <a:gd name="csY4" fmla="*/ 24668 h 134678"/>
              <a:gd name="csX5" fmla="*/ 51561 w 145323"/>
              <a:gd name="csY5" fmla="*/ 21265 h 134678"/>
              <a:gd name="csX6" fmla="*/ 26583 w 145323"/>
              <a:gd name="csY6" fmla="*/ 21265 h 134678"/>
              <a:gd name="csX7" fmla="*/ 10633 w 145323"/>
              <a:gd name="csY7" fmla="*/ 37222 h 134678"/>
              <a:gd name="csX8" fmla="*/ 10633 w 145323"/>
              <a:gd name="csY8" fmla="*/ 65562 h 134678"/>
              <a:gd name="csX9" fmla="*/ 26583 w 145323"/>
              <a:gd name="csY9" fmla="*/ 81519 h 134678"/>
              <a:gd name="csX10" fmla="*/ 76206 w 145323"/>
              <a:gd name="csY10" fmla="*/ 81519 h 134678"/>
              <a:gd name="csX11" fmla="*/ 92157 w 145323"/>
              <a:gd name="csY11" fmla="*/ 65562 h 134678"/>
              <a:gd name="csX12" fmla="*/ 92157 w 145323"/>
              <a:gd name="csY12" fmla="*/ 56563 h 134678"/>
              <a:gd name="csX13" fmla="*/ 86050 w 145323"/>
              <a:gd name="csY13" fmla="*/ 44026 h 134678"/>
              <a:gd name="csX14" fmla="*/ 74122 w 145323"/>
              <a:gd name="csY14" fmla="*/ 34653 h 134678"/>
              <a:gd name="csX15" fmla="*/ 110169 w 145323"/>
              <a:gd name="csY15" fmla="*/ 12470 h 134678"/>
              <a:gd name="csX16" fmla="*/ 116663 w 145323"/>
              <a:gd name="csY16" fmla="*/ 10633 h 134678"/>
              <a:gd name="csX17" fmla="*/ 129373 w 145323"/>
              <a:gd name="csY17" fmla="*/ 10633 h 134678"/>
              <a:gd name="csX18" fmla="*/ 131430 w 145323"/>
              <a:gd name="csY18" fmla="*/ 10259 h 134678"/>
              <a:gd name="csX19" fmla="*/ 133181 w 145323"/>
              <a:gd name="csY19" fmla="*/ 9102 h 134678"/>
              <a:gd name="csX20" fmla="*/ 134353 w 145323"/>
              <a:gd name="csY20" fmla="*/ 7367 h 134678"/>
              <a:gd name="csX21" fmla="*/ 134765 w 145323"/>
              <a:gd name="csY21" fmla="*/ 5326 h 134678"/>
              <a:gd name="csX22" fmla="*/ 134353 w 145323"/>
              <a:gd name="csY22" fmla="*/ 3268 h 134678"/>
              <a:gd name="csX23" fmla="*/ 133181 w 145323"/>
              <a:gd name="csY23" fmla="*/ 1532 h 134678"/>
              <a:gd name="csX24" fmla="*/ 131430 w 145323"/>
              <a:gd name="csY24" fmla="*/ 393 h 134678"/>
              <a:gd name="csX25" fmla="*/ 129373 w 145323"/>
              <a:gd name="csY25" fmla="*/ 1 h 134678"/>
              <a:gd name="csX26" fmla="*/ 116663 w 145323"/>
              <a:gd name="csY26" fmla="*/ 1 h 134678"/>
              <a:gd name="csX27" fmla="*/ 129373 w 145323"/>
              <a:gd name="csY27" fmla="*/ 17727 h 134678"/>
              <a:gd name="csX28" fmla="*/ 125613 w 145323"/>
              <a:gd name="csY28" fmla="*/ 19275 h 134678"/>
              <a:gd name="csX29" fmla="*/ 124057 w 145323"/>
              <a:gd name="csY29" fmla="*/ 23035 h 134678"/>
              <a:gd name="csX30" fmla="*/ 125613 w 145323"/>
              <a:gd name="csY30" fmla="*/ 26794 h 134678"/>
              <a:gd name="csX31" fmla="*/ 129373 w 145323"/>
              <a:gd name="csY31" fmla="*/ 28359 h 134678"/>
              <a:gd name="csX32" fmla="*/ 133132 w 145323"/>
              <a:gd name="csY32" fmla="*/ 26794 h 134678"/>
              <a:gd name="csX33" fmla="*/ 134690 w 145323"/>
              <a:gd name="csY33" fmla="*/ 23035 h 134678"/>
              <a:gd name="csX34" fmla="*/ 133132 w 145323"/>
              <a:gd name="csY34" fmla="*/ 19275 h 134678"/>
              <a:gd name="csX35" fmla="*/ 129373 w 145323"/>
              <a:gd name="csY35" fmla="*/ 17727 h 134678"/>
              <a:gd name="csX36" fmla="*/ 26583 w 145323"/>
              <a:gd name="csY36" fmla="*/ 31897 h 134678"/>
              <a:gd name="csX37" fmla="*/ 51561 w 145323"/>
              <a:gd name="csY37" fmla="*/ 31897 h 134678"/>
              <a:gd name="csX38" fmla="*/ 54836 w 145323"/>
              <a:gd name="csY38" fmla="*/ 33020 h 134678"/>
              <a:gd name="csX39" fmla="*/ 54843 w 145323"/>
              <a:gd name="csY39" fmla="*/ 33037 h 134678"/>
              <a:gd name="csX40" fmla="*/ 71456 w 145323"/>
              <a:gd name="csY40" fmla="*/ 46067 h 134678"/>
              <a:gd name="csX41" fmla="*/ 21267 w 145323"/>
              <a:gd name="csY41" fmla="*/ 46067 h 134678"/>
              <a:gd name="csX42" fmla="*/ 21267 w 145323"/>
              <a:gd name="csY42" fmla="*/ 37222 h 134678"/>
              <a:gd name="csX43" fmla="*/ 26583 w 145323"/>
              <a:gd name="csY43" fmla="*/ 31897 h 134678"/>
              <a:gd name="csX44" fmla="*/ 129373 w 145323"/>
              <a:gd name="csY44" fmla="*/ 35435 h 134678"/>
              <a:gd name="csX45" fmla="*/ 125613 w 145323"/>
              <a:gd name="csY45" fmla="*/ 37001 h 134678"/>
              <a:gd name="csX46" fmla="*/ 124057 w 145323"/>
              <a:gd name="csY46" fmla="*/ 40760 h 134678"/>
              <a:gd name="csX47" fmla="*/ 125613 w 145323"/>
              <a:gd name="csY47" fmla="*/ 44520 h 134678"/>
              <a:gd name="csX48" fmla="*/ 129373 w 145323"/>
              <a:gd name="csY48" fmla="*/ 46067 h 134678"/>
              <a:gd name="csX49" fmla="*/ 133132 w 145323"/>
              <a:gd name="csY49" fmla="*/ 44520 h 134678"/>
              <a:gd name="csX50" fmla="*/ 134690 w 145323"/>
              <a:gd name="csY50" fmla="*/ 40760 h 134678"/>
              <a:gd name="csX51" fmla="*/ 133132 w 145323"/>
              <a:gd name="csY51" fmla="*/ 37001 h 134678"/>
              <a:gd name="csX52" fmla="*/ 129373 w 145323"/>
              <a:gd name="csY52" fmla="*/ 35435 h 134678"/>
              <a:gd name="csX53" fmla="*/ 129373 w 145323"/>
              <a:gd name="csY53" fmla="*/ 53161 h 134678"/>
              <a:gd name="csX54" fmla="*/ 125613 w 145323"/>
              <a:gd name="csY54" fmla="*/ 54726 h 134678"/>
              <a:gd name="csX55" fmla="*/ 124057 w 145323"/>
              <a:gd name="csY55" fmla="*/ 58486 h 134678"/>
              <a:gd name="csX56" fmla="*/ 125613 w 145323"/>
              <a:gd name="csY56" fmla="*/ 62245 h 134678"/>
              <a:gd name="csX57" fmla="*/ 129373 w 145323"/>
              <a:gd name="csY57" fmla="*/ 63793 h 134678"/>
              <a:gd name="csX58" fmla="*/ 133132 w 145323"/>
              <a:gd name="csY58" fmla="*/ 62245 h 134678"/>
              <a:gd name="csX59" fmla="*/ 134690 w 145323"/>
              <a:gd name="csY59" fmla="*/ 58486 h 134678"/>
              <a:gd name="csX60" fmla="*/ 133132 w 145323"/>
              <a:gd name="csY60" fmla="*/ 54726 h 134678"/>
              <a:gd name="csX61" fmla="*/ 129373 w 145323"/>
              <a:gd name="csY61" fmla="*/ 53161 h 134678"/>
              <a:gd name="csX62" fmla="*/ 129290 w 145323"/>
              <a:gd name="csY62" fmla="*/ 70802 h 134678"/>
              <a:gd name="csX63" fmla="*/ 125557 w 145323"/>
              <a:gd name="csY63" fmla="*/ 72418 h 134678"/>
              <a:gd name="csX64" fmla="*/ 124057 w 145323"/>
              <a:gd name="csY64" fmla="*/ 76194 h 134678"/>
              <a:gd name="csX65" fmla="*/ 124057 w 145323"/>
              <a:gd name="csY65" fmla="*/ 83288 h 134678"/>
              <a:gd name="csX66" fmla="*/ 125613 w 145323"/>
              <a:gd name="csY66" fmla="*/ 87047 h 134678"/>
              <a:gd name="csX67" fmla="*/ 129373 w 145323"/>
              <a:gd name="csY67" fmla="*/ 88595 h 134678"/>
              <a:gd name="csX68" fmla="*/ 134690 w 145323"/>
              <a:gd name="csY68" fmla="*/ 93920 h 134678"/>
              <a:gd name="csX69" fmla="*/ 129373 w 145323"/>
              <a:gd name="csY69" fmla="*/ 99227 h 134678"/>
              <a:gd name="csX70" fmla="*/ 125067 w 145323"/>
              <a:gd name="csY70" fmla="*/ 97033 h 134678"/>
              <a:gd name="csX71" fmla="*/ 123551 w 145323"/>
              <a:gd name="csY71" fmla="*/ 95570 h 134678"/>
              <a:gd name="csX72" fmla="*/ 121585 w 145323"/>
              <a:gd name="csY72" fmla="*/ 94804 h 134678"/>
              <a:gd name="csX73" fmla="*/ 119475 w 145323"/>
              <a:gd name="csY73" fmla="*/ 94872 h 134678"/>
              <a:gd name="csX74" fmla="*/ 117554 w 145323"/>
              <a:gd name="csY74" fmla="*/ 95740 h 134678"/>
              <a:gd name="csX75" fmla="*/ 116128 w 145323"/>
              <a:gd name="csY75" fmla="*/ 97305 h 134678"/>
              <a:gd name="csX76" fmla="*/ 115419 w 145323"/>
              <a:gd name="csY76" fmla="*/ 99295 h 134678"/>
              <a:gd name="csX77" fmla="*/ 115538 w 145323"/>
              <a:gd name="csY77" fmla="*/ 101388 h 134678"/>
              <a:gd name="csX78" fmla="*/ 116469 w 145323"/>
              <a:gd name="csY78" fmla="*/ 103293 h 134678"/>
              <a:gd name="csX79" fmla="*/ 129373 w 145323"/>
              <a:gd name="csY79" fmla="*/ 109859 h 134678"/>
              <a:gd name="csX80" fmla="*/ 145323 w 145323"/>
              <a:gd name="csY80" fmla="*/ 93920 h 134678"/>
              <a:gd name="csX81" fmla="*/ 134690 w 145323"/>
              <a:gd name="csY81" fmla="*/ 79052 h 134678"/>
              <a:gd name="csX82" fmla="*/ 134690 w 145323"/>
              <a:gd name="csY82" fmla="*/ 76194 h 134678"/>
              <a:gd name="csX83" fmla="*/ 134299 w 145323"/>
              <a:gd name="csY83" fmla="*/ 74119 h 134678"/>
              <a:gd name="csX84" fmla="*/ 133130 w 145323"/>
              <a:gd name="csY84" fmla="*/ 72367 h 134678"/>
              <a:gd name="csX85" fmla="*/ 131367 w 145323"/>
              <a:gd name="csY85" fmla="*/ 71193 h 134678"/>
              <a:gd name="csX86" fmla="*/ 129290 w 145323"/>
              <a:gd name="csY86" fmla="*/ 70802 h 134678"/>
              <a:gd name="csX87" fmla="*/ 23040 w 145323"/>
              <a:gd name="csY87" fmla="*/ 88595 h 134678"/>
              <a:gd name="csX88" fmla="*/ 0 w 145323"/>
              <a:gd name="csY88" fmla="*/ 111645 h 134678"/>
              <a:gd name="csX89" fmla="*/ 23040 w 145323"/>
              <a:gd name="csY89" fmla="*/ 134678 h 134678"/>
              <a:gd name="csX90" fmla="*/ 83294 w 145323"/>
              <a:gd name="csY90" fmla="*/ 134678 h 134678"/>
              <a:gd name="csX91" fmla="*/ 106334 w 145323"/>
              <a:gd name="csY91" fmla="*/ 111645 h 134678"/>
              <a:gd name="csX92" fmla="*/ 83294 w 145323"/>
              <a:gd name="csY92" fmla="*/ 88595 h 134678"/>
              <a:gd name="csX93" fmla="*/ 23040 w 145323"/>
              <a:gd name="csY93" fmla="*/ 88595 h 134678"/>
              <a:gd name="csX94" fmla="*/ 26583 w 145323"/>
              <a:gd name="csY94" fmla="*/ 106321 h 134678"/>
              <a:gd name="csX95" fmla="*/ 31900 w 145323"/>
              <a:gd name="csY95" fmla="*/ 111645 h 134678"/>
              <a:gd name="csX96" fmla="*/ 26583 w 145323"/>
              <a:gd name="csY96" fmla="*/ 116953 h 134678"/>
              <a:gd name="csX97" fmla="*/ 21267 w 145323"/>
              <a:gd name="csY97" fmla="*/ 111645 h 134678"/>
              <a:gd name="csX98" fmla="*/ 26583 w 145323"/>
              <a:gd name="csY98" fmla="*/ 106321 h 134678"/>
              <a:gd name="csX99" fmla="*/ 44306 w 145323"/>
              <a:gd name="csY99" fmla="*/ 106321 h 134678"/>
              <a:gd name="csX100" fmla="*/ 49623 w 145323"/>
              <a:gd name="csY100" fmla="*/ 111645 h 134678"/>
              <a:gd name="csX101" fmla="*/ 44306 w 145323"/>
              <a:gd name="csY101" fmla="*/ 116953 h 134678"/>
              <a:gd name="csX102" fmla="*/ 38990 w 145323"/>
              <a:gd name="csY102" fmla="*/ 111645 h 134678"/>
              <a:gd name="csX103" fmla="*/ 44306 w 145323"/>
              <a:gd name="csY103" fmla="*/ 106321 h 134678"/>
              <a:gd name="csX104" fmla="*/ 62028 w 145323"/>
              <a:gd name="csY104" fmla="*/ 106321 h 134678"/>
              <a:gd name="csX105" fmla="*/ 67344 w 145323"/>
              <a:gd name="csY105" fmla="*/ 111645 h 134678"/>
              <a:gd name="csX106" fmla="*/ 62028 w 145323"/>
              <a:gd name="csY106" fmla="*/ 116953 h 134678"/>
              <a:gd name="csX107" fmla="*/ 56711 w 145323"/>
              <a:gd name="csY107" fmla="*/ 111645 h 134678"/>
              <a:gd name="csX108" fmla="*/ 62028 w 145323"/>
              <a:gd name="csY108" fmla="*/ 106321 h 134678"/>
              <a:gd name="csX109" fmla="*/ 79750 w 145323"/>
              <a:gd name="csY109" fmla="*/ 106321 h 134678"/>
              <a:gd name="csX110" fmla="*/ 85067 w 145323"/>
              <a:gd name="csY110" fmla="*/ 111645 h 134678"/>
              <a:gd name="csX111" fmla="*/ 79750 w 145323"/>
              <a:gd name="csY111" fmla="*/ 116953 h 134678"/>
              <a:gd name="csX112" fmla="*/ 74434 w 145323"/>
              <a:gd name="csY112" fmla="*/ 111645 h 134678"/>
              <a:gd name="csX113" fmla="*/ 79750 w 145323"/>
              <a:gd name="csY113" fmla="*/ 106321 h 134678"/>
            </a:gdLst>
            <a:ahLst/>
            <a:cxnLst/>
            <a:rect l="l" t="t" r="r" b="b"/>
            <a:pathLst>
              <a:path w="100000" h="100000">
                <a:moveTo>
                  <a:pt x="80278" y="3663"/>
                </a:moveTo>
                <a:cubicBezTo>
                  <a:pt x="77344" y="3663"/>
                  <a:pt x="74468" y="4483"/>
                  <a:pt x="71971" y="6017"/>
                </a:cubicBezTo>
                <a:lnTo>
                  <a:pt x="45680" y="22194"/>
                </a:lnTo>
                <a:cubicBezTo>
                  <a:pt x="45420" y="22357"/>
                  <a:pt x="45181" y="22545"/>
                  <a:pt x="44969" y="22767"/>
                </a:cubicBezTo>
                <a:lnTo>
                  <a:pt x="42254" y="20637"/>
                </a:lnTo>
                <a:cubicBezTo>
                  <a:pt x="40321" y="19115"/>
                  <a:pt x="37936" y="18295"/>
                  <a:pt x="35480" y="18295"/>
                </a:cubicBezTo>
                <a:lnTo>
                  <a:pt x="18292" y="18295"/>
                </a:lnTo>
                <a:cubicBezTo>
                  <a:pt x="12274" y="18295"/>
                  <a:pt x="7317" y="23247"/>
                  <a:pt x="7317" y="29276"/>
                </a:cubicBezTo>
                <a:lnTo>
                  <a:pt x="7317" y="48777"/>
                </a:lnTo>
                <a:cubicBezTo>
                  <a:pt x="7317" y="54794"/>
                  <a:pt x="12274" y="59758"/>
                  <a:pt x="18292" y="59758"/>
                </a:cubicBezTo>
                <a:lnTo>
                  <a:pt x="52439" y="59758"/>
                </a:lnTo>
                <a:cubicBezTo>
                  <a:pt x="58457" y="59758"/>
                  <a:pt x="63415" y="54794"/>
                  <a:pt x="63415" y="48777"/>
                </a:cubicBezTo>
                <a:lnTo>
                  <a:pt x="63415" y="42585"/>
                </a:lnTo>
                <a:cubicBezTo>
                  <a:pt x="63415" y="39214"/>
                  <a:pt x="61863" y="36030"/>
                  <a:pt x="59213" y="33958"/>
                </a:cubicBezTo>
                <a:lnTo>
                  <a:pt x="51005" y="27508"/>
                </a:lnTo>
                <a:lnTo>
                  <a:pt x="75810" y="12243"/>
                </a:lnTo>
                <a:cubicBezTo>
                  <a:pt x="77156" y="11425"/>
                  <a:pt x="78700" y="10979"/>
                  <a:pt x="80278" y="10979"/>
                </a:cubicBezTo>
                <a:lnTo>
                  <a:pt x="89024" y="10979"/>
                </a:lnTo>
                <a:cubicBezTo>
                  <a:pt x="89510" y="10991"/>
                  <a:pt x="89991" y="10897"/>
                  <a:pt x="90440" y="10722"/>
                </a:cubicBezTo>
                <a:cubicBezTo>
                  <a:pt x="90890" y="10535"/>
                  <a:pt x="91299" y="10266"/>
                  <a:pt x="91645" y="9926"/>
                </a:cubicBezTo>
                <a:cubicBezTo>
                  <a:pt x="91990" y="9587"/>
                  <a:pt x="92264" y="9177"/>
                  <a:pt x="92451" y="8732"/>
                </a:cubicBezTo>
                <a:cubicBezTo>
                  <a:pt x="92638" y="8287"/>
                  <a:pt x="92735" y="7807"/>
                  <a:pt x="92735" y="7327"/>
                </a:cubicBezTo>
                <a:cubicBezTo>
                  <a:pt x="92735" y="6835"/>
                  <a:pt x="92638" y="6356"/>
                  <a:pt x="92451" y="5911"/>
                </a:cubicBezTo>
                <a:cubicBezTo>
                  <a:pt x="92264" y="5466"/>
                  <a:pt x="91990" y="5057"/>
                  <a:pt x="91645" y="4717"/>
                </a:cubicBezTo>
                <a:cubicBezTo>
                  <a:pt x="91299" y="4377"/>
                  <a:pt x="90890" y="4108"/>
                  <a:pt x="90440" y="3933"/>
                </a:cubicBezTo>
                <a:cubicBezTo>
                  <a:pt x="89991" y="3745"/>
                  <a:pt x="89510" y="3652"/>
                  <a:pt x="89024" y="3663"/>
                </a:cubicBezTo>
                <a:lnTo>
                  <a:pt x="80278" y="3663"/>
                </a:lnTo>
                <a:close/>
                <a:moveTo>
                  <a:pt x="89024" y="15861"/>
                </a:moveTo>
                <a:cubicBezTo>
                  <a:pt x="88054" y="15861"/>
                  <a:pt x="87123" y="16247"/>
                  <a:pt x="86437" y="16926"/>
                </a:cubicBezTo>
                <a:cubicBezTo>
                  <a:pt x="85751" y="17617"/>
                  <a:pt x="85366" y="18541"/>
                  <a:pt x="85366" y="19513"/>
                </a:cubicBezTo>
                <a:cubicBezTo>
                  <a:pt x="85366" y="20484"/>
                  <a:pt x="85751" y="21421"/>
                  <a:pt x="86437" y="22100"/>
                </a:cubicBezTo>
                <a:cubicBezTo>
                  <a:pt x="87123" y="22791"/>
                  <a:pt x="88054" y="23177"/>
                  <a:pt x="89024" y="23177"/>
                </a:cubicBezTo>
                <a:cubicBezTo>
                  <a:pt x="89994" y="23177"/>
                  <a:pt x="90925" y="22791"/>
                  <a:pt x="91611" y="22100"/>
                </a:cubicBezTo>
                <a:cubicBezTo>
                  <a:pt x="92297" y="21421"/>
                  <a:pt x="92683" y="20484"/>
                  <a:pt x="92683" y="19513"/>
                </a:cubicBezTo>
                <a:cubicBezTo>
                  <a:pt x="92683" y="18541"/>
                  <a:pt x="92297" y="17617"/>
                  <a:pt x="91611" y="16926"/>
                </a:cubicBezTo>
                <a:cubicBezTo>
                  <a:pt x="90925" y="16247"/>
                  <a:pt x="89994" y="15861"/>
                  <a:pt x="89024" y="15861"/>
                </a:cubicBezTo>
                <a:close/>
                <a:moveTo>
                  <a:pt x="18292" y="25612"/>
                </a:moveTo>
                <a:lnTo>
                  <a:pt x="35480" y="25612"/>
                </a:lnTo>
                <a:cubicBezTo>
                  <a:pt x="36302" y="25612"/>
                  <a:pt x="37091" y="25881"/>
                  <a:pt x="37734" y="26384"/>
                </a:cubicBezTo>
                <a:cubicBezTo>
                  <a:pt x="37735" y="26384"/>
                  <a:pt x="37736" y="26396"/>
                  <a:pt x="37739" y="26396"/>
                </a:cubicBezTo>
                <a:lnTo>
                  <a:pt x="49170" y="35362"/>
                </a:lnTo>
                <a:lnTo>
                  <a:pt x="14634" y="35362"/>
                </a:lnTo>
                <a:lnTo>
                  <a:pt x="14634" y="29276"/>
                </a:lnTo>
                <a:cubicBezTo>
                  <a:pt x="14634" y="27204"/>
                  <a:pt x="16227" y="25612"/>
                  <a:pt x="18292" y="25612"/>
                </a:cubicBezTo>
                <a:close/>
                <a:moveTo>
                  <a:pt x="89024" y="28046"/>
                </a:moveTo>
                <a:cubicBezTo>
                  <a:pt x="88054" y="28046"/>
                  <a:pt x="87123" y="28433"/>
                  <a:pt x="86437" y="29124"/>
                </a:cubicBezTo>
                <a:cubicBezTo>
                  <a:pt x="85751" y="29802"/>
                  <a:pt x="85366" y="30739"/>
                  <a:pt x="85366" y="31710"/>
                </a:cubicBezTo>
                <a:cubicBezTo>
                  <a:pt x="85366" y="32682"/>
                  <a:pt x="85751" y="33607"/>
                  <a:pt x="86437" y="34298"/>
                </a:cubicBezTo>
                <a:cubicBezTo>
                  <a:pt x="87123" y="34976"/>
                  <a:pt x="88054" y="35362"/>
                  <a:pt x="89024" y="35362"/>
                </a:cubicBezTo>
                <a:cubicBezTo>
                  <a:pt x="89994" y="35362"/>
                  <a:pt x="90925" y="34976"/>
                  <a:pt x="91611" y="34298"/>
                </a:cubicBezTo>
                <a:cubicBezTo>
                  <a:pt x="92297" y="33607"/>
                  <a:pt x="92683" y="32682"/>
                  <a:pt x="92683" y="31710"/>
                </a:cubicBezTo>
                <a:cubicBezTo>
                  <a:pt x="92683" y="30739"/>
                  <a:pt x="92297" y="29802"/>
                  <a:pt x="91611" y="29124"/>
                </a:cubicBezTo>
                <a:cubicBezTo>
                  <a:pt x="90925" y="28433"/>
                  <a:pt x="89994" y="28046"/>
                  <a:pt x="89024" y="28046"/>
                </a:cubicBezTo>
                <a:close/>
                <a:moveTo>
                  <a:pt x="89024" y="40244"/>
                </a:moveTo>
                <a:cubicBezTo>
                  <a:pt x="88054" y="40244"/>
                  <a:pt x="87123" y="40630"/>
                  <a:pt x="86437" y="41321"/>
                </a:cubicBezTo>
                <a:cubicBezTo>
                  <a:pt x="85751" y="42000"/>
                  <a:pt x="85366" y="42936"/>
                  <a:pt x="85366" y="43908"/>
                </a:cubicBezTo>
                <a:cubicBezTo>
                  <a:pt x="85366" y="44867"/>
                  <a:pt x="85751" y="45804"/>
                  <a:pt x="86437" y="46495"/>
                </a:cubicBezTo>
                <a:cubicBezTo>
                  <a:pt x="87123" y="47174"/>
                  <a:pt x="88054" y="47560"/>
                  <a:pt x="89024" y="47560"/>
                </a:cubicBezTo>
                <a:cubicBezTo>
                  <a:pt x="89994" y="47560"/>
                  <a:pt x="90925" y="47174"/>
                  <a:pt x="91611" y="46495"/>
                </a:cubicBezTo>
                <a:cubicBezTo>
                  <a:pt x="92297" y="45804"/>
                  <a:pt x="92683" y="44867"/>
                  <a:pt x="92683" y="43908"/>
                </a:cubicBezTo>
                <a:cubicBezTo>
                  <a:pt x="92683" y="42936"/>
                  <a:pt x="92297" y="42000"/>
                  <a:pt x="91611" y="41321"/>
                </a:cubicBezTo>
                <a:cubicBezTo>
                  <a:pt x="90925" y="40630"/>
                  <a:pt x="89994" y="40244"/>
                  <a:pt x="89024" y="40244"/>
                </a:cubicBezTo>
                <a:close/>
                <a:moveTo>
                  <a:pt x="88967" y="52383"/>
                </a:moveTo>
                <a:cubicBezTo>
                  <a:pt x="87998" y="52406"/>
                  <a:pt x="87074" y="52804"/>
                  <a:pt x="86399" y="53495"/>
                </a:cubicBezTo>
                <a:cubicBezTo>
                  <a:pt x="85724" y="54185"/>
                  <a:pt x="85352" y="55122"/>
                  <a:pt x="85366" y="56093"/>
                </a:cubicBezTo>
                <a:lnTo>
                  <a:pt x="85366" y="60975"/>
                </a:lnTo>
                <a:cubicBezTo>
                  <a:pt x="85366" y="61946"/>
                  <a:pt x="85751" y="62871"/>
                  <a:pt x="86437" y="63562"/>
                </a:cubicBezTo>
                <a:cubicBezTo>
                  <a:pt x="87123" y="64241"/>
                  <a:pt x="88054" y="64627"/>
                  <a:pt x="89024" y="64627"/>
                </a:cubicBezTo>
                <a:cubicBezTo>
                  <a:pt x="91089" y="64627"/>
                  <a:pt x="92683" y="66231"/>
                  <a:pt x="92683" y="68291"/>
                </a:cubicBezTo>
                <a:cubicBezTo>
                  <a:pt x="92683" y="70351"/>
                  <a:pt x="91089" y="71943"/>
                  <a:pt x="89024" y="71943"/>
                </a:cubicBezTo>
                <a:cubicBezTo>
                  <a:pt x="87782" y="71943"/>
                  <a:pt x="86727" y="71358"/>
                  <a:pt x="86061" y="70433"/>
                </a:cubicBezTo>
                <a:cubicBezTo>
                  <a:pt x="85785" y="70035"/>
                  <a:pt x="85430" y="69695"/>
                  <a:pt x="85018" y="69426"/>
                </a:cubicBezTo>
                <a:cubicBezTo>
                  <a:pt x="84607" y="69157"/>
                  <a:pt x="84146" y="68981"/>
                  <a:pt x="83665" y="68899"/>
                </a:cubicBezTo>
                <a:cubicBezTo>
                  <a:pt x="83183" y="68817"/>
                  <a:pt x="82689" y="68829"/>
                  <a:pt x="82213" y="68946"/>
                </a:cubicBezTo>
                <a:cubicBezTo>
                  <a:pt x="81737" y="69051"/>
                  <a:pt x="81287" y="69263"/>
                  <a:pt x="80892" y="69543"/>
                </a:cubicBezTo>
                <a:cubicBezTo>
                  <a:pt x="80497" y="69836"/>
                  <a:pt x="80162" y="70198"/>
                  <a:pt x="79910" y="70620"/>
                </a:cubicBezTo>
                <a:cubicBezTo>
                  <a:pt x="79658" y="71041"/>
                  <a:pt x="79491" y="71498"/>
                  <a:pt x="79422" y="71990"/>
                </a:cubicBezTo>
                <a:cubicBezTo>
                  <a:pt x="79352" y="72470"/>
                  <a:pt x="79380" y="72961"/>
                  <a:pt x="79504" y="73430"/>
                </a:cubicBezTo>
                <a:cubicBezTo>
                  <a:pt x="79628" y="73909"/>
                  <a:pt x="79846" y="74355"/>
                  <a:pt x="80145" y="74741"/>
                </a:cubicBezTo>
                <a:cubicBezTo>
                  <a:pt x="82137" y="77480"/>
                  <a:pt x="85398" y="79259"/>
                  <a:pt x="89024" y="79259"/>
                </a:cubicBezTo>
                <a:cubicBezTo>
                  <a:pt x="95042" y="79259"/>
                  <a:pt x="100000" y="74307"/>
                  <a:pt x="100000" y="68291"/>
                </a:cubicBezTo>
                <a:cubicBezTo>
                  <a:pt x="100000" y="63562"/>
                  <a:pt x="96908" y="59594"/>
                  <a:pt x="92683" y="58060"/>
                </a:cubicBezTo>
                <a:lnTo>
                  <a:pt x="92683" y="56093"/>
                </a:lnTo>
                <a:cubicBezTo>
                  <a:pt x="92690" y="55602"/>
                  <a:pt x="92599" y="55122"/>
                  <a:pt x="92414" y="54665"/>
                </a:cubicBezTo>
                <a:cubicBezTo>
                  <a:pt x="92230" y="54209"/>
                  <a:pt x="91957" y="53799"/>
                  <a:pt x="91610" y="53460"/>
                </a:cubicBezTo>
                <a:cubicBezTo>
                  <a:pt x="91263" y="53108"/>
                  <a:pt x="90851" y="52839"/>
                  <a:pt x="90397" y="52652"/>
                </a:cubicBezTo>
                <a:cubicBezTo>
                  <a:pt x="89942" y="52465"/>
                  <a:pt x="89457" y="52383"/>
                  <a:pt x="88967" y="52383"/>
                </a:cubicBezTo>
                <a:close/>
                <a:moveTo>
                  <a:pt x="15854" y="64627"/>
                </a:moveTo>
                <a:cubicBezTo>
                  <a:pt x="7112" y="64627"/>
                  <a:pt x="0" y="71744"/>
                  <a:pt x="0" y="80488"/>
                </a:cubicBezTo>
                <a:cubicBezTo>
                  <a:pt x="0" y="89221"/>
                  <a:pt x="7112" y="96337"/>
                  <a:pt x="15854" y="96337"/>
                </a:cubicBezTo>
                <a:lnTo>
                  <a:pt x="57316" y="96337"/>
                </a:lnTo>
                <a:cubicBezTo>
                  <a:pt x="66058" y="96337"/>
                  <a:pt x="73171" y="89221"/>
                  <a:pt x="73171" y="80488"/>
                </a:cubicBezTo>
                <a:cubicBezTo>
                  <a:pt x="73171" y="71744"/>
                  <a:pt x="66058" y="64627"/>
                  <a:pt x="57316" y="64627"/>
                </a:cubicBezTo>
                <a:lnTo>
                  <a:pt x="15854" y="64627"/>
                </a:lnTo>
                <a:close/>
                <a:moveTo>
                  <a:pt x="18292" y="76824"/>
                </a:moveTo>
                <a:cubicBezTo>
                  <a:pt x="20312" y="76824"/>
                  <a:pt x="21951" y="78463"/>
                  <a:pt x="21951" y="80488"/>
                </a:cubicBezTo>
                <a:cubicBezTo>
                  <a:pt x="21951" y="82501"/>
                  <a:pt x="20312" y="84141"/>
                  <a:pt x="18292" y="84141"/>
                </a:cubicBezTo>
                <a:cubicBezTo>
                  <a:pt x="16273" y="84141"/>
                  <a:pt x="14634" y="82501"/>
                  <a:pt x="14634" y="80488"/>
                </a:cubicBezTo>
                <a:cubicBezTo>
                  <a:pt x="14634" y="78463"/>
                  <a:pt x="16273" y="76824"/>
                  <a:pt x="18292" y="76824"/>
                </a:cubicBezTo>
                <a:close/>
                <a:moveTo>
                  <a:pt x="30488" y="76824"/>
                </a:moveTo>
                <a:cubicBezTo>
                  <a:pt x="32508" y="76824"/>
                  <a:pt x="34147" y="78463"/>
                  <a:pt x="34147" y="80488"/>
                </a:cubicBezTo>
                <a:cubicBezTo>
                  <a:pt x="34147" y="82501"/>
                  <a:pt x="32508" y="84141"/>
                  <a:pt x="30488" y="84141"/>
                </a:cubicBezTo>
                <a:cubicBezTo>
                  <a:pt x="28468" y="84141"/>
                  <a:pt x="26830" y="82501"/>
                  <a:pt x="26830" y="80488"/>
                </a:cubicBezTo>
                <a:cubicBezTo>
                  <a:pt x="26830" y="78463"/>
                  <a:pt x="28468" y="76824"/>
                  <a:pt x="30488" y="76824"/>
                </a:cubicBezTo>
                <a:close/>
                <a:moveTo>
                  <a:pt x="42683" y="76824"/>
                </a:moveTo>
                <a:cubicBezTo>
                  <a:pt x="44702" y="76824"/>
                  <a:pt x="46341" y="78463"/>
                  <a:pt x="46341" y="80488"/>
                </a:cubicBezTo>
                <a:cubicBezTo>
                  <a:pt x="46341" y="82501"/>
                  <a:pt x="44702" y="84141"/>
                  <a:pt x="42683" y="84141"/>
                </a:cubicBezTo>
                <a:cubicBezTo>
                  <a:pt x="40663" y="84141"/>
                  <a:pt x="39024" y="82501"/>
                  <a:pt x="39024" y="80488"/>
                </a:cubicBezTo>
                <a:cubicBezTo>
                  <a:pt x="39024" y="78463"/>
                  <a:pt x="40663" y="76824"/>
                  <a:pt x="42683" y="76824"/>
                </a:cubicBezTo>
                <a:close/>
                <a:moveTo>
                  <a:pt x="54878" y="76824"/>
                </a:moveTo>
                <a:cubicBezTo>
                  <a:pt x="56897" y="76824"/>
                  <a:pt x="58537" y="78463"/>
                  <a:pt x="58537" y="80488"/>
                </a:cubicBezTo>
                <a:cubicBezTo>
                  <a:pt x="58537" y="82501"/>
                  <a:pt x="56897" y="84141"/>
                  <a:pt x="54878" y="84141"/>
                </a:cubicBezTo>
                <a:cubicBezTo>
                  <a:pt x="52859" y="84141"/>
                  <a:pt x="51220" y="82501"/>
                  <a:pt x="51220" y="80488"/>
                </a:cubicBezTo>
                <a:cubicBezTo>
                  <a:pt x="51220" y="78463"/>
                  <a:pt x="52859" y="76824"/>
                  <a:pt x="54878" y="7682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6" name="Чёрный — SVG 1">
            <a:extLst>
              <a:ext uri="{FF2B5EF4-FFF2-40B4-BE49-F238E27FC236}">
                <a16:creationId xmlns:a16="http://schemas.microsoft.com/office/drawing/2014/main" id="{4782AE15-70DB-8C44-B1D9-CE5ADC0667CE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84984 w 170134"/>
              <a:gd name="csY0" fmla="*/ 1 h 92218"/>
              <a:gd name="csX1" fmla="*/ 81251 w 170134"/>
              <a:gd name="csY1" fmla="*/ 1617 h 92218"/>
              <a:gd name="csX2" fmla="*/ 79750 w 170134"/>
              <a:gd name="csY2" fmla="*/ 5394 h 92218"/>
              <a:gd name="csX3" fmla="*/ 79750 w 170134"/>
              <a:gd name="csY3" fmla="*/ 28920 h 92218"/>
              <a:gd name="csX4" fmla="*/ 54940 w 170134"/>
              <a:gd name="csY4" fmla="*/ 58554 h 92218"/>
              <a:gd name="csX5" fmla="*/ 85067 w 170134"/>
              <a:gd name="csY5" fmla="*/ 88680 h 92218"/>
              <a:gd name="csX6" fmla="*/ 115194 w 170134"/>
              <a:gd name="csY6" fmla="*/ 58554 h 92218"/>
              <a:gd name="csX7" fmla="*/ 90384 w 170134"/>
              <a:gd name="csY7" fmla="*/ 28920 h 92218"/>
              <a:gd name="csX8" fmla="*/ 90384 w 170134"/>
              <a:gd name="csY8" fmla="*/ 5394 h 92218"/>
              <a:gd name="csX9" fmla="*/ 89994 w 170134"/>
              <a:gd name="csY9" fmla="*/ 3319 h 92218"/>
              <a:gd name="csX10" fmla="*/ 88825 w 170134"/>
              <a:gd name="csY10" fmla="*/ 1549 h 92218"/>
              <a:gd name="csX11" fmla="*/ 87061 w 170134"/>
              <a:gd name="csY11" fmla="*/ 393 h 92218"/>
              <a:gd name="csX12" fmla="*/ 84984 w 170134"/>
              <a:gd name="csY12" fmla="*/ 1 h 92218"/>
              <a:gd name="csX13" fmla="*/ 10633 w 170134"/>
              <a:gd name="csY13" fmla="*/ 42614 h 92218"/>
              <a:gd name="csX14" fmla="*/ 0 w 170134"/>
              <a:gd name="csY14" fmla="*/ 53246 h 92218"/>
              <a:gd name="csX15" fmla="*/ 9284 w 170134"/>
              <a:gd name="csY15" fmla="*/ 64627 h 92218"/>
              <a:gd name="csX16" fmla="*/ 21018 w 170134"/>
              <a:gd name="csY16" fmla="*/ 66719 h 92218"/>
              <a:gd name="csX17" fmla="*/ 17723 w 170134"/>
              <a:gd name="csY17" fmla="*/ 76279 h 92218"/>
              <a:gd name="csX18" fmla="*/ 33673 w 170134"/>
              <a:gd name="csY18" fmla="*/ 92219 h 92218"/>
              <a:gd name="csX19" fmla="*/ 49623 w 170134"/>
              <a:gd name="csY19" fmla="*/ 76279 h 92218"/>
              <a:gd name="csX20" fmla="*/ 49623 w 170134"/>
              <a:gd name="csY20" fmla="*/ 58554 h 92218"/>
              <a:gd name="csX21" fmla="*/ 53458 w 170134"/>
              <a:gd name="csY21" fmla="*/ 42614 h 92218"/>
              <a:gd name="csX22" fmla="*/ 10633 w 170134"/>
              <a:gd name="csY22" fmla="*/ 42614 h 92218"/>
              <a:gd name="csX23" fmla="*/ 116676 w 170134"/>
              <a:gd name="csY23" fmla="*/ 42614 h 92218"/>
              <a:gd name="csX24" fmla="*/ 120511 w 170134"/>
              <a:gd name="csY24" fmla="*/ 58554 h 92218"/>
              <a:gd name="csX25" fmla="*/ 120511 w 170134"/>
              <a:gd name="csY25" fmla="*/ 76279 h 92218"/>
              <a:gd name="csX26" fmla="*/ 136461 w 170134"/>
              <a:gd name="csY26" fmla="*/ 92219 h 92218"/>
              <a:gd name="csX27" fmla="*/ 152411 w 170134"/>
              <a:gd name="csY27" fmla="*/ 76279 h 92218"/>
              <a:gd name="csX28" fmla="*/ 149116 w 170134"/>
              <a:gd name="csY28" fmla="*/ 66719 h 92218"/>
              <a:gd name="csX29" fmla="*/ 160850 w 170134"/>
              <a:gd name="csY29" fmla="*/ 64627 h 92218"/>
              <a:gd name="csX30" fmla="*/ 170134 w 170134"/>
              <a:gd name="csY30" fmla="*/ 53246 h 92218"/>
              <a:gd name="csX31" fmla="*/ 159501 w 170134"/>
              <a:gd name="csY31" fmla="*/ 42614 h 92218"/>
              <a:gd name="csX32" fmla="*/ 116676 w 170134"/>
              <a:gd name="csY32" fmla="*/ 42614 h 92218"/>
              <a:gd name="csX33" fmla="*/ 79750 w 170134"/>
              <a:gd name="csY33" fmla="*/ 46153 h 92218"/>
              <a:gd name="csX34" fmla="*/ 90384 w 170134"/>
              <a:gd name="csY34" fmla="*/ 46153 h 92218"/>
              <a:gd name="csX35" fmla="*/ 95700 w 170134"/>
              <a:gd name="csY35" fmla="*/ 51460 h 92218"/>
              <a:gd name="csX36" fmla="*/ 90384 w 170134"/>
              <a:gd name="csY36" fmla="*/ 56785 h 92218"/>
              <a:gd name="csX37" fmla="*/ 79750 w 170134"/>
              <a:gd name="csY37" fmla="*/ 56785 h 92218"/>
              <a:gd name="csX38" fmla="*/ 74434 w 170134"/>
              <a:gd name="csY38" fmla="*/ 51460 h 92218"/>
              <a:gd name="csX39" fmla="*/ 79750 w 170134"/>
              <a:gd name="csY39" fmla="*/ 46153 h 92218"/>
              <a:gd name="csX40" fmla="*/ 33673 w 170134"/>
              <a:gd name="csY40" fmla="*/ 70955 h 92218"/>
              <a:gd name="csX41" fmla="*/ 38990 w 170134"/>
              <a:gd name="csY41" fmla="*/ 76279 h 92218"/>
              <a:gd name="csX42" fmla="*/ 33673 w 170134"/>
              <a:gd name="csY42" fmla="*/ 81587 h 92218"/>
              <a:gd name="csX43" fmla="*/ 28356 w 170134"/>
              <a:gd name="csY43" fmla="*/ 76279 h 92218"/>
              <a:gd name="csX44" fmla="*/ 33673 w 170134"/>
              <a:gd name="csY44" fmla="*/ 70955 h 92218"/>
              <a:gd name="csX45" fmla="*/ 136461 w 170134"/>
              <a:gd name="csY45" fmla="*/ 70955 h 92218"/>
              <a:gd name="csX46" fmla="*/ 141778 w 170134"/>
              <a:gd name="csY46" fmla="*/ 76279 h 92218"/>
              <a:gd name="csX47" fmla="*/ 136461 w 170134"/>
              <a:gd name="csY47" fmla="*/ 81587 h 92218"/>
              <a:gd name="csX48" fmla="*/ 131144 w 170134"/>
              <a:gd name="csY48" fmla="*/ 76279 h 92218"/>
              <a:gd name="csX49" fmla="*/ 136461 w 170134"/>
              <a:gd name="csY49" fmla="*/ 70955 h 92218"/>
            </a:gdLst>
            <a:ahLst/>
            <a:cxnLst/>
            <a:rect l="l" t="t" r="r" b="b"/>
            <a:pathLst>
              <a:path w="100000" h="100000">
                <a:moveTo>
                  <a:pt x="49951" y="22899"/>
                </a:moveTo>
                <a:cubicBezTo>
                  <a:pt x="49123" y="22909"/>
                  <a:pt x="48334" y="23249"/>
                  <a:pt x="47757" y="23849"/>
                </a:cubicBezTo>
                <a:cubicBezTo>
                  <a:pt x="47180" y="24439"/>
                  <a:pt x="46863" y="25239"/>
                  <a:pt x="46875" y="26069"/>
                </a:cubicBezTo>
                <a:lnTo>
                  <a:pt x="46875" y="39897"/>
                </a:lnTo>
                <a:cubicBezTo>
                  <a:pt x="38598" y="41387"/>
                  <a:pt x="32292" y="48616"/>
                  <a:pt x="32292" y="57315"/>
                </a:cubicBezTo>
                <a:cubicBezTo>
                  <a:pt x="32292" y="67074"/>
                  <a:pt x="40235" y="75022"/>
                  <a:pt x="50000" y="75022"/>
                </a:cubicBezTo>
                <a:cubicBezTo>
                  <a:pt x="59765" y="75022"/>
                  <a:pt x="67708" y="67074"/>
                  <a:pt x="67708" y="57315"/>
                </a:cubicBezTo>
                <a:cubicBezTo>
                  <a:pt x="67708" y="48616"/>
                  <a:pt x="61402" y="41387"/>
                  <a:pt x="53125" y="39897"/>
                </a:cubicBezTo>
                <a:lnTo>
                  <a:pt x="53125" y="26069"/>
                </a:lnTo>
                <a:cubicBezTo>
                  <a:pt x="53131" y="25649"/>
                  <a:pt x="53053" y="25239"/>
                  <a:pt x="52896" y="24849"/>
                </a:cubicBezTo>
                <a:cubicBezTo>
                  <a:pt x="52738" y="24459"/>
                  <a:pt x="52504" y="24109"/>
                  <a:pt x="52209" y="23809"/>
                </a:cubicBezTo>
                <a:cubicBezTo>
                  <a:pt x="51913" y="23519"/>
                  <a:pt x="51560" y="23289"/>
                  <a:pt x="51172" y="23129"/>
                </a:cubicBezTo>
                <a:cubicBezTo>
                  <a:pt x="50785" y="22969"/>
                  <a:pt x="50369" y="22889"/>
                  <a:pt x="49951" y="22899"/>
                </a:cubicBezTo>
                <a:close/>
                <a:moveTo>
                  <a:pt x="6250" y="47946"/>
                </a:moveTo>
                <a:cubicBezTo>
                  <a:pt x="2804" y="47946"/>
                  <a:pt x="0" y="50745"/>
                  <a:pt x="0" y="54195"/>
                </a:cubicBezTo>
                <a:cubicBezTo>
                  <a:pt x="0" y="57245"/>
                  <a:pt x="2294" y="60054"/>
                  <a:pt x="5457" y="60884"/>
                </a:cubicBezTo>
                <a:cubicBezTo>
                  <a:pt x="5908" y="61004"/>
                  <a:pt x="8810" y="61504"/>
                  <a:pt x="12354" y="62114"/>
                </a:cubicBezTo>
                <a:cubicBezTo>
                  <a:pt x="11157" y="63684"/>
                  <a:pt x="10417" y="65624"/>
                  <a:pt x="10417" y="67733"/>
                </a:cubicBezTo>
                <a:cubicBezTo>
                  <a:pt x="10417" y="72873"/>
                  <a:pt x="14651" y="77102"/>
                  <a:pt x="19792" y="77102"/>
                </a:cubicBezTo>
                <a:cubicBezTo>
                  <a:pt x="24932" y="77102"/>
                  <a:pt x="29167" y="72873"/>
                  <a:pt x="29167" y="67733"/>
                </a:cubicBezTo>
                <a:lnTo>
                  <a:pt x="29167" y="57315"/>
                </a:lnTo>
                <a:cubicBezTo>
                  <a:pt x="29167" y="53945"/>
                  <a:pt x="29992" y="50765"/>
                  <a:pt x="31421" y="47946"/>
                </a:cubicBezTo>
                <a:lnTo>
                  <a:pt x="6250" y="47946"/>
                </a:lnTo>
                <a:close/>
                <a:moveTo>
                  <a:pt x="68579" y="47946"/>
                </a:moveTo>
                <a:cubicBezTo>
                  <a:pt x="70008" y="50765"/>
                  <a:pt x="70833" y="53945"/>
                  <a:pt x="70833" y="57315"/>
                </a:cubicBezTo>
                <a:lnTo>
                  <a:pt x="70833" y="67733"/>
                </a:lnTo>
                <a:cubicBezTo>
                  <a:pt x="70833" y="72873"/>
                  <a:pt x="75068" y="77102"/>
                  <a:pt x="80208" y="77102"/>
                </a:cubicBezTo>
                <a:cubicBezTo>
                  <a:pt x="85349" y="77102"/>
                  <a:pt x="89583" y="72873"/>
                  <a:pt x="89583" y="67733"/>
                </a:cubicBezTo>
                <a:cubicBezTo>
                  <a:pt x="89583" y="65624"/>
                  <a:pt x="88843" y="63684"/>
                  <a:pt x="87646" y="62114"/>
                </a:cubicBezTo>
                <a:cubicBezTo>
                  <a:pt x="91190" y="61504"/>
                  <a:pt x="94092" y="61004"/>
                  <a:pt x="94543" y="60884"/>
                </a:cubicBezTo>
                <a:cubicBezTo>
                  <a:pt x="97706" y="60054"/>
                  <a:pt x="100000" y="57245"/>
                  <a:pt x="100000" y="54195"/>
                </a:cubicBezTo>
                <a:cubicBezTo>
                  <a:pt x="100000" y="50745"/>
                  <a:pt x="97196" y="47946"/>
                  <a:pt x="93750" y="47946"/>
                </a:cubicBezTo>
                <a:lnTo>
                  <a:pt x="68579" y="47946"/>
                </a:lnTo>
                <a:close/>
                <a:moveTo>
                  <a:pt x="46875" y="50026"/>
                </a:moveTo>
                <a:lnTo>
                  <a:pt x="53125" y="50026"/>
                </a:lnTo>
                <a:cubicBezTo>
                  <a:pt x="54852" y="50026"/>
                  <a:pt x="56250" y="51425"/>
                  <a:pt x="56250" y="53145"/>
                </a:cubicBezTo>
                <a:cubicBezTo>
                  <a:pt x="56250" y="54875"/>
                  <a:pt x="54852" y="56275"/>
                  <a:pt x="53125" y="56275"/>
                </a:cubicBezTo>
                <a:lnTo>
                  <a:pt x="46875" y="56275"/>
                </a:lnTo>
                <a:cubicBezTo>
                  <a:pt x="45148" y="56275"/>
                  <a:pt x="43750" y="54875"/>
                  <a:pt x="43750" y="53145"/>
                </a:cubicBezTo>
                <a:cubicBezTo>
                  <a:pt x="43750" y="51425"/>
                  <a:pt x="45148" y="50026"/>
                  <a:pt x="46875" y="50026"/>
                </a:cubicBezTo>
                <a:close/>
                <a:moveTo>
                  <a:pt x="19792" y="64604"/>
                </a:moveTo>
                <a:cubicBezTo>
                  <a:pt x="21555" y="64604"/>
                  <a:pt x="22917" y="65963"/>
                  <a:pt x="22917" y="67733"/>
                </a:cubicBezTo>
                <a:cubicBezTo>
                  <a:pt x="22917" y="69493"/>
                  <a:pt x="21555" y="70853"/>
                  <a:pt x="19792" y="70853"/>
                </a:cubicBezTo>
                <a:cubicBezTo>
                  <a:pt x="18028" y="70853"/>
                  <a:pt x="16667" y="69493"/>
                  <a:pt x="16667" y="67733"/>
                </a:cubicBezTo>
                <a:cubicBezTo>
                  <a:pt x="16667" y="65963"/>
                  <a:pt x="18028" y="64604"/>
                  <a:pt x="19792" y="64604"/>
                </a:cubicBezTo>
                <a:close/>
                <a:moveTo>
                  <a:pt x="80208" y="64604"/>
                </a:moveTo>
                <a:cubicBezTo>
                  <a:pt x="81972" y="64604"/>
                  <a:pt x="83333" y="65963"/>
                  <a:pt x="83333" y="67733"/>
                </a:cubicBezTo>
                <a:cubicBezTo>
                  <a:pt x="83333" y="69493"/>
                  <a:pt x="81972" y="70853"/>
                  <a:pt x="80208" y="70853"/>
                </a:cubicBezTo>
                <a:cubicBezTo>
                  <a:pt x="78445" y="70853"/>
                  <a:pt x="77083" y="69493"/>
                  <a:pt x="77083" y="67733"/>
                </a:cubicBezTo>
                <a:cubicBezTo>
                  <a:pt x="77083" y="65963"/>
                  <a:pt x="78445" y="64604"/>
                  <a:pt x="80208" y="646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7" name="Чёрный — SVG 2">
            <a:extLst>
              <a:ext uri="{FF2B5EF4-FFF2-40B4-BE49-F238E27FC236}">
                <a16:creationId xmlns:a16="http://schemas.microsoft.com/office/drawing/2014/main" id="{788C2AB7-5D3E-DE41-9C91-7CE6548EA93D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65570 w 141772"/>
              <a:gd name="csY0" fmla="*/ 17726 h 163017"/>
              <a:gd name="csX1" fmla="*/ 60261 w 141772"/>
              <a:gd name="csY1" fmla="*/ 12401 h 163017"/>
              <a:gd name="csX2" fmla="*/ 60261 w 141772"/>
              <a:gd name="csY2" fmla="*/ 5307 h 163017"/>
              <a:gd name="csX3" fmla="*/ 65570 w 141772"/>
              <a:gd name="csY3" fmla="*/ 0 h 163017"/>
              <a:gd name="csX4" fmla="*/ 70895 w 141772"/>
              <a:gd name="csY4" fmla="*/ 5307 h 163017"/>
              <a:gd name="csX5" fmla="*/ 70895 w 141772"/>
              <a:gd name="csY5" fmla="*/ 12401 h 163017"/>
              <a:gd name="csX6" fmla="*/ 65570 w 141772"/>
              <a:gd name="csY6" fmla="*/ 17726 h 163017"/>
              <a:gd name="csX7" fmla="*/ 97470 w 141772"/>
              <a:gd name="csY7" fmla="*/ 35434 h 163017"/>
              <a:gd name="csX8" fmla="*/ 90375 w 141772"/>
              <a:gd name="csY8" fmla="*/ 35434 h 163017"/>
              <a:gd name="csX9" fmla="*/ 85067 w 141772"/>
              <a:gd name="csY9" fmla="*/ 30127 h 163017"/>
              <a:gd name="csX10" fmla="*/ 90375 w 141772"/>
              <a:gd name="csY10" fmla="*/ 24802 h 163017"/>
              <a:gd name="csX11" fmla="*/ 97470 w 141772"/>
              <a:gd name="csY11" fmla="*/ 24802 h 163017"/>
              <a:gd name="csX12" fmla="*/ 102795 w 141772"/>
              <a:gd name="csY12" fmla="*/ 30127 h 163017"/>
              <a:gd name="csX13" fmla="*/ 97470 w 141772"/>
              <a:gd name="csY13" fmla="*/ 35434 h 163017"/>
              <a:gd name="csX14" fmla="*/ 83298 w 141772"/>
              <a:gd name="csY14" fmla="*/ 21264 h 163017"/>
              <a:gd name="csX15" fmla="*/ 79538 w 141772"/>
              <a:gd name="csY15" fmla="*/ 19716 h 163017"/>
              <a:gd name="csX16" fmla="*/ 79538 w 141772"/>
              <a:gd name="csY16" fmla="*/ 12197 h 163017"/>
              <a:gd name="csX17" fmla="*/ 83077 w 141772"/>
              <a:gd name="csY17" fmla="*/ 8642 h 163017"/>
              <a:gd name="csX18" fmla="*/ 90596 w 141772"/>
              <a:gd name="csY18" fmla="*/ 8642 h 163017"/>
              <a:gd name="csX19" fmla="*/ 90596 w 141772"/>
              <a:gd name="csY19" fmla="*/ 16161 h 163017"/>
              <a:gd name="csX20" fmla="*/ 87057 w 141772"/>
              <a:gd name="csY20" fmla="*/ 19716 h 163017"/>
              <a:gd name="csX21" fmla="*/ 83298 w 141772"/>
              <a:gd name="csY21" fmla="*/ 21264 h 163017"/>
              <a:gd name="csX22" fmla="*/ 47842 w 141772"/>
              <a:gd name="csY22" fmla="*/ 21264 h 163017"/>
              <a:gd name="csX23" fmla="*/ 44082 w 141772"/>
              <a:gd name="csY23" fmla="*/ 19716 h 163017"/>
              <a:gd name="csX24" fmla="*/ 40543 w 141772"/>
              <a:gd name="csY24" fmla="*/ 16161 h 163017"/>
              <a:gd name="csX25" fmla="*/ 40543 w 141772"/>
              <a:gd name="csY25" fmla="*/ 8642 h 163017"/>
              <a:gd name="csX26" fmla="*/ 48063 w 141772"/>
              <a:gd name="csY26" fmla="*/ 8642 h 163017"/>
              <a:gd name="csX27" fmla="*/ 51602 w 141772"/>
              <a:gd name="csY27" fmla="*/ 12197 h 163017"/>
              <a:gd name="csX28" fmla="*/ 51602 w 141772"/>
              <a:gd name="csY28" fmla="*/ 19716 h 163017"/>
              <a:gd name="csX29" fmla="*/ 47842 w 141772"/>
              <a:gd name="csY29" fmla="*/ 21264 h 163017"/>
              <a:gd name="csX30" fmla="*/ 40764 w 141772"/>
              <a:gd name="csY30" fmla="*/ 35434 h 163017"/>
              <a:gd name="csX31" fmla="*/ 33670 w 141772"/>
              <a:gd name="csY31" fmla="*/ 35434 h 163017"/>
              <a:gd name="csX32" fmla="*/ 28361 w 141772"/>
              <a:gd name="csY32" fmla="*/ 30127 h 163017"/>
              <a:gd name="csX33" fmla="*/ 33670 w 141772"/>
              <a:gd name="csY33" fmla="*/ 24802 h 163017"/>
              <a:gd name="csX34" fmla="*/ 40764 w 141772"/>
              <a:gd name="csY34" fmla="*/ 24802 h 163017"/>
              <a:gd name="csX35" fmla="*/ 46072 w 141772"/>
              <a:gd name="csY35" fmla="*/ 30127 h 163017"/>
              <a:gd name="csX36" fmla="*/ 40764 w 141772"/>
              <a:gd name="csY36" fmla="*/ 35434 h 163017"/>
              <a:gd name="csX37" fmla="*/ 81528 w 141772"/>
              <a:gd name="csY37" fmla="*/ 40759 h 163017"/>
              <a:gd name="csX38" fmla="*/ 65570 w 141772"/>
              <a:gd name="csY38" fmla="*/ 24802 h 163017"/>
              <a:gd name="csX39" fmla="*/ 49628 w 141772"/>
              <a:gd name="csY39" fmla="*/ 40759 h 163017"/>
              <a:gd name="csX40" fmla="*/ 49628 w 141772"/>
              <a:gd name="csY40" fmla="*/ 46066 h 163017"/>
              <a:gd name="csX41" fmla="*/ 81528 w 141772"/>
              <a:gd name="csY41" fmla="*/ 46066 h 163017"/>
              <a:gd name="csX42" fmla="*/ 81528 w 141772"/>
              <a:gd name="csY42" fmla="*/ 40759 h 163017"/>
              <a:gd name="csX43" fmla="*/ 137264 w 141772"/>
              <a:gd name="csY43" fmla="*/ 90499 h 163017"/>
              <a:gd name="csX44" fmla="*/ 136924 w 141772"/>
              <a:gd name="csY44" fmla="*/ 90040 h 163017"/>
              <a:gd name="csX45" fmla="*/ 113020 w 141772"/>
              <a:gd name="csY45" fmla="*/ 61529 h 163017"/>
              <a:gd name="csX46" fmla="*/ 97010 w 141772"/>
              <a:gd name="csY46" fmla="*/ 53160 h 163017"/>
              <a:gd name="csX47" fmla="*/ 19497 w 141772"/>
              <a:gd name="csY47" fmla="*/ 53160 h 163017"/>
              <a:gd name="csX48" fmla="*/ 0 w 141772"/>
              <a:gd name="csY48" fmla="*/ 72654 h 163017"/>
              <a:gd name="csX49" fmla="*/ 0 w 141772"/>
              <a:gd name="csY49" fmla="*/ 125814 h 163017"/>
              <a:gd name="csX50" fmla="*/ 18034 w 141772"/>
              <a:gd name="csY50" fmla="*/ 145224 h 163017"/>
              <a:gd name="csX51" fmla="*/ 38995 w 141772"/>
              <a:gd name="csY51" fmla="*/ 163017 h 163017"/>
              <a:gd name="csX52" fmla="*/ 59938 w 141772"/>
              <a:gd name="csY52" fmla="*/ 145309 h 163017"/>
              <a:gd name="csX53" fmla="*/ 81852 w 141772"/>
              <a:gd name="csY53" fmla="*/ 145309 h 163017"/>
              <a:gd name="csX54" fmla="*/ 102795 w 141772"/>
              <a:gd name="csY54" fmla="*/ 163017 h 163017"/>
              <a:gd name="csX55" fmla="*/ 123756 w 141772"/>
              <a:gd name="csY55" fmla="*/ 145224 h 163017"/>
              <a:gd name="csX56" fmla="*/ 141773 w 141772"/>
              <a:gd name="csY56" fmla="*/ 125814 h 163017"/>
              <a:gd name="csX57" fmla="*/ 141773 w 141772"/>
              <a:gd name="csY57" fmla="*/ 105316 h 163017"/>
              <a:gd name="csX58" fmla="*/ 137264 w 141772"/>
              <a:gd name="csY58" fmla="*/ 90499 h 163017"/>
              <a:gd name="csX59" fmla="*/ 38995 w 141772"/>
              <a:gd name="csY59" fmla="*/ 152385 h 163017"/>
              <a:gd name="csX60" fmla="*/ 28361 w 141772"/>
              <a:gd name="csY60" fmla="*/ 141753 h 163017"/>
              <a:gd name="csX61" fmla="*/ 38995 w 141772"/>
              <a:gd name="csY61" fmla="*/ 131122 h 163017"/>
              <a:gd name="csX62" fmla="*/ 49628 w 141772"/>
              <a:gd name="csY62" fmla="*/ 141753 h 163017"/>
              <a:gd name="csX63" fmla="*/ 38995 w 141772"/>
              <a:gd name="csY63" fmla="*/ 152385 h 163017"/>
              <a:gd name="csX64" fmla="*/ 54936 w 141772"/>
              <a:gd name="csY64" fmla="*/ 92149 h 163017"/>
              <a:gd name="csX65" fmla="*/ 46072 w 141772"/>
              <a:gd name="csY65" fmla="*/ 92149 h 163017"/>
              <a:gd name="csX66" fmla="*/ 46072 w 141772"/>
              <a:gd name="csY66" fmla="*/ 100995 h 163017"/>
              <a:gd name="csX67" fmla="*/ 40764 w 141772"/>
              <a:gd name="csY67" fmla="*/ 106319 h 163017"/>
              <a:gd name="csX68" fmla="*/ 35439 w 141772"/>
              <a:gd name="csY68" fmla="*/ 100995 h 163017"/>
              <a:gd name="csX69" fmla="*/ 35439 w 141772"/>
              <a:gd name="csY69" fmla="*/ 92149 h 163017"/>
              <a:gd name="csX70" fmla="*/ 26575 w 141772"/>
              <a:gd name="csY70" fmla="*/ 92149 h 163017"/>
              <a:gd name="csX71" fmla="*/ 21267 w 141772"/>
              <a:gd name="csY71" fmla="*/ 86825 h 163017"/>
              <a:gd name="csX72" fmla="*/ 26575 w 141772"/>
              <a:gd name="csY72" fmla="*/ 81517 h 163017"/>
              <a:gd name="csX73" fmla="*/ 35439 w 141772"/>
              <a:gd name="csY73" fmla="*/ 81517 h 163017"/>
              <a:gd name="csX74" fmla="*/ 35439 w 141772"/>
              <a:gd name="csY74" fmla="*/ 72654 h 163017"/>
              <a:gd name="csX75" fmla="*/ 40764 w 141772"/>
              <a:gd name="csY75" fmla="*/ 67330 h 163017"/>
              <a:gd name="csX76" fmla="*/ 46072 w 141772"/>
              <a:gd name="csY76" fmla="*/ 72654 h 163017"/>
              <a:gd name="csX77" fmla="*/ 46072 w 141772"/>
              <a:gd name="csY77" fmla="*/ 81517 h 163017"/>
              <a:gd name="csX78" fmla="*/ 54936 w 141772"/>
              <a:gd name="csY78" fmla="*/ 81517 h 163017"/>
              <a:gd name="csX79" fmla="*/ 60261 w 141772"/>
              <a:gd name="csY79" fmla="*/ 86825 h 163017"/>
              <a:gd name="csX80" fmla="*/ 54936 w 141772"/>
              <a:gd name="csY80" fmla="*/ 92149 h 163017"/>
              <a:gd name="csX81" fmla="*/ 102795 w 141772"/>
              <a:gd name="csY81" fmla="*/ 152385 h 163017"/>
              <a:gd name="csX82" fmla="*/ 92162 w 141772"/>
              <a:gd name="csY82" fmla="*/ 141753 h 163017"/>
              <a:gd name="csX83" fmla="*/ 102795 w 141772"/>
              <a:gd name="csY83" fmla="*/ 131122 h 163017"/>
              <a:gd name="csX84" fmla="*/ 113428 w 141772"/>
              <a:gd name="csY84" fmla="*/ 141753 h 163017"/>
              <a:gd name="csX85" fmla="*/ 102795 w 141772"/>
              <a:gd name="csY85" fmla="*/ 152385 h 163017"/>
              <a:gd name="csX86" fmla="*/ 90375 w 141772"/>
              <a:gd name="csY86" fmla="*/ 99226 h 163017"/>
              <a:gd name="csX87" fmla="*/ 81528 w 141772"/>
              <a:gd name="csY87" fmla="*/ 90363 h 163017"/>
              <a:gd name="csX88" fmla="*/ 81528 w 141772"/>
              <a:gd name="csY88" fmla="*/ 63792 h 163017"/>
              <a:gd name="csX89" fmla="*/ 97010 w 141772"/>
              <a:gd name="csY89" fmla="*/ 63792 h 163017"/>
              <a:gd name="csX90" fmla="*/ 104360 w 141772"/>
              <a:gd name="csY90" fmla="*/ 67704 h 163017"/>
              <a:gd name="csX91" fmla="*/ 104701 w 141772"/>
              <a:gd name="csY91" fmla="*/ 68163 h 163017"/>
              <a:gd name="csX92" fmla="*/ 128570 w 141772"/>
              <a:gd name="csY92" fmla="*/ 96640 h 163017"/>
              <a:gd name="csX93" fmla="*/ 129898 w 141772"/>
              <a:gd name="csY93" fmla="*/ 99226 h 163017"/>
              <a:gd name="csX94" fmla="*/ 90375 w 141772"/>
              <a:gd name="csY94" fmla="*/ 99226 h 163017"/>
            </a:gdLst>
            <a:ahLst/>
            <a:cxnLst/>
            <a:rect l="l" t="t" r="r" b="b"/>
            <a:pathLst>
              <a:path w="100000" h="100000">
                <a:moveTo>
                  <a:pt x="46739" y="10874"/>
                </a:moveTo>
                <a:cubicBezTo>
                  <a:pt x="44943" y="10874"/>
                  <a:pt x="43482" y="9413"/>
                  <a:pt x="43482" y="7607"/>
                </a:cubicBezTo>
                <a:lnTo>
                  <a:pt x="43482" y="3255"/>
                </a:lnTo>
                <a:cubicBezTo>
                  <a:pt x="43482" y="1461"/>
                  <a:pt x="44943" y="0"/>
                  <a:pt x="46739" y="0"/>
                </a:cubicBezTo>
                <a:cubicBezTo>
                  <a:pt x="48544" y="0"/>
                  <a:pt x="50006" y="1461"/>
                  <a:pt x="50006" y="3255"/>
                </a:cubicBezTo>
                <a:lnTo>
                  <a:pt x="50006" y="7607"/>
                </a:lnTo>
                <a:cubicBezTo>
                  <a:pt x="50006" y="9413"/>
                  <a:pt x="48544" y="10874"/>
                  <a:pt x="46739" y="10874"/>
                </a:cubicBezTo>
                <a:close/>
                <a:moveTo>
                  <a:pt x="66308" y="21736"/>
                </a:moveTo>
                <a:lnTo>
                  <a:pt x="61955" y="21736"/>
                </a:lnTo>
                <a:cubicBezTo>
                  <a:pt x="60160" y="21736"/>
                  <a:pt x="58699" y="20276"/>
                  <a:pt x="58699" y="18481"/>
                </a:cubicBezTo>
                <a:cubicBezTo>
                  <a:pt x="58699" y="16676"/>
                  <a:pt x="60160" y="15214"/>
                  <a:pt x="61955" y="15214"/>
                </a:cubicBezTo>
                <a:lnTo>
                  <a:pt x="66308" y="15214"/>
                </a:lnTo>
                <a:cubicBezTo>
                  <a:pt x="68113" y="15214"/>
                  <a:pt x="69574" y="16676"/>
                  <a:pt x="69574" y="18481"/>
                </a:cubicBezTo>
                <a:cubicBezTo>
                  <a:pt x="69574" y="20276"/>
                  <a:pt x="68113" y="21736"/>
                  <a:pt x="66308" y="21736"/>
                </a:cubicBezTo>
                <a:close/>
                <a:moveTo>
                  <a:pt x="57614" y="13044"/>
                </a:moveTo>
                <a:cubicBezTo>
                  <a:pt x="56778" y="13044"/>
                  <a:pt x="55944" y="12731"/>
                  <a:pt x="55307" y="12094"/>
                </a:cubicBezTo>
                <a:cubicBezTo>
                  <a:pt x="54034" y="10811"/>
                  <a:pt x="54034" y="8755"/>
                  <a:pt x="55307" y="7482"/>
                </a:cubicBezTo>
                <a:lnTo>
                  <a:pt x="57478" y="5301"/>
                </a:lnTo>
                <a:cubicBezTo>
                  <a:pt x="58751" y="4028"/>
                  <a:pt x="60818" y="4028"/>
                  <a:pt x="62091" y="5301"/>
                </a:cubicBezTo>
                <a:cubicBezTo>
                  <a:pt x="63364" y="6574"/>
                  <a:pt x="63364" y="8640"/>
                  <a:pt x="62091" y="9914"/>
                </a:cubicBezTo>
                <a:lnTo>
                  <a:pt x="59920" y="12094"/>
                </a:lnTo>
                <a:cubicBezTo>
                  <a:pt x="59284" y="12731"/>
                  <a:pt x="58449" y="13044"/>
                  <a:pt x="57614" y="13044"/>
                </a:cubicBezTo>
                <a:close/>
                <a:moveTo>
                  <a:pt x="35864" y="13044"/>
                </a:moveTo>
                <a:cubicBezTo>
                  <a:pt x="35029" y="13044"/>
                  <a:pt x="34194" y="12731"/>
                  <a:pt x="33558" y="12094"/>
                </a:cubicBezTo>
                <a:lnTo>
                  <a:pt x="31387" y="9914"/>
                </a:lnTo>
                <a:cubicBezTo>
                  <a:pt x="30114" y="8640"/>
                  <a:pt x="30114" y="6574"/>
                  <a:pt x="31387" y="5301"/>
                </a:cubicBezTo>
                <a:cubicBezTo>
                  <a:pt x="32660" y="4028"/>
                  <a:pt x="34726" y="4028"/>
                  <a:pt x="36000" y="5301"/>
                </a:cubicBezTo>
                <a:lnTo>
                  <a:pt x="38171" y="7482"/>
                </a:lnTo>
                <a:cubicBezTo>
                  <a:pt x="39443" y="8755"/>
                  <a:pt x="39443" y="10811"/>
                  <a:pt x="38171" y="12094"/>
                </a:cubicBezTo>
                <a:cubicBezTo>
                  <a:pt x="37534" y="12731"/>
                  <a:pt x="36699" y="13044"/>
                  <a:pt x="35864" y="13044"/>
                </a:cubicBezTo>
                <a:close/>
                <a:moveTo>
                  <a:pt x="31522" y="21736"/>
                </a:moveTo>
                <a:lnTo>
                  <a:pt x="27170" y="21736"/>
                </a:lnTo>
                <a:cubicBezTo>
                  <a:pt x="25375" y="21736"/>
                  <a:pt x="23914" y="20276"/>
                  <a:pt x="23914" y="18481"/>
                </a:cubicBezTo>
                <a:cubicBezTo>
                  <a:pt x="23914" y="16676"/>
                  <a:pt x="25375" y="15214"/>
                  <a:pt x="27170" y="15214"/>
                </a:cubicBezTo>
                <a:lnTo>
                  <a:pt x="31522" y="15214"/>
                </a:lnTo>
                <a:cubicBezTo>
                  <a:pt x="33317" y="15214"/>
                  <a:pt x="34778" y="16676"/>
                  <a:pt x="34778" y="18481"/>
                </a:cubicBezTo>
                <a:cubicBezTo>
                  <a:pt x="34778" y="20276"/>
                  <a:pt x="33317" y="21736"/>
                  <a:pt x="31522" y="21736"/>
                </a:cubicBezTo>
                <a:close/>
                <a:moveTo>
                  <a:pt x="56528" y="25003"/>
                </a:moveTo>
                <a:cubicBezTo>
                  <a:pt x="56528" y="19608"/>
                  <a:pt x="52135" y="15214"/>
                  <a:pt x="46739" y="15214"/>
                </a:cubicBezTo>
                <a:cubicBezTo>
                  <a:pt x="41343" y="15214"/>
                  <a:pt x="36960" y="19608"/>
                  <a:pt x="36960" y="25003"/>
                </a:cubicBezTo>
                <a:lnTo>
                  <a:pt x="36960" y="28258"/>
                </a:lnTo>
                <a:lnTo>
                  <a:pt x="56528" y="28258"/>
                </a:lnTo>
                <a:lnTo>
                  <a:pt x="56528" y="25003"/>
                </a:lnTo>
                <a:close/>
                <a:moveTo>
                  <a:pt x="90718" y="55515"/>
                </a:moveTo>
                <a:cubicBezTo>
                  <a:pt x="90656" y="55421"/>
                  <a:pt x="90583" y="55327"/>
                  <a:pt x="90510" y="55234"/>
                </a:cubicBezTo>
                <a:lnTo>
                  <a:pt x="75846" y="37744"/>
                </a:lnTo>
                <a:cubicBezTo>
                  <a:pt x="73602" y="34530"/>
                  <a:pt x="69950" y="32610"/>
                  <a:pt x="66025" y="32610"/>
                </a:cubicBezTo>
                <a:lnTo>
                  <a:pt x="18476" y="32610"/>
                </a:lnTo>
                <a:cubicBezTo>
                  <a:pt x="11881" y="32610"/>
                  <a:pt x="6516" y="37973"/>
                  <a:pt x="6516" y="44568"/>
                </a:cubicBezTo>
                <a:lnTo>
                  <a:pt x="6516" y="77178"/>
                </a:lnTo>
                <a:cubicBezTo>
                  <a:pt x="6516" y="83471"/>
                  <a:pt x="11400" y="88626"/>
                  <a:pt x="17579" y="89085"/>
                </a:cubicBezTo>
                <a:cubicBezTo>
                  <a:pt x="18602" y="95273"/>
                  <a:pt x="23966" y="100000"/>
                  <a:pt x="30437" y="100000"/>
                </a:cubicBezTo>
                <a:cubicBezTo>
                  <a:pt x="36887" y="100000"/>
                  <a:pt x="42241" y="95294"/>
                  <a:pt x="43284" y="89137"/>
                </a:cubicBezTo>
                <a:lnTo>
                  <a:pt x="56727" y="89137"/>
                </a:lnTo>
                <a:cubicBezTo>
                  <a:pt x="57760" y="95294"/>
                  <a:pt x="63124" y="100000"/>
                  <a:pt x="69574" y="100000"/>
                </a:cubicBezTo>
                <a:cubicBezTo>
                  <a:pt x="76035" y="100000"/>
                  <a:pt x="81409" y="95273"/>
                  <a:pt x="82432" y="89085"/>
                </a:cubicBezTo>
                <a:cubicBezTo>
                  <a:pt x="88600" y="88626"/>
                  <a:pt x="93484" y="83471"/>
                  <a:pt x="93484" y="77178"/>
                </a:cubicBezTo>
                <a:lnTo>
                  <a:pt x="93484" y="64604"/>
                </a:lnTo>
                <a:cubicBezTo>
                  <a:pt x="93484" y="61359"/>
                  <a:pt x="92524" y="58207"/>
                  <a:pt x="90718" y="55515"/>
                </a:cubicBezTo>
                <a:close/>
                <a:moveTo>
                  <a:pt x="30437" y="93478"/>
                </a:moveTo>
                <a:cubicBezTo>
                  <a:pt x="26836" y="93478"/>
                  <a:pt x="23914" y="90556"/>
                  <a:pt x="23914" y="86956"/>
                </a:cubicBezTo>
                <a:cubicBezTo>
                  <a:pt x="23914" y="83367"/>
                  <a:pt x="26836" y="80435"/>
                  <a:pt x="30437" y="80435"/>
                </a:cubicBezTo>
                <a:cubicBezTo>
                  <a:pt x="34027" y="80435"/>
                  <a:pt x="36960" y="83367"/>
                  <a:pt x="36960" y="86956"/>
                </a:cubicBezTo>
                <a:cubicBezTo>
                  <a:pt x="36960" y="90556"/>
                  <a:pt x="34027" y="93478"/>
                  <a:pt x="30437" y="93478"/>
                </a:cubicBezTo>
                <a:close/>
                <a:moveTo>
                  <a:pt x="40216" y="56527"/>
                </a:moveTo>
                <a:lnTo>
                  <a:pt x="34778" y="56527"/>
                </a:lnTo>
                <a:lnTo>
                  <a:pt x="34778" y="61954"/>
                </a:lnTo>
                <a:cubicBezTo>
                  <a:pt x="34778" y="63759"/>
                  <a:pt x="33317" y="65220"/>
                  <a:pt x="31522" y="65220"/>
                </a:cubicBezTo>
                <a:cubicBezTo>
                  <a:pt x="29717" y="65220"/>
                  <a:pt x="28256" y="63759"/>
                  <a:pt x="28256" y="61954"/>
                </a:cubicBezTo>
                <a:lnTo>
                  <a:pt x="28256" y="56527"/>
                </a:lnTo>
                <a:lnTo>
                  <a:pt x="22818" y="56527"/>
                </a:lnTo>
                <a:cubicBezTo>
                  <a:pt x="21023" y="56527"/>
                  <a:pt x="19562" y="55067"/>
                  <a:pt x="19562" y="53261"/>
                </a:cubicBezTo>
                <a:cubicBezTo>
                  <a:pt x="19562" y="51466"/>
                  <a:pt x="21023" y="50005"/>
                  <a:pt x="22818" y="50005"/>
                </a:cubicBezTo>
                <a:lnTo>
                  <a:pt x="28256" y="50005"/>
                </a:lnTo>
                <a:lnTo>
                  <a:pt x="28256" y="44568"/>
                </a:lnTo>
                <a:cubicBezTo>
                  <a:pt x="28256" y="42763"/>
                  <a:pt x="29717" y="41302"/>
                  <a:pt x="31522" y="41302"/>
                </a:cubicBezTo>
                <a:cubicBezTo>
                  <a:pt x="33317" y="41302"/>
                  <a:pt x="34778" y="42763"/>
                  <a:pt x="34778" y="44568"/>
                </a:cubicBezTo>
                <a:lnTo>
                  <a:pt x="34778" y="50005"/>
                </a:lnTo>
                <a:lnTo>
                  <a:pt x="40216" y="50005"/>
                </a:lnTo>
                <a:cubicBezTo>
                  <a:pt x="42022" y="50005"/>
                  <a:pt x="43482" y="51466"/>
                  <a:pt x="43482" y="53261"/>
                </a:cubicBezTo>
                <a:cubicBezTo>
                  <a:pt x="43482" y="55067"/>
                  <a:pt x="42022" y="56527"/>
                  <a:pt x="40216" y="56527"/>
                </a:cubicBezTo>
                <a:close/>
                <a:moveTo>
                  <a:pt x="69574" y="93478"/>
                </a:moveTo>
                <a:cubicBezTo>
                  <a:pt x="65973" y="93478"/>
                  <a:pt x="63051" y="90556"/>
                  <a:pt x="63051" y="86956"/>
                </a:cubicBezTo>
                <a:cubicBezTo>
                  <a:pt x="63051" y="83367"/>
                  <a:pt x="65973" y="80435"/>
                  <a:pt x="69574" y="80435"/>
                </a:cubicBezTo>
                <a:cubicBezTo>
                  <a:pt x="73164" y="80435"/>
                  <a:pt x="76097" y="83367"/>
                  <a:pt x="76097" y="86956"/>
                </a:cubicBezTo>
                <a:cubicBezTo>
                  <a:pt x="76097" y="90556"/>
                  <a:pt x="73164" y="93478"/>
                  <a:pt x="69574" y="93478"/>
                </a:cubicBezTo>
                <a:close/>
                <a:moveTo>
                  <a:pt x="61955" y="60868"/>
                </a:moveTo>
                <a:cubicBezTo>
                  <a:pt x="58960" y="60868"/>
                  <a:pt x="56528" y="58437"/>
                  <a:pt x="56528" y="55432"/>
                </a:cubicBezTo>
                <a:lnTo>
                  <a:pt x="56528" y="39132"/>
                </a:lnTo>
                <a:lnTo>
                  <a:pt x="66025" y="39132"/>
                </a:lnTo>
                <a:cubicBezTo>
                  <a:pt x="67842" y="39132"/>
                  <a:pt x="69522" y="40030"/>
                  <a:pt x="70534" y="41532"/>
                </a:cubicBezTo>
                <a:cubicBezTo>
                  <a:pt x="70597" y="41626"/>
                  <a:pt x="70670" y="41720"/>
                  <a:pt x="70743" y="41813"/>
                </a:cubicBezTo>
                <a:lnTo>
                  <a:pt x="85385" y="59282"/>
                </a:lnTo>
                <a:cubicBezTo>
                  <a:pt x="85720" y="59794"/>
                  <a:pt x="85980" y="60326"/>
                  <a:pt x="86200" y="60868"/>
                </a:cubicBezTo>
                <a:lnTo>
                  <a:pt x="61955" y="6086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8" name="Чёрный — SVG 3">
            <a:extLst>
              <a:ext uri="{FF2B5EF4-FFF2-40B4-BE49-F238E27FC236}">
                <a16:creationId xmlns:a16="http://schemas.microsoft.com/office/drawing/2014/main" id="{8532F9FE-2104-D14F-AE60-162928F9B9E9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106334 w 163039"/>
              <a:gd name="csY0" fmla="*/ 1 h 113414"/>
              <a:gd name="csX1" fmla="*/ 103084 w 163039"/>
              <a:gd name="csY1" fmla="*/ 784 h 113414"/>
              <a:gd name="csX2" fmla="*/ 100549 w 163039"/>
              <a:gd name="csY2" fmla="*/ 2978 h 113414"/>
              <a:gd name="csX3" fmla="*/ 99307 w 163039"/>
              <a:gd name="csY3" fmla="*/ 6091 h 113414"/>
              <a:gd name="csX4" fmla="*/ 99648 w 163039"/>
              <a:gd name="csY4" fmla="*/ 9425 h 113414"/>
              <a:gd name="csX5" fmla="*/ 106249 w 163039"/>
              <a:gd name="csY5" fmla="*/ 28359 h 113414"/>
              <a:gd name="csX6" fmla="*/ 65110 w 163039"/>
              <a:gd name="csY6" fmla="*/ 28359 h 113414"/>
              <a:gd name="csX7" fmla="*/ 61759 w 163039"/>
              <a:gd name="csY7" fmla="*/ 21265 h 113414"/>
              <a:gd name="csX8" fmla="*/ 63800 w 163039"/>
              <a:gd name="csY8" fmla="*/ 21265 h 113414"/>
              <a:gd name="csX9" fmla="*/ 66540 w 163039"/>
              <a:gd name="csY9" fmla="*/ 20755 h 113414"/>
              <a:gd name="csX10" fmla="*/ 68870 w 163039"/>
              <a:gd name="csY10" fmla="*/ 19224 h 113414"/>
              <a:gd name="csX11" fmla="*/ 70435 w 163039"/>
              <a:gd name="csY11" fmla="*/ 16910 h 113414"/>
              <a:gd name="csX12" fmla="*/ 70997 w 163039"/>
              <a:gd name="csY12" fmla="*/ 14171 h 113414"/>
              <a:gd name="csX13" fmla="*/ 70435 w 163039"/>
              <a:gd name="csY13" fmla="*/ 11450 h 113414"/>
              <a:gd name="csX14" fmla="*/ 68870 w 163039"/>
              <a:gd name="csY14" fmla="*/ 9136 h 113414"/>
              <a:gd name="csX15" fmla="*/ 66540 w 163039"/>
              <a:gd name="csY15" fmla="*/ 7605 h 113414"/>
              <a:gd name="csX16" fmla="*/ 63800 w 163039"/>
              <a:gd name="csY16" fmla="*/ 7095 h 113414"/>
              <a:gd name="csX17" fmla="*/ 46072 w 163039"/>
              <a:gd name="csY17" fmla="*/ 7095 h 113414"/>
              <a:gd name="csX18" fmla="*/ 43333 w 163039"/>
              <a:gd name="csY18" fmla="*/ 7605 h 113414"/>
              <a:gd name="csX19" fmla="*/ 41002 w 163039"/>
              <a:gd name="csY19" fmla="*/ 9119 h 113414"/>
              <a:gd name="csX20" fmla="*/ 39437 w 163039"/>
              <a:gd name="csY20" fmla="*/ 11433 h 113414"/>
              <a:gd name="csX21" fmla="*/ 38893 w 163039"/>
              <a:gd name="csY21" fmla="*/ 14171 h 113414"/>
              <a:gd name="csX22" fmla="*/ 39437 w 163039"/>
              <a:gd name="csY22" fmla="*/ 16910 h 113414"/>
              <a:gd name="csX23" fmla="*/ 41002 w 163039"/>
              <a:gd name="csY23" fmla="*/ 19224 h 113414"/>
              <a:gd name="csX24" fmla="*/ 43333 w 163039"/>
              <a:gd name="csY24" fmla="*/ 20755 h 113414"/>
              <a:gd name="csX25" fmla="*/ 46072 w 163039"/>
              <a:gd name="csY25" fmla="*/ 21265 h 113414"/>
              <a:gd name="csX26" fmla="*/ 51908 w 163039"/>
              <a:gd name="csY26" fmla="*/ 33564 h 113414"/>
              <a:gd name="csX27" fmla="*/ 39471 w 163039"/>
              <a:gd name="csY27" fmla="*/ 54675 h 113414"/>
              <a:gd name="csX28" fmla="*/ 30114 w 163039"/>
              <a:gd name="csY28" fmla="*/ 53161 h 113414"/>
              <a:gd name="csX29" fmla="*/ 0 w 163039"/>
              <a:gd name="csY29" fmla="*/ 83287 h 113414"/>
              <a:gd name="csX30" fmla="*/ 30131 w 163039"/>
              <a:gd name="csY30" fmla="*/ 113414 h 113414"/>
              <a:gd name="csX31" fmla="*/ 57556 w 163039"/>
              <a:gd name="csY31" fmla="*/ 95689 h 113414"/>
              <a:gd name="csX32" fmla="*/ 40033 w 163039"/>
              <a:gd name="csY32" fmla="*/ 95689 h 113414"/>
              <a:gd name="csX33" fmla="*/ 30131 w 163039"/>
              <a:gd name="csY33" fmla="*/ 99227 h 113414"/>
              <a:gd name="csX34" fmla="*/ 14172 w 163039"/>
              <a:gd name="csY34" fmla="*/ 83287 h 113414"/>
              <a:gd name="csX35" fmla="*/ 30131 w 163039"/>
              <a:gd name="csY35" fmla="*/ 67331 h 113414"/>
              <a:gd name="csX36" fmla="*/ 31917 w 163039"/>
              <a:gd name="csY36" fmla="*/ 67518 h 113414"/>
              <a:gd name="csX37" fmla="*/ 25792 w 163039"/>
              <a:gd name="csY37" fmla="*/ 77929 h 113414"/>
              <a:gd name="csX38" fmla="*/ 24823 w 163039"/>
              <a:gd name="csY38" fmla="*/ 81467 h 113414"/>
              <a:gd name="csX39" fmla="*/ 25758 w 163039"/>
              <a:gd name="csY39" fmla="*/ 85023 h 113414"/>
              <a:gd name="csX40" fmla="*/ 28344 w 163039"/>
              <a:gd name="csY40" fmla="*/ 87642 h 113414"/>
              <a:gd name="csX41" fmla="*/ 31900 w 163039"/>
              <a:gd name="csY41" fmla="*/ 88595 h 113414"/>
              <a:gd name="csX42" fmla="*/ 81392 w 163039"/>
              <a:gd name="csY42" fmla="*/ 88595 h 113414"/>
              <a:gd name="csX43" fmla="*/ 84829 w 163039"/>
              <a:gd name="csY43" fmla="*/ 88289 h 113414"/>
              <a:gd name="csX44" fmla="*/ 84880 w 163039"/>
              <a:gd name="csY44" fmla="*/ 88272 h 113414"/>
              <a:gd name="csX45" fmla="*/ 84982 w 163039"/>
              <a:gd name="csY45" fmla="*/ 88238 h 113414"/>
              <a:gd name="csX46" fmla="*/ 85033 w 163039"/>
              <a:gd name="csY46" fmla="*/ 88221 h 113414"/>
              <a:gd name="csX47" fmla="*/ 88861 w 163039"/>
              <a:gd name="csY47" fmla="*/ 85108 h 113414"/>
              <a:gd name="csX48" fmla="*/ 112203 w 163039"/>
              <a:gd name="csY48" fmla="*/ 45455 h 113414"/>
              <a:gd name="csX49" fmla="*/ 116593 w 163039"/>
              <a:gd name="csY49" fmla="*/ 58026 h 113414"/>
              <a:gd name="csX50" fmla="*/ 102795 w 163039"/>
              <a:gd name="csY50" fmla="*/ 83287 h 113414"/>
              <a:gd name="csX51" fmla="*/ 132909 w 163039"/>
              <a:gd name="csY51" fmla="*/ 113414 h 113414"/>
              <a:gd name="csX52" fmla="*/ 163040 w 163039"/>
              <a:gd name="csY52" fmla="*/ 83287 h 113414"/>
              <a:gd name="csX53" fmla="*/ 132909 w 163039"/>
              <a:gd name="csY53" fmla="*/ 53161 h 113414"/>
              <a:gd name="csX54" fmla="*/ 129965 w 163039"/>
              <a:gd name="csY54" fmla="*/ 53314 h 113414"/>
              <a:gd name="csX55" fmla="*/ 116321 w 163039"/>
              <a:gd name="csY55" fmla="*/ 14171 h 113414"/>
              <a:gd name="csX56" fmla="*/ 116967 w 163039"/>
              <a:gd name="csY56" fmla="*/ 14171 h 113414"/>
              <a:gd name="csX57" fmla="*/ 119707 w 163039"/>
              <a:gd name="csY57" fmla="*/ 13661 h 113414"/>
              <a:gd name="csX58" fmla="*/ 122037 w 163039"/>
              <a:gd name="csY58" fmla="*/ 12130 h 113414"/>
              <a:gd name="csX59" fmla="*/ 123602 w 163039"/>
              <a:gd name="csY59" fmla="*/ 9834 h 113414"/>
              <a:gd name="csX60" fmla="*/ 124164 w 163039"/>
              <a:gd name="csY60" fmla="*/ 7095 h 113414"/>
              <a:gd name="csX61" fmla="*/ 123602 w 163039"/>
              <a:gd name="csY61" fmla="*/ 4356 h 113414"/>
              <a:gd name="csX62" fmla="*/ 122037 w 163039"/>
              <a:gd name="csY62" fmla="*/ 2042 h 113414"/>
              <a:gd name="csX63" fmla="*/ 119707 w 163039"/>
              <a:gd name="csY63" fmla="*/ 512 h 113414"/>
              <a:gd name="csX64" fmla="*/ 116967 w 163039"/>
              <a:gd name="csY64" fmla="*/ 1 h 113414"/>
              <a:gd name="csX65" fmla="*/ 106334 w 163039"/>
              <a:gd name="csY65" fmla="*/ 1 h 113414"/>
              <a:gd name="csX66" fmla="*/ 71831 w 163039"/>
              <a:gd name="csY66" fmla="*/ 42529 h 113414"/>
              <a:gd name="csX67" fmla="*/ 97487 w 163039"/>
              <a:gd name="csY67" fmla="*/ 42529 h 113414"/>
              <a:gd name="csX68" fmla="*/ 83264 w 163039"/>
              <a:gd name="csY68" fmla="*/ 66668 h 113414"/>
              <a:gd name="csX69" fmla="*/ 71831 w 163039"/>
              <a:gd name="csY69" fmla="*/ 42529 h 113414"/>
              <a:gd name="csX70" fmla="*/ 59224 w 163039"/>
              <a:gd name="csY70" fmla="*/ 49044 h 113414"/>
              <a:gd name="csX71" fmla="*/ 71252 w 163039"/>
              <a:gd name="csY71" fmla="*/ 74425 h 113414"/>
              <a:gd name="csX72" fmla="*/ 58850 w 163039"/>
              <a:gd name="csY72" fmla="*/ 74425 h 113414"/>
              <a:gd name="csX73" fmla="*/ 51517 w 163039"/>
              <a:gd name="csY73" fmla="*/ 62160 h 113414"/>
              <a:gd name="csX74" fmla="*/ 59224 w 163039"/>
              <a:gd name="csY74" fmla="*/ 49044 h 113414"/>
              <a:gd name="csX75" fmla="*/ 134933 w 163039"/>
              <a:gd name="csY75" fmla="*/ 67535 h 113414"/>
              <a:gd name="csX76" fmla="*/ 148867 w 163039"/>
              <a:gd name="csY76" fmla="*/ 83287 h 113414"/>
              <a:gd name="csX77" fmla="*/ 132909 w 163039"/>
              <a:gd name="csY77" fmla="*/ 99227 h 113414"/>
              <a:gd name="csX78" fmla="*/ 116967 w 163039"/>
              <a:gd name="csY78" fmla="*/ 83287 h 113414"/>
              <a:gd name="csX79" fmla="*/ 121510 w 163039"/>
              <a:gd name="csY79" fmla="*/ 72094 h 113414"/>
              <a:gd name="csX80" fmla="*/ 126222 w 163039"/>
              <a:gd name="csY80" fmla="*/ 85618 h 113414"/>
              <a:gd name="csX81" fmla="*/ 127618 w 163039"/>
              <a:gd name="csY81" fmla="*/ 88034 h 113414"/>
              <a:gd name="csX82" fmla="*/ 129829 w 163039"/>
              <a:gd name="csY82" fmla="*/ 89718 h 113414"/>
              <a:gd name="csX83" fmla="*/ 132517 w 163039"/>
              <a:gd name="csY83" fmla="*/ 90432 h 113414"/>
              <a:gd name="csX84" fmla="*/ 135274 w 163039"/>
              <a:gd name="csY84" fmla="*/ 90058 h 113414"/>
              <a:gd name="csX85" fmla="*/ 137672 w 163039"/>
              <a:gd name="csY85" fmla="*/ 88646 h 113414"/>
              <a:gd name="csX86" fmla="*/ 139340 w 163039"/>
              <a:gd name="csY86" fmla="*/ 86401 h 113414"/>
              <a:gd name="csX87" fmla="*/ 140020 w 163039"/>
              <a:gd name="csY87" fmla="*/ 83713 h 113414"/>
              <a:gd name="csX88" fmla="*/ 139612 w 163039"/>
              <a:gd name="csY88" fmla="*/ 80957 h 113414"/>
              <a:gd name="csX89" fmla="*/ 134933 w 163039"/>
              <a:gd name="csY89" fmla="*/ 67535 h 113414"/>
            </a:gdLst>
            <a:ahLst/>
            <a:cxnLst/>
            <a:rect l="l" t="t" r="r" b="b"/>
            <a:pathLst>
              <a:path w="100000" h="100000">
                <a:moveTo>
                  <a:pt x="65220" y="15219"/>
                </a:moveTo>
                <a:cubicBezTo>
                  <a:pt x="64531" y="15219"/>
                  <a:pt x="63842" y="15386"/>
                  <a:pt x="63227" y="15700"/>
                </a:cubicBezTo>
                <a:cubicBezTo>
                  <a:pt x="62611" y="16023"/>
                  <a:pt x="62079" y="16482"/>
                  <a:pt x="61672" y="17045"/>
                </a:cubicBezTo>
                <a:cubicBezTo>
                  <a:pt x="61276" y="17619"/>
                  <a:pt x="61014" y="18266"/>
                  <a:pt x="60910" y="18955"/>
                </a:cubicBezTo>
                <a:cubicBezTo>
                  <a:pt x="60816" y="19643"/>
                  <a:pt x="60889" y="20343"/>
                  <a:pt x="61119" y="21000"/>
                </a:cubicBezTo>
                <a:lnTo>
                  <a:pt x="65168" y="32613"/>
                </a:lnTo>
                <a:lnTo>
                  <a:pt x="39935" y="32613"/>
                </a:lnTo>
                <a:lnTo>
                  <a:pt x="37880" y="28262"/>
                </a:lnTo>
                <a:lnTo>
                  <a:pt x="39132" y="28262"/>
                </a:lnTo>
                <a:cubicBezTo>
                  <a:pt x="39706" y="28272"/>
                  <a:pt x="40280" y="28168"/>
                  <a:pt x="40812" y="27949"/>
                </a:cubicBezTo>
                <a:cubicBezTo>
                  <a:pt x="41355" y="27729"/>
                  <a:pt x="41835" y="27416"/>
                  <a:pt x="42241" y="27010"/>
                </a:cubicBezTo>
                <a:cubicBezTo>
                  <a:pt x="42659" y="26603"/>
                  <a:pt x="42982" y="26123"/>
                  <a:pt x="43201" y="25591"/>
                </a:cubicBezTo>
                <a:cubicBezTo>
                  <a:pt x="43431" y="25059"/>
                  <a:pt x="43546" y="24495"/>
                  <a:pt x="43546" y="23911"/>
                </a:cubicBezTo>
                <a:cubicBezTo>
                  <a:pt x="43546" y="23337"/>
                  <a:pt x="43431" y="22763"/>
                  <a:pt x="43201" y="22242"/>
                </a:cubicBezTo>
                <a:cubicBezTo>
                  <a:pt x="42982" y="21709"/>
                  <a:pt x="42659" y="21219"/>
                  <a:pt x="42241" y="20822"/>
                </a:cubicBezTo>
                <a:cubicBezTo>
                  <a:pt x="41835" y="20416"/>
                  <a:pt x="41355" y="20092"/>
                  <a:pt x="40812" y="19883"/>
                </a:cubicBezTo>
                <a:cubicBezTo>
                  <a:pt x="40280" y="19664"/>
                  <a:pt x="39706" y="19560"/>
                  <a:pt x="39132" y="19570"/>
                </a:cubicBezTo>
                <a:lnTo>
                  <a:pt x="28258" y="19570"/>
                </a:lnTo>
                <a:cubicBezTo>
                  <a:pt x="27685" y="19560"/>
                  <a:pt x="27111" y="19664"/>
                  <a:pt x="26578" y="19883"/>
                </a:cubicBezTo>
                <a:cubicBezTo>
                  <a:pt x="26046" y="20092"/>
                  <a:pt x="25556" y="20416"/>
                  <a:pt x="25149" y="20812"/>
                </a:cubicBezTo>
                <a:cubicBezTo>
                  <a:pt x="24732" y="21219"/>
                  <a:pt x="24408" y="21699"/>
                  <a:pt x="24189" y="22231"/>
                </a:cubicBezTo>
                <a:cubicBezTo>
                  <a:pt x="23970" y="22763"/>
                  <a:pt x="23855" y="23337"/>
                  <a:pt x="23855" y="23911"/>
                </a:cubicBezTo>
                <a:cubicBezTo>
                  <a:pt x="23855" y="24485"/>
                  <a:pt x="23959" y="25059"/>
                  <a:pt x="24189" y="25591"/>
                </a:cubicBezTo>
                <a:cubicBezTo>
                  <a:pt x="24408" y="26123"/>
                  <a:pt x="24732" y="26603"/>
                  <a:pt x="25149" y="27010"/>
                </a:cubicBezTo>
                <a:cubicBezTo>
                  <a:pt x="25556" y="27416"/>
                  <a:pt x="26035" y="27729"/>
                  <a:pt x="26578" y="27949"/>
                </a:cubicBezTo>
                <a:cubicBezTo>
                  <a:pt x="27111" y="28168"/>
                  <a:pt x="27685" y="28272"/>
                  <a:pt x="28258" y="28262"/>
                </a:cubicBezTo>
                <a:lnTo>
                  <a:pt x="31838" y="35805"/>
                </a:lnTo>
                <a:lnTo>
                  <a:pt x="24210" y="48754"/>
                </a:lnTo>
                <a:cubicBezTo>
                  <a:pt x="22404" y="48159"/>
                  <a:pt x="20484" y="47825"/>
                  <a:pt x="18470" y="47825"/>
                </a:cubicBezTo>
                <a:cubicBezTo>
                  <a:pt x="8286" y="47825"/>
                  <a:pt x="0" y="56110"/>
                  <a:pt x="0" y="66303"/>
                </a:cubicBezTo>
                <a:cubicBezTo>
                  <a:pt x="0" y="76486"/>
                  <a:pt x="8286" y="84781"/>
                  <a:pt x="18481" y="84781"/>
                </a:cubicBezTo>
                <a:cubicBezTo>
                  <a:pt x="25953" y="84781"/>
                  <a:pt x="32391" y="80305"/>
                  <a:pt x="35302" y="73910"/>
                </a:cubicBezTo>
                <a:lnTo>
                  <a:pt x="24554" y="73910"/>
                </a:lnTo>
                <a:cubicBezTo>
                  <a:pt x="22884" y="75245"/>
                  <a:pt x="20787" y="76080"/>
                  <a:pt x="18481" y="76080"/>
                </a:cubicBezTo>
                <a:cubicBezTo>
                  <a:pt x="13086" y="76080"/>
                  <a:pt x="8692" y="71697"/>
                  <a:pt x="8692" y="66303"/>
                </a:cubicBezTo>
                <a:cubicBezTo>
                  <a:pt x="8692" y="60909"/>
                  <a:pt x="13086" y="56516"/>
                  <a:pt x="18481" y="56516"/>
                </a:cubicBezTo>
                <a:cubicBezTo>
                  <a:pt x="18856" y="56516"/>
                  <a:pt x="19211" y="56589"/>
                  <a:pt x="19576" y="56631"/>
                </a:cubicBezTo>
                <a:lnTo>
                  <a:pt x="15820" y="63017"/>
                </a:lnTo>
                <a:cubicBezTo>
                  <a:pt x="15434" y="63674"/>
                  <a:pt x="15225" y="64425"/>
                  <a:pt x="15225" y="65187"/>
                </a:cubicBezTo>
                <a:cubicBezTo>
                  <a:pt x="15215" y="65959"/>
                  <a:pt x="15413" y="66710"/>
                  <a:pt x="15799" y="67368"/>
                </a:cubicBezTo>
                <a:cubicBezTo>
                  <a:pt x="16175" y="68035"/>
                  <a:pt x="16728" y="68588"/>
                  <a:pt x="17385" y="68974"/>
                </a:cubicBezTo>
                <a:cubicBezTo>
                  <a:pt x="18053" y="69360"/>
                  <a:pt x="18804" y="69559"/>
                  <a:pt x="19566" y="69559"/>
                </a:cubicBezTo>
                <a:lnTo>
                  <a:pt x="49922" y="69559"/>
                </a:lnTo>
                <a:cubicBezTo>
                  <a:pt x="50621" y="69673"/>
                  <a:pt x="51352" y="69611"/>
                  <a:pt x="52030" y="69371"/>
                </a:cubicBezTo>
                <a:cubicBezTo>
                  <a:pt x="52040" y="69371"/>
                  <a:pt x="52051" y="69360"/>
                  <a:pt x="52061" y="69360"/>
                </a:cubicBezTo>
                <a:cubicBezTo>
                  <a:pt x="52082" y="69350"/>
                  <a:pt x="52103" y="69350"/>
                  <a:pt x="52124" y="69340"/>
                </a:cubicBezTo>
                <a:cubicBezTo>
                  <a:pt x="52134" y="69340"/>
                  <a:pt x="52145" y="69329"/>
                  <a:pt x="52155" y="69329"/>
                </a:cubicBezTo>
                <a:cubicBezTo>
                  <a:pt x="53146" y="68995"/>
                  <a:pt x="53981" y="68317"/>
                  <a:pt x="54503" y="67420"/>
                </a:cubicBezTo>
                <a:lnTo>
                  <a:pt x="68820" y="43099"/>
                </a:lnTo>
                <a:lnTo>
                  <a:pt x="71512" y="50809"/>
                </a:lnTo>
                <a:cubicBezTo>
                  <a:pt x="66430" y="54117"/>
                  <a:pt x="63049" y="59834"/>
                  <a:pt x="63049" y="66303"/>
                </a:cubicBezTo>
                <a:cubicBezTo>
                  <a:pt x="63049" y="76455"/>
                  <a:pt x="71366" y="84781"/>
                  <a:pt x="81520" y="84781"/>
                </a:cubicBezTo>
                <a:cubicBezTo>
                  <a:pt x="91684" y="84781"/>
                  <a:pt x="100001" y="76455"/>
                  <a:pt x="100001" y="66303"/>
                </a:cubicBezTo>
                <a:cubicBezTo>
                  <a:pt x="100001" y="56151"/>
                  <a:pt x="91684" y="47825"/>
                  <a:pt x="81520" y="47825"/>
                </a:cubicBezTo>
                <a:cubicBezTo>
                  <a:pt x="80914" y="47825"/>
                  <a:pt x="80309" y="47856"/>
                  <a:pt x="79714" y="47919"/>
                </a:cubicBezTo>
                <a:lnTo>
                  <a:pt x="71346" y="23911"/>
                </a:lnTo>
                <a:lnTo>
                  <a:pt x="71742" y="23911"/>
                </a:lnTo>
                <a:cubicBezTo>
                  <a:pt x="72316" y="23921"/>
                  <a:pt x="72890" y="23817"/>
                  <a:pt x="73422" y="23598"/>
                </a:cubicBezTo>
                <a:cubicBezTo>
                  <a:pt x="73965" y="23389"/>
                  <a:pt x="74445" y="23066"/>
                  <a:pt x="74851" y="22659"/>
                </a:cubicBezTo>
                <a:cubicBezTo>
                  <a:pt x="75269" y="22262"/>
                  <a:pt x="75592" y="21772"/>
                  <a:pt x="75811" y="21250"/>
                </a:cubicBezTo>
                <a:cubicBezTo>
                  <a:pt x="76041" y="20718"/>
                  <a:pt x="76156" y="20144"/>
                  <a:pt x="76156" y="19570"/>
                </a:cubicBezTo>
                <a:cubicBezTo>
                  <a:pt x="76156" y="18986"/>
                  <a:pt x="76041" y="18422"/>
                  <a:pt x="75811" y="17891"/>
                </a:cubicBezTo>
                <a:cubicBezTo>
                  <a:pt x="75592" y="17359"/>
                  <a:pt x="75269" y="16878"/>
                  <a:pt x="74851" y="16471"/>
                </a:cubicBezTo>
                <a:cubicBezTo>
                  <a:pt x="74445" y="16065"/>
                  <a:pt x="73965" y="15752"/>
                  <a:pt x="73422" y="15533"/>
                </a:cubicBezTo>
                <a:cubicBezTo>
                  <a:pt x="72890" y="15313"/>
                  <a:pt x="72316" y="15209"/>
                  <a:pt x="71742" y="15219"/>
                </a:cubicBezTo>
                <a:lnTo>
                  <a:pt x="65220" y="15219"/>
                </a:lnTo>
                <a:close/>
                <a:moveTo>
                  <a:pt x="44058" y="41304"/>
                </a:moveTo>
                <a:lnTo>
                  <a:pt x="59794" y="41304"/>
                </a:lnTo>
                <a:lnTo>
                  <a:pt x="51070" y="56110"/>
                </a:lnTo>
                <a:lnTo>
                  <a:pt x="44058" y="41304"/>
                </a:lnTo>
                <a:close/>
                <a:moveTo>
                  <a:pt x="36325" y="45300"/>
                </a:moveTo>
                <a:lnTo>
                  <a:pt x="43702" y="60867"/>
                </a:lnTo>
                <a:lnTo>
                  <a:pt x="36096" y="60867"/>
                </a:lnTo>
                <a:cubicBezTo>
                  <a:pt x="35208" y="57998"/>
                  <a:pt x="33653" y="55431"/>
                  <a:pt x="31598" y="53345"/>
                </a:cubicBezTo>
                <a:lnTo>
                  <a:pt x="36325" y="45300"/>
                </a:lnTo>
                <a:close/>
                <a:moveTo>
                  <a:pt x="82761" y="56641"/>
                </a:moveTo>
                <a:cubicBezTo>
                  <a:pt x="87614" y="57247"/>
                  <a:pt x="91308" y="61274"/>
                  <a:pt x="91308" y="66303"/>
                </a:cubicBezTo>
                <a:cubicBezTo>
                  <a:pt x="91308" y="71760"/>
                  <a:pt x="86977" y="76080"/>
                  <a:pt x="81520" y="76080"/>
                </a:cubicBezTo>
                <a:cubicBezTo>
                  <a:pt x="76073" y="76080"/>
                  <a:pt x="71742" y="71760"/>
                  <a:pt x="71742" y="66303"/>
                </a:cubicBezTo>
                <a:cubicBezTo>
                  <a:pt x="71742" y="63611"/>
                  <a:pt x="72807" y="61191"/>
                  <a:pt x="74528" y="59438"/>
                </a:cubicBezTo>
                <a:lnTo>
                  <a:pt x="77418" y="67733"/>
                </a:lnTo>
                <a:cubicBezTo>
                  <a:pt x="77607" y="68275"/>
                  <a:pt x="77888" y="68776"/>
                  <a:pt x="78275" y="69214"/>
                </a:cubicBezTo>
                <a:cubicBezTo>
                  <a:pt x="78650" y="69642"/>
                  <a:pt x="79109" y="69996"/>
                  <a:pt x="79631" y="70247"/>
                </a:cubicBezTo>
                <a:cubicBezTo>
                  <a:pt x="80142" y="70508"/>
                  <a:pt x="80706" y="70654"/>
                  <a:pt x="81279" y="70685"/>
                </a:cubicBezTo>
                <a:cubicBezTo>
                  <a:pt x="81853" y="70717"/>
                  <a:pt x="82428" y="70644"/>
                  <a:pt x="82970" y="70456"/>
                </a:cubicBezTo>
                <a:cubicBezTo>
                  <a:pt x="83513" y="70268"/>
                  <a:pt x="84014" y="69965"/>
                  <a:pt x="84441" y="69590"/>
                </a:cubicBezTo>
                <a:cubicBezTo>
                  <a:pt x="84869" y="69204"/>
                  <a:pt x="85224" y="68734"/>
                  <a:pt x="85464" y="68213"/>
                </a:cubicBezTo>
                <a:cubicBezTo>
                  <a:pt x="85714" y="67701"/>
                  <a:pt x="85860" y="67138"/>
                  <a:pt x="85881" y="66564"/>
                </a:cubicBezTo>
                <a:cubicBezTo>
                  <a:pt x="85913" y="65990"/>
                  <a:pt x="85829" y="65417"/>
                  <a:pt x="85631" y="64874"/>
                </a:cubicBezTo>
                <a:lnTo>
                  <a:pt x="82761" y="5664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9" name="Чёрный — SVG 4">
            <a:extLst>
              <a:ext uri="{FF2B5EF4-FFF2-40B4-BE49-F238E27FC236}">
                <a16:creationId xmlns:a16="http://schemas.microsoft.com/office/drawing/2014/main" id="{5EB79D94-6477-E742-A83D-8385CA3CF591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19497 w 170134"/>
              <a:gd name="csY0" fmla="*/ 0 h 120489"/>
              <a:gd name="csX1" fmla="*/ 7094 w 170134"/>
              <a:gd name="csY1" fmla="*/ 12401 h 120489"/>
              <a:gd name="csX2" fmla="*/ 7094 w 170134"/>
              <a:gd name="csY2" fmla="*/ 62022 h 120489"/>
              <a:gd name="csX3" fmla="*/ 7094 w 170134"/>
              <a:gd name="csY3" fmla="*/ 70664 h 120489"/>
              <a:gd name="csX4" fmla="*/ 21267 w 170134"/>
              <a:gd name="csY4" fmla="*/ 67330 h 120489"/>
              <a:gd name="csX5" fmla="*/ 92162 w 170134"/>
              <a:gd name="csY5" fmla="*/ 67330 h 120489"/>
              <a:gd name="csX6" fmla="*/ 106334 w 170134"/>
              <a:gd name="csY6" fmla="*/ 70664 h 120489"/>
              <a:gd name="csX7" fmla="*/ 106334 w 170134"/>
              <a:gd name="csY7" fmla="*/ 51390 h 120489"/>
              <a:gd name="csX8" fmla="*/ 90375 w 170134"/>
              <a:gd name="csY8" fmla="*/ 35434 h 120489"/>
              <a:gd name="csX9" fmla="*/ 67033 w 170134"/>
              <a:gd name="csY9" fmla="*/ 35434 h 120489"/>
              <a:gd name="csX10" fmla="*/ 66675 w 170134"/>
              <a:gd name="csY10" fmla="*/ 34635 h 120489"/>
              <a:gd name="csX11" fmla="*/ 53014 w 170134"/>
              <a:gd name="csY11" fmla="*/ 10020 h 120489"/>
              <a:gd name="csX12" fmla="*/ 35966 w 170134"/>
              <a:gd name="csY12" fmla="*/ 0 h 120489"/>
              <a:gd name="csX13" fmla="*/ 19497 w 170134"/>
              <a:gd name="csY13" fmla="*/ 0 h 120489"/>
              <a:gd name="csX14" fmla="*/ 19497 w 170134"/>
              <a:gd name="csY14" fmla="*/ 10632 h 120489"/>
              <a:gd name="csX15" fmla="*/ 35966 w 170134"/>
              <a:gd name="csY15" fmla="*/ 10632 h 120489"/>
              <a:gd name="csX16" fmla="*/ 43707 w 170134"/>
              <a:gd name="csY16" fmla="*/ 15191 h 120489"/>
              <a:gd name="csX17" fmla="*/ 55906 w 170134"/>
              <a:gd name="csY17" fmla="*/ 37135 h 120489"/>
              <a:gd name="csX18" fmla="*/ 51602 w 170134"/>
              <a:gd name="csY18" fmla="*/ 40112 h 120489"/>
              <a:gd name="csX19" fmla="*/ 47212 w 170134"/>
              <a:gd name="csY19" fmla="*/ 44518 h 120489"/>
              <a:gd name="csX20" fmla="*/ 43452 w 170134"/>
              <a:gd name="csY20" fmla="*/ 46066 h 120489"/>
              <a:gd name="csX21" fmla="*/ 23036 w 170134"/>
              <a:gd name="csY21" fmla="*/ 46066 h 120489"/>
              <a:gd name="csX22" fmla="*/ 17728 w 170134"/>
              <a:gd name="csY22" fmla="*/ 47053 h 120489"/>
              <a:gd name="csX23" fmla="*/ 17728 w 170134"/>
              <a:gd name="csY23" fmla="*/ 12401 h 120489"/>
              <a:gd name="csX24" fmla="*/ 19497 w 170134"/>
              <a:gd name="csY24" fmla="*/ 10632 h 120489"/>
              <a:gd name="csX25" fmla="*/ 129234 w 170134"/>
              <a:gd name="csY25" fmla="*/ 46083 h 120489"/>
              <a:gd name="csX26" fmla="*/ 125559 w 170134"/>
              <a:gd name="csY26" fmla="*/ 47682 h 120489"/>
              <a:gd name="csX27" fmla="*/ 124062 w 170134"/>
              <a:gd name="csY27" fmla="*/ 51390 h 120489"/>
              <a:gd name="csX28" fmla="*/ 124062 w 170134"/>
              <a:gd name="csY28" fmla="*/ 92149 h 120489"/>
              <a:gd name="csX29" fmla="*/ 112186 w 170134"/>
              <a:gd name="csY29" fmla="*/ 92149 h 120489"/>
              <a:gd name="csX30" fmla="*/ 92162 w 170134"/>
              <a:gd name="csY30" fmla="*/ 77962 h 120489"/>
              <a:gd name="csX31" fmla="*/ 21267 w 170134"/>
              <a:gd name="csY31" fmla="*/ 77962 h 120489"/>
              <a:gd name="csX32" fmla="*/ 0 w 170134"/>
              <a:gd name="csY32" fmla="*/ 99226 h 120489"/>
              <a:gd name="csX33" fmla="*/ 21267 w 170134"/>
              <a:gd name="csY33" fmla="*/ 120490 h 120489"/>
              <a:gd name="csX34" fmla="*/ 92162 w 170134"/>
              <a:gd name="csY34" fmla="*/ 120490 h 120489"/>
              <a:gd name="csX35" fmla="*/ 113105 w 170134"/>
              <a:gd name="csY35" fmla="*/ 102781 h 120489"/>
              <a:gd name="csX36" fmla="*/ 124062 w 170134"/>
              <a:gd name="csY36" fmla="*/ 102781 h 120489"/>
              <a:gd name="csX37" fmla="*/ 124062 w 170134"/>
              <a:gd name="csY37" fmla="*/ 115182 h 120489"/>
              <a:gd name="csX38" fmla="*/ 125610 w 170134"/>
              <a:gd name="csY38" fmla="*/ 118942 h 120489"/>
              <a:gd name="csX39" fmla="*/ 129370 w 170134"/>
              <a:gd name="csY39" fmla="*/ 120490 h 120489"/>
              <a:gd name="csX40" fmla="*/ 154567 w 170134"/>
              <a:gd name="csY40" fmla="*/ 120490 h 120489"/>
              <a:gd name="csX41" fmla="*/ 164809 w 170134"/>
              <a:gd name="csY41" fmla="*/ 120490 h 120489"/>
              <a:gd name="csX42" fmla="*/ 167769 w 170134"/>
              <a:gd name="csY42" fmla="*/ 119605 h 120489"/>
              <a:gd name="csX43" fmla="*/ 169726 w 170134"/>
              <a:gd name="csY43" fmla="*/ 117207 h 120489"/>
              <a:gd name="csX44" fmla="*/ 170032 w 170134"/>
              <a:gd name="csY44" fmla="*/ 114144 h 120489"/>
              <a:gd name="csX45" fmla="*/ 168569 w 170134"/>
              <a:gd name="csY45" fmla="*/ 111423 h 120489"/>
              <a:gd name="csX46" fmla="*/ 134593 w 170134"/>
              <a:gd name="csY46" fmla="*/ 50336 h 120489"/>
              <a:gd name="csX47" fmla="*/ 132688 w 170134"/>
              <a:gd name="csY47" fmla="*/ 47240 h 120489"/>
              <a:gd name="csX48" fmla="*/ 129234 w 170134"/>
              <a:gd name="csY48" fmla="*/ 46083 h 120489"/>
              <a:gd name="csX49" fmla="*/ 28361 w 170134"/>
              <a:gd name="csY49" fmla="*/ 92149 h 120489"/>
              <a:gd name="csX50" fmla="*/ 35439 w 170134"/>
              <a:gd name="csY50" fmla="*/ 99226 h 120489"/>
              <a:gd name="csX51" fmla="*/ 28361 w 170134"/>
              <a:gd name="csY51" fmla="*/ 106319 h 120489"/>
              <a:gd name="csX52" fmla="*/ 21267 w 170134"/>
              <a:gd name="csY52" fmla="*/ 99226 h 120489"/>
              <a:gd name="csX53" fmla="*/ 28361 w 170134"/>
              <a:gd name="csY53" fmla="*/ 92149 h 120489"/>
              <a:gd name="csX54" fmla="*/ 56706 w 170134"/>
              <a:gd name="csY54" fmla="*/ 92149 h 120489"/>
              <a:gd name="csX55" fmla="*/ 63800 w 170134"/>
              <a:gd name="csY55" fmla="*/ 99226 h 120489"/>
              <a:gd name="csX56" fmla="*/ 56706 w 170134"/>
              <a:gd name="csY56" fmla="*/ 106319 h 120489"/>
              <a:gd name="csX57" fmla="*/ 49628 w 170134"/>
              <a:gd name="csY57" fmla="*/ 99226 h 120489"/>
              <a:gd name="csX58" fmla="*/ 56706 w 170134"/>
              <a:gd name="csY58" fmla="*/ 92149 h 120489"/>
              <a:gd name="csX59" fmla="*/ 85067 w 170134"/>
              <a:gd name="csY59" fmla="*/ 92149 h 120489"/>
              <a:gd name="csX60" fmla="*/ 92162 w 170134"/>
              <a:gd name="csY60" fmla="*/ 99226 h 120489"/>
              <a:gd name="csX61" fmla="*/ 85067 w 170134"/>
              <a:gd name="csY61" fmla="*/ 106319 h 120489"/>
              <a:gd name="csX62" fmla="*/ 77973 w 170134"/>
              <a:gd name="csY62" fmla="*/ 99226 h 120489"/>
              <a:gd name="csX63" fmla="*/ 85067 w 170134"/>
              <a:gd name="csY63" fmla="*/ 92149 h 120489"/>
            </a:gdLst>
            <a:ahLst/>
            <a:cxnLst/>
            <a:rect l="l" t="t" r="r" b="b"/>
            <a:pathLst>
              <a:path w="100000" h="100000">
                <a:moveTo>
                  <a:pt x="11460" y="14590"/>
                </a:moveTo>
                <a:cubicBezTo>
                  <a:pt x="7470" y="14590"/>
                  <a:pt x="4170" y="17890"/>
                  <a:pt x="4170" y="21879"/>
                </a:cubicBezTo>
                <a:lnTo>
                  <a:pt x="4170" y="51045"/>
                </a:lnTo>
                <a:lnTo>
                  <a:pt x="4170" y="56124"/>
                </a:lnTo>
                <a:cubicBezTo>
                  <a:pt x="6690" y="54875"/>
                  <a:pt x="9520" y="54165"/>
                  <a:pt x="12500" y="54165"/>
                </a:cubicBezTo>
                <a:lnTo>
                  <a:pt x="54170" y="54165"/>
                </a:lnTo>
                <a:cubicBezTo>
                  <a:pt x="57150" y="54165"/>
                  <a:pt x="59980" y="54875"/>
                  <a:pt x="62500" y="56124"/>
                </a:cubicBezTo>
                <a:lnTo>
                  <a:pt x="62500" y="44796"/>
                </a:lnTo>
                <a:cubicBezTo>
                  <a:pt x="62500" y="39627"/>
                  <a:pt x="58290" y="35417"/>
                  <a:pt x="53120" y="35417"/>
                </a:cubicBezTo>
                <a:lnTo>
                  <a:pt x="39400" y="35417"/>
                </a:lnTo>
                <a:cubicBezTo>
                  <a:pt x="39340" y="35257"/>
                  <a:pt x="39270" y="35097"/>
                  <a:pt x="39190" y="34947"/>
                </a:cubicBezTo>
                <a:lnTo>
                  <a:pt x="31160" y="20479"/>
                </a:lnTo>
                <a:cubicBezTo>
                  <a:pt x="29140" y="16850"/>
                  <a:pt x="25300" y="14590"/>
                  <a:pt x="21140" y="14590"/>
                </a:cubicBezTo>
                <a:lnTo>
                  <a:pt x="11460" y="14590"/>
                </a:lnTo>
                <a:close/>
                <a:moveTo>
                  <a:pt x="11460" y="20839"/>
                </a:moveTo>
                <a:lnTo>
                  <a:pt x="21140" y="20839"/>
                </a:lnTo>
                <a:cubicBezTo>
                  <a:pt x="23040" y="20839"/>
                  <a:pt x="24770" y="21859"/>
                  <a:pt x="25690" y="23519"/>
                </a:cubicBezTo>
                <a:lnTo>
                  <a:pt x="32860" y="36417"/>
                </a:lnTo>
                <a:cubicBezTo>
                  <a:pt x="31940" y="36867"/>
                  <a:pt x="31070" y="37437"/>
                  <a:pt x="30330" y="38167"/>
                </a:cubicBezTo>
                <a:lnTo>
                  <a:pt x="27750" y="40756"/>
                </a:lnTo>
                <a:cubicBezTo>
                  <a:pt x="27170" y="41337"/>
                  <a:pt x="26350" y="41666"/>
                  <a:pt x="25540" y="41666"/>
                </a:cubicBezTo>
                <a:lnTo>
                  <a:pt x="13540" y="41666"/>
                </a:lnTo>
                <a:cubicBezTo>
                  <a:pt x="12440" y="41666"/>
                  <a:pt x="11400" y="41896"/>
                  <a:pt x="10420" y="42246"/>
                </a:cubicBezTo>
                <a:lnTo>
                  <a:pt x="10420" y="21879"/>
                </a:lnTo>
                <a:cubicBezTo>
                  <a:pt x="10420" y="21269"/>
                  <a:pt x="10840" y="20839"/>
                  <a:pt x="11460" y="20839"/>
                </a:cubicBezTo>
                <a:close/>
                <a:moveTo>
                  <a:pt x="75960" y="41676"/>
                </a:moveTo>
                <a:cubicBezTo>
                  <a:pt x="75140" y="41696"/>
                  <a:pt x="74370" y="42036"/>
                  <a:pt x="73800" y="42616"/>
                </a:cubicBezTo>
                <a:cubicBezTo>
                  <a:pt x="73240" y="43196"/>
                  <a:pt x="72920" y="43976"/>
                  <a:pt x="72920" y="44796"/>
                </a:cubicBezTo>
                <a:lnTo>
                  <a:pt x="72920" y="68753"/>
                </a:lnTo>
                <a:lnTo>
                  <a:pt x="65940" y="68753"/>
                </a:lnTo>
                <a:cubicBezTo>
                  <a:pt x="64220" y="63903"/>
                  <a:pt x="59600" y="60414"/>
                  <a:pt x="54170" y="60414"/>
                </a:cubicBezTo>
                <a:lnTo>
                  <a:pt x="12500" y="60414"/>
                </a:lnTo>
                <a:cubicBezTo>
                  <a:pt x="5610" y="60414"/>
                  <a:pt x="0" y="66023"/>
                  <a:pt x="0" y="72912"/>
                </a:cubicBezTo>
                <a:cubicBezTo>
                  <a:pt x="0" y="79811"/>
                  <a:pt x="5610" y="85411"/>
                  <a:pt x="12500" y="85411"/>
                </a:cubicBezTo>
                <a:lnTo>
                  <a:pt x="54170" y="85411"/>
                </a:lnTo>
                <a:cubicBezTo>
                  <a:pt x="60350" y="85411"/>
                  <a:pt x="65480" y="80901"/>
                  <a:pt x="66480" y="75002"/>
                </a:cubicBezTo>
                <a:lnTo>
                  <a:pt x="72920" y="75002"/>
                </a:lnTo>
                <a:lnTo>
                  <a:pt x="72920" y="82291"/>
                </a:lnTo>
                <a:cubicBezTo>
                  <a:pt x="72920" y="83121"/>
                  <a:pt x="73250" y="83911"/>
                  <a:pt x="73830" y="84501"/>
                </a:cubicBezTo>
                <a:cubicBezTo>
                  <a:pt x="74420" y="85080"/>
                  <a:pt x="75210" y="85411"/>
                  <a:pt x="76040" y="85411"/>
                </a:cubicBezTo>
                <a:lnTo>
                  <a:pt x="90850" y="85411"/>
                </a:lnTo>
                <a:lnTo>
                  <a:pt x="96870" y="85411"/>
                </a:lnTo>
                <a:cubicBezTo>
                  <a:pt x="97490" y="85411"/>
                  <a:pt x="98100" y="85230"/>
                  <a:pt x="98610" y="84890"/>
                </a:cubicBezTo>
                <a:cubicBezTo>
                  <a:pt x="99120" y="84541"/>
                  <a:pt x="99520" y="84051"/>
                  <a:pt x="99760" y="83481"/>
                </a:cubicBezTo>
                <a:cubicBezTo>
                  <a:pt x="100000" y="82911"/>
                  <a:pt x="100060" y="82281"/>
                  <a:pt x="99940" y="81681"/>
                </a:cubicBezTo>
                <a:cubicBezTo>
                  <a:pt x="99820" y="81071"/>
                  <a:pt x="99520" y="80521"/>
                  <a:pt x="99080" y="80081"/>
                </a:cubicBezTo>
                <a:cubicBezTo>
                  <a:pt x="99080" y="80081"/>
                  <a:pt x="83020" y="63754"/>
                  <a:pt x="79110" y="44176"/>
                </a:cubicBezTo>
                <a:cubicBezTo>
                  <a:pt x="78960" y="43456"/>
                  <a:pt x="78560" y="42806"/>
                  <a:pt x="77990" y="42356"/>
                </a:cubicBezTo>
                <a:cubicBezTo>
                  <a:pt x="77410" y="41896"/>
                  <a:pt x="76690" y="41656"/>
                  <a:pt x="75960" y="41676"/>
                </a:cubicBezTo>
                <a:close/>
                <a:moveTo>
                  <a:pt x="16670" y="68753"/>
                </a:moveTo>
                <a:cubicBezTo>
                  <a:pt x="18970" y="68753"/>
                  <a:pt x="20830" y="70612"/>
                  <a:pt x="20830" y="72912"/>
                </a:cubicBezTo>
                <a:cubicBezTo>
                  <a:pt x="20830" y="75222"/>
                  <a:pt x="18970" y="77081"/>
                  <a:pt x="16670" y="77081"/>
                </a:cubicBezTo>
                <a:cubicBezTo>
                  <a:pt x="14360" y="77081"/>
                  <a:pt x="12500" y="75222"/>
                  <a:pt x="12500" y="72912"/>
                </a:cubicBezTo>
                <a:cubicBezTo>
                  <a:pt x="12500" y="70612"/>
                  <a:pt x="14360" y="68753"/>
                  <a:pt x="16670" y="68753"/>
                </a:cubicBezTo>
                <a:close/>
                <a:moveTo>
                  <a:pt x="33330" y="68753"/>
                </a:moveTo>
                <a:cubicBezTo>
                  <a:pt x="35640" y="68753"/>
                  <a:pt x="37500" y="70612"/>
                  <a:pt x="37500" y="72912"/>
                </a:cubicBezTo>
                <a:cubicBezTo>
                  <a:pt x="37500" y="75222"/>
                  <a:pt x="35640" y="77081"/>
                  <a:pt x="33330" y="77081"/>
                </a:cubicBezTo>
                <a:cubicBezTo>
                  <a:pt x="31030" y="77081"/>
                  <a:pt x="29170" y="75222"/>
                  <a:pt x="29170" y="72912"/>
                </a:cubicBezTo>
                <a:cubicBezTo>
                  <a:pt x="29170" y="70612"/>
                  <a:pt x="31030" y="68753"/>
                  <a:pt x="33330" y="68753"/>
                </a:cubicBezTo>
                <a:close/>
                <a:moveTo>
                  <a:pt x="50000" y="68753"/>
                </a:moveTo>
                <a:cubicBezTo>
                  <a:pt x="52300" y="68753"/>
                  <a:pt x="54170" y="70612"/>
                  <a:pt x="54170" y="72912"/>
                </a:cubicBezTo>
                <a:cubicBezTo>
                  <a:pt x="54170" y="75222"/>
                  <a:pt x="52300" y="77081"/>
                  <a:pt x="50000" y="77081"/>
                </a:cubicBezTo>
                <a:cubicBezTo>
                  <a:pt x="47700" y="77081"/>
                  <a:pt x="45830" y="75222"/>
                  <a:pt x="45830" y="72912"/>
                </a:cubicBezTo>
                <a:cubicBezTo>
                  <a:pt x="45830" y="70612"/>
                  <a:pt x="47700" y="68753"/>
                  <a:pt x="50000" y="6875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0" name="Чёрный — SVG 5">
            <a:extLst>
              <a:ext uri="{FF2B5EF4-FFF2-40B4-BE49-F238E27FC236}">
                <a16:creationId xmlns:a16="http://schemas.microsoft.com/office/drawing/2014/main" id="{C2E2411E-E2B7-C348-992F-429939F0CCBD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85171 w 141973"/>
              <a:gd name="csY0" fmla="*/ 0 h 152385"/>
              <a:gd name="csX1" fmla="*/ 81105 w 141973"/>
              <a:gd name="csY1" fmla="*/ 1293 h 152385"/>
              <a:gd name="csX2" fmla="*/ 78519 w 141973"/>
              <a:gd name="csY2" fmla="*/ 4695 h 152385"/>
              <a:gd name="csX3" fmla="*/ 78349 w 141973"/>
              <a:gd name="csY3" fmla="*/ 8948 h 152385"/>
              <a:gd name="csX4" fmla="*/ 80663 w 141973"/>
              <a:gd name="csY4" fmla="*/ 12537 h 152385"/>
              <a:gd name="csX5" fmla="*/ 71017 w 141973"/>
              <a:gd name="csY5" fmla="*/ 14102 h 152385"/>
              <a:gd name="csX6" fmla="*/ 69298 w 141973"/>
              <a:gd name="csY6" fmla="*/ 14391 h 152385"/>
              <a:gd name="csX7" fmla="*/ 62850 w 141973"/>
              <a:gd name="csY7" fmla="*/ 15429 h 152385"/>
              <a:gd name="csX8" fmla="*/ 63905 w 141973"/>
              <a:gd name="csY8" fmla="*/ 11857 h 152385"/>
              <a:gd name="csX9" fmla="*/ 63002 w 141973"/>
              <a:gd name="csY9" fmla="*/ 8250 h 152385"/>
              <a:gd name="csX10" fmla="*/ 60416 w 141973"/>
              <a:gd name="csY10" fmla="*/ 5597 h 152385"/>
              <a:gd name="csX11" fmla="*/ 56827 w 141973"/>
              <a:gd name="csY11" fmla="*/ 4610 h 152385"/>
              <a:gd name="csX12" fmla="*/ 52760 w 141973"/>
              <a:gd name="csY12" fmla="*/ 5903 h 152385"/>
              <a:gd name="csX13" fmla="*/ 50175 w 141973"/>
              <a:gd name="csY13" fmla="*/ 9288 h 152385"/>
              <a:gd name="csX14" fmla="*/ 49987 w 141973"/>
              <a:gd name="csY14" fmla="*/ 13541 h 152385"/>
              <a:gd name="csX15" fmla="*/ 52302 w 141973"/>
              <a:gd name="csY15" fmla="*/ 17130 h 152385"/>
              <a:gd name="csX16" fmla="*/ 4579 w 141973"/>
              <a:gd name="csY16" fmla="*/ 24870 h 152385"/>
              <a:gd name="csX17" fmla="*/ 2588 w 141973"/>
              <a:gd name="csY17" fmla="*/ 25585 h 152385"/>
              <a:gd name="csX18" fmla="*/ 1040 w 141973"/>
              <a:gd name="csY18" fmla="*/ 26997 h 152385"/>
              <a:gd name="csX19" fmla="*/ 155 w 141973"/>
              <a:gd name="csY19" fmla="*/ 28885 h 152385"/>
              <a:gd name="csX20" fmla="*/ 70 w 141973"/>
              <a:gd name="csY20" fmla="*/ 30994 h 152385"/>
              <a:gd name="csX21" fmla="*/ 819 w 141973"/>
              <a:gd name="csY21" fmla="*/ 32968 h 152385"/>
              <a:gd name="csX22" fmla="*/ 2248 w 141973"/>
              <a:gd name="csY22" fmla="*/ 34482 h 152385"/>
              <a:gd name="csX23" fmla="*/ 4171 w 141973"/>
              <a:gd name="csY23" fmla="*/ 35332 h 152385"/>
              <a:gd name="csX24" fmla="*/ 6280 w 141973"/>
              <a:gd name="csY24" fmla="*/ 35366 h 152385"/>
              <a:gd name="csX25" fmla="*/ 65691 w 141973"/>
              <a:gd name="csY25" fmla="*/ 25738 h 152385"/>
              <a:gd name="csX26" fmla="*/ 65691 w 141973"/>
              <a:gd name="csY26" fmla="*/ 46066 h 152385"/>
              <a:gd name="csX27" fmla="*/ 53271 w 141973"/>
              <a:gd name="csY27" fmla="*/ 46066 h 152385"/>
              <a:gd name="csX28" fmla="*/ 46193 w 141973"/>
              <a:gd name="csY28" fmla="*/ 53160 h 152385"/>
              <a:gd name="csX29" fmla="*/ 46193 w 141973"/>
              <a:gd name="csY29" fmla="*/ 53194 h 152385"/>
              <a:gd name="csX30" fmla="*/ 28313 w 141973"/>
              <a:gd name="csY30" fmla="*/ 65867 h 152385"/>
              <a:gd name="csX31" fmla="*/ 21371 w 141973"/>
              <a:gd name="csY31" fmla="*/ 102781 h 152385"/>
              <a:gd name="csX32" fmla="*/ 21524 w 141973"/>
              <a:gd name="csY32" fmla="*/ 107510 h 152385"/>
              <a:gd name="csX33" fmla="*/ 21626 w 141973"/>
              <a:gd name="csY33" fmla="*/ 109296 h 152385"/>
              <a:gd name="csX34" fmla="*/ 28329 w 141973"/>
              <a:gd name="csY34" fmla="*/ 139695 h 152385"/>
              <a:gd name="csX35" fmla="*/ 46602 w 141973"/>
              <a:gd name="csY35" fmla="*/ 152385 h 152385"/>
              <a:gd name="csX36" fmla="*/ 95396 w 141973"/>
              <a:gd name="csY36" fmla="*/ 152385 h 152385"/>
              <a:gd name="csX37" fmla="*/ 113685 w 141973"/>
              <a:gd name="csY37" fmla="*/ 139695 h 152385"/>
              <a:gd name="csX38" fmla="*/ 113685 w 141973"/>
              <a:gd name="csY38" fmla="*/ 139678 h 152385"/>
              <a:gd name="csX39" fmla="*/ 120372 w 141973"/>
              <a:gd name="csY39" fmla="*/ 109296 h 152385"/>
              <a:gd name="csX40" fmla="*/ 120491 w 141973"/>
              <a:gd name="csY40" fmla="*/ 107476 h 152385"/>
              <a:gd name="csX41" fmla="*/ 120491 w 141973"/>
              <a:gd name="csY41" fmla="*/ 107476 h 152385"/>
              <a:gd name="csX42" fmla="*/ 120627 w 141973"/>
              <a:gd name="csY42" fmla="*/ 102781 h 152385"/>
              <a:gd name="csX43" fmla="*/ 113669 w 141973"/>
              <a:gd name="csY43" fmla="*/ 65867 h 152385"/>
              <a:gd name="csX44" fmla="*/ 95805 w 141973"/>
              <a:gd name="csY44" fmla="*/ 53194 h 152385"/>
              <a:gd name="csX45" fmla="*/ 95805 w 141973"/>
              <a:gd name="csY45" fmla="*/ 53160 h 152385"/>
              <a:gd name="csX46" fmla="*/ 88727 w 141973"/>
              <a:gd name="csY46" fmla="*/ 46066 h 152385"/>
              <a:gd name="csX47" fmla="*/ 76324 w 141973"/>
              <a:gd name="csY47" fmla="*/ 46066 h 152385"/>
              <a:gd name="csX48" fmla="*/ 76324 w 141973"/>
              <a:gd name="csY48" fmla="*/ 24020 h 152385"/>
              <a:gd name="csX49" fmla="*/ 137420 w 141973"/>
              <a:gd name="csY49" fmla="*/ 14102 h 152385"/>
              <a:gd name="csX50" fmla="*/ 140805 w 141973"/>
              <a:gd name="csY50" fmla="*/ 12163 h 152385"/>
              <a:gd name="csX51" fmla="*/ 141962 w 141973"/>
              <a:gd name="csY51" fmla="*/ 8437 h 152385"/>
              <a:gd name="csX52" fmla="*/ 140261 w 141973"/>
              <a:gd name="csY52" fmla="*/ 4933 h 152385"/>
              <a:gd name="csX53" fmla="*/ 136620 w 141973"/>
              <a:gd name="csY53" fmla="*/ 3538 h 152385"/>
              <a:gd name="csX54" fmla="*/ 135718 w 141973"/>
              <a:gd name="csY54" fmla="*/ 3606 h 152385"/>
              <a:gd name="csX55" fmla="*/ 91194 w 141973"/>
              <a:gd name="csY55" fmla="*/ 10836 h 152385"/>
              <a:gd name="csX56" fmla="*/ 92266 w 141973"/>
              <a:gd name="csY56" fmla="*/ 7264 h 152385"/>
              <a:gd name="csX57" fmla="*/ 91365 w 141973"/>
              <a:gd name="csY57" fmla="*/ 3640 h 152385"/>
              <a:gd name="csX58" fmla="*/ 88778 w 141973"/>
              <a:gd name="csY58" fmla="*/ 987 h 152385"/>
              <a:gd name="csX59" fmla="*/ 85171 w 141973"/>
              <a:gd name="csY59" fmla="*/ 0 h 152385"/>
              <a:gd name="csX60" fmla="*/ 46602 w 141973"/>
              <a:gd name="csY60" fmla="*/ 63792 h 152385"/>
              <a:gd name="csX61" fmla="*/ 65691 w 141973"/>
              <a:gd name="csY61" fmla="*/ 63792 h 152385"/>
              <a:gd name="csX62" fmla="*/ 65691 w 141973"/>
              <a:gd name="csY62" fmla="*/ 102781 h 152385"/>
              <a:gd name="csX63" fmla="*/ 32005 w 141973"/>
              <a:gd name="csY63" fmla="*/ 102781 h 152385"/>
              <a:gd name="csX64" fmla="*/ 38282 w 141973"/>
              <a:gd name="csY64" fmla="*/ 69575 h 152385"/>
              <a:gd name="csX65" fmla="*/ 46602 w 141973"/>
              <a:gd name="csY65" fmla="*/ 63792 h 152385"/>
              <a:gd name="csX66" fmla="*/ 76324 w 141973"/>
              <a:gd name="csY66" fmla="*/ 63792 h 152385"/>
              <a:gd name="csX67" fmla="*/ 95396 w 141973"/>
              <a:gd name="csY67" fmla="*/ 63792 h 152385"/>
              <a:gd name="csX68" fmla="*/ 103716 w 141973"/>
              <a:gd name="csY68" fmla="*/ 69575 h 152385"/>
              <a:gd name="csX69" fmla="*/ 103716 w 141973"/>
              <a:gd name="csY69" fmla="*/ 69575 h 152385"/>
              <a:gd name="csX70" fmla="*/ 109994 w 141973"/>
              <a:gd name="csY70" fmla="*/ 102781 h 152385"/>
              <a:gd name="csX71" fmla="*/ 76324 w 141973"/>
              <a:gd name="csY71" fmla="*/ 102781 h 152385"/>
              <a:gd name="csX72" fmla="*/ 76324 w 141973"/>
              <a:gd name="csY72" fmla="*/ 63792 h 152385"/>
            </a:gdLst>
            <a:ahLst/>
            <a:cxnLst/>
            <a:rect l="l" t="t" r="r" b="b"/>
            <a:pathLst>
              <a:path w="100000" h="100000">
                <a:moveTo>
                  <a:pt x="59308" y="0"/>
                </a:moveTo>
                <a:cubicBezTo>
                  <a:pt x="58359" y="0"/>
                  <a:pt x="57422" y="301"/>
                  <a:pt x="56640" y="849"/>
                </a:cubicBezTo>
                <a:cubicBezTo>
                  <a:pt x="55859" y="1395"/>
                  <a:pt x="55267" y="2177"/>
                  <a:pt x="54943" y="3081"/>
                </a:cubicBezTo>
                <a:cubicBezTo>
                  <a:pt x="54619" y="3974"/>
                  <a:pt x="54586" y="4957"/>
                  <a:pt x="54832" y="5872"/>
                </a:cubicBezTo>
                <a:cubicBezTo>
                  <a:pt x="55088" y="6799"/>
                  <a:pt x="55613" y="7625"/>
                  <a:pt x="56350" y="8227"/>
                </a:cubicBezTo>
                <a:lnTo>
                  <a:pt x="50020" y="9254"/>
                </a:lnTo>
                <a:cubicBezTo>
                  <a:pt x="49640" y="9254"/>
                  <a:pt x="49260" y="9321"/>
                  <a:pt x="48892" y="9444"/>
                </a:cubicBezTo>
                <a:lnTo>
                  <a:pt x="44661" y="10125"/>
                </a:lnTo>
                <a:cubicBezTo>
                  <a:pt x="45096" y="9422"/>
                  <a:pt x="45331" y="8618"/>
                  <a:pt x="45353" y="7781"/>
                </a:cubicBezTo>
                <a:cubicBezTo>
                  <a:pt x="45375" y="6955"/>
                  <a:pt x="45174" y="6140"/>
                  <a:pt x="44760" y="5414"/>
                </a:cubicBezTo>
                <a:cubicBezTo>
                  <a:pt x="44359" y="4689"/>
                  <a:pt x="43778" y="4086"/>
                  <a:pt x="43063" y="3673"/>
                </a:cubicBezTo>
                <a:cubicBezTo>
                  <a:pt x="42349" y="3248"/>
                  <a:pt x="41534" y="3025"/>
                  <a:pt x="40708" y="3025"/>
                </a:cubicBezTo>
                <a:cubicBezTo>
                  <a:pt x="39748" y="3025"/>
                  <a:pt x="38821" y="3326"/>
                  <a:pt x="38039" y="3874"/>
                </a:cubicBezTo>
                <a:cubicBezTo>
                  <a:pt x="37258" y="4420"/>
                  <a:pt x="36666" y="5202"/>
                  <a:pt x="36343" y="6095"/>
                </a:cubicBezTo>
                <a:cubicBezTo>
                  <a:pt x="36019" y="6988"/>
                  <a:pt x="35975" y="7971"/>
                  <a:pt x="36219" y="8886"/>
                </a:cubicBezTo>
                <a:cubicBezTo>
                  <a:pt x="36477" y="9813"/>
                  <a:pt x="37002" y="10639"/>
                  <a:pt x="37739" y="11241"/>
                </a:cubicBezTo>
                <a:lnTo>
                  <a:pt x="6421" y="16321"/>
                </a:lnTo>
                <a:cubicBezTo>
                  <a:pt x="5963" y="16387"/>
                  <a:pt x="5517" y="16544"/>
                  <a:pt x="5115" y="16790"/>
                </a:cubicBezTo>
                <a:cubicBezTo>
                  <a:pt x="4724" y="17024"/>
                  <a:pt x="4378" y="17336"/>
                  <a:pt x="4099" y="17716"/>
                </a:cubicBezTo>
                <a:cubicBezTo>
                  <a:pt x="3819" y="18084"/>
                  <a:pt x="3619" y="18508"/>
                  <a:pt x="3518" y="18955"/>
                </a:cubicBezTo>
                <a:cubicBezTo>
                  <a:pt x="3407" y="19413"/>
                  <a:pt x="3385" y="19882"/>
                  <a:pt x="3462" y="20339"/>
                </a:cubicBezTo>
                <a:cubicBezTo>
                  <a:pt x="3540" y="20797"/>
                  <a:pt x="3697" y="21232"/>
                  <a:pt x="3954" y="21635"/>
                </a:cubicBezTo>
                <a:cubicBezTo>
                  <a:pt x="4199" y="22025"/>
                  <a:pt x="4512" y="22360"/>
                  <a:pt x="4892" y="22628"/>
                </a:cubicBezTo>
                <a:cubicBezTo>
                  <a:pt x="5272" y="22896"/>
                  <a:pt x="5707" y="23086"/>
                  <a:pt x="6153" y="23186"/>
                </a:cubicBezTo>
                <a:cubicBezTo>
                  <a:pt x="6611" y="23286"/>
                  <a:pt x="7079" y="23298"/>
                  <a:pt x="7537" y="23208"/>
                </a:cubicBezTo>
                <a:lnTo>
                  <a:pt x="46525" y="16890"/>
                </a:lnTo>
                <a:lnTo>
                  <a:pt x="46525" y="30230"/>
                </a:lnTo>
                <a:lnTo>
                  <a:pt x="38375" y="30230"/>
                </a:lnTo>
                <a:cubicBezTo>
                  <a:pt x="35807" y="30230"/>
                  <a:pt x="33730" y="32317"/>
                  <a:pt x="33730" y="34885"/>
                </a:cubicBezTo>
                <a:lnTo>
                  <a:pt x="33730" y="34908"/>
                </a:lnTo>
                <a:cubicBezTo>
                  <a:pt x="28494" y="35019"/>
                  <a:pt x="23826" y="38312"/>
                  <a:pt x="21996" y="43224"/>
                </a:cubicBezTo>
                <a:cubicBezTo>
                  <a:pt x="19930" y="48783"/>
                  <a:pt x="17441" y="57457"/>
                  <a:pt x="17441" y="67448"/>
                </a:cubicBezTo>
                <a:cubicBezTo>
                  <a:pt x="17441" y="68498"/>
                  <a:pt x="17485" y="69536"/>
                  <a:pt x="17541" y="70552"/>
                </a:cubicBezTo>
                <a:cubicBezTo>
                  <a:pt x="17496" y="70943"/>
                  <a:pt x="17519" y="71344"/>
                  <a:pt x="17608" y="71724"/>
                </a:cubicBezTo>
                <a:cubicBezTo>
                  <a:pt x="18178" y="79885"/>
                  <a:pt x="20232" y="86917"/>
                  <a:pt x="22007" y="91672"/>
                </a:cubicBezTo>
                <a:cubicBezTo>
                  <a:pt x="23871" y="96662"/>
                  <a:pt x="28661" y="100000"/>
                  <a:pt x="33998" y="100000"/>
                </a:cubicBezTo>
                <a:lnTo>
                  <a:pt x="66018" y="100000"/>
                </a:lnTo>
                <a:cubicBezTo>
                  <a:pt x="71367" y="100000"/>
                  <a:pt x="76156" y="96662"/>
                  <a:pt x="78020" y="91672"/>
                </a:cubicBezTo>
                <a:lnTo>
                  <a:pt x="78020" y="91661"/>
                </a:lnTo>
                <a:cubicBezTo>
                  <a:pt x="79785" y="86917"/>
                  <a:pt x="81839" y="79885"/>
                  <a:pt x="82408" y="71724"/>
                </a:cubicBezTo>
                <a:cubicBezTo>
                  <a:pt x="82498" y="71333"/>
                  <a:pt x="82520" y="70932"/>
                  <a:pt x="82486" y="70529"/>
                </a:cubicBezTo>
                <a:lnTo>
                  <a:pt x="82486" y="70529"/>
                </a:lnTo>
                <a:cubicBezTo>
                  <a:pt x="82531" y="69513"/>
                  <a:pt x="82576" y="68486"/>
                  <a:pt x="82576" y="67448"/>
                </a:cubicBezTo>
                <a:cubicBezTo>
                  <a:pt x="82576" y="57457"/>
                  <a:pt x="80086" y="48783"/>
                  <a:pt x="78010" y="43224"/>
                </a:cubicBezTo>
                <a:cubicBezTo>
                  <a:pt x="76178" y="38312"/>
                  <a:pt x="71523" y="35019"/>
                  <a:pt x="66287" y="34908"/>
                </a:cubicBezTo>
                <a:lnTo>
                  <a:pt x="66287" y="34885"/>
                </a:lnTo>
                <a:cubicBezTo>
                  <a:pt x="66287" y="32317"/>
                  <a:pt x="64210" y="30230"/>
                  <a:pt x="61642" y="30230"/>
                </a:cubicBezTo>
                <a:lnTo>
                  <a:pt x="53503" y="30230"/>
                </a:lnTo>
                <a:lnTo>
                  <a:pt x="53503" y="15763"/>
                </a:lnTo>
                <a:lnTo>
                  <a:pt x="93596" y="9254"/>
                </a:lnTo>
                <a:cubicBezTo>
                  <a:pt x="94478" y="9131"/>
                  <a:pt x="95271" y="8674"/>
                  <a:pt x="95817" y="7982"/>
                </a:cubicBezTo>
                <a:cubicBezTo>
                  <a:pt x="96364" y="7289"/>
                  <a:pt x="96633" y="6419"/>
                  <a:pt x="96576" y="5537"/>
                </a:cubicBezTo>
                <a:cubicBezTo>
                  <a:pt x="96509" y="4666"/>
                  <a:pt x="96108" y="3840"/>
                  <a:pt x="95460" y="3237"/>
                </a:cubicBezTo>
                <a:cubicBezTo>
                  <a:pt x="94801" y="2646"/>
                  <a:pt x="93953" y="2311"/>
                  <a:pt x="93071" y="2322"/>
                </a:cubicBezTo>
                <a:cubicBezTo>
                  <a:pt x="92870" y="2322"/>
                  <a:pt x="92680" y="2333"/>
                  <a:pt x="92479" y="2366"/>
                </a:cubicBezTo>
                <a:lnTo>
                  <a:pt x="63261" y="7111"/>
                </a:lnTo>
                <a:cubicBezTo>
                  <a:pt x="63697" y="6407"/>
                  <a:pt x="63942" y="5593"/>
                  <a:pt x="63964" y="4767"/>
                </a:cubicBezTo>
                <a:cubicBezTo>
                  <a:pt x="63987" y="3941"/>
                  <a:pt x="63785" y="3114"/>
                  <a:pt x="63373" y="2389"/>
                </a:cubicBezTo>
                <a:cubicBezTo>
                  <a:pt x="62970" y="1664"/>
                  <a:pt x="62390" y="1060"/>
                  <a:pt x="61675" y="648"/>
                </a:cubicBezTo>
                <a:cubicBezTo>
                  <a:pt x="60961" y="223"/>
                  <a:pt x="60146" y="0"/>
                  <a:pt x="59308" y="0"/>
                </a:cubicBezTo>
                <a:close/>
                <a:moveTo>
                  <a:pt x="33998" y="41862"/>
                </a:moveTo>
                <a:lnTo>
                  <a:pt x="46525" y="41862"/>
                </a:lnTo>
                <a:lnTo>
                  <a:pt x="46525" y="67448"/>
                </a:lnTo>
                <a:lnTo>
                  <a:pt x="24419" y="67448"/>
                </a:lnTo>
                <a:cubicBezTo>
                  <a:pt x="24419" y="58629"/>
                  <a:pt x="26663" y="50692"/>
                  <a:pt x="28538" y="45657"/>
                </a:cubicBezTo>
                <a:cubicBezTo>
                  <a:pt x="29398" y="43358"/>
                  <a:pt x="31553" y="41862"/>
                  <a:pt x="33998" y="41862"/>
                </a:cubicBezTo>
                <a:close/>
                <a:moveTo>
                  <a:pt x="53503" y="41862"/>
                </a:moveTo>
                <a:lnTo>
                  <a:pt x="66018" y="41862"/>
                </a:lnTo>
                <a:cubicBezTo>
                  <a:pt x="68475" y="41862"/>
                  <a:pt x="70618" y="43358"/>
                  <a:pt x="71478" y="45657"/>
                </a:cubicBezTo>
                <a:lnTo>
                  <a:pt x="71478" y="45657"/>
                </a:lnTo>
                <a:cubicBezTo>
                  <a:pt x="73354" y="50692"/>
                  <a:pt x="75598" y="58629"/>
                  <a:pt x="75598" y="67448"/>
                </a:cubicBezTo>
                <a:lnTo>
                  <a:pt x="53503" y="67448"/>
                </a:lnTo>
                <a:lnTo>
                  <a:pt x="53503" y="4186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1" name="Чёрный — SVG 6">
            <a:extLst>
              <a:ext uri="{FF2B5EF4-FFF2-40B4-BE49-F238E27FC236}">
                <a16:creationId xmlns:a16="http://schemas.microsoft.com/office/drawing/2014/main" id="{F11C2EBE-AF33-534B-870B-69F9323183C1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19494 w 155956"/>
              <a:gd name="csY0" fmla="*/ 0 h 134676"/>
              <a:gd name="csX1" fmla="*/ 0 w 155956"/>
              <a:gd name="csY1" fmla="*/ 19495 h 134676"/>
              <a:gd name="csX2" fmla="*/ 0 w 155956"/>
              <a:gd name="csY2" fmla="*/ 104550 h 134676"/>
              <a:gd name="csX3" fmla="*/ 15950 w 155956"/>
              <a:gd name="csY3" fmla="*/ 120490 h 134676"/>
              <a:gd name="csX4" fmla="*/ 25165 w 155956"/>
              <a:gd name="csY4" fmla="*/ 120490 h 134676"/>
              <a:gd name="csX5" fmla="*/ 29256 w 155956"/>
              <a:gd name="csY5" fmla="*/ 129012 h 134676"/>
              <a:gd name="csX6" fmla="*/ 42534 w 155956"/>
              <a:gd name="csY6" fmla="*/ 134677 h 134676"/>
              <a:gd name="csX7" fmla="*/ 55811 w 155956"/>
              <a:gd name="csY7" fmla="*/ 129012 h 134676"/>
              <a:gd name="csX8" fmla="*/ 59902 w 155956"/>
              <a:gd name="csY8" fmla="*/ 120490 h 134676"/>
              <a:gd name="csX9" fmla="*/ 92157 w 155956"/>
              <a:gd name="csY9" fmla="*/ 120490 h 134676"/>
              <a:gd name="csX10" fmla="*/ 92157 w 155956"/>
              <a:gd name="csY10" fmla="*/ 49621 h 134676"/>
              <a:gd name="csX11" fmla="*/ 102790 w 155956"/>
              <a:gd name="csY11" fmla="*/ 38990 h 134676"/>
              <a:gd name="csX12" fmla="*/ 132917 w 155956"/>
              <a:gd name="csY12" fmla="*/ 38990 h 134676"/>
              <a:gd name="csX13" fmla="*/ 152411 w 155956"/>
              <a:gd name="csY13" fmla="*/ 19495 h 134676"/>
              <a:gd name="csX14" fmla="*/ 132917 w 155956"/>
              <a:gd name="csY14" fmla="*/ 0 h 134676"/>
              <a:gd name="csX15" fmla="*/ 19494 w 155956"/>
              <a:gd name="csY15" fmla="*/ 0 h 134676"/>
              <a:gd name="csX16" fmla="*/ 118740 w 155956"/>
              <a:gd name="csY16" fmla="*/ 14170 h 134676"/>
              <a:gd name="csX17" fmla="*/ 132917 w 155956"/>
              <a:gd name="csY17" fmla="*/ 14170 h 134676"/>
              <a:gd name="csX18" fmla="*/ 138234 w 155956"/>
              <a:gd name="csY18" fmla="*/ 19495 h 134676"/>
              <a:gd name="csX19" fmla="*/ 132917 w 155956"/>
              <a:gd name="csY19" fmla="*/ 24802 h 134676"/>
              <a:gd name="csX20" fmla="*/ 118740 w 155956"/>
              <a:gd name="csY20" fmla="*/ 24802 h 134676"/>
              <a:gd name="csX21" fmla="*/ 113423 w 155956"/>
              <a:gd name="csY21" fmla="*/ 19495 h 134676"/>
              <a:gd name="csX22" fmla="*/ 118740 w 155956"/>
              <a:gd name="csY22" fmla="*/ 14170 h 134676"/>
              <a:gd name="csX23" fmla="*/ 28356 w 155956"/>
              <a:gd name="csY23" fmla="*/ 38990 h 134676"/>
              <a:gd name="csX24" fmla="*/ 70890 w 155956"/>
              <a:gd name="csY24" fmla="*/ 38990 h 134676"/>
              <a:gd name="csX25" fmla="*/ 70890 w 155956"/>
              <a:gd name="csY25" fmla="*/ 74424 h 134676"/>
              <a:gd name="csX26" fmla="*/ 28356 w 155956"/>
              <a:gd name="csY26" fmla="*/ 74424 h 134676"/>
              <a:gd name="csX27" fmla="*/ 28356 w 155956"/>
              <a:gd name="csY27" fmla="*/ 38990 h 134676"/>
              <a:gd name="csX28" fmla="*/ 106334 w 155956"/>
              <a:gd name="csY28" fmla="*/ 46066 h 134676"/>
              <a:gd name="csX29" fmla="*/ 99244 w 155956"/>
              <a:gd name="csY29" fmla="*/ 53160 h 134676"/>
              <a:gd name="csX30" fmla="*/ 99244 w 155956"/>
              <a:gd name="csY30" fmla="*/ 120490 h 134676"/>
              <a:gd name="csX31" fmla="*/ 106688 w 155956"/>
              <a:gd name="csY31" fmla="*/ 120490 h 134676"/>
              <a:gd name="csX32" fmla="*/ 110778 w 155956"/>
              <a:gd name="csY32" fmla="*/ 129012 h 134676"/>
              <a:gd name="csX33" fmla="*/ 124057 w 155956"/>
              <a:gd name="csY33" fmla="*/ 134677 h 134676"/>
              <a:gd name="csX34" fmla="*/ 137334 w 155956"/>
              <a:gd name="csY34" fmla="*/ 129012 h 134676"/>
              <a:gd name="csX35" fmla="*/ 141460 w 155956"/>
              <a:gd name="csY35" fmla="*/ 120354 h 134676"/>
              <a:gd name="csX36" fmla="*/ 155957 w 155956"/>
              <a:gd name="csY36" fmla="*/ 104550 h 134676"/>
              <a:gd name="csX37" fmla="*/ 155957 w 155956"/>
              <a:gd name="csY37" fmla="*/ 79731 h 134676"/>
              <a:gd name="csX38" fmla="*/ 122284 w 155956"/>
              <a:gd name="csY38" fmla="*/ 46066 h 134676"/>
              <a:gd name="csX39" fmla="*/ 106334 w 155956"/>
              <a:gd name="csY39" fmla="*/ 46066 h 134676"/>
              <a:gd name="csX40" fmla="*/ 42534 w 155956"/>
              <a:gd name="csY40" fmla="*/ 109858 h 134676"/>
              <a:gd name="csX41" fmla="*/ 47864 w 155956"/>
              <a:gd name="csY41" fmla="*/ 111950 h 134676"/>
              <a:gd name="csX42" fmla="*/ 49623 w 155956"/>
              <a:gd name="csY42" fmla="*/ 116951 h 134676"/>
              <a:gd name="csX43" fmla="*/ 47864 w 155956"/>
              <a:gd name="csY43" fmla="*/ 121953 h 134676"/>
              <a:gd name="csX44" fmla="*/ 42534 w 155956"/>
              <a:gd name="csY44" fmla="*/ 124045 h 134676"/>
              <a:gd name="csX45" fmla="*/ 37203 w 155956"/>
              <a:gd name="csY45" fmla="*/ 121953 h 134676"/>
              <a:gd name="csX46" fmla="*/ 35444 w 155956"/>
              <a:gd name="csY46" fmla="*/ 116951 h 134676"/>
              <a:gd name="csX47" fmla="*/ 37203 w 155956"/>
              <a:gd name="csY47" fmla="*/ 111950 h 134676"/>
              <a:gd name="csX48" fmla="*/ 42534 w 155956"/>
              <a:gd name="csY48" fmla="*/ 109858 h 134676"/>
              <a:gd name="csX49" fmla="*/ 124057 w 155956"/>
              <a:gd name="csY49" fmla="*/ 109858 h 134676"/>
              <a:gd name="csX50" fmla="*/ 129387 w 155956"/>
              <a:gd name="csY50" fmla="*/ 111950 h 134676"/>
              <a:gd name="csX51" fmla="*/ 131144 w 155956"/>
              <a:gd name="csY51" fmla="*/ 116951 h 134676"/>
              <a:gd name="csX52" fmla="*/ 129387 w 155956"/>
              <a:gd name="csY52" fmla="*/ 121953 h 134676"/>
              <a:gd name="csX53" fmla="*/ 124057 w 155956"/>
              <a:gd name="csY53" fmla="*/ 124045 h 134676"/>
              <a:gd name="csX54" fmla="*/ 118726 w 155956"/>
              <a:gd name="csY54" fmla="*/ 121953 h 134676"/>
              <a:gd name="csX55" fmla="*/ 116967 w 155956"/>
              <a:gd name="csY55" fmla="*/ 116951 h 134676"/>
              <a:gd name="csX56" fmla="*/ 118726 w 155956"/>
              <a:gd name="csY56" fmla="*/ 111950 h 134676"/>
              <a:gd name="csX57" fmla="*/ 124057 w 155956"/>
              <a:gd name="csY57" fmla="*/ 109858 h 134676"/>
            </a:gdLst>
            <a:ahLst/>
            <a:cxnLst/>
            <a:rect l="l" t="t" r="r" b="b"/>
            <a:pathLst>
              <a:path w="100000" h="100000">
                <a:moveTo>
                  <a:pt x="12500" y="6822"/>
                </a:moveTo>
                <a:cubicBezTo>
                  <a:pt x="5595" y="6822"/>
                  <a:pt x="0" y="12418"/>
                  <a:pt x="0" y="19323"/>
                </a:cubicBezTo>
                <a:lnTo>
                  <a:pt x="0" y="73861"/>
                </a:lnTo>
                <a:cubicBezTo>
                  <a:pt x="0" y="79511"/>
                  <a:pt x="4579" y="84081"/>
                  <a:pt x="10227" y="84081"/>
                </a:cubicBezTo>
                <a:lnTo>
                  <a:pt x="16136" y="84081"/>
                </a:lnTo>
                <a:cubicBezTo>
                  <a:pt x="16503" y="86056"/>
                  <a:pt x="17348" y="87954"/>
                  <a:pt x="18759" y="89546"/>
                </a:cubicBezTo>
                <a:cubicBezTo>
                  <a:pt x="20710" y="91738"/>
                  <a:pt x="23769" y="93178"/>
                  <a:pt x="27273" y="93178"/>
                </a:cubicBezTo>
                <a:cubicBezTo>
                  <a:pt x="30777" y="93178"/>
                  <a:pt x="33836" y="91738"/>
                  <a:pt x="35786" y="89546"/>
                </a:cubicBezTo>
                <a:cubicBezTo>
                  <a:pt x="37198" y="87954"/>
                  <a:pt x="38042" y="86056"/>
                  <a:pt x="38410" y="84081"/>
                </a:cubicBezTo>
                <a:lnTo>
                  <a:pt x="59092" y="84081"/>
                </a:lnTo>
                <a:lnTo>
                  <a:pt x="59092" y="38640"/>
                </a:lnTo>
                <a:cubicBezTo>
                  <a:pt x="59092" y="34866"/>
                  <a:pt x="62144" y="31823"/>
                  <a:pt x="65910" y="31823"/>
                </a:cubicBezTo>
                <a:lnTo>
                  <a:pt x="85227" y="31823"/>
                </a:lnTo>
                <a:cubicBezTo>
                  <a:pt x="92132" y="31823"/>
                  <a:pt x="97727" y="26227"/>
                  <a:pt x="97727" y="19323"/>
                </a:cubicBezTo>
                <a:cubicBezTo>
                  <a:pt x="97727" y="12418"/>
                  <a:pt x="92132" y="6822"/>
                  <a:pt x="85227" y="6822"/>
                </a:cubicBezTo>
                <a:lnTo>
                  <a:pt x="12500" y="6822"/>
                </a:lnTo>
                <a:close/>
                <a:moveTo>
                  <a:pt x="76137" y="15908"/>
                </a:moveTo>
                <a:lnTo>
                  <a:pt x="85227" y="15908"/>
                </a:lnTo>
                <a:cubicBezTo>
                  <a:pt x="87111" y="15908"/>
                  <a:pt x="88637" y="17436"/>
                  <a:pt x="88637" y="19323"/>
                </a:cubicBezTo>
                <a:cubicBezTo>
                  <a:pt x="88637" y="21210"/>
                  <a:pt x="87111" y="22726"/>
                  <a:pt x="85227" y="22726"/>
                </a:cubicBezTo>
                <a:lnTo>
                  <a:pt x="76137" y="22726"/>
                </a:lnTo>
                <a:cubicBezTo>
                  <a:pt x="74253" y="22726"/>
                  <a:pt x="72728" y="21210"/>
                  <a:pt x="72728" y="19323"/>
                </a:cubicBezTo>
                <a:cubicBezTo>
                  <a:pt x="72728" y="17436"/>
                  <a:pt x="74253" y="15908"/>
                  <a:pt x="76137" y="15908"/>
                </a:cubicBezTo>
                <a:close/>
                <a:moveTo>
                  <a:pt x="18182" y="31823"/>
                </a:moveTo>
                <a:lnTo>
                  <a:pt x="45455" y="31823"/>
                </a:lnTo>
                <a:lnTo>
                  <a:pt x="45455" y="54544"/>
                </a:lnTo>
                <a:lnTo>
                  <a:pt x="18182" y="54544"/>
                </a:lnTo>
                <a:lnTo>
                  <a:pt x="18182" y="31823"/>
                </a:lnTo>
                <a:close/>
                <a:moveTo>
                  <a:pt x="68182" y="36360"/>
                </a:moveTo>
                <a:cubicBezTo>
                  <a:pt x="65670" y="36360"/>
                  <a:pt x="63636" y="38400"/>
                  <a:pt x="63636" y="40909"/>
                </a:cubicBezTo>
                <a:lnTo>
                  <a:pt x="63636" y="84081"/>
                </a:lnTo>
                <a:lnTo>
                  <a:pt x="68409" y="84081"/>
                </a:lnTo>
                <a:cubicBezTo>
                  <a:pt x="68776" y="86056"/>
                  <a:pt x="69620" y="87954"/>
                  <a:pt x="71032" y="89546"/>
                </a:cubicBezTo>
                <a:cubicBezTo>
                  <a:pt x="72982" y="91738"/>
                  <a:pt x="76042" y="93178"/>
                  <a:pt x="79546" y="93178"/>
                </a:cubicBezTo>
                <a:cubicBezTo>
                  <a:pt x="83049" y="93178"/>
                  <a:pt x="86109" y="91738"/>
                  <a:pt x="88059" y="89546"/>
                </a:cubicBezTo>
                <a:cubicBezTo>
                  <a:pt x="89493" y="87932"/>
                  <a:pt x="90347" y="85990"/>
                  <a:pt x="90705" y="83994"/>
                </a:cubicBezTo>
                <a:cubicBezTo>
                  <a:pt x="95908" y="83514"/>
                  <a:pt x="100001" y="79184"/>
                  <a:pt x="100001" y="73861"/>
                </a:cubicBezTo>
                <a:lnTo>
                  <a:pt x="100001" y="57946"/>
                </a:lnTo>
                <a:cubicBezTo>
                  <a:pt x="100001" y="46025"/>
                  <a:pt x="90334" y="36360"/>
                  <a:pt x="78409" y="36360"/>
                </a:cubicBezTo>
                <a:lnTo>
                  <a:pt x="68182" y="36360"/>
                </a:lnTo>
                <a:close/>
                <a:moveTo>
                  <a:pt x="27273" y="77264"/>
                </a:moveTo>
                <a:cubicBezTo>
                  <a:pt x="29072" y="77264"/>
                  <a:pt x="29991" y="77820"/>
                  <a:pt x="30691" y="78606"/>
                </a:cubicBezTo>
                <a:cubicBezTo>
                  <a:pt x="31392" y="79402"/>
                  <a:pt x="31819" y="80580"/>
                  <a:pt x="31819" y="81812"/>
                </a:cubicBezTo>
                <a:cubicBezTo>
                  <a:pt x="31819" y="83045"/>
                  <a:pt x="31392" y="84223"/>
                  <a:pt x="30691" y="85019"/>
                </a:cubicBezTo>
                <a:cubicBezTo>
                  <a:pt x="29991" y="85804"/>
                  <a:pt x="29072" y="86361"/>
                  <a:pt x="27273" y="86361"/>
                </a:cubicBezTo>
                <a:cubicBezTo>
                  <a:pt x="25474" y="86361"/>
                  <a:pt x="24555" y="85804"/>
                  <a:pt x="23855" y="85019"/>
                </a:cubicBezTo>
                <a:cubicBezTo>
                  <a:pt x="23153" y="84223"/>
                  <a:pt x="22727" y="83045"/>
                  <a:pt x="22727" y="81812"/>
                </a:cubicBezTo>
                <a:cubicBezTo>
                  <a:pt x="22727" y="80580"/>
                  <a:pt x="23153" y="79402"/>
                  <a:pt x="23855" y="78606"/>
                </a:cubicBezTo>
                <a:cubicBezTo>
                  <a:pt x="24555" y="77820"/>
                  <a:pt x="25474" y="77264"/>
                  <a:pt x="27273" y="77264"/>
                </a:cubicBezTo>
                <a:close/>
                <a:moveTo>
                  <a:pt x="79546" y="77264"/>
                </a:moveTo>
                <a:cubicBezTo>
                  <a:pt x="81345" y="77264"/>
                  <a:pt x="82262" y="77820"/>
                  <a:pt x="82964" y="78606"/>
                </a:cubicBezTo>
                <a:cubicBezTo>
                  <a:pt x="83664" y="79402"/>
                  <a:pt x="84090" y="80580"/>
                  <a:pt x="84090" y="81812"/>
                </a:cubicBezTo>
                <a:cubicBezTo>
                  <a:pt x="84090" y="83045"/>
                  <a:pt x="83664" y="84223"/>
                  <a:pt x="82964" y="85019"/>
                </a:cubicBezTo>
                <a:cubicBezTo>
                  <a:pt x="82262" y="85804"/>
                  <a:pt x="81345" y="86361"/>
                  <a:pt x="79546" y="86361"/>
                </a:cubicBezTo>
                <a:cubicBezTo>
                  <a:pt x="77746" y="86361"/>
                  <a:pt x="76829" y="85804"/>
                  <a:pt x="76128" y="85019"/>
                </a:cubicBezTo>
                <a:cubicBezTo>
                  <a:pt x="75426" y="84223"/>
                  <a:pt x="75000" y="83045"/>
                  <a:pt x="75000" y="81812"/>
                </a:cubicBezTo>
                <a:cubicBezTo>
                  <a:pt x="75000" y="80580"/>
                  <a:pt x="75426" y="79402"/>
                  <a:pt x="76128" y="78606"/>
                </a:cubicBezTo>
                <a:cubicBezTo>
                  <a:pt x="76829" y="77820"/>
                  <a:pt x="77746" y="77264"/>
                  <a:pt x="79546" y="7726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2" name="Чёрный — SVG 7">
            <a:extLst>
              <a:ext uri="{FF2B5EF4-FFF2-40B4-BE49-F238E27FC236}">
                <a16:creationId xmlns:a16="http://schemas.microsoft.com/office/drawing/2014/main" id="{E9894B86-430F-1D43-BF35-D748FAAA7A6A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37189 w 152470"/>
              <a:gd name="csY0" fmla="*/ 1 h 138301"/>
              <a:gd name="csX1" fmla="*/ 33463 w 152470"/>
              <a:gd name="csY1" fmla="*/ 1617 h 138301"/>
              <a:gd name="csX2" fmla="*/ 31949 w 152470"/>
              <a:gd name="csY2" fmla="*/ 5394 h 138301"/>
              <a:gd name="csX3" fmla="*/ 31949 w 152470"/>
              <a:gd name="csY3" fmla="*/ 17795 h 138301"/>
              <a:gd name="csX4" fmla="*/ 30179 w 152470"/>
              <a:gd name="csY4" fmla="*/ 17795 h 138301"/>
              <a:gd name="csX5" fmla="*/ 17776 w 152470"/>
              <a:gd name="csY5" fmla="*/ 30196 h 138301"/>
              <a:gd name="csX6" fmla="*/ 17776 w 152470"/>
              <a:gd name="csY6" fmla="*/ 60323 h 138301"/>
              <a:gd name="csX7" fmla="*/ 60310 w 152470"/>
              <a:gd name="csY7" fmla="*/ 60323 h 138301"/>
              <a:gd name="csX8" fmla="*/ 60310 w 152470"/>
              <a:gd name="csY8" fmla="*/ 46850 h 138301"/>
              <a:gd name="csX9" fmla="*/ 65924 w 152470"/>
              <a:gd name="csY9" fmla="*/ 40964 h 138301"/>
              <a:gd name="csX10" fmla="*/ 67404 w 152470"/>
              <a:gd name="csY10" fmla="*/ 37290 h 138301"/>
              <a:gd name="csX11" fmla="*/ 67404 w 152470"/>
              <a:gd name="csY11" fmla="*/ 30196 h 138301"/>
              <a:gd name="csX12" fmla="*/ 55002 w 152470"/>
              <a:gd name="csY12" fmla="*/ 17795 h 138301"/>
              <a:gd name="csX13" fmla="*/ 42582 w 152470"/>
              <a:gd name="csY13" fmla="*/ 17795 h 138301"/>
              <a:gd name="csX14" fmla="*/ 42582 w 152470"/>
              <a:gd name="csY14" fmla="*/ 5394 h 138301"/>
              <a:gd name="csX15" fmla="*/ 42191 w 152470"/>
              <a:gd name="csY15" fmla="*/ 3319 h 138301"/>
              <a:gd name="csX16" fmla="*/ 41034 w 152470"/>
              <a:gd name="csY16" fmla="*/ 1549 h 138301"/>
              <a:gd name="csX17" fmla="*/ 39264 w 152470"/>
              <a:gd name="csY17" fmla="*/ 393 h 138301"/>
              <a:gd name="csX18" fmla="*/ 37189 w 152470"/>
              <a:gd name="csY18" fmla="*/ 1 h 138301"/>
              <a:gd name="csX19" fmla="*/ 118206 w 152470"/>
              <a:gd name="csY19" fmla="*/ 56785 h 138301"/>
              <a:gd name="csX20" fmla="*/ 98386 w 152470"/>
              <a:gd name="csY20" fmla="*/ 68080 h 138301"/>
              <a:gd name="csX21" fmla="*/ 96684 w 152470"/>
              <a:gd name="csY21" fmla="*/ 70955 h 138301"/>
              <a:gd name="csX22" fmla="*/ 19546 w 152470"/>
              <a:gd name="csY22" fmla="*/ 70955 h 138301"/>
              <a:gd name="csX23" fmla="*/ 3604 w 152470"/>
              <a:gd name="csY23" fmla="*/ 86911 h 138301"/>
              <a:gd name="csX24" fmla="*/ 3604 w 152470"/>
              <a:gd name="csY24" fmla="*/ 109944 h 138301"/>
              <a:gd name="csX25" fmla="*/ 5374 w 152470"/>
              <a:gd name="csY25" fmla="*/ 109944 h 138301"/>
              <a:gd name="csX26" fmla="*/ 28410 w 152470"/>
              <a:gd name="csY26" fmla="*/ 117038 h 138301"/>
              <a:gd name="csX27" fmla="*/ 51446 w 152470"/>
              <a:gd name="csY27" fmla="*/ 109944 h 138301"/>
              <a:gd name="csX28" fmla="*/ 74482 w 152470"/>
              <a:gd name="csY28" fmla="*/ 117038 h 138301"/>
              <a:gd name="csX29" fmla="*/ 97535 w 152470"/>
              <a:gd name="csY29" fmla="*/ 109944 h 138301"/>
              <a:gd name="csX30" fmla="*/ 120571 w 152470"/>
              <a:gd name="csY30" fmla="*/ 117038 h 138301"/>
              <a:gd name="csX31" fmla="*/ 136802 w 152470"/>
              <a:gd name="csY31" fmla="*/ 110744 h 138301"/>
              <a:gd name="csX32" fmla="*/ 152353 w 152470"/>
              <a:gd name="csY32" fmla="*/ 70938 h 138301"/>
              <a:gd name="csX33" fmla="*/ 149409 w 152470"/>
              <a:gd name="csY33" fmla="*/ 61037 h 138301"/>
              <a:gd name="csX34" fmla="*/ 140035 w 152470"/>
              <a:gd name="csY34" fmla="*/ 56785 h 138301"/>
              <a:gd name="csX35" fmla="*/ 118206 w 152470"/>
              <a:gd name="csY35" fmla="*/ 56785 h 138301"/>
              <a:gd name="csX36" fmla="*/ 122341 w 152470"/>
              <a:gd name="csY36" fmla="*/ 74510 h 138301"/>
              <a:gd name="csX37" fmla="*/ 127649 w 152470"/>
              <a:gd name="csY37" fmla="*/ 79818 h 138301"/>
              <a:gd name="csX38" fmla="*/ 122341 w 152470"/>
              <a:gd name="csY38" fmla="*/ 85142 h 138301"/>
              <a:gd name="csX39" fmla="*/ 117016 w 152470"/>
              <a:gd name="csY39" fmla="*/ 79818 h 138301"/>
              <a:gd name="csX40" fmla="*/ 122341 w 152470"/>
              <a:gd name="csY40" fmla="*/ 74510 h 138301"/>
              <a:gd name="csX41" fmla="*/ 5237 w 152470"/>
              <a:gd name="csY41" fmla="*/ 120525 h 138301"/>
              <a:gd name="csX42" fmla="*/ 2277 w 152470"/>
              <a:gd name="csY42" fmla="*/ 121478 h 138301"/>
              <a:gd name="csX43" fmla="*/ 355 w 152470"/>
              <a:gd name="csY43" fmla="*/ 123910 h 138301"/>
              <a:gd name="csX44" fmla="*/ 133 w 152470"/>
              <a:gd name="csY44" fmla="*/ 127006 h 138301"/>
              <a:gd name="csX45" fmla="*/ 1665 w 152470"/>
              <a:gd name="csY45" fmla="*/ 129711 h 138301"/>
              <a:gd name="csX46" fmla="*/ 8742 w 152470"/>
              <a:gd name="csY46" fmla="*/ 134253 h 138301"/>
              <a:gd name="csX47" fmla="*/ 28410 w 152470"/>
              <a:gd name="csY47" fmla="*/ 138302 h 138301"/>
              <a:gd name="csX48" fmla="*/ 48077 w 152470"/>
              <a:gd name="csY48" fmla="*/ 134253 h 138301"/>
              <a:gd name="csX49" fmla="*/ 51446 w 152470"/>
              <a:gd name="csY49" fmla="*/ 132093 h 138301"/>
              <a:gd name="csX50" fmla="*/ 54815 w 152470"/>
              <a:gd name="csY50" fmla="*/ 134253 h 138301"/>
              <a:gd name="csX51" fmla="*/ 74482 w 152470"/>
              <a:gd name="csY51" fmla="*/ 138302 h 138301"/>
              <a:gd name="csX52" fmla="*/ 94149 w 152470"/>
              <a:gd name="csY52" fmla="*/ 134253 h 138301"/>
              <a:gd name="csX53" fmla="*/ 97535 w 152470"/>
              <a:gd name="csY53" fmla="*/ 132093 h 138301"/>
              <a:gd name="csX54" fmla="*/ 100904 w 152470"/>
              <a:gd name="csY54" fmla="*/ 134253 h 138301"/>
              <a:gd name="csX55" fmla="*/ 120571 w 152470"/>
              <a:gd name="csY55" fmla="*/ 138302 h 138301"/>
              <a:gd name="csX56" fmla="*/ 140239 w 152470"/>
              <a:gd name="csY56" fmla="*/ 134253 h 138301"/>
              <a:gd name="csX57" fmla="*/ 147316 w 152470"/>
              <a:gd name="csY57" fmla="*/ 129711 h 138301"/>
              <a:gd name="csX58" fmla="*/ 148524 w 152470"/>
              <a:gd name="csY58" fmla="*/ 127993 h 138301"/>
              <a:gd name="csX59" fmla="*/ 148967 w 152470"/>
              <a:gd name="csY59" fmla="*/ 125952 h 138301"/>
              <a:gd name="csX60" fmla="*/ 148609 w 152470"/>
              <a:gd name="csY60" fmla="*/ 123893 h 138301"/>
              <a:gd name="csX61" fmla="*/ 147470 w 152470"/>
              <a:gd name="csY61" fmla="*/ 122141 h 138301"/>
              <a:gd name="csX62" fmla="*/ 145751 w 152470"/>
              <a:gd name="csY62" fmla="*/ 120950 h 138301"/>
              <a:gd name="csX63" fmla="*/ 143693 w 152470"/>
              <a:gd name="csY63" fmla="*/ 120525 h 138301"/>
              <a:gd name="csX64" fmla="*/ 141651 w 152470"/>
              <a:gd name="csY64" fmla="*/ 120916 h 138301"/>
              <a:gd name="csX65" fmla="*/ 139899 w 152470"/>
              <a:gd name="csY65" fmla="*/ 122073 h 138301"/>
              <a:gd name="csX66" fmla="*/ 135730 w 152470"/>
              <a:gd name="csY66" fmla="*/ 124608 h 138301"/>
              <a:gd name="csX67" fmla="*/ 120571 w 152470"/>
              <a:gd name="csY67" fmla="*/ 127670 h 138301"/>
              <a:gd name="csX68" fmla="*/ 105395 w 152470"/>
              <a:gd name="csY68" fmla="*/ 124608 h 138301"/>
              <a:gd name="csX69" fmla="*/ 101227 w 152470"/>
              <a:gd name="csY69" fmla="*/ 122073 h 138301"/>
              <a:gd name="csX70" fmla="*/ 97535 w 152470"/>
              <a:gd name="csY70" fmla="*/ 120576 h 138301"/>
              <a:gd name="csX71" fmla="*/ 93826 w 152470"/>
              <a:gd name="csY71" fmla="*/ 122073 h 138301"/>
              <a:gd name="csX72" fmla="*/ 89658 w 152470"/>
              <a:gd name="csY72" fmla="*/ 124608 h 138301"/>
              <a:gd name="csX73" fmla="*/ 74482 w 152470"/>
              <a:gd name="csY73" fmla="*/ 127670 h 138301"/>
              <a:gd name="csX74" fmla="*/ 59323 w 152470"/>
              <a:gd name="csY74" fmla="*/ 124608 h 138301"/>
              <a:gd name="csX75" fmla="*/ 55393 w 152470"/>
              <a:gd name="csY75" fmla="*/ 122226 h 138301"/>
              <a:gd name="csX76" fmla="*/ 53573 w 152470"/>
              <a:gd name="csY76" fmla="*/ 120933 h 138301"/>
              <a:gd name="csX77" fmla="*/ 51395 w 152470"/>
              <a:gd name="csY77" fmla="*/ 120525 h 138301"/>
              <a:gd name="csX78" fmla="*/ 50902 w 152470"/>
              <a:gd name="csY78" fmla="*/ 120559 h 138301"/>
              <a:gd name="csX79" fmla="*/ 47499 w 152470"/>
              <a:gd name="csY79" fmla="*/ 122226 h 138301"/>
              <a:gd name="csX80" fmla="*/ 43586 w 152470"/>
              <a:gd name="csY80" fmla="*/ 124608 h 138301"/>
              <a:gd name="csX81" fmla="*/ 28410 w 152470"/>
              <a:gd name="csY81" fmla="*/ 127670 h 138301"/>
              <a:gd name="csX82" fmla="*/ 13251 w 152470"/>
              <a:gd name="csY82" fmla="*/ 124608 h 138301"/>
              <a:gd name="csX83" fmla="*/ 9082 w 152470"/>
              <a:gd name="csY83" fmla="*/ 122073 h 138301"/>
              <a:gd name="csX84" fmla="*/ 7313 w 152470"/>
              <a:gd name="csY84" fmla="*/ 120899 h 138301"/>
              <a:gd name="csX85" fmla="*/ 5237 w 152470"/>
              <a:gd name="csY85" fmla="*/ 120525 h 138301"/>
            </a:gdLst>
            <a:ahLst/>
            <a:cxnLst/>
            <a:rect l="l" t="t" r="r" b="b"/>
            <a:pathLst>
              <a:path w="100000" h="100000">
                <a:moveTo>
                  <a:pt x="24391" y="4647"/>
                </a:moveTo>
                <a:cubicBezTo>
                  <a:pt x="23465" y="4658"/>
                  <a:pt x="22583" y="5038"/>
                  <a:pt x="21947" y="5707"/>
                </a:cubicBezTo>
                <a:cubicBezTo>
                  <a:pt x="21300" y="6366"/>
                  <a:pt x="20943" y="7258"/>
                  <a:pt x="20954" y="8184"/>
                </a:cubicBezTo>
                <a:lnTo>
                  <a:pt x="20954" y="16318"/>
                </a:lnTo>
                <a:lnTo>
                  <a:pt x="19793" y="16318"/>
                </a:lnTo>
                <a:cubicBezTo>
                  <a:pt x="15308" y="16318"/>
                  <a:pt x="11659" y="19966"/>
                  <a:pt x="11659" y="24451"/>
                </a:cubicBezTo>
                <a:lnTo>
                  <a:pt x="11659" y="44210"/>
                </a:lnTo>
                <a:lnTo>
                  <a:pt x="39555" y="44210"/>
                </a:lnTo>
                <a:lnTo>
                  <a:pt x="39555" y="35374"/>
                </a:lnTo>
                <a:lnTo>
                  <a:pt x="43237" y="31513"/>
                </a:lnTo>
                <a:cubicBezTo>
                  <a:pt x="43862" y="30867"/>
                  <a:pt x="44208" y="29996"/>
                  <a:pt x="44208" y="29104"/>
                </a:cubicBezTo>
                <a:lnTo>
                  <a:pt x="44208" y="24451"/>
                </a:lnTo>
                <a:cubicBezTo>
                  <a:pt x="44208" y="19966"/>
                  <a:pt x="40559" y="16318"/>
                  <a:pt x="36074" y="16318"/>
                </a:cubicBezTo>
                <a:lnTo>
                  <a:pt x="27928" y="16318"/>
                </a:lnTo>
                <a:lnTo>
                  <a:pt x="27928" y="8184"/>
                </a:lnTo>
                <a:cubicBezTo>
                  <a:pt x="27939" y="7715"/>
                  <a:pt x="27850" y="7258"/>
                  <a:pt x="27672" y="6823"/>
                </a:cubicBezTo>
                <a:cubicBezTo>
                  <a:pt x="27504" y="6388"/>
                  <a:pt x="27236" y="5998"/>
                  <a:pt x="26913" y="5662"/>
                </a:cubicBezTo>
                <a:cubicBezTo>
                  <a:pt x="26578" y="5339"/>
                  <a:pt x="26187" y="5083"/>
                  <a:pt x="25752" y="4904"/>
                </a:cubicBezTo>
                <a:cubicBezTo>
                  <a:pt x="25317" y="4725"/>
                  <a:pt x="24859" y="4636"/>
                  <a:pt x="24391" y="4647"/>
                </a:cubicBezTo>
                <a:close/>
                <a:moveTo>
                  <a:pt x="77527" y="41890"/>
                </a:moveTo>
                <a:cubicBezTo>
                  <a:pt x="72216" y="41890"/>
                  <a:pt x="67239" y="44723"/>
                  <a:pt x="64528" y="49298"/>
                </a:cubicBezTo>
                <a:lnTo>
                  <a:pt x="63412" y="51184"/>
                </a:lnTo>
                <a:lnTo>
                  <a:pt x="12820" y="51184"/>
                </a:lnTo>
                <a:cubicBezTo>
                  <a:pt x="7051" y="51184"/>
                  <a:pt x="2364" y="55880"/>
                  <a:pt x="2364" y="61649"/>
                </a:cubicBezTo>
                <a:lnTo>
                  <a:pt x="2364" y="76755"/>
                </a:lnTo>
                <a:lnTo>
                  <a:pt x="3525" y="76755"/>
                </a:lnTo>
                <a:cubicBezTo>
                  <a:pt x="7977" y="76755"/>
                  <a:pt x="11257" y="81408"/>
                  <a:pt x="18633" y="81408"/>
                </a:cubicBezTo>
                <a:cubicBezTo>
                  <a:pt x="26020" y="81408"/>
                  <a:pt x="29691" y="76755"/>
                  <a:pt x="33742" y="76755"/>
                </a:cubicBezTo>
                <a:cubicBezTo>
                  <a:pt x="37804" y="76755"/>
                  <a:pt x="41608" y="81408"/>
                  <a:pt x="48850" y="81408"/>
                </a:cubicBezTo>
                <a:cubicBezTo>
                  <a:pt x="56103" y="81408"/>
                  <a:pt x="59942" y="76755"/>
                  <a:pt x="63970" y="76755"/>
                </a:cubicBezTo>
                <a:cubicBezTo>
                  <a:pt x="67998" y="76755"/>
                  <a:pt x="71837" y="81408"/>
                  <a:pt x="79079" y="81408"/>
                </a:cubicBezTo>
                <a:cubicBezTo>
                  <a:pt x="86309" y="81408"/>
                  <a:pt x="89724" y="77280"/>
                  <a:pt x="89724" y="77280"/>
                </a:cubicBezTo>
                <a:cubicBezTo>
                  <a:pt x="94020" y="70284"/>
                  <a:pt x="98551" y="61002"/>
                  <a:pt x="99923" y="51172"/>
                </a:cubicBezTo>
                <a:cubicBezTo>
                  <a:pt x="100247" y="48829"/>
                  <a:pt x="99544" y="46464"/>
                  <a:pt x="97992" y="44679"/>
                </a:cubicBezTo>
                <a:cubicBezTo>
                  <a:pt x="96441" y="42905"/>
                  <a:pt x="94199" y="41890"/>
                  <a:pt x="91844" y="41890"/>
                </a:cubicBezTo>
                <a:lnTo>
                  <a:pt x="77527" y="41890"/>
                </a:lnTo>
                <a:close/>
                <a:moveTo>
                  <a:pt x="80239" y="53515"/>
                </a:moveTo>
                <a:cubicBezTo>
                  <a:pt x="82158" y="53515"/>
                  <a:pt x="83721" y="55077"/>
                  <a:pt x="83721" y="56996"/>
                </a:cubicBezTo>
                <a:cubicBezTo>
                  <a:pt x="83721" y="58926"/>
                  <a:pt x="82158" y="60488"/>
                  <a:pt x="80239" y="60488"/>
                </a:cubicBezTo>
                <a:cubicBezTo>
                  <a:pt x="78309" y="60488"/>
                  <a:pt x="76747" y="58926"/>
                  <a:pt x="76747" y="56996"/>
                </a:cubicBezTo>
                <a:cubicBezTo>
                  <a:pt x="76747" y="55077"/>
                  <a:pt x="78309" y="53515"/>
                  <a:pt x="80239" y="53515"/>
                </a:cubicBezTo>
                <a:close/>
                <a:moveTo>
                  <a:pt x="3435" y="83695"/>
                </a:moveTo>
                <a:cubicBezTo>
                  <a:pt x="2743" y="83706"/>
                  <a:pt x="2063" y="83918"/>
                  <a:pt x="1493" y="84320"/>
                </a:cubicBezTo>
                <a:cubicBezTo>
                  <a:pt x="924" y="84710"/>
                  <a:pt x="489" y="85268"/>
                  <a:pt x="233" y="85915"/>
                </a:cubicBezTo>
                <a:cubicBezTo>
                  <a:pt x="-13" y="86562"/>
                  <a:pt x="-69" y="87265"/>
                  <a:pt x="87" y="87945"/>
                </a:cubicBezTo>
                <a:cubicBezTo>
                  <a:pt x="233" y="88626"/>
                  <a:pt x="590" y="89240"/>
                  <a:pt x="1092" y="89720"/>
                </a:cubicBezTo>
                <a:cubicBezTo>
                  <a:pt x="1092" y="89720"/>
                  <a:pt x="2833" y="91338"/>
                  <a:pt x="5734" y="92699"/>
                </a:cubicBezTo>
                <a:cubicBezTo>
                  <a:pt x="8646" y="94059"/>
                  <a:pt x="12953" y="95354"/>
                  <a:pt x="18633" y="95354"/>
                </a:cubicBezTo>
                <a:cubicBezTo>
                  <a:pt x="24313" y="95354"/>
                  <a:pt x="28631" y="94059"/>
                  <a:pt x="31532" y="92699"/>
                </a:cubicBezTo>
                <a:cubicBezTo>
                  <a:pt x="32916" y="92051"/>
                  <a:pt x="32949" y="91839"/>
                  <a:pt x="33742" y="91282"/>
                </a:cubicBezTo>
                <a:cubicBezTo>
                  <a:pt x="34534" y="91839"/>
                  <a:pt x="34567" y="92051"/>
                  <a:pt x="35951" y="92699"/>
                </a:cubicBezTo>
                <a:cubicBezTo>
                  <a:pt x="38863" y="94059"/>
                  <a:pt x="43170" y="95354"/>
                  <a:pt x="48850" y="95354"/>
                </a:cubicBezTo>
                <a:cubicBezTo>
                  <a:pt x="54541" y="95354"/>
                  <a:pt x="58848" y="94059"/>
                  <a:pt x="61749" y="92699"/>
                </a:cubicBezTo>
                <a:cubicBezTo>
                  <a:pt x="63144" y="92051"/>
                  <a:pt x="63178" y="91839"/>
                  <a:pt x="63970" y="91282"/>
                </a:cubicBezTo>
                <a:cubicBezTo>
                  <a:pt x="64751" y="91839"/>
                  <a:pt x="64796" y="92051"/>
                  <a:pt x="66180" y="92699"/>
                </a:cubicBezTo>
                <a:cubicBezTo>
                  <a:pt x="69080" y="94059"/>
                  <a:pt x="73399" y="95354"/>
                  <a:pt x="79079" y="95354"/>
                </a:cubicBezTo>
                <a:cubicBezTo>
                  <a:pt x="84758" y="95354"/>
                  <a:pt x="89065" y="94059"/>
                  <a:pt x="91978" y="92699"/>
                </a:cubicBezTo>
                <a:cubicBezTo>
                  <a:pt x="94879" y="91338"/>
                  <a:pt x="96620" y="89720"/>
                  <a:pt x="96620" y="89720"/>
                </a:cubicBezTo>
                <a:cubicBezTo>
                  <a:pt x="96955" y="89396"/>
                  <a:pt x="97222" y="89017"/>
                  <a:pt x="97412" y="88593"/>
                </a:cubicBezTo>
                <a:cubicBezTo>
                  <a:pt x="97591" y="88169"/>
                  <a:pt x="97702" y="87711"/>
                  <a:pt x="97702" y="87254"/>
                </a:cubicBezTo>
                <a:cubicBezTo>
                  <a:pt x="97714" y="86796"/>
                  <a:pt x="97636" y="86339"/>
                  <a:pt x="97468" y="85904"/>
                </a:cubicBezTo>
                <a:cubicBezTo>
                  <a:pt x="97300" y="85469"/>
                  <a:pt x="97044" y="85078"/>
                  <a:pt x="96721" y="84755"/>
                </a:cubicBezTo>
                <a:cubicBezTo>
                  <a:pt x="96397" y="84420"/>
                  <a:pt x="96018" y="84153"/>
                  <a:pt x="95593" y="83974"/>
                </a:cubicBezTo>
                <a:cubicBezTo>
                  <a:pt x="95170" y="83795"/>
                  <a:pt x="94712" y="83695"/>
                  <a:pt x="94243" y="83695"/>
                </a:cubicBezTo>
                <a:cubicBezTo>
                  <a:pt x="93786" y="83684"/>
                  <a:pt x="93329" y="83773"/>
                  <a:pt x="92904" y="83951"/>
                </a:cubicBezTo>
                <a:cubicBezTo>
                  <a:pt x="92469" y="84130"/>
                  <a:pt x="92090" y="84387"/>
                  <a:pt x="91755" y="84710"/>
                </a:cubicBezTo>
                <a:cubicBezTo>
                  <a:pt x="91755" y="84710"/>
                  <a:pt x="91097" y="85413"/>
                  <a:pt x="89021" y="86373"/>
                </a:cubicBezTo>
                <a:cubicBezTo>
                  <a:pt x="86957" y="87343"/>
                  <a:pt x="83710" y="88381"/>
                  <a:pt x="79079" y="88381"/>
                </a:cubicBezTo>
                <a:cubicBezTo>
                  <a:pt x="74437" y="88381"/>
                  <a:pt x="71201" y="87343"/>
                  <a:pt x="69125" y="86373"/>
                </a:cubicBezTo>
                <a:cubicBezTo>
                  <a:pt x="67061" y="85413"/>
                  <a:pt x="66391" y="84710"/>
                  <a:pt x="66391" y="84710"/>
                </a:cubicBezTo>
                <a:cubicBezTo>
                  <a:pt x="65744" y="84085"/>
                  <a:pt x="64874" y="83728"/>
                  <a:pt x="63970" y="83728"/>
                </a:cubicBezTo>
                <a:cubicBezTo>
                  <a:pt x="63055" y="83728"/>
                  <a:pt x="62185" y="84085"/>
                  <a:pt x="61537" y="84710"/>
                </a:cubicBezTo>
                <a:cubicBezTo>
                  <a:pt x="61537" y="84710"/>
                  <a:pt x="60868" y="85413"/>
                  <a:pt x="58804" y="86373"/>
                </a:cubicBezTo>
                <a:cubicBezTo>
                  <a:pt x="56728" y="87343"/>
                  <a:pt x="53492" y="88381"/>
                  <a:pt x="48850" y="88381"/>
                </a:cubicBezTo>
                <a:cubicBezTo>
                  <a:pt x="44219" y="88381"/>
                  <a:pt x="40973" y="87343"/>
                  <a:pt x="38908" y="86373"/>
                </a:cubicBezTo>
                <a:cubicBezTo>
                  <a:pt x="36955" y="85469"/>
                  <a:pt x="36397" y="84877"/>
                  <a:pt x="36330" y="84810"/>
                </a:cubicBezTo>
                <a:cubicBezTo>
                  <a:pt x="35996" y="84443"/>
                  <a:pt x="35583" y="84164"/>
                  <a:pt x="35137" y="83962"/>
                </a:cubicBezTo>
                <a:cubicBezTo>
                  <a:pt x="34679" y="83773"/>
                  <a:pt x="34199" y="83684"/>
                  <a:pt x="33708" y="83695"/>
                </a:cubicBezTo>
                <a:cubicBezTo>
                  <a:pt x="33597" y="83695"/>
                  <a:pt x="33485" y="83706"/>
                  <a:pt x="33385" y="83717"/>
                </a:cubicBezTo>
                <a:cubicBezTo>
                  <a:pt x="32525" y="83795"/>
                  <a:pt x="31733" y="84186"/>
                  <a:pt x="31153" y="84810"/>
                </a:cubicBezTo>
                <a:cubicBezTo>
                  <a:pt x="31075" y="84889"/>
                  <a:pt x="30528" y="85469"/>
                  <a:pt x="28587" y="86373"/>
                </a:cubicBezTo>
                <a:cubicBezTo>
                  <a:pt x="26511" y="87343"/>
                  <a:pt x="23264" y="88381"/>
                  <a:pt x="18633" y="88381"/>
                </a:cubicBezTo>
                <a:cubicBezTo>
                  <a:pt x="14002" y="88381"/>
                  <a:pt x="10755" y="87343"/>
                  <a:pt x="8691" y="86373"/>
                </a:cubicBezTo>
                <a:cubicBezTo>
                  <a:pt x="6615" y="85413"/>
                  <a:pt x="5957" y="84710"/>
                  <a:pt x="5957" y="84710"/>
                </a:cubicBezTo>
                <a:cubicBezTo>
                  <a:pt x="5622" y="84387"/>
                  <a:pt x="5232" y="84119"/>
                  <a:pt x="4796" y="83940"/>
                </a:cubicBezTo>
                <a:cubicBezTo>
                  <a:pt x="4362" y="83773"/>
                  <a:pt x="3904" y="83684"/>
                  <a:pt x="3435" y="8369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3" name="Чёрный — SVG 8">
            <a:extLst>
              <a:ext uri="{FF2B5EF4-FFF2-40B4-BE49-F238E27FC236}">
                <a16:creationId xmlns:a16="http://schemas.microsoft.com/office/drawing/2014/main" id="{C667EEFA-269F-5B40-8C2B-ECBD1991D049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44306 w 113422"/>
              <a:gd name="csY0" fmla="*/ 0 h 141761"/>
              <a:gd name="csX1" fmla="*/ 29270 w 113422"/>
              <a:gd name="csY1" fmla="*/ 10632 h 141761"/>
              <a:gd name="csX2" fmla="*/ 26583 w 113422"/>
              <a:gd name="csY2" fmla="*/ 10632 h 141761"/>
              <a:gd name="csX3" fmla="*/ 0 w 113422"/>
              <a:gd name="csY3" fmla="*/ 37203 h 141761"/>
              <a:gd name="csX4" fmla="*/ 0 w 113422"/>
              <a:gd name="csY4" fmla="*/ 104550 h 141761"/>
              <a:gd name="csX5" fmla="*/ 13036 w 113422"/>
              <a:gd name="csY5" fmla="*/ 127379 h 141761"/>
              <a:gd name="csX6" fmla="*/ 8321 w 113422"/>
              <a:gd name="csY6" fmla="*/ 133044 h 141761"/>
              <a:gd name="csX7" fmla="*/ 7328 w 113422"/>
              <a:gd name="csY7" fmla="*/ 134864 h 141761"/>
              <a:gd name="csX8" fmla="*/ 7109 w 113422"/>
              <a:gd name="csY8" fmla="*/ 136922 h 141761"/>
              <a:gd name="csX9" fmla="*/ 7695 w 113422"/>
              <a:gd name="csY9" fmla="*/ 138913 h 141761"/>
              <a:gd name="csX10" fmla="*/ 8999 w 113422"/>
              <a:gd name="csY10" fmla="*/ 140529 h 141761"/>
              <a:gd name="csX11" fmla="*/ 10822 w 113422"/>
              <a:gd name="csY11" fmla="*/ 141515 h 141761"/>
              <a:gd name="csX12" fmla="*/ 12885 w 113422"/>
              <a:gd name="csY12" fmla="*/ 141736 h 141761"/>
              <a:gd name="csX13" fmla="*/ 14876 w 113422"/>
              <a:gd name="csY13" fmla="*/ 141158 h 141761"/>
              <a:gd name="csX14" fmla="*/ 16490 w 113422"/>
              <a:gd name="csY14" fmla="*/ 139848 h 141761"/>
              <a:gd name="csX15" fmla="*/ 23870 w 113422"/>
              <a:gd name="csY15" fmla="*/ 130986 h 141761"/>
              <a:gd name="csX16" fmla="*/ 23877 w 113422"/>
              <a:gd name="csY16" fmla="*/ 130986 h 141761"/>
              <a:gd name="csX17" fmla="*/ 26583 w 113422"/>
              <a:gd name="csY17" fmla="*/ 131122 h 141761"/>
              <a:gd name="csX18" fmla="*/ 86839 w 113422"/>
              <a:gd name="csY18" fmla="*/ 131122 h 141761"/>
              <a:gd name="csX19" fmla="*/ 89546 w 113422"/>
              <a:gd name="csY19" fmla="*/ 130986 h 141761"/>
              <a:gd name="csX20" fmla="*/ 89553 w 113422"/>
              <a:gd name="csY20" fmla="*/ 130986 h 141761"/>
              <a:gd name="csX21" fmla="*/ 96933 w 113422"/>
              <a:gd name="csY21" fmla="*/ 139848 h 141761"/>
              <a:gd name="csX22" fmla="*/ 98547 w 113422"/>
              <a:gd name="csY22" fmla="*/ 141158 h 141761"/>
              <a:gd name="csX23" fmla="*/ 100538 w 113422"/>
              <a:gd name="csY23" fmla="*/ 141736 h 141761"/>
              <a:gd name="csX24" fmla="*/ 102601 w 113422"/>
              <a:gd name="csY24" fmla="*/ 141515 h 141761"/>
              <a:gd name="csX25" fmla="*/ 104424 w 113422"/>
              <a:gd name="csY25" fmla="*/ 140529 h 141761"/>
              <a:gd name="csX26" fmla="*/ 105727 w 113422"/>
              <a:gd name="csY26" fmla="*/ 138913 h 141761"/>
              <a:gd name="csX27" fmla="*/ 106314 w 113422"/>
              <a:gd name="csY27" fmla="*/ 136922 h 141761"/>
              <a:gd name="csX28" fmla="*/ 106094 w 113422"/>
              <a:gd name="csY28" fmla="*/ 134864 h 141761"/>
              <a:gd name="csX29" fmla="*/ 105102 w 113422"/>
              <a:gd name="csY29" fmla="*/ 133044 h 141761"/>
              <a:gd name="csX30" fmla="*/ 100387 w 113422"/>
              <a:gd name="csY30" fmla="*/ 127379 h 141761"/>
              <a:gd name="csX31" fmla="*/ 113423 w 113422"/>
              <a:gd name="csY31" fmla="*/ 104550 h 141761"/>
              <a:gd name="csX32" fmla="*/ 113423 w 113422"/>
              <a:gd name="csY32" fmla="*/ 37203 h 141761"/>
              <a:gd name="csX33" fmla="*/ 86839 w 113422"/>
              <a:gd name="csY33" fmla="*/ 10632 h 141761"/>
              <a:gd name="csX34" fmla="*/ 84153 w 113422"/>
              <a:gd name="csY34" fmla="*/ 10632 h 141761"/>
              <a:gd name="csX35" fmla="*/ 69117 w 113422"/>
              <a:gd name="csY35" fmla="*/ 0 h 141761"/>
              <a:gd name="csX36" fmla="*/ 44306 w 113422"/>
              <a:gd name="csY36" fmla="*/ 0 h 141761"/>
              <a:gd name="csX37" fmla="*/ 14178 w 113422"/>
              <a:gd name="csY37" fmla="*/ 46066 h 141761"/>
              <a:gd name="csX38" fmla="*/ 99245 w 113422"/>
              <a:gd name="csY38" fmla="*/ 46066 h 141761"/>
              <a:gd name="csX39" fmla="*/ 102789 w 113422"/>
              <a:gd name="csY39" fmla="*/ 49621 h 141761"/>
              <a:gd name="csX40" fmla="*/ 102789 w 113422"/>
              <a:gd name="csY40" fmla="*/ 74424 h 141761"/>
              <a:gd name="csX41" fmla="*/ 99245 w 113422"/>
              <a:gd name="csY41" fmla="*/ 77962 h 141761"/>
              <a:gd name="csX42" fmla="*/ 14178 w 113422"/>
              <a:gd name="csY42" fmla="*/ 77962 h 141761"/>
              <a:gd name="csX43" fmla="*/ 10633 w 113422"/>
              <a:gd name="csY43" fmla="*/ 74424 h 141761"/>
              <a:gd name="csX44" fmla="*/ 10633 w 113422"/>
              <a:gd name="csY44" fmla="*/ 49621 h 141761"/>
              <a:gd name="csX45" fmla="*/ 14178 w 113422"/>
              <a:gd name="csY45" fmla="*/ 46066 h 141761"/>
              <a:gd name="csX46" fmla="*/ 28356 w 113422"/>
              <a:gd name="csY46" fmla="*/ 95687 h 141761"/>
              <a:gd name="csX47" fmla="*/ 35445 w 113422"/>
              <a:gd name="csY47" fmla="*/ 102781 h 141761"/>
              <a:gd name="csX48" fmla="*/ 28356 w 113422"/>
              <a:gd name="csY48" fmla="*/ 109858 h 141761"/>
              <a:gd name="csX49" fmla="*/ 21267 w 113422"/>
              <a:gd name="csY49" fmla="*/ 102781 h 141761"/>
              <a:gd name="csX50" fmla="*/ 28356 w 113422"/>
              <a:gd name="csY50" fmla="*/ 95687 h 141761"/>
              <a:gd name="csX51" fmla="*/ 85067 w 113422"/>
              <a:gd name="csY51" fmla="*/ 95687 h 141761"/>
              <a:gd name="csX52" fmla="*/ 92156 w 113422"/>
              <a:gd name="csY52" fmla="*/ 102781 h 141761"/>
              <a:gd name="csX53" fmla="*/ 85067 w 113422"/>
              <a:gd name="csY53" fmla="*/ 109858 h 141761"/>
              <a:gd name="csX54" fmla="*/ 77978 w 113422"/>
              <a:gd name="csY54" fmla="*/ 102781 h 141761"/>
              <a:gd name="csX55" fmla="*/ 85067 w 113422"/>
              <a:gd name="csY55" fmla="*/ 95687 h 141761"/>
            </a:gdLst>
            <a:ahLst/>
            <a:cxnLst/>
            <a:rect l="l" t="t" r="r" b="b"/>
            <a:pathLst>
              <a:path w="100000" h="100000">
                <a:moveTo>
                  <a:pt x="41249" y="0"/>
                </a:moveTo>
                <a:cubicBezTo>
                  <a:pt x="36359" y="0"/>
                  <a:pt x="32190" y="3132"/>
                  <a:pt x="30643" y="7500"/>
                </a:cubicBezTo>
                <a:lnTo>
                  <a:pt x="28747" y="7500"/>
                </a:lnTo>
                <a:cubicBezTo>
                  <a:pt x="18407" y="7500"/>
                  <a:pt x="9995" y="15912"/>
                  <a:pt x="9995" y="26243"/>
                </a:cubicBezTo>
                <a:lnTo>
                  <a:pt x="9995" y="73751"/>
                </a:lnTo>
                <a:cubicBezTo>
                  <a:pt x="9995" y="80591"/>
                  <a:pt x="13695" y="86579"/>
                  <a:pt x="19191" y="89855"/>
                </a:cubicBezTo>
                <a:lnTo>
                  <a:pt x="15865" y="93851"/>
                </a:lnTo>
                <a:cubicBezTo>
                  <a:pt x="15550" y="94223"/>
                  <a:pt x="15311" y="94667"/>
                  <a:pt x="15165" y="95135"/>
                </a:cubicBezTo>
                <a:cubicBezTo>
                  <a:pt x="15018" y="95603"/>
                  <a:pt x="14966" y="96095"/>
                  <a:pt x="15010" y="96587"/>
                </a:cubicBezTo>
                <a:cubicBezTo>
                  <a:pt x="15054" y="97079"/>
                  <a:pt x="15195" y="97559"/>
                  <a:pt x="15423" y="97991"/>
                </a:cubicBezTo>
                <a:cubicBezTo>
                  <a:pt x="15653" y="98423"/>
                  <a:pt x="15965" y="98818"/>
                  <a:pt x="16343" y="99131"/>
                </a:cubicBezTo>
                <a:cubicBezTo>
                  <a:pt x="16722" y="99443"/>
                  <a:pt x="17159" y="99683"/>
                  <a:pt x="17629" y="99826"/>
                </a:cubicBezTo>
                <a:cubicBezTo>
                  <a:pt x="18099" y="99982"/>
                  <a:pt x="18594" y="100031"/>
                  <a:pt x="19085" y="99982"/>
                </a:cubicBezTo>
                <a:cubicBezTo>
                  <a:pt x="19576" y="99935"/>
                  <a:pt x="20052" y="99802"/>
                  <a:pt x="20489" y="99575"/>
                </a:cubicBezTo>
                <a:cubicBezTo>
                  <a:pt x="20925" y="99347"/>
                  <a:pt x="21312" y="99035"/>
                  <a:pt x="21628" y="98651"/>
                </a:cubicBezTo>
                <a:lnTo>
                  <a:pt x="26834" y="92399"/>
                </a:lnTo>
                <a:lnTo>
                  <a:pt x="26838" y="92399"/>
                </a:lnTo>
                <a:cubicBezTo>
                  <a:pt x="27466" y="92471"/>
                  <a:pt x="28103" y="92495"/>
                  <a:pt x="28747" y="92495"/>
                </a:cubicBezTo>
                <a:lnTo>
                  <a:pt x="71253" y="92495"/>
                </a:lnTo>
                <a:cubicBezTo>
                  <a:pt x="71897" y="92495"/>
                  <a:pt x="72534" y="92471"/>
                  <a:pt x="73162" y="92399"/>
                </a:cubicBezTo>
                <a:lnTo>
                  <a:pt x="73167" y="92399"/>
                </a:lnTo>
                <a:lnTo>
                  <a:pt x="78373" y="98651"/>
                </a:lnTo>
                <a:cubicBezTo>
                  <a:pt x="78688" y="99035"/>
                  <a:pt x="79076" y="99347"/>
                  <a:pt x="79512" y="99575"/>
                </a:cubicBezTo>
                <a:cubicBezTo>
                  <a:pt x="79948" y="99802"/>
                  <a:pt x="80425" y="99935"/>
                  <a:pt x="80916" y="99982"/>
                </a:cubicBezTo>
                <a:cubicBezTo>
                  <a:pt x="81406" y="100031"/>
                  <a:pt x="81901" y="99982"/>
                  <a:pt x="82371" y="99826"/>
                </a:cubicBezTo>
                <a:cubicBezTo>
                  <a:pt x="82842" y="99683"/>
                  <a:pt x="83279" y="99443"/>
                  <a:pt x="83657" y="99131"/>
                </a:cubicBezTo>
                <a:cubicBezTo>
                  <a:pt x="84035" y="98818"/>
                  <a:pt x="84348" y="98423"/>
                  <a:pt x="84577" y="97991"/>
                </a:cubicBezTo>
                <a:cubicBezTo>
                  <a:pt x="84806" y="97559"/>
                  <a:pt x="84946" y="97079"/>
                  <a:pt x="84991" y="96587"/>
                </a:cubicBezTo>
                <a:cubicBezTo>
                  <a:pt x="85035" y="96095"/>
                  <a:pt x="84982" y="95603"/>
                  <a:pt x="84835" y="95135"/>
                </a:cubicBezTo>
                <a:cubicBezTo>
                  <a:pt x="84689" y="94667"/>
                  <a:pt x="84451" y="94223"/>
                  <a:pt x="84136" y="93851"/>
                </a:cubicBezTo>
                <a:lnTo>
                  <a:pt x="80810" y="89855"/>
                </a:lnTo>
                <a:cubicBezTo>
                  <a:pt x="86305" y="86579"/>
                  <a:pt x="90005" y="80591"/>
                  <a:pt x="90005" y="73751"/>
                </a:cubicBezTo>
                <a:lnTo>
                  <a:pt x="90005" y="26243"/>
                </a:lnTo>
                <a:cubicBezTo>
                  <a:pt x="90005" y="15912"/>
                  <a:pt x="81594" y="7500"/>
                  <a:pt x="71253" y="7500"/>
                </a:cubicBezTo>
                <a:lnTo>
                  <a:pt x="69358" y="7500"/>
                </a:lnTo>
                <a:cubicBezTo>
                  <a:pt x="67810" y="3132"/>
                  <a:pt x="63642" y="0"/>
                  <a:pt x="58751" y="0"/>
                </a:cubicBezTo>
                <a:lnTo>
                  <a:pt x="41249" y="0"/>
                </a:lnTo>
                <a:close/>
                <a:moveTo>
                  <a:pt x="19997" y="32496"/>
                </a:moveTo>
                <a:lnTo>
                  <a:pt x="80004" y="32496"/>
                </a:lnTo>
                <a:cubicBezTo>
                  <a:pt x="81384" y="32496"/>
                  <a:pt x="82504" y="33623"/>
                  <a:pt x="82504" y="35003"/>
                </a:cubicBezTo>
                <a:lnTo>
                  <a:pt x="82504" y="52500"/>
                </a:lnTo>
                <a:cubicBezTo>
                  <a:pt x="82504" y="53879"/>
                  <a:pt x="81384" y="54995"/>
                  <a:pt x="80004" y="54995"/>
                </a:cubicBezTo>
                <a:lnTo>
                  <a:pt x="19997" y="54995"/>
                </a:lnTo>
                <a:cubicBezTo>
                  <a:pt x="18616" y="54995"/>
                  <a:pt x="17496" y="53879"/>
                  <a:pt x="17496" y="52500"/>
                </a:cubicBezTo>
                <a:lnTo>
                  <a:pt x="17496" y="35003"/>
                </a:lnTo>
                <a:cubicBezTo>
                  <a:pt x="17496" y="33623"/>
                  <a:pt x="18616" y="32496"/>
                  <a:pt x="19997" y="32496"/>
                </a:cubicBezTo>
                <a:close/>
                <a:moveTo>
                  <a:pt x="29998" y="67499"/>
                </a:moveTo>
                <a:cubicBezTo>
                  <a:pt x="32760" y="67499"/>
                  <a:pt x="34999" y="69731"/>
                  <a:pt x="34999" y="72503"/>
                </a:cubicBezTo>
                <a:cubicBezTo>
                  <a:pt x="34999" y="75263"/>
                  <a:pt x="32760" y="77495"/>
                  <a:pt x="29998" y="77495"/>
                </a:cubicBezTo>
                <a:cubicBezTo>
                  <a:pt x="27235" y="77495"/>
                  <a:pt x="24997" y="75263"/>
                  <a:pt x="24997" y="72503"/>
                </a:cubicBezTo>
                <a:cubicBezTo>
                  <a:pt x="24997" y="69731"/>
                  <a:pt x="27235" y="67499"/>
                  <a:pt x="29998" y="67499"/>
                </a:cubicBezTo>
                <a:close/>
                <a:moveTo>
                  <a:pt x="70003" y="67499"/>
                </a:moveTo>
                <a:cubicBezTo>
                  <a:pt x="72766" y="67499"/>
                  <a:pt x="75003" y="69731"/>
                  <a:pt x="75003" y="72503"/>
                </a:cubicBezTo>
                <a:cubicBezTo>
                  <a:pt x="75003" y="75263"/>
                  <a:pt x="72766" y="77495"/>
                  <a:pt x="70003" y="77495"/>
                </a:cubicBezTo>
                <a:cubicBezTo>
                  <a:pt x="67240" y="77495"/>
                  <a:pt x="65002" y="75263"/>
                  <a:pt x="65002" y="72503"/>
                </a:cubicBezTo>
                <a:cubicBezTo>
                  <a:pt x="65002" y="69731"/>
                  <a:pt x="67240" y="67499"/>
                  <a:pt x="70003" y="6749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4" name="Чёрный — SVG 9">
            <a:extLst>
              <a:ext uri="{FF2B5EF4-FFF2-40B4-BE49-F238E27FC236}">
                <a16:creationId xmlns:a16="http://schemas.microsoft.com/office/drawing/2014/main" id="{618F2B1F-39D4-524E-8786-5ECE7E967398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30097 w 156115"/>
              <a:gd name="csY0" fmla="*/ 1 h 134746"/>
              <a:gd name="csX1" fmla="*/ 26354 w 156115"/>
              <a:gd name="csY1" fmla="*/ 1617 h 134746"/>
              <a:gd name="csX2" fmla="*/ 24857 w 156115"/>
              <a:gd name="csY2" fmla="*/ 5394 h 134746"/>
              <a:gd name="csX3" fmla="*/ 24857 w 156115"/>
              <a:gd name="csY3" fmla="*/ 7163 h 134746"/>
              <a:gd name="csX4" fmla="*/ 5393 w 156115"/>
              <a:gd name="csY4" fmla="*/ 7163 h 134746"/>
              <a:gd name="csX5" fmla="*/ 3335 w 156115"/>
              <a:gd name="csY5" fmla="*/ 7554 h 134746"/>
              <a:gd name="csX6" fmla="*/ 1582 w 156115"/>
              <a:gd name="csY6" fmla="*/ 8694 h 134746"/>
              <a:gd name="csX7" fmla="*/ 408 w 156115"/>
              <a:gd name="csY7" fmla="*/ 10429 h 134746"/>
              <a:gd name="csX8" fmla="*/ 0 w 156115"/>
              <a:gd name="csY8" fmla="*/ 12488 h 134746"/>
              <a:gd name="csX9" fmla="*/ 408 w 156115"/>
              <a:gd name="csY9" fmla="*/ 14529 h 134746"/>
              <a:gd name="csX10" fmla="*/ 1582 w 156115"/>
              <a:gd name="csY10" fmla="*/ 16264 h 134746"/>
              <a:gd name="csX11" fmla="*/ 3335 w 156115"/>
              <a:gd name="csY11" fmla="*/ 17421 h 134746"/>
              <a:gd name="csX12" fmla="*/ 5393 w 156115"/>
              <a:gd name="csY12" fmla="*/ 17795 h 134746"/>
              <a:gd name="csX13" fmla="*/ 24857 w 156115"/>
              <a:gd name="csY13" fmla="*/ 17795 h 134746"/>
              <a:gd name="csX14" fmla="*/ 24857 w 156115"/>
              <a:gd name="csY14" fmla="*/ 23119 h 134746"/>
              <a:gd name="csX15" fmla="*/ 47484 w 156115"/>
              <a:gd name="csY15" fmla="*/ 46136 h 134746"/>
              <a:gd name="csX16" fmla="*/ 53984 w 156115"/>
              <a:gd name="csY16" fmla="*/ 67706 h 134746"/>
              <a:gd name="csX17" fmla="*/ 72647 w 156115"/>
              <a:gd name="csY17" fmla="*/ 81587 h 134746"/>
              <a:gd name="csX18" fmla="*/ 83468 w 156115"/>
              <a:gd name="csY18" fmla="*/ 81587 h 134746"/>
              <a:gd name="csX19" fmla="*/ 102132 w 156115"/>
              <a:gd name="csY19" fmla="*/ 67706 h 134746"/>
              <a:gd name="csX20" fmla="*/ 108631 w 156115"/>
              <a:gd name="csY20" fmla="*/ 46136 h 134746"/>
              <a:gd name="csX21" fmla="*/ 131241 w 156115"/>
              <a:gd name="csY21" fmla="*/ 23119 h 134746"/>
              <a:gd name="csX22" fmla="*/ 131241 w 156115"/>
              <a:gd name="csY22" fmla="*/ 17795 h 134746"/>
              <a:gd name="csX23" fmla="*/ 150722 w 156115"/>
              <a:gd name="csY23" fmla="*/ 17795 h 134746"/>
              <a:gd name="csX24" fmla="*/ 152780 w 156115"/>
              <a:gd name="csY24" fmla="*/ 17421 h 134746"/>
              <a:gd name="csX25" fmla="*/ 154516 w 156115"/>
              <a:gd name="csY25" fmla="*/ 16264 h 134746"/>
              <a:gd name="csX26" fmla="*/ 155690 w 156115"/>
              <a:gd name="csY26" fmla="*/ 14529 h 134746"/>
              <a:gd name="csX27" fmla="*/ 156115 w 156115"/>
              <a:gd name="csY27" fmla="*/ 12488 h 134746"/>
              <a:gd name="csX28" fmla="*/ 155690 w 156115"/>
              <a:gd name="csY28" fmla="*/ 10429 h 134746"/>
              <a:gd name="csX29" fmla="*/ 154516 w 156115"/>
              <a:gd name="csY29" fmla="*/ 8694 h 134746"/>
              <a:gd name="csX30" fmla="*/ 152780 w 156115"/>
              <a:gd name="csY30" fmla="*/ 7554 h 134746"/>
              <a:gd name="csX31" fmla="*/ 150722 w 156115"/>
              <a:gd name="csY31" fmla="*/ 7163 h 134746"/>
              <a:gd name="csX32" fmla="*/ 131241 w 156115"/>
              <a:gd name="csY32" fmla="*/ 7163 h 134746"/>
              <a:gd name="csX33" fmla="*/ 131241 w 156115"/>
              <a:gd name="csY33" fmla="*/ 5394 h 134746"/>
              <a:gd name="csX34" fmla="*/ 130867 w 156115"/>
              <a:gd name="csY34" fmla="*/ 3336 h 134746"/>
              <a:gd name="csX35" fmla="*/ 129710 w 156115"/>
              <a:gd name="csY35" fmla="*/ 1584 h 134746"/>
              <a:gd name="csX36" fmla="*/ 127992 w 156115"/>
              <a:gd name="csY36" fmla="*/ 410 h 134746"/>
              <a:gd name="csX37" fmla="*/ 125933 w 156115"/>
              <a:gd name="csY37" fmla="*/ 1 h 134746"/>
              <a:gd name="csX38" fmla="*/ 123875 w 156115"/>
              <a:gd name="csY38" fmla="*/ 410 h 134746"/>
              <a:gd name="csX39" fmla="*/ 122139 w 156115"/>
              <a:gd name="csY39" fmla="*/ 1584 h 134746"/>
              <a:gd name="csX40" fmla="*/ 121000 w 156115"/>
              <a:gd name="csY40" fmla="*/ 3336 h 134746"/>
              <a:gd name="csX41" fmla="*/ 120608 w 156115"/>
              <a:gd name="csY41" fmla="*/ 5394 h 134746"/>
              <a:gd name="csX42" fmla="*/ 120608 w 156115"/>
              <a:gd name="csY42" fmla="*/ 7163 h 134746"/>
              <a:gd name="csX43" fmla="*/ 101094 w 156115"/>
              <a:gd name="csY43" fmla="*/ 7163 h 134746"/>
              <a:gd name="csX44" fmla="*/ 99035 w 156115"/>
              <a:gd name="csY44" fmla="*/ 7554 h 134746"/>
              <a:gd name="csX45" fmla="*/ 97283 w 156115"/>
              <a:gd name="csY45" fmla="*/ 8694 h 134746"/>
              <a:gd name="csX46" fmla="*/ 96109 w 156115"/>
              <a:gd name="csY46" fmla="*/ 10429 h 134746"/>
              <a:gd name="csX47" fmla="*/ 95700 w 156115"/>
              <a:gd name="csY47" fmla="*/ 12488 h 134746"/>
              <a:gd name="csX48" fmla="*/ 96109 w 156115"/>
              <a:gd name="csY48" fmla="*/ 14529 h 134746"/>
              <a:gd name="csX49" fmla="*/ 97283 w 156115"/>
              <a:gd name="csY49" fmla="*/ 16264 h 134746"/>
              <a:gd name="csX50" fmla="*/ 99035 w 156115"/>
              <a:gd name="csY50" fmla="*/ 17421 h 134746"/>
              <a:gd name="csX51" fmla="*/ 101094 w 156115"/>
              <a:gd name="csY51" fmla="*/ 17795 h 134746"/>
              <a:gd name="csX52" fmla="*/ 120608 w 156115"/>
              <a:gd name="csY52" fmla="*/ 17795 h 134746"/>
              <a:gd name="csX53" fmla="*/ 120608 w 156115"/>
              <a:gd name="csY53" fmla="*/ 23119 h 134746"/>
              <a:gd name="csX54" fmla="*/ 108205 w 156115"/>
              <a:gd name="csY54" fmla="*/ 35521 h 134746"/>
              <a:gd name="csX55" fmla="*/ 47893 w 156115"/>
              <a:gd name="csY55" fmla="*/ 35521 h 134746"/>
              <a:gd name="csX56" fmla="*/ 35490 w 156115"/>
              <a:gd name="csY56" fmla="*/ 23119 h 134746"/>
              <a:gd name="csX57" fmla="*/ 35490 w 156115"/>
              <a:gd name="csY57" fmla="*/ 17795 h 134746"/>
              <a:gd name="csX58" fmla="*/ 55022 w 156115"/>
              <a:gd name="csY58" fmla="*/ 17795 h 134746"/>
              <a:gd name="csX59" fmla="*/ 57080 w 156115"/>
              <a:gd name="csY59" fmla="*/ 17421 h 134746"/>
              <a:gd name="csX60" fmla="*/ 58815 w 156115"/>
              <a:gd name="csY60" fmla="*/ 16264 h 134746"/>
              <a:gd name="csX61" fmla="*/ 59989 w 156115"/>
              <a:gd name="csY61" fmla="*/ 14529 h 134746"/>
              <a:gd name="csX62" fmla="*/ 60415 w 156115"/>
              <a:gd name="csY62" fmla="*/ 12488 h 134746"/>
              <a:gd name="csX63" fmla="*/ 59989 w 156115"/>
              <a:gd name="csY63" fmla="*/ 10429 h 134746"/>
              <a:gd name="csX64" fmla="*/ 58815 w 156115"/>
              <a:gd name="csY64" fmla="*/ 8694 h 134746"/>
              <a:gd name="csX65" fmla="*/ 57080 w 156115"/>
              <a:gd name="csY65" fmla="*/ 7554 h 134746"/>
              <a:gd name="csX66" fmla="*/ 55022 w 156115"/>
              <a:gd name="csY66" fmla="*/ 7163 h 134746"/>
              <a:gd name="csX67" fmla="*/ 35490 w 156115"/>
              <a:gd name="csY67" fmla="*/ 7163 h 134746"/>
              <a:gd name="csX68" fmla="*/ 35490 w 156115"/>
              <a:gd name="csY68" fmla="*/ 5394 h 134746"/>
              <a:gd name="csX69" fmla="*/ 35098 w 156115"/>
              <a:gd name="csY69" fmla="*/ 3319 h 134746"/>
              <a:gd name="csX70" fmla="*/ 33942 w 156115"/>
              <a:gd name="csY70" fmla="*/ 1549 h 134746"/>
              <a:gd name="csX71" fmla="*/ 32172 w 156115"/>
              <a:gd name="csY71" fmla="*/ 393 h 134746"/>
              <a:gd name="csX72" fmla="*/ 30097 w 156115"/>
              <a:gd name="csY72" fmla="*/ 1 h 134746"/>
              <a:gd name="csX73" fmla="*/ 44388 w 156115"/>
              <a:gd name="csY73" fmla="*/ 63878 h 134746"/>
              <a:gd name="csX74" fmla="*/ 17796 w 156115"/>
              <a:gd name="csY74" fmla="*/ 90450 h 134746"/>
              <a:gd name="csX75" fmla="*/ 17796 w 156115"/>
              <a:gd name="csY75" fmla="*/ 129439 h 134746"/>
              <a:gd name="csX76" fmla="*/ 23121 w 156115"/>
              <a:gd name="csY76" fmla="*/ 134746 h 134746"/>
              <a:gd name="csX77" fmla="*/ 28429 w 156115"/>
              <a:gd name="csY77" fmla="*/ 129439 h 134746"/>
              <a:gd name="csX78" fmla="*/ 28429 w 156115"/>
              <a:gd name="csY78" fmla="*/ 90450 h 134746"/>
              <a:gd name="csX79" fmla="*/ 44388 w 156115"/>
              <a:gd name="csY79" fmla="*/ 74510 h 134746"/>
              <a:gd name="csX80" fmla="*/ 49186 w 156115"/>
              <a:gd name="csY80" fmla="*/ 74510 h 134746"/>
              <a:gd name="csX81" fmla="*/ 47195 w 156115"/>
              <a:gd name="csY81" fmla="*/ 69747 h 134746"/>
              <a:gd name="csX82" fmla="*/ 45426 w 156115"/>
              <a:gd name="csY82" fmla="*/ 63878 h 134746"/>
              <a:gd name="csX83" fmla="*/ 44388 w 156115"/>
              <a:gd name="csY83" fmla="*/ 63878 h 134746"/>
              <a:gd name="csX84" fmla="*/ 110689 w 156115"/>
              <a:gd name="csY84" fmla="*/ 63878 h 134746"/>
              <a:gd name="csX85" fmla="*/ 108920 w 156115"/>
              <a:gd name="csY85" fmla="*/ 69747 h 134746"/>
              <a:gd name="csX86" fmla="*/ 106929 w 156115"/>
              <a:gd name="csY86" fmla="*/ 74510 h 134746"/>
              <a:gd name="csX87" fmla="*/ 115266 w 156115"/>
              <a:gd name="csY87" fmla="*/ 74510 h 134746"/>
              <a:gd name="csX88" fmla="*/ 127669 w 156115"/>
              <a:gd name="csY88" fmla="*/ 90450 h 134746"/>
              <a:gd name="csX89" fmla="*/ 127669 w 156115"/>
              <a:gd name="csY89" fmla="*/ 129439 h 134746"/>
              <a:gd name="csX90" fmla="*/ 132994 w 156115"/>
              <a:gd name="csY90" fmla="*/ 134746 h 134746"/>
              <a:gd name="csX91" fmla="*/ 138302 w 156115"/>
              <a:gd name="csY91" fmla="*/ 129439 h 134746"/>
              <a:gd name="csX92" fmla="*/ 138302 w 156115"/>
              <a:gd name="csY92" fmla="*/ 90450 h 134746"/>
              <a:gd name="csX93" fmla="*/ 115266 w 156115"/>
              <a:gd name="csY93" fmla="*/ 63878 h 134746"/>
              <a:gd name="csX94" fmla="*/ 110689 w 156115"/>
              <a:gd name="csY94" fmla="*/ 63878 h 134746"/>
            </a:gdLst>
            <a:ahLst/>
            <a:cxnLst/>
            <a:rect l="l" t="t" r="r" b="b"/>
            <a:pathLst>
              <a:path w="100000" h="100000">
                <a:moveTo>
                  <a:pt x="19279" y="6845"/>
                </a:moveTo>
                <a:cubicBezTo>
                  <a:pt x="18374" y="6856"/>
                  <a:pt x="17513" y="7226"/>
                  <a:pt x="16881" y="7880"/>
                </a:cubicBezTo>
                <a:cubicBezTo>
                  <a:pt x="16260" y="8523"/>
                  <a:pt x="15911" y="9395"/>
                  <a:pt x="15922" y="10299"/>
                </a:cubicBezTo>
                <a:lnTo>
                  <a:pt x="15922" y="11432"/>
                </a:lnTo>
                <a:lnTo>
                  <a:pt x="3455" y="11432"/>
                </a:lnTo>
                <a:cubicBezTo>
                  <a:pt x="3008" y="11432"/>
                  <a:pt x="2550" y="11509"/>
                  <a:pt x="2136" y="11683"/>
                </a:cubicBezTo>
                <a:cubicBezTo>
                  <a:pt x="1722" y="11846"/>
                  <a:pt x="1341" y="12097"/>
                  <a:pt x="1013" y="12413"/>
                </a:cubicBezTo>
                <a:cubicBezTo>
                  <a:pt x="698" y="12729"/>
                  <a:pt x="436" y="13111"/>
                  <a:pt x="261" y="13524"/>
                </a:cubicBezTo>
                <a:cubicBezTo>
                  <a:pt x="87" y="13939"/>
                  <a:pt x="0" y="14385"/>
                  <a:pt x="0" y="14843"/>
                </a:cubicBezTo>
                <a:cubicBezTo>
                  <a:pt x="0" y="15290"/>
                  <a:pt x="87" y="15737"/>
                  <a:pt x="261" y="16151"/>
                </a:cubicBezTo>
                <a:cubicBezTo>
                  <a:pt x="436" y="16575"/>
                  <a:pt x="698" y="16946"/>
                  <a:pt x="1013" y="17262"/>
                </a:cubicBezTo>
                <a:cubicBezTo>
                  <a:pt x="1341" y="17578"/>
                  <a:pt x="1722" y="17829"/>
                  <a:pt x="2136" y="18003"/>
                </a:cubicBezTo>
                <a:cubicBezTo>
                  <a:pt x="2550" y="18166"/>
                  <a:pt x="3008" y="18254"/>
                  <a:pt x="3455" y="18243"/>
                </a:cubicBezTo>
                <a:lnTo>
                  <a:pt x="15922" y="18243"/>
                </a:lnTo>
                <a:lnTo>
                  <a:pt x="15922" y="21653"/>
                </a:lnTo>
                <a:cubicBezTo>
                  <a:pt x="15922" y="29673"/>
                  <a:pt x="22428" y="36243"/>
                  <a:pt x="30416" y="36397"/>
                </a:cubicBezTo>
                <a:lnTo>
                  <a:pt x="34580" y="50213"/>
                </a:lnTo>
                <a:cubicBezTo>
                  <a:pt x="36170" y="55531"/>
                  <a:pt x="40977" y="59105"/>
                  <a:pt x="46534" y="59105"/>
                </a:cubicBezTo>
                <a:lnTo>
                  <a:pt x="53466" y="59105"/>
                </a:lnTo>
                <a:cubicBezTo>
                  <a:pt x="59012" y="59105"/>
                  <a:pt x="63819" y="55531"/>
                  <a:pt x="65421" y="50213"/>
                </a:cubicBezTo>
                <a:lnTo>
                  <a:pt x="69584" y="36397"/>
                </a:lnTo>
                <a:cubicBezTo>
                  <a:pt x="77572" y="36243"/>
                  <a:pt x="84067" y="29673"/>
                  <a:pt x="84067" y="21653"/>
                </a:cubicBezTo>
                <a:lnTo>
                  <a:pt x="84067" y="18243"/>
                </a:lnTo>
                <a:lnTo>
                  <a:pt x="96545" y="18243"/>
                </a:lnTo>
                <a:cubicBezTo>
                  <a:pt x="96992" y="18254"/>
                  <a:pt x="97439" y="18166"/>
                  <a:pt x="97864" y="18003"/>
                </a:cubicBezTo>
                <a:cubicBezTo>
                  <a:pt x="98278" y="17829"/>
                  <a:pt x="98659" y="17578"/>
                  <a:pt x="98976" y="17262"/>
                </a:cubicBezTo>
                <a:cubicBezTo>
                  <a:pt x="99302" y="16946"/>
                  <a:pt x="99554" y="16575"/>
                  <a:pt x="99728" y="16151"/>
                </a:cubicBezTo>
                <a:cubicBezTo>
                  <a:pt x="99902" y="15737"/>
                  <a:pt x="100000" y="15290"/>
                  <a:pt x="100000" y="14843"/>
                </a:cubicBezTo>
                <a:cubicBezTo>
                  <a:pt x="100000" y="14385"/>
                  <a:pt x="99902" y="13939"/>
                  <a:pt x="99728" y="13524"/>
                </a:cubicBezTo>
                <a:cubicBezTo>
                  <a:pt x="99554" y="13111"/>
                  <a:pt x="99302" y="12729"/>
                  <a:pt x="98976" y="12413"/>
                </a:cubicBezTo>
                <a:cubicBezTo>
                  <a:pt x="98659" y="12097"/>
                  <a:pt x="98278" y="11846"/>
                  <a:pt x="97864" y="11683"/>
                </a:cubicBezTo>
                <a:cubicBezTo>
                  <a:pt x="97439" y="11509"/>
                  <a:pt x="96992" y="11432"/>
                  <a:pt x="96545" y="11432"/>
                </a:cubicBezTo>
                <a:lnTo>
                  <a:pt x="84067" y="11432"/>
                </a:lnTo>
                <a:lnTo>
                  <a:pt x="84067" y="10299"/>
                </a:lnTo>
                <a:cubicBezTo>
                  <a:pt x="84078" y="9853"/>
                  <a:pt x="83991" y="9395"/>
                  <a:pt x="83827" y="8981"/>
                </a:cubicBezTo>
                <a:cubicBezTo>
                  <a:pt x="83653" y="8566"/>
                  <a:pt x="83414" y="8185"/>
                  <a:pt x="83086" y="7859"/>
                </a:cubicBezTo>
                <a:cubicBezTo>
                  <a:pt x="82770" y="7542"/>
                  <a:pt x="82400" y="7281"/>
                  <a:pt x="81986" y="7107"/>
                </a:cubicBezTo>
                <a:cubicBezTo>
                  <a:pt x="81561" y="6932"/>
                  <a:pt x="81114" y="6845"/>
                  <a:pt x="80667" y="6845"/>
                </a:cubicBezTo>
                <a:cubicBezTo>
                  <a:pt x="80209" y="6845"/>
                  <a:pt x="79762" y="6932"/>
                  <a:pt x="79349" y="7107"/>
                </a:cubicBezTo>
                <a:cubicBezTo>
                  <a:pt x="78934" y="7281"/>
                  <a:pt x="78553" y="7542"/>
                  <a:pt x="78237" y="7859"/>
                </a:cubicBezTo>
                <a:cubicBezTo>
                  <a:pt x="77921" y="8185"/>
                  <a:pt x="77670" y="8566"/>
                  <a:pt x="77507" y="8981"/>
                </a:cubicBezTo>
                <a:cubicBezTo>
                  <a:pt x="77332" y="9395"/>
                  <a:pt x="77256" y="9853"/>
                  <a:pt x="77256" y="10299"/>
                </a:cubicBezTo>
                <a:lnTo>
                  <a:pt x="77256" y="11432"/>
                </a:lnTo>
                <a:lnTo>
                  <a:pt x="64756" y="11432"/>
                </a:lnTo>
                <a:cubicBezTo>
                  <a:pt x="64309" y="11432"/>
                  <a:pt x="63852" y="11509"/>
                  <a:pt x="63437" y="11683"/>
                </a:cubicBezTo>
                <a:cubicBezTo>
                  <a:pt x="63023" y="11846"/>
                  <a:pt x="62642" y="12097"/>
                  <a:pt x="62315" y="12413"/>
                </a:cubicBezTo>
                <a:cubicBezTo>
                  <a:pt x="61999" y="12729"/>
                  <a:pt x="61737" y="13111"/>
                  <a:pt x="61563" y="13524"/>
                </a:cubicBezTo>
                <a:cubicBezTo>
                  <a:pt x="61389" y="13939"/>
                  <a:pt x="61301" y="14385"/>
                  <a:pt x="61301" y="14843"/>
                </a:cubicBezTo>
                <a:cubicBezTo>
                  <a:pt x="61301" y="15290"/>
                  <a:pt x="61389" y="15737"/>
                  <a:pt x="61563" y="16151"/>
                </a:cubicBezTo>
                <a:cubicBezTo>
                  <a:pt x="61737" y="16575"/>
                  <a:pt x="61999" y="16946"/>
                  <a:pt x="62315" y="17262"/>
                </a:cubicBezTo>
                <a:cubicBezTo>
                  <a:pt x="62642" y="17578"/>
                  <a:pt x="63023" y="17829"/>
                  <a:pt x="63437" y="18003"/>
                </a:cubicBezTo>
                <a:cubicBezTo>
                  <a:pt x="63852" y="18166"/>
                  <a:pt x="64309" y="18254"/>
                  <a:pt x="64756" y="18243"/>
                </a:cubicBezTo>
                <a:lnTo>
                  <a:pt x="77256" y="18243"/>
                </a:lnTo>
                <a:lnTo>
                  <a:pt x="77256" y="21653"/>
                </a:lnTo>
                <a:cubicBezTo>
                  <a:pt x="77256" y="26077"/>
                  <a:pt x="73747" y="29597"/>
                  <a:pt x="69311" y="29597"/>
                </a:cubicBezTo>
                <a:lnTo>
                  <a:pt x="30678" y="29597"/>
                </a:lnTo>
                <a:cubicBezTo>
                  <a:pt x="26253" y="29597"/>
                  <a:pt x="22733" y="26077"/>
                  <a:pt x="22733" y="21653"/>
                </a:cubicBezTo>
                <a:lnTo>
                  <a:pt x="22733" y="18243"/>
                </a:lnTo>
                <a:lnTo>
                  <a:pt x="35245" y="18243"/>
                </a:lnTo>
                <a:cubicBezTo>
                  <a:pt x="35691" y="18254"/>
                  <a:pt x="36137" y="18166"/>
                  <a:pt x="36563" y="18003"/>
                </a:cubicBezTo>
                <a:cubicBezTo>
                  <a:pt x="36977" y="17829"/>
                  <a:pt x="37358" y="17578"/>
                  <a:pt x="37674" y="17262"/>
                </a:cubicBezTo>
                <a:cubicBezTo>
                  <a:pt x="38001" y="16946"/>
                  <a:pt x="38252" y="16575"/>
                  <a:pt x="38426" y="16151"/>
                </a:cubicBezTo>
                <a:cubicBezTo>
                  <a:pt x="38600" y="15737"/>
                  <a:pt x="38699" y="15290"/>
                  <a:pt x="38699" y="14843"/>
                </a:cubicBezTo>
                <a:cubicBezTo>
                  <a:pt x="38699" y="14385"/>
                  <a:pt x="38600" y="13939"/>
                  <a:pt x="38426" y="13524"/>
                </a:cubicBezTo>
                <a:cubicBezTo>
                  <a:pt x="38252" y="13111"/>
                  <a:pt x="38001" y="12729"/>
                  <a:pt x="37674" y="12413"/>
                </a:cubicBezTo>
                <a:cubicBezTo>
                  <a:pt x="37358" y="12097"/>
                  <a:pt x="36977" y="11846"/>
                  <a:pt x="36563" y="11683"/>
                </a:cubicBezTo>
                <a:cubicBezTo>
                  <a:pt x="36137" y="11509"/>
                  <a:pt x="35691" y="11432"/>
                  <a:pt x="35245" y="11432"/>
                </a:cubicBezTo>
                <a:lnTo>
                  <a:pt x="22733" y="11432"/>
                </a:lnTo>
                <a:lnTo>
                  <a:pt x="22733" y="10299"/>
                </a:lnTo>
                <a:cubicBezTo>
                  <a:pt x="22744" y="9841"/>
                  <a:pt x="22657" y="9395"/>
                  <a:pt x="22482" y="8970"/>
                </a:cubicBezTo>
                <a:cubicBezTo>
                  <a:pt x="22308" y="8545"/>
                  <a:pt x="22057" y="8164"/>
                  <a:pt x="21742" y="7836"/>
                </a:cubicBezTo>
                <a:cubicBezTo>
                  <a:pt x="21414" y="7520"/>
                  <a:pt x="21033" y="7270"/>
                  <a:pt x="20608" y="7096"/>
                </a:cubicBezTo>
                <a:cubicBezTo>
                  <a:pt x="20183" y="6921"/>
                  <a:pt x="19736" y="6834"/>
                  <a:pt x="19279" y="6845"/>
                </a:cubicBezTo>
                <a:close/>
                <a:moveTo>
                  <a:pt x="28433" y="47761"/>
                </a:moveTo>
                <a:cubicBezTo>
                  <a:pt x="19039" y="47761"/>
                  <a:pt x="11399" y="55389"/>
                  <a:pt x="11399" y="64782"/>
                </a:cubicBezTo>
                <a:lnTo>
                  <a:pt x="11399" y="89757"/>
                </a:lnTo>
                <a:cubicBezTo>
                  <a:pt x="11399" y="91631"/>
                  <a:pt x="12925" y="93156"/>
                  <a:pt x="14810" y="93156"/>
                </a:cubicBezTo>
                <a:cubicBezTo>
                  <a:pt x="16685" y="93156"/>
                  <a:pt x="18210" y="91631"/>
                  <a:pt x="18210" y="89757"/>
                </a:cubicBezTo>
                <a:lnTo>
                  <a:pt x="18210" y="64782"/>
                </a:lnTo>
                <a:cubicBezTo>
                  <a:pt x="18210" y="59148"/>
                  <a:pt x="22799" y="54572"/>
                  <a:pt x="28433" y="54572"/>
                </a:cubicBezTo>
                <a:lnTo>
                  <a:pt x="31506" y="54572"/>
                </a:lnTo>
                <a:cubicBezTo>
                  <a:pt x="30994" y="53602"/>
                  <a:pt x="30547" y="52599"/>
                  <a:pt x="30231" y="51521"/>
                </a:cubicBezTo>
                <a:lnTo>
                  <a:pt x="29098" y="47761"/>
                </a:lnTo>
                <a:lnTo>
                  <a:pt x="28433" y="47761"/>
                </a:lnTo>
                <a:close/>
                <a:moveTo>
                  <a:pt x="70902" y="47761"/>
                </a:moveTo>
                <a:lnTo>
                  <a:pt x="69769" y="51521"/>
                </a:lnTo>
                <a:cubicBezTo>
                  <a:pt x="69453" y="52599"/>
                  <a:pt x="68995" y="53602"/>
                  <a:pt x="68494" y="54572"/>
                </a:cubicBezTo>
                <a:lnTo>
                  <a:pt x="73834" y="54572"/>
                </a:lnTo>
                <a:cubicBezTo>
                  <a:pt x="81212" y="54572"/>
                  <a:pt x="81779" y="62384"/>
                  <a:pt x="81779" y="64782"/>
                </a:cubicBezTo>
                <a:lnTo>
                  <a:pt x="81779" y="89757"/>
                </a:lnTo>
                <a:cubicBezTo>
                  <a:pt x="81779" y="91631"/>
                  <a:pt x="83304" y="93156"/>
                  <a:pt x="85190" y="93156"/>
                </a:cubicBezTo>
                <a:cubicBezTo>
                  <a:pt x="87075" y="93156"/>
                  <a:pt x="88590" y="91631"/>
                  <a:pt x="88590" y="89757"/>
                </a:cubicBezTo>
                <a:lnTo>
                  <a:pt x="88590" y="64782"/>
                </a:lnTo>
                <a:cubicBezTo>
                  <a:pt x="88590" y="54593"/>
                  <a:pt x="82661" y="47761"/>
                  <a:pt x="73834" y="47761"/>
                </a:cubicBezTo>
                <a:lnTo>
                  <a:pt x="70902" y="4776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5" name="Чёрный — SVG 10">
            <a:extLst>
              <a:ext uri="{FF2B5EF4-FFF2-40B4-BE49-F238E27FC236}">
                <a16:creationId xmlns:a16="http://schemas.microsoft.com/office/drawing/2014/main" id="{E8BAC31C-F755-6445-8BE2-61BB9B70F0DD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9340 w 141704"/>
              <a:gd name="csY0" fmla="*/ 132346 h 141670"/>
              <a:gd name="csX1" fmla="*/ 9340 w 141704"/>
              <a:gd name="csY1" fmla="*/ 87250 h 141670"/>
              <a:gd name="csX2" fmla="*/ 31883 w 141704"/>
              <a:gd name="csY2" fmla="*/ 77894 h 141670"/>
              <a:gd name="csX3" fmla="*/ 35218 w 141704"/>
              <a:gd name="csY3" fmla="*/ 78081 h 141670"/>
              <a:gd name="csX4" fmla="*/ 33295 w 141704"/>
              <a:gd name="csY4" fmla="*/ 88577 h 141670"/>
              <a:gd name="csX5" fmla="*/ 31883 w 141704"/>
              <a:gd name="csY5" fmla="*/ 88526 h 141670"/>
              <a:gd name="csX6" fmla="*/ 16860 w 141704"/>
              <a:gd name="csY6" fmla="*/ 94752 h 141670"/>
              <a:gd name="csX7" fmla="*/ 16860 w 141704"/>
              <a:gd name="csY7" fmla="*/ 124827 h 141670"/>
              <a:gd name="csX8" fmla="*/ 46923 w 141704"/>
              <a:gd name="csY8" fmla="*/ 124827 h 141670"/>
              <a:gd name="csX9" fmla="*/ 53099 w 141704"/>
              <a:gd name="csY9" fmla="*/ 108378 h 141670"/>
              <a:gd name="csX10" fmla="*/ 63596 w 141704"/>
              <a:gd name="csY10" fmla="*/ 106472 h 141670"/>
              <a:gd name="csX11" fmla="*/ 54443 w 141704"/>
              <a:gd name="csY11" fmla="*/ 132329 h 141670"/>
              <a:gd name="csX12" fmla="*/ 9340 w 141704"/>
              <a:gd name="csY12" fmla="*/ 132346 h 141670"/>
              <a:gd name="csX13" fmla="*/ 87262 w 141704"/>
              <a:gd name="csY13" fmla="*/ 132329 h 141670"/>
              <a:gd name="csX14" fmla="*/ 78091 w 141704"/>
              <a:gd name="csY14" fmla="*/ 106472 h 141670"/>
              <a:gd name="csX15" fmla="*/ 88606 w 141704"/>
              <a:gd name="csY15" fmla="*/ 108378 h 141670"/>
              <a:gd name="csX16" fmla="*/ 94782 w 141704"/>
              <a:gd name="csY16" fmla="*/ 124827 h 141670"/>
              <a:gd name="csX17" fmla="*/ 124861 w 141704"/>
              <a:gd name="csY17" fmla="*/ 124827 h 141670"/>
              <a:gd name="csX18" fmla="*/ 124844 w 141704"/>
              <a:gd name="csY18" fmla="*/ 94752 h 141670"/>
              <a:gd name="csX19" fmla="*/ 109822 w 141704"/>
              <a:gd name="csY19" fmla="*/ 88526 h 141670"/>
              <a:gd name="csX20" fmla="*/ 108427 w 141704"/>
              <a:gd name="csY20" fmla="*/ 88577 h 141670"/>
              <a:gd name="csX21" fmla="*/ 106504 w 141704"/>
              <a:gd name="csY21" fmla="*/ 78081 h 141670"/>
              <a:gd name="csX22" fmla="*/ 109822 w 141704"/>
              <a:gd name="csY22" fmla="*/ 77894 h 141670"/>
              <a:gd name="csX23" fmla="*/ 132365 w 141704"/>
              <a:gd name="csY23" fmla="*/ 87250 h 141670"/>
              <a:gd name="csX24" fmla="*/ 132365 w 141704"/>
              <a:gd name="csY24" fmla="*/ 132346 h 141670"/>
              <a:gd name="csX25" fmla="*/ 87262 w 141704"/>
              <a:gd name="csY25" fmla="*/ 132329 h 141670"/>
              <a:gd name="csX26" fmla="*/ 106062 w 141704"/>
              <a:gd name="csY26" fmla="*/ 113566 h 141670"/>
              <a:gd name="csX27" fmla="*/ 98627 w 141704"/>
              <a:gd name="csY27" fmla="*/ 106115 h 141670"/>
              <a:gd name="csX28" fmla="*/ 70861 w 141704"/>
              <a:gd name="csY28" fmla="*/ 99141 h 141670"/>
              <a:gd name="csX29" fmla="*/ 42721 w 141704"/>
              <a:gd name="csY29" fmla="*/ 106472 h 141670"/>
              <a:gd name="csX30" fmla="*/ 35626 w 141704"/>
              <a:gd name="csY30" fmla="*/ 113549 h 141670"/>
              <a:gd name="csX31" fmla="*/ 28123 w 141704"/>
              <a:gd name="csY31" fmla="*/ 113549 h 141670"/>
              <a:gd name="csX32" fmla="*/ 28123 w 141704"/>
              <a:gd name="csY32" fmla="*/ 106030 h 141670"/>
              <a:gd name="csX33" fmla="*/ 35201 w 141704"/>
              <a:gd name="csY33" fmla="*/ 98954 h 141670"/>
              <a:gd name="csX34" fmla="*/ 42551 w 141704"/>
              <a:gd name="csY34" fmla="*/ 70834 h 141670"/>
              <a:gd name="csX35" fmla="*/ 35575 w 141704"/>
              <a:gd name="csY35" fmla="*/ 43072 h 141670"/>
              <a:gd name="csX36" fmla="*/ 28123 w 141704"/>
              <a:gd name="csY36" fmla="*/ 35638 h 141670"/>
              <a:gd name="csX37" fmla="*/ 28123 w 141704"/>
              <a:gd name="csY37" fmla="*/ 28119 h 141670"/>
              <a:gd name="csX38" fmla="*/ 35626 w 141704"/>
              <a:gd name="csY38" fmla="*/ 28119 h 141670"/>
              <a:gd name="csX39" fmla="*/ 42738 w 141704"/>
              <a:gd name="csY39" fmla="*/ 35196 h 141670"/>
              <a:gd name="csX40" fmla="*/ 70861 w 141704"/>
              <a:gd name="csY40" fmla="*/ 42528 h 141670"/>
              <a:gd name="csX41" fmla="*/ 98967 w 141704"/>
              <a:gd name="csY41" fmla="*/ 35196 h 141670"/>
              <a:gd name="csX42" fmla="*/ 106062 w 141704"/>
              <a:gd name="csY42" fmla="*/ 28102 h 141670"/>
              <a:gd name="csX43" fmla="*/ 113582 w 141704"/>
              <a:gd name="csY43" fmla="*/ 28102 h 141670"/>
              <a:gd name="csX44" fmla="*/ 113582 w 141704"/>
              <a:gd name="csY44" fmla="*/ 35621 h 141670"/>
              <a:gd name="csX45" fmla="*/ 106487 w 141704"/>
              <a:gd name="csY45" fmla="*/ 42698 h 141670"/>
              <a:gd name="csX46" fmla="*/ 99171 w 141704"/>
              <a:gd name="csY46" fmla="*/ 70834 h 141670"/>
              <a:gd name="csX47" fmla="*/ 106504 w 141704"/>
              <a:gd name="csY47" fmla="*/ 98954 h 141670"/>
              <a:gd name="csX48" fmla="*/ 113582 w 141704"/>
              <a:gd name="csY48" fmla="*/ 106064 h 141670"/>
              <a:gd name="csX49" fmla="*/ 113582 w 141704"/>
              <a:gd name="csY49" fmla="*/ 113566 h 141670"/>
              <a:gd name="csX50" fmla="*/ 106062 w 141704"/>
              <a:gd name="csY50" fmla="*/ 113566 h 141670"/>
              <a:gd name="csX51" fmla="*/ 9340 w 141704"/>
              <a:gd name="csY51" fmla="*/ 54435 h 141670"/>
              <a:gd name="csX52" fmla="*/ 9340 w 141704"/>
              <a:gd name="csY52" fmla="*/ 9339 h 141670"/>
              <a:gd name="csX53" fmla="*/ 54443 w 141704"/>
              <a:gd name="csY53" fmla="*/ 9339 h 141670"/>
              <a:gd name="csX54" fmla="*/ 63596 w 141704"/>
              <a:gd name="csY54" fmla="*/ 35196 h 141670"/>
              <a:gd name="csX55" fmla="*/ 53099 w 141704"/>
              <a:gd name="csY55" fmla="*/ 33274 h 141670"/>
              <a:gd name="csX56" fmla="*/ 46923 w 141704"/>
              <a:gd name="csY56" fmla="*/ 16858 h 141670"/>
              <a:gd name="csX57" fmla="*/ 16843 w 141704"/>
              <a:gd name="csY57" fmla="*/ 16858 h 141670"/>
              <a:gd name="csX58" fmla="*/ 16843 w 141704"/>
              <a:gd name="csY58" fmla="*/ 46917 h 141670"/>
              <a:gd name="csX59" fmla="*/ 31883 w 141704"/>
              <a:gd name="csY59" fmla="*/ 53143 h 141670"/>
              <a:gd name="csX60" fmla="*/ 33312 w 141704"/>
              <a:gd name="csY60" fmla="*/ 53092 h 141670"/>
              <a:gd name="csX61" fmla="*/ 35201 w 141704"/>
              <a:gd name="csY61" fmla="*/ 63604 h 141670"/>
              <a:gd name="csX62" fmla="*/ 31883 w 141704"/>
              <a:gd name="csY62" fmla="*/ 63775 h 141670"/>
              <a:gd name="csX63" fmla="*/ 9340 w 141704"/>
              <a:gd name="csY63" fmla="*/ 54435 h 141670"/>
              <a:gd name="csX64" fmla="*/ 106504 w 141704"/>
              <a:gd name="csY64" fmla="*/ 63604 h 141670"/>
              <a:gd name="csX65" fmla="*/ 108392 w 141704"/>
              <a:gd name="csY65" fmla="*/ 53092 h 141670"/>
              <a:gd name="csX66" fmla="*/ 109822 w 141704"/>
              <a:gd name="csY66" fmla="*/ 53143 h 141670"/>
              <a:gd name="csX67" fmla="*/ 124844 w 141704"/>
              <a:gd name="csY67" fmla="*/ 46917 h 141670"/>
              <a:gd name="csX68" fmla="*/ 124844 w 141704"/>
              <a:gd name="csY68" fmla="*/ 16858 h 141670"/>
              <a:gd name="csX69" fmla="*/ 94782 w 141704"/>
              <a:gd name="csY69" fmla="*/ 16858 h 141670"/>
              <a:gd name="csX70" fmla="*/ 88606 w 141704"/>
              <a:gd name="csY70" fmla="*/ 33274 h 141670"/>
              <a:gd name="csX71" fmla="*/ 78091 w 141704"/>
              <a:gd name="csY71" fmla="*/ 35196 h 141670"/>
              <a:gd name="csX72" fmla="*/ 87262 w 141704"/>
              <a:gd name="csY72" fmla="*/ 9339 h 141670"/>
              <a:gd name="csX73" fmla="*/ 132365 w 141704"/>
              <a:gd name="csY73" fmla="*/ 9339 h 141670"/>
              <a:gd name="csX74" fmla="*/ 132365 w 141704"/>
              <a:gd name="csY74" fmla="*/ 54435 h 141670"/>
              <a:gd name="csX75" fmla="*/ 109822 w 141704"/>
              <a:gd name="csY75" fmla="*/ 63775 h 141670"/>
              <a:gd name="csX76" fmla="*/ 106504 w 141704"/>
              <a:gd name="csY76" fmla="*/ 63604 h 141670"/>
            </a:gdLst>
            <a:ahLst/>
            <a:cxnLst/>
            <a:rect l="l" t="t" r="r" b="b"/>
            <a:pathLst>
              <a:path w="100000" h="100000">
                <a:moveTo>
                  <a:pt x="6591" y="93408"/>
                </a:moveTo>
                <a:cubicBezTo>
                  <a:pt x="-2197" y="84621"/>
                  <a:pt x="-2197" y="70359"/>
                  <a:pt x="6591" y="61584"/>
                </a:cubicBezTo>
                <a:cubicBezTo>
                  <a:pt x="10974" y="57190"/>
                  <a:pt x="16749" y="54982"/>
                  <a:pt x="22500" y="54982"/>
                </a:cubicBezTo>
                <a:cubicBezTo>
                  <a:pt x="23280" y="54982"/>
                  <a:pt x="24073" y="55029"/>
                  <a:pt x="24853" y="55113"/>
                </a:cubicBezTo>
                <a:cubicBezTo>
                  <a:pt x="24625" y="58103"/>
                  <a:pt x="24181" y="60576"/>
                  <a:pt x="23496" y="62520"/>
                </a:cubicBezTo>
                <a:cubicBezTo>
                  <a:pt x="23160" y="62496"/>
                  <a:pt x="22836" y="62484"/>
                  <a:pt x="22500" y="62484"/>
                </a:cubicBezTo>
                <a:cubicBezTo>
                  <a:pt x="18658" y="62484"/>
                  <a:pt x="14828" y="63961"/>
                  <a:pt x="11898" y="66878"/>
                </a:cubicBezTo>
                <a:cubicBezTo>
                  <a:pt x="6039" y="72736"/>
                  <a:pt x="6039" y="82244"/>
                  <a:pt x="11898" y="88102"/>
                </a:cubicBezTo>
                <a:cubicBezTo>
                  <a:pt x="17745" y="93949"/>
                  <a:pt x="27254" y="93949"/>
                  <a:pt x="33113" y="88102"/>
                </a:cubicBezTo>
                <a:cubicBezTo>
                  <a:pt x="36283" y="84921"/>
                  <a:pt x="37748" y="80660"/>
                  <a:pt x="37472" y="76494"/>
                </a:cubicBezTo>
                <a:cubicBezTo>
                  <a:pt x="39429" y="75809"/>
                  <a:pt x="41902" y="75378"/>
                  <a:pt x="44879" y="75149"/>
                </a:cubicBezTo>
                <a:cubicBezTo>
                  <a:pt x="45552" y="81655"/>
                  <a:pt x="43402" y="88415"/>
                  <a:pt x="38420" y="93396"/>
                </a:cubicBezTo>
                <a:cubicBezTo>
                  <a:pt x="29631" y="102183"/>
                  <a:pt x="15368" y="102183"/>
                  <a:pt x="6591" y="93408"/>
                </a:cubicBezTo>
                <a:close/>
                <a:moveTo>
                  <a:pt x="61580" y="93396"/>
                </a:moveTo>
                <a:cubicBezTo>
                  <a:pt x="56598" y="88415"/>
                  <a:pt x="54437" y="81655"/>
                  <a:pt x="55109" y="75149"/>
                </a:cubicBezTo>
                <a:cubicBezTo>
                  <a:pt x="58111" y="75378"/>
                  <a:pt x="60584" y="75821"/>
                  <a:pt x="62529" y="76494"/>
                </a:cubicBezTo>
                <a:cubicBezTo>
                  <a:pt x="62253" y="80660"/>
                  <a:pt x="63705" y="84921"/>
                  <a:pt x="66887" y="88102"/>
                </a:cubicBezTo>
                <a:cubicBezTo>
                  <a:pt x="72746" y="93949"/>
                  <a:pt x="82255" y="93949"/>
                  <a:pt x="88114" y="88102"/>
                </a:cubicBezTo>
                <a:cubicBezTo>
                  <a:pt x="93961" y="82244"/>
                  <a:pt x="93961" y="72736"/>
                  <a:pt x="88102" y="66878"/>
                </a:cubicBezTo>
                <a:cubicBezTo>
                  <a:pt x="85173" y="63949"/>
                  <a:pt x="81343" y="62484"/>
                  <a:pt x="77501" y="62484"/>
                </a:cubicBezTo>
                <a:cubicBezTo>
                  <a:pt x="77176" y="62484"/>
                  <a:pt x="76840" y="62496"/>
                  <a:pt x="76517" y="62520"/>
                </a:cubicBezTo>
                <a:cubicBezTo>
                  <a:pt x="75832" y="60552"/>
                  <a:pt x="75387" y="58079"/>
                  <a:pt x="75159" y="55113"/>
                </a:cubicBezTo>
                <a:cubicBezTo>
                  <a:pt x="75940" y="55029"/>
                  <a:pt x="76720" y="54982"/>
                  <a:pt x="77501" y="54982"/>
                </a:cubicBezTo>
                <a:cubicBezTo>
                  <a:pt x="83252" y="54982"/>
                  <a:pt x="89026" y="57190"/>
                  <a:pt x="93410" y="61584"/>
                </a:cubicBezTo>
                <a:cubicBezTo>
                  <a:pt x="102198" y="70359"/>
                  <a:pt x="102198" y="84621"/>
                  <a:pt x="93410" y="93408"/>
                </a:cubicBezTo>
                <a:cubicBezTo>
                  <a:pt x="84633" y="102183"/>
                  <a:pt x="70369" y="102183"/>
                  <a:pt x="61580" y="93396"/>
                </a:cubicBezTo>
                <a:close/>
                <a:moveTo>
                  <a:pt x="74848" y="80155"/>
                </a:moveTo>
                <a:lnTo>
                  <a:pt x="69601" y="74897"/>
                </a:lnTo>
                <a:cubicBezTo>
                  <a:pt x="65314" y="70851"/>
                  <a:pt x="57871" y="69975"/>
                  <a:pt x="50006" y="69975"/>
                </a:cubicBezTo>
                <a:cubicBezTo>
                  <a:pt x="42022" y="69975"/>
                  <a:pt x="34422" y="70864"/>
                  <a:pt x="30148" y="75149"/>
                </a:cubicBezTo>
                <a:lnTo>
                  <a:pt x="25141" y="80143"/>
                </a:lnTo>
                <a:cubicBezTo>
                  <a:pt x="23689" y="81607"/>
                  <a:pt x="21299" y="81607"/>
                  <a:pt x="19846" y="80143"/>
                </a:cubicBezTo>
                <a:cubicBezTo>
                  <a:pt x="18382" y="78679"/>
                  <a:pt x="18382" y="76302"/>
                  <a:pt x="19846" y="74837"/>
                </a:cubicBezTo>
                <a:lnTo>
                  <a:pt x="24841" y="69843"/>
                </a:lnTo>
                <a:cubicBezTo>
                  <a:pt x="29116" y="65570"/>
                  <a:pt x="30028" y="58007"/>
                  <a:pt x="30028" y="49999"/>
                </a:cubicBezTo>
                <a:cubicBezTo>
                  <a:pt x="30028" y="42172"/>
                  <a:pt x="29164" y="34705"/>
                  <a:pt x="25105" y="30408"/>
                </a:cubicBezTo>
                <a:lnTo>
                  <a:pt x="19846" y="25162"/>
                </a:lnTo>
                <a:cubicBezTo>
                  <a:pt x="18382" y="23697"/>
                  <a:pt x="18382" y="21320"/>
                  <a:pt x="19846" y="19855"/>
                </a:cubicBezTo>
                <a:cubicBezTo>
                  <a:pt x="21299" y="18391"/>
                  <a:pt x="23689" y="18391"/>
                  <a:pt x="25141" y="19855"/>
                </a:cubicBezTo>
                <a:lnTo>
                  <a:pt x="30160" y="24850"/>
                </a:lnTo>
                <a:cubicBezTo>
                  <a:pt x="34434" y="29111"/>
                  <a:pt x="41998" y="30024"/>
                  <a:pt x="50006" y="30024"/>
                </a:cubicBezTo>
                <a:cubicBezTo>
                  <a:pt x="57967" y="30024"/>
                  <a:pt x="65567" y="29123"/>
                  <a:pt x="69841" y="24850"/>
                </a:cubicBezTo>
                <a:lnTo>
                  <a:pt x="74848" y="19843"/>
                </a:lnTo>
                <a:cubicBezTo>
                  <a:pt x="76312" y="18379"/>
                  <a:pt x="78689" y="18379"/>
                  <a:pt x="80154" y="19843"/>
                </a:cubicBezTo>
                <a:cubicBezTo>
                  <a:pt x="81619" y="21309"/>
                  <a:pt x="81619" y="23685"/>
                  <a:pt x="80154" y="25150"/>
                </a:cubicBezTo>
                <a:lnTo>
                  <a:pt x="75147" y="30144"/>
                </a:lnTo>
                <a:cubicBezTo>
                  <a:pt x="70885" y="34418"/>
                  <a:pt x="69985" y="41980"/>
                  <a:pt x="69985" y="49999"/>
                </a:cubicBezTo>
                <a:cubicBezTo>
                  <a:pt x="69985" y="57959"/>
                  <a:pt x="70885" y="65558"/>
                  <a:pt x="75159" y="69843"/>
                </a:cubicBezTo>
                <a:lnTo>
                  <a:pt x="80154" y="74861"/>
                </a:lnTo>
                <a:cubicBezTo>
                  <a:pt x="81619" y="76314"/>
                  <a:pt x="81619" y="78703"/>
                  <a:pt x="80154" y="80155"/>
                </a:cubicBezTo>
                <a:cubicBezTo>
                  <a:pt x="78689" y="81619"/>
                  <a:pt x="76312" y="81619"/>
                  <a:pt x="74848" y="80155"/>
                </a:cubicBezTo>
                <a:close/>
                <a:moveTo>
                  <a:pt x="6591" y="38427"/>
                </a:moveTo>
                <a:cubicBezTo>
                  <a:pt x="-2197" y="29639"/>
                  <a:pt x="-2197" y="15378"/>
                  <a:pt x="6591" y="6602"/>
                </a:cubicBezTo>
                <a:cubicBezTo>
                  <a:pt x="15368" y="-2185"/>
                  <a:pt x="29631" y="-2185"/>
                  <a:pt x="38420" y="6602"/>
                </a:cubicBezTo>
                <a:cubicBezTo>
                  <a:pt x="43402" y="11597"/>
                  <a:pt x="45552" y="18331"/>
                  <a:pt x="44879" y="24850"/>
                </a:cubicBezTo>
                <a:cubicBezTo>
                  <a:pt x="41890" y="24622"/>
                  <a:pt x="39417" y="24177"/>
                  <a:pt x="37472" y="23493"/>
                </a:cubicBezTo>
                <a:cubicBezTo>
                  <a:pt x="37736" y="19340"/>
                  <a:pt x="36283" y="15078"/>
                  <a:pt x="33113" y="11909"/>
                </a:cubicBezTo>
                <a:cubicBezTo>
                  <a:pt x="27254" y="6051"/>
                  <a:pt x="17745" y="6051"/>
                  <a:pt x="11886" y="11909"/>
                </a:cubicBezTo>
                <a:cubicBezTo>
                  <a:pt x="6039" y="17755"/>
                  <a:pt x="6039" y="27262"/>
                  <a:pt x="11886" y="33121"/>
                </a:cubicBezTo>
                <a:cubicBezTo>
                  <a:pt x="14816" y="36050"/>
                  <a:pt x="18658" y="37515"/>
                  <a:pt x="22500" y="37515"/>
                </a:cubicBezTo>
                <a:cubicBezTo>
                  <a:pt x="22836" y="37515"/>
                  <a:pt x="23172" y="37503"/>
                  <a:pt x="23508" y="37479"/>
                </a:cubicBezTo>
                <a:cubicBezTo>
                  <a:pt x="24181" y="39447"/>
                  <a:pt x="24625" y="41920"/>
                  <a:pt x="24841" y="44897"/>
                </a:cubicBezTo>
                <a:cubicBezTo>
                  <a:pt x="24061" y="44981"/>
                  <a:pt x="23280" y="45018"/>
                  <a:pt x="22500" y="45018"/>
                </a:cubicBezTo>
                <a:cubicBezTo>
                  <a:pt x="16749" y="45018"/>
                  <a:pt x="10974" y="42821"/>
                  <a:pt x="6591" y="38427"/>
                </a:cubicBezTo>
                <a:close/>
                <a:moveTo>
                  <a:pt x="75159" y="44897"/>
                </a:moveTo>
                <a:cubicBezTo>
                  <a:pt x="75375" y="41896"/>
                  <a:pt x="75820" y="39435"/>
                  <a:pt x="76492" y="37479"/>
                </a:cubicBezTo>
                <a:cubicBezTo>
                  <a:pt x="76828" y="37503"/>
                  <a:pt x="77164" y="37515"/>
                  <a:pt x="77501" y="37515"/>
                </a:cubicBezTo>
                <a:cubicBezTo>
                  <a:pt x="81343" y="37515"/>
                  <a:pt x="85173" y="36050"/>
                  <a:pt x="88102" y="33121"/>
                </a:cubicBezTo>
                <a:cubicBezTo>
                  <a:pt x="93961" y="27262"/>
                  <a:pt x="93961" y="17755"/>
                  <a:pt x="88102" y="11909"/>
                </a:cubicBezTo>
                <a:cubicBezTo>
                  <a:pt x="82255" y="6051"/>
                  <a:pt x="72746" y="6051"/>
                  <a:pt x="66887" y="11909"/>
                </a:cubicBezTo>
                <a:cubicBezTo>
                  <a:pt x="63717" y="15090"/>
                  <a:pt x="62253" y="19340"/>
                  <a:pt x="62529" y="23493"/>
                </a:cubicBezTo>
                <a:cubicBezTo>
                  <a:pt x="60572" y="24177"/>
                  <a:pt x="58087" y="24622"/>
                  <a:pt x="55109" y="24850"/>
                </a:cubicBezTo>
                <a:cubicBezTo>
                  <a:pt x="54437" y="18331"/>
                  <a:pt x="56598" y="11585"/>
                  <a:pt x="61580" y="6602"/>
                </a:cubicBezTo>
                <a:cubicBezTo>
                  <a:pt x="70369" y="-2185"/>
                  <a:pt x="84633" y="-2185"/>
                  <a:pt x="93410" y="6602"/>
                </a:cubicBezTo>
                <a:cubicBezTo>
                  <a:pt x="102198" y="15378"/>
                  <a:pt x="102198" y="29639"/>
                  <a:pt x="93410" y="38427"/>
                </a:cubicBezTo>
                <a:cubicBezTo>
                  <a:pt x="89014" y="42821"/>
                  <a:pt x="83252" y="45018"/>
                  <a:pt x="77501" y="45018"/>
                </a:cubicBezTo>
                <a:cubicBezTo>
                  <a:pt x="76720" y="45018"/>
                  <a:pt x="75940" y="44969"/>
                  <a:pt x="75159" y="4489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6" name="Чёрный — SVG 11">
            <a:extLst>
              <a:ext uri="{FF2B5EF4-FFF2-40B4-BE49-F238E27FC236}">
                <a16:creationId xmlns:a16="http://schemas.microsoft.com/office/drawing/2014/main" id="{62759093-7266-BF4D-BCCE-1D6B61E65146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16007 w 148968"/>
              <a:gd name="csY0" fmla="*/ 0 h 134676"/>
              <a:gd name="csX1" fmla="*/ 7143 w 148968"/>
              <a:gd name="csY1" fmla="*/ 8863 h 134676"/>
              <a:gd name="csX2" fmla="*/ 7143 w 148968"/>
              <a:gd name="csY2" fmla="*/ 106422 h 134676"/>
              <a:gd name="csX3" fmla="*/ 16041 w 148968"/>
              <a:gd name="csY3" fmla="*/ 110402 h 134676"/>
              <a:gd name="csX4" fmla="*/ 28410 w 148968"/>
              <a:gd name="csY4" fmla="*/ 113413 h 134676"/>
              <a:gd name="csX5" fmla="*/ 40778 w 148968"/>
              <a:gd name="csY5" fmla="*/ 110402 h 134676"/>
              <a:gd name="csX6" fmla="*/ 51480 w 148968"/>
              <a:gd name="csY6" fmla="*/ 106353 h 134676"/>
              <a:gd name="csX7" fmla="*/ 62147 w 148968"/>
              <a:gd name="csY7" fmla="*/ 110436 h 134676"/>
              <a:gd name="csX8" fmla="*/ 74482 w 148968"/>
              <a:gd name="csY8" fmla="*/ 113413 h 134676"/>
              <a:gd name="csX9" fmla="*/ 86868 w 148968"/>
              <a:gd name="csY9" fmla="*/ 110402 h 134676"/>
              <a:gd name="csX10" fmla="*/ 97569 w 148968"/>
              <a:gd name="csY10" fmla="*/ 106353 h 134676"/>
              <a:gd name="csX11" fmla="*/ 108237 w 148968"/>
              <a:gd name="csY11" fmla="*/ 110436 h 134676"/>
              <a:gd name="csX12" fmla="*/ 120572 w 148968"/>
              <a:gd name="csY12" fmla="*/ 113413 h 134676"/>
              <a:gd name="csX13" fmla="*/ 132940 w 148968"/>
              <a:gd name="csY13" fmla="*/ 110402 h 134676"/>
              <a:gd name="csX14" fmla="*/ 141838 w 148968"/>
              <a:gd name="csY14" fmla="*/ 106455 h 134676"/>
              <a:gd name="csX15" fmla="*/ 141838 w 148968"/>
              <a:gd name="csY15" fmla="*/ 93918 h 134676"/>
              <a:gd name="csX16" fmla="*/ 129435 w 148968"/>
              <a:gd name="csY16" fmla="*/ 81517 h 134676"/>
              <a:gd name="csX17" fmla="*/ 33735 w 148968"/>
              <a:gd name="csY17" fmla="*/ 81517 h 134676"/>
              <a:gd name="csX18" fmla="*/ 24871 w 148968"/>
              <a:gd name="csY18" fmla="*/ 72654 h 134676"/>
              <a:gd name="csX19" fmla="*/ 24871 w 148968"/>
              <a:gd name="csY19" fmla="*/ 40759 h 134676"/>
              <a:gd name="csX20" fmla="*/ 25568 w 148968"/>
              <a:gd name="csY20" fmla="*/ 39330 h 134676"/>
              <a:gd name="csX21" fmla="*/ 34075 w 148968"/>
              <a:gd name="csY21" fmla="*/ 32968 h 134676"/>
              <a:gd name="csX22" fmla="*/ 39043 w 148968"/>
              <a:gd name="csY22" fmla="*/ 23033 h 134676"/>
              <a:gd name="csX23" fmla="*/ 39043 w 148968"/>
              <a:gd name="csY23" fmla="*/ 8863 h 134676"/>
              <a:gd name="csX24" fmla="*/ 30179 w 148968"/>
              <a:gd name="csY24" fmla="*/ 0 h 134676"/>
              <a:gd name="csX25" fmla="*/ 16007 w 148968"/>
              <a:gd name="csY25" fmla="*/ 0 h 134676"/>
              <a:gd name="csX26" fmla="*/ 74108 w 148968"/>
              <a:gd name="csY26" fmla="*/ 3538 h 134676"/>
              <a:gd name="csX27" fmla="*/ 57452 w 148968"/>
              <a:gd name="csY27" fmla="*/ 16654 h 134676"/>
              <a:gd name="csX28" fmla="*/ 54083 w 148968"/>
              <a:gd name="csY28" fmla="*/ 30586 h 134676"/>
              <a:gd name="csX29" fmla="*/ 46138 w 148968"/>
              <a:gd name="csY29" fmla="*/ 44297 h 134676"/>
              <a:gd name="csX30" fmla="*/ 46138 w 148968"/>
              <a:gd name="csY30" fmla="*/ 62022 h 134676"/>
              <a:gd name="csX31" fmla="*/ 46138 w 148968"/>
              <a:gd name="csY31" fmla="*/ 69694 h 134676"/>
              <a:gd name="csX32" fmla="*/ 50850 w 148968"/>
              <a:gd name="csY32" fmla="*/ 74424 h 134676"/>
              <a:gd name="csX33" fmla="*/ 55580 w 148968"/>
              <a:gd name="csY33" fmla="*/ 74424 h 134676"/>
              <a:gd name="csX34" fmla="*/ 60310 w 148968"/>
              <a:gd name="csY34" fmla="*/ 69694 h 134676"/>
              <a:gd name="csX35" fmla="*/ 60310 w 148968"/>
              <a:gd name="csY35" fmla="*/ 67330 h 134676"/>
              <a:gd name="csX36" fmla="*/ 113477 w 148968"/>
              <a:gd name="csY36" fmla="*/ 67330 h 134676"/>
              <a:gd name="csX37" fmla="*/ 113477 w 148968"/>
              <a:gd name="csY37" fmla="*/ 69694 h 134676"/>
              <a:gd name="csX38" fmla="*/ 118206 w 148968"/>
              <a:gd name="csY38" fmla="*/ 74424 h 134676"/>
              <a:gd name="csX39" fmla="*/ 122919 w 148968"/>
              <a:gd name="csY39" fmla="*/ 74424 h 134676"/>
              <a:gd name="csX40" fmla="*/ 127649 w 148968"/>
              <a:gd name="csY40" fmla="*/ 69694 h 134676"/>
              <a:gd name="csX41" fmla="*/ 127649 w 148968"/>
              <a:gd name="csY41" fmla="*/ 62022 h 134676"/>
              <a:gd name="csX42" fmla="*/ 127649 w 148968"/>
              <a:gd name="csY42" fmla="*/ 44297 h 134676"/>
              <a:gd name="csX43" fmla="*/ 119704 w 148968"/>
              <a:gd name="csY43" fmla="*/ 30586 h 134676"/>
              <a:gd name="csX44" fmla="*/ 116335 w 148968"/>
              <a:gd name="csY44" fmla="*/ 16654 h 134676"/>
              <a:gd name="csX45" fmla="*/ 99696 w 148968"/>
              <a:gd name="csY45" fmla="*/ 3538 h 134676"/>
              <a:gd name="csX46" fmla="*/ 74108 w 148968"/>
              <a:gd name="csY46" fmla="*/ 3538 h 134676"/>
              <a:gd name="csX47" fmla="*/ 74108 w 148968"/>
              <a:gd name="csY47" fmla="*/ 14170 h 134676"/>
              <a:gd name="csX48" fmla="*/ 99696 w 148968"/>
              <a:gd name="csY48" fmla="*/ 14170 h 134676"/>
              <a:gd name="csX49" fmla="*/ 106008 w 148968"/>
              <a:gd name="csY49" fmla="*/ 19137 h 134676"/>
              <a:gd name="csX50" fmla="*/ 108220 w 148968"/>
              <a:gd name="csY50" fmla="*/ 28358 h 134676"/>
              <a:gd name="csX51" fmla="*/ 65550 w 148968"/>
              <a:gd name="csY51" fmla="*/ 28358 h 134676"/>
              <a:gd name="csX52" fmla="*/ 67779 w 148968"/>
              <a:gd name="csY52" fmla="*/ 19137 h 134676"/>
              <a:gd name="csX53" fmla="*/ 74108 w 148968"/>
              <a:gd name="csY53" fmla="*/ 14170 h 134676"/>
              <a:gd name="csX54" fmla="*/ 65635 w 148968"/>
              <a:gd name="csY54" fmla="*/ 42528 h 134676"/>
              <a:gd name="csX55" fmla="*/ 70943 w 148968"/>
              <a:gd name="csY55" fmla="*/ 47835 h 134676"/>
              <a:gd name="csX56" fmla="*/ 65635 w 148968"/>
              <a:gd name="csY56" fmla="*/ 53160 h 134676"/>
              <a:gd name="csX57" fmla="*/ 60310 w 148968"/>
              <a:gd name="csY57" fmla="*/ 47835 h 134676"/>
              <a:gd name="csX58" fmla="*/ 65635 w 148968"/>
              <a:gd name="csY58" fmla="*/ 42528 h 134676"/>
              <a:gd name="csX59" fmla="*/ 108169 w 148968"/>
              <a:gd name="csY59" fmla="*/ 42528 h 134676"/>
              <a:gd name="csX60" fmla="*/ 113477 w 148968"/>
              <a:gd name="csY60" fmla="*/ 47835 h 134676"/>
              <a:gd name="csX61" fmla="*/ 108169 w 148968"/>
              <a:gd name="csY61" fmla="*/ 53160 h 134676"/>
              <a:gd name="csX62" fmla="*/ 102843 w 148968"/>
              <a:gd name="csY62" fmla="*/ 47835 h 134676"/>
              <a:gd name="csX63" fmla="*/ 108169 w 148968"/>
              <a:gd name="csY63" fmla="*/ 42528 h 134676"/>
              <a:gd name="csX64" fmla="*/ 5238 w 148968"/>
              <a:gd name="csY64" fmla="*/ 116900 h 134676"/>
              <a:gd name="csX65" fmla="*/ 2277 w 148968"/>
              <a:gd name="csY65" fmla="*/ 117853 h 134676"/>
              <a:gd name="csX66" fmla="*/ 355 w 148968"/>
              <a:gd name="csY66" fmla="*/ 120285 h 134676"/>
              <a:gd name="csX67" fmla="*/ 134 w 148968"/>
              <a:gd name="csY67" fmla="*/ 123382 h 134676"/>
              <a:gd name="csX68" fmla="*/ 1665 w 148968"/>
              <a:gd name="csY68" fmla="*/ 126086 h 134676"/>
              <a:gd name="csX69" fmla="*/ 8742 w 148968"/>
              <a:gd name="csY69" fmla="*/ 130628 h 134676"/>
              <a:gd name="csX70" fmla="*/ 28410 w 148968"/>
              <a:gd name="csY70" fmla="*/ 134677 h 134676"/>
              <a:gd name="csX71" fmla="*/ 48077 w 148968"/>
              <a:gd name="csY71" fmla="*/ 130628 h 134676"/>
              <a:gd name="csX72" fmla="*/ 51446 w 148968"/>
              <a:gd name="csY72" fmla="*/ 128468 h 134676"/>
              <a:gd name="csX73" fmla="*/ 54814 w 148968"/>
              <a:gd name="csY73" fmla="*/ 130628 h 134676"/>
              <a:gd name="csX74" fmla="*/ 74482 w 148968"/>
              <a:gd name="csY74" fmla="*/ 134677 h 134676"/>
              <a:gd name="csX75" fmla="*/ 94150 w 148968"/>
              <a:gd name="csY75" fmla="*/ 130628 h 134676"/>
              <a:gd name="csX76" fmla="*/ 97535 w 148968"/>
              <a:gd name="csY76" fmla="*/ 128468 h 134676"/>
              <a:gd name="csX77" fmla="*/ 100904 w 148968"/>
              <a:gd name="csY77" fmla="*/ 130628 h 134676"/>
              <a:gd name="csX78" fmla="*/ 120572 w 148968"/>
              <a:gd name="csY78" fmla="*/ 134677 h 134676"/>
              <a:gd name="csX79" fmla="*/ 140239 w 148968"/>
              <a:gd name="csY79" fmla="*/ 130628 h 134676"/>
              <a:gd name="csX80" fmla="*/ 147317 w 148968"/>
              <a:gd name="csY80" fmla="*/ 126086 h 134676"/>
              <a:gd name="csX81" fmla="*/ 148524 w 148968"/>
              <a:gd name="csY81" fmla="*/ 124368 h 134676"/>
              <a:gd name="csX82" fmla="*/ 148967 w 148968"/>
              <a:gd name="csY82" fmla="*/ 122327 h 134676"/>
              <a:gd name="csX83" fmla="*/ 148610 w 148968"/>
              <a:gd name="csY83" fmla="*/ 120268 h 134676"/>
              <a:gd name="csX84" fmla="*/ 147469 w 148968"/>
              <a:gd name="csY84" fmla="*/ 118516 h 134676"/>
              <a:gd name="csX85" fmla="*/ 145751 w 148968"/>
              <a:gd name="csY85" fmla="*/ 117326 h 134676"/>
              <a:gd name="csX86" fmla="*/ 143692 w 148968"/>
              <a:gd name="csY86" fmla="*/ 116900 h 134676"/>
              <a:gd name="csX87" fmla="*/ 141651 w 148968"/>
              <a:gd name="csY87" fmla="*/ 117291 h 134676"/>
              <a:gd name="csX88" fmla="*/ 139899 w 148968"/>
              <a:gd name="csY88" fmla="*/ 118448 h 134676"/>
              <a:gd name="csX89" fmla="*/ 135730 w 148968"/>
              <a:gd name="csY89" fmla="*/ 121000 h 134676"/>
              <a:gd name="csX90" fmla="*/ 120572 w 148968"/>
              <a:gd name="csY90" fmla="*/ 124045 h 134676"/>
              <a:gd name="csX91" fmla="*/ 105395 w 148968"/>
              <a:gd name="csY91" fmla="*/ 121000 h 134676"/>
              <a:gd name="csX92" fmla="*/ 101227 w 148968"/>
              <a:gd name="csY92" fmla="*/ 118448 h 134676"/>
              <a:gd name="csX93" fmla="*/ 97535 w 148968"/>
              <a:gd name="csY93" fmla="*/ 116951 h 134676"/>
              <a:gd name="csX94" fmla="*/ 93826 w 148968"/>
              <a:gd name="csY94" fmla="*/ 118448 h 134676"/>
              <a:gd name="csX95" fmla="*/ 89658 w 148968"/>
              <a:gd name="csY95" fmla="*/ 121000 h 134676"/>
              <a:gd name="csX96" fmla="*/ 74482 w 148968"/>
              <a:gd name="csY96" fmla="*/ 124045 h 134676"/>
              <a:gd name="csX97" fmla="*/ 59323 w 148968"/>
              <a:gd name="csY97" fmla="*/ 121000 h 134676"/>
              <a:gd name="csX98" fmla="*/ 55155 w 148968"/>
              <a:gd name="csY98" fmla="*/ 118448 h 134676"/>
              <a:gd name="csX99" fmla="*/ 51446 w 148968"/>
              <a:gd name="csY99" fmla="*/ 116951 h 134676"/>
              <a:gd name="csX100" fmla="*/ 47754 w 148968"/>
              <a:gd name="csY100" fmla="*/ 118448 h 134676"/>
              <a:gd name="csX101" fmla="*/ 43586 w 148968"/>
              <a:gd name="csY101" fmla="*/ 121000 h 134676"/>
              <a:gd name="csX102" fmla="*/ 28410 w 148968"/>
              <a:gd name="csY102" fmla="*/ 124045 h 134676"/>
              <a:gd name="csX103" fmla="*/ 13251 w 148968"/>
              <a:gd name="csY103" fmla="*/ 121000 h 134676"/>
              <a:gd name="csX104" fmla="*/ 9083 w 148968"/>
              <a:gd name="csY104" fmla="*/ 118448 h 134676"/>
              <a:gd name="csX105" fmla="*/ 7313 w 148968"/>
              <a:gd name="csY105" fmla="*/ 117291 h 134676"/>
              <a:gd name="csX106" fmla="*/ 5238 w 148968"/>
              <a:gd name="csY106" fmla="*/ 116900 h 134676"/>
            </a:gdLst>
            <a:ahLst/>
            <a:cxnLst/>
            <a:rect l="l" t="t" r="r" b="b"/>
            <a:pathLst>
              <a:path w="100000" h="100000">
                <a:moveTo>
                  <a:pt x="10745" y="4797"/>
                </a:moveTo>
                <a:cubicBezTo>
                  <a:pt x="7456" y="4797"/>
                  <a:pt x="4795" y="7458"/>
                  <a:pt x="4795" y="10747"/>
                </a:cubicBezTo>
                <a:lnTo>
                  <a:pt x="4795" y="76237"/>
                </a:lnTo>
                <a:cubicBezTo>
                  <a:pt x="7010" y="76476"/>
                  <a:pt x="9078" y="77401"/>
                  <a:pt x="10768" y="78908"/>
                </a:cubicBezTo>
                <a:cubicBezTo>
                  <a:pt x="11122" y="79194"/>
                  <a:pt x="13692" y="80929"/>
                  <a:pt x="19071" y="80929"/>
                </a:cubicBezTo>
                <a:cubicBezTo>
                  <a:pt x="24519" y="80929"/>
                  <a:pt x="27066" y="79136"/>
                  <a:pt x="27374" y="78908"/>
                </a:cubicBezTo>
                <a:cubicBezTo>
                  <a:pt x="29350" y="77138"/>
                  <a:pt x="31897" y="76190"/>
                  <a:pt x="34558" y="76190"/>
                </a:cubicBezTo>
                <a:cubicBezTo>
                  <a:pt x="37230" y="76190"/>
                  <a:pt x="39766" y="77172"/>
                  <a:pt x="41718" y="78931"/>
                </a:cubicBezTo>
                <a:cubicBezTo>
                  <a:pt x="42130" y="79239"/>
                  <a:pt x="44700" y="80929"/>
                  <a:pt x="49999" y="80929"/>
                </a:cubicBezTo>
                <a:cubicBezTo>
                  <a:pt x="55446" y="80929"/>
                  <a:pt x="57993" y="79136"/>
                  <a:pt x="58313" y="78908"/>
                </a:cubicBezTo>
                <a:cubicBezTo>
                  <a:pt x="60277" y="77138"/>
                  <a:pt x="62824" y="76190"/>
                  <a:pt x="65497" y="76190"/>
                </a:cubicBezTo>
                <a:cubicBezTo>
                  <a:pt x="68158" y="76190"/>
                  <a:pt x="70682" y="77172"/>
                  <a:pt x="72658" y="78931"/>
                </a:cubicBezTo>
                <a:cubicBezTo>
                  <a:pt x="73057" y="79239"/>
                  <a:pt x="75627" y="80929"/>
                  <a:pt x="80938" y="80929"/>
                </a:cubicBezTo>
                <a:cubicBezTo>
                  <a:pt x="86386" y="80929"/>
                  <a:pt x="88933" y="79136"/>
                  <a:pt x="89241" y="78908"/>
                </a:cubicBezTo>
                <a:cubicBezTo>
                  <a:pt x="90931" y="77424"/>
                  <a:pt x="92998" y="76499"/>
                  <a:pt x="95214" y="76259"/>
                </a:cubicBezTo>
                <a:lnTo>
                  <a:pt x="95214" y="67843"/>
                </a:lnTo>
                <a:cubicBezTo>
                  <a:pt x="95214" y="63253"/>
                  <a:pt x="91479" y="59518"/>
                  <a:pt x="86888" y="59518"/>
                </a:cubicBezTo>
                <a:lnTo>
                  <a:pt x="22646" y="59518"/>
                </a:lnTo>
                <a:cubicBezTo>
                  <a:pt x="19357" y="59518"/>
                  <a:pt x="16696" y="56846"/>
                  <a:pt x="16696" y="53569"/>
                </a:cubicBezTo>
                <a:lnTo>
                  <a:pt x="16696" y="32158"/>
                </a:lnTo>
                <a:cubicBezTo>
                  <a:pt x="16696" y="31769"/>
                  <a:pt x="16855" y="31415"/>
                  <a:pt x="17163" y="31199"/>
                </a:cubicBezTo>
                <a:lnTo>
                  <a:pt x="22874" y="26928"/>
                </a:lnTo>
                <a:cubicBezTo>
                  <a:pt x="24976" y="25352"/>
                  <a:pt x="26209" y="22874"/>
                  <a:pt x="26209" y="20259"/>
                </a:cubicBezTo>
                <a:lnTo>
                  <a:pt x="26209" y="10747"/>
                </a:lnTo>
                <a:cubicBezTo>
                  <a:pt x="26209" y="7458"/>
                  <a:pt x="23548" y="4797"/>
                  <a:pt x="20259" y="4797"/>
                </a:cubicBezTo>
                <a:lnTo>
                  <a:pt x="10745" y="4797"/>
                </a:lnTo>
                <a:close/>
                <a:moveTo>
                  <a:pt x="49748" y="7172"/>
                </a:moveTo>
                <a:cubicBezTo>
                  <a:pt x="44448" y="7172"/>
                  <a:pt x="39811" y="10826"/>
                  <a:pt x="38567" y="15977"/>
                </a:cubicBezTo>
                <a:lnTo>
                  <a:pt x="36305" y="25329"/>
                </a:lnTo>
                <a:cubicBezTo>
                  <a:pt x="33130" y="27190"/>
                  <a:pt x="30972" y="30593"/>
                  <a:pt x="30972" y="34533"/>
                </a:cubicBezTo>
                <a:lnTo>
                  <a:pt x="30972" y="46431"/>
                </a:lnTo>
                <a:lnTo>
                  <a:pt x="30972" y="51582"/>
                </a:lnTo>
                <a:cubicBezTo>
                  <a:pt x="30972" y="53340"/>
                  <a:pt x="32388" y="54757"/>
                  <a:pt x="34135" y="54757"/>
                </a:cubicBezTo>
                <a:lnTo>
                  <a:pt x="37310" y="54757"/>
                </a:lnTo>
                <a:cubicBezTo>
                  <a:pt x="39069" y="54757"/>
                  <a:pt x="40485" y="53340"/>
                  <a:pt x="40485" y="51582"/>
                </a:cubicBezTo>
                <a:lnTo>
                  <a:pt x="40485" y="49995"/>
                </a:lnTo>
                <a:lnTo>
                  <a:pt x="76175" y="49995"/>
                </a:lnTo>
                <a:lnTo>
                  <a:pt x="76175" y="51582"/>
                </a:lnTo>
                <a:cubicBezTo>
                  <a:pt x="76175" y="53340"/>
                  <a:pt x="77591" y="54757"/>
                  <a:pt x="79350" y="54757"/>
                </a:cubicBezTo>
                <a:lnTo>
                  <a:pt x="82514" y="54757"/>
                </a:lnTo>
                <a:cubicBezTo>
                  <a:pt x="84272" y="54757"/>
                  <a:pt x="85689" y="53340"/>
                  <a:pt x="85689" y="51582"/>
                </a:cubicBezTo>
                <a:lnTo>
                  <a:pt x="85689" y="46431"/>
                </a:lnTo>
                <a:lnTo>
                  <a:pt x="85689" y="34533"/>
                </a:lnTo>
                <a:cubicBezTo>
                  <a:pt x="85689" y="30593"/>
                  <a:pt x="83530" y="27190"/>
                  <a:pt x="80356" y="25329"/>
                </a:cubicBezTo>
                <a:lnTo>
                  <a:pt x="78094" y="15977"/>
                </a:lnTo>
                <a:cubicBezTo>
                  <a:pt x="76849" y="10826"/>
                  <a:pt x="72212" y="7172"/>
                  <a:pt x="66924" y="7172"/>
                </a:cubicBezTo>
                <a:lnTo>
                  <a:pt x="49748" y="7172"/>
                </a:lnTo>
                <a:close/>
                <a:moveTo>
                  <a:pt x="49748" y="14309"/>
                </a:moveTo>
                <a:lnTo>
                  <a:pt x="66924" y="14309"/>
                </a:lnTo>
                <a:cubicBezTo>
                  <a:pt x="68946" y="14309"/>
                  <a:pt x="70682" y="15668"/>
                  <a:pt x="71162" y="17643"/>
                </a:cubicBezTo>
                <a:lnTo>
                  <a:pt x="72646" y="23833"/>
                </a:lnTo>
                <a:lnTo>
                  <a:pt x="44003" y="23833"/>
                </a:lnTo>
                <a:lnTo>
                  <a:pt x="45499" y="17643"/>
                </a:lnTo>
                <a:cubicBezTo>
                  <a:pt x="45978" y="15668"/>
                  <a:pt x="47714" y="14309"/>
                  <a:pt x="49748" y="14309"/>
                </a:cubicBezTo>
                <a:close/>
                <a:moveTo>
                  <a:pt x="44060" y="33345"/>
                </a:moveTo>
                <a:cubicBezTo>
                  <a:pt x="46024" y="33345"/>
                  <a:pt x="47623" y="34944"/>
                  <a:pt x="47623" y="36908"/>
                </a:cubicBezTo>
                <a:cubicBezTo>
                  <a:pt x="47623" y="38884"/>
                  <a:pt x="46024" y="40483"/>
                  <a:pt x="44060" y="40483"/>
                </a:cubicBezTo>
                <a:cubicBezTo>
                  <a:pt x="42084" y="40483"/>
                  <a:pt x="40485" y="38884"/>
                  <a:pt x="40485" y="36908"/>
                </a:cubicBezTo>
                <a:cubicBezTo>
                  <a:pt x="40485" y="34944"/>
                  <a:pt x="42084" y="33345"/>
                  <a:pt x="44060" y="33345"/>
                </a:cubicBezTo>
                <a:close/>
                <a:moveTo>
                  <a:pt x="72612" y="33345"/>
                </a:moveTo>
                <a:cubicBezTo>
                  <a:pt x="74576" y="33345"/>
                  <a:pt x="76175" y="34944"/>
                  <a:pt x="76175" y="36908"/>
                </a:cubicBezTo>
                <a:cubicBezTo>
                  <a:pt x="76175" y="38884"/>
                  <a:pt x="74576" y="40483"/>
                  <a:pt x="72612" y="40483"/>
                </a:cubicBezTo>
                <a:cubicBezTo>
                  <a:pt x="70636" y="40483"/>
                  <a:pt x="69037" y="38884"/>
                  <a:pt x="69037" y="36908"/>
                </a:cubicBezTo>
                <a:cubicBezTo>
                  <a:pt x="69037" y="34944"/>
                  <a:pt x="70636" y="33345"/>
                  <a:pt x="72612" y="33345"/>
                </a:cubicBezTo>
                <a:close/>
                <a:moveTo>
                  <a:pt x="3516" y="83270"/>
                </a:moveTo>
                <a:cubicBezTo>
                  <a:pt x="2808" y="83282"/>
                  <a:pt x="2111" y="83499"/>
                  <a:pt x="1529" y="83910"/>
                </a:cubicBezTo>
                <a:cubicBezTo>
                  <a:pt x="947" y="84309"/>
                  <a:pt x="501" y="84881"/>
                  <a:pt x="238" y="85543"/>
                </a:cubicBezTo>
                <a:cubicBezTo>
                  <a:pt x="-13" y="86205"/>
                  <a:pt x="-70" y="86936"/>
                  <a:pt x="90" y="87622"/>
                </a:cubicBezTo>
                <a:cubicBezTo>
                  <a:pt x="238" y="88318"/>
                  <a:pt x="603" y="88946"/>
                  <a:pt x="1118" y="89437"/>
                </a:cubicBezTo>
                <a:cubicBezTo>
                  <a:pt x="1118" y="89437"/>
                  <a:pt x="2899" y="91093"/>
                  <a:pt x="5868" y="92486"/>
                </a:cubicBezTo>
                <a:cubicBezTo>
                  <a:pt x="8850" y="93879"/>
                  <a:pt x="13258" y="95204"/>
                  <a:pt x="19071" y="95204"/>
                </a:cubicBezTo>
                <a:cubicBezTo>
                  <a:pt x="24885" y="95204"/>
                  <a:pt x="29304" y="93879"/>
                  <a:pt x="32273" y="92486"/>
                </a:cubicBezTo>
                <a:cubicBezTo>
                  <a:pt x="33690" y="91824"/>
                  <a:pt x="33724" y="91606"/>
                  <a:pt x="34535" y="91036"/>
                </a:cubicBezTo>
                <a:cubicBezTo>
                  <a:pt x="35346" y="91606"/>
                  <a:pt x="35380" y="91824"/>
                  <a:pt x="36796" y="92486"/>
                </a:cubicBezTo>
                <a:cubicBezTo>
                  <a:pt x="39777" y="93879"/>
                  <a:pt x="44185" y="95204"/>
                  <a:pt x="49999" y="95204"/>
                </a:cubicBezTo>
                <a:cubicBezTo>
                  <a:pt x="55823" y="95204"/>
                  <a:pt x="60232" y="93879"/>
                  <a:pt x="63201" y="92486"/>
                </a:cubicBezTo>
                <a:cubicBezTo>
                  <a:pt x="64629" y="91824"/>
                  <a:pt x="64663" y="91606"/>
                  <a:pt x="65474" y="91036"/>
                </a:cubicBezTo>
                <a:cubicBezTo>
                  <a:pt x="66273" y="91606"/>
                  <a:pt x="66319" y="91824"/>
                  <a:pt x="67735" y="92486"/>
                </a:cubicBezTo>
                <a:cubicBezTo>
                  <a:pt x="70704" y="93879"/>
                  <a:pt x="75125" y="95204"/>
                  <a:pt x="80938" y="95204"/>
                </a:cubicBezTo>
                <a:cubicBezTo>
                  <a:pt x="86751" y="95204"/>
                  <a:pt x="91159" y="93879"/>
                  <a:pt x="94140" y="92486"/>
                </a:cubicBezTo>
                <a:cubicBezTo>
                  <a:pt x="97109" y="91093"/>
                  <a:pt x="98892" y="89437"/>
                  <a:pt x="98892" y="89437"/>
                </a:cubicBezTo>
                <a:cubicBezTo>
                  <a:pt x="99234" y="89106"/>
                  <a:pt x="99508" y="88718"/>
                  <a:pt x="99702" y="88283"/>
                </a:cubicBezTo>
                <a:cubicBezTo>
                  <a:pt x="99885" y="87850"/>
                  <a:pt x="99999" y="87393"/>
                  <a:pt x="99999" y="86913"/>
                </a:cubicBezTo>
                <a:cubicBezTo>
                  <a:pt x="100011" y="86445"/>
                  <a:pt x="99931" y="85977"/>
                  <a:pt x="99760" y="85531"/>
                </a:cubicBezTo>
                <a:cubicBezTo>
                  <a:pt x="99588" y="85097"/>
                  <a:pt x="99325" y="84687"/>
                  <a:pt x="98994" y="84355"/>
                </a:cubicBezTo>
                <a:cubicBezTo>
                  <a:pt x="98663" y="84013"/>
                  <a:pt x="98275" y="83739"/>
                  <a:pt x="97840" y="83556"/>
                </a:cubicBezTo>
                <a:cubicBezTo>
                  <a:pt x="97407" y="83374"/>
                  <a:pt x="96938" y="83270"/>
                  <a:pt x="96458" y="83270"/>
                </a:cubicBezTo>
                <a:cubicBezTo>
                  <a:pt x="95990" y="83270"/>
                  <a:pt x="95522" y="83362"/>
                  <a:pt x="95088" y="83533"/>
                </a:cubicBezTo>
                <a:cubicBezTo>
                  <a:pt x="94643" y="83716"/>
                  <a:pt x="94254" y="83978"/>
                  <a:pt x="93912" y="84309"/>
                </a:cubicBezTo>
                <a:cubicBezTo>
                  <a:pt x="93912" y="84309"/>
                  <a:pt x="93238" y="85029"/>
                  <a:pt x="91114" y="86023"/>
                </a:cubicBezTo>
                <a:cubicBezTo>
                  <a:pt x="89001" y="87005"/>
                  <a:pt x="85677" y="88067"/>
                  <a:pt x="80938" y="88067"/>
                </a:cubicBezTo>
                <a:cubicBezTo>
                  <a:pt x="76187" y="88067"/>
                  <a:pt x="72875" y="87005"/>
                  <a:pt x="70750" y="86023"/>
                </a:cubicBezTo>
                <a:cubicBezTo>
                  <a:pt x="68638" y="85029"/>
                  <a:pt x="67952" y="84309"/>
                  <a:pt x="67952" y="84309"/>
                </a:cubicBezTo>
                <a:cubicBezTo>
                  <a:pt x="67290" y="83670"/>
                  <a:pt x="66399" y="83304"/>
                  <a:pt x="65474" y="83304"/>
                </a:cubicBezTo>
                <a:cubicBezTo>
                  <a:pt x="64537" y="83304"/>
                  <a:pt x="63647" y="83670"/>
                  <a:pt x="62984" y="84309"/>
                </a:cubicBezTo>
                <a:cubicBezTo>
                  <a:pt x="62984" y="84309"/>
                  <a:pt x="62299" y="85029"/>
                  <a:pt x="60186" y="86023"/>
                </a:cubicBezTo>
                <a:cubicBezTo>
                  <a:pt x="58062" y="87005"/>
                  <a:pt x="54749" y="88067"/>
                  <a:pt x="49999" y="88067"/>
                </a:cubicBezTo>
                <a:cubicBezTo>
                  <a:pt x="45259" y="88067"/>
                  <a:pt x="41935" y="87005"/>
                  <a:pt x="39823" y="86023"/>
                </a:cubicBezTo>
                <a:cubicBezTo>
                  <a:pt x="37699" y="85029"/>
                  <a:pt x="37025" y="84309"/>
                  <a:pt x="37025" y="84309"/>
                </a:cubicBezTo>
                <a:cubicBezTo>
                  <a:pt x="36362" y="83670"/>
                  <a:pt x="35471" y="83304"/>
                  <a:pt x="34535" y="83304"/>
                </a:cubicBezTo>
                <a:cubicBezTo>
                  <a:pt x="33610" y="83304"/>
                  <a:pt x="32719" y="83670"/>
                  <a:pt x="32057" y="84309"/>
                </a:cubicBezTo>
                <a:cubicBezTo>
                  <a:pt x="32057" y="84309"/>
                  <a:pt x="31371" y="85029"/>
                  <a:pt x="29259" y="86023"/>
                </a:cubicBezTo>
                <a:cubicBezTo>
                  <a:pt x="27134" y="87005"/>
                  <a:pt x="23810" y="88067"/>
                  <a:pt x="19071" y="88067"/>
                </a:cubicBezTo>
                <a:cubicBezTo>
                  <a:pt x="14331" y="88067"/>
                  <a:pt x="11008" y="87005"/>
                  <a:pt x="8895" y="86023"/>
                </a:cubicBezTo>
                <a:cubicBezTo>
                  <a:pt x="6771" y="85029"/>
                  <a:pt x="6097" y="84309"/>
                  <a:pt x="6097" y="84309"/>
                </a:cubicBezTo>
                <a:cubicBezTo>
                  <a:pt x="5754" y="83978"/>
                  <a:pt x="5354" y="83705"/>
                  <a:pt x="4909" y="83533"/>
                </a:cubicBezTo>
                <a:cubicBezTo>
                  <a:pt x="4463" y="83350"/>
                  <a:pt x="3995" y="83259"/>
                  <a:pt x="3516" y="8327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7" name="Чёрный — SVG 12">
            <a:extLst>
              <a:ext uri="{FF2B5EF4-FFF2-40B4-BE49-F238E27FC236}">
                <a16:creationId xmlns:a16="http://schemas.microsoft.com/office/drawing/2014/main" id="{6C163363-50C4-4C42-8E25-EF83388B50E4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118698 w 156059"/>
              <a:gd name="csY0" fmla="*/ 1 h 131265"/>
              <a:gd name="csX1" fmla="*/ 114955 w 156059"/>
              <a:gd name="csY1" fmla="*/ 1617 h 131265"/>
              <a:gd name="csX2" fmla="*/ 113457 w 156059"/>
              <a:gd name="csY2" fmla="*/ 5394 h 131265"/>
              <a:gd name="csX3" fmla="*/ 113457 w 156059"/>
              <a:gd name="csY3" fmla="*/ 111713 h 131265"/>
              <a:gd name="csX4" fmla="*/ 115006 w 156059"/>
              <a:gd name="csY4" fmla="*/ 115473 h 131265"/>
              <a:gd name="csX5" fmla="*/ 118766 w 156059"/>
              <a:gd name="csY5" fmla="*/ 117038 h 131265"/>
              <a:gd name="csX6" fmla="*/ 150666 w 156059"/>
              <a:gd name="csY6" fmla="*/ 117038 h 131265"/>
              <a:gd name="csX7" fmla="*/ 152725 w 156059"/>
              <a:gd name="csY7" fmla="*/ 116646 h 131265"/>
              <a:gd name="csX8" fmla="*/ 154477 w 156059"/>
              <a:gd name="csY8" fmla="*/ 115507 h 131265"/>
              <a:gd name="csX9" fmla="*/ 155651 w 156059"/>
              <a:gd name="csY9" fmla="*/ 113772 h 131265"/>
              <a:gd name="csX10" fmla="*/ 156059 w 156059"/>
              <a:gd name="csY10" fmla="*/ 111713 h 131265"/>
              <a:gd name="csX11" fmla="*/ 155651 w 156059"/>
              <a:gd name="csY11" fmla="*/ 109655 h 131265"/>
              <a:gd name="csX12" fmla="*/ 154477 w 156059"/>
              <a:gd name="csY12" fmla="*/ 107920 h 131265"/>
              <a:gd name="csX13" fmla="*/ 152725 w 156059"/>
              <a:gd name="csY13" fmla="*/ 106780 h 131265"/>
              <a:gd name="csX14" fmla="*/ 150666 w 156059"/>
              <a:gd name="csY14" fmla="*/ 106406 h 131265"/>
              <a:gd name="csX15" fmla="*/ 124091 w 156059"/>
              <a:gd name="csY15" fmla="*/ 106406 h 131265"/>
              <a:gd name="csX16" fmla="*/ 124091 w 156059"/>
              <a:gd name="csY16" fmla="*/ 5394 h 131265"/>
              <a:gd name="csX17" fmla="*/ 123700 w 156059"/>
              <a:gd name="csY17" fmla="*/ 3319 h 131265"/>
              <a:gd name="csX18" fmla="*/ 122526 w 156059"/>
              <a:gd name="csY18" fmla="*/ 1549 h 131265"/>
              <a:gd name="csX19" fmla="*/ 120773 w 156059"/>
              <a:gd name="csY19" fmla="*/ 393 h 131265"/>
              <a:gd name="csX20" fmla="*/ 118698 w 156059"/>
              <a:gd name="csY20" fmla="*/ 1 h 131265"/>
              <a:gd name="csX21" fmla="*/ 21296 w 156059"/>
              <a:gd name="csY21" fmla="*/ 87 h 131265"/>
              <a:gd name="csX22" fmla="*/ 11275 w 156059"/>
              <a:gd name="csY22" fmla="*/ 4237 h 131265"/>
              <a:gd name="csX23" fmla="*/ 7124 w 156059"/>
              <a:gd name="csY23" fmla="*/ 14257 h 131265"/>
              <a:gd name="csX24" fmla="*/ 7124 w 156059"/>
              <a:gd name="csY24" fmla="*/ 94124 h 131265"/>
              <a:gd name="csX25" fmla="*/ 1407 w 156059"/>
              <a:gd name="csY25" fmla="*/ 102391 h 131265"/>
              <a:gd name="csX26" fmla="*/ 131 w 156059"/>
              <a:gd name="csY26" fmla="*/ 112377 h 131265"/>
              <a:gd name="csX27" fmla="*/ 3585 w 156059"/>
              <a:gd name="csY27" fmla="*/ 121818 h 131265"/>
              <a:gd name="csX28" fmla="*/ 10986 w 156059"/>
              <a:gd name="csY28" fmla="*/ 128622 h 131265"/>
              <a:gd name="csX29" fmla="*/ 20700 w 156059"/>
              <a:gd name="csY29" fmla="*/ 131259 h 131265"/>
              <a:gd name="csX30" fmla="*/ 30534 w 156059"/>
              <a:gd name="csY30" fmla="*/ 129133 h 131265"/>
              <a:gd name="csX31" fmla="*/ 38292 w 156059"/>
              <a:gd name="csY31" fmla="*/ 122737 h 131265"/>
              <a:gd name="csX32" fmla="*/ 42240 w 156059"/>
              <a:gd name="csY32" fmla="*/ 113482 h 131265"/>
              <a:gd name="csX33" fmla="*/ 64153 w 156059"/>
              <a:gd name="csY33" fmla="*/ 113482 h 131265"/>
              <a:gd name="csX34" fmla="*/ 72132 w 156059"/>
              <a:gd name="csY34" fmla="*/ 126632 h 131265"/>
              <a:gd name="csX35" fmla="*/ 86883 w 156059"/>
              <a:gd name="csY35" fmla="*/ 130970 h 131265"/>
              <a:gd name="csX36" fmla="*/ 100697 w 156059"/>
              <a:gd name="csY36" fmla="*/ 124234 h 131265"/>
              <a:gd name="csX37" fmla="*/ 106363 w 156059"/>
              <a:gd name="csY37" fmla="*/ 109944 h 131265"/>
              <a:gd name="csX38" fmla="*/ 104508 w 156059"/>
              <a:gd name="csY38" fmla="*/ 101286 h 131265"/>
              <a:gd name="csX39" fmla="*/ 99286 w 156059"/>
              <a:gd name="csY39" fmla="*/ 94124 h 131265"/>
              <a:gd name="csX40" fmla="*/ 99286 w 156059"/>
              <a:gd name="csY40" fmla="*/ 63368 h 131265"/>
              <a:gd name="csX41" fmla="*/ 95525 w 156059"/>
              <a:gd name="csY41" fmla="*/ 51324 h 131265"/>
              <a:gd name="csX42" fmla="*/ 64510 w 156059"/>
              <a:gd name="csY42" fmla="*/ 6211 h 131265"/>
              <a:gd name="csX43" fmla="*/ 59440 w 156059"/>
              <a:gd name="csY43" fmla="*/ 1703 h 131265"/>
              <a:gd name="csX44" fmla="*/ 52839 w 156059"/>
              <a:gd name="csY44" fmla="*/ 87 h 131265"/>
              <a:gd name="csX45" fmla="*/ 21296 w 156059"/>
              <a:gd name="csY45" fmla="*/ 87 h 131265"/>
              <a:gd name="csX46" fmla="*/ 21296 w 156059"/>
              <a:gd name="csY46" fmla="*/ 10719 h 131265"/>
              <a:gd name="csX47" fmla="*/ 52839 w 156059"/>
              <a:gd name="csY47" fmla="*/ 10719 h 131265"/>
              <a:gd name="csX48" fmla="*/ 54489 w 156059"/>
              <a:gd name="csY48" fmla="*/ 11110 h 131265"/>
              <a:gd name="csX49" fmla="*/ 55748 w 156059"/>
              <a:gd name="csY49" fmla="*/ 12232 h 131265"/>
              <a:gd name="csX50" fmla="*/ 86764 w 156059"/>
              <a:gd name="csY50" fmla="*/ 57346 h 131265"/>
              <a:gd name="csX51" fmla="*/ 88652 w 156059"/>
              <a:gd name="csY51" fmla="*/ 63368 h 131265"/>
              <a:gd name="csX52" fmla="*/ 88652 w 156059"/>
              <a:gd name="csY52" fmla="*/ 67416 h 131265"/>
              <a:gd name="csX53" fmla="*/ 62247 w 156059"/>
              <a:gd name="csY53" fmla="*/ 67416 h 131265"/>
              <a:gd name="csX54" fmla="*/ 58946 w 156059"/>
              <a:gd name="csY54" fmla="*/ 66243 h 131265"/>
              <a:gd name="csX55" fmla="*/ 46119 w 156059"/>
              <a:gd name="csY55" fmla="*/ 55968 h 131265"/>
              <a:gd name="csX56" fmla="*/ 38309 w 156059"/>
              <a:gd name="csY56" fmla="*/ 53246 h 131265"/>
              <a:gd name="csX57" fmla="*/ 17757 w 156059"/>
              <a:gd name="csY57" fmla="*/ 53246 h 131265"/>
              <a:gd name="csX58" fmla="*/ 17757 w 156059"/>
              <a:gd name="csY58" fmla="*/ 14257 h 131265"/>
              <a:gd name="csX59" fmla="*/ 18795 w 156059"/>
              <a:gd name="csY59" fmla="*/ 11756 h 131265"/>
              <a:gd name="csX60" fmla="*/ 21296 w 156059"/>
              <a:gd name="csY60" fmla="*/ 10719 h 131265"/>
              <a:gd name="csX61" fmla="*/ 21296 w 156059"/>
              <a:gd name="csY61" fmla="*/ 99312 h 131265"/>
              <a:gd name="csX62" fmla="*/ 27200 w 156059"/>
              <a:gd name="csY62" fmla="*/ 101099 h 131265"/>
              <a:gd name="csX63" fmla="*/ 31130 w 156059"/>
              <a:gd name="csY63" fmla="*/ 105879 h 131265"/>
              <a:gd name="csX64" fmla="*/ 31725 w 156059"/>
              <a:gd name="csY64" fmla="*/ 112020 h 131265"/>
              <a:gd name="csX65" fmla="*/ 28816 w 156059"/>
              <a:gd name="csY65" fmla="*/ 117463 h 131265"/>
              <a:gd name="csX66" fmla="*/ 23372 w 156059"/>
              <a:gd name="csY66" fmla="*/ 120372 h 131265"/>
              <a:gd name="csX67" fmla="*/ 17230 w 156059"/>
              <a:gd name="csY67" fmla="*/ 119760 h 131265"/>
              <a:gd name="csX68" fmla="*/ 12466 w 156059"/>
              <a:gd name="csY68" fmla="*/ 115847 h 131265"/>
              <a:gd name="csX69" fmla="*/ 10663 w 156059"/>
              <a:gd name="csY69" fmla="*/ 109944 h 131265"/>
              <a:gd name="csX70" fmla="*/ 13776 w 156059"/>
              <a:gd name="csY70" fmla="*/ 102425 h 131265"/>
              <a:gd name="csX71" fmla="*/ 21296 w 156059"/>
              <a:gd name="csY71" fmla="*/ 99312 h 131265"/>
              <a:gd name="csX72" fmla="*/ 85096 w 156059"/>
              <a:gd name="csY72" fmla="*/ 99312 h 131265"/>
              <a:gd name="csX73" fmla="*/ 91000 w 156059"/>
              <a:gd name="csY73" fmla="*/ 101099 h 131265"/>
              <a:gd name="csX74" fmla="*/ 94930 w 156059"/>
              <a:gd name="csY74" fmla="*/ 105879 h 131265"/>
              <a:gd name="csX75" fmla="*/ 95525 w 156059"/>
              <a:gd name="csY75" fmla="*/ 112020 h 131265"/>
              <a:gd name="csX76" fmla="*/ 92616 w 156059"/>
              <a:gd name="csY76" fmla="*/ 117463 h 131265"/>
              <a:gd name="csX77" fmla="*/ 87172 w 156059"/>
              <a:gd name="csY77" fmla="*/ 120372 h 131265"/>
              <a:gd name="csX78" fmla="*/ 81030 w 156059"/>
              <a:gd name="csY78" fmla="*/ 119760 h 131265"/>
              <a:gd name="csX79" fmla="*/ 76266 w 156059"/>
              <a:gd name="csY79" fmla="*/ 115847 h 131265"/>
              <a:gd name="csX80" fmla="*/ 74463 w 156059"/>
              <a:gd name="csY80" fmla="*/ 109944 h 131265"/>
              <a:gd name="csX81" fmla="*/ 77576 w 156059"/>
              <a:gd name="csY81" fmla="*/ 102425 h 131265"/>
              <a:gd name="csX82" fmla="*/ 85096 w 156059"/>
              <a:gd name="csY82" fmla="*/ 99312 h 131265"/>
            </a:gdLst>
            <a:ahLst/>
            <a:cxnLst/>
            <a:rect l="l" t="t" r="r" b="b"/>
            <a:pathLst>
              <a:path w="100000" h="100000">
                <a:moveTo>
                  <a:pt x="76060" y="7944"/>
                </a:moveTo>
                <a:cubicBezTo>
                  <a:pt x="75154" y="7955"/>
                  <a:pt x="74293" y="8326"/>
                  <a:pt x="73661" y="8980"/>
                </a:cubicBezTo>
                <a:cubicBezTo>
                  <a:pt x="73029" y="9623"/>
                  <a:pt x="72690" y="10495"/>
                  <a:pt x="72701" y="11400"/>
                </a:cubicBezTo>
                <a:lnTo>
                  <a:pt x="72701" y="79528"/>
                </a:lnTo>
                <a:cubicBezTo>
                  <a:pt x="72701" y="80432"/>
                  <a:pt x="73061" y="81294"/>
                  <a:pt x="73694" y="81937"/>
                </a:cubicBezTo>
                <a:cubicBezTo>
                  <a:pt x="74337" y="82580"/>
                  <a:pt x="75209" y="82940"/>
                  <a:pt x="76103" y="82940"/>
                </a:cubicBezTo>
                <a:lnTo>
                  <a:pt x="96544" y="82940"/>
                </a:lnTo>
                <a:cubicBezTo>
                  <a:pt x="97002" y="82940"/>
                  <a:pt x="97449" y="82853"/>
                  <a:pt x="97864" y="82689"/>
                </a:cubicBezTo>
                <a:cubicBezTo>
                  <a:pt x="98288" y="82525"/>
                  <a:pt x="98670" y="82275"/>
                  <a:pt x="98986" y="81959"/>
                </a:cubicBezTo>
                <a:cubicBezTo>
                  <a:pt x="99313" y="81631"/>
                  <a:pt x="99564" y="81261"/>
                  <a:pt x="99739" y="80847"/>
                </a:cubicBezTo>
                <a:cubicBezTo>
                  <a:pt x="99913" y="80422"/>
                  <a:pt x="100000" y="79975"/>
                  <a:pt x="100000" y="79528"/>
                </a:cubicBezTo>
                <a:cubicBezTo>
                  <a:pt x="100000" y="79081"/>
                  <a:pt x="99913" y="78634"/>
                  <a:pt x="99739" y="78209"/>
                </a:cubicBezTo>
                <a:cubicBezTo>
                  <a:pt x="99564" y="77795"/>
                  <a:pt x="99313" y="77424"/>
                  <a:pt x="98986" y="77097"/>
                </a:cubicBezTo>
                <a:cubicBezTo>
                  <a:pt x="98670" y="76781"/>
                  <a:pt x="98288" y="76530"/>
                  <a:pt x="97864" y="76367"/>
                </a:cubicBezTo>
                <a:cubicBezTo>
                  <a:pt x="97449" y="76203"/>
                  <a:pt x="97002" y="76116"/>
                  <a:pt x="96544" y="76127"/>
                </a:cubicBezTo>
                <a:lnTo>
                  <a:pt x="79515" y="76127"/>
                </a:lnTo>
                <a:lnTo>
                  <a:pt x="79515" y="11400"/>
                </a:lnTo>
                <a:cubicBezTo>
                  <a:pt x="79515" y="10942"/>
                  <a:pt x="79439" y="10495"/>
                  <a:pt x="79265" y="10071"/>
                </a:cubicBezTo>
                <a:cubicBezTo>
                  <a:pt x="79091" y="9645"/>
                  <a:pt x="78839" y="9264"/>
                  <a:pt x="78513" y="8936"/>
                </a:cubicBezTo>
                <a:cubicBezTo>
                  <a:pt x="78196" y="8620"/>
                  <a:pt x="77804" y="8370"/>
                  <a:pt x="77389" y="8196"/>
                </a:cubicBezTo>
                <a:cubicBezTo>
                  <a:pt x="76964" y="8021"/>
                  <a:pt x="76506" y="7934"/>
                  <a:pt x="76060" y="7944"/>
                </a:cubicBezTo>
                <a:close/>
                <a:moveTo>
                  <a:pt x="13646" y="8000"/>
                </a:moveTo>
                <a:cubicBezTo>
                  <a:pt x="11237" y="8000"/>
                  <a:pt x="8925" y="8948"/>
                  <a:pt x="7225" y="10659"/>
                </a:cubicBezTo>
                <a:cubicBezTo>
                  <a:pt x="5524" y="12359"/>
                  <a:pt x="4565" y="14670"/>
                  <a:pt x="4565" y="17079"/>
                </a:cubicBezTo>
                <a:lnTo>
                  <a:pt x="4565" y="68257"/>
                </a:lnTo>
                <a:cubicBezTo>
                  <a:pt x="2941" y="69706"/>
                  <a:pt x="1676" y="71516"/>
                  <a:pt x="902" y="73554"/>
                </a:cubicBezTo>
                <a:cubicBezTo>
                  <a:pt x="117" y="75593"/>
                  <a:pt x="-156" y="77783"/>
                  <a:pt x="84" y="79953"/>
                </a:cubicBezTo>
                <a:cubicBezTo>
                  <a:pt x="324" y="82111"/>
                  <a:pt x="1087" y="84193"/>
                  <a:pt x="2297" y="86003"/>
                </a:cubicBezTo>
                <a:cubicBezTo>
                  <a:pt x="3507" y="87812"/>
                  <a:pt x="5131" y="89305"/>
                  <a:pt x="7040" y="90363"/>
                </a:cubicBezTo>
                <a:cubicBezTo>
                  <a:pt x="8947" y="91409"/>
                  <a:pt x="11084" y="91998"/>
                  <a:pt x="13264" y="92052"/>
                </a:cubicBezTo>
                <a:cubicBezTo>
                  <a:pt x="15445" y="92107"/>
                  <a:pt x="17604" y="91638"/>
                  <a:pt x="19566" y="90690"/>
                </a:cubicBezTo>
                <a:cubicBezTo>
                  <a:pt x="21528" y="89742"/>
                  <a:pt x="23229" y="88335"/>
                  <a:pt x="24537" y="86592"/>
                </a:cubicBezTo>
                <a:cubicBezTo>
                  <a:pt x="25845" y="84847"/>
                  <a:pt x="26707" y="82809"/>
                  <a:pt x="27067" y="80661"/>
                </a:cubicBezTo>
                <a:lnTo>
                  <a:pt x="41108" y="80661"/>
                </a:lnTo>
                <a:cubicBezTo>
                  <a:pt x="41707" y="84008"/>
                  <a:pt x="43528" y="87016"/>
                  <a:pt x="46221" y="89087"/>
                </a:cubicBezTo>
                <a:cubicBezTo>
                  <a:pt x="48914" y="91158"/>
                  <a:pt x="52282" y="92150"/>
                  <a:pt x="55673" y="91867"/>
                </a:cubicBezTo>
                <a:cubicBezTo>
                  <a:pt x="59064" y="91584"/>
                  <a:pt x="62214" y="90047"/>
                  <a:pt x="64525" y="87551"/>
                </a:cubicBezTo>
                <a:cubicBezTo>
                  <a:pt x="66836" y="85054"/>
                  <a:pt x="68134" y="81795"/>
                  <a:pt x="68156" y="78394"/>
                </a:cubicBezTo>
                <a:cubicBezTo>
                  <a:pt x="68156" y="76476"/>
                  <a:pt x="67752" y="74590"/>
                  <a:pt x="66967" y="72846"/>
                </a:cubicBezTo>
                <a:cubicBezTo>
                  <a:pt x="66182" y="71091"/>
                  <a:pt x="65038" y="69532"/>
                  <a:pt x="63621" y="68257"/>
                </a:cubicBezTo>
                <a:lnTo>
                  <a:pt x="63621" y="48549"/>
                </a:lnTo>
                <a:cubicBezTo>
                  <a:pt x="63610" y="45791"/>
                  <a:pt x="62770" y="43098"/>
                  <a:pt x="61211" y="40831"/>
                </a:cubicBezTo>
                <a:lnTo>
                  <a:pt x="41337" y="11924"/>
                </a:lnTo>
                <a:cubicBezTo>
                  <a:pt x="40498" y="10713"/>
                  <a:pt x="39385" y="9721"/>
                  <a:pt x="38088" y="9035"/>
                </a:cubicBezTo>
                <a:cubicBezTo>
                  <a:pt x="36780" y="8359"/>
                  <a:pt x="35330" y="8000"/>
                  <a:pt x="33858" y="8000"/>
                </a:cubicBezTo>
                <a:lnTo>
                  <a:pt x="13646" y="8000"/>
                </a:lnTo>
                <a:close/>
                <a:moveTo>
                  <a:pt x="13646" y="14812"/>
                </a:moveTo>
                <a:lnTo>
                  <a:pt x="33858" y="14812"/>
                </a:lnTo>
                <a:cubicBezTo>
                  <a:pt x="34229" y="14812"/>
                  <a:pt x="34589" y="14899"/>
                  <a:pt x="34916" y="15063"/>
                </a:cubicBezTo>
                <a:cubicBezTo>
                  <a:pt x="35243" y="15237"/>
                  <a:pt x="35515" y="15477"/>
                  <a:pt x="35722" y="15782"/>
                </a:cubicBezTo>
                <a:lnTo>
                  <a:pt x="55597" y="44690"/>
                </a:lnTo>
                <a:cubicBezTo>
                  <a:pt x="56381" y="45824"/>
                  <a:pt x="56796" y="47175"/>
                  <a:pt x="56807" y="48549"/>
                </a:cubicBezTo>
                <a:lnTo>
                  <a:pt x="56807" y="51143"/>
                </a:lnTo>
                <a:lnTo>
                  <a:pt x="39887" y="51143"/>
                </a:lnTo>
                <a:cubicBezTo>
                  <a:pt x="39113" y="51143"/>
                  <a:pt x="38371" y="50871"/>
                  <a:pt x="37772" y="50391"/>
                </a:cubicBezTo>
                <a:lnTo>
                  <a:pt x="29552" y="43807"/>
                </a:lnTo>
                <a:cubicBezTo>
                  <a:pt x="28135" y="42674"/>
                  <a:pt x="26368" y="42052"/>
                  <a:pt x="24548" y="42063"/>
                </a:cubicBezTo>
                <a:lnTo>
                  <a:pt x="11378" y="42063"/>
                </a:lnTo>
                <a:lnTo>
                  <a:pt x="11378" y="17079"/>
                </a:lnTo>
                <a:cubicBezTo>
                  <a:pt x="11378" y="16480"/>
                  <a:pt x="11618" y="15902"/>
                  <a:pt x="12044" y="15477"/>
                </a:cubicBezTo>
                <a:cubicBezTo>
                  <a:pt x="12468" y="15041"/>
                  <a:pt x="13046" y="14812"/>
                  <a:pt x="13646" y="14812"/>
                </a:cubicBezTo>
                <a:close/>
                <a:moveTo>
                  <a:pt x="13646" y="71581"/>
                </a:moveTo>
                <a:cubicBezTo>
                  <a:pt x="14998" y="71581"/>
                  <a:pt x="16317" y="71985"/>
                  <a:pt x="17429" y="72726"/>
                </a:cubicBezTo>
                <a:cubicBezTo>
                  <a:pt x="18552" y="73478"/>
                  <a:pt x="19424" y="74535"/>
                  <a:pt x="19948" y="75789"/>
                </a:cubicBezTo>
                <a:cubicBezTo>
                  <a:pt x="20460" y="77032"/>
                  <a:pt x="20590" y="78405"/>
                  <a:pt x="20329" y="79724"/>
                </a:cubicBezTo>
                <a:cubicBezTo>
                  <a:pt x="20067" y="81043"/>
                  <a:pt x="19424" y="82253"/>
                  <a:pt x="18465" y="83212"/>
                </a:cubicBezTo>
                <a:cubicBezTo>
                  <a:pt x="17516" y="84160"/>
                  <a:pt x="16295" y="84815"/>
                  <a:pt x="14976" y="85076"/>
                </a:cubicBezTo>
                <a:cubicBezTo>
                  <a:pt x="13657" y="85338"/>
                  <a:pt x="12283" y="85207"/>
                  <a:pt x="11041" y="84684"/>
                </a:cubicBezTo>
                <a:cubicBezTo>
                  <a:pt x="9798" y="84171"/>
                  <a:pt x="8729" y="83299"/>
                  <a:pt x="7988" y="82177"/>
                </a:cubicBezTo>
                <a:cubicBezTo>
                  <a:pt x="7236" y="81054"/>
                  <a:pt x="6833" y="79735"/>
                  <a:pt x="6833" y="78394"/>
                </a:cubicBezTo>
                <a:cubicBezTo>
                  <a:pt x="6833" y="76584"/>
                  <a:pt x="7552" y="74852"/>
                  <a:pt x="8827" y="73576"/>
                </a:cubicBezTo>
                <a:cubicBezTo>
                  <a:pt x="10103" y="72301"/>
                  <a:pt x="11837" y="71581"/>
                  <a:pt x="13646" y="71581"/>
                </a:cubicBezTo>
                <a:close/>
                <a:moveTo>
                  <a:pt x="54528" y="71581"/>
                </a:moveTo>
                <a:cubicBezTo>
                  <a:pt x="55880" y="71581"/>
                  <a:pt x="57199" y="71985"/>
                  <a:pt x="58311" y="72726"/>
                </a:cubicBezTo>
                <a:cubicBezTo>
                  <a:pt x="59434" y="73478"/>
                  <a:pt x="60306" y="74535"/>
                  <a:pt x="60830" y="75789"/>
                </a:cubicBezTo>
                <a:cubicBezTo>
                  <a:pt x="61342" y="77032"/>
                  <a:pt x="61473" y="78405"/>
                  <a:pt x="61211" y="79724"/>
                </a:cubicBezTo>
                <a:cubicBezTo>
                  <a:pt x="60949" y="81043"/>
                  <a:pt x="60306" y="82253"/>
                  <a:pt x="59347" y="83212"/>
                </a:cubicBezTo>
                <a:cubicBezTo>
                  <a:pt x="58398" y="84160"/>
                  <a:pt x="57177" y="84815"/>
                  <a:pt x="55858" y="85076"/>
                </a:cubicBezTo>
                <a:cubicBezTo>
                  <a:pt x="54539" y="85338"/>
                  <a:pt x="53166" y="85207"/>
                  <a:pt x="51923" y="84684"/>
                </a:cubicBezTo>
                <a:cubicBezTo>
                  <a:pt x="50680" y="84171"/>
                  <a:pt x="49611" y="83299"/>
                  <a:pt x="48870" y="82177"/>
                </a:cubicBezTo>
                <a:cubicBezTo>
                  <a:pt x="48118" y="81054"/>
                  <a:pt x="47715" y="79735"/>
                  <a:pt x="47715" y="78394"/>
                </a:cubicBezTo>
                <a:cubicBezTo>
                  <a:pt x="47715" y="76584"/>
                  <a:pt x="48434" y="74852"/>
                  <a:pt x="49709" y="73576"/>
                </a:cubicBezTo>
                <a:cubicBezTo>
                  <a:pt x="50985" y="72301"/>
                  <a:pt x="52719" y="71581"/>
                  <a:pt x="54528" y="7158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8" name="Чёрный — SVG 13">
            <a:extLst>
              <a:ext uri="{FF2B5EF4-FFF2-40B4-BE49-F238E27FC236}">
                <a16:creationId xmlns:a16="http://schemas.microsoft.com/office/drawing/2014/main" id="{1A7E14BB-3A54-B142-BBF2-30E190E794F7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48420 w 155961"/>
              <a:gd name="csY0" fmla="*/ 0 h 113413"/>
              <a:gd name="csX1" fmla="*/ 37685 w 155961"/>
              <a:gd name="csY1" fmla="*/ 4151 h 113413"/>
              <a:gd name="csX2" fmla="*/ 5223 w 155961"/>
              <a:gd name="csY2" fmla="*/ 33648 h 113413"/>
              <a:gd name="csX3" fmla="*/ 0 w 155961"/>
              <a:gd name="csY3" fmla="*/ 45454 h 113413"/>
              <a:gd name="csX4" fmla="*/ 0 w 155961"/>
              <a:gd name="csY4" fmla="*/ 83286 h 113413"/>
              <a:gd name="csX5" fmla="*/ 15942 w 155961"/>
              <a:gd name="csY5" fmla="*/ 99226 h 113413"/>
              <a:gd name="csX6" fmla="*/ 18477 w 155961"/>
              <a:gd name="csY6" fmla="*/ 99226 h 113413"/>
              <a:gd name="csX7" fmla="*/ 37209 w 155961"/>
              <a:gd name="csY7" fmla="*/ 113413 h 113413"/>
              <a:gd name="csX8" fmla="*/ 55957 w 155961"/>
              <a:gd name="csY8" fmla="*/ 99226 h 113413"/>
              <a:gd name="csX9" fmla="*/ 90375 w 155961"/>
              <a:gd name="csY9" fmla="*/ 99226 h 113413"/>
              <a:gd name="csX10" fmla="*/ 95700 w 155961"/>
              <a:gd name="csY10" fmla="*/ 93918 h 113413"/>
              <a:gd name="csX11" fmla="*/ 95700 w 155961"/>
              <a:gd name="csY11" fmla="*/ 10632 h 113413"/>
              <a:gd name="csX12" fmla="*/ 104564 w 155961"/>
              <a:gd name="csY12" fmla="*/ 10632 h 113413"/>
              <a:gd name="csX13" fmla="*/ 109873 w 155961"/>
              <a:gd name="csY13" fmla="*/ 5307 h 113413"/>
              <a:gd name="csX14" fmla="*/ 104564 w 155961"/>
              <a:gd name="csY14" fmla="*/ 0 h 113413"/>
              <a:gd name="csX15" fmla="*/ 48420 w 155961"/>
              <a:gd name="csY15" fmla="*/ 0 h 113413"/>
              <a:gd name="csX16" fmla="*/ 113428 w 155961"/>
              <a:gd name="csY16" fmla="*/ 21264 h 113413"/>
              <a:gd name="csX17" fmla="*/ 102795 w 155961"/>
              <a:gd name="csY17" fmla="*/ 31896 h 113413"/>
              <a:gd name="csX18" fmla="*/ 102795 w 155961"/>
              <a:gd name="csY18" fmla="*/ 93918 h 113413"/>
              <a:gd name="csX19" fmla="*/ 122276 w 155961"/>
              <a:gd name="csY19" fmla="*/ 113413 h 113413"/>
              <a:gd name="csX20" fmla="*/ 141041 w 155961"/>
              <a:gd name="csY20" fmla="*/ 99124 h 113413"/>
              <a:gd name="csX21" fmla="*/ 155962 w 155961"/>
              <a:gd name="csY21" fmla="*/ 83286 h 113413"/>
              <a:gd name="csX22" fmla="*/ 155962 w 155961"/>
              <a:gd name="csY22" fmla="*/ 60730 h 113413"/>
              <a:gd name="csX23" fmla="*/ 154584 w 155961"/>
              <a:gd name="csY23" fmla="*/ 54248 h 113413"/>
              <a:gd name="csX24" fmla="*/ 144121 w 155961"/>
              <a:gd name="csY24" fmla="*/ 30739 h 113413"/>
              <a:gd name="csX25" fmla="*/ 129557 w 155961"/>
              <a:gd name="csY25" fmla="*/ 21264 h 113413"/>
              <a:gd name="csX26" fmla="*/ 113428 w 155961"/>
              <a:gd name="csY26" fmla="*/ 21264 h 113413"/>
              <a:gd name="csX27" fmla="*/ 47842 w 155961"/>
              <a:gd name="csY27" fmla="*/ 24802 h 113413"/>
              <a:gd name="csX28" fmla="*/ 53167 w 155961"/>
              <a:gd name="csY28" fmla="*/ 30127 h 113413"/>
              <a:gd name="csX29" fmla="*/ 53167 w 155961"/>
              <a:gd name="csY29" fmla="*/ 62022 h 113413"/>
              <a:gd name="csX30" fmla="*/ 47842 w 155961"/>
              <a:gd name="csY30" fmla="*/ 67330 h 113413"/>
              <a:gd name="csX31" fmla="*/ 42534 w 155961"/>
              <a:gd name="csY31" fmla="*/ 62022 h 113413"/>
              <a:gd name="csX32" fmla="*/ 42534 w 155961"/>
              <a:gd name="csY32" fmla="*/ 30127 h 113413"/>
              <a:gd name="csX33" fmla="*/ 47842 w 155961"/>
              <a:gd name="csY33" fmla="*/ 24802 h 113413"/>
              <a:gd name="csX34" fmla="*/ 72664 w 155961"/>
              <a:gd name="csY34" fmla="*/ 24802 h 113413"/>
              <a:gd name="csX35" fmla="*/ 77973 w 155961"/>
              <a:gd name="csY35" fmla="*/ 30127 h 113413"/>
              <a:gd name="csX36" fmla="*/ 77973 w 155961"/>
              <a:gd name="csY36" fmla="*/ 62022 h 113413"/>
              <a:gd name="csX37" fmla="*/ 72664 w 155961"/>
              <a:gd name="csY37" fmla="*/ 67330 h 113413"/>
              <a:gd name="csX38" fmla="*/ 67339 w 155961"/>
              <a:gd name="csY38" fmla="*/ 62022 h 113413"/>
              <a:gd name="csX39" fmla="*/ 67339 w 155961"/>
              <a:gd name="csY39" fmla="*/ 30127 h 113413"/>
              <a:gd name="csX40" fmla="*/ 72664 w 155961"/>
              <a:gd name="csY40" fmla="*/ 24802 h 113413"/>
              <a:gd name="csX41" fmla="*/ 116967 w 155961"/>
              <a:gd name="csY41" fmla="*/ 31896 h 113413"/>
              <a:gd name="csX42" fmla="*/ 129557 w 155961"/>
              <a:gd name="csY42" fmla="*/ 31896 h 113413"/>
              <a:gd name="csX43" fmla="*/ 134406 w 155961"/>
              <a:gd name="csY43" fmla="*/ 35060 h 113413"/>
              <a:gd name="csX44" fmla="*/ 140242 w 155961"/>
              <a:gd name="csY44" fmla="*/ 48175 h 113413"/>
              <a:gd name="csX45" fmla="*/ 137009 w 155961"/>
              <a:gd name="csY45" fmla="*/ 53160 h 113413"/>
              <a:gd name="csX46" fmla="*/ 116967 w 155961"/>
              <a:gd name="csY46" fmla="*/ 53160 h 113413"/>
              <a:gd name="csX47" fmla="*/ 113428 w 155961"/>
              <a:gd name="csY47" fmla="*/ 49621 h 113413"/>
              <a:gd name="csX48" fmla="*/ 113428 w 155961"/>
              <a:gd name="csY48" fmla="*/ 35434 h 113413"/>
              <a:gd name="csX49" fmla="*/ 116967 w 155961"/>
              <a:gd name="csY49" fmla="*/ 31896 h 113413"/>
              <a:gd name="csX50" fmla="*/ 23036 w 155961"/>
              <a:gd name="csY50" fmla="*/ 46066 h 113413"/>
              <a:gd name="csX51" fmla="*/ 28361 w 155961"/>
              <a:gd name="csY51" fmla="*/ 51390 h 113413"/>
              <a:gd name="csX52" fmla="*/ 28361 w 155961"/>
              <a:gd name="csY52" fmla="*/ 62022 h 113413"/>
              <a:gd name="csX53" fmla="*/ 23036 w 155961"/>
              <a:gd name="csY53" fmla="*/ 67330 h 113413"/>
              <a:gd name="csX54" fmla="*/ 17728 w 155961"/>
              <a:gd name="csY54" fmla="*/ 62022 h 113413"/>
              <a:gd name="csX55" fmla="*/ 17728 w 155961"/>
              <a:gd name="csY55" fmla="*/ 51390 h 113413"/>
              <a:gd name="csX56" fmla="*/ 23036 w 155961"/>
              <a:gd name="csY56" fmla="*/ 46066 h 113413"/>
              <a:gd name="csX57" fmla="*/ 37209 w 155961"/>
              <a:gd name="csY57" fmla="*/ 85056 h 113413"/>
              <a:gd name="csX58" fmla="*/ 46072 w 155961"/>
              <a:gd name="csY58" fmla="*/ 93918 h 113413"/>
              <a:gd name="csX59" fmla="*/ 37209 w 155961"/>
              <a:gd name="csY59" fmla="*/ 102781 h 113413"/>
              <a:gd name="csX60" fmla="*/ 28361 w 155961"/>
              <a:gd name="csY60" fmla="*/ 93918 h 113413"/>
              <a:gd name="csX61" fmla="*/ 37209 w 155961"/>
              <a:gd name="csY61" fmla="*/ 85056 h 113413"/>
              <a:gd name="csX62" fmla="*/ 122276 w 155961"/>
              <a:gd name="csY62" fmla="*/ 85056 h 113413"/>
              <a:gd name="csX63" fmla="*/ 131139 w 155961"/>
              <a:gd name="csY63" fmla="*/ 93918 h 113413"/>
              <a:gd name="csX64" fmla="*/ 122276 w 155961"/>
              <a:gd name="csY64" fmla="*/ 102781 h 113413"/>
              <a:gd name="csX65" fmla="*/ 113428 w 155961"/>
              <a:gd name="csY65" fmla="*/ 93918 h 113413"/>
              <a:gd name="csX66" fmla="*/ 122276 w 155961"/>
              <a:gd name="csY66" fmla="*/ 85056 h 113413"/>
            </a:gdLst>
            <a:ahLst/>
            <a:cxnLst/>
            <a:rect l="l" t="t" r="r" b="b"/>
            <a:pathLst>
              <a:path w="100000" h="100000">
                <a:moveTo>
                  <a:pt x="31046" y="13641"/>
                </a:moveTo>
                <a:cubicBezTo>
                  <a:pt x="28494" y="13641"/>
                  <a:pt x="26050" y="14579"/>
                  <a:pt x="24163" y="16302"/>
                </a:cubicBezTo>
                <a:lnTo>
                  <a:pt x="3349" y="35215"/>
                </a:lnTo>
                <a:cubicBezTo>
                  <a:pt x="1222" y="37157"/>
                  <a:pt x="0" y="39916"/>
                  <a:pt x="0" y="42785"/>
                </a:cubicBezTo>
                <a:lnTo>
                  <a:pt x="0" y="67042"/>
                </a:lnTo>
                <a:cubicBezTo>
                  <a:pt x="0" y="72682"/>
                  <a:pt x="4593" y="77263"/>
                  <a:pt x="10222" y="77263"/>
                </a:cubicBezTo>
                <a:lnTo>
                  <a:pt x="11847" y="77263"/>
                </a:lnTo>
                <a:cubicBezTo>
                  <a:pt x="13352" y="82487"/>
                  <a:pt x="18185" y="86359"/>
                  <a:pt x="23858" y="86359"/>
                </a:cubicBezTo>
                <a:cubicBezTo>
                  <a:pt x="29541" y="86359"/>
                  <a:pt x="34373" y="82487"/>
                  <a:pt x="35879" y="77263"/>
                </a:cubicBezTo>
                <a:lnTo>
                  <a:pt x="57947" y="77263"/>
                </a:lnTo>
                <a:cubicBezTo>
                  <a:pt x="59835" y="77263"/>
                  <a:pt x="61361" y="75736"/>
                  <a:pt x="61361" y="73859"/>
                </a:cubicBezTo>
                <a:lnTo>
                  <a:pt x="61361" y="20458"/>
                </a:lnTo>
                <a:lnTo>
                  <a:pt x="67045" y="20458"/>
                </a:lnTo>
                <a:cubicBezTo>
                  <a:pt x="68922" y="20458"/>
                  <a:pt x="70449" y="18930"/>
                  <a:pt x="70449" y="17043"/>
                </a:cubicBezTo>
                <a:cubicBezTo>
                  <a:pt x="70449" y="15168"/>
                  <a:pt x="68922" y="13641"/>
                  <a:pt x="67045" y="13641"/>
                </a:cubicBezTo>
                <a:lnTo>
                  <a:pt x="31046" y="13641"/>
                </a:lnTo>
                <a:close/>
                <a:moveTo>
                  <a:pt x="72728" y="27275"/>
                </a:moveTo>
                <a:cubicBezTo>
                  <a:pt x="68954" y="27275"/>
                  <a:pt x="65911" y="30329"/>
                  <a:pt x="65911" y="34092"/>
                </a:cubicBezTo>
                <a:lnTo>
                  <a:pt x="65911" y="73859"/>
                </a:lnTo>
                <a:cubicBezTo>
                  <a:pt x="65911" y="80720"/>
                  <a:pt x="71540" y="86359"/>
                  <a:pt x="78402" y="86359"/>
                </a:cubicBezTo>
                <a:cubicBezTo>
                  <a:pt x="84107" y="86359"/>
                  <a:pt x="88961" y="82455"/>
                  <a:pt x="90434" y="77198"/>
                </a:cubicBezTo>
                <a:cubicBezTo>
                  <a:pt x="95768" y="76848"/>
                  <a:pt x="100001" y="72464"/>
                  <a:pt x="100001" y="67042"/>
                </a:cubicBezTo>
                <a:lnTo>
                  <a:pt x="100001" y="52580"/>
                </a:lnTo>
                <a:cubicBezTo>
                  <a:pt x="100001" y="51151"/>
                  <a:pt x="99695" y="49733"/>
                  <a:pt x="99117" y="48424"/>
                </a:cubicBezTo>
                <a:lnTo>
                  <a:pt x="92408" y="33350"/>
                </a:lnTo>
                <a:cubicBezTo>
                  <a:pt x="90772" y="29652"/>
                  <a:pt x="87106" y="27275"/>
                  <a:pt x="83070" y="27275"/>
                </a:cubicBezTo>
                <a:lnTo>
                  <a:pt x="72728" y="27275"/>
                </a:lnTo>
                <a:close/>
                <a:moveTo>
                  <a:pt x="30676" y="29543"/>
                </a:moveTo>
                <a:cubicBezTo>
                  <a:pt x="32563" y="29543"/>
                  <a:pt x="34090" y="31071"/>
                  <a:pt x="34090" y="32958"/>
                </a:cubicBezTo>
                <a:lnTo>
                  <a:pt x="34090" y="53408"/>
                </a:lnTo>
                <a:cubicBezTo>
                  <a:pt x="34090" y="55284"/>
                  <a:pt x="32563" y="56812"/>
                  <a:pt x="30676" y="56812"/>
                </a:cubicBezTo>
                <a:cubicBezTo>
                  <a:pt x="28799" y="56812"/>
                  <a:pt x="27272" y="55284"/>
                  <a:pt x="27272" y="53408"/>
                </a:cubicBezTo>
                <a:lnTo>
                  <a:pt x="27272" y="32958"/>
                </a:lnTo>
                <a:cubicBezTo>
                  <a:pt x="27272" y="31071"/>
                  <a:pt x="28799" y="29543"/>
                  <a:pt x="30676" y="29543"/>
                </a:cubicBezTo>
                <a:close/>
                <a:moveTo>
                  <a:pt x="46591" y="29543"/>
                </a:moveTo>
                <a:cubicBezTo>
                  <a:pt x="48468" y="29543"/>
                  <a:pt x="49995" y="31071"/>
                  <a:pt x="49995" y="32958"/>
                </a:cubicBezTo>
                <a:lnTo>
                  <a:pt x="49995" y="53408"/>
                </a:lnTo>
                <a:cubicBezTo>
                  <a:pt x="49995" y="55284"/>
                  <a:pt x="48468" y="56812"/>
                  <a:pt x="46591" y="56812"/>
                </a:cubicBezTo>
                <a:cubicBezTo>
                  <a:pt x="44704" y="56812"/>
                  <a:pt x="43177" y="55284"/>
                  <a:pt x="43177" y="53408"/>
                </a:cubicBezTo>
                <a:lnTo>
                  <a:pt x="43177" y="32958"/>
                </a:lnTo>
                <a:cubicBezTo>
                  <a:pt x="43177" y="31071"/>
                  <a:pt x="44704" y="29543"/>
                  <a:pt x="46591" y="29543"/>
                </a:cubicBezTo>
                <a:close/>
                <a:moveTo>
                  <a:pt x="74998" y="34092"/>
                </a:moveTo>
                <a:lnTo>
                  <a:pt x="83070" y="34092"/>
                </a:lnTo>
                <a:cubicBezTo>
                  <a:pt x="84412" y="34092"/>
                  <a:pt x="85634" y="34888"/>
                  <a:pt x="86179" y="36121"/>
                </a:cubicBezTo>
                <a:lnTo>
                  <a:pt x="89921" y="44530"/>
                </a:lnTo>
                <a:cubicBezTo>
                  <a:pt x="90586" y="46035"/>
                  <a:pt x="89485" y="47726"/>
                  <a:pt x="87848" y="47726"/>
                </a:cubicBezTo>
                <a:lnTo>
                  <a:pt x="74998" y="47726"/>
                </a:lnTo>
                <a:cubicBezTo>
                  <a:pt x="73743" y="47726"/>
                  <a:pt x="72728" y="46712"/>
                  <a:pt x="72728" y="45457"/>
                </a:cubicBezTo>
                <a:lnTo>
                  <a:pt x="72728" y="36360"/>
                </a:lnTo>
                <a:cubicBezTo>
                  <a:pt x="72728" y="35106"/>
                  <a:pt x="73743" y="34092"/>
                  <a:pt x="74998" y="34092"/>
                </a:cubicBezTo>
                <a:close/>
                <a:moveTo>
                  <a:pt x="14770" y="43177"/>
                </a:moveTo>
                <a:cubicBezTo>
                  <a:pt x="16658" y="43177"/>
                  <a:pt x="18185" y="44705"/>
                  <a:pt x="18185" y="46591"/>
                </a:cubicBezTo>
                <a:lnTo>
                  <a:pt x="18185" y="53408"/>
                </a:lnTo>
                <a:cubicBezTo>
                  <a:pt x="18185" y="55284"/>
                  <a:pt x="16658" y="56812"/>
                  <a:pt x="14770" y="56812"/>
                </a:cubicBezTo>
                <a:cubicBezTo>
                  <a:pt x="12894" y="56812"/>
                  <a:pt x="11367" y="55284"/>
                  <a:pt x="11367" y="53408"/>
                </a:cubicBezTo>
                <a:lnTo>
                  <a:pt x="11367" y="46591"/>
                </a:lnTo>
                <a:cubicBezTo>
                  <a:pt x="11367" y="44705"/>
                  <a:pt x="12894" y="43177"/>
                  <a:pt x="14770" y="43177"/>
                </a:cubicBezTo>
                <a:close/>
                <a:moveTo>
                  <a:pt x="23858" y="68177"/>
                </a:moveTo>
                <a:cubicBezTo>
                  <a:pt x="27032" y="68177"/>
                  <a:pt x="29541" y="70686"/>
                  <a:pt x="29541" y="73859"/>
                </a:cubicBezTo>
                <a:cubicBezTo>
                  <a:pt x="29541" y="77034"/>
                  <a:pt x="27032" y="79542"/>
                  <a:pt x="23858" y="79542"/>
                </a:cubicBezTo>
                <a:cubicBezTo>
                  <a:pt x="20694" y="79542"/>
                  <a:pt x="18185" y="77034"/>
                  <a:pt x="18185" y="73859"/>
                </a:cubicBezTo>
                <a:cubicBezTo>
                  <a:pt x="18185" y="70686"/>
                  <a:pt x="20694" y="68177"/>
                  <a:pt x="23858" y="68177"/>
                </a:cubicBezTo>
                <a:close/>
                <a:moveTo>
                  <a:pt x="78402" y="68177"/>
                </a:moveTo>
                <a:cubicBezTo>
                  <a:pt x="81576" y="68177"/>
                  <a:pt x="84084" y="70686"/>
                  <a:pt x="84084" y="73859"/>
                </a:cubicBezTo>
                <a:cubicBezTo>
                  <a:pt x="84084" y="77034"/>
                  <a:pt x="81576" y="79542"/>
                  <a:pt x="78402" y="79542"/>
                </a:cubicBezTo>
                <a:cubicBezTo>
                  <a:pt x="75238" y="79542"/>
                  <a:pt x="72728" y="77034"/>
                  <a:pt x="72728" y="73859"/>
                </a:cubicBezTo>
                <a:cubicBezTo>
                  <a:pt x="72728" y="70686"/>
                  <a:pt x="75238" y="68177"/>
                  <a:pt x="78402" y="6817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9" name="Чёрный — SVG 14">
            <a:extLst>
              <a:ext uri="{FF2B5EF4-FFF2-40B4-BE49-F238E27FC236}">
                <a16:creationId xmlns:a16="http://schemas.microsoft.com/office/drawing/2014/main" id="{3C96DC64-7368-DC4C-8200-CA375620F8E5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33482 w 148867"/>
              <a:gd name="csY0" fmla="*/ 1 h 113447"/>
              <a:gd name="csX1" fmla="*/ 31067 w 148867"/>
              <a:gd name="csY1" fmla="*/ 647 h 113447"/>
              <a:gd name="csX2" fmla="*/ 29212 w 148867"/>
              <a:gd name="csY2" fmla="*/ 2314 h 113447"/>
              <a:gd name="csX3" fmla="*/ 28327 w 148867"/>
              <a:gd name="csY3" fmla="*/ 4645 h 113447"/>
              <a:gd name="csX4" fmla="*/ 28600 w 148867"/>
              <a:gd name="csY4" fmla="*/ 7129 h 113447"/>
              <a:gd name="csX5" fmla="*/ 19497 w 148867"/>
              <a:gd name="csY5" fmla="*/ 7129 h 113447"/>
              <a:gd name="csX6" fmla="*/ 7094 w 148867"/>
              <a:gd name="csY6" fmla="*/ 19530 h 113447"/>
              <a:gd name="csX7" fmla="*/ 7094 w 148867"/>
              <a:gd name="csY7" fmla="*/ 40794 h 113447"/>
              <a:gd name="csX8" fmla="*/ 12403 w 148867"/>
              <a:gd name="csY8" fmla="*/ 46101 h 113447"/>
              <a:gd name="csX9" fmla="*/ 21267 w 148867"/>
              <a:gd name="csY9" fmla="*/ 54964 h 113447"/>
              <a:gd name="csX10" fmla="*/ 15108 w 148867"/>
              <a:gd name="csY10" fmla="*/ 64949 h 113447"/>
              <a:gd name="csX11" fmla="*/ 0 w 148867"/>
              <a:gd name="csY11" fmla="*/ 101047 h 113447"/>
              <a:gd name="csX12" fmla="*/ 17 w 148867"/>
              <a:gd name="csY12" fmla="*/ 101472 h 113447"/>
              <a:gd name="csX13" fmla="*/ 15942 w 148867"/>
              <a:gd name="csY13" fmla="*/ 113448 h 113447"/>
              <a:gd name="csX14" fmla="*/ 33670 w 148867"/>
              <a:gd name="csY14" fmla="*/ 113448 h 113447"/>
              <a:gd name="csX15" fmla="*/ 49407 w 148867"/>
              <a:gd name="csY15" fmla="*/ 101949 h 113447"/>
              <a:gd name="csX16" fmla="*/ 55481 w 148867"/>
              <a:gd name="csY16" fmla="*/ 74459 h 113447"/>
              <a:gd name="csX17" fmla="*/ 76152 w 148867"/>
              <a:gd name="csY17" fmla="*/ 74459 h 113447"/>
              <a:gd name="csX18" fmla="*/ 94884 w 148867"/>
              <a:gd name="csY18" fmla="*/ 60322 h 113447"/>
              <a:gd name="csX19" fmla="*/ 97929 w 148867"/>
              <a:gd name="csY19" fmla="*/ 49656 h 113447"/>
              <a:gd name="csX20" fmla="*/ 129370 w 148867"/>
              <a:gd name="csY20" fmla="*/ 49656 h 113447"/>
              <a:gd name="csX21" fmla="*/ 133130 w 148867"/>
              <a:gd name="csY21" fmla="*/ 48091 h 113447"/>
              <a:gd name="csX22" fmla="*/ 135120 w 148867"/>
              <a:gd name="csY22" fmla="*/ 46101 h 113447"/>
              <a:gd name="csX23" fmla="*/ 136464 w 148867"/>
              <a:gd name="csY23" fmla="*/ 46101 h 113447"/>
              <a:gd name="csX24" fmla="*/ 148867 w 148867"/>
              <a:gd name="csY24" fmla="*/ 33700 h 113447"/>
              <a:gd name="csX25" fmla="*/ 148867 w 148867"/>
              <a:gd name="csY25" fmla="*/ 19530 h 113447"/>
              <a:gd name="csX26" fmla="*/ 138047 w 148867"/>
              <a:gd name="csY26" fmla="*/ 7282 h 113447"/>
              <a:gd name="csX27" fmla="*/ 136090 w 148867"/>
              <a:gd name="csY27" fmla="*/ 4577 h 113447"/>
              <a:gd name="csX28" fmla="*/ 132909 w 148867"/>
              <a:gd name="csY28" fmla="*/ 3573 h 113447"/>
              <a:gd name="csX29" fmla="*/ 125831 w 148867"/>
              <a:gd name="csY29" fmla="*/ 3573 h 113447"/>
              <a:gd name="csX30" fmla="*/ 122718 w 148867"/>
              <a:gd name="csY30" fmla="*/ 4543 h 113447"/>
              <a:gd name="csX31" fmla="*/ 120744 w 148867"/>
              <a:gd name="csY31" fmla="*/ 7129 h 113447"/>
              <a:gd name="csX32" fmla="*/ 49101 w 148867"/>
              <a:gd name="csY32" fmla="*/ 7129 h 113447"/>
              <a:gd name="csX33" fmla="*/ 36051 w 148867"/>
              <a:gd name="csY33" fmla="*/ 596 h 113447"/>
              <a:gd name="csX34" fmla="*/ 33482 w 148867"/>
              <a:gd name="csY34" fmla="*/ 1 h 113447"/>
              <a:gd name="csX35" fmla="*/ 44303 w 148867"/>
              <a:gd name="csY35" fmla="*/ 24837 h 113447"/>
              <a:gd name="csX36" fmla="*/ 54936 w 148867"/>
              <a:gd name="csY36" fmla="*/ 24837 h 113447"/>
              <a:gd name="csX37" fmla="*/ 60261 w 148867"/>
              <a:gd name="csY37" fmla="*/ 30162 h 113447"/>
              <a:gd name="csX38" fmla="*/ 54936 w 148867"/>
              <a:gd name="csY38" fmla="*/ 35469 h 113447"/>
              <a:gd name="csX39" fmla="*/ 44303 w 148867"/>
              <a:gd name="csY39" fmla="*/ 35469 h 113447"/>
              <a:gd name="csX40" fmla="*/ 38995 w 148867"/>
              <a:gd name="csY40" fmla="*/ 30162 h 113447"/>
              <a:gd name="csX41" fmla="*/ 44303 w 148867"/>
              <a:gd name="csY41" fmla="*/ 24837 h 113447"/>
              <a:gd name="csX42" fmla="*/ 75114 w 148867"/>
              <a:gd name="csY42" fmla="*/ 49656 h 113447"/>
              <a:gd name="csX43" fmla="*/ 86888 w 148867"/>
              <a:gd name="csY43" fmla="*/ 49656 h 113447"/>
              <a:gd name="csX44" fmla="*/ 84659 w 148867"/>
              <a:gd name="csY44" fmla="*/ 57413 h 113447"/>
              <a:gd name="csX45" fmla="*/ 76152 w 148867"/>
              <a:gd name="csY45" fmla="*/ 63827 h 113447"/>
              <a:gd name="csX46" fmla="*/ 57846 w 148867"/>
              <a:gd name="csY46" fmla="*/ 63827 h 113447"/>
              <a:gd name="csX47" fmla="*/ 59445 w 148867"/>
              <a:gd name="csY47" fmla="*/ 56597 h 113447"/>
              <a:gd name="csX48" fmla="*/ 63290 w 148867"/>
              <a:gd name="csY48" fmla="*/ 51085 h 113447"/>
              <a:gd name="csX49" fmla="*/ 68904 w 148867"/>
              <a:gd name="csY49" fmla="*/ 58723 h 113447"/>
              <a:gd name="csX50" fmla="*/ 70623 w 148867"/>
              <a:gd name="csY50" fmla="*/ 59931 h 113447"/>
              <a:gd name="csX51" fmla="*/ 72681 w 148867"/>
              <a:gd name="csY51" fmla="*/ 60356 h 113447"/>
              <a:gd name="csX52" fmla="*/ 74740 w 148867"/>
              <a:gd name="csY52" fmla="*/ 59965 h 113447"/>
              <a:gd name="csX53" fmla="*/ 76492 w 148867"/>
              <a:gd name="csY53" fmla="*/ 58808 h 113447"/>
              <a:gd name="csX54" fmla="*/ 77666 w 148867"/>
              <a:gd name="csY54" fmla="*/ 57056 h 113447"/>
              <a:gd name="csX55" fmla="*/ 78057 w 148867"/>
              <a:gd name="csY55" fmla="*/ 54998 h 113447"/>
              <a:gd name="csX56" fmla="*/ 77615 w 148867"/>
              <a:gd name="csY56" fmla="*/ 52940 h 113447"/>
              <a:gd name="csX57" fmla="*/ 76424 w 148867"/>
              <a:gd name="csY57" fmla="*/ 51204 h 113447"/>
              <a:gd name="csX58" fmla="*/ 75114 w 148867"/>
              <a:gd name="csY58" fmla="*/ 49656 h 113447"/>
            </a:gdLst>
            <a:ahLst/>
            <a:cxnLst/>
            <a:rect l="l" t="t" r="r" b="b"/>
            <a:pathLst>
              <a:path w="100000" h="100000">
                <a:moveTo>
                  <a:pt x="22491" y="11897"/>
                </a:moveTo>
                <a:cubicBezTo>
                  <a:pt x="21932" y="11909"/>
                  <a:pt x="21371" y="12057"/>
                  <a:pt x="20869" y="12331"/>
                </a:cubicBezTo>
                <a:cubicBezTo>
                  <a:pt x="20377" y="12594"/>
                  <a:pt x="19943" y="12983"/>
                  <a:pt x="19623" y="13451"/>
                </a:cubicBezTo>
                <a:cubicBezTo>
                  <a:pt x="19302" y="13920"/>
                  <a:pt x="19097" y="14457"/>
                  <a:pt x="19028" y="15017"/>
                </a:cubicBezTo>
                <a:cubicBezTo>
                  <a:pt x="18960" y="15577"/>
                  <a:pt x="19017" y="16148"/>
                  <a:pt x="19212" y="16685"/>
                </a:cubicBezTo>
                <a:lnTo>
                  <a:pt x="13097" y="16685"/>
                </a:lnTo>
                <a:cubicBezTo>
                  <a:pt x="8503" y="16685"/>
                  <a:pt x="4765" y="20422"/>
                  <a:pt x="4765" y="25016"/>
                </a:cubicBezTo>
                <a:lnTo>
                  <a:pt x="4765" y="39300"/>
                </a:lnTo>
                <a:cubicBezTo>
                  <a:pt x="4765" y="41276"/>
                  <a:pt x="6366" y="42864"/>
                  <a:pt x="8332" y="42864"/>
                </a:cubicBezTo>
                <a:cubicBezTo>
                  <a:pt x="10892" y="42864"/>
                  <a:pt x="14286" y="43482"/>
                  <a:pt x="14286" y="48818"/>
                </a:cubicBezTo>
                <a:cubicBezTo>
                  <a:pt x="14286" y="50749"/>
                  <a:pt x="12789" y="52543"/>
                  <a:pt x="10149" y="55525"/>
                </a:cubicBezTo>
                <a:cubicBezTo>
                  <a:pt x="5863" y="60382"/>
                  <a:pt x="0" y="67022"/>
                  <a:pt x="0" y="79774"/>
                </a:cubicBezTo>
                <a:cubicBezTo>
                  <a:pt x="0" y="79865"/>
                  <a:pt x="11" y="79968"/>
                  <a:pt x="11" y="80059"/>
                </a:cubicBezTo>
                <a:cubicBezTo>
                  <a:pt x="240" y="82848"/>
                  <a:pt x="2777" y="88104"/>
                  <a:pt x="10709" y="88104"/>
                </a:cubicBezTo>
                <a:lnTo>
                  <a:pt x="22618" y="88104"/>
                </a:lnTo>
                <a:cubicBezTo>
                  <a:pt x="28377" y="88104"/>
                  <a:pt x="31931" y="85533"/>
                  <a:pt x="33189" y="80380"/>
                </a:cubicBezTo>
                <a:lnTo>
                  <a:pt x="37269" y="61914"/>
                </a:lnTo>
                <a:lnTo>
                  <a:pt x="51154" y="61914"/>
                </a:lnTo>
                <a:cubicBezTo>
                  <a:pt x="56983" y="61914"/>
                  <a:pt x="62137" y="58028"/>
                  <a:pt x="63737" y="52417"/>
                </a:cubicBezTo>
                <a:lnTo>
                  <a:pt x="65783" y="45252"/>
                </a:lnTo>
                <a:lnTo>
                  <a:pt x="86903" y="45252"/>
                </a:lnTo>
                <a:cubicBezTo>
                  <a:pt x="87852" y="45252"/>
                  <a:pt x="88754" y="44876"/>
                  <a:pt x="89429" y="44201"/>
                </a:cubicBezTo>
                <a:lnTo>
                  <a:pt x="90766" y="42864"/>
                </a:lnTo>
                <a:lnTo>
                  <a:pt x="91668" y="42864"/>
                </a:lnTo>
                <a:cubicBezTo>
                  <a:pt x="96263" y="42864"/>
                  <a:pt x="100000" y="39128"/>
                  <a:pt x="100000" y="34534"/>
                </a:cubicBezTo>
                <a:lnTo>
                  <a:pt x="100000" y="25016"/>
                </a:lnTo>
                <a:cubicBezTo>
                  <a:pt x="100000" y="20788"/>
                  <a:pt x="96823" y="17325"/>
                  <a:pt x="92732" y="16788"/>
                </a:cubicBezTo>
                <a:cubicBezTo>
                  <a:pt x="92503" y="16057"/>
                  <a:pt x="92046" y="15428"/>
                  <a:pt x="91417" y="14971"/>
                </a:cubicBezTo>
                <a:cubicBezTo>
                  <a:pt x="90800" y="14526"/>
                  <a:pt x="90058" y="14297"/>
                  <a:pt x="89280" y="14297"/>
                </a:cubicBezTo>
                <a:lnTo>
                  <a:pt x="84526" y="14297"/>
                </a:lnTo>
                <a:cubicBezTo>
                  <a:pt x="83783" y="14297"/>
                  <a:pt x="83051" y="14514"/>
                  <a:pt x="82435" y="14948"/>
                </a:cubicBezTo>
                <a:cubicBezTo>
                  <a:pt x="81817" y="15371"/>
                  <a:pt x="81360" y="15977"/>
                  <a:pt x="81109" y="16685"/>
                </a:cubicBezTo>
                <a:lnTo>
                  <a:pt x="32983" y="16685"/>
                </a:lnTo>
                <a:lnTo>
                  <a:pt x="24217" y="12297"/>
                </a:lnTo>
                <a:cubicBezTo>
                  <a:pt x="23680" y="12023"/>
                  <a:pt x="23097" y="11886"/>
                  <a:pt x="22491" y="11897"/>
                </a:cubicBezTo>
                <a:close/>
                <a:moveTo>
                  <a:pt x="29760" y="28581"/>
                </a:moveTo>
                <a:lnTo>
                  <a:pt x="36903" y="28581"/>
                </a:lnTo>
                <a:cubicBezTo>
                  <a:pt x="38880" y="28581"/>
                  <a:pt x="40480" y="30181"/>
                  <a:pt x="40480" y="32158"/>
                </a:cubicBezTo>
                <a:cubicBezTo>
                  <a:pt x="40480" y="34134"/>
                  <a:pt x="38880" y="35722"/>
                  <a:pt x="36903" y="35722"/>
                </a:cubicBezTo>
                <a:lnTo>
                  <a:pt x="29760" y="35722"/>
                </a:lnTo>
                <a:cubicBezTo>
                  <a:pt x="27795" y="35722"/>
                  <a:pt x="26195" y="34134"/>
                  <a:pt x="26195" y="32158"/>
                </a:cubicBezTo>
                <a:cubicBezTo>
                  <a:pt x="26195" y="30181"/>
                  <a:pt x="27795" y="28581"/>
                  <a:pt x="29760" y="28581"/>
                </a:cubicBezTo>
                <a:close/>
                <a:moveTo>
                  <a:pt x="50457" y="45252"/>
                </a:moveTo>
                <a:lnTo>
                  <a:pt x="58366" y="45252"/>
                </a:lnTo>
                <a:lnTo>
                  <a:pt x="56869" y="50463"/>
                </a:lnTo>
                <a:cubicBezTo>
                  <a:pt x="56137" y="53035"/>
                  <a:pt x="53817" y="54772"/>
                  <a:pt x="51154" y="54772"/>
                </a:cubicBezTo>
                <a:lnTo>
                  <a:pt x="38858" y="54772"/>
                </a:lnTo>
                <a:lnTo>
                  <a:pt x="39932" y="49915"/>
                </a:lnTo>
                <a:cubicBezTo>
                  <a:pt x="40274" y="48338"/>
                  <a:pt x="41235" y="47035"/>
                  <a:pt x="42514" y="46212"/>
                </a:cubicBezTo>
                <a:cubicBezTo>
                  <a:pt x="43452" y="47824"/>
                  <a:pt x="44628" y="49698"/>
                  <a:pt x="46286" y="51343"/>
                </a:cubicBezTo>
                <a:cubicBezTo>
                  <a:pt x="46617" y="51686"/>
                  <a:pt x="47006" y="51960"/>
                  <a:pt x="47440" y="52155"/>
                </a:cubicBezTo>
                <a:cubicBezTo>
                  <a:pt x="47886" y="52337"/>
                  <a:pt x="48355" y="52440"/>
                  <a:pt x="48823" y="52440"/>
                </a:cubicBezTo>
                <a:cubicBezTo>
                  <a:pt x="49303" y="52452"/>
                  <a:pt x="49771" y="52360"/>
                  <a:pt x="50206" y="52177"/>
                </a:cubicBezTo>
                <a:cubicBezTo>
                  <a:pt x="50652" y="51995"/>
                  <a:pt x="51052" y="51732"/>
                  <a:pt x="51383" y="51400"/>
                </a:cubicBezTo>
                <a:cubicBezTo>
                  <a:pt x="51726" y="51058"/>
                  <a:pt x="51989" y="50658"/>
                  <a:pt x="52171" y="50223"/>
                </a:cubicBezTo>
                <a:cubicBezTo>
                  <a:pt x="52343" y="49778"/>
                  <a:pt x="52434" y="49309"/>
                  <a:pt x="52434" y="48841"/>
                </a:cubicBezTo>
                <a:cubicBezTo>
                  <a:pt x="52423" y="48361"/>
                  <a:pt x="52331" y="47892"/>
                  <a:pt x="52137" y="47458"/>
                </a:cubicBezTo>
                <a:cubicBezTo>
                  <a:pt x="51954" y="47024"/>
                  <a:pt x="51680" y="46624"/>
                  <a:pt x="51337" y="46292"/>
                </a:cubicBezTo>
                <a:cubicBezTo>
                  <a:pt x="51074" y="46030"/>
                  <a:pt x="50765" y="45664"/>
                  <a:pt x="50457" y="4525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0" name="Чёрный — SVG 15">
            <a:extLst>
              <a:ext uri="{FF2B5EF4-FFF2-40B4-BE49-F238E27FC236}">
                <a16:creationId xmlns:a16="http://schemas.microsoft.com/office/drawing/2014/main" id="{458DDDD7-155B-3349-9B04-DD8E4465FDF8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22583 w 143122"/>
              <a:gd name="csY0" fmla="*/ 11 h 124072"/>
              <a:gd name="csX1" fmla="*/ 15301 w 143122"/>
              <a:gd name="csY1" fmla="*/ 1797 h 124072"/>
              <a:gd name="csX2" fmla="*/ 3204 w 143122"/>
              <a:gd name="csY2" fmla="*/ 7666 h 124072"/>
              <a:gd name="csX3" fmla="*/ 1452 w 143122"/>
              <a:gd name="csY3" fmla="*/ 8874 h 124072"/>
              <a:gd name="csX4" fmla="*/ 329 w 143122"/>
              <a:gd name="csY4" fmla="*/ 10694 h 124072"/>
              <a:gd name="csX5" fmla="*/ 6 w 143122"/>
              <a:gd name="csY5" fmla="*/ 12786 h 124072"/>
              <a:gd name="csX6" fmla="*/ 533 w 143122"/>
              <a:gd name="csY6" fmla="*/ 14845 h 124072"/>
              <a:gd name="csX7" fmla="*/ 1826 w 143122"/>
              <a:gd name="csY7" fmla="*/ 16546 h 124072"/>
              <a:gd name="csX8" fmla="*/ 3680 w 143122"/>
              <a:gd name="csY8" fmla="*/ 17583 h 124072"/>
              <a:gd name="csX9" fmla="*/ 5790 w 143122"/>
              <a:gd name="csY9" fmla="*/ 17821 h 124072"/>
              <a:gd name="csX10" fmla="*/ 7815 w 143122"/>
              <a:gd name="csY10" fmla="*/ 17226 h 124072"/>
              <a:gd name="csX11" fmla="*/ 19928 w 143122"/>
              <a:gd name="csY11" fmla="*/ 11374 h 124072"/>
              <a:gd name="csX12" fmla="*/ 30392 w 143122"/>
              <a:gd name="csY12" fmla="*/ 15321 h 124072"/>
              <a:gd name="csX13" fmla="*/ 61509 w 143122"/>
              <a:gd name="csY13" fmla="*/ 89234 h 124072"/>
              <a:gd name="csX14" fmla="*/ 63160 w 143122"/>
              <a:gd name="csY14" fmla="*/ 92449 h 124072"/>
              <a:gd name="csX15" fmla="*/ 49821 w 143122"/>
              <a:gd name="csY15" fmla="*/ 108133 h 124072"/>
              <a:gd name="csX16" fmla="*/ 65762 w 143122"/>
              <a:gd name="csY16" fmla="*/ 124073 h 124072"/>
              <a:gd name="csX17" fmla="*/ 81721 w 143122"/>
              <a:gd name="csY17" fmla="*/ 108133 h 124072"/>
              <a:gd name="csX18" fmla="*/ 81466 w 143122"/>
              <a:gd name="csY18" fmla="*/ 105684 h 124072"/>
              <a:gd name="csX19" fmla="*/ 98547 w 143122"/>
              <a:gd name="csY19" fmla="*/ 104000 h 124072"/>
              <a:gd name="csX20" fmla="*/ 98547 w 143122"/>
              <a:gd name="csY20" fmla="*/ 104000 h 124072"/>
              <a:gd name="csX21" fmla="*/ 139856 w 143122"/>
              <a:gd name="csY21" fmla="*/ 85917 h 124072"/>
              <a:gd name="csX22" fmla="*/ 141591 w 143122"/>
              <a:gd name="csY22" fmla="*/ 84743 h 124072"/>
              <a:gd name="csX23" fmla="*/ 142731 w 143122"/>
              <a:gd name="csY23" fmla="*/ 82991 h 124072"/>
              <a:gd name="csX24" fmla="*/ 143123 w 143122"/>
              <a:gd name="csY24" fmla="*/ 80916 h 124072"/>
              <a:gd name="csX25" fmla="*/ 142680 w 143122"/>
              <a:gd name="csY25" fmla="*/ 78874 h 124072"/>
              <a:gd name="csX26" fmla="*/ 141472 w 143122"/>
              <a:gd name="csY26" fmla="*/ 77156 h 124072"/>
              <a:gd name="csX27" fmla="*/ 139703 w 143122"/>
              <a:gd name="csY27" fmla="*/ 76033 h 124072"/>
              <a:gd name="csX28" fmla="*/ 137627 w 143122"/>
              <a:gd name="csY28" fmla="*/ 75693 h 124072"/>
              <a:gd name="csX29" fmla="*/ 135585 w 143122"/>
              <a:gd name="csY29" fmla="*/ 76170 h 124072"/>
              <a:gd name="csX30" fmla="*/ 94294 w 143122"/>
              <a:gd name="csY30" fmla="*/ 94270 h 124072"/>
              <a:gd name="csX31" fmla="*/ 71309 w 143122"/>
              <a:gd name="csY31" fmla="*/ 85100 h 124072"/>
              <a:gd name="csX32" fmla="*/ 71326 w 143122"/>
              <a:gd name="csY32" fmla="*/ 85100 h 124072"/>
              <a:gd name="csX33" fmla="*/ 40192 w 143122"/>
              <a:gd name="csY33" fmla="*/ 11204 h 124072"/>
              <a:gd name="csX34" fmla="*/ 22583 w 143122"/>
              <a:gd name="csY34" fmla="*/ 11 h 124072"/>
              <a:gd name="csX35" fmla="*/ 106867 w 143122"/>
              <a:gd name="csY35" fmla="*/ 14062 h 124072"/>
              <a:gd name="csX36" fmla="*/ 102597 w 143122"/>
              <a:gd name="csY36" fmla="*/ 14998 h 124072"/>
              <a:gd name="csX37" fmla="*/ 70731 w 143122"/>
              <a:gd name="csY37" fmla="*/ 28828 h 124072"/>
              <a:gd name="csX38" fmla="*/ 64793 w 143122"/>
              <a:gd name="csY38" fmla="*/ 34986 h 124072"/>
              <a:gd name="csX39" fmla="*/ 64912 w 143122"/>
              <a:gd name="csY39" fmla="*/ 43440 h 124072"/>
              <a:gd name="csX40" fmla="*/ 79339 w 143122"/>
              <a:gd name="csY40" fmla="*/ 78296 h 124072"/>
              <a:gd name="csX41" fmla="*/ 85498 w 143122"/>
              <a:gd name="csY41" fmla="*/ 84233 h 124072"/>
              <a:gd name="csX42" fmla="*/ 89598 w 143122"/>
              <a:gd name="csY42" fmla="*/ 85015 h 124072"/>
              <a:gd name="csX43" fmla="*/ 94039 w 143122"/>
              <a:gd name="csY43" fmla="*/ 84097 h 124072"/>
              <a:gd name="csX44" fmla="*/ 125905 w 143122"/>
              <a:gd name="csY44" fmla="*/ 70250 h 124072"/>
              <a:gd name="csX45" fmla="*/ 125905 w 143122"/>
              <a:gd name="csY45" fmla="*/ 70233 h 124072"/>
              <a:gd name="csX46" fmla="*/ 131740 w 143122"/>
              <a:gd name="csY46" fmla="*/ 55620 h 124072"/>
              <a:gd name="csX47" fmla="*/ 117296 w 143122"/>
              <a:gd name="csY47" fmla="*/ 20781 h 124072"/>
              <a:gd name="csX48" fmla="*/ 111154 w 143122"/>
              <a:gd name="csY48" fmla="*/ 14845 h 124072"/>
              <a:gd name="csX49" fmla="*/ 106867 w 143122"/>
              <a:gd name="csY49" fmla="*/ 14062 h 124072"/>
              <a:gd name="csX50" fmla="*/ 97782 w 143122"/>
              <a:gd name="csY50" fmla="*/ 34441 h 124072"/>
              <a:gd name="csX51" fmla="*/ 102732 w 143122"/>
              <a:gd name="csY51" fmla="*/ 37605 h 124072"/>
              <a:gd name="csX52" fmla="*/ 100028 w 143122"/>
              <a:gd name="csY52" fmla="*/ 44614 h 124072"/>
              <a:gd name="csX53" fmla="*/ 93920 w 143122"/>
              <a:gd name="csY53" fmla="*/ 47319 h 124072"/>
              <a:gd name="csX54" fmla="*/ 91776 w 143122"/>
              <a:gd name="csY54" fmla="*/ 47778 h 124072"/>
              <a:gd name="csX55" fmla="*/ 86910 w 143122"/>
              <a:gd name="csY55" fmla="*/ 44614 h 124072"/>
              <a:gd name="csX56" fmla="*/ 89615 w 143122"/>
              <a:gd name="csY56" fmla="*/ 37605 h 124072"/>
              <a:gd name="csX57" fmla="*/ 95706 w 143122"/>
              <a:gd name="csY57" fmla="*/ 34901 h 124072"/>
              <a:gd name="csX58" fmla="*/ 97782 w 143122"/>
              <a:gd name="csY58" fmla="*/ 34441 h 124072"/>
            </a:gdLst>
            <a:ahLst/>
            <a:cxnLst/>
            <a:rect l="l" t="t" r="r" b="b"/>
            <a:pathLst>
              <a:path w="100000" h="100000">
                <a:moveTo>
                  <a:pt x="15779" y="6663"/>
                </a:moveTo>
                <a:cubicBezTo>
                  <a:pt x="14067" y="6710"/>
                  <a:pt x="12331" y="7126"/>
                  <a:pt x="10691" y="7911"/>
                </a:cubicBezTo>
                <a:lnTo>
                  <a:pt x="2239" y="12011"/>
                </a:lnTo>
                <a:cubicBezTo>
                  <a:pt x="1775" y="12201"/>
                  <a:pt x="1359" y="12498"/>
                  <a:pt x="1015" y="12855"/>
                </a:cubicBezTo>
                <a:cubicBezTo>
                  <a:pt x="682" y="13224"/>
                  <a:pt x="408" y="13651"/>
                  <a:pt x="230" y="14127"/>
                </a:cubicBezTo>
                <a:cubicBezTo>
                  <a:pt x="64" y="14590"/>
                  <a:pt x="-20" y="15090"/>
                  <a:pt x="4" y="15589"/>
                </a:cubicBezTo>
                <a:cubicBezTo>
                  <a:pt x="28" y="16088"/>
                  <a:pt x="159" y="16575"/>
                  <a:pt x="372" y="17027"/>
                </a:cubicBezTo>
                <a:cubicBezTo>
                  <a:pt x="586" y="17479"/>
                  <a:pt x="896" y="17883"/>
                  <a:pt x="1276" y="18216"/>
                </a:cubicBezTo>
                <a:cubicBezTo>
                  <a:pt x="1656" y="18537"/>
                  <a:pt x="2096" y="18786"/>
                  <a:pt x="2571" y="18940"/>
                </a:cubicBezTo>
                <a:cubicBezTo>
                  <a:pt x="3047" y="19095"/>
                  <a:pt x="3547" y="19155"/>
                  <a:pt x="4045" y="19107"/>
                </a:cubicBezTo>
                <a:cubicBezTo>
                  <a:pt x="4545" y="19071"/>
                  <a:pt x="5020" y="18929"/>
                  <a:pt x="5460" y="18691"/>
                </a:cubicBezTo>
                <a:lnTo>
                  <a:pt x="13924" y="14602"/>
                </a:lnTo>
                <a:cubicBezTo>
                  <a:pt x="16754" y="13236"/>
                  <a:pt x="20022" y="14472"/>
                  <a:pt x="21235" y="17360"/>
                </a:cubicBezTo>
                <a:lnTo>
                  <a:pt x="42977" y="69003"/>
                </a:lnTo>
                <a:cubicBezTo>
                  <a:pt x="43309" y="69788"/>
                  <a:pt x="43702" y="70525"/>
                  <a:pt x="44130" y="71250"/>
                </a:cubicBezTo>
                <a:cubicBezTo>
                  <a:pt x="38851" y="72129"/>
                  <a:pt x="34810" y="76681"/>
                  <a:pt x="34810" y="82208"/>
                </a:cubicBezTo>
                <a:cubicBezTo>
                  <a:pt x="34810" y="88353"/>
                  <a:pt x="39803" y="93346"/>
                  <a:pt x="45948" y="93346"/>
                </a:cubicBezTo>
                <a:cubicBezTo>
                  <a:pt x="52095" y="93346"/>
                  <a:pt x="57099" y="88353"/>
                  <a:pt x="57099" y="82208"/>
                </a:cubicBezTo>
                <a:cubicBezTo>
                  <a:pt x="57099" y="81626"/>
                  <a:pt x="57004" y="81055"/>
                  <a:pt x="56921" y="80497"/>
                </a:cubicBezTo>
                <a:cubicBezTo>
                  <a:pt x="60796" y="81329"/>
                  <a:pt x="64956" y="81032"/>
                  <a:pt x="68855" y="79320"/>
                </a:cubicBezTo>
                <a:lnTo>
                  <a:pt x="68855" y="79320"/>
                </a:lnTo>
                <a:lnTo>
                  <a:pt x="97718" y="66686"/>
                </a:lnTo>
                <a:cubicBezTo>
                  <a:pt x="98170" y="66496"/>
                  <a:pt x="98586" y="66211"/>
                  <a:pt x="98930" y="65865"/>
                </a:cubicBezTo>
                <a:cubicBezTo>
                  <a:pt x="99275" y="65509"/>
                  <a:pt x="99549" y="65093"/>
                  <a:pt x="99727" y="64641"/>
                </a:cubicBezTo>
                <a:cubicBezTo>
                  <a:pt x="99918" y="64178"/>
                  <a:pt x="100001" y="63690"/>
                  <a:pt x="100001" y="63192"/>
                </a:cubicBezTo>
                <a:cubicBezTo>
                  <a:pt x="99989" y="62704"/>
                  <a:pt x="99881" y="62217"/>
                  <a:pt x="99691" y="61765"/>
                </a:cubicBezTo>
                <a:cubicBezTo>
                  <a:pt x="99489" y="61313"/>
                  <a:pt x="99204" y="60910"/>
                  <a:pt x="98847" y="60564"/>
                </a:cubicBezTo>
                <a:cubicBezTo>
                  <a:pt x="98491" y="60220"/>
                  <a:pt x="98062" y="59959"/>
                  <a:pt x="97611" y="59780"/>
                </a:cubicBezTo>
                <a:cubicBezTo>
                  <a:pt x="97147" y="59613"/>
                  <a:pt x="96660" y="59530"/>
                  <a:pt x="96161" y="59542"/>
                </a:cubicBezTo>
                <a:cubicBezTo>
                  <a:pt x="95674" y="59554"/>
                  <a:pt x="95186" y="59673"/>
                  <a:pt x="94734" y="59875"/>
                </a:cubicBezTo>
                <a:lnTo>
                  <a:pt x="65884" y="72522"/>
                </a:lnTo>
                <a:cubicBezTo>
                  <a:pt x="59643" y="75255"/>
                  <a:pt x="52475" y="72391"/>
                  <a:pt x="49824" y="66115"/>
                </a:cubicBezTo>
                <a:lnTo>
                  <a:pt x="49836" y="66115"/>
                </a:lnTo>
                <a:lnTo>
                  <a:pt x="28082" y="14483"/>
                </a:lnTo>
                <a:cubicBezTo>
                  <a:pt x="25966" y="9444"/>
                  <a:pt x="20926" y="6485"/>
                  <a:pt x="15779" y="6663"/>
                </a:cubicBezTo>
                <a:close/>
                <a:moveTo>
                  <a:pt x="74668" y="16480"/>
                </a:moveTo>
                <a:cubicBezTo>
                  <a:pt x="73646" y="16504"/>
                  <a:pt x="72636" y="16718"/>
                  <a:pt x="71685" y="17134"/>
                </a:cubicBezTo>
                <a:lnTo>
                  <a:pt x="49420" y="26797"/>
                </a:lnTo>
                <a:cubicBezTo>
                  <a:pt x="47506" y="27630"/>
                  <a:pt x="46032" y="29151"/>
                  <a:pt x="45271" y="31100"/>
                </a:cubicBezTo>
                <a:cubicBezTo>
                  <a:pt x="44498" y="33037"/>
                  <a:pt x="44546" y="35153"/>
                  <a:pt x="45354" y="37007"/>
                </a:cubicBezTo>
                <a:lnTo>
                  <a:pt x="55435" y="61361"/>
                </a:lnTo>
                <a:cubicBezTo>
                  <a:pt x="56267" y="63275"/>
                  <a:pt x="57800" y="64748"/>
                  <a:pt x="59738" y="65509"/>
                </a:cubicBezTo>
                <a:cubicBezTo>
                  <a:pt x="60665" y="65877"/>
                  <a:pt x="61628" y="66056"/>
                  <a:pt x="62603" y="66056"/>
                </a:cubicBezTo>
                <a:cubicBezTo>
                  <a:pt x="63661" y="66056"/>
                  <a:pt x="64719" y="65842"/>
                  <a:pt x="65705" y="65414"/>
                </a:cubicBezTo>
                <a:lnTo>
                  <a:pt x="87970" y="55739"/>
                </a:lnTo>
                <a:lnTo>
                  <a:pt x="87970" y="55727"/>
                </a:lnTo>
                <a:cubicBezTo>
                  <a:pt x="91917" y="54015"/>
                  <a:pt x="93736" y="49404"/>
                  <a:pt x="92047" y="45517"/>
                </a:cubicBezTo>
                <a:lnTo>
                  <a:pt x="81955" y="21175"/>
                </a:lnTo>
                <a:cubicBezTo>
                  <a:pt x="81123" y="19262"/>
                  <a:pt x="79601" y="17788"/>
                  <a:pt x="77664" y="17027"/>
                </a:cubicBezTo>
                <a:cubicBezTo>
                  <a:pt x="76689" y="16647"/>
                  <a:pt x="75679" y="16457"/>
                  <a:pt x="74668" y="16480"/>
                </a:cubicBezTo>
                <a:close/>
                <a:moveTo>
                  <a:pt x="68321" y="30719"/>
                </a:moveTo>
                <a:cubicBezTo>
                  <a:pt x="69759" y="30695"/>
                  <a:pt x="71162" y="31516"/>
                  <a:pt x="71779" y="32930"/>
                </a:cubicBezTo>
                <a:cubicBezTo>
                  <a:pt x="72612" y="34796"/>
                  <a:pt x="71768" y="36995"/>
                  <a:pt x="69890" y="37827"/>
                </a:cubicBezTo>
                <a:lnTo>
                  <a:pt x="65622" y="39717"/>
                </a:lnTo>
                <a:cubicBezTo>
                  <a:pt x="65135" y="39943"/>
                  <a:pt x="64624" y="40038"/>
                  <a:pt x="64124" y="40038"/>
                </a:cubicBezTo>
                <a:cubicBezTo>
                  <a:pt x="62698" y="40038"/>
                  <a:pt x="61343" y="39218"/>
                  <a:pt x="60724" y="37827"/>
                </a:cubicBezTo>
                <a:cubicBezTo>
                  <a:pt x="59892" y="35949"/>
                  <a:pt x="60736" y="33762"/>
                  <a:pt x="62614" y="32930"/>
                </a:cubicBezTo>
                <a:lnTo>
                  <a:pt x="66870" y="31041"/>
                </a:lnTo>
                <a:cubicBezTo>
                  <a:pt x="67346" y="30826"/>
                  <a:pt x="67833" y="30731"/>
                  <a:pt x="68321" y="3071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1" name="Чёрный — SVG 16">
            <a:extLst>
              <a:ext uri="{FF2B5EF4-FFF2-40B4-BE49-F238E27FC236}">
                <a16:creationId xmlns:a16="http://schemas.microsoft.com/office/drawing/2014/main" id="{13E55F44-9294-6648-B15A-F93476A0D669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60261 w 120506"/>
              <a:gd name="csY0" fmla="*/ 0 h 159479"/>
              <a:gd name="csX1" fmla="*/ 38995 w 120506"/>
              <a:gd name="csY1" fmla="*/ 53687 h 159479"/>
              <a:gd name="csX2" fmla="*/ 51891 w 120506"/>
              <a:gd name="csY2" fmla="*/ 124045 h 159479"/>
              <a:gd name="csX3" fmla="*/ 68700 w 120506"/>
              <a:gd name="csY3" fmla="*/ 124045 h 159479"/>
              <a:gd name="csX4" fmla="*/ 81528 w 120506"/>
              <a:gd name="csY4" fmla="*/ 53687 h 159479"/>
              <a:gd name="csX5" fmla="*/ 60261 w 120506"/>
              <a:gd name="csY5" fmla="*/ 0 h 159479"/>
              <a:gd name="csX6" fmla="*/ 39267 w 120506"/>
              <a:gd name="csY6" fmla="*/ 2841 h 159479"/>
              <a:gd name="csX7" fmla="*/ 0 w 120506"/>
              <a:gd name="csY7" fmla="*/ 55847 h 159479"/>
              <a:gd name="csX8" fmla="*/ 30692 w 120506"/>
              <a:gd name="csY8" fmla="*/ 124045 h 159479"/>
              <a:gd name="csX9" fmla="*/ 40798 w 120506"/>
              <a:gd name="csY9" fmla="*/ 124045 h 159479"/>
              <a:gd name="csX10" fmla="*/ 28361 w 120506"/>
              <a:gd name="csY10" fmla="*/ 53687 h 159479"/>
              <a:gd name="csX11" fmla="*/ 39267 w 120506"/>
              <a:gd name="csY11" fmla="*/ 2841 h 159479"/>
              <a:gd name="csX12" fmla="*/ 81239 w 120506"/>
              <a:gd name="csY12" fmla="*/ 2841 h 159479"/>
              <a:gd name="csX13" fmla="*/ 92162 w 120506"/>
              <a:gd name="csY13" fmla="*/ 53687 h 159479"/>
              <a:gd name="csX14" fmla="*/ 79793 w 120506"/>
              <a:gd name="csY14" fmla="*/ 124045 h 159479"/>
              <a:gd name="csX15" fmla="*/ 90069 w 120506"/>
              <a:gd name="csY15" fmla="*/ 124045 h 159479"/>
              <a:gd name="csX16" fmla="*/ 120506 w 120506"/>
              <a:gd name="csY16" fmla="*/ 55847 h 159479"/>
              <a:gd name="csX17" fmla="*/ 81239 w 120506"/>
              <a:gd name="csY17" fmla="*/ 2841 h 159479"/>
              <a:gd name="csX18" fmla="*/ 38995 w 120506"/>
              <a:gd name="csY18" fmla="*/ 134677 h 159479"/>
              <a:gd name="csX19" fmla="*/ 38995 w 120506"/>
              <a:gd name="csY19" fmla="*/ 152385 h 159479"/>
              <a:gd name="csX20" fmla="*/ 46072 w 120506"/>
              <a:gd name="csY20" fmla="*/ 159479 h 159479"/>
              <a:gd name="csX21" fmla="*/ 74434 w 120506"/>
              <a:gd name="csY21" fmla="*/ 159479 h 159479"/>
              <a:gd name="csX22" fmla="*/ 81528 w 120506"/>
              <a:gd name="csY22" fmla="*/ 152385 h 159479"/>
              <a:gd name="csX23" fmla="*/ 81528 w 120506"/>
              <a:gd name="csY23" fmla="*/ 134677 h 159479"/>
              <a:gd name="csX24" fmla="*/ 38995 w 120506"/>
              <a:gd name="csY24" fmla="*/ 134677 h 159479"/>
            </a:gdLst>
            <a:ahLst/>
            <a:cxnLst/>
            <a:rect l="l" t="t" r="r" b="b"/>
            <a:pathLst>
              <a:path w="100000" h="100000">
                <a:moveTo>
                  <a:pt x="50005" y="0"/>
                </a:moveTo>
                <a:cubicBezTo>
                  <a:pt x="43380" y="0"/>
                  <a:pt x="36670" y="11552"/>
                  <a:pt x="36670" y="33664"/>
                </a:cubicBezTo>
                <a:cubicBezTo>
                  <a:pt x="36670" y="47819"/>
                  <a:pt x="41065" y="65802"/>
                  <a:pt x="44757" y="77781"/>
                </a:cubicBezTo>
                <a:lnTo>
                  <a:pt x="55297" y="77781"/>
                </a:lnTo>
                <a:cubicBezTo>
                  <a:pt x="58871" y="66293"/>
                  <a:pt x="63340" y="48640"/>
                  <a:pt x="63340" y="33664"/>
                </a:cubicBezTo>
                <a:cubicBezTo>
                  <a:pt x="63340" y="11552"/>
                  <a:pt x="56620" y="0"/>
                  <a:pt x="50005" y="0"/>
                </a:cubicBezTo>
                <a:close/>
                <a:moveTo>
                  <a:pt x="36841" y="1781"/>
                </a:moveTo>
                <a:cubicBezTo>
                  <a:pt x="21863" y="6294"/>
                  <a:pt x="12219" y="18710"/>
                  <a:pt x="12219" y="35018"/>
                </a:cubicBezTo>
                <a:cubicBezTo>
                  <a:pt x="12219" y="49728"/>
                  <a:pt x="23442" y="67360"/>
                  <a:pt x="31464" y="77781"/>
                </a:cubicBezTo>
                <a:lnTo>
                  <a:pt x="37801" y="77781"/>
                </a:lnTo>
                <a:cubicBezTo>
                  <a:pt x="34195" y="65728"/>
                  <a:pt x="30002" y="48309"/>
                  <a:pt x="30002" y="33664"/>
                </a:cubicBezTo>
                <a:cubicBezTo>
                  <a:pt x="30002" y="19840"/>
                  <a:pt x="32488" y="8800"/>
                  <a:pt x="36841" y="1781"/>
                </a:cubicBezTo>
                <a:close/>
                <a:moveTo>
                  <a:pt x="63159" y="1781"/>
                </a:moveTo>
                <a:cubicBezTo>
                  <a:pt x="67512" y="8800"/>
                  <a:pt x="70008" y="19840"/>
                  <a:pt x="70008" y="33664"/>
                </a:cubicBezTo>
                <a:cubicBezTo>
                  <a:pt x="70008" y="48534"/>
                  <a:pt x="65847" y="65802"/>
                  <a:pt x="62252" y="77781"/>
                </a:cubicBezTo>
                <a:lnTo>
                  <a:pt x="68696" y="77781"/>
                </a:lnTo>
                <a:cubicBezTo>
                  <a:pt x="76942" y="67200"/>
                  <a:pt x="87781" y="49952"/>
                  <a:pt x="87781" y="35018"/>
                </a:cubicBezTo>
                <a:cubicBezTo>
                  <a:pt x="87781" y="18710"/>
                  <a:pt x="78137" y="6294"/>
                  <a:pt x="63159" y="1781"/>
                </a:cubicBezTo>
                <a:close/>
                <a:moveTo>
                  <a:pt x="36670" y="84448"/>
                </a:moveTo>
                <a:lnTo>
                  <a:pt x="36670" y="95552"/>
                </a:lnTo>
                <a:cubicBezTo>
                  <a:pt x="36670" y="98016"/>
                  <a:pt x="38654" y="100000"/>
                  <a:pt x="41108" y="100000"/>
                </a:cubicBezTo>
                <a:lnTo>
                  <a:pt x="58892" y="100000"/>
                </a:lnTo>
                <a:cubicBezTo>
                  <a:pt x="61346" y="100000"/>
                  <a:pt x="63340" y="98016"/>
                  <a:pt x="63340" y="95552"/>
                </a:cubicBezTo>
                <a:lnTo>
                  <a:pt x="63340" y="84448"/>
                </a:lnTo>
                <a:lnTo>
                  <a:pt x="36670" y="8444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2" name="Чёрный — SVG 17">
            <a:extLst>
              <a:ext uri="{FF2B5EF4-FFF2-40B4-BE49-F238E27FC236}">
                <a16:creationId xmlns:a16="http://schemas.microsoft.com/office/drawing/2014/main" id="{65628F15-369C-BC40-824F-95B029D4FCF9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5308 w 155961"/>
              <a:gd name="csY0" fmla="*/ 0 h 106319"/>
              <a:gd name="csX1" fmla="*/ 0 w 155961"/>
              <a:gd name="csY1" fmla="*/ 5307 h 106319"/>
              <a:gd name="csX2" fmla="*/ 5308 w 155961"/>
              <a:gd name="csY2" fmla="*/ 10632 h 106319"/>
              <a:gd name="csX3" fmla="*/ 51397 w 155961"/>
              <a:gd name="csY3" fmla="*/ 10632 h 106319"/>
              <a:gd name="csX4" fmla="*/ 56706 w 155961"/>
              <a:gd name="csY4" fmla="*/ 15939 h 106319"/>
              <a:gd name="csX5" fmla="*/ 51397 w 155961"/>
              <a:gd name="csY5" fmla="*/ 21264 h 106319"/>
              <a:gd name="csX6" fmla="*/ 5308 w 155961"/>
              <a:gd name="csY6" fmla="*/ 21264 h 106319"/>
              <a:gd name="csX7" fmla="*/ 0 w 155961"/>
              <a:gd name="csY7" fmla="*/ 26571 h 106319"/>
              <a:gd name="csX8" fmla="*/ 5308 w 155961"/>
              <a:gd name="csY8" fmla="*/ 31896 h 106319"/>
              <a:gd name="csX9" fmla="*/ 37208 w 155961"/>
              <a:gd name="csY9" fmla="*/ 31896 h 106319"/>
              <a:gd name="csX10" fmla="*/ 42534 w 155961"/>
              <a:gd name="csY10" fmla="*/ 37203 h 106319"/>
              <a:gd name="csX11" fmla="*/ 37208 w 155961"/>
              <a:gd name="csY11" fmla="*/ 42528 h 106319"/>
              <a:gd name="csX12" fmla="*/ 5308 w 155961"/>
              <a:gd name="csY12" fmla="*/ 42528 h 106319"/>
              <a:gd name="csX13" fmla="*/ 0 w 155961"/>
              <a:gd name="csY13" fmla="*/ 47835 h 106319"/>
              <a:gd name="csX14" fmla="*/ 5308 w 155961"/>
              <a:gd name="csY14" fmla="*/ 53160 h 106319"/>
              <a:gd name="csX15" fmla="*/ 23036 w 155961"/>
              <a:gd name="csY15" fmla="*/ 53160 h 106319"/>
              <a:gd name="csX16" fmla="*/ 28361 w 155961"/>
              <a:gd name="csY16" fmla="*/ 58467 h 106319"/>
              <a:gd name="csX17" fmla="*/ 23036 w 155961"/>
              <a:gd name="csY17" fmla="*/ 63792 h 106319"/>
              <a:gd name="csX18" fmla="*/ 5308 w 155961"/>
              <a:gd name="csY18" fmla="*/ 63792 h 106319"/>
              <a:gd name="csX19" fmla="*/ 0 w 155961"/>
              <a:gd name="csY19" fmla="*/ 69099 h 106319"/>
              <a:gd name="csX20" fmla="*/ 0 w 155961"/>
              <a:gd name="csY20" fmla="*/ 76193 h 106319"/>
              <a:gd name="csX21" fmla="*/ 15942 w 155961"/>
              <a:gd name="csY21" fmla="*/ 92149 h 106319"/>
              <a:gd name="csX22" fmla="*/ 18477 w 155961"/>
              <a:gd name="csY22" fmla="*/ 92149 h 106319"/>
              <a:gd name="csX23" fmla="*/ 37208 w 155961"/>
              <a:gd name="csY23" fmla="*/ 106319 h 106319"/>
              <a:gd name="csX24" fmla="*/ 55957 w 155961"/>
              <a:gd name="csY24" fmla="*/ 92149 h 106319"/>
              <a:gd name="csX25" fmla="*/ 88606 w 155961"/>
              <a:gd name="csY25" fmla="*/ 92149 h 106319"/>
              <a:gd name="csX26" fmla="*/ 88606 w 155961"/>
              <a:gd name="csY26" fmla="*/ 15939 h 106319"/>
              <a:gd name="csX27" fmla="*/ 72664 w 155961"/>
              <a:gd name="csY27" fmla="*/ 0 h 106319"/>
              <a:gd name="csX28" fmla="*/ 5308 w 155961"/>
              <a:gd name="csY28" fmla="*/ 0 h 106319"/>
              <a:gd name="csX29" fmla="*/ 99239 w 155961"/>
              <a:gd name="csY29" fmla="*/ 14170 h 106319"/>
              <a:gd name="csX30" fmla="*/ 99239 w 155961"/>
              <a:gd name="csY30" fmla="*/ 86825 h 106319"/>
              <a:gd name="csX31" fmla="*/ 118737 w 155961"/>
              <a:gd name="csY31" fmla="*/ 106319 h 106319"/>
              <a:gd name="csX32" fmla="*/ 137485 w 155961"/>
              <a:gd name="csY32" fmla="*/ 92149 h 106319"/>
              <a:gd name="csX33" fmla="*/ 140003 w 155961"/>
              <a:gd name="csY33" fmla="*/ 92149 h 106319"/>
              <a:gd name="csX34" fmla="*/ 155962 w 155961"/>
              <a:gd name="csY34" fmla="*/ 76193 h 106319"/>
              <a:gd name="csX35" fmla="*/ 155962 w 155961"/>
              <a:gd name="csY35" fmla="*/ 53653 h 106319"/>
              <a:gd name="csX36" fmla="*/ 154567 w 155961"/>
              <a:gd name="csY36" fmla="*/ 47172 h 106319"/>
              <a:gd name="csX37" fmla="*/ 144121 w 155961"/>
              <a:gd name="csY37" fmla="*/ 23645 h 106319"/>
              <a:gd name="csX38" fmla="*/ 129557 w 155961"/>
              <a:gd name="csY38" fmla="*/ 14170 h 106319"/>
              <a:gd name="csX39" fmla="*/ 99239 w 155961"/>
              <a:gd name="csY39" fmla="*/ 14170 h 106319"/>
              <a:gd name="csX40" fmla="*/ 113428 w 155961"/>
              <a:gd name="csY40" fmla="*/ 24802 h 106319"/>
              <a:gd name="csX41" fmla="*/ 129557 w 155961"/>
              <a:gd name="csY41" fmla="*/ 24802 h 106319"/>
              <a:gd name="csX42" fmla="*/ 134406 w 155961"/>
              <a:gd name="csY42" fmla="*/ 27966 h 106319"/>
              <a:gd name="csX43" fmla="*/ 140242 w 155961"/>
              <a:gd name="csY43" fmla="*/ 41082 h 106319"/>
              <a:gd name="csX44" fmla="*/ 137009 w 155961"/>
              <a:gd name="csY44" fmla="*/ 46066 h 106319"/>
              <a:gd name="csX45" fmla="*/ 113428 w 155961"/>
              <a:gd name="csY45" fmla="*/ 46066 h 106319"/>
              <a:gd name="csX46" fmla="*/ 109873 w 155961"/>
              <a:gd name="csY46" fmla="*/ 42528 h 106319"/>
              <a:gd name="csX47" fmla="*/ 109873 w 155961"/>
              <a:gd name="csY47" fmla="*/ 28358 h 106319"/>
              <a:gd name="csX48" fmla="*/ 113428 w 155961"/>
              <a:gd name="csY48" fmla="*/ 24802 h 106319"/>
              <a:gd name="csX49" fmla="*/ 37208 w 155961"/>
              <a:gd name="csY49" fmla="*/ 77962 h 106319"/>
              <a:gd name="csX50" fmla="*/ 46072 w 155961"/>
              <a:gd name="csY50" fmla="*/ 86825 h 106319"/>
              <a:gd name="csX51" fmla="*/ 37208 w 155961"/>
              <a:gd name="csY51" fmla="*/ 95687 h 106319"/>
              <a:gd name="csX52" fmla="*/ 28361 w 155961"/>
              <a:gd name="csY52" fmla="*/ 86825 h 106319"/>
              <a:gd name="csX53" fmla="*/ 37208 w 155961"/>
              <a:gd name="csY53" fmla="*/ 77962 h 106319"/>
              <a:gd name="csX54" fmla="*/ 118737 w 155961"/>
              <a:gd name="csY54" fmla="*/ 77962 h 106319"/>
              <a:gd name="csX55" fmla="*/ 127601 w 155961"/>
              <a:gd name="csY55" fmla="*/ 86825 h 106319"/>
              <a:gd name="csX56" fmla="*/ 118737 w 155961"/>
              <a:gd name="csY56" fmla="*/ 95687 h 106319"/>
              <a:gd name="csX57" fmla="*/ 109873 w 155961"/>
              <a:gd name="csY57" fmla="*/ 86825 h 106319"/>
              <a:gd name="csX58" fmla="*/ 118737 w 155961"/>
              <a:gd name="csY58" fmla="*/ 77962 h 106319"/>
            </a:gdLst>
            <a:ahLst/>
            <a:cxnLst/>
            <a:rect l="l" t="t" r="r" b="b"/>
            <a:pathLst>
              <a:path w="100000" h="100000">
                <a:moveTo>
                  <a:pt x="3403" y="15915"/>
                </a:moveTo>
                <a:cubicBezTo>
                  <a:pt x="1527" y="15915"/>
                  <a:pt x="0" y="17442"/>
                  <a:pt x="0" y="19318"/>
                </a:cubicBezTo>
                <a:cubicBezTo>
                  <a:pt x="0" y="21205"/>
                  <a:pt x="1527" y="22732"/>
                  <a:pt x="3403" y="22732"/>
                </a:cubicBezTo>
                <a:lnTo>
                  <a:pt x="32955" y="22732"/>
                </a:lnTo>
                <a:cubicBezTo>
                  <a:pt x="34843" y="22732"/>
                  <a:pt x="36359" y="24259"/>
                  <a:pt x="36359" y="26135"/>
                </a:cubicBezTo>
                <a:cubicBezTo>
                  <a:pt x="36359" y="28022"/>
                  <a:pt x="34843" y="29549"/>
                  <a:pt x="32955" y="29549"/>
                </a:cubicBezTo>
                <a:lnTo>
                  <a:pt x="3403" y="29549"/>
                </a:lnTo>
                <a:cubicBezTo>
                  <a:pt x="1527" y="29549"/>
                  <a:pt x="0" y="31076"/>
                  <a:pt x="0" y="32952"/>
                </a:cubicBezTo>
                <a:cubicBezTo>
                  <a:pt x="0" y="34839"/>
                  <a:pt x="1527" y="36366"/>
                  <a:pt x="3403" y="36366"/>
                </a:cubicBezTo>
                <a:lnTo>
                  <a:pt x="23857" y="36366"/>
                </a:lnTo>
                <a:cubicBezTo>
                  <a:pt x="25745" y="36366"/>
                  <a:pt x="27272" y="37893"/>
                  <a:pt x="27272" y="39769"/>
                </a:cubicBezTo>
                <a:cubicBezTo>
                  <a:pt x="27272" y="41656"/>
                  <a:pt x="25745" y="43183"/>
                  <a:pt x="23857" y="43183"/>
                </a:cubicBezTo>
                <a:lnTo>
                  <a:pt x="3403" y="43183"/>
                </a:lnTo>
                <a:cubicBezTo>
                  <a:pt x="1527" y="43183"/>
                  <a:pt x="0" y="44710"/>
                  <a:pt x="0" y="46586"/>
                </a:cubicBezTo>
                <a:cubicBezTo>
                  <a:pt x="0" y="48473"/>
                  <a:pt x="1527" y="50000"/>
                  <a:pt x="3403" y="50000"/>
                </a:cubicBezTo>
                <a:lnTo>
                  <a:pt x="14770" y="50000"/>
                </a:lnTo>
                <a:cubicBezTo>
                  <a:pt x="16658" y="50000"/>
                  <a:pt x="18185" y="51527"/>
                  <a:pt x="18185" y="53403"/>
                </a:cubicBezTo>
                <a:cubicBezTo>
                  <a:pt x="18185" y="55290"/>
                  <a:pt x="16658" y="56817"/>
                  <a:pt x="14770" y="56817"/>
                </a:cubicBezTo>
                <a:lnTo>
                  <a:pt x="3403" y="56817"/>
                </a:lnTo>
                <a:cubicBezTo>
                  <a:pt x="1527" y="56817"/>
                  <a:pt x="0" y="58344"/>
                  <a:pt x="0" y="60220"/>
                </a:cubicBezTo>
                <a:lnTo>
                  <a:pt x="0" y="64769"/>
                </a:lnTo>
                <a:cubicBezTo>
                  <a:pt x="0" y="70407"/>
                  <a:pt x="4593" y="75000"/>
                  <a:pt x="10222" y="75000"/>
                </a:cubicBezTo>
                <a:lnTo>
                  <a:pt x="11847" y="75000"/>
                </a:lnTo>
                <a:cubicBezTo>
                  <a:pt x="13341" y="80235"/>
                  <a:pt x="18163" y="84085"/>
                  <a:pt x="23857" y="84085"/>
                </a:cubicBezTo>
                <a:cubicBezTo>
                  <a:pt x="29563" y="84085"/>
                  <a:pt x="34384" y="80235"/>
                  <a:pt x="35879" y="75000"/>
                </a:cubicBezTo>
                <a:lnTo>
                  <a:pt x="56813" y="75000"/>
                </a:lnTo>
                <a:lnTo>
                  <a:pt x="56813" y="26135"/>
                </a:lnTo>
                <a:cubicBezTo>
                  <a:pt x="56813" y="20507"/>
                  <a:pt x="52220" y="15915"/>
                  <a:pt x="46591" y="15915"/>
                </a:cubicBezTo>
                <a:lnTo>
                  <a:pt x="3403" y="15915"/>
                </a:lnTo>
                <a:close/>
                <a:moveTo>
                  <a:pt x="63631" y="25000"/>
                </a:moveTo>
                <a:lnTo>
                  <a:pt x="63631" y="71586"/>
                </a:lnTo>
                <a:cubicBezTo>
                  <a:pt x="63631" y="78468"/>
                  <a:pt x="69249" y="84085"/>
                  <a:pt x="76132" y="84085"/>
                </a:cubicBezTo>
                <a:cubicBezTo>
                  <a:pt x="81838" y="84085"/>
                  <a:pt x="86659" y="80235"/>
                  <a:pt x="88153" y="75000"/>
                </a:cubicBezTo>
                <a:lnTo>
                  <a:pt x="89768" y="75000"/>
                </a:lnTo>
                <a:cubicBezTo>
                  <a:pt x="95430" y="75000"/>
                  <a:pt x="100001" y="70429"/>
                  <a:pt x="100001" y="64769"/>
                </a:cubicBezTo>
                <a:lnTo>
                  <a:pt x="100001" y="50316"/>
                </a:lnTo>
                <a:cubicBezTo>
                  <a:pt x="100001" y="48888"/>
                  <a:pt x="99695" y="47459"/>
                  <a:pt x="99106" y="46161"/>
                </a:cubicBezTo>
                <a:lnTo>
                  <a:pt x="92408" y="31076"/>
                </a:lnTo>
                <a:cubicBezTo>
                  <a:pt x="90772" y="27390"/>
                  <a:pt x="87117" y="25000"/>
                  <a:pt x="83070" y="25000"/>
                </a:cubicBezTo>
                <a:lnTo>
                  <a:pt x="63631" y="25000"/>
                </a:lnTo>
                <a:close/>
                <a:moveTo>
                  <a:pt x="72728" y="31818"/>
                </a:moveTo>
                <a:lnTo>
                  <a:pt x="83070" y="31818"/>
                </a:lnTo>
                <a:cubicBezTo>
                  <a:pt x="84412" y="31818"/>
                  <a:pt x="85634" y="32614"/>
                  <a:pt x="86179" y="33846"/>
                </a:cubicBezTo>
                <a:lnTo>
                  <a:pt x="89921" y="42256"/>
                </a:lnTo>
                <a:cubicBezTo>
                  <a:pt x="90586" y="43761"/>
                  <a:pt x="89485" y="45452"/>
                  <a:pt x="87848" y="45452"/>
                </a:cubicBezTo>
                <a:lnTo>
                  <a:pt x="72728" y="45452"/>
                </a:lnTo>
                <a:cubicBezTo>
                  <a:pt x="71474" y="45452"/>
                  <a:pt x="70449" y="44437"/>
                  <a:pt x="70449" y="43183"/>
                </a:cubicBezTo>
                <a:lnTo>
                  <a:pt x="70449" y="34098"/>
                </a:lnTo>
                <a:cubicBezTo>
                  <a:pt x="70449" y="32843"/>
                  <a:pt x="71474" y="31818"/>
                  <a:pt x="72728" y="31818"/>
                </a:cubicBezTo>
                <a:close/>
                <a:moveTo>
                  <a:pt x="23857" y="65903"/>
                </a:moveTo>
                <a:cubicBezTo>
                  <a:pt x="26999" y="65903"/>
                  <a:pt x="29541" y="68456"/>
                  <a:pt x="29541" y="71586"/>
                </a:cubicBezTo>
                <a:cubicBezTo>
                  <a:pt x="29541" y="74727"/>
                  <a:pt x="26999" y="77268"/>
                  <a:pt x="23857" y="77268"/>
                </a:cubicBezTo>
                <a:cubicBezTo>
                  <a:pt x="20726" y="77268"/>
                  <a:pt x="18185" y="74727"/>
                  <a:pt x="18185" y="71586"/>
                </a:cubicBezTo>
                <a:cubicBezTo>
                  <a:pt x="18185" y="68456"/>
                  <a:pt x="20726" y="65903"/>
                  <a:pt x="23857" y="65903"/>
                </a:cubicBezTo>
                <a:close/>
                <a:moveTo>
                  <a:pt x="76132" y="65903"/>
                </a:moveTo>
                <a:cubicBezTo>
                  <a:pt x="79274" y="65903"/>
                  <a:pt x="81816" y="68456"/>
                  <a:pt x="81816" y="71586"/>
                </a:cubicBezTo>
                <a:cubicBezTo>
                  <a:pt x="81816" y="74727"/>
                  <a:pt x="79274" y="77268"/>
                  <a:pt x="76132" y="77268"/>
                </a:cubicBezTo>
                <a:cubicBezTo>
                  <a:pt x="73002" y="77268"/>
                  <a:pt x="70449" y="74727"/>
                  <a:pt x="70449" y="71586"/>
                </a:cubicBezTo>
                <a:cubicBezTo>
                  <a:pt x="70449" y="68456"/>
                  <a:pt x="73002" y="65903"/>
                  <a:pt x="76132" y="659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3" name="Чёрный — SVG 18">
            <a:extLst>
              <a:ext uri="{FF2B5EF4-FFF2-40B4-BE49-F238E27FC236}">
                <a16:creationId xmlns:a16="http://schemas.microsoft.com/office/drawing/2014/main" id="{0FED9DAA-FCAC-FB4C-BE94-1FDE24D4C513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5317 w 151524"/>
              <a:gd name="csY0" fmla="*/ 0 h 124045"/>
              <a:gd name="csX1" fmla="*/ 0 w 151524"/>
              <a:gd name="csY1" fmla="*/ 5307 h 124045"/>
              <a:gd name="csX2" fmla="*/ 0 w 151524"/>
              <a:gd name="csY2" fmla="*/ 53194 h 124045"/>
              <a:gd name="csX3" fmla="*/ 82125 w 151524"/>
              <a:gd name="csY3" fmla="*/ 64387 h 124045"/>
              <a:gd name="csX4" fmla="*/ 151525 w 151524"/>
              <a:gd name="csY4" fmla="*/ 74390 h 124045"/>
              <a:gd name="csX5" fmla="*/ 79396 w 151524"/>
              <a:gd name="csY5" fmla="*/ 29208 h 124045"/>
              <a:gd name="csX6" fmla="*/ 5317 w 151524"/>
              <a:gd name="csY6" fmla="*/ 0 h 124045"/>
              <a:gd name="csX7" fmla="*/ 10952 w 151524"/>
              <a:gd name="csY7" fmla="*/ 10768 h 124045"/>
              <a:gd name="csX8" fmla="*/ 72128 w 151524"/>
              <a:gd name="csY8" fmla="*/ 37067 h 124045"/>
              <a:gd name="csX9" fmla="*/ 72162 w 151524"/>
              <a:gd name="csY9" fmla="*/ 37101 h 124045"/>
              <a:gd name="csX10" fmla="*/ 29949 w 151524"/>
              <a:gd name="csY10" fmla="*/ 34805 h 124045"/>
              <a:gd name="csX11" fmla="*/ 10952 w 151524"/>
              <a:gd name="csY11" fmla="*/ 10768 h 124045"/>
              <a:gd name="csX12" fmla="*/ 0 w 151524"/>
              <a:gd name="csY12" fmla="*/ 63826 h 124045"/>
              <a:gd name="csX13" fmla="*/ 0 w 151524"/>
              <a:gd name="csY13" fmla="*/ 100995 h 124045"/>
              <a:gd name="csX14" fmla="*/ 5317 w 151524"/>
              <a:gd name="csY14" fmla="*/ 106319 h 124045"/>
              <a:gd name="csX15" fmla="*/ 10633 w 151524"/>
              <a:gd name="csY15" fmla="*/ 106319 h 124045"/>
              <a:gd name="csX16" fmla="*/ 15077 w 151524"/>
              <a:gd name="csY16" fmla="*/ 118380 h 124045"/>
              <a:gd name="csX17" fmla="*/ 28356 w 151524"/>
              <a:gd name="csY17" fmla="*/ 124045 h 124045"/>
              <a:gd name="csX18" fmla="*/ 41634 w 151524"/>
              <a:gd name="csY18" fmla="*/ 118380 h 124045"/>
              <a:gd name="csX19" fmla="*/ 44306 w 151524"/>
              <a:gd name="csY19" fmla="*/ 113855 h 124045"/>
              <a:gd name="csX20" fmla="*/ 46977 w 151524"/>
              <a:gd name="csY20" fmla="*/ 118380 h 124045"/>
              <a:gd name="csX21" fmla="*/ 60256 w 151524"/>
              <a:gd name="csY21" fmla="*/ 124045 h 124045"/>
              <a:gd name="csX22" fmla="*/ 73534 w 151524"/>
              <a:gd name="csY22" fmla="*/ 118380 h 124045"/>
              <a:gd name="csX23" fmla="*/ 77978 w 151524"/>
              <a:gd name="csY23" fmla="*/ 106319 h 124045"/>
              <a:gd name="csX24" fmla="*/ 104561 w 151524"/>
              <a:gd name="csY24" fmla="*/ 106319 h 124045"/>
              <a:gd name="csX25" fmla="*/ 108459 w 151524"/>
              <a:gd name="csY25" fmla="*/ 104482 h 124045"/>
              <a:gd name="csX26" fmla="*/ 109844 w 151524"/>
              <a:gd name="csY26" fmla="*/ 100331 h 124045"/>
              <a:gd name="csX27" fmla="*/ 110868 w 151524"/>
              <a:gd name="csY27" fmla="*/ 99158 h 124045"/>
              <a:gd name="csX28" fmla="*/ 150708 w 151524"/>
              <a:gd name="csY28" fmla="*/ 85021 h 124045"/>
              <a:gd name="csX29" fmla="*/ 79820 w 151524"/>
              <a:gd name="csY29" fmla="*/ 74781 h 124045"/>
              <a:gd name="csX30" fmla="*/ 0 w 151524"/>
              <a:gd name="csY30" fmla="*/ 63826 h 124045"/>
              <a:gd name="csX31" fmla="*/ 21267 w 151524"/>
              <a:gd name="csY31" fmla="*/ 106319 h 124045"/>
              <a:gd name="csX32" fmla="*/ 35444 w 151524"/>
              <a:gd name="csY32" fmla="*/ 106319 h 124045"/>
              <a:gd name="csX33" fmla="*/ 33687 w 151524"/>
              <a:gd name="csY33" fmla="*/ 111321 h 124045"/>
              <a:gd name="csX34" fmla="*/ 28356 w 151524"/>
              <a:gd name="csY34" fmla="*/ 113413 h 124045"/>
              <a:gd name="csX35" fmla="*/ 23026 w 151524"/>
              <a:gd name="csY35" fmla="*/ 111321 h 124045"/>
              <a:gd name="csX36" fmla="*/ 21267 w 151524"/>
              <a:gd name="csY36" fmla="*/ 106319 h 124045"/>
              <a:gd name="csX37" fmla="*/ 53167 w 151524"/>
              <a:gd name="csY37" fmla="*/ 106319 h 124045"/>
              <a:gd name="csX38" fmla="*/ 67344 w 151524"/>
              <a:gd name="csY38" fmla="*/ 106319 h 124045"/>
              <a:gd name="csX39" fmla="*/ 65587 w 151524"/>
              <a:gd name="csY39" fmla="*/ 111321 h 124045"/>
              <a:gd name="csX40" fmla="*/ 60256 w 151524"/>
              <a:gd name="csY40" fmla="*/ 113413 h 124045"/>
              <a:gd name="csX41" fmla="*/ 54926 w 151524"/>
              <a:gd name="csY41" fmla="*/ 111321 h 124045"/>
              <a:gd name="csX42" fmla="*/ 53167 w 151524"/>
              <a:gd name="csY42" fmla="*/ 106319 h 124045"/>
            </a:gdLst>
            <a:ahLst/>
            <a:cxnLst/>
            <a:rect l="l" t="t" r="r" b="b"/>
            <a:pathLst>
              <a:path w="100000" h="100000">
                <a:moveTo>
                  <a:pt x="3509" y="9068"/>
                </a:moveTo>
                <a:cubicBezTo>
                  <a:pt x="1567" y="9068"/>
                  <a:pt x="0" y="10640"/>
                  <a:pt x="0" y="12570"/>
                </a:cubicBezTo>
                <a:lnTo>
                  <a:pt x="0" y="44174"/>
                </a:lnTo>
                <a:cubicBezTo>
                  <a:pt x="21498" y="44286"/>
                  <a:pt x="38105" y="47991"/>
                  <a:pt x="54199" y="51560"/>
                </a:cubicBezTo>
                <a:cubicBezTo>
                  <a:pt x="69006" y="54839"/>
                  <a:pt x="83018" y="57971"/>
                  <a:pt x="100001" y="58162"/>
                </a:cubicBezTo>
                <a:cubicBezTo>
                  <a:pt x="97825" y="51729"/>
                  <a:pt x="88329" y="42231"/>
                  <a:pt x="52398" y="28344"/>
                </a:cubicBezTo>
                <a:cubicBezTo>
                  <a:pt x="37896" y="11593"/>
                  <a:pt x="15603" y="9068"/>
                  <a:pt x="3509" y="9068"/>
                </a:cubicBezTo>
                <a:close/>
                <a:moveTo>
                  <a:pt x="7228" y="16174"/>
                </a:moveTo>
                <a:cubicBezTo>
                  <a:pt x="18691" y="16691"/>
                  <a:pt x="36257" y="19924"/>
                  <a:pt x="47602" y="33530"/>
                </a:cubicBezTo>
                <a:cubicBezTo>
                  <a:pt x="47602" y="33530"/>
                  <a:pt x="47602" y="33553"/>
                  <a:pt x="47624" y="33553"/>
                </a:cubicBezTo>
                <a:cubicBezTo>
                  <a:pt x="41613" y="34675"/>
                  <a:pt x="29121" y="36247"/>
                  <a:pt x="19765" y="32037"/>
                </a:cubicBezTo>
                <a:cubicBezTo>
                  <a:pt x="12115" y="28602"/>
                  <a:pt x="8117" y="23876"/>
                  <a:pt x="7228" y="16174"/>
                </a:cubicBezTo>
                <a:close/>
                <a:moveTo>
                  <a:pt x="0" y="51190"/>
                </a:moveTo>
                <a:lnTo>
                  <a:pt x="0" y="75720"/>
                </a:lnTo>
                <a:cubicBezTo>
                  <a:pt x="0" y="77663"/>
                  <a:pt x="1567" y="79234"/>
                  <a:pt x="3509" y="79234"/>
                </a:cubicBezTo>
                <a:lnTo>
                  <a:pt x="7017" y="79234"/>
                </a:lnTo>
                <a:cubicBezTo>
                  <a:pt x="7017" y="82063"/>
                  <a:pt x="7943" y="84937"/>
                  <a:pt x="9950" y="87194"/>
                </a:cubicBezTo>
                <a:cubicBezTo>
                  <a:pt x="11958" y="89450"/>
                  <a:pt x="15108" y="90932"/>
                  <a:pt x="18714" y="90932"/>
                </a:cubicBezTo>
                <a:cubicBezTo>
                  <a:pt x="22319" y="90932"/>
                  <a:pt x="25469" y="89450"/>
                  <a:pt x="27477" y="87194"/>
                </a:cubicBezTo>
                <a:cubicBezTo>
                  <a:pt x="28274" y="86296"/>
                  <a:pt x="28774" y="85252"/>
                  <a:pt x="29240" y="84207"/>
                </a:cubicBezTo>
                <a:cubicBezTo>
                  <a:pt x="29706" y="85252"/>
                  <a:pt x="30207" y="86296"/>
                  <a:pt x="31003" y="87194"/>
                </a:cubicBezTo>
                <a:cubicBezTo>
                  <a:pt x="33011" y="89450"/>
                  <a:pt x="36161" y="90932"/>
                  <a:pt x="39767" y="90932"/>
                </a:cubicBezTo>
                <a:cubicBezTo>
                  <a:pt x="43372" y="90932"/>
                  <a:pt x="46522" y="89450"/>
                  <a:pt x="48530" y="87194"/>
                </a:cubicBezTo>
                <a:cubicBezTo>
                  <a:pt x="50537" y="84937"/>
                  <a:pt x="51462" y="82063"/>
                  <a:pt x="51462" y="79234"/>
                </a:cubicBezTo>
                <a:lnTo>
                  <a:pt x="69006" y="79234"/>
                </a:lnTo>
                <a:cubicBezTo>
                  <a:pt x="69989" y="79234"/>
                  <a:pt x="70924" y="78763"/>
                  <a:pt x="71579" y="78022"/>
                </a:cubicBezTo>
                <a:cubicBezTo>
                  <a:pt x="72257" y="77292"/>
                  <a:pt x="72586" y="76270"/>
                  <a:pt x="72493" y="75282"/>
                </a:cubicBezTo>
                <a:cubicBezTo>
                  <a:pt x="72445" y="74912"/>
                  <a:pt x="72748" y="74553"/>
                  <a:pt x="73169" y="74508"/>
                </a:cubicBezTo>
                <a:cubicBezTo>
                  <a:pt x="81847" y="73464"/>
                  <a:pt x="95462" y="70926"/>
                  <a:pt x="99461" y="65178"/>
                </a:cubicBezTo>
                <a:cubicBezTo>
                  <a:pt x="81965" y="64920"/>
                  <a:pt x="67719" y="61765"/>
                  <a:pt x="52678" y="58420"/>
                </a:cubicBezTo>
                <a:cubicBezTo>
                  <a:pt x="36982" y="54906"/>
                  <a:pt x="20725" y="51302"/>
                  <a:pt x="0" y="51190"/>
                </a:cubicBezTo>
                <a:close/>
                <a:moveTo>
                  <a:pt x="14035" y="79234"/>
                </a:moveTo>
                <a:lnTo>
                  <a:pt x="23392" y="79234"/>
                </a:lnTo>
                <a:cubicBezTo>
                  <a:pt x="23392" y="80503"/>
                  <a:pt x="22953" y="81715"/>
                  <a:pt x="22232" y="82535"/>
                </a:cubicBezTo>
                <a:cubicBezTo>
                  <a:pt x="21510" y="83344"/>
                  <a:pt x="20566" y="83916"/>
                  <a:pt x="18714" y="83916"/>
                </a:cubicBezTo>
                <a:cubicBezTo>
                  <a:pt x="16861" y="83916"/>
                  <a:pt x="15917" y="83344"/>
                  <a:pt x="15196" y="82535"/>
                </a:cubicBezTo>
                <a:cubicBezTo>
                  <a:pt x="14474" y="81715"/>
                  <a:pt x="14035" y="80503"/>
                  <a:pt x="14035" y="79234"/>
                </a:cubicBezTo>
                <a:close/>
                <a:moveTo>
                  <a:pt x="35088" y="79234"/>
                </a:moveTo>
                <a:lnTo>
                  <a:pt x="44444" y="79234"/>
                </a:lnTo>
                <a:cubicBezTo>
                  <a:pt x="44444" y="80503"/>
                  <a:pt x="44006" y="81715"/>
                  <a:pt x="43285" y="82535"/>
                </a:cubicBezTo>
                <a:cubicBezTo>
                  <a:pt x="42563" y="83344"/>
                  <a:pt x="41618" y="83916"/>
                  <a:pt x="39767" y="83916"/>
                </a:cubicBezTo>
                <a:cubicBezTo>
                  <a:pt x="37914" y="83916"/>
                  <a:pt x="36970" y="83344"/>
                  <a:pt x="36249" y="82535"/>
                </a:cubicBezTo>
                <a:cubicBezTo>
                  <a:pt x="35527" y="81715"/>
                  <a:pt x="35088" y="80503"/>
                  <a:pt x="35088" y="7923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4" name="Чёрный — SVG 19">
            <a:extLst>
              <a:ext uri="{FF2B5EF4-FFF2-40B4-BE49-F238E27FC236}">
                <a16:creationId xmlns:a16="http://schemas.microsoft.com/office/drawing/2014/main" id="{50DB5AF1-18CC-B340-80A8-51AE8216DFF6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53163 w 106342"/>
              <a:gd name="csY0" fmla="*/ 0 h 152321"/>
              <a:gd name="csX1" fmla="*/ 49828 w 106342"/>
              <a:gd name="csY1" fmla="*/ 868 h 152321"/>
              <a:gd name="csX2" fmla="*/ 28357 w 106342"/>
              <a:gd name="csY2" fmla="*/ 33019 h 152321"/>
              <a:gd name="csX3" fmla="*/ 28357 w 106342"/>
              <a:gd name="csY3" fmla="*/ 109041 h 152321"/>
              <a:gd name="csX4" fmla="*/ 37136 w 106342"/>
              <a:gd name="csY4" fmla="*/ 120149 h 152321"/>
              <a:gd name="csX5" fmla="*/ 35452 w 106342"/>
              <a:gd name="csY5" fmla="*/ 127464 h 152321"/>
              <a:gd name="csX6" fmla="*/ 40147 w 106342"/>
              <a:gd name="csY6" fmla="*/ 139899 h 152321"/>
              <a:gd name="csX7" fmla="*/ 47038 w 106342"/>
              <a:gd name="csY7" fmla="*/ 149477 h 152321"/>
              <a:gd name="csX8" fmla="*/ 59287 w 106342"/>
              <a:gd name="csY8" fmla="*/ 149477 h 152321"/>
              <a:gd name="csX9" fmla="*/ 66195 w 106342"/>
              <a:gd name="csY9" fmla="*/ 139899 h 152321"/>
              <a:gd name="csX10" fmla="*/ 70891 w 106342"/>
              <a:gd name="csY10" fmla="*/ 127464 h 152321"/>
              <a:gd name="csX11" fmla="*/ 69206 w 106342"/>
              <a:gd name="csY11" fmla="*/ 120149 h 152321"/>
              <a:gd name="csX12" fmla="*/ 77985 w 106342"/>
              <a:gd name="csY12" fmla="*/ 109041 h 152321"/>
              <a:gd name="csX13" fmla="*/ 77985 w 106342"/>
              <a:gd name="csY13" fmla="*/ 33019 h 152321"/>
              <a:gd name="csX14" fmla="*/ 56497 w 106342"/>
              <a:gd name="csY14" fmla="*/ 868 h 152321"/>
              <a:gd name="csX15" fmla="*/ 53163 w 106342"/>
              <a:gd name="csY15" fmla="*/ 0 h 152321"/>
              <a:gd name="csX16" fmla="*/ 53163 w 106342"/>
              <a:gd name="csY16" fmla="*/ 35434 h 152321"/>
              <a:gd name="csX17" fmla="*/ 60257 w 106342"/>
              <a:gd name="csY17" fmla="*/ 42528 h 152321"/>
              <a:gd name="csX18" fmla="*/ 53163 w 106342"/>
              <a:gd name="csY18" fmla="*/ 49621 h 152321"/>
              <a:gd name="csX19" fmla="*/ 46085 w 106342"/>
              <a:gd name="csY19" fmla="*/ 42528 h 152321"/>
              <a:gd name="csX20" fmla="*/ 53163 w 106342"/>
              <a:gd name="csY20" fmla="*/ 35434 h 152321"/>
              <a:gd name="csX21" fmla="*/ 21263 w 106342"/>
              <a:gd name="csY21" fmla="*/ 75818 h 152321"/>
              <a:gd name="csX22" fmla="*/ 3381 w 106342"/>
              <a:gd name="csY22" fmla="*/ 93697 h 152321"/>
              <a:gd name="csX23" fmla="*/ 3381 w 106342"/>
              <a:gd name="csY23" fmla="*/ 110028 h 152321"/>
              <a:gd name="csX24" fmla="*/ 13811 w 106342"/>
              <a:gd name="csY24" fmla="*/ 113192 h 152321"/>
              <a:gd name="csX25" fmla="*/ 21263 w 106342"/>
              <a:gd name="csY25" fmla="*/ 111695 h 152321"/>
              <a:gd name="csX26" fmla="*/ 21263 w 106342"/>
              <a:gd name="csY26" fmla="*/ 75818 h 152321"/>
              <a:gd name="csX27" fmla="*/ 85063 w 106342"/>
              <a:gd name="csY27" fmla="*/ 75818 h 152321"/>
              <a:gd name="csX28" fmla="*/ 85063 w 106342"/>
              <a:gd name="csY28" fmla="*/ 111695 h 152321"/>
              <a:gd name="csX29" fmla="*/ 92515 w 106342"/>
              <a:gd name="csY29" fmla="*/ 113192 h 152321"/>
              <a:gd name="csX30" fmla="*/ 102961 w 106342"/>
              <a:gd name="csY30" fmla="*/ 110028 h 152321"/>
              <a:gd name="csX31" fmla="*/ 102961 w 106342"/>
              <a:gd name="csY31" fmla="*/ 93697 h 152321"/>
              <a:gd name="csX32" fmla="*/ 85063 w 106342"/>
              <a:gd name="csY32" fmla="*/ 75818 h 152321"/>
              <a:gd name="csX33" fmla="*/ 52482 w 106342"/>
              <a:gd name="csY33" fmla="*/ 120490 h 152321"/>
              <a:gd name="csX34" fmla="*/ 53843 w 106342"/>
              <a:gd name="csY34" fmla="*/ 120490 h 152321"/>
              <a:gd name="csX35" fmla="*/ 60257 w 106342"/>
              <a:gd name="csY35" fmla="*/ 127464 h 152321"/>
              <a:gd name="csX36" fmla="*/ 57161 w 106342"/>
              <a:gd name="csY36" fmla="*/ 134286 h 152321"/>
              <a:gd name="csX37" fmla="*/ 53163 w 106342"/>
              <a:gd name="csY37" fmla="*/ 139814 h 152321"/>
              <a:gd name="csX38" fmla="*/ 49165 w 106342"/>
              <a:gd name="csY38" fmla="*/ 134286 h 152321"/>
              <a:gd name="csX39" fmla="*/ 46085 w 106342"/>
              <a:gd name="csY39" fmla="*/ 127464 h 152321"/>
              <a:gd name="csX40" fmla="*/ 52482 w 106342"/>
              <a:gd name="csY40" fmla="*/ 120490 h 152321"/>
            </a:gdLst>
            <a:ahLst/>
            <a:cxnLst/>
            <a:rect l="l" t="t" r="r" b="b"/>
            <a:pathLst>
              <a:path w="100000" h="100000">
                <a:moveTo>
                  <a:pt x="49995" y="0"/>
                </a:moveTo>
                <a:cubicBezTo>
                  <a:pt x="49246" y="0"/>
                  <a:pt x="48487" y="190"/>
                  <a:pt x="47805" y="570"/>
                </a:cubicBezTo>
                <a:cubicBezTo>
                  <a:pt x="43360" y="3027"/>
                  <a:pt x="33709" y="9750"/>
                  <a:pt x="33709" y="21677"/>
                </a:cubicBezTo>
                <a:lnTo>
                  <a:pt x="33709" y="71586"/>
                </a:lnTo>
                <a:cubicBezTo>
                  <a:pt x="33709" y="75138"/>
                  <a:pt x="36167" y="78086"/>
                  <a:pt x="39473" y="78879"/>
                </a:cubicBezTo>
                <a:cubicBezTo>
                  <a:pt x="38769" y="80331"/>
                  <a:pt x="38367" y="81950"/>
                  <a:pt x="38367" y="83681"/>
                </a:cubicBezTo>
                <a:cubicBezTo>
                  <a:pt x="38367" y="86942"/>
                  <a:pt x="39898" y="89355"/>
                  <a:pt x="41450" y="91845"/>
                </a:cubicBezTo>
                <a:cubicBezTo>
                  <a:pt x="43002" y="94336"/>
                  <a:pt x="44778" y="96647"/>
                  <a:pt x="45974" y="98133"/>
                </a:cubicBezTo>
                <a:cubicBezTo>
                  <a:pt x="47995" y="100623"/>
                  <a:pt x="52005" y="100623"/>
                  <a:pt x="54015" y="98133"/>
                </a:cubicBezTo>
                <a:cubicBezTo>
                  <a:pt x="55222" y="96647"/>
                  <a:pt x="56998" y="94336"/>
                  <a:pt x="58550" y="91845"/>
                </a:cubicBezTo>
                <a:cubicBezTo>
                  <a:pt x="60092" y="89355"/>
                  <a:pt x="61633" y="86942"/>
                  <a:pt x="61633" y="83681"/>
                </a:cubicBezTo>
                <a:cubicBezTo>
                  <a:pt x="61633" y="81962"/>
                  <a:pt x="61220" y="80342"/>
                  <a:pt x="60527" y="78879"/>
                </a:cubicBezTo>
                <a:cubicBezTo>
                  <a:pt x="63833" y="78075"/>
                  <a:pt x="66291" y="75127"/>
                  <a:pt x="66291" y="71586"/>
                </a:cubicBezTo>
                <a:lnTo>
                  <a:pt x="66291" y="21677"/>
                </a:lnTo>
                <a:cubicBezTo>
                  <a:pt x="66291" y="9750"/>
                  <a:pt x="56629" y="3027"/>
                  <a:pt x="52184" y="570"/>
                </a:cubicBezTo>
                <a:cubicBezTo>
                  <a:pt x="51502" y="190"/>
                  <a:pt x="50754" y="0"/>
                  <a:pt x="49995" y="0"/>
                </a:cubicBezTo>
                <a:close/>
                <a:moveTo>
                  <a:pt x="49995" y="23263"/>
                </a:moveTo>
                <a:cubicBezTo>
                  <a:pt x="52564" y="23263"/>
                  <a:pt x="54652" y="25351"/>
                  <a:pt x="54652" y="27920"/>
                </a:cubicBezTo>
                <a:cubicBezTo>
                  <a:pt x="54652" y="30488"/>
                  <a:pt x="52564" y="32577"/>
                  <a:pt x="49995" y="32577"/>
                </a:cubicBezTo>
                <a:cubicBezTo>
                  <a:pt x="47426" y="32577"/>
                  <a:pt x="45348" y="30488"/>
                  <a:pt x="45348" y="27920"/>
                </a:cubicBezTo>
                <a:cubicBezTo>
                  <a:pt x="45348" y="25351"/>
                  <a:pt x="47426" y="23263"/>
                  <a:pt x="49995" y="23263"/>
                </a:cubicBezTo>
                <a:close/>
                <a:moveTo>
                  <a:pt x="29052" y="49775"/>
                </a:moveTo>
                <a:lnTo>
                  <a:pt x="17312" y="61513"/>
                </a:lnTo>
                <a:cubicBezTo>
                  <a:pt x="14353" y="64472"/>
                  <a:pt x="14353" y="69275"/>
                  <a:pt x="17312" y="72234"/>
                </a:cubicBezTo>
                <a:cubicBezTo>
                  <a:pt x="19100" y="74032"/>
                  <a:pt x="21669" y="74803"/>
                  <a:pt x="24160" y="74311"/>
                </a:cubicBezTo>
                <a:lnTo>
                  <a:pt x="29052" y="73329"/>
                </a:lnTo>
                <a:lnTo>
                  <a:pt x="29052" y="49775"/>
                </a:lnTo>
                <a:close/>
                <a:moveTo>
                  <a:pt x="70937" y="49775"/>
                </a:moveTo>
                <a:lnTo>
                  <a:pt x="70937" y="73329"/>
                </a:lnTo>
                <a:lnTo>
                  <a:pt x="75830" y="74311"/>
                </a:lnTo>
                <a:cubicBezTo>
                  <a:pt x="78320" y="74803"/>
                  <a:pt x="80889" y="74032"/>
                  <a:pt x="82688" y="72234"/>
                </a:cubicBezTo>
                <a:cubicBezTo>
                  <a:pt x="85648" y="69275"/>
                  <a:pt x="85648" y="64472"/>
                  <a:pt x="82688" y="61513"/>
                </a:cubicBezTo>
                <a:lnTo>
                  <a:pt x="70937" y="49775"/>
                </a:lnTo>
                <a:close/>
                <a:moveTo>
                  <a:pt x="49548" y="79103"/>
                </a:moveTo>
                <a:lnTo>
                  <a:pt x="50441" y="79103"/>
                </a:lnTo>
                <a:cubicBezTo>
                  <a:pt x="52832" y="79337"/>
                  <a:pt x="54652" y="81236"/>
                  <a:pt x="54652" y="83681"/>
                </a:cubicBezTo>
                <a:cubicBezTo>
                  <a:pt x="54652" y="83793"/>
                  <a:pt x="53915" y="86071"/>
                  <a:pt x="52619" y="88160"/>
                </a:cubicBezTo>
                <a:cubicBezTo>
                  <a:pt x="51782" y="89511"/>
                  <a:pt x="50888" y="90617"/>
                  <a:pt x="49995" y="91789"/>
                </a:cubicBezTo>
                <a:cubicBezTo>
                  <a:pt x="49112" y="90617"/>
                  <a:pt x="48219" y="89522"/>
                  <a:pt x="47370" y="88160"/>
                </a:cubicBezTo>
                <a:cubicBezTo>
                  <a:pt x="46074" y="86083"/>
                  <a:pt x="45348" y="83793"/>
                  <a:pt x="45348" y="83681"/>
                </a:cubicBezTo>
                <a:cubicBezTo>
                  <a:pt x="45348" y="81236"/>
                  <a:pt x="47157" y="79337"/>
                  <a:pt x="49548" y="791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5" name="Чёрный — SVG 20">
            <a:extLst>
              <a:ext uri="{FF2B5EF4-FFF2-40B4-BE49-F238E27FC236}">
                <a16:creationId xmlns:a16="http://schemas.microsoft.com/office/drawing/2014/main" id="{BC96AA10-D91A-A14A-9CB5-F79DADBEA242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14172 w 138234"/>
              <a:gd name="csY0" fmla="*/ 0 h 138215"/>
              <a:gd name="csX1" fmla="*/ 7095 w 138234"/>
              <a:gd name="csY1" fmla="*/ 7094 h 138215"/>
              <a:gd name="csX2" fmla="*/ 7095 w 138234"/>
              <a:gd name="csY2" fmla="*/ 21264 h 138215"/>
              <a:gd name="csX3" fmla="*/ 14172 w 138234"/>
              <a:gd name="csY3" fmla="*/ 28358 h 138215"/>
              <a:gd name="csX4" fmla="*/ 31900 w 138234"/>
              <a:gd name="csY4" fmla="*/ 28358 h 138215"/>
              <a:gd name="csX5" fmla="*/ 38995 w 138234"/>
              <a:gd name="csY5" fmla="*/ 21264 h 138215"/>
              <a:gd name="csX6" fmla="*/ 38995 w 138234"/>
              <a:gd name="csY6" fmla="*/ 7094 h 138215"/>
              <a:gd name="csX7" fmla="*/ 31900 w 138234"/>
              <a:gd name="csY7" fmla="*/ 0 h 138215"/>
              <a:gd name="csX8" fmla="*/ 14172 w 138234"/>
              <a:gd name="csY8" fmla="*/ 0 h 138215"/>
              <a:gd name="csX9" fmla="*/ 69108 w 138234"/>
              <a:gd name="csY9" fmla="*/ 20515 h 138215"/>
              <a:gd name="csX10" fmla="*/ 63800 w 138234"/>
              <a:gd name="csY10" fmla="*/ 25840 h 138215"/>
              <a:gd name="csX11" fmla="*/ 69108 w 138234"/>
              <a:gd name="csY11" fmla="*/ 31147 h 138215"/>
              <a:gd name="csX12" fmla="*/ 82872 w 138234"/>
              <a:gd name="csY12" fmla="*/ 31147 h 138215"/>
              <a:gd name="csX13" fmla="*/ 88606 w 138234"/>
              <a:gd name="csY13" fmla="*/ 69099 h 138215"/>
              <a:gd name="csX14" fmla="*/ 76203 w 138234"/>
              <a:gd name="csY14" fmla="*/ 92149 h 138215"/>
              <a:gd name="csX15" fmla="*/ 62031 w 138234"/>
              <a:gd name="csY15" fmla="*/ 92149 h 138215"/>
              <a:gd name="csX16" fmla="*/ 56706 w 138234"/>
              <a:gd name="csY16" fmla="*/ 86825 h 138215"/>
              <a:gd name="csX17" fmla="*/ 56706 w 138234"/>
              <a:gd name="csY17" fmla="*/ 76193 h 138215"/>
              <a:gd name="csX18" fmla="*/ 56382 w 138234"/>
              <a:gd name="csY18" fmla="*/ 74424 h 138215"/>
              <a:gd name="csX19" fmla="*/ 58475 w 138234"/>
              <a:gd name="csY19" fmla="*/ 74424 h 138215"/>
              <a:gd name="csX20" fmla="*/ 63800 w 138234"/>
              <a:gd name="csY20" fmla="*/ 69388 h 138215"/>
              <a:gd name="csX21" fmla="*/ 47842 w 138234"/>
              <a:gd name="csY21" fmla="*/ 53160 h 138215"/>
              <a:gd name="csX22" fmla="*/ 38995 w 138234"/>
              <a:gd name="csY22" fmla="*/ 53160 h 138215"/>
              <a:gd name="csX23" fmla="*/ 38995 w 138234"/>
              <a:gd name="csY23" fmla="*/ 56698 h 138215"/>
              <a:gd name="csX24" fmla="*/ 24805 w 138234"/>
              <a:gd name="csY24" fmla="*/ 70885 h 138215"/>
              <a:gd name="csX25" fmla="*/ 17047 w 138234"/>
              <a:gd name="csY25" fmla="*/ 70885 h 138215"/>
              <a:gd name="csX26" fmla="*/ 11144 w 138234"/>
              <a:gd name="csY26" fmla="*/ 72671 h 138215"/>
              <a:gd name="csX27" fmla="*/ 0 w 138234"/>
              <a:gd name="csY27" fmla="*/ 94344 h 138215"/>
              <a:gd name="csX28" fmla="*/ 1378 w 138234"/>
              <a:gd name="csY28" fmla="*/ 97916 h 138215"/>
              <a:gd name="csX29" fmla="*/ 11229 w 138234"/>
              <a:gd name="csY29" fmla="*/ 106779 h 138215"/>
              <a:gd name="csX30" fmla="*/ 7095 w 138234"/>
              <a:gd name="csY30" fmla="*/ 118721 h 138215"/>
              <a:gd name="csX31" fmla="*/ 26575 w 138234"/>
              <a:gd name="csY31" fmla="*/ 138215 h 138215"/>
              <a:gd name="csX32" fmla="*/ 45698 w 138234"/>
              <a:gd name="csY32" fmla="*/ 122548 h 138215"/>
              <a:gd name="csX33" fmla="*/ 53882 w 138234"/>
              <a:gd name="csY33" fmla="*/ 123228 h 138215"/>
              <a:gd name="csX34" fmla="*/ 92706 w 138234"/>
              <a:gd name="csY34" fmla="*/ 123228 h 138215"/>
              <a:gd name="csX35" fmla="*/ 111642 w 138234"/>
              <a:gd name="csY35" fmla="*/ 138215 h 138215"/>
              <a:gd name="csX36" fmla="*/ 131139 w 138234"/>
              <a:gd name="csY36" fmla="*/ 118721 h 138215"/>
              <a:gd name="csX37" fmla="*/ 130595 w 138234"/>
              <a:gd name="csY37" fmla="*/ 114247 h 138215"/>
              <a:gd name="csX38" fmla="*/ 131360 w 138234"/>
              <a:gd name="csY38" fmla="*/ 113617 h 138215"/>
              <a:gd name="csX39" fmla="*/ 136669 w 138234"/>
              <a:gd name="csY39" fmla="*/ 108310 h 138215"/>
              <a:gd name="csX40" fmla="*/ 137673 w 138234"/>
              <a:gd name="csY40" fmla="*/ 102169 h 138215"/>
              <a:gd name="csX41" fmla="*/ 116865 w 138234"/>
              <a:gd name="csY41" fmla="*/ 85583 h 138215"/>
              <a:gd name="csX42" fmla="*/ 102387 w 138234"/>
              <a:gd name="csY42" fmla="*/ 38990 h 138215"/>
              <a:gd name="csX43" fmla="*/ 108103 w 138234"/>
              <a:gd name="csY43" fmla="*/ 38990 h 138215"/>
              <a:gd name="csX44" fmla="*/ 109873 w 138234"/>
              <a:gd name="csY44" fmla="*/ 37203 h 138215"/>
              <a:gd name="csX45" fmla="*/ 109873 w 138234"/>
              <a:gd name="csY45" fmla="*/ 26571 h 138215"/>
              <a:gd name="csX46" fmla="*/ 108103 w 138234"/>
              <a:gd name="csY46" fmla="*/ 24802 h 138215"/>
              <a:gd name="csX47" fmla="*/ 98065 w 138234"/>
              <a:gd name="csY47" fmla="*/ 24802 h 138215"/>
              <a:gd name="csX48" fmla="*/ 93693 w 138234"/>
              <a:gd name="csY48" fmla="*/ 26367 h 138215"/>
              <a:gd name="csX49" fmla="*/ 91941 w 138234"/>
              <a:gd name="csY49" fmla="*/ 24275 h 138215"/>
              <a:gd name="csX50" fmla="*/ 91906 w 138234"/>
              <a:gd name="csY50" fmla="*/ 24207 h 138215"/>
              <a:gd name="csX51" fmla="*/ 86837 w 138234"/>
              <a:gd name="csY51" fmla="*/ 20515 h 138215"/>
              <a:gd name="csX52" fmla="*/ 69108 w 138234"/>
              <a:gd name="csY52" fmla="*/ 20515 h 138215"/>
              <a:gd name="csX53" fmla="*/ 7095 w 138234"/>
              <a:gd name="csY53" fmla="*/ 35434 h 138215"/>
              <a:gd name="csX54" fmla="*/ 0 w 138234"/>
              <a:gd name="csY54" fmla="*/ 42528 h 138215"/>
              <a:gd name="csX55" fmla="*/ 0 w 138234"/>
              <a:gd name="csY55" fmla="*/ 56698 h 138215"/>
              <a:gd name="csX56" fmla="*/ 7095 w 138234"/>
              <a:gd name="csY56" fmla="*/ 63792 h 138215"/>
              <a:gd name="csX57" fmla="*/ 24805 w 138234"/>
              <a:gd name="csY57" fmla="*/ 63792 h 138215"/>
              <a:gd name="csX58" fmla="*/ 31900 w 138234"/>
              <a:gd name="csY58" fmla="*/ 56698 h 138215"/>
              <a:gd name="csX59" fmla="*/ 31900 w 138234"/>
              <a:gd name="csY59" fmla="*/ 42528 h 138215"/>
              <a:gd name="csX60" fmla="*/ 24805 w 138234"/>
              <a:gd name="csY60" fmla="*/ 35434 h 138215"/>
              <a:gd name="csX61" fmla="*/ 7095 w 138234"/>
              <a:gd name="csY61" fmla="*/ 35434 h 138215"/>
              <a:gd name="csX62" fmla="*/ 20025 w 138234"/>
              <a:gd name="csY62" fmla="*/ 112869 h 138215"/>
              <a:gd name="csX63" fmla="*/ 35320 w 138234"/>
              <a:gd name="csY63" fmla="*/ 120030 h 138215"/>
              <a:gd name="csX64" fmla="*/ 26575 w 138234"/>
              <a:gd name="csY64" fmla="*/ 127583 h 138215"/>
              <a:gd name="csX65" fmla="*/ 17728 w 138234"/>
              <a:gd name="csY65" fmla="*/ 118721 h 138215"/>
              <a:gd name="csX66" fmla="*/ 20025 w 138234"/>
              <a:gd name="csY66" fmla="*/ 112869 h 138215"/>
              <a:gd name="csX67" fmla="*/ 110519 w 138234"/>
              <a:gd name="csY67" fmla="*/ 115182 h 138215"/>
              <a:gd name="csX68" fmla="*/ 119689 w 138234"/>
              <a:gd name="csY68" fmla="*/ 115182 h 138215"/>
              <a:gd name="csX69" fmla="*/ 120506 w 138234"/>
              <a:gd name="csY69" fmla="*/ 118721 h 138215"/>
              <a:gd name="csX70" fmla="*/ 111642 w 138234"/>
              <a:gd name="csY70" fmla="*/ 127583 h 138215"/>
              <a:gd name="csX71" fmla="*/ 102846 w 138234"/>
              <a:gd name="csY71" fmla="*/ 119248 h 138215"/>
              <a:gd name="csX72" fmla="*/ 110519 w 138234"/>
              <a:gd name="csY72" fmla="*/ 115182 h 138215"/>
            </a:gdLst>
            <a:ahLst/>
            <a:cxnLst/>
            <a:rect l="l" t="t" r="r" b="b"/>
            <a:pathLst>
              <a:path w="100000" h="100000">
                <a:moveTo>
                  <a:pt x="10252" y="7"/>
                </a:moveTo>
                <a:cubicBezTo>
                  <a:pt x="7421" y="7"/>
                  <a:pt x="5133" y="2296"/>
                  <a:pt x="5133" y="5139"/>
                </a:cubicBezTo>
                <a:lnTo>
                  <a:pt x="5133" y="15389"/>
                </a:lnTo>
                <a:cubicBezTo>
                  <a:pt x="5133" y="18220"/>
                  <a:pt x="7421" y="20521"/>
                  <a:pt x="10252" y="20521"/>
                </a:cubicBezTo>
                <a:lnTo>
                  <a:pt x="23077" y="20521"/>
                </a:lnTo>
                <a:cubicBezTo>
                  <a:pt x="25908" y="20521"/>
                  <a:pt x="28209" y="18220"/>
                  <a:pt x="28209" y="15389"/>
                </a:cubicBezTo>
                <a:lnTo>
                  <a:pt x="28209" y="5139"/>
                </a:lnTo>
                <a:cubicBezTo>
                  <a:pt x="28209" y="2296"/>
                  <a:pt x="25908" y="7"/>
                  <a:pt x="23077" y="7"/>
                </a:cubicBezTo>
                <a:lnTo>
                  <a:pt x="10252" y="7"/>
                </a:lnTo>
                <a:close/>
                <a:moveTo>
                  <a:pt x="49993" y="14848"/>
                </a:moveTo>
                <a:cubicBezTo>
                  <a:pt x="47877" y="14848"/>
                  <a:pt x="46154" y="16571"/>
                  <a:pt x="46154" y="18700"/>
                </a:cubicBezTo>
                <a:cubicBezTo>
                  <a:pt x="46154" y="20792"/>
                  <a:pt x="47877" y="22539"/>
                  <a:pt x="49993" y="22539"/>
                </a:cubicBezTo>
                <a:lnTo>
                  <a:pt x="59951" y="22539"/>
                </a:lnTo>
                <a:cubicBezTo>
                  <a:pt x="61342" y="27585"/>
                  <a:pt x="64099" y="39029"/>
                  <a:pt x="64099" y="49994"/>
                </a:cubicBezTo>
                <a:cubicBezTo>
                  <a:pt x="64099" y="56233"/>
                  <a:pt x="62954" y="66668"/>
                  <a:pt x="55126" y="66668"/>
                </a:cubicBezTo>
                <a:lnTo>
                  <a:pt x="44874" y="66668"/>
                </a:lnTo>
                <a:cubicBezTo>
                  <a:pt x="42745" y="66668"/>
                  <a:pt x="41022" y="64946"/>
                  <a:pt x="41022" y="62817"/>
                </a:cubicBezTo>
                <a:lnTo>
                  <a:pt x="41022" y="55126"/>
                </a:lnTo>
                <a:cubicBezTo>
                  <a:pt x="41022" y="54670"/>
                  <a:pt x="40936" y="54252"/>
                  <a:pt x="40787" y="53846"/>
                </a:cubicBezTo>
                <a:lnTo>
                  <a:pt x="42301" y="53846"/>
                </a:lnTo>
                <a:cubicBezTo>
                  <a:pt x="44357" y="53846"/>
                  <a:pt x="46129" y="52234"/>
                  <a:pt x="46154" y="50203"/>
                </a:cubicBezTo>
                <a:cubicBezTo>
                  <a:pt x="46252" y="43743"/>
                  <a:pt x="41046" y="38463"/>
                  <a:pt x="34609" y="38463"/>
                </a:cubicBezTo>
                <a:lnTo>
                  <a:pt x="28209" y="38463"/>
                </a:lnTo>
                <a:lnTo>
                  <a:pt x="28209" y="41023"/>
                </a:lnTo>
                <a:cubicBezTo>
                  <a:pt x="28209" y="46696"/>
                  <a:pt x="23619" y="51286"/>
                  <a:pt x="17944" y="51286"/>
                </a:cubicBezTo>
                <a:lnTo>
                  <a:pt x="12332" y="51286"/>
                </a:lnTo>
                <a:cubicBezTo>
                  <a:pt x="10806" y="51286"/>
                  <a:pt x="9317" y="51717"/>
                  <a:pt x="8062" y="52578"/>
                </a:cubicBezTo>
                <a:cubicBezTo>
                  <a:pt x="5033" y="54633"/>
                  <a:pt x="0" y="59334"/>
                  <a:pt x="0" y="68256"/>
                </a:cubicBezTo>
                <a:cubicBezTo>
                  <a:pt x="0" y="69228"/>
                  <a:pt x="357" y="70126"/>
                  <a:pt x="997" y="70840"/>
                </a:cubicBezTo>
                <a:cubicBezTo>
                  <a:pt x="1255" y="71136"/>
                  <a:pt x="3852" y="73929"/>
                  <a:pt x="8123" y="77252"/>
                </a:cubicBezTo>
                <a:cubicBezTo>
                  <a:pt x="6265" y="79652"/>
                  <a:pt x="5133" y="82642"/>
                  <a:pt x="5133" y="85891"/>
                </a:cubicBezTo>
                <a:cubicBezTo>
                  <a:pt x="5133" y="93631"/>
                  <a:pt x="11483" y="99993"/>
                  <a:pt x="19225" y="99993"/>
                </a:cubicBezTo>
                <a:cubicBezTo>
                  <a:pt x="26030" y="99993"/>
                  <a:pt x="31754" y="95096"/>
                  <a:pt x="33058" y="88659"/>
                </a:cubicBezTo>
                <a:cubicBezTo>
                  <a:pt x="34978" y="88942"/>
                  <a:pt x="36947" y="89151"/>
                  <a:pt x="38979" y="89151"/>
                </a:cubicBezTo>
                <a:lnTo>
                  <a:pt x="67065" y="89151"/>
                </a:lnTo>
                <a:cubicBezTo>
                  <a:pt x="68554" y="95342"/>
                  <a:pt x="74142" y="99993"/>
                  <a:pt x="80763" y="99993"/>
                </a:cubicBezTo>
                <a:cubicBezTo>
                  <a:pt x="88517" y="99993"/>
                  <a:pt x="94867" y="93631"/>
                  <a:pt x="94867" y="85891"/>
                </a:cubicBezTo>
                <a:cubicBezTo>
                  <a:pt x="94867" y="84783"/>
                  <a:pt x="94720" y="83700"/>
                  <a:pt x="94474" y="82654"/>
                </a:cubicBezTo>
                <a:cubicBezTo>
                  <a:pt x="94671" y="82519"/>
                  <a:pt x="94855" y="82371"/>
                  <a:pt x="95027" y="82199"/>
                </a:cubicBezTo>
                <a:lnTo>
                  <a:pt x="98868" y="78360"/>
                </a:lnTo>
                <a:cubicBezTo>
                  <a:pt x="100049" y="77178"/>
                  <a:pt x="100332" y="75406"/>
                  <a:pt x="99594" y="73917"/>
                </a:cubicBezTo>
                <a:cubicBezTo>
                  <a:pt x="99360" y="73461"/>
                  <a:pt x="94486" y="63925"/>
                  <a:pt x="84541" y="61919"/>
                </a:cubicBezTo>
                <a:cubicBezTo>
                  <a:pt x="83815" y="47705"/>
                  <a:pt x="78769" y="36138"/>
                  <a:pt x="74068" y="28213"/>
                </a:cubicBezTo>
                <a:lnTo>
                  <a:pt x="78203" y="28213"/>
                </a:lnTo>
                <a:cubicBezTo>
                  <a:pt x="78917" y="28213"/>
                  <a:pt x="79483" y="27634"/>
                  <a:pt x="79483" y="26920"/>
                </a:cubicBezTo>
                <a:lnTo>
                  <a:pt x="79483" y="19229"/>
                </a:lnTo>
                <a:cubicBezTo>
                  <a:pt x="79483" y="18528"/>
                  <a:pt x="78917" y="17949"/>
                  <a:pt x="78203" y="17949"/>
                </a:cubicBezTo>
                <a:lnTo>
                  <a:pt x="70941" y="17949"/>
                </a:lnTo>
                <a:cubicBezTo>
                  <a:pt x="69735" y="17949"/>
                  <a:pt x="68652" y="18392"/>
                  <a:pt x="67779" y="19081"/>
                </a:cubicBezTo>
                <a:cubicBezTo>
                  <a:pt x="67311" y="18515"/>
                  <a:pt x="66831" y="17937"/>
                  <a:pt x="66511" y="17568"/>
                </a:cubicBezTo>
                <a:cubicBezTo>
                  <a:pt x="66486" y="17543"/>
                  <a:pt x="66486" y="17518"/>
                  <a:pt x="66486" y="17518"/>
                </a:cubicBezTo>
                <a:cubicBezTo>
                  <a:pt x="65969" y="15931"/>
                  <a:pt x="64492" y="14848"/>
                  <a:pt x="62819" y="14848"/>
                </a:cubicBezTo>
                <a:lnTo>
                  <a:pt x="49993" y="14848"/>
                </a:lnTo>
                <a:close/>
                <a:moveTo>
                  <a:pt x="5133" y="25640"/>
                </a:moveTo>
                <a:cubicBezTo>
                  <a:pt x="2289" y="25640"/>
                  <a:pt x="0" y="27941"/>
                  <a:pt x="0" y="30772"/>
                </a:cubicBezTo>
                <a:lnTo>
                  <a:pt x="0" y="41023"/>
                </a:lnTo>
                <a:cubicBezTo>
                  <a:pt x="0" y="43866"/>
                  <a:pt x="2289" y="46155"/>
                  <a:pt x="5133" y="46155"/>
                </a:cubicBezTo>
                <a:lnTo>
                  <a:pt x="17944" y="46155"/>
                </a:lnTo>
                <a:cubicBezTo>
                  <a:pt x="20788" y="46155"/>
                  <a:pt x="23077" y="43866"/>
                  <a:pt x="23077" y="41023"/>
                </a:cubicBezTo>
                <a:lnTo>
                  <a:pt x="23077" y="30772"/>
                </a:lnTo>
                <a:cubicBezTo>
                  <a:pt x="23077" y="27941"/>
                  <a:pt x="20788" y="25640"/>
                  <a:pt x="17944" y="25640"/>
                </a:cubicBezTo>
                <a:lnTo>
                  <a:pt x="5133" y="25640"/>
                </a:lnTo>
                <a:close/>
                <a:moveTo>
                  <a:pt x="14486" y="81658"/>
                </a:moveTo>
                <a:cubicBezTo>
                  <a:pt x="17723" y="83626"/>
                  <a:pt x="21452" y="85460"/>
                  <a:pt x="25551" y="86838"/>
                </a:cubicBezTo>
                <a:cubicBezTo>
                  <a:pt x="25095" y="89964"/>
                  <a:pt x="22487" y="92302"/>
                  <a:pt x="19225" y="92302"/>
                </a:cubicBezTo>
                <a:cubicBezTo>
                  <a:pt x="15643" y="92302"/>
                  <a:pt x="12825" y="89472"/>
                  <a:pt x="12825" y="85891"/>
                </a:cubicBezTo>
                <a:cubicBezTo>
                  <a:pt x="12825" y="84229"/>
                  <a:pt x="13477" y="82777"/>
                  <a:pt x="14486" y="81658"/>
                </a:cubicBezTo>
                <a:close/>
                <a:moveTo>
                  <a:pt x="79951" y="83331"/>
                </a:moveTo>
                <a:lnTo>
                  <a:pt x="86584" y="83331"/>
                </a:lnTo>
                <a:cubicBezTo>
                  <a:pt x="86942" y="84119"/>
                  <a:pt x="87175" y="84956"/>
                  <a:pt x="87175" y="85891"/>
                </a:cubicBezTo>
                <a:cubicBezTo>
                  <a:pt x="87175" y="89472"/>
                  <a:pt x="84357" y="92302"/>
                  <a:pt x="80763" y="92302"/>
                </a:cubicBezTo>
                <a:cubicBezTo>
                  <a:pt x="77317" y="92302"/>
                  <a:pt x="74597" y="89669"/>
                  <a:pt x="74400" y="86272"/>
                </a:cubicBezTo>
                <a:cubicBezTo>
                  <a:pt x="75298" y="85128"/>
                  <a:pt x="77145" y="83331"/>
                  <a:pt x="79951" y="8333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6" name="Чёрный — SVG 21">
            <a:extLst>
              <a:ext uri="{FF2B5EF4-FFF2-40B4-BE49-F238E27FC236}">
                <a16:creationId xmlns:a16="http://schemas.microsoft.com/office/drawing/2014/main" id="{1EBC8E94-8FA6-CD4A-A1A4-EA11BFC4962B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53167 w 134690"/>
              <a:gd name="csY0" fmla="*/ 0 h 134676"/>
              <a:gd name="csX1" fmla="*/ 49657 w 134690"/>
              <a:gd name="csY1" fmla="*/ 4032 h 134676"/>
              <a:gd name="csX2" fmla="*/ 56767 w 134690"/>
              <a:gd name="csY2" fmla="*/ 55218 h 134676"/>
              <a:gd name="csX3" fmla="*/ 32662 w 134690"/>
              <a:gd name="csY3" fmla="*/ 55984 h 134676"/>
              <a:gd name="csX4" fmla="*/ 28307 w 134690"/>
              <a:gd name="csY4" fmla="*/ 43821 h 134676"/>
              <a:gd name="csX5" fmla="*/ 21454 w 134690"/>
              <a:gd name="csY5" fmla="*/ 38990 h 134676"/>
              <a:gd name="csX6" fmla="*/ 17723 w 134690"/>
              <a:gd name="csY6" fmla="*/ 38990 h 134676"/>
              <a:gd name="csX7" fmla="*/ 14177 w 134690"/>
              <a:gd name="csY7" fmla="*/ 42528 h 134676"/>
              <a:gd name="csX8" fmla="*/ 14177 w 134690"/>
              <a:gd name="csY8" fmla="*/ 56579 h 134676"/>
              <a:gd name="csX9" fmla="*/ 10633 w 134690"/>
              <a:gd name="csY9" fmla="*/ 56698 h 134676"/>
              <a:gd name="csX10" fmla="*/ 3115 w 134690"/>
              <a:gd name="csY10" fmla="*/ 59811 h 134676"/>
              <a:gd name="csX11" fmla="*/ 0 w 134690"/>
              <a:gd name="csY11" fmla="*/ 67330 h 134676"/>
              <a:gd name="csX12" fmla="*/ 3115 w 134690"/>
              <a:gd name="csY12" fmla="*/ 74849 h 134676"/>
              <a:gd name="csX13" fmla="*/ 10633 w 134690"/>
              <a:gd name="csY13" fmla="*/ 77962 h 134676"/>
              <a:gd name="csX14" fmla="*/ 14177 w 134690"/>
              <a:gd name="csY14" fmla="*/ 78081 h 134676"/>
              <a:gd name="csX15" fmla="*/ 14177 w 134690"/>
              <a:gd name="csY15" fmla="*/ 92149 h 134676"/>
              <a:gd name="csX16" fmla="*/ 17723 w 134690"/>
              <a:gd name="csY16" fmla="*/ 95687 h 134676"/>
              <a:gd name="csX17" fmla="*/ 21454 w 134690"/>
              <a:gd name="csY17" fmla="*/ 95687 h 134676"/>
              <a:gd name="csX18" fmla="*/ 28307 w 134690"/>
              <a:gd name="csY18" fmla="*/ 90856 h 134676"/>
              <a:gd name="csX19" fmla="*/ 32662 w 134690"/>
              <a:gd name="csY19" fmla="*/ 78676 h 134676"/>
              <a:gd name="csX20" fmla="*/ 56767 w 134690"/>
              <a:gd name="csY20" fmla="*/ 79459 h 134676"/>
              <a:gd name="csX21" fmla="*/ 49657 w 134690"/>
              <a:gd name="csY21" fmla="*/ 130628 h 134676"/>
              <a:gd name="csX22" fmla="*/ 53167 w 134690"/>
              <a:gd name="csY22" fmla="*/ 134677 h 134676"/>
              <a:gd name="csX23" fmla="*/ 57162 w 134690"/>
              <a:gd name="csY23" fmla="*/ 134677 h 134676"/>
              <a:gd name="csX24" fmla="*/ 63440 w 134690"/>
              <a:gd name="csY24" fmla="*/ 130781 h 134676"/>
              <a:gd name="csX25" fmla="*/ 88597 w 134690"/>
              <a:gd name="csY25" fmla="*/ 80480 h 134676"/>
              <a:gd name="csX26" fmla="*/ 119834 w 134690"/>
              <a:gd name="csY26" fmla="*/ 81483 h 134676"/>
              <a:gd name="csX27" fmla="*/ 120511 w 134690"/>
              <a:gd name="csY27" fmla="*/ 81517 h 134676"/>
              <a:gd name="csX28" fmla="*/ 130537 w 134690"/>
              <a:gd name="csY28" fmla="*/ 77366 h 134676"/>
              <a:gd name="csX29" fmla="*/ 134690 w 134690"/>
              <a:gd name="csY29" fmla="*/ 67330 h 134676"/>
              <a:gd name="csX30" fmla="*/ 130537 w 134690"/>
              <a:gd name="csY30" fmla="*/ 57310 h 134676"/>
              <a:gd name="csX31" fmla="*/ 120511 w 134690"/>
              <a:gd name="csY31" fmla="*/ 53160 h 134676"/>
              <a:gd name="csX32" fmla="*/ 88597 w 134690"/>
              <a:gd name="csY32" fmla="*/ 54197 h 134676"/>
              <a:gd name="csX33" fmla="*/ 63440 w 134690"/>
              <a:gd name="csY33" fmla="*/ 3879 h 134676"/>
              <a:gd name="csX34" fmla="*/ 57162 w 134690"/>
              <a:gd name="csY34" fmla="*/ 0 h 134676"/>
              <a:gd name="csX35" fmla="*/ 53167 w 134690"/>
              <a:gd name="csY35" fmla="*/ 0 h 134676"/>
            </a:gdLst>
            <a:ahLst/>
            <a:cxnLst/>
            <a:rect l="l" t="t" r="r" b="b"/>
            <a:pathLst>
              <a:path w="100000" h="100000">
                <a:moveTo>
                  <a:pt x="39474" y="5"/>
                </a:moveTo>
                <a:cubicBezTo>
                  <a:pt x="37876" y="5"/>
                  <a:pt x="36646" y="1420"/>
                  <a:pt x="36868" y="2999"/>
                </a:cubicBezTo>
                <a:lnTo>
                  <a:pt x="42146" y="41002"/>
                </a:lnTo>
                <a:lnTo>
                  <a:pt x="24250" y="41570"/>
                </a:lnTo>
                <a:lnTo>
                  <a:pt x="21016" y="32540"/>
                </a:lnTo>
                <a:cubicBezTo>
                  <a:pt x="20249" y="30380"/>
                  <a:pt x="18212" y="28953"/>
                  <a:pt x="15928" y="28953"/>
                </a:cubicBezTo>
                <a:lnTo>
                  <a:pt x="13158" y="28953"/>
                </a:lnTo>
                <a:cubicBezTo>
                  <a:pt x="11705" y="28953"/>
                  <a:pt x="10526" y="30127"/>
                  <a:pt x="10526" y="31580"/>
                </a:cubicBezTo>
                <a:lnTo>
                  <a:pt x="10526" y="42012"/>
                </a:lnTo>
                <a:lnTo>
                  <a:pt x="7894" y="42100"/>
                </a:lnTo>
                <a:cubicBezTo>
                  <a:pt x="5801" y="42100"/>
                  <a:pt x="3793" y="42934"/>
                  <a:pt x="2313" y="44412"/>
                </a:cubicBezTo>
                <a:cubicBezTo>
                  <a:pt x="832" y="45902"/>
                  <a:pt x="0" y="47910"/>
                  <a:pt x="0" y="49994"/>
                </a:cubicBezTo>
                <a:cubicBezTo>
                  <a:pt x="0" y="52091"/>
                  <a:pt x="832" y="54098"/>
                  <a:pt x="2313" y="55577"/>
                </a:cubicBezTo>
                <a:cubicBezTo>
                  <a:pt x="3793" y="57054"/>
                  <a:pt x="5801" y="57888"/>
                  <a:pt x="7894" y="57888"/>
                </a:cubicBezTo>
                <a:lnTo>
                  <a:pt x="10526" y="57976"/>
                </a:lnTo>
                <a:lnTo>
                  <a:pt x="10526" y="68421"/>
                </a:lnTo>
                <a:cubicBezTo>
                  <a:pt x="10526" y="69873"/>
                  <a:pt x="11705" y="71048"/>
                  <a:pt x="13158" y="71048"/>
                </a:cubicBezTo>
                <a:lnTo>
                  <a:pt x="15928" y="71048"/>
                </a:lnTo>
                <a:cubicBezTo>
                  <a:pt x="18212" y="71048"/>
                  <a:pt x="20249" y="69608"/>
                  <a:pt x="21016" y="67461"/>
                </a:cubicBezTo>
                <a:lnTo>
                  <a:pt x="24250" y="58418"/>
                </a:lnTo>
                <a:lnTo>
                  <a:pt x="42146" y="58999"/>
                </a:lnTo>
                <a:lnTo>
                  <a:pt x="36868" y="96989"/>
                </a:lnTo>
                <a:cubicBezTo>
                  <a:pt x="36646" y="98581"/>
                  <a:pt x="37876" y="99996"/>
                  <a:pt x="39474" y="99996"/>
                </a:cubicBezTo>
                <a:lnTo>
                  <a:pt x="42440" y="99996"/>
                </a:lnTo>
                <a:cubicBezTo>
                  <a:pt x="44412" y="99996"/>
                  <a:pt x="46219" y="98871"/>
                  <a:pt x="47101" y="97103"/>
                </a:cubicBezTo>
                <a:lnTo>
                  <a:pt x="65778" y="59757"/>
                </a:lnTo>
                <a:lnTo>
                  <a:pt x="88970" y="60502"/>
                </a:lnTo>
                <a:cubicBezTo>
                  <a:pt x="89137" y="60515"/>
                  <a:pt x="89305" y="60527"/>
                  <a:pt x="89473" y="60527"/>
                </a:cubicBezTo>
                <a:cubicBezTo>
                  <a:pt x="92264" y="60527"/>
                  <a:pt x="94942" y="59416"/>
                  <a:pt x="96917" y="57445"/>
                </a:cubicBezTo>
                <a:cubicBezTo>
                  <a:pt x="98891" y="55463"/>
                  <a:pt x="100000" y="52785"/>
                  <a:pt x="100000" y="49994"/>
                </a:cubicBezTo>
                <a:cubicBezTo>
                  <a:pt x="100000" y="47202"/>
                  <a:pt x="98891" y="44525"/>
                  <a:pt x="96917" y="42555"/>
                </a:cubicBezTo>
                <a:cubicBezTo>
                  <a:pt x="94942" y="40585"/>
                  <a:pt x="92264" y="39474"/>
                  <a:pt x="89473" y="39474"/>
                </a:cubicBezTo>
                <a:lnTo>
                  <a:pt x="65778" y="40244"/>
                </a:lnTo>
                <a:lnTo>
                  <a:pt x="47101" y="2885"/>
                </a:lnTo>
                <a:cubicBezTo>
                  <a:pt x="46219" y="1117"/>
                  <a:pt x="44412" y="5"/>
                  <a:pt x="42440" y="5"/>
                </a:cubicBezTo>
                <a:lnTo>
                  <a:pt x="39474" y="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7" name="Чёрный — SVG 22">
            <a:extLst>
              <a:ext uri="{FF2B5EF4-FFF2-40B4-BE49-F238E27FC236}">
                <a16:creationId xmlns:a16="http://schemas.microsoft.com/office/drawing/2014/main" id="{A3D49EB6-F1EE-1240-9F5E-0D7AE11BB5E4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74510 w 149018"/>
              <a:gd name="csY0" fmla="*/ 0 h 116951"/>
              <a:gd name="csX1" fmla="*/ 41654 w 149018"/>
              <a:gd name="csY1" fmla="*/ 4355 h 116951"/>
              <a:gd name="csX2" fmla="*/ 24977 w 149018"/>
              <a:gd name="csY2" fmla="*/ 17777 h 116951"/>
              <a:gd name="csX3" fmla="*/ 17514 w 149018"/>
              <a:gd name="csY3" fmla="*/ 32151 h 116951"/>
              <a:gd name="csX4" fmla="*/ 15804 w 149018"/>
              <a:gd name="csY4" fmla="*/ 31896 h 116951"/>
              <a:gd name="csX5" fmla="*/ 5393 w 149018"/>
              <a:gd name="csY5" fmla="*/ 31896 h 116951"/>
              <a:gd name="csX6" fmla="*/ 3335 w 149018"/>
              <a:gd name="csY6" fmla="*/ 32287 h 116951"/>
              <a:gd name="csX7" fmla="*/ 1584 w 149018"/>
              <a:gd name="csY7" fmla="*/ 33427 h 116951"/>
              <a:gd name="csX8" fmla="*/ 412 w 149018"/>
              <a:gd name="csY8" fmla="*/ 35162 h 116951"/>
              <a:gd name="csX9" fmla="*/ 0 w 149018"/>
              <a:gd name="csY9" fmla="*/ 37203 h 116951"/>
              <a:gd name="csX10" fmla="*/ 412 w 149018"/>
              <a:gd name="csY10" fmla="*/ 39262 h 116951"/>
              <a:gd name="csX11" fmla="*/ 1584 w 149018"/>
              <a:gd name="csY11" fmla="*/ 40997 h 116951"/>
              <a:gd name="csX12" fmla="*/ 3335 w 149018"/>
              <a:gd name="csY12" fmla="*/ 42137 h 116951"/>
              <a:gd name="csX13" fmla="*/ 5393 w 149018"/>
              <a:gd name="csY13" fmla="*/ 42528 h 116951"/>
              <a:gd name="csX14" fmla="*/ 10992 w 149018"/>
              <a:gd name="csY14" fmla="*/ 42528 h 116951"/>
              <a:gd name="csX15" fmla="*/ 9580 w 149018"/>
              <a:gd name="csY15" fmla="*/ 43208 h 116951"/>
              <a:gd name="csX16" fmla="*/ 77 w 149018"/>
              <a:gd name="csY16" fmla="*/ 58467 h 116951"/>
              <a:gd name="csX17" fmla="*/ 77 w 149018"/>
              <a:gd name="csY17" fmla="*/ 93918 h 116951"/>
              <a:gd name="csX18" fmla="*/ 77 w 149018"/>
              <a:gd name="csY18" fmla="*/ 109858 h 116951"/>
              <a:gd name="csX19" fmla="*/ 7164 w 149018"/>
              <a:gd name="csY19" fmla="*/ 116951 h 116951"/>
              <a:gd name="csX20" fmla="*/ 14254 w 149018"/>
              <a:gd name="csY20" fmla="*/ 116951 h 116951"/>
              <a:gd name="csX21" fmla="*/ 21343 w 149018"/>
              <a:gd name="csY21" fmla="*/ 109858 h 116951"/>
              <a:gd name="csX22" fmla="*/ 21343 w 149018"/>
              <a:gd name="csY22" fmla="*/ 99226 h 116951"/>
              <a:gd name="csX23" fmla="*/ 127677 w 149018"/>
              <a:gd name="csY23" fmla="*/ 99226 h 116951"/>
              <a:gd name="csX24" fmla="*/ 127677 w 149018"/>
              <a:gd name="csY24" fmla="*/ 109858 h 116951"/>
              <a:gd name="csX25" fmla="*/ 134765 w 149018"/>
              <a:gd name="csY25" fmla="*/ 116951 h 116951"/>
              <a:gd name="csX26" fmla="*/ 141854 w 149018"/>
              <a:gd name="csY26" fmla="*/ 116951 h 116951"/>
              <a:gd name="csX27" fmla="*/ 148944 w 149018"/>
              <a:gd name="csY27" fmla="*/ 109858 h 116951"/>
              <a:gd name="csX28" fmla="*/ 148944 w 149018"/>
              <a:gd name="csY28" fmla="*/ 93918 h 116951"/>
              <a:gd name="csX29" fmla="*/ 148944 w 149018"/>
              <a:gd name="csY29" fmla="*/ 58467 h 116951"/>
              <a:gd name="csX30" fmla="*/ 139438 w 149018"/>
              <a:gd name="csY30" fmla="*/ 43208 h 116951"/>
              <a:gd name="csX31" fmla="*/ 138026 w 149018"/>
              <a:gd name="csY31" fmla="*/ 42528 h 116951"/>
              <a:gd name="csX32" fmla="*/ 143627 w 149018"/>
              <a:gd name="csY32" fmla="*/ 42528 h 116951"/>
              <a:gd name="csX33" fmla="*/ 145684 w 149018"/>
              <a:gd name="csY33" fmla="*/ 42137 h 116951"/>
              <a:gd name="csX34" fmla="*/ 147435 w 149018"/>
              <a:gd name="csY34" fmla="*/ 40997 h 116951"/>
              <a:gd name="csX35" fmla="*/ 148607 w 149018"/>
              <a:gd name="csY35" fmla="*/ 39262 h 116951"/>
              <a:gd name="csX36" fmla="*/ 149019 w 149018"/>
              <a:gd name="csY36" fmla="*/ 37203 h 116951"/>
              <a:gd name="csX37" fmla="*/ 148607 w 149018"/>
              <a:gd name="csY37" fmla="*/ 35162 h 116951"/>
              <a:gd name="csX38" fmla="*/ 147435 w 149018"/>
              <a:gd name="csY38" fmla="*/ 33427 h 116951"/>
              <a:gd name="csX39" fmla="*/ 145684 w 149018"/>
              <a:gd name="csY39" fmla="*/ 32287 h 116951"/>
              <a:gd name="csX40" fmla="*/ 143627 w 149018"/>
              <a:gd name="csY40" fmla="*/ 31896 h 116951"/>
              <a:gd name="csX41" fmla="*/ 133326 w 149018"/>
              <a:gd name="csY41" fmla="*/ 31896 h 116951"/>
              <a:gd name="csX42" fmla="*/ 131532 w 149018"/>
              <a:gd name="csY42" fmla="*/ 32185 h 116951"/>
              <a:gd name="csX43" fmla="*/ 124048 w 149018"/>
              <a:gd name="csY43" fmla="*/ 17777 h 116951"/>
              <a:gd name="csX44" fmla="*/ 124048 w 149018"/>
              <a:gd name="csY44" fmla="*/ 17777 h 116951"/>
              <a:gd name="csX45" fmla="*/ 107372 w 149018"/>
              <a:gd name="csY45" fmla="*/ 4355 h 116951"/>
              <a:gd name="csX46" fmla="*/ 107365 w 149018"/>
              <a:gd name="csY46" fmla="*/ 4355 h 116951"/>
              <a:gd name="csX47" fmla="*/ 74510 w 149018"/>
              <a:gd name="csY47" fmla="*/ 0 h 116951"/>
              <a:gd name="csX48" fmla="*/ 74510 w 149018"/>
              <a:gd name="csY48" fmla="*/ 10632 h 116951"/>
              <a:gd name="csX49" fmla="*/ 104651 w 149018"/>
              <a:gd name="csY49" fmla="*/ 14630 h 116951"/>
              <a:gd name="csX50" fmla="*/ 114613 w 149018"/>
              <a:gd name="csY50" fmla="*/ 22676 h 116951"/>
              <a:gd name="csX51" fmla="*/ 121743 w 149018"/>
              <a:gd name="csY51" fmla="*/ 36404 h 116951"/>
              <a:gd name="csX52" fmla="*/ 120193 w 149018"/>
              <a:gd name="csY52" fmla="*/ 36013 h 116951"/>
              <a:gd name="csX53" fmla="*/ 74510 w 149018"/>
              <a:gd name="csY53" fmla="*/ 31896 h 116951"/>
              <a:gd name="csX54" fmla="*/ 28826 w 149018"/>
              <a:gd name="csY54" fmla="*/ 36013 h 116951"/>
              <a:gd name="csX55" fmla="*/ 27283 w 149018"/>
              <a:gd name="csY55" fmla="*/ 36404 h 116951"/>
              <a:gd name="csX56" fmla="*/ 34413 w 149018"/>
              <a:gd name="csY56" fmla="*/ 22676 h 116951"/>
              <a:gd name="csX57" fmla="*/ 44374 w 149018"/>
              <a:gd name="csY57" fmla="*/ 14630 h 116951"/>
              <a:gd name="csX58" fmla="*/ 74510 w 149018"/>
              <a:gd name="csY58" fmla="*/ 10632 h 116951"/>
              <a:gd name="csX59" fmla="*/ 19571 w 149018"/>
              <a:gd name="csY59" fmla="*/ 53160 h 116951"/>
              <a:gd name="csX60" fmla="*/ 28431 w 149018"/>
              <a:gd name="csY60" fmla="*/ 62022 h 116951"/>
              <a:gd name="csX61" fmla="*/ 19571 w 149018"/>
              <a:gd name="csY61" fmla="*/ 70885 h 116951"/>
              <a:gd name="csX62" fmla="*/ 10710 w 149018"/>
              <a:gd name="csY62" fmla="*/ 62022 h 116951"/>
              <a:gd name="csX63" fmla="*/ 19571 w 149018"/>
              <a:gd name="csY63" fmla="*/ 53160 h 116951"/>
              <a:gd name="csX64" fmla="*/ 129448 w 149018"/>
              <a:gd name="csY64" fmla="*/ 53160 h 116951"/>
              <a:gd name="csX65" fmla="*/ 138311 w 149018"/>
              <a:gd name="csY65" fmla="*/ 62022 h 116951"/>
              <a:gd name="csX66" fmla="*/ 129448 w 149018"/>
              <a:gd name="csY66" fmla="*/ 70885 h 116951"/>
              <a:gd name="csX67" fmla="*/ 120588 w 149018"/>
              <a:gd name="csY67" fmla="*/ 62022 h 116951"/>
              <a:gd name="csX68" fmla="*/ 129448 w 149018"/>
              <a:gd name="csY68" fmla="*/ 53160 h 116951"/>
              <a:gd name="csX69" fmla="*/ 44381 w 149018"/>
              <a:gd name="csY69" fmla="*/ 74424 h 116951"/>
              <a:gd name="csX70" fmla="*/ 104638 w 149018"/>
              <a:gd name="csY70" fmla="*/ 74424 h 116951"/>
              <a:gd name="csX71" fmla="*/ 109386 w 149018"/>
              <a:gd name="csY71" fmla="*/ 77366 h 116951"/>
              <a:gd name="csX72" fmla="*/ 108888 w 149018"/>
              <a:gd name="csY72" fmla="*/ 82929 h 116951"/>
              <a:gd name="csX73" fmla="*/ 104638 w 149018"/>
              <a:gd name="csY73" fmla="*/ 88594 h 116951"/>
              <a:gd name="csX74" fmla="*/ 44381 w 149018"/>
              <a:gd name="csY74" fmla="*/ 88594 h 116951"/>
              <a:gd name="csX75" fmla="*/ 40131 w 149018"/>
              <a:gd name="csY75" fmla="*/ 82929 h 116951"/>
              <a:gd name="csX76" fmla="*/ 39633 w 149018"/>
              <a:gd name="csY76" fmla="*/ 77366 h 116951"/>
              <a:gd name="csX77" fmla="*/ 44381 w 149018"/>
              <a:gd name="csY77" fmla="*/ 74424 h 116951"/>
            </a:gdLst>
            <a:ahLst/>
            <a:cxnLst/>
            <a:rect l="l" t="t" r="r" b="b"/>
            <a:pathLst>
              <a:path w="100000" h="100000">
                <a:moveTo>
                  <a:pt x="50001" y="10759"/>
                </a:moveTo>
                <a:cubicBezTo>
                  <a:pt x="40943" y="10759"/>
                  <a:pt x="33126" y="12312"/>
                  <a:pt x="27952" y="13682"/>
                </a:cubicBezTo>
                <a:cubicBezTo>
                  <a:pt x="23099" y="14960"/>
                  <a:pt x="19056" y="18259"/>
                  <a:pt x="16761" y="22689"/>
                </a:cubicBezTo>
                <a:lnTo>
                  <a:pt x="11753" y="32335"/>
                </a:lnTo>
                <a:cubicBezTo>
                  <a:pt x="11383" y="32221"/>
                  <a:pt x="10996" y="32164"/>
                  <a:pt x="10605" y="32164"/>
                </a:cubicBezTo>
                <a:lnTo>
                  <a:pt x="3619" y="32164"/>
                </a:lnTo>
                <a:cubicBezTo>
                  <a:pt x="3145" y="32152"/>
                  <a:pt x="2676" y="32243"/>
                  <a:pt x="2238" y="32426"/>
                </a:cubicBezTo>
                <a:cubicBezTo>
                  <a:pt x="1799" y="32597"/>
                  <a:pt x="1400" y="32859"/>
                  <a:pt x="1063" y="33191"/>
                </a:cubicBezTo>
                <a:cubicBezTo>
                  <a:pt x="726" y="33522"/>
                  <a:pt x="459" y="33922"/>
                  <a:pt x="276" y="34355"/>
                </a:cubicBezTo>
                <a:cubicBezTo>
                  <a:pt x="94" y="34789"/>
                  <a:pt x="0" y="35257"/>
                  <a:pt x="0" y="35725"/>
                </a:cubicBezTo>
                <a:cubicBezTo>
                  <a:pt x="0" y="36205"/>
                  <a:pt x="94" y="36672"/>
                  <a:pt x="276" y="37107"/>
                </a:cubicBezTo>
                <a:cubicBezTo>
                  <a:pt x="459" y="37540"/>
                  <a:pt x="726" y="37940"/>
                  <a:pt x="1063" y="38271"/>
                </a:cubicBezTo>
                <a:cubicBezTo>
                  <a:pt x="1400" y="38602"/>
                  <a:pt x="1799" y="38864"/>
                  <a:pt x="2238" y="39036"/>
                </a:cubicBezTo>
                <a:cubicBezTo>
                  <a:pt x="2676" y="39218"/>
                  <a:pt x="3145" y="39310"/>
                  <a:pt x="3619" y="39298"/>
                </a:cubicBezTo>
                <a:lnTo>
                  <a:pt x="7376" y="39298"/>
                </a:lnTo>
                <a:cubicBezTo>
                  <a:pt x="7083" y="39469"/>
                  <a:pt x="6712" y="39572"/>
                  <a:pt x="6429" y="39755"/>
                </a:cubicBezTo>
                <a:cubicBezTo>
                  <a:pt x="2882" y="42026"/>
                  <a:pt x="52" y="45600"/>
                  <a:pt x="52" y="49994"/>
                </a:cubicBezTo>
                <a:lnTo>
                  <a:pt x="52" y="73784"/>
                </a:lnTo>
                <a:lnTo>
                  <a:pt x="52" y="84481"/>
                </a:lnTo>
                <a:cubicBezTo>
                  <a:pt x="52" y="87117"/>
                  <a:pt x="2180" y="89241"/>
                  <a:pt x="4807" y="89241"/>
                </a:cubicBezTo>
                <a:lnTo>
                  <a:pt x="9565" y="89241"/>
                </a:lnTo>
                <a:cubicBezTo>
                  <a:pt x="12193" y="89241"/>
                  <a:pt x="14322" y="87117"/>
                  <a:pt x="14322" y="84481"/>
                </a:cubicBezTo>
                <a:lnTo>
                  <a:pt x="14322" y="77346"/>
                </a:lnTo>
                <a:lnTo>
                  <a:pt x="85679" y="77346"/>
                </a:lnTo>
                <a:lnTo>
                  <a:pt x="85679" y="84481"/>
                </a:lnTo>
                <a:cubicBezTo>
                  <a:pt x="85679" y="87117"/>
                  <a:pt x="87807" y="89241"/>
                  <a:pt x="90435" y="89241"/>
                </a:cubicBezTo>
                <a:lnTo>
                  <a:pt x="95193" y="89241"/>
                </a:lnTo>
                <a:cubicBezTo>
                  <a:pt x="97821" y="89241"/>
                  <a:pt x="99950" y="87117"/>
                  <a:pt x="99950" y="84481"/>
                </a:cubicBezTo>
                <a:lnTo>
                  <a:pt x="99950" y="73784"/>
                </a:lnTo>
                <a:lnTo>
                  <a:pt x="99950" y="49994"/>
                </a:lnTo>
                <a:cubicBezTo>
                  <a:pt x="99950" y="45600"/>
                  <a:pt x="97119" y="42026"/>
                  <a:pt x="93571" y="39755"/>
                </a:cubicBezTo>
                <a:cubicBezTo>
                  <a:pt x="93289" y="39572"/>
                  <a:pt x="92918" y="39469"/>
                  <a:pt x="92624" y="39298"/>
                </a:cubicBezTo>
                <a:lnTo>
                  <a:pt x="96382" y="39298"/>
                </a:lnTo>
                <a:cubicBezTo>
                  <a:pt x="96855" y="39310"/>
                  <a:pt x="97324" y="39218"/>
                  <a:pt x="97763" y="39036"/>
                </a:cubicBezTo>
                <a:cubicBezTo>
                  <a:pt x="98201" y="38864"/>
                  <a:pt x="98601" y="38602"/>
                  <a:pt x="98938" y="38271"/>
                </a:cubicBezTo>
                <a:cubicBezTo>
                  <a:pt x="99275" y="37940"/>
                  <a:pt x="99542" y="37540"/>
                  <a:pt x="99724" y="37107"/>
                </a:cubicBezTo>
                <a:cubicBezTo>
                  <a:pt x="99907" y="36672"/>
                  <a:pt x="100001" y="36205"/>
                  <a:pt x="100001" y="35725"/>
                </a:cubicBezTo>
                <a:cubicBezTo>
                  <a:pt x="100001" y="35257"/>
                  <a:pt x="99907" y="34789"/>
                  <a:pt x="99724" y="34355"/>
                </a:cubicBezTo>
                <a:cubicBezTo>
                  <a:pt x="99542" y="33922"/>
                  <a:pt x="99275" y="33522"/>
                  <a:pt x="98938" y="33191"/>
                </a:cubicBezTo>
                <a:cubicBezTo>
                  <a:pt x="98601" y="32859"/>
                  <a:pt x="98201" y="32597"/>
                  <a:pt x="97763" y="32426"/>
                </a:cubicBezTo>
                <a:cubicBezTo>
                  <a:pt x="97324" y="32243"/>
                  <a:pt x="96855" y="32152"/>
                  <a:pt x="96382" y="32164"/>
                </a:cubicBezTo>
                <a:lnTo>
                  <a:pt x="89470" y="32164"/>
                </a:lnTo>
                <a:cubicBezTo>
                  <a:pt x="89060" y="32164"/>
                  <a:pt x="88653" y="32221"/>
                  <a:pt x="88266" y="32358"/>
                </a:cubicBezTo>
                <a:lnTo>
                  <a:pt x="83244" y="22689"/>
                </a:lnTo>
                <a:lnTo>
                  <a:pt x="83244" y="22689"/>
                </a:lnTo>
                <a:cubicBezTo>
                  <a:pt x="80948" y="18259"/>
                  <a:pt x="76907" y="14960"/>
                  <a:pt x="72053" y="13682"/>
                </a:cubicBezTo>
                <a:lnTo>
                  <a:pt x="72048" y="13682"/>
                </a:lnTo>
                <a:cubicBezTo>
                  <a:pt x="66872" y="12312"/>
                  <a:pt x="59058" y="10759"/>
                  <a:pt x="50001" y="10759"/>
                </a:cubicBezTo>
                <a:close/>
                <a:moveTo>
                  <a:pt x="50001" y="17894"/>
                </a:moveTo>
                <a:cubicBezTo>
                  <a:pt x="58239" y="17894"/>
                  <a:pt x="65485" y="19321"/>
                  <a:pt x="70227" y="20577"/>
                </a:cubicBezTo>
                <a:cubicBezTo>
                  <a:pt x="73103" y="21330"/>
                  <a:pt x="75522" y="23293"/>
                  <a:pt x="76912" y="25976"/>
                </a:cubicBezTo>
                <a:lnTo>
                  <a:pt x="81697" y="35189"/>
                </a:lnTo>
                <a:cubicBezTo>
                  <a:pt x="81349" y="35109"/>
                  <a:pt x="81015" y="35006"/>
                  <a:pt x="80657" y="34926"/>
                </a:cubicBezTo>
                <a:cubicBezTo>
                  <a:pt x="70823" y="32734"/>
                  <a:pt x="59079" y="32164"/>
                  <a:pt x="50001" y="32164"/>
                </a:cubicBezTo>
                <a:cubicBezTo>
                  <a:pt x="40922" y="32164"/>
                  <a:pt x="29177" y="32734"/>
                  <a:pt x="19344" y="34926"/>
                </a:cubicBezTo>
                <a:cubicBezTo>
                  <a:pt x="18986" y="35006"/>
                  <a:pt x="18655" y="35097"/>
                  <a:pt x="18309" y="35189"/>
                </a:cubicBezTo>
                <a:lnTo>
                  <a:pt x="23093" y="25976"/>
                </a:lnTo>
                <a:cubicBezTo>
                  <a:pt x="24480" y="23293"/>
                  <a:pt x="26901" y="21330"/>
                  <a:pt x="29778" y="20577"/>
                </a:cubicBezTo>
                <a:cubicBezTo>
                  <a:pt x="34517" y="19321"/>
                  <a:pt x="41761" y="17894"/>
                  <a:pt x="50001" y="17894"/>
                </a:cubicBezTo>
                <a:close/>
                <a:moveTo>
                  <a:pt x="13133" y="46433"/>
                </a:moveTo>
                <a:cubicBezTo>
                  <a:pt x="16415" y="46433"/>
                  <a:pt x="19079" y="49092"/>
                  <a:pt x="19079" y="52380"/>
                </a:cubicBezTo>
                <a:cubicBezTo>
                  <a:pt x="19079" y="55657"/>
                  <a:pt x="16415" y="58328"/>
                  <a:pt x="13133" y="58328"/>
                </a:cubicBezTo>
                <a:cubicBezTo>
                  <a:pt x="9850" y="58328"/>
                  <a:pt x="7187" y="55657"/>
                  <a:pt x="7187" y="52380"/>
                </a:cubicBezTo>
                <a:cubicBezTo>
                  <a:pt x="7187" y="49092"/>
                  <a:pt x="9850" y="46433"/>
                  <a:pt x="13133" y="46433"/>
                </a:cubicBezTo>
                <a:close/>
                <a:moveTo>
                  <a:pt x="86867" y="46433"/>
                </a:moveTo>
                <a:cubicBezTo>
                  <a:pt x="90150" y="46433"/>
                  <a:pt x="92815" y="49092"/>
                  <a:pt x="92815" y="52380"/>
                </a:cubicBezTo>
                <a:cubicBezTo>
                  <a:pt x="92815" y="55657"/>
                  <a:pt x="90150" y="58328"/>
                  <a:pt x="86867" y="58328"/>
                </a:cubicBezTo>
                <a:cubicBezTo>
                  <a:pt x="83585" y="58328"/>
                  <a:pt x="80922" y="55657"/>
                  <a:pt x="80922" y="52380"/>
                </a:cubicBezTo>
                <a:cubicBezTo>
                  <a:pt x="80922" y="49092"/>
                  <a:pt x="83585" y="46433"/>
                  <a:pt x="86867" y="46433"/>
                </a:cubicBezTo>
                <a:close/>
                <a:moveTo>
                  <a:pt x="29782" y="60702"/>
                </a:moveTo>
                <a:lnTo>
                  <a:pt x="70218" y="60702"/>
                </a:lnTo>
                <a:cubicBezTo>
                  <a:pt x="71573" y="60702"/>
                  <a:pt x="72810" y="61467"/>
                  <a:pt x="73405" y="62677"/>
                </a:cubicBezTo>
                <a:cubicBezTo>
                  <a:pt x="74023" y="63887"/>
                  <a:pt x="73880" y="65337"/>
                  <a:pt x="73070" y="66410"/>
                </a:cubicBezTo>
                <a:lnTo>
                  <a:pt x="70218" y="70211"/>
                </a:lnTo>
                <a:lnTo>
                  <a:pt x="29782" y="70211"/>
                </a:lnTo>
                <a:lnTo>
                  <a:pt x="26930" y="66410"/>
                </a:lnTo>
                <a:cubicBezTo>
                  <a:pt x="26121" y="65337"/>
                  <a:pt x="25977" y="63887"/>
                  <a:pt x="26596" y="62677"/>
                </a:cubicBezTo>
                <a:cubicBezTo>
                  <a:pt x="27191" y="61467"/>
                  <a:pt x="28427" y="60702"/>
                  <a:pt x="29782" y="6070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8" name="Чёрный — SVG 23">
            <a:extLst>
              <a:ext uri="{FF2B5EF4-FFF2-40B4-BE49-F238E27FC236}">
                <a16:creationId xmlns:a16="http://schemas.microsoft.com/office/drawing/2014/main" id="{5B715EC5-E17C-5942-8B52-FF854C54D872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75505 w 126902"/>
              <a:gd name="csY0" fmla="*/ 0 h 134676"/>
              <a:gd name="csX1" fmla="*/ 70197 w 126902"/>
              <a:gd name="csY1" fmla="*/ 5307 h 134676"/>
              <a:gd name="csX2" fmla="*/ 70197 w 126902"/>
              <a:gd name="csY2" fmla="*/ 53160 h 134676"/>
              <a:gd name="csX3" fmla="*/ 126903 w 126902"/>
              <a:gd name="csY3" fmla="*/ 53160 h 134676"/>
              <a:gd name="csX4" fmla="*/ 126903 w 126902"/>
              <a:gd name="csY4" fmla="*/ 50795 h 134676"/>
              <a:gd name="csX5" fmla="*/ 75505 w 126902"/>
              <a:gd name="csY5" fmla="*/ 0 h 134676"/>
              <a:gd name="csX6" fmla="*/ 36528 w 126902"/>
              <a:gd name="csY6" fmla="*/ 7094 h 134676"/>
              <a:gd name="csX7" fmla="*/ 27749 w 126902"/>
              <a:gd name="csY7" fmla="*/ 10717 h 134676"/>
              <a:gd name="csX8" fmla="*/ 24125 w 126902"/>
              <a:gd name="csY8" fmla="*/ 19495 h 134676"/>
              <a:gd name="csX9" fmla="*/ 27749 w 126902"/>
              <a:gd name="csY9" fmla="*/ 28255 h 134676"/>
              <a:gd name="csX10" fmla="*/ 36528 w 126902"/>
              <a:gd name="csY10" fmla="*/ 31896 h 134676"/>
              <a:gd name="csX11" fmla="*/ 45290 w 126902"/>
              <a:gd name="csY11" fmla="*/ 28255 h 134676"/>
              <a:gd name="csX12" fmla="*/ 48930 w 126902"/>
              <a:gd name="csY12" fmla="*/ 19495 h 134676"/>
              <a:gd name="csX13" fmla="*/ 45290 w 126902"/>
              <a:gd name="csY13" fmla="*/ 10717 h 134676"/>
              <a:gd name="csX14" fmla="*/ 36528 w 126902"/>
              <a:gd name="csY14" fmla="*/ 7094 h 134676"/>
              <a:gd name="csX15" fmla="*/ 27663 w 126902"/>
              <a:gd name="csY15" fmla="*/ 38990 h 134676"/>
              <a:gd name="csX16" fmla="*/ 17030 w 126902"/>
              <a:gd name="csY16" fmla="*/ 49621 h 134676"/>
              <a:gd name="csX17" fmla="*/ 17030 w 126902"/>
              <a:gd name="csY17" fmla="*/ 53160 h 134676"/>
              <a:gd name="csX18" fmla="*/ 56025 w 126902"/>
              <a:gd name="csY18" fmla="*/ 53160 h 134676"/>
              <a:gd name="csX19" fmla="*/ 56025 w 126902"/>
              <a:gd name="csY19" fmla="*/ 49621 h 134676"/>
              <a:gd name="csX20" fmla="*/ 45392 w 126902"/>
              <a:gd name="csY20" fmla="*/ 38990 h 134676"/>
              <a:gd name="csX21" fmla="*/ 27663 w 126902"/>
              <a:gd name="csY21" fmla="*/ 38990 h 134676"/>
              <a:gd name="csX22" fmla="*/ 0 w 126902"/>
              <a:gd name="csY22" fmla="*/ 63792 h 134676"/>
              <a:gd name="csX23" fmla="*/ 19395 w 126902"/>
              <a:gd name="csY23" fmla="*/ 99838 h 134676"/>
              <a:gd name="csX24" fmla="*/ 10838 w 126902"/>
              <a:gd name="csY24" fmla="*/ 104891 h 134676"/>
              <a:gd name="csX25" fmla="*/ 6397 w 126902"/>
              <a:gd name="csY25" fmla="*/ 116951 h 134676"/>
              <a:gd name="csX26" fmla="*/ 10838 w 126902"/>
              <a:gd name="csY26" fmla="*/ 129012 h 134676"/>
              <a:gd name="csX27" fmla="*/ 24125 w 126902"/>
              <a:gd name="csY27" fmla="*/ 134677 h 134676"/>
              <a:gd name="csX28" fmla="*/ 37395 w 126902"/>
              <a:gd name="csY28" fmla="*/ 129012 h 134676"/>
              <a:gd name="csX29" fmla="*/ 41836 w 126902"/>
              <a:gd name="csY29" fmla="*/ 116951 h 134676"/>
              <a:gd name="csX30" fmla="*/ 41444 w 126902"/>
              <a:gd name="csY30" fmla="*/ 113226 h 134676"/>
              <a:gd name="csX31" fmla="*/ 63102 w 126902"/>
              <a:gd name="csY31" fmla="*/ 116951 h 134676"/>
              <a:gd name="csX32" fmla="*/ 84778 w 126902"/>
              <a:gd name="csY32" fmla="*/ 113226 h 134676"/>
              <a:gd name="csX33" fmla="*/ 84369 w 126902"/>
              <a:gd name="csY33" fmla="*/ 116951 h 134676"/>
              <a:gd name="csX34" fmla="*/ 88827 w 126902"/>
              <a:gd name="csY34" fmla="*/ 129012 h 134676"/>
              <a:gd name="csX35" fmla="*/ 102097 w 126902"/>
              <a:gd name="csY35" fmla="*/ 134677 h 134676"/>
              <a:gd name="csX36" fmla="*/ 115368 w 126902"/>
              <a:gd name="csY36" fmla="*/ 129012 h 134676"/>
              <a:gd name="csX37" fmla="*/ 119826 w 126902"/>
              <a:gd name="csY37" fmla="*/ 116951 h 134676"/>
              <a:gd name="csX38" fmla="*/ 115368 w 126902"/>
              <a:gd name="csY38" fmla="*/ 104891 h 134676"/>
              <a:gd name="csX39" fmla="*/ 106827 w 126902"/>
              <a:gd name="csY39" fmla="*/ 99838 h 134676"/>
              <a:gd name="csX40" fmla="*/ 126222 w 126902"/>
              <a:gd name="csY40" fmla="*/ 63792 h 134676"/>
              <a:gd name="csX41" fmla="*/ 0 w 126902"/>
              <a:gd name="csY41" fmla="*/ 63792 h 134676"/>
              <a:gd name="csX42" fmla="*/ 24125 w 126902"/>
              <a:gd name="csY42" fmla="*/ 109858 h 134676"/>
              <a:gd name="csX43" fmla="*/ 29450 w 126902"/>
              <a:gd name="csY43" fmla="*/ 111950 h 134676"/>
              <a:gd name="csX44" fmla="*/ 31202 w 126902"/>
              <a:gd name="csY44" fmla="*/ 116951 h 134676"/>
              <a:gd name="csX45" fmla="*/ 29450 w 126902"/>
              <a:gd name="csY45" fmla="*/ 121953 h 134676"/>
              <a:gd name="csX46" fmla="*/ 24125 w 126902"/>
              <a:gd name="csY46" fmla="*/ 124045 h 134676"/>
              <a:gd name="csX47" fmla="*/ 18783 w 126902"/>
              <a:gd name="csY47" fmla="*/ 121953 h 134676"/>
              <a:gd name="csX48" fmla="*/ 17030 w 126902"/>
              <a:gd name="csY48" fmla="*/ 116951 h 134676"/>
              <a:gd name="csX49" fmla="*/ 18783 w 126902"/>
              <a:gd name="csY49" fmla="*/ 111950 h 134676"/>
              <a:gd name="csX50" fmla="*/ 24125 w 126902"/>
              <a:gd name="csY50" fmla="*/ 109858 h 134676"/>
              <a:gd name="csX51" fmla="*/ 102097 w 126902"/>
              <a:gd name="csY51" fmla="*/ 109858 h 134676"/>
              <a:gd name="csX52" fmla="*/ 107423 w 126902"/>
              <a:gd name="csY52" fmla="*/ 111950 h 134676"/>
              <a:gd name="csX53" fmla="*/ 109192 w 126902"/>
              <a:gd name="csY53" fmla="*/ 116951 h 134676"/>
              <a:gd name="csX54" fmla="*/ 107423 w 126902"/>
              <a:gd name="csY54" fmla="*/ 121953 h 134676"/>
              <a:gd name="csX55" fmla="*/ 102097 w 126902"/>
              <a:gd name="csY55" fmla="*/ 124045 h 134676"/>
              <a:gd name="csX56" fmla="*/ 96772 w 126902"/>
              <a:gd name="csY56" fmla="*/ 121953 h 134676"/>
              <a:gd name="csX57" fmla="*/ 95003 w 126902"/>
              <a:gd name="csY57" fmla="*/ 116951 h 134676"/>
              <a:gd name="csX58" fmla="*/ 96772 w 126902"/>
              <a:gd name="csY58" fmla="*/ 111950 h 134676"/>
              <a:gd name="csX59" fmla="*/ 102097 w 126902"/>
              <a:gd name="csY59" fmla="*/ 109858 h 134676"/>
            </a:gdLst>
            <a:ahLst/>
            <a:cxnLst/>
            <a:rect l="l" t="t" r="r" b="b"/>
            <a:pathLst>
              <a:path w="100000" h="100000">
                <a:moveTo>
                  <a:pt x="58950" y="0"/>
                </a:moveTo>
                <a:cubicBezTo>
                  <a:pt x="56778" y="0"/>
                  <a:pt x="55009" y="1769"/>
                  <a:pt x="55009" y="3941"/>
                </a:cubicBezTo>
                <a:lnTo>
                  <a:pt x="55009" y="39473"/>
                </a:lnTo>
                <a:lnTo>
                  <a:pt x="97115" y="39473"/>
                </a:lnTo>
                <a:lnTo>
                  <a:pt x="97115" y="37716"/>
                </a:lnTo>
                <a:cubicBezTo>
                  <a:pt x="97115" y="16913"/>
                  <a:pt x="79997" y="0"/>
                  <a:pt x="58950" y="0"/>
                </a:cubicBezTo>
                <a:close/>
                <a:moveTo>
                  <a:pt x="30009" y="5267"/>
                </a:moveTo>
                <a:cubicBezTo>
                  <a:pt x="27558" y="5267"/>
                  <a:pt x="25221" y="6228"/>
                  <a:pt x="23490" y="7958"/>
                </a:cubicBezTo>
                <a:cubicBezTo>
                  <a:pt x="21760" y="9688"/>
                  <a:pt x="20800" y="12025"/>
                  <a:pt x="20800" y="14475"/>
                </a:cubicBezTo>
                <a:cubicBezTo>
                  <a:pt x="20800" y="16913"/>
                  <a:pt x="21760" y="19263"/>
                  <a:pt x="23490" y="20980"/>
                </a:cubicBezTo>
                <a:cubicBezTo>
                  <a:pt x="25221" y="22711"/>
                  <a:pt x="27558" y="23684"/>
                  <a:pt x="30009" y="23684"/>
                </a:cubicBezTo>
                <a:cubicBezTo>
                  <a:pt x="32447" y="23684"/>
                  <a:pt x="34796" y="22711"/>
                  <a:pt x="36515" y="20980"/>
                </a:cubicBezTo>
                <a:cubicBezTo>
                  <a:pt x="38246" y="19263"/>
                  <a:pt x="39218" y="16913"/>
                  <a:pt x="39218" y="14475"/>
                </a:cubicBezTo>
                <a:cubicBezTo>
                  <a:pt x="39218" y="12025"/>
                  <a:pt x="38246" y="9688"/>
                  <a:pt x="36515" y="7958"/>
                </a:cubicBezTo>
                <a:cubicBezTo>
                  <a:pt x="34796" y="6228"/>
                  <a:pt x="32447" y="5267"/>
                  <a:pt x="30009" y="5267"/>
                </a:cubicBezTo>
                <a:close/>
                <a:moveTo>
                  <a:pt x="23427" y="28951"/>
                </a:moveTo>
                <a:cubicBezTo>
                  <a:pt x="19069" y="28951"/>
                  <a:pt x="15531" y="32474"/>
                  <a:pt x="15531" y="36845"/>
                </a:cubicBezTo>
                <a:lnTo>
                  <a:pt x="15531" y="39473"/>
                </a:lnTo>
                <a:lnTo>
                  <a:pt x="44486" y="39473"/>
                </a:lnTo>
                <a:lnTo>
                  <a:pt x="44486" y="36845"/>
                </a:lnTo>
                <a:cubicBezTo>
                  <a:pt x="44486" y="32474"/>
                  <a:pt x="40949" y="28951"/>
                  <a:pt x="36591" y="28951"/>
                </a:cubicBezTo>
                <a:lnTo>
                  <a:pt x="23427" y="28951"/>
                </a:lnTo>
                <a:close/>
                <a:moveTo>
                  <a:pt x="2886" y="47367"/>
                </a:moveTo>
                <a:cubicBezTo>
                  <a:pt x="4655" y="57964"/>
                  <a:pt x="9872" y="67223"/>
                  <a:pt x="17287" y="74132"/>
                </a:cubicBezTo>
                <a:cubicBezTo>
                  <a:pt x="14723" y="74777"/>
                  <a:pt x="12512" y="76115"/>
                  <a:pt x="10934" y="77884"/>
                </a:cubicBezTo>
                <a:cubicBezTo>
                  <a:pt x="8672" y="80423"/>
                  <a:pt x="7636" y="83656"/>
                  <a:pt x="7636" y="86839"/>
                </a:cubicBezTo>
                <a:cubicBezTo>
                  <a:pt x="7636" y="90022"/>
                  <a:pt x="8672" y="93256"/>
                  <a:pt x="10934" y="95794"/>
                </a:cubicBezTo>
                <a:cubicBezTo>
                  <a:pt x="13195" y="98333"/>
                  <a:pt x="16732" y="100001"/>
                  <a:pt x="20800" y="100001"/>
                </a:cubicBezTo>
                <a:cubicBezTo>
                  <a:pt x="24855" y="100001"/>
                  <a:pt x="28392" y="98333"/>
                  <a:pt x="30653" y="95794"/>
                </a:cubicBezTo>
                <a:cubicBezTo>
                  <a:pt x="32915" y="93256"/>
                  <a:pt x="33950" y="90022"/>
                  <a:pt x="33950" y="86839"/>
                </a:cubicBezTo>
                <a:cubicBezTo>
                  <a:pt x="33950" y="85917"/>
                  <a:pt x="33837" y="84982"/>
                  <a:pt x="33659" y="84073"/>
                </a:cubicBezTo>
                <a:cubicBezTo>
                  <a:pt x="38688" y="85853"/>
                  <a:pt x="44095" y="86839"/>
                  <a:pt x="49741" y="86839"/>
                </a:cubicBezTo>
                <a:cubicBezTo>
                  <a:pt x="55400" y="86839"/>
                  <a:pt x="60808" y="85853"/>
                  <a:pt x="65836" y="84073"/>
                </a:cubicBezTo>
                <a:cubicBezTo>
                  <a:pt x="65659" y="84982"/>
                  <a:pt x="65532" y="85917"/>
                  <a:pt x="65532" y="86839"/>
                </a:cubicBezTo>
                <a:cubicBezTo>
                  <a:pt x="65532" y="90022"/>
                  <a:pt x="66581" y="93256"/>
                  <a:pt x="68842" y="95794"/>
                </a:cubicBezTo>
                <a:cubicBezTo>
                  <a:pt x="71091" y="98333"/>
                  <a:pt x="74641" y="100001"/>
                  <a:pt x="78696" y="100001"/>
                </a:cubicBezTo>
                <a:cubicBezTo>
                  <a:pt x="82751" y="100001"/>
                  <a:pt x="86300" y="98333"/>
                  <a:pt x="88550" y="95794"/>
                </a:cubicBezTo>
                <a:cubicBezTo>
                  <a:pt x="90811" y="93256"/>
                  <a:pt x="91860" y="90022"/>
                  <a:pt x="91860" y="86839"/>
                </a:cubicBezTo>
                <a:cubicBezTo>
                  <a:pt x="91860" y="83656"/>
                  <a:pt x="90811" y="80423"/>
                  <a:pt x="88550" y="77884"/>
                </a:cubicBezTo>
                <a:cubicBezTo>
                  <a:pt x="86983" y="76115"/>
                  <a:pt x="84772" y="74777"/>
                  <a:pt x="82208" y="74132"/>
                </a:cubicBezTo>
                <a:cubicBezTo>
                  <a:pt x="89623" y="67223"/>
                  <a:pt x="94841" y="57964"/>
                  <a:pt x="96609" y="47367"/>
                </a:cubicBezTo>
                <a:lnTo>
                  <a:pt x="2886" y="47367"/>
                </a:lnTo>
                <a:close/>
                <a:moveTo>
                  <a:pt x="20800" y="81572"/>
                </a:moveTo>
                <a:cubicBezTo>
                  <a:pt x="22884" y="81572"/>
                  <a:pt x="23945" y="82216"/>
                  <a:pt x="24753" y="83125"/>
                </a:cubicBezTo>
                <a:cubicBezTo>
                  <a:pt x="25562" y="84048"/>
                  <a:pt x="26054" y="85412"/>
                  <a:pt x="26054" y="86839"/>
                </a:cubicBezTo>
                <a:cubicBezTo>
                  <a:pt x="26054" y="88267"/>
                  <a:pt x="25562" y="89631"/>
                  <a:pt x="24753" y="90553"/>
                </a:cubicBezTo>
                <a:cubicBezTo>
                  <a:pt x="23945" y="91462"/>
                  <a:pt x="22884" y="92106"/>
                  <a:pt x="20800" y="92106"/>
                </a:cubicBezTo>
                <a:cubicBezTo>
                  <a:pt x="18715" y="92106"/>
                  <a:pt x="17654" y="91462"/>
                  <a:pt x="16833" y="90553"/>
                </a:cubicBezTo>
                <a:cubicBezTo>
                  <a:pt x="16024" y="89631"/>
                  <a:pt x="15531" y="88267"/>
                  <a:pt x="15531" y="86839"/>
                </a:cubicBezTo>
                <a:cubicBezTo>
                  <a:pt x="15531" y="85412"/>
                  <a:pt x="16024" y="84048"/>
                  <a:pt x="16833" y="83125"/>
                </a:cubicBezTo>
                <a:cubicBezTo>
                  <a:pt x="17654" y="82216"/>
                  <a:pt x="18715" y="81572"/>
                  <a:pt x="20800" y="81572"/>
                </a:cubicBezTo>
                <a:close/>
                <a:moveTo>
                  <a:pt x="78696" y="81572"/>
                </a:moveTo>
                <a:cubicBezTo>
                  <a:pt x="80781" y="81572"/>
                  <a:pt x="81842" y="82216"/>
                  <a:pt x="82650" y="83125"/>
                </a:cubicBezTo>
                <a:cubicBezTo>
                  <a:pt x="83471" y="84048"/>
                  <a:pt x="83964" y="85412"/>
                  <a:pt x="83964" y="86839"/>
                </a:cubicBezTo>
                <a:cubicBezTo>
                  <a:pt x="83964" y="88267"/>
                  <a:pt x="83471" y="89631"/>
                  <a:pt x="82650" y="90553"/>
                </a:cubicBezTo>
                <a:cubicBezTo>
                  <a:pt x="81842" y="91462"/>
                  <a:pt x="80781" y="92106"/>
                  <a:pt x="78696" y="92106"/>
                </a:cubicBezTo>
                <a:cubicBezTo>
                  <a:pt x="76611" y="92106"/>
                  <a:pt x="75550" y="91462"/>
                  <a:pt x="74742" y="90553"/>
                </a:cubicBezTo>
                <a:cubicBezTo>
                  <a:pt x="73920" y="89631"/>
                  <a:pt x="73428" y="88267"/>
                  <a:pt x="73428" y="86839"/>
                </a:cubicBezTo>
                <a:cubicBezTo>
                  <a:pt x="73428" y="85412"/>
                  <a:pt x="73920" y="84048"/>
                  <a:pt x="74742" y="83125"/>
                </a:cubicBezTo>
                <a:cubicBezTo>
                  <a:pt x="75550" y="82216"/>
                  <a:pt x="76611" y="81572"/>
                  <a:pt x="78696" y="8157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9" name="Чёрный — SVG 24">
            <a:extLst>
              <a:ext uri="{FF2B5EF4-FFF2-40B4-BE49-F238E27FC236}">
                <a16:creationId xmlns:a16="http://schemas.microsoft.com/office/drawing/2014/main" id="{F68A8A2B-E251-D849-AB33-B7948DDDE78C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44767 w 131148"/>
              <a:gd name="csY0" fmla="*/ 0 h 131121"/>
              <a:gd name="csX1" fmla="*/ 30969 w 131148"/>
              <a:gd name="csY1" fmla="*/ 5699 h 131121"/>
              <a:gd name="csX2" fmla="*/ 23500 w 131148"/>
              <a:gd name="csY2" fmla="*/ 13184 h 131121"/>
              <a:gd name="csX3" fmla="*/ 38625 w 131148"/>
              <a:gd name="csY3" fmla="*/ 28289 h 131121"/>
              <a:gd name="csX4" fmla="*/ 59892 w 131148"/>
              <a:gd name="csY4" fmla="*/ 7026 h 131121"/>
              <a:gd name="csX5" fmla="*/ 58564 w 131148"/>
              <a:gd name="csY5" fmla="*/ 5699 h 131121"/>
              <a:gd name="csX6" fmla="*/ 44767 w 131148"/>
              <a:gd name="csY6" fmla="*/ 0 h 131121"/>
              <a:gd name="csX7" fmla="*/ 67020 w 131148"/>
              <a:gd name="csY7" fmla="*/ 14170 h 131121"/>
              <a:gd name="csX8" fmla="*/ 45754 w 131148"/>
              <a:gd name="csY8" fmla="*/ 35434 h 131121"/>
              <a:gd name="csX9" fmla="*/ 59449 w 131148"/>
              <a:gd name="csY9" fmla="*/ 49128 h 131121"/>
              <a:gd name="csX10" fmla="*/ 51929 w 131148"/>
              <a:gd name="csY10" fmla="*/ 56647 h 131121"/>
              <a:gd name="csX11" fmla="*/ 38234 w 131148"/>
              <a:gd name="csY11" fmla="*/ 42953 h 131121"/>
              <a:gd name="csX12" fmla="*/ 17732 w 131148"/>
              <a:gd name="csY12" fmla="*/ 63452 h 131121"/>
              <a:gd name="csX13" fmla="*/ 34575 w 131148"/>
              <a:gd name="csY13" fmla="*/ 80309 h 131121"/>
              <a:gd name="csX14" fmla="*/ 1569 w 131148"/>
              <a:gd name="csY14" fmla="*/ 86808 h 131121"/>
              <a:gd name="csX15" fmla="*/ 1569 w 131148"/>
              <a:gd name="csY15" fmla="*/ 94326 h 131121"/>
              <a:gd name="csX16" fmla="*/ 15419 w 131148"/>
              <a:gd name="csY16" fmla="*/ 108191 h 131121"/>
              <a:gd name="csX17" fmla="*/ 12203 w 131148"/>
              <a:gd name="csY17" fmla="*/ 111406 h 131121"/>
              <a:gd name="csX18" fmla="*/ 10995 w 131148"/>
              <a:gd name="csY18" fmla="*/ 113141 h 131121"/>
              <a:gd name="csX19" fmla="*/ 10570 w 131148"/>
              <a:gd name="csY19" fmla="*/ 115199 h 131121"/>
              <a:gd name="csX20" fmla="*/ 10961 w 131148"/>
              <a:gd name="csY20" fmla="*/ 117258 h 131121"/>
              <a:gd name="csX21" fmla="*/ 12118 w 131148"/>
              <a:gd name="csY21" fmla="*/ 119010 h 131121"/>
              <a:gd name="csX22" fmla="*/ 13870 w 131148"/>
              <a:gd name="csY22" fmla="*/ 120166 h 131121"/>
              <a:gd name="csX23" fmla="*/ 15929 w 131148"/>
              <a:gd name="csY23" fmla="*/ 120558 h 131121"/>
              <a:gd name="csX24" fmla="*/ 17987 w 131148"/>
              <a:gd name="csY24" fmla="*/ 120132 h 131121"/>
              <a:gd name="csX25" fmla="*/ 19706 w 131148"/>
              <a:gd name="csY25" fmla="*/ 118925 h 131121"/>
              <a:gd name="csX26" fmla="*/ 22938 w 131148"/>
              <a:gd name="csY26" fmla="*/ 115710 h 131121"/>
              <a:gd name="csX27" fmla="*/ 36804 w 131148"/>
              <a:gd name="csY27" fmla="*/ 129557 h 131121"/>
              <a:gd name="csX28" fmla="*/ 40564 w 131148"/>
              <a:gd name="csY28" fmla="*/ 131122 h 131121"/>
              <a:gd name="csX29" fmla="*/ 44324 w 131148"/>
              <a:gd name="csY29" fmla="*/ 129557 h 131121"/>
              <a:gd name="csX30" fmla="*/ 53171 w 131148"/>
              <a:gd name="csY30" fmla="*/ 108191 h 131121"/>
              <a:gd name="csX31" fmla="*/ 50892 w 131148"/>
              <a:gd name="csY31" fmla="*/ 96623 h 131121"/>
              <a:gd name="csX32" fmla="*/ 66918 w 131148"/>
              <a:gd name="csY32" fmla="*/ 112647 h 131121"/>
              <a:gd name="csX33" fmla="*/ 87437 w 131148"/>
              <a:gd name="csY33" fmla="*/ 92132 h 131121"/>
              <a:gd name="csX34" fmla="*/ 74489 w 131148"/>
              <a:gd name="csY34" fmla="*/ 79204 h 131121"/>
              <a:gd name="csX35" fmla="*/ 82009 w 131148"/>
              <a:gd name="csY35" fmla="*/ 71685 h 131121"/>
              <a:gd name="csX36" fmla="*/ 94939 w 131148"/>
              <a:gd name="csY36" fmla="*/ 84630 h 131121"/>
              <a:gd name="csX37" fmla="*/ 116206 w 131148"/>
              <a:gd name="csY37" fmla="*/ 63366 h 131121"/>
              <a:gd name="csX38" fmla="*/ 103276 w 131148"/>
              <a:gd name="csY38" fmla="*/ 50421 h 131121"/>
              <a:gd name="csX39" fmla="*/ 112293 w 131148"/>
              <a:gd name="csY39" fmla="*/ 41388 h 131121"/>
              <a:gd name="csX40" fmla="*/ 112293 w 131148"/>
              <a:gd name="csY40" fmla="*/ 41388 h 131121"/>
              <a:gd name="csX41" fmla="*/ 112293 w 131148"/>
              <a:gd name="csY41" fmla="*/ 18848 h 131121"/>
              <a:gd name="csX42" fmla="*/ 101030 w 131148"/>
              <a:gd name="csY42" fmla="*/ 14204 h 131121"/>
              <a:gd name="csX43" fmla="*/ 89750 w 131148"/>
              <a:gd name="csY43" fmla="*/ 18848 h 131121"/>
              <a:gd name="csX44" fmla="*/ 80716 w 131148"/>
              <a:gd name="csY44" fmla="*/ 27864 h 131121"/>
              <a:gd name="csX45" fmla="*/ 67020 w 131148"/>
              <a:gd name="csY45" fmla="*/ 14170 h 131121"/>
              <a:gd name="csX46" fmla="*/ 15980 w 131148"/>
              <a:gd name="csY46" fmla="*/ 20703 h 131121"/>
              <a:gd name="csX47" fmla="*/ 9260 w 131148"/>
              <a:gd name="csY47" fmla="*/ 27405 h 131121"/>
              <a:gd name="csX48" fmla="*/ 9260 w 131148"/>
              <a:gd name="csY48" fmla="*/ 54997 h 131121"/>
              <a:gd name="csX49" fmla="*/ 10587 w 131148"/>
              <a:gd name="csY49" fmla="*/ 56324 h 131121"/>
              <a:gd name="csX50" fmla="*/ 31088 w 131148"/>
              <a:gd name="csY50" fmla="*/ 35808 h 131121"/>
              <a:gd name="csX51" fmla="*/ 15980 w 131148"/>
              <a:gd name="csY51" fmla="*/ 20703 h 131121"/>
              <a:gd name="csX52" fmla="*/ 101030 w 131148"/>
              <a:gd name="csY52" fmla="*/ 24751 h 131121"/>
              <a:gd name="csX53" fmla="*/ 104773 w 131148"/>
              <a:gd name="csY53" fmla="*/ 26350 h 131121"/>
              <a:gd name="csX54" fmla="*/ 104773 w 131148"/>
              <a:gd name="csY54" fmla="*/ 26350 h 131121"/>
              <a:gd name="csX55" fmla="*/ 104773 w 131148"/>
              <a:gd name="csY55" fmla="*/ 33869 h 131121"/>
              <a:gd name="csX56" fmla="*/ 53018 w 131148"/>
              <a:gd name="csY56" fmla="*/ 85634 h 131121"/>
              <a:gd name="csX57" fmla="*/ 45499 w 131148"/>
              <a:gd name="csY57" fmla="*/ 78098 h 131121"/>
              <a:gd name="csX58" fmla="*/ 97270 w 131148"/>
              <a:gd name="csY58" fmla="*/ 26350 h 131121"/>
              <a:gd name="csX59" fmla="*/ 101030 w 131148"/>
              <a:gd name="csY59" fmla="*/ 24751 h 131121"/>
              <a:gd name="csX60" fmla="*/ 124118 w 131148"/>
              <a:gd name="csY60" fmla="*/ 71243 h 131121"/>
              <a:gd name="csX61" fmla="*/ 102851 w 131148"/>
              <a:gd name="csY61" fmla="*/ 92506 h 131121"/>
              <a:gd name="csX62" fmla="*/ 117958 w 131148"/>
              <a:gd name="csY62" fmla="*/ 107629 h 131121"/>
              <a:gd name="csX63" fmla="*/ 125444 w 131148"/>
              <a:gd name="csY63" fmla="*/ 100161 h 131121"/>
              <a:gd name="csX64" fmla="*/ 125444 w 131148"/>
              <a:gd name="csY64" fmla="*/ 72569 h 131121"/>
              <a:gd name="csX65" fmla="*/ 124118 w 131148"/>
              <a:gd name="csY65" fmla="*/ 71243 h 131121"/>
              <a:gd name="csX66" fmla="*/ 95330 w 131148"/>
              <a:gd name="csY66" fmla="*/ 100042 h 131121"/>
              <a:gd name="csX67" fmla="*/ 74813 w 131148"/>
              <a:gd name="csY67" fmla="*/ 120541 h 131121"/>
              <a:gd name="csX68" fmla="*/ 76139 w 131148"/>
              <a:gd name="csY68" fmla="*/ 121868 h 131121"/>
              <a:gd name="csX69" fmla="*/ 89937 w 131148"/>
              <a:gd name="csY69" fmla="*/ 127566 h 131121"/>
              <a:gd name="csX70" fmla="*/ 103735 w 131148"/>
              <a:gd name="csY70" fmla="*/ 121868 h 131121"/>
              <a:gd name="csX71" fmla="*/ 110455 w 131148"/>
              <a:gd name="csY71" fmla="*/ 115148 h 131121"/>
              <a:gd name="csX72" fmla="*/ 95330 w 131148"/>
              <a:gd name="csY72" fmla="*/ 100042 h 131121"/>
            </a:gdLst>
            <a:ahLst/>
            <a:cxnLst/>
            <a:rect l="l" t="t" r="r" b="b"/>
            <a:pathLst>
              <a:path w="100000" h="100000">
                <a:moveTo>
                  <a:pt x="34135" y="10"/>
                </a:moveTo>
                <a:cubicBezTo>
                  <a:pt x="30321" y="10"/>
                  <a:pt x="26520" y="1463"/>
                  <a:pt x="23614" y="4356"/>
                </a:cubicBezTo>
                <a:lnTo>
                  <a:pt x="17919" y="10063"/>
                </a:lnTo>
                <a:lnTo>
                  <a:pt x="29451" y="21581"/>
                </a:lnTo>
                <a:lnTo>
                  <a:pt x="45667" y="5368"/>
                </a:lnTo>
                <a:lnTo>
                  <a:pt x="44655" y="4356"/>
                </a:lnTo>
                <a:cubicBezTo>
                  <a:pt x="41750" y="1463"/>
                  <a:pt x="37949" y="10"/>
                  <a:pt x="34135" y="10"/>
                </a:cubicBezTo>
                <a:close/>
                <a:moveTo>
                  <a:pt x="51103" y="10815"/>
                </a:moveTo>
                <a:lnTo>
                  <a:pt x="34887" y="27029"/>
                </a:lnTo>
                <a:lnTo>
                  <a:pt x="45330" y="37470"/>
                </a:lnTo>
                <a:lnTo>
                  <a:pt x="39596" y="43203"/>
                </a:lnTo>
                <a:lnTo>
                  <a:pt x="29153" y="32762"/>
                </a:lnTo>
                <a:lnTo>
                  <a:pt x="13521" y="48392"/>
                </a:lnTo>
                <a:lnTo>
                  <a:pt x="26363" y="61246"/>
                </a:lnTo>
                <a:cubicBezTo>
                  <a:pt x="17996" y="57770"/>
                  <a:pt x="7981" y="59417"/>
                  <a:pt x="1196" y="66201"/>
                </a:cubicBezTo>
                <a:cubicBezTo>
                  <a:pt x="-399" y="67783"/>
                  <a:pt x="-399" y="70351"/>
                  <a:pt x="1196" y="71934"/>
                </a:cubicBezTo>
                <a:lnTo>
                  <a:pt x="11757" y="82506"/>
                </a:lnTo>
                <a:lnTo>
                  <a:pt x="9305" y="84957"/>
                </a:lnTo>
                <a:cubicBezTo>
                  <a:pt x="8916" y="85333"/>
                  <a:pt x="8604" y="85787"/>
                  <a:pt x="8384" y="86280"/>
                </a:cubicBezTo>
                <a:cubicBezTo>
                  <a:pt x="8175" y="86773"/>
                  <a:pt x="8060" y="87305"/>
                  <a:pt x="8060" y="87849"/>
                </a:cubicBezTo>
                <a:cubicBezTo>
                  <a:pt x="8047" y="88381"/>
                  <a:pt x="8150" y="88926"/>
                  <a:pt x="8358" y="89419"/>
                </a:cubicBezTo>
                <a:cubicBezTo>
                  <a:pt x="8552" y="89925"/>
                  <a:pt x="8864" y="90378"/>
                  <a:pt x="9240" y="90755"/>
                </a:cubicBezTo>
                <a:cubicBezTo>
                  <a:pt x="9617" y="91131"/>
                  <a:pt x="10070" y="91442"/>
                  <a:pt x="10576" y="91637"/>
                </a:cubicBezTo>
                <a:cubicBezTo>
                  <a:pt x="11068" y="91845"/>
                  <a:pt x="11614" y="91948"/>
                  <a:pt x="12146" y="91935"/>
                </a:cubicBezTo>
                <a:cubicBezTo>
                  <a:pt x="12690" y="91935"/>
                  <a:pt x="13222" y="91819"/>
                  <a:pt x="13715" y="91611"/>
                </a:cubicBezTo>
                <a:cubicBezTo>
                  <a:pt x="14208" y="91390"/>
                  <a:pt x="14662" y="91079"/>
                  <a:pt x="15026" y="90690"/>
                </a:cubicBezTo>
                <a:lnTo>
                  <a:pt x="17490" y="88239"/>
                </a:lnTo>
                <a:lnTo>
                  <a:pt x="28063" y="98797"/>
                </a:lnTo>
                <a:cubicBezTo>
                  <a:pt x="28855" y="99588"/>
                  <a:pt x="29892" y="99990"/>
                  <a:pt x="30930" y="99990"/>
                </a:cubicBezTo>
                <a:cubicBezTo>
                  <a:pt x="31968" y="99990"/>
                  <a:pt x="33005" y="99601"/>
                  <a:pt x="33797" y="98797"/>
                </a:cubicBezTo>
                <a:cubicBezTo>
                  <a:pt x="38143" y="94452"/>
                  <a:pt x="40543" y="88654"/>
                  <a:pt x="40543" y="82506"/>
                </a:cubicBezTo>
                <a:cubicBezTo>
                  <a:pt x="40543" y="79431"/>
                  <a:pt x="39946" y="76435"/>
                  <a:pt x="38805" y="73685"/>
                </a:cubicBezTo>
                <a:lnTo>
                  <a:pt x="51025" y="85903"/>
                </a:lnTo>
                <a:lnTo>
                  <a:pt x="66670" y="70261"/>
                </a:lnTo>
                <a:lnTo>
                  <a:pt x="56798" y="60403"/>
                </a:lnTo>
                <a:lnTo>
                  <a:pt x="62532" y="54670"/>
                </a:lnTo>
                <a:lnTo>
                  <a:pt x="72391" y="64540"/>
                </a:lnTo>
                <a:lnTo>
                  <a:pt x="88607" y="48327"/>
                </a:lnTo>
                <a:lnTo>
                  <a:pt x="78748" y="38456"/>
                </a:lnTo>
                <a:lnTo>
                  <a:pt x="85623" y="31569"/>
                </a:lnTo>
                <a:lnTo>
                  <a:pt x="85623" y="31569"/>
                </a:lnTo>
                <a:cubicBezTo>
                  <a:pt x="90345" y="26860"/>
                  <a:pt x="90345" y="19090"/>
                  <a:pt x="85623" y="14382"/>
                </a:cubicBezTo>
                <a:cubicBezTo>
                  <a:pt x="83275" y="12021"/>
                  <a:pt x="80148" y="10841"/>
                  <a:pt x="77035" y="10841"/>
                </a:cubicBezTo>
                <a:cubicBezTo>
                  <a:pt x="73909" y="10841"/>
                  <a:pt x="70783" y="12021"/>
                  <a:pt x="68434" y="14382"/>
                </a:cubicBezTo>
                <a:lnTo>
                  <a:pt x="61546" y="21257"/>
                </a:lnTo>
                <a:lnTo>
                  <a:pt x="51103" y="10815"/>
                </a:lnTo>
                <a:close/>
                <a:moveTo>
                  <a:pt x="12185" y="15796"/>
                </a:moveTo>
                <a:lnTo>
                  <a:pt x="7061" y="20907"/>
                </a:lnTo>
                <a:cubicBezTo>
                  <a:pt x="1262" y="26705"/>
                  <a:pt x="1262" y="36147"/>
                  <a:pt x="7061" y="41945"/>
                </a:cubicBezTo>
                <a:lnTo>
                  <a:pt x="8073" y="42957"/>
                </a:lnTo>
                <a:lnTo>
                  <a:pt x="23705" y="27314"/>
                </a:lnTo>
                <a:lnTo>
                  <a:pt x="12185" y="15796"/>
                </a:lnTo>
                <a:close/>
                <a:moveTo>
                  <a:pt x="77035" y="18883"/>
                </a:moveTo>
                <a:cubicBezTo>
                  <a:pt x="78060" y="18883"/>
                  <a:pt x="79085" y="19298"/>
                  <a:pt x="79889" y="20102"/>
                </a:cubicBezTo>
                <a:lnTo>
                  <a:pt x="79889" y="20102"/>
                </a:lnTo>
                <a:cubicBezTo>
                  <a:pt x="81511" y="21724"/>
                  <a:pt x="81511" y="24214"/>
                  <a:pt x="79889" y="25835"/>
                </a:cubicBezTo>
                <a:lnTo>
                  <a:pt x="40426" y="65306"/>
                </a:lnTo>
                <a:lnTo>
                  <a:pt x="34693" y="59560"/>
                </a:lnTo>
                <a:lnTo>
                  <a:pt x="74168" y="20102"/>
                </a:lnTo>
                <a:cubicBezTo>
                  <a:pt x="74973" y="19298"/>
                  <a:pt x="75997" y="18883"/>
                  <a:pt x="77035" y="18883"/>
                </a:cubicBezTo>
                <a:close/>
                <a:moveTo>
                  <a:pt x="94640" y="54333"/>
                </a:moveTo>
                <a:lnTo>
                  <a:pt x="78424" y="70546"/>
                </a:lnTo>
                <a:lnTo>
                  <a:pt x="89943" y="82077"/>
                </a:lnTo>
                <a:lnTo>
                  <a:pt x="95651" y="76383"/>
                </a:lnTo>
                <a:cubicBezTo>
                  <a:pt x="101450" y="70585"/>
                  <a:pt x="101450" y="61142"/>
                  <a:pt x="95651" y="55344"/>
                </a:cubicBezTo>
                <a:lnTo>
                  <a:pt x="94640" y="54333"/>
                </a:lnTo>
                <a:close/>
                <a:moveTo>
                  <a:pt x="72689" y="76292"/>
                </a:moveTo>
                <a:lnTo>
                  <a:pt x="57045" y="91922"/>
                </a:lnTo>
                <a:lnTo>
                  <a:pt x="58056" y="92934"/>
                </a:lnTo>
                <a:cubicBezTo>
                  <a:pt x="60962" y="95826"/>
                  <a:pt x="64763" y="97279"/>
                  <a:pt x="68577" y="97279"/>
                </a:cubicBezTo>
                <a:cubicBezTo>
                  <a:pt x="72378" y="97279"/>
                  <a:pt x="76192" y="95826"/>
                  <a:pt x="79098" y="92934"/>
                </a:cubicBezTo>
                <a:lnTo>
                  <a:pt x="84222" y="87810"/>
                </a:lnTo>
                <a:lnTo>
                  <a:pt x="72689" y="7629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0" name="Чёрный — SVG 25">
            <a:extLst>
              <a:ext uri="{FF2B5EF4-FFF2-40B4-BE49-F238E27FC236}">
                <a16:creationId xmlns:a16="http://schemas.microsoft.com/office/drawing/2014/main" id="{C44E9DBA-222E-F641-84F1-259515BFCF83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15942 w 156028"/>
              <a:gd name="csY0" fmla="*/ 0 h 106319"/>
              <a:gd name="csX1" fmla="*/ 0 w 156028"/>
              <a:gd name="csY1" fmla="*/ 15939 h 106319"/>
              <a:gd name="csX2" fmla="*/ 0 w 156028"/>
              <a:gd name="csY2" fmla="*/ 76193 h 106319"/>
              <a:gd name="csX3" fmla="*/ 15942 w 156028"/>
              <a:gd name="csY3" fmla="*/ 92149 h 106319"/>
              <a:gd name="csX4" fmla="*/ 18477 w 156028"/>
              <a:gd name="csY4" fmla="*/ 92149 h 106319"/>
              <a:gd name="csX5" fmla="*/ 37208 w 156028"/>
              <a:gd name="csY5" fmla="*/ 106319 h 106319"/>
              <a:gd name="csX6" fmla="*/ 55957 w 156028"/>
              <a:gd name="csY6" fmla="*/ 92149 h 106319"/>
              <a:gd name="csX7" fmla="*/ 100005 w 156028"/>
              <a:gd name="csY7" fmla="*/ 92149 h 106319"/>
              <a:gd name="csX8" fmla="*/ 118737 w 156028"/>
              <a:gd name="csY8" fmla="*/ 106319 h 106319"/>
              <a:gd name="csX9" fmla="*/ 137468 w 156028"/>
              <a:gd name="csY9" fmla="*/ 92149 h 106319"/>
              <a:gd name="csX10" fmla="*/ 140003 w 156028"/>
              <a:gd name="csY10" fmla="*/ 92149 h 106319"/>
              <a:gd name="csX11" fmla="*/ 155962 w 156028"/>
              <a:gd name="csY11" fmla="*/ 76193 h 106319"/>
              <a:gd name="csX12" fmla="*/ 155962 w 156028"/>
              <a:gd name="csY12" fmla="*/ 63792 h 106319"/>
              <a:gd name="csX13" fmla="*/ 147098 w 156028"/>
              <a:gd name="csY13" fmla="*/ 63792 h 106319"/>
              <a:gd name="csX14" fmla="*/ 141773 w 156028"/>
              <a:gd name="csY14" fmla="*/ 58467 h 106319"/>
              <a:gd name="csX15" fmla="*/ 147098 w 156028"/>
              <a:gd name="csY15" fmla="*/ 53160 h 106319"/>
              <a:gd name="csX16" fmla="*/ 155962 w 156028"/>
              <a:gd name="csY16" fmla="*/ 53160 h 106319"/>
              <a:gd name="csX17" fmla="*/ 155962 w 156028"/>
              <a:gd name="csY17" fmla="*/ 41626 h 106319"/>
              <a:gd name="csX18" fmla="*/ 155928 w 156028"/>
              <a:gd name="csY18" fmla="*/ 39772 h 106319"/>
              <a:gd name="csX19" fmla="*/ 154278 w 156028"/>
              <a:gd name="csY19" fmla="*/ 32304 h 106319"/>
              <a:gd name="csX20" fmla="*/ 145056 w 156028"/>
              <a:gd name="csY20" fmla="*/ 11585 h 106319"/>
              <a:gd name="csX21" fmla="*/ 127243 w 156028"/>
              <a:gd name="csY21" fmla="*/ 0 h 106319"/>
              <a:gd name="csX22" fmla="*/ 15942 w 156028"/>
              <a:gd name="csY22" fmla="*/ 0 h 106319"/>
              <a:gd name="csX23" fmla="*/ 15942 w 156028"/>
              <a:gd name="csY23" fmla="*/ 10632 h 106319"/>
              <a:gd name="csX24" fmla="*/ 46072 w 156028"/>
              <a:gd name="csY24" fmla="*/ 10632 h 106319"/>
              <a:gd name="csX25" fmla="*/ 46072 w 156028"/>
              <a:gd name="csY25" fmla="*/ 35434 h 106319"/>
              <a:gd name="csX26" fmla="*/ 10633 w 156028"/>
              <a:gd name="csY26" fmla="*/ 35434 h 106319"/>
              <a:gd name="csX27" fmla="*/ 10633 w 156028"/>
              <a:gd name="csY27" fmla="*/ 15939 h 106319"/>
              <a:gd name="csX28" fmla="*/ 15942 w 156028"/>
              <a:gd name="csY28" fmla="*/ 10632 h 106319"/>
              <a:gd name="csX29" fmla="*/ 56706 w 156028"/>
              <a:gd name="csY29" fmla="*/ 10632 h 106319"/>
              <a:gd name="csX30" fmla="*/ 99239 w 156028"/>
              <a:gd name="csY30" fmla="*/ 10632 h 106319"/>
              <a:gd name="csX31" fmla="*/ 99239 w 156028"/>
              <a:gd name="csY31" fmla="*/ 35434 h 106319"/>
              <a:gd name="csX32" fmla="*/ 56706 w 156028"/>
              <a:gd name="csY32" fmla="*/ 35434 h 106319"/>
              <a:gd name="csX33" fmla="*/ 56706 w 156028"/>
              <a:gd name="csY33" fmla="*/ 10632 h 106319"/>
              <a:gd name="csX34" fmla="*/ 109873 w 156028"/>
              <a:gd name="csY34" fmla="*/ 10632 h 106319"/>
              <a:gd name="csX35" fmla="*/ 127243 w 156028"/>
              <a:gd name="csY35" fmla="*/ 10632 h 106319"/>
              <a:gd name="csX36" fmla="*/ 135342 w 156028"/>
              <a:gd name="csY36" fmla="*/ 15888 h 106319"/>
              <a:gd name="csX37" fmla="*/ 144036 w 156028"/>
              <a:gd name="csY37" fmla="*/ 35434 h 106319"/>
              <a:gd name="csX38" fmla="*/ 109873 w 156028"/>
              <a:gd name="csY38" fmla="*/ 35434 h 106319"/>
              <a:gd name="csX39" fmla="*/ 109873 w 156028"/>
              <a:gd name="csY39" fmla="*/ 10632 h 106319"/>
              <a:gd name="csX40" fmla="*/ 37208 w 156028"/>
              <a:gd name="csY40" fmla="*/ 77962 h 106319"/>
              <a:gd name="csX41" fmla="*/ 46072 w 156028"/>
              <a:gd name="csY41" fmla="*/ 86825 h 106319"/>
              <a:gd name="csX42" fmla="*/ 37208 w 156028"/>
              <a:gd name="csY42" fmla="*/ 95687 h 106319"/>
              <a:gd name="csX43" fmla="*/ 28361 w 156028"/>
              <a:gd name="csY43" fmla="*/ 86825 h 106319"/>
              <a:gd name="csX44" fmla="*/ 37208 w 156028"/>
              <a:gd name="csY44" fmla="*/ 77962 h 106319"/>
              <a:gd name="csX45" fmla="*/ 118737 w 156028"/>
              <a:gd name="csY45" fmla="*/ 77962 h 106319"/>
              <a:gd name="csX46" fmla="*/ 127601 w 156028"/>
              <a:gd name="csY46" fmla="*/ 86825 h 106319"/>
              <a:gd name="csX47" fmla="*/ 118737 w 156028"/>
              <a:gd name="csY47" fmla="*/ 95687 h 106319"/>
              <a:gd name="csX48" fmla="*/ 109873 w 156028"/>
              <a:gd name="csY48" fmla="*/ 86825 h 106319"/>
              <a:gd name="csX49" fmla="*/ 118737 w 156028"/>
              <a:gd name="csY49" fmla="*/ 77962 h 106319"/>
            </a:gdLst>
            <a:ahLst/>
            <a:cxnLst/>
            <a:rect l="l" t="t" r="r" b="b"/>
            <a:pathLst>
              <a:path w="100000" h="100000">
                <a:moveTo>
                  <a:pt x="10217" y="15930"/>
                </a:moveTo>
                <a:cubicBezTo>
                  <a:pt x="4591" y="15930"/>
                  <a:pt x="0" y="20520"/>
                  <a:pt x="0" y="26145"/>
                </a:cubicBezTo>
                <a:lnTo>
                  <a:pt x="0" y="64762"/>
                </a:lnTo>
                <a:cubicBezTo>
                  <a:pt x="0" y="70399"/>
                  <a:pt x="4591" y="74989"/>
                  <a:pt x="10217" y="74989"/>
                </a:cubicBezTo>
                <a:lnTo>
                  <a:pt x="11842" y="74989"/>
                </a:lnTo>
                <a:cubicBezTo>
                  <a:pt x="13346" y="80211"/>
                  <a:pt x="18177" y="84070"/>
                  <a:pt x="23847" y="84070"/>
                </a:cubicBezTo>
                <a:cubicBezTo>
                  <a:pt x="29528" y="84070"/>
                  <a:pt x="34359" y="80211"/>
                  <a:pt x="35863" y="74989"/>
                </a:cubicBezTo>
                <a:lnTo>
                  <a:pt x="64094" y="74989"/>
                </a:lnTo>
                <a:cubicBezTo>
                  <a:pt x="65588" y="80211"/>
                  <a:pt x="70419" y="84070"/>
                  <a:pt x="76100" y="84070"/>
                </a:cubicBezTo>
                <a:cubicBezTo>
                  <a:pt x="81781" y="84070"/>
                  <a:pt x="86611" y="80211"/>
                  <a:pt x="88105" y="74989"/>
                </a:cubicBezTo>
                <a:lnTo>
                  <a:pt x="89729" y="74989"/>
                </a:lnTo>
                <a:cubicBezTo>
                  <a:pt x="95367" y="74989"/>
                  <a:pt x="99958" y="70399"/>
                  <a:pt x="99958" y="64762"/>
                </a:cubicBezTo>
                <a:lnTo>
                  <a:pt x="99958" y="56814"/>
                </a:lnTo>
                <a:lnTo>
                  <a:pt x="94277" y="56814"/>
                </a:lnTo>
                <a:cubicBezTo>
                  <a:pt x="92390" y="56814"/>
                  <a:pt x="90864" y="55288"/>
                  <a:pt x="90864" y="53402"/>
                </a:cubicBezTo>
                <a:cubicBezTo>
                  <a:pt x="90864" y="51526"/>
                  <a:pt x="92390" y="50000"/>
                  <a:pt x="94277" y="50000"/>
                </a:cubicBezTo>
                <a:lnTo>
                  <a:pt x="99958" y="50000"/>
                </a:lnTo>
                <a:lnTo>
                  <a:pt x="99958" y="42608"/>
                </a:lnTo>
                <a:cubicBezTo>
                  <a:pt x="100023" y="42216"/>
                  <a:pt x="100012" y="41812"/>
                  <a:pt x="99936" y="41420"/>
                </a:cubicBezTo>
                <a:cubicBezTo>
                  <a:pt x="99903" y="39762"/>
                  <a:pt x="99555" y="38149"/>
                  <a:pt x="98878" y="36633"/>
                </a:cubicBezTo>
                <a:lnTo>
                  <a:pt x="92968" y="23354"/>
                </a:lnTo>
                <a:cubicBezTo>
                  <a:pt x="90973" y="18841"/>
                  <a:pt x="86491" y="15930"/>
                  <a:pt x="81551" y="15930"/>
                </a:cubicBezTo>
                <a:lnTo>
                  <a:pt x="10217" y="15930"/>
                </a:lnTo>
                <a:close/>
                <a:moveTo>
                  <a:pt x="10217" y="22744"/>
                </a:moveTo>
                <a:lnTo>
                  <a:pt x="29528" y="22744"/>
                </a:lnTo>
                <a:lnTo>
                  <a:pt x="29528" y="38640"/>
                </a:lnTo>
                <a:lnTo>
                  <a:pt x="6815" y="38640"/>
                </a:lnTo>
                <a:lnTo>
                  <a:pt x="6815" y="26145"/>
                </a:lnTo>
                <a:cubicBezTo>
                  <a:pt x="6815" y="24270"/>
                  <a:pt x="8341" y="22744"/>
                  <a:pt x="10217" y="22744"/>
                </a:cubicBezTo>
                <a:close/>
                <a:moveTo>
                  <a:pt x="36343" y="22744"/>
                </a:moveTo>
                <a:lnTo>
                  <a:pt x="63603" y="22744"/>
                </a:lnTo>
                <a:lnTo>
                  <a:pt x="63603" y="38640"/>
                </a:lnTo>
                <a:lnTo>
                  <a:pt x="36343" y="38640"/>
                </a:lnTo>
                <a:lnTo>
                  <a:pt x="36343" y="22744"/>
                </a:lnTo>
                <a:close/>
                <a:moveTo>
                  <a:pt x="70419" y="22744"/>
                </a:moveTo>
                <a:lnTo>
                  <a:pt x="81551" y="22744"/>
                </a:lnTo>
                <a:cubicBezTo>
                  <a:pt x="83798" y="22744"/>
                  <a:pt x="85837" y="24063"/>
                  <a:pt x="86742" y="26112"/>
                </a:cubicBezTo>
                <a:lnTo>
                  <a:pt x="92314" y="38640"/>
                </a:lnTo>
                <a:lnTo>
                  <a:pt x="70419" y="38640"/>
                </a:lnTo>
                <a:lnTo>
                  <a:pt x="70419" y="22744"/>
                </a:lnTo>
                <a:close/>
                <a:moveTo>
                  <a:pt x="23847" y="65896"/>
                </a:moveTo>
                <a:cubicBezTo>
                  <a:pt x="27020" y="65896"/>
                  <a:pt x="29528" y="68403"/>
                  <a:pt x="29528" y="71577"/>
                </a:cubicBezTo>
                <a:cubicBezTo>
                  <a:pt x="29528" y="74749"/>
                  <a:pt x="27020" y="77256"/>
                  <a:pt x="23847" y="77256"/>
                </a:cubicBezTo>
                <a:cubicBezTo>
                  <a:pt x="20685" y="77256"/>
                  <a:pt x="18177" y="74749"/>
                  <a:pt x="18177" y="71577"/>
                </a:cubicBezTo>
                <a:cubicBezTo>
                  <a:pt x="18177" y="68403"/>
                  <a:pt x="20685" y="65896"/>
                  <a:pt x="23847" y="65896"/>
                </a:cubicBezTo>
                <a:close/>
                <a:moveTo>
                  <a:pt x="76100" y="65896"/>
                </a:moveTo>
                <a:cubicBezTo>
                  <a:pt x="79272" y="65896"/>
                  <a:pt x="81781" y="68403"/>
                  <a:pt x="81781" y="71577"/>
                </a:cubicBezTo>
                <a:cubicBezTo>
                  <a:pt x="81781" y="74749"/>
                  <a:pt x="79272" y="77256"/>
                  <a:pt x="76100" y="77256"/>
                </a:cubicBezTo>
                <a:cubicBezTo>
                  <a:pt x="72927" y="77256"/>
                  <a:pt x="70419" y="74749"/>
                  <a:pt x="70419" y="71577"/>
                </a:cubicBezTo>
                <a:cubicBezTo>
                  <a:pt x="70419" y="68403"/>
                  <a:pt x="72927" y="65896"/>
                  <a:pt x="76100" y="6589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1" name="Чёрный — SVG 26">
            <a:extLst>
              <a:ext uri="{FF2B5EF4-FFF2-40B4-BE49-F238E27FC236}">
                <a16:creationId xmlns:a16="http://schemas.microsoft.com/office/drawing/2014/main" id="{098AC650-0BD5-FB4C-AEA4-BBBA3C3B4ECA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78010 w 120570"/>
              <a:gd name="csY0" fmla="*/ 0 h 141814"/>
              <a:gd name="csX1" fmla="*/ 51452 w 120570"/>
              <a:gd name="csY1" fmla="*/ 3589 h 141814"/>
              <a:gd name="csX2" fmla="*/ 13359 w 120570"/>
              <a:gd name="csY2" fmla="*/ 22812 h 141814"/>
              <a:gd name="csX3" fmla="*/ 718 w 120570"/>
              <a:gd name="csY3" fmla="*/ 52904 h 141814"/>
              <a:gd name="csX4" fmla="*/ 17816 w 120570"/>
              <a:gd name="csY4" fmla="*/ 70120 h 141814"/>
              <a:gd name="csX5" fmla="*/ 18378 w 120570"/>
              <a:gd name="csY5" fmla="*/ 76397 h 141814"/>
              <a:gd name="csX6" fmla="*/ 18378 w 120570"/>
              <a:gd name="csY6" fmla="*/ 76397 h 141814"/>
              <a:gd name="csX7" fmla="*/ 29266 w 120570"/>
              <a:gd name="csY7" fmla="*/ 89751 h 141814"/>
              <a:gd name="csX8" fmla="*/ 36004 w 120570"/>
              <a:gd name="csY8" fmla="*/ 92489 h 141814"/>
              <a:gd name="csX9" fmla="*/ 36055 w 120570"/>
              <a:gd name="csY9" fmla="*/ 95858 h 141814"/>
              <a:gd name="csX10" fmla="*/ 36055 w 120570"/>
              <a:gd name="csY10" fmla="*/ 95858 h 141814"/>
              <a:gd name="csX11" fmla="*/ 54293 w 120570"/>
              <a:gd name="csY11" fmla="*/ 111116 h 141814"/>
              <a:gd name="csX12" fmla="*/ 54259 w 120570"/>
              <a:gd name="csY12" fmla="*/ 114791 h 141814"/>
              <a:gd name="csX13" fmla="*/ 66050 w 120570"/>
              <a:gd name="csY13" fmla="*/ 127464 h 141814"/>
              <a:gd name="csX14" fmla="*/ 65080 w 120570"/>
              <a:gd name="csY14" fmla="*/ 127975 h 141814"/>
              <a:gd name="csX15" fmla="*/ 62647 w 120570"/>
              <a:gd name="csY15" fmla="*/ 129353 h 141814"/>
              <a:gd name="csX16" fmla="*/ 60928 w 120570"/>
              <a:gd name="csY16" fmla="*/ 131547 h 141814"/>
              <a:gd name="csX17" fmla="*/ 60197 w 120570"/>
              <a:gd name="csY17" fmla="*/ 134252 h 141814"/>
              <a:gd name="csX18" fmla="*/ 60571 w 120570"/>
              <a:gd name="csY18" fmla="*/ 137008 h 141814"/>
              <a:gd name="csX19" fmla="*/ 61966 w 120570"/>
              <a:gd name="csY19" fmla="*/ 139423 h 141814"/>
              <a:gd name="csX20" fmla="*/ 64195 w 120570"/>
              <a:gd name="csY20" fmla="*/ 141107 h 141814"/>
              <a:gd name="csX21" fmla="*/ 66900 w 120570"/>
              <a:gd name="csY21" fmla="*/ 141805 h 141814"/>
              <a:gd name="csX22" fmla="*/ 69673 w 120570"/>
              <a:gd name="csY22" fmla="*/ 141396 h 141814"/>
              <a:gd name="csX23" fmla="*/ 76989 w 120570"/>
              <a:gd name="csY23" fmla="*/ 136786 h 141814"/>
              <a:gd name="csX24" fmla="*/ 80579 w 120570"/>
              <a:gd name="csY24" fmla="*/ 130934 h 141814"/>
              <a:gd name="csX25" fmla="*/ 96878 w 120570"/>
              <a:gd name="csY25" fmla="*/ 130118 h 141814"/>
              <a:gd name="csX26" fmla="*/ 99532 w 120570"/>
              <a:gd name="csY26" fmla="*/ 129199 h 141814"/>
              <a:gd name="csX27" fmla="*/ 101607 w 120570"/>
              <a:gd name="csY27" fmla="*/ 127311 h 141814"/>
              <a:gd name="csX28" fmla="*/ 102798 w 120570"/>
              <a:gd name="csY28" fmla="*/ 124776 h 141814"/>
              <a:gd name="csX29" fmla="*/ 102900 w 120570"/>
              <a:gd name="csY29" fmla="*/ 121970 h 141814"/>
              <a:gd name="csX30" fmla="*/ 101913 w 120570"/>
              <a:gd name="csY30" fmla="*/ 119333 h 141814"/>
              <a:gd name="csX31" fmla="*/ 99974 w 120570"/>
              <a:gd name="csY31" fmla="*/ 117291 h 141814"/>
              <a:gd name="csX32" fmla="*/ 97405 w 120570"/>
              <a:gd name="csY32" fmla="*/ 116169 h 141814"/>
              <a:gd name="csX33" fmla="*/ 94598 w 120570"/>
              <a:gd name="csY33" fmla="*/ 116135 h 141814"/>
              <a:gd name="csX34" fmla="*/ 76513 w 120570"/>
              <a:gd name="csY34" fmla="*/ 115999 h 141814"/>
              <a:gd name="csX35" fmla="*/ 75424 w 120570"/>
              <a:gd name="csY35" fmla="*/ 115778 h 141814"/>
              <a:gd name="csX36" fmla="*/ 74675 w 120570"/>
              <a:gd name="csY36" fmla="*/ 115607 h 141814"/>
              <a:gd name="csX37" fmla="*/ 69486 w 120570"/>
              <a:gd name="csY37" fmla="*/ 113107 h 141814"/>
              <a:gd name="csX38" fmla="*/ 90481 w 120570"/>
              <a:gd name="csY38" fmla="*/ 110606 h 141814"/>
              <a:gd name="csX39" fmla="*/ 105929 w 120570"/>
              <a:gd name="csY39" fmla="*/ 104856 h 141814"/>
              <a:gd name="csX40" fmla="*/ 108209 w 120570"/>
              <a:gd name="csY40" fmla="*/ 103206 h 141814"/>
              <a:gd name="csX41" fmla="*/ 109672 w 120570"/>
              <a:gd name="csY41" fmla="*/ 100808 h 141814"/>
              <a:gd name="csX42" fmla="*/ 110080 w 120570"/>
              <a:gd name="csY42" fmla="*/ 98018 h 141814"/>
              <a:gd name="csX43" fmla="*/ 109366 w 120570"/>
              <a:gd name="csY43" fmla="*/ 95296 h 141814"/>
              <a:gd name="csX44" fmla="*/ 107664 w 120570"/>
              <a:gd name="csY44" fmla="*/ 93068 h 141814"/>
              <a:gd name="csX45" fmla="*/ 105214 w 120570"/>
              <a:gd name="csY45" fmla="*/ 91673 h 141814"/>
              <a:gd name="csX46" fmla="*/ 102424 w 120570"/>
              <a:gd name="csY46" fmla="*/ 91333 h 141814"/>
              <a:gd name="csX47" fmla="*/ 99719 w 120570"/>
              <a:gd name="csY47" fmla="*/ 92115 h 141814"/>
              <a:gd name="csX48" fmla="*/ 86874 w 120570"/>
              <a:gd name="csY48" fmla="*/ 96895 h 141814"/>
              <a:gd name="csX49" fmla="*/ 86874 w 120570"/>
              <a:gd name="csY49" fmla="*/ 96895 h 141814"/>
              <a:gd name="csX50" fmla="*/ 59618 w 120570"/>
              <a:gd name="csY50" fmla="*/ 98222 h 141814"/>
              <a:gd name="csX51" fmla="*/ 53375 w 120570"/>
              <a:gd name="csY51" fmla="*/ 95722 h 141814"/>
              <a:gd name="csX52" fmla="*/ 78793 w 120570"/>
              <a:gd name="csY52" fmla="*/ 92557 h 141814"/>
              <a:gd name="csX53" fmla="*/ 115031 w 120570"/>
              <a:gd name="csY53" fmla="*/ 73267 h 141814"/>
              <a:gd name="csX54" fmla="*/ 116596 w 120570"/>
              <a:gd name="csY54" fmla="*/ 70936 h 141814"/>
              <a:gd name="csX55" fmla="*/ 117124 w 120570"/>
              <a:gd name="csY55" fmla="*/ 68180 h 141814"/>
              <a:gd name="csX56" fmla="*/ 116528 w 120570"/>
              <a:gd name="csY56" fmla="*/ 65425 h 141814"/>
              <a:gd name="csX57" fmla="*/ 114929 w 120570"/>
              <a:gd name="csY57" fmla="*/ 63128 h 141814"/>
              <a:gd name="csX58" fmla="*/ 112564 w 120570"/>
              <a:gd name="csY58" fmla="*/ 61631 h 141814"/>
              <a:gd name="csX59" fmla="*/ 109791 w 120570"/>
              <a:gd name="csY59" fmla="*/ 61172 h 141814"/>
              <a:gd name="csX60" fmla="*/ 107052 w 120570"/>
              <a:gd name="csY60" fmla="*/ 61818 h 141814"/>
              <a:gd name="csX61" fmla="*/ 104789 w 120570"/>
              <a:gd name="csY61" fmla="*/ 63485 h 141814"/>
              <a:gd name="csX62" fmla="*/ 75185 w 120570"/>
              <a:gd name="csY62" fmla="*/ 78846 h 141814"/>
              <a:gd name="csX63" fmla="*/ 36412 w 120570"/>
              <a:gd name="csY63" fmla="*/ 77503 h 141814"/>
              <a:gd name="csX64" fmla="*/ 32465 w 120570"/>
              <a:gd name="csY64" fmla="*/ 73811 h 141814"/>
              <a:gd name="csX65" fmla="*/ 69129 w 120570"/>
              <a:gd name="csY65" fmla="*/ 70851 h 141814"/>
              <a:gd name="csX66" fmla="*/ 107222 w 120570"/>
              <a:gd name="csY66" fmla="*/ 51629 h 141814"/>
              <a:gd name="csX67" fmla="*/ 119846 w 120570"/>
              <a:gd name="csY67" fmla="*/ 21553 h 141814"/>
              <a:gd name="csX68" fmla="*/ 94666 w 120570"/>
              <a:gd name="csY68" fmla="*/ 1769 h 141814"/>
              <a:gd name="csX69" fmla="*/ 94649 w 120570"/>
              <a:gd name="csY69" fmla="*/ 1769 h 141814"/>
              <a:gd name="csX70" fmla="*/ 78010 w 120570"/>
              <a:gd name="csY70" fmla="*/ 0 h 141814"/>
              <a:gd name="csX71" fmla="*/ 78010 w 120570"/>
              <a:gd name="csY71" fmla="*/ 14170 h 141814"/>
              <a:gd name="csX72" fmla="*/ 91501 w 120570"/>
              <a:gd name="csY72" fmla="*/ 15582 h 141814"/>
              <a:gd name="csX73" fmla="*/ 106133 w 120570"/>
              <a:gd name="csY73" fmla="*/ 25142 h 141814"/>
              <a:gd name="csX74" fmla="*/ 97796 w 120570"/>
              <a:gd name="csY74" fmla="*/ 41048 h 141814"/>
              <a:gd name="csX75" fmla="*/ 65522 w 120570"/>
              <a:gd name="csY75" fmla="*/ 57140 h 141814"/>
              <a:gd name="csX76" fmla="*/ 38539 w 120570"/>
              <a:gd name="csY76" fmla="*/ 60117 h 141814"/>
              <a:gd name="csX77" fmla="*/ 39389 w 120570"/>
              <a:gd name="csY77" fmla="*/ 59250 h 141814"/>
              <a:gd name="csX78" fmla="*/ 66662 w 120570"/>
              <a:gd name="csY78" fmla="*/ 45131 h 141814"/>
              <a:gd name="csX79" fmla="*/ 81991 w 120570"/>
              <a:gd name="csY79" fmla="*/ 42647 h 141814"/>
              <a:gd name="csX80" fmla="*/ 86857 w 120570"/>
              <a:gd name="csY80" fmla="*/ 40384 h 141814"/>
              <a:gd name="csX81" fmla="*/ 88745 w 120570"/>
              <a:gd name="csY81" fmla="*/ 35383 h 141814"/>
              <a:gd name="csX82" fmla="*/ 86584 w 120570"/>
              <a:gd name="csY82" fmla="*/ 30467 h 141814"/>
              <a:gd name="csX83" fmla="*/ 81617 w 120570"/>
              <a:gd name="csY83" fmla="*/ 28477 h 141814"/>
              <a:gd name="csX84" fmla="*/ 81106 w 120570"/>
              <a:gd name="csY84" fmla="*/ 28511 h 141814"/>
              <a:gd name="csX85" fmla="*/ 63038 w 120570"/>
              <a:gd name="csY85" fmla="*/ 31436 h 141814"/>
              <a:gd name="csX86" fmla="*/ 29811 w 120570"/>
              <a:gd name="csY86" fmla="*/ 48805 h 141814"/>
              <a:gd name="csX87" fmla="*/ 22750 w 120570"/>
              <a:gd name="csY87" fmla="*/ 56868 h 141814"/>
              <a:gd name="csX88" fmla="*/ 14448 w 120570"/>
              <a:gd name="csY88" fmla="*/ 49298 h 141814"/>
              <a:gd name="csX89" fmla="*/ 22767 w 120570"/>
              <a:gd name="csY89" fmla="*/ 33410 h 141814"/>
              <a:gd name="csX90" fmla="*/ 55059 w 120570"/>
              <a:gd name="csY90" fmla="*/ 17300 h 141814"/>
              <a:gd name="csX91" fmla="*/ 78010 w 120570"/>
              <a:gd name="csY91" fmla="*/ 14170 h 141814"/>
            </a:gdLst>
            <a:ahLst/>
            <a:cxnLst/>
            <a:rect l="l" t="t" r="r" b="b"/>
            <a:pathLst>
              <a:path w="100000" h="100000">
                <a:moveTo>
                  <a:pt x="62499" y="0"/>
                </a:moveTo>
                <a:cubicBezTo>
                  <a:pt x="56488" y="0"/>
                  <a:pt x="50130" y="852"/>
                  <a:pt x="43771" y="2531"/>
                </a:cubicBezTo>
                <a:cubicBezTo>
                  <a:pt x="32854" y="5410"/>
                  <a:pt x="23496" y="10220"/>
                  <a:pt x="16910" y="16086"/>
                </a:cubicBezTo>
                <a:cubicBezTo>
                  <a:pt x="10312" y="21963"/>
                  <a:pt x="5957" y="29520"/>
                  <a:pt x="7996" y="37305"/>
                </a:cubicBezTo>
                <a:cubicBezTo>
                  <a:pt x="9496" y="42980"/>
                  <a:pt x="14043" y="46986"/>
                  <a:pt x="20053" y="49445"/>
                </a:cubicBezTo>
                <a:cubicBezTo>
                  <a:pt x="19981" y="50896"/>
                  <a:pt x="20053" y="52372"/>
                  <a:pt x="20449" y="53871"/>
                </a:cubicBezTo>
                <a:lnTo>
                  <a:pt x="20449" y="53871"/>
                </a:lnTo>
                <a:cubicBezTo>
                  <a:pt x="21505" y="57878"/>
                  <a:pt x="24432" y="61129"/>
                  <a:pt x="28127" y="63288"/>
                </a:cubicBezTo>
                <a:cubicBezTo>
                  <a:pt x="29567" y="64127"/>
                  <a:pt x="31259" y="64631"/>
                  <a:pt x="32878" y="65219"/>
                </a:cubicBezTo>
                <a:cubicBezTo>
                  <a:pt x="32926" y="66010"/>
                  <a:pt x="32710" y="66814"/>
                  <a:pt x="32914" y="67594"/>
                </a:cubicBezTo>
                <a:lnTo>
                  <a:pt x="32914" y="67594"/>
                </a:lnTo>
                <a:cubicBezTo>
                  <a:pt x="34401" y="73268"/>
                  <a:pt x="39620" y="76578"/>
                  <a:pt x="45775" y="78353"/>
                </a:cubicBezTo>
                <a:cubicBezTo>
                  <a:pt x="45799" y="79229"/>
                  <a:pt x="45523" y="80093"/>
                  <a:pt x="45751" y="80945"/>
                </a:cubicBezTo>
                <a:cubicBezTo>
                  <a:pt x="46866" y="85227"/>
                  <a:pt x="50142" y="88094"/>
                  <a:pt x="54065" y="89881"/>
                </a:cubicBezTo>
                <a:cubicBezTo>
                  <a:pt x="53801" y="90049"/>
                  <a:pt x="53537" y="90193"/>
                  <a:pt x="53381" y="90241"/>
                </a:cubicBezTo>
                <a:cubicBezTo>
                  <a:pt x="52757" y="90445"/>
                  <a:pt x="52169" y="90781"/>
                  <a:pt x="51666" y="91213"/>
                </a:cubicBezTo>
                <a:cubicBezTo>
                  <a:pt x="51161" y="91645"/>
                  <a:pt x="50754" y="92172"/>
                  <a:pt x="50453" y="92760"/>
                </a:cubicBezTo>
                <a:cubicBezTo>
                  <a:pt x="50154" y="93348"/>
                  <a:pt x="49986" y="93996"/>
                  <a:pt x="49938" y="94668"/>
                </a:cubicBezTo>
                <a:cubicBezTo>
                  <a:pt x="49890" y="95327"/>
                  <a:pt x="49986" y="95987"/>
                  <a:pt x="50202" y="96611"/>
                </a:cubicBezTo>
                <a:cubicBezTo>
                  <a:pt x="50405" y="97246"/>
                  <a:pt x="50742" y="97822"/>
                  <a:pt x="51185" y="98314"/>
                </a:cubicBezTo>
                <a:cubicBezTo>
                  <a:pt x="51630" y="98817"/>
                  <a:pt x="52157" y="99214"/>
                  <a:pt x="52757" y="99501"/>
                </a:cubicBezTo>
                <a:cubicBezTo>
                  <a:pt x="53357" y="99789"/>
                  <a:pt x="54005" y="99957"/>
                  <a:pt x="54665" y="99994"/>
                </a:cubicBezTo>
                <a:cubicBezTo>
                  <a:pt x="55337" y="100030"/>
                  <a:pt x="55996" y="99922"/>
                  <a:pt x="56620" y="99705"/>
                </a:cubicBezTo>
                <a:cubicBezTo>
                  <a:pt x="58264" y="99142"/>
                  <a:pt x="60075" y="98194"/>
                  <a:pt x="61779" y="96455"/>
                </a:cubicBezTo>
                <a:cubicBezTo>
                  <a:pt x="62798" y="95423"/>
                  <a:pt x="63710" y="93984"/>
                  <a:pt x="64310" y="92328"/>
                </a:cubicBezTo>
                <a:cubicBezTo>
                  <a:pt x="67897" y="92604"/>
                  <a:pt x="71760" y="92413"/>
                  <a:pt x="75804" y="91753"/>
                </a:cubicBezTo>
                <a:cubicBezTo>
                  <a:pt x="76463" y="91669"/>
                  <a:pt x="77099" y="91441"/>
                  <a:pt x="77675" y="91105"/>
                </a:cubicBezTo>
                <a:cubicBezTo>
                  <a:pt x="78238" y="90757"/>
                  <a:pt x="78743" y="90313"/>
                  <a:pt x="79138" y="89773"/>
                </a:cubicBezTo>
                <a:cubicBezTo>
                  <a:pt x="79534" y="89234"/>
                  <a:pt x="79822" y="88634"/>
                  <a:pt x="79978" y="87986"/>
                </a:cubicBezTo>
                <a:cubicBezTo>
                  <a:pt x="80135" y="87338"/>
                  <a:pt x="80159" y="86654"/>
                  <a:pt x="80050" y="86007"/>
                </a:cubicBezTo>
                <a:cubicBezTo>
                  <a:pt x="79942" y="85347"/>
                  <a:pt x="79702" y="84711"/>
                  <a:pt x="79354" y="84148"/>
                </a:cubicBezTo>
                <a:cubicBezTo>
                  <a:pt x="78994" y="83583"/>
                  <a:pt x="78539" y="83092"/>
                  <a:pt x="77987" y="82708"/>
                </a:cubicBezTo>
                <a:cubicBezTo>
                  <a:pt x="77447" y="82336"/>
                  <a:pt x="76823" y="82060"/>
                  <a:pt x="76175" y="81916"/>
                </a:cubicBezTo>
                <a:cubicBezTo>
                  <a:pt x="75527" y="81785"/>
                  <a:pt x="74855" y="81773"/>
                  <a:pt x="74196" y="81892"/>
                </a:cubicBezTo>
                <a:cubicBezTo>
                  <a:pt x="69241" y="82696"/>
                  <a:pt x="64778" y="82528"/>
                  <a:pt x="61443" y="81797"/>
                </a:cubicBezTo>
                <a:cubicBezTo>
                  <a:pt x="61191" y="81725"/>
                  <a:pt x="60939" y="81677"/>
                  <a:pt x="60675" y="81641"/>
                </a:cubicBezTo>
                <a:cubicBezTo>
                  <a:pt x="60507" y="81593"/>
                  <a:pt x="60303" y="81569"/>
                  <a:pt x="60147" y="81520"/>
                </a:cubicBezTo>
                <a:cubicBezTo>
                  <a:pt x="58324" y="80993"/>
                  <a:pt x="57220" y="80357"/>
                  <a:pt x="56488" y="79757"/>
                </a:cubicBezTo>
                <a:cubicBezTo>
                  <a:pt x="61287" y="79781"/>
                  <a:pt x="66242" y="79325"/>
                  <a:pt x="71293" y="77994"/>
                </a:cubicBezTo>
                <a:cubicBezTo>
                  <a:pt x="75143" y="76974"/>
                  <a:pt x="78791" y="75595"/>
                  <a:pt x="82186" y="73939"/>
                </a:cubicBezTo>
                <a:cubicBezTo>
                  <a:pt x="82786" y="73663"/>
                  <a:pt x="83337" y="73268"/>
                  <a:pt x="83794" y="72776"/>
                </a:cubicBezTo>
                <a:cubicBezTo>
                  <a:pt x="84237" y="72284"/>
                  <a:pt x="84597" y="71708"/>
                  <a:pt x="84825" y="71085"/>
                </a:cubicBezTo>
                <a:cubicBezTo>
                  <a:pt x="85041" y="70461"/>
                  <a:pt x="85149" y="69789"/>
                  <a:pt x="85113" y="69117"/>
                </a:cubicBezTo>
                <a:cubicBezTo>
                  <a:pt x="85077" y="68457"/>
                  <a:pt x="84909" y="67798"/>
                  <a:pt x="84609" y="67198"/>
                </a:cubicBezTo>
                <a:cubicBezTo>
                  <a:pt x="84321" y="66599"/>
                  <a:pt x="83913" y="66070"/>
                  <a:pt x="83409" y="65627"/>
                </a:cubicBezTo>
                <a:cubicBezTo>
                  <a:pt x="82906" y="65183"/>
                  <a:pt x="82318" y="64847"/>
                  <a:pt x="81682" y="64643"/>
                </a:cubicBezTo>
                <a:cubicBezTo>
                  <a:pt x="81046" y="64439"/>
                  <a:pt x="80386" y="64355"/>
                  <a:pt x="79714" y="64403"/>
                </a:cubicBezTo>
                <a:cubicBezTo>
                  <a:pt x="79054" y="64463"/>
                  <a:pt x="78407" y="64643"/>
                  <a:pt x="77807" y="64955"/>
                </a:cubicBezTo>
                <a:cubicBezTo>
                  <a:pt x="74964" y="66347"/>
                  <a:pt x="71928" y="67486"/>
                  <a:pt x="68749" y="68325"/>
                </a:cubicBezTo>
                <a:lnTo>
                  <a:pt x="68749" y="68325"/>
                </a:lnTo>
                <a:cubicBezTo>
                  <a:pt x="61659" y="70197"/>
                  <a:pt x="54677" y="70437"/>
                  <a:pt x="49530" y="69261"/>
                </a:cubicBezTo>
                <a:cubicBezTo>
                  <a:pt x="47442" y="68782"/>
                  <a:pt x="46195" y="68134"/>
                  <a:pt x="45127" y="67498"/>
                </a:cubicBezTo>
                <a:cubicBezTo>
                  <a:pt x="50802" y="67630"/>
                  <a:pt x="56896" y="66886"/>
                  <a:pt x="63051" y="65266"/>
                </a:cubicBezTo>
                <a:cubicBezTo>
                  <a:pt x="73704" y="62448"/>
                  <a:pt x="82665" y="57890"/>
                  <a:pt x="88604" y="51664"/>
                </a:cubicBezTo>
                <a:cubicBezTo>
                  <a:pt x="89084" y="51196"/>
                  <a:pt x="89456" y="50645"/>
                  <a:pt x="89708" y="50020"/>
                </a:cubicBezTo>
                <a:cubicBezTo>
                  <a:pt x="89959" y="49409"/>
                  <a:pt x="90080" y="48749"/>
                  <a:pt x="90080" y="48077"/>
                </a:cubicBezTo>
                <a:cubicBezTo>
                  <a:pt x="90068" y="47406"/>
                  <a:pt x="89935" y="46746"/>
                  <a:pt x="89660" y="46134"/>
                </a:cubicBezTo>
                <a:cubicBezTo>
                  <a:pt x="89396" y="45522"/>
                  <a:pt x="89012" y="44971"/>
                  <a:pt x="88532" y="44515"/>
                </a:cubicBezTo>
                <a:cubicBezTo>
                  <a:pt x="88052" y="44059"/>
                  <a:pt x="87477" y="43699"/>
                  <a:pt x="86864" y="43459"/>
                </a:cubicBezTo>
                <a:cubicBezTo>
                  <a:pt x="86240" y="43219"/>
                  <a:pt x="85569" y="43111"/>
                  <a:pt x="84909" y="43135"/>
                </a:cubicBezTo>
                <a:cubicBezTo>
                  <a:pt x="84237" y="43159"/>
                  <a:pt x="83589" y="43315"/>
                  <a:pt x="82978" y="43591"/>
                </a:cubicBezTo>
                <a:cubicBezTo>
                  <a:pt x="82378" y="43867"/>
                  <a:pt x="81825" y="44275"/>
                  <a:pt x="81382" y="44766"/>
                </a:cubicBezTo>
                <a:cubicBezTo>
                  <a:pt x="77303" y="49025"/>
                  <a:pt x="69853" y="53127"/>
                  <a:pt x="60507" y="55598"/>
                </a:cubicBezTo>
                <a:cubicBezTo>
                  <a:pt x="49266" y="58561"/>
                  <a:pt x="38253" y="57625"/>
                  <a:pt x="33166" y="54651"/>
                </a:cubicBezTo>
                <a:cubicBezTo>
                  <a:pt x="31546" y="53703"/>
                  <a:pt x="30790" y="52876"/>
                  <a:pt x="30383" y="52048"/>
                </a:cubicBezTo>
                <a:cubicBezTo>
                  <a:pt x="38385" y="53067"/>
                  <a:pt x="47287" y="52323"/>
                  <a:pt x="56236" y="49961"/>
                </a:cubicBezTo>
                <a:cubicBezTo>
                  <a:pt x="67153" y="47094"/>
                  <a:pt x="76499" y="42284"/>
                  <a:pt x="83098" y="36406"/>
                </a:cubicBezTo>
                <a:cubicBezTo>
                  <a:pt x="89696" y="30540"/>
                  <a:pt x="94051" y="22983"/>
                  <a:pt x="91999" y="15198"/>
                </a:cubicBezTo>
                <a:cubicBezTo>
                  <a:pt x="90068" y="7821"/>
                  <a:pt x="83014" y="3251"/>
                  <a:pt x="74244" y="1247"/>
                </a:cubicBezTo>
                <a:lnTo>
                  <a:pt x="74232" y="1247"/>
                </a:lnTo>
                <a:cubicBezTo>
                  <a:pt x="70549" y="408"/>
                  <a:pt x="66601" y="0"/>
                  <a:pt x="62499" y="0"/>
                </a:cubicBezTo>
                <a:close/>
                <a:moveTo>
                  <a:pt x="62499" y="9992"/>
                </a:moveTo>
                <a:cubicBezTo>
                  <a:pt x="65942" y="9992"/>
                  <a:pt x="69169" y="10340"/>
                  <a:pt x="72012" y="10988"/>
                </a:cubicBezTo>
                <a:cubicBezTo>
                  <a:pt x="78767" y="12535"/>
                  <a:pt x="81694" y="15318"/>
                  <a:pt x="82330" y="17729"/>
                </a:cubicBezTo>
                <a:cubicBezTo>
                  <a:pt x="83026" y="20356"/>
                  <a:pt x="81514" y="24435"/>
                  <a:pt x="76451" y="28945"/>
                </a:cubicBezTo>
                <a:cubicBezTo>
                  <a:pt x="71389" y="33455"/>
                  <a:pt x="63267" y="37773"/>
                  <a:pt x="53693" y="40292"/>
                </a:cubicBezTo>
                <a:cubicBezTo>
                  <a:pt x="47022" y="42056"/>
                  <a:pt x="40436" y="42703"/>
                  <a:pt x="34666" y="42391"/>
                </a:cubicBezTo>
                <a:cubicBezTo>
                  <a:pt x="34870" y="42188"/>
                  <a:pt x="35049" y="41984"/>
                  <a:pt x="35265" y="41780"/>
                </a:cubicBezTo>
                <a:cubicBezTo>
                  <a:pt x="39656" y="37761"/>
                  <a:pt x="46615" y="33911"/>
                  <a:pt x="54497" y="31824"/>
                </a:cubicBezTo>
                <a:cubicBezTo>
                  <a:pt x="58132" y="30876"/>
                  <a:pt x="61755" y="30300"/>
                  <a:pt x="65306" y="30072"/>
                </a:cubicBezTo>
                <a:cubicBezTo>
                  <a:pt x="66613" y="30013"/>
                  <a:pt x="67849" y="29436"/>
                  <a:pt x="68737" y="28477"/>
                </a:cubicBezTo>
                <a:cubicBezTo>
                  <a:pt x="69625" y="27517"/>
                  <a:pt x="70105" y="26258"/>
                  <a:pt x="70069" y="24950"/>
                </a:cubicBezTo>
                <a:cubicBezTo>
                  <a:pt x="70033" y="23643"/>
                  <a:pt x="69480" y="22396"/>
                  <a:pt x="68545" y="21484"/>
                </a:cubicBezTo>
                <a:cubicBezTo>
                  <a:pt x="67610" y="20584"/>
                  <a:pt x="66350" y="20081"/>
                  <a:pt x="65042" y="20081"/>
                </a:cubicBezTo>
                <a:cubicBezTo>
                  <a:pt x="64922" y="20081"/>
                  <a:pt x="64802" y="20093"/>
                  <a:pt x="64682" y="20105"/>
                </a:cubicBezTo>
                <a:cubicBezTo>
                  <a:pt x="60483" y="20368"/>
                  <a:pt x="56212" y="21040"/>
                  <a:pt x="51941" y="22167"/>
                </a:cubicBezTo>
                <a:cubicBezTo>
                  <a:pt x="42572" y="24639"/>
                  <a:pt x="34365" y="29053"/>
                  <a:pt x="28511" y="34415"/>
                </a:cubicBezTo>
                <a:cubicBezTo>
                  <a:pt x="26604" y="36166"/>
                  <a:pt x="24924" y="38073"/>
                  <a:pt x="23532" y="40100"/>
                </a:cubicBezTo>
                <a:cubicBezTo>
                  <a:pt x="19897" y="38553"/>
                  <a:pt x="18146" y="36562"/>
                  <a:pt x="17678" y="34762"/>
                </a:cubicBezTo>
                <a:cubicBezTo>
                  <a:pt x="16982" y="32148"/>
                  <a:pt x="18481" y="28069"/>
                  <a:pt x="23544" y="23559"/>
                </a:cubicBezTo>
                <a:cubicBezTo>
                  <a:pt x="28619" y="19049"/>
                  <a:pt x="36741" y="14731"/>
                  <a:pt x="46315" y="12199"/>
                </a:cubicBezTo>
                <a:cubicBezTo>
                  <a:pt x="51905" y="10736"/>
                  <a:pt x="57436" y="9992"/>
                  <a:pt x="62499" y="999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2" name="Чёрный — SVG 27">
            <a:extLst>
              <a:ext uri="{FF2B5EF4-FFF2-40B4-BE49-F238E27FC236}">
                <a16:creationId xmlns:a16="http://schemas.microsoft.com/office/drawing/2014/main" id="{B638617A-41EF-6D4F-968E-06F2E8DCA499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55140 w 148867"/>
              <a:gd name="csY0" fmla="*/ 4 h 127655"/>
              <a:gd name="csX1" fmla="*/ 54035 w 148867"/>
              <a:gd name="csY1" fmla="*/ 73 h 127655"/>
              <a:gd name="csX2" fmla="*/ 18068 w 148867"/>
              <a:gd name="csY2" fmla="*/ 73 h 127655"/>
              <a:gd name="csX3" fmla="*/ 7094 w 148867"/>
              <a:gd name="csY3" fmla="*/ 11062 h 127655"/>
              <a:gd name="csX4" fmla="*/ 7094 w 148867"/>
              <a:gd name="csY4" fmla="*/ 61704 h 127655"/>
              <a:gd name="csX5" fmla="*/ 0 w 148867"/>
              <a:gd name="csY5" fmla="*/ 85128 h 127655"/>
              <a:gd name="csX6" fmla="*/ 42534 w 148867"/>
              <a:gd name="csY6" fmla="*/ 127656 h 127655"/>
              <a:gd name="csX7" fmla="*/ 84131 w 148867"/>
              <a:gd name="csY7" fmla="*/ 93991 h 127655"/>
              <a:gd name="csX8" fmla="*/ 104003 w 148867"/>
              <a:gd name="csY8" fmla="*/ 93991 h 127655"/>
              <a:gd name="csX9" fmla="*/ 101009 w 148867"/>
              <a:gd name="csY9" fmla="*/ 105507 h 127655"/>
              <a:gd name="csX10" fmla="*/ 106572 w 148867"/>
              <a:gd name="csY10" fmla="*/ 120613 h 127655"/>
              <a:gd name="csX11" fmla="*/ 123177 w 148867"/>
              <a:gd name="csY11" fmla="*/ 127656 h 127655"/>
              <a:gd name="csX12" fmla="*/ 145328 w 148867"/>
              <a:gd name="csY12" fmla="*/ 105507 h 127655"/>
              <a:gd name="csX13" fmla="*/ 139136 w 148867"/>
              <a:gd name="csY13" fmla="*/ 90231 h 127655"/>
              <a:gd name="csX14" fmla="*/ 147234 w 148867"/>
              <a:gd name="csY14" fmla="*/ 73748 h 127655"/>
              <a:gd name="csX15" fmla="*/ 148867 w 148867"/>
              <a:gd name="csY15" fmla="*/ 66722 h 127655"/>
              <a:gd name="csX16" fmla="*/ 148867 w 148867"/>
              <a:gd name="csY16" fmla="*/ 58557 h 127655"/>
              <a:gd name="csX17" fmla="*/ 132909 w 148867"/>
              <a:gd name="csY17" fmla="*/ 42600 h 127655"/>
              <a:gd name="csX18" fmla="*/ 106334 w 148867"/>
              <a:gd name="csY18" fmla="*/ 42600 h 127655"/>
              <a:gd name="csX19" fmla="*/ 106334 w 148867"/>
              <a:gd name="csY19" fmla="*/ 19567 h 127655"/>
              <a:gd name="csX20" fmla="*/ 108103 w 148867"/>
              <a:gd name="csY20" fmla="*/ 17798 h 127655"/>
              <a:gd name="csX21" fmla="*/ 111642 w 148867"/>
              <a:gd name="csY21" fmla="*/ 17798 h 127655"/>
              <a:gd name="csX22" fmla="*/ 113701 w 148867"/>
              <a:gd name="csY22" fmla="*/ 17407 h 127655"/>
              <a:gd name="csX23" fmla="*/ 115453 w 148867"/>
              <a:gd name="csY23" fmla="*/ 16267 h 127655"/>
              <a:gd name="csX24" fmla="*/ 116627 w 148867"/>
              <a:gd name="csY24" fmla="*/ 14532 h 127655"/>
              <a:gd name="csX25" fmla="*/ 117035 w 148867"/>
              <a:gd name="csY25" fmla="*/ 12473 h 127655"/>
              <a:gd name="csX26" fmla="*/ 116627 w 148867"/>
              <a:gd name="csY26" fmla="*/ 10432 h 127655"/>
              <a:gd name="csX27" fmla="*/ 115453 w 148867"/>
              <a:gd name="csY27" fmla="*/ 8697 h 127655"/>
              <a:gd name="csX28" fmla="*/ 113701 w 148867"/>
              <a:gd name="csY28" fmla="*/ 7540 h 127655"/>
              <a:gd name="csX29" fmla="*/ 111642 w 148867"/>
              <a:gd name="csY29" fmla="*/ 7166 h 127655"/>
              <a:gd name="csX30" fmla="*/ 108103 w 148867"/>
              <a:gd name="csY30" fmla="*/ 7166 h 127655"/>
              <a:gd name="csX31" fmla="*/ 95700 w 148867"/>
              <a:gd name="csY31" fmla="*/ 19567 h 127655"/>
              <a:gd name="csX32" fmla="*/ 95700 w 148867"/>
              <a:gd name="csY32" fmla="*/ 42600 h 127655"/>
              <a:gd name="csX33" fmla="*/ 69721 w 148867"/>
              <a:gd name="csY33" fmla="*/ 42600 h 127655"/>
              <a:gd name="csX34" fmla="*/ 61759 w 148867"/>
              <a:gd name="csY34" fmla="*/ 10704 h 127655"/>
              <a:gd name="csX35" fmla="*/ 62031 w 148867"/>
              <a:gd name="csY35" fmla="*/ 10704 h 127655"/>
              <a:gd name="csX36" fmla="*/ 64089 w 148867"/>
              <a:gd name="csY36" fmla="*/ 10330 h 127655"/>
              <a:gd name="csX37" fmla="*/ 65842 w 148867"/>
              <a:gd name="csY37" fmla="*/ 9173 h 127655"/>
              <a:gd name="csX38" fmla="*/ 67016 w 148867"/>
              <a:gd name="csY38" fmla="*/ 7438 h 127655"/>
              <a:gd name="csX39" fmla="*/ 67424 w 148867"/>
              <a:gd name="csY39" fmla="*/ 5397 h 127655"/>
              <a:gd name="csX40" fmla="*/ 67016 w 148867"/>
              <a:gd name="csY40" fmla="*/ 3339 h 127655"/>
              <a:gd name="csX41" fmla="*/ 65842 w 148867"/>
              <a:gd name="csY41" fmla="*/ 1603 h 127655"/>
              <a:gd name="csX42" fmla="*/ 64089 w 148867"/>
              <a:gd name="csY42" fmla="*/ 464 h 127655"/>
              <a:gd name="csX43" fmla="*/ 62031 w 148867"/>
              <a:gd name="csY43" fmla="*/ 73 h 127655"/>
              <a:gd name="csX44" fmla="*/ 55770 w 148867"/>
              <a:gd name="csY44" fmla="*/ 73 h 127655"/>
              <a:gd name="csX45" fmla="*/ 55140 w 148867"/>
              <a:gd name="csY45" fmla="*/ 4 h 127655"/>
              <a:gd name="csX46" fmla="*/ 18068 w 148867"/>
              <a:gd name="csY46" fmla="*/ 10704 h 127655"/>
              <a:gd name="csX47" fmla="*/ 50785 w 148867"/>
              <a:gd name="csY47" fmla="*/ 10704 h 127655"/>
              <a:gd name="csX48" fmla="*/ 58764 w 148867"/>
              <a:gd name="csY48" fmla="*/ 42600 h 127655"/>
              <a:gd name="csX49" fmla="*/ 42534 w 148867"/>
              <a:gd name="csY49" fmla="*/ 42600 h 127655"/>
              <a:gd name="csX50" fmla="*/ 17728 w 148867"/>
              <a:gd name="csY50" fmla="*/ 42600 h 127655"/>
              <a:gd name="csX51" fmla="*/ 17728 w 148867"/>
              <a:gd name="csY51" fmla="*/ 11062 h 127655"/>
              <a:gd name="csX52" fmla="*/ 18068 w 148867"/>
              <a:gd name="csY52" fmla="*/ 10704 h 127655"/>
              <a:gd name="csX53" fmla="*/ 42534 w 148867"/>
              <a:gd name="csY53" fmla="*/ 53232 h 127655"/>
              <a:gd name="csX54" fmla="*/ 74434 w 148867"/>
              <a:gd name="csY54" fmla="*/ 85128 h 127655"/>
              <a:gd name="csX55" fmla="*/ 42534 w 148867"/>
              <a:gd name="csY55" fmla="*/ 117024 h 127655"/>
              <a:gd name="csX56" fmla="*/ 10633 w 148867"/>
              <a:gd name="csY56" fmla="*/ 85128 h 127655"/>
              <a:gd name="csX57" fmla="*/ 42534 w 148867"/>
              <a:gd name="csY57" fmla="*/ 53232 h 127655"/>
              <a:gd name="csX58" fmla="*/ 41649 w 148867"/>
              <a:gd name="csY58" fmla="*/ 74547 h 127655"/>
              <a:gd name="csX59" fmla="*/ 30182 w 148867"/>
              <a:gd name="csY59" fmla="*/ 86013 h 127655"/>
              <a:gd name="csX60" fmla="*/ 41649 w 148867"/>
              <a:gd name="csY60" fmla="*/ 97495 h 127655"/>
              <a:gd name="csX61" fmla="*/ 53116 w 148867"/>
              <a:gd name="csY61" fmla="*/ 86013 h 127655"/>
              <a:gd name="csX62" fmla="*/ 41649 w 148867"/>
              <a:gd name="csY62" fmla="*/ 74547 h 127655"/>
              <a:gd name="csX63" fmla="*/ 123177 w 148867"/>
              <a:gd name="csY63" fmla="*/ 93991 h 127655"/>
              <a:gd name="csX64" fmla="*/ 134695 w 148867"/>
              <a:gd name="csY64" fmla="*/ 105507 h 127655"/>
              <a:gd name="csX65" fmla="*/ 123177 w 148867"/>
              <a:gd name="csY65" fmla="*/ 117024 h 127655"/>
              <a:gd name="csX66" fmla="*/ 114517 w 148867"/>
              <a:gd name="csY66" fmla="*/ 113554 h 127655"/>
              <a:gd name="csX67" fmla="*/ 111642 w 148867"/>
              <a:gd name="csY67" fmla="*/ 105507 h 127655"/>
              <a:gd name="csX68" fmla="*/ 114517 w 148867"/>
              <a:gd name="csY68" fmla="*/ 97461 h 127655"/>
              <a:gd name="csX69" fmla="*/ 123177 w 148867"/>
              <a:gd name="csY69" fmla="*/ 93991 h 127655"/>
            </a:gdLst>
            <a:ahLst/>
            <a:cxnLst/>
            <a:rect l="l" t="t" r="r" b="b"/>
            <a:pathLst>
              <a:path w="100000" h="100000">
                <a:moveTo>
                  <a:pt x="37040" y="7127"/>
                </a:moveTo>
                <a:cubicBezTo>
                  <a:pt x="36789" y="7116"/>
                  <a:pt x="36549" y="7139"/>
                  <a:pt x="36298" y="7174"/>
                </a:cubicBezTo>
                <a:lnTo>
                  <a:pt x="12137" y="7174"/>
                </a:lnTo>
                <a:cubicBezTo>
                  <a:pt x="8103" y="7174"/>
                  <a:pt x="4765" y="10521"/>
                  <a:pt x="4765" y="14555"/>
                </a:cubicBezTo>
                <a:lnTo>
                  <a:pt x="4765" y="48574"/>
                </a:lnTo>
                <a:cubicBezTo>
                  <a:pt x="1760" y="53087"/>
                  <a:pt x="0" y="58503"/>
                  <a:pt x="0" y="64308"/>
                </a:cubicBezTo>
                <a:cubicBezTo>
                  <a:pt x="0" y="80043"/>
                  <a:pt x="12834" y="92876"/>
                  <a:pt x="28572" y="92876"/>
                </a:cubicBezTo>
                <a:cubicBezTo>
                  <a:pt x="42263" y="92876"/>
                  <a:pt x="53760" y="83163"/>
                  <a:pt x="56514" y="70262"/>
                </a:cubicBezTo>
                <a:lnTo>
                  <a:pt x="69863" y="70262"/>
                </a:lnTo>
                <a:cubicBezTo>
                  <a:pt x="68514" y="72639"/>
                  <a:pt x="67852" y="75336"/>
                  <a:pt x="67852" y="77998"/>
                </a:cubicBezTo>
                <a:cubicBezTo>
                  <a:pt x="67852" y="81621"/>
                  <a:pt x="69052" y="85288"/>
                  <a:pt x="71589" y="88145"/>
                </a:cubicBezTo>
                <a:cubicBezTo>
                  <a:pt x="74126" y="91002"/>
                  <a:pt x="78080" y="92876"/>
                  <a:pt x="82743" y="92876"/>
                </a:cubicBezTo>
                <a:cubicBezTo>
                  <a:pt x="90915" y="92876"/>
                  <a:pt x="97623" y="86180"/>
                  <a:pt x="97623" y="77998"/>
                </a:cubicBezTo>
                <a:cubicBezTo>
                  <a:pt x="97623" y="74033"/>
                  <a:pt x="96023" y="70411"/>
                  <a:pt x="93463" y="67736"/>
                </a:cubicBezTo>
                <a:lnTo>
                  <a:pt x="98903" y="56664"/>
                </a:lnTo>
                <a:cubicBezTo>
                  <a:pt x="99623" y="55201"/>
                  <a:pt x="100000" y="53567"/>
                  <a:pt x="100000" y="51944"/>
                </a:cubicBezTo>
                <a:lnTo>
                  <a:pt x="100000" y="46460"/>
                </a:lnTo>
                <a:cubicBezTo>
                  <a:pt x="100000" y="40552"/>
                  <a:pt x="95189" y="35741"/>
                  <a:pt x="89280" y="35741"/>
                </a:cubicBezTo>
                <a:lnTo>
                  <a:pt x="71429" y="35741"/>
                </a:lnTo>
                <a:lnTo>
                  <a:pt x="71429" y="20268"/>
                </a:lnTo>
                <a:cubicBezTo>
                  <a:pt x="71429" y="19572"/>
                  <a:pt x="71920" y="19080"/>
                  <a:pt x="72617" y="19080"/>
                </a:cubicBezTo>
                <a:lnTo>
                  <a:pt x="74994" y="19080"/>
                </a:lnTo>
                <a:cubicBezTo>
                  <a:pt x="75475" y="19092"/>
                  <a:pt x="75943" y="19000"/>
                  <a:pt x="76378" y="18817"/>
                </a:cubicBezTo>
                <a:cubicBezTo>
                  <a:pt x="76823" y="18646"/>
                  <a:pt x="77223" y="18383"/>
                  <a:pt x="77554" y="18052"/>
                </a:cubicBezTo>
                <a:cubicBezTo>
                  <a:pt x="77897" y="17721"/>
                  <a:pt x="78160" y="17320"/>
                  <a:pt x="78343" y="16886"/>
                </a:cubicBezTo>
                <a:cubicBezTo>
                  <a:pt x="78526" y="16452"/>
                  <a:pt x="78617" y="15983"/>
                  <a:pt x="78617" y="15503"/>
                </a:cubicBezTo>
                <a:cubicBezTo>
                  <a:pt x="78617" y="15035"/>
                  <a:pt x="78526" y="14567"/>
                  <a:pt x="78343" y="14132"/>
                </a:cubicBezTo>
                <a:cubicBezTo>
                  <a:pt x="78160" y="13698"/>
                  <a:pt x="77897" y="13298"/>
                  <a:pt x="77554" y="12967"/>
                </a:cubicBezTo>
                <a:cubicBezTo>
                  <a:pt x="77223" y="12635"/>
                  <a:pt x="76823" y="12372"/>
                  <a:pt x="76378" y="12189"/>
                </a:cubicBezTo>
                <a:cubicBezTo>
                  <a:pt x="75943" y="12018"/>
                  <a:pt x="75475" y="11927"/>
                  <a:pt x="74994" y="11938"/>
                </a:cubicBezTo>
                <a:lnTo>
                  <a:pt x="72617" y="11938"/>
                </a:lnTo>
                <a:cubicBezTo>
                  <a:pt x="68057" y="11938"/>
                  <a:pt x="64286" y="15709"/>
                  <a:pt x="64286" y="20268"/>
                </a:cubicBezTo>
                <a:lnTo>
                  <a:pt x="64286" y="35741"/>
                </a:lnTo>
                <a:lnTo>
                  <a:pt x="46834" y="35741"/>
                </a:lnTo>
                <a:lnTo>
                  <a:pt x="41486" y="14315"/>
                </a:lnTo>
                <a:lnTo>
                  <a:pt x="41669" y="14315"/>
                </a:lnTo>
                <a:cubicBezTo>
                  <a:pt x="42138" y="14327"/>
                  <a:pt x="42606" y="14235"/>
                  <a:pt x="43051" y="14064"/>
                </a:cubicBezTo>
                <a:cubicBezTo>
                  <a:pt x="43486" y="13881"/>
                  <a:pt x="43885" y="13618"/>
                  <a:pt x="44229" y="13286"/>
                </a:cubicBezTo>
                <a:cubicBezTo>
                  <a:pt x="44560" y="12955"/>
                  <a:pt x="44835" y="12567"/>
                  <a:pt x="45017" y="12121"/>
                </a:cubicBezTo>
                <a:cubicBezTo>
                  <a:pt x="45200" y="11687"/>
                  <a:pt x="45291" y="11218"/>
                  <a:pt x="45291" y="10750"/>
                </a:cubicBezTo>
                <a:cubicBezTo>
                  <a:pt x="45291" y="10270"/>
                  <a:pt x="45200" y="9801"/>
                  <a:pt x="45017" y="9367"/>
                </a:cubicBezTo>
                <a:cubicBezTo>
                  <a:pt x="44835" y="8933"/>
                  <a:pt x="44560" y="8533"/>
                  <a:pt x="44229" y="8201"/>
                </a:cubicBezTo>
                <a:cubicBezTo>
                  <a:pt x="43885" y="7870"/>
                  <a:pt x="43486" y="7607"/>
                  <a:pt x="43051" y="7436"/>
                </a:cubicBezTo>
                <a:cubicBezTo>
                  <a:pt x="42606" y="7253"/>
                  <a:pt x="42138" y="7174"/>
                  <a:pt x="41669" y="7174"/>
                </a:cubicBezTo>
                <a:lnTo>
                  <a:pt x="37463" y="7174"/>
                </a:lnTo>
                <a:cubicBezTo>
                  <a:pt x="37326" y="7150"/>
                  <a:pt x="37177" y="7139"/>
                  <a:pt x="37040" y="7127"/>
                </a:cubicBezTo>
                <a:close/>
                <a:moveTo>
                  <a:pt x="12137" y="14315"/>
                </a:moveTo>
                <a:lnTo>
                  <a:pt x="34114" y="14315"/>
                </a:lnTo>
                <a:lnTo>
                  <a:pt x="39474" y="35741"/>
                </a:lnTo>
                <a:lnTo>
                  <a:pt x="28572" y="35741"/>
                </a:lnTo>
                <a:lnTo>
                  <a:pt x="11909" y="35741"/>
                </a:lnTo>
                <a:lnTo>
                  <a:pt x="11909" y="14555"/>
                </a:lnTo>
                <a:cubicBezTo>
                  <a:pt x="11909" y="14383"/>
                  <a:pt x="11977" y="14315"/>
                  <a:pt x="12137" y="14315"/>
                </a:cubicBezTo>
                <a:close/>
                <a:moveTo>
                  <a:pt x="28572" y="42883"/>
                </a:moveTo>
                <a:cubicBezTo>
                  <a:pt x="40445" y="42883"/>
                  <a:pt x="50000" y="52436"/>
                  <a:pt x="50000" y="64308"/>
                </a:cubicBezTo>
                <a:cubicBezTo>
                  <a:pt x="50000" y="76192"/>
                  <a:pt x="40445" y="85734"/>
                  <a:pt x="28572" y="85734"/>
                </a:cubicBezTo>
                <a:cubicBezTo>
                  <a:pt x="16697" y="85734"/>
                  <a:pt x="7143" y="76192"/>
                  <a:pt x="7143" y="64308"/>
                </a:cubicBezTo>
                <a:cubicBezTo>
                  <a:pt x="7143" y="52436"/>
                  <a:pt x="16697" y="42883"/>
                  <a:pt x="28572" y="42883"/>
                </a:cubicBezTo>
                <a:close/>
                <a:moveTo>
                  <a:pt x="27977" y="57201"/>
                </a:moveTo>
                <a:cubicBezTo>
                  <a:pt x="23714" y="57201"/>
                  <a:pt x="20274" y="60651"/>
                  <a:pt x="20274" y="64903"/>
                </a:cubicBezTo>
                <a:cubicBezTo>
                  <a:pt x="20274" y="69165"/>
                  <a:pt x="23714" y="72616"/>
                  <a:pt x="27977" y="72616"/>
                </a:cubicBezTo>
                <a:cubicBezTo>
                  <a:pt x="32229" y="72616"/>
                  <a:pt x="35680" y="69165"/>
                  <a:pt x="35680" y="64903"/>
                </a:cubicBezTo>
                <a:cubicBezTo>
                  <a:pt x="35680" y="60651"/>
                  <a:pt x="32229" y="57201"/>
                  <a:pt x="27977" y="57201"/>
                </a:cubicBezTo>
                <a:close/>
                <a:moveTo>
                  <a:pt x="82743" y="70262"/>
                </a:moveTo>
                <a:cubicBezTo>
                  <a:pt x="87052" y="70262"/>
                  <a:pt x="90480" y="73690"/>
                  <a:pt x="90480" y="77998"/>
                </a:cubicBezTo>
                <a:cubicBezTo>
                  <a:pt x="90480" y="82318"/>
                  <a:pt x="87052" y="85734"/>
                  <a:pt x="82743" y="85734"/>
                </a:cubicBezTo>
                <a:cubicBezTo>
                  <a:pt x="79863" y="85734"/>
                  <a:pt x="78160" y="84786"/>
                  <a:pt x="76926" y="83403"/>
                </a:cubicBezTo>
                <a:cubicBezTo>
                  <a:pt x="75692" y="82020"/>
                  <a:pt x="74994" y="80032"/>
                  <a:pt x="74994" y="77998"/>
                </a:cubicBezTo>
                <a:cubicBezTo>
                  <a:pt x="74994" y="75964"/>
                  <a:pt x="75692" y="73987"/>
                  <a:pt x="76926" y="72593"/>
                </a:cubicBezTo>
                <a:cubicBezTo>
                  <a:pt x="78160" y="71211"/>
                  <a:pt x="79863" y="70262"/>
                  <a:pt x="82743" y="7026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3" name="Чёрный — SVG 28">
            <a:extLst>
              <a:ext uri="{FF2B5EF4-FFF2-40B4-BE49-F238E27FC236}">
                <a16:creationId xmlns:a16="http://schemas.microsoft.com/office/drawing/2014/main" id="{04F33399-13C8-C84D-A25B-DBA89A236755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61661 w 152171"/>
              <a:gd name="csY0" fmla="*/ 0 h 149000"/>
              <a:gd name="csX1" fmla="*/ 58360 w 152171"/>
              <a:gd name="csY1" fmla="*/ 1157 h 149000"/>
              <a:gd name="csX2" fmla="*/ 52797 w 152171"/>
              <a:gd name="csY2" fmla="*/ 5359 h 149000"/>
              <a:gd name="csX3" fmla="*/ 52354 w 152171"/>
              <a:gd name="csY3" fmla="*/ 5665 h 149000"/>
              <a:gd name="csX4" fmla="*/ 4938 w 152171"/>
              <a:gd name="csY4" fmla="*/ 41422 h 149000"/>
              <a:gd name="csX5" fmla="*/ 752 w 152171"/>
              <a:gd name="csY5" fmla="*/ 55609 h 149000"/>
              <a:gd name="csX6" fmla="*/ 14261 w 152171"/>
              <a:gd name="csY6" fmla="*/ 92353 h 149000"/>
              <a:gd name="csX7" fmla="*/ 15622 w 152171"/>
              <a:gd name="csY7" fmla="*/ 94395 h 149000"/>
              <a:gd name="csX8" fmla="*/ 17749 w 152171"/>
              <a:gd name="csY8" fmla="*/ 95619 h 149000"/>
              <a:gd name="csX9" fmla="*/ 20199 w 152171"/>
              <a:gd name="csY9" fmla="*/ 95739 h 149000"/>
              <a:gd name="csX10" fmla="*/ 22462 w 152171"/>
              <a:gd name="csY10" fmla="*/ 94752 h 149000"/>
              <a:gd name="csX11" fmla="*/ 47080 w 152171"/>
              <a:gd name="csY11" fmla="*/ 76210 h 149000"/>
              <a:gd name="csX12" fmla="*/ 61082 w 152171"/>
              <a:gd name="csY12" fmla="*/ 95841 h 149000"/>
              <a:gd name="csX13" fmla="*/ 74132 w 152171"/>
              <a:gd name="csY13" fmla="*/ 95841 h 149000"/>
              <a:gd name="csX14" fmla="*/ 55553 w 152171"/>
              <a:gd name="csY14" fmla="*/ 69814 h 149000"/>
              <a:gd name="csX15" fmla="*/ 67751 w 152171"/>
              <a:gd name="csY15" fmla="*/ 60628 h 149000"/>
              <a:gd name="csX16" fmla="*/ 70184 w 152171"/>
              <a:gd name="csY16" fmla="*/ 43276 h 149000"/>
              <a:gd name="csX17" fmla="*/ 70184 w 152171"/>
              <a:gd name="csY17" fmla="*/ 43259 h 149000"/>
              <a:gd name="csX18" fmla="*/ 55264 w 152171"/>
              <a:gd name="csY18" fmla="*/ 23475 h 149000"/>
              <a:gd name="csX19" fmla="*/ 56319 w 152171"/>
              <a:gd name="csY19" fmla="*/ 16025 h 149000"/>
              <a:gd name="csX20" fmla="*/ 56319 w 152171"/>
              <a:gd name="csY20" fmla="*/ 16025 h 149000"/>
              <a:gd name="csX21" fmla="*/ 64825 w 152171"/>
              <a:gd name="csY21" fmla="*/ 9594 h 149000"/>
              <a:gd name="csX22" fmla="*/ 66731 w 152171"/>
              <a:gd name="csY22" fmla="*/ 6923 h 149000"/>
              <a:gd name="csX23" fmla="*/ 66713 w 152171"/>
              <a:gd name="csY23" fmla="*/ 3657 h 149000"/>
              <a:gd name="csX24" fmla="*/ 64774 w 152171"/>
              <a:gd name="csY24" fmla="*/ 1004 h 149000"/>
              <a:gd name="csX25" fmla="*/ 61661 w 152171"/>
              <a:gd name="csY25" fmla="*/ 0 h 149000"/>
              <a:gd name="csX26" fmla="*/ 102561 w 152171"/>
              <a:gd name="csY26" fmla="*/ 56851 h 149000"/>
              <a:gd name="csX27" fmla="*/ 95466 w 152171"/>
              <a:gd name="csY27" fmla="*/ 63945 h 149000"/>
              <a:gd name="csX28" fmla="*/ 95466 w 152171"/>
              <a:gd name="csY28" fmla="*/ 129506 h 149000"/>
              <a:gd name="csX29" fmla="*/ 114964 w 152171"/>
              <a:gd name="csY29" fmla="*/ 149000 h 149000"/>
              <a:gd name="csX30" fmla="*/ 133695 w 152171"/>
              <a:gd name="csY30" fmla="*/ 134813 h 149000"/>
              <a:gd name="csX31" fmla="*/ 136230 w 152171"/>
              <a:gd name="csY31" fmla="*/ 134813 h 149000"/>
              <a:gd name="csX32" fmla="*/ 152172 w 152171"/>
              <a:gd name="csY32" fmla="*/ 118874 h 149000"/>
              <a:gd name="csX33" fmla="*/ 152172 w 152171"/>
              <a:gd name="csY33" fmla="*/ 96317 h 149000"/>
              <a:gd name="csX34" fmla="*/ 150794 w 152171"/>
              <a:gd name="csY34" fmla="*/ 89836 h 149000"/>
              <a:gd name="csX35" fmla="*/ 140348 w 152171"/>
              <a:gd name="csY35" fmla="*/ 66326 h 149000"/>
              <a:gd name="csX36" fmla="*/ 125767 w 152171"/>
              <a:gd name="csY36" fmla="*/ 56851 h 149000"/>
              <a:gd name="csX37" fmla="*/ 102561 w 152171"/>
              <a:gd name="csY37" fmla="*/ 56851 h 149000"/>
              <a:gd name="csX38" fmla="*/ 109638 w 152171"/>
              <a:gd name="csY38" fmla="*/ 67483 h 149000"/>
              <a:gd name="csX39" fmla="*/ 125767 w 152171"/>
              <a:gd name="csY39" fmla="*/ 67483 h 149000"/>
              <a:gd name="csX40" fmla="*/ 130633 w 152171"/>
              <a:gd name="csY40" fmla="*/ 70630 h 149000"/>
              <a:gd name="csX41" fmla="*/ 136451 w 152171"/>
              <a:gd name="csY41" fmla="*/ 83763 h 149000"/>
              <a:gd name="csX42" fmla="*/ 133219 w 152171"/>
              <a:gd name="csY42" fmla="*/ 88747 h 149000"/>
              <a:gd name="csX43" fmla="*/ 109638 w 152171"/>
              <a:gd name="csY43" fmla="*/ 88747 h 149000"/>
              <a:gd name="csX44" fmla="*/ 106100 w 152171"/>
              <a:gd name="csY44" fmla="*/ 85209 h 149000"/>
              <a:gd name="csX45" fmla="*/ 106100 w 152171"/>
              <a:gd name="csY45" fmla="*/ 71021 h 149000"/>
              <a:gd name="csX46" fmla="*/ 109638 w 152171"/>
              <a:gd name="csY46" fmla="*/ 67483 h 149000"/>
              <a:gd name="csX47" fmla="*/ 19263 w 152171"/>
              <a:gd name="csY47" fmla="*/ 106472 h 149000"/>
              <a:gd name="csX48" fmla="*/ 13938 w 152171"/>
              <a:gd name="csY48" fmla="*/ 111780 h 149000"/>
              <a:gd name="csX49" fmla="*/ 13938 w 152171"/>
              <a:gd name="csY49" fmla="*/ 118874 h 149000"/>
              <a:gd name="csX50" fmla="*/ 25133 w 152171"/>
              <a:gd name="csY50" fmla="*/ 134014 h 149000"/>
              <a:gd name="csX51" fmla="*/ 44069 w 152171"/>
              <a:gd name="csY51" fmla="*/ 149000 h 149000"/>
              <a:gd name="csX52" fmla="*/ 62800 w 152171"/>
              <a:gd name="csY52" fmla="*/ 134813 h 149000"/>
              <a:gd name="csX53" fmla="*/ 79508 w 152171"/>
              <a:gd name="csY53" fmla="*/ 134813 h 149000"/>
              <a:gd name="csX54" fmla="*/ 84833 w 152171"/>
              <a:gd name="csY54" fmla="*/ 129506 h 149000"/>
              <a:gd name="csX55" fmla="*/ 84833 w 152171"/>
              <a:gd name="csY55" fmla="*/ 111780 h 149000"/>
              <a:gd name="csX56" fmla="*/ 79508 w 152171"/>
              <a:gd name="csY56" fmla="*/ 106472 h 149000"/>
              <a:gd name="csX57" fmla="*/ 19263 w 152171"/>
              <a:gd name="csY57" fmla="*/ 106472 h 149000"/>
              <a:gd name="csX58" fmla="*/ 44069 w 152171"/>
              <a:gd name="csY58" fmla="*/ 120643 h 149000"/>
              <a:gd name="csX59" fmla="*/ 52933 w 152171"/>
              <a:gd name="csY59" fmla="*/ 129506 h 149000"/>
              <a:gd name="csX60" fmla="*/ 44069 w 152171"/>
              <a:gd name="csY60" fmla="*/ 138368 h 149000"/>
              <a:gd name="csX61" fmla="*/ 35205 w 152171"/>
              <a:gd name="csY61" fmla="*/ 129506 h 149000"/>
              <a:gd name="csX62" fmla="*/ 44069 w 152171"/>
              <a:gd name="csY62" fmla="*/ 120643 h 149000"/>
              <a:gd name="csX63" fmla="*/ 114964 w 152171"/>
              <a:gd name="csY63" fmla="*/ 120643 h 149000"/>
              <a:gd name="csX64" fmla="*/ 123828 w 152171"/>
              <a:gd name="csY64" fmla="*/ 129506 h 149000"/>
              <a:gd name="csX65" fmla="*/ 114964 w 152171"/>
              <a:gd name="csY65" fmla="*/ 138368 h 149000"/>
              <a:gd name="csX66" fmla="*/ 106100 w 152171"/>
              <a:gd name="csY66" fmla="*/ 129506 h 149000"/>
              <a:gd name="csX67" fmla="*/ 114964 w 152171"/>
              <a:gd name="csY67" fmla="*/ 120643 h 149000"/>
            </a:gdLst>
            <a:ahLst/>
            <a:cxnLst/>
            <a:rect l="l" t="t" r="r" b="b"/>
            <a:pathLst>
              <a:path w="100000" h="100000">
                <a:moveTo>
                  <a:pt x="40521" y="1042"/>
                </a:moveTo>
                <a:cubicBezTo>
                  <a:pt x="39738" y="1042"/>
                  <a:pt x="38978" y="1310"/>
                  <a:pt x="38352" y="1802"/>
                </a:cubicBezTo>
                <a:cubicBezTo>
                  <a:pt x="37513" y="2439"/>
                  <a:pt x="36037" y="3557"/>
                  <a:pt x="34696" y="4564"/>
                </a:cubicBezTo>
                <a:cubicBezTo>
                  <a:pt x="34595" y="4630"/>
                  <a:pt x="34495" y="4698"/>
                  <a:pt x="34405" y="4765"/>
                </a:cubicBezTo>
                <a:lnTo>
                  <a:pt x="3245" y="28263"/>
                </a:lnTo>
                <a:cubicBezTo>
                  <a:pt x="383" y="30420"/>
                  <a:pt x="-735" y="34232"/>
                  <a:pt x="494" y="37586"/>
                </a:cubicBezTo>
                <a:lnTo>
                  <a:pt x="9372" y="61732"/>
                </a:lnTo>
                <a:cubicBezTo>
                  <a:pt x="9562" y="62247"/>
                  <a:pt x="9864" y="62705"/>
                  <a:pt x="10266" y="63074"/>
                </a:cubicBezTo>
                <a:cubicBezTo>
                  <a:pt x="10669" y="63443"/>
                  <a:pt x="11149" y="63722"/>
                  <a:pt x="11664" y="63878"/>
                </a:cubicBezTo>
                <a:cubicBezTo>
                  <a:pt x="12189" y="64024"/>
                  <a:pt x="12748" y="64058"/>
                  <a:pt x="13274" y="63957"/>
                </a:cubicBezTo>
                <a:cubicBezTo>
                  <a:pt x="13811" y="63867"/>
                  <a:pt x="14325" y="63644"/>
                  <a:pt x="14761" y="63309"/>
                </a:cubicBezTo>
                <a:lnTo>
                  <a:pt x="30939" y="51124"/>
                </a:lnTo>
                <a:lnTo>
                  <a:pt x="40140" y="64024"/>
                </a:lnTo>
                <a:lnTo>
                  <a:pt x="48716" y="64024"/>
                </a:lnTo>
                <a:lnTo>
                  <a:pt x="36507" y="46921"/>
                </a:lnTo>
                <a:lnTo>
                  <a:pt x="44523" y="40884"/>
                </a:lnTo>
                <a:cubicBezTo>
                  <a:pt x="48079" y="38201"/>
                  <a:pt x="48805" y="33036"/>
                  <a:pt x="46122" y="29481"/>
                </a:cubicBezTo>
                <a:lnTo>
                  <a:pt x="46122" y="29470"/>
                </a:lnTo>
                <a:lnTo>
                  <a:pt x="36317" y="16469"/>
                </a:lnTo>
                <a:cubicBezTo>
                  <a:pt x="35132" y="14893"/>
                  <a:pt x="35433" y="12758"/>
                  <a:pt x="37010" y="11573"/>
                </a:cubicBezTo>
                <a:cubicBezTo>
                  <a:pt x="37010" y="11573"/>
                  <a:pt x="37010" y="11573"/>
                  <a:pt x="37010" y="11573"/>
                </a:cubicBezTo>
                <a:cubicBezTo>
                  <a:pt x="39112" y="9996"/>
                  <a:pt x="41281" y="8353"/>
                  <a:pt x="42600" y="7347"/>
                </a:cubicBezTo>
                <a:cubicBezTo>
                  <a:pt x="43193" y="6900"/>
                  <a:pt x="43629" y="6296"/>
                  <a:pt x="43853" y="5591"/>
                </a:cubicBezTo>
                <a:cubicBezTo>
                  <a:pt x="44076" y="4888"/>
                  <a:pt x="44076" y="4138"/>
                  <a:pt x="43841" y="3445"/>
                </a:cubicBezTo>
                <a:cubicBezTo>
                  <a:pt x="43606" y="2741"/>
                  <a:pt x="43171" y="2137"/>
                  <a:pt x="42567" y="1702"/>
                </a:cubicBezTo>
                <a:cubicBezTo>
                  <a:pt x="41974" y="1277"/>
                  <a:pt x="41258" y="1042"/>
                  <a:pt x="40521" y="1042"/>
                </a:cubicBezTo>
                <a:close/>
                <a:moveTo>
                  <a:pt x="67399" y="38402"/>
                </a:moveTo>
                <a:cubicBezTo>
                  <a:pt x="64816" y="38402"/>
                  <a:pt x="62736" y="40481"/>
                  <a:pt x="62736" y="43064"/>
                </a:cubicBezTo>
                <a:lnTo>
                  <a:pt x="62736" y="86147"/>
                </a:lnTo>
                <a:cubicBezTo>
                  <a:pt x="62736" y="93179"/>
                  <a:pt x="68516" y="98958"/>
                  <a:pt x="75549" y="98958"/>
                </a:cubicBezTo>
                <a:cubicBezTo>
                  <a:pt x="81363" y="98958"/>
                  <a:pt x="86315" y="94990"/>
                  <a:pt x="87858" y="89635"/>
                </a:cubicBezTo>
                <a:lnTo>
                  <a:pt x="89524" y="89635"/>
                </a:lnTo>
                <a:cubicBezTo>
                  <a:pt x="95305" y="89635"/>
                  <a:pt x="100001" y="84940"/>
                  <a:pt x="100001" y="79161"/>
                </a:cubicBezTo>
                <a:lnTo>
                  <a:pt x="100001" y="64337"/>
                </a:lnTo>
                <a:cubicBezTo>
                  <a:pt x="100001" y="62873"/>
                  <a:pt x="99698" y="61419"/>
                  <a:pt x="99095" y="60078"/>
                </a:cubicBezTo>
                <a:lnTo>
                  <a:pt x="92230" y="44628"/>
                </a:lnTo>
                <a:cubicBezTo>
                  <a:pt x="90542" y="40839"/>
                  <a:pt x="86796" y="38402"/>
                  <a:pt x="82648" y="38402"/>
                </a:cubicBezTo>
                <a:lnTo>
                  <a:pt x="67399" y="38402"/>
                </a:lnTo>
                <a:close/>
                <a:moveTo>
                  <a:pt x="72049" y="45389"/>
                </a:moveTo>
                <a:lnTo>
                  <a:pt x="82648" y="45389"/>
                </a:lnTo>
                <a:cubicBezTo>
                  <a:pt x="84035" y="45389"/>
                  <a:pt x="85287" y="46205"/>
                  <a:pt x="85846" y="47457"/>
                </a:cubicBezTo>
                <a:lnTo>
                  <a:pt x="89670" y="56087"/>
                </a:lnTo>
                <a:cubicBezTo>
                  <a:pt x="90352" y="57630"/>
                  <a:pt x="89234" y="59362"/>
                  <a:pt x="87546" y="59362"/>
                </a:cubicBezTo>
                <a:lnTo>
                  <a:pt x="72049" y="59362"/>
                </a:lnTo>
                <a:cubicBezTo>
                  <a:pt x="70764" y="59362"/>
                  <a:pt x="69724" y="58323"/>
                  <a:pt x="69724" y="57037"/>
                </a:cubicBezTo>
                <a:lnTo>
                  <a:pt x="69724" y="47714"/>
                </a:lnTo>
                <a:cubicBezTo>
                  <a:pt x="69724" y="46428"/>
                  <a:pt x="70764" y="45389"/>
                  <a:pt x="72049" y="45389"/>
                </a:cubicBezTo>
                <a:close/>
                <a:moveTo>
                  <a:pt x="12659" y="71011"/>
                </a:moveTo>
                <a:cubicBezTo>
                  <a:pt x="10725" y="71011"/>
                  <a:pt x="9159" y="72576"/>
                  <a:pt x="9159" y="74499"/>
                </a:cubicBezTo>
                <a:lnTo>
                  <a:pt x="9159" y="79161"/>
                </a:lnTo>
                <a:cubicBezTo>
                  <a:pt x="9159" y="83844"/>
                  <a:pt x="12268" y="87768"/>
                  <a:pt x="16516" y="89110"/>
                </a:cubicBezTo>
                <a:cubicBezTo>
                  <a:pt x="17869" y="94733"/>
                  <a:pt x="22945" y="98958"/>
                  <a:pt x="28960" y="98958"/>
                </a:cubicBezTo>
                <a:cubicBezTo>
                  <a:pt x="34785" y="98958"/>
                  <a:pt x="39738" y="94990"/>
                  <a:pt x="41269" y="89635"/>
                </a:cubicBezTo>
                <a:lnTo>
                  <a:pt x="52249" y="89635"/>
                </a:lnTo>
                <a:cubicBezTo>
                  <a:pt x="54183" y="89635"/>
                  <a:pt x="55748" y="88070"/>
                  <a:pt x="55748" y="86147"/>
                </a:cubicBezTo>
                <a:lnTo>
                  <a:pt x="55748" y="74499"/>
                </a:lnTo>
                <a:cubicBezTo>
                  <a:pt x="55748" y="72576"/>
                  <a:pt x="54183" y="71011"/>
                  <a:pt x="52249" y="71011"/>
                </a:cubicBezTo>
                <a:lnTo>
                  <a:pt x="12659" y="71011"/>
                </a:lnTo>
                <a:close/>
                <a:moveTo>
                  <a:pt x="28960" y="80323"/>
                </a:moveTo>
                <a:cubicBezTo>
                  <a:pt x="32214" y="80323"/>
                  <a:pt x="34785" y="82894"/>
                  <a:pt x="34785" y="86147"/>
                </a:cubicBezTo>
                <a:cubicBezTo>
                  <a:pt x="34785" y="89400"/>
                  <a:pt x="32214" y="91971"/>
                  <a:pt x="28960" y="91971"/>
                </a:cubicBezTo>
                <a:cubicBezTo>
                  <a:pt x="25707" y="91971"/>
                  <a:pt x="23135" y="89400"/>
                  <a:pt x="23135" y="86147"/>
                </a:cubicBezTo>
                <a:cubicBezTo>
                  <a:pt x="23135" y="82894"/>
                  <a:pt x="25707" y="80323"/>
                  <a:pt x="28960" y="80323"/>
                </a:cubicBezTo>
                <a:close/>
                <a:moveTo>
                  <a:pt x="75549" y="80323"/>
                </a:moveTo>
                <a:cubicBezTo>
                  <a:pt x="78802" y="80323"/>
                  <a:pt x="81374" y="82894"/>
                  <a:pt x="81374" y="86147"/>
                </a:cubicBezTo>
                <a:cubicBezTo>
                  <a:pt x="81374" y="89400"/>
                  <a:pt x="78802" y="91971"/>
                  <a:pt x="75549" y="91971"/>
                </a:cubicBezTo>
                <a:cubicBezTo>
                  <a:pt x="72296" y="91971"/>
                  <a:pt x="69724" y="89400"/>
                  <a:pt x="69724" y="86147"/>
                </a:cubicBezTo>
                <a:cubicBezTo>
                  <a:pt x="69724" y="82894"/>
                  <a:pt x="72296" y="80323"/>
                  <a:pt x="75549" y="8032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4" name="Чёрный — SVG 29">
            <a:extLst>
              <a:ext uri="{FF2B5EF4-FFF2-40B4-BE49-F238E27FC236}">
                <a16:creationId xmlns:a16="http://schemas.microsoft.com/office/drawing/2014/main" id="{BD322D5C-A2BE-CF4F-9FDE-00B9008215A2}"/>
              </a:ext>
            </a:extLst>
          </p:cNvPr>
          <p:cNvSpPr>
            <a:spLocks noGrp="1"/>
          </p:cNvSpPr>
          <p:nvPr/>
        </p:nvSpPr>
        <p:spPr>
          <a:xfrm>
            <a:off x="6420000" y="3210000"/>
            <a:ext cx="220000" cy="220000"/>
          </a:xfrm>
          <a:custGeom>
            <a:avLst/>
            <a:gdLst>
              <a:gd name="csX0" fmla="*/ 15942 w 155961"/>
              <a:gd name="csY0" fmla="*/ 0 h 106319"/>
              <a:gd name="csX1" fmla="*/ 0 w 155961"/>
              <a:gd name="csY1" fmla="*/ 15939 h 106319"/>
              <a:gd name="csX2" fmla="*/ 0 w 155961"/>
              <a:gd name="csY2" fmla="*/ 76193 h 106319"/>
              <a:gd name="csX3" fmla="*/ 15942 w 155961"/>
              <a:gd name="csY3" fmla="*/ 92149 h 106319"/>
              <a:gd name="csX4" fmla="*/ 18477 w 155961"/>
              <a:gd name="csY4" fmla="*/ 92149 h 106319"/>
              <a:gd name="csX5" fmla="*/ 37208 w 155961"/>
              <a:gd name="csY5" fmla="*/ 106319 h 106319"/>
              <a:gd name="csX6" fmla="*/ 55957 w 155961"/>
              <a:gd name="csY6" fmla="*/ 92149 h 106319"/>
              <a:gd name="csX7" fmla="*/ 86837 w 155961"/>
              <a:gd name="csY7" fmla="*/ 92149 h 106319"/>
              <a:gd name="csX8" fmla="*/ 92162 w 155961"/>
              <a:gd name="csY8" fmla="*/ 86825 h 106319"/>
              <a:gd name="csX9" fmla="*/ 92162 w 155961"/>
              <a:gd name="csY9" fmla="*/ 15939 h 106319"/>
              <a:gd name="csX10" fmla="*/ 76203 w 155961"/>
              <a:gd name="csY10" fmla="*/ 0 h 106319"/>
              <a:gd name="csX11" fmla="*/ 15942 w 155961"/>
              <a:gd name="csY11" fmla="*/ 0 h 106319"/>
              <a:gd name="csX12" fmla="*/ 99239 w 155961"/>
              <a:gd name="csY12" fmla="*/ 14170 h 106319"/>
              <a:gd name="csX13" fmla="*/ 99239 w 155961"/>
              <a:gd name="csY13" fmla="*/ 86825 h 106319"/>
              <a:gd name="csX14" fmla="*/ 118737 w 155961"/>
              <a:gd name="csY14" fmla="*/ 106319 h 106319"/>
              <a:gd name="csX15" fmla="*/ 137468 w 155961"/>
              <a:gd name="csY15" fmla="*/ 92149 h 106319"/>
              <a:gd name="csX16" fmla="*/ 140003 w 155961"/>
              <a:gd name="csY16" fmla="*/ 92149 h 106319"/>
              <a:gd name="csX17" fmla="*/ 155962 w 155961"/>
              <a:gd name="csY17" fmla="*/ 76193 h 106319"/>
              <a:gd name="csX18" fmla="*/ 155962 w 155961"/>
              <a:gd name="csY18" fmla="*/ 53636 h 106319"/>
              <a:gd name="csX19" fmla="*/ 154584 w 155961"/>
              <a:gd name="csY19" fmla="*/ 47172 h 106319"/>
              <a:gd name="csX20" fmla="*/ 144121 w 155961"/>
              <a:gd name="csY20" fmla="*/ 23645 h 106319"/>
              <a:gd name="csX21" fmla="*/ 129557 w 155961"/>
              <a:gd name="csY21" fmla="*/ 14170 h 106319"/>
              <a:gd name="csX22" fmla="*/ 99239 w 155961"/>
              <a:gd name="csY22" fmla="*/ 14170 h 106319"/>
              <a:gd name="csX23" fmla="*/ 113428 w 155961"/>
              <a:gd name="csY23" fmla="*/ 24802 h 106319"/>
              <a:gd name="csX24" fmla="*/ 129557 w 155961"/>
              <a:gd name="csY24" fmla="*/ 24802 h 106319"/>
              <a:gd name="csX25" fmla="*/ 134406 w 155961"/>
              <a:gd name="csY25" fmla="*/ 27966 h 106319"/>
              <a:gd name="csX26" fmla="*/ 140242 w 155961"/>
              <a:gd name="csY26" fmla="*/ 41082 h 106319"/>
              <a:gd name="csX27" fmla="*/ 137009 w 155961"/>
              <a:gd name="csY27" fmla="*/ 46066 h 106319"/>
              <a:gd name="csX28" fmla="*/ 113428 w 155961"/>
              <a:gd name="csY28" fmla="*/ 46066 h 106319"/>
              <a:gd name="csX29" fmla="*/ 109873 w 155961"/>
              <a:gd name="csY29" fmla="*/ 42528 h 106319"/>
              <a:gd name="csX30" fmla="*/ 109873 w 155961"/>
              <a:gd name="csY30" fmla="*/ 28358 h 106319"/>
              <a:gd name="csX31" fmla="*/ 113428 w 155961"/>
              <a:gd name="csY31" fmla="*/ 24802 h 106319"/>
              <a:gd name="csX32" fmla="*/ 37208 w 155961"/>
              <a:gd name="csY32" fmla="*/ 77962 h 106319"/>
              <a:gd name="csX33" fmla="*/ 46072 w 155961"/>
              <a:gd name="csY33" fmla="*/ 86825 h 106319"/>
              <a:gd name="csX34" fmla="*/ 37208 w 155961"/>
              <a:gd name="csY34" fmla="*/ 95687 h 106319"/>
              <a:gd name="csX35" fmla="*/ 28361 w 155961"/>
              <a:gd name="csY35" fmla="*/ 86825 h 106319"/>
              <a:gd name="csX36" fmla="*/ 37208 w 155961"/>
              <a:gd name="csY36" fmla="*/ 77962 h 106319"/>
              <a:gd name="csX37" fmla="*/ 118737 w 155961"/>
              <a:gd name="csY37" fmla="*/ 77962 h 106319"/>
              <a:gd name="csX38" fmla="*/ 127601 w 155961"/>
              <a:gd name="csY38" fmla="*/ 86825 h 106319"/>
              <a:gd name="csX39" fmla="*/ 118737 w 155961"/>
              <a:gd name="csY39" fmla="*/ 95687 h 106319"/>
              <a:gd name="csX40" fmla="*/ 109873 w 155961"/>
              <a:gd name="csY40" fmla="*/ 86825 h 106319"/>
              <a:gd name="csX41" fmla="*/ 118737 w 155961"/>
              <a:gd name="csY41" fmla="*/ 77962 h 106319"/>
            </a:gdLst>
            <a:ahLst/>
            <a:cxnLst/>
            <a:rect l="l" t="t" r="r" b="b"/>
            <a:pathLst>
              <a:path w="100000" h="100000">
                <a:moveTo>
                  <a:pt x="10222" y="15915"/>
                </a:moveTo>
                <a:cubicBezTo>
                  <a:pt x="4593" y="15915"/>
                  <a:pt x="0" y="20507"/>
                  <a:pt x="0" y="26135"/>
                </a:cubicBezTo>
                <a:lnTo>
                  <a:pt x="0" y="64769"/>
                </a:lnTo>
                <a:cubicBezTo>
                  <a:pt x="0" y="70407"/>
                  <a:pt x="4593" y="75000"/>
                  <a:pt x="10222" y="75000"/>
                </a:cubicBezTo>
                <a:lnTo>
                  <a:pt x="11847" y="75000"/>
                </a:lnTo>
                <a:cubicBezTo>
                  <a:pt x="13352" y="80224"/>
                  <a:pt x="18185" y="84085"/>
                  <a:pt x="23857" y="84085"/>
                </a:cubicBezTo>
                <a:cubicBezTo>
                  <a:pt x="29541" y="84085"/>
                  <a:pt x="34373" y="80224"/>
                  <a:pt x="35879" y="75000"/>
                </a:cubicBezTo>
                <a:lnTo>
                  <a:pt x="55679" y="75000"/>
                </a:lnTo>
                <a:cubicBezTo>
                  <a:pt x="57566" y="75000"/>
                  <a:pt x="59093" y="73473"/>
                  <a:pt x="59093" y="71586"/>
                </a:cubicBezTo>
                <a:lnTo>
                  <a:pt x="59093" y="26135"/>
                </a:lnTo>
                <a:cubicBezTo>
                  <a:pt x="59093" y="20507"/>
                  <a:pt x="54500" y="15915"/>
                  <a:pt x="48860" y="15915"/>
                </a:cubicBezTo>
                <a:lnTo>
                  <a:pt x="10222" y="15915"/>
                </a:lnTo>
                <a:close/>
                <a:moveTo>
                  <a:pt x="63631" y="25000"/>
                </a:moveTo>
                <a:lnTo>
                  <a:pt x="63631" y="71586"/>
                </a:lnTo>
                <a:cubicBezTo>
                  <a:pt x="63631" y="78447"/>
                  <a:pt x="69271" y="84085"/>
                  <a:pt x="76132" y="84085"/>
                </a:cubicBezTo>
                <a:cubicBezTo>
                  <a:pt x="81816" y="84085"/>
                  <a:pt x="86649" y="80224"/>
                  <a:pt x="88143" y="75000"/>
                </a:cubicBezTo>
                <a:lnTo>
                  <a:pt x="89768" y="75000"/>
                </a:lnTo>
                <a:cubicBezTo>
                  <a:pt x="95419" y="75000"/>
                  <a:pt x="100001" y="70418"/>
                  <a:pt x="100001" y="64769"/>
                </a:cubicBezTo>
                <a:lnTo>
                  <a:pt x="100001" y="50306"/>
                </a:lnTo>
                <a:cubicBezTo>
                  <a:pt x="100001" y="48877"/>
                  <a:pt x="99695" y="47459"/>
                  <a:pt x="99117" y="46161"/>
                </a:cubicBezTo>
                <a:lnTo>
                  <a:pt x="92408" y="31076"/>
                </a:lnTo>
                <a:cubicBezTo>
                  <a:pt x="90772" y="27390"/>
                  <a:pt x="87106" y="25000"/>
                  <a:pt x="83070" y="25000"/>
                </a:cubicBezTo>
                <a:lnTo>
                  <a:pt x="63631" y="25000"/>
                </a:lnTo>
                <a:close/>
                <a:moveTo>
                  <a:pt x="72728" y="31818"/>
                </a:moveTo>
                <a:lnTo>
                  <a:pt x="83070" y="31818"/>
                </a:lnTo>
                <a:cubicBezTo>
                  <a:pt x="84412" y="31818"/>
                  <a:pt x="85634" y="32614"/>
                  <a:pt x="86179" y="33846"/>
                </a:cubicBezTo>
                <a:lnTo>
                  <a:pt x="89921" y="42256"/>
                </a:lnTo>
                <a:cubicBezTo>
                  <a:pt x="90586" y="43761"/>
                  <a:pt x="89485" y="45452"/>
                  <a:pt x="87848" y="45452"/>
                </a:cubicBezTo>
                <a:lnTo>
                  <a:pt x="72728" y="45452"/>
                </a:lnTo>
                <a:cubicBezTo>
                  <a:pt x="71474" y="45452"/>
                  <a:pt x="70449" y="44437"/>
                  <a:pt x="70449" y="43183"/>
                </a:cubicBezTo>
                <a:lnTo>
                  <a:pt x="70449" y="34098"/>
                </a:lnTo>
                <a:cubicBezTo>
                  <a:pt x="70449" y="32843"/>
                  <a:pt x="71474" y="31818"/>
                  <a:pt x="72728" y="31818"/>
                </a:cubicBezTo>
                <a:close/>
                <a:moveTo>
                  <a:pt x="23857" y="65903"/>
                </a:moveTo>
                <a:cubicBezTo>
                  <a:pt x="27032" y="65903"/>
                  <a:pt x="29541" y="68411"/>
                  <a:pt x="29541" y="71586"/>
                </a:cubicBezTo>
                <a:cubicBezTo>
                  <a:pt x="29541" y="74760"/>
                  <a:pt x="27032" y="77268"/>
                  <a:pt x="23857" y="77268"/>
                </a:cubicBezTo>
                <a:cubicBezTo>
                  <a:pt x="20694" y="77268"/>
                  <a:pt x="18185" y="74760"/>
                  <a:pt x="18185" y="71586"/>
                </a:cubicBezTo>
                <a:cubicBezTo>
                  <a:pt x="18185" y="68411"/>
                  <a:pt x="20694" y="65903"/>
                  <a:pt x="23857" y="65903"/>
                </a:cubicBezTo>
                <a:close/>
                <a:moveTo>
                  <a:pt x="76132" y="65903"/>
                </a:moveTo>
                <a:cubicBezTo>
                  <a:pt x="79306" y="65903"/>
                  <a:pt x="81816" y="68411"/>
                  <a:pt x="81816" y="71586"/>
                </a:cubicBezTo>
                <a:cubicBezTo>
                  <a:pt x="81816" y="74760"/>
                  <a:pt x="79306" y="77268"/>
                  <a:pt x="76132" y="77268"/>
                </a:cubicBezTo>
                <a:cubicBezTo>
                  <a:pt x="72958" y="77268"/>
                  <a:pt x="70449" y="74760"/>
                  <a:pt x="70449" y="71586"/>
                </a:cubicBezTo>
                <a:cubicBezTo>
                  <a:pt x="70449" y="68411"/>
                  <a:pt x="72958" y="65903"/>
                  <a:pt x="76132" y="659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5" name="Чёрный — SVG 30">
            <a:extLst>
              <a:ext uri="{FF2B5EF4-FFF2-40B4-BE49-F238E27FC236}">
                <a16:creationId xmlns:a16="http://schemas.microsoft.com/office/drawing/2014/main" id="{0EC3E0F1-A592-464F-8469-33AC420DAE8C}"/>
              </a:ext>
            </a:extLst>
          </p:cNvPr>
          <p:cNvSpPr>
            <a:spLocks noGrp="1"/>
          </p:cNvSpPr>
          <p:nvPr/>
        </p:nvSpPr>
        <p:spPr>
          <a:xfrm>
            <a:off x="7020000" y="3210000"/>
            <a:ext cx="220000" cy="220000"/>
          </a:xfrm>
          <a:custGeom>
            <a:avLst/>
            <a:gdLst>
              <a:gd name="csX0" fmla="*/ 74414 w 148968"/>
              <a:gd name="csY0" fmla="*/ 1 h 141840"/>
              <a:gd name="csX1" fmla="*/ 70671 w 148968"/>
              <a:gd name="csY1" fmla="*/ 1617 h 141840"/>
              <a:gd name="csX2" fmla="*/ 69174 w 148968"/>
              <a:gd name="csY2" fmla="*/ 5394 h 141840"/>
              <a:gd name="csX3" fmla="*/ 69174 w 148968"/>
              <a:gd name="csY3" fmla="*/ 17795 h 141840"/>
              <a:gd name="csX4" fmla="*/ 40812 w 148968"/>
              <a:gd name="csY4" fmla="*/ 17795 h 141840"/>
              <a:gd name="csX5" fmla="*/ 28410 w 148968"/>
              <a:gd name="csY5" fmla="*/ 30196 h 141840"/>
              <a:gd name="csX6" fmla="*/ 28410 w 148968"/>
              <a:gd name="csY6" fmla="*/ 61956 h 141840"/>
              <a:gd name="csX7" fmla="*/ 7534 w 148968"/>
              <a:gd name="csY7" fmla="*/ 67604 h 141840"/>
              <a:gd name="csX8" fmla="*/ 4132 w 148968"/>
              <a:gd name="csY8" fmla="*/ 70410 h 141840"/>
              <a:gd name="csX9" fmla="*/ 4030 w 148968"/>
              <a:gd name="csY9" fmla="*/ 74833 h 141840"/>
              <a:gd name="csX10" fmla="*/ 14408 w 148968"/>
              <a:gd name="csY10" fmla="*/ 99040 h 141840"/>
              <a:gd name="csX11" fmla="*/ 17674 w 148968"/>
              <a:gd name="csY11" fmla="*/ 118603 h 141840"/>
              <a:gd name="csX12" fmla="*/ 28410 w 148968"/>
              <a:gd name="csY12" fmla="*/ 120576 h 141840"/>
              <a:gd name="csX13" fmla="*/ 51446 w 148968"/>
              <a:gd name="csY13" fmla="*/ 113482 h 141840"/>
              <a:gd name="csX14" fmla="*/ 74482 w 148968"/>
              <a:gd name="csY14" fmla="*/ 120576 h 141840"/>
              <a:gd name="csX15" fmla="*/ 97535 w 148968"/>
              <a:gd name="csY15" fmla="*/ 113482 h 141840"/>
              <a:gd name="csX16" fmla="*/ 120571 w 148968"/>
              <a:gd name="csY16" fmla="*/ 120576 h 141840"/>
              <a:gd name="csX17" fmla="*/ 131307 w 148968"/>
              <a:gd name="csY17" fmla="*/ 118603 h 141840"/>
              <a:gd name="csX18" fmla="*/ 134556 w 148968"/>
              <a:gd name="csY18" fmla="*/ 99040 h 141840"/>
              <a:gd name="csX19" fmla="*/ 144952 w 148968"/>
              <a:gd name="csY19" fmla="*/ 74833 h 141840"/>
              <a:gd name="csX20" fmla="*/ 144850 w 148968"/>
              <a:gd name="csY20" fmla="*/ 70410 h 141840"/>
              <a:gd name="csX21" fmla="*/ 141447 w 148968"/>
              <a:gd name="csY21" fmla="*/ 67604 h 141840"/>
              <a:gd name="csX22" fmla="*/ 120571 w 148968"/>
              <a:gd name="csY22" fmla="*/ 61956 h 141840"/>
              <a:gd name="csX23" fmla="*/ 120571 w 148968"/>
              <a:gd name="csY23" fmla="*/ 30196 h 141840"/>
              <a:gd name="csX24" fmla="*/ 108169 w 148968"/>
              <a:gd name="csY24" fmla="*/ 17795 h 141840"/>
              <a:gd name="csX25" fmla="*/ 79807 w 148968"/>
              <a:gd name="csY25" fmla="*/ 17795 h 141840"/>
              <a:gd name="csX26" fmla="*/ 79807 w 148968"/>
              <a:gd name="csY26" fmla="*/ 5394 h 141840"/>
              <a:gd name="csX27" fmla="*/ 79416 w 148968"/>
              <a:gd name="csY27" fmla="*/ 3319 h 141840"/>
              <a:gd name="csX28" fmla="*/ 78242 w 148968"/>
              <a:gd name="csY28" fmla="*/ 1549 h 141840"/>
              <a:gd name="csX29" fmla="*/ 76490 w 148968"/>
              <a:gd name="csY29" fmla="*/ 393 h 141840"/>
              <a:gd name="csX30" fmla="*/ 74414 w 148968"/>
              <a:gd name="csY30" fmla="*/ 1 h 141840"/>
              <a:gd name="csX31" fmla="*/ 40812 w 148968"/>
              <a:gd name="csY31" fmla="*/ 28427 h 141840"/>
              <a:gd name="csX32" fmla="*/ 73614 w 148968"/>
              <a:gd name="csY32" fmla="*/ 28427 h 141840"/>
              <a:gd name="csX33" fmla="*/ 75333 w 148968"/>
              <a:gd name="csY33" fmla="*/ 28427 h 141840"/>
              <a:gd name="csX34" fmla="*/ 108169 w 148968"/>
              <a:gd name="csY34" fmla="*/ 28427 h 141840"/>
              <a:gd name="csX35" fmla="*/ 109938 w 148968"/>
              <a:gd name="csY35" fmla="*/ 30196 h 141840"/>
              <a:gd name="csX36" fmla="*/ 109938 w 148968"/>
              <a:gd name="csY36" fmla="*/ 59081 h 141840"/>
              <a:gd name="csX37" fmla="*/ 75877 w 148968"/>
              <a:gd name="csY37" fmla="*/ 49878 h 141840"/>
              <a:gd name="csX38" fmla="*/ 73104 w 148968"/>
              <a:gd name="csY38" fmla="*/ 49878 h 141840"/>
              <a:gd name="csX39" fmla="*/ 39043 w 148968"/>
              <a:gd name="csY39" fmla="*/ 59081 h 141840"/>
              <a:gd name="csX40" fmla="*/ 39043 w 148968"/>
              <a:gd name="csY40" fmla="*/ 30196 h 141840"/>
              <a:gd name="csX41" fmla="*/ 40812 w 148968"/>
              <a:gd name="csY41" fmla="*/ 28427 h 141840"/>
              <a:gd name="csX42" fmla="*/ 40812 w 148968"/>
              <a:gd name="csY42" fmla="*/ 81587 h 141840"/>
              <a:gd name="csX43" fmla="*/ 46138 w 148968"/>
              <a:gd name="csY43" fmla="*/ 86911 h 141840"/>
              <a:gd name="csX44" fmla="*/ 46138 w 148968"/>
              <a:gd name="csY44" fmla="*/ 93988 h 141840"/>
              <a:gd name="csX45" fmla="*/ 40812 w 148968"/>
              <a:gd name="csY45" fmla="*/ 99312 h 141840"/>
              <a:gd name="csX46" fmla="*/ 35504 w 148968"/>
              <a:gd name="csY46" fmla="*/ 93988 h 141840"/>
              <a:gd name="csX47" fmla="*/ 35504 w 148968"/>
              <a:gd name="csY47" fmla="*/ 86911 h 141840"/>
              <a:gd name="csX48" fmla="*/ 40812 w 148968"/>
              <a:gd name="csY48" fmla="*/ 81587 h 141840"/>
              <a:gd name="csX49" fmla="*/ 108169 w 148968"/>
              <a:gd name="csY49" fmla="*/ 81587 h 141840"/>
              <a:gd name="csX50" fmla="*/ 113477 w 148968"/>
              <a:gd name="csY50" fmla="*/ 86911 h 141840"/>
              <a:gd name="csX51" fmla="*/ 113477 w 148968"/>
              <a:gd name="csY51" fmla="*/ 93988 h 141840"/>
              <a:gd name="csX52" fmla="*/ 108169 w 148968"/>
              <a:gd name="csY52" fmla="*/ 99312 h 141840"/>
              <a:gd name="csX53" fmla="*/ 102843 w 148968"/>
              <a:gd name="csY53" fmla="*/ 93988 h 141840"/>
              <a:gd name="csX54" fmla="*/ 102843 w 148968"/>
              <a:gd name="csY54" fmla="*/ 86911 h 141840"/>
              <a:gd name="csX55" fmla="*/ 108169 w 148968"/>
              <a:gd name="csY55" fmla="*/ 81587 h 141840"/>
              <a:gd name="csX56" fmla="*/ 5237 w 148968"/>
              <a:gd name="csY56" fmla="*/ 124064 h 141840"/>
              <a:gd name="csX57" fmla="*/ 2277 w 148968"/>
              <a:gd name="csY57" fmla="*/ 125016 h 141840"/>
              <a:gd name="csX58" fmla="*/ 355 w 148968"/>
              <a:gd name="csY58" fmla="*/ 127449 h 141840"/>
              <a:gd name="csX59" fmla="*/ 133 w 148968"/>
              <a:gd name="csY59" fmla="*/ 130545 h 141840"/>
              <a:gd name="csX60" fmla="*/ 1665 w 148968"/>
              <a:gd name="csY60" fmla="*/ 133249 h 141840"/>
              <a:gd name="csX61" fmla="*/ 8742 w 148968"/>
              <a:gd name="csY61" fmla="*/ 137791 h 141840"/>
              <a:gd name="csX62" fmla="*/ 28410 w 148968"/>
              <a:gd name="csY62" fmla="*/ 141840 h 141840"/>
              <a:gd name="csX63" fmla="*/ 48077 w 148968"/>
              <a:gd name="csY63" fmla="*/ 137791 h 141840"/>
              <a:gd name="csX64" fmla="*/ 51446 w 148968"/>
              <a:gd name="csY64" fmla="*/ 135631 h 141840"/>
              <a:gd name="csX65" fmla="*/ 54815 w 148968"/>
              <a:gd name="csY65" fmla="*/ 137791 h 141840"/>
              <a:gd name="csX66" fmla="*/ 74482 w 148968"/>
              <a:gd name="csY66" fmla="*/ 141840 h 141840"/>
              <a:gd name="csX67" fmla="*/ 94149 w 148968"/>
              <a:gd name="csY67" fmla="*/ 137791 h 141840"/>
              <a:gd name="csX68" fmla="*/ 97535 w 148968"/>
              <a:gd name="csY68" fmla="*/ 135631 h 141840"/>
              <a:gd name="csX69" fmla="*/ 100904 w 148968"/>
              <a:gd name="csY69" fmla="*/ 137791 h 141840"/>
              <a:gd name="csX70" fmla="*/ 120571 w 148968"/>
              <a:gd name="csY70" fmla="*/ 141840 h 141840"/>
              <a:gd name="csX71" fmla="*/ 140239 w 148968"/>
              <a:gd name="csY71" fmla="*/ 137791 h 141840"/>
              <a:gd name="csX72" fmla="*/ 147316 w 148968"/>
              <a:gd name="csY72" fmla="*/ 133249 h 141840"/>
              <a:gd name="csX73" fmla="*/ 148524 w 148968"/>
              <a:gd name="csY73" fmla="*/ 131531 h 141840"/>
              <a:gd name="csX74" fmla="*/ 148967 w 148968"/>
              <a:gd name="csY74" fmla="*/ 129490 h 141840"/>
              <a:gd name="csX75" fmla="*/ 148609 w 148968"/>
              <a:gd name="csY75" fmla="*/ 127432 h 141840"/>
              <a:gd name="csX76" fmla="*/ 147470 w 148968"/>
              <a:gd name="csY76" fmla="*/ 125679 h 141840"/>
              <a:gd name="csX77" fmla="*/ 145751 w 148968"/>
              <a:gd name="csY77" fmla="*/ 124489 h 141840"/>
              <a:gd name="csX78" fmla="*/ 143693 w 148968"/>
              <a:gd name="csY78" fmla="*/ 124064 h 141840"/>
              <a:gd name="csX79" fmla="*/ 141651 w 148968"/>
              <a:gd name="csY79" fmla="*/ 124455 h 141840"/>
              <a:gd name="csX80" fmla="*/ 139899 w 148968"/>
              <a:gd name="csY80" fmla="*/ 125611 h 141840"/>
              <a:gd name="csX81" fmla="*/ 135730 w 148968"/>
              <a:gd name="csY81" fmla="*/ 128163 h 141840"/>
              <a:gd name="csX82" fmla="*/ 120571 w 148968"/>
              <a:gd name="csY82" fmla="*/ 131208 h 141840"/>
              <a:gd name="csX83" fmla="*/ 105395 w 148968"/>
              <a:gd name="csY83" fmla="*/ 128163 h 141840"/>
              <a:gd name="csX84" fmla="*/ 101227 w 148968"/>
              <a:gd name="csY84" fmla="*/ 125611 h 141840"/>
              <a:gd name="csX85" fmla="*/ 97535 w 148968"/>
              <a:gd name="csY85" fmla="*/ 124114 h 141840"/>
              <a:gd name="csX86" fmla="*/ 93826 w 148968"/>
              <a:gd name="csY86" fmla="*/ 125611 h 141840"/>
              <a:gd name="csX87" fmla="*/ 89658 w 148968"/>
              <a:gd name="csY87" fmla="*/ 128163 h 141840"/>
              <a:gd name="csX88" fmla="*/ 74482 w 148968"/>
              <a:gd name="csY88" fmla="*/ 131208 h 141840"/>
              <a:gd name="csX89" fmla="*/ 59323 w 148968"/>
              <a:gd name="csY89" fmla="*/ 128163 h 141840"/>
              <a:gd name="csX90" fmla="*/ 55393 w 148968"/>
              <a:gd name="csY90" fmla="*/ 125765 h 141840"/>
              <a:gd name="csX91" fmla="*/ 53573 w 148968"/>
              <a:gd name="csY91" fmla="*/ 124489 h 141840"/>
              <a:gd name="csX92" fmla="*/ 51395 w 148968"/>
              <a:gd name="csY92" fmla="*/ 124064 h 141840"/>
              <a:gd name="csX93" fmla="*/ 50902 w 148968"/>
              <a:gd name="csY93" fmla="*/ 124097 h 141840"/>
              <a:gd name="csX94" fmla="*/ 47499 w 148968"/>
              <a:gd name="csY94" fmla="*/ 125765 h 141840"/>
              <a:gd name="csX95" fmla="*/ 43586 w 148968"/>
              <a:gd name="csY95" fmla="*/ 128163 h 141840"/>
              <a:gd name="csX96" fmla="*/ 28410 w 148968"/>
              <a:gd name="csY96" fmla="*/ 131208 h 141840"/>
              <a:gd name="csX97" fmla="*/ 13251 w 148968"/>
              <a:gd name="csY97" fmla="*/ 128163 h 141840"/>
              <a:gd name="csX98" fmla="*/ 9082 w 148968"/>
              <a:gd name="csY98" fmla="*/ 125611 h 141840"/>
              <a:gd name="csX99" fmla="*/ 7313 w 148968"/>
              <a:gd name="csY99" fmla="*/ 124455 h 141840"/>
              <a:gd name="csX100" fmla="*/ 5237 w 148968"/>
              <a:gd name="csY100" fmla="*/ 124064 h 141840"/>
            </a:gdLst>
            <a:ahLst/>
            <a:cxnLst/>
            <a:rect l="l" t="t" r="r" b="b"/>
            <a:pathLst>
              <a:path w="100000" h="100000">
                <a:moveTo>
                  <a:pt x="49953" y="2393"/>
                </a:moveTo>
                <a:cubicBezTo>
                  <a:pt x="49005" y="2405"/>
                  <a:pt x="48103" y="2793"/>
                  <a:pt x="47440" y="3478"/>
                </a:cubicBezTo>
                <a:cubicBezTo>
                  <a:pt x="46778" y="4152"/>
                  <a:pt x="46424" y="5066"/>
                  <a:pt x="46435" y="6013"/>
                </a:cubicBezTo>
                <a:lnTo>
                  <a:pt x="46435" y="14338"/>
                </a:lnTo>
                <a:lnTo>
                  <a:pt x="27396" y="14338"/>
                </a:lnTo>
                <a:cubicBezTo>
                  <a:pt x="22840" y="14338"/>
                  <a:pt x="19071" y="18107"/>
                  <a:pt x="19071" y="22663"/>
                </a:cubicBezTo>
                <a:lnTo>
                  <a:pt x="19071" y="43983"/>
                </a:lnTo>
                <a:lnTo>
                  <a:pt x="5057" y="47774"/>
                </a:lnTo>
                <a:cubicBezTo>
                  <a:pt x="4064" y="48048"/>
                  <a:pt x="3219" y="48733"/>
                  <a:pt x="2774" y="49658"/>
                </a:cubicBezTo>
                <a:cubicBezTo>
                  <a:pt x="2328" y="50583"/>
                  <a:pt x="2294" y="51667"/>
                  <a:pt x="2705" y="52627"/>
                </a:cubicBezTo>
                <a:lnTo>
                  <a:pt x="9672" y="68877"/>
                </a:lnTo>
                <a:lnTo>
                  <a:pt x="11864" y="82009"/>
                </a:lnTo>
                <a:cubicBezTo>
                  <a:pt x="12995" y="82522"/>
                  <a:pt x="15336" y="83333"/>
                  <a:pt x="19071" y="83333"/>
                </a:cubicBezTo>
                <a:cubicBezTo>
                  <a:pt x="26643" y="83333"/>
                  <a:pt x="28345" y="78571"/>
                  <a:pt x="34535" y="78571"/>
                </a:cubicBezTo>
                <a:cubicBezTo>
                  <a:pt x="40736" y="78571"/>
                  <a:pt x="42438" y="83333"/>
                  <a:pt x="49999" y="83333"/>
                </a:cubicBezTo>
                <a:cubicBezTo>
                  <a:pt x="57571" y="83333"/>
                  <a:pt x="59272" y="78571"/>
                  <a:pt x="65474" y="78571"/>
                </a:cubicBezTo>
                <a:cubicBezTo>
                  <a:pt x="71664" y="78571"/>
                  <a:pt x="73365" y="83333"/>
                  <a:pt x="80938" y="83333"/>
                </a:cubicBezTo>
                <a:cubicBezTo>
                  <a:pt x="84673" y="83333"/>
                  <a:pt x="87013" y="82522"/>
                  <a:pt x="88144" y="82009"/>
                </a:cubicBezTo>
                <a:lnTo>
                  <a:pt x="90325" y="68877"/>
                </a:lnTo>
                <a:lnTo>
                  <a:pt x="97304" y="52627"/>
                </a:lnTo>
                <a:cubicBezTo>
                  <a:pt x="97704" y="51679"/>
                  <a:pt x="97681" y="50583"/>
                  <a:pt x="97236" y="49658"/>
                </a:cubicBezTo>
                <a:cubicBezTo>
                  <a:pt x="96779" y="48733"/>
                  <a:pt x="95956" y="48036"/>
                  <a:pt x="94951" y="47774"/>
                </a:cubicBezTo>
                <a:lnTo>
                  <a:pt x="80938" y="43983"/>
                </a:lnTo>
                <a:lnTo>
                  <a:pt x="80938" y="22663"/>
                </a:lnTo>
                <a:cubicBezTo>
                  <a:pt x="80938" y="18107"/>
                  <a:pt x="77169" y="14338"/>
                  <a:pt x="72612" y="14338"/>
                </a:cubicBezTo>
                <a:lnTo>
                  <a:pt x="53573" y="14338"/>
                </a:lnTo>
                <a:lnTo>
                  <a:pt x="53573" y="6013"/>
                </a:lnTo>
                <a:cubicBezTo>
                  <a:pt x="53573" y="5533"/>
                  <a:pt x="53493" y="5066"/>
                  <a:pt x="53311" y="4620"/>
                </a:cubicBezTo>
                <a:cubicBezTo>
                  <a:pt x="53128" y="4175"/>
                  <a:pt x="52865" y="3775"/>
                  <a:pt x="52523" y="3432"/>
                </a:cubicBezTo>
                <a:cubicBezTo>
                  <a:pt x="52192" y="3101"/>
                  <a:pt x="51780" y="2839"/>
                  <a:pt x="51347" y="2656"/>
                </a:cubicBezTo>
                <a:cubicBezTo>
                  <a:pt x="50901" y="2473"/>
                  <a:pt x="50422" y="2382"/>
                  <a:pt x="49953" y="2393"/>
                </a:cubicBezTo>
                <a:close/>
                <a:moveTo>
                  <a:pt x="27396" y="21475"/>
                </a:moveTo>
                <a:lnTo>
                  <a:pt x="49416" y="21475"/>
                </a:lnTo>
                <a:cubicBezTo>
                  <a:pt x="49805" y="21544"/>
                  <a:pt x="50193" y="21544"/>
                  <a:pt x="50570" y="21475"/>
                </a:cubicBezTo>
                <a:lnTo>
                  <a:pt x="72612" y="21475"/>
                </a:lnTo>
                <a:cubicBezTo>
                  <a:pt x="73308" y="21475"/>
                  <a:pt x="73800" y="21966"/>
                  <a:pt x="73800" y="22663"/>
                </a:cubicBezTo>
                <a:lnTo>
                  <a:pt x="73800" y="42053"/>
                </a:lnTo>
                <a:lnTo>
                  <a:pt x="50935" y="35875"/>
                </a:lnTo>
                <a:cubicBezTo>
                  <a:pt x="50330" y="35715"/>
                  <a:pt x="49691" y="35715"/>
                  <a:pt x="49074" y="35875"/>
                </a:cubicBezTo>
                <a:lnTo>
                  <a:pt x="26209" y="42053"/>
                </a:lnTo>
                <a:lnTo>
                  <a:pt x="26209" y="22663"/>
                </a:lnTo>
                <a:cubicBezTo>
                  <a:pt x="26209" y="21966"/>
                  <a:pt x="26700" y="21475"/>
                  <a:pt x="27396" y="21475"/>
                </a:cubicBezTo>
                <a:close/>
                <a:moveTo>
                  <a:pt x="27396" y="57161"/>
                </a:moveTo>
                <a:cubicBezTo>
                  <a:pt x="29373" y="57161"/>
                  <a:pt x="30972" y="58759"/>
                  <a:pt x="30972" y="60735"/>
                </a:cubicBezTo>
                <a:lnTo>
                  <a:pt x="30972" y="65485"/>
                </a:lnTo>
                <a:cubicBezTo>
                  <a:pt x="30972" y="67461"/>
                  <a:pt x="29373" y="69059"/>
                  <a:pt x="27396" y="69059"/>
                </a:cubicBezTo>
                <a:cubicBezTo>
                  <a:pt x="25432" y="69059"/>
                  <a:pt x="23833" y="67461"/>
                  <a:pt x="23833" y="65485"/>
                </a:cubicBezTo>
                <a:lnTo>
                  <a:pt x="23833" y="60735"/>
                </a:lnTo>
                <a:cubicBezTo>
                  <a:pt x="23833" y="58759"/>
                  <a:pt x="25432" y="57161"/>
                  <a:pt x="27396" y="57161"/>
                </a:cubicBezTo>
                <a:close/>
                <a:moveTo>
                  <a:pt x="72612" y="57161"/>
                </a:moveTo>
                <a:cubicBezTo>
                  <a:pt x="74576" y="57161"/>
                  <a:pt x="76175" y="58759"/>
                  <a:pt x="76175" y="60735"/>
                </a:cubicBezTo>
                <a:lnTo>
                  <a:pt x="76175" y="65485"/>
                </a:lnTo>
                <a:cubicBezTo>
                  <a:pt x="76175" y="67461"/>
                  <a:pt x="74576" y="69059"/>
                  <a:pt x="72612" y="69059"/>
                </a:cubicBezTo>
                <a:cubicBezTo>
                  <a:pt x="70636" y="69059"/>
                  <a:pt x="69037" y="67461"/>
                  <a:pt x="69037" y="65485"/>
                </a:cubicBezTo>
                <a:lnTo>
                  <a:pt x="69037" y="60735"/>
                </a:lnTo>
                <a:cubicBezTo>
                  <a:pt x="69037" y="58759"/>
                  <a:pt x="70636" y="57161"/>
                  <a:pt x="72612" y="57161"/>
                </a:cubicBezTo>
                <a:close/>
                <a:moveTo>
                  <a:pt x="3516" y="85675"/>
                </a:moveTo>
                <a:cubicBezTo>
                  <a:pt x="2808" y="85686"/>
                  <a:pt x="2111" y="85903"/>
                  <a:pt x="1529" y="86314"/>
                </a:cubicBezTo>
                <a:cubicBezTo>
                  <a:pt x="946" y="86713"/>
                  <a:pt x="501" y="87285"/>
                  <a:pt x="238" y="87947"/>
                </a:cubicBezTo>
                <a:cubicBezTo>
                  <a:pt x="-13" y="88609"/>
                  <a:pt x="-70" y="89340"/>
                  <a:pt x="89" y="90025"/>
                </a:cubicBezTo>
                <a:cubicBezTo>
                  <a:pt x="238" y="90721"/>
                  <a:pt x="603" y="91350"/>
                  <a:pt x="1118" y="91841"/>
                </a:cubicBezTo>
                <a:cubicBezTo>
                  <a:pt x="1118" y="91841"/>
                  <a:pt x="2899" y="93508"/>
                  <a:pt x="5868" y="94890"/>
                </a:cubicBezTo>
                <a:cubicBezTo>
                  <a:pt x="8850" y="96283"/>
                  <a:pt x="13258" y="97608"/>
                  <a:pt x="19071" y="97608"/>
                </a:cubicBezTo>
                <a:cubicBezTo>
                  <a:pt x="24885" y="97608"/>
                  <a:pt x="29304" y="96283"/>
                  <a:pt x="32273" y="94890"/>
                </a:cubicBezTo>
                <a:cubicBezTo>
                  <a:pt x="33690" y="94228"/>
                  <a:pt x="33724" y="94010"/>
                  <a:pt x="34535" y="93440"/>
                </a:cubicBezTo>
                <a:cubicBezTo>
                  <a:pt x="35346" y="94010"/>
                  <a:pt x="35380" y="94228"/>
                  <a:pt x="36796" y="94890"/>
                </a:cubicBezTo>
                <a:cubicBezTo>
                  <a:pt x="39777" y="96283"/>
                  <a:pt x="44185" y="97608"/>
                  <a:pt x="49999" y="97608"/>
                </a:cubicBezTo>
                <a:cubicBezTo>
                  <a:pt x="55823" y="97608"/>
                  <a:pt x="60232" y="96283"/>
                  <a:pt x="63201" y="94890"/>
                </a:cubicBezTo>
                <a:cubicBezTo>
                  <a:pt x="64629" y="94228"/>
                  <a:pt x="64663" y="94010"/>
                  <a:pt x="65474" y="93440"/>
                </a:cubicBezTo>
                <a:cubicBezTo>
                  <a:pt x="66273" y="94010"/>
                  <a:pt x="66319" y="94228"/>
                  <a:pt x="67735" y="94890"/>
                </a:cubicBezTo>
                <a:cubicBezTo>
                  <a:pt x="70704" y="96283"/>
                  <a:pt x="75125" y="97608"/>
                  <a:pt x="80938" y="97608"/>
                </a:cubicBezTo>
                <a:cubicBezTo>
                  <a:pt x="86751" y="97608"/>
                  <a:pt x="91159" y="96283"/>
                  <a:pt x="94140" y="94890"/>
                </a:cubicBezTo>
                <a:cubicBezTo>
                  <a:pt x="97109" y="93508"/>
                  <a:pt x="98891" y="91841"/>
                  <a:pt x="98891" y="91841"/>
                </a:cubicBezTo>
                <a:cubicBezTo>
                  <a:pt x="99234" y="91510"/>
                  <a:pt x="99508" y="91122"/>
                  <a:pt x="99702" y="90687"/>
                </a:cubicBezTo>
                <a:cubicBezTo>
                  <a:pt x="99885" y="90265"/>
                  <a:pt x="99999" y="89796"/>
                  <a:pt x="99999" y="89317"/>
                </a:cubicBezTo>
                <a:cubicBezTo>
                  <a:pt x="100011" y="88849"/>
                  <a:pt x="99931" y="88381"/>
                  <a:pt x="99759" y="87936"/>
                </a:cubicBezTo>
                <a:cubicBezTo>
                  <a:pt x="99588" y="87501"/>
                  <a:pt x="99325" y="87102"/>
                  <a:pt x="98994" y="86759"/>
                </a:cubicBezTo>
                <a:cubicBezTo>
                  <a:pt x="98663" y="86417"/>
                  <a:pt x="98275" y="86154"/>
                  <a:pt x="97840" y="85960"/>
                </a:cubicBezTo>
                <a:cubicBezTo>
                  <a:pt x="97407" y="85777"/>
                  <a:pt x="96938" y="85675"/>
                  <a:pt x="96459" y="85675"/>
                </a:cubicBezTo>
                <a:cubicBezTo>
                  <a:pt x="95990" y="85675"/>
                  <a:pt x="95523" y="85766"/>
                  <a:pt x="95088" y="85937"/>
                </a:cubicBezTo>
                <a:cubicBezTo>
                  <a:pt x="94642" y="86120"/>
                  <a:pt x="94254" y="86382"/>
                  <a:pt x="93912" y="86713"/>
                </a:cubicBezTo>
                <a:cubicBezTo>
                  <a:pt x="93912" y="86713"/>
                  <a:pt x="93238" y="87433"/>
                  <a:pt x="91114" y="88426"/>
                </a:cubicBezTo>
                <a:cubicBezTo>
                  <a:pt x="89001" y="89408"/>
                  <a:pt x="85677" y="90470"/>
                  <a:pt x="80938" y="90470"/>
                </a:cubicBezTo>
                <a:cubicBezTo>
                  <a:pt x="76187" y="90470"/>
                  <a:pt x="72875" y="89408"/>
                  <a:pt x="70750" y="88426"/>
                </a:cubicBezTo>
                <a:cubicBezTo>
                  <a:pt x="68638" y="87433"/>
                  <a:pt x="67952" y="86713"/>
                  <a:pt x="67952" y="86713"/>
                </a:cubicBezTo>
                <a:cubicBezTo>
                  <a:pt x="67290" y="86074"/>
                  <a:pt x="66399" y="85708"/>
                  <a:pt x="65474" y="85708"/>
                </a:cubicBezTo>
                <a:cubicBezTo>
                  <a:pt x="64537" y="85708"/>
                  <a:pt x="63647" y="86074"/>
                  <a:pt x="62984" y="86713"/>
                </a:cubicBezTo>
                <a:cubicBezTo>
                  <a:pt x="62984" y="86713"/>
                  <a:pt x="62299" y="87433"/>
                  <a:pt x="60186" y="88426"/>
                </a:cubicBezTo>
                <a:cubicBezTo>
                  <a:pt x="58061" y="89408"/>
                  <a:pt x="54750" y="90470"/>
                  <a:pt x="49999" y="90470"/>
                </a:cubicBezTo>
                <a:cubicBezTo>
                  <a:pt x="45259" y="90470"/>
                  <a:pt x="41936" y="89408"/>
                  <a:pt x="39823" y="88426"/>
                </a:cubicBezTo>
                <a:cubicBezTo>
                  <a:pt x="37824" y="87490"/>
                  <a:pt x="37253" y="86897"/>
                  <a:pt x="37184" y="86817"/>
                </a:cubicBezTo>
                <a:cubicBezTo>
                  <a:pt x="36842" y="86451"/>
                  <a:pt x="36419" y="86154"/>
                  <a:pt x="35963" y="85960"/>
                </a:cubicBezTo>
                <a:cubicBezTo>
                  <a:pt x="35494" y="85766"/>
                  <a:pt x="35003" y="85663"/>
                  <a:pt x="34501" y="85675"/>
                </a:cubicBezTo>
                <a:cubicBezTo>
                  <a:pt x="34387" y="85675"/>
                  <a:pt x="34272" y="85686"/>
                  <a:pt x="34170" y="85697"/>
                </a:cubicBezTo>
                <a:cubicBezTo>
                  <a:pt x="33290" y="85777"/>
                  <a:pt x="32479" y="86177"/>
                  <a:pt x="31885" y="86817"/>
                </a:cubicBezTo>
                <a:cubicBezTo>
                  <a:pt x="31805" y="86897"/>
                  <a:pt x="31246" y="87490"/>
                  <a:pt x="29259" y="88426"/>
                </a:cubicBezTo>
                <a:cubicBezTo>
                  <a:pt x="27134" y="89408"/>
                  <a:pt x="23810" y="90470"/>
                  <a:pt x="19071" y="90470"/>
                </a:cubicBezTo>
                <a:cubicBezTo>
                  <a:pt x="14331" y="90470"/>
                  <a:pt x="11008" y="89408"/>
                  <a:pt x="8895" y="88426"/>
                </a:cubicBezTo>
                <a:cubicBezTo>
                  <a:pt x="6771" y="87433"/>
                  <a:pt x="6097" y="86713"/>
                  <a:pt x="6097" y="86713"/>
                </a:cubicBezTo>
                <a:cubicBezTo>
                  <a:pt x="5754" y="86382"/>
                  <a:pt x="5355" y="86120"/>
                  <a:pt x="4909" y="85937"/>
                </a:cubicBezTo>
                <a:cubicBezTo>
                  <a:pt x="4464" y="85754"/>
                  <a:pt x="3995" y="85663"/>
                  <a:pt x="3516" y="8567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6" name="Чёрный — SVG 31">
            <a:extLst>
              <a:ext uri="{FF2B5EF4-FFF2-40B4-BE49-F238E27FC236}">
                <a16:creationId xmlns:a16="http://schemas.microsoft.com/office/drawing/2014/main" id="{C7FA46F8-ED4E-A74A-BBCF-96C9DDE294FF}"/>
              </a:ext>
            </a:extLst>
          </p:cNvPr>
          <p:cNvSpPr>
            <a:spLocks noGrp="1"/>
          </p:cNvSpPr>
          <p:nvPr/>
        </p:nvSpPr>
        <p:spPr>
          <a:xfrm>
            <a:off x="7620000" y="3210000"/>
            <a:ext cx="220000" cy="220000"/>
          </a:xfrm>
          <a:custGeom>
            <a:avLst/>
            <a:gdLst>
              <a:gd name="csX0" fmla="*/ 116663 w 145323"/>
              <a:gd name="csY0" fmla="*/ 1 h 134678"/>
              <a:gd name="csX1" fmla="*/ 104590 w 145323"/>
              <a:gd name="csY1" fmla="*/ 3421 h 134678"/>
              <a:gd name="csX2" fmla="*/ 66383 w 145323"/>
              <a:gd name="csY2" fmla="*/ 26930 h 134678"/>
              <a:gd name="csX3" fmla="*/ 65350 w 145323"/>
              <a:gd name="csY3" fmla="*/ 27763 h 134678"/>
              <a:gd name="csX4" fmla="*/ 61405 w 145323"/>
              <a:gd name="csY4" fmla="*/ 24668 h 134678"/>
              <a:gd name="csX5" fmla="*/ 51561 w 145323"/>
              <a:gd name="csY5" fmla="*/ 21265 h 134678"/>
              <a:gd name="csX6" fmla="*/ 26583 w 145323"/>
              <a:gd name="csY6" fmla="*/ 21265 h 134678"/>
              <a:gd name="csX7" fmla="*/ 10633 w 145323"/>
              <a:gd name="csY7" fmla="*/ 37222 h 134678"/>
              <a:gd name="csX8" fmla="*/ 10633 w 145323"/>
              <a:gd name="csY8" fmla="*/ 65562 h 134678"/>
              <a:gd name="csX9" fmla="*/ 26583 w 145323"/>
              <a:gd name="csY9" fmla="*/ 81519 h 134678"/>
              <a:gd name="csX10" fmla="*/ 76206 w 145323"/>
              <a:gd name="csY10" fmla="*/ 81519 h 134678"/>
              <a:gd name="csX11" fmla="*/ 92157 w 145323"/>
              <a:gd name="csY11" fmla="*/ 65562 h 134678"/>
              <a:gd name="csX12" fmla="*/ 92157 w 145323"/>
              <a:gd name="csY12" fmla="*/ 56563 h 134678"/>
              <a:gd name="csX13" fmla="*/ 86050 w 145323"/>
              <a:gd name="csY13" fmla="*/ 44026 h 134678"/>
              <a:gd name="csX14" fmla="*/ 74122 w 145323"/>
              <a:gd name="csY14" fmla="*/ 34653 h 134678"/>
              <a:gd name="csX15" fmla="*/ 110169 w 145323"/>
              <a:gd name="csY15" fmla="*/ 12470 h 134678"/>
              <a:gd name="csX16" fmla="*/ 116663 w 145323"/>
              <a:gd name="csY16" fmla="*/ 10633 h 134678"/>
              <a:gd name="csX17" fmla="*/ 129373 w 145323"/>
              <a:gd name="csY17" fmla="*/ 10633 h 134678"/>
              <a:gd name="csX18" fmla="*/ 131430 w 145323"/>
              <a:gd name="csY18" fmla="*/ 10259 h 134678"/>
              <a:gd name="csX19" fmla="*/ 133181 w 145323"/>
              <a:gd name="csY19" fmla="*/ 9102 h 134678"/>
              <a:gd name="csX20" fmla="*/ 134353 w 145323"/>
              <a:gd name="csY20" fmla="*/ 7367 h 134678"/>
              <a:gd name="csX21" fmla="*/ 134765 w 145323"/>
              <a:gd name="csY21" fmla="*/ 5326 h 134678"/>
              <a:gd name="csX22" fmla="*/ 134353 w 145323"/>
              <a:gd name="csY22" fmla="*/ 3268 h 134678"/>
              <a:gd name="csX23" fmla="*/ 133181 w 145323"/>
              <a:gd name="csY23" fmla="*/ 1532 h 134678"/>
              <a:gd name="csX24" fmla="*/ 131430 w 145323"/>
              <a:gd name="csY24" fmla="*/ 393 h 134678"/>
              <a:gd name="csX25" fmla="*/ 129373 w 145323"/>
              <a:gd name="csY25" fmla="*/ 1 h 134678"/>
              <a:gd name="csX26" fmla="*/ 116663 w 145323"/>
              <a:gd name="csY26" fmla="*/ 1 h 134678"/>
              <a:gd name="csX27" fmla="*/ 129373 w 145323"/>
              <a:gd name="csY27" fmla="*/ 17727 h 134678"/>
              <a:gd name="csX28" fmla="*/ 125613 w 145323"/>
              <a:gd name="csY28" fmla="*/ 19275 h 134678"/>
              <a:gd name="csX29" fmla="*/ 124057 w 145323"/>
              <a:gd name="csY29" fmla="*/ 23035 h 134678"/>
              <a:gd name="csX30" fmla="*/ 125613 w 145323"/>
              <a:gd name="csY30" fmla="*/ 26794 h 134678"/>
              <a:gd name="csX31" fmla="*/ 129373 w 145323"/>
              <a:gd name="csY31" fmla="*/ 28359 h 134678"/>
              <a:gd name="csX32" fmla="*/ 133132 w 145323"/>
              <a:gd name="csY32" fmla="*/ 26794 h 134678"/>
              <a:gd name="csX33" fmla="*/ 134690 w 145323"/>
              <a:gd name="csY33" fmla="*/ 23035 h 134678"/>
              <a:gd name="csX34" fmla="*/ 133132 w 145323"/>
              <a:gd name="csY34" fmla="*/ 19275 h 134678"/>
              <a:gd name="csX35" fmla="*/ 129373 w 145323"/>
              <a:gd name="csY35" fmla="*/ 17727 h 134678"/>
              <a:gd name="csX36" fmla="*/ 26583 w 145323"/>
              <a:gd name="csY36" fmla="*/ 31897 h 134678"/>
              <a:gd name="csX37" fmla="*/ 51561 w 145323"/>
              <a:gd name="csY37" fmla="*/ 31897 h 134678"/>
              <a:gd name="csX38" fmla="*/ 54836 w 145323"/>
              <a:gd name="csY38" fmla="*/ 33020 h 134678"/>
              <a:gd name="csX39" fmla="*/ 54843 w 145323"/>
              <a:gd name="csY39" fmla="*/ 33037 h 134678"/>
              <a:gd name="csX40" fmla="*/ 71456 w 145323"/>
              <a:gd name="csY40" fmla="*/ 46067 h 134678"/>
              <a:gd name="csX41" fmla="*/ 21267 w 145323"/>
              <a:gd name="csY41" fmla="*/ 46067 h 134678"/>
              <a:gd name="csX42" fmla="*/ 21267 w 145323"/>
              <a:gd name="csY42" fmla="*/ 37222 h 134678"/>
              <a:gd name="csX43" fmla="*/ 26583 w 145323"/>
              <a:gd name="csY43" fmla="*/ 31897 h 134678"/>
              <a:gd name="csX44" fmla="*/ 129373 w 145323"/>
              <a:gd name="csY44" fmla="*/ 35435 h 134678"/>
              <a:gd name="csX45" fmla="*/ 125613 w 145323"/>
              <a:gd name="csY45" fmla="*/ 37001 h 134678"/>
              <a:gd name="csX46" fmla="*/ 124057 w 145323"/>
              <a:gd name="csY46" fmla="*/ 40760 h 134678"/>
              <a:gd name="csX47" fmla="*/ 125613 w 145323"/>
              <a:gd name="csY47" fmla="*/ 44520 h 134678"/>
              <a:gd name="csX48" fmla="*/ 129373 w 145323"/>
              <a:gd name="csY48" fmla="*/ 46067 h 134678"/>
              <a:gd name="csX49" fmla="*/ 133132 w 145323"/>
              <a:gd name="csY49" fmla="*/ 44520 h 134678"/>
              <a:gd name="csX50" fmla="*/ 134690 w 145323"/>
              <a:gd name="csY50" fmla="*/ 40760 h 134678"/>
              <a:gd name="csX51" fmla="*/ 133132 w 145323"/>
              <a:gd name="csY51" fmla="*/ 37001 h 134678"/>
              <a:gd name="csX52" fmla="*/ 129373 w 145323"/>
              <a:gd name="csY52" fmla="*/ 35435 h 134678"/>
              <a:gd name="csX53" fmla="*/ 129373 w 145323"/>
              <a:gd name="csY53" fmla="*/ 53161 h 134678"/>
              <a:gd name="csX54" fmla="*/ 125613 w 145323"/>
              <a:gd name="csY54" fmla="*/ 54726 h 134678"/>
              <a:gd name="csX55" fmla="*/ 124057 w 145323"/>
              <a:gd name="csY55" fmla="*/ 58486 h 134678"/>
              <a:gd name="csX56" fmla="*/ 125613 w 145323"/>
              <a:gd name="csY56" fmla="*/ 62245 h 134678"/>
              <a:gd name="csX57" fmla="*/ 129373 w 145323"/>
              <a:gd name="csY57" fmla="*/ 63793 h 134678"/>
              <a:gd name="csX58" fmla="*/ 133132 w 145323"/>
              <a:gd name="csY58" fmla="*/ 62245 h 134678"/>
              <a:gd name="csX59" fmla="*/ 134690 w 145323"/>
              <a:gd name="csY59" fmla="*/ 58486 h 134678"/>
              <a:gd name="csX60" fmla="*/ 133132 w 145323"/>
              <a:gd name="csY60" fmla="*/ 54726 h 134678"/>
              <a:gd name="csX61" fmla="*/ 129373 w 145323"/>
              <a:gd name="csY61" fmla="*/ 53161 h 134678"/>
              <a:gd name="csX62" fmla="*/ 129290 w 145323"/>
              <a:gd name="csY62" fmla="*/ 70802 h 134678"/>
              <a:gd name="csX63" fmla="*/ 125557 w 145323"/>
              <a:gd name="csY63" fmla="*/ 72418 h 134678"/>
              <a:gd name="csX64" fmla="*/ 124057 w 145323"/>
              <a:gd name="csY64" fmla="*/ 76194 h 134678"/>
              <a:gd name="csX65" fmla="*/ 124057 w 145323"/>
              <a:gd name="csY65" fmla="*/ 83288 h 134678"/>
              <a:gd name="csX66" fmla="*/ 125613 w 145323"/>
              <a:gd name="csY66" fmla="*/ 87047 h 134678"/>
              <a:gd name="csX67" fmla="*/ 129373 w 145323"/>
              <a:gd name="csY67" fmla="*/ 88595 h 134678"/>
              <a:gd name="csX68" fmla="*/ 134690 w 145323"/>
              <a:gd name="csY68" fmla="*/ 93920 h 134678"/>
              <a:gd name="csX69" fmla="*/ 129373 w 145323"/>
              <a:gd name="csY69" fmla="*/ 99227 h 134678"/>
              <a:gd name="csX70" fmla="*/ 125067 w 145323"/>
              <a:gd name="csY70" fmla="*/ 97033 h 134678"/>
              <a:gd name="csX71" fmla="*/ 123551 w 145323"/>
              <a:gd name="csY71" fmla="*/ 95570 h 134678"/>
              <a:gd name="csX72" fmla="*/ 121585 w 145323"/>
              <a:gd name="csY72" fmla="*/ 94804 h 134678"/>
              <a:gd name="csX73" fmla="*/ 119475 w 145323"/>
              <a:gd name="csY73" fmla="*/ 94872 h 134678"/>
              <a:gd name="csX74" fmla="*/ 117554 w 145323"/>
              <a:gd name="csY74" fmla="*/ 95740 h 134678"/>
              <a:gd name="csX75" fmla="*/ 116128 w 145323"/>
              <a:gd name="csY75" fmla="*/ 97305 h 134678"/>
              <a:gd name="csX76" fmla="*/ 115419 w 145323"/>
              <a:gd name="csY76" fmla="*/ 99295 h 134678"/>
              <a:gd name="csX77" fmla="*/ 115538 w 145323"/>
              <a:gd name="csY77" fmla="*/ 101388 h 134678"/>
              <a:gd name="csX78" fmla="*/ 116469 w 145323"/>
              <a:gd name="csY78" fmla="*/ 103293 h 134678"/>
              <a:gd name="csX79" fmla="*/ 129373 w 145323"/>
              <a:gd name="csY79" fmla="*/ 109859 h 134678"/>
              <a:gd name="csX80" fmla="*/ 145323 w 145323"/>
              <a:gd name="csY80" fmla="*/ 93920 h 134678"/>
              <a:gd name="csX81" fmla="*/ 134690 w 145323"/>
              <a:gd name="csY81" fmla="*/ 79052 h 134678"/>
              <a:gd name="csX82" fmla="*/ 134690 w 145323"/>
              <a:gd name="csY82" fmla="*/ 76194 h 134678"/>
              <a:gd name="csX83" fmla="*/ 134299 w 145323"/>
              <a:gd name="csY83" fmla="*/ 74119 h 134678"/>
              <a:gd name="csX84" fmla="*/ 133130 w 145323"/>
              <a:gd name="csY84" fmla="*/ 72367 h 134678"/>
              <a:gd name="csX85" fmla="*/ 131367 w 145323"/>
              <a:gd name="csY85" fmla="*/ 71193 h 134678"/>
              <a:gd name="csX86" fmla="*/ 129290 w 145323"/>
              <a:gd name="csY86" fmla="*/ 70802 h 134678"/>
              <a:gd name="csX87" fmla="*/ 23040 w 145323"/>
              <a:gd name="csY87" fmla="*/ 88595 h 134678"/>
              <a:gd name="csX88" fmla="*/ 0 w 145323"/>
              <a:gd name="csY88" fmla="*/ 111645 h 134678"/>
              <a:gd name="csX89" fmla="*/ 23040 w 145323"/>
              <a:gd name="csY89" fmla="*/ 134678 h 134678"/>
              <a:gd name="csX90" fmla="*/ 83294 w 145323"/>
              <a:gd name="csY90" fmla="*/ 134678 h 134678"/>
              <a:gd name="csX91" fmla="*/ 106334 w 145323"/>
              <a:gd name="csY91" fmla="*/ 111645 h 134678"/>
              <a:gd name="csX92" fmla="*/ 83294 w 145323"/>
              <a:gd name="csY92" fmla="*/ 88595 h 134678"/>
              <a:gd name="csX93" fmla="*/ 23040 w 145323"/>
              <a:gd name="csY93" fmla="*/ 88595 h 134678"/>
              <a:gd name="csX94" fmla="*/ 26583 w 145323"/>
              <a:gd name="csY94" fmla="*/ 106321 h 134678"/>
              <a:gd name="csX95" fmla="*/ 31900 w 145323"/>
              <a:gd name="csY95" fmla="*/ 111645 h 134678"/>
              <a:gd name="csX96" fmla="*/ 26583 w 145323"/>
              <a:gd name="csY96" fmla="*/ 116953 h 134678"/>
              <a:gd name="csX97" fmla="*/ 21267 w 145323"/>
              <a:gd name="csY97" fmla="*/ 111645 h 134678"/>
              <a:gd name="csX98" fmla="*/ 26583 w 145323"/>
              <a:gd name="csY98" fmla="*/ 106321 h 134678"/>
              <a:gd name="csX99" fmla="*/ 44306 w 145323"/>
              <a:gd name="csY99" fmla="*/ 106321 h 134678"/>
              <a:gd name="csX100" fmla="*/ 49623 w 145323"/>
              <a:gd name="csY100" fmla="*/ 111645 h 134678"/>
              <a:gd name="csX101" fmla="*/ 44306 w 145323"/>
              <a:gd name="csY101" fmla="*/ 116953 h 134678"/>
              <a:gd name="csX102" fmla="*/ 38990 w 145323"/>
              <a:gd name="csY102" fmla="*/ 111645 h 134678"/>
              <a:gd name="csX103" fmla="*/ 44306 w 145323"/>
              <a:gd name="csY103" fmla="*/ 106321 h 134678"/>
              <a:gd name="csX104" fmla="*/ 62028 w 145323"/>
              <a:gd name="csY104" fmla="*/ 106321 h 134678"/>
              <a:gd name="csX105" fmla="*/ 67344 w 145323"/>
              <a:gd name="csY105" fmla="*/ 111645 h 134678"/>
              <a:gd name="csX106" fmla="*/ 62028 w 145323"/>
              <a:gd name="csY106" fmla="*/ 116953 h 134678"/>
              <a:gd name="csX107" fmla="*/ 56711 w 145323"/>
              <a:gd name="csY107" fmla="*/ 111645 h 134678"/>
              <a:gd name="csX108" fmla="*/ 62028 w 145323"/>
              <a:gd name="csY108" fmla="*/ 106321 h 134678"/>
              <a:gd name="csX109" fmla="*/ 79750 w 145323"/>
              <a:gd name="csY109" fmla="*/ 106321 h 134678"/>
              <a:gd name="csX110" fmla="*/ 85067 w 145323"/>
              <a:gd name="csY110" fmla="*/ 111645 h 134678"/>
              <a:gd name="csX111" fmla="*/ 79750 w 145323"/>
              <a:gd name="csY111" fmla="*/ 116953 h 134678"/>
              <a:gd name="csX112" fmla="*/ 74434 w 145323"/>
              <a:gd name="csY112" fmla="*/ 111645 h 134678"/>
              <a:gd name="csX113" fmla="*/ 79750 w 145323"/>
              <a:gd name="csY113" fmla="*/ 106321 h 134678"/>
            </a:gdLst>
            <a:ahLst/>
            <a:cxnLst/>
            <a:rect l="l" t="t" r="r" b="b"/>
            <a:pathLst>
              <a:path w="100000" h="100000">
                <a:moveTo>
                  <a:pt x="80278" y="3663"/>
                </a:moveTo>
                <a:cubicBezTo>
                  <a:pt x="77344" y="3663"/>
                  <a:pt x="74468" y="4483"/>
                  <a:pt x="71971" y="6017"/>
                </a:cubicBezTo>
                <a:lnTo>
                  <a:pt x="45680" y="22194"/>
                </a:lnTo>
                <a:cubicBezTo>
                  <a:pt x="45420" y="22357"/>
                  <a:pt x="45181" y="22545"/>
                  <a:pt x="44969" y="22767"/>
                </a:cubicBezTo>
                <a:lnTo>
                  <a:pt x="42254" y="20637"/>
                </a:lnTo>
                <a:cubicBezTo>
                  <a:pt x="40321" y="19115"/>
                  <a:pt x="37936" y="18295"/>
                  <a:pt x="35480" y="18295"/>
                </a:cubicBezTo>
                <a:lnTo>
                  <a:pt x="18292" y="18295"/>
                </a:lnTo>
                <a:cubicBezTo>
                  <a:pt x="12274" y="18295"/>
                  <a:pt x="7317" y="23247"/>
                  <a:pt x="7317" y="29276"/>
                </a:cubicBezTo>
                <a:lnTo>
                  <a:pt x="7317" y="48777"/>
                </a:lnTo>
                <a:cubicBezTo>
                  <a:pt x="7317" y="54794"/>
                  <a:pt x="12274" y="59758"/>
                  <a:pt x="18292" y="59758"/>
                </a:cubicBezTo>
                <a:lnTo>
                  <a:pt x="52439" y="59758"/>
                </a:lnTo>
                <a:cubicBezTo>
                  <a:pt x="58457" y="59758"/>
                  <a:pt x="63415" y="54794"/>
                  <a:pt x="63415" y="48777"/>
                </a:cubicBezTo>
                <a:lnTo>
                  <a:pt x="63415" y="42585"/>
                </a:lnTo>
                <a:cubicBezTo>
                  <a:pt x="63415" y="39214"/>
                  <a:pt x="61863" y="36030"/>
                  <a:pt x="59213" y="33958"/>
                </a:cubicBezTo>
                <a:lnTo>
                  <a:pt x="51005" y="27508"/>
                </a:lnTo>
                <a:lnTo>
                  <a:pt x="75810" y="12243"/>
                </a:lnTo>
                <a:cubicBezTo>
                  <a:pt x="77156" y="11425"/>
                  <a:pt x="78700" y="10979"/>
                  <a:pt x="80278" y="10979"/>
                </a:cubicBezTo>
                <a:lnTo>
                  <a:pt x="89024" y="10979"/>
                </a:lnTo>
                <a:cubicBezTo>
                  <a:pt x="89510" y="10991"/>
                  <a:pt x="89991" y="10897"/>
                  <a:pt x="90440" y="10722"/>
                </a:cubicBezTo>
                <a:cubicBezTo>
                  <a:pt x="90890" y="10535"/>
                  <a:pt x="91299" y="10266"/>
                  <a:pt x="91645" y="9926"/>
                </a:cubicBezTo>
                <a:cubicBezTo>
                  <a:pt x="91990" y="9587"/>
                  <a:pt x="92264" y="9177"/>
                  <a:pt x="92451" y="8732"/>
                </a:cubicBezTo>
                <a:cubicBezTo>
                  <a:pt x="92638" y="8287"/>
                  <a:pt x="92735" y="7807"/>
                  <a:pt x="92735" y="7327"/>
                </a:cubicBezTo>
                <a:cubicBezTo>
                  <a:pt x="92735" y="6835"/>
                  <a:pt x="92638" y="6356"/>
                  <a:pt x="92451" y="5911"/>
                </a:cubicBezTo>
                <a:cubicBezTo>
                  <a:pt x="92264" y="5466"/>
                  <a:pt x="91990" y="5057"/>
                  <a:pt x="91645" y="4717"/>
                </a:cubicBezTo>
                <a:cubicBezTo>
                  <a:pt x="91299" y="4377"/>
                  <a:pt x="90890" y="4108"/>
                  <a:pt x="90440" y="3933"/>
                </a:cubicBezTo>
                <a:cubicBezTo>
                  <a:pt x="89991" y="3745"/>
                  <a:pt x="89510" y="3652"/>
                  <a:pt x="89024" y="3663"/>
                </a:cubicBezTo>
                <a:lnTo>
                  <a:pt x="80278" y="3663"/>
                </a:lnTo>
                <a:close/>
                <a:moveTo>
                  <a:pt x="89024" y="15861"/>
                </a:moveTo>
                <a:cubicBezTo>
                  <a:pt x="88054" y="15861"/>
                  <a:pt x="87123" y="16247"/>
                  <a:pt x="86437" y="16926"/>
                </a:cubicBezTo>
                <a:cubicBezTo>
                  <a:pt x="85751" y="17617"/>
                  <a:pt x="85366" y="18541"/>
                  <a:pt x="85366" y="19513"/>
                </a:cubicBezTo>
                <a:cubicBezTo>
                  <a:pt x="85366" y="20484"/>
                  <a:pt x="85751" y="21421"/>
                  <a:pt x="86437" y="22100"/>
                </a:cubicBezTo>
                <a:cubicBezTo>
                  <a:pt x="87123" y="22791"/>
                  <a:pt x="88054" y="23177"/>
                  <a:pt x="89024" y="23177"/>
                </a:cubicBezTo>
                <a:cubicBezTo>
                  <a:pt x="89994" y="23177"/>
                  <a:pt x="90925" y="22791"/>
                  <a:pt x="91611" y="22100"/>
                </a:cubicBezTo>
                <a:cubicBezTo>
                  <a:pt x="92297" y="21421"/>
                  <a:pt x="92683" y="20484"/>
                  <a:pt x="92683" y="19513"/>
                </a:cubicBezTo>
                <a:cubicBezTo>
                  <a:pt x="92683" y="18541"/>
                  <a:pt x="92297" y="17617"/>
                  <a:pt x="91611" y="16926"/>
                </a:cubicBezTo>
                <a:cubicBezTo>
                  <a:pt x="90925" y="16247"/>
                  <a:pt x="89994" y="15861"/>
                  <a:pt x="89024" y="15861"/>
                </a:cubicBezTo>
                <a:close/>
                <a:moveTo>
                  <a:pt x="18292" y="25612"/>
                </a:moveTo>
                <a:lnTo>
                  <a:pt x="35480" y="25612"/>
                </a:lnTo>
                <a:cubicBezTo>
                  <a:pt x="36302" y="25612"/>
                  <a:pt x="37091" y="25881"/>
                  <a:pt x="37734" y="26384"/>
                </a:cubicBezTo>
                <a:cubicBezTo>
                  <a:pt x="37735" y="26384"/>
                  <a:pt x="37736" y="26396"/>
                  <a:pt x="37739" y="26396"/>
                </a:cubicBezTo>
                <a:lnTo>
                  <a:pt x="49170" y="35362"/>
                </a:lnTo>
                <a:lnTo>
                  <a:pt x="14634" y="35362"/>
                </a:lnTo>
                <a:lnTo>
                  <a:pt x="14634" y="29276"/>
                </a:lnTo>
                <a:cubicBezTo>
                  <a:pt x="14634" y="27204"/>
                  <a:pt x="16227" y="25612"/>
                  <a:pt x="18292" y="25612"/>
                </a:cubicBezTo>
                <a:close/>
                <a:moveTo>
                  <a:pt x="89024" y="28046"/>
                </a:moveTo>
                <a:cubicBezTo>
                  <a:pt x="88054" y="28046"/>
                  <a:pt x="87123" y="28433"/>
                  <a:pt x="86437" y="29124"/>
                </a:cubicBezTo>
                <a:cubicBezTo>
                  <a:pt x="85751" y="29802"/>
                  <a:pt x="85366" y="30739"/>
                  <a:pt x="85366" y="31710"/>
                </a:cubicBezTo>
                <a:cubicBezTo>
                  <a:pt x="85366" y="32682"/>
                  <a:pt x="85751" y="33607"/>
                  <a:pt x="86437" y="34298"/>
                </a:cubicBezTo>
                <a:cubicBezTo>
                  <a:pt x="87123" y="34976"/>
                  <a:pt x="88054" y="35362"/>
                  <a:pt x="89024" y="35362"/>
                </a:cubicBezTo>
                <a:cubicBezTo>
                  <a:pt x="89994" y="35362"/>
                  <a:pt x="90925" y="34976"/>
                  <a:pt x="91611" y="34298"/>
                </a:cubicBezTo>
                <a:cubicBezTo>
                  <a:pt x="92297" y="33607"/>
                  <a:pt x="92683" y="32682"/>
                  <a:pt x="92683" y="31710"/>
                </a:cubicBezTo>
                <a:cubicBezTo>
                  <a:pt x="92683" y="30739"/>
                  <a:pt x="92297" y="29802"/>
                  <a:pt x="91611" y="29124"/>
                </a:cubicBezTo>
                <a:cubicBezTo>
                  <a:pt x="90925" y="28433"/>
                  <a:pt x="89994" y="28046"/>
                  <a:pt x="89024" y="28046"/>
                </a:cubicBezTo>
                <a:close/>
                <a:moveTo>
                  <a:pt x="89024" y="40244"/>
                </a:moveTo>
                <a:cubicBezTo>
                  <a:pt x="88054" y="40244"/>
                  <a:pt x="87123" y="40630"/>
                  <a:pt x="86437" y="41321"/>
                </a:cubicBezTo>
                <a:cubicBezTo>
                  <a:pt x="85751" y="42000"/>
                  <a:pt x="85366" y="42936"/>
                  <a:pt x="85366" y="43908"/>
                </a:cubicBezTo>
                <a:cubicBezTo>
                  <a:pt x="85366" y="44867"/>
                  <a:pt x="85751" y="45804"/>
                  <a:pt x="86437" y="46495"/>
                </a:cubicBezTo>
                <a:cubicBezTo>
                  <a:pt x="87123" y="47174"/>
                  <a:pt x="88054" y="47560"/>
                  <a:pt x="89024" y="47560"/>
                </a:cubicBezTo>
                <a:cubicBezTo>
                  <a:pt x="89994" y="47560"/>
                  <a:pt x="90925" y="47174"/>
                  <a:pt x="91611" y="46495"/>
                </a:cubicBezTo>
                <a:cubicBezTo>
                  <a:pt x="92297" y="45804"/>
                  <a:pt x="92683" y="44867"/>
                  <a:pt x="92683" y="43908"/>
                </a:cubicBezTo>
                <a:cubicBezTo>
                  <a:pt x="92683" y="42936"/>
                  <a:pt x="92297" y="42000"/>
                  <a:pt x="91611" y="41321"/>
                </a:cubicBezTo>
                <a:cubicBezTo>
                  <a:pt x="90925" y="40630"/>
                  <a:pt x="89994" y="40244"/>
                  <a:pt x="89024" y="40244"/>
                </a:cubicBezTo>
                <a:close/>
                <a:moveTo>
                  <a:pt x="88967" y="52383"/>
                </a:moveTo>
                <a:cubicBezTo>
                  <a:pt x="87998" y="52406"/>
                  <a:pt x="87074" y="52804"/>
                  <a:pt x="86399" y="53495"/>
                </a:cubicBezTo>
                <a:cubicBezTo>
                  <a:pt x="85724" y="54185"/>
                  <a:pt x="85352" y="55122"/>
                  <a:pt x="85366" y="56093"/>
                </a:cubicBezTo>
                <a:lnTo>
                  <a:pt x="85366" y="60975"/>
                </a:lnTo>
                <a:cubicBezTo>
                  <a:pt x="85366" y="61946"/>
                  <a:pt x="85751" y="62871"/>
                  <a:pt x="86437" y="63562"/>
                </a:cubicBezTo>
                <a:cubicBezTo>
                  <a:pt x="87123" y="64241"/>
                  <a:pt x="88054" y="64627"/>
                  <a:pt x="89024" y="64627"/>
                </a:cubicBezTo>
                <a:cubicBezTo>
                  <a:pt x="91089" y="64627"/>
                  <a:pt x="92683" y="66231"/>
                  <a:pt x="92683" y="68291"/>
                </a:cubicBezTo>
                <a:cubicBezTo>
                  <a:pt x="92683" y="70351"/>
                  <a:pt x="91089" y="71943"/>
                  <a:pt x="89024" y="71943"/>
                </a:cubicBezTo>
                <a:cubicBezTo>
                  <a:pt x="87782" y="71943"/>
                  <a:pt x="86727" y="71358"/>
                  <a:pt x="86061" y="70433"/>
                </a:cubicBezTo>
                <a:cubicBezTo>
                  <a:pt x="85785" y="70035"/>
                  <a:pt x="85430" y="69695"/>
                  <a:pt x="85018" y="69426"/>
                </a:cubicBezTo>
                <a:cubicBezTo>
                  <a:pt x="84607" y="69157"/>
                  <a:pt x="84146" y="68981"/>
                  <a:pt x="83665" y="68899"/>
                </a:cubicBezTo>
                <a:cubicBezTo>
                  <a:pt x="83183" y="68817"/>
                  <a:pt x="82689" y="68829"/>
                  <a:pt x="82213" y="68946"/>
                </a:cubicBezTo>
                <a:cubicBezTo>
                  <a:pt x="81737" y="69051"/>
                  <a:pt x="81287" y="69263"/>
                  <a:pt x="80892" y="69543"/>
                </a:cubicBezTo>
                <a:cubicBezTo>
                  <a:pt x="80497" y="69836"/>
                  <a:pt x="80162" y="70198"/>
                  <a:pt x="79910" y="70620"/>
                </a:cubicBezTo>
                <a:cubicBezTo>
                  <a:pt x="79658" y="71041"/>
                  <a:pt x="79491" y="71498"/>
                  <a:pt x="79422" y="71990"/>
                </a:cubicBezTo>
                <a:cubicBezTo>
                  <a:pt x="79352" y="72470"/>
                  <a:pt x="79380" y="72961"/>
                  <a:pt x="79504" y="73430"/>
                </a:cubicBezTo>
                <a:cubicBezTo>
                  <a:pt x="79628" y="73909"/>
                  <a:pt x="79846" y="74355"/>
                  <a:pt x="80145" y="74741"/>
                </a:cubicBezTo>
                <a:cubicBezTo>
                  <a:pt x="82137" y="77480"/>
                  <a:pt x="85398" y="79259"/>
                  <a:pt x="89024" y="79259"/>
                </a:cubicBezTo>
                <a:cubicBezTo>
                  <a:pt x="95042" y="79259"/>
                  <a:pt x="100000" y="74307"/>
                  <a:pt x="100000" y="68291"/>
                </a:cubicBezTo>
                <a:cubicBezTo>
                  <a:pt x="100000" y="63562"/>
                  <a:pt x="96908" y="59594"/>
                  <a:pt x="92683" y="58060"/>
                </a:cubicBezTo>
                <a:lnTo>
                  <a:pt x="92683" y="56093"/>
                </a:lnTo>
                <a:cubicBezTo>
                  <a:pt x="92690" y="55602"/>
                  <a:pt x="92599" y="55122"/>
                  <a:pt x="92414" y="54665"/>
                </a:cubicBezTo>
                <a:cubicBezTo>
                  <a:pt x="92230" y="54209"/>
                  <a:pt x="91957" y="53799"/>
                  <a:pt x="91610" y="53460"/>
                </a:cubicBezTo>
                <a:cubicBezTo>
                  <a:pt x="91263" y="53108"/>
                  <a:pt x="90851" y="52839"/>
                  <a:pt x="90397" y="52652"/>
                </a:cubicBezTo>
                <a:cubicBezTo>
                  <a:pt x="89942" y="52465"/>
                  <a:pt x="89457" y="52383"/>
                  <a:pt x="88967" y="52383"/>
                </a:cubicBezTo>
                <a:close/>
                <a:moveTo>
                  <a:pt x="15854" y="64627"/>
                </a:moveTo>
                <a:cubicBezTo>
                  <a:pt x="7112" y="64627"/>
                  <a:pt x="0" y="71744"/>
                  <a:pt x="0" y="80488"/>
                </a:cubicBezTo>
                <a:cubicBezTo>
                  <a:pt x="0" y="89221"/>
                  <a:pt x="7112" y="96337"/>
                  <a:pt x="15854" y="96337"/>
                </a:cubicBezTo>
                <a:lnTo>
                  <a:pt x="57316" y="96337"/>
                </a:lnTo>
                <a:cubicBezTo>
                  <a:pt x="66058" y="96337"/>
                  <a:pt x="73171" y="89221"/>
                  <a:pt x="73171" y="80488"/>
                </a:cubicBezTo>
                <a:cubicBezTo>
                  <a:pt x="73171" y="71744"/>
                  <a:pt x="66058" y="64627"/>
                  <a:pt x="57316" y="64627"/>
                </a:cubicBezTo>
                <a:lnTo>
                  <a:pt x="15854" y="64627"/>
                </a:lnTo>
                <a:close/>
                <a:moveTo>
                  <a:pt x="18292" y="76824"/>
                </a:moveTo>
                <a:cubicBezTo>
                  <a:pt x="20312" y="76824"/>
                  <a:pt x="21951" y="78463"/>
                  <a:pt x="21951" y="80488"/>
                </a:cubicBezTo>
                <a:cubicBezTo>
                  <a:pt x="21951" y="82501"/>
                  <a:pt x="20312" y="84141"/>
                  <a:pt x="18292" y="84141"/>
                </a:cubicBezTo>
                <a:cubicBezTo>
                  <a:pt x="16273" y="84141"/>
                  <a:pt x="14634" y="82501"/>
                  <a:pt x="14634" y="80488"/>
                </a:cubicBezTo>
                <a:cubicBezTo>
                  <a:pt x="14634" y="78463"/>
                  <a:pt x="16273" y="76824"/>
                  <a:pt x="18292" y="76824"/>
                </a:cubicBezTo>
                <a:close/>
                <a:moveTo>
                  <a:pt x="30488" y="76824"/>
                </a:moveTo>
                <a:cubicBezTo>
                  <a:pt x="32508" y="76824"/>
                  <a:pt x="34147" y="78463"/>
                  <a:pt x="34147" y="80488"/>
                </a:cubicBezTo>
                <a:cubicBezTo>
                  <a:pt x="34147" y="82501"/>
                  <a:pt x="32508" y="84141"/>
                  <a:pt x="30488" y="84141"/>
                </a:cubicBezTo>
                <a:cubicBezTo>
                  <a:pt x="28468" y="84141"/>
                  <a:pt x="26830" y="82501"/>
                  <a:pt x="26830" y="80488"/>
                </a:cubicBezTo>
                <a:cubicBezTo>
                  <a:pt x="26830" y="78463"/>
                  <a:pt x="28468" y="76824"/>
                  <a:pt x="30488" y="76824"/>
                </a:cubicBezTo>
                <a:close/>
                <a:moveTo>
                  <a:pt x="42683" y="76824"/>
                </a:moveTo>
                <a:cubicBezTo>
                  <a:pt x="44702" y="76824"/>
                  <a:pt x="46341" y="78463"/>
                  <a:pt x="46341" y="80488"/>
                </a:cubicBezTo>
                <a:cubicBezTo>
                  <a:pt x="46341" y="82501"/>
                  <a:pt x="44702" y="84141"/>
                  <a:pt x="42683" y="84141"/>
                </a:cubicBezTo>
                <a:cubicBezTo>
                  <a:pt x="40663" y="84141"/>
                  <a:pt x="39024" y="82501"/>
                  <a:pt x="39024" y="80488"/>
                </a:cubicBezTo>
                <a:cubicBezTo>
                  <a:pt x="39024" y="78463"/>
                  <a:pt x="40663" y="76824"/>
                  <a:pt x="42683" y="76824"/>
                </a:cubicBezTo>
                <a:close/>
                <a:moveTo>
                  <a:pt x="54878" y="76824"/>
                </a:moveTo>
                <a:cubicBezTo>
                  <a:pt x="56897" y="76824"/>
                  <a:pt x="58537" y="78463"/>
                  <a:pt x="58537" y="80488"/>
                </a:cubicBezTo>
                <a:cubicBezTo>
                  <a:pt x="58537" y="82501"/>
                  <a:pt x="56897" y="84141"/>
                  <a:pt x="54878" y="84141"/>
                </a:cubicBezTo>
                <a:cubicBezTo>
                  <a:pt x="52859" y="84141"/>
                  <a:pt x="51220" y="82501"/>
                  <a:pt x="51220" y="80488"/>
                </a:cubicBezTo>
                <a:cubicBezTo>
                  <a:pt x="51220" y="78463"/>
                  <a:pt x="52859" y="76824"/>
                  <a:pt x="54878" y="7682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9188632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504DA14D-6612-2343-AA6E-99177E7B138D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3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AF387196-3370-CB4B-BC69-815CDF648A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252000"/>
            <a:ext cx="9533300" cy="393698"/>
          </a:xfrm>
        </p:spPr>
        <p:txBody>
          <a:bodyPr/>
          <a:lstStyle/>
          <a:p>
            <a:r>
              <a:t>Оптовая и розничная торговля</a:t>
            </a:r>
          </a:p>
        </p:txBody>
      </p:sp>
      <p:sp>
        <p:nvSpPr>
          <p:cNvPr id="200" name="Красный — SVG 1">
            <a:extLst>
              <a:ext uri="{FF2B5EF4-FFF2-40B4-BE49-F238E27FC236}">
                <a16:creationId xmlns:a16="http://schemas.microsoft.com/office/drawing/2014/main" id="{1D347B29-B4A0-014F-9B92-C1BEE5929AE3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77973 w 155961"/>
              <a:gd name="csY0" fmla="*/ 0 h 131121"/>
              <a:gd name="csX1" fmla="*/ 67356 w 155961"/>
              <a:gd name="csY1" fmla="*/ 4559 h 131121"/>
              <a:gd name="csX2" fmla="*/ 63800 w 155961"/>
              <a:gd name="csY2" fmla="*/ 14170 h 131121"/>
              <a:gd name="csX3" fmla="*/ 64532 w 155961"/>
              <a:gd name="csY3" fmla="*/ 18474 h 131121"/>
              <a:gd name="csX4" fmla="*/ 38893 w 155961"/>
              <a:gd name="csY4" fmla="*/ 38990 h 131121"/>
              <a:gd name="csX5" fmla="*/ 17728 w 155961"/>
              <a:gd name="csY5" fmla="*/ 38990 h 131121"/>
              <a:gd name="csX6" fmla="*/ 0 w 155961"/>
              <a:gd name="csY6" fmla="*/ 56698 h 131121"/>
              <a:gd name="csX7" fmla="*/ 0 w 155961"/>
              <a:gd name="csY7" fmla="*/ 113413 h 131121"/>
              <a:gd name="csX8" fmla="*/ 17728 w 155961"/>
              <a:gd name="csY8" fmla="*/ 131122 h 131121"/>
              <a:gd name="csX9" fmla="*/ 138234 w 155961"/>
              <a:gd name="csY9" fmla="*/ 131122 h 131121"/>
              <a:gd name="csX10" fmla="*/ 155962 w 155961"/>
              <a:gd name="csY10" fmla="*/ 113413 h 131121"/>
              <a:gd name="csX11" fmla="*/ 155962 w 155961"/>
              <a:gd name="csY11" fmla="*/ 56698 h 131121"/>
              <a:gd name="csX12" fmla="*/ 138234 w 155961"/>
              <a:gd name="csY12" fmla="*/ 38990 h 131121"/>
              <a:gd name="csX13" fmla="*/ 117069 w 155961"/>
              <a:gd name="csY13" fmla="*/ 38990 h 131121"/>
              <a:gd name="csX14" fmla="*/ 91430 w 155961"/>
              <a:gd name="csY14" fmla="*/ 18474 h 131121"/>
              <a:gd name="csX15" fmla="*/ 92162 w 155961"/>
              <a:gd name="csY15" fmla="*/ 14170 h 131121"/>
              <a:gd name="csX16" fmla="*/ 88606 w 155961"/>
              <a:gd name="csY16" fmla="*/ 4559 h 131121"/>
              <a:gd name="csX17" fmla="*/ 77973 w 155961"/>
              <a:gd name="csY17" fmla="*/ 0 h 131121"/>
              <a:gd name="csX18" fmla="*/ 77973 w 155961"/>
              <a:gd name="csY18" fmla="*/ 10632 h 131121"/>
              <a:gd name="csX19" fmla="*/ 80643 w 155961"/>
              <a:gd name="csY19" fmla="*/ 11619 h 131121"/>
              <a:gd name="csX20" fmla="*/ 81528 w 155961"/>
              <a:gd name="csY20" fmla="*/ 14170 h 131121"/>
              <a:gd name="csX21" fmla="*/ 80643 w 155961"/>
              <a:gd name="csY21" fmla="*/ 16739 h 131121"/>
              <a:gd name="csX22" fmla="*/ 77973 w 155961"/>
              <a:gd name="csY22" fmla="*/ 17726 h 131121"/>
              <a:gd name="csX23" fmla="*/ 75301 w 155961"/>
              <a:gd name="csY23" fmla="*/ 16739 h 131121"/>
              <a:gd name="csX24" fmla="*/ 74434 w 155961"/>
              <a:gd name="csY24" fmla="*/ 14170 h 131121"/>
              <a:gd name="csX25" fmla="*/ 75301 w 155961"/>
              <a:gd name="csY25" fmla="*/ 11619 h 131121"/>
              <a:gd name="csX26" fmla="*/ 77973 w 155961"/>
              <a:gd name="csY26" fmla="*/ 10632 h 131121"/>
              <a:gd name="csX27" fmla="*/ 71354 w 155961"/>
              <a:gd name="csY27" fmla="*/ 26656 h 131121"/>
              <a:gd name="csX28" fmla="*/ 77973 w 155961"/>
              <a:gd name="csY28" fmla="*/ 28358 h 131121"/>
              <a:gd name="csX29" fmla="*/ 84625 w 155961"/>
              <a:gd name="csY29" fmla="*/ 26656 h 131121"/>
              <a:gd name="csX30" fmla="*/ 100039 w 155961"/>
              <a:gd name="csY30" fmla="*/ 38990 h 131121"/>
              <a:gd name="csX31" fmla="*/ 55923 w 155961"/>
              <a:gd name="csY31" fmla="*/ 38990 h 131121"/>
              <a:gd name="csX32" fmla="*/ 71354 w 155961"/>
              <a:gd name="csY32" fmla="*/ 26656 h 131121"/>
              <a:gd name="csX33" fmla="*/ 23036 w 155961"/>
              <a:gd name="csY33" fmla="*/ 63792 h 131121"/>
              <a:gd name="csX34" fmla="*/ 38995 w 155961"/>
              <a:gd name="csY34" fmla="*/ 79102 h 131121"/>
              <a:gd name="csX35" fmla="*/ 23036 w 155961"/>
              <a:gd name="csY35" fmla="*/ 93918 h 131121"/>
              <a:gd name="csX36" fmla="*/ 16537 w 155961"/>
              <a:gd name="csY36" fmla="*/ 97457 h 131121"/>
              <a:gd name="csX37" fmla="*/ 34554 w 155961"/>
              <a:gd name="csY37" fmla="*/ 97457 h 131121"/>
              <a:gd name="csX38" fmla="*/ 38995 w 155961"/>
              <a:gd name="csY38" fmla="*/ 101897 h 131121"/>
              <a:gd name="csX39" fmla="*/ 34554 w 155961"/>
              <a:gd name="csY39" fmla="*/ 106319 h 131121"/>
              <a:gd name="csX40" fmla="*/ 11518 w 155961"/>
              <a:gd name="csY40" fmla="*/ 106319 h 131121"/>
              <a:gd name="csX41" fmla="*/ 7094 w 155961"/>
              <a:gd name="csY41" fmla="*/ 101897 h 131121"/>
              <a:gd name="csX42" fmla="*/ 23036 w 155961"/>
              <a:gd name="csY42" fmla="*/ 85056 h 131121"/>
              <a:gd name="csX43" fmla="*/ 30131 w 155961"/>
              <a:gd name="csY43" fmla="*/ 79102 h 131121"/>
              <a:gd name="csX44" fmla="*/ 23036 w 155961"/>
              <a:gd name="csY44" fmla="*/ 72654 h 131121"/>
              <a:gd name="csX45" fmla="*/ 15891 w 155961"/>
              <a:gd name="csY45" fmla="*/ 77758 h 131121"/>
              <a:gd name="csX46" fmla="*/ 10838 w 155961"/>
              <a:gd name="csY46" fmla="*/ 81449 h 131121"/>
              <a:gd name="csX47" fmla="*/ 7146 w 155961"/>
              <a:gd name="csY47" fmla="*/ 76397 h 131121"/>
              <a:gd name="csX48" fmla="*/ 23036 w 155961"/>
              <a:gd name="csY48" fmla="*/ 63792 h 131121"/>
              <a:gd name="csX49" fmla="*/ 50513 w 155961"/>
              <a:gd name="csY49" fmla="*/ 63792 h 131121"/>
              <a:gd name="csX50" fmla="*/ 54936 w 155961"/>
              <a:gd name="csY50" fmla="*/ 68214 h 131121"/>
              <a:gd name="csX51" fmla="*/ 54936 w 155961"/>
              <a:gd name="csY51" fmla="*/ 83286 h 131121"/>
              <a:gd name="csX52" fmla="*/ 69109 w 155961"/>
              <a:gd name="csY52" fmla="*/ 83286 h 131121"/>
              <a:gd name="csX53" fmla="*/ 69109 w 155961"/>
              <a:gd name="csY53" fmla="*/ 68214 h 131121"/>
              <a:gd name="csX54" fmla="*/ 73549 w 155961"/>
              <a:gd name="csY54" fmla="*/ 63792 h 131121"/>
              <a:gd name="csX55" fmla="*/ 77973 w 155961"/>
              <a:gd name="csY55" fmla="*/ 68214 h 131121"/>
              <a:gd name="csX56" fmla="*/ 77973 w 155961"/>
              <a:gd name="csY56" fmla="*/ 101897 h 131121"/>
              <a:gd name="csX57" fmla="*/ 73549 w 155961"/>
              <a:gd name="csY57" fmla="*/ 106319 h 131121"/>
              <a:gd name="csX58" fmla="*/ 69109 w 155961"/>
              <a:gd name="csY58" fmla="*/ 101897 h 131121"/>
              <a:gd name="csX59" fmla="*/ 69109 w 155961"/>
              <a:gd name="csY59" fmla="*/ 92149 h 131121"/>
              <a:gd name="csX60" fmla="*/ 50513 w 155961"/>
              <a:gd name="csY60" fmla="*/ 92149 h 131121"/>
              <a:gd name="csX61" fmla="*/ 46072 w 155961"/>
              <a:gd name="csY61" fmla="*/ 87709 h 131121"/>
              <a:gd name="csX62" fmla="*/ 46072 w 155961"/>
              <a:gd name="csY62" fmla="*/ 68214 h 131121"/>
              <a:gd name="csX63" fmla="*/ 50513 w 155961"/>
              <a:gd name="csY63" fmla="*/ 63792 h 131121"/>
              <a:gd name="csX64" fmla="*/ 105636 w 155961"/>
              <a:gd name="csY64" fmla="*/ 63792 h 131121"/>
              <a:gd name="csX65" fmla="*/ 107338 w 155961"/>
              <a:gd name="csY65" fmla="*/ 64217 h 131121"/>
              <a:gd name="csX66" fmla="*/ 109464 w 155961"/>
              <a:gd name="csY66" fmla="*/ 70120 h 131121"/>
              <a:gd name="csX67" fmla="*/ 93506 w 155961"/>
              <a:gd name="csY67" fmla="*/ 103785 h 131121"/>
              <a:gd name="csX68" fmla="*/ 89491 w 155961"/>
              <a:gd name="csY68" fmla="*/ 106319 h 131121"/>
              <a:gd name="csX69" fmla="*/ 87602 w 155961"/>
              <a:gd name="csY69" fmla="*/ 105894 h 131121"/>
              <a:gd name="csX70" fmla="*/ 85492 w 155961"/>
              <a:gd name="csY70" fmla="*/ 99991 h 131121"/>
              <a:gd name="csX71" fmla="*/ 101434 w 155961"/>
              <a:gd name="csY71" fmla="*/ 66326 h 131121"/>
              <a:gd name="csX72" fmla="*/ 105636 w 155961"/>
              <a:gd name="csY72" fmla="*/ 63792 h 131121"/>
              <a:gd name="csX73" fmla="*/ 121391 w 155961"/>
              <a:gd name="csY73" fmla="*/ 63792 h 131121"/>
              <a:gd name="csX74" fmla="*/ 144444 w 155961"/>
              <a:gd name="csY74" fmla="*/ 63792 h 131121"/>
              <a:gd name="csX75" fmla="*/ 148187 w 155961"/>
              <a:gd name="csY75" fmla="*/ 65850 h 131121"/>
              <a:gd name="csX76" fmla="*/ 148442 w 155961"/>
              <a:gd name="csY76" fmla="*/ 70120 h 131121"/>
              <a:gd name="csX77" fmla="*/ 132500 w 155961"/>
              <a:gd name="csY77" fmla="*/ 103785 h 131121"/>
              <a:gd name="csX78" fmla="*/ 128485 w 155961"/>
              <a:gd name="csY78" fmla="*/ 106319 h 131121"/>
              <a:gd name="csX79" fmla="*/ 126597 w 155961"/>
              <a:gd name="csY79" fmla="*/ 105894 h 131121"/>
              <a:gd name="csX80" fmla="*/ 124470 w 155961"/>
              <a:gd name="csY80" fmla="*/ 99991 h 131121"/>
              <a:gd name="csX81" fmla="*/ 137434 w 155961"/>
              <a:gd name="csY81" fmla="*/ 72637 h 131121"/>
              <a:gd name="csX82" fmla="*/ 121391 w 155961"/>
              <a:gd name="csY82" fmla="*/ 72637 h 131121"/>
              <a:gd name="csX83" fmla="*/ 116967 w 155961"/>
              <a:gd name="csY83" fmla="*/ 68214 h 131121"/>
              <a:gd name="csX84" fmla="*/ 121391 w 155961"/>
              <a:gd name="csY84" fmla="*/ 63792 h 131121"/>
            </a:gdLst>
            <a:ahLst/>
            <a:cxnLst/>
            <a:rect l="l" t="t" r="r" b="b"/>
            <a:pathLst>
              <a:path w="100000" h="100000">
                <a:moveTo>
                  <a:pt x="49995" y="7964"/>
                </a:moveTo>
                <a:cubicBezTo>
                  <a:pt x="47257" y="7964"/>
                  <a:pt x="44759" y="9120"/>
                  <a:pt x="43188" y="10887"/>
                </a:cubicBezTo>
                <a:cubicBezTo>
                  <a:pt x="41617" y="12654"/>
                  <a:pt x="40908" y="14879"/>
                  <a:pt x="40908" y="17049"/>
                </a:cubicBezTo>
                <a:cubicBezTo>
                  <a:pt x="40908" y="17976"/>
                  <a:pt x="41115" y="18903"/>
                  <a:pt x="41377" y="19809"/>
                </a:cubicBezTo>
                <a:lnTo>
                  <a:pt x="24938" y="32963"/>
                </a:lnTo>
                <a:lnTo>
                  <a:pt x="11367" y="32963"/>
                </a:lnTo>
                <a:cubicBezTo>
                  <a:pt x="5083" y="32963"/>
                  <a:pt x="0" y="38046"/>
                  <a:pt x="0" y="44317"/>
                </a:cubicBezTo>
                <a:lnTo>
                  <a:pt x="0" y="80682"/>
                </a:lnTo>
                <a:cubicBezTo>
                  <a:pt x="0" y="86954"/>
                  <a:pt x="5083" y="92037"/>
                  <a:pt x="11367" y="92037"/>
                </a:cubicBezTo>
                <a:lnTo>
                  <a:pt x="88634" y="92037"/>
                </a:lnTo>
                <a:cubicBezTo>
                  <a:pt x="94906" y="92037"/>
                  <a:pt x="100001" y="86954"/>
                  <a:pt x="100001" y="80682"/>
                </a:cubicBezTo>
                <a:lnTo>
                  <a:pt x="100001" y="44317"/>
                </a:lnTo>
                <a:cubicBezTo>
                  <a:pt x="100001" y="38046"/>
                  <a:pt x="94906" y="32963"/>
                  <a:pt x="88634" y="32963"/>
                </a:cubicBezTo>
                <a:lnTo>
                  <a:pt x="75063" y="32963"/>
                </a:lnTo>
                <a:lnTo>
                  <a:pt x="58624" y="19809"/>
                </a:lnTo>
                <a:cubicBezTo>
                  <a:pt x="58885" y="18903"/>
                  <a:pt x="59093" y="17976"/>
                  <a:pt x="59093" y="17049"/>
                </a:cubicBezTo>
                <a:cubicBezTo>
                  <a:pt x="59093" y="14879"/>
                  <a:pt x="58384" y="12654"/>
                  <a:pt x="56813" y="10887"/>
                </a:cubicBezTo>
                <a:cubicBezTo>
                  <a:pt x="55231" y="9120"/>
                  <a:pt x="52744" y="7964"/>
                  <a:pt x="49995" y="7964"/>
                </a:cubicBezTo>
                <a:close/>
                <a:moveTo>
                  <a:pt x="49995" y="14781"/>
                </a:moveTo>
                <a:cubicBezTo>
                  <a:pt x="51042" y="14781"/>
                  <a:pt x="51391" y="15053"/>
                  <a:pt x="51707" y="15413"/>
                </a:cubicBezTo>
                <a:cubicBezTo>
                  <a:pt x="52035" y="15773"/>
                  <a:pt x="52275" y="16395"/>
                  <a:pt x="52275" y="17049"/>
                </a:cubicBezTo>
                <a:cubicBezTo>
                  <a:pt x="52275" y="17715"/>
                  <a:pt x="52035" y="18337"/>
                  <a:pt x="51707" y="18696"/>
                </a:cubicBezTo>
                <a:cubicBezTo>
                  <a:pt x="51391" y="19056"/>
                  <a:pt x="51042" y="19329"/>
                  <a:pt x="49995" y="19329"/>
                </a:cubicBezTo>
                <a:cubicBezTo>
                  <a:pt x="48958" y="19329"/>
                  <a:pt x="48610" y="19056"/>
                  <a:pt x="48282" y="18696"/>
                </a:cubicBezTo>
                <a:cubicBezTo>
                  <a:pt x="47966" y="18337"/>
                  <a:pt x="47726" y="17715"/>
                  <a:pt x="47726" y="17049"/>
                </a:cubicBezTo>
                <a:cubicBezTo>
                  <a:pt x="47726" y="16395"/>
                  <a:pt x="47966" y="15773"/>
                  <a:pt x="48282" y="15413"/>
                </a:cubicBezTo>
                <a:cubicBezTo>
                  <a:pt x="48610" y="15053"/>
                  <a:pt x="48958" y="14781"/>
                  <a:pt x="49995" y="14781"/>
                </a:cubicBezTo>
                <a:close/>
                <a:moveTo>
                  <a:pt x="45751" y="25055"/>
                </a:moveTo>
                <a:cubicBezTo>
                  <a:pt x="47017" y="25699"/>
                  <a:pt x="48435" y="26146"/>
                  <a:pt x="49995" y="26146"/>
                </a:cubicBezTo>
                <a:cubicBezTo>
                  <a:pt x="51565" y="26146"/>
                  <a:pt x="52984" y="25699"/>
                  <a:pt x="54260" y="25055"/>
                </a:cubicBezTo>
                <a:lnTo>
                  <a:pt x="64144" y="32963"/>
                </a:lnTo>
                <a:lnTo>
                  <a:pt x="35857" y="32963"/>
                </a:lnTo>
                <a:lnTo>
                  <a:pt x="45751" y="25055"/>
                </a:lnTo>
                <a:close/>
                <a:moveTo>
                  <a:pt x="14770" y="48866"/>
                </a:moveTo>
                <a:cubicBezTo>
                  <a:pt x="20606" y="48866"/>
                  <a:pt x="25003" y="53087"/>
                  <a:pt x="25003" y="58683"/>
                </a:cubicBezTo>
                <a:cubicBezTo>
                  <a:pt x="25003" y="64180"/>
                  <a:pt x="20694" y="68182"/>
                  <a:pt x="14770" y="68182"/>
                </a:cubicBezTo>
                <a:cubicBezTo>
                  <a:pt x="12697" y="68182"/>
                  <a:pt x="11258" y="68619"/>
                  <a:pt x="10603" y="70452"/>
                </a:cubicBezTo>
                <a:lnTo>
                  <a:pt x="22156" y="70452"/>
                </a:lnTo>
                <a:cubicBezTo>
                  <a:pt x="23726" y="70452"/>
                  <a:pt x="25003" y="71728"/>
                  <a:pt x="25003" y="73298"/>
                </a:cubicBezTo>
                <a:cubicBezTo>
                  <a:pt x="25003" y="74858"/>
                  <a:pt x="23726" y="76134"/>
                  <a:pt x="22156" y="76134"/>
                </a:cubicBezTo>
                <a:lnTo>
                  <a:pt x="7385" y="76134"/>
                </a:lnTo>
                <a:cubicBezTo>
                  <a:pt x="5814" y="76134"/>
                  <a:pt x="4549" y="74858"/>
                  <a:pt x="4549" y="73298"/>
                </a:cubicBezTo>
                <a:cubicBezTo>
                  <a:pt x="4549" y="66438"/>
                  <a:pt x="8269" y="62500"/>
                  <a:pt x="14770" y="62500"/>
                </a:cubicBezTo>
                <a:cubicBezTo>
                  <a:pt x="17574" y="62500"/>
                  <a:pt x="19320" y="61038"/>
                  <a:pt x="19320" y="58683"/>
                </a:cubicBezTo>
                <a:cubicBezTo>
                  <a:pt x="19320" y="55836"/>
                  <a:pt x="16963" y="54548"/>
                  <a:pt x="14770" y="54548"/>
                </a:cubicBezTo>
                <a:cubicBezTo>
                  <a:pt x="12916" y="54548"/>
                  <a:pt x="10614" y="55116"/>
                  <a:pt x="10189" y="57821"/>
                </a:cubicBezTo>
                <a:cubicBezTo>
                  <a:pt x="9949" y="59369"/>
                  <a:pt x="8498" y="60427"/>
                  <a:pt x="6949" y="60187"/>
                </a:cubicBezTo>
                <a:cubicBezTo>
                  <a:pt x="5400" y="59959"/>
                  <a:pt x="4341" y="58497"/>
                  <a:pt x="4582" y="56948"/>
                </a:cubicBezTo>
                <a:cubicBezTo>
                  <a:pt x="5345" y="52040"/>
                  <a:pt x="9338" y="48866"/>
                  <a:pt x="14770" y="48866"/>
                </a:cubicBezTo>
                <a:close/>
                <a:moveTo>
                  <a:pt x="32388" y="48866"/>
                </a:moveTo>
                <a:cubicBezTo>
                  <a:pt x="33948" y="48866"/>
                  <a:pt x="35224" y="50142"/>
                  <a:pt x="35224" y="51701"/>
                </a:cubicBezTo>
                <a:lnTo>
                  <a:pt x="35224" y="61365"/>
                </a:lnTo>
                <a:lnTo>
                  <a:pt x="44312" y="61365"/>
                </a:lnTo>
                <a:lnTo>
                  <a:pt x="44312" y="51701"/>
                </a:lnTo>
                <a:cubicBezTo>
                  <a:pt x="44312" y="50142"/>
                  <a:pt x="45588" y="48866"/>
                  <a:pt x="47159" y="48866"/>
                </a:cubicBezTo>
                <a:cubicBezTo>
                  <a:pt x="48729" y="48866"/>
                  <a:pt x="49995" y="50142"/>
                  <a:pt x="49995" y="51701"/>
                </a:cubicBezTo>
                <a:lnTo>
                  <a:pt x="49995" y="73298"/>
                </a:lnTo>
                <a:cubicBezTo>
                  <a:pt x="49995" y="74858"/>
                  <a:pt x="48729" y="76134"/>
                  <a:pt x="47159" y="76134"/>
                </a:cubicBezTo>
                <a:cubicBezTo>
                  <a:pt x="45588" y="76134"/>
                  <a:pt x="44312" y="74858"/>
                  <a:pt x="44312" y="73298"/>
                </a:cubicBezTo>
                <a:lnTo>
                  <a:pt x="44312" y="67048"/>
                </a:lnTo>
                <a:lnTo>
                  <a:pt x="32388" y="67048"/>
                </a:lnTo>
                <a:cubicBezTo>
                  <a:pt x="30817" y="67048"/>
                  <a:pt x="29541" y="65772"/>
                  <a:pt x="29541" y="64201"/>
                </a:cubicBezTo>
                <a:lnTo>
                  <a:pt x="29541" y="51701"/>
                </a:lnTo>
                <a:cubicBezTo>
                  <a:pt x="29541" y="50142"/>
                  <a:pt x="30817" y="48866"/>
                  <a:pt x="32388" y="48866"/>
                </a:cubicBezTo>
                <a:close/>
                <a:moveTo>
                  <a:pt x="67732" y="48866"/>
                </a:moveTo>
                <a:cubicBezTo>
                  <a:pt x="68104" y="48877"/>
                  <a:pt x="68474" y="48975"/>
                  <a:pt x="68824" y="49139"/>
                </a:cubicBezTo>
                <a:cubicBezTo>
                  <a:pt x="70252" y="49815"/>
                  <a:pt x="70852" y="51505"/>
                  <a:pt x="70187" y="52923"/>
                </a:cubicBezTo>
                <a:lnTo>
                  <a:pt x="59955" y="74509"/>
                </a:lnTo>
                <a:cubicBezTo>
                  <a:pt x="59464" y="75534"/>
                  <a:pt x="58449" y="76134"/>
                  <a:pt x="57380" y="76134"/>
                </a:cubicBezTo>
                <a:cubicBezTo>
                  <a:pt x="56976" y="76134"/>
                  <a:pt x="56562" y="76047"/>
                  <a:pt x="56169" y="75861"/>
                </a:cubicBezTo>
                <a:cubicBezTo>
                  <a:pt x="54751" y="75196"/>
                  <a:pt x="54140" y="73495"/>
                  <a:pt x="54816" y="72076"/>
                </a:cubicBezTo>
                <a:lnTo>
                  <a:pt x="65038" y="50491"/>
                </a:lnTo>
                <a:cubicBezTo>
                  <a:pt x="65540" y="49433"/>
                  <a:pt x="66620" y="48822"/>
                  <a:pt x="67732" y="48866"/>
                </a:cubicBezTo>
                <a:close/>
                <a:moveTo>
                  <a:pt x="77834" y="48866"/>
                </a:moveTo>
                <a:lnTo>
                  <a:pt x="92615" y="48866"/>
                </a:lnTo>
                <a:cubicBezTo>
                  <a:pt x="93586" y="48866"/>
                  <a:pt x="94492" y="49367"/>
                  <a:pt x="95015" y="50186"/>
                </a:cubicBezTo>
                <a:cubicBezTo>
                  <a:pt x="95528" y="51015"/>
                  <a:pt x="95593" y="52040"/>
                  <a:pt x="95179" y="52923"/>
                </a:cubicBezTo>
                <a:lnTo>
                  <a:pt x="84957" y="74509"/>
                </a:lnTo>
                <a:cubicBezTo>
                  <a:pt x="84467" y="75534"/>
                  <a:pt x="83441" y="76134"/>
                  <a:pt x="82383" y="76134"/>
                </a:cubicBezTo>
                <a:cubicBezTo>
                  <a:pt x="81969" y="76134"/>
                  <a:pt x="81565" y="76047"/>
                  <a:pt x="81172" y="75861"/>
                </a:cubicBezTo>
                <a:cubicBezTo>
                  <a:pt x="79754" y="75185"/>
                  <a:pt x="79143" y="73495"/>
                  <a:pt x="79808" y="72076"/>
                </a:cubicBezTo>
                <a:lnTo>
                  <a:pt x="88121" y="54537"/>
                </a:lnTo>
                <a:lnTo>
                  <a:pt x="77834" y="54537"/>
                </a:lnTo>
                <a:cubicBezTo>
                  <a:pt x="76274" y="54537"/>
                  <a:pt x="74998" y="53272"/>
                  <a:pt x="74998" y="51701"/>
                </a:cubicBezTo>
                <a:cubicBezTo>
                  <a:pt x="74998" y="50131"/>
                  <a:pt x="76274" y="48866"/>
                  <a:pt x="77834" y="4886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1" name="Красный — SVG 2">
            <a:extLst>
              <a:ext uri="{FF2B5EF4-FFF2-40B4-BE49-F238E27FC236}">
                <a16:creationId xmlns:a16="http://schemas.microsoft.com/office/drawing/2014/main" id="{C0A3D0B3-2D2C-C441-8018-B18AA33595F0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24755 w 127600"/>
              <a:gd name="csY0" fmla="*/ 0 h 127685"/>
              <a:gd name="csX1" fmla="*/ 22271 w 127600"/>
              <a:gd name="csY1" fmla="*/ 1072 h 127685"/>
              <a:gd name="csX2" fmla="*/ 21267 w 127600"/>
              <a:gd name="csY2" fmla="*/ 3589 h 127685"/>
              <a:gd name="csX3" fmla="*/ 21267 w 127600"/>
              <a:gd name="csY3" fmla="*/ 124096 h 127685"/>
              <a:gd name="csX4" fmla="*/ 21522 w 127600"/>
              <a:gd name="csY4" fmla="*/ 125457 h 127685"/>
              <a:gd name="csX5" fmla="*/ 22288 w 127600"/>
              <a:gd name="csY5" fmla="*/ 126631 h 127685"/>
              <a:gd name="csX6" fmla="*/ 23445 w 127600"/>
              <a:gd name="csY6" fmla="*/ 127413 h 127685"/>
              <a:gd name="csX7" fmla="*/ 24806 w 127600"/>
              <a:gd name="csY7" fmla="*/ 127685 h 127685"/>
              <a:gd name="csX8" fmla="*/ 26183 w 127600"/>
              <a:gd name="csY8" fmla="*/ 127413 h 127685"/>
              <a:gd name="csX9" fmla="*/ 27341 w 127600"/>
              <a:gd name="csY9" fmla="*/ 126631 h 127685"/>
              <a:gd name="csX10" fmla="*/ 28106 w 127600"/>
              <a:gd name="csY10" fmla="*/ 125457 h 127685"/>
              <a:gd name="csX11" fmla="*/ 28361 w 127600"/>
              <a:gd name="csY11" fmla="*/ 124096 h 127685"/>
              <a:gd name="csX12" fmla="*/ 28361 w 127600"/>
              <a:gd name="csY12" fmla="*/ 3589 h 127685"/>
              <a:gd name="csX13" fmla="*/ 28089 w 127600"/>
              <a:gd name="csY13" fmla="*/ 2212 h 127685"/>
              <a:gd name="csX14" fmla="*/ 27324 w 127600"/>
              <a:gd name="csY14" fmla="*/ 1038 h 127685"/>
              <a:gd name="csX15" fmla="*/ 26133 w 127600"/>
              <a:gd name="csY15" fmla="*/ 255 h 127685"/>
              <a:gd name="csX16" fmla="*/ 24755 w 127600"/>
              <a:gd name="csY16" fmla="*/ 0 h 127685"/>
              <a:gd name="csX17" fmla="*/ 3539 w 127600"/>
              <a:gd name="csY17" fmla="*/ 51 h 127685"/>
              <a:gd name="csX18" fmla="*/ 0 w 127600"/>
              <a:gd name="csY18" fmla="*/ 3589 h 127685"/>
              <a:gd name="csX19" fmla="*/ 0 w 127600"/>
              <a:gd name="csY19" fmla="*/ 124096 h 127685"/>
              <a:gd name="csX20" fmla="*/ 3539 w 127600"/>
              <a:gd name="csY20" fmla="*/ 127634 h 127685"/>
              <a:gd name="csX21" fmla="*/ 10633 w 127600"/>
              <a:gd name="csY21" fmla="*/ 127634 h 127685"/>
              <a:gd name="csX22" fmla="*/ 14172 w 127600"/>
              <a:gd name="csY22" fmla="*/ 124096 h 127685"/>
              <a:gd name="csX23" fmla="*/ 14172 w 127600"/>
              <a:gd name="csY23" fmla="*/ 3589 h 127685"/>
              <a:gd name="csX24" fmla="*/ 10633 w 127600"/>
              <a:gd name="csY24" fmla="*/ 51 h 127685"/>
              <a:gd name="csX25" fmla="*/ 3539 w 127600"/>
              <a:gd name="csY25" fmla="*/ 51 h 127685"/>
              <a:gd name="csX26" fmla="*/ 38995 w 127600"/>
              <a:gd name="csY26" fmla="*/ 51 h 127685"/>
              <a:gd name="csX27" fmla="*/ 35439 w 127600"/>
              <a:gd name="csY27" fmla="*/ 3589 h 127685"/>
              <a:gd name="csX28" fmla="*/ 35439 w 127600"/>
              <a:gd name="csY28" fmla="*/ 124096 h 127685"/>
              <a:gd name="csX29" fmla="*/ 38995 w 127600"/>
              <a:gd name="csY29" fmla="*/ 127634 h 127685"/>
              <a:gd name="csX30" fmla="*/ 46072 w 127600"/>
              <a:gd name="csY30" fmla="*/ 127634 h 127685"/>
              <a:gd name="csX31" fmla="*/ 49628 w 127600"/>
              <a:gd name="csY31" fmla="*/ 124096 h 127685"/>
              <a:gd name="csX32" fmla="*/ 49628 w 127600"/>
              <a:gd name="csY32" fmla="*/ 3589 h 127685"/>
              <a:gd name="csX33" fmla="*/ 46072 w 127600"/>
              <a:gd name="csY33" fmla="*/ 51 h 127685"/>
              <a:gd name="csX34" fmla="*/ 38995 w 127600"/>
              <a:gd name="csY34" fmla="*/ 51 h 127685"/>
              <a:gd name="csX35" fmla="*/ 60261 w 127600"/>
              <a:gd name="csY35" fmla="*/ 51 h 127685"/>
              <a:gd name="csX36" fmla="*/ 56706 w 127600"/>
              <a:gd name="csY36" fmla="*/ 3589 h 127685"/>
              <a:gd name="csX37" fmla="*/ 56706 w 127600"/>
              <a:gd name="csY37" fmla="*/ 124096 h 127685"/>
              <a:gd name="csX38" fmla="*/ 60261 w 127600"/>
              <a:gd name="csY38" fmla="*/ 127634 h 127685"/>
              <a:gd name="csX39" fmla="*/ 81528 w 127600"/>
              <a:gd name="csY39" fmla="*/ 127634 h 127685"/>
              <a:gd name="csX40" fmla="*/ 85067 w 127600"/>
              <a:gd name="csY40" fmla="*/ 124096 h 127685"/>
              <a:gd name="csX41" fmla="*/ 85067 w 127600"/>
              <a:gd name="csY41" fmla="*/ 3589 h 127685"/>
              <a:gd name="csX42" fmla="*/ 81528 w 127600"/>
              <a:gd name="csY42" fmla="*/ 51 h 127685"/>
              <a:gd name="csX43" fmla="*/ 60261 w 127600"/>
              <a:gd name="csY43" fmla="*/ 51 h 127685"/>
              <a:gd name="csX44" fmla="*/ 95700 w 127600"/>
              <a:gd name="csY44" fmla="*/ 51 h 127685"/>
              <a:gd name="csX45" fmla="*/ 92162 w 127600"/>
              <a:gd name="csY45" fmla="*/ 3589 h 127685"/>
              <a:gd name="csX46" fmla="*/ 92162 w 127600"/>
              <a:gd name="csY46" fmla="*/ 124096 h 127685"/>
              <a:gd name="csX47" fmla="*/ 95700 w 127600"/>
              <a:gd name="csY47" fmla="*/ 127634 h 127685"/>
              <a:gd name="csX48" fmla="*/ 102795 w 127600"/>
              <a:gd name="csY48" fmla="*/ 127634 h 127685"/>
              <a:gd name="csX49" fmla="*/ 106334 w 127600"/>
              <a:gd name="csY49" fmla="*/ 124096 h 127685"/>
              <a:gd name="csX50" fmla="*/ 106334 w 127600"/>
              <a:gd name="csY50" fmla="*/ 3589 h 127685"/>
              <a:gd name="csX51" fmla="*/ 102795 w 127600"/>
              <a:gd name="csY51" fmla="*/ 51 h 127685"/>
              <a:gd name="csX52" fmla="*/ 95700 w 127600"/>
              <a:gd name="csY52" fmla="*/ 51 h 127685"/>
              <a:gd name="csX53" fmla="*/ 116967 w 127600"/>
              <a:gd name="csY53" fmla="*/ 51 h 127685"/>
              <a:gd name="csX54" fmla="*/ 113428 w 127600"/>
              <a:gd name="csY54" fmla="*/ 3589 h 127685"/>
              <a:gd name="csX55" fmla="*/ 113428 w 127600"/>
              <a:gd name="csY55" fmla="*/ 124096 h 127685"/>
              <a:gd name="csX56" fmla="*/ 116967 w 127600"/>
              <a:gd name="csY56" fmla="*/ 127634 h 127685"/>
              <a:gd name="csX57" fmla="*/ 124062 w 127600"/>
              <a:gd name="csY57" fmla="*/ 127634 h 127685"/>
              <a:gd name="csX58" fmla="*/ 127601 w 127600"/>
              <a:gd name="csY58" fmla="*/ 124096 h 127685"/>
              <a:gd name="csX59" fmla="*/ 127601 w 127600"/>
              <a:gd name="csY59" fmla="*/ 3589 h 127685"/>
              <a:gd name="csX60" fmla="*/ 124062 w 127600"/>
              <a:gd name="csY60" fmla="*/ 51 h 127685"/>
              <a:gd name="csX61" fmla="*/ 116967 w 127600"/>
              <a:gd name="csY61" fmla="*/ 51 h 127685"/>
            </a:gdLst>
            <a:ahLst/>
            <a:cxnLst/>
            <a:rect l="l" t="t" r="r" b="b"/>
            <a:pathLst>
              <a:path w="100000" h="100000">
                <a:moveTo>
                  <a:pt x="19421" y="0"/>
                </a:moveTo>
                <a:cubicBezTo>
                  <a:pt x="18688" y="13"/>
                  <a:pt x="17981" y="320"/>
                  <a:pt x="17475" y="840"/>
                </a:cubicBezTo>
                <a:cubicBezTo>
                  <a:pt x="16955" y="1372"/>
                  <a:pt x="16676" y="2079"/>
                  <a:pt x="16689" y="2811"/>
                </a:cubicBezTo>
                <a:lnTo>
                  <a:pt x="16689" y="97189"/>
                </a:lnTo>
                <a:cubicBezTo>
                  <a:pt x="16689" y="97549"/>
                  <a:pt x="16756" y="97922"/>
                  <a:pt x="16889" y="98255"/>
                </a:cubicBezTo>
                <a:cubicBezTo>
                  <a:pt x="17022" y="98601"/>
                  <a:pt x="17235" y="98907"/>
                  <a:pt x="17489" y="99175"/>
                </a:cubicBezTo>
                <a:cubicBezTo>
                  <a:pt x="17742" y="99427"/>
                  <a:pt x="18048" y="99641"/>
                  <a:pt x="18395" y="99787"/>
                </a:cubicBezTo>
                <a:cubicBezTo>
                  <a:pt x="18728" y="99920"/>
                  <a:pt x="19101" y="100000"/>
                  <a:pt x="19461" y="100000"/>
                </a:cubicBezTo>
                <a:cubicBezTo>
                  <a:pt x="19834" y="100000"/>
                  <a:pt x="20193" y="99920"/>
                  <a:pt x="20539" y="99787"/>
                </a:cubicBezTo>
                <a:cubicBezTo>
                  <a:pt x="20873" y="99641"/>
                  <a:pt x="21179" y="99427"/>
                  <a:pt x="21446" y="99175"/>
                </a:cubicBezTo>
                <a:cubicBezTo>
                  <a:pt x="21699" y="98907"/>
                  <a:pt x="21899" y="98601"/>
                  <a:pt x="22045" y="98255"/>
                </a:cubicBezTo>
                <a:cubicBezTo>
                  <a:pt x="22178" y="97922"/>
                  <a:pt x="22245" y="97549"/>
                  <a:pt x="22245" y="97189"/>
                </a:cubicBezTo>
                <a:lnTo>
                  <a:pt x="22245" y="2811"/>
                </a:lnTo>
                <a:cubicBezTo>
                  <a:pt x="22245" y="2438"/>
                  <a:pt x="22178" y="2079"/>
                  <a:pt x="22032" y="1732"/>
                </a:cubicBezTo>
                <a:cubicBezTo>
                  <a:pt x="21899" y="1385"/>
                  <a:pt x="21686" y="1079"/>
                  <a:pt x="21433" y="813"/>
                </a:cubicBezTo>
                <a:cubicBezTo>
                  <a:pt x="21166" y="547"/>
                  <a:pt x="20846" y="346"/>
                  <a:pt x="20500" y="200"/>
                </a:cubicBezTo>
                <a:cubicBezTo>
                  <a:pt x="20166" y="67"/>
                  <a:pt x="19794" y="0"/>
                  <a:pt x="19421" y="0"/>
                </a:cubicBezTo>
                <a:close/>
                <a:moveTo>
                  <a:pt x="2805" y="40"/>
                </a:moveTo>
                <a:cubicBezTo>
                  <a:pt x="1272" y="40"/>
                  <a:pt x="33" y="1279"/>
                  <a:pt x="33" y="2811"/>
                </a:cubicBezTo>
                <a:lnTo>
                  <a:pt x="33" y="97189"/>
                </a:lnTo>
                <a:cubicBezTo>
                  <a:pt x="33" y="98721"/>
                  <a:pt x="1272" y="99960"/>
                  <a:pt x="2805" y="99960"/>
                </a:cubicBezTo>
                <a:lnTo>
                  <a:pt x="8361" y="99960"/>
                </a:lnTo>
                <a:cubicBezTo>
                  <a:pt x="9893" y="99960"/>
                  <a:pt x="11132" y="98721"/>
                  <a:pt x="11132" y="97189"/>
                </a:cubicBezTo>
                <a:lnTo>
                  <a:pt x="11132" y="2811"/>
                </a:lnTo>
                <a:cubicBezTo>
                  <a:pt x="11132" y="1279"/>
                  <a:pt x="9893" y="40"/>
                  <a:pt x="8361" y="40"/>
                </a:cubicBezTo>
                <a:lnTo>
                  <a:pt x="2805" y="40"/>
                </a:lnTo>
                <a:close/>
                <a:moveTo>
                  <a:pt x="30573" y="40"/>
                </a:moveTo>
                <a:cubicBezTo>
                  <a:pt x="29041" y="40"/>
                  <a:pt x="27788" y="1279"/>
                  <a:pt x="27788" y="2811"/>
                </a:cubicBezTo>
                <a:lnTo>
                  <a:pt x="27788" y="97189"/>
                </a:lnTo>
                <a:cubicBezTo>
                  <a:pt x="27788" y="98721"/>
                  <a:pt x="29041" y="99960"/>
                  <a:pt x="30573" y="99960"/>
                </a:cubicBezTo>
                <a:lnTo>
                  <a:pt x="36116" y="99960"/>
                </a:lnTo>
                <a:cubicBezTo>
                  <a:pt x="37649" y="99960"/>
                  <a:pt x="38901" y="98721"/>
                  <a:pt x="38901" y="97189"/>
                </a:cubicBezTo>
                <a:lnTo>
                  <a:pt x="38901" y="2811"/>
                </a:lnTo>
                <a:cubicBezTo>
                  <a:pt x="38901" y="1279"/>
                  <a:pt x="37649" y="40"/>
                  <a:pt x="36116" y="40"/>
                </a:cubicBezTo>
                <a:lnTo>
                  <a:pt x="30573" y="40"/>
                </a:lnTo>
                <a:close/>
                <a:moveTo>
                  <a:pt x="47228" y="40"/>
                </a:moveTo>
                <a:cubicBezTo>
                  <a:pt x="45696" y="40"/>
                  <a:pt x="44444" y="1279"/>
                  <a:pt x="44444" y="2811"/>
                </a:cubicBezTo>
                <a:lnTo>
                  <a:pt x="44444" y="97189"/>
                </a:lnTo>
                <a:cubicBezTo>
                  <a:pt x="44444" y="98721"/>
                  <a:pt x="45696" y="99960"/>
                  <a:pt x="47228" y="99960"/>
                </a:cubicBezTo>
                <a:lnTo>
                  <a:pt x="63884" y="99960"/>
                </a:lnTo>
                <a:cubicBezTo>
                  <a:pt x="65417" y="99960"/>
                  <a:pt x="66656" y="98721"/>
                  <a:pt x="66656" y="97189"/>
                </a:cubicBezTo>
                <a:lnTo>
                  <a:pt x="66656" y="2811"/>
                </a:lnTo>
                <a:cubicBezTo>
                  <a:pt x="66656" y="1279"/>
                  <a:pt x="65417" y="40"/>
                  <a:pt x="63884" y="40"/>
                </a:cubicBezTo>
                <a:lnTo>
                  <a:pt x="47228" y="40"/>
                </a:lnTo>
                <a:close/>
                <a:moveTo>
                  <a:pt x="74983" y="40"/>
                </a:moveTo>
                <a:cubicBezTo>
                  <a:pt x="73451" y="40"/>
                  <a:pt x="72212" y="1279"/>
                  <a:pt x="72212" y="2811"/>
                </a:cubicBezTo>
                <a:lnTo>
                  <a:pt x="72212" y="97189"/>
                </a:lnTo>
                <a:cubicBezTo>
                  <a:pt x="72212" y="98721"/>
                  <a:pt x="73451" y="99960"/>
                  <a:pt x="74983" y="99960"/>
                </a:cubicBezTo>
                <a:lnTo>
                  <a:pt x="80540" y="99960"/>
                </a:lnTo>
                <a:cubicBezTo>
                  <a:pt x="82073" y="99960"/>
                  <a:pt x="83312" y="98721"/>
                  <a:pt x="83312" y="97189"/>
                </a:cubicBezTo>
                <a:lnTo>
                  <a:pt x="83312" y="2811"/>
                </a:lnTo>
                <a:cubicBezTo>
                  <a:pt x="83312" y="1279"/>
                  <a:pt x="82073" y="40"/>
                  <a:pt x="80540" y="40"/>
                </a:cubicBezTo>
                <a:lnTo>
                  <a:pt x="74983" y="40"/>
                </a:lnTo>
                <a:close/>
                <a:moveTo>
                  <a:pt x="91639" y="40"/>
                </a:moveTo>
                <a:cubicBezTo>
                  <a:pt x="90107" y="40"/>
                  <a:pt x="88868" y="1279"/>
                  <a:pt x="88868" y="2811"/>
                </a:cubicBezTo>
                <a:lnTo>
                  <a:pt x="88868" y="97189"/>
                </a:lnTo>
                <a:cubicBezTo>
                  <a:pt x="88868" y="98721"/>
                  <a:pt x="90107" y="99960"/>
                  <a:pt x="91639" y="99960"/>
                </a:cubicBezTo>
                <a:lnTo>
                  <a:pt x="97196" y="99960"/>
                </a:lnTo>
                <a:cubicBezTo>
                  <a:pt x="98728" y="99960"/>
                  <a:pt x="99967" y="98721"/>
                  <a:pt x="99967" y="97189"/>
                </a:cubicBezTo>
                <a:lnTo>
                  <a:pt x="99967" y="2811"/>
                </a:lnTo>
                <a:cubicBezTo>
                  <a:pt x="99967" y="1279"/>
                  <a:pt x="98728" y="40"/>
                  <a:pt x="97196" y="40"/>
                </a:cubicBezTo>
                <a:lnTo>
                  <a:pt x="91639" y="4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2" name="Красный — SVG 3">
            <a:extLst>
              <a:ext uri="{FF2B5EF4-FFF2-40B4-BE49-F238E27FC236}">
                <a16:creationId xmlns:a16="http://schemas.microsoft.com/office/drawing/2014/main" id="{F645FCC0-C264-E840-B32F-D7664532F213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15960 w 124063"/>
              <a:gd name="csY0" fmla="*/ 0 h 134676"/>
              <a:gd name="csX1" fmla="*/ 3540 w 124063"/>
              <a:gd name="csY1" fmla="*/ 12401 h 134676"/>
              <a:gd name="csX2" fmla="*/ 3540 w 124063"/>
              <a:gd name="csY2" fmla="*/ 18100 h 134676"/>
              <a:gd name="csX3" fmla="*/ 15399 w 124063"/>
              <a:gd name="csY3" fmla="*/ 43735 h 134676"/>
              <a:gd name="csX4" fmla="*/ 37193 w 124063"/>
              <a:gd name="csY4" fmla="*/ 51765 h 134676"/>
              <a:gd name="csX5" fmla="*/ 42586 w 124063"/>
              <a:gd name="csY5" fmla="*/ 51340 h 134676"/>
              <a:gd name="csX6" fmla="*/ 107662 w 124063"/>
              <a:gd name="csY6" fmla="*/ 40844 h 134676"/>
              <a:gd name="csX7" fmla="*/ 124063 w 124063"/>
              <a:gd name="csY7" fmla="*/ 21604 h 134676"/>
              <a:gd name="csX8" fmla="*/ 124063 w 124063"/>
              <a:gd name="csY8" fmla="*/ 19495 h 134676"/>
              <a:gd name="csX9" fmla="*/ 104566 w 124063"/>
              <a:gd name="csY9" fmla="*/ 0 h 134676"/>
              <a:gd name="csX10" fmla="*/ 15960 w 124063"/>
              <a:gd name="csY10" fmla="*/ 0 h 134676"/>
              <a:gd name="csX11" fmla="*/ 110299 w 124063"/>
              <a:gd name="csY11" fmla="*/ 51135 h 134676"/>
              <a:gd name="csX12" fmla="*/ 109364 w 124063"/>
              <a:gd name="csY12" fmla="*/ 51340 h 134676"/>
              <a:gd name="csX13" fmla="*/ 73023 w 124063"/>
              <a:gd name="csY13" fmla="*/ 57191 h 134676"/>
              <a:gd name="csX14" fmla="*/ 75558 w 124063"/>
              <a:gd name="csY14" fmla="*/ 59811 h 134676"/>
              <a:gd name="csX15" fmla="*/ 79080 w 124063"/>
              <a:gd name="csY15" fmla="*/ 65459 h 134676"/>
              <a:gd name="csX16" fmla="*/ 77804 w 124063"/>
              <a:gd name="csY16" fmla="*/ 73709 h 134676"/>
              <a:gd name="csX17" fmla="*/ 75881 w 124063"/>
              <a:gd name="csY17" fmla="*/ 85787 h 134676"/>
              <a:gd name="csX18" fmla="*/ 81275 w 124063"/>
              <a:gd name="csY18" fmla="*/ 95296 h 134676"/>
              <a:gd name="csX19" fmla="*/ 84949 w 124063"/>
              <a:gd name="csY19" fmla="*/ 103564 h 134676"/>
              <a:gd name="csX20" fmla="*/ 85085 w 124063"/>
              <a:gd name="csY20" fmla="*/ 118721 h 134676"/>
              <a:gd name="csX21" fmla="*/ 101044 w 124063"/>
              <a:gd name="csY21" fmla="*/ 134677 h 134676"/>
              <a:gd name="csX22" fmla="*/ 104549 w 124063"/>
              <a:gd name="csY22" fmla="*/ 134677 h 134676"/>
              <a:gd name="csX23" fmla="*/ 119759 w 124063"/>
              <a:gd name="csY23" fmla="*/ 127379 h 134676"/>
              <a:gd name="csX24" fmla="*/ 123587 w 124063"/>
              <a:gd name="csY24" fmla="*/ 110946 h 134676"/>
              <a:gd name="csX25" fmla="*/ 110299 w 124063"/>
              <a:gd name="csY25" fmla="*/ 51135 h 134676"/>
              <a:gd name="csX26" fmla="*/ 5242 w 124063"/>
              <a:gd name="csY26" fmla="*/ 88526 h 134676"/>
              <a:gd name="csX27" fmla="*/ 1498 w 124063"/>
              <a:gd name="csY27" fmla="*/ 90142 h 134676"/>
              <a:gd name="csX28" fmla="*/ 1 w 124063"/>
              <a:gd name="csY28" fmla="*/ 93918 h 134676"/>
              <a:gd name="csX29" fmla="*/ 1 w 124063"/>
              <a:gd name="csY29" fmla="*/ 125814 h 134676"/>
              <a:gd name="csX30" fmla="*/ 393 w 124063"/>
              <a:gd name="csY30" fmla="*/ 127873 h 134676"/>
              <a:gd name="csX31" fmla="*/ 1532 w 124063"/>
              <a:gd name="csY31" fmla="*/ 129625 h 134676"/>
              <a:gd name="csX32" fmla="*/ 3268 w 124063"/>
              <a:gd name="csY32" fmla="*/ 130798 h 134676"/>
              <a:gd name="csX33" fmla="*/ 5326 w 124063"/>
              <a:gd name="csY33" fmla="*/ 131207 h 134676"/>
              <a:gd name="csX34" fmla="*/ 7368 w 124063"/>
              <a:gd name="csY34" fmla="*/ 130798 h 134676"/>
              <a:gd name="csX35" fmla="*/ 9104 w 124063"/>
              <a:gd name="csY35" fmla="*/ 129625 h 134676"/>
              <a:gd name="csX36" fmla="*/ 10261 w 124063"/>
              <a:gd name="csY36" fmla="*/ 127873 h 134676"/>
              <a:gd name="csX37" fmla="*/ 10635 w 124063"/>
              <a:gd name="csY37" fmla="*/ 125814 h 134676"/>
              <a:gd name="csX38" fmla="*/ 10635 w 124063"/>
              <a:gd name="csY38" fmla="*/ 93918 h 134676"/>
              <a:gd name="csX39" fmla="*/ 10244 w 124063"/>
              <a:gd name="csY39" fmla="*/ 91843 h 134676"/>
              <a:gd name="csX40" fmla="*/ 9070 w 124063"/>
              <a:gd name="csY40" fmla="*/ 90074 h 134676"/>
              <a:gd name="csX41" fmla="*/ 7317 w 124063"/>
              <a:gd name="csY41" fmla="*/ 88917 h 134676"/>
              <a:gd name="csX42" fmla="*/ 5242 w 124063"/>
              <a:gd name="csY42" fmla="*/ 88526 h 134676"/>
              <a:gd name="csX43" fmla="*/ 58409 w 124063"/>
              <a:gd name="csY43" fmla="*/ 88526 h 134676"/>
              <a:gd name="csX44" fmla="*/ 54665 w 124063"/>
              <a:gd name="csY44" fmla="*/ 90142 h 134676"/>
              <a:gd name="csX45" fmla="*/ 53168 w 124063"/>
              <a:gd name="csY45" fmla="*/ 93918 h 134676"/>
              <a:gd name="csX46" fmla="*/ 53168 w 124063"/>
              <a:gd name="csY46" fmla="*/ 125814 h 134676"/>
              <a:gd name="csX47" fmla="*/ 53560 w 124063"/>
              <a:gd name="csY47" fmla="*/ 127873 h 134676"/>
              <a:gd name="csX48" fmla="*/ 54699 w 124063"/>
              <a:gd name="csY48" fmla="*/ 129625 h 134676"/>
              <a:gd name="csX49" fmla="*/ 56435 w 124063"/>
              <a:gd name="csY49" fmla="*/ 130798 h 134676"/>
              <a:gd name="csX50" fmla="*/ 58493 w 124063"/>
              <a:gd name="csY50" fmla="*/ 131207 h 134676"/>
              <a:gd name="csX51" fmla="*/ 60535 w 124063"/>
              <a:gd name="csY51" fmla="*/ 130798 h 134676"/>
              <a:gd name="csX52" fmla="*/ 62271 w 124063"/>
              <a:gd name="csY52" fmla="*/ 129625 h 134676"/>
              <a:gd name="csX53" fmla="*/ 63427 w 124063"/>
              <a:gd name="csY53" fmla="*/ 127873 h 134676"/>
              <a:gd name="csX54" fmla="*/ 63802 w 124063"/>
              <a:gd name="csY54" fmla="*/ 125814 h 134676"/>
              <a:gd name="csX55" fmla="*/ 63802 w 124063"/>
              <a:gd name="csY55" fmla="*/ 93918 h 134676"/>
              <a:gd name="csX56" fmla="*/ 63410 w 124063"/>
              <a:gd name="csY56" fmla="*/ 91843 h 134676"/>
              <a:gd name="csX57" fmla="*/ 62237 w 124063"/>
              <a:gd name="csY57" fmla="*/ 90074 h 134676"/>
              <a:gd name="csX58" fmla="*/ 60484 w 124063"/>
              <a:gd name="csY58" fmla="*/ 88917 h 134676"/>
              <a:gd name="csX59" fmla="*/ 58409 w 124063"/>
              <a:gd name="csY59" fmla="*/ 88526 h 134676"/>
              <a:gd name="csX60" fmla="*/ 42484 w 124063"/>
              <a:gd name="csY60" fmla="*/ 88543 h 134676"/>
              <a:gd name="csX61" fmla="*/ 40000 w 124063"/>
              <a:gd name="csY61" fmla="*/ 89631 h 134676"/>
              <a:gd name="csX62" fmla="*/ 38996 w 124063"/>
              <a:gd name="csY62" fmla="*/ 92149 h 134676"/>
              <a:gd name="csX63" fmla="*/ 38996 w 124063"/>
              <a:gd name="csY63" fmla="*/ 127583 h 134676"/>
              <a:gd name="csX64" fmla="*/ 39251 w 124063"/>
              <a:gd name="csY64" fmla="*/ 128961 h 134676"/>
              <a:gd name="csX65" fmla="*/ 40017 w 124063"/>
              <a:gd name="csY65" fmla="*/ 130118 h 134676"/>
              <a:gd name="csX66" fmla="*/ 41174 w 124063"/>
              <a:gd name="csY66" fmla="*/ 130900 h 134676"/>
              <a:gd name="csX67" fmla="*/ 42535 w 124063"/>
              <a:gd name="csY67" fmla="*/ 131173 h 134676"/>
              <a:gd name="csX68" fmla="*/ 43896 w 124063"/>
              <a:gd name="csY68" fmla="*/ 130900 h 134676"/>
              <a:gd name="csX69" fmla="*/ 45053 w 124063"/>
              <a:gd name="csY69" fmla="*/ 130118 h 134676"/>
              <a:gd name="csX70" fmla="*/ 45818 w 124063"/>
              <a:gd name="csY70" fmla="*/ 128961 h 134676"/>
              <a:gd name="csX71" fmla="*/ 46074 w 124063"/>
              <a:gd name="csY71" fmla="*/ 127583 h 134676"/>
              <a:gd name="csX72" fmla="*/ 46074 w 124063"/>
              <a:gd name="csY72" fmla="*/ 92149 h 134676"/>
              <a:gd name="csX73" fmla="*/ 45818 w 124063"/>
              <a:gd name="csY73" fmla="*/ 90754 h 134676"/>
              <a:gd name="csX74" fmla="*/ 45036 w 124063"/>
              <a:gd name="csY74" fmla="*/ 89581 h 134676"/>
              <a:gd name="csX75" fmla="*/ 43862 w 124063"/>
              <a:gd name="csY75" fmla="*/ 88815 h 134676"/>
              <a:gd name="csX76" fmla="*/ 42484 w 124063"/>
              <a:gd name="csY76" fmla="*/ 88543 h 134676"/>
              <a:gd name="csX77" fmla="*/ 21268 w 124063"/>
              <a:gd name="csY77" fmla="*/ 88594 h 134676"/>
              <a:gd name="csX78" fmla="*/ 17729 w 124063"/>
              <a:gd name="csY78" fmla="*/ 92149 h 134676"/>
              <a:gd name="csX79" fmla="*/ 17729 w 124063"/>
              <a:gd name="csY79" fmla="*/ 127583 h 134676"/>
              <a:gd name="csX80" fmla="*/ 21268 w 124063"/>
              <a:gd name="csY80" fmla="*/ 131122 h 134676"/>
              <a:gd name="csX81" fmla="*/ 28363 w 124063"/>
              <a:gd name="csY81" fmla="*/ 131122 h 134676"/>
              <a:gd name="csX82" fmla="*/ 31902 w 124063"/>
              <a:gd name="csY82" fmla="*/ 127583 h 134676"/>
              <a:gd name="csX83" fmla="*/ 31902 w 124063"/>
              <a:gd name="csY83" fmla="*/ 92149 h 134676"/>
              <a:gd name="csX84" fmla="*/ 28363 w 124063"/>
              <a:gd name="csY84" fmla="*/ 88594 h 134676"/>
              <a:gd name="csX85" fmla="*/ 21268 w 124063"/>
              <a:gd name="csY85" fmla="*/ 88594 h 134676"/>
            </a:gdLst>
            <a:ahLst/>
            <a:cxnLst/>
            <a:rect l="l" t="t" r="r" b="b"/>
            <a:pathLst>
              <a:path w="100000" h="100000">
                <a:moveTo>
                  <a:pt x="15791" y="0"/>
                </a:moveTo>
                <a:cubicBezTo>
                  <a:pt x="10700" y="0"/>
                  <a:pt x="6569" y="4131"/>
                  <a:pt x="6569" y="9208"/>
                </a:cubicBezTo>
                <a:lnTo>
                  <a:pt x="6569" y="13440"/>
                </a:lnTo>
                <a:cubicBezTo>
                  <a:pt x="6569" y="20778"/>
                  <a:pt x="9778" y="27712"/>
                  <a:pt x="15374" y="32474"/>
                </a:cubicBezTo>
                <a:cubicBezTo>
                  <a:pt x="19922" y="36352"/>
                  <a:pt x="25657" y="38437"/>
                  <a:pt x="31557" y="38437"/>
                </a:cubicBezTo>
                <a:cubicBezTo>
                  <a:pt x="32883" y="38437"/>
                  <a:pt x="34223" y="38323"/>
                  <a:pt x="35561" y="38121"/>
                </a:cubicBezTo>
                <a:lnTo>
                  <a:pt x="83882" y="30328"/>
                </a:lnTo>
                <a:cubicBezTo>
                  <a:pt x="90931" y="29191"/>
                  <a:pt x="96060" y="23178"/>
                  <a:pt x="96060" y="16041"/>
                </a:cubicBezTo>
                <a:lnTo>
                  <a:pt x="96060" y="14475"/>
                </a:lnTo>
                <a:cubicBezTo>
                  <a:pt x="96060" y="6493"/>
                  <a:pt x="89566" y="0"/>
                  <a:pt x="81583" y="0"/>
                </a:cubicBezTo>
                <a:lnTo>
                  <a:pt x="15791" y="0"/>
                </a:lnTo>
                <a:close/>
                <a:moveTo>
                  <a:pt x="85840" y="37969"/>
                </a:moveTo>
                <a:cubicBezTo>
                  <a:pt x="85600" y="38019"/>
                  <a:pt x="85385" y="38070"/>
                  <a:pt x="85145" y="38121"/>
                </a:cubicBezTo>
                <a:lnTo>
                  <a:pt x="58161" y="42466"/>
                </a:lnTo>
                <a:cubicBezTo>
                  <a:pt x="58819" y="43236"/>
                  <a:pt x="59462" y="43856"/>
                  <a:pt x="60044" y="44411"/>
                </a:cubicBezTo>
                <a:cubicBezTo>
                  <a:pt x="61420" y="45750"/>
                  <a:pt x="62115" y="46420"/>
                  <a:pt x="62659" y="48605"/>
                </a:cubicBezTo>
                <a:cubicBezTo>
                  <a:pt x="63341" y="51320"/>
                  <a:pt x="62697" y="52672"/>
                  <a:pt x="61711" y="54731"/>
                </a:cubicBezTo>
                <a:cubicBezTo>
                  <a:pt x="60701" y="56840"/>
                  <a:pt x="59323" y="59733"/>
                  <a:pt x="60284" y="63699"/>
                </a:cubicBezTo>
                <a:cubicBezTo>
                  <a:pt x="61092" y="67033"/>
                  <a:pt x="62861" y="69105"/>
                  <a:pt x="64289" y="70759"/>
                </a:cubicBezTo>
                <a:cubicBezTo>
                  <a:pt x="65880" y="72629"/>
                  <a:pt x="66941" y="73854"/>
                  <a:pt x="67017" y="76899"/>
                </a:cubicBezTo>
                <a:cubicBezTo>
                  <a:pt x="67118" y="81597"/>
                  <a:pt x="67118" y="88140"/>
                  <a:pt x="67118" y="88153"/>
                </a:cubicBezTo>
                <a:cubicBezTo>
                  <a:pt x="67118" y="94683"/>
                  <a:pt x="72436" y="100001"/>
                  <a:pt x="78968" y="100001"/>
                </a:cubicBezTo>
                <a:lnTo>
                  <a:pt x="81570" y="100001"/>
                </a:lnTo>
                <a:cubicBezTo>
                  <a:pt x="85991" y="100001"/>
                  <a:pt x="90097" y="98030"/>
                  <a:pt x="92864" y="94582"/>
                </a:cubicBezTo>
                <a:cubicBezTo>
                  <a:pt x="95631" y="91134"/>
                  <a:pt x="96666" y="86687"/>
                  <a:pt x="95706" y="82380"/>
                </a:cubicBezTo>
                <a:lnTo>
                  <a:pt x="85840" y="37969"/>
                </a:lnTo>
                <a:close/>
                <a:moveTo>
                  <a:pt x="7833" y="65733"/>
                </a:moveTo>
                <a:cubicBezTo>
                  <a:pt x="6783" y="65745"/>
                  <a:pt x="5785" y="66174"/>
                  <a:pt x="5052" y="66932"/>
                </a:cubicBezTo>
                <a:cubicBezTo>
                  <a:pt x="4333" y="67677"/>
                  <a:pt x="3928" y="68688"/>
                  <a:pt x="3941" y="69736"/>
                </a:cubicBezTo>
                <a:lnTo>
                  <a:pt x="3941" y="93420"/>
                </a:lnTo>
                <a:cubicBezTo>
                  <a:pt x="3928" y="93938"/>
                  <a:pt x="4030" y="94456"/>
                  <a:pt x="4232" y="94949"/>
                </a:cubicBezTo>
                <a:cubicBezTo>
                  <a:pt x="4421" y="95428"/>
                  <a:pt x="4712" y="95870"/>
                  <a:pt x="5078" y="96250"/>
                </a:cubicBezTo>
                <a:cubicBezTo>
                  <a:pt x="5445" y="96616"/>
                  <a:pt x="5887" y="96919"/>
                  <a:pt x="6367" y="97120"/>
                </a:cubicBezTo>
                <a:cubicBezTo>
                  <a:pt x="6847" y="97323"/>
                  <a:pt x="7365" y="97424"/>
                  <a:pt x="7895" y="97424"/>
                </a:cubicBezTo>
                <a:cubicBezTo>
                  <a:pt x="8413" y="97424"/>
                  <a:pt x="8931" y="97323"/>
                  <a:pt x="9411" y="97120"/>
                </a:cubicBezTo>
                <a:cubicBezTo>
                  <a:pt x="9892" y="96919"/>
                  <a:pt x="10333" y="96616"/>
                  <a:pt x="10700" y="96250"/>
                </a:cubicBezTo>
                <a:cubicBezTo>
                  <a:pt x="11066" y="95870"/>
                  <a:pt x="11357" y="95428"/>
                  <a:pt x="11559" y="94949"/>
                </a:cubicBezTo>
                <a:cubicBezTo>
                  <a:pt x="11749" y="94456"/>
                  <a:pt x="11850" y="93938"/>
                  <a:pt x="11837" y="93420"/>
                </a:cubicBezTo>
                <a:lnTo>
                  <a:pt x="11837" y="69736"/>
                </a:lnTo>
                <a:cubicBezTo>
                  <a:pt x="11850" y="69206"/>
                  <a:pt x="11749" y="68675"/>
                  <a:pt x="11547" y="68196"/>
                </a:cubicBezTo>
                <a:cubicBezTo>
                  <a:pt x="11344" y="67702"/>
                  <a:pt x="11054" y="67261"/>
                  <a:pt x="10675" y="66882"/>
                </a:cubicBezTo>
                <a:cubicBezTo>
                  <a:pt x="10308" y="66516"/>
                  <a:pt x="9866" y="66212"/>
                  <a:pt x="9373" y="66023"/>
                </a:cubicBezTo>
                <a:cubicBezTo>
                  <a:pt x="8881" y="65821"/>
                  <a:pt x="8350" y="65720"/>
                  <a:pt x="7833" y="65733"/>
                </a:cubicBezTo>
                <a:close/>
                <a:moveTo>
                  <a:pt x="47310" y="65733"/>
                </a:moveTo>
                <a:cubicBezTo>
                  <a:pt x="46261" y="65745"/>
                  <a:pt x="45263" y="66174"/>
                  <a:pt x="44530" y="66932"/>
                </a:cubicBezTo>
                <a:cubicBezTo>
                  <a:pt x="43811" y="67677"/>
                  <a:pt x="43406" y="68688"/>
                  <a:pt x="43419" y="69736"/>
                </a:cubicBezTo>
                <a:lnTo>
                  <a:pt x="43419" y="93420"/>
                </a:lnTo>
                <a:cubicBezTo>
                  <a:pt x="43406" y="93938"/>
                  <a:pt x="43508" y="94456"/>
                  <a:pt x="43710" y="94949"/>
                </a:cubicBezTo>
                <a:cubicBezTo>
                  <a:pt x="43899" y="95428"/>
                  <a:pt x="44189" y="95870"/>
                  <a:pt x="44555" y="96250"/>
                </a:cubicBezTo>
                <a:cubicBezTo>
                  <a:pt x="44922" y="96616"/>
                  <a:pt x="45364" y="96919"/>
                  <a:pt x="45844" y="97120"/>
                </a:cubicBezTo>
                <a:cubicBezTo>
                  <a:pt x="46324" y="97323"/>
                  <a:pt x="46842" y="97424"/>
                  <a:pt x="47373" y="97424"/>
                </a:cubicBezTo>
                <a:cubicBezTo>
                  <a:pt x="47891" y="97424"/>
                  <a:pt x="48409" y="97323"/>
                  <a:pt x="48889" y="97120"/>
                </a:cubicBezTo>
                <a:cubicBezTo>
                  <a:pt x="49369" y="96919"/>
                  <a:pt x="49811" y="96616"/>
                  <a:pt x="50178" y="96250"/>
                </a:cubicBezTo>
                <a:cubicBezTo>
                  <a:pt x="50544" y="95870"/>
                  <a:pt x="50834" y="95428"/>
                  <a:pt x="51036" y="94949"/>
                </a:cubicBezTo>
                <a:cubicBezTo>
                  <a:pt x="51226" y="94456"/>
                  <a:pt x="51327" y="93938"/>
                  <a:pt x="51315" y="93420"/>
                </a:cubicBezTo>
                <a:lnTo>
                  <a:pt x="51315" y="69736"/>
                </a:lnTo>
                <a:cubicBezTo>
                  <a:pt x="51327" y="69206"/>
                  <a:pt x="51226" y="68675"/>
                  <a:pt x="51024" y="68196"/>
                </a:cubicBezTo>
                <a:cubicBezTo>
                  <a:pt x="50822" y="67702"/>
                  <a:pt x="50531" y="67261"/>
                  <a:pt x="50153" y="66882"/>
                </a:cubicBezTo>
                <a:cubicBezTo>
                  <a:pt x="49786" y="66516"/>
                  <a:pt x="49344" y="66212"/>
                  <a:pt x="48851" y="66023"/>
                </a:cubicBezTo>
                <a:cubicBezTo>
                  <a:pt x="48358" y="65821"/>
                  <a:pt x="47828" y="65720"/>
                  <a:pt x="47310" y="65733"/>
                </a:cubicBezTo>
                <a:close/>
                <a:moveTo>
                  <a:pt x="35486" y="65745"/>
                </a:moveTo>
                <a:cubicBezTo>
                  <a:pt x="34791" y="65758"/>
                  <a:pt x="34121" y="66048"/>
                  <a:pt x="33641" y="66553"/>
                </a:cubicBezTo>
                <a:cubicBezTo>
                  <a:pt x="33149" y="67046"/>
                  <a:pt x="32883" y="67716"/>
                  <a:pt x="32896" y="68423"/>
                </a:cubicBezTo>
                <a:lnTo>
                  <a:pt x="32896" y="94733"/>
                </a:lnTo>
                <a:cubicBezTo>
                  <a:pt x="32883" y="95087"/>
                  <a:pt x="32946" y="95428"/>
                  <a:pt x="33085" y="95756"/>
                </a:cubicBezTo>
                <a:cubicBezTo>
                  <a:pt x="33211" y="96073"/>
                  <a:pt x="33401" y="96376"/>
                  <a:pt x="33654" y="96616"/>
                </a:cubicBezTo>
                <a:cubicBezTo>
                  <a:pt x="33894" y="96868"/>
                  <a:pt x="34184" y="97070"/>
                  <a:pt x="34513" y="97196"/>
                </a:cubicBezTo>
                <a:cubicBezTo>
                  <a:pt x="34828" y="97336"/>
                  <a:pt x="35170" y="97399"/>
                  <a:pt x="35523" y="97399"/>
                </a:cubicBezTo>
                <a:cubicBezTo>
                  <a:pt x="35877" y="97399"/>
                  <a:pt x="36218" y="97336"/>
                  <a:pt x="36534" y="97196"/>
                </a:cubicBezTo>
                <a:cubicBezTo>
                  <a:pt x="36862" y="97070"/>
                  <a:pt x="37153" y="96868"/>
                  <a:pt x="37393" y="96616"/>
                </a:cubicBezTo>
                <a:cubicBezTo>
                  <a:pt x="37646" y="96376"/>
                  <a:pt x="37836" y="96073"/>
                  <a:pt x="37961" y="95756"/>
                </a:cubicBezTo>
                <a:cubicBezTo>
                  <a:pt x="38101" y="95428"/>
                  <a:pt x="38164" y="95087"/>
                  <a:pt x="38151" y="94733"/>
                </a:cubicBezTo>
                <a:lnTo>
                  <a:pt x="38151" y="68423"/>
                </a:lnTo>
                <a:cubicBezTo>
                  <a:pt x="38164" y="68069"/>
                  <a:pt x="38101" y="67716"/>
                  <a:pt x="37961" y="67387"/>
                </a:cubicBezTo>
                <a:cubicBezTo>
                  <a:pt x="37836" y="67059"/>
                  <a:pt x="37633" y="66768"/>
                  <a:pt x="37380" y="66516"/>
                </a:cubicBezTo>
                <a:cubicBezTo>
                  <a:pt x="37128" y="66275"/>
                  <a:pt x="36837" y="66073"/>
                  <a:pt x="36509" y="65947"/>
                </a:cubicBezTo>
                <a:cubicBezTo>
                  <a:pt x="36181" y="65808"/>
                  <a:pt x="35839" y="65745"/>
                  <a:pt x="35486" y="65745"/>
                </a:cubicBezTo>
                <a:close/>
                <a:moveTo>
                  <a:pt x="19732" y="65783"/>
                </a:moveTo>
                <a:cubicBezTo>
                  <a:pt x="18280" y="65783"/>
                  <a:pt x="17104" y="66970"/>
                  <a:pt x="17104" y="68423"/>
                </a:cubicBezTo>
                <a:lnTo>
                  <a:pt x="17104" y="94733"/>
                </a:lnTo>
                <a:cubicBezTo>
                  <a:pt x="17104" y="96186"/>
                  <a:pt x="18280" y="97361"/>
                  <a:pt x="19732" y="97361"/>
                </a:cubicBezTo>
                <a:lnTo>
                  <a:pt x="25000" y="97361"/>
                </a:lnTo>
                <a:cubicBezTo>
                  <a:pt x="26453" y="97361"/>
                  <a:pt x="27628" y="96186"/>
                  <a:pt x="27628" y="94733"/>
                </a:cubicBezTo>
                <a:lnTo>
                  <a:pt x="27628" y="68423"/>
                </a:lnTo>
                <a:cubicBezTo>
                  <a:pt x="27628" y="66970"/>
                  <a:pt x="26453" y="65783"/>
                  <a:pt x="25000" y="65783"/>
                </a:cubicBezTo>
                <a:lnTo>
                  <a:pt x="19732" y="6578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3" name="Красный — SVG 4">
            <a:extLst>
              <a:ext uri="{FF2B5EF4-FFF2-40B4-BE49-F238E27FC236}">
                <a16:creationId xmlns:a16="http://schemas.microsoft.com/office/drawing/2014/main" id="{0CA93561-217A-1040-8E39-6B649046CBBD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7094 w 127600"/>
              <a:gd name="csY0" fmla="*/ 38990 h 134676"/>
              <a:gd name="csX1" fmla="*/ 7094 w 127600"/>
              <a:gd name="csY1" fmla="*/ 111627 h 134676"/>
              <a:gd name="csX2" fmla="*/ 30131 w 127600"/>
              <a:gd name="csY2" fmla="*/ 134677 h 134676"/>
              <a:gd name="csX3" fmla="*/ 97470 w 127600"/>
              <a:gd name="csY3" fmla="*/ 134677 h 134676"/>
              <a:gd name="csX4" fmla="*/ 120506 w 127600"/>
              <a:gd name="csY4" fmla="*/ 111627 h 134676"/>
              <a:gd name="csX5" fmla="*/ 120506 w 127600"/>
              <a:gd name="csY5" fmla="*/ 38990 h 134676"/>
              <a:gd name="csX6" fmla="*/ 7094 w 127600"/>
              <a:gd name="csY6" fmla="*/ 38990 h 134676"/>
              <a:gd name="csX7" fmla="*/ 79742 w 127600"/>
              <a:gd name="csY7" fmla="*/ 70885 h 134676"/>
              <a:gd name="csX8" fmla="*/ 47842 w 127600"/>
              <a:gd name="csY8" fmla="*/ 70885 h 134676"/>
              <a:gd name="csX9" fmla="*/ 42534 w 127600"/>
              <a:gd name="csY9" fmla="*/ 65561 h 134676"/>
              <a:gd name="csX10" fmla="*/ 47842 w 127600"/>
              <a:gd name="csY10" fmla="*/ 60253 h 134676"/>
              <a:gd name="csX11" fmla="*/ 79742 w 127600"/>
              <a:gd name="csY11" fmla="*/ 60253 h 134676"/>
              <a:gd name="csX12" fmla="*/ 85067 w 127600"/>
              <a:gd name="csY12" fmla="*/ 65561 h 134676"/>
              <a:gd name="csX13" fmla="*/ 79742 w 127600"/>
              <a:gd name="csY13" fmla="*/ 70885 h 134676"/>
              <a:gd name="csX14" fmla="*/ 118737 w 127600"/>
              <a:gd name="csY14" fmla="*/ 31896 h 134676"/>
              <a:gd name="csX15" fmla="*/ 8864 w 127600"/>
              <a:gd name="csY15" fmla="*/ 31896 h 134676"/>
              <a:gd name="csX16" fmla="*/ 0 w 127600"/>
              <a:gd name="csY16" fmla="*/ 23033 h 134676"/>
              <a:gd name="csX17" fmla="*/ 0 w 127600"/>
              <a:gd name="csY17" fmla="*/ 8863 h 134676"/>
              <a:gd name="csX18" fmla="*/ 8864 w 127600"/>
              <a:gd name="csY18" fmla="*/ 0 h 134676"/>
              <a:gd name="csX19" fmla="*/ 118737 w 127600"/>
              <a:gd name="csY19" fmla="*/ 0 h 134676"/>
              <a:gd name="csX20" fmla="*/ 127601 w 127600"/>
              <a:gd name="csY20" fmla="*/ 8863 h 134676"/>
              <a:gd name="csX21" fmla="*/ 127601 w 127600"/>
              <a:gd name="csY21" fmla="*/ 23033 h 134676"/>
              <a:gd name="csX22" fmla="*/ 118737 w 127600"/>
              <a:gd name="csY22" fmla="*/ 31896 h 134676"/>
            </a:gdLst>
            <a:ahLst/>
            <a:cxnLst/>
            <a:rect l="l" t="t" r="r" b="b"/>
            <a:pathLst>
              <a:path w="100000" h="100000">
                <a:moveTo>
                  <a:pt x="7895" y="28951"/>
                </a:moveTo>
                <a:lnTo>
                  <a:pt x="7895" y="82886"/>
                </a:lnTo>
                <a:cubicBezTo>
                  <a:pt x="7895" y="92321"/>
                  <a:pt x="15563" y="100001"/>
                  <a:pt x="25000" y="100001"/>
                </a:cubicBezTo>
                <a:lnTo>
                  <a:pt x="75001" y="100001"/>
                </a:lnTo>
                <a:cubicBezTo>
                  <a:pt x="84437" y="100001"/>
                  <a:pt x="92105" y="92321"/>
                  <a:pt x="92105" y="82886"/>
                </a:cubicBezTo>
                <a:lnTo>
                  <a:pt x="92105" y="28951"/>
                </a:lnTo>
                <a:lnTo>
                  <a:pt x="7895" y="28951"/>
                </a:lnTo>
                <a:close/>
                <a:moveTo>
                  <a:pt x="61837" y="52634"/>
                </a:moveTo>
                <a:lnTo>
                  <a:pt x="38151" y="52634"/>
                </a:lnTo>
                <a:cubicBezTo>
                  <a:pt x="35977" y="52634"/>
                  <a:pt x="34210" y="50866"/>
                  <a:pt x="34210" y="48681"/>
                </a:cubicBezTo>
                <a:cubicBezTo>
                  <a:pt x="34210" y="46508"/>
                  <a:pt x="35977" y="44739"/>
                  <a:pt x="38151" y="44739"/>
                </a:cubicBezTo>
                <a:lnTo>
                  <a:pt x="61837" y="44739"/>
                </a:lnTo>
                <a:cubicBezTo>
                  <a:pt x="64023" y="44739"/>
                  <a:pt x="65791" y="46508"/>
                  <a:pt x="65791" y="48681"/>
                </a:cubicBezTo>
                <a:cubicBezTo>
                  <a:pt x="65791" y="50866"/>
                  <a:pt x="64023" y="52634"/>
                  <a:pt x="61837" y="52634"/>
                </a:cubicBezTo>
                <a:close/>
                <a:moveTo>
                  <a:pt x="90792" y="23684"/>
                </a:moveTo>
                <a:lnTo>
                  <a:pt x="9209" y="23684"/>
                </a:lnTo>
                <a:cubicBezTo>
                  <a:pt x="5583" y="23684"/>
                  <a:pt x="2627" y="20728"/>
                  <a:pt x="2627" y="17103"/>
                </a:cubicBezTo>
                <a:lnTo>
                  <a:pt x="2627" y="6581"/>
                </a:lnTo>
                <a:cubicBezTo>
                  <a:pt x="2627" y="2956"/>
                  <a:pt x="5583" y="0"/>
                  <a:pt x="9209" y="0"/>
                </a:cubicBezTo>
                <a:lnTo>
                  <a:pt x="90792" y="0"/>
                </a:lnTo>
                <a:cubicBezTo>
                  <a:pt x="94417" y="0"/>
                  <a:pt x="97374" y="2956"/>
                  <a:pt x="97374" y="6581"/>
                </a:cubicBezTo>
                <a:lnTo>
                  <a:pt x="97374" y="17103"/>
                </a:lnTo>
                <a:cubicBezTo>
                  <a:pt x="97374" y="20728"/>
                  <a:pt x="94417" y="23684"/>
                  <a:pt x="90792" y="2368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4" name="Красный — SVG 5">
            <a:extLst>
              <a:ext uri="{FF2B5EF4-FFF2-40B4-BE49-F238E27FC236}">
                <a16:creationId xmlns:a16="http://schemas.microsoft.com/office/drawing/2014/main" id="{4D0BBCBF-B821-F04F-B53D-31CA4A40711C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101009 w 127600"/>
              <a:gd name="csY0" fmla="*/ 0 h 126936"/>
              <a:gd name="csX1" fmla="*/ 78670 w 127600"/>
              <a:gd name="csY1" fmla="*/ 3436 h 126936"/>
              <a:gd name="csX2" fmla="*/ 90596 w 127600"/>
              <a:gd name="csY2" fmla="*/ 12180 h 126936"/>
              <a:gd name="csX3" fmla="*/ 90596 w 127600"/>
              <a:gd name="csY3" fmla="*/ 19699 h 126936"/>
              <a:gd name="csX4" fmla="*/ 86837 w 127600"/>
              <a:gd name="csY4" fmla="*/ 21264 h 126936"/>
              <a:gd name="csX5" fmla="*/ 83077 w 127600"/>
              <a:gd name="csY5" fmla="*/ 19716 h 126936"/>
              <a:gd name="csX6" fmla="*/ 64005 w 127600"/>
              <a:gd name="csY6" fmla="*/ 9696 h 126936"/>
              <a:gd name="csX7" fmla="*/ 42738 w 127600"/>
              <a:gd name="csY7" fmla="*/ 15769 h 126936"/>
              <a:gd name="csX8" fmla="*/ 33584 w 127600"/>
              <a:gd name="csY8" fmla="*/ 25210 h 126936"/>
              <a:gd name="csX9" fmla="*/ 62235 w 127600"/>
              <a:gd name="csY9" fmla="*/ 36999 h 126936"/>
              <a:gd name="csX10" fmla="*/ 62235 w 127600"/>
              <a:gd name="csY10" fmla="*/ 44518 h 126936"/>
              <a:gd name="csX11" fmla="*/ 58475 w 127600"/>
              <a:gd name="csY11" fmla="*/ 46066 h 126936"/>
              <a:gd name="csX12" fmla="*/ 54715 w 127600"/>
              <a:gd name="csY12" fmla="*/ 44518 h 126936"/>
              <a:gd name="csX13" fmla="*/ 28940 w 127600"/>
              <a:gd name="csY13" fmla="*/ 36302 h 126936"/>
              <a:gd name="csX14" fmla="*/ 28872 w 127600"/>
              <a:gd name="csY14" fmla="*/ 36574 h 126936"/>
              <a:gd name="csX15" fmla="*/ 6261 w 127600"/>
              <a:gd name="csY15" fmla="*/ 68589 h 126936"/>
              <a:gd name="csX16" fmla="*/ 37753 w 127600"/>
              <a:gd name="csY16" fmla="*/ 86978 h 126936"/>
              <a:gd name="csX17" fmla="*/ 37072 w 127600"/>
              <a:gd name="csY17" fmla="*/ 94463 h 126936"/>
              <a:gd name="csX18" fmla="*/ 33670 w 127600"/>
              <a:gd name="csY18" fmla="*/ 95687 h 126936"/>
              <a:gd name="csX19" fmla="*/ 29586 w 127600"/>
              <a:gd name="csY19" fmla="*/ 93765 h 126936"/>
              <a:gd name="csX20" fmla="*/ 4185 w 127600"/>
              <a:gd name="csY20" fmla="*/ 79153 h 126936"/>
              <a:gd name="csX21" fmla="*/ 0 w 127600"/>
              <a:gd name="csY21" fmla="*/ 100995 h 126936"/>
              <a:gd name="csX22" fmla="*/ 8864 w 127600"/>
              <a:gd name="csY22" fmla="*/ 122684 h 126936"/>
              <a:gd name="csX23" fmla="*/ 19480 w 127600"/>
              <a:gd name="csY23" fmla="*/ 126937 h 126936"/>
              <a:gd name="csX24" fmla="*/ 82957 w 127600"/>
              <a:gd name="csY24" fmla="*/ 82521 h 126936"/>
              <a:gd name="csX25" fmla="*/ 127601 w 127600"/>
              <a:gd name="csY25" fmla="*/ 19495 h 126936"/>
              <a:gd name="csX26" fmla="*/ 101009 w 127600"/>
              <a:gd name="csY26" fmla="*/ 0 h 126936"/>
            </a:gdLst>
            <a:ahLst/>
            <a:cxnLst/>
            <a:rect l="l" t="t" r="r" b="b"/>
            <a:pathLst>
              <a:path w="100000" h="100000">
                <a:moveTo>
                  <a:pt x="79161" y="260"/>
                </a:moveTo>
                <a:cubicBezTo>
                  <a:pt x="72041" y="260"/>
                  <a:pt x="66414" y="1114"/>
                  <a:pt x="61654" y="2953"/>
                </a:cubicBezTo>
                <a:cubicBezTo>
                  <a:pt x="64774" y="4553"/>
                  <a:pt x="67947" y="6766"/>
                  <a:pt x="71000" y="9806"/>
                </a:cubicBezTo>
                <a:cubicBezTo>
                  <a:pt x="72627" y="11445"/>
                  <a:pt x="72627" y="14071"/>
                  <a:pt x="71000" y="15698"/>
                </a:cubicBezTo>
                <a:cubicBezTo>
                  <a:pt x="70187" y="16524"/>
                  <a:pt x="69121" y="16925"/>
                  <a:pt x="68054" y="16925"/>
                </a:cubicBezTo>
                <a:cubicBezTo>
                  <a:pt x="66987" y="16925"/>
                  <a:pt x="65920" y="16524"/>
                  <a:pt x="65107" y="15712"/>
                </a:cubicBezTo>
                <a:cubicBezTo>
                  <a:pt x="60121" y="10712"/>
                  <a:pt x="54747" y="8619"/>
                  <a:pt x="50161" y="7859"/>
                </a:cubicBezTo>
                <a:cubicBezTo>
                  <a:pt x="44400" y="7459"/>
                  <a:pt x="38534" y="9099"/>
                  <a:pt x="33494" y="12618"/>
                </a:cubicBezTo>
                <a:cubicBezTo>
                  <a:pt x="30600" y="14658"/>
                  <a:pt x="28173" y="17191"/>
                  <a:pt x="26320" y="20017"/>
                </a:cubicBezTo>
                <a:cubicBezTo>
                  <a:pt x="33334" y="19924"/>
                  <a:pt x="41587" y="22071"/>
                  <a:pt x="48774" y="29256"/>
                </a:cubicBezTo>
                <a:cubicBezTo>
                  <a:pt x="50400" y="30882"/>
                  <a:pt x="50400" y="33523"/>
                  <a:pt x="48774" y="35149"/>
                </a:cubicBezTo>
                <a:cubicBezTo>
                  <a:pt x="47960" y="35962"/>
                  <a:pt x="46893" y="36362"/>
                  <a:pt x="45827" y="36362"/>
                </a:cubicBezTo>
                <a:cubicBezTo>
                  <a:pt x="44760" y="36362"/>
                  <a:pt x="43694" y="35962"/>
                  <a:pt x="42880" y="35149"/>
                </a:cubicBezTo>
                <a:cubicBezTo>
                  <a:pt x="35774" y="28030"/>
                  <a:pt x="27840" y="27790"/>
                  <a:pt x="22680" y="28710"/>
                </a:cubicBezTo>
                <a:cubicBezTo>
                  <a:pt x="22667" y="28777"/>
                  <a:pt x="22640" y="28857"/>
                  <a:pt x="22627" y="28923"/>
                </a:cubicBezTo>
                <a:cubicBezTo>
                  <a:pt x="11360" y="32629"/>
                  <a:pt x="4800" y="42108"/>
                  <a:pt x="4907" y="54013"/>
                </a:cubicBezTo>
                <a:cubicBezTo>
                  <a:pt x="10760" y="54306"/>
                  <a:pt x="20013" y="56933"/>
                  <a:pt x="29587" y="68425"/>
                </a:cubicBezTo>
                <a:cubicBezTo>
                  <a:pt x="31067" y="70184"/>
                  <a:pt x="30827" y="72811"/>
                  <a:pt x="29053" y="74291"/>
                </a:cubicBezTo>
                <a:cubicBezTo>
                  <a:pt x="28280" y="74930"/>
                  <a:pt x="27333" y="75250"/>
                  <a:pt x="26387" y="75250"/>
                </a:cubicBezTo>
                <a:cubicBezTo>
                  <a:pt x="25200" y="75250"/>
                  <a:pt x="24013" y="74744"/>
                  <a:pt x="23187" y="73744"/>
                </a:cubicBezTo>
                <a:cubicBezTo>
                  <a:pt x="14494" y="63332"/>
                  <a:pt x="6760" y="62172"/>
                  <a:pt x="3280" y="62292"/>
                </a:cubicBezTo>
                <a:cubicBezTo>
                  <a:pt x="1107" y="66798"/>
                  <a:pt x="0" y="72517"/>
                  <a:pt x="0" y="79410"/>
                </a:cubicBezTo>
                <a:cubicBezTo>
                  <a:pt x="0" y="85023"/>
                  <a:pt x="827" y="91408"/>
                  <a:pt x="6947" y="96408"/>
                </a:cubicBezTo>
                <a:cubicBezTo>
                  <a:pt x="9293" y="98687"/>
                  <a:pt x="12067" y="99741"/>
                  <a:pt x="15266" y="99741"/>
                </a:cubicBezTo>
                <a:cubicBezTo>
                  <a:pt x="26853" y="99741"/>
                  <a:pt x="43853" y="85729"/>
                  <a:pt x="65013" y="64932"/>
                </a:cubicBezTo>
                <a:cubicBezTo>
                  <a:pt x="84840" y="45067"/>
                  <a:pt x="100001" y="28817"/>
                  <a:pt x="100001" y="15538"/>
                </a:cubicBezTo>
                <a:cubicBezTo>
                  <a:pt x="100001" y="5980"/>
                  <a:pt x="89414" y="260"/>
                  <a:pt x="79161" y="26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5" name="Красный — SVG 6">
            <a:extLst>
              <a:ext uri="{FF2B5EF4-FFF2-40B4-BE49-F238E27FC236}">
                <a16:creationId xmlns:a16="http://schemas.microsoft.com/office/drawing/2014/main" id="{E7FD3806-1639-3647-B654-FEBC5BC9727C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65570 w 134763"/>
              <a:gd name="csY0" fmla="*/ 1 h 148933"/>
              <a:gd name="csX1" fmla="*/ 61827 w 134763"/>
              <a:gd name="csY1" fmla="*/ 1617 h 148933"/>
              <a:gd name="csX2" fmla="*/ 60329 w 134763"/>
              <a:gd name="csY2" fmla="*/ 5394 h 148933"/>
              <a:gd name="csX3" fmla="*/ 53456 w 134763"/>
              <a:gd name="csY3" fmla="*/ 17183 h 148933"/>
              <a:gd name="csX4" fmla="*/ 42602 w 134763"/>
              <a:gd name="csY4" fmla="*/ 37290 h 148933"/>
              <a:gd name="csX5" fmla="*/ 42993 w 134763"/>
              <a:gd name="csY5" fmla="*/ 39348 h 148933"/>
              <a:gd name="csX6" fmla="*/ 44133 w 134763"/>
              <a:gd name="csY6" fmla="*/ 41100 h 148933"/>
              <a:gd name="csX7" fmla="*/ 45868 w 134763"/>
              <a:gd name="csY7" fmla="*/ 42274 h 148933"/>
              <a:gd name="csX8" fmla="*/ 47927 w 134763"/>
              <a:gd name="csY8" fmla="*/ 42682 h 148933"/>
              <a:gd name="csX9" fmla="*/ 49985 w 134763"/>
              <a:gd name="csY9" fmla="*/ 42274 h 148933"/>
              <a:gd name="csX10" fmla="*/ 51721 w 134763"/>
              <a:gd name="csY10" fmla="*/ 41100 h 148933"/>
              <a:gd name="csX11" fmla="*/ 52861 w 134763"/>
              <a:gd name="csY11" fmla="*/ 39348 h 148933"/>
              <a:gd name="csX12" fmla="*/ 53235 w 134763"/>
              <a:gd name="csY12" fmla="*/ 37290 h 148933"/>
              <a:gd name="csX13" fmla="*/ 60108 w 134763"/>
              <a:gd name="csY13" fmla="*/ 25501 h 148933"/>
              <a:gd name="csX14" fmla="*/ 70963 w 134763"/>
              <a:gd name="csY14" fmla="*/ 5394 h 148933"/>
              <a:gd name="csX15" fmla="*/ 70572 w 134763"/>
              <a:gd name="csY15" fmla="*/ 3319 h 148933"/>
              <a:gd name="csX16" fmla="*/ 69398 w 134763"/>
              <a:gd name="csY16" fmla="*/ 1549 h 148933"/>
              <a:gd name="csX17" fmla="*/ 67645 w 134763"/>
              <a:gd name="csY17" fmla="*/ 393 h 148933"/>
              <a:gd name="csX18" fmla="*/ 65570 w 134763"/>
              <a:gd name="csY18" fmla="*/ 1 h 148933"/>
              <a:gd name="csX19" fmla="*/ 86837 w 134763"/>
              <a:gd name="csY19" fmla="*/ 7095 h 148933"/>
              <a:gd name="csX20" fmla="*/ 83093 w 134763"/>
              <a:gd name="csY20" fmla="*/ 8711 h 148933"/>
              <a:gd name="csX21" fmla="*/ 81596 w 134763"/>
              <a:gd name="csY21" fmla="*/ 12488 h 148933"/>
              <a:gd name="csX22" fmla="*/ 80354 w 134763"/>
              <a:gd name="csY22" fmla="*/ 17285 h 148933"/>
              <a:gd name="csX23" fmla="*/ 76628 w 134763"/>
              <a:gd name="csY23" fmla="*/ 20636 h 148933"/>
              <a:gd name="csX24" fmla="*/ 70606 w 134763"/>
              <a:gd name="csY24" fmla="*/ 26369 h 148933"/>
              <a:gd name="csX25" fmla="*/ 67424 w 134763"/>
              <a:gd name="csY25" fmla="*/ 37290 h 148933"/>
              <a:gd name="csX26" fmla="*/ 67798 w 134763"/>
              <a:gd name="csY26" fmla="*/ 39348 h 148933"/>
              <a:gd name="csX27" fmla="*/ 68955 w 134763"/>
              <a:gd name="csY27" fmla="*/ 41100 h 148933"/>
              <a:gd name="csX28" fmla="*/ 70691 w 134763"/>
              <a:gd name="csY28" fmla="*/ 42274 h 148933"/>
              <a:gd name="csX29" fmla="*/ 72732 w 134763"/>
              <a:gd name="csY29" fmla="*/ 42682 h 148933"/>
              <a:gd name="csX30" fmla="*/ 74791 w 134763"/>
              <a:gd name="csY30" fmla="*/ 42274 h 148933"/>
              <a:gd name="csX31" fmla="*/ 76526 w 134763"/>
              <a:gd name="csY31" fmla="*/ 41100 h 148933"/>
              <a:gd name="csX32" fmla="*/ 77666 w 134763"/>
              <a:gd name="csY32" fmla="*/ 39348 h 148933"/>
              <a:gd name="csX33" fmla="*/ 78058 w 134763"/>
              <a:gd name="csY33" fmla="*/ 37290 h 148933"/>
              <a:gd name="csX34" fmla="*/ 79299 w 134763"/>
              <a:gd name="csY34" fmla="*/ 32493 h 148933"/>
              <a:gd name="csX35" fmla="*/ 83026 w 134763"/>
              <a:gd name="csY35" fmla="*/ 29141 h 148933"/>
              <a:gd name="csX36" fmla="*/ 89048 w 134763"/>
              <a:gd name="csY36" fmla="*/ 23409 h 148933"/>
              <a:gd name="csX37" fmla="*/ 92230 w 134763"/>
              <a:gd name="csY37" fmla="*/ 12488 h 148933"/>
              <a:gd name="csX38" fmla="*/ 91838 w 134763"/>
              <a:gd name="csY38" fmla="*/ 10412 h 148933"/>
              <a:gd name="csX39" fmla="*/ 90665 w 134763"/>
              <a:gd name="csY39" fmla="*/ 8643 h 148933"/>
              <a:gd name="csX40" fmla="*/ 88912 w 134763"/>
              <a:gd name="csY40" fmla="*/ 7469 h 148933"/>
              <a:gd name="csX41" fmla="*/ 86837 w 134763"/>
              <a:gd name="csY41" fmla="*/ 7095 h 148933"/>
              <a:gd name="csX42" fmla="*/ 30199 w 134763"/>
              <a:gd name="csY42" fmla="*/ 49691 h 148933"/>
              <a:gd name="csX43" fmla="*/ 17796 w 134763"/>
              <a:gd name="csY43" fmla="*/ 62092 h 148933"/>
              <a:gd name="csX44" fmla="*/ 17796 w 134763"/>
              <a:gd name="csY44" fmla="*/ 104620 h 148933"/>
              <a:gd name="csX45" fmla="*/ 44388 w 134763"/>
              <a:gd name="csY45" fmla="*/ 131208 h 148933"/>
              <a:gd name="csX46" fmla="*/ 83366 w 134763"/>
              <a:gd name="csY46" fmla="*/ 131208 h 148933"/>
              <a:gd name="csX47" fmla="*/ 109855 w 134763"/>
              <a:gd name="csY47" fmla="*/ 106406 h 148933"/>
              <a:gd name="csX48" fmla="*/ 111727 w 134763"/>
              <a:gd name="csY48" fmla="*/ 106406 h 148933"/>
              <a:gd name="csX49" fmla="*/ 134763 w 134763"/>
              <a:gd name="csY49" fmla="*/ 83356 h 148933"/>
              <a:gd name="csX50" fmla="*/ 134763 w 134763"/>
              <a:gd name="csY50" fmla="*/ 76279 h 148933"/>
              <a:gd name="csX51" fmla="*/ 122361 w 134763"/>
              <a:gd name="csY51" fmla="*/ 63878 h 148933"/>
              <a:gd name="csX52" fmla="*/ 109958 w 134763"/>
              <a:gd name="csY52" fmla="*/ 63878 h 148933"/>
              <a:gd name="csX53" fmla="*/ 109958 w 134763"/>
              <a:gd name="csY53" fmla="*/ 62092 h 148933"/>
              <a:gd name="csX54" fmla="*/ 97555 w 134763"/>
              <a:gd name="csY54" fmla="*/ 49691 h 148933"/>
              <a:gd name="csX55" fmla="*/ 30199 w 134763"/>
              <a:gd name="csY55" fmla="*/ 49691 h 148933"/>
              <a:gd name="csX56" fmla="*/ 109958 w 134763"/>
              <a:gd name="csY56" fmla="*/ 74510 h 148933"/>
              <a:gd name="csX57" fmla="*/ 122361 w 134763"/>
              <a:gd name="csY57" fmla="*/ 74510 h 148933"/>
              <a:gd name="csX58" fmla="*/ 124130 w 134763"/>
              <a:gd name="csY58" fmla="*/ 76279 h 148933"/>
              <a:gd name="csX59" fmla="*/ 124130 w 134763"/>
              <a:gd name="csY59" fmla="*/ 83356 h 148933"/>
              <a:gd name="csX60" fmla="*/ 111727 w 134763"/>
              <a:gd name="csY60" fmla="*/ 95774 h 148933"/>
              <a:gd name="csX61" fmla="*/ 109958 w 134763"/>
              <a:gd name="csY61" fmla="*/ 95774 h 148933"/>
              <a:gd name="csX62" fmla="*/ 109958 w 134763"/>
              <a:gd name="csY62" fmla="*/ 74510 h 148933"/>
              <a:gd name="csX63" fmla="*/ 5393 w 134763"/>
              <a:gd name="csY63" fmla="*/ 138302 h 148933"/>
              <a:gd name="csX64" fmla="*/ 3335 w 134763"/>
              <a:gd name="csY64" fmla="*/ 138676 h 148933"/>
              <a:gd name="csX65" fmla="*/ 1582 w 134763"/>
              <a:gd name="csY65" fmla="*/ 139816 h 148933"/>
              <a:gd name="csX66" fmla="*/ 408 w 134763"/>
              <a:gd name="csY66" fmla="*/ 141551 h 148933"/>
              <a:gd name="csX67" fmla="*/ 0 w 134763"/>
              <a:gd name="csY67" fmla="*/ 143609 h 148933"/>
              <a:gd name="csX68" fmla="*/ 408 w 134763"/>
              <a:gd name="csY68" fmla="*/ 145668 h 148933"/>
              <a:gd name="csX69" fmla="*/ 1582 w 134763"/>
              <a:gd name="csY69" fmla="*/ 147403 h 148933"/>
              <a:gd name="csX70" fmla="*/ 3335 w 134763"/>
              <a:gd name="csY70" fmla="*/ 148542 h 148933"/>
              <a:gd name="csX71" fmla="*/ 5393 w 134763"/>
              <a:gd name="csY71" fmla="*/ 148934 h 148933"/>
              <a:gd name="csX72" fmla="*/ 122361 w 134763"/>
              <a:gd name="csY72" fmla="*/ 148934 h 148933"/>
              <a:gd name="csX73" fmla="*/ 124419 w 134763"/>
              <a:gd name="csY73" fmla="*/ 148542 h 148933"/>
              <a:gd name="csX74" fmla="*/ 126172 w 134763"/>
              <a:gd name="csY74" fmla="*/ 147403 h 148933"/>
              <a:gd name="csX75" fmla="*/ 127345 w 134763"/>
              <a:gd name="csY75" fmla="*/ 145668 h 148933"/>
              <a:gd name="csX76" fmla="*/ 127754 w 134763"/>
              <a:gd name="csY76" fmla="*/ 143609 h 148933"/>
              <a:gd name="csX77" fmla="*/ 127345 w 134763"/>
              <a:gd name="csY77" fmla="*/ 141551 h 148933"/>
              <a:gd name="csX78" fmla="*/ 126172 w 134763"/>
              <a:gd name="csY78" fmla="*/ 139816 h 148933"/>
              <a:gd name="csX79" fmla="*/ 124419 w 134763"/>
              <a:gd name="csY79" fmla="*/ 138676 h 148933"/>
              <a:gd name="csX80" fmla="*/ 122361 w 134763"/>
              <a:gd name="csY80" fmla="*/ 138302 h 148933"/>
              <a:gd name="csX81" fmla="*/ 5393 w 134763"/>
              <a:gd name="csY81" fmla="*/ 138302 h 148933"/>
            </a:gdLst>
            <a:ahLst/>
            <a:cxnLst/>
            <a:rect l="l" t="t" r="r" b="b"/>
            <a:pathLst>
              <a:path w="100000" h="100000">
                <a:moveTo>
                  <a:pt x="48784" y="1"/>
                </a:moveTo>
                <a:cubicBezTo>
                  <a:pt x="47835" y="12"/>
                  <a:pt x="46933" y="401"/>
                  <a:pt x="46270" y="1086"/>
                </a:cubicBezTo>
                <a:cubicBezTo>
                  <a:pt x="45619" y="1760"/>
                  <a:pt x="45253" y="2674"/>
                  <a:pt x="45265" y="3622"/>
                </a:cubicBezTo>
                <a:cubicBezTo>
                  <a:pt x="45265" y="8385"/>
                  <a:pt x="43632" y="9161"/>
                  <a:pt x="40650" y="11537"/>
                </a:cubicBezTo>
                <a:cubicBezTo>
                  <a:pt x="37680" y="13924"/>
                  <a:pt x="33362" y="17899"/>
                  <a:pt x="33362" y="25038"/>
                </a:cubicBezTo>
                <a:cubicBezTo>
                  <a:pt x="33362" y="25506"/>
                  <a:pt x="33453" y="25986"/>
                  <a:pt x="33625" y="26420"/>
                </a:cubicBezTo>
                <a:cubicBezTo>
                  <a:pt x="33796" y="26854"/>
                  <a:pt x="34058" y="27254"/>
                  <a:pt x="34390" y="27596"/>
                </a:cubicBezTo>
                <a:cubicBezTo>
                  <a:pt x="34721" y="27927"/>
                  <a:pt x="35121" y="28202"/>
                  <a:pt x="35555" y="28385"/>
                </a:cubicBezTo>
                <a:cubicBezTo>
                  <a:pt x="36001" y="28567"/>
                  <a:pt x="36469" y="28659"/>
                  <a:pt x="36937" y="28659"/>
                </a:cubicBezTo>
                <a:cubicBezTo>
                  <a:pt x="37405" y="28659"/>
                  <a:pt x="37874" y="28567"/>
                  <a:pt x="38319" y="28385"/>
                </a:cubicBezTo>
                <a:cubicBezTo>
                  <a:pt x="38754" y="28202"/>
                  <a:pt x="39142" y="27927"/>
                  <a:pt x="39485" y="27596"/>
                </a:cubicBezTo>
                <a:cubicBezTo>
                  <a:pt x="39816" y="27254"/>
                  <a:pt x="40079" y="26854"/>
                  <a:pt x="40250" y="26420"/>
                </a:cubicBezTo>
                <a:cubicBezTo>
                  <a:pt x="40422" y="25986"/>
                  <a:pt x="40513" y="25506"/>
                  <a:pt x="40501" y="25038"/>
                </a:cubicBezTo>
                <a:cubicBezTo>
                  <a:pt x="40501" y="20275"/>
                  <a:pt x="42146" y="19498"/>
                  <a:pt x="45116" y="17122"/>
                </a:cubicBezTo>
                <a:cubicBezTo>
                  <a:pt x="48098" y="14735"/>
                  <a:pt x="52405" y="10761"/>
                  <a:pt x="52405" y="3622"/>
                </a:cubicBezTo>
                <a:cubicBezTo>
                  <a:pt x="52416" y="3142"/>
                  <a:pt x="52325" y="2674"/>
                  <a:pt x="52142" y="2229"/>
                </a:cubicBezTo>
                <a:cubicBezTo>
                  <a:pt x="51959" y="1783"/>
                  <a:pt x="51696" y="1383"/>
                  <a:pt x="51354" y="1040"/>
                </a:cubicBezTo>
                <a:cubicBezTo>
                  <a:pt x="51022" y="709"/>
                  <a:pt x="50623" y="447"/>
                  <a:pt x="50177" y="264"/>
                </a:cubicBezTo>
                <a:cubicBezTo>
                  <a:pt x="49732" y="81"/>
                  <a:pt x="49263" y="-11"/>
                  <a:pt x="48784" y="1"/>
                </a:cubicBezTo>
                <a:close/>
                <a:moveTo>
                  <a:pt x="63063" y="4764"/>
                </a:moveTo>
                <a:cubicBezTo>
                  <a:pt x="62115" y="4775"/>
                  <a:pt x="61212" y="5163"/>
                  <a:pt x="60549" y="5849"/>
                </a:cubicBezTo>
                <a:cubicBezTo>
                  <a:pt x="59899" y="6523"/>
                  <a:pt x="59533" y="7437"/>
                  <a:pt x="59544" y="8385"/>
                </a:cubicBezTo>
                <a:cubicBezTo>
                  <a:pt x="59544" y="10166"/>
                  <a:pt x="59202" y="10909"/>
                  <a:pt x="58710" y="11606"/>
                </a:cubicBezTo>
                <a:cubicBezTo>
                  <a:pt x="58231" y="12291"/>
                  <a:pt x="57408" y="12965"/>
                  <a:pt x="56208" y="13856"/>
                </a:cubicBezTo>
                <a:cubicBezTo>
                  <a:pt x="55021" y="14747"/>
                  <a:pt x="53467" y="15866"/>
                  <a:pt x="52165" y="17705"/>
                </a:cubicBezTo>
                <a:cubicBezTo>
                  <a:pt x="50874" y="19544"/>
                  <a:pt x="50029" y="22068"/>
                  <a:pt x="50029" y="25038"/>
                </a:cubicBezTo>
                <a:cubicBezTo>
                  <a:pt x="50017" y="25506"/>
                  <a:pt x="50108" y="25986"/>
                  <a:pt x="50280" y="26420"/>
                </a:cubicBezTo>
                <a:cubicBezTo>
                  <a:pt x="50463" y="26854"/>
                  <a:pt x="50725" y="27254"/>
                  <a:pt x="51057" y="27596"/>
                </a:cubicBezTo>
                <a:cubicBezTo>
                  <a:pt x="51388" y="27927"/>
                  <a:pt x="51776" y="28202"/>
                  <a:pt x="52222" y="28385"/>
                </a:cubicBezTo>
                <a:cubicBezTo>
                  <a:pt x="52656" y="28567"/>
                  <a:pt x="53125" y="28659"/>
                  <a:pt x="53593" y="28659"/>
                </a:cubicBezTo>
                <a:cubicBezTo>
                  <a:pt x="54073" y="28659"/>
                  <a:pt x="54541" y="28567"/>
                  <a:pt x="54975" y="28385"/>
                </a:cubicBezTo>
                <a:cubicBezTo>
                  <a:pt x="55409" y="28202"/>
                  <a:pt x="55809" y="27927"/>
                  <a:pt x="56140" y="27596"/>
                </a:cubicBezTo>
                <a:cubicBezTo>
                  <a:pt x="56472" y="27254"/>
                  <a:pt x="56734" y="26854"/>
                  <a:pt x="56905" y="26420"/>
                </a:cubicBezTo>
                <a:cubicBezTo>
                  <a:pt x="57089" y="25986"/>
                  <a:pt x="57169" y="25506"/>
                  <a:pt x="57169" y="25038"/>
                </a:cubicBezTo>
                <a:cubicBezTo>
                  <a:pt x="57169" y="23256"/>
                  <a:pt x="57511" y="22502"/>
                  <a:pt x="58002" y="21817"/>
                </a:cubicBezTo>
                <a:cubicBezTo>
                  <a:pt x="58482" y="21132"/>
                  <a:pt x="59305" y="20458"/>
                  <a:pt x="60504" y="19567"/>
                </a:cubicBezTo>
                <a:cubicBezTo>
                  <a:pt x="61692" y="18676"/>
                  <a:pt x="63246" y="17556"/>
                  <a:pt x="64548" y="15718"/>
                </a:cubicBezTo>
                <a:cubicBezTo>
                  <a:pt x="65839" y="13879"/>
                  <a:pt x="66684" y="11354"/>
                  <a:pt x="66684" y="8385"/>
                </a:cubicBezTo>
                <a:cubicBezTo>
                  <a:pt x="66696" y="7905"/>
                  <a:pt x="66604" y="7425"/>
                  <a:pt x="66421" y="6991"/>
                </a:cubicBezTo>
                <a:cubicBezTo>
                  <a:pt x="66239" y="6546"/>
                  <a:pt x="65976" y="6146"/>
                  <a:pt x="65634" y="5803"/>
                </a:cubicBezTo>
                <a:cubicBezTo>
                  <a:pt x="65302" y="5472"/>
                  <a:pt x="64902" y="5198"/>
                  <a:pt x="64457" y="5015"/>
                </a:cubicBezTo>
                <a:cubicBezTo>
                  <a:pt x="64011" y="4844"/>
                  <a:pt x="63543" y="4752"/>
                  <a:pt x="63063" y="4764"/>
                </a:cubicBezTo>
                <a:close/>
                <a:moveTo>
                  <a:pt x="25034" y="33365"/>
                </a:moveTo>
                <a:cubicBezTo>
                  <a:pt x="20441" y="33365"/>
                  <a:pt x="16706" y="37099"/>
                  <a:pt x="16706" y="41691"/>
                </a:cubicBezTo>
                <a:lnTo>
                  <a:pt x="16706" y="70246"/>
                </a:lnTo>
                <a:cubicBezTo>
                  <a:pt x="16706" y="80092"/>
                  <a:pt x="24714" y="88099"/>
                  <a:pt x="34561" y="88099"/>
                </a:cubicBezTo>
                <a:lnTo>
                  <a:pt x="60733" y="88099"/>
                </a:lnTo>
                <a:cubicBezTo>
                  <a:pt x="70180" y="88099"/>
                  <a:pt x="77902" y="80732"/>
                  <a:pt x="78519" y="71446"/>
                </a:cubicBezTo>
                <a:lnTo>
                  <a:pt x="79775" y="71446"/>
                </a:lnTo>
                <a:cubicBezTo>
                  <a:pt x="88275" y="71446"/>
                  <a:pt x="95243" y="64478"/>
                  <a:pt x="95243" y="55969"/>
                </a:cubicBezTo>
                <a:lnTo>
                  <a:pt x="95243" y="51217"/>
                </a:lnTo>
                <a:cubicBezTo>
                  <a:pt x="95243" y="46660"/>
                  <a:pt x="91473" y="42890"/>
                  <a:pt x="86916" y="42890"/>
                </a:cubicBezTo>
                <a:lnTo>
                  <a:pt x="78588" y="42890"/>
                </a:lnTo>
                <a:lnTo>
                  <a:pt x="78588" y="41691"/>
                </a:lnTo>
                <a:cubicBezTo>
                  <a:pt x="78588" y="37099"/>
                  <a:pt x="74852" y="33365"/>
                  <a:pt x="70260" y="33365"/>
                </a:cubicBezTo>
                <a:lnTo>
                  <a:pt x="25034" y="33365"/>
                </a:lnTo>
                <a:close/>
                <a:moveTo>
                  <a:pt x="78588" y="50029"/>
                </a:moveTo>
                <a:lnTo>
                  <a:pt x="86916" y="50029"/>
                </a:lnTo>
                <a:cubicBezTo>
                  <a:pt x="87612" y="50029"/>
                  <a:pt x="88103" y="50509"/>
                  <a:pt x="88103" y="51217"/>
                </a:cubicBezTo>
                <a:lnTo>
                  <a:pt x="88103" y="55969"/>
                </a:lnTo>
                <a:cubicBezTo>
                  <a:pt x="88103" y="60617"/>
                  <a:pt x="84413" y="64307"/>
                  <a:pt x="79775" y="64307"/>
                </a:cubicBezTo>
                <a:lnTo>
                  <a:pt x="78588" y="64307"/>
                </a:lnTo>
                <a:lnTo>
                  <a:pt x="78588" y="50029"/>
                </a:lnTo>
                <a:close/>
                <a:moveTo>
                  <a:pt x="8378" y="92862"/>
                </a:moveTo>
                <a:cubicBezTo>
                  <a:pt x="7910" y="92850"/>
                  <a:pt x="7430" y="92942"/>
                  <a:pt x="6996" y="93113"/>
                </a:cubicBezTo>
                <a:cubicBezTo>
                  <a:pt x="6562" y="93284"/>
                  <a:pt x="6163" y="93547"/>
                  <a:pt x="5819" y="93878"/>
                </a:cubicBezTo>
                <a:cubicBezTo>
                  <a:pt x="5488" y="94221"/>
                  <a:pt x="5214" y="94609"/>
                  <a:pt x="5031" y="95043"/>
                </a:cubicBezTo>
                <a:cubicBezTo>
                  <a:pt x="4848" y="95489"/>
                  <a:pt x="4757" y="95957"/>
                  <a:pt x="4757" y="96425"/>
                </a:cubicBezTo>
                <a:cubicBezTo>
                  <a:pt x="4757" y="96894"/>
                  <a:pt x="4848" y="97362"/>
                  <a:pt x="5031" y="97808"/>
                </a:cubicBezTo>
                <a:cubicBezTo>
                  <a:pt x="5214" y="98241"/>
                  <a:pt x="5488" y="98630"/>
                  <a:pt x="5819" y="98973"/>
                </a:cubicBezTo>
                <a:cubicBezTo>
                  <a:pt x="6163" y="99304"/>
                  <a:pt x="6562" y="99566"/>
                  <a:pt x="6996" y="99737"/>
                </a:cubicBezTo>
                <a:cubicBezTo>
                  <a:pt x="7430" y="99909"/>
                  <a:pt x="7910" y="100001"/>
                  <a:pt x="8378" y="100001"/>
                </a:cubicBezTo>
                <a:lnTo>
                  <a:pt x="86916" y="100001"/>
                </a:lnTo>
                <a:cubicBezTo>
                  <a:pt x="87384" y="100001"/>
                  <a:pt x="87852" y="99909"/>
                  <a:pt x="88297" y="99737"/>
                </a:cubicBezTo>
                <a:cubicBezTo>
                  <a:pt x="88732" y="99566"/>
                  <a:pt x="89131" y="99304"/>
                  <a:pt x="89474" y="98973"/>
                </a:cubicBezTo>
                <a:cubicBezTo>
                  <a:pt x="89805" y="98630"/>
                  <a:pt x="90079" y="98241"/>
                  <a:pt x="90262" y="97808"/>
                </a:cubicBezTo>
                <a:cubicBezTo>
                  <a:pt x="90445" y="97362"/>
                  <a:pt x="90537" y="96894"/>
                  <a:pt x="90537" y="96425"/>
                </a:cubicBezTo>
                <a:cubicBezTo>
                  <a:pt x="90537" y="95957"/>
                  <a:pt x="90445" y="95489"/>
                  <a:pt x="90262" y="95043"/>
                </a:cubicBezTo>
                <a:cubicBezTo>
                  <a:pt x="90079" y="94609"/>
                  <a:pt x="89805" y="94221"/>
                  <a:pt x="89474" y="93878"/>
                </a:cubicBezTo>
                <a:cubicBezTo>
                  <a:pt x="89131" y="93547"/>
                  <a:pt x="88732" y="93284"/>
                  <a:pt x="88297" y="93113"/>
                </a:cubicBezTo>
                <a:cubicBezTo>
                  <a:pt x="87852" y="92942"/>
                  <a:pt x="87384" y="92850"/>
                  <a:pt x="86916" y="92862"/>
                </a:cubicBezTo>
                <a:lnTo>
                  <a:pt x="8378" y="9286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6" name="Красный — SVG 7">
            <a:extLst>
              <a:ext uri="{FF2B5EF4-FFF2-40B4-BE49-F238E27FC236}">
                <a16:creationId xmlns:a16="http://schemas.microsoft.com/office/drawing/2014/main" id="{735C36F8-B420-3A4D-A66D-D26C8A05956D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32632 w 99239"/>
              <a:gd name="csY0" fmla="*/ 0 h 141753"/>
              <a:gd name="csX1" fmla="*/ 14223 w 99239"/>
              <a:gd name="csY1" fmla="*/ 17726 h 141753"/>
              <a:gd name="csX2" fmla="*/ 46072 w 99239"/>
              <a:gd name="csY2" fmla="*/ 17726 h 141753"/>
              <a:gd name="csX3" fmla="*/ 49628 w 99239"/>
              <a:gd name="csY3" fmla="*/ 21264 h 141753"/>
              <a:gd name="csX4" fmla="*/ 46072 w 99239"/>
              <a:gd name="csY4" fmla="*/ 24802 h 141753"/>
              <a:gd name="csX5" fmla="*/ 5206 w 99239"/>
              <a:gd name="csY5" fmla="*/ 24802 h 141753"/>
              <a:gd name="csX6" fmla="*/ 0 w 99239"/>
              <a:gd name="csY6" fmla="*/ 38343 h 141753"/>
              <a:gd name="csX7" fmla="*/ 0 w 99239"/>
              <a:gd name="csY7" fmla="*/ 46066 h 141753"/>
              <a:gd name="csX8" fmla="*/ 3539 w 99239"/>
              <a:gd name="csY8" fmla="*/ 49621 h 141753"/>
              <a:gd name="csX9" fmla="*/ 5768 w 99239"/>
              <a:gd name="csY9" fmla="*/ 49621 h 141753"/>
              <a:gd name="csX10" fmla="*/ 93489 w 99239"/>
              <a:gd name="csY10" fmla="*/ 49621 h 141753"/>
              <a:gd name="csX11" fmla="*/ 95700 w 99239"/>
              <a:gd name="csY11" fmla="*/ 49621 h 141753"/>
              <a:gd name="csX12" fmla="*/ 99239 w 99239"/>
              <a:gd name="csY12" fmla="*/ 46066 h 141753"/>
              <a:gd name="csX13" fmla="*/ 99239 w 99239"/>
              <a:gd name="csY13" fmla="*/ 38343 h 141753"/>
              <a:gd name="csX14" fmla="*/ 85407 w 99239"/>
              <a:gd name="csY14" fmla="*/ 19699 h 141753"/>
              <a:gd name="csX15" fmla="*/ 66608 w 99239"/>
              <a:gd name="csY15" fmla="*/ 0 h 141753"/>
              <a:gd name="csX16" fmla="*/ 32632 w 99239"/>
              <a:gd name="csY16" fmla="*/ 0 h 141753"/>
              <a:gd name="csX17" fmla="*/ 6720 w 99239"/>
              <a:gd name="csY17" fmla="*/ 56698 h 141753"/>
              <a:gd name="csX18" fmla="*/ 10531 w 99239"/>
              <a:gd name="csY18" fmla="*/ 85056 h 141753"/>
              <a:gd name="csX19" fmla="*/ 34282 w 99239"/>
              <a:gd name="csY19" fmla="*/ 85056 h 141753"/>
              <a:gd name="csX20" fmla="*/ 49628 w 99239"/>
              <a:gd name="csY20" fmla="*/ 74424 h 141753"/>
              <a:gd name="csX21" fmla="*/ 64957 w 99239"/>
              <a:gd name="csY21" fmla="*/ 85056 h 141753"/>
              <a:gd name="csX22" fmla="*/ 88708 w 99239"/>
              <a:gd name="csY22" fmla="*/ 85056 h 141753"/>
              <a:gd name="csX23" fmla="*/ 92536 w 99239"/>
              <a:gd name="csY23" fmla="*/ 56698 h 141753"/>
              <a:gd name="csX24" fmla="*/ 6720 w 99239"/>
              <a:gd name="csY24" fmla="*/ 56698 h 141753"/>
              <a:gd name="csX25" fmla="*/ 13390 w 99239"/>
              <a:gd name="csY25" fmla="*/ 106319 h 141753"/>
              <a:gd name="csX26" fmla="*/ 16095 w 99239"/>
              <a:gd name="csY26" fmla="*/ 126393 h 141753"/>
              <a:gd name="csX27" fmla="*/ 33670 w 99239"/>
              <a:gd name="csY27" fmla="*/ 141753 h 141753"/>
              <a:gd name="csX28" fmla="*/ 65570 w 99239"/>
              <a:gd name="csY28" fmla="*/ 141753 h 141753"/>
              <a:gd name="csX29" fmla="*/ 83162 w 99239"/>
              <a:gd name="csY29" fmla="*/ 126393 h 141753"/>
              <a:gd name="csX30" fmla="*/ 85850 w 99239"/>
              <a:gd name="csY30" fmla="*/ 106319 h 141753"/>
              <a:gd name="csX31" fmla="*/ 64957 w 99239"/>
              <a:gd name="csY31" fmla="*/ 106319 h 141753"/>
              <a:gd name="csX32" fmla="*/ 49628 w 99239"/>
              <a:gd name="csY32" fmla="*/ 116951 h 141753"/>
              <a:gd name="csX33" fmla="*/ 34282 w 99239"/>
              <a:gd name="csY33" fmla="*/ 106319 h 141753"/>
              <a:gd name="csX34" fmla="*/ 13390 w 99239"/>
              <a:gd name="csY34" fmla="*/ 106319 h 141753"/>
            </a:gdLst>
            <a:ahLst/>
            <a:cxnLst/>
            <a:rect l="l" t="t" r="r" b="b"/>
            <a:pathLst>
              <a:path w="100000" h="100000">
                <a:moveTo>
                  <a:pt x="38016" y="0"/>
                </a:moveTo>
                <a:cubicBezTo>
                  <a:pt x="31679" y="0"/>
                  <a:pt x="26410" y="5364"/>
                  <a:pt x="25029" y="12505"/>
                </a:cubicBezTo>
                <a:lnTo>
                  <a:pt x="47497" y="12505"/>
                </a:lnTo>
                <a:cubicBezTo>
                  <a:pt x="48890" y="12505"/>
                  <a:pt x="50006" y="13621"/>
                  <a:pt x="50006" y="15001"/>
                </a:cubicBezTo>
                <a:cubicBezTo>
                  <a:pt x="50006" y="16381"/>
                  <a:pt x="48890" y="17497"/>
                  <a:pt x="47497" y="17497"/>
                </a:cubicBezTo>
                <a:lnTo>
                  <a:pt x="18668" y="17497"/>
                </a:lnTo>
                <a:cubicBezTo>
                  <a:pt x="16424" y="19933"/>
                  <a:pt x="14996" y="23305"/>
                  <a:pt x="14996" y="27049"/>
                </a:cubicBezTo>
                <a:lnTo>
                  <a:pt x="14996" y="32497"/>
                </a:lnTo>
                <a:cubicBezTo>
                  <a:pt x="14996" y="33877"/>
                  <a:pt x="16112" y="35005"/>
                  <a:pt x="17492" y="35005"/>
                </a:cubicBezTo>
                <a:lnTo>
                  <a:pt x="19065" y="35005"/>
                </a:lnTo>
                <a:lnTo>
                  <a:pt x="80948" y="35005"/>
                </a:lnTo>
                <a:lnTo>
                  <a:pt x="82508" y="35005"/>
                </a:lnTo>
                <a:cubicBezTo>
                  <a:pt x="83888" y="35005"/>
                  <a:pt x="85004" y="33877"/>
                  <a:pt x="85004" y="32497"/>
                </a:cubicBezTo>
                <a:lnTo>
                  <a:pt x="85004" y="27049"/>
                </a:lnTo>
                <a:cubicBezTo>
                  <a:pt x="85004" y="20545"/>
                  <a:pt x="80803" y="15121"/>
                  <a:pt x="75246" y="13897"/>
                </a:cubicBezTo>
                <a:cubicBezTo>
                  <a:pt x="74346" y="6049"/>
                  <a:pt x="68741" y="0"/>
                  <a:pt x="61985" y="0"/>
                </a:cubicBezTo>
                <a:lnTo>
                  <a:pt x="38016" y="0"/>
                </a:lnTo>
                <a:close/>
                <a:moveTo>
                  <a:pt x="19736" y="39998"/>
                </a:moveTo>
                <a:lnTo>
                  <a:pt x="22425" y="60003"/>
                </a:lnTo>
                <a:lnTo>
                  <a:pt x="39180" y="60003"/>
                </a:lnTo>
                <a:cubicBezTo>
                  <a:pt x="41352" y="55526"/>
                  <a:pt x="45373" y="52503"/>
                  <a:pt x="50006" y="52503"/>
                </a:cubicBezTo>
                <a:cubicBezTo>
                  <a:pt x="54627" y="52503"/>
                  <a:pt x="58660" y="55526"/>
                  <a:pt x="60820" y="60003"/>
                </a:cubicBezTo>
                <a:lnTo>
                  <a:pt x="77575" y="60003"/>
                </a:lnTo>
                <a:lnTo>
                  <a:pt x="80276" y="39998"/>
                </a:lnTo>
                <a:lnTo>
                  <a:pt x="19736" y="39998"/>
                </a:lnTo>
                <a:close/>
                <a:moveTo>
                  <a:pt x="24442" y="75003"/>
                </a:moveTo>
                <a:lnTo>
                  <a:pt x="26350" y="89164"/>
                </a:lnTo>
                <a:cubicBezTo>
                  <a:pt x="27178" y="95344"/>
                  <a:pt x="32519" y="100000"/>
                  <a:pt x="38748" y="100000"/>
                </a:cubicBezTo>
                <a:lnTo>
                  <a:pt x="61252" y="100000"/>
                </a:lnTo>
                <a:cubicBezTo>
                  <a:pt x="67493" y="100000"/>
                  <a:pt x="72822" y="95344"/>
                  <a:pt x="73663" y="89164"/>
                </a:cubicBezTo>
                <a:lnTo>
                  <a:pt x="75559" y="75003"/>
                </a:lnTo>
                <a:lnTo>
                  <a:pt x="60820" y="75003"/>
                </a:lnTo>
                <a:cubicBezTo>
                  <a:pt x="58660" y="79480"/>
                  <a:pt x="54627" y="82503"/>
                  <a:pt x="50006" y="82503"/>
                </a:cubicBezTo>
                <a:cubicBezTo>
                  <a:pt x="45373" y="82503"/>
                  <a:pt x="41352" y="79480"/>
                  <a:pt x="39180" y="75003"/>
                </a:cubicBezTo>
                <a:lnTo>
                  <a:pt x="24442" y="7500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7" name="Красный — SVG 8">
            <a:extLst>
              <a:ext uri="{FF2B5EF4-FFF2-40B4-BE49-F238E27FC236}">
                <a16:creationId xmlns:a16="http://schemas.microsoft.com/office/drawing/2014/main" id="{9A1BC9FB-E94D-CD4B-88C0-A810F34AFA3D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50045 w 99244"/>
              <a:gd name="csY0" fmla="*/ 1 h 141754"/>
              <a:gd name="csX1" fmla="*/ 3949 w 99244"/>
              <a:gd name="csY1" fmla="*/ 44076 h 141754"/>
              <a:gd name="csX2" fmla="*/ 12132 w 99244"/>
              <a:gd name="csY2" fmla="*/ 53160 h 141754"/>
              <a:gd name="csX3" fmla="*/ 20144 w 99244"/>
              <a:gd name="csY3" fmla="*/ 53160 h 141754"/>
              <a:gd name="csX4" fmla="*/ 28356 w 99244"/>
              <a:gd name="csY4" fmla="*/ 44944 h 141754"/>
              <a:gd name="csX5" fmla="*/ 28356 w 99244"/>
              <a:gd name="csY5" fmla="*/ 43447 h 141754"/>
              <a:gd name="csX6" fmla="*/ 50154 w 99244"/>
              <a:gd name="csY6" fmla="*/ 21264 h 141754"/>
              <a:gd name="csX7" fmla="*/ 70881 w 99244"/>
              <a:gd name="csY7" fmla="*/ 42001 h 141754"/>
              <a:gd name="csX8" fmla="*/ 48711 w 99244"/>
              <a:gd name="csY8" fmla="*/ 63792 h 141754"/>
              <a:gd name="csX9" fmla="*/ 14177 w 99244"/>
              <a:gd name="csY9" fmla="*/ 63792 h 141754"/>
              <a:gd name="csX10" fmla="*/ 0 w 99244"/>
              <a:gd name="csY10" fmla="*/ 77962 h 141754"/>
              <a:gd name="csX11" fmla="*/ 0 w 99244"/>
              <a:gd name="csY11" fmla="*/ 124046 h 141754"/>
              <a:gd name="csX12" fmla="*/ 17723 w 99244"/>
              <a:gd name="csY12" fmla="*/ 141754 h 141754"/>
              <a:gd name="csX13" fmla="*/ 81523 w 99244"/>
              <a:gd name="csY13" fmla="*/ 141754 h 141754"/>
              <a:gd name="csX14" fmla="*/ 99244 w 99244"/>
              <a:gd name="csY14" fmla="*/ 124046 h 141754"/>
              <a:gd name="csX15" fmla="*/ 99244 w 99244"/>
              <a:gd name="csY15" fmla="*/ 50796 h 141754"/>
              <a:gd name="csX16" fmla="*/ 50045 w 99244"/>
              <a:gd name="csY16" fmla="*/ 1 h 141754"/>
            </a:gdLst>
            <a:ahLst/>
            <a:cxnLst/>
            <a:rect l="l" t="t" r="r" b="b"/>
            <a:pathLst>
              <a:path w="100000" h="100000">
                <a:moveTo>
                  <a:pt x="50298" y="1"/>
                </a:moveTo>
                <a:cubicBezTo>
                  <a:pt x="32462" y="-83"/>
                  <a:pt x="19047" y="13009"/>
                  <a:pt x="17780" y="31093"/>
                </a:cubicBezTo>
                <a:cubicBezTo>
                  <a:pt x="17540" y="34526"/>
                  <a:pt x="20113" y="37502"/>
                  <a:pt x="23553" y="37502"/>
                </a:cubicBezTo>
                <a:lnTo>
                  <a:pt x="29205" y="37502"/>
                </a:lnTo>
                <a:cubicBezTo>
                  <a:pt x="32405" y="37502"/>
                  <a:pt x="34998" y="34910"/>
                  <a:pt x="34998" y="31706"/>
                </a:cubicBezTo>
                <a:lnTo>
                  <a:pt x="34998" y="30650"/>
                </a:lnTo>
                <a:cubicBezTo>
                  <a:pt x="34998" y="22117"/>
                  <a:pt x="41844" y="14797"/>
                  <a:pt x="50375" y="15001"/>
                </a:cubicBezTo>
                <a:cubicBezTo>
                  <a:pt x="58362" y="15205"/>
                  <a:pt x="64800" y="21637"/>
                  <a:pt x="64997" y="29629"/>
                </a:cubicBezTo>
                <a:cubicBezTo>
                  <a:pt x="65207" y="38162"/>
                  <a:pt x="57895" y="45002"/>
                  <a:pt x="49357" y="45002"/>
                </a:cubicBezTo>
                <a:lnTo>
                  <a:pt x="24995" y="45002"/>
                </a:lnTo>
                <a:cubicBezTo>
                  <a:pt x="19472" y="45002"/>
                  <a:pt x="14994" y="49478"/>
                  <a:pt x="14994" y="54998"/>
                </a:cubicBezTo>
                <a:lnTo>
                  <a:pt x="14994" y="87508"/>
                </a:lnTo>
                <a:cubicBezTo>
                  <a:pt x="14994" y="94408"/>
                  <a:pt x="20593" y="100000"/>
                  <a:pt x="27497" y="100000"/>
                </a:cubicBezTo>
                <a:lnTo>
                  <a:pt x="72504" y="100000"/>
                </a:lnTo>
                <a:cubicBezTo>
                  <a:pt x="79408" y="100000"/>
                  <a:pt x="85006" y="94408"/>
                  <a:pt x="85006" y="87508"/>
                </a:cubicBezTo>
                <a:lnTo>
                  <a:pt x="85006" y="35834"/>
                </a:lnTo>
                <a:cubicBezTo>
                  <a:pt x="85006" y="16477"/>
                  <a:pt x="69654" y="97"/>
                  <a:pt x="50298" y="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8" name="Красный — SVG 9">
            <a:extLst>
              <a:ext uri="{FF2B5EF4-FFF2-40B4-BE49-F238E27FC236}">
                <a16:creationId xmlns:a16="http://schemas.microsoft.com/office/drawing/2014/main" id="{D3D7583F-BFF1-514A-B299-9DAACCB958D2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37702 w 120506"/>
              <a:gd name="csY0" fmla="*/ 63792 h 145308"/>
              <a:gd name="csX1" fmla="*/ 82787 w 120506"/>
              <a:gd name="csY1" fmla="*/ 63792 h 145308"/>
              <a:gd name="csX2" fmla="*/ 92162 w 120506"/>
              <a:gd name="csY2" fmla="*/ 12877 h 145308"/>
              <a:gd name="csX3" fmla="*/ 92162 w 120506"/>
              <a:gd name="csY3" fmla="*/ 10717 h 145308"/>
              <a:gd name="csX4" fmla="*/ 81443 w 120506"/>
              <a:gd name="csY4" fmla="*/ 0 h 145308"/>
              <a:gd name="csX5" fmla="*/ 72103 w 120506"/>
              <a:gd name="csY5" fmla="*/ 5460 h 145308"/>
              <a:gd name="csX6" fmla="*/ 72018 w 120506"/>
              <a:gd name="csY6" fmla="*/ 5631 h 145308"/>
              <a:gd name="csX7" fmla="*/ 60261 w 120506"/>
              <a:gd name="csY7" fmla="*/ 32763 h 145308"/>
              <a:gd name="csX8" fmla="*/ 48420 w 120506"/>
              <a:gd name="csY8" fmla="*/ 5460 h 145308"/>
              <a:gd name="csX9" fmla="*/ 39063 w 120506"/>
              <a:gd name="csY9" fmla="*/ 0 h 145308"/>
              <a:gd name="csX10" fmla="*/ 28361 w 120506"/>
              <a:gd name="csY10" fmla="*/ 10717 h 145308"/>
              <a:gd name="csX11" fmla="*/ 28361 w 120506"/>
              <a:gd name="csY11" fmla="*/ 12758 h 145308"/>
              <a:gd name="csX12" fmla="*/ 37344 w 120506"/>
              <a:gd name="csY12" fmla="*/ 63179 h 145308"/>
              <a:gd name="csX13" fmla="*/ 37702 w 120506"/>
              <a:gd name="csY13" fmla="*/ 63792 h 145308"/>
              <a:gd name="csX14" fmla="*/ 89082 w 120506"/>
              <a:gd name="csY14" fmla="*/ 70885 h 145308"/>
              <a:gd name="csX15" fmla="*/ 30046 w 120506"/>
              <a:gd name="csY15" fmla="*/ 70885 h 145308"/>
              <a:gd name="csX16" fmla="*/ 0 w 120506"/>
              <a:gd name="csY16" fmla="*/ 131292 h 145308"/>
              <a:gd name="csX17" fmla="*/ 0 w 120506"/>
              <a:gd name="csY17" fmla="*/ 132534 h 145308"/>
              <a:gd name="csX18" fmla="*/ 12777 w 120506"/>
              <a:gd name="csY18" fmla="*/ 145309 h 145308"/>
              <a:gd name="csX19" fmla="*/ 107746 w 120506"/>
              <a:gd name="csY19" fmla="*/ 145309 h 145308"/>
              <a:gd name="csX20" fmla="*/ 120506 w 120506"/>
              <a:gd name="csY20" fmla="*/ 132534 h 145308"/>
              <a:gd name="csX21" fmla="*/ 89082 w 120506"/>
              <a:gd name="csY21" fmla="*/ 70885 h 145308"/>
            </a:gdLst>
            <a:ahLst/>
            <a:cxnLst/>
            <a:rect l="l" t="t" r="r" b="b"/>
            <a:pathLst>
              <a:path w="100000" h="100000">
                <a:moveTo>
                  <a:pt x="34481" y="43901"/>
                </a:moveTo>
                <a:lnTo>
                  <a:pt x="65508" y="43901"/>
                </a:lnTo>
                <a:cubicBezTo>
                  <a:pt x="71140" y="33962"/>
                  <a:pt x="71960" y="20663"/>
                  <a:pt x="71960" y="8862"/>
                </a:cubicBezTo>
                <a:lnTo>
                  <a:pt x="71960" y="7375"/>
                </a:lnTo>
                <a:cubicBezTo>
                  <a:pt x="71960" y="3301"/>
                  <a:pt x="68646" y="0"/>
                  <a:pt x="64583" y="0"/>
                </a:cubicBezTo>
                <a:cubicBezTo>
                  <a:pt x="61925" y="0"/>
                  <a:pt x="59454" y="1440"/>
                  <a:pt x="58155" y="3758"/>
                </a:cubicBezTo>
                <a:cubicBezTo>
                  <a:pt x="58132" y="3793"/>
                  <a:pt x="58108" y="3828"/>
                  <a:pt x="58097" y="3875"/>
                </a:cubicBezTo>
                <a:lnTo>
                  <a:pt x="50006" y="22547"/>
                </a:lnTo>
                <a:lnTo>
                  <a:pt x="41857" y="3758"/>
                </a:lnTo>
                <a:cubicBezTo>
                  <a:pt x="40546" y="1440"/>
                  <a:pt x="38087" y="0"/>
                  <a:pt x="35417" y="0"/>
                </a:cubicBezTo>
                <a:cubicBezTo>
                  <a:pt x="31354" y="0"/>
                  <a:pt x="28052" y="3301"/>
                  <a:pt x="28052" y="7375"/>
                </a:cubicBezTo>
                <a:lnTo>
                  <a:pt x="28052" y="8780"/>
                </a:lnTo>
                <a:cubicBezTo>
                  <a:pt x="28052" y="21225"/>
                  <a:pt x="28802" y="34044"/>
                  <a:pt x="34234" y="43479"/>
                </a:cubicBezTo>
                <a:lnTo>
                  <a:pt x="34481" y="43901"/>
                </a:lnTo>
                <a:close/>
                <a:moveTo>
                  <a:pt x="69840" y="48783"/>
                </a:moveTo>
                <a:lnTo>
                  <a:pt x="29212" y="48783"/>
                </a:lnTo>
                <a:cubicBezTo>
                  <a:pt x="16239" y="60489"/>
                  <a:pt x="8534" y="75861"/>
                  <a:pt x="8534" y="90354"/>
                </a:cubicBezTo>
                <a:lnTo>
                  <a:pt x="8534" y="91209"/>
                </a:lnTo>
                <a:cubicBezTo>
                  <a:pt x="8534" y="96055"/>
                  <a:pt x="12480" y="100001"/>
                  <a:pt x="17327" y="100001"/>
                </a:cubicBezTo>
                <a:lnTo>
                  <a:pt x="82684" y="100001"/>
                </a:lnTo>
                <a:cubicBezTo>
                  <a:pt x="87531" y="100001"/>
                  <a:pt x="91466" y="96055"/>
                  <a:pt x="91466" y="91209"/>
                </a:cubicBezTo>
                <a:cubicBezTo>
                  <a:pt x="91466" y="76153"/>
                  <a:pt x="83422" y="60478"/>
                  <a:pt x="69840" y="4878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9" name="Красный — SVG 10">
            <a:extLst>
              <a:ext uri="{FF2B5EF4-FFF2-40B4-BE49-F238E27FC236}">
                <a16:creationId xmlns:a16="http://schemas.microsoft.com/office/drawing/2014/main" id="{1E944A10-576E-6C45-819D-A9D3416CB9CB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58541 w 127724"/>
              <a:gd name="csY0" fmla="*/ 0 h 141753"/>
              <a:gd name="csX1" fmla="*/ 66 w 127724"/>
              <a:gd name="csY1" fmla="*/ 63792 h 141753"/>
              <a:gd name="csX2" fmla="*/ 66 w 127724"/>
              <a:gd name="csY2" fmla="*/ 64727 h 141753"/>
              <a:gd name="csX3" fmla="*/ 372 w 127724"/>
              <a:gd name="csY3" fmla="*/ 67483 h 141753"/>
              <a:gd name="csX4" fmla="*/ 2056 w 127724"/>
              <a:gd name="csY4" fmla="*/ 69711 h 141753"/>
              <a:gd name="csX5" fmla="*/ 35505 w 127724"/>
              <a:gd name="csY5" fmla="*/ 96470 h 141753"/>
              <a:gd name="csX6" fmla="*/ 35505 w 127724"/>
              <a:gd name="csY6" fmla="*/ 125814 h 141753"/>
              <a:gd name="csX7" fmla="*/ 51446 w 127724"/>
              <a:gd name="csY7" fmla="*/ 141753 h 141753"/>
              <a:gd name="csX8" fmla="*/ 76269 w 127724"/>
              <a:gd name="csY8" fmla="*/ 141753 h 141753"/>
              <a:gd name="csX9" fmla="*/ 92210 w 127724"/>
              <a:gd name="csY9" fmla="*/ 125814 h 141753"/>
              <a:gd name="csX10" fmla="*/ 92210 w 127724"/>
              <a:gd name="csY10" fmla="*/ 96470 h 141753"/>
              <a:gd name="csX11" fmla="*/ 125659 w 127724"/>
              <a:gd name="csY11" fmla="*/ 69711 h 141753"/>
              <a:gd name="csX12" fmla="*/ 127343 w 127724"/>
              <a:gd name="csY12" fmla="*/ 67483 h 141753"/>
              <a:gd name="csX13" fmla="*/ 127666 w 127724"/>
              <a:gd name="csY13" fmla="*/ 64710 h 141753"/>
              <a:gd name="csX14" fmla="*/ 127666 w 127724"/>
              <a:gd name="csY14" fmla="*/ 63792 h 141753"/>
              <a:gd name="csX15" fmla="*/ 69174 w 127724"/>
              <a:gd name="csY15" fmla="*/ 0 h 141753"/>
              <a:gd name="csX16" fmla="*/ 88672 w 127724"/>
              <a:gd name="csY16" fmla="*/ 51390 h 141753"/>
              <a:gd name="csX17" fmla="*/ 83346 w 127724"/>
              <a:gd name="csY17" fmla="*/ 56698 h 141753"/>
              <a:gd name="csX18" fmla="*/ 78038 w 127724"/>
              <a:gd name="csY18" fmla="*/ 51390 h 141753"/>
              <a:gd name="csX19" fmla="*/ 63849 w 127724"/>
              <a:gd name="csY19" fmla="*/ 8863 h 141753"/>
              <a:gd name="csX20" fmla="*/ 49677 w 127724"/>
              <a:gd name="csY20" fmla="*/ 51390 h 141753"/>
              <a:gd name="csX21" fmla="*/ 44369 w 127724"/>
              <a:gd name="csY21" fmla="*/ 56698 h 141753"/>
              <a:gd name="csX22" fmla="*/ 39043 w 127724"/>
              <a:gd name="csY22" fmla="*/ 51390 h 141753"/>
              <a:gd name="csX23" fmla="*/ 58541 w 127724"/>
              <a:gd name="csY23" fmla="*/ 0 h 141753"/>
              <a:gd name="csX24" fmla="*/ 24871 w 127724"/>
              <a:gd name="csY24" fmla="*/ 60253 h 141753"/>
              <a:gd name="csX25" fmla="*/ 39588 w 127724"/>
              <a:gd name="csY25" fmla="*/ 67908 h 141753"/>
              <a:gd name="csX26" fmla="*/ 48639 w 127724"/>
              <a:gd name="csY26" fmla="*/ 88594 h 141753"/>
              <a:gd name="csX27" fmla="*/ 42684 w 127724"/>
              <a:gd name="csY27" fmla="*/ 88594 h 141753"/>
              <a:gd name="csX28" fmla="*/ 12809 w 127724"/>
              <a:gd name="csY28" fmla="*/ 64693 h 141753"/>
              <a:gd name="csX29" fmla="*/ 24871 w 127724"/>
              <a:gd name="csY29" fmla="*/ 60253 h 141753"/>
              <a:gd name="csX30" fmla="*/ 63866 w 127724"/>
              <a:gd name="csY30" fmla="*/ 60253 h 141753"/>
              <a:gd name="csX31" fmla="*/ 77290 w 127724"/>
              <a:gd name="csY31" fmla="*/ 66139 h 141753"/>
              <a:gd name="csX32" fmla="*/ 67473 w 127724"/>
              <a:gd name="csY32" fmla="*/ 88594 h 141753"/>
              <a:gd name="csX33" fmla="*/ 60259 w 127724"/>
              <a:gd name="csY33" fmla="*/ 88594 h 141753"/>
              <a:gd name="csX34" fmla="*/ 50408 w 127724"/>
              <a:gd name="csY34" fmla="*/ 66122 h 141753"/>
              <a:gd name="csX35" fmla="*/ 63866 w 127724"/>
              <a:gd name="csY35" fmla="*/ 60253 h 141753"/>
              <a:gd name="csX36" fmla="*/ 102844 w 127724"/>
              <a:gd name="csY36" fmla="*/ 60253 h 141753"/>
              <a:gd name="csX37" fmla="*/ 114889 w 127724"/>
              <a:gd name="csY37" fmla="*/ 64710 h 141753"/>
              <a:gd name="csX38" fmla="*/ 85031 w 127724"/>
              <a:gd name="csY38" fmla="*/ 88594 h 141753"/>
              <a:gd name="csX39" fmla="*/ 79076 w 127724"/>
              <a:gd name="csY39" fmla="*/ 88594 h 141753"/>
              <a:gd name="csX40" fmla="*/ 88144 w 127724"/>
              <a:gd name="csY40" fmla="*/ 67908 h 141753"/>
              <a:gd name="csX41" fmla="*/ 102844 w 127724"/>
              <a:gd name="csY41" fmla="*/ 60253 h 141753"/>
              <a:gd name="csX42" fmla="*/ 58541 w 127724"/>
              <a:gd name="csY42" fmla="*/ 102781 h 141753"/>
              <a:gd name="csX43" fmla="*/ 69174 w 127724"/>
              <a:gd name="csY43" fmla="*/ 102781 h 141753"/>
              <a:gd name="csX44" fmla="*/ 74500 w 127724"/>
              <a:gd name="csY44" fmla="*/ 108089 h 141753"/>
              <a:gd name="csX45" fmla="*/ 69174 w 127724"/>
              <a:gd name="csY45" fmla="*/ 113413 h 141753"/>
              <a:gd name="csX46" fmla="*/ 58541 w 127724"/>
              <a:gd name="csY46" fmla="*/ 113413 h 141753"/>
              <a:gd name="csX47" fmla="*/ 53233 w 127724"/>
              <a:gd name="csY47" fmla="*/ 108089 h 141753"/>
              <a:gd name="csX48" fmla="*/ 58541 w 127724"/>
              <a:gd name="csY48" fmla="*/ 102781 h 141753"/>
            </a:gdLst>
            <a:ahLst/>
            <a:cxnLst/>
            <a:rect l="l" t="t" r="r" b="b"/>
            <a:pathLst>
              <a:path w="100000" h="100000">
                <a:moveTo>
                  <a:pt x="46246" y="0"/>
                </a:moveTo>
                <a:cubicBezTo>
                  <a:pt x="23178" y="1920"/>
                  <a:pt x="4995" y="21457"/>
                  <a:pt x="4995" y="45002"/>
                </a:cubicBezTo>
                <a:lnTo>
                  <a:pt x="4995" y="45662"/>
                </a:lnTo>
                <a:cubicBezTo>
                  <a:pt x="4887" y="46310"/>
                  <a:pt x="4971" y="46994"/>
                  <a:pt x="5211" y="47606"/>
                </a:cubicBezTo>
                <a:cubicBezTo>
                  <a:pt x="5463" y="48230"/>
                  <a:pt x="5871" y="48770"/>
                  <a:pt x="6399" y="49178"/>
                </a:cubicBezTo>
                <a:lnTo>
                  <a:pt x="29995" y="68055"/>
                </a:lnTo>
                <a:lnTo>
                  <a:pt x="29995" y="88756"/>
                </a:lnTo>
                <a:cubicBezTo>
                  <a:pt x="29995" y="94960"/>
                  <a:pt x="35048" y="100000"/>
                  <a:pt x="41241" y="100000"/>
                </a:cubicBezTo>
                <a:lnTo>
                  <a:pt x="58753" y="100000"/>
                </a:lnTo>
                <a:cubicBezTo>
                  <a:pt x="64958" y="100000"/>
                  <a:pt x="69998" y="94960"/>
                  <a:pt x="69998" y="88756"/>
                </a:cubicBezTo>
                <a:lnTo>
                  <a:pt x="69998" y="68055"/>
                </a:lnTo>
                <a:lnTo>
                  <a:pt x="93595" y="49178"/>
                </a:lnTo>
                <a:cubicBezTo>
                  <a:pt x="94123" y="48770"/>
                  <a:pt x="94531" y="48230"/>
                  <a:pt x="94783" y="47606"/>
                </a:cubicBezTo>
                <a:cubicBezTo>
                  <a:pt x="95035" y="46982"/>
                  <a:pt x="95107" y="46310"/>
                  <a:pt x="95011" y="45650"/>
                </a:cubicBezTo>
                <a:lnTo>
                  <a:pt x="95011" y="45002"/>
                </a:lnTo>
                <a:cubicBezTo>
                  <a:pt x="95011" y="21457"/>
                  <a:pt x="76816" y="1920"/>
                  <a:pt x="53747" y="0"/>
                </a:cubicBezTo>
                <a:cubicBezTo>
                  <a:pt x="57768" y="2736"/>
                  <a:pt x="67502" y="9840"/>
                  <a:pt x="67502" y="36253"/>
                </a:cubicBezTo>
                <a:cubicBezTo>
                  <a:pt x="67502" y="38318"/>
                  <a:pt x="65822" y="39998"/>
                  <a:pt x="63745" y="39998"/>
                </a:cubicBezTo>
                <a:cubicBezTo>
                  <a:pt x="61681" y="39998"/>
                  <a:pt x="60000" y="38318"/>
                  <a:pt x="60000" y="36253"/>
                </a:cubicBezTo>
                <a:cubicBezTo>
                  <a:pt x="60000" y="15612"/>
                  <a:pt x="53172" y="9000"/>
                  <a:pt x="49991" y="6252"/>
                </a:cubicBezTo>
                <a:cubicBezTo>
                  <a:pt x="46847" y="8976"/>
                  <a:pt x="39993" y="15588"/>
                  <a:pt x="39993" y="36253"/>
                </a:cubicBezTo>
                <a:cubicBezTo>
                  <a:pt x="39993" y="38318"/>
                  <a:pt x="38313" y="39998"/>
                  <a:pt x="36249" y="39998"/>
                </a:cubicBezTo>
                <a:cubicBezTo>
                  <a:pt x="34172" y="39998"/>
                  <a:pt x="32491" y="38318"/>
                  <a:pt x="32491" y="36253"/>
                </a:cubicBezTo>
                <a:cubicBezTo>
                  <a:pt x="32491" y="9840"/>
                  <a:pt x="42225" y="2736"/>
                  <a:pt x="46246" y="0"/>
                </a:cubicBezTo>
                <a:close/>
                <a:moveTo>
                  <a:pt x="22494" y="42506"/>
                </a:moveTo>
                <a:cubicBezTo>
                  <a:pt x="29876" y="42506"/>
                  <a:pt x="32732" y="47654"/>
                  <a:pt x="32876" y="47906"/>
                </a:cubicBezTo>
                <a:lnTo>
                  <a:pt x="39261" y="62499"/>
                </a:lnTo>
                <a:lnTo>
                  <a:pt x="35060" y="62499"/>
                </a:lnTo>
                <a:lnTo>
                  <a:pt x="13985" y="45638"/>
                </a:lnTo>
                <a:cubicBezTo>
                  <a:pt x="15581" y="44162"/>
                  <a:pt x="18269" y="42506"/>
                  <a:pt x="22494" y="42506"/>
                </a:cubicBezTo>
                <a:close/>
                <a:moveTo>
                  <a:pt x="50003" y="42506"/>
                </a:moveTo>
                <a:cubicBezTo>
                  <a:pt x="55200" y="42506"/>
                  <a:pt x="58128" y="45050"/>
                  <a:pt x="59473" y="46658"/>
                </a:cubicBezTo>
                <a:lnTo>
                  <a:pt x="52547" y="62499"/>
                </a:lnTo>
                <a:lnTo>
                  <a:pt x="47458" y="62499"/>
                </a:lnTo>
                <a:lnTo>
                  <a:pt x="40509" y="46646"/>
                </a:lnTo>
                <a:cubicBezTo>
                  <a:pt x="41841" y="45038"/>
                  <a:pt x="44746" y="42506"/>
                  <a:pt x="50003" y="42506"/>
                </a:cubicBezTo>
                <a:close/>
                <a:moveTo>
                  <a:pt x="77500" y="42506"/>
                </a:moveTo>
                <a:cubicBezTo>
                  <a:pt x="81688" y="42506"/>
                  <a:pt x="84389" y="44162"/>
                  <a:pt x="85997" y="45650"/>
                </a:cubicBezTo>
                <a:lnTo>
                  <a:pt x="64934" y="62499"/>
                </a:lnTo>
                <a:lnTo>
                  <a:pt x="60733" y="62499"/>
                </a:lnTo>
                <a:lnTo>
                  <a:pt x="67130" y="47906"/>
                </a:lnTo>
                <a:cubicBezTo>
                  <a:pt x="67202" y="47762"/>
                  <a:pt x="69974" y="42506"/>
                  <a:pt x="77500" y="42506"/>
                </a:cubicBezTo>
                <a:close/>
                <a:moveTo>
                  <a:pt x="46246" y="72507"/>
                </a:moveTo>
                <a:lnTo>
                  <a:pt x="53747" y="72507"/>
                </a:lnTo>
                <a:cubicBezTo>
                  <a:pt x="55824" y="72507"/>
                  <a:pt x="57505" y="74187"/>
                  <a:pt x="57505" y="76252"/>
                </a:cubicBezTo>
                <a:cubicBezTo>
                  <a:pt x="57505" y="78328"/>
                  <a:pt x="55824" y="80007"/>
                  <a:pt x="53747" y="80007"/>
                </a:cubicBezTo>
                <a:lnTo>
                  <a:pt x="46246" y="80007"/>
                </a:lnTo>
                <a:cubicBezTo>
                  <a:pt x="44170" y="80007"/>
                  <a:pt x="42502" y="78328"/>
                  <a:pt x="42502" y="76252"/>
                </a:cubicBezTo>
                <a:cubicBezTo>
                  <a:pt x="42502" y="74187"/>
                  <a:pt x="44170" y="72507"/>
                  <a:pt x="46246" y="7250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0" name="Красный — SVG 11">
            <a:extLst>
              <a:ext uri="{FF2B5EF4-FFF2-40B4-BE49-F238E27FC236}">
                <a16:creationId xmlns:a16="http://schemas.microsoft.com/office/drawing/2014/main" id="{53A9EC9C-BC29-2C4F-9628-8C61D64F2BFA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86751 w 134695"/>
              <a:gd name="csY0" fmla="*/ 1 h 131276"/>
              <a:gd name="csX1" fmla="*/ 83026 w 134695"/>
              <a:gd name="csY1" fmla="*/ 1617 h 131276"/>
              <a:gd name="csX2" fmla="*/ 81528 w 134695"/>
              <a:gd name="csY2" fmla="*/ 5394 h 131276"/>
              <a:gd name="csX3" fmla="*/ 81528 w 134695"/>
              <a:gd name="csY3" fmla="*/ 40828 h 131276"/>
              <a:gd name="csX4" fmla="*/ 102795 w 134695"/>
              <a:gd name="csY4" fmla="*/ 66328 h 131276"/>
              <a:gd name="csX5" fmla="*/ 102795 w 134695"/>
              <a:gd name="csY5" fmla="*/ 125884 h 131276"/>
              <a:gd name="csX6" fmla="*/ 103169 w 134695"/>
              <a:gd name="csY6" fmla="*/ 127942 h 131276"/>
              <a:gd name="csX7" fmla="*/ 104326 w 134695"/>
              <a:gd name="csY7" fmla="*/ 129694 h 131276"/>
              <a:gd name="csX8" fmla="*/ 106062 w 134695"/>
              <a:gd name="csY8" fmla="*/ 130868 h 131276"/>
              <a:gd name="csX9" fmla="*/ 108103 w 134695"/>
              <a:gd name="csY9" fmla="*/ 131276 h 131276"/>
              <a:gd name="csX10" fmla="*/ 110162 w 134695"/>
              <a:gd name="csY10" fmla="*/ 130868 h 131276"/>
              <a:gd name="csX11" fmla="*/ 111897 w 134695"/>
              <a:gd name="csY11" fmla="*/ 129694 h 131276"/>
              <a:gd name="csX12" fmla="*/ 113037 w 134695"/>
              <a:gd name="csY12" fmla="*/ 127942 h 131276"/>
              <a:gd name="csX13" fmla="*/ 113428 w 134695"/>
              <a:gd name="csY13" fmla="*/ 125884 h 131276"/>
              <a:gd name="csX14" fmla="*/ 113428 w 134695"/>
              <a:gd name="csY14" fmla="*/ 66328 h 131276"/>
              <a:gd name="csX15" fmla="*/ 134695 w 134695"/>
              <a:gd name="csY15" fmla="*/ 40828 h 131276"/>
              <a:gd name="csX16" fmla="*/ 134695 w 134695"/>
              <a:gd name="csY16" fmla="*/ 5394 h 131276"/>
              <a:gd name="csX17" fmla="*/ 134304 w 134695"/>
              <a:gd name="csY17" fmla="*/ 3336 h 131276"/>
              <a:gd name="csX18" fmla="*/ 133164 w 134695"/>
              <a:gd name="csY18" fmla="*/ 1584 h 131276"/>
              <a:gd name="csX19" fmla="*/ 131429 w 134695"/>
              <a:gd name="csY19" fmla="*/ 410 h 131276"/>
              <a:gd name="csX20" fmla="*/ 129370 w 134695"/>
              <a:gd name="csY20" fmla="*/ 1 h 131276"/>
              <a:gd name="csX21" fmla="*/ 127328 w 134695"/>
              <a:gd name="csY21" fmla="*/ 410 h 131276"/>
              <a:gd name="csX22" fmla="*/ 125593 w 134695"/>
              <a:gd name="csY22" fmla="*/ 1584 h 131276"/>
              <a:gd name="csX23" fmla="*/ 124436 w 134695"/>
              <a:gd name="csY23" fmla="*/ 3336 h 131276"/>
              <a:gd name="csX24" fmla="*/ 124062 w 134695"/>
              <a:gd name="csY24" fmla="*/ 5394 h 131276"/>
              <a:gd name="csX25" fmla="*/ 124062 w 134695"/>
              <a:gd name="csY25" fmla="*/ 40828 h 131276"/>
              <a:gd name="csX26" fmla="*/ 113428 w 134695"/>
              <a:gd name="csY26" fmla="*/ 55730 h 131276"/>
              <a:gd name="csX27" fmla="*/ 113428 w 134695"/>
              <a:gd name="csY27" fmla="*/ 5394 h 131276"/>
              <a:gd name="csX28" fmla="*/ 113037 w 134695"/>
              <a:gd name="csY28" fmla="*/ 3336 h 131276"/>
              <a:gd name="csX29" fmla="*/ 111897 w 134695"/>
              <a:gd name="csY29" fmla="*/ 1584 h 131276"/>
              <a:gd name="csX30" fmla="*/ 110162 w 134695"/>
              <a:gd name="csY30" fmla="*/ 410 h 131276"/>
              <a:gd name="csX31" fmla="*/ 108103 w 134695"/>
              <a:gd name="csY31" fmla="*/ 1 h 131276"/>
              <a:gd name="csX32" fmla="*/ 106062 w 134695"/>
              <a:gd name="csY32" fmla="*/ 410 h 131276"/>
              <a:gd name="csX33" fmla="*/ 104326 w 134695"/>
              <a:gd name="csY33" fmla="*/ 1584 h 131276"/>
              <a:gd name="csX34" fmla="*/ 103169 w 134695"/>
              <a:gd name="csY34" fmla="*/ 3336 h 131276"/>
              <a:gd name="csX35" fmla="*/ 102795 w 134695"/>
              <a:gd name="csY35" fmla="*/ 5394 h 131276"/>
              <a:gd name="csX36" fmla="*/ 102795 w 134695"/>
              <a:gd name="csY36" fmla="*/ 55730 h 131276"/>
              <a:gd name="csX37" fmla="*/ 92162 w 134695"/>
              <a:gd name="csY37" fmla="*/ 40828 h 131276"/>
              <a:gd name="csX38" fmla="*/ 92162 w 134695"/>
              <a:gd name="csY38" fmla="*/ 5394 h 131276"/>
              <a:gd name="csX39" fmla="*/ 91770 w 134695"/>
              <a:gd name="csY39" fmla="*/ 3319 h 131276"/>
              <a:gd name="csX40" fmla="*/ 90596 w 134695"/>
              <a:gd name="csY40" fmla="*/ 1549 h 131276"/>
              <a:gd name="csX41" fmla="*/ 88827 w 134695"/>
              <a:gd name="csY41" fmla="*/ 393 h 131276"/>
              <a:gd name="csX42" fmla="*/ 86751 w 134695"/>
              <a:gd name="csY42" fmla="*/ 1 h 131276"/>
              <a:gd name="csX43" fmla="*/ 5308 w 134695"/>
              <a:gd name="csY43" fmla="*/ 87 h 131276"/>
              <a:gd name="csX44" fmla="*/ 0 w 134695"/>
              <a:gd name="csY44" fmla="*/ 5394 h 131276"/>
              <a:gd name="csX45" fmla="*/ 0 w 134695"/>
              <a:gd name="csY45" fmla="*/ 51460 h 131276"/>
              <a:gd name="csX46" fmla="*/ 28361 w 134695"/>
              <a:gd name="csY46" fmla="*/ 84666 h 131276"/>
              <a:gd name="csX47" fmla="*/ 28361 w 134695"/>
              <a:gd name="csY47" fmla="*/ 120576 h 131276"/>
              <a:gd name="csX48" fmla="*/ 15942 w 134695"/>
              <a:gd name="csY48" fmla="*/ 120576 h 131276"/>
              <a:gd name="csX49" fmla="*/ 13900 w 134695"/>
              <a:gd name="csY49" fmla="*/ 120950 h 131276"/>
              <a:gd name="csX50" fmla="*/ 12148 w 134695"/>
              <a:gd name="csY50" fmla="*/ 122107 h 131276"/>
              <a:gd name="csX51" fmla="*/ 10974 w 134695"/>
              <a:gd name="csY51" fmla="*/ 123842 h 131276"/>
              <a:gd name="csX52" fmla="*/ 10565 w 134695"/>
              <a:gd name="csY52" fmla="*/ 125884 h 131276"/>
              <a:gd name="csX53" fmla="*/ 10974 w 134695"/>
              <a:gd name="csY53" fmla="*/ 127942 h 131276"/>
              <a:gd name="csX54" fmla="*/ 12148 w 134695"/>
              <a:gd name="csY54" fmla="*/ 129677 h 131276"/>
              <a:gd name="csX55" fmla="*/ 13900 w 134695"/>
              <a:gd name="csY55" fmla="*/ 130817 h 131276"/>
              <a:gd name="csX56" fmla="*/ 15942 w 134695"/>
              <a:gd name="csY56" fmla="*/ 131208 h 131276"/>
              <a:gd name="csX57" fmla="*/ 32802 w 134695"/>
              <a:gd name="csY57" fmla="*/ 131208 h 131276"/>
              <a:gd name="csX58" fmla="*/ 34520 w 134695"/>
              <a:gd name="csY58" fmla="*/ 131208 h 131276"/>
              <a:gd name="csX59" fmla="*/ 51397 w 134695"/>
              <a:gd name="csY59" fmla="*/ 131208 h 131276"/>
              <a:gd name="csX60" fmla="*/ 53456 w 134695"/>
              <a:gd name="csY60" fmla="*/ 130817 h 131276"/>
              <a:gd name="csX61" fmla="*/ 55208 w 134695"/>
              <a:gd name="csY61" fmla="*/ 129677 h 131276"/>
              <a:gd name="csX62" fmla="*/ 56382 w 134695"/>
              <a:gd name="csY62" fmla="*/ 127942 h 131276"/>
              <a:gd name="csX63" fmla="*/ 56791 w 134695"/>
              <a:gd name="csY63" fmla="*/ 125884 h 131276"/>
              <a:gd name="csX64" fmla="*/ 56382 w 134695"/>
              <a:gd name="csY64" fmla="*/ 123842 h 131276"/>
              <a:gd name="csX65" fmla="*/ 55208 w 134695"/>
              <a:gd name="csY65" fmla="*/ 122107 h 131276"/>
              <a:gd name="csX66" fmla="*/ 53456 w 134695"/>
              <a:gd name="csY66" fmla="*/ 120950 h 131276"/>
              <a:gd name="csX67" fmla="*/ 51397 w 134695"/>
              <a:gd name="csY67" fmla="*/ 120576 h 131276"/>
              <a:gd name="csX68" fmla="*/ 38995 w 134695"/>
              <a:gd name="csY68" fmla="*/ 120576 h 131276"/>
              <a:gd name="csX69" fmla="*/ 38995 w 134695"/>
              <a:gd name="csY69" fmla="*/ 84666 h 131276"/>
              <a:gd name="csX70" fmla="*/ 67339 w 134695"/>
              <a:gd name="csY70" fmla="*/ 51460 h 131276"/>
              <a:gd name="csX71" fmla="*/ 67339 w 134695"/>
              <a:gd name="csY71" fmla="*/ 5394 h 131276"/>
              <a:gd name="csX72" fmla="*/ 62031 w 134695"/>
              <a:gd name="csY72" fmla="*/ 87 h 131276"/>
              <a:gd name="csX73" fmla="*/ 5308 w 134695"/>
              <a:gd name="csY73" fmla="*/ 87 h 131276"/>
            </a:gdLst>
            <a:ahLst/>
            <a:cxnLst/>
            <a:rect l="l" t="t" r="r" b="b"/>
            <a:pathLst>
              <a:path w="100000" h="100000">
                <a:moveTo>
                  <a:pt x="64406" y="1270"/>
                </a:moveTo>
                <a:cubicBezTo>
                  <a:pt x="63357" y="1283"/>
                  <a:pt x="62372" y="1712"/>
                  <a:pt x="61640" y="2470"/>
                </a:cubicBezTo>
                <a:cubicBezTo>
                  <a:pt x="60907" y="3215"/>
                  <a:pt x="60503" y="4225"/>
                  <a:pt x="60528" y="5274"/>
                </a:cubicBezTo>
                <a:lnTo>
                  <a:pt x="60528" y="31581"/>
                </a:lnTo>
                <a:cubicBezTo>
                  <a:pt x="60528" y="41040"/>
                  <a:pt x="67400" y="48618"/>
                  <a:pt x="76317" y="50512"/>
                </a:cubicBezTo>
                <a:lnTo>
                  <a:pt x="76317" y="94728"/>
                </a:lnTo>
                <a:cubicBezTo>
                  <a:pt x="76304" y="95258"/>
                  <a:pt x="76405" y="95775"/>
                  <a:pt x="76595" y="96256"/>
                </a:cubicBezTo>
                <a:cubicBezTo>
                  <a:pt x="76797" y="96748"/>
                  <a:pt x="77087" y="97190"/>
                  <a:pt x="77454" y="97556"/>
                </a:cubicBezTo>
                <a:cubicBezTo>
                  <a:pt x="77820" y="97935"/>
                  <a:pt x="78249" y="98226"/>
                  <a:pt x="78742" y="98428"/>
                </a:cubicBezTo>
                <a:cubicBezTo>
                  <a:pt x="79222" y="98630"/>
                  <a:pt x="79740" y="98731"/>
                  <a:pt x="80258" y="98731"/>
                </a:cubicBezTo>
                <a:cubicBezTo>
                  <a:pt x="80788" y="98731"/>
                  <a:pt x="81306" y="98630"/>
                  <a:pt x="81786" y="98428"/>
                </a:cubicBezTo>
                <a:cubicBezTo>
                  <a:pt x="82266" y="98226"/>
                  <a:pt x="82708" y="97935"/>
                  <a:pt x="83074" y="97556"/>
                </a:cubicBezTo>
                <a:cubicBezTo>
                  <a:pt x="83441" y="97190"/>
                  <a:pt x="83731" y="96748"/>
                  <a:pt x="83921" y="96256"/>
                </a:cubicBezTo>
                <a:cubicBezTo>
                  <a:pt x="84123" y="95775"/>
                  <a:pt x="84211" y="95258"/>
                  <a:pt x="84211" y="94728"/>
                </a:cubicBezTo>
                <a:lnTo>
                  <a:pt x="84211" y="50512"/>
                </a:lnTo>
                <a:cubicBezTo>
                  <a:pt x="93116" y="48618"/>
                  <a:pt x="100000" y="41040"/>
                  <a:pt x="100000" y="31581"/>
                </a:cubicBezTo>
                <a:lnTo>
                  <a:pt x="100000" y="5274"/>
                </a:lnTo>
                <a:cubicBezTo>
                  <a:pt x="100000" y="4756"/>
                  <a:pt x="99912" y="4225"/>
                  <a:pt x="99710" y="3746"/>
                </a:cubicBezTo>
                <a:cubicBezTo>
                  <a:pt x="99520" y="3266"/>
                  <a:pt x="99229" y="2824"/>
                  <a:pt x="98863" y="2445"/>
                </a:cubicBezTo>
                <a:cubicBezTo>
                  <a:pt x="98497" y="2078"/>
                  <a:pt x="98055" y="1775"/>
                  <a:pt x="97575" y="1574"/>
                </a:cubicBezTo>
                <a:cubicBezTo>
                  <a:pt x="97095" y="1371"/>
                  <a:pt x="96577" y="1270"/>
                  <a:pt x="96047" y="1270"/>
                </a:cubicBezTo>
                <a:cubicBezTo>
                  <a:pt x="95528" y="1270"/>
                  <a:pt x="95011" y="1371"/>
                  <a:pt x="94531" y="1574"/>
                </a:cubicBezTo>
                <a:cubicBezTo>
                  <a:pt x="94038" y="1775"/>
                  <a:pt x="93609" y="2078"/>
                  <a:pt x="93243" y="2445"/>
                </a:cubicBezTo>
                <a:cubicBezTo>
                  <a:pt x="92876" y="2824"/>
                  <a:pt x="92585" y="3266"/>
                  <a:pt x="92384" y="3746"/>
                </a:cubicBezTo>
                <a:cubicBezTo>
                  <a:pt x="92194" y="4225"/>
                  <a:pt x="92093" y="4756"/>
                  <a:pt x="92106" y="5274"/>
                </a:cubicBezTo>
                <a:lnTo>
                  <a:pt x="92106" y="31581"/>
                </a:lnTo>
                <a:cubicBezTo>
                  <a:pt x="92106" y="36772"/>
                  <a:pt x="88809" y="41015"/>
                  <a:pt x="84211" y="42644"/>
                </a:cubicBezTo>
                <a:lnTo>
                  <a:pt x="84211" y="5274"/>
                </a:lnTo>
                <a:cubicBezTo>
                  <a:pt x="84211" y="4756"/>
                  <a:pt x="84123" y="4225"/>
                  <a:pt x="83921" y="3746"/>
                </a:cubicBezTo>
                <a:cubicBezTo>
                  <a:pt x="83731" y="3266"/>
                  <a:pt x="83441" y="2824"/>
                  <a:pt x="83074" y="2445"/>
                </a:cubicBezTo>
                <a:cubicBezTo>
                  <a:pt x="82708" y="2078"/>
                  <a:pt x="82266" y="1775"/>
                  <a:pt x="81786" y="1574"/>
                </a:cubicBezTo>
                <a:cubicBezTo>
                  <a:pt x="81306" y="1371"/>
                  <a:pt x="80788" y="1270"/>
                  <a:pt x="80258" y="1270"/>
                </a:cubicBezTo>
                <a:cubicBezTo>
                  <a:pt x="79740" y="1270"/>
                  <a:pt x="79222" y="1371"/>
                  <a:pt x="78742" y="1574"/>
                </a:cubicBezTo>
                <a:cubicBezTo>
                  <a:pt x="78249" y="1775"/>
                  <a:pt x="77820" y="2078"/>
                  <a:pt x="77454" y="2445"/>
                </a:cubicBezTo>
                <a:cubicBezTo>
                  <a:pt x="77087" y="2824"/>
                  <a:pt x="76797" y="3266"/>
                  <a:pt x="76595" y="3746"/>
                </a:cubicBezTo>
                <a:cubicBezTo>
                  <a:pt x="76405" y="4225"/>
                  <a:pt x="76304" y="4756"/>
                  <a:pt x="76317" y="5274"/>
                </a:cubicBezTo>
                <a:lnTo>
                  <a:pt x="76317" y="42644"/>
                </a:lnTo>
                <a:cubicBezTo>
                  <a:pt x="71719" y="41015"/>
                  <a:pt x="68423" y="36772"/>
                  <a:pt x="68423" y="31581"/>
                </a:cubicBezTo>
                <a:lnTo>
                  <a:pt x="68423" y="5274"/>
                </a:lnTo>
                <a:cubicBezTo>
                  <a:pt x="68423" y="4743"/>
                  <a:pt x="68321" y="4225"/>
                  <a:pt x="68132" y="3733"/>
                </a:cubicBezTo>
                <a:cubicBezTo>
                  <a:pt x="67930" y="3240"/>
                  <a:pt x="67639" y="2799"/>
                  <a:pt x="67260" y="2419"/>
                </a:cubicBezTo>
                <a:cubicBezTo>
                  <a:pt x="66881" y="2053"/>
                  <a:pt x="66439" y="1763"/>
                  <a:pt x="65947" y="1561"/>
                </a:cubicBezTo>
                <a:cubicBezTo>
                  <a:pt x="65466" y="1358"/>
                  <a:pt x="64936" y="1257"/>
                  <a:pt x="64406" y="1270"/>
                </a:cubicBezTo>
                <a:close/>
                <a:moveTo>
                  <a:pt x="3941" y="1334"/>
                </a:moveTo>
                <a:cubicBezTo>
                  <a:pt x="1768" y="1334"/>
                  <a:pt x="0" y="3089"/>
                  <a:pt x="0" y="5274"/>
                </a:cubicBezTo>
                <a:lnTo>
                  <a:pt x="0" y="39474"/>
                </a:lnTo>
                <a:cubicBezTo>
                  <a:pt x="0" y="51914"/>
                  <a:pt x="9145" y="62232"/>
                  <a:pt x="21056" y="64127"/>
                </a:cubicBezTo>
                <a:lnTo>
                  <a:pt x="21056" y="90787"/>
                </a:lnTo>
                <a:lnTo>
                  <a:pt x="11836" y="90787"/>
                </a:lnTo>
                <a:cubicBezTo>
                  <a:pt x="11317" y="90774"/>
                  <a:pt x="10800" y="90875"/>
                  <a:pt x="10320" y="91065"/>
                </a:cubicBezTo>
                <a:cubicBezTo>
                  <a:pt x="9827" y="91267"/>
                  <a:pt x="9385" y="91558"/>
                  <a:pt x="9019" y="91924"/>
                </a:cubicBezTo>
                <a:cubicBezTo>
                  <a:pt x="8640" y="92290"/>
                  <a:pt x="8349" y="92732"/>
                  <a:pt x="8147" y="93212"/>
                </a:cubicBezTo>
                <a:cubicBezTo>
                  <a:pt x="7945" y="93692"/>
                  <a:pt x="7844" y="94210"/>
                  <a:pt x="7844" y="94728"/>
                </a:cubicBezTo>
                <a:cubicBezTo>
                  <a:pt x="7844" y="95258"/>
                  <a:pt x="7945" y="95775"/>
                  <a:pt x="8147" y="96256"/>
                </a:cubicBezTo>
                <a:cubicBezTo>
                  <a:pt x="8349" y="96735"/>
                  <a:pt x="8640" y="97178"/>
                  <a:pt x="9019" y="97544"/>
                </a:cubicBezTo>
                <a:cubicBezTo>
                  <a:pt x="9385" y="97910"/>
                  <a:pt x="9827" y="98201"/>
                  <a:pt x="10320" y="98390"/>
                </a:cubicBezTo>
                <a:cubicBezTo>
                  <a:pt x="10800" y="98592"/>
                  <a:pt x="11317" y="98680"/>
                  <a:pt x="11836" y="98680"/>
                </a:cubicBezTo>
                <a:lnTo>
                  <a:pt x="24353" y="98680"/>
                </a:lnTo>
                <a:cubicBezTo>
                  <a:pt x="24769" y="98743"/>
                  <a:pt x="25212" y="98743"/>
                  <a:pt x="25628" y="98680"/>
                </a:cubicBezTo>
                <a:lnTo>
                  <a:pt x="38158" y="98680"/>
                </a:lnTo>
                <a:cubicBezTo>
                  <a:pt x="38676" y="98680"/>
                  <a:pt x="39194" y="98592"/>
                  <a:pt x="39687" y="98390"/>
                </a:cubicBezTo>
                <a:cubicBezTo>
                  <a:pt x="40167" y="98201"/>
                  <a:pt x="40609" y="97910"/>
                  <a:pt x="40987" y="97544"/>
                </a:cubicBezTo>
                <a:cubicBezTo>
                  <a:pt x="41354" y="97178"/>
                  <a:pt x="41657" y="96735"/>
                  <a:pt x="41859" y="96256"/>
                </a:cubicBezTo>
                <a:cubicBezTo>
                  <a:pt x="42062" y="95775"/>
                  <a:pt x="42163" y="95258"/>
                  <a:pt x="42163" y="94728"/>
                </a:cubicBezTo>
                <a:cubicBezTo>
                  <a:pt x="42163" y="94210"/>
                  <a:pt x="42062" y="93692"/>
                  <a:pt x="41859" y="93212"/>
                </a:cubicBezTo>
                <a:cubicBezTo>
                  <a:pt x="41657" y="92732"/>
                  <a:pt x="41354" y="92290"/>
                  <a:pt x="40987" y="91924"/>
                </a:cubicBezTo>
                <a:cubicBezTo>
                  <a:pt x="40609" y="91558"/>
                  <a:pt x="40167" y="91267"/>
                  <a:pt x="39687" y="91065"/>
                </a:cubicBezTo>
                <a:cubicBezTo>
                  <a:pt x="39194" y="90875"/>
                  <a:pt x="38676" y="90774"/>
                  <a:pt x="38158" y="90787"/>
                </a:cubicBezTo>
                <a:lnTo>
                  <a:pt x="28951" y="90787"/>
                </a:lnTo>
                <a:lnTo>
                  <a:pt x="28951" y="64127"/>
                </a:lnTo>
                <a:cubicBezTo>
                  <a:pt x="40861" y="62232"/>
                  <a:pt x="49994" y="51914"/>
                  <a:pt x="49994" y="39474"/>
                </a:cubicBezTo>
                <a:lnTo>
                  <a:pt x="49994" y="5274"/>
                </a:lnTo>
                <a:cubicBezTo>
                  <a:pt x="49994" y="3089"/>
                  <a:pt x="48238" y="1334"/>
                  <a:pt x="46053" y="1334"/>
                </a:cubicBezTo>
                <a:lnTo>
                  <a:pt x="3941" y="133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1" name="Красный — SVG 12">
            <a:extLst>
              <a:ext uri="{FF2B5EF4-FFF2-40B4-BE49-F238E27FC236}">
                <a16:creationId xmlns:a16="http://schemas.microsoft.com/office/drawing/2014/main" id="{06471BE6-5823-D241-8369-632C943F41AE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83808 w 113428"/>
              <a:gd name="csY0" fmla="*/ 25206 h 145304"/>
              <a:gd name="csX1" fmla="*/ 77921 w 113428"/>
              <a:gd name="csY1" fmla="*/ 23658 h 145304"/>
              <a:gd name="csX2" fmla="*/ 74434 w 113428"/>
              <a:gd name="csY2" fmla="*/ 28659 h 145304"/>
              <a:gd name="csX3" fmla="*/ 74434 w 113428"/>
              <a:gd name="csY3" fmla="*/ 44293 h 145304"/>
              <a:gd name="csX4" fmla="*/ 69108 w 113428"/>
              <a:gd name="csY4" fmla="*/ 49617 h 145304"/>
              <a:gd name="csX5" fmla="*/ 63800 w 113428"/>
              <a:gd name="csY5" fmla="*/ 44293 h 145304"/>
              <a:gd name="csX6" fmla="*/ 63800 w 113428"/>
              <a:gd name="csY6" fmla="*/ 6851 h 145304"/>
              <a:gd name="csX7" fmla="*/ 62014 w 113428"/>
              <a:gd name="csY7" fmla="*/ 2871 h 145304"/>
              <a:gd name="csX8" fmla="*/ 60142 w 113428"/>
              <a:gd name="csY8" fmla="*/ 1238 h 145304"/>
              <a:gd name="csX9" fmla="*/ 53303 w 113428"/>
              <a:gd name="csY9" fmla="*/ 1238 h 145304"/>
              <a:gd name="csX10" fmla="*/ 0 w 113428"/>
              <a:gd name="csY10" fmla="*/ 88590 h 145304"/>
              <a:gd name="csX11" fmla="*/ 56706 w 113428"/>
              <a:gd name="csY11" fmla="*/ 145305 h 145304"/>
              <a:gd name="csX12" fmla="*/ 113428 w 113428"/>
              <a:gd name="csY12" fmla="*/ 88590 h 145304"/>
              <a:gd name="csX13" fmla="*/ 83808 w 113428"/>
              <a:gd name="csY13" fmla="*/ 25206 h 145304"/>
              <a:gd name="csX14" fmla="*/ 42534 w 113428"/>
              <a:gd name="csY14" fmla="*/ 70881 h 145304"/>
              <a:gd name="csX15" fmla="*/ 49628 w 113428"/>
              <a:gd name="csY15" fmla="*/ 77958 h 145304"/>
              <a:gd name="csX16" fmla="*/ 42534 w 113428"/>
              <a:gd name="csY16" fmla="*/ 85051 h 145304"/>
              <a:gd name="csX17" fmla="*/ 35439 w 113428"/>
              <a:gd name="csY17" fmla="*/ 77958 h 145304"/>
              <a:gd name="csX18" fmla="*/ 42534 w 113428"/>
              <a:gd name="csY18" fmla="*/ 70881 h 145304"/>
              <a:gd name="csX19" fmla="*/ 74434 w 113428"/>
              <a:gd name="csY19" fmla="*/ 116947 h 145304"/>
              <a:gd name="csX20" fmla="*/ 67339 w 113428"/>
              <a:gd name="csY20" fmla="*/ 109853 h 145304"/>
              <a:gd name="csX21" fmla="*/ 74434 w 113428"/>
              <a:gd name="csY21" fmla="*/ 102777 h 145304"/>
              <a:gd name="csX22" fmla="*/ 81528 w 113428"/>
              <a:gd name="csY22" fmla="*/ 109853 h 145304"/>
              <a:gd name="csX23" fmla="*/ 74434 w 113428"/>
              <a:gd name="csY23" fmla="*/ 116947 h 145304"/>
              <a:gd name="csX24" fmla="*/ 79963 w 113428"/>
              <a:gd name="csY24" fmla="*/ 79948 h 145304"/>
              <a:gd name="csX25" fmla="*/ 44524 w 113428"/>
              <a:gd name="csY25" fmla="*/ 115382 h 145304"/>
              <a:gd name="csX26" fmla="*/ 40764 w 113428"/>
              <a:gd name="csY26" fmla="*/ 116947 h 145304"/>
              <a:gd name="csX27" fmla="*/ 37004 w 113428"/>
              <a:gd name="csY27" fmla="*/ 115382 h 145304"/>
              <a:gd name="csX28" fmla="*/ 37004 w 113428"/>
              <a:gd name="csY28" fmla="*/ 107880 h 145304"/>
              <a:gd name="csX29" fmla="*/ 72443 w 113428"/>
              <a:gd name="csY29" fmla="*/ 72429 h 145304"/>
              <a:gd name="csX30" fmla="*/ 79963 w 113428"/>
              <a:gd name="csY30" fmla="*/ 72429 h 145304"/>
              <a:gd name="csX31" fmla="*/ 79963 w 113428"/>
              <a:gd name="csY31" fmla="*/ 79948 h 145304"/>
            </a:gdLst>
            <a:ahLst/>
            <a:cxnLst/>
            <a:rect l="l" t="t" r="r" b="b"/>
            <a:pathLst>
              <a:path w="100000" h="100000">
                <a:moveTo>
                  <a:pt x="68646" y="17347"/>
                </a:moveTo>
                <a:cubicBezTo>
                  <a:pt x="67651" y="16188"/>
                  <a:pt x="66035" y="15755"/>
                  <a:pt x="64595" y="16282"/>
                </a:cubicBezTo>
                <a:cubicBezTo>
                  <a:pt x="63155" y="16821"/>
                  <a:pt x="62195" y="18190"/>
                  <a:pt x="62195" y="19723"/>
                </a:cubicBezTo>
                <a:lnTo>
                  <a:pt x="62195" y="30483"/>
                </a:lnTo>
                <a:cubicBezTo>
                  <a:pt x="62195" y="32497"/>
                  <a:pt x="60556" y="34147"/>
                  <a:pt x="58530" y="34147"/>
                </a:cubicBezTo>
                <a:cubicBezTo>
                  <a:pt x="56516" y="34147"/>
                  <a:pt x="54877" y="32497"/>
                  <a:pt x="54877" y="30483"/>
                </a:cubicBezTo>
                <a:lnTo>
                  <a:pt x="54877" y="4715"/>
                </a:lnTo>
                <a:cubicBezTo>
                  <a:pt x="54877" y="3673"/>
                  <a:pt x="54432" y="2678"/>
                  <a:pt x="53648" y="1976"/>
                </a:cubicBezTo>
                <a:cubicBezTo>
                  <a:pt x="52828" y="1261"/>
                  <a:pt x="52359" y="852"/>
                  <a:pt x="52359" y="852"/>
                </a:cubicBezTo>
                <a:cubicBezTo>
                  <a:pt x="51001" y="-284"/>
                  <a:pt x="49011" y="-284"/>
                  <a:pt x="47653" y="852"/>
                </a:cubicBezTo>
                <a:cubicBezTo>
                  <a:pt x="46154" y="2105"/>
                  <a:pt x="10969" y="31876"/>
                  <a:pt x="10969" y="60969"/>
                </a:cubicBezTo>
                <a:cubicBezTo>
                  <a:pt x="10969" y="82486"/>
                  <a:pt x="28473" y="100001"/>
                  <a:pt x="49994" y="100001"/>
                </a:cubicBezTo>
                <a:cubicBezTo>
                  <a:pt x="71515" y="100001"/>
                  <a:pt x="89031" y="82486"/>
                  <a:pt x="89031" y="60969"/>
                </a:cubicBezTo>
                <a:cubicBezTo>
                  <a:pt x="89031" y="44765"/>
                  <a:pt x="77943" y="28305"/>
                  <a:pt x="68646" y="17347"/>
                </a:cubicBezTo>
                <a:close/>
                <a:moveTo>
                  <a:pt x="40241" y="48781"/>
                </a:moveTo>
                <a:cubicBezTo>
                  <a:pt x="42934" y="48781"/>
                  <a:pt x="45123" y="50959"/>
                  <a:pt x="45123" y="53652"/>
                </a:cubicBezTo>
                <a:cubicBezTo>
                  <a:pt x="45123" y="56344"/>
                  <a:pt x="42934" y="58533"/>
                  <a:pt x="40241" y="58533"/>
                </a:cubicBezTo>
                <a:cubicBezTo>
                  <a:pt x="37547" y="58533"/>
                  <a:pt x="35358" y="56344"/>
                  <a:pt x="35358" y="53652"/>
                </a:cubicBezTo>
                <a:cubicBezTo>
                  <a:pt x="35358" y="50959"/>
                  <a:pt x="37547" y="48781"/>
                  <a:pt x="40241" y="48781"/>
                </a:cubicBezTo>
                <a:close/>
                <a:moveTo>
                  <a:pt x="62195" y="80484"/>
                </a:moveTo>
                <a:cubicBezTo>
                  <a:pt x="59501" y="80484"/>
                  <a:pt x="57312" y="78295"/>
                  <a:pt x="57312" y="75602"/>
                </a:cubicBezTo>
                <a:cubicBezTo>
                  <a:pt x="57312" y="72910"/>
                  <a:pt x="59501" y="70732"/>
                  <a:pt x="62195" y="70732"/>
                </a:cubicBezTo>
                <a:cubicBezTo>
                  <a:pt x="64888" y="70732"/>
                  <a:pt x="67077" y="72910"/>
                  <a:pt x="67077" y="75602"/>
                </a:cubicBezTo>
                <a:cubicBezTo>
                  <a:pt x="67077" y="78295"/>
                  <a:pt x="64888" y="80484"/>
                  <a:pt x="62195" y="80484"/>
                </a:cubicBezTo>
                <a:close/>
                <a:moveTo>
                  <a:pt x="66000" y="55021"/>
                </a:moveTo>
                <a:lnTo>
                  <a:pt x="41611" y="79407"/>
                </a:lnTo>
                <a:cubicBezTo>
                  <a:pt x="40896" y="80122"/>
                  <a:pt x="39960" y="80484"/>
                  <a:pt x="39023" y="80484"/>
                </a:cubicBezTo>
                <a:cubicBezTo>
                  <a:pt x="38086" y="80484"/>
                  <a:pt x="37150" y="80122"/>
                  <a:pt x="36435" y="79407"/>
                </a:cubicBezTo>
                <a:cubicBezTo>
                  <a:pt x="35007" y="77991"/>
                  <a:pt x="35007" y="75661"/>
                  <a:pt x="36435" y="74244"/>
                </a:cubicBezTo>
                <a:lnTo>
                  <a:pt x="60825" y="49847"/>
                </a:lnTo>
                <a:cubicBezTo>
                  <a:pt x="62254" y="48418"/>
                  <a:pt x="64572" y="48418"/>
                  <a:pt x="66000" y="49847"/>
                </a:cubicBezTo>
                <a:cubicBezTo>
                  <a:pt x="67429" y="51275"/>
                  <a:pt x="67429" y="53593"/>
                  <a:pt x="66000" y="5502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2" name="Красный — SVG 13">
            <a:extLst>
              <a:ext uri="{FF2B5EF4-FFF2-40B4-BE49-F238E27FC236}">
                <a16:creationId xmlns:a16="http://schemas.microsoft.com/office/drawing/2014/main" id="{CA2F9CC7-7754-184F-B3ED-03E79F125E27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26570 w 148856"/>
              <a:gd name="csY0" fmla="*/ 0 h 127583"/>
              <a:gd name="csX1" fmla="*/ 7089 w 148856"/>
              <a:gd name="csY1" fmla="*/ 19495 h 127583"/>
              <a:gd name="csX2" fmla="*/ 7089 w 148856"/>
              <a:gd name="csY2" fmla="*/ 38990 h 127583"/>
              <a:gd name="csX3" fmla="*/ 141767 w 148856"/>
              <a:gd name="csY3" fmla="*/ 38990 h 127583"/>
              <a:gd name="csX4" fmla="*/ 141767 w 148856"/>
              <a:gd name="csY4" fmla="*/ 19495 h 127583"/>
              <a:gd name="csX5" fmla="*/ 122270 w 148856"/>
              <a:gd name="csY5" fmla="*/ 0 h 127583"/>
              <a:gd name="csX6" fmla="*/ 26570 w 148856"/>
              <a:gd name="csY6" fmla="*/ 0 h 127583"/>
              <a:gd name="csX7" fmla="*/ 26570 w 148856"/>
              <a:gd name="csY7" fmla="*/ 14170 h 127583"/>
              <a:gd name="csX8" fmla="*/ 31895 w 148856"/>
              <a:gd name="csY8" fmla="*/ 19495 h 127583"/>
              <a:gd name="csX9" fmla="*/ 26570 w 148856"/>
              <a:gd name="csY9" fmla="*/ 24802 h 127583"/>
              <a:gd name="csX10" fmla="*/ 21261 w 148856"/>
              <a:gd name="csY10" fmla="*/ 19495 h 127583"/>
              <a:gd name="csX11" fmla="*/ 26570 w 148856"/>
              <a:gd name="csY11" fmla="*/ 14170 h 127583"/>
              <a:gd name="csX12" fmla="*/ 44297 w 148856"/>
              <a:gd name="csY12" fmla="*/ 14170 h 127583"/>
              <a:gd name="csX13" fmla="*/ 49622 w 148856"/>
              <a:gd name="csY13" fmla="*/ 19495 h 127583"/>
              <a:gd name="csX14" fmla="*/ 44297 w 148856"/>
              <a:gd name="csY14" fmla="*/ 24802 h 127583"/>
              <a:gd name="csX15" fmla="*/ 38989 w 148856"/>
              <a:gd name="csY15" fmla="*/ 19495 h 127583"/>
              <a:gd name="csX16" fmla="*/ 44297 w 148856"/>
              <a:gd name="csY16" fmla="*/ 14170 h 127583"/>
              <a:gd name="csX17" fmla="*/ 65564 w 148856"/>
              <a:gd name="csY17" fmla="*/ 14170 h 127583"/>
              <a:gd name="csX18" fmla="*/ 122270 w 148856"/>
              <a:gd name="csY18" fmla="*/ 14170 h 127583"/>
              <a:gd name="csX19" fmla="*/ 127595 w 148856"/>
              <a:gd name="csY19" fmla="*/ 19495 h 127583"/>
              <a:gd name="csX20" fmla="*/ 122270 w 148856"/>
              <a:gd name="csY20" fmla="*/ 24904 h 127583"/>
              <a:gd name="csX21" fmla="*/ 65564 w 148856"/>
              <a:gd name="csY21" fmla="*/ 24904 h 127583"/>
              <a:gd name="csX22" fmla="*/ 60256 w 148856"/>
              <a:gd name="csY22" fmla="*/ 19495 h 127583"/>
              <a:gd name="csX23" fmla="*/ 65564 w 148856"/>
              <a:gd name="csY23" fmla="*/ 14170 h 127583"/>
              <a:gd name="csX24" fmla="*/ 7089 w 148856"/>
              <a:gd name="csY24" fmla="*/ 46066 h 127583"/>
              <a:gd name="csX25" fmla="*/ 369 w 148856"/>
              <a:gd name="csY25" fmla="*/ 54725 h 127583"/>
              <a:gd name="csX26" fmla="*/ 11 w 148856"/>
              <a:gd name="csY26" fmla="*/ 57055 h 127583"/>
              <a:gd name="csX27" fmla="*/ 7089 w 148856"/>
              <a:gd name="csY27" fmla="*/ 72025 h 127583"/>
              <a:gd name="csX28" fmla="*/ 7089 w 148856"/>
              <a:gd name="csY28" fmla="*/ 106319 h 127583"/>
              <a:gd name="csX29" fmla="*/ 28356 w 148856"/>
              <a:gd name="csY29" fmla="*/ 127583 h 127583"/>
              <a:gd name="csX30" fmla="*/ 120501 w 148856"/>
              <a:gd name="csY30" fmla="*/ 127583 h 127583"/>
              <a:gd name="csX31" fmla="*/ 141767 w 148856"/>
              <a:gd name="csY31" fmla="*/ 106319 h 127583"/>
              <a:gd name="csX32" fmla="*/ 141767 w 148856"/>
              <a:gd name="csY32" fmla="*/ 72042 h 127583"/>
              <a:gd name="csX33" fmla="*/ 148845 w 148856"/>
              <a:gd name="csY33" fmla="*/ 57055 h 127583"/>
              <a:gd name="csX34" fmla="*/ 148488 w 148856"/>
              <a:gd name="csY34" fmla="*/ 54725 h 127583"/>
              <a:gd name="csX35" fmla="*/ 141767 w 148856"/>
              <a:gd name="csY35" fmla="*/ 46066 h 127583"/>
              <a:gd name="csX36" fmla="*/ 7089 w 148856"/>
              <a:gd name="csY36" fmla="*/ 46066 h 127583"/>
              <a:gd name="csX37" fmla="*/ 54931 w 148856"/>
              <a:gd name="csY37" fmla="*/ 74424 h 127583"/>
              <a:gd name="csX38" fmla="*/ 74428 w 148856"/>
              <a:gd name="csY38" fmla="*/ 81517 h 127583"/>
              <a:gd name="csX39" fmla="*/ 93925 w 148856"/>
              <a:gd name="csY39" fmla="*/ 74424 h 127583"/>
              <a:gd name="csX40" fmla="*/ 113423 w 148856"/>
              <a:gd name="csY40" fmla="*/ 81517 h 127583"/>
              <a:gd name="csX41" fmla="*/ 127595 w 148856"/>
              <a:gd name="csY41" fmla="*/ 79595 h 127583"/>
              <a:gd name="csX42" fmla="*/ 127595 w 148856"/>
              <a:gd name="csY42" fmla="*/ 106319 h 127583"/>
              <a:gd name="csX43" fmla="*/ 120501 w 148856"/>
              <a:gd name="csY43" fmla="*/ 113413 h 127583"/>
              <a:gd name="csX44" fmla="*/ 28356 w 148856"/>
              <a:gd name="csY44" fmla="*/ 113413 h 127583"/>
              <a:gd name="csX45" fmla="*/ 21261 w 148856"/>
              <a:gd name="csY45" fmla="*/ 106319 h 127583"/>
              <a:gd name="csX46" fmla="*/ 21261 w 148856"/>
              <a:gd name="csY46" fmla="*/ 79595 h 127583"/>
              <a:gd name="csX47" fmla="*/ 35434 w 148856"/>
              <a:gd name="csY47" fmla="*/ 81517 h 127583"/>
              <a:gd name="csX48" fmla="*/ 54931 w 148856"/>
              <a:gd name="csY48" fmla="*/ 74424 h 127583"/>
            </a:gdLst>
            <a:ahLst/>
            <a:cxnLst/>
            <a:rect l="l" t="t" r="r" b="b"/>
            <a:pathLst>
              <a:path w="100000" h="100000">
                <a:moveTo>
                  <a:pt x="17849" y="7145"/>
                </a:moveTo>
                <a:cubicBezTo>
                  <a:pt x="10637" y="7145"/>
                  <a:pt x="4762" y="13020"/>
                  <a:pt x="4762" y="20242"/>
                </a:cubicBezTo>
                <a:lnTo>
                  <a:pt x="4762" y="33339"/>
                </a:lnTo>
                <a:lnTo>
                  <a:pt x="95238" y="33339"/>
                </a:lnTo>
                <a:lnTo>
                  <a:pt x="95238" y="20242"/>
                </a:lnTo>
                <a:cubicBezTo>
                  <a:pt x="95238" y="13020"/>
                  <a:pt x="89363" y="7145"/>
                  <a:pt x="82140" y="7145"/>
                </a:cubicBezTo>
                <a:lnTo>
                  <a:pt x="17849" y="7145"/>
                </a:lnTo>
                <a:close/>
                <a:moveTo>
                  <a:pt x="17849" y="16665"/>
                </a:moveTo>
                <a:cubicBezTo>
                  <a:pt x="19827" y="16665"/>
                  <a:pt x="21427" y="18265"/>
                  <a:pt x="21427" y="20242"/>
                </a:cubicBezTo>
                <a:cubicBezTo>
                  <a:pt x="21427" y="22208"/>
                  <a:pt x="19827" y="23807"/>
                  <a:pt x="17849" y="23807"/>
                </a:cubicBezTo>
                <a:cubicBezTo>
                  <a:pt x="15883" y="23807"/>
                  <a:pt x="14283" y="22208"/>
                  <a:pt x="14283" y="20242"/>
                </a:cubicBezTo>
                <a:cubicBezTo>
                  <a:pt x="14283" y="18265"/>
                  <a:pt x="15883" y="16665"/>
                  <a:pt x="17849" y="16665"/>
                </a:cubicBezTo>
                <a:close/>
                <a:moveTo>
                  <a:pt x="29758" y="16665"/>
                </a:moveTo>
                <a:cubicBezTo>
                  <a:pt x="31736" y="16665"/>
                  <a:pt x="33336" y="18265"/>
                  <a:pt x="33336" y="20242"/>
                </a:cubicBezTo>
                <a:cubicBezTo>
                  <a:pt x="33336" y="22208"/>
                  <a:pt x="31736" y="23807"/>
                  <a:pt x="29758" y="23807"/>
                </a:cubicBezTo>
                <a:cubicBezTo>
                  <a:pt x="27793" y="23807"/>
                  <a:pt x="26192" y="22208"/>
                  <a:pt x="26192" y="20242"/>
                </a:cubicBezTo>
                <a:cubicBezTo>
                  <a:pt x="26192" y="18265"/>
                  <a:pt x="27793" y="16665"/>
                  <a:pt x="29758" y="16665"/>
                </a:cubicBezTo>
                <a:close/>
                <a:moveTo>
                  <a:pt x="44045" y="16665"/>
                </a:moveTo>
                <a:lnTo>
                  <a:pt x="82140" y="16665"/>
                </a:lnTo>
                <a:cubicBezTo>
                  <a:pt x="84117" y="16665"/>
                  <a:pt x="85717" y="18265"/>
                  <a:pt x="85717" y="20242"/>
                </a:cubicBezTo>
                <a:cubicBezTo>
                  <a:pt x="85717" y="22208"/>
                  <a:pt x="84117" y="23876"/>
                  <a:pt x="82140" y="23876"/>
                </a:cubicBezTo>
                <a:lnTo>
                  <a:pt x="44045" y="23876"/>
                </a:lnTo>
                <a:cubicBezTo>
                  <a:pt x="42080" y="23876"/>
                  <a:pt x="40479" y="22219"/>
                  <a:pt x="40479" y="20242"/>
                </a:cubicBezTo>
                <a:cubicBezTo>
                  <a:pt x="40479" y="18265"/>
                  <a:pt x="42080" y="16665"/>
                  <a:pt x="44045" y="16665"/>
                </a:cubicBezTo>
                <a:close/>
                <a:moveTo>
                  <a:pt x="4762" y="38092"/>
                </a:moveTo>
                <a:lnTo>
                  <a:pt x="248" y="43909"/>
                </a:lnTo>
                <a:cubicBezTo>
                  <a:pt x="54" y="44412"/>
                  <a:pt x="-27" y="44938"/>
                  <a:pt x="7" y="45474"/>
                </a:cubicBezTo>
                <a:cubicBezTo>
                  <a:pt x="282" y="49714"/>
                  <a:pt x="2088" y="53029"/>
                  <a:pt x="4762" y="55531"/>
                </a:cubicBezTo>
                <a:lnTo>
                  <a:pt x="4762" y="78570"/>
                </a:lnTo>
                <a:cubicBezTo>
                  <a:pt x="4762" y="86398"/>
                  <a:pt x="11209" y="92855"/>
                  <a:pt x="19049" y="92855"/>
                </a:cubicBezTo>
                <a:lnTo>
                  <a:pt x="80951" y="92855"/>
                </a:lnTo>
                <a:cubicBezTo>
                  <a:pt x="88792" y="92855"/>
                  <a:pt x="95238" y="86398"/>
                  <a:pt x="95238" y="78570"/>
                </a:cubicBezTo>
                <a:lnTo>
                  <a:pt x="95238" y="55543"/>
                </a:lnTo>
                <a:cubicBezTo>
                  <a:pt x="97912" y="53029"/>
                  <a:pt x="99706" y="49726"/>
                  <a:pt x="99993" y="45474"/>
                </a:cubicBezTo>
                <a:cubicBezTo>
                  <a:pt x="100027" y="44938"/>
                  <a:pt x="99947" y="44412"/>
                  <a:pt x="99753" y="43909"/>
                </a:cubicBezTo>
                <a:lnTo>
                  <a:pt x="95238" y="38092"/>
                </a:lnTo>
                <a:lnTo>
                  <a:pt x="4762" y="38092"/>
                </a:lnTo>
                <a:close/>
                <a:moveTo>
                  <a:pt x="36902" y="57143"/>
                </a:moveTo>
                <a:cubicBezTo>
                  <a:pt x="40856" y="59862"/>
                  <a:pt x="45177" y="61908"/>
                  <a:pt x="50000" y="61908"/>
                </a:cubicBezTo>
                <a:cubicBezTo>
                  <a:pt x="54823" y="61908"/>
                  <a:pt x="59144" y="59862"/>
                  <a:pt x="63098" y="57143"/>
                </a:cubicBezTo>
                <a:cubicBezTo>
                  <a:pt x="66756" y="59862"/>
                  <a:pt x="71545" y="61908"/>
                  <a:pt x="76196" y="61908"/>
                </a:cubicBezTo>
                <a:cubicBezTo>
                  <a:pt x="79328" y="61908"/>
                  <a:pt x="82619" y="61485"/>
                  <a:pt x="85717" y="60617"/>
                </a:cubicBezTo>
                <a:lnTo>
                  <a:pt x="85717" y="78570"/>
                </a:lnTo>
                <a:cubicBezTo>
                  <a:pt x="85717" y="81255"/>
                  <a:pt x="83637" y="83335"/>
                  <a:pt x="80951" y="83335"/>
                </a:cubicBezTo>
                <a:lnTo>
                  <a:pt x="19049" y="83335"/>
                </a:lnTo>
                <a:cubicBezTo>
                  <a:pt x="16363" y="83335"/>
                  <a:pt x="14283" y="81255"/>
                  <a:pt x="14283" y="78570"/>
                </a:cubicBezTo>
                <a:lnTo>
                  <a:pt x="14283" y="60617"/>
                </a:lnTo>
                <a:cubicBezTo>
                  <a:pt x="17381" y="61485"/>
                  <a:pt x="20672" y="61908"/>
                  <a:pt x="23804" y="61908"/>
                </a:cubicBezTo>
                <a:cubicBezTo>
                  <a:pt x="28456" y="61908"/>
                  <a:pt x="33233" y="59862"/>
                  <a:pt x="36902" y="5714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3" name="Красный — SVG 14">
            <a:extLst>
              <a:ext uri="{FF2B5EF4-FFF2-40B4-BE49-F238E27FC236}">
                <a16:creationId xmlns:a16="http://schemas.microsoft.com/office/drawing/2014/main" id="{657DA5CF-FFCC-CE40-95B4-FBC64E002478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124053 w 141775"/>
              <a:gd name="csY0" fmla="*/ 0 h 141753"/>
              <a:gd name="csX1" fmla="*/ 85063 w 141775"/>
              <a:gd name="csY1" fmla="*/ 0 h 141753"/>
              <a:gd name="csX2" fmla="*/ 70028 w 141775"/>
              <a:gd name="csY2" fmla="*/ 6226 h 141753"/>
              <a:gd name="csX3" fmla="*/ 6228 w 141775"/>
              <a:gd name="csY3" fmla="*/ 70018 h 141753"/>
              <a:gd name="csX4" fmla="*/ 6228 w 141775"/>
              <a:gd name="csY4" fmla="*/ 100093 h 141753"/>
              <a:gd name="csX5" fmla="*/ 41672 w 141775"/>
              <a:gd name="csY5" fmla="*/ 135528 h 141753"/>
              <a:gd name="csX6" fmla="*/ 56709 w 141775"/>
              <a:gd name="csY6" fmla="*/ 141753 h 141753"/>
              <a:gd name="csX7" fmla="*/ 71743 w 141775"/>
              <a:gd name="csY7" fmla="*/ 135528 h 141753"/>
              <a:gd name="csX8" fmla="*/ 135544 w 141775"/>
              <a:gd name="csY8" fmla="*/ 71736 h 141753"/>
              <a:gd name="csX9" fmla="*/ 141776 w 141775"/>
              <a:gd name="csY9" fmla="*/ 56698 h 141753"/>
              <a:gd name="csX10" fmla="*/ 141776 w 141775"/>
              <a:gd name="csY10" fmla="*/ 17726 h 141753"/>
              <a:gd name="csX11" fmla="*/ 124053 w 141775"/>
              <a:gd name="csY11" fmla="*/ 0 h 141753"/>
              <a:gd name="csX12" fmla="*/ 106330 w 141775"/>
              <a:gd name="csY12" fmla="*/ 46066 h 141753"/>
              <a:gd name="csX13" fmla="*/ 95697 w 141775"/>
              <a:gd name="csY13" fmla="*/ 35434 h 141753"/>
              <a:gd name="csX14" fmla="*/ 106330 w 141775"/>
              <a:gd name="csY14" fmla="*/ 24802 h 141753"/>
              <a:gd name="csX15" fmla="*/ 116963 w 141775"/>
              <a:gd name="csY15" fmla="*/ 35434 h 141753"/>
              <a:gd name="csX16" fmla="*/ 106330 w 141775"/>
              <a:gd name="csY16" fmla="*/ 46066 h 141753"/>
            </a:gdLst>
            <a:ahLst/>
            <a:cxnLst/>
            <a:rect l="l" t="t" r="r" b="b"/>
            <a:pathLst>
              <a:path w="100000" h="100000">
                <a:moveTo>
                  <a:pt x="87500" y="8"/>
                </a:moveTo>
                <a:lnTo>
                  <a:pt x="59999" y="8"/>
                </a:lnTo>
                <a:cubicBezTo>
                  <a:pt x="56022" y="8"/>
                  <a:pt x="52207" y="1591"/>
                  <a:pt x="49394" y="4399"/>
                </a:cubicBezTo>
                <a:lnTo>
                  <a:pt x="4393" y="49394"/>
                </a:lnTo>
                <a:cubicBezTo>
                  <a:pt x="-1464" y="55250"/>
                  <a:pt x="-1464" y="64753"/>
                  <a:pt x="4393" y="70608"/>
                </a:cubicBezTo>
                <a:lnTo>
                  <a:pt x="29393" y="95601"/>
                </a:lnTo>
                <a:cubicBezTo>
                  <a:pt x="32321" y="98529"/>
                  <a:pt x="36162" y="99992"/>
                  <a:pt x="39999" y="99992"/>
                </a:cubicBezTo>
                <a:cubicBezTo>
                  <a:pt x="43837" y="99992"/>
                  <a:pt x="47677" y="98529"/>
                  <a:pt x="50603" y="95601"/>
                </a:cubicBezTo>
                <a:lnTo>
                  <a:pt x="95605" y="50606"/>
                </a:lnTo>
                <a:cubicBezTo>
                  <a:pt x="98420" y="47798"/>
                  <a:pt x="100001" y="43983"/>
                  <a:pt x="100001" y="39999"/>
                </a:cubicBezTo>
                <a:lnTo>
                  <a:pt x="100001" y="12511"/>
                </a:lnTo>
                <a:cubicBezTo>
                  <a:pt x="100001" y="5599"/>
                  <a:pt x="94402" y="8"/>
                  <a:pt x="87500" y="8"/>
                </a:cubicBezTo>
                <a:close/>
                <a:moveTo>
                  <a:pt x="74999" y="32500"/>
                </a:moveTo>
                <a:cubicBezTo>
                  <a:pt x="70857" y="32500"/>
                  <a:pt x="67499" y="29153"/>
                  <a:pt x="67499" y="25001"/>
                </a:cubicBezTo>
                <a:cubicBezTo>
                  <a:pt x="67499" y="20861"/>
                  <a:pt x="70857" y="17502"/>
                  <a:pt x="74999" y="17502"/>
                </a:cubicBezTo>
                <a:cubicBezTo>
                  <a:pt x="79143" y="17502"/>
                  <a:pt x="82499" y="20861"/>
                  <a:pt x="82499" y="25001"/>
                </a:cubicBezTo>
                <a:cubicBezTo>
                  <a:pt x="82499" y="29153"/>
                  <a:pt x="79143" y="32500"/>
                  <a:pt x="74999" y="325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4" name="Красный — SVG 15">
            <a:extLst>
              <a:ext uri="{FF2B5EF4-FFF2-40B4-BE49-F238E27FC236}">
                <a16:creationId xmlns:a16="http://schemas.microsoft.com/office/drawing/2014/main" id="{B8CDC237-6FB5-9846-BA68-F462842473BD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71369 w 141820"/>
              <a:gd name="csY0" fmla="*/ 1 h 141805"/>
              <a:gd name="csX1" fmla="*/ 59324 w 141820"/>
              <a:gd name="csY1" fmla="*/ 4576 h 141805"/>
              <a:gd name="csX2" fmla="*/ 54679 w 141820"/>
              <a:gd name="csY2" fmla="*/ 8710 h 141805"/>
              <a:gd name="csX3" fmla="*/ 48606 w 141820"/>
              <a:gd name="csY3" fmla="*/ 7366 h 141805"/>
              <a:gd name="csX4" fmla="*/ 27713 w 141820"/>
              <a:gd name="csY4" fmla="*/ 19240 h 141805"/>
              <a:gd name="csX5" fmla="*/ 25773 w 141820"/>
              <a:gd name="csY5" fmla="*/ 25160 h 141805"/>
              <a:gd name="csX6" fmla="*/ 19819 w 141820"/>
              <a:gd name="csY6" fmla="*/ 27031 h 141805"/>
              <a:gd name="csX7" fmla="*/ 7671 w 141820"/>
              <a:gd name="csY7" fmla="*/ 47768 h 141805"/>
              <a:gd name="csX8" fmla="*/ 8930 w 141820"/>
              <a:gd name="csY8" fmla="*/ 53858 h 141805"/>
              <a:gd name="csX9" fmla="*/ 4728 w 141820"/>
              <a:gd name="csY9" fmla="*/ 58451 h 141805"/>
              <a:gd name="csX10" fmla="*/ 4575 w 141820"/>
              <a:gd name="csY10" fmla="*/ 82487 h 141805"/>
              <a:gd name="csX11" fmla="*/ 8709 w 141820"/>
              <a:gd name="csY11" fmla="*/ 87131 h 141805"/>
              <a:gd name="csX12" fmla="*/ 7365 w 141820"/>
              <a:gd name="csY12" fmla="*/ 93204 h 141805"/>
              <a:gd name="csX13" fmla="*/ 19240 w 141820"/>
              <a:gd name="csY13" fmla="*/ 114094 h 141805"/>
              <a:gd name="csX14" fmla="*/ 25161 w 141820"/>
              <a:gd name="csY14" fmla="*/ 116033 h 141805"/>
              <a:gd name="csX15" fmla="*/ 27032 w 141820"/>
              <a:gd name="csY15" fmla="*/ 121987 h 141805"/>
              <a:gd name="csX16" fmla="*/ 47755 w 141820"/>
              <a:gd name="csY16" fmla="*/ 134133 h 141805"/>
              <a:gd name="csX17" fmla="*/ 53862 w 141820"/>
              <a:gd name="csY17" fmla="*/ 132874 h 141805"/>
              <a:gd name="csX18" fmla="*/ 58456 w 141820"/>
              <a:gd name="csY18" fmla="*/ 137076 h 141805"/>
              <a:gd name="csX19" fmla="*/ 70553 w 141820"/>
              <a:gd name="csY19" fmla="*/ 141805 h 141805"/>
              <a:gd name="csX20" fmla="*/ 82479 w 141820"/>
              <a:gd name="csY20" fmla="*/ 137229 h 141805"/>
              <a:gd name="csX21" fmla="*/ 87124 w 141820"/>
              <a:gd name="csY21" fmla="*/ 133095 h 141805"/>
              <a:gd name="csX22" fmla="*/ 93215 w 141820"/>
              <a:gd name="csY22" fmla="*/ 134439 h 141805"/>
              <a:gd name="csX23" fmla="*/ 114107 w 141820"/>
              <a:gd name="csY23" fmla="*/ 122566 h 141805"/>
              <a:gd name="csX24" fmla="*/ 116047 w 141820"/>
              <a:gd name="csY24" fmla="*/ 116646 h 141805"/>
              <a:gd name="csX25" fmla="*/ 122001 w 141820"/>
              <a:gd name="csY25" fmla="*/ 114774 h 141805"/>
              <a:gd name="csX26" fmla="*/ 134149 w 141820"/>
              <a:gd name="csY26" fmla="*/ 94055 h 141805"/>
              <a:gd name="csX27" fmla="*/ 132890 w 141820"/>
              <a:gd name="csY27" fmla="*/ 87948 h 141805"/>
              <a:gd name="csX28" fmla="*/ 137092 w 141820"/>
              <a:gd name="csY28" fmla="*/ 83355 h 141805"/>
              <a:gd name="csX29" fmla="*/ 137245 w 141820"/>
              <a:gd name="csY29" fmla="*/ 59318 h 141805"/>
              <a:gd name="csX30" fmla="*/ 133111 w 141820"/>
              <a:gd name="csY30" fmla="*/ 54674 h 141805"/>
              <a:gd name="csX31" fmla="*/ 134455 w 141820"/>
              <a:gd name="csY31" fmla="*/ 48601 h 141805"/>
              <a:gd name="csX32" fmla="*/ 122580 w 141820"/>
              <a:gd name="csY32" fmla="*/ 27712 h 141805"/>
              <a:gd name="csX33" fmla="*/ 116659 w 141820"/>
              <a:gd name="csY33" fmla="*/ 25772 h 141805"/>
              <a:gd name="csX34" fmla="*/ 114788 w 141820"/>
              <a:gd name="csY34" fmla="*/ 19819 h 141805"/>
              <a:gd name="csX35" fmla="*/ 94048 w 141820"/>
              <a:gd name="csY35" fmla="*/ 7656 h 141805"/>
              <a:gd name="csX36" fmla="*/ 87957 w 141820"/>
              <a:gd name="csY36" fmla="*/ 8931 h 141805"/>
              <a:gd name="csX37" fmla="*/ 83364 w 141820"/>
              <a:gd name="csY37" fmla="*/ 4730 h 141805"/>
              <a:gd name="csX38" fmla="*/ 71369 w 141820"/>
              <a:gd name="csY38" fmla="*/ 1 h 141805"/>
              <a:gd name="csX39" fmla="*/ 34144 w 141820"/>
              <a:gd name="csY39" fmla="*/ 56733 h 141805"/>
              <a:gd name="csX40" fmla="*/ 37240 w 141820"/>
              <a:gd name="csY40" fmla="*/ 56733 h 141805"/>
              <a:gd name="csX41" fmla="*/ 44182 w 141820"/>
              <a:gd name="csY41" fmla="*/ 59539 h 141805"/>
              <a:gd name="csX42" fmla="*/ 44182 w 141820"/>
              <a:gd name="csY42" fmla="*/ 64541 h 141805"/>
              <a:gd name="csX43" fmla="*/ 39163 w 141820"/>
              <a:gd name="csY43" fmla="*/ 64541 h 141805"/>
              <a:gd name="csX44" fmla="*/ 37240 w 141820"/>
              <a:gd name="csY44" fmla="*/ 63809 h 141805"/>
              <a:gd name="csX45" fmla="*/ 34144 w 141820"/>
              <a:gd name="csY45" fmla="*/ 63809 h 141805"/>
              <a:gd name="csX46" fmla="*/ 32358 w 141820"/>
              <a:gd name="csY46" fmla="*/ 65578 h 141805"/>
              <a:gd name="csX47" fmla="*/ 34144 w 141820"/>
              <a:gd name="csY47" fmla="*/ 67364 h 141805"/>
              <a:gd name="csX48" fmla="*/ 37240 w 141820"/>
              <a:gd name="csY48" fmla="*/ 67364 h 141805"/>
              <a:gd name="csX49" fmla="*/ 46105 w 141820"/>
              <a:gd name="csY49" fmla="*/ 76210 h 141805"/>
              <a:gd name="csX50" fmla="*/ 37240 w 141820"/>
              <a:gd name="csY50" fmla="*/ 85073 h 141805"/>
              <a:gd name="csX51" fmla="*/ 33362 w 141820"/>
              <a:gd name="csY51" fmla="*/ 85073 h 141805"/>
              <a:gd name="csX52" fmla="*/ 25875 w 141820"/>
              <a:gd name="csY52" fmla="*/ 81824 h 141805"/>
              <a:gd name="csX53" fmla="*/ 25875 w 141820"/>
              <a:gd name="csY53" fmla="*/ 76806 h 141805"/>
              <a:gd name="csX54" fmla="*/ 30877 w 141820"/>
              <a:gd name="csY54" fmla="*/ 76806 h 141805"/>
              <a:gd name="csX55" fmla="*/ 33362 w 141820"/>
              <a:gd name="csY55" fmla="*/ 77996 h 141805"/>
              <a:gd name="csX56" fmla="*/ 37240 w 141820"/>
              <a:gd name="csY56" fmla="*/ 77996 h 141805"/>
              <a:gd name="csX57" fmla="*/ 39010 w 141820"/>
              <a:gd name="csY57" fmla="*/ 76210 h 141805"/>
              <a:gd name="csX58" fmla="*/ 37240 w 141820"/>
              <a:gd name="csY58" fmla="*/ 74441 h 141805"/>
              <a:gd name="csX59" fmla="*/ 34144 w 141820"/>
              <a:gd name="csY59" fmla="*/ 74441 h 141805"/>
              <a:gd name="csX60" fmla="*/ 25280 w 141820"/>
              <a:gd name="csY60" fmla="*/ 65578 h 141805"/>
              <a:gd name="csX61" fmla="*/ 34144 w 141820"/>
              <a:gd name="csY61" fmla="*/ 56733 h 141805"/>
              <a:gd name="csX62" fmla="*/ 60277 w 141820"/>
              <a:gd name="csY62" fmla="*/ 56733 h 141805"/>
              <a:gd name="csX63" fmla="*/ 63543 w 141820"/>
              <a:gd name="csY63" fmla="*/ 58910 h 141805"/>
              <a:gd name="csX64" fmla="*/ 72407 w 141820"/>
              <a:gd name="csY64" fmla="*/ 80174 h 141805"/>
              <a:gd name="csX65" fmla="*/ 70502 w 141820"/>
              <a:gd name="csY65" fmla="*/ 84801 h 141805"/>
              <a:gd name="csX66" fmla="*/ 69140 w 141820"/>
              <a:gd name="csY66" fmla="*/ 85073 h 141805"/>
              <a:gd name="csX67" fmla="*/ 65857 w 141820"/>
              <a:gd name="csY67" fmla="*/ 82896 h 141805"/>
              <a:gd name="csX68" fmla="*/ 65295 w 141820"/>
              <a:gd name="csY68" fmla="*/ 81535 h 141805"/>
              <a:gd name="csX69" fmla="*/ 55258 w 141820"/>
              <a:gd name="csY69" fmla="*/ 81535 h 141805"/>
              <a:gd name="csX70" fmla="*/ 54696 w 141820"/>
              <a:gd name="csY70" fmla="*/ 82896 h 141805"/>
              <a:gd name="csX71" fmla="*/ 50051 w 141820"/>
              <a:gd name="csY71" fmla="*/ 84801 h 141805"/>
              <a:gd name="csX72" fmla="*/ 48146 w 141820"/>
              <a:gd name="csY72" fmla="*/ 80174 h 141805"/>
              <a:gd name="csX73" fmla="*/ 57010 w 141820"/>
              <a:gd name="csY73" fmla="*/ 58910 h 141805"/>
              <a:gd name="csX74" fmla="*/ 60277 w 141820"/>
              <a:gd name="csY74" fmla="*/ 56733 h 141805"/>
              <a:gd name="csX75" fmla="*/ 81543 w 141820"/>
              <a:gd name="csY75" fmla="*/ 56733 h 141805"/>
              <a:gd name="csX76" fmla="*/ 85082 w 141820"/>
              <a:gd name="csY76" fmla="*/ 60271 h 141805"/>
              <a:gd name="csX77" fmla="*/ 85082 w 141820"/>
              <a:gd name="csY77" fmla="*/ 77996 h 141805"/>
              <a:gd name="csX78" fmla="*/ 92177 w 141820"/>
              <a:gd name="csY78" fmla="*/ 77996 h 141805"/>
              <a:gd name="csX79" fmla="*/ 95716 w 141820"/>
              <a:gd name="csY79" fmla="*/ 81535 h 141805"/>
              <a:gd name="csX80" fmla="*/ 92177 w 141820"/>
              <a:gd name="csY80" fmla="*/ 85073 h 141805"/>
              <a:gd name="csX81" fmla="*/ 81543 w 141820"/>
              <a:gd name="csY81" fmla="*/ 85073 h 141805"/>
              <a:gd name="csX82" fmla="*/ 78005 w 141820"/>
              <a:gd name="csY82" fmla="*/ 81535 h 141805"/>
              <a:gd name="csX83" fmla="*/ 78005 w 141820"/>
              <a:gd name="csY83" fmla="*/ 60271 h 141805"/>
              <a:gd name="csX84" fmla="*/ 81543 w 141820"/>
              <a:gd name="csY84" fmla="*/ 56733 h 141805"/>
              <a:gd name="csX85" fmla="*/ 102810 w 141820"/>
              <a:gd name="csY85" fmla="*/ 56733 h 141805"/>
              <a:gd name="csX86" fmla="*/ 113443 w 141820"/>
              <a:gd name="csY86" fmla="*/ 56733 h 141805"/>
              <a:gd name="csX87" fmla="*/ 116982 w 141820"/>
              <a:gd name="csY87" fmla="*/ 60271 h 141805"/>
              <a:gd name="csX88" fmla="*/ 113443 w 141820"/>
              <a:gd name="csY88" fmla="*/ 63809 h 141805"/>
              <a:gd name="csX89" fmla="*/ 106349 w 141820"/>
              <a:gd name="csY89" fmla="*/ 63809 h 141805"/>
              <a:gd name="csX90" fmla="*/ 106349 w 141820"/>
              <a:gd name="csY90" fmla="*/ 67364 h 141805"/>
              <a:gd name="csX91" fmla="*/ 111674 w 141820"/>
              <a:gd name="csY91" fmla="*/ 67364 h 141805"/>
              <a:gd name="csX92" fmla="*/ 115213 w 141820"/>
              <a:gd name="csY92" fmla="*/ 70903 h 141805"/>
              <a:gd name="csX93" fmla="*/ 111674 w 141820"/>
              <a:gd name="csY93" fmla="*/ 74441 h 141805"/>
              <a:gd name="csX94" fmla="*/ 106349 w 141820"/>
              <a:gd name="csY94" fmla="*/ 74441 h 141805"/>
              <a:gd name="csX95" fmla="*/ 106349 w 141820"/>
              <a:gd name="csY95" fmla="*/ 77996 h 141805"/>
              <a:gd name="csX96" fmla="*/ 113443 w 141820"/>
              <a:gd name="csY96" fmla="*/ 77996 h 141805"/>
              <a:gd name="csX97" fmla="*/ 116982 w 141820"/>
              <a:gd name="csY97" fmla="*/ 81535 h 141805"/>
              <a:gd name="csX98" fmla="*/ 113443 w 141820"/>
              <a:gd name="csY98" fmla="*/ 85073 h 141805"/>
              <a:gd name="csX99" fmla="*/ 102810 w 141820"/>
              <a:gd name="csY99" fmla="*/ 85073 h 141805"/>
              <a:gd name="csX100" fmla="*/ 99272 w 141820"/>
              <a:gd name="csY100" fmla="*/ 81535 h 141805"/>
              <a:gd name="csX101" fmla="*/ 99272 w 141820"/>
              <a:gd name="csY101" fmla="*/ 60271 h 141805"/>
              <a:gd name="csX102" fmla="*/ 102810 w 141820"/>
              <a:gd name="csY102" fmla="*/ 56733 h 141805"/>
              <a:gd name="csX103" fmla="*/ 60277 w 141820"/>
              <a:gd name="csY103" fmla="*/ 69474 h 141805"/>
              <a:gd name="csX104" fmla="*/ 58218 w 141820"/>
              <a:gd name="csY104" fmla="*/ 74441 h 141805"/>
              <a:gd name="csX105" fmla="*/ 62335 w 141820"/>
              <a:gd name="csY105" fmla="*/ 74441 h 141805"/>
              <a:gd name="csX106" fmla="*/ 60277 w 141820"/>
              <a:gd name="csY106" fmla="*/ 69474 h 141805"/>
            </a:gdLst>
            <a:ahLst/>
            <a:cxnLst/>
            <a:rect l="l" t="t" r="r" b="b"/>
            <a:pathLst>
              <a:path w="100000" h="100000">
                <a:moveTo>
                  <a:pt x="50324" y="6"/>
                </a:moveTo>
                <a:cubicBezTo>
                  <a:pt x="47301" y="-18"/>
                  <a:pt x="44265" y="1062"/>
                  <a:pt x="41830" y="3232"/>
                </a:cubicBezTo>
                <a:lnTo>
                  <a:pt x="38555" y="6147"/>
                </a:lnTo>
                <a:lnTo>
                  <a:pt x="34273" y="5199"/>
                </a:lnTo>
                <a:cubicBezTo>
                  <a:pt x="27914" y="3784"/>
                  <a:pt x="21580" y="7394"/>
                  <a:pt x="19541" y="13572"/>
                </a:cubicBezTo>
                <a:lnTo>
                  <a:pt x="18173" y="17746"/>
                </a:lnTo>
                <a:lnTo>
                  <a:pt x="13975" y="19065"/>
                </a:lnTo>
                <a:cubicBezTo>
                  <a:pt x="7761" y="21021"/>
                  <a:pt x="4078" y="27306"/>
                  <a:pt x="5409" y="33687"/>
                </a:cubicBezTo>
                <a:lnTo>
                  <a:pt x="6297" y="37982"/>
                </a:lnTo>
                <a:lnTo>
                  <a:pt x="3334" y="41220"/>
                </a:lnTo>
                <a:cubicBezTo>
                  <a:pt x="-1069" y="46030"/>
                  <a:pt x="-1117" y="53311"/>
                  <a:pt x="3226" y="58168"/>
                </a:cubicBezTo>
                <a:lnTo>
                  <a:pt x="6141" y="61443"/>
                </a:lnTo>
                <a:lnTo>
                  <a:pt x="5193" y="65725"/>
                </a:lnTo>
                <a:cubicBezTo>
                  <a:pt x="3789" y="72083"/>
                  <a:pt x="7376" y="78416"/>
                  <a:pt x="13566" y="80455"/>
                </a:cubicBezTo>
                <a:lnTo>
                  <a:pt x="17742" y="81822"/>
                </a:lnTo>
                <a:lnTo>
                  <a:pt x="19061" y="86021"/>
                </a:lnTo>
                <a:cubicBezTo>
                  <a:pt x="21017" y="92234"/>
                  <a:pt x="27303" y="95916"/>
                  <a:pt x="33673" y="94585"/>
                </a:cubicBezTo>
                <a:lnTo>
                  <a:pt x="37979" y="93697"/>
                </a:lnTo>
                <a:lnTo>
                  <a:pt x="41218" y="96660"/>
                </a:lnTo>
                <a:cubicBezTo>
                  <a:pt x="43642" y="98879"/>
                  <a:pt x="46689" y="99995"/>
                  <a:pt x="49748" y="99995"/>
                </a:cubicBezTo>
                <a:cubicBezTo>
                  <a:pt x="52747" y="99995"/>
                  <a:pt x="55758" y="98927"/>
                  <a:pt x="58158" y="96768"/>
                </a:cubicBezTo>
                <a:lnTo>
                  <a:pt x="61433" y="93853"/>
                </a:lnTo>
                <a:lnTo>
                  <a:pt x="65728" y="94801"/>
                </a:lnTo>
                <a:cubicBezTo>
                  <a:pt x="72074" y="96217"/>
                  <a:pt x="78420" y="92606"/>
                  <a:pt x="80459" y="86429"/>
                </a:cubicBezTo>
                <a:lnTo>
                  <a:pt x="81827" y="82255"/>
                </a:lnTo>
                <a:lnTo>
                  <a:pt x="86025" y="80935"/>
                </a:lnTo>
                <a:cubicBezTo>
                  <a:pt x="92227" y="78980"/>
                  <a:pt x="95922" y="72695"/>
                  <a:pt x="94591" y="66325"/>
                </a:cubicBezTo>
                <a:lnTo>
                  <a:pt x="93703" y="62019"/>
                </a:lnTo>
                <a:lnTo>
                  <a:pt x="96666" y="58780"/>
                </a:lnTo>
                <a:cubicBezTo>
                  <a:pt x="101069" y="53983"/>
                  <a:pt x="101117" y="46690"/>
                  <a:pt x="96774" y="41832"/>
                </a:cubicBezTo>
                <a:lnTo>
                  <a:pt x="93859" y="38557"/>
                </a:lnTo>
                <a:lnTo>
                  <a:pt x="94807" y="34275"/>
                </a:lnTo>
                <a:cubicBezTo>
                  <a:pt x="96211" y="27917"/>
                  <a:pt x="92612" y="21585"/>
                  <a:pt x="86434" y="19546"/>
                </a:cubicBezTo>
                <a:lnTo>
                  <a:pt x="82258" y="18178"/>
                </a:lnTo>
                <a:lnTo>
                  <a:pt x="80939" y="13980"/>
                </a:lnTo>
                <a:cubicBezTo>
                  <a:pt x="78984" y="7767"/>
                  <a:pt x="72698" y="4072"/>
                  <a:pt x="66315" y="5404"/>
                </a:cubicBezTo>
                <a:lnTo>
                  <a:pt x="62020" y="6303"/>
                </a:lnTo>
                <a:lnTo>
                  <a:pt x="58782" y="3341"/>
                </a:lnTo>
                <a:cubicBezTo>
                  <a:pt x="56370" y="1133"/>
                  <a:pt x="53359" y="30"/>
                  <a:pt x="50324" y="6"/>
                </a:cubicBezTo>
                <a:close/>
                <a:moveTo>
                  <a:pt x="24076" y="40009"/>
                </a:moveTo>
                <a:lnTo>
                  <a:pt x="26259" y="40009"/>
                </a:lnTo>
                <a:cubicBezTo>
                  <a:pt x="29078" y="40009"/>
                  <a:pt x="30950" y="41784"/>
                  <a:pt x="31154" y="41987"/>
                </a:cubicBezTo>
                <a:cubicBezTo>
                  <a:pt x="32125" y="42959"/>
                  <a:pt x="32125" y="44543"/>
                  <a:pt x="31154" y="45514"/>
                </a:cubicBezTo>
                <a:cubicBezTo>
                  <a:pt x="30170" y="46498"/>
                  <a:pt x="28586" y="46498"/>
                  <a:pt x="27615" y="45514"/>
                </a:cubicBezTo>
                <a:cubicBezTo>
                  <a:pt x="27615" y="45514"/>
                  <a:pt x="27015" y="44998"/>
                  <a:pt x="26259" y="44998"/>
                </a:cubicBezTo>
                <a:lnTo>
                  <a:pt x="24076" y="44998"/>
                </a:lnTo>
                <a:cubicBezTo>
                  <a:pt x="23380" y="44998"/>
                  <a:pt x="22816" y="45562"/>
                  <a:pt x="22816" y="46246"/>
                </a:cubicBezTo>
                <a:cubicBezTo>
                  <a:pt x="22816" y="46942"/>
                  <a:pt x="23380" y="47505"/>
                  <a:pt x="24076" y="47505"/>
                </a:cubicBezTo>
                <a:lnTo>
                  <a:pt x="26259" y="47505"/>
                </a:lnTo>
                <a:cubicBezTo>
                  <a:pt x="29702" y="47505"/>
                  <a:pt x="32510" y="50300"/>
                  <a:pt x="32510" y="53742"/>
                </a:cubicBezTo>
                <a:cubicBezTo>
                  <a:pt x="32510" y="57186"/>
                  <a:pt x="29702" y="59992"/>
                  <a:pt x="26259" y="59992"/>
                </a:cubicBezTo>
                <a:lnTo>
                  <a:pt x="23524" y="59992"/>
                </a:lnTo>
                <a:cubicBezTo>
                  <a:pt x="20825" y="59992"/>
                  <a:pt x="18929" y="58385"/>
                  <a:pt x="18245" y="57701"/>
                </a:cubicBezTo>
                <a:cubicBezTo>
                  <a:pt x="17261" y="56729"/>
                  <a:pt x="17261" y="55146"/>
                  <a:pt x="18245" y="54163"/>
                </a:cubicBezTo>
                <a:cubicBezTo>
                  <a:pt x="19217" y="53191"/>
                  <a:pt x="20801" y="53191"/>
                  <a:pt x="21772" y="54163"/>
                </a:cubicBezTo>
                <a:cubicBezTo>
                  <a:pt x="21976" y="54366"/>
                  <a:pt x="22672" y="55002"/>
                  <a:pt x="23524" y="55002"/>
                </a:cubicBezTo>
                <a:lnTo>
                  <a:pt x="26259" y="55002"/>
                </a:lnTo>
                <a:cubicBezTo>
                  <a:pt x="26943" y="55002"/>
                  <a:pt x="27507" y="54438"/>
                  <a:pt x="27507" y="53742"/>
                </a:cubicBezTo>
                <a:cubicBezTo>
                  <a:pt x="27507" y="53059"/>
                  <a:pt x="26943" y="52495"/>
                  <a:pt x="26259" y="52495"/>
                </a:cubicBezTo>
                <a:lnTo>
                  <a:pt x="24076" y="52495"/>
                </a:lnTo>
                <a:cubicBezTo>
                  <a:pt x="20621" y="52495"/>
                  <a:pt x="17825" y="49689"/>
                  <a:pt x="17825" y="46246"/>
                </a:cubicBezTo>
                <a:cubicBezTo>
                  <a:pt x="17825" y="42803"/>
                  <a:pt x="20621" y="40009"/>
                  <a:pt x="24076" y="40009"/>
                </a:cubicBezTo>
                <a:close/>
                <a:moveTo>
                  <a:pt x="42502" y="40009"/>
                </a:moveTo>
                <a:cubicBezTo>
                  <a:pt x="43510" y="40009"/>
                  <a:pt x="44422" y="40608"/>
                  <a:pt x="44805" y="41544"/>
                </a:cubicBezTo>
                <a:lnTo>
                  <a:pt x="51056" y="56538"/>
                </a:lnTo>
                <a:cubicBezTo>
                  <a:pt x="51584" y="57809"/>
                  <a:pt x="50984" y="59272"/>
                  <a:pt x="49712" y="59800"/>
                </a:cubicBezTo>
                <a:cubicBezTo>
                  <a:pt x="49400" y="59932"/>
                  <a:pt x="49076" y="59992"/>
                  <a:pt x="48752" y="59992"/>
                </a:cubicBezTo>
                <a:cubicBezTo>
                  <a:pt x="47769" y="59992"/>
                  <a:pt x="46833" y="59417"/>
                  <a:pt x="46437" y="58457"/>
                </a:cubicBezTo>
                <a:lnTo>
                  <a:pt x="46041" y="57497"/>
                </a:lnTo>
                <a:lnTo>
                  <a:pt x="38963" y="57497"/>
                </a:lnTo>
                <a:lnTo>
                  <a:pt x="38567" y="58457"/>
                </a:lnTo>
                <a:cubicBezTo>
                  <a:pt x="38028" y="59728"/>
                  <a:pt x="36564" y="60340"/>
                  <a:pt x="35292" y="59800"/>
                </a:cubicBezTo>
                <a:cubicBezTo>
                  <a:pt x="34021" y="59272"/>
                  <a:pt x="33421" y="57809"/>
                  <a:pt x="33949" y="56538"/>
                </a:cubicBezTo>
                <a:lnTo>
                  <a:pt x="40199" y="41544"/>
                </a:lnTo>
                <a:cubicBezTo>
                  <a:pt x="40583" y="40608"/>
                  <a:pt x="41495" y="40009"/>
                  <a:pt x="42502" y="40009"/>
                </a:cubicBezTo>
                <a:close/>
                <a:moveTo>
                  <a:pt x="57498" y="40009"/>
                </a:moveTo>
                <a:cubicBezTo>
                  <a:pt x="58877" y="40009"/>
                  <a:pt x="59993" y="41124"/>
                  <a:pt x="59993" y="42504"/>
                </a:cubicBezTo>
                <a:lnTo>
                  <a:pt x="59993" y="55002"/>
                </a:lnTo>
                <a:lnTo>
                  <a:pt x="64996" y="55002"/>
                </a:lnTo>
                <a:cubicBezTo>
                  <a:pt x="66375" y="55002"/>
                  <a:pt x="67491" y="56118"/>
                  <a:pt x="67491" y="57497"/>
                </a:cubicBezTo>
                <a:cubicBezTo>
                  <a:pt x="67491" y="58876"/>
                  <a:pt x="66375" y="59992"/>
                  <a:pt x="64996" y="59992"/>
                </a:cubicBezTo>
                <a:lnTo>
                  <a:pt x="57498" y="59992"/>
                </a:lnTo>
                <a:cubicBezTo>
                  <a:pt x="56118" y="59992"/>
                  <a:pt x="55003" y="58876"/>
                  <a:pt x="55003" y="57497"/>
                </a:cubicBezTo>
                <a:lnTo>
                  <a:pt x="55003" y="42504"/>
                </a:lnTo>
                <a:cubicBezTo>
                  <a:pt x="55003" y="41124"/>
                  <a:pt x="56118" y="40009"/>
                  <a:pt x="57498" y="40009"/>
                </a:cubicBezTo>
                <a:close/>
                <a:moveTo>
                  <a:pt x="72493" y="40009"/>
                </a:moveTo>
                <a:lnTo>
                  <a:pt x="79991" y="40009"/>
                </a:lnTo>
                <a:cubicBezTo>
                  <a:pt x="81371" y="40009"/>
                  <a:pt x="82486" y="41124"/>
                  <a:pt x="82486" y="42504"/>
                </a:cubicBezTo>
                <a:cubicBezTo>
                  <a:pt x="82486" y="43883"/>
                  <a:pt x="81371" y="44998"/>
                  <a:pt x="79991" y="44998"/>
                </a:cubicBezTo>
                <a:lnTo>
                  <a:pt x="74989" y="44998"/>
                </a:lnTo>
                <a:lnTo>
                  <a:pt x="74989" y="47505"/>
                </a:lnTo>
                <a:lnTo>
                  <a:pt x="78743" y="47505"/>
                </a:lnTo>
                <a:cubicBezTo>
                  <a:pt x="80123" y="47505"/>
                  <a:pt x="81239" y="48621"/>
                  <a:pt x="81239" y="50000"/>
                </a:cubicBezTo>
                <a:cubicBezTo>
                  <a:pt x="81239" y="51380"/>
                  <a:pt x="80123" y="52495"/>
                  <a:pt x="78743" y="52495"/>
                </a:cubicBezTo>
                <a:lnTo>
                  <a:pt x="74989" y="52495"/>
                </a:lnTo>
                <a:lnTo>
                  <a:pt x="74989" y="55002"/>
                </a:lnTo>
                <a:lnTo>
                  <a:pt x="79991" y="55002"/>
                </a:lnTo>
                <a:cubicBezTo>
                  <a:pt x="81371" y="55002"/>
                  <a:pt x="82486" y="56118"/>
                  <a:pt x="82486" y="57497"/>
                </a:cubicBezTo>
                <a:cubicBezTo>
                  <a:pt x="82486" y="58876"/>
                  <a:pt x="81371" y="59992"/>
                  <a:pt x="79991" y="59992"/>
                </a:cubicBezTo>
                <a:lnTo>
                  <a:pt x="72493" y="59992"/>
                </a:lnTo>
                <a:cubicBezTo>
                  <a:pt x="71114" y="59992"/>
                  <a:pt x="69999" y="58876"/>
                  <a:pt x="69999" y="57497"/>
                </a:cubicBezTo>
                <a:lnTo>
                  <a:pt x="69999" y="42504"/>
                </a:lnTo>
                <a:cubicBezTo>
                  <a:pt x="69999" y="41124"/>
                  <a:pt x="71114" y="40009"/>
                  <a:pt x="72493" y="40009"/>
                </a:cubicBezTo>
                <a:close/>
                <a:moveTo>
                  <a:pt x="42502" y="48993"/>
                </a:moveTo>
                <a:lnTo>
                  <a:pt x="41051" y="52495"/>
                </a:lnTo>
                <a:lnTo>
                  <a:pt x="43954" y="52495"/>
                </a:lnTo>
                <a:lnTo>
                  <a:pt x="42502" y="4899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5" name="Красный — SVG 16">
            <a:extLst>
              <a:ext uri="{FF2B5EF4-FFF2-40B4-BE49-F238E27FC236}">
                <a16:creationId xmlns:a16="http://schemas.microsoft.com/office/drawing/2014/main" id="{531B781E-CDF8-D349-8981-74A63F6E08CC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5393 w 156035"/>
              <a:gd name="csY0" fmla="*/ 1 h 127584"/>
              <a:gd name="csX1" fmla="*/ 3335 w 156035"/>
              <a:gd name="csY1" fmla="*/ 393 h 127584"/>
              <a:gd name="csX2" fmla="*/ 1582 w 156035"/>
              <a:gd name="csY2" fmla="*/ 1532 h 127584"/>
              <a:gd name="csX3" fmla="*/ 408 w 156035"/>
              <a:gd name="csY3" fmla="*/ 3268 h 127584"/>
              <a:gd name="csX4" fmla="*/ 0 w 156035"/>
              <a:gd name="csY4" fmla="*/ 5326 h 127584"/>
              <a:gd name="csX5" fmla="*/ 408 w 156035"/>
              <a:gd name="csY5" fmla="*/ 7367 h 127584"/>
              <a:gd name="csX6" fmla="*/ 1582 w 156035"/>
              <a:gd name="csY6" fmla="*/ 9102 h 127584"/>
              <a:gd name="csX7" fmla="*/ 3335 w 156035"/>
              <a:gd name="csY7" fmla="*/ 10259 h 127584"/>
              <a:gd name="csX8" fmla="*/ 5393 w 156035"/>
              <a:gd name="csY8" fmla="*/ 10633 h 127584"/>
              <a:gd name="csX9" fmla="*/ 15159 w 156035"/>
              <a:gd name="csY9" fmla="*/ 10633 h 127584"/>
              <a:gd name="csX10" fmla="*/ 20382 w 156035"/>
              <a:gd name="csY10" fmla="*/ 14954 h 127584"/>
              <a:gd name="csX11" fmla="*/ 21420 w 156035"/>
              <a:gd name="csY11" fmla="*/ 20432 h 127584"/>
              <a:gd name="csX12" fmla="*/ 21437 w 156035"/>
              <a:gd name="csY12" fmla="*/ 20483 h 127584"/>
              <a:gd name="csX13" fmla="*/ 32870 w 156035"/>
              <a:gd name="csY13" fmla="*/ 80515 h 127584"/>
              <a:gd name="csX14" fmla="*/ 55515 w 156035"/>
              <a:gd name="csY14" fmla="*/ 99227 h 127584"/>
              <a:gd name="csX15" fmla="*/ 121867 w 156035"/>
              <a:gd name="csY15" fmla="*/ 99227 h 127584"/>
              <a:gd name="csX16" fmla="*/ 144512 w 156035"/>
              <a:gd name="csY16" fmla="*/ 80515 h 127584"/>
              <a:gd name="csX17" fmla="*/ 155945 w 156035"/>
              <a:gd name="csY17" fmla="*/ 20483 h 127584"/>
              <a:gd name="csX18" fmla="*/ 154822 w 156035"/>
              <a:gd name="csY18" fmla="*/ 16094 h 127584"/>
              <a:gd name="csX19" fmla="*/ 150722 w 156035"/>
              <a:gd name="csY19" fmla="*/ 14172 h 127584"/>
              <a:gd name="csX20" fmla="*/ 31049 w 156035"/>
              <a:gd name="csY20" fmla="*/ 14172 h 127584"/>
              <a:gd name="csX21" fmla="*/ 30828 w 156035"/>
              <a:gd name="csY21" fmla="*/ 12964 h 127584"/>
              <a:gd name="csX22" fmla="*/ 15159 w 156035"/>
              <a:gd name="csY22" fmla="*/ 1 h 127584"/>
              <a:gd name="csX23" fmla="*/ 5393 w 156035"/>
              <a:gd name="csY23" fmla="*/ 1 h 127584"/>
              <a:gd name="csX24" fmla="*/ 76288 w 156035"/>
              <a:gd name="csY24" fmla="*/ 35435 h 127584"/>
              <a:gd name="csX25" fmla="*/ 104632 w 156035"/>
              <a:gd name="csY25" fmla="*/ 35435 h 127584"/>
              <a:gd name="csX26" fmla="*/ 109958 w 156035"/>
              <a:gd name="csY26" fmla="*/ 40760 h 127584"/>
              <a:gd name="csX27" fmla="*/ 104632 w 156035"/>
              <a:gd name="csY27" fmla="*/ 46067 h 127584"/>
              <a:gd name="csX28" fmla="*/ 76288 w 156035"/>
              <a:gd name="csY28" fmla="*/ 46067 h 127584"/>
              <a:gd name="csX29" fmla="*/ 70963 w 156035"/>
              <a:gd name="csY29" fmla="*/ 40760 h 127584"/>
              <a:gd name="csX30" fmla="*/ 76288 w 156035"/>
              <a:gd name="csY30" fmla="*/ 35435 h 127584"/>
              <a:gd name="csX31" fmla="*/ 63868 w 156035"/>
              <a:gd name="csY31" fmla="*/ 106321 h 127584"/>
              <a:gd name="csX32" fmla="*/ 56365 w 156035"/>
              <a:gd name="csY32" fmla="*/ 109434 h 127584"/>
              <a:gd name="csX33" fmla="*/ 53235 w 156035"/>
              <a:gd name="csY33" fmla="*/ 116953 h 127584"/>
              <a:gd name="csX34" fmla="*/ 56365 w 156035"/>
              <a:gd name="csY34" fmla="*/ 124472 h 127584"/>
              <a:gd name="csX35" fmla="*/ 63868 w 156035"/>
              <a:gd name="csY35" fmla="*/ 127585 h 127584"/>
              <a:gd name="csX36" fmla="*/ 71388 w 156035"/>
              <a:gd name="csY36" fmla="*/ 124472 h 127584"/>
              <a:gd name="csX37" fmla="*/ 74502 w 156035"/>
              <a:gd name="csY37" fmla="*/ 116953 h 127584"/>
              <a:gd name="csX38" fmla="*/ 71388 w 156035"/>
              <a:gd name="csY38" fmla="*/ 109434 h 127584"/>
              <a:gd name="csX39" fmla="*/ 63868 w 156035"/>
              <a:gd name="csY39" fmla="*/ 106321 h 127584"/>
              <a:gd name="csX40" fmla="*/ 113496 w 156035"/>
              <a:gd name="csY40" fmla="*/ 106321 h 127584"/>
              <a:gd name="csX41" fmla="*/ 105977 w 156035"/>
              <a:gd name="csY41" fmla="*/ 109434 h 127584"/>
              <a:gd name="csX42" fmla="*/ 102863 w 156035"/>
              <a:gd name="csY42" fmla="*/ 116953 h 127584"/>
              <a:gd name="csX43" fmla="*/ 105977 w 156035"/>
              <a:gd name="csY43" fmla="*/ 124472 h 127584"/>
              <a:gd name="csX44" fmla="*/ 113496 w 156035"/>
              <a:gd name="csY44" fmla="*/ 127585 h 127584"/>
              <a:gd name="csX45" fmla="*/ 121016 w 156035"/>
              <a:gd name="csY45" fmla="*/ 124472 h 127584"/>
              <a:gd name="csX46" fmla="*/ 124130 w 156035"/>
              <a:gd name="csY46" fmla="*/ 116953 h 127584"/>
              <a:gd name="csX47" fmla="*/ 121016 w 156035"/>
              <a:gd name="csY47" fmla="*/ 109434 h 127584"/>
              <a:gd name="csX48" fmla="*/ 113496 w 156035"/>
              <a:gd name="csY48" fmla="*/ 106321 h 127584"/>
            </a:gdLst>
            <a:ahLst/>
            <a:cxnLst/>
            <a:rect l="l" t="t" r="r" b="b"/>
            <a:pathLst>
              <a:path w="100000" h="100000">
                <a:moveTo>
                  <a:pt x="3456" y="9118"/>
                </a:moveTo>
                <a:cubicBezTo>
                  <a:pt x="3010" y="9107"/>
                  <a:pt x="2551" y="9194"/>
                  <a:pt x="2137" y="9369"/>
                </a:cubicBezTo>
                <a:cubicBezTo>
                  <a:pt x="1723" y="9532"/>
                  <a:pt x="1341" y="9783"/>
                  <a:pt x="1014" y="10099"/>
                </a:cubicBezTo>
                <a:cubicBezTo>
                  <a:pt x="698" y="10415"/>
                  <a:pt x="436" y="10797"/>
                  <a:pt x="261" y="11211"/>
                </a:cubicBezTo>
                <a:cubicBezTo>
                  <a:pt x="87" y="11625"/>
                  <a:pt x="0" y="12072"/>
                  <a:pt x="0" y="12530"/>
                </a:cubicBezTo>
                <a:cubicBezTo>
                  <a:pt x="0" y="12977"/>
                  <a:pt x="87" y="13424"/>
                  <a:pt x="261" y="13838"/>
                </a:cubicBezTo>
                <a:cubicBezTo>
                  <a:pt x="436" y="14253"/>
                  <a:pt x="698" y="14634"/>
                  <a:pt x="1014" y="14950"/>
                </a:cubicBezTo>
                <a:cubicBezTo>
                  <a:pt x="1341" y="15267"/>
                  <a:pt x="1723" y="15517"/>
                  <a:pt x="2137" y="15692"/>
                </a:cubicBezTo>
                <a:cubicBezTo>
                  <a:pt x="2551" y="15855"/>
                  <a:pt x="3010" y="15942"/>
                  <a:pt x="3456" y="15931"/>
                </a:cubicBezTo>
                <a:lnTo>
                  <a:pt x="9715" y="15931"/>
                </a:lnTo>
                <a:cubicBezTo>
                  <a:pt x="11372" y="15931"/>
                  <a:pt x="12746" y="17077"/>
                  <a:pt x="13062" y="18701"/>
                </a:cubicBezTo>
                <a:lnTo>
                  <a:pt x="13728" y="22211"/>
                </a:lnTo>
                <a:cubicBezTo>
                  <a:pt x="13739" y="22222"/>
                  <a:pt x="13739" y="22233"/>
                  <a:pt x="13739" y="22244"/>
                </a:cubicBezTo>
                <a:lnTo>
                  <a:pt x="21066" y="60717"/>
                </a:lnTo>
                <a:cubicBezTo>
                  <a:pt x="22385" y="67673"/>
                  <a:pt x="28491" y="72710"/>
                  <a:pt x="35579" y="72710"/>
                </a:cubicBezTo>
                <a:lnTo>
                  <a:pt x="78102" y="72710"/>
                </a:lnTo>
                <a:cubicBezTo>
                  <a:pt x="85190" y="72710"/>
                  <a:pt x="91285" y="67673"/>
                  <a:pt x="92615" y="60717"/>
                </a:cubicBezTo>
                <a:lnTo>
                  <a:pt x="99942" y="22244"/>
                </a:lnTo>
                <a:cubicBezTo>
                  <a:pt x="100128" y="21252"/>
                  <a:pt x="99866" y="20216"/>
                  <a:pt x="99223" y="19431"/>
                </a:cubicBezTo>
                <a:cubicBezTo>
                  <a:pt x="98568" y="18657"/>
                  <a:pt x="97609" y="18199"/>
                  <a:pt x="96595" y="18199"/>
                </a:cubicBezTo>
                <a:lnTo>
                  <a:pt x="19899" y="18199"/>
                </a:lnTo>
                <a:lnTo>
                  <a:pt x="19757" y="17425"/>
                </a:lnTo>
                <a:cubicBezTo>
                  <a:pt x="18841" y="12628"/>
                  <a:pt x="14600" y="9118"/>
                  <a:pt x="9715" y="9118"/>
                </a:cubicBezTo>
                <a:lnTo>
                  <a:pt x="3456" y="9118"/>
                </a:lnTo>
                <a:close/>
                <a:moveTo>
                  <a:pt x="48892" y="31827"/>
                </a:moveTo>
                <a:lnTo>
                  <a:pt x="67057" y="31827"/>
                </a:lnTo>
                <a:cubicBezTo>
                  <a:pt x="68944" y="31827"/>
                  <a:pt x="70470" y="33353"/>
                  <a:pt x="70470" y="35239"/>
                </a:cubicBezTo>
                <a:cubicBezTo>
                  <a:pt x="70470" y="37114"/>
                  <a:pt x="68944" y="38640"/>
                  <a:pt x="67057" y="38640"/>
                </a:cubicBezTo>
                <a:lnTo>
                  <a:pt x="48892" y="38640"/>
                </a:lnTo>
                <a:cubicBezTo>
                  <a:pt x="47005" y="38640"/>
                  <a:pt x="45479" y="37114"/>
                  <a:pt x="45479" y="35239"/>
                </a:cubicBezTo>
                <a:cubicBezTo>
                  <a:pt x="45479" y="33353"/>
                  <a:pt x="47005" y="31827"/>
                  <a:pt x="48892" y="31827"/>
                </a:cubicBezTo>
                <a:close/>
                <a:moveTo>
                  <a:pt x="40932" y="77256"/>
                </a:moveTo>
                <a:cubicBezTo>
                  <a:pt x="39133" y="77256"/>
                  <a:pt x="37399" y="77976"/>
                  <a:pt x="36123" y="79251"/>
                </a:cubicBezTo>
                <a:cubicBezTo>
                  <a:pt x="34837" y="80526"/>
                  <a:pt x="34117" y="82260"/>
                  <a:pt x="34117" y="84070"/>
                </a:cubicBezTo>
                <a:cubicBezTo>
                  <a:pt x="34117" y="85880"/>
                  <a:pt x="34837" y="87613"/>
                  <a:pt x="36123" y="88889"/>
                </a:cubicBezTo>
                <a:cubicBezTo>
                  <a:pt x="37399" y="90164"/>
                  <a:pt x="39133" y="90884"/>
                  <a:pt x="40932" y="90884"/>
                </a:cubicBezTo>
                <a:cubicBezTo>
                  <a:pt x="42742" y="90884"/>
                  <a:pt x="44476" y="90164"/>
                  <a:pt x="45751" y="88889"/>
                </a:cubicBezTo>
                <a:cubicBezTo>
                  <a:pt x="47038" y="87613"/>
                  <a:pt x="47747" y="85880"/>
                  <a:pt x="47747" y="84070"/>
                </a:cubicBezTo>
                <a:cubicBezTo>
                  <a:pt x="47747" y="82260"/>
                  <a:pt x="47038" y="80526"/>
                  <a:pt x="45751" y="79251"/>
                </a:cubicBezTo>
                <a:cubicBezTo>
                  <a:pt x="44476" y="77976"/>
                  <a:pt x="42742" y="77256"/>
                  <a:pt x="40932" y="77256"/>
                </a:cubicBezTo>
                <a:close/>
                <a:moveTo>
                  <a:pt x="72738" y="77256"/>
                </a:moveTo>
                <a:cubicBezTo>
                  <a:pt x="70928" y="77256"/>
                  <a:pt x="69194" y="77976"/>
                  <a:pt x="67919" y="79251"/>
                </a:cubicBezTo>
                <a:cubicBezTo>
                  <a:pt x="66643" y="80526"/>
                  <a:pt x="65923" y="82260"/>
                  <a:pt x="65923" y="84070"/>
                </a:cubicBezTo>
                <a:cubicBezTo>
                  <a:pt x="65923" y="85880"/>
                  <a:pt x="66643" y="87613"/>
                  <a:pt x="67919" y="88889"/>
                </a:cubicBezTo>
                <a:cubicBezTo>
                  <a:pt x="69194" y="90164"/>
                  <a:pt x="70928" y="90884"/>
                  <a:pt x="72738" y="90884"/>
                </a:cubicBezTo>
                <a:cubicBezTo>
                  <a:pt x="74548" y="90884"/>
                  <a:pt x="76282" y="90164"/>
                  <a:pt x="77557" y="88889"/>
                </a:cubicBezTo>
                <a:cubicBezTo>
                  <a:pt x="78833" y="87613"/>
                  <a:pt x="79553" y="85880"/>
                  <a:pt x="79553" y="84070"/>
                </a:cubicBezTo>
                <a:cubicBezTo>
                  <a:pt x="79553" y="82260"/>
                  <a:pt x="78833" y="80526"/>
                  <a:pt x="77557" y="79251"/>
                </a:cubicBezTo>
                <a:cubicBezTo>
                  <a:pt x="76282" y="77976"/>
                  <a:pt x="74548" y="77256"/>
                  <a:pt x="72738" y="7725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6" name="Красный — SVG 17">
            <a:extLst>
              <a:ext uri="{FF2B5EF4-FFF2-40B4-BE49-F238E27FC236}">
                <a16:creationId xmlns:a16="http://schemas.microsoft.com/office/drawing/2014/main" id="{F44B5485-2EB0-7446-8C22-60C98B80C137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63802 w 134692"/>
              <a:gd name="csY0" fmla="*/ 0 h 145308"/>
              <a:gd name="csX1" fmla="*/ 32110 w 134692"/>
              <a:gd name="csY1" fmla="*/ 28358 h 145308"/>
              <a:gd name="csX2" fmla="*/ 24813 w 134692"/>
              <a:gd name="csY2" fmla="*/ 28358 h 145308"/>
              <a:gd name="csX3" fmla="*/ 8946 w 134692"/>
              <a:gd name="csY3" fmla="*/ 42647 h 145308"/>
              <a:gd name="csX4" fmla="*/ 85 w 134692"/>
              <a:gd name="csY4" fmla="*/ 127702 h 145308"/>
              <a:gd name="csX5" fmla="*/ 4100 w 134692"/>
              <a:gd name="csY5" fmla="*/ 140035 h 145308"/>
              <a:gd name="csX6" fmla="*/ 15952 w 134692"/>
              <a:gd name="csY6" fmla="*/ 145309 h 145308"/>
              <a:gd name="csX7" fmla="*/ 118741 w 134692"/>
              <a:gd name="csY7" fmla="*/ 145309 h 145308"/>
              <a:gd name="csX8" fmla="*/ 130593 w 134692"/>
              <a:gd name="csY8" fmla="*/ 140035 h 145308"/>
              <a:gd name="csX9" fmla="*/ 134608 w 134692"/>
              <a:gd name="csY9" fmla="*/ 127702 h 145308"/>
              <a:gd name="csX10" fmla="*/ 125747 w 134692"/>
              <a:gd name="csY10" fmla="*/ 42647 h 145308"/>
              <a:gd name="csX11" fmla="*/ 109880 w 134692"/>
              <a:gd name="csY11" fmla="*/ 28358 h 145308"/>
              <a:gd name="csX12" fmla="*/ 102625 w 134692"/>
              <a:gd name="csY12" fmla="*/ 28358 h 145308"/>
              <a:gd name="csX13" fmla="*/ 102791 w 134692"/>
              <a:gd name="csY13" fmla="*/ 31896 h 145308"/>
              <a:gd name="csX14" fmla="*/ 102791 w 134692"/>
              <a:gd name="csY14" fmla="*/ 53160 h 145308"/>
              <a:gd name="csX15" fmla="*/ 99247 w 134692"/>
              <a:gd name="csY15" fmla="*/ 56698 h 145308"/>
              <a:gd name="csX16" fmla="*/ 95702 w 134692"/>
              <a:gd name="csY16" fmla="*/ 53160 h 145308"/>
              <a:gd name="csX17" fmla="*/ 95702 w 134692"/>
              <a:gd name="csY17" fmla="*/ 51390 h 145308"/>
              <a:gd name="csX18" fmla="*/ 95702 w 134692"/>
              <a:gd name="csY18" fmla="*/ 31896 h 145308"/>
              <a:gd name="csX19" fmla="*/ 63802 w 134692"/>
              <a:gd name="csY19" fmla="*/ 0 h 145308"/>
              <a:gd name="csX20" fmla="*/ 63802 w 134692"/>
              <a:gd name="csY20" fmla="*/ 10632 h 145308"/>
              <a:gd name="csX21" fmla="*/ 84757 w 134692"/>
              <a:gd name="csY21" fmla="*/ 28358 h 145308"/>
              <a:gd name="csX22" fmla="*/ 50095 w 134692"/>
              <a:gd name="csY22" fmla="*/ 28358 h 145308"/>
              <a:gd name="csX23" fmla="*/ 49624 w 134692"/>
              <a:gd name="csY23" fmla="*/ 31896 h 145308"/>
              <a:gd name="csX24" fmla="*/ 49624 w 134692"/>
              <a:gd name="csY24" fmla="*/ 53160 h 145308"/>
              <a:gd name="csX25" fmla="*/ 46080 w 134692"/>
              <a:gd name="csY25" fmla="*/ 56698 h 145308"/>
              <a:gd name="csX26" fmla="*/ 42535 w 134692"/>
              <a:gd name="csY26" fmla="*/ 53160 h 145308"/>
              <a:gd name="csX27" fmla="*/ 42535 w 134692"/>
              <a:gd name="csY27" fmla="*/ 51390 h 145308"/>
              <a:gd name="csX28" fmla="*/ 42535 w 134692"/>
              <a:gd name="csY28" fmla="*/ 31896 h 145308"/>
              <a:gd name="csX29" fmla="*/ 63802 w 134692"/>
              <a:gd name="csY29" fmla="*/ 10632 h 145308"/>
            </a:gdLst>
            <a:ahLst/>
            <a:cxnLst/>
            <a:rect l="l" t="t" r="r" b="b"/>
            <a:pathLst>
              <a:path w="100000" h="100000">
                <a:moveTo>
                  <a:pt x="47561" y="0"/>
                </a:moveTo>
                <a:cubicBezTo>
                  <a:pt x="36304" y="0"/>
                  <a:pt x="26973" y="8569"/>
                  <a:pt x="25751" y="19516"/>
                </a:cubicBezTo>
                <a:lnTo>
                  <a:pt x="20729" y="19516"/>
                </a:lnTo>
                <a:cubicBezTo>
                  <a:pt x="15092" y="19516"/>
                  <a:pt x="10400" y="23742"/>
                  <a:pt x="9810" y="29349"/>
                </a:cubicBezTo>
                <a:lnTo>
                  <a:pt x="3711" y="87884"/>
                </a:lnTo>
                <a:cubicBezTo>
                  <a:pt x="3391" y="90963"/>
                  <a:pt x="4394" y="94065"/>
                  <a:pt x="6475" y="96371"/>
                </a:cubicBezTo>
                <a:cubicBezTo>
                  <a:pt x="8553" y="98678"/>
                  <a:pt x="11526" y="100001"/>
                  <a:pt x="14631" y="100001"/>
                </a:cubicBezTo>
                <a:lnTo>
                  <a:pt x="85370" y="100001"/>
                </a:lnTo>
                <a:cubicBezTo>
                  <a:pt x="88475" y="100001"/>
                  <a:pt x="91446" y="98678"/>
                  <a:pt x="93526" y="96371"/>
                </a:cubicBezTo>
                <a:cubicBezTo>
                  <a:pt x="95605" y="94065"/>
                  <a:pt x="96609" y="90963"/>
                  <a:pt x="96289" y="87884"/>
                </a:cubicBezTo>
                <a:lnTo>
                  <a:pt x="90191" y="29349"/>
                </a:lnTo>
                <a:cubicBezTo>
                  <a:pt x="89601" y="23742"/>
                  <a:pt x="84909" y="19516"/>
                  <a:pt x="79272" y="19516"/>
                </a:cubicBezTo>
                <a:lnTo>
                  <a:pt x="74279" y="19516"/>
                </a:lnTo>
                <a:cubicBezTo>
                  <a:pt x="74354" y="20311"/>
                  <a:pt x="74393" y="21131"/>
                  <a:pt x="74393" y="21951"/>
                </a:cubicBezTo>
                <a:lnTo>
                  <a:pt x="74393" y="36584"/>
                </a:lnTo>
                <a:cubicBezTo>
                  <a:pt x="74393" y="37930"/>
                  <a:pt x="73300" y="39019"/>
                  <a:pt x="71954" y="39019"/>
                </a:cubicBezTo>
                <a:cubicBezTo>
                  <a:pt x="70607" y="39019"/>
                  <a:pt x="69514" y="37930"/>
                  <a:pt x="69514" y="36584"/>
                </a:cubicBezTo>
                <a:lnTo>
                  <a:pt x="69514" y="35366"/>
                </a:lnTo>
                <a:lnTo>
                  <a:pt x="69514" y="21951"/>
                </a:lnTo>
                <a:cubicBezTo>
                  <a:pt x="69514" y="9869"/>
                  <a:pt x="59642" y="0"/>
                  <a:pt x="47561" y="0"/>
                </a:cubicBezTo>
                <a:close/>
                <a:moveTo>
                  <a:pt x="47561" y="7317"/>
                </a:moveTo>
                <a:cubicBezTo>
                  <a:pt x="54854" y="7317"/>
                  <a:pt x="60831" y="12562"/>
                  <a:pt x="61982" y="19516"/>
                </a:cubicBezTo>
                <a:lnTo>
                  <a:pt x="38128" y="19516"/>
                </a:lnTo>
                <a:cubicBezTo>
                  <a:pt x="37923" y="20288"/>
                  <a:pt x="37804" y="21108"/>
                  <a:pt x="37804" y="21951"/>
                </a:cubicBezTo>
                <a:lnTo>
                  <a:pt x="37804" y="36584"/>
                </a:lnTo>
                <a:cubicBezTo>
                  <a:pt x="37804" y="37930"/>
                  <a:pt x="36711" y="39019"/>
                  <a:pt x="35365" y="39019"/>
                </a:cubicBezTo>
                <a:cubicBezTo>
                  <a:pt x="34018" y="39019"/>
                  <a:pt x="32925" y="37930"/>
                  <a:pt x="32925" y="36584"/>
                </a:cubicBezTo>
                <a:lnTo>
                  <a:pt x="32925" y="35366"/>
                </a:lnTo>
                <a:lnTo>
                  <a:pt x="32925" y="21951"/>
                </a:lnTo>
                <a:cubicBezTo>
                  <a:pt x="32925" y="13826"/>
                  <a:pt x="39435" y="7317"/>
                  <a:pt x="47561" y="731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7" name="Красный — SVG 18">
            <a:extLst>
              <a:ext uri="{FF2B5EF4-FFF2-40B4-BE49-F238E27FC236}">
                <a16:creationId xmlns:a16="http://schemas.microsoft.com/office/drawing/2014/main" id="{72AAEDBF-5714-BD45-9ABB-3ED58854AD39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78053 w 156021"/>
              <a:gd name="csY0" fmla="*/ 0 h 141719"/>
              <a:gd name="csX1" fmla="*/ 65157 w 156021"/>
              <a:gd name="csY1" fmla="*/ 5307 h 141719"/>
              <a:gd name="csX2" fmla="*/ 20871 w 156021"/>
              <a:gd name="csY2" fmla="*/ 49587 h 141719"/>
              <a:gd name="csX3" fmla="*/ 8860 w 156021"/>
              <a:gd name="csY3" fmla="*/ 49587 h 141719"/>
              <a:gd name="csX4" fmla="*/ 2020 w 156021"/>
              <a:gd name="csY4" fmla="*/ 52820 h 141719"/>
              <a:gd name="csX5" fmla="*/ 166 w 156021"/>
              <a:gd name="csY5" fmla="*/ 60151 h 141719"/>
              <a:gd name="csX6" fmla="*/ 12501 w 156021"/>
              <a:gd name="csY6" fmla="*/ 123109 h 141719"/>
              <a:gd name="csX7" fmla="*/ 35111 w 156021"/>
              <a:gd name="csY7" fmla="*/ 141720 h 141719"/>
              <a:gd name="csX8" fmla="*/ 120927 w 156021"/>
              <a:gd name="csY8" fmla="*/ 141720 h 141719"/>
              <a:gd name="csX9" fmla="*/ 143538 w 156021"/>
              <a:gd name="csY9" fmla="*/ 123109 h 141719"/>
              <a:gd name="csX10" fmla="*/ 155856 w 156021"/>
              <a:gd name="csY10" fmla="*/ 60151 h 141719"/>
              <a:gd name="csX11" fmla="*/ 155856 w 156021"/>
              <a:gd name="csY11" fmla="*/ 60134 h 141719"/>
              <a:gd name="csX12" fmla="*/ 154001 w 156021"/>
              <a:gd name="csY12" fmla="*/ 52803 h 141719"/>
              <a:gd name="csX13" fmla="*/ 147162 w 156021"/>
              <a:gd name="csY13" fmla="*/ 49587 h 141719"/>
              <a:gd name="csX14" fmla="*/ 135218 w 156021"/>
              <a:gd name="csY14" fmla="*/ 49587 h 141719"/>
              <a:gd name="csX15" fmla="*/ 90915 w 156021"/>
              <a:gd name="csY15" fmla="*/ 5307 h 141719"/>
              <a:gd name="csX16" fmla="*/ 78053 w 156021"/>
              <a:gd name="csY16" fmla="*/ 0 h 141719"/>
              <a:gd name="csX17" fmla="*/ 78053 w 156021"/>
              <a:gd name="csY17" fmla="*/ 10564 h 141719"/>
              <a:gd name="csX18" fmla="*/ 83395 w 156021"/>
              <a:gd name="csY18" fmla="*/ 12826 h 141719"/>
              <a:gd name="csX19" fmla="*/ 120178 w 156021"/>
              <a:gd name="csY19" fmla="*/ 49587 h 141719"/>
              <a:gd name="csX20" fmla="*/ 35911 w 156021"/>
              <a:gd name="csY20" fmla="*/ 49587 h 141719"/>
              <a:gd name="csX21" fmla="*/ 72677 w 156021"/>
              <a:gd name="csY21" fmla="*/ 12826 h 141719"/>
              <a:gd name="csX22" fmla="*/ 78053 w 156021"/>
              <a:gd name="csY22" fmla="*/ 10564 h 141719"/>
              <a:gd name="csX23" fmla="*/ 65634 w 156021"/>
              <a:gd name="csY23" fmla="*/ 74390 h 141719"/>
              <a:gd name="csX24" fmla="*/ 70959 w 156021"/>
              <a:gd name="csY24" fmla="*/ 79697 h 141719"/>
              <a:gd name="csX25" fmla="*/ 70959 w 156021"/>
              <a:gd name="csY25" fmla="*/ 111593 h 141719"/>
              <a:gd name="csX26" fmla="*/ 65634 w 156021"/>
              <a:gd name="csY26" fmla="*/ 116917 h 141719"/>
              <a:gd name="csX27" fmla="*/ 60325 w 156021"/>
              <a:gd name="csY27" fmla="*/ 111593 h 141719"/>
              <a:gd name="csX28" fmla="*/ 60325 w 156021"/>
              <a:gd name="csY28" fmla="*/ 79697 h 141719"/>
              <a:gd name="csX29" fmla="*/ 65634 w 156021"/>
              <a:gd name="csY29" fmla="*/ 74390 h 141719"/>
              <a:gd name="csX30" fmla="*/ 90456 w 156021"/>
              <a:gd name="csY30" fmla="*/ 74390 h 141719"/>
              <a:gd name="csX31" fmla="*/ 95764 w 156021"/>
              <a:gd name="csY31" fmla="*/ 79697 h 141719"/>
              <a:gd name="csX32" fmla="*/ 95764 w 156021"/>
              <a:gd name="csY32" fmla="*/ 111593 h 141719"/>
              <a:gd name="csX33" fmla="*/ 90456 w 156021"/>
              <a:gd name="csY33" fmla="*/ 116917 h 141719"/>
              <a:gd name="csX34" fmla="*/ 85131 w 156021"/>
              <a:gd name="csY34" fmla="*/ 111593 h 141719"/>
              <a:gd name="csX35" fmla="*/ 85131 w 156021"/>
              <a:gd name="csY35" fmla="*/ 79697 h 141719"/>
              <a:gd name="csX36" fmla="*/ 90456 w 156021"/>
              <a:gd name="csY36" fmla="*/ 74390 h 141719"/>
              <a:gd name="csX37" fmla="*/ 37765 w 156021"/>
              <a:gd name="csY37" fmla="*/ 74407 h 141719"/>
              <a:gd name="csX38" fmla="*/ 42563 w 156021"/>
              <a:gd name="csY38" fmla="*/ 79119 h 141719"/>
              <a:gd name="csX39" fmla="*/ 46102 w 156021"/>
              <a:gd name="csY39" fmla="*/ 111014 h 141719"/>
              <a:gd name="csX40" fmla="*/ 41424 w 156021"/>
              <a:gd name="csY40" fmla="*/ 116883 h 141719"/>
              <a:gd name="csX41" fmla="*/ 40828 w 156021"/>
              <a:gd name="csY41" fmla="*/ 116917 h 141719"/>
              <a:gd name="csX42" fmla="*/ 35554 w 156021"/>
              <a:gd name="csY42" fmla="*/ 112188 h 141719"/>
              <a:gd name="csX43" fmla="*/ 31998 w 156021"/>
              <a:gd name="csY43" fmla="*/ 80292 h 141719"/>
              <a:gd name="csX44" fmla="*/ 36694 w 156021"/>
              <a:gd name="csY44" fmla="*/ 74424 h 141719"/>
              <a:gd name="csX45" fmla="*/ 37765 w 156021"/>
              <a:gd name="csY45" fmla="*/ 74407 h 141719"/>
              <a:gd name="csX46" fmla="*/ 118324 w 156021"/>
              <a:gd name="csY46" fmla="*/ 74407 h 141719"/>
              <a:gd name="csX47" fmla="*/ 119396 w 156021"/>
              <a:gd name="csY47" fmla="*/ 74424 h 141719"/>
              <a:gd name="csX48" fmla="*/ 124091 w 156021"/>
              <a:gd name="csY48" fmla="*/ 80292 h 141719"/>
              <a:gd name="csX49" fmla="*/ 120536 w 156021"/>
              <a:gd name="csY49" fmla="*/ 112188 h 141719"/>
              <a:gd name="csX50" fmla="*/ 115262 w 156021"/>
              <a:gd name="csY50" fmla="*/ 116917 h 141719"/>
              <a:gd name="csX51" fmla="*/ 114666 w 156021"/>
              <a:gd name="csY51" fmla="*/ 116883 h 141719"/>
              <a:gd name="csX52" fmla="*/ 109987 w 156021"/>
              <a:gd name="csY52" fmla="*/ 111014 h 141719"/>
              <a:gd name="csX53" fmla="*/ 113526 w 156021"/>
              <a:gd name="csY53" fmla="*/ 79119 h 141719"/>
              <a:gd name="csX54" fmla="*/ 118324 w 156021"/>
              <a:gd name="csY54" fmla="*/ 74407 h 141719"/>
            </a:gdLst>
            <a:ahLst/>
            <a:cxnLst/>
            <a:rect l="l" t="t" r="r" b="b"/>
            <a:pathLst>
              <a:path w="100000" h="100000">
                <a:moveTo>
                  <a:pt x="50027" y="4583"/>
                </a:moveTo>
                <a:cubicBezTo>
                  <a:pt x="47028" y="4583"/>
                  <a:pt x="44030" y="5717"/>
                  <a:pt x="41762" y="7985"/>
                </a:cubicBezTo>
                <a:lnTo>
                  <a:pt x="13377" y="36366"/>
                </a:lnTo>
                <a:lnTo>
                  <a:pt x="5679" y="36366"/>
                </a:lnTo>
                <a:cubicBezTo>
                  <a:pt x="3977" y="36366"/>
                  <a:pt x="2375" y="37118"/>
                  <a:pt x="1295" y="38438"/>
                </a:cubicBezTo>
                <a:cubicBezTo>
                  <a:pt x="215" y="39746"/>
                  <a:pt x="-220" y="41457"/>
                  <a:pt x="106" y="43137"/>
                </a:cubicBezTo>
                <a:lnTo>
                  <a:pt x="8012" y="83489"/>
                </a:lnTo>
                <a:cubicBezTo>
                  <a:pt x="9364" y="90401"/>
                  <a:pt x="15449" y="95417"/>
                  <a:pt x="22504" y="95417"/>
                </a:cubicBezTo>
                <a:lnTo>
                  <a:pt x="77507" y="95417"/>
                </a:lnTo>
                <a:cubicBezTo>
                  <a:pt x="84551" y="95417"/>
                  <a:pt x="90647" y="90401"/>
                  <a:pt x="91999" y="83489"/>
                </a:cubicBezTo>
                <a:lnTo>
                  <a:pt x="99894" y="43137"/>
                </a:lnTo>
                <a:lnTo>
                  <a:pt x="99894" y="43126"/>
                </a:lnTo>
                <a:cubicBezTo>
                  <a:pt x="100221" y="41457"/>
                  <a:pt x="99785" y="39746"/>
                  <a:pt x="98705" y="38427"/>
                </a:cubicBezTo>
                <a:cubicBezTo>
                  <a:pt x="97626" y="37118"/>
                  <a:pt x="96023" y="36366"/>
                  <a:pt x="94322" y="36366"/>
                </a:cubicBezTo>
                <a:lnTo>
                  <a:pt x="86667" y="36366"/>
                </a:lnTo>
                <a:lnTo>
                  <a:pt x="58271" y="7985"/>
                </a:lnTo>
                <a:cubicBezTo>
                  <a:pt x="56014" y="5717"/>
                  <a:pt x="53015" y="4583"/>
                  <a:pt x="50027" y="4583"/>
                </a:cubicBezTo>
                <a:close/>
                <a:moveTo>
                  <a:pt x="50027" y="11354"/>
                </a:moveTo>
                <a:cubicBezTo>
                  <a:pt x="51260" y="11354"/>
                  <a:pt x="52492" y="11834"/>
                  <a:pt x="53451" y="12804"/>
                </a:cubicBezTo>
                <a:lnTo>
                  <a:pt x="77027" y="36366"/>
                </a:lnTo>
                <a:lnTo>
                  <a:pt x="23017" y="36366"/>
                </a:lnTo>
                <a:lnTo>
                  <a:pt x="46582" y="12804"/>
                </a:lnTo>
                <a:cubicBezTo>
                  <a:pt x="47541" y="11834"/>
                  <a:pt x="48784" y="11354"/>
                  <a:pt x="50027" y="11354"/>
                </a:cubicBezTo>
                <a:close/>
                <a:moveTo>
                  <a:pt x="42067" y="52263"/>
                </a:moveTo>
                <a:cubicBezTo>
                  <a:pt x="43954" y="52263"/>
                  <a:pt x="45480" y="53789"/>
                  <a:pt x="45480" y="55664"/>
                </a:cubicBezTo>
                <a:lnTo>
                  <a:pt x="45480" y="76108"/>
                </a:lnTo>
                <a:cubicBezTo>
                  <a:pt x="45480" y="77994"/>
                  <a:pt x="43954" y="79520"/>
                  <a:pt x="42067" y="79520"/>
                </a:cubicBezTo>
                <a:cubicBezTo>
                  <a:pt x="40191" y="79520"/>
                  <a:pt x="38665" y="77994"/>
                  <a:pt x="38665" y="76108"/>
                </a:cubicBezTo>
                <a:lnTo>
                  <a:pt x="38665" y="55664"/>
                </a:lnTo>
                <a:cubicBezTo>
                  <a:pt x="38665" y="53789"/>
                  <a:pt x="40191" y="52263"/>
                  <a:pt x="42067" y="52263"/>
                </a:cubicBezTo>
                <a:close/>
                <a:moveTo>
                  <a:pt x="57977" y="52263"/>
                </a:moveTo>
                <a:cubicBezTo>
                  <a:pt x="59852" y="52263"/>
                  <a:pt x="61379" y="53789"/>
                  <a:pt x="61379" y="55664"/>
                </a:cubicBezTo>
                <a:lnTo>
                  <a:pt x="61379" y="76108"/>
                </a:lnTo>
                <a:cubicBezTo>
                  <a:pt x="61379" y="77994"/>
                  <a:pt x="59852" y="79520"/>
                  <a:pt x="57977" y="79520"/>
                </a:cubicBezTo>
                <a:cubicBezTo>
                  <a:pt x="56091" y="79520"/>
                  <a:pt x="54564" y="77994"/>
                  <a:pt x="54564" y="76108"/>
                </a:cubicBezTo>
                <a:lnTo>
                  <a:pt x="54564" y="55664"/>
                </a:lnTo>
                <a:cubicBezTo>
                  <a:pt x="54564" y="53789"/>
                  <a:pt x="56091" y="52263"/>
                  <a:pt x="57977" y="52263"/>
                </a:cubicBezTo>
                <a:close/>
                <a:moveTo>
                  <a:pt x="24205" y="52274"/>
                </a:moveTo>
                <a:cubicBezTo>
                  <a:pt x="25786" y="52415"/>
                  <a:pt x="27095" y="53658"/>
                  <a:pt x="27280" y="55294"/>
                </a:cubicBezTo>
                <a:lnTo>
                  <a:pt x="29549" y="75737"/>
                </a:lnTo>
                <a:cubicBezTo>
                  <a:pt x="29756" y="77612"/>
                  <a:pt x="28415" y="79291"/>
                  <a:pt x="26550" y="79498"/>
                </a:cubicBezTo>
                <a:cubicBezTo>
                  <a:pt x="26419" y="79509"/>
                  <a:pt x="26288" y="79520"/>
                  <a:pt x="26168" y="79520"/>
                </a:cubicBezTo>
                <a:cubicBezTo>
                  <a:pt x="24456" y="79520"/>
                  <a:pt x="22973" y="78234"/>
                  <a:pt x="22788" y="76489"/>
                </a:cubicBezTo>
                <a:lnTo>
                  <a:pt x="20509" y="56046"/>
                </a:lnTo>
                <a:cubicBezTo>
                  <a:pt x="20302" y="54182"/>
                  <a:pt x="21654" y="52492"/>
                  <a:pt x="23519" y="52285"/>
                </a:cubicBezTo>
                <a:cubicBezTo>
                  <a:pt x="23747" y="52263"/>
                  <a:pt x="23987" y="52252"/>
                  <a:pt x="24205" y="52274"/>
                </a:cubicBezTo>
                <a:close/>
                <a:moveTo>
                  <a:pt x="75839" y="52274"/>
                </a:moveTo>
                <a:cubicBezTo>
                  <a:pt x="76056" y="52252"/>
                  <a:pt x="76296" y="52263"/>
                  <a:pt x="76526" y="52285"/>
                </a:cubicBezTo>
                <a:cubicBezTo>
                  <a:pt x="78390" y="52492"/>
                  <a:pt x="79742" y="54170"/>
                  <a:pt x="79535" y="56046"/>
                </a:cubicBezTo>
                <a:lnTo>
                  <a:pt x="77256" y="76489"/>
                </a:lnTo>
                <a:cubicBezTo>
                  <a:pt x="77070" y="78234"/>
                  <a:pt x="75588" y="79520"/>
                  <a:pt x="73876" y="79520"/>
                </a:cubicBezTo>
                <a:cubicBezTo>
                  <a:pt x="73755" y="79520"/>
                  <a:pt x="73625" y="79509"/>
                  <a:pt x="73494" y="79498"/>
                </a:cubicBezTo>
                <a:cubicBezTo>
                  <a:pt x="71629" y="79291"/>
                  <a:pt x="70288" y="77612"/>
                  <a:pt x="70495" y="75737"/>
                </a:cubicBezTo>
                <a:lnTo>
                  <a:pt x="72763" y="55294"/>
                </a:lnTo>
                <a:cubicBezTo>
                  <a:pt x="72949" y="53658"/>
                  <a:pt x="74257" y="52415"/>
                  <a:pt x="75839" y="5227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8" name="Красный — SVG 19">
            <a:extLst>
              <a:ext uri="{FF2B5EF4-FFF2-40B4-BE49-F238E27FC236}">
                <a16:creationId xmlns:a16="http://schemas.microsoft.com/office/drawing/2014/main" id="{2CF5BFAE-76B4-5F44-81AF-AE19B670F069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5393 w 156034"/>
              <a:gd name="csY0" fmla="*/ 1 h 127584"/>
              <a:gd name="csX1" fmla="*/ 3335 w 156034"/>
              <a:gd name="csY1" fmla="*/ 393 h 127584"/>
              <a:gd name="csX2" fmla="*/ 1584 w 156034"/>
              <a:gd name="csY2" fmla="*/ 1532 h 127584"/>
              <a:gd name="csX3" fmla="*/ 412 w 156034"/>
              <a:gd name="csY3" fmla="*/ 3268 h 127584"/>
              <a:gd name="csX4" fmla="*/ 0 w 156034"/>
              <a:gd name="csY4" fmla="*/ 5326 h 127584"/>
              <a:gd name="csX5" fmla="*/ 412 w 156034"/>
              <a:gd name="csY5" fmla="*/ 7367 h 127584"/>
              <a:gd name="csX6" fmla="*/ 1584 w 156034"/>
              <a:gd name="csY6" fmla="*/ 9102 h 127584"/>
              <a:gd name="csX7" fmla="*/ 3335 w 156034"/>
              <a:gd name="csY7" fmla="*/ 10259 h 127584"/>
              <a:gd name="csX8" fmla="*/ 5393 w 156034"/>
              <a:gd name="csY8" fmla="*/ 10633 h 127584"/>
              <a:gd name="csX9" fmla="*/ 15161 w 156034"/>
              <a:gd name="csY9" fmla="*/ 10633 h 127584"/>
              <a:gd name="csX10" fmla="*/ 20380 w 156034"/>
              <a:gd name="csY10" fmla="*/ 14954 h 127584"/>
              <a:gd name="csX11" fmla="*/ 21425 w 156034"/>
              <a:gd name="csY11" fmla="*/ 20432 h 127584"/>
              <a:gd name="csX12" fmla="*/ 21432 w 156034"/>
              <a:gd name="csY12" fmla="*/ 20483 h 127584"/>
              <a:gd name="csX13" fmla="*/ 32868 w 156034"/>
              <a:gd name="csY13" fmla="*/ 80515 h 127584"/>
              <a:gd name="csX14" fmla="*/ 55506 w 156034"/>
              <a:gd name="csY14" fmla="*/ 99227 h 127584"/>
              <a:gd name="csX15" fmla="*/ 121869 w 156034"/>
              <a:gd name="csY15" fmla="*/ 99227 h 127584"/>
              <a:gd name="csX16" fmla="*/ 144505 w 156034"/>
              <a:gd name="csY16" fmla="*/ 80515 h 127584"/>
              <a:gd name="csX17" fmla="*/ 155941 w 156034"/>
              <a:gd name="csY17" fmla="*/ 20483 h 127584"/>
              <a:gd name="csX18" fmla="*/ 154814 w 156034"/>
              <a:gd name="csY18" fmla="*/ 16094 h 127584"/>
              <a:gd name="csX19" fmla="*/ 150715 w 156034"/>
              <a:gd name="csY19" fmla="*/ 14172 h 127584"/>
              <a:gd name="csX20" fmla="*/ 31055 w 156034"/>
              <a:gd name="csY20" fmla="*/ 14172 h 127584"/>
              <a:gd name="csX21" fmla="*/ 30827 w 156034"/>
              <a:gd name="csY21" fmla="*/ 12964 h 127584"/>
              <a:gd name="csX22" fmla="*/ 15161 w 156034"/>
              <a:gd name="csY22" fmla="*/ 1 h 127584"/>
              <a:gd name="csX23" fmla="*/ 5393 w 156034"/>
              <a:gd name="csY23" fmla="*/ 1 h 127584"/>
              <a:gd name="csX24" fmla="*/ 63877 w 156034"/>
              <a:gd name="csY24" fmla="*/ 106321 h 127584"/>
              <a:gd name="csX25" fmla="*/ 56357 w 156034"/>
              <a:gd name="csY25" fmla="*/ 109434 h 127584"/>
              <a:gd name="csX26" fmla="*/ 53243 w 156034"/>
              <a:gd name="csY26" fmla="*/ 116953 h 127584"/>
              <a:gd name="csX27" fmla="*/ 56357 w 156034"/>
              <a:gd name="csY27" fmla="*/ 124472 h 127584"/>
              <a:gd name="csX28" fmla="*/ 63877 w 156034"/>
              <a:gd name="csY28" fmla="*/ 127585 h 127584"/>
              <a:gd name="csX29" fmla="*/ 71395 w 156034"/>
              <a:gd name="csY29" fmla="*/ 124472 h 127584"/>
              <a:gd name="csX30" fmla="*/ 74510 w 156034"/>
              <a:gd name="csY30" fmla="*/ 116953 h 127584"/>
              <a:gd name="csX31" fmla="*/ 71395 w 156034"/>
              <a:gd name="csY31" fmla="*/ 109434 h 127584"/>
              <a:gd name="csX32" fmla="*/ 63877 w 156034"/>
              <a:gd name="csY32" fmla="*/ 106321 h 127584"/>
              <a:gd name="csX33" fmla="*/ 113498 w 156034"/>
              <a:gd name="csY33" fmla="*/ 106321 h 127584"/>
              <a:gd name="csX34" fmla="*/ 105980 w 156034"/>
              <a:gd name="csY34" fmla="*/ 109434 h 127584"/>
              <a:gd name="csX35" fmla="*/ 102865 w 156034"/>
              <a:gd name="csY35" fmla="*/ 116953 h 127584"/>
              <a:gd name="csX36" fmla="*/ 105980 w 156034"/>
              <a:gd name="csY36" fmla="*/ 124472 h 127584"/>
              <a:gd name="csX37" fmla="*/ 113498 w 156034"/>
              <a:gd name="csY37" fmla="*/ 127585 h 127584"/>
              <a:gd name="csX38" fmla="*/ 121018 w 156034"/>
              <a:gd name="csY38" fmla="*/ 124472 h 127584"/>
              <a:gd name="csX39" fmla="*/ 124132 w 156034"/>
              <a:gd name="csY39" fmla="*/ 116953 h 127584"/>
              <a:gd name="csX40" fmla="*/ 121018 w 156034"/>
              <a:gd name="csY40" fmla="*/ 109434 h 127584"/>
              <a:gd name="csX41" fmla="*/ 113498 w 156034"/>
              <a:gd name="csY41" fmla="*/ 106321 h 127584"/>
            </a:gdLst>
            <a:ahLst/>
            <a:cxnLst/>
            <a:rect l="l" t="t" r="r" b="b"/>
            <a:pathLst>
              <a:path w="100000" h="100000">
                <a:moveTo>
                  <a:pt x="3456" y="9117"/>
                </a:moveTo>
                <a:cubicBezTo>
                  <a:pt x="3004" y="9106"/>
                  <a:pt x="2556" y="9194"/>
                  <a:pt x="2137" y="9368"/>
                </a:cubicBezTo>
                <a:cubicBezTo>
                  <a:pt x="1718" y="9532"/>
                  <a:pt x="1337" y="9782"/>
                  <a:pt x="1015" y="10098"/>
                </a:cubicBezTo>
                <a:cubicBezTo>
                  <a:pt x="693" y="10415"/>
                  <a:pt x="438" y="10796"/>
                  <a:pt x="264" y="11211"/>
                </a:cubicBezTo>
                <a:cubicBezTo>
                  <a:pt x="90" y="11625"/>
                  <a:pt x="0" y="12072"/>
                  <a:pt x="0" y="12530"/>
                </a:cubicBezTo>
                <a:cubicBezTo>
                  <a:pt x="0" y="12977"/>
                  <a:pt x="90" y="13424"/>
                  <a:pt x="264" y="13838"/>
                </a:cubicBezTo>
                <a:cubicBezTo>
                  <a:pt x="438" y="14253"/>
                  <a:pt x="693" y="14634"/>
                  <a:pt x="1015" y="14950"/>
                </a:cubicBezTo>
                <a:cubicBezTo>
                  <a:pt x="1337" y="15267"/>
                  <a:pt x="1718" y="15517"/>
                  <a:pt x="2137" y="15691"/>
                </a:cubicBezTo>
                <a:cubicBezTo>
                  <a:pt x="2556" y="15855"/>
                  <a:pt x="3004" y="15942"/>
                  <a:pt x="3456" y="15931"/>
                </a:cubicBezTo>
                <a:lnTo>
                  <a:pt x="9716" y="15931"/>
                </a:lnTo>
                <a:cubicBezTo>
                  <a:pt x="11369" y="15931"/>
                  <a:pt x="12749" y="17076"/>
                  <a:pt x="13061" y="18700"/>
                </a:cubicBezTo>
                <a:lnTo>
                  <a:pt x="13731" y="22211"/>
                </a:lnTo>
                <a:cubicBezTo>
                  <a:pt x="13733" y="22222"/>
                  <a:pt x="13733" y="22233"/>
                  <a:pt x="13735" y="22244"/>
                </a:cubicBezTo>
                <a:lnTo>
                  <a:pt x="21065" y="60718"/>
                </a:lnTo>
                <a:cubicBezTo>
                  <a:pt x="22392" y="67673"/>
                  <a:pt x="28493" y="72710"/>
                  <a:pt x="35573" y="72710"/>
                </a:cubicBezTo>
                <a:lnTo>
                  <a:pt x="78104" y="72710"/>
                </a:lnTo>
                <a:cubicBezTo>
                  <a:pt x="85184" y="72710"/>
                  <a:pt x="91288" y="67673"/>
                  <a:pt x="92611" y="60718"/>
                </a:cubicBezTo>
                <a:lnTo>
                  <a:pt x="99940" y="22244"/>
                </a:lnTo>
                <a:cubicBezTo>
                  <a:pt x="100129" y="21252"/>
                  <a:pt x="99865" y="20216"/>
                  <a:pt x="99218" y="19431"/>
                </a:cubicBezTo>
                <a:cubicBezTo>
                  <a:pt x="98570" y="18657"/>
                  <a:pt x="97606" y="18199"/>
                  <a:pt x="96591" y="18199"/>
                </a:cubicBezTo>
                <a:lnTo>
                  <a:pt x="19903" y="18199"/>
                </a:lnTo>
                <a:lnTo>
                  <a:pt x="19757" y="17425"/>
                </a:lnTo>
                <a:cubicBezTo>
                  <a:pt x="18840" y="12628"/>
                  <a:pt x="14602" y="9117"/>
                  <a:pt x="9716" y="9117"/>
                </a:cubicBezTo>
                <a:lnTo>
                  <a:pt x="3456" y="9117"/>
                </a:lnTo>
                <a:close/>
                <a:moveTo>
                  <a:pt x="40938" y="77256"/>
                </a:moveTo>
                <a:cubicBezTo>
                  <a:pt x="39130" y="77256"/>
                  <a:pt x="37396" y="77976"/>
                  <a:pt x="36118" y="79251"/>
                </a:cubicBezTo>
                <a:cubicBezTo>
                  <a:pt x="34840" y="80527"/>
                  <a:pt x="34123" y="82260"/>
                  <a:pt x="34123" y="84070"/>
                </a:cubicBezTo>
                <a:cubicBezTo>
                  <a:pt x="34123" y="85880"/>
                  <a:pt x="34840" y="87613"/>
                  <a:pt x="36118" y="88889"/>
                </a:cubicBezTo>
                <a:cubicBezTo>
                  <a:pt x="37396" y="90164"/>
                  <a:pt x="39130" y="90884"/>
                  <a:pt x="40938" y="90884"/>
                </a:cubicBezTo>
                <a:cubicBezTo>
                  <a:pt x="42745" y="90884"/>
                  <a:pt x="44478" y="90164"/>
                  <a:pt x="45756" y="88889"/>
                </a:cubicBezTo>
                <a:cubicBezTo>
                  <a:pt x="47034" y="87613"/>
                  <a:pt x="47752" y="85880"/>
                  <a:pt x="47752" y="84070"/>
                </a:cubicBezTo>
                <a:cubicBezTo>
                  <a:pt x="47752" y="82260"/>
                  <a:pt x="47034" y="80527"/>
                  <a:pt x="45756" y="79251"/>
                </a:cubicBezTo>
                <a:cubicBezTo>
                  <a:pt x="44478" y="77976"/>
                  <a:pt x="42745" y="77256"/>
                  <a:pt x="40938" y="77256"/>
                </a:cubicBezTo>
                <a:close/>
                <a:moveTo>
                  <a:pt x="72739" y="77256"/>
                </a:moveTo>
                <a:cubicBezTo>
                  <a:pt x="70933" y="77256"/>
                  <a:pt x="69199" y="77976"/>
                  <a:pt x="67921" y="79251"/>
                </a:cubicBezTo>
                <a:cubicBezTo>
                  <a:pt x="66643" y="80527"/>
                  <a:pt x="65925" y="82260"/>
                  <a:pt x="65925" y="84070"/>
                </a:cubicBezTo>
                <a:cubicBezTo>
                  <a:pt x="65925" y="85880"/>
                  <a:pt x="66643" y="87613"/>
                  <a:pt x="67921" y="88889"/>
                </a:cubicBezTo>
                <a:cubicBezTo>
                  <a:pt x="69199" y="90164"/>
                  <a:pt x="70933" y="90884"/>
                  <a:pt x="72739" y="90884"/>
                </a:cubicBezTo>
                <a:cubicBezTo>
                  <a:pt x="74547" y="90884"/>
                  <a:pt x="76280" y="90164"/>
                  <a:pt x="77559" y="88889"/>
                </a:cubicBezTo>
                <a:cubicBezTo>
                  <a:pt x="78837" y="87613"/>
                  <a:pt x="79554" y="85880"/>
                  <a:pt x="79554" y="84070"/>
                </a:cubicBezTo>
                <a:cubicBezTo>
                  <a:pt x="79554" y="82260"/>
                  <a:pt x="78837" y="80527"/>
                  <a:pt x="77559" y="79251"/>
                </a:cubicBezTo>
                <a:cubicBezTo>
                  <a:pt x="76280" y="77976"/>
                  <a:pt x="74547" y="77256"/>
                  <a:pt x="72739" y="7725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9" name="Красный — SVG 20">
            <a:extLst>
              <a:ext uri="{FF2B5EF4-FFF2-40B4-BE49-F238E27FC236}">
                <a16:creationId xmlns:a16="http://schemas.microsoft.com/office/drawing/2014/main" id="{40EE64B3-1043-4E4A-876E-A3AFBE09EDAD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28356 w 141777"/>
              <a:gd name="csY0" fmla="*/ 0 h 138215"/>
              <a:gd name="csX1" fmla="*/ 24743 w 141777"/>
              <a:gd name="csY1" fmla="*/ 1412 h 138215"/>
              <a:gd name="csX2" fmla="*/ 7090 w 141777"/>
              <a:gd name="csY2" fmla="*/ 17726 h 138215"/>
              <a:gd name="csX3" fmla="*/ 134690 w 141777"/>
              <a:gd name="csY3" fmla="*/ 17726 h 138215"/>
              <a:gd name="csX4" fmla="*/ 117037 w 141777"/>
              <a:gd name="csY4" fmla="*/ 1412 h 138215"/>
              <a:gd name="csX5" fmla="*/ 113423 w 141777"/>
              <a:gd name="csY5" fmla="*/ 0 h 138215"/>
              <a:gd name="csX6" fmla="*/ 28356 w 141777"/>
              <a:gd name="csY6" fmla="*/ 0 h 138215"/>
              <a:gd name="csX7" fmla="*/ 0 w 141777"/>
              <a:gd name="csY7" fmla="*/ 28358 h 138215"/>
              <a:gd name="csX8" fmla="*/ 0 w 141777"/>
              <a:gd name="csY8" fmla="*/ 36506 h 138215"/>
              <a:gd name="csX9" fmla="*/ 20096 w 141777"/>
              <a:gd name="csY9" fmla="*/ 56698 h 138215"/>
              <a:gd name="csX10" fmla="*/ 40158 w 141777"/>
              <a:gd name="csY10" fmla="*/ 36506 h 138215"/>
              <a:gd name="csX11" fmla="*/ 40158 w 141777"/>
              <a:gd name="csY11" fmla="*/ 28358 h 138215"/>
              <a:gd name="csX12" fmla="*/ 0 w 141777"/>
              <a:gd name="csY12" fmla="*/ 28358 h 138215"/>
              <a:gd name="csX13" fmla="*/ 50792 w 141777"/>
              <a:gd name="csY13" fmla="*/ 28358 h 138215"/>
              <a:gd name="csX14" fmla="*/ 50792 w 141777"/>
              <a:gd name="csY14" fmla="*/ 36506 h 138215"/>
              <a:gd name="csX15" fmla="*/ 70890 w 141777"/>
              <a:gd name="csY15" fmla="*/ 56698 h 138215"/>
              <a:gd name="csX16" fmla="*/ 90986 w 141777"/>
              <a:gd name="csY16" fmla="*/ 36506 h 138215"/>
              <a:gd name="csX17" fmla="*/ 90986 w 141777"/>
              <a:gd name="csY17" fmla="*/ 28358 h 138215"/>
              <a:gd name="csX18" fmla="*/ 50792 w 141777"/>
              <a:gd name="csY18" fmla="*/ 28358 h 138215"/>
              <a:gd name="csX19" fmla="*/ 101619 w 141777"/>
              <a:gd name="csY19" fmla="*/ 28358 h 138215"/>
              <a:gd name="csX20" fmla="*/ 101619 w 141777"/>
              <a:gd name="csY20" fmla="*/ 36506 h 138215"/>
              <a:gd name="csX21" fmla="*/ 121682 w 141777"/>
              <a:gd name="csY21" fmla="*/ 56698 h 138215"/>
              <a:gd name="csX22" fmla="*/ 141778 w 141777"/>
              <a:gd name="csY22" fmla="*/ 36506 h 138215"/>
              <a:gd name="csX23" fmla="*/ 141778 w 141777"/>
              <a:gd name="csY23" fmla="*/ 28358 h 138215"/>
              <a:gd name="csX24" fmla="*/ 101619 w 141777"/>
              <a:gd name="csY24" fmla="*/ 28358 h 138215"/>
              <a:gd name="csX25" fmla="*/ 14177 w 141777"/>
              <a:gd name="csY25" fmla="*/ 63128 h 138215"/>
              <a:gd name="csX26" fmla="*/ 14177 w 141777"/>
              <a:gd name="csY26" fmla="*/ 92149 h 138215"/>
              <a:gd name="csX27" fmla="*/ 3544 w 141777"/>
              <a:gd name="csY27" fmla="*/ 102781 h 138215"/>
              <a:gd name="csX28" fmla="*/ 3544 w 141777"/>
              <a:gd name="csY28" fmla="*/ 132891 h 138215"/>
              <a:gd name="csX29" fmla="*/ 8861 w 141777"/>
              <a:gd name="csY29" fmla="*/ 138215 h 138215"/>
              <a:gd name="csX30" fmla="*/ 132917 w 141777"/>
              <a:gd name="csY30" fmla="*/ 138215 h 138215"/>
              <a:gd name="csX31" fmla="*/ 138234 w 141777"/>
              <a:gd name="csY31" fmla="*/ 132891 h 138215"/>
              <a:gd name="csX32" fmla="*/ 138234 w 141777"/>
              <a:gd name="csY32" fmla="*/ 102781 h 138215"/>
              <a:gd name="csX33" fmla="*/ 127601 w 141777"/>
              <a:gd name="csY33" fmla="*/ 92149 h 138215"/>
              <a:gd name="csX34" fmla="*/ 127594 w 141777"/>
              <a:gd name="csY34" fmla="*/ 92149 h 138215"/>
              <a:gd name="csX35" fmla="*/ 127594 w 141777"/>
              <a:gd name="csY35" fmla="*/ 63128 h 138215"/>
              <a:gd name="csX36" fmla="*/ 121682 w 141777"/>
              <a:gd name="csY36" fmla="*/ 63792 h 138215"/>
              <a:gd name="csX37" fmla="*/ 116960 w 141777"/>
              <a:gd name="csY37" fmla="*/ 63349 h 138215"/>
              <a:gd name="csX38" fmla="*/ 116960 w 141777"/>
              <a:gd name="csY38" fmla="*/ 92149 h 138215"/>
              <a:gd name="csX39" fmla="*/ 24811 w 141777"/>
              <a:gd name="csY39" fmla="*/ 92149 h 138215"/>
              <a:gd name="csX40" fmla="*/ 24811 w 141777"/>
              <a:gd name="csY40" fmla="*/ 63349 h 138215"/>
              <a:gd name="csX41" fmla="*/ 20096 w 141777"/>
              <a:gd name="csY41" fmla="*/ 63792 h 138215"/>
              <a:gd name="csX42" fmla="*/ 14177 w 141777"/>
              <a:gd name="csY42" fmla="*/ 63128 h 138215"/>
            </a:gdLst>
            <a:ahLst/>
            <a:cxnLst/>
            <a:rect l="l" t="t" r="r" b="b"/>
            <a:pathLst>
              <a:path w="100000" h="100000">
                <a:moveTo>
                  <a:pt x="20000" y="1256"/>
                </a:moveTo>
                <a:cubicBezTo>
                  <a:pt x="19050" y="1256"/>
                  <a:pt x="18151" y="1604"/>
                  <a:pt x="17452" y="2252"/>
                </a:cubicBezTo>
                <a:lnTo>
                  <a:pt x="5001" y="13759"/>
                </a:lnTo>
                <a:lnTo>
                  <a:pt x="95001" y="13759"/>
                </a:lnTo>
                <a:lnTo>
                  <a:pt x="82550" y="2252"/>
                </a:lnTo>
                <a:cubicBezTo>
                  <a:pt x="81849" y="1604"/>
                  <a:pt x="80950" y="1256"/>
                  <a:pt x="80001" y="1256"/>
                </a:cubicBezTo>
                <a:lnTo>
                  <a:pt x="20000" y="1256"/>
                </a:lnTo>
                <a:close/>
                <a:moveTo>
                  <a:pt x="0" y="21258"/>
                </a:moveTo>
                <a:lnTo>
                  <a:pt x="0" y="27005"/>
                </a:lnTo>
                <a:cubicBezTo>
                  <a:pt x="0" y="34852"/>
                  <a:pt x="6351" y="41247"/>
                  <a:pt x="14174" y="41247"/>
                </a:cubicBezTo>
                <a:cubicBezTo>
                  <a:pt x="21975" y="41247"/>
                  <a:pt x="28325" y="34852"/>
                  <a:pt x="28325" y="27005"/>
                </a:cubicBezTo>
                <a:lnTo>
                  <a:pt x="28325" y="21258"/>
                </a:lnTo>
                <a:lnTo>
                  <a:pt x="0" y="21258"/>
                </a:lnTo>
                <a:close/>
                <a:moveTo>
                  <a:pt x="35825" y="21258"/>
                </a:moveTo>
                <a:lnTo>
                  <a:pt x="35825" y="27005"/>
                </a:lnTo>
                <a:cubicBezTo>
                  <a:pt x="35825" y="34852"/>
                  <a:pt x="42201" y="41247"/>
                  <a:pt x="50001" y="41247"/>
                </a:cubicBezTo>
                <a:cubicBezTo>
                  <a:pt x="57801" y="41247"/>
                  <a:pt x="64175" y="34852"/>
                  <a:pt x="64175" y="27005"/>
                </a:cubicBezTo>
                <a:lnTo>
                  <a:pt x="64175" y="21258"/>
                </a:lnTo>
                <a:lnTo>
                  <a:pt x="35825" y="21258"/>
                </a:lnTo>
                <a:close/>
                <a:moveTo>
                  <a:pt x="71675" y="21258"/>
                </a:moveTo>
                <a:lnTo>
                  <a:pt x="71675" y="27005"/>
                </a:lnTo>
                <a:cubicBezTo>
                  <a:pt x="71675" y="34852"/>
                  <a:pt x="78026" y="41247"/>
                  <a:pt x="85826" y="41247"/>
                </a:cubicBezTo>
                <a:cubicBezTo>
                  <a:pt x="93651" y="41247"/>
                  <a:pt x="100001" y="34852"/>
                  <a:pt x="100001" y="27005"/>
                </a:cubicBezTo>
                <a:lnTo>
                  <a:pt x="100001" y="21258"/>
                </a:lnTo>
                <a:lnTo>
                  <a:pt x="71675" y="21258"/>
                </a:lnTo>
                <a:close/>
                <a:moveTo>
                  <a:pt x="10000" y="45782"/>
                </a:moveTo>
                <a:lnTo>
                  <a:pt x="10000" y="66252"/>
                </a:lnTo>
                <a:cubicBezTo>
                  <a:pt x="5857" y="66252"/>
                  <a:pt x="2500" y="69599"/>
                  <a:pt x="2500" y="73751"/>
                </a:cubicBezTo>
                <a:lnTo>
                  <a:pt x="2500" y="94989"/>
                </a:lnTo>
                <a:cubicBezTo>
                  <a:pt x="2500" y="97064"/>
                  <a:pt x="4180" y="98744"/>
                  <a:pt x="6250" y="98744"/>
                </a:cubicBezTo>
                <a:lnTo>
                  <a:pt x="93751" y="98744"/>
                </a:lnTo>
                <a:cubicBezTo>
                  <a:pt x="95821" y="98744"/>
                  <a:pt x="97501" y="97064"/>
                  <a:pt x="97501" y="94989"/>
                </a:cubicBezTo>
                <a:lnTo>
                  <a:pt x="97501" y="73751"/>
                </a:lnTo>
                <a:cubicBezTo>
                  <a:pt x="97501" y="69599"/>
                  <a:pt x="94144" y="66252"/>
                  <a:pt x="90001" y="66252"/>
                </a:cubicBezTo>
                <a:lnTo>
                  <a:pt x="89996" y="66252"/>
                </a:lnTo>
                <a:lnTo>
                  <a:pt x="89996" y="45782"/>
                </a:lnTo>
                <a:cubicBezTo>
                  <a:pt x="88651" y="46082"/>
                  <a:pt x="87261" y="46251"/>
                  <a:pt x="85826" y="46251"/>
                </a:cubicBezTo>
                <a:cubicBezTo>
                  <a:pt x="84689" y="46251"/>
                  <a:pt x="83578" y="46131"/>
                  <a:pt x="82496" y="45938"/>
                </a:cubicBezTo>
                <a:lnTo>
                  <a:pt x="82496" y="66252"/>
                </a:lnTo>
                <a:lnTo>
                  <a:pt x="17500" y="66252"/>
                </a:lnTo>
                <a:lnTo>
                  <a:pt x="17500" y="45938"/>
                </a:lnTo>
                <a:cubicBezTo>
                  <a:pt x="16417" y="46131"/>
                  <a:pt x="15310" y="46251"/>
                  <a:pt x="14174" y="46251"/>
                </a:cubicBezTo>
                <a:cubicBezTo>
                  <a:pt x="12740" y="46251"/>
                  <a:pt x="11345" y="46082"/>
                  <a:pt x="10000" y="4578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0" name="Красный — SVG 21">
            <a:extLst>
              <a:ext uri="{FF2B5EF4-FFF2-40B4-BE49-F238E27FC236}">
                <a16:creationId xmlns:a16="http://schemas.microsoft.com/office/drawing/2014/main" id="{7AFF30B3-DAA7-7249-BBCB-4AA5AFB072D5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74434 w 148867"/>
              <a:gd name="csY0" fmla="*/ 0 h 134676"/>
              <a:gd name="csX1" fmla="*/ 35439 w 148867"/>
              <a:gd name="csY1" fmla="*/ 24802 h 134676"/>
              <a:gd name="csX2" fmla="*/ 35524 w 148867"/>
              <a:gd name="csY2" fmla="*/ 25806 h 134676"/>
              <a:gd name="csX3" fmla="*/ 35439 w 148867"/>
              <a:gd name="csY3" fmla="*/ 26571 h 134676"/>
              <a:gd name="csX4" fmla="*/ 35439 w 148867"/>
              <a:gd name="csY4" fmla="*/ 53279 h 134676"/>
              <a:gd name="csX5" fmla="*/ 0 w 148867"/>
              <a:gd name="csY5" fmla="*/ 77962 h 134676"/>
              <a:gd name="csX6" fmla="*/ 68 w 148867"/>
              <a:gd name="csY6" fmla="*/ 78966 h 134676"/>
              <a:gd name="csX7" fmla="*/ 0 w 148867"/>
              <a:gd name="csY7" fmla="*/ 79731 h 134676"/>
              <a:gd name="csX8" fmla="*/ 0 w 148867"/>
              <a:gd name="csY8" fmla="*/ 108089 h 134676"/>
              <a:gd name="csX9" fmla="*/ 40764 w 148867"/>
              <a:gd name="csY9" fmla="*/ 134677 h 134676"/>
              <a:gd name="csX10" fmla="*/ 76067 w 148867"/>
              <a:gd name="csY10" fmla="*/ 122344 h 134676"/>
              <a:gd name="csX11" fmla="*/ 109873 w 148867"/>
              <a:gd name="csY11" fmla="*/ 134677 h 134676"/>
              <a:gd name="csX12" fmla="*/ 148867 w 148867"/>
              <a:gd name="csY12" fmla="*/ 109858 h 134676"/>
              <a:gd name="csX13" fmla="*/ 148782 w 148867"/>
              <a:gd name="csY13" fmla="*/ 108973 h 134676"/>
              <a:gd name="csX14" fmla="*/ 148867 w 148867"/>
              <a:gd name="csY14" fmla="*/ 108089 h 134676"/>
              <a:gd name="csX15" fmla="*/ 148867 w 148867"/>
              <a:gd name="csY15" fmla="*/ 79731 h 134676"/>
              <a:gd name="csX16" fmla="*/ 148799 w 148867"/>
              <a:gd name="csY16" fmla="*/ 78966 h 134676"/>
              <a:gd name="csX17" fmla="*/ 148867 w 148867"/>
              <a:gd name="csY17" fmla="*/ 77962 h 134676"/>
              <a:gd name="csX18" fmla="*/ 113428 w 148867"/>
              <a:gd name="csY18" fmla="*/ 53279 h 134676"/>
              <a:gd name="csX19" fmla="*/ 113428 w 148867"/>
              <a:gd name="csY19" fmla="*/ 26571 h 134676"/>
              <a:gd name="csX20" fmla="*/ 113343 w 148867"/>
              <a:gd name="csY20" fmla="*/ 25806 h 134676"/>
              <a:gd name="csX21" fmla="*/ 113428 w 148867"/>
              <a:gd name="csY21" fmla="*/ 24802 h 134676"/>
              <a:gd name="csX22" fmla="*/ 74434 w 148867"/>
              <a:gd name="csY22" fmla="*/ 0 h 134676"/>
              <a:gd name="csX23" fmla="*/ 74434 w 148867"/>
              <a:gd name="csY23" fmla="*/ 10632 h 134676"/>
              <a:gd name="csX24" fmla="*/ 102795 w 148867"/>
              <a:gd name="csY24" fmla="*/ 24802 h 134676"/>
              <a:gd name="csX25" fmla="*/ 74434 w 148867"/>
              <a:gd name="csY25" fmla="*/ 38990 h 134676"/>
              <a:gd name="csX26" fmla="*/ 46072 w 148867"/>
              <a:gd name="csY26" fmla="*/ 24802 h 134676"/>
              <a:gd name="csX27" fmla="*/ 74434 w 148867"/>
              <a:gd name="csY27" fmla="*/ 10632 h 134676"/>
              <a:gd name="csX28" fmla="*/ 74434 w 148867"/>
              <a:gd name="csY28" fmla="*/ 21264 h 134676"/>
              <a:gd name="csX29" fmla="*/ 66914 w 148867"/>
              <a:gd name="csY29" fmla="*/ 22302 h 134676"/>
              <a:gd name="csX30" fmla="*/ 63800 w 148867"/>
              <a:gd name="csY30" fmla="*/ 24802 h 134676"/>
              <a:gd name="csX31" fmla="*/ 66914 w 148867"/>
              <a:gd name="csY31" fmla="*/ 27320 h 134676"/>
              <a:gd name="csX32" fmla="*/ 74434 w 148867"/>
              <a:gd name="csY32" fmla="*/ 28358 h 134676"/>
              <a:gd name="csX33" fmla="*/ 81954 w 148867"/>
              <a:gd name="csY33" fmla="*/ 27320 h 134676"/>
              <a:gd name="csX34" fmla="*/ 85067 w 148867"/>
              <a:gd name="csY34" fmla="*/ 24802 h 134676"/>
              <a:gd name="csX35" fmla="*/ 81954 w 148867"/>
              <a:gd name="csY35" fmla="*/ 22302 h 134676"/>
              <a:gd name="csX36" fmla="*/ 74434 w 148867"/>
              <a:gd name="csY36" fmla="*/ 21264 h 134676"/>
              <a:gd name="csX37" fmla="*/ 38995 w 148867"/>
              <a:gd name="csY37" fmla="*/ 63792 h 134676"/>
              <a:gd name="csX38" fmla="*/ 67339 w 148867"/>
              <a:gd name="csY38" fmla="*/ 77962 h 134676"/>
              <a:gd name="csX39" fmla="*/ 38995 w 148867"/>
              <a:gd name="csY39" fmla="*/ 92149 h 134676"/>
              <a:gd name="csX40" fmla="*/ 10633 w 148867"/>
              <a:gd name="csY40" fmla="*/ 77962 h 134676"/>
              <a:gd name="csX41" fmla="*/ 38995 w 148867"/>
              <a:gd name="csY41" fmla="*/ 63792 h 134676"/>
              <a:gd name="csX42" fmla="*/ 109873 w 148867"/>
              <a:gd name="csY42" fmla="*/ 63792 h 134676"/>
              <a:gd name="csX43" fmla="*/ 138234 w 148867"/>
              <a:gd name="csY43" fmla="*/ 77962 h 134676"/>
              <a:gd name="csX44" fmla="*/ 109873 w 148867"/>
              <a:gd name="csY44" fmla="*/ 92149 h 134676"/>
              <a:gd name="csX45" fmla="*/ 81528 w 148867"/>
              <a:gd name="csY45" fmla="*/ 77962 h 134676"/>
              <a:gd name="csX46" fmla="*/ 109873 w 148867"/>
              <a:gd name="csY46" fmla="*/ 63792 h 134676"/>
              <a:gd name="csX47" fmla="*/ 38995 w 148867"/>
              <a:gd name="csY47" fmla="*/ 74424 h 134676"/>
              <a:gd name="csX48" fmla="*/ 31475 w 148867"/>
              <a:gd name="csY48" fmla="*/ 75461 h 134676"/>
              <a:gd name="csX49" fmla="*/ 28361 w 148867"/>
              <a:gd name="csY49" fmla="*/ 77962 h 134676"/>
              <a:gd name="csX50" fmla="*/ 31475 w 148867"/>
              <a:gd name="csY50" fmla="*/ 80480 h 134676"/>
              <a:gd name="csX51" fmla="*/ 38995 w 148867"/>
              <a:gd name="csY51" fmla="*/ 81517 h 134676"/>
              <a:gd name="csX52" fmla="*/ 46515 w 148867"/>
              <a:gd name="csY52" fmla="*/ 80480 h 134676"/>
              <a:gd name="csX53" fmla="*/ 49628 w 148867"/>
              <a:gd name="csY53" fmla="*/ 77962 h 134676"/>
              <a:gd name="csX54" fmla="*/ 46515 w 148867"/>
              <a:gd name="csY54" fmla="*/ 75461 h 134676"/>
              <a:gd name="csX55" fmla="*/ 38995 w 148867"/>
              <a:gd name="csY55" fmla="*/ 74424 h 134676"/>
              <a:gd name="csX56" fmla="*/ 109873 w 148867"/>
              <a:gd name="csY56" fmla="*/ 74424 h 134676"/>
              <a:gd name="csX57" fmla="*/ 102353 w 148867"/>
              <a:gd name="csY57" fmla="*/ 75461 h 134676"/>
              <a:gd name="csX58" fmla="*/ 99239 w 148867"/>
              <a:gd name="csY58" fmla="*/ 77962 h 134676"/>
              <a:gd name="csX59" fmla="*/ 102353 w 148867"/>
              <a:gd name="csY59" fmla="*/ 80480 h 134676"/>
              <a:gd name="csX60" fmla="*/ 109873 w 148867"/>
              <a:gd name="csY60" fmla="*/ 81517 h 134676"/>
              <a:gd name="csX61" fmla="*/ 117393 w 148867"/>
              <a:gd name="csY61" fmla="*/ 80480 h 134676"/>
              <a:gd name="csX62" fmla="*/ 120506 w 148867"/>
              <a:gd name="csY62" fmla="*/ 77962 h 134676"/>
              <a:gd name="csX63" fmla="*/ 117393 w 148867"/>
              <a:gd name="csY63" fmla="*/ 75461 h 134676"/>
              <a:gd name="csX64" fmla="*/ 109873 w 148867"/>
              <a:gd name="csY64" fmla="*/ 74424 h 134676"/>
            </a:gdLst>
            <a:ahLst/>
            <a:cxnLst/>
            <a:rect l="l" t="t" r="r" b="b"/>
            <a:pathLst>
              <a:path w="100000" h="100000">
                <a:moveTo>
                  <a:pt x="50000" y="4766"/>
                </a:moveTo>
                <a:cubicBezTo>
                  <a:pt x="35314" y="4766"/>
                  <a:pt x="23806" y="12091"/>
                  <a:pt x="23806" y="21427"/>
                </a:cubicBezTo>
                <a:cubicBezTo>
                  <a:pt x="23806" y="21655"/>
                  <a:pt x="23851" y="21884"/>
                  <a:pt x="23863" y="22101"/>
                </a:cubicBezTo>
                <a:cubicBezTo>
                  <a:pt x="23840" y="22273"/>
                  <a:pt x="23806" y="22444"/>
                  <a:pt x="23806" y="22615"/>
                </a:cubicBezTo>
                <a:lnTo>
                  <a:pt x="23806" y="40556"/>
                </a:lnTo>
                <a:cubicBezTo>
                  <a:pt x="10286" y="41298"/>
                  <a:pt x="0" y="48303"/>
                  <a:pt x="0" y="57137"/>
                </a:cubicBezTo>
                <a:cubicBezTo>
                  <a:pt x="0" y="57365"/>
                  <a:pt x="34" y="57593"/>
                  <a:pt x="46" y="57811"/>
                </a:cubicBezTo>
                <a:cubicBezTo>
                  <a:pt x="23" y="57982"/>
                  <a:pt x="0" y="58154"/>
                  <a:pt x="0" y="58325"/>
                </a:cubicBezTo>
                <a:lnTo>
                  <a:pt x="0" y="77374"/>
                </a:lnTo>
                <a:cubicBezTo>
                  <a:pt x="0" y="86881"/>
                  <a:pt x="12800" y="95234"/>
                  <a:pt x="27383" y="95234"/>
                </a:cubicBezTo>
                <a:cubicBezTo>
                  <a:pt x="36457" y="95234"/>
                  <a:pt x="46023" y="92206"/>
                  <a:pt x="51097" y="86950"/>
                </a:cubicBezTo>
                <a:cubicBezTo>
                  <a:pt x="55577" y="91932"/>
                  <a:pt x="63966" y="95234"/>
                  <a:pt x="73806" y="95234"/>
                </a:cubicBezTo>
                <a:cubicBezTo>
                  <a:pt x="88492" y="95234"/>
                  <a:pt x="100000" y="87910"/>
                  <a:pt x="100000" y="78562"/>
                </a:cubicBezTo>
                <a:cubicBezTo>
                  <a:pt x="100000" y="78357"/>
                  <a:pt x="99977" y="78162"/>
                  <a:pt x="99943" y="77968"/>
                </a:cubicBezTo>
                <a:cubicBezTo>
                  <a:pt x="99977" y="77774"/>
                  <a:pt x="100000" y="77580"/>
                  <a:pt x="100000" y="77374"/>
                </a:cubicBezTo>
                <a:lnTo>
                  <a:pt x="100000" y="58325"/>
                </a:lnTo>
                <a:cubicBezTo>
                  <a:pt x="100000" y="58154"/>
                  <a:pt x="99977" y="57982"/>
                  <a:pt x="99954" y="57811"/>
                </a:cubicBezTo>
                <a:cubicBezTo>
                  <a:pt x="99966" y="57593"/>
                  <a:pt x="100000" y="57365"/>
                  <a:pt x="100000" y="57137"/>
                </a:cubicBezTo>
                <a:cubicBezTo>
                  <a:pt x="100000" y="48303"/>
                  <a:pt x="89714" y="41298"/>
                  <a:pt x="76194" y="40556"/>
                </a:cubicBezTo>
                <a:lnTo>
                  <a:pt x="76194" y="22615"/>
                </a:lnTo>
                <a:cubicBezTo>
                  <a:pt x="76194" y="22444"/>
                  <a:pt x="76160" y="22273"/>
                  <a:pt x="76137" y="22101"/>
                </a:cubicBezTo>
                <a:cubicBezTo>
                  <a:pt x="76149" y="21884"/>
                  <a:pt x="76194" y="21655"/>
                  <a:pt x="76194" y="21427"/>
                </a:cubicBezTo>
                <a:cubicBezTo>
                  <a:pt x="76194" y="12091"/>
                  <a:pt x="64686" y="4766"/>
                  <a:pt x="50000" y="4766"/>
                </a:cubicBezTo>
                <a:close/>
                <a:moveTo>
                  <a:pt x="50000" y="11908"/>
                </a:moveTo>
                <a:cubicBezTo>
                  <a:pt x="61223" y="11908"/>
                  <a:pt x="69052" y="16925"/>
                  <a:pt x="69052" y="21427"/>
                </a:cubicBezTo>
                <a:cubicBezTo>
                  <a:pt x="69052" y="25930"/>
                  <a:pt x="61223" y="30957"/>
                  <a:pt x="50000" y="30957"/>
                </a:cubicBezTo>
                <a:cubicBezTo>
                  <a:pt x="38778" y="30957"/>
                  <a:pt x="30948" y="25930"/>
                  <a:pt x="30948" y="21427"/>
                </a:cubicBezTo>
                <a:cubicBezTo>
                  <a:pt x="30948" y="16925"/>
                  <a:pt x="38778" y="11908"/>
                  <a:pt x="50000" y="11908"/>
                </a:cubicBezTo>
                <a:close/>
                <a:moveTo>
                  <a:pt x="50000" y="19050"/>
                </a:moveTo>
                <a:cubicBezTo>
                  <a:pt x="48103" y="19050"/>
                  <a:pt x="46286" y="19301"/>
                  <a:pt x="44949" y="19747"/>
                </a:cubicBezTo>
                <a:cubicBezTo>
                  <a:pt x="43611" y="20193"/>
                  <a:pt x="42857" y="20799"/>
                  <a:pt x="42857" y="21427"/>
                </a:cubicBezTo>
                <a:cubicBezTo>
                  <a:pt x="42857" y="22067"/>
                  <a:pt x="43611" y="22672"/>
                  <a:pt x="44949" y="23118"/>
                </a:cubicBezTo>
                <a:cubicBezTo>
                  <a:pt x="46286" y="23564"/>
                  <a:pt x="48103" y="23816"/>
                  <a:pt x="50000" y="23816"/>
                </a:cubicBezTo>
                <a:cubicBezTo>
                  <a:pt x="51897" y="23816"/>
                  <a:pt x="53714" y="23564"/>
                  <a:pt x="55052" y="23118"/>
                </a:cubicBezTo>
                <a:cubicBezTo>
                  <a:pt x="56389" y="22672"/>
                  <a:pt x="57143" y="22067"/>
                  <a:pt x="57143" y="21427"/>
                </a:cubicBezTo>
                <a:cubicBezTo>
                  <a:pt x="57143" y="20799"/>
                  <a:pt x="56389" y="20193"/>
                  <a:pt x="55052" y="19747"/>
                </a:cubicBezTo>
                <a:cubicBezTo>
                  <a:pt x="53714" y="19301"/>
                  <a:pt x="51897" y="19050"/>
                  <a:pt x="50000" y="19050"/>
                </a:cubicBezTo>
                <a:close/>
                <a:moveTo>
                  <a:pt x="26195" y="47618"/>
                </a:moveTo>
                <a:cubicBezTo>
                  <a:pt x="37417" y="47618"/>
                  <a:pt x="45234" y="52635"/>
                  <a:pt x="45234" y="57137"/>
                </a:cubicBezTo>
                <a:cubicBezTo>
                  <a:pt x="45234" y="61639"/>
                  <a:pt x="37417" y="66667"/>
                  <a:pt x="26195" y="66667"/>
                </a:cubicBezTo>
                <a:cubicBezTo>
                  <a:pt x="14960" y="66667"/>
                  <a:pt x="7143" y="61639"/>
                  <a:pt x="7143" y="57137"/>
                </a:cubicBezTo>
                <a:cubicBezTo>
                  <a:pt x="7143" y="52635"/>
                  <a:pt x="14960" y="47618"/>
                  <a:pt x="26195" y="47618"/>
                </a:cubicBezTo>
                <a:close/>
                <a:moveTo>
                  <a:pt x="73806" y="47618"/>
                </a:moveTo>
                <a:cubicBezTo>
                  <a:pt x="85040" y="47618"/>
                  <a:pt x="92857" y="52635"/>
                  <a:pt x="92857" y="57137"/>
                </a:cubicBezTo>
                <a:cubicBezTo>
                  <a:pt x="92857" y="61639"/>
                  <a:pt x="85040" y="66667"/>
                  <a:pt x="73806" y="66667"/>
                </a:cubicBezTo>
                <a:cubicBezTo>
                  <a:pt x="62583" y="66667"/>
                  <a:pt x="54766" y="61639"/>
                  <a:pt x="54766" y="57137"/>
                </a:cubicBezTo>
                <a:cubicBezTo>
                  <a:pt x="54766" y="52635"/>
                  <a:pt x="62583" y="47618"/>
                  <a:pt x="73806" y="47618"/>
                </a:cubicBezTo>
                <a:close/>
                <a:moveTo>
                  <a:pt x="26195" y="54760"/>
                </a:moveTo>
                <a:cubicBezTo>
                  <a:pt x="24298" y="54760"/>
                  <a:pt x="22480" y="55011"/>
                  <a:pt x="21143" y="55457"/>
                </a:cubicBezTo>
                <a:cubicBezTo>
                  <a:pt x="19806" y="55903"/>
                  <a:pt x="19051" y="56508"/>
                  <a:pt x="19051" y="57137"/>
                </a:cubicBezTo>
                <a:cubicBezTo>
                  <a:pt x="19051" y="57777"/>
                  <a:pt x="19806" y="58382"/>
                  <a:pt x="21143" y="58828"/>
                </a:cubicBezTo>
                <a:cubicBezTo>
                  <a:pt x="22480" y="59273"/>
                  <a:pt x="24298" y="59525"/>
                  <a:pt x="26195" y="59525"/>
                </a:cubicBezTo>
                <a:cubicBezTo>
                  <a:pt x="28080" y="59525"/>
                  <a:pt x="29897" y="59273"/>
                  <a:pt x="31246" y="58828"/>
                </a:cubicBezTo>
                <a:cubicBezTo>
                  <a:pt x="32583" y="58382"/>
                  <a:pt x="33337" y="57777"/>
                  <a:pt x="33337" y="57137"/>
                </a:cubicBezTo>
                <a:cubicBezTo>
                  <a:pt x="33337" y="56508"/>
                  <a:pt x="32583" y="55903"/>
                  <a:pt x="31246" y="55457"/>
                </a:cubicBezTo>
                <a:cubicBezTo>
                  <a:pt x="29897" y="55011"/>
                  <a:pt x="28080" y="54760"/>
                  <a:pt x="26195" y="54760"/>
                </a:cubicBezTo>
                <a:close/>
                <a:moveTo>
                  <a:pt x="73806" y="54760"/>
                </a:moveTo>
                <a:cubicBezTo>
                  <a:pt x="71920" y="54760"/>
                  <a:pt x="70103" y="55011"/>
                  <a:pt x="68755" y="55457"/>
                </a:cubicBezTo>
                <a:cubicBezTo>
                  <a:pt x="67417" y="55903"/>
                  <a:pt x="66663" y="56508"/>
                  <a:pt x="66663" y="57137"/>
                </a:cubicBezTo>
                <a:cubicBezTo>
                  <a:pt x="66663" y="57777"/>
                  <a:pt x="67417" y="58382"/>
                  <a:pt x="68755" y="58828"/>
                </a:cubicBezTo>
                <a:cubicBezTo>
                  <a:pt x="70103" y="59273"/>
                  <a:pt x="71920" y="59525"/>
                  <a:pt x="73806" y="59525"/>
                </a:cubicBezTo>
                <a:cubicBezTo>
                  <a:pt x="75703" y="59525"/>
                  <a:pt x="77520" y="59273"/>
                  <a:pt x="78858" y="58828"/>
                </a:cubicBezTo>
                <a:cubicBezTo>
                  <a:pt x="80194" y="58382"/>
                  <a:pt x="80949" y="57777"/>
                  <a:pt x="80949" y="57137"/>
                </a:cubicBezTo>
                <a:cubicBezTo>
                  <a:pt x="80949" y="56508"/>
                  <a:pt x="80194" y="55903"/>
                  <a:pt x="78858" y="55457"/>
                </a:cubicBezTo>
                <a:cubicBezTo>
                  <a:pt x="77520" y="55011"/>
                  <a:pt x="75703" y="54760"/>
                  <a:pt x="73806" y="5476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1" name="Красный — SVG 22">
            <a:extLst>
              <a:ext uri="{FF2B5EF4-FFF2-40B4-BE49-F238E27FC236}">
                <a16:creationId xmlns:a16="http://schemas.microsoft.com/office/drawing/2014/main" id="{FF20A1FA-A068-D94B-BD81-88004C3CDE66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102860 w 134690"/>
              <a:gd name="csY0" fmla="*/ 4988 h 134323"/>
              <a:gd name="csX1" fmla="*/ 89526 w 134690"/>
              <a:gd name="csY1" fmla="*/ 327 h 134323"/>
              <a:gd name="csX2" fmla="*/ 82706 w 134690"/>
              <a:gd name="csY2" fmla="*/ 3508 h 134323"/>
              <a:gd name="csX3" fmla="*/ 67344 w 134690"/>
              <a:gd name="csY3" fmla="*/ 13578 h 134323"/>
              <a:gd name="csX4" fmla="*/ 52001 w 134690"/>
              <a:gd name="csY4" fmla="*/ 3559 h 134323"/>
              <a:gd name="csX5" fmla="*/ 49261 w 134690"/>
              <a:gd name="csY5" fmla="*/ 514 h 134323"/>
              <a:gd name="csX6" fmla="*/ 45171 w 134690"/>
              <a:gd name="csY6" fmla="*/ 327 h 134323"/>
              <a:gd name="csX7" fmla="*/ 31829 w 134690"/>
              <a:gd name="csY7" fmla="*/ 4988 h 134323"/>
              <a:gd name="csX8" fmla="*/ 0 w 134690"/>
              <a:gd name="csY8" fmla="*/ 53163 h 134323"/>
              <a:gd name="csX9" fmla="*/ 0 w 134690"/>
              <a:gd name="csY9" fmla="*/ 61686 h 134323"/>
              <a:gd name="csX10" fmla="*/ 0 w 134690"/>
              <a:gd name="csY10" fmla="*/ 61703 h 134323"/>
              <a:gd name="csX11" fmla="*/ 15950 w 134690"/>
              <a:gd name="csY11" fmla="*/ 77608 h 134323"/>
              <a:gd name="csX12" fmla="*/ 21267 w 134690"/>
              <a:gd name="csY12" fmla="*/ 77608 h 134323"/>
              <a:gd name="csX13" fmla="*/ 21267 w 134690"/>
              <a:gd name="csY13" fmla="*/ 56531 h 134323"/>
              <a:gd name="csX14" fmla="*/ 24811 w 134690"/>
              <a:gd name="csY14" fmla="*/ 52976 h 134323"/>
              <a:gd name="csX15" fmla="*/ 28356 w 134690"/>
              <a:gd name="csY15" fmla="*/ 56531 h 134323"/>
              <a:gd name="csX16" fmla="*/ 28356 w 134690"/>
              <a:gd name="csY16" fmla="*/ 77608 h 134323"/>
              <a:gd name="csX17" fmla="*/ 28356 w 134690"/>
              <a:gd name="csY17" fmla="*/ 102597 h 134323"/>
              <a:gd name="csX18" fmla="*/ 28356 w 134690"/>
              <a:gd name="csY18" fmla="*/ 118367 h 134323"/>
              <a:gd name="csX19" fmla="*/ 44306 w 134690"/>
              <a:gd name="csY19" fmla="*/ 134323 h 134323"/>
              <a:gd name="csX20" fmla="*/ 90384 w 134690"/>
              <a:gd name="csY20" fmla="*/ 134323 h 134323"/>
              <a:gd name="csX21" fmla="*/ 106334 w 134690"/>
              <a:gd name="csY21" fmla="*/ 118367 h 134323"/>
              <a:gd name="csX22" fmla="*/ 106334 w 134690"/>
              <a:gd name="csY22" fmla="*/ 102597 h 134323"/>
              <a:gd name="csX23" fmla="*/ 106334 w 134690"/>
              <a:gd name="csY23" fmla="*/ 77608 h 134323"/>
              <a:gd name="csX24" fmla="*/ 106334 w 134690"/>
              <a:gd name="csY24" fmla="*/ 56531 h 134323"/>
              <a:gd name="csX25" fmla="*/ 109878 w 134690"/>
              <a:gd name="csY25" fmla="*/ 52976 h 134323"/>
              <a:gd name="csX26" fmla="*/ 113423 w 134690"/>
              <a:gd name="csY26" fmla="*/ 56531 h 134323"/>
              <a:gd name="csX27" fmla="*/ 113423 w 134690"/>
              <a:gd name="csY27" fmla="*/ 77608 h 134323"/>
              <a:gd name="csX28" fmla="*/ 118740 w 134690"/>
              <a:gd name="csY28" fmla="*/ 77608 h 134323"/>
              <a:gd name="csX29" fmla="*/ 134690 w 134690"/>
              <a:gd name="csY29" fmla="*/ 61703 h 134323"/>
              <a:gd name="csX30" fmla="*/ 134690 w 134690"/>
              <a:gd name="csY30" fmla="*/ 61686 h 134323"/>
              <a:gd name="csX31" fmla="*/ 134690 w 134690"/>
              <a:gd name="csY31" fmla="*/ 53163 h 134323"/>
              <a:gd name="csX32" fmla="*/ 102860 w 134690"/>
              <a:gd name="csY32" fmla="*/ 4988 h 134323"/>
            </a:gdLst>
            <a:ahLst/>
            <a:cxnLst/>
            <a:rect l="l" t="t" r="r" b="b"/>
            <a:pathLst>
              <a:path w="100000" h="100000">
                <a:moveTo>
                  <a:pt x="76368" y="3840"/>
                </a:moveTo>
                <a:cubicBezTo>
                  <a:pt x="73939" y="3082"/>
                  <a:pt x="66544" y="404"/>
                  <a:pt x="66468" y="379"/>
                </a:cubicBezTo>
                <a:cubicBezTo>
                  <a:pt x="64418" y="-366"/>
                  <a:pt x="62158" y="707"/>
                  <a:pt x="61405" y="2741"/>
                </a:cubicBezTo>
                <a:cubicBezTo>
                  <a:pt x="61292" y="3056"/>
                  <a:pt x="58540" y="10217"/>
                  <a:pt x="49999" y="10217"/>
                </a:cubicBezTo>
                <a:cubicBezTo>
                  <a:pt x="41460" y="10217"/>
                  <a:pt x="38708" y="3056"/>
                  <a:pt x="38608" y="2779"/>
                </a:cubicBezTo>
                <a:cubicBezTo>
                  <a:pt x="38257" y="1781"/>
                  <a:pt x="37525" y="972"/>
                  <a:pt x="36574" y="518"/>
                </a:cubicBezTo>
                <a:cubicBezTo>
                  <a:pt x="35623" y="63"/>
                  <a:pt x="34526" y="12"/>
                  <a:pt x="33537" y="379"/>
                </a:cubicBezTo>
                <a:cubicBezTo>
                  <a:pt x="33464" y="404"/>
                  <a:pt x="26063" y="3082"/>
                  <a:pt x="23631" y="3840"/>
                </a:cubicBezTo>
                <a:cubicBezTo>
                  <a:pt x="7950" y="8714"/>
                  <a:pt x="0" y="20750"/>
                  <a:pt x="0" y="39607"/>
                </a:cubicBezTo>
                <a:lnTo>
                  <a:pt x="0" y="45935"/>
                </a:lnTo>
                <a:cubicBezTo>
                  <a:pt x="0" y="45935"/>
                  <a:pt x="0" y="45935"/>
                  <a:pt x="0" y="45947"/>
                </a:cubicBezTo>
                <a:cubicBezTo>
                  <a:pt x="13" y="52465"/>
                  <a:pt x="5318" y="57756"/>
                  <a:pt x="11842" y="57756"/>
                </a:cubicBezTo>
                <a:lnTo>
                  <a:pt x="15790" y="57756"/>
                </a:lnTo>
                <a:lnTo>
                  <a:pt x="15790" y="42107"/>
                </a:lnTo>
                <a:cubicBezTo>
                  <a:pt x="15790" y="40655"/>
                  <a:pt x="16966" y="39468"/>
                  <a:pt x="18421" y="39468"/>
                </a:cubicBezTo>
                <a:cubicBezTo>
                  <a:pt x="19876" y="39468"/>
                  <a:pt x="21053" y="40655"/>
                  <a:pt x="21053" y="42107"/>
                </a:cubicBezTo>
                <a:lnTo>
                  <a:pt x="21053" y="57756"/>
                </a:lnTo>
                <a:lnTo>
                  <a:pt x="21053" y="76309"/>
                </a:lnTo>
                <a:lnTo>
                  <a:pt x="21053" y="88017"/>
                </a:lnTo>
                <a:cubicBezTo>
                  <a:pt x="21053" y="94546"/>
                  <a:pt x="26366" y="99864"/>
                  <a:pt x="32895" y="99864"/>
                </a:cubicBezTo>
                <a:lnTo>
                  <a:pt x="67105" y="99864"/>
                </a:lnTo>
                <a:cubicBezTo>
                  <a:pt x="73634" y="99864"/>
                  <a:pt x="78947" y="94546"/>
                  <a:pt x="78947" y="88017"/>
                </a:cubicBezTo>
                <a:lnTo>
                  <a:pt x="78947" y="76309"/>
                </a:lnTo>
                <a:lnTo>
                  <a:pt x="78947" y="57756"/>
                </a:lnTo>
                <a:lnTo>
                  <a:pt x="78947" y="42107"/>
                </a:lnTo>
                <a:cubicBezTo>
                  <a:pt x="78947" y="40655"/>
                  <a:pt x="80123" y="39468"/>
                  <a:pt x="81578" y="39468"/>
                </a:cubicBezTo>
                <a:cubicBezTo>
                  <a:pt x="83034" y="39468"/>
                  <a:pt x="84210" y="40655"/>
                  <a:pt x="84210" y="42107"/>
                </a:cubicBezTo>
                <a:lnTo>
                  <a:pt x="84210" y="57756"/>
                </a:lnTo>
                <a:lnTo>
                  <a:pt x="88158" y="57756"/>
                </a:lnTo>
                <a:cubicBezTo>
                  <a:pt x="94681" y="57756"/>
                  <a:pt x="99986" y="52465"/>
                  <a:pt x="100000" y="45947"/>
                </a:cubicBezTo>
                <a:cubicBezTo>
                  <a:pt x="100000" y="45935"/>
                  <a:pt x="100000" y="45935"/>
                  <a:pt x="100000" y="45935"/>
                </a:cubicBezTo>
                <a:lnTo>
                  <a:pt x="100000" y="39607"/>
                </a:lnTo>
                <a:cubicBezTo>
                  <a:pt x="100000" y="20750"/>
                  <a:pt x="92050" y="8714"/>
                  <a:pt x="76368" y="384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2" name="Красный — SVG 23">
            <a:extLst>
              <a:ext uri="{FF2B5EF4-FFF2-40B4-BE49-F238E27FC236}">
                <a16:creationId xmlns:a16="http://schemas.microsoft.com/office/drawing/2014/main" id="{6FC27E59-AA9F-0640-8A61-A7EF307D27B2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114041 w 170134"/>
              <a:gd name="csY0" fmla="*/ 0 h 141753"/>
              <a:gd name="csX1" fmla="*/ 100243 w 170134"/>
              <a:gd name="csY1" fmla="*/ 5716 h 141753"/>
              <a:gd name="csX2" fmla="*/ 41155 w 170134"/>
              <a:gd name="csY2" fmla="*/ 64795 h 141753"/>
              <a:gd name="csX3" fmla="*/ 35439 w 170134"/>
              <a:gd name="csY3" fmla="*/ 78591 h 141753"/>
              <a:gd name="csX4" fmla="*/ 41155 w 170134"/>
              <a:gd name="csY4" fmla="*/ 92370 h 141753"/>
              <a:gd name="csX5" fmla="*/ 77751 w 170134"/>
              <a:gd name="csY5" fmla="*/ 128961 h 141753"/>
              <a:gd name="csX6" fmla="*/ 91549 w 170134"/>
              <a:gd name="csY6" fmla="*/ 134677 h 141753"/>
              <a:gd name="csX7" fmla="*/ 105330 w 170134"/>
              <a:gd name="csY7" fmla="*/ 128961 h 141753"/>
              <a:gd name="csX8" fmla="*/ 164434 w 170134"/>
              <a:gd name="csY8" fmla="*/ 69882 h 141753"/>
              <a:gd name="csX9" fmla="*/ 170134 w 170134"/>
              <a:gd name="csY9" fmla="*/ 56086 h 141753"/>
              <a:gd name="csX10" fmla="*/ 170134 w 170134"/>
              <a:gd name="csY10" fmla="*/ 15939 h 141753"/>
              <a:gd name="csX11" fmla="*/ 154176 w 170134"/>
              <a:gd name="csY11" fmla="*/ 0 h 141753"/>
              <a:gd name="csX12" fmla="*/ 114041 w 170134"/>
              <a:gd name="csY12" fmla="*/ 0 h 141753"/>
              <a:gd name="csX13" fmla="*/ 78602 w 170134"/>
              <a:gd name="csY13" fmla="*/ 7094 h 141753"/>
              <a:gd name="csX14" fmla="*/ 64804 w 170134"/>
              <a:gd name="csY14" fmla="*/ 12792 h 141753"/>
              <a:gd name="csX15" fmla="*/ 5717 w 170134"/>
              <a:gd name="csY15" fmla="*/ 71889 h 141753"/>
              <a:gd name="csX16" fmla="*/ 0 w 170134"/>
              <a:gd name="csY16" fmla="*/ 85668 h 141753"/>
              <a:gd name="csX17" fmla="*/ 5717 w 170134"/>
              <a:gd name="csY17" fmla="*/ 99447 h 141753"/>
              <a:gd name="csX18" fmla="*/ 42313 w 170134"/>
              <a:gd name="csY18" fmla="*/ 136055 h 141753"/>
              <a:gd name="csX19" fmla="*/ 56110 w 170134"/>
              <a:gd name="csY19" fmla="*/ 141753 h 141753"/>
              <a:gd name="csX20" fmla="*/ 69891 w 170134"/>
              <a:gd name="csY20" fmla="*/ 136055 h 141753"/>
              <a:gd name="csX21" fmla="*/ 72358 w 170134"/>
              <a:gd name="csY21" fmla="*/ 133571 h 141753"/>
              <a:gd name="csX22" fmla="*/ 36136 w 170134"/>
              <a:gd name="csY22" fmla="*/ 97372 h 141753"/>
              <a:gd name="csX23" fmla="*/ 28361 w 170134"/>
              <a:gd name="csY23" fmla="*/ 78591 h 141753"/>
              <a:gd name="csX24" fmla="*/ 36136 w 170134"/>
              <a:gd name="csY24" fmla="*/ 59777 h 141753"/>
              <a:gd name="csX25" fmla="*/ 88844 w 170134"/>
              <a:gd name="csY25" fmla="*/ 7094 h 141753"/>
              <a:gd name="csX26" fmla="*/ 78602 w 170134"/>
              <a:gd name="csY26" fmla="*/ 7094 h 141753"/>
              <a:gd name="csX27" fmla="*/ 138234 w 170134"/>
              <a:gd name="csY27" fmla="*/ 21264 h 141753"/>
              <a:gd name="csX28" fmla="*/ 148867 w 170134"/>
              <a:gd name="csY28" fmla="*/ 31896 h 141753"/>
              <a:gd name="csX29" fmla="*/ 138234 w 170134"/>
              <a:gd name="csY29" fmla="*/ 42528 h 141753"/>
              <a:gd name="csX30" fmla="*/ 127601 w 170134"/>
              <a:gd name="csY30" fmla="*/ 31896 h 141753"/>
              <a:gd name="csX31" fmla="*/ 138234 w 170134"/>
              <a:gd name="csY31" fmla="*/ 21264 h 141753"/>
            </a:gdLst>
            <a:ahLst/>
            <a:cxnLst/>
            <a:rect l="l" t="t" r="r" b="b"/>
            <a:pathLst>
              <a:path w="100000" h="100000">
                <a:moveTo>
                  <a:pt x="67030" y="8341"/>
                </a:moveTo>
                <a:cubicBezTo>
                  <a:pt x="63970" y="8341"/>
                  <a:pt x="61090" y="9530"/>
                  <a:pt x="58920" y="11700"/>
                </a:cubicBezTo>
                <a:lnTo>
                  <a:pt x="24190" y="46425"/>
                </a:lnTo>
                <a:cubicBezTo>
                  <a:pt x="22030" y="48586"/>
                  <a:pt x="20830" y="51475"/>
                  <a:pt x="20830" y="54534"/>
                </a:cubicBezTo>
                <a:cubicBezTo>
                  <a:pt x="20830" y="57594"/>
                  <a:pt x="22030" y="60464"/>
                  <a:pt x="24190" y="62633"/>
                </a:cubicBezTo>
                <a:lnTo>
                  <a:pt x="45700" y="84140"/>
                </a:lnTo>
                <a:cubicBezTo>
                  <a:pt x="47870" y="86301"/>
                  <a:pt x="50750" y="87500"/>
                  <a:pt x="53810" y="87500"/>
                </a:cubicBezTo>
                <a:cubicBezTo>
                  <a:pt x="56870" y="87500"/>
                  <a:pt x="59750" y="86301"/>
                  <a:pt x="61910" y="84140"/>
                </a:cubicBezTo>
                <a:lnTo>
                  <a:pt x="96650" y="49415"/>
                </a:lnTo>
                <a:cubicBezTo>
                  <a:pt x="98810" y="47245"/>
                  <a:pt x="100000" y="44366"/>
                  <a:pt x="100000" y="41307"/>
                </a:cubicBezTo>
                <a:lnTo>
                  <a:pt x="100000" y="17709"/>
                </a:lnTo>
                <a:cubicBezTo>
                  <a:pt x="100000" y="12550"/>
                  <a:pt x="95800" y="8341"/>
                  <a:pt x="90620" y="8341"/>
                </a:cubicBezTo>
                <a:lnTo>
                  <a:pt x="67030" y="8341"/>
                </a:lnTo>
                <a:close/>
                <a:moveTo>
                  <a:pt x="46200" y="12510"/>
                </a:moveTo>
                <a:cubicBezTo>
                  <a:pt x="43140" y="12510"/>
                  <a:pt x="40250" y="13700"/>
                  <a:pt x="38090" y="15860"/>
                </a:cubicBezTo>
                <a:lnTo>
                  <a:pt x="3360" y="50595"/>
                </a:lnTo>
                <a:cubicBezTo>
                  <a:pt x="1190" y="52755"/>
                  <a:pt x="0" y="55635"/>
                  <a:pt x="0" y="58694"/>
                </a:cubicBezTo>
                <a:cubicBezTo>
                  <a:pt x="0" y="61753"/>
                  <a:pt x="1190" y="64633"/>
                  <a:pt x="3360" y="66793"/>
                </a:cubicBezTo>
                <a:lnTo>
                  <a:pt x="24870" y="88310"/>
                </a:lnTo>
                <a:cubicBezTo>
                  <a:pt x="27030" y="90470"/>
                  <a:pt x="29910" y="91659"/>
                  <a:pt x="32980" y="91659"/>
                </a:cubicBezTo>
                <a:cubicBezTo>
                  <a:pt x="36040" y="91659"/>
                  <a:pt x="38910" y="90470"/>
                  <a:pt x="41080" y="88310"/>
                </a:cubicBezTo>
                <a:lnTo>
                  <a:pt x="42530" y="86850"/>
                </a:lnTo>
                <a:lnTo>
                  <a:pt x="21240" y="65573"/>
                </a:lnTo>
                <a:cubicBezTo>
                  <a:pt x="18290" y="62623"/>
                  <a:pt x="16670" y="58704"/>
                  <a:pt x="16670" y="54534"/>
                </a:cubicBezTo>
                <a:cubicBezTo>
                  <a:pt x="16670" y="50355"/>
                  <a:pt x="18290" y="46425"/>
                  <a:pt x="21240" y="43476"/>
                </a:cubicBezTo>
                <a:lnTo>
                  <a:pt x="52220" y="12510"/>
                </a:lnTo>
                <a:lnTo>
                  <a:pt x="46200" y="12510"/>
                </a:lnTo>
                <a:close/>
                <a:moveTo>
                  <a:pt x="81250" y="20839"/>
                </a:moveTo>
                <a:cubicBezTo>
                  <a:pt x="84700" y="20839"/>
                  <a:pt x="87500" y="23639"/>
                  <a:pt x="87500" y="27088"/>
                </a:cubicBezTo>
                <a:cubicBezTo>
                  <a:pt x="87500" y="30538"/>
                  <a:pt x="84700" y="33338"/>
                  <a:pt x="81250" y="33338"/>
                </a:cubicBezTo>
                <a:cubicBezTo>
                  <a:pt x="77800" y="33338"/>
                  <a:pt x="75000" y="30538"/>
                  <a:pt x="75000" y="27088"/>
                </a:cubicBezTo>
                <a:cubicBezTo>
                  <a:pt x="75000" y="23639"/>
                  <a:pt x="77800" y="20839"/>
                  <a:pt x="81250" y="2083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3" name="Красный — SVG 24">
            <a:extLst>
              <a:ext uri="{FF2B5EF4-FFF2-40B4-BE49-F238E27FC236}">
                <a16:creationId xmlns:a16="http://schemas.microsoft.com/office/drawing/2014/main" id="{45844323-2727-E54A-840C-B66C1D821629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88351 w 125828"/>
              <a:gd name="csY0" fmla="*/ 7 h 139990"/>
              <a:gd name="csX1" fmla="*/ 85424 w 125828"/>
              <a:gd name="csY1" fmla="*/ 1078 h 139990"/>
              <a:gd name="csX2" fmla="*/ 50343 w 125828"/>
              <a:gd name="csY2" fmla="*/ 27377 h 139990"/>
              <a:gd name="csX3" fmla="*/ 71677 w 125828"/>
              <a:gd name="csY3" fmla="*/ 37210 h 139990"/>
              <a:gd name="csX4" fmla="*/ 97470 w 125828"/>
              <a:gd name="csY4" fmla="*/ 37210 h 139990"/>
              <a:gd name="csX5" fmla="*/ 109873 w 125828"/>
              <a:gd name="csY5" fmla="*/ 49628 h 139990"/>
              <a:gd name="csX6" fmla="*/ 106249 w 125828"/>
              <a:gd name="csY6" fmla="*/ 58406 h 139990"/>
              <a:gd name="csX7" fmla="*/ 97470 w 125828"/>
              <a:gd name="csY7" fmla="*/ 62029 h 139990"/>
              <a:gd name="csX8" fmla="*/ 80593 w 125828"/>
              <a:gd name="csY8" fmla="*/ 62029 h 139990"/>
              <a:gd name="csX9" fmla="*/ 90801 w 125828"/>
              <a:gd name="csY9" fmla="*/ 76693 h 139990"/>
              <a:gd name="csX10" fmla="*/ 123704 w 125828"/>
              <a:gd name="csY10" fmla="*/ 52112 h 139990"/>
              <a:gd name="csX11" fmla="*/ 125780 w 125828"/>
              <a:gd name="csY11" fmla="*/ 48607 h 139990"/>
              <a:gd name="csX12" fmla="*/ 124776 w 125828"/>
              <a:gd name="csY12" fmla="*/ 44661 h 139990"/>
              <a:gd name="csX13" fmla="*/ 92876 w 125828"/>
              <a:gd name="csY13" fmla="*/ 2133 h 139990"/>
              <a:gd name="csX14" fmla="*/ 88351 w 125828"/>
              <a:gd name="csY14" fmla="*/ 7 h 139990"/>
              <a:gd name="csX15" fmla="*/ 14172 w 125828"/>
              <a:gd name="csY15" fmla="*/ 5314 h 139990"/>
              <a:gd name="csX16" fmla="*/ 4151 w 125828"/>
              <a:gd name="csY16" fmla="*/ 9482 h 139990"/>
              <a:gd name="csX17" fmla="*/ 0 w 125828"/>
              <a:gd name="csY17" fmla="*/ 19501 h 139990"/>
              <a:gd name="csX18" fmla="*/ 4151 w 125828"/>
              <a:gd name="csY18" fmla="*/ 29521 h 139990"/>
              <a:gd name="csX19" fmla="*/ 14172 w 125828"/>
              <a:gd name="csY19" fmla="*/ 33672 h 139990"/>
              <a:gd name="csX20" fmla="*/ 24210 w 125828"/>
              <a:gd name="csY20" fmla="*/ 29521 h 139990"/>
              <a:gd name="csX21" fmla="*/ 28361 w 125828"/>
              <a:gd name="csY21" fmla="*/ 19501 h 139990"/>
              <a:gd name="csX22" fmla="*/ 24210 w 125828"/>
              <a:gd name="csY22" fmla="*/ 9482 h 139990"/>
              <a:gd name="csX23" fmla="*/ 14172 w 125828"/>
              <a:gd name="csY23" fmla="*/ 5314 h 139990"/>
              <a:gd name="csX24" fmla="*/ 37209 w 125828"/>
              <a:gd name="csY24" fmla="*/ 30133 h 139990"/>
              <a:gd name="csX25" fmla="*/ 24806 w 125828"/>
              <a:gd name="csY25" fmla="*/ 42534 h 139990"/>
              <a:gd name="csX26" fmla="*/ 26694 w 125828"/>
              <a:gd name="csY26" fmla="*/ 49032 h 139990"/>
              <a:gd name="csX27" fmla="*/ 26575 w 125828"/>
              <a:gd name="csY27" fmla="*/ 49118 h 139990"/>
              <a:gd name="csX28" fmla="*/ 27562 w 125828"/>
              <a:gd name="csY28" fmla="*/ 50223 h 139990"/>
              <a:gd name="csX29" fmla="*/ 28668 w 125828"/>
              <a:gd name="csY29" fmla="*/ 51482 h 139990"/>
              <a:gd name="csX30" fmla="*/ 54936 w 125828"/>
              <a:gd name="csY30" fmla="*/ 81269 h 139990"/>
              <a:gd name="csX31" fmla="*/ 54936 w 125828"/>
              <a:gd name="csY31" fmla="*/ 106326 h 139990"/>
              <a:gd name="csX32" fmla="*/ 43707 w 125828"/>
              <a:gd name="csY32" fmla="*/ 131128 h 139990"/>
              <a:gd name="csX33" fmla="*/ 43946 w 125828"/>
              <a:gd name="csY33" fmla="*/ 130788 h 139990"/>
              <a:gd name="csX34" fmla="*/ 43231 w 125828"/>
              <a:gd name="csY34" fmla="*/ 132047 h 139990"/>
              <a:gd name="csX35" fmla="*/ 45222 w 125828"/>
              <a:gd name="csY35" fmla="*/ 139293 h 139990"/>
              <a:gd name="csX36" fmla="*/ 47842 w 125828"/>
              <a:gd name="csY36" fmla="*/ 139991 h 139990"/>
              <a:gd name="csX37" fmla="*/ 52470 w 125828"/>
              <a:gd name="csY37" fmla="*/ 137320 h 139990"/>
              <a:gd name="csX38" fmla="*/ 66658 w 125828"/>
              <a:gd name="csY38" fmla="*/ 112501 h 139990"/>
              <a:gd name="csX39" fmla="*/ 67305 w 125828"/>
              <a:gd name="csY39" fmla="*/ 110528 h 139990"/>
              <a:gd name="csX40" fmla="*/ 70317 w 125828"/>
              <a:gd name="csY40" fmla="*/ 86440 h 139990"/>
              <a:gd name="csX41" fmla="*/ 86071 w 125828"/>
              <a:gd name="csY41" fmla="*/ 104557 h 139990"/>
              <a:gd name="csX42" fmla="*/ 85067 w 125828"/>
              <a:gd name="csY42" fmla="*/ 130414 h 139990"/>
              <a:gd name="csX43" fmla="*/ 85169 w 125828"/>
              <a:gd name="csY43" fmla="*/ 130056 h 139990"/>
              <a:gd name="csX44" fmla="*/ 85101 w 125828"/>
              <a:gd name="csY44" fmla="*/ 130465 h 139990"/>
              <a:gd name="csX45" fmla="*/ 89729 w 125828"/>
              <a:gd name="csY45" fmla="*/ 136402 h 139990"/>
              <a:gd name="csX46" fmla="*/ 90392 w 125828"/>
              <a:gd name="csY46" fmla="*/ 136453 h 139990"/>
              <a:gd name="csX47" fmla="*/ 95666 w 125828"/>
              <a:gd name="csY47" fmla="*/ 131792 h 139990"/>
              <a:gd name="csX48" fmla="*/ 99205 w 125828"/>
              <a:gd name="csY48" fmla="*/ 103451 h 139990"/>
              <a:gd name="csX49" fmla="*/ 98304 w 125828"/>
              <a:gd name="csY49" fmla="*/ 99760 h 139990"/>
              <a:gd name="csX50" fmla="*/ 75761 w 125828"/>
              <a:gd name="csY50" fmla="*/ 67234 h 139990"/>
              <a:gd name="csX51" fmla="*/ 75335 w 125828"/>
              <a:gd name="csY51" fmla="*/ 66741 h 139990"/>
              <a:gd name="csX52" fmla="*/ 75421 w 125828"/>
              <a:gd name="csY52" fmla="*/ 66673 h 139990"/>
              <a:gd name="csX53" fmla="*/ 71252 w 125828"/>
              <a:gd name="csY53" fmla="*/ 61995 h 139990"/>
              <a:gd name="csX54" fmla="*/ 71184 w 125828"/>
              <a:gd name="csY54" fmla="*/ 61978 h 139990"/>
              <a:gd name="csX55" fmla="*/ 70895 w 125828"/>
              <a:gd name="csY55" fmla="*/ 62029 h 139990"/>
              <a:gd name="csX56" fmla="*/ 69500 w 125828"/>
              <a:gd name="csY56" fmla="*/ 61740 h 139990"/>
              <a:gd name="csX57" fmla="*/ 51772 w 125828"/>
              <a:gd name="csY57" fmla="*/ 54136 h 139990"/>
              <a:gd name="csX58" fmla="*/ 49917 w 125828"/>
              <a:gd name="csY58" fmla="*/ 49492 h 139990"/>
              <a:gd name="csX59" fmla="*/ 53405 w 125828"/>
              <a:gd name="csY59" fmla="*/ 47382 h 139990"/>
              <a:gd name="csX60" fmla="*/ 70623 w 125828"/>
              <a:gd name="csY60" fmla="*/ 54544 h 139990"/>
              <a:gd name="csX61" fmla="*/ 72664 w 125828"/>
              <a:gd name="csY61" fmla="*/ 54935 h 139990"/>
              <a:gd name="csX62" fmla="*/ 75080 w 125828"/>
              <a:gd name="csY62" fmla="*/ 54935 h 139990"/>
              <a:gd name="csX63" fmla="*/ 93931 w 125828"/>
              <a:gd name="csY63" fmla="*/ 54935 h 139990"/>
              <a:gd name="csX64" fmla="*/ 97470 w 125828"/>
              <a:gd name="csY64" fmla="*/ 54935 h 139990"/>
              <a:gd name="csX65" fmla="*/ 101230 w 125828"/>
              <a:gd name="csY65" fmla="*/ 53387 h 139990"/>
              <a:gd name="csX66" fmla="*/ 102795 w 125828"/>
              <a:gd name="csY66" fmla="*/ 49628 h 139990"/>
              <a:gd name="csX67" fmla="*/ 97470 w 125828"/>
              <a:gd name="csY67" fmla="*/ 44304 h 139990"/>
              <a:gd name="csX68" fmla="*/ 93931 w 125828"/>
              <a:gd name="csY68" fmla="*/ 44304 h 139990"/>
              <a:gd name="csX69" fmla="*/ 73719 w 125828"/>
              <a:gd name="csY69" fmla="*/ 44304 h 139990"/>
              <a:gd name="csX70" fmla="*/ 43707 w 125828"/>
              <a:gd name="csY70" fmla="*/ 31851 h 139990"/>
              <a:gd name="csX71" fmla="*/ 42346 w 125828"/>
              <a:gd name="csY71" fmla="*/ 31494 h 139990"/>
              <a:gd name="csX72" fmla="*/ 40611 w 125828"/>
              <a:gd name="csY72" fmla="*/ 30712 h 139990"/>
              <a:gd name="csX73" fmla="*/ 40509 w 125828"/>
              <a:gd name="csY73" fmla="*/ 30627 h 139990"/>
              <a:gd name="csX74" fmla="*/ 37209 w 125828"/>
              <a:gd name="csY74" fmla="*/ 30133 h 139990"/>
            </a:gdLst>
            <a:ahLst/>
            <a:cxnLst/>
            <a:rect l="l" t="t" r="r" b="b"/>
            <a:pathLst>
              <a:path w="100000" h="100000">
                <a:moveTo>
                  <a:pt x="68171" y="5"/>
                </a:moveTo>
                <a:cubicBezTo>
                  <a:pt x="67441" y="41"/>
                  <a:pt x="66712" y="296"/>
                  <a:pt x="66080" y="770"/>
                </a:cubicBezTo>
                <a:lnTo>
                  <a:pt x="41020" y="19556"/>
                </a:lnTo>
                <a:lnTo>
                  <a:pt x="56260" y="26580"/>
                </a:lnTo>
                <a:lnTo>
                  <a:pt x="74685" y="26580"/>
                </a:lnTo>
                <a:cubicBezTo>
                  <a:pt x="79570" y="26580"/>
                  <a:pt x="83545" y="30566"/>
                  <a:pt x="83545" y="35451"/>
                </a:cubicBezTo>
                <a:cubicBezTo>
                  <a:pt x="83545" y="37821"/>
                  <a:pt x="82633" y="40044"/>
                  <a:pt x="80956" y="41722"/>
                </a:cubicBezTo>
                <a:cubicBezTo>
                  <a:pt x="79279" y="43386"/>
                  <a:pt x="77054" y="44310"/>
                  <a:pt x="74685" y="44310"/>
                </a:cubicBezTo>
                <a:lnTo>
                  <a:pt x="62629" y="44310"/>
                </a:lnTo>
                <a:cubicBezTo>
                  <a:pt x="65180" y="47712"/>
                  <a:pt x="67623" y="51199"/>
                  <a:pt x="69921" y="54785"/>
                </a:cubicBezTo>
                <a:lnTo>
                  <a:pt x="93425" y="37226"/>
                </a:lnTo>
                <a:cubicBezTo>
                  <a:pt x="94227" y="36618"/>
                  <a:pt x="94762" y="35718"/>
                  <a:pt x="94907" y="34722"/>
                </a:cubicBezTo>
                <a:cubicBezTo>
                  <a:pt x="95041" y="33725"/>
                  <a:pt x="94786" y="32704"/>
                  <a:pt x="94190" y="31903"/>
                </a:cubicBezTo>
                <a:lnTo>
                  <a:pt x="71403" y="1524"/>
                </a:lnTo>
                <a:cubicBezTo>
                  <a:pt x="70613" y="479"/>
                  <a:pt x="69386" y="-56"/>
                  <a:pt x="68171" y="5"/>
                </a:cubicBezTo>
                <a:close/>
                <a:moveTo>
                  <a:pt x="15182" y="3796"/>
                </a:moveTo>
                <a:cubicBezTo>
                  <a:pt x="12496" y="3796"/>
                  <a:pt x="9919" y="4865"/>
                  <a:pt x="8023" y="6773"/>
                </a:cubicBezTo>
                <a:cubicBezTo>
                  <a:pt x="6128" y="8668"/>
                  <a:pt x="5058" y="11245"/>
                  <a:pt x="5058" y="13930"/>
                </a:cubicBezTo>
                <a:cubicBezTo>
                  <a:pt x="5058" y="16616"/>
                  <a:pt x="6128" y="19192"/>
                  <a:pt x="8023" y="21088"/>
                </a:cubicBezTo>
                <a:cubicBezTo>
                  <a:pt x="9919" y="22984"/>
                  <a:pt x="12496" y="24053"/>
                  <a:pt x="15182" y="24053"/>
                </a:cubicBezTo>
                <a:cubicBezTo>
                  <a:pt x="17868" y="24053"/>
                  <a:pt x="20444" y="22984"/>
                  <a:pt x="22352" y="21088"/>
                </a:cubicBezTo>
                <a:cubicBezTo>
                  <a:pt x="24248" y="19192"/>
                  <a:pt x="25318" y="16616"/>
                  <a:pt x="25318" y="13930"/>
                </a:cubicBezTo>
                <a:cubicBezTo>
                  <a:pt x="25318" y="11245"/>
                  <a:pt x="24248" y="8668"/>
                  <a:pt x="22352" y="6773"/>
                </a:cubicBezTo>
                <a:cubicBezTo>
                  <a:pt x="20444" y="4865"/>
                  <a:pt x="17868" y="3796"/>
                  <a:pt x="15182" y="3796"/>
                </a:cubicBezTo>
                <a:close/>
                <a:moveTo>
                  <a:pt x="31638" y="21525"/>
                </a:moveTo>
                <a:cubicBezTo>
                  <a:pt x="26752" y="21525"/>
                  <a:pt x="22778" y="25487"/>
                  <a:pt x="22778" y="30384"/>
                </a:cubicBezTo>
                <a:cubicBezTo>
                  <a:pt x="22778" y="32097"/>
                  <a:pt x="23288" y="33677"/>
                  <a:pt x="24127" y="35025"/>
                </a:cubicBezTo>
                <a:lnTo>
                  <a:pt x="24042" y="35087"/>
                </a:lnTo>
                <a:lnTo>
                  <a:pt x="24747" y="35876"/>
                </a:lnTo>
                <a:cubicBezTo>
                  <a:pt x="24990" y="36193"/>
                  <a:pt x="25257" y="36496"/>
                  <a:pt x="25537" y="36775"/>
                </a:cubicBezTo>
                <a:lnTo>
                  <a:pt x="44301" y="58053"/>
                </a:lnTo>
                <a:lnTo>
                  <a:pt x="44301" y="75953"/>
                </a:lnTo>
                <a:lnTo>
                  <a:pt x="36280" y="93670"/>
                </a:lnTo>
                <a:lnTo>
                  <a:pt x="36450" y="93427"/>
                </a:lnTo>
                <a:lnTo>
                  <a:pt x="35940" y="94326"/>
                </a:lnTo>
                <a:cubicBezTo>
                  <a:pt x="34895" y="96136"/>
                  <a:pt x="35539" y="98458"/>
                  <a:pt x="37362" y="99502"/>
                </a:cubicBezTo>
                <a:cubicBezTo>
                  <a:pt x="37957" y="99843"/>
                  <a:pt x="38601" y="100001"/>
                  <a:pt x="39234" y="100001"/>
                </a:cubicBezTo>
                <a:cubicBezTo>
                  <a:pt x="40558" y="100001"/>
                  <a:pt x="41834" y="99320"/>
                  <a:pt x="42539" y="98093"/>
                </a:cubicBezTo>
                <a:lnTo>
                  <a:pt x="52674" y="80364"/>
                </a:lnTo>
                <a:cubicBezTo>
                  <a:pt x="52918" y="79939"/>
                  <a:pt x="53076" y="79452"/>
                  <a:pt x="53137" y="78954"/>
                </a:cubicBezTo>
                <a:lnTo>
                  <a:pt x="55288" y="61747"/>
                </a:lnTo>
                <a:lnTo>
                  <a:pt x="66542" y="74689"/>
                </a:lnTo>
                <a:lnTo>
                  <a:pt x="65825" y="93160"/>
                </a:lnTo>
                <a:lnTo>
                  <a:pt x="65898" y="92904"/>
                </a:lnTo>
                <a:lnTo>
                  <a:pt x="65849" y="93196"/>
                </a:lnTo>
                <a:cubicBezTo>
                  <a:pt x="65594" y="95274"/>
                  <a:pt x="67076" y="97181"/>
                  <a:pt x="69155" y="97437"/>
                </a:cubicBezTo>
                <a:cubicBezTo>
                  <a:pt x="69313" y="97461"/>
                  <a:pt x="69471" y="97473"/>
                  <a:pt x="69629" y="97473"/>
                </a:cubicBezTo>
                <a:cubicBezTo>
                  <a:pt x="71512" y="97473"/>
                  <a:pt x="73153" y="96063"/>
                  <a:pt x="73396" y="94144"/>
                </a:cubicBezTo>
                <a:lnTo>
                  <a:pt x="75924" y="73899"/>
                </a:lnTo>
                <a:cubicBezTo>
                  <a:pt x="76033" y="72963"/>
                  <a:pt x="75815" y="72027"/>
                  <a:pt x="75280" y="71262"/>
                </a:cubicBezTo>
                <a:lnTo>
                  <a:pt x="59177" y="48028"/>
                </a:lnTo>
                <a:cubicBezTo>
                  <a:pt x="59080" y="47906"/>
                  <a:pt x="58983" y="47797"/>
                  <a:pt x="58873" y="47676"/>
                </a:cubicBezTo>
                <a:lnTo>
                  <a:pt x="58934" y="47627"/>
                </a:lnTo>
                <a:lnTo>
                  <a:pt x="55956" y="44285"/>
                </a:lnTo>
                <a:cubicBezTo>
                  <a:pt x="55944" y="44285"/>
                  <a:pt x="55920" y="44273"/>
                  <a:pt x="55908" y="44273"/>
                </a:cubicBezTo>
                <a:cubicBezTo>
                  <a:pt x="55835" y="44285"/>
                  <a:pt x="55762" y="44310"/>
                  <a:pt x="55701" y="44310"/>
                </a:cubicBezTo>
                <a:cubicBezTo>
                  <a:pt x="55360" y="44310"/>
                  <a:pt x="55033" y="44249"/>
                  <a:pt x="54705" y="44103"/>
                </a:cubicBezTo>
                <a:lnTo>
                  <a:pt x="42041" y="38671"/>
                </a:lnTo>
                <a:cubicBezTo>
                  <a:pt x="40753" y="38124"/>
                  <a:pt x="40157" y="36642"/>
                  <a:pt x="40716" y="35354"/>
                </a:cubicBezTo>
                <a:cubicBezTo>
                  <a:pt x="41142" y="34345"/>
                  <a:pt x="42162" y="33774"/>
                  <a:pt x="43207" y="33847"/>
                </a:cubicBezTo>
                <a:lnTo>
                  <a:pt x="55507" y="38963"/>
                </a:lnTo>
                <a:cubicBezTo>
                  <a:pt x="55968" y="39145"/>
                  <a:pt x="56467" y="39242"/>
                  <a:pt x="56965" y="39242"/>
                </a:cubicBezTo>
                <a:lnTo>
                  <a:pt x="58691" y="39242"/>
                </a:lnTo>
                <a:lnTo>
                  <a:pt x="72157" y="39242"/>
                </a:lnTo>
                <a:lnTo>
                  <a:pt x="74685" y="39242"/>
                </a:lnTo>
                <a:cubicBezTo>
                  <a:pt x="75705" y="39242"/>
                  <a:pt x="76653" y="38853"/>
                  <a:pt x="77371" y="38136"/>
                </a:cubicBezTo>
                <a:cubicBezTo>
                  <a:pt x="78088" y="37420"/>
                  <a:pt x="78488" y="36460"/>
                  <a:pt x="78488" y="35451"/>
                </a:cubicBezTo>
                <a:cubicBezTo>
                  <a:pt x="78488" y="33349"/>
                  <a:pt x="76775" y="31648"/>
                  <a:pt x="74685" y="31648"/>
                </a:cubicBezTo>
                <a:lnTo>
                  <a:pt x="72157" y="31648"/>
                </a:lnTo>
                <a:lnTo>
                  <a:pt x="57718" y="31648"/>
                </a:lnTo>
                <a:lnTo>
                  <a:pt x="36280" y="22752"/>
                </a:lnTo>
                <a:cubicBezTo>
                  <a:pt x="35952" y="22619"/>
                  <a:pt x="35624" y="22546"/>
                  <a:pt x="35308" y="22497"/>
                </a:cubicBezTo>
                <a:lnTo>
                  <a:pt x="34068" y="21939"/>
                </a:lnTo>
                <a:cubicBezTo>
                  <a:pt x="34044" y="21914"/>
                  <a:pt x="34032" y="21890"/>
                  <a:pt x="33995" y="21878"/>
                </a:cubicBezTo>
                <a:cubicBezTo>
                  <a:pt x="33242" y="21671"/>
                  <a:pt x="32464" y="21525"/>
                  <a:pt x="31638" y="2152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4" name="Красный — SVG 25">
            <a:extLst>
              <a:ext uri="{FF2B5EF4-FFF2-40B4-BE49-F238E27FC236}">
                <a16:creationId xmlns:a16="http://schemas.microsoft.com/office/drawing/2014/main" id="{73B31F87-D2C5-2A4F-8C63-3DB64FEF7FC1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130042 w 139265"/>
              <a:gd name="csY0" fmla="*/ 6715 h 147379"/>
              <a:gd name="csX1" fmla="*/ 93608 w 139265"/>
              <a:gd name="csY1" fmla="*/ 7497 h 147379"/>
              <a:gd name="csX2" fmla="*/ 83000 w 139265"/>
              <a:gd name="csY2" fmla="*/ 17704 h 147379"/>
              <a:gd name="csX3" fmla="*/ 70885 w 139265"/>
              <a:gd name="csY3" fmla="*/ 26737 h 147379"/>
              <a:gd name="csX4" fmla="*/ 70885 w 139265"/>
              <a:gd name="csY4" fmla="*/ 43765 h 147379"/>
              <a:gd name="csX5" fmla="*/ 65568 w 139265"/>
              <a:gd name="csY5" fmla="*/ 49072 h 147379"/>
              <a:gd name="csX6" fmla="*/ 60251 w 139265"/>
              <a:gd name="csY6" fmla="*/ 43765 h 147379"/>
              <a:gd name="csX7" fmla="*/ 60251 w 139265"/>
              <a:gd name="csY7" fmla="*/ 31619 h 147379"/>
              <a:gd name="csX8" fmla="*/ 49618 w 139265"/>
              <a:gd name="csY8" fmla="*/ 34273 h 147379"/>
              <a:gd name="csX9" fmla="*/ 49618 w 139265"/>
              <a:gd name="csY9" fmla="*/ 47303 h 147379"/>
              <a:gd name="csX10" fmla="*/ 44301 w 139265"/>
              <a:gd name="csY10" fmla="*/ 52628 h 147379"/>
              <a:gd name="csX11" fmla="*/ 38985 w 139265"/>
              <a:gd name="csY11" fmla="*/ 47303 h 147379"/>
              <a:gd name="csX12" fmla="*/ 38985 w 139265"/>
              <a:gd name="csY12" fmla="*/ 35259 h 147379"/>
              <a:gd name="csX13" fmla="*/ 19115 w 139265"/>
              <a:gd name="csY13" fmla="*/ 36688 h 147379"/>
              <a:gd name="csX14" fmla="*/ 14174 w 139265"/>
              <a:gd name="csY14" fmla="*/ 41996 h 147379"/>
              <a:gd name="csX15" fmla="*/ 14174 w 139265"/>
              <a:gd name="csY15" fmla="*/ 54397 h 147379"/>
              <a:gd name="csX16" fmla="*/ 16758 w 139265"/>
              <a:gd name="csY16" fmla="*/ 58956 h 147379"/>
              <a:gd name="csX17" fmla="*/ 21035 w 139265"/>
              <a:gd name="csY17" fmla="*/ 65999 h 147379"/>
              <a:gd name="csX18" fmla="*/ 17636 w 139265"/>
              <a:gd name="csY18" fmla="*/ 73517 h 147379"/>
              <a:gd name="csX19" fmla="*/ 2052 w 139265"/>
              <a:gd name="csY19" fmla="*/ 85629 h 147379"/>
              <a:gd name="csX20" fmla="*/ 492 w 139265"/>
              <a:gd name="csY20" fmla="*/ 92060 h 147379"/>
              <a:gd name="csX21" fmla="*/ 13483 w 139265"/>
              <a:gd name="csY21" fmla="*/ 120145 h 147379"/>
              <a:gd name="csX22" fmla="*/ 30366 w 139265"/>
              <a:gd name="csY22" fmla="*/ 143603 h 147379"/>
              <a:gd name="csX23" fmla="*/ 41746 w 139265"/>
              <a:gd name="csY23" fmla="*/ 147380 h 147379"/>
              <a:gd name="csX24" fmla="*/ 44298 w 139265"/>
              <a:gd name="csY24" fmla="*/ 147227 h 147379"/>
              <a:gd name="csX25" fmla="*/ 58873 w 139265"/>
              <a:gd name="csY25" fmla="*/ 139487 h 147379"/>
              <a:gd name="csX26" fmla="*/ 80405 w 139265"/>
              <a:gd name="csY26" fmla="*/ 110006 h 147379"/>
              <a:gd name="csX27" fmla="*/ 86183 w 139265"/>
              <a:gd name="csY27" fmla="*/ 99255 h 147379"/>
              <a:gd name="csX28" fmla="*/ 86590 w 139265"/>
              <a:gd name="csY28" fmla="*/ 98949 h 147379"/>
              <a:gd name="csX29" fmla="*/ 121460 w 139265"/>
              <a:gd name="csY29" fmla="*/ 62613 h 147379"/>
              <a:gd name="csX30" fmla="*/ 135624 w 139265"/>
              <a:gd name="csY30" fmla="*/ 40618 h 147379"/>
              <a:gd name="csX31" fmla="*/ 130042 w 139265"/>
              <a:gd name="csY31" fmla="*/ 6715 h 147379"/>
              <a:gd name="csX32" fmla="*/ 126554 w 139265"/>
              <a:gd name="csY32" fmla="*/ 35072 h 147379"/>
              <a:gd name="csX33" fmla="*/ 112518 w 139265"/>
              <a:gd name="csY33" fmla="*/ 56847 h 147379"/>
              <a:gd name="csX34" fmla="*/ 79839 w 139265"/>
              <a:gd name="csY34" fmla="*/ 90733 h 147379"/>
              <a:gd name="csX35" fmla="*/ 69959 w 139265"/>
              <a:gd name="csY35" fmla="*/ 107999 h 147379"/>
              <a:gd name="csX36" fmla="*/ 51253 w 139265"/>
              <a:gd name="csY36" fmla="*/ 132070 h 147379"/>
              <a:gd name="csX37" fmla="*/ 50753 w 139265"/>
              <a:gd name="csY37" fmla="*/ 132614 h 147379"/>
              <a:gd name="csX38" fmla="*/ 43051 w 139265"/>
              <a:gd name="csY38" fmla="*/ 136680 h 147379"/>
              <a:gd name="csX39" fmla="*/ 36975 w 139265"/>
              <a:gd name="csY39" fmla="*/ 135285 h 147379"/>
              <a:gd name="csX40" fmla="*/ 31691 w 139265"/>
              <a:gd name="csY40" fmla="*/ 130317 h 147379"/>
              <a:gd name="csX41" fmla="*/ 34012 w 139265"/>
              <a:gd name="csY41" fmla="*/ 128889 h 147379"/>
              <a:gd name="csX42" fmla="*/ 128461 w 139265"/>
              <a:gd name="csY42" fmla="*/ 24730 h 147379"/>
              <a:gd name="csX43" fmla="*/ 126554 w 139265"/>
              <a:gd name="csY43" fmla="*/ 35072 h 147379"/>
            </a:gdLst>
            <a:ahLst/>
            <a:cxnLst/>
            <a:rect l="l" t="t" r="r" b="b"/>
            <a:pathLst>
              <a:path w="100000" h="100000">
                <a:moveTo>
                  <a:pt x="90989" y="4556"/>
                </a:moveTo>
                <a:cubicBezTo>
                  <a:pt x="83818" y="-1711"/>
                  <a:pt x="73194" y="-1492"/>
                  <a:pt x="66268" y="5087"/>
                </a:cubicBezTo>
                <a:lnTo>
                  <a:pt x="59070" y="12013"/>
                </a:lnTo>
                <a:cubicBezTo>
                  <a:pt x="56583" y="14402"/>
                  <a:pt x="53811" y="16445"/>
                  <a:pt x="50850" y="18142"/>
                </a:cubicBezTo>
                <a:lnTo>
                  <a:pt x="50850" y="29696"/>
                </a:lnTo>
                <a:cubicBezTo>
                  <a:pt x="50850" y="31681"/>
                  <a:pt x="49234" y="33296"/>
                  <a:pt x="47242" y="33296"/>
                </a:cubicBezTo>
                <a:cubicBezTo>
                  <a:pt x="45251" y="33296"/>
                  <a:pt x="43634" y="31681"/>
                  <a:pt x="43634" y="29696"/>
                </a:cubicBezTo>
                <a:lnTo>
                  <a:pt x="43634" y="21454"/>
                </a:lnTo>
                <a:cubicBezTo>
                  <a:pt x="41295" y="22274"/>
                  <a:pt x="38879" y="22874"/>
                  <a:pt x="36420" y="23255"/>
                </a:cubicBezTo>
                <a:lnTo>
                  <a:pt x="36420" y="32096"/>
                </a:lnTo>
                <a:cubicBezTo>
                  <a:pt x="36420" y="34093"/>
                  <a:pt x="34803" y="35709"/>
                  <a:pt x="32812" y="35709"/>
                </a:cubicBezTo>
                <a:cubicBezTo>
                  <a:pt x="30821" y="35709"/>
                  <a:pt x="29205" y="34093"/>
                  <a:pt x="29205" y="32096"/>
                </a:cubicBezTo>
                <a:lnTo>
                  <a:pt x="29205" y="23924"/>
                </a:lnTo>
                <a:lnTo>
                  <a:pt x="15723" y="24894"/>
                </a:lnTo>
                <a:cubicBezTo>
                  <a:pt x="13832" y="25032"/>
                  <a:pt x="12370" y="26602"/>
                  <a:pt x="12370" y="28495"/>
                </a:cubicBezTo>
                <a:lnTo>
                  <a:pt x="12370" y="36910"/>
                </a:lnTo>
                <a:cubicBezTo>
                  <a:pt x="12370" y="38168"/>
                  <a:pt x="13034" y="39345"/>
                  <a:pt x="14123" y="40003"/>
                </a:cubicBezTo>
                <a:cubicBezTo>
                  <a:pt x="15845" y="41030"/>
                  <a:pt x="16903" y="42773"/>
                  <a:pt x="17025" y="44782"/>
                </a:cubicBezTo>
                <a:cubicBezTo>
                  <a:pt x="17146" y="46790"/>
                  <a:pt x="16304" y="48648"/>
                  <a:pt x="14719" y="49883"/>
                </a:cubicBezTo>
                <a:lnTo>
                  <a:pt x="4145" y="58101"/>
                </a:lnTo>
                <a:cubicBezTo>
                  <a:pt x="2820" y="59140"/>
                  <a:pt x="2382" y="60941"/>
                  <a:pt x="3087" y="62465"/>
                </a:cubicBezTo>
                <a:lnTo>
                  <a:pt x="11901" y="81521"/>
                </a:lnTo>
                <a:cubicBezTo>
                  <a:pt x="15131" y="88447"/>
                  <a:pt x="17257" y="92590"/>
                  <a:pt x="23357" y="97438"/>
                </a:cubicBezTo>
                <a:cubicBezTo>
                  <a:pt x="25470" y="99112"/>
                  <a:pt x="28163" y="100001"/>
                  <a:pt x="31078" y="100001"/>
                </a:cubicBezTo>
                <a:cubicBezTo>
                  <a:pt x="31646" y="100001"/>
                  <a:pt x="32228" y="99966"/>
                  <a:pt x="32810" y="99897"/>
                </a:cubicBezTo>
                <a:cubicBezTo>
                  <a:pt x="36692" y="99446"/>
                  <a:pt x="40369" y="97484"/>
                  <a:pt x="42699" y="94645"/>
                </a:cubicBezTo>
                <a:cubicBezTo>
                  <a:pt x="45272" y="92163"/>
                  <a:pt x="55984" y="81487"/>
                  <a:pt x="57309" y="74642"/>
                </a:cubicBezTo>
                <a:cubicBezTo>
                  <a:pt x="57940" y="71387"/>
                  <a:pt x="59836" y="68328"/>
                  <a:pt x="61230" y="67347"/>
                </a:cubicBezTo>
                <a:cubicBezTo>
                  <a:pt x="61326" y="67289"/>
                  <a:pt x="61417" y="67208"/>
                  <a:pt x="61506" y="67139"/>
                </a:cubicBezTo>
                <a:cubicBezTo>
                  <a:pt x="62214" y="66527"/>
                  <a:pt x="78914" y="52180"/>
                  <a:pt x="85166" y="42484"/>
                </a:cubicBezTo>
                <a:lnTo>
                  <a:pt x="94777" y="27560"/>
                </a:lnTo>
                <a:cubicBezTo>
                  <a:pt x="99172" y="20000"/>
                  <a:pt x="97578" y="10327"/>
                  <a:pt x="90989" y="4556"/>
                </a:cubicBezTo>
                <a:close/>
                <a:moveTo>
                  <a:pt x="88623" y="23797"/>
                </a:moveTo>
                <a:lnTo>
                  <a:pt x="79099" y="38572"/>
                </a:lnTo>
                <a:cubicBezTo>
                  <a:pt x="73669" y="46998"/>
                  <a:pt x="58407" y="60283"/>
                  <a:pt x="56925" y="61564"/>
                </a:cubicBezTo>
                <a:cubicBezTo>
                  <a:pt x="53360" y="64161"/>
                  <a:pt x="50994" y="69298"/>
                  <a:pt x="50222" y="73280"/>
                </a:cubicBezTo>
                <a:cubicBezTo>
                  <a:pt x="49542" y="76788"/>
                  <a:pt x="42389" y="84949"/>
                  <a:pt x="37529" y="89612"/>
                </a:cubicBezTo>
                <a:cubicBezTo>
                  <a:pt x="37408" y="89728"/>
                  <a:pt x="37292" y="89855"/>
                  <a:pt x="37190" y="89982"/>
                </a:cubicBezTo>
                <a:cubicBezTo>
                  <a:pt x="36044" y="91436"/>
                  <a:pt x="34044" y="92498"/>
                  <a:pt x="31964" y="92740"/>
                </a:cubicBezTo>
                <a:cubicBezTo>
                  <a:pt x="30326" y="92925"/>
                  <a:pt x="28851" y="92602"/>
                  <a:pt x="27841" y="91794"/>
                </a:cubicBezTo>
                <a:cubicBezTo>
                  <a:pt x="26383" y="90640"/>
                  <a:pt x="25244" y="89555"/>
                  <a:pt x="24256" y="88423"/>
                </a:cubicBezTo>
                <a:cubicBezTo>
                  <a:pt x="24837" y="88250"/>
                  <a:pt x="25386" y="87939"/>
                  <a:pt x="25831" y="87454"/>
                </a:cubicBezTo>
                <a:cubicBezTo>
                  <a:pt x="51138" y="60283"/>
                  <a:pt x="80739" y="28149"/>
                  <a:pt x="89916" y="16780"/>
                </a:cubicBezTo>
                <a:cubicBezTo>
                  <a:pt x="90272" y="19169"/>
                  <a:pt x="89870" y="21650"/>
                  <a:pt x="88623" y="2379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5" name="Красный — SVG 26">
            <a:extLst>
              <a:ext uri="{FF2B5EF4-FFF2-40B4-BE49-F238E27FC236}">
                <a16:creationId xmlns:a16="http://schemas.microsoft.com/office/drawing/2014/main" id="{AA859C1D-D2EE-564C-9AB7-5C3C8EE6655D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149126 w 163039"/>
              <a:gd name="csY0" fmla="*/ 46066 h 116951"/>
              <a:gd name="csX1" fmla="*/ 134459 w 163039"/>
              <a:gd name="csY1" fmla="*/ 11329 h 116951"/>
              <a:gd name="csX2" fmla="*/ 116755 w 163039"/>
              <a:gd name="csY2" fmla="*/ 0 h 116951"/>
              <a:gd name="csX3" fmla="*/ 109878 w 163039"/>
              <a:gd name="csY3" fmla="*/ 0 h 116951"/>
              <a:gd name="csX4" fmla="*/ 109878 w 163039"/>
              <a:gd name="csY4" fmla="*/ 19495 h 116951"/>
              <a:gd name="csX5" fmla="*/ 104561 w 163039"/>
              <a:gd name="csY5" fmla="*/ 24802 h 116951"/>
              <a:gd name="csX6" fmla="*/ 99244 w 163039"/>
              <a:gd name="csY6" fmla="*/ 19495 h 116951"/>
              <a:gd name="csX7" fmla="*/ 99244 w 163039"/>
              <a:gd name="csY7" fmla="*/ 0 h 116951"/>
              <a:gd name="csX8" fmla="*/ 86840 w 163039"/>
              <a:gd name="csY8" fmla="*/ 0 h 116951"/>
              <a:gd name="csX9" fmla="*/ 86840 w 163039"/>
              <a:gd name="csY9" fmla="*/ 19495 h 116951"/>
              <a:gd name="csX10" fmla="*/ 81523 w 163039"/>
              <a:gd name="csY10" fmla="*/ 24802 h 116951"/>
              <a:gd name="csX11" fmla="*/ 76206 w 163039"/>
              <a:gd name="csY11" fmla="*/ 19495 h 116951"/>
              <a:gd name="csX12" fmla="*/ 76206 w 163039"/>
              <a:gd name="csY12" fmla="*/ 0 h 116951"/>
              <a:gd name="csX13" fmla="*/ 63800 w 163039"/>
              <a:gd name="csY13" fmla="*/ 0 h 116951"/>
              <a:gd name="csX14" fmla="*/ 63800 w 163039"/>
              <a:gd name="csY14" fmla="*/ 19495 h 116951"/>
              <a:gd name="csX15" fmla="*/ 58484 w 163039"/>
              <a:gd name="csY15" fmla="*/ 24802 h 116951"/>
              <a:gd name="csX16" fmla="*/ 53167 w 163039"/>
              <a:gd name="csY16" fmla="*/ 19495 h 116951"/>
              <a:gd name="csX17" fmla="*/ 53167 w 163039"/>
              <a:gd name="csY17" fmla="*/ 0 h 116951"/>
              <a:gd name="csX18" fmla="*/ 46290 w 163039"/>
              <a:gd name="csY18" fmla="*/ 0 h 116951"/>
              <a:gd name="csX19" fmla="*/ 28518 w 163039"/>
              <a:gd name="csY19" fmla="*/ 11482 h 116951"/>
              <a:gd name="csX20" fmla="*/ 13919 w 163039"/>
              <a:gd name="csY20" fmla="*/ 46066 h 116951"/>
              <a:gd name="csX21" fmla="*/ 149126 w 163039"/>
              <a:gd name="csY21" fmla="*/ 46066 h 116951"/>
              <a:gd name="csX22" fmla="*/ 15070 w 163039"/>
              <a:gd name="csY22" fmla="*/ 70885 h 116951"/>
              <a:gd name="csX23" fmla="*/ 28589 w 163039"/>
              <a:gd name="csY23" fmla="*/ 105622 h 116951"/>
              <a:gd name="csX24" fmla="*/ 46290 w 163039"/>
              <a:gd name="csY24" fmla="*/ 116951 h 116951"/>
              <a:gd name="csX25" fmla="*/ 53167 w 163039"/>
              <a:gd name="csY25" fmla="*/ 116951 h 116951"/>
              <a:gd name="csX26" fmla="*/ 53167 w 163039"/>
              <a:gd name="csY26" fmla="*/ 97457 h 116951"/>
              <a:gd name="csX27" fmla="*/ 58484 w 163039"/>
              <a:gd name="csY27" fmla="*/ 92149 h 116951"/>
              <a:gd name="csX28" fmla="*/ 63800 w 163039"/>
              <a:gd name="csY28" fmla="*/ 97457 h 116951"/>
              <a:gd name="csX29" fmla="*/ 63800 w 163039"/>
              <a:gd name="csY29" fmla="*/ 116951 h 116951"/>
              <a:gd name="csX30" fmla="*/ 76206 w 163039"/>
              <a:gd name="csY30" fmla="*/ 116951 h 116951"/>
              <a:gd name="csX31" fmla="*/ 76206 w 163039"/>
              <a:gd name="csY31" fmla="*/ 97457 h 116951"/>
              <a:gd name="csX32" fmla="*/ 81523 w 163039"/>
              <a:gd name="csY32" fmla="*/ 92149 h 116951"/>
              <a:gd name="csX33" fmla="*/ 86840 w 163039"/>
              <a:gd name="csY33" fmla="*/ 97457 h 116951"/>
              <a:gd name="csX34" fmla="*/ 86840 w 163039"/>
              <a:gd name="csY34" fmla="*/ 116951 h 116951"/>
              <a:gd name="csX35" fmla="*/ 99244 w 163039"/>
              <a:gd name="csY35" fmla="*/ 116951 h 116951"/>
              <a:gd name="csX36" fmla="*/ 99244 w 163039"/>
              <a:gd name="csY36" fmla="*/ 97457 h 116951"/>
              <a:gd name="csX37" fmla="*/ 104561 w 163039"/>
              <a:gd name="csY37" fmla="*/ 92149 h 116951"/>
              <a:gd name="csX38" fmla="*/ 109878 w 163039"/>
              <a:gd name="csY38" fmla="*/ 97457 h 116951"/>
              <a:gd name="csX39" fmla="*/ 109878 w 163039"/>
              <a:gd name="csY39" fmla="*/ 116951 h 116951"/>
              <a:gd name="csX40" fmla="*/ 116755 w 163039"/>
              <a:gd name="csY40" fmla="*/ 116951 h 116951"/>
              <a:gd name="csX41" fmla="*/ 134583 w 163039"/>
              <a:gd name="csY41" fmla="*/ 105333 h 116951"/>
              <a:gd name="csX42" fmla="*/ 147978 w 163039"/>
              <a:gd name="csY42" fmla="*/ 70885 h 116951"/>
              <a:gd name="csX43" fmla="*/ 15070 w 163039"/>
              <a:gd name="csY43" fmla="*/ 70885 h 116951"/>
              <a:gd name="csX44" fmla="*/ 157728 w 163039"/>
              <a:gd name="csY44" fmla="*/ 53160 h 116951"/>
              <a:gd name="csX45" fmla="*/ 5317 w 163039"/>
              <a:gd name="csY45" fmla="*/ 53160 h 116951"/>
              <a:gd name="csX46" fmla="*/ 0 w 163039"/>
              <a:gd name="csY46" fmla="*/ 58467 h 116951"/>
              <a:gd name="csX47" fmla="*/ 5317 w 163039"/>
              <a:gd name="csY47" fmla="*/ 63792 h 116951"/>
              <a:gd name="csX48" fmla="*/ 157728 w 163039"/>
              <a:gd name="csY48" fmla="*/ 63792 h 116951"/>
              <a:gd name="csX49" fmla="*/ 163040 w 163039"/>
              <a:gd name="csY49" fmla="*/ 58467 h 116951"/>
              <a:gd name="csX50" fmla="*/ 157728 w 163039"/>
              <a:gd name="csY50" fmla="*/ 53160 h 116951"/>
            </a:gdLst>
            <a:ahLst/>
            <a:cxnLst/>
            <a:rect l="l" t="t" r="r" b="b"/>
            <a:pathLst>
              <a:path w="100000" h="100000">
                <a:moveTo>
                  <a:pt x="91466" y="42389"/>
                </a:moveTo>
                <a:lnTo>
                  <a:pt x="82470" y="21083"/>
                </a:lnTo>
                <a:cubicBezTo>
                  <a:pt x="80523" y="16857"/>
                  <a:pt x="76262" y="14134"/>
                  <a:pt x="71612" y="14134"/>
                </a:cubicBezTo>
                <a:lnTo>
                  <a:pt x="67394" y="14134"/>
                </a:lnTo>
                <a:lnTo>
                  <a:pt x="67394" y="26091"/>
                </a:lnTo>
                <a:cubicBezTo>
                  <a:pt x="67394" y="27886"/>
                  <a:pt x="65933" y="29346"/>
                  <a:pt x="64133" y="29346"/>
                </a:cubicBezTo>
                <a:cubicBezTo>
                  <a:pt x="62332" y="29346"/>
                  <a:pt x="60871" y="27886"/>
                  <a:pt x="60871" y="26091"/>
                </a:cubicBezTo>
                <a:lnTo>
                  <a:pt x="60871" y="14134"/>
                </a:lnTo>
                <a:lnTo>
                  <a:pt x="53263" y="14134"/>
                </a:lnTo>
                <a:lnTo>
                  <a:pt x="53263" y="26091"/>
                </a:lnTo>
                <a:cubicBezTo>
                  <a:pt x="53263" y="27886"/>
                  <a:pt x="51802" y="29346"/>
                  <a:pt x="50002" y="29346"/>
                </a:cubicBezTo>
                <a:cubicBezTo>
                  <a:pt x="48202" y="29346"/>
                  <a:pt x="46741" y="27886"/>
                  <a:pt x="46741" y="26091"/>
                </a:cubicBezTo>
                <a:lnTo>
                  <a:pt x="46741" y="14134"/>
                </a:lnTo>
                <a:lnTo>
                  <a:pt x="39132" y="14134"/>
                </a:lnTo>
                <a:lnTo>
                  <a:pt x="39132" y="26091"/>
                </a:lnTo>
                <a:cubicBezTo>
                  <a:pt x="39132" y="27886"/>
                  <a:pt x="37671" y="29346"/>
                  <a:pt x="35871" y="29346"/>
                </a:cubicBezTo>
                <a:cubicBezTo>
                  <a:pt x="34071" y="29346"/>
                  <a:pt x="32610" y="27886"/>
                  <a:pt x="32610" y="26091"/>
                </a:cubicBezTo>
                <a:lnTo>
                  <a:pt x="32610" y="14134"/>
                </a:lnTo>
                <a:lnTo>
                  <a:pt x="28392" y="14134"/>
                </a:lnTo>
                <a:cubicBezTo>
                  <a:pt x="23742" y="14134"/>
                  <a:pt x="19481" y="16857"/>
                  <a:pt x="17492" y="21177"/>
                </a:cubicBezTo>
                <a:lnTo>
                  <a:pt x="8537" y="42389"/>
                </a:lnTo>
                <a:lnTo>
                  <a:pt x="91466" y="42389"/>
                </a:lnTo>
                <a:close/>
                <a:moveTo>
                  <a:pt x="9243" y="57611"/>
                </a:moveTo>
                <a:lnTo>
                  <a:pt x="17535" y="78917"/>
                </a:lnTo>
                <a:cubicBezTo>
                  <a:pt x="19481" y="83143"/>
                  <a:pt x="23742" y="85866"/>
                  <a:pt x="28392" y="85866"/>
                </a:cubicBezTo>
                <a:lnTo>
                  <a:pt x="32610" y="85866"/>
                </a:lnTo>
                <a:lnTo>
                  <a:pt x="32610" y="73909"/>
                </a:lnTo>
                <a:cubicBezTo>
                  <a:pt x="32610" y="72115"/>
                  <a:pt x="34071" y="70654"/>
                  <a:pt x="35871" y="70654"/>
                </a:cubicBezTo>
                <a:cubicBezTo>
                  <a:pt x="37671" y="70654"/>
                  <a:pt x="39132" y="72115"/>
                  <a:pt x="39132" y="73909"/>
                </a:cubicBezTo>
                <a:lnTo>
                  <a:pt x="39132" y="85866"/>
                </a:lnTo>
                <a:lnTo>
                  <a:pt x="46741" y="85866"/>
                </a:lnTo>
                <a:lnTo>
                  <a:pt x="46741" y="73909"/>
                </a:lnTo>
                <a:cubicBezTo>
                  <a:pt x="46741" y="72115"/>
                  <a:pt x="48202" y="70654"/>
                  <a:pt x="50002" y="70654"/>
                </a:cubicBezTo>
                <a:cubicBezTo>
                  <a:pt x="51802" y="70654"/>
                  <a:pt x="53263" y="72115"/>
                  <a:pt x="53263" y="73909"/>
                </a:cubicBezTo>
                <a:lnTo>
                  <a:pt x="53263" y="85866"/>
                </a:lnTo>
                <a:lnTo>
                  <a:pt x="60871" y="85866"/>
                </a:lnTo>
                <a:lnTo>
                  <a:pt x="60871" y="73909"/>
                </a:lnTo>
                <a:cubicBezTo>
                  <a:pt x="60871" y="72115"/>
                  <a:pt x="62332" y="70654"/>
                  <a:pt x="64133" y="70654"/>
                </a:cubicBezTo>
                <a:cubicBezTo>
                  <a:pt x="65933" y="70654"/>
                  <a:pt x="67394" y="72115"/>
                  <a:pt x="67394" y="73909"/>
                </a:cubicBezTo>
                <a:lnTo>
                  <a:pt x="67394" y="85866"/>
                </a:lnTo>
                <a:lnTo>
                  <a:pt x="71612" y="85866"/>
                </a:lnTo>
                <a:cubicBezTo>
                  <a:pt x="76262" y="85866"/>
                  <a:pt x="80523" y="83143"/>
                  <a:pt x="82547" y="78740"/>
                </a:cubicBezTo>
                <a:lnTo>
                  <a:pt x="90762" y="57611"/>
                </a:lnTo>
                <a:lnTo>
                  <a:pt x="9243" y="57611"/>
                </a:lnTo>
                <a:close/>
                <a:moveTo>
                  <a:pt x="96742" y="46740"/>
                </a:moveTo>
                <a:lnTo>
                  <a:pt x="3261" y="46740"/>
                </a:lnTo>
                <a:cubicBezTo>
                  <a:pt x="1461" y="46740"/>
                  <a:pt x="0" y="48200"/>
                  <a:pt x="0" y="49995"/>
                </a:cubicBezTo>
                <a:cubicBezTo>
                  <a:pt x="0" y="51800"/>
                  <a:pt x="1461" y="53261"/>
                  <a:pt x="3261" y="53261"/>
                </a:cubicBezTo>
                <a:lnTo>
                  <a:pt x="96742" y="53261"/>
                </a:lnTo>
                <a:cubicBezTo>
                  <a:pt x="98540" y="53261"/>
                  <a:pt x="100001" y="51800"/>
                  <a:pt x="100001" y="49995"/>
                </a:cubicBezTo>
                <a:cubicBezTo>
                  <a:pt x="100001" y="48200"/>
                  <a:pt x="98540" y="46740"/>
                  <a:pt x="96742" y="4674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6" name="Красный — SVG 27">
            <a:extLst>
              <a:ext uri="{FF2B5EF4-FFF2-40B4-BE49-F238E27FC236}">
                <a16:creationId xmlns:a16="http://schemas.microsoft.com/office/drawing/2014/main" id="{656B7B63-0419-0146-9C66-A5600DCAC1B4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12403 w 92178"/>
              <a:gd name="csY0" fmla="*/ 0 h 152364"/>
              <a:gd name="csX1" fmla="*/ 0 w 92178"/>
              <a:gd name="csY1" fmla="*/ 12401 h 152364"/>
              <a:gd name="csX2" fmla="*/ 0 w 92178"/>
              <a:gd name="csY2" fmla="*/ 53126 h 152364"/>
              <a:gd name="csX3" fmla="*/ 40764 w 92178"/>
              <a:gd name="csY3" fmla="*/ 98869 h 152364"/>
              <a:gd name="csX4" fmla="*/ 40764 w 92178"/>
              <a:gd name="csY4" fmla="*/ 137211 h 152364"/>
              <a:gd name="csX5" fmla="*/ 15040 w 92178"/>
              <a:gd name="csY5" fmla="*/ 141754 h 152364"/>
              <a:gd name="csX6" fmla="*/ 10752 w 92178"/>
              <a:gd name="csY6" fmla="*/ 147911 h 152364"/>
              <a:gd name="csX7" fmla="*/ 15942 w 92178"/>
              <a:gd name="csY7" fmla="*/ 152300 h 152364"/>
              <a:gd name="csX8" fmla="*/ 45205 w 92178"/>
              <a:gd name="csY8" fmla="*/ 152300 h 152364"/>
              <a:gd name="csX9" fmla="*/ 46923 w 92178"/>
              <a:gd name="csY9" fmla="*/ 152300 h 152364"/>
              <a:gd name="csX10" fmla="*/ 76203 w 92178"/>
              <a:gd name="csY10" fmla="*/ 152300 h 152364"/>
              <a:gd name="csX11" fmla="*/ 81494 w 92178"/>
              <a:gd name="csY11" fmla="*/ 146959 h 152364"/>
              <a:gd name="csX12" fmla="*/ 77139 w 92178"/>
              <a:gd name="csY12" fmla="*/ 141754 h 152364"/>
              <a:gd name="csX13" fmla="*/ 51397 w 92178"/>
              <a:gd name="csY13" fmla="*/ 137211 h 152364"/>
              <a:gd name="csX14" fmla="*/ 51397 w 92178"/>
              <a:gd name="csY14" fmla="*/ 98869 h 152364"/>
              <a:gd name="csX15" fmla="*/ 92179 w 92178"/>
              <a:gd name="csY15" fmla="*/ 53126 h 152364"/>
              <a:gd name="csX16" fmla="*/ 92179 w 92178"/>
              <a:gd name="csY16" fmla="*/ 12401 h 152364"/>
              <a:gd name="csX17" fmla="*/ 79776 w 92178"/>
              <a:gd name="csY17" fmla="*/ 0 h 152364"/>
              <a:gd name="csX18" fmla="*/ 12403 w 92178"/>
              <a:gd name="csY18" fmla="*/ 0 h 152364"/>
              <a:gd name="csX19" fmla="*/ 12403 w 92178"/>
              <a:gd name="csY19" fmla="*/ 10632 h 152364"/>
              <a:gd name="csX20" fmla="*/ 79776 w 92178"/>
              <a:gd name="csY20" fmla="*/ 10632 h 152364"/>
              <a:gd name="csX21" fmla="*/ 81545 w 92178"/>
              <a:gd name="csY21" fmla="*/ 12401 h 152364"/>
              <a:gd name="csX22" fmla="*/ 81545 w 92178"/>
              <a:gd name="csY22" fmla="*/ 28323 h 152364"/>
              <a:gd name="csX23" fmla="*/ 28361 w 92178"/>
              <a:gd name="csY23" fmla="*/ 28323 h 152364"/>
              <a:gd name="csX24" fmla="*/ 21267 w 92178"/>
              <a:gd name="csY24" fmla="*/ 35417 h 152364"/>
              <a:gd name="csX25" fmla="*/ 21267 w 92178"/>
              <a:gd name="csY25" fmla="*/ 53109 h 152364"/>
              <a:gd name="csX26" fmla="*/ 28753 w 92178"/>
              <a:gd name="csY26" fmla="*/ 70851 h 152364"/>
              <a:gd name="csX27" fmla="*/ 28583 w 92178"/>
              <a:gd name="csY27" fmla="*/ 78200 h 152364"/>
              <a:gd name="csX28" fmla="*/ 24823 w 92178"/>
              <a:gd name="csY28" fmla="*/ 79765 h 152364"/>
              <a:gd name="csX29" fmla="*/ 21063 w 92178"/>
              <a:gd name="csY29" fmla="*/ 78200 h 152364"/>
              <a:gd name="csX30" fmla="*/ 12165 w 92178"/>
              <a:gd name="csY30" fmla="*/ 63469 h 152364"/>
              <a:gd name="csX31" fmla="*/ 12079 w 92178"/>
              <a:gd name="csY31" fmla="*/ 63111 h 152364"/>
              <a:gd name="csX32" fmla="*/ 11331 w 92178"/>
              <a:gd name="csY32" fmla="*/ 60117 h 152364"/>
              <a:gd name="csX33" fmla="*/ 11195 w 92178"/>
              <a:gd name="csY33" fmla="*/ 59233 h 152364"/>
              <a:gd name="csX34" fmla="*/ 10803 w 92178"/>
              <a:gd name="csY34" fmla="*/ 56630 h 152364"/>
              <a:gd name="csX35" fmla="*/ 10719 w 92178"/>
              <a:gd name="csY35" fmla="*/ 54793 h 152364"/>
              <a:gd name="csX36" fmla="*/ 10633 w 92178"/>
              <a:gd name="csY36" fmla="*/ 53126 h 152364"/>
              <a:gd name="csX37" fmla="*/ 10633 w 92178"/>
              <a:gd name="csY37" fmla="*/ 53109 h 152364"/>
              <a:gd name="csX38" fmla="*/ 10633 w 92178"/>
              <a:gd name="csY38" fmla="*/ 28323 h 152364"/>
              <a:gd name="csX39" fmla="*/ 10633 w 92178"/>
              <a:gd name="csY39" fmla="*/ 12401 h 152364"/>
              <a:gd name="csX40" fmla="*/ 12403 w 92178"/>
              <a:gd name="csY40" fmla="*/ 10632 h 152364"/>
            </a:gdLst>
            <a:ahLst/>
            <a:cxnLst/>
            <a:rect l="l" t="t" r="r" b="b"/>
            <a:pathLst>
              <a:path w="100000" h="100000">
                <a:moveTo>
                  <a:pt x="27891" y="0"/>
                </a:moveTo>
                <a:cubicBezTo>
                  <a:pt x="23436" y="0"/>
                  <a:pt x="19751" y="3685"/>
                  <a:pt x="19751" y="8139"/>
                </a:cubicBezTo>
                <a:lnTo>
                  <a:pt x="19751" y="34868"/>
                </a:lnTo>
                <a:cubicBezTo>
                  <a:pt x="19751" y="50342"/>
                  <a:pt x="31486" y="63148"/>
                  <a:pt x="46505" y="64890"/>
                </a:cubicBezTo>
                <a:lnTo>
                  <a:pt x="46505" y="90055"/>
                </a:lnTo>
                <a:lnTo>
                  <a:pt x="29622" y="93036"/>
                </a:lnTo>
                <a:cubicBezTo>
                  <a:pt x="27724" y="93382"/>
                  <a:pt x="26462" y="95191"/>
                  <a:pt x="26808" y="97077"/>
                </a:cubicBezTo>
                <a:cubicBezTo>
                  <a:pt x="27098" y="98741"/>
                  <a:pt x="28539" y="99947"/>
                  <a:pt x="30214" y="99958"/>
                </a:cubicBezTo>
                <a:lnTo>
                  <a:pt x="49420" y="99958"/>
                </a:lnTo>
                <a:cubicBezTo>
                  <a:pt x="49799" y="100014"/>
                  <a:pt x="50179" y="100014"/>
                  <a:pt x="50547" y="99958"/>
                </a:cubicBezTo>
                <a:lnTo>
                  <a:pt x="69765" y="99958"/>
                </a:lnTo>
                <a:cubicBezTo>
                  <a:pt x="71696" y="99947"/>
                  <a:pt x="73248" y="98373"/>
                  <a:pt x="73237" y="96453"/>
                </a:cubicBezTo>
                <a:cubicBezTo>
                  <a:pt x="73237" y="94766"/>
                  <a:pt x="72031" y="93338"/>
                  <a:pt x="70379" y="93036"/>
                </a:cubicBezTo>
                <a:lnTo>
                  <a:pt x="53484" y="90055"/>
                </a:lnTo>
                <a:lnTo>
                  <a:pt x="53484" y="64890"/>
                </a:lnTo>
                <a:cubicBezTo>
                  <a:pt x="68514" y="63159"/>
                  <a:pt x="80250" y="50342"/>
                  <a:pt x="80250" y="34868"/>
                </a:cubicBezTo>
                <a:lnTo>
                  <a:pt x="80250" y="8139"/>
                </a:lnTo>
                <a:cubicBezTo>
                  <a:pt x="80250" y="3685"/>
                  <a:pt x="76565" y="0"/>
                  <a:pt x="72110" y="0"/>
                </a:cubicBezTo>
                <a:lnTo>
                  <a:pt x="27891" y="0"/>
                </a:lnTo>
                <a:close/>
                <a:moveTo>
                  <a:pt x="27891" y="6978"/>
                </a:moveTo>
                <a:lnTo>
                  <a:pt x="72110" y="6978"/>
                </a:lnTo>
                <a:cubicBezTo>
                  <a:pt x="72791" y="6978"/>
                  <a:pt x="73271" y="7458"/>
                  <a:pt x="73271" y="8139"/>
                </a:cubicBezTo>
                <a:lnTo>
                  <a:pt x="73271" y="18589"/>
                </a:lnTo>
                <a:lnTo>
                  <a:pt x="38365" y="18589"/>
                </a:lnTo>
                <a:cubicBezTo>
                  <a:pt x="35785" y="18589"/>
                  <a:pt x="33709" y="20677"/>
                  <a:pt x="33709" y="23245"/>
                </a:cubicBezTo>
                <a:lnTo>
                  <a:pt x="33709" y="34857"/>
                </a:lnTo>
                <a:cubicBezTo>
                  <a:pt x="33709" y="39244"/>
                  <a:pt x="35663" y="43264"/>
                  <a:pt x="38622" y="46501"/>
                </a:cubicBezTo>
                <a:cubicBezTo>
                  <a:pt x="39872" y="47874"/>
                  <a:pt x="39839" y="49996"/>
                  <a:pt x="38510" y="51324"/>
                </a:cubicBezTo>
                <a:cubicBezTo>
                  <a:pt x="37829" y="52006"/>
                  <a:pt x="36936" y="52352"/>
                  <a:pt x="36043" y="52352"/>
                </a:cubicBezTo>
                <a:cubicBezTo>
                  <a:pt x="35149" y="52352"/>
                  <a:pt x="34255" y="52006"/>
                  <a:pt x="33575" y="51324"/>
                </a:cubicBezTo>
                <a:cubicBezTo>
                  <a:pt x="30827" y="48578"/>
                  <a:pt x="28840" y="45273"/>
                  <a:pt x="27735" y="41656"/>
                </a:cubicBezTo>
                <a:cubicBezTo>
                  <a:pt x="27713" y="41577"/>
                  <a:pt x="27701" y="41499"/>
                  <a:pt x="27678" y="41421"/>
                </a:cubicBezTo>
                <a:cubicBezTo>
                  <a:pt x="27489" y="40774"/>
                  <a:pt x="27321" y="40126"/>
                  <a:pt x="27188" y="39456"/>
                </a:cubicBezTo>
                <a:cubicBezTo>
                  <a:pt x="27143" y="39266"/>
                  <a:pt x="27132" y="39077"/>
                  <a:pt x="27098" y="38876"/>
                </a:cubicBezTo>
                <a:cubicBezTo>
                  <a:pt x="26998" y="38317"/>
                  <a:pt x="26897" y="37748"/>
                  <a:pt x="26841" y="37168"/>
                </a:cubicBezTo>
                <a:cubicBezTo>
                  <a:pt x="26808" y="36765"/>
                  <a:pt x="26808" y="36364"/>
                  <a:pt x="26786" y="35962"/>
                </a:cubicBezTo>
                <a:cubicBezTo>
                  <a:pt x="26763" y="35593"/>
                  <a:pt x="26729" y="35236"/>
                  <a:pt x="26729" y="34868"/>
                </a:cubicBezTo>
                <a:lnTo>
                  <a:pt x="26729" y="34857"/>
                </a:lnTo>
                <a:lnTo>
                  <a:pt x="26729" y="18589"/>
                </a:lnTo>
                <a:lnTo>
                  <a:pt x="26729" y="8139"/>
                </a:lnTo>
                <a:cubicBezTo>
                  <a:pt x="26729" y="7458"/>
                  <a:pt x="27210" y="6978"/>
                  <a:pt x="27891" y="697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7" name="Красный — SVG 28">
            <a:extLst>
              <a:ext uri="{FF2B5EF4-FFF2-40B4-BE49-F238E27FC236}">
                <a16:creationId xmlns:a16="http://schemas.microsoft.com/office/drawing/2014/main" id="{94EB28ED-4200-0346-800F-731FA230CBFE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70333 w 141190"/>
              <a:gd name="csY0" fmla="*/ 13 h 141732"/>
              <a:gd name="csX1" fmla="*/ 0 w 141190"/>
              <a:gd name="csY1" fmla="*/ 70864 h 141732"/>
              <a:gd name="csX2" fmla="*/ 70895 w 141190"/>
              <a:gd name="csY2" fmla="*/ 141732 h 141732"/>
              <a:gd name="csX3" fmla="*/ 141177 w 141190"/>
              <a:gd name="csY3" fmla="*/ 79710 h 141732"/>
              <a:gd name="csX4" fmla="*/ 140650 w 141190"/>
              <a:gd name="csY4" fmla="*/ 78230 h 141732"/>
              <a:gd name="csX5" fmla="*/ 139170 w 141190"/>
              <a:gd name="csY5" fmla="*/ 77736 h 141732"/>
              <a:gd name="csX6" fmla="*/ 136464 w 141190"/>
              <a:gd name="csY6" fmla="*/ 77941 h 141732"/>
              <a:gd name="csX7" fmla="*/ 121765 w 141190"/>
              <a:gd name="csY7" fmla="*/ 71238 h 141732"/>
              <a:gd name="csX8" fmla="*/ 119638 w 141190"/>
              <a:gd name="csY8" fmla="*/ 70813 h 141732"/>
              <a:gd name="csX9" fmla="*/ 104564 w 141190"/>
              <a:gd name="csY9" fmla="*/ 74402 h 141732"/>
              <a:gd name="csX10" fmla="*/ 70895 w 141190"/>
              <a:gd name="csY10" fmla="*/ 40737 h 141732"/>
              <a:gd name="csX11" fmla="*/ 75693 w 141190"/>
              <a:gd name="csY11" fmla="*/ 23471 h 141732"/>
              <a:gd name="csX12" fmla="*/ 75523 w 141190"/>
              <a:gd name="csY12" fmla="*/ 21413 h 141732"/>
              <a:gd name="csX13" fmla="*/ 70895 w 141190"/>
              <a:gd name="csY13" fmla="*/ 8841 h 141732"/>
              <a:gd name="csX14" fmla="*/ 72018 w 141190"/>
              <a:gd name="csY14" fmla="*/ 2360 h 141732"/>
              <a:gd name="csX15" fmla="*/ 71797 w 141190"/>
              <a:gd name="csY15" fmla="*/ 744 h 141732"/>
              <a:gd name="csX16" fmla="*/ 70333 w 141190"/>
              <a:gd name="csY16" fmla="*/ 13 h 141732"/>
              <a:gd name="csX17" fmla="*/ 104564 w 141190"/>
              <a:gd name="csY17" fmla="*/ 3517 h 141732"/>
              <a:gd name="csX18" fmla="*/ 93284 w 141190"/>
              <a:gd name="csY18" fmla="*/ 8195 h 141732"/>
              <a:gd name="csX19" fmla="*/ 88606 w 141190"/>
              <a:gd name="csY19" fmla="*/ 19473 h 141732"/>
              <a:gd name="csX20" fmla="*/ 93284 w 141190"/>
              <a:gd name="csY20" fmla="*/ 30752 h 141732"/>
              <a:gd name="csX21" fmla="*/ 104564 w 141190"/>
              <a:gd name="csY21" fmla="*/ 35413 h 141732"/>
              <a:gd name="csX22" fmla="*/ 115844 w 141190"/>
              <a:gd name="csY22" fmla="*/ 30752 h 141732"/>
              <a:gd name="csX23" fmla="*/ 120506 w 141190"/>
              <a:gd name="csY23" fmla="*/ 19473 h 141732"/>
              <a:gd name="csX24" fmla="*/ 115844 w 141190"/>
              <a:gd name="csY24" fmla="*/ 8195 h 141732"/>
              <a:gd name="csX25" fmla="*/ 104564 w 141190"/>
              <a:gd name="csY25" fmla="*/ 3517 h 141732"/>
              <a:gd name="csX26" fmla="*/ 44303 w 141190"/>
              <a:gd name="csY26" fmla="*/ 35413 h 141732"/>
              <a:gd name="csX27" fmla="*/ 49628 w 141190"/>
              <a:gd name="csY27" fmla="*/ 40737 h 141732"/>
              <a:gd name="csX28" fmla="*/ 44303 w 141190"/>
              <a:gd name="csY28" fmla="*/ 46045 h 141732"/>
              <a:gd name="csX29" fmla="*/ 38995 w 141190"/>
              <a:gd name="csY29" fmla="*/ 40737 h 141732"/>
              <a:gd name="csX30" fmla="*/ 44303 w 141190"/>
              <a:gd name="csY30" fmla="*/ 35413 h 141732"/>
              <a:gd name="csX31" fmla="*/ 122275 w 141190"/>
              <a:gd name="csY31" fmla="*/ 46045 h 141732"/>
              <a:gd name="csX32" fmla="*/ 118532 w 141190"/>
              <a:gd name="csY32" fmla="*/ 47610 h 141732"/>
              <a:gd name="csX33" fmla="*/ 116967 w 141190"/>
              <a:gd name="csY33" fmla="*/ 51369 h 141732"/>
              <a:gd name="csX34" fmla="*/ 118532 w 141190"/>
              <a:gd name="csY34" fmla="*/ 55128 h 141732"/>
              <a:gd name="csX35" fmla="*/ 122275 w 141190"/>
              <a:gd name="csY35" fmla="*/ 56677 h 141732"/>
              <a:gd name="csX36" fmla="*/ 126035 w 141190"/>
              <a:gd name="csY36" fmla="*/ 55128 h 141732"/>
              <a:gd name="csX37" fmla="*/ 127601 w 141190"/>
              <a:gd name="csY37" fmla="*/ 51369 h 141732"/>
              <a:gd name="csX38" fmla="*/ 126035 w 141190"/>
              <a:gd name="csY38" fmla="*/ 47610 h 141732"/>
              <a:gd name="csX39" fmla="*/ 122275 w 141190"/>
              <a:gd name="csY39" fmla="*/ 46045 h 141732"/>
              <a:gd name="csX40" fmla="*/ 54936 w 141190"/>
              <a:gd name="csY40" fmla="*/ 70864 h 141732"/>
              <a:gd name="csX41" fmla="*/ 60262 w 141190"/>
              <a:gd name="csY41" fmla="*/ 76171 h 141732"/>
              <a:gd name="csX42" fmla="*/ 54936 w 141190"/>
              <a:gd name="csY42" fmla="*/ 81496 h 141732"/>
              <a:gd name="csX43" fmla="*/ 49628 w 141190"/>
              <a:gd name="csY43" fmla="*/ 76171 h 141732"/>
              <a:gd name="csX44" fmla="*/ 54936 w 141190"/>
              <a:gd name="csY44" fmla="*/ 70864 h 141732"/>
              <a:gd name="csX45" fmla="*/ 26575 w 141190"/>
              <a:gd name="csY45" fmla="*/ 77941 h 141732"/>
              <a:gd name="csX46" fmla="*/ 31900 w 141190"/>
              <a:gd name="csY46" fmla="*/ 83265 h 141732"/>
              <a:gd name="csX47" fmla="*/ 26575 w 141190"/>
              <a:gd name="csY47" fmla="*/ 88573 h 141732"/>
              <a:gd name="csX48" fmla="*/ 21267 w 141190"/>
              <a:gd name="csY48" fmla="*/ 83265 h 141732"/>
              <a:gd name="csX49" fmla="*/ 26575 w 141190"/>
              <a:gd name="csY49" fmla="*/ 77941 h 141732"/>
              <a:gd name="csX50" fmla="*/ 101009 w 141190"/>
              <a:gd name="csY50" fmla="*/ 92128 h 141732"/>
              <a:gd name="csX51" fmla="*/ 106334 w 141190"/>
              <a:gd name="csY51" fmla="*/ 97435 h 141732"/>
              <a:gd name="csX52" fmla="*/ 101009 w 141190"/>
              <a:gd name="csY52" fmla="*/ 102760 h 141732"/>
              <a:gd name="csX53" fmla="*/ 95700 w 141190"/>
              <a:gd name="csY53" fmla="*/ 97435 h 141732"/>
              <a:gd name="csX54" fmla="*/ 101009 w 141190"/>
              <a:gd name="csY54" fmla="*/ 92128 h 141732"/>
              <a:gd name="csX55" fmla="*/ 58475 w 141190"/>
              <a:gd name="csY55" fmla="*/ 106298 h 141732"/>
              <a:gd name="csX56" fmla="*/ 63800 w 141190"/>
              <a:gd name="csY56" fmla="*/ 111606 h 141732"/>
              <a:gd name="csX57" fmla="*/ 58475 w 141190"/>
              <a:gd name="csY57" fmla="*/ 116930 h 141732"/>
              <a:gd name="csX58" fmla="*/ 53167 w 141190"/>
              <a:gd name="csY58" fmla="*/ 111606 h 141732"/>
              <a:gd name="csX59" fmla="*/ 58475 w 141190"/>
              <a:gd name="csY59" fmla="*/ 106298 h 141732"/>
              <a:gd name="csX60" fmla="*/ 86837 w 141190"/>
              <a:gd name="csY60" fmla="*/ 113391 h 141732"/>
              <a:gd name="csX61" fmla="*/ 92162 w 141190"/>
              <a:gd name="csY61" fmla="*/ 118699 h 141732"/>
              <a:gd name="csX62" fmla="*/ 86837 w 141190"/>
              <a:gd name="csY62" fmla="*/ 124023 h 141732"/>
              <a:gd name="csX63" fmla="*/ 81528 w 141190"/>
              <a:gd name="csY63" fmla="*/ 118699 h 141732"/>
              <a:gd name="csX64" fmla="*/ 86837 w 141190"/>
              <a:gd name="csY64" fmla="*/ 113391 h 141732"/>
            </a:gdLst>
            <a:ahLst/>
            <a:cxnLst/>
            <a:rect l="l" t="t" r="r" b="b"/>
            <a:pathLst>
              <a:path w="100000" h="100000">
                <a:moveTo>
                  <a:pt x="49815" y="9"/>
                </a:moveTo>
                <a:cubicBezTo>
                  <a:pt x="22447" y="213"/>
                  <a:pt x="191" y="22646"/>
                  <a:pt x="191" y="49999"/>
                </a:cubicBezTo>
                <a:cubicBezTo>
                  <a:pt x="191" y="77568"/>
                  <a:pt x="22627" y="100000"/>
                  <a:pt x="50212" y="100000"/>
                </a:cubicBezTo>
                <a:cubicBezTo>
                  <a:pt x="75360" y="100000"/>
                  <a:pt x="96679" y="81193"/>
                  <a:pt x="99800" y="56240"/>
                </a:cubicBezTo>
                <a:cubicBezTo>
                  <a:pt x="99848" y="55855"/>
                  <a:pt x="99716" y="55460"/>
                  <a:pt x="99428" y="55196"/>
                </a:cubicBezTo>
                <a:cubicBezTo>
                  <a:pt x="99151" y="54919"/>
                  <a:pt x="98767" y="54799"/>
                  <a:pt x="98384" y="54847"/>
                </a:cubicBezTo>
                <a:cubicBezTo>
                  <a:pt x="97759" y="54931"/>
                  <a:pt x="97123" y="54992"/>
                  <a:pt x="96474" y="54992"/>
                </a:cubicBezTo>
                <a:cubicBezTo>
                  <a:pt x="92501" y="54992"/>
                  <a:pt x="88720" y="53275"/>
                  <a:pt x="86103" y="50262"/>
                </a:cubicBezTo>
                <a:cubicBezTo>
                  <a:pt x="85732" y="49819"/>
                  <a:pt x="85107" y="49698"/>
                  <a:pt x="84603" y="49963"/>
                </a:cubicBezTo>
                <a:cubicBezTo>
                  <a:pt x="81242" y="51643"/>
                  <a:pt x="77665" y="52495"/>
                  <a:pt x="73967" y="52495"/>
                </a:cubicBezTo>
                <a:cubicBezTo>
                  <a:pt x="60871" y="52495"/>
                  <a:pt x="50212" y="41837"/>
                  <a:pt x="50212" y="28742"/>
                </a:cubicBezTo>
                <a:cubicBezTo>
                  <a:pt x="50212" y="24469"/>
                  <a:pt x="51376" y="20257"/>
                  <a:pt x="53597" y="16560"/>
                </a:cubicBezTo>
                <a:cubicBezTo>
                  <a:pt x="53873" y="16104"/>
                  <a:pt x="53825" y="15516"/>
                  <a:pt x="53477" y="15108"/>
                </a:cubicBezTo>
                <a:cubicBezTo>
                  <a:pt x="51364" y="12635"/>
                  <a:pt x="50212" y="9490"/>
                  <a:pt x="50212" y="6238"/>
                </a:cubicBezTo>
                <a:cubicBezTo>
                  <a:pt x="50212" y="4702"/>
                  <a:pt x="50476" y="3165"/>
                  <a:pt x="51004" y="1665"/>
                </a:cubicBezTo>
                <a:cubicBezTo>
                  <a:pt x="51136" y="1281"/>
                  <a:pt x="51076" y="861"/>
                  <a:pt x="50848" y="525"/>
                </a:cubicBezTo>
                <a:cubicBezTo>
                  <a:pt x="50607" y="201"/>
                  <a:pt x="50164" y="-52"/>
                  <a:pt x="49815" y="9"/>
                </a:cubicBezTo>
                <a:close/>
                <a:moveTo>
                  <a:pt x="73967" y="2481"/>
                </a:moveTo>
                <a:cubicBezTo>
                  <a:pt x="70978" y="2481"/>
                  <a:pt x="68122" y="3670"/>
                  <a:pt x="66008" y="5782"/>
                </a:cubicBezTo>
                <a:cubicBezTo>
                  <a:pt x="63896" y="7894"/>
                  <a:pt x="62708" y="10751"/>
                  <a:pt x="62708" y="13739"/>
                </a:cubicBezTo>
                <a:cubicBezTo>
                  <a:pt x="62708" y="16716"/>
                  <a:pt x="63896" y="19585"/>
                  <a:pt x="66008" y="21697"/>
                </a:cubicBezTo>
                <a:cubicBezTo>
                  <a:pt x="68122" y="23798"/>
                  <a:pt x="70978" y="24986"/>
                  <a:pt x="73967" y="24986"/>
                </a:cubicBezTo>
                <a:cubicBezTo>
                  <a:pt x="76945" y="24986"/>
                  <a:pt x="79813" y="23798"/>
                  <a:pt x="81926" y="21697"/>
                </a:cubicBezTo>
                <a:cubicBezTo>
                  <a:pt x="84039" y="19585"/>
                  <a:pt x="85215" y="16716"/>
                  <a:pt x="85215" y="13739"/>
                </a:cubicBezTo>
                <a:cubicBezTo>
                  <a:pt x="85215" y="10751"/>
                  <a:pt x="84039" y="7894"/>
                  <a:pt x="81926" y="5782"/>
                </a:cubicBezTo>
                <a:cubicBezTo>
                  <a:pt x="79813" y="3670"/>
                  <a:pt x="76945" y="2481"/>
                  <a:pt x="73967" y="2481"/>
                </a:cubicBezTo>
                <a:close/>
                <a:moveTo>
                  <a:pt x="31449" y="24986"/>
                </a:moveTo>
                <a:cubicBezTo>
                  <a:pt x="33526" y="24986"/>
                  <a:pt x="35207" y="26666"/>
                  <a:pt x="35207" y="28742"/>
                </a:cubicBezTo>
                <a:cubicBezTo>
                  <a:pt x="35207" y="30807"/>
                  <a:pt x="33526" y="32487"/>
                  <a:pt x="31449" y="32487"/>
                </a:cubicBezTo>
                <a:cubicBezTo>
                  <a:pt x="29385" y="32487"/>
                  <a:pt x="27704" y="30807"/>
                  <a:pt x="27704" y="28742"/>
                </a:cubicBezTo>
                <a:cubicBezTo>
                  <a:pt x="27704" y="26666"/>
                  <a:pt x="29385" y="24986"/>
                  <a:pt x="31449" y="24986"/>
                </a:cubicBezTo>
                <a:close/>
                <a:moveTo>
                  <a:pt x="86463" y="32487"/>
                </a:moveTo>
                <a:cubicBezTo>
                  <a:pt x="85479" y="32487"/>
                  <a:pt x="84519" y="32883"/>
                  <a:pt x="83822" y="33592"/>
                </a:cubicBezTo>
                <a:cubicBezTo>
                  <a:pt x="83115" y="34287"/>
                  <a:pt x="82718" y="35248"/>
                  <a:pt x="82718" y="36244"/>
                </a:cubicBezTo>
                <a:cubicBezTo>
                  <a:pt x="82718" y="37240"/>
                  <a:pt x="83115" y="38188"/>
                  <a:pt x="83822" y="38896"/>
                </a:cubicBezTo>
                <a:cubicBezTo>
                  <a:pt x="84519" y="39592"/>
                  <a:pt x="85479" y="39989"/>
                  <a:pt x="86463" y="39989"/>
                </a:cubicBezTo>
                <a:cubicBezTo>
                  <a:pt x="87459" y="39989"/>
                  <a:pt x="88420" y="39592"/>
                  <a:pt x="89116" y="38896"/>
                </a:cubicBezTo>
                <a:cubicBezTo>
                  <a:pt x="89824" y="38188"/>
                  <a:pt x="90221" y="37240"/>
                  <a:pt x="90221" y="36244"/>
                </a:cubicBezTo>
                <a:cubicBezTo>
                  <a:pt x="90221" y="35248"/>
                  <a:pt x="89824" y="34287"/>
                  <a:pt x="89116" y="33592"/>
                </a:cubicBezTo>
                <a:cubicBezTo>
                  <a:pt x="88420" y="32883"/>
                  <a:pt x="87459" y="32487"/>
                  <a:pt x="86463" y="32487"/>
                </a:cubicBezTo>
                <a:close/>
                <a:moveTo>
                  <a:pt x="38952" y="49999"/>
                </a:moveTo>
                <a:cubicBezTo>
                  <a:pt x="41029" y="49999"/>
                  <a:pt x="42709" y="51679"/>
                  <a:pt x="42709" y="53743"/>
                </a:cubicBezTo>
                <a:cubicBezTo>
                  <a:pt x="42709" y="55819"/>
                  <a:pt x="41029" y="57500"/>
                  <a:pt x="38952" y="57500"/>
                </a:cubicBezTo>
                <a:cubicBezTo>
                  <a:pt x="36887" y="57500"/>
                  <a:pt x="35207" y="55819"/>
                  <a:pt x="35207" y="53743"/>
                </a:cubicBezTo>
                <a:cubicBezTo>
                  <a:pt x="35207" y="51679"/>
                  <a:pt x="36887" y="49999"/>
                  <a:pt x="38952" y="49999"/>
                </a:cubicBezTo>
                <a:close/>
                <a:moveTo>
                  <a:pt x="18941" y="54992"/>
                </a:moveTo>
                <a:cubicBezTo>
                  <a:pt x="21018" y="54992"/>
                  <a:pt x="22698" y="56672"/>
                  <a:pt x="22698" y="58748"/>
                </a:cubicBezTo>
                <a:cubicBezTo>
                  <a:pt x="22698" y="60813"/>
                  <a:pt x="21018" y="62493"/>
                  <a:pt x="18941" y="62493"/>
                </a:cubicBezTo>
                <a:cubicBezTo>
                  <a:pt x="16877" y="62493"/>
                  <a:pt x="15196" y="60813"/>
                  <a:pt x="15196" y="58748"/>
                </a:cubicBezTo>
                <a:cubicBezTo>
                  <a:pt x="15196" y="56672"/>
                  <a:pt x="16877" y="54992"/>
                  <a:pt x="18941" y="54992"/>
                </a:cubicBezTo>
                <a:close/>
                <a:moveTo>
                  <a:pt x="71459" y="65002"/>
                </a:moveTo>
                <a:cubicBezTo>
                  <a:pt x="73535" y="65002"/>
                  <a:pt x="75216" y="66681"/>
                  <a:pt x="75216" y="68746"/>
                </a:cubicBezTo>
                <a:cubicBezTo>
                  <a:pt x="75216" y="70822"/>
                  <a:pt x="73535" y="72503"/>
                  <a:pt x="71459" y="72503"/>
                </a:cubicBezTo>
                <a:cubicBezTo>
                  <a:pt x="69394" y="72503"/>
                  <a:pt x="67713" y="70822"/>
                  <a:pt x="67713" y="68746"/>
                </a:cubicBezTo>
                <a:cubicBezTo>
                  <a:pt x="67713" y="66681"/>
                  <a:pt x="69394" y="65002"/>
                  <a:pt x="71459" y="65002"/>
                </a:cubicBezTo>
                <a:close/>
                <a:moveTo>
                  <a:pt x="41449" y="74999"/>
                </a:moveTo>
                <a:cubicBezTo>
                  <a:pt x="43525" y="74999"/>
                  <a:pt x="45206" y="76679"/>
                  <a:pt x="45206" y="78744"/>
                </a:cubicBezTo>
                <a:cubicBezTo>
                  <a:pt x="45206" y="80821"/>
                  <a:pt x="43525" y="82501"/>
                  <a:pt x="41449" y="82501"/>
                </a:cubicBezTo>
                <a:cubicBezTo>
                  <a:pt x="39384" y="82501"/>
                  <a:pt x="37704" y="80821"/>
                  <a:pt x="37704" y="78744"/>
                </a:cubicBezTo>
                <a:cubicBezTo>
                  <a:pt x="37704" y="76679"/>
                  <a:pt x="39384" y="74999"/>
                  <a:pt x="41449" y="74999"/>
                </a:cubicBezTo>
                <a:close/>
                <a:moveTo>
                  <a:pt x="61460" y="80004"/>
                </a:moveTo>
                <a:cubicBezTo>
                  <a:pt x="63536" y="80004"/>
                  <a:pt x="65217" y="81684"/>
                  <a:pt x="65217" y="83749"/>
                </a:cubicBezTo>
                <a:cubicBezTo>
                  <a:pt x="65217" y="85825"/>
                  <a:pt x="63536" y="87505"/>
                  <a:pt x="61460" y="87505"/>
                </a:cubicBezTo>
                <a:cubicBezTo>
                  <a:pt x="59394" y="87505"/>
                  <a:pt x="57714" y="85825"/>
                  <a:pt x="57714" y="83749"/>
                </a:cubicBezTo>
                <a:cubicBezTo>
                  <a:pt x="57714" y="81684"/>
                  <a:pt x="59394" y="80004"/>
                  <a:pt x="61460" y="800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8" name="Красный — SVG 29">
            <a:extLst>
              <a:ext uri="{FF2B5EF4-FFF2-40B4-BE49-F238E27FC236}">
                <a16:creationId xmlns:a16="http://schemas.microsoft.com/office/drawing/2014/main" id="{EF59BD85-7BAE-0B46-B0E7-6EF8B226A36B}"/>
              </a:ext>
            </a:extLst>
          </p:cNvPr>
          <p:cNvSpPr>
            <a:spLocks noGrp="1"/>
          </p:cNvSpPr>
          <p:nvPr/>
        </p:nvSpPr>
        <p:spPr>
          <a:xfrm>
            <a:off x="6420000" y="1410000"/>
            <a:ext cx="220000" cy="220000"/>
          </a:xfrm>
          <a:custGeom>
            <a:avLst/>
            <a:gdLst>
              <a:gd name="csX0" fmla="*/ 46072 w 127600"/>
              <a:gd name="csY0" fmla="*/ 0 h 145308"/>
              <a:gd name="csX1" fmla="*/ 23036 w 127600"/>
              <a:gd name="csY1" fmla="*/ 23033 h 145308"/>
              <a:gd name="csX2" fmla="*/ 26728 w 127600"/>
              <a:gd name="csY2" fmla="*/ 35434 h 145308"/>
              <a:gd name="csX3" fmla="*/ 8864 w 127600"/>
              <a:gd name="csY3" fmla="*/ 35434 h 145308"/>
              <a:gd name="csX4" fmla="*/ 0 w 127600"/>
              <a:gd name="csY4" fmla="*/ 44297 h 145308"/>
              <a:gd name="csX5" fmla="*/ 0 w 127600"/>
              <a:gd name="csY5" fmla="*/ 65561 h 145308"/>
              <a:gd name="csX6" fmla="*/ 8864 w 127600"/>
              <a:gd name="csY6" fmla="*/ 74424 h 145308"/>
              <a:gd name="csX7" fmla="*/ 58475 w 127600"/>
              <a:gd name="csY7" fmla="*/ 74424 h 145308"/>
              <a:gd name="csX8" fmla="*/ 58475 w 127600"/>
              <a:gd name="csY8" fmla="*/ 35434 h 145308"/>
              <a:gd name="csX9" fmla="*/ 46072 w 127600"/>
              <a:gd name="csY9" fmla="*/ 35434 h 145308"/>
              <a:gd name="csX10" fmla="*/ 33670 w 127600"/>
              <a:gd name="csY10" fmla="*/ 23033 h 145308"/>
              <a:gd name="csX11" fmla="*/ 46072 w 127600"/>
              <a:gd name="csY11" fmla="*/ 10632 h 145308"/>
              <a:gd name="csX12" fmla="*/ 58475 w 127600"/>
              <a:gd name="csY12" fmla="*/ 23033 h 145308"/>
              <a:gd name="csX13" fmla="*/ 58475 w 127600"/>
              <a:gd name="csY13" fmla="*/ 35434 h 145308"/>
              <a:gd name="csX14" fmla="*/ 69108 w 127600"/>
              <a:gd name="csY14" fmla="*/ 35434 h 145308"/>
              <a:gd name="csX15" fmla="*/ 69108 w 127600"/>
              <a:gd name="csY15" fmla="*/ 23033 h 145308"/>
              <a:gd name="csX16" fmla="*/ 81528 w 127600"/>
              <a:gd name="csY16" fmla="*/ 10632 h 145308"/>
              <a:gd name="csX17" fmla="*/ 93931 w 127600"/>
              <a:gd name="csY17" fmla="*/ 23033 h 145308"/>
              <a:gd name="csX18" fmla="*/ 81528 w 127600"/>
              <a:gd name="csY18" fmla="*/ 35434 h 145308"/>
              <a:gd name="csX19" fmla="*/ 69108 w 127600"/>
              <a:gd name="csY19" fmla="*/ 35434 h 145308"/>
              <a:gd name="csX20" fmla="*/ 69108 w 127600"/>
              <a:gd name="csY20" fmla="*/ 74424 h 145308"/>
              <a:gd name="csX21" fmla="*/ 118737 w 127600"/>
              <a:gd name="csY21" fmla="*/ 74424 h 145308"/>
              <a:gd name="csX22" fmla="*/ 127601 w 127600"/>
              <a:gd name="csY22" fmla="*/ 65561 h 145308"/>
              <a:gd name="csX23" fmla="*/ 127601 w 127600"/>
              <a:gd name="csY23" fmla="*/ 44297 h 145308"/>
              <a:gd name="csX24" fmla="*/ 118737 w 127600"/>
              <a:gd name="csY24" fmla="*/ 35434 h 145308"/>
              <a:gd name="csX25" fmla="*/ 100873 w 127600"/>
              <a:gd name="csY25" fmla="*/ 35434 h 145308"/>
              <a:gd name="csX26" fmla="*/ 104564 w 127600"/>
              <a:gd name="csY26" fmla="*/ 23033 h 145308"/>
              <a:gd name="csX27" fmla="*/ 81528 w 127600"/>
              <a:gd name="csY27" fmla="*/ 0 h 145308"/>
              <a:gd name="csX28" fmla="*/ 63800 w 127600"/>
              <a:gd name="csY28" fmla="*/ 8914 h 145308"/>
              <a:gd name="csX29" fmla="*/ 46072 w 127600"/>
              <a:gd name="csY29" fmla="*/ 0 h 145308"/>
              <a:gd name="csX30" fmla="*/ 7095 w 127600"/>
              <a:gd name="csY30" fmla="*/ 85056 h 145308"/>
              <a:gd name="csX31" fmla="*/ 7095 w 127600"/>
              <a:gd name="csY31" fmla="*/ 122259 h 145308"/>
              <a:gd name="csX32" fmla="*/ 30131 w 127600"/>
              <a:gd name="csY32" fmla="*/ 145309 h 145308"/>
              <a:gd name="csX33" fmla="*/ 58475 w 127600"/>
              <a:gd name="csY33" fmla="*/ 145309 h 145308"/>
              <a:gd name="csX34" fmla="*/ 58475 w 127600"/>
              <a:gd name="csY34" fmla="*/ 85056 h 145308"/>
              <a:gd name="csX35" fmla="*/ 7095 w 127600"/>
              <a:gd name="csY35" fmla="*/ 85056 h 145308"/>
              <a:gd name="csX36" fmla="*/ 69108 w 127600"/>
              <a:gd name="csY36" fmla="*/ 85056 h 145308"/>
              <a:gd name="csX37" fmla="*/ 69108 w 127600"/>
              <a:gd name="csY37" fmla="*/ 145309 h 145308"/>
              <a:gd name="csX38" fmla="*/ 97470 w 127600"/>
              <a:gd name="csY38" fmla="*/ 145309 h 145308"/>
              <a:gd name="csX39" fmla="*/ 120506 w 127600"/>
              <a:gd name="csY39" fmla="*/ 122259 h 145308"/>
              <a:gd name="csX40" fmla="*/ 120506 w 127600"/>
              <a:gd name="csY40" fmla="*/ 85056 h 145308"/>
              <a:gd name="csX41" fmla="*/ 69108 w 127600"/>
              <a:gd name="csY41" fmla="*/ 85056 h 145308"/>
            </a:gdLst>
            <a:ahLst/>
            <a:cxnLst/>
            <a:rect l="l" t="t" r="r" b="b"/>
            <a:pathLst>
              <a:path w="100000" h="100000">
                <a:moveTo>
                  <a:pt x="37800" y="0"/>
                </a:moveTo>
                <a:cubicBezTo>
                  <a:pt x="29089" y="0"/>
                  <a:pt x="21946" y="7141"/>
                  <a:pt x="21946" y="15851"/>
                </a:cubicBezTo>
                <a:cubicBezTo>
                  <a:pt x="21946" y="18989"/>
                  <a:pt x="22895" y="21916"/>
                  <a:pt x="24487" y="24385"/>
                </a:cubicBezTo>
                <a:lnTo>
                  <a:pt x="12193" y="24385"/>
                </a:lnTo>
                <a:cubicBezTo>
                  <a:pt x="8821" y="24385"/>
                  <a:pt x="6093" y="27125"/>
                  <a:pt x="6093" y="30485"/>
                </a:cubicBezTo>
                <a:lnTo>
                  <a:pt x="6093" y="45119"/>
                </a:lnTo>
                <a:cubicBezTo>
                  <a:pt x="6093" y="48490"/>
                  <a:pt x="8821" y="51218"/>
                  <a:pt x="12193" y="51218"/>
                </a:cubicBezTo>
                <a:lnTo>
                  <a:pt x="46335" y="51218"/>
                </a:lnTo>
                <a:lnTo>
                  <a:pt x="46335" y="24385"/>
                </a:lnTo>
                <a:lnTo>
                  <a:pt x="37800" y="24385"/>
                </a:lnTo>
                <a:cubicBezTo>
                  <a:pt x="33046" y="24385"/>
                  <a:pt x="29265" y="20605"/>
                  <a:pt x="29265" y="15851"/>
                </a:cubicBezTo>
                <a:cubicBezTo>
                  <a:pt x="29265" y="11098"/>
                  <a:pt x="33046" y="7317"/>
                  <a:pt x="37800" y="7317"/>
                </a:cubicBezTo>
                <a:cubicBezTo>
                  <a:pt x="42565" y="7317"/>
                  <a:pt x="46335" y="11098"/>
                  <a:pt x="46335" y="15851"/>
                </a:cubicBezTo>
                <a:lnTo>
                  <a:pt x="46335" y="24385"/>
                </a:lnTo>
                <a:lnTo>
                  <a:pt x="53653" y="24385"/>
                </a:lnTo>
                <a:lnTo>
                  <a:pt x="53653" y="15851"/>
                </a:lnTo>
                <a:cubicBezTo>
                  <a:pt x="53653" y="11098"/>
                  <a:pt x="57435" y="7317"/>
                  <a:pt x="62200" y="7317"/>
                </a:cubicBezTo>
                <a:cubicBezTo>
                  <a:pt x="66954" y="7317"/>
                  <a:pt x="70736" y="11098"/>
                  <a:pt x="70736" y="15851"/>
                </a:cubicBezTo>
                <a:cubicBezTo>
                  <a:pt x="70736" y="20605"/>
                  <a:pt x="66954" y="24385"/>
                  <a:pt x="62200" y="24385"/>
                </a:cubicBezTo>
                <a:lnTo>
                  <a:pt x="53653" y="24385"/>
                </a:lnTo>
                <a:lnTo>
                  <a:pt x="53653" y="51218"/>
                </a:lnTo>
                <a:lnTo>
                  <a:pt x="87807" y="51218"/>
                </a:lnTo>
                <a:cubicBezTo>
                  <a:pt x="91179" y="51218"/>
                  <a:pt x="93907" y="48490"/>
                  <a:pt x="93907" y="45119"/>
                </a:cubicBezTo>
                <a:lnTo>
                  <a:pt x="93907" y="30485"/>
                </a:lnTo>
                <a:cubicBezTo>
                  <a:pt x="93907" y="27125"/>
                  <a:pt x="91179" y="24385"/>
                  <a:pt x="87807" y="24385"/>
                </a:cubicBezTo>
                <a:lnTo>
                  <a:pt x="75513" y="24385"/>
                </a:lnTo>
                <a:cubicBezTo>
                  <a:pt x="77105" y="21916"/>
                  <a:pt x="78054" y="18989"/>
                  <a:pt x="78054" y="15851"/>
                </a:cubicBezTo>
                <a:cubicBezTo>
                  <a:pt x="78054" y="7141"/>
                  <a:pt x="70911" y="0"/>
                  <a:pt x="62200" y="0"/>
                </a:cubicBezTo>
                <a:cubicBezTo>
                  <a:pt x="57201" y="0"/>
                  <a:pt x="52916" y="2493"/>
                  <a:pt x="50000" y="6135"/>
                </a:cubicBezTo>
                <a:cubicBezTo>
                  <a:pt x="47085" y="2493"/>
                  <a:pt x="42799" y="0"/>
                  <a:pt x="37800" y="0"/>
                </a:cubicBezTo>
                <a:close/>
                <a:moveTo>
                  <a:pt x="10976" y="58535"/>
                </a:moveTo>
                <a:lnTo>
                  <a:pt x="10976" y="84138"/>
                </a:lnTo>
                <a:cubicBezTo>
                  <a:pt x="10976" y="92871"/>
                  <a:pt x="18095" y="100001"/>
                  <a:pt x="26829" y="100001"/>
                </a:cubicBezTo>
                <a:lnTo>
                  <a:pt x="46335" y="100001"/>
                </a:lnTo>
                <a:lnTo>
                  <a:pt x="46335" y="58535"/>
                </a:lnTo>
                <a:lnTo>
                  <a:pt x="10976" y="58535"/>
                </a:lnTo>
                <a:close/>
                <a:moveTo>
                  <a:pt x="53653" y="58535"/>
                </a:moveTo>
                <a:lnTo>
                  <a:pt x="53653" y="100001"/>
                </a:lnTo>
                <a:lnTo>
                  <a:pt x="73171" y="100001"/>
                </a:lnTo>
                <a:cubicBezTo>
                  <a:pt x="81906" y="100001"/>
                  <a:pt x="89025" y="92871"/>
                  <a:pt x="89025" y="84138"/>
                </a:cubicBezTo>
                <a:lnTo>
                  <a:pt x="89025" y="58535"/>
                </a:lnTo>
                <a:lnTo>
                  <a:pt x="53653" y="5853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9" name="Красный — SVG 30">
            <a:extLst>
              <a:ext uri="{FF2B5EF4-FFF2-40B4-BE49-F238E27FC236}">
                <a16:creationId xmlns:a16="http://schemas.microsoft.com/office/drawing/2014/main" id="{10F7B6A3-EB44-3A4F-BF41-EA60B356B0AE}"/>
              </a:ext>
            </a:extLst>
          </p:cNvPr>
          <p:cNvSpPr>
            <a:spLocks noGrp="1"/>
          </p:cNvSpPr>
          <p:nvPr/>
        </p:nvSpPr>
        <p:spPr>
          <a:xfrm>
            <a:off x="7020000" y="1410000"/>
            <a:ext cx="220000" cy="220000"/>
          </a:xfrm>
          <a:custGeom>
            <a:avLst/>
            <a:gdLst>
              <a:gd name="csX0" fmla="*/ 47774 w 155961"/>
              <a:gd name="csY0" fmla="*/ 1 h 148933"/>
              <a:gd name="csX1" fmla="*/ 44031 w 155961"/>
              <a:gd name="csY1" fmla="*/ 1617 h 148933"/>
              <a:gd name="csX2" fmla="*/ 42534 w 155961"/>
              <a:gd name="csY2" fmla="*/ 5394 h 148933"/>
              <a:gd name="csX3" fmla="*/ 42534 w 155961"/>
              <a:gd name="csY3" fmla="*/ 17370 h 148933"/>
              <a:gd name="csX4" fmla="*/ 33891 w 155961"/>
              <a:gd name="csY4" fmla="*/ 8728 h 148933"/>
              <a:gd name="csX5" fmla="*/ 32155 w 155961"/>
              <a:gd name="csY5" fmla="*/ 7520 h 148933"/>
              <a:gd name="csX6" fmla="*/ 30114 w 155961"/>
              <a:gd name="csY6" fmla="*/ 7095 h 148933"/>
              <a:gd name="csX7" fmla="*/ 28038 w 155961"/>
              <a:gd name="csY7" fmla="*/ 7486 h 148933"/>
              <a:gd name="csX8" fmla="*/ 26286 w 155961"/>
              <a:gd name="csY8" fmla="*/ 8643 h 148933"/>
              <a:gd name="csX9" fmla="*/ 25129 w 155961"/>
              <a:gd name="csY9" fmla="*/ 10395 h 148933"/>
              <a:gd name="csX10" fmla="*/ 24738 w 155961"/>
              <a:gd name="csY10" fmla="*/ 12454 h 148933"/>
              <a:gd name="csX11" fmla="*/ 25163 w 155961"/>
              <a:gd name="csY11" fmla="*/ 14512 h 148933"/>
              <a:gd name="csX12" fmla="*/ 26371 w 155961"/>
              <a:gd name="csY12" fmla="*/ 16247 h 148933"/>
              <a:gd name="csX13" fmla="*/ 35014 w 155961"/>
              <a:gd name="csY13" fmla="*/ 24888 h 148933"/>
              <a:gd name="csX14" fmla="*/ 15942 w 155961"/>
              <a:gd name="csY14" fmla="*/ 24888 h 148933"/>
              <a:gd name="csX15" fmla="*/ 0 w 155961"/>
              <a:gd name="csY15" fmla="*/ 40828 h 148933"/>
              <a:gd name="csX16" fmla="*/ 0 w 155961"/>
              <a:gd name="csY16" fmla="*/ 132977 h 148933"/>
              <a:gd name="csX17" fmla="*/ 15942 w 155961"/>
              <a:gd name="csY17" fmla="*/ 148934 h 148933"/>
              <a:gd name="csX18" fmla="*/ 56059 w 155961"/>
              <a:gd name="csY18" fmla="*/ 148934 h 148933"/>
              <a:gd name="csX19" fmla="*/ 49628 w 155961"/>
              <a:gd name="csY19" fmla="*/ 132977 h 148933"/>
              <a:gd name="csX20" fmla="*/ 49628 w 155961"/>
              <a:gd name="csY20" fmla="*/ 93988 h 148933"/>
              <a:gd name="csX21" fmla="*/ 69143 w 155961"/>
              <a:gd name="csY21" fmla="*/ 71261 h 148933"/>
              <a:gd name="csX22" fmla="*/ 69108 w 155961"/>
              <a:gd name="csY22" fmla="*/ 70955 h 148933"/>
              <a:gd name="csX23" fmla="*/ 93931 w 155961"/>
              <a:gd name="csY23" fmla="*/ 46152 h 148933"/>
              <a:gd name="csX24" fmla="*/ 95700 w 155961"/>
              <a:gd name="csY24" fmla="*/ 46237 h 148933"/>
              <a:gd name="csX25" fmla="*/ 95700 w 155961"/>
              <a:gd name="csY25" fmla="*/ 40828 h 148933"/>
              <a:gd name="csX26" fmla="*/ 79742 w 155961"/>
              <a:gd name="csY26" fmla="*/ 24888 h 148933"/>
              <a:gd name="csX27" fmla="*/ 60687 w 155961"/>
              <a:gd name="csY27" fmla="*/ 24888 h 148933"/>
              <a:gd name="csX28" fmla="*/ 69330 w 155961"/>
              <a:gd name="csY28" fmla="*/ 16247 h 148933"/>
              <a:gd name="csX29" fmla="*/ 70538 w 155961"/>
              <a:gd name="csY29" fmla="*/ 14512 h 148933"/>
              <a:gd name="csX30" fmla="*/ 70963 w 155961"/>
              <a:gd name="csY30" fmla="*/ 12454 h 148933"/>
              <a:gd name="csX31" fmla="*/ 70572 w 155961"/>
              <a:gd name="csY31" fmla="*/ 10395 h 148933"/>
              <a:gd name="csX32" fmla="*/ 69415 w 155961"/>
              <a:gd name="csY32" fmla="*/ 8643 h 148933"/>
              <a:gd name="csX33" fmla="*/ 67662 w 155961"/>
              <a:gd name="csY33" fmla="*/ 7486 h 148933"/>
              <a:gd name="csX34" fmla="*/ 65587 w 155961"/>
              <a:gd name="csY34" fmla="*/ 7095 h 148933"/>
              <a:gd name="csX35" fmla="*/ 63545 w 155961"/>
              <a:gd name="csY35" fmla="*/ 7520 h 148933"/>
              <a:gd name="csX36" fmla="*/ 61810 w 155961"/>
              <a:gd name="csY36" fmla="*/ 8728 h 148933"/>
              <a:gd name="csX37" fmla="*/ 53167 w 155961"/>
              <a:gd name="csY37" fmla="*/ 17370 h 148933"/>
              <a:gd name="csX38" fmla="*/ 53167 w 155961"/>
              <a:gd name="csY38" fmla="*/ 5394 h 148933"/>
              <a:gd name="csX39" fmla="*/ 52776 w 155961"/>
              <a:gd name="csY39" fmla="*/ 3319 h 148933"/>
              <a:gd name="csX40" fmla="*/ 51602 w 155961"/>
              <a:gd name="csY40" fmla="*/ 1549 h 148933"/>
              <a:gd name="csX41" fmla="*/ 49849 w 155961"/>
              <a:gd name="csY41" fmla="*/ 393 h 148933"/>
              <a:gd name="csX42" fmla="*/ 47774 w 155961"/>
              <a:gd name="csY42" fmla="*/ 1 h 148933"/>
              <a:gd name="csX43" fmla="*/ 93931 w 155961"/>
              <a:gd name="csY43" fmla="*/ 53246 h 148933"/>
              <a:gd name="csX44" fmla="*/ 76203 w 155961"/>
              <a:gd name="csY44" fmla="*/ 70955 h 148933"/>
              <a:gd name="csX45" fmla="*/ 77785 w 155961"/>
              <a:gd name="csY45" fmla="*/ 78150 h 148933"/>
              <a:gd name="csX46" fmla="*/ 72766 w 155961"/>
              <a:gd name="csY46" fmla="*/ 78150 h 148933"/>
              <a:gd name="csX47" fmla="*/ 56706 w 155961"/>
              <a:gd name="csY47" fmla="*/ 94209 h 148933"/>
              <a:gd name="csX48" fmla="*/ 56706 w 155961"/>
              <a:gd name="csY48" fmla="*/ 108226 h 148933"/>
              <a:gd name="csX49" fmla="*/ 100907 w 155961"/>
              <a:gd name="csY49" fmla="*/ 108226 h 148933"/>
              <a:gd name="csX50" fmla="*/ 100907 w 155961"/>
              <a:gd name="csY50" fmla="*/ 78150 h 148933"/>
              <a:gd name="csX51" fmla="*/ 93931 w 155961"/>
              <a:gd name="csY51" fmla="*/ 78150 h 148933"/>
              <a:gd name="csX52" fmla="*/ 93931 w 155961"/>
              <a:gd name="csY52" fmla="*/ 78048 h 148933"/>
              <a:gd name="csX53" fmla="*/ 86837 w 155961"/>
              <a:gd name="csY53" fmla="*/ 70955 h 148933"/>
              <a:gd name="csX54" fmla="*/ 93931 w 155961"/>
              <a:gd name="csY54" fmla="*/ 63878 h 148933"/>
              <a:gd name="csX55" fmla="*/ 101009 w 155961"/>
              <a:gd name="csY55" fmla="*/ 70955 h 148933"/>
              <a:gd name="csX56" fmla="*/ 101009 w 155961"/>
              <a:gd name="csY56" fmla="*/ 78048 h 148933"/>
              <a:gd name="csX57" fmla="*/ 111642 w 155961"/>
              <a:gd name="csY57" fmla="*/ 78048 h 148933"/>
              <a:gd name="csX58" fmla="*/ 111642 w 155961"/>
              <a:gd name="csY58" fmla="*/ 70955 h 148933"/>
              <a:gd name="csX59" fmla="*/ 118737 w 155961"/>
              <a:gd name="csY59" fmla="*/ 63878 h 148933"/>
              <a:gd name="csX60" fmla="*/ 125831 w 155961"/>
              <a:gd name="csY60" fmla="*/ 70955 h 148933"/>
              <a:gd name="csX61" fmla="*/ 118737 w 155961"/>
              <a:gd name="csY61" fmla="*/ 78048 h 148933"/>
              <a:gd name="csX62" fmla="*/ 118737 w 155961"/>
              <a:gd name="csY62" fmla="*/ 78150 h 148933"/>
              <a:gd name="csX63" fmla="*/ 111540 w 155961"/>
              <a:gd name="csY63" fmla="*/ 78150 h 148933"/>
              <a:gd name="csX64" fmla="*/ 111540 w 155961"/>
              <a:gd name="csY64" fmla="*/ 108226 h 148933"/>
              <a:gd name="csX65" fmla="*/ 155962 w 155961"/>
              <a:gd name="csY65" fmla="*/ 108226 h 148933"/>
              <a:gd name="csX66" fmla="*/ 155962 w 155961"/>
              <a:gd name="csY66" fmla="*/ 94209 h 148933"/>
              <a:gd name="csX67" fmla="*/ 139901 w 155961"/>
              <a:gd name="csY67" fmla="*/ 78150 h 148933"/>
              <a:gd name="csX68" fmla="*/ 134882 w 155961"/>
              <a:gd name="csY68" fmla="*/ 78150 h 148933"/>
              <a:gd name="csX69" fmla="*/ 136464 w 155961"/>
              <a:gd name="csY69" fmla="*/ 70955 h 148933"/>
              <a:gd name="csX70" fmla="*/ 118737 w 155961"/>
              <a:gd name="csY70" fmla="*/ 53246 h 148933"/>
              <a:gd name="csX71" fmla="*/ 106334 w 155961"/>
              <a:gd name="csY71" fmla="*/ 58384 h 148933"/>
              <a:gd name="csX72" fmla="*/ 93931 w 155961"/>
              <a:gd name="csY72" fmla="*/ 53246 h 148933"/>
              <a:gd name="csX73" fmla="*/ 56706 w 155961"/>
              <a:gd name="csY73" fmla="*/ 118858 h 148933"/>
              <a:gd name="csX74" fmla="*/ 56706 w 155961"/>
              <a:gd name="csY74" fmla="*/ 132875 h 148933"/>
              <a:gd name="csX75" fmla="*/ 72766 w 155961"/>
              <a:gd name="csY75" fmla="*/ 148934 h 148933"/>
              <a:gd name="csX76" fmla="*/ 100907 w 155961"/>
              <a:gd name="csY76" fmla="*/ 148934 h 148933"/>
              <a:gd name="csX77" fmla="*/ 100907 w 155961"/>
              <a:gd name="csY77" fmla="*/ 118858 h 148933"/>
              <a:gd name="csX78" fmla="*/ 56706 w 155961"/>
              <a:gd name="csY78" fmla="*/ 118858 h 148933"/>
              <a:gd name="csX79" fmla="*/ 111540 w 155961"/>
              <a:gd name="csY79" fmla="*/ 118858 h 148933"/>
              <a:gd name="csX80" fmla="*/ 111540 w 155961"/>
              <a:gd name="csY80" fmla="*/ 148934 h 148933"/>
              <a:gd name="csX81" fmla="*/ 139901 w 155961"/>
              <a:gd name="csY81" fmla="*/ 148934 h 148933"/>
              <a:gd name="csX82" fmla="*/ 155962 w 155961"/>
              <a:gd name="csY82" fmla="*/ 132875 h 148933"/>
              <a:gd name="csX83" fmla="*/ 155962 w 155961"/>
              <a:gd name="csY83" fmla="*/ 118858 h 148933"/>
              <a:gd name="csX84" fmla="*/ 111540 w 155961"/>
              <a:gd name="csY84" fmla="*/ 118858 h 148933"/>
            </a:gdLst>
            <a:ahLst/>
            <a:cxnLst/>
            <a:rect l="l" t="t" r="r" b="b"/>
            <a:pathLst>
              <a:path w="100000" h="100000">
                <a:moveTo>
                  <a:pt x="30632" y="2254"/>
                </a:moveTo>
                <a:cubicBezTo>
                  <a:pt x="29727" y="2265"/>
                  <a:pt x="28864" y="2636"/>
                  <a:pt x="28232" y="3290"/>
                </a:cubicBezTo>
                <a:cubicBezTo>
                  <a:pt x="27610" y="3934"/>
                  <a:pt x="27261" y="4806"/>
                  <a:pt x="27272" y="5712"/>
                </a:cubicBezTo>
                <a:lnTo>
                  <a:pt x="27272" y="13391"/>
                </a:lnTo>
                <a:lnTo>
                  <a:pt x="21730" y="7849"/>
                </a:lnTo>
                <a:cubicBezTo>
                  <a:pt x="21414" y="7522"/>
                  <a:pt x="21032" y="7261"/>
                  <a:pt x="20617" y="7075"/>
                </a:cubicBezTo>
                <a:cubicBezTo>
                  <a:pt x="20203" y="6900"/>
                  <a:pt x="19756" y="6802"/>
                  <a:pt x="19309" y="6802"/>
                </a:cubicBezTo>
                <a:cubicBezTo>
                  <a:pt x="18850" y="6791"/>
                  <a:pt x="18403" y="6879"/>
                  <a:pt x="17978" y="7053"/>
                </a:cubicBezTo>
                <a:cubicBezTo>
                  <a:pt x="17563" y="7228"/>
                  <a:pt x="17181" y="7479"/>
                  <a:pt x="16854" y="7795"/>
                </a:cubicBezTo>
                <a:cubicBezTo>
                  <a:pt x="16537" y="8122"/>
                  <a:pt x="16287" y="8504"/>
                  <a:pt x="16112" y="8918"/>
                </a:cubicBezTo>
                <a:cubicBezTo>
                  <a:pt x="15938" y="9344"/>
                  <a:pt x="15851" y="9791"/>
                  <a:pt x="15862" y="10238"/>
                </a:cubicBezTo>
                <a:cubicBezTo>
                  <a:pt x="15862" y="10696"/>
                  <a:pt x="15960" y="11143"/>
                  <a:pt x="16134" y="11558"/>
                </a:cubicBezTo>
                <a:cubicBezTo>
                  <a:pt x="16319" y="11972"/>
                  <a:pt x="16581" y="12354"/>
                  <a:pt x="16909" y="12670"/>
                </a:cubicBezTo>
                <a:lnTo>
                  <a:pt x="22450" y="18211"/>
                </a:lnTo>
                <a:lnTo>
                  <a:pt x="10222" y="18211"/>
                </a:lnTo>
                <a:cubicBezTo>
                  <a:pt x="4593" y="18211"/>
                  <a:pt x="0" y="22792"/>
                  <a:pt x="0" y="28431"/>
                </a:cubicBezTo>
                <a:lnTo>
                  <a:pt x="0" y="87516"/>
                </a:lnTo>
                <a:cubicBezTo>
                  <a:pt x="0" y="93155"/>
                  <a:pt x="4593" y="97748"/>
                  <a:pt x="10222" y="97748"/>
                </a:cubicBezTo>
                <a:lnTo>
                  <a:pt x="35944" y="97748"/>
                </a:lnTo>
                <a:cubicBezTo>
                  <a:pt x="33392" y="95086"/>
                  <a:pt x="31821" y="91486"/>
                  <a:pt x="31821" y="87516"/>
                </a:cubicBezTo>
                <a:lnTo>
                  <a:pt x="31821" y="62517"/>
                </a:lnTo>
                <a:cubicBezTo>
                  <a:pt x="31821" y="55132"/>
                  <a:pt x="37254" y="49024"/>
                  <a:pt x="44334" y="47945"/>
                </a:cubicBezTo>
                <a:cubicBezTo>
                  <a:pt x="44334" y="47879"/>
                  <a:pt x="44311" y="47814"/>
                  <a:pt x="44311" y="47748"/>
                </a:cubicBezTo>
                <a:cubicBezTo>
                  <a:pt x="44311" y="38968"/>
                  <a:pt x="51435" y="31845"/>
                  <a:pt x="60227" y="31845"/>
                </a:cubicBezTo>
                <a:cubicBezTo>
                  <a:pt x="60609" y="31845"/>
                  <a:pt x="60980" y="31878"/>
                  <a:pt x="61361" y="31900"/>
                </a:cubicBezTo>
                <a:lnTo>
                  <a:pt x="61361" y="28431"/>
                </a:lnTo>
                <a:cubicBezTo>
                  <a:pt x="61361" y="22792"/>
                  <a:pt x="56769" y="18211"/>
                  <a:pt x="51129" y="18211"/>
                </a:cubicBezTo>
                <a:lnTo>
                  <a:pt x="38912" y="18211"/>
                </a:lnTo>
                <a:lnTo>
                  <a:pt x="44453" y="12670"/>
                </a:lnTo>
                <a:cubicBezTo>
                  <a:pt x="44780" y="12354"/>
                  <a:pt x="45042" y="11972"/>
                  <a:pt x="45228" y="11558"/>
                </a:cubicBezTo>
                <a:cubicBezTo>
                  <a:pt x="45402" y="11143"/>
                  <a:pt x="45500" y="10696"/>
                  <a:pt x="45500" y="10238"/>
                </a:cubicBezTo>
                <a:cubicBezTo>
                  <a:pt x="45511" y="9791"/>
                  <a:pt x="45424" y="9344"/>
                  <a:pt x="45250" y="8918"/>
                </a:cubicBezTo>
                <a:cubicBezTo>
                  <a:pt x="45075" y="8504"/>
                  <a:pt x="44824" y="8122"/>
                  <a:pt x="44508" y="7795"/>
                </a:cubicBezTo>
                <a:cubicBezTo>
                  <a:pt x="44180" y="7479"/>
                  <a:pt x="43799" y="7228"/>
                  <a:pt x="43384" y="7053"/>
                </a:cubicBezTo>
                <a:cubicBezTo>
                  <a:pt x="42959" y="6879"/>
                  <a:pt x="42511" y="6791"/>
                  <a:pt x="42053" y="6802"/>
                </a:cubicBezTo>
                <a:cubicBezTo>
                  <a:pt x="41606" y="6802"/>
                  <a:pt x="41159" y="6900"/>
                  <a:pt x="40744" y="7075"/>
                </a:cubicBezTo>
                <a:cubicBezTo>
                  <a:pt x="40330" y="7261"/>
                  <a:pt x="39948" y="7522"/>
                  <a:pt x="39632" y="7849"/>
                </a:cubicBezTo>
                <a:lnTo>
                  <a:pt x="34090" y="13391"/>
                </a:lnTo>
                <a:lnTo>
                  <a:pt x="34090" y="5712"/>
                </a:lnTo>
                <a:cubicBezTo>
                  <a:pt x="34101" y="5253"/>
                  <a:pt x="34014" y="4806"/>
                  <a:pt x="33839" y="4381"/>
                </a:cubicBezTo>
                <a:cubicBezTo>
                  <a:pt x="33664" y="3955"/>
                  <a:pt x="33413" y="3574"/>
                  <a:pt x="33086" y="3246"/>
                </a:cubicBezTo>
                <a:cubicBezTo>
                  <a:pt x="32770" y="2930"/>
                  <a:pt x="32388" y="2680"/>
                  <a:pt x="31962" y="2505"/>
                </a:cubicBezTo>
                <a:cubicBezTo>
                  <a:pt x="31537" y="2331"/>
                  <a:pt x="31079" y="2243"/>
                  <a:pt x="30632" y="2254"/>
                </a:cubicBezTo>
                <a:close/>
                <a:moveTo>
                  <a:pt x="60227" y="36394"/>
                </a:moveTo>
                <a:cubicBezTo>
                  <a:pt x="53987" y="36394"/>
                  <a:pt x="48860" y="41520"/>
                  <a:pt x="48860" y="47748"/>
                </a:cubicBezTo>
                <a:cubicBezTo>
                  <a:pt x="48860" y="49395"/>
                  <a:pt x="49232" y="50944"/>
                  <a:pt x="49875" y="52362"/>
                </a:cubicBezTo>
                <a:lnTo>
                  <a:pt x="46657" y="52362"/>
                </a:lnTo>
                <a:cubicBezTo>
                  <a:pt x="40984" y="52362"/>
                  <a:pt x="36359" y="56987"/>
                  <a:pt x="36359" y="62659"/>
                </a:cubicBezTo>
                <a:lnTo>
                  <a:pt x="36359" y="71646"/>
                </a:lnTo>
                <a:lnTo>
                  <a:pt x="64700" y="71646"/>
                </a:lnTo>
                <a:lnTo>
                  <a:pt x="64700" y="52362"/>
                </a:lnTo>
                <a:lnTo>
                  <a:pt x="60227" y="52362"/>
                </a:lnTo>
                <a:lnTo>
                  <a:pt x="60227" y="52296"/>
                </a:lnTo>
                <a:cubicBezTo>
                  <a:pt x="57675" y="52296"/>
                  <a:pt x="55679" y="50300"/>
                  <a:pt x="55679" y="47748"/>
                </a:cubicBezTo>
                <a:cubicBezTo>
                  <a:pt x="55679" y="45196"/>
                  <a:pt x="57675" y="43211"/>
                  <a:pt x="60227" y="43211"/>
                </a:cubicBezTo>
                <a:cubicBezTo>
                  <a:pt x="62780" y="43211"/>
                  <a:pt x="64766" y="45196"/>
                  <a:pt x="64766" y="47748"/>
                </a:cubicBezTo>
                <a:lnTo>
                  <a:pt x="64766" y="52296"/>
                </a:lnTo>
                <a:lnTo>
                  <a:pt x="71583" y="52296"/>
                </a:lnTo>
                <a:lnTo>
                  <a:pt x="71583" y="47748"/>
                </a:lnTo>
                <a:cubicBezTo>
                  <a:pt x="71583" y="45196"/>
                  <a:pt x="73579" y="43211"/>
                  <a:pt x="76132" y="43211"/>
                </a:cubicBezTo>
                <a:cubicBezTo>
                  <a:pt x="78685" y="43211"/>
                  <a:pt x="80681" y="45196"/>
                  <a:pt x="80681" y="47748"/>
                </a:cubicBezTo>
                <a:cubicBezTo>
                  <a:pt x="80681" y="50300"/>
                  <a:pt x="78685" y="52296"/>
                  <a:pt x="76132" y="52296"/>
                </a:cubicBezTo>
                <a:lnTo>
                  <a:pt x="76132" y="52362"/>
                </a:lnTo>
                <a:lnTo>
                  <a:pt x="71518" y="52362"/>
                </a:lnTo>
                <a:lnTo>
                  <a:pt x="71518" y="71646"/>
                </a:lnTo>
                <a:lnTo>
                  <a:pt x="100001" y="71646"/>
                </a:lnTo>
                <a:lnTo>
                  <a:pt x="100001" y="62659"/>
                </a:lnTo>
                <a:cubicBezTo>
                  <a:pt x="100001" y="56987"/>
                  <a:pt x="95375" y="52362"/>
                  <a:pt x="89703" y="52362"/>
                </a:cubicBezTo>
                <a:lnTo>
                  <a:pt x="86484" y="52362"/>
                </a:lnTo>
                <a:cubicBezTo>
                  <a:pt x="87128" y="50955"/>
                  <a:pt x="87499" y="49395"/>
                  <a:pt x="87499" y="47748"/>
                </a:cubicBezTo>
                <a:cubicBezTo>
                  <a:pt x="87499" y="41520"/>
                  <a:pt x="82372" y="36394"/>
                  <a:pt x="76132" y="36394"/>
                </a:cubicBezTo>
                <a:cubicBezTo>
                  <a:pt x="73045" y="36394"/>
                  <a:pt x="70241" y="37659"/>
                  <a:pt x="68180" y="39688"/>
                </a:cubicBezTo>
                <a:cubicBezTo>
                  <a:pt x="66118" y="37659"/>
                  <a:pt x="63315" y="36394"/>
                  <a:pt x="60227" y="36394"/>
                </a:cubicBezTo>
                <a:close/>
                <a:moveTo>
                  <a:pt x="36359" y="78463"/>
                </a:moveTo>
                <a:lnTo>
                  <a:pt x="36359" y="87451"/>
                </a:lnTo>
                <a:cubicBezTo>
                  <a:pt x="36359" y="93123"/>
                  <a:pt x="40984" y="97748"/>
                  <a:pt x="46657" y="97748"/>
                </a:cubicBezTo>
                <a:lnTo>
                  <a:pt x="64700" y="97748"/>
                </a:lnTo>
                <a:lnTo>
                  <a:pt x="64700" y="78463"/>
                </a:lnTo>
                <a:lnTo>
                  <a:pt x="36359" y="78463"/>
                </a:lnTo>
                <a:close/>
                <a:moveTo>
                  <a:pt x="71518" y="78463"/>
                </a:moveTo>
                <a:lnTo>
                  <a:pt x="71518" y="97748"/>
                </a:lnTo>
                <a:lnTo>
                  <a:pt x="89703" y="97748"/>
                </a:lnTo>
                <a:cubicBezTo>
                  <a:pt x="95375" y="97748"/>
                  <a:pt x="100001" y="93123"/>
                  <a:pt x="100001" y="87451"/>
                </a:cubicBezTo>
                <a:lnTo>
                  <a:pt x="100001" y="78463"/>
                </a:lnTo>
                <a:lnTo>
                  <a:pt x="71518" y="7846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0" name="Красный — SVG 31">
            <a:extLst>
              <a:ext uri="{FF2B5EF4-FFF2-40B4-BE49-F238E27FC236}">
                <a16:creationId xmlns:a16="http://schemas.microsoft.com/office/drawing/2014/main" id="{619C732B-2DC5-A648-B943-3FDB871504D1}"/>
              </a:ext>
            </a:extLst>
          </p:cNvPr>
          <p:cNvSpPr>
            <a:spLocks noGrp="1"/>
          </p:cNvSpPr>
          <p:nvPr/>
        </p:nvSpPr>
        <p:spPr>
          <a:xfrm>
            <a:off x="7620000" y="1410000"/>
            <a:ext cx="220000" cy="220000"/>
          </a:xfrm>
          <a:custGeom>
            <a:avLst/>
            <a:gdLst>
              <a:gd name="csX0" fmla="*/ 125421 w 127607"/>
              <a:gd name="csY0" fmla="*/ 49128 h 148847"/>
              <a:gd name="csX1" fmla="*/ 108884 w 127607"/>
              <a:gd name="csY1" fmla="*/ 43276 h 148847"/>
              <a:gd name="csX2" fmla="*/ 90798 w 127607"/>
              <a:gd name="csY2" fmla="*/ 48839 h 148847"/>
              <a:gd name="csX3" fmla="*/ 95698 w 127607"/>
              <a:gd name="csY3" fmla="*/ 31896 h 148847"/>
              <a:gd name="csX4" fmla="*/ 63798 w 127607"/>
              <a:gd name="csY4" fmla="*/ 0 h 148847"/>
              <a:gd name="csX5" fmla="*/ 31898 w 127607"/>
              <a:gd name="csY5" fmla="*/ 31896 h 148847"/>
              <a:gd name="csX6" fmla="*/ 36798 w 127607"/>
              <a:gd name="csY6" fmla="*/ 48839 h 148847"/>
              <a:gd name="csX7" fmla="*/ 18713 w 127607"/>
              <a:gd name="csY7" fmla="*/ 43259 h 148847"/>
              <a:gd name="csX8" fmla="*/ 2176 w 127607"/>
              <a:gd name="csY8" fmla="*/ 49128 h 148847"/>
              <a:gd name="csX9" fmla="*/ 8658 w 127607"/>
              <a:gd name="csY9" fmla="*/ 69763 h 148847"/>
              <a:gd name="csX10" fmla="*/ 27577 w 127607"/>
              <a:gd name="csY10" fmla="*/ 77758 h 148847"/>
              <a:gd name="csX11" fmla="*/ 31898 w 127607"/>
              <a:gd name="csY11" fmla="*/ 84290 h 148847"/>
              <a:gd name="csX12" fmla="*/ 31898 w 127607"/>
              <a:gd name="csY12" fmla="*/ 86740 h 148847"/>
              <a:gd name="csX13" fmla="*/ 29567 w 127607"/>
              <a:gd name="csY13" fmla="*/ 95534 h 148847"/>
              <a:gd name="csX14" fmla="*/ 13132 w 127607"/>
              <a:gd name="csY14" fmla="*/ 124300 h 148847"/>
              <a:gd name="csX15" fmla="*/ 17114 w 127607"/>
              <a:gd name="csY15" fmla="*/ 145734 h 148847"/>
              <a:gd name="csX16" fmla="*/ 26573 w 127607"/>
              <a:gd name="csY16" fmla="*/ 148847 h 148847"/>
              <a:gd name="csX17" fmla="*/ 39282 w 127607"/>
              <a:gd name="csY17" fmla="*/ 142570 h 148847"/>
              <a:gd name="csX18" fmla="*/ 60089 w 127607"/>
              <a:gd name="csY18" fmla="*/ 115250 h 148847"/>
              <a:gd name="csX19" fmla="*/ 63798 w 127607"/>
              <a:gd name="csY19" fmla="*/ 113413 h 148847"/>
              <a:gd name="csX20" fmla="*/ 67507 w 127607"/>
              <a:gd name="csY20" fmla="*/ 115250 h 148847"/>
              <a:gd name="csX21" fmla="*/ 88332 w 127607"/>
              <a:gd name="csY21" fmla="*/ 142570 h 148847"/>
              <a:gd name="csX22" fmla="*/ 101024 w 127607"/>
              <a:gd name="csY22" fmla="*/ 148847 h 148847"/>
              <a:gd name="csX23" fmla="*/ 110500 w 127607"/>
              <a:gd name="csY23" fmla="*/ 145734 h 148847"/>
              <a:gd name="csX24" fmla="*/ 114481 w 127607"/>
              <a:gd name="csY24" fmla="*/ 124300 h 148847"/>
              <a:gd name="csX25" fmla="*/ 98046 w 127607"/>
              <a:gd name="csY25" fmla="*/ 95534 h 148847"/>
              <a:gd name="csX26" fmla="*/ 95698 w 127607"/>
              <a:gd name="csY26" fmla="*/ 86740 h 148847"/>
              <a:gd name="csX27" fmla="*/ 95698 w 127607"/>
              <a:gd name="csY27" fmla="*/ 84290 h 148847"/>
              <a:gd name="csX28" fmla="*/ 100037 w 127607"/>
              <a:gd name="csY28" fmla="*/ 77758 h 148847"/>
              <a:gd name="csX29" fmla="*/ 118956 w 127607"/>
              <a:gd name="csY29" fmla="*/ 69763 h 148847"/>
              <a:gd name="csX30" fmla="*/ 125421 w 127607"/>
              <a:gd name="csY30" fmla="*/ 49128 h 148847"/>
              <a:gd name="csX31" fmla="*/ 49626 w 127607"/>
              <a:gd name="csY31" fmla="*/ 30127 h 148847"/>
              <a:gd name="csX32" fmla="*/ 54934 w 127607"/>
              <a:gd name="csY32" fmla="*/ 24802 h 148847"/>
              <a:gd name="csX33" fmla="*/ 60259 w 127607"/>
              <a:gd name="csY33" fmla="*/ 30127 h 148847"/>
              <a:gd name="csX34" fmla="*/ 54934 w 127607"/>
              <a:gd name="csY34" fmla="*/ 35434 h 148847"/>
              <a:gd name="csX35" fmla="*/ 49626 w 127607"/>
              <a:gd name="csY35" fmla="*/ 30127 h 148847"/>
              <a:gd name="csX36" fmla="*/ 63798 w 127607"/>
              <a:gd name="csY36" fmla="*/ 95687 h 148847"/>
              <a:gd name="csX37" fmla="*/ 58490 w 127607"/>
              <a:gd name="csY37" fmla="*/ 90363 h 148847"/>
              <a:gd name="csX38" fmla="*/ 63798 w 127607"/>
              <a:gd name="csY38" fmla="*/ 85056 h 148847"/>
              <a:gd name="csX39" fmla="*/ 69123 w 127607"/>
              <a:gd name="csY39" fmla="*/ 90363 h 148847"/>
              <a:gd name="csX40" fmla="*/ 63798 w 127607"/>
              <a:gd name="csY40" fmla="*/ 95687 h 148847"/>
              <a:gd name="csX41" fmla="*/ 63798 w 127607"/>
              <a:gd name="csY41" fmla="*/ 77962 h 148847"/>
              <a:gd name="csX42" fmla="*/ 58490 w 127607"/>
              <a:gd name="csY42" fmla="*/ 72654 h 148847"/>
              <a:gd name="csX43" fmla="*/ 63798 w 127607"/>
              <a:gd name="csY43" fmla="*/ 67330 h 148847"/>
              <a:gd name="csX44" fmla="*/ 69123 w 127607"/>
              <a:gd name="csY44" fmla="*/ 72654 h 148847"/>
              <a:gd name="csX45" fmla="*/ 63798 w 127607"/>
              <a:gd name="csY45" fmla="*/ 77962 h 148847"/>
              <a:gd name="csX46" fmla="*/ 74057 w 127607"/>
              <a:gd name="csY46" fmla="*/ 47648 h 148847"/>
              <a:gd name="csX47" fmla="*/ 63798 w 127607"/>
              <a:gd name="csY47" fmla="*/ 53160 h 148847"/>
              <a:gd name="csX48" fmla="*/ 53539 w 127607"/>
              <a:gd name="csY48" fmla="*/ 47648 h 148847"/>
              <a:gd name="csX49" fmla="*/ 55121 w 127607"/>
              <a:gd name="csY49" fmla="*/ 42902 h 148847"/>
              <a:gd name="csX50" fmla="*/ 59834 w 127607"/>
              <a:gd name="csY50" fmla="*/ 44399 h 148847"/>
              <a:gd name="csX51" fmla="*/ 63798 w 127607"/>
              <a:gd name="csY51" fmla="*/ 46066 h 148847"/>
              <a:gd name="csX52" fmla="*/ 67779 w 127607"/>
              <a:gd name="csY52" fmla="*/ 44382 h 148847"/>
              <a:gd name="csX53" fmla="*/ 72560 w 127607"/>
              <a:gd name="csY53" fmla="*/ 43021 h 148847"/>
              <a:gd name="csX54" fmla="*/ 74057 w 127607"/>
              <a:gd name="csY54" fmla="*/ 47648 h 148847"/>
              <a:gd name="csX55" fmla="*/ 72662 w 127607"/>
              <a:gd name="csY55" fmla="*/ 35434 h 148847"/>
              <a:gd name="csX56" fmla="*/ 67354 w 127607"/>
              <a:gd name="csY56" fmla="*/ 30127 h 148847"/>
              <a:gd name="csX57" fmla="*/ 72662 w 127607"/>
              <a:gd name="csY57" fmla="*/ 24802 h 148847"/>
              <a:gd name="csX58" fmla="*/ 77987 w 127607"/>
              <a:gd name="csY58" fmla="*/ 30127 h 148847"/>
              <a:gd name="csX59" fmla="*/ 72662 w 127607"/>
              <a:gd name="csY59" fmla="*/ 35434 h 148847"/>
            </a:gdLst>
            <a:ahLst/>
            <a:cxnLst/>
            <a:rect l="l" t="t" r="r" b="b"/>
            <a:pathLst>
              <a:path w="100000" h="100000">
                <a:moveTo>
                  <a:pt x="91397" y="33006"/>
                </a:moveTo>
                <a:cubicBezTo>
                  <a:pt x="89110" y="29303"/>
                  <a:pt x="84459" y="27783"/>
                  <a:pt x="80286" y="29074"/>
                </a:cubicBezTo>
                <a:lnTo>
                  <a:pt x="68136" y="32812"/>
                </a:lnTo>
                <a:cubicBezTo>
                  <a:pt x="70216" y="29509"/>
                  <a:pt x="71428" y="25612"/>
                  <a:pt x="71428" y="21429"/>
                </a:cubicBezTo>
                <a:cubicBezTo>
                  <a:pt x="71428" y="9588"/>
                  <a:pt x="61838" y="0"/>
                  <a:pt x="49996" y="0"/>
                </a:cubicBezTo>
                <a:cubicBezTo>
                  <a:pt x="38166" y="0"/>
                  <a:pt x="28565" y="9588"/>
                  <a:pt x="28565" y="21429"/>
                </a:cubicBezTo>
                <a:cubicBezTo>
                  <a:pt x="28565" y="25612"/>
                  <a:pt x="29788" y="29509"/>
                  <a:pt x="31857" y="32812"/>
                </a:cubicBezTo>
                <a:lnTo>
                  <a:pt x="19707" y="29063"/>
                </a:lnTo>
                <a:cubicBezTo>
                  <a:pt x="15546" y="27783"/>
                  <a:pt x="10894" y="29303"/>
                  <a:pt x="8597" y="33006"/>
                </a:cubicBezTo>
                <a:cubicBezTo>
                  <a:pt x="5419" y="38160"/>
                  <a:pt x="7671" y="44628"/>
                  <a:pt x="12952" y="46869"/>
                </a:cubicBezTo>
                <a:lnTo>
                  <a:pt x="25662" y="52240"/>
                </a:lnTo>
                <a:cubicBezTo>
                  <a:pt x="27422" y="52983"/>
                  <a:pt x="28565" y="54709"/>
                  <a:pt x="28565" y="56629"/>
                </a:cubicBezTo>
                <a:lnTo>
                  <a:pt x="28565" y="58275"/>
                </a:lnTo>
                <a:cubicBezTo>
                  <a:pt x="28565" y="60355"/>
                  <a:pt x="28027" y="62389"/>
                  <a:pt x="26999" y="64183"/>
                </a:cubicBezTo>
                <a:lnTo>
                  <a:pt x="15957" y="83509"/>
                </a:lnTo>
                <a:cubicBezTo>
                  <a:pt x="13203" y="88320"/>
                  <a:pt x="14174" y="94617"/>
                  <a:pt x="18633" y="97909"/>
                </a:cubicBezTo>
                <a:cubicBezTo>
                  <a:pt x="20553" y="99325"/>
                  <a:pt x="22781" y="100000"/>
                  <a:pt x="24987" y="100000"/>
                </a:cubicBezTo>
                <a:cubicBezTo>
                  <a:pt x="28222" y="100000"/>
                  <a:pt x="31422" y="98537"/>
                  <a:pt x="33526" y="95783"/>
                </a:cubicBezTo>
                <a:lnTo>
                  <a:pt x="47504" y="77429"/>
                </a:lnTo>
                <a:cubicBezTo>
                  <a:pt x="48099" y="76652"/>
                  <a:pt x="49025" y="76194"/>
                  <a:pt x="49996" y="76194"/>
                </a:cubicBezTo>
                <a:cubicBezTo>
                  <a:pt x="50979" y="76194"/>
                  <a:pt x="51894" y="76652"/>
                  <a:pt x="52488" y="77429"/>
                </a:cubicBezTo>
                <a:lnTo>
                  <a:pt x="66479" y="95783"/>
                </a:lnTo>
                <a:cubicBezTo>
                  <a:pt x="68582" y="98537"/>
                  <a:pt x="71771" y="100000"/>
                  <a:pt x="75006" y="100000"/>
                </a:cubicBezTo>
                <a:cubicBezTo>
                  <a:pt x="77211" y="100000"/>
                  <a:pt x="79441" y="99325"/>
                  <a:pt x="81372" y="97909"/>
                </a:cubicBezTo>
                <a:cubicBezTo>
                  <a:pt x="85818" y="94617"/>
                  <a:pt x="86790" y="88309"/>
                  <a:pt x="84047" y="83509"/>
                </a:cubicBezTo>
                <a:lnTo>
                  <a:pt x="73005" y="64183"/>
                </a:lnTo>
                <a:cubicBezTo>
                  <a:pt x="71977" y="62389"/>
                  <a:pt x="71428" y="60355"/>
                  <a:pt x="71428" y="58275"/>
                </a:cubicBezTo>
                <a:lnTo>
                  <a:pt x="71428" y="56629"/>
                </a:lnTo>
                <a:cubicBezTo>
                  <a:pt x="71428" y="54720"/>
                  <a:pt x="72571" y="52983"/>
                  <a:pt x="74343" y="52240"/>
                </a:cubicBezTo>
                <a:lnTo>
                  <a:pt x="87053" y="46869"/>
                </a:lnTo>
                <a:cubicBezTo>
                  <a:pt x="92334" y="44628"/>
                  <a:pt x="94586" y="38160"/>
                  <a:pt x="91397" y="33006"/>
                </a:cubicBezTo>
                <a:close/>
                <a:moveTo>
                  <a:pt x="40475" y="20240"/>
                </a:moveTo>
                <a:cubicBezTo>
                  <a:pt x="40475" y="18263"/>
                  <a:pt x="42075" y="16663"/>
                  <a:pt x="44041" y="16663"/>
                </a:cubicBezTo>
                <a:cubicBezTo>
                  <a:pt x="46019" y="16663"/>
                  <a:pt x="47619" y="18263"/>
                  <a:pt x="47619" y="20240"/>
                </a:cubicBezTo>
                <a:cubicBezTo>
                  <a:pt x="47619" y="22205"/>
                  <a:pt x="46019" y="23806"/>
                  <a:pt x="44041" y="23806"/>
                </a:cubicBezTo>
                <a:cubicBezTo>
                  <a:pt x="42075" y="23806"/>
                  <a:pt x="40475" y="22205"/>
                  <a:pt x="40475" y="20240"/>
                </a:cubicBezTo>
                <a:close/>
                <a:moveTo>
                  <a:pt x="49996" y="64285"/>
                </a:moveTo>
                <a:cubicBezTo>
                  <a:pt x="48031" y="64285"/>
                  <a:pt x="46430" y="62686"/>
                  <a:pt x="46430" y="60709"/>
                </a:cubicBezTo>
                <a:cubicBezTo>
                  <a:pt x="46430" y="58743"/>
                  <a:pt x="48031" y="57143"/>
                  <a:pt x="49996" y="57143"/>
                </a:cubicBezTo>
                <a:cubicBezTo>
                  <a:pt x="51974" y="57143"/>
                  <a:pt x="53574" y="58743"/>
                  <a:pt x="53574" y="60709"/>
                </a:cubicBezTo>
                <a:cubicBezTo>
                  <a:pt x="53574" y="62686"/>
                  <a:pt x="51974" y="64285"/>
                  <a:pt x="49996" y="64285"/>
                </a:cubicBezTo>
                <a:close/>
                <a:moveTo>
                  <a:pt x="49996" y="52377"/>
                </a:moveTo>
                <a:cubicBezTo>
                  <a:pt x="48031" y="52377"/>
                  <a:pt x="46430" y="50777"/>
                  <a:pt x="46430" y="48811"/>
                </a:cubicBezTo>
                <a:cubicBezTo>
                  <a:pt x="46430" y="46834"/>
                  <a:pt x="48031" y="45234"/>
                  <a:pt x="49996" y="45234"/>
                </a:cubicBezTo>
                <a:cubicBezTo>
                  <a:pt x="51974" y="45234"/>
                  <a:pt x="53574" y="46834"/>
                  <a:pt x="53574" y="48811"/>
                </a:cubicBezTo>
                <a:cubicBezTo>
                  <a:pt x="53574" y="50777"/>
                  <a:pt x="51974" y="52377"/>
                  <a:pt x="49996" y="52377"/>
                </a:cubicBezTo>
                <a:close/>
                <a:moveTo>
                  <a:pt x="56889" y="32011"/>
                </a:moveTo>
                <a:cubicBezTo>
                  <a:pt x="56203" y="33394"/>
                  <a:pt x="53986" y="35715"/>
                  <a:pt x="49996" y="35715"/>
                </a:cubicBezTo>
                <a:cubicBezTo>
                  <a:pt x="46019" y="35715"/>
                  <a:pt x="43790" y="33394"/>
                  <a:pt x="43104" y="32011"/>
                </a:cubicBezTo>
                <a:cubicBezTo>
                  <a:pt x="42521" y="30846"/>
                  <a:pt x="42990" y="29406"/>
                  <a:pt x="44167" y="28823"/>
                </a:cubicBezTo>
                <a:cubicBezTo>
                  <a:pt x="45322" y="28251"/>
                  <a:pt x="46727" y="28697"/>
                  <a:pt x="47333" y="29829"/>
                </a:cubicBezTo>
                <a:cubicBezTo>
                  <a:pt x="47425" y="29977"/>
                  <a:pt x="48110" y="30949"/>
                  <a:pt x="49996" y="30949"/>
                </a:cubicBezTo>
                <a:cubicBezTo>
                  <a:pt x="51939" y="30949"/>
                  <a:pt x="52602" y="29931"/>
                  <a:pt x="52671" y="29817"/>
                </a:cubicBezTo>
                <a:cubicBezTo>
                  <a:pt x="53323" y="28720"/>
                  <a:pt x="54752" y="28285"/>
                  <a:pt x="55883" y="28903"/>
                </a:cubicBezTo>
                <a:cubicBezTo>
                  <a:pt x="57003" y="29520"/>
                  <a:pt x="57460" y="30869"/>
                  <a:pt x="56889" y="32011"/>
                </a:cubicBezTo>
                <a:close/>
                <a:moveTo>
                  <a:pt x="55951" y="23806"/>
                </a:moveTo>
                <a:cubicBezTo>
                  <a:pt x="53986" y="23806"/>
                  <a:pt x="52385" y="22205"/>
                  <a:pt x="52385" y="20240"/>
                </a:cubicBezTo>
                <a:cubicBezTo>
                  <a:pt x="52385" y="18263"/>
                  <a:pt x="53986" y="16663"/>
                  <a:pt x="55951" y="16663"/>
                </a:cubicBezTo>
                <a:cubicBezTo>
                  <a:pt x="57929" y="16663"/>
                  <a:pt x="59529" y="18263"/>
                  <a:pt x="59529" y="20240"/>
                </a:cubicBezTo>
                <a:cubicBezTo>
                  <a:pt x="59529" y="22205"/>
                  <a:pt x="57929" y="23806"/>
                  <a:pt x="55951" y="2380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1" name="Красный — SVG 32">
            <a:extLst>
              <a:ext uri="{FF2B5EF4-FFF2-40B4-BE49-F238E27FC236}">
                <a16:creationId xmlns:a16="http://schemas.microsoft.com/office/drawing/2014/main" id="{A9794D90-1205-384A-BCAA-157337406E61}"/>
              </a:ext>
            </a:extLst>
          </p:cNvPr>
          <p:cNvSpPr>
            <a:spLocks noGrp="1"/>
          </p:cNvSpPr>
          <p:nvPr/>
        </p:nvSpPr>
        <p:spPr>
          <a:xfrm>
            <a:off x="8220000" y="1410000"/>
            <a:ext cx="220000" cy="220000"/>
          </a:xfrm>
          <a:custGeom>
            <a:avLst/>
            <a:gdLst>
              <a:gd name="csX0" fmla="*/ 78330 w 156149"/>
              <a:gd name="csY0" fmla="*/ 0 h 150616"/>
              <a:gd name="csX1" fmla="*/ 67050 w 156149"/>
              <a:gd name="csY1" fmla="*/ 4678 h 150616"/>
              <a:gd name="csX2" fmla="*/ 62388 w 156149"/>
              <a:gd name="csY2" fmla="*/ 15940 h 150616"/>
              <a:gd name="csX3" fmla="*/ 67050 w 156149"/>
              <a:gd name="csY3" fmla="*/ 27218 h 150616"/>
              <a:gd name="csX4" fmla="*/ 78330 w 156149"/>
              <a:gd name="csY4" fmla="*/ 31896 h 150616"/>
              <a:gd name="csX5" fmla="*/ 89610 w 156149"/>
              <a:gd name="csY5" fmla="*/ 27218 h 150616"/>
              <a:gd name="csX6" fmla="*/ 94288 w 156149"/>
              <a:gd name="csY6" fmla="*/ 15940 h 150616"/>
              <a:gd name="csX7" fmla="*/ 89610 w 156149"/>
              <a:gd name="csY7" fmla="*/ 4678 h 150616"/>
              <a:gd name="csX8" fmla="*/ 78330 w 156149"/>
              <a:gd name="csY8" fmla="*/ 0 h 150616"/>
              <a:gd name="csX9" fmla="*/ 53949 w 156149"/>
              <a:gd name="csY9" fmla="*/ 26520 h 150616"/>
              <a:gd name="csX10" fmla="*/ 14700 w 156149"/>
              <a:gd name="csY10" fmla="*/ 73301 h 150616"/>
              <a:gd name="csX11" fmla="*/ 3743 w 156149"/>
              <a:gd name="csY11" fmla="*/ 79748 h 150616"/>
              <a:gd name="csX12" fmla="*/ 0 w 156149"/>
              <a:gd name="csY12" fmla="*/ 89734 h 150616"/>
              <a:gd name="csX13" fmla="*/ 28702 w 156149"/>
              <a:gd name="csY13" fmla="*/ 92456 h 150616"/>
              <a:gd name="csX14" fmla="*/ 33550 w 156149"/>
              <a:gd name="csY14" fmla="*/ 93119 h 150616"/>
              <a:gd name="csX15" fmla="*/ 35796 w 156149"/>
              <a:gd name="csY15" fmla="*/ 97457 h 150616"/>
              <a:gd name="csX16" fmla="*/ 46430 w 156149"/>
              <a:gd name="csY16" fmla="*/ 104550 h 150616"/>
              <a:gd name="csX17" fmla="*/ 57063 w 156149"/>
              <a:gd name="csY17" fmla="*/ 97457 h 150616"/>
              <a:gd name="csX18" fmla="*/ 62388 w 156149"/>
              <a:gd name="csY18" fmla="*/ 92149 h 150616"/>
              <a:gd name="csX19" fmla="*/ 67696 w 156149"/>
              <a:gd name="csY19" fmla="*/ 97457 h 150616"/>
              <a:gd name="csX20" fmla="*/ 78330 w 156149"/>
              <a:gd name="csY20" fmla="*/ 104550 h 150616"/>
              <a:gd name="csX21" fmla="*/ 88963 w 156149"/>
              <a:gd name="csY21" fmla="*/ 97457 h 150616"/>
              <a:gd name="csX22" fmla="*/ 94288 w 156149"/>
              <a:gd name="csY22" fmla="*/ 92149 h 150616"/>
              <a:gd name="csX23" fmla="*/ 99597 w 156149"/>
              <a:gd name="csY23" fmla="*/ 97457 h 150616"/>
              <a:gd name="csX24" fmla="*/ 110230 w 156149"/>
              <a:gd name="csY24" fmla="*/ 104550 h 150616"/>
              <a:gd name="csX25" fmla="*/ 120863 w 156149"/>
              <a:gd name="csY25" fmla="*/ 97457 h 150616"/>
              <a:gd name="csX26" fmla="*/ 122905 w 156149"/>
              <a:gd name="csY26" fmla="*/ 93272 h 150616"/>
              <a:gd name="csX27" fmla="*/ 127465 w 156149"/>
              <a:gd name="csY27" fmla="*/ 92302 h 150616"/>
              <a:gd name="csX28" fmla="*/ 156149 w 156149"/>
              <a:gd name="csY28" fmla="*/ 86365 h 150616"/>
              <a:gd name="csX29" fmla="*/ 152917 w 156149"/>
              <a:gd name="csY29" fmla="*/ 79748 h 150616"/>
              <a:gd name="csX30" fmla="*/ 141960 w 156149"/>
              <a:gd name="csY30" fmla="*/ 73301 h 150616"/>
              <a:gd name="csX31" fmla="*/ 102693 w 156149"/>
              <a:gd name="csY31" fmla="*/ 26537 h 150616"/>
              <a:gd name="csX32" fmla="*/ 78330 w 156149"/>
              <a:gd name="csY32" fmla="*/ 42528 h 150616"/>
              <a:gd name="csX33" fmla="*/ 53949 w 156149"/>
              <a:gd name="csY33" fmla="*/ 26520 h 150616"/>
              <a:gd name="csX34" fmla="*/ 78330 w 156149"/>
              <a:gd name="csY34" fmla="*/ 51390 h 150616"/>
              <a:gd name="csX35" fmla="*/ 83655 w 156149"/>
              <a:gd name="csY35" fmla="*/ 56698 h 150616"/>
              <a:gd name="csX36" fmla="*/ 83655 w 156149"/>
              <a:gd name="csY36" fmla="*/ 74424 h 150616"/>
              <a:gd name="csX37" fmla="*/ 78330 w 156149"/>
              <a:gd name="csY37" fmla="*/ 79731 h 150616"/>
              <a:gd name="csX38" fmla="*/ 73022 w 156149"/>
              <a:gd name="csY38" fmla="*/ 74424 h 150616"/>
              <a:gd name="csX39" fmla="*/ 73022 w 156149"/>
              <a:gd name="csY39" fmla="*/ 56698 h 150616"/>
              <a:gd name="csX40" fmla="*/ 78330 w 156149"/>
              <a:gd name="csY40" fmla="*/ 51390 h 150616"/>
              <a:gd name="csX41" fmla="*/ 55634 w 156149"/>
              <a:gd name="csY41" fmla="*/ 51408 h 150616"/>
              <a:gd name="csX42" fmla="*/ 57675 w 156149"/>
              <a:gd name="csY42" fmla="*/ 51952 h 150616"/>
              <a:gd name="csX43" fmla="*/ 60040 w 156149"/>
              <a:gd name="csY43" fmla="*/ 59080 h 150616"/>
              <a:gd name="csX44" fmla="*/ 52963 w 156149"/>
              <a:gd name="csY44" fmla="*/ 73267 h 150616"/>
              <a:gd name="csX45" fmla="*/ 48199 w 156149"/>
              <a:gd name="csY45" fmla="*/ 76193 h 150616"/>
              <a:gd name="csX46" fmla="*/ 45817 w 156149"/>
              <a:gd name="csY46" fmla="*/ 75631 h 150616"/>
              <a:gd name="csX47" fmla="*/ 43452 w 156149"/>
              <a:gd name="csY47" fmla="*/ 68504 h 150616"/>
              <a:gd name="csX48" fmla="*/ 50530 w 156149"/>
              <a:gd name="csY48" fmla="*/ 54316 h 150616"/>
              <a:gd name="csX49" fmla="*/ 55634 w 156149"/>
              <a:gd name="csY49" fmla="*/ 51408 h 150616"/>
              <a:gd name="csX50" fmla="*/ 101026 w 156149"/>
              <a:gd name="csY50" fmla="*/ 51408 h 150616"/>
              <a:gd name="csX51" fmla="*/ 106130 w 156149"/>
              <a:gd name="csY51" fmla="*/ 54316 h 150616"/>
              <a:gd name="csX52" fmla="*/ 113207 w 156149"/>
              <a:gd name="csY52" fmla="*/ 68504 h 150616"/>
              <a:gd name="csX53" fmla="*/ 110842 w 156149"/>
              <a:gd name="csY53" fmla="*/ 75631 h 150616"/>
              <a:gd name="csX54" fmla="*/ 108460 w 156149"/>
              <a:gd name="csY54" fmla="*/ 76193 h 150616"/>
              <a:gd name="csX55" fmla="*/ 103697 w 156149"/>
              <a:gd name="csY55" fmla="*/ 73267 h 150616"/>
              <a:gd name="csX56" fmla="*/ 96619 w 156149"/>
              <a:gd name="csY56" fmla="*/ 59080 h 150616"/>
              <a:gd name="csX57" fmla="*/ 98984 w 156149"/>
              <a:gd name="csY57" fmla="*/ 51952 h 150616"/>
              <a:gd name="csX58" fmla="*/ 101026 w 156149"/>
              <a:gd name="csY58" fmla="*/ 51408 h 150616"/>
              <a:gd name="csX59" fmla="*/ 156115 w 156149"/>
              <a:gd name="csY59" fmla="*/ 99124 h 150616"/>
              <a:gd name="csX60" fmla="*/ 130238 w 156149"/>
              <a:gd name="csY60" fmla="*/ 103479 h 150616"/>
              <a:gd name="csX61" fmla="*/ 110230 w 156149"/>
              <a:gd name="csY61" fmla="*/ 115182 h 150616"/>
              <a:gd name="csX62" fmla="*/ 94288 w 156149"/>
              <a:gd name="csY62" fmla="*/ 109143 h 150616"/>
              <a:gd name="csX63" fmla="*/ 78330 w 156149"/>
              <a:gd name="csY63" fmla="*/ 115182 h 150616"/>
              <a:gd name="csX64" fmla="*/ 62388 w 156149"/>
              <a:gd name="csY64" fmla="*/ 109143 h 150616"/>
              <a:gd name="csX65" fmla="*/ 46430 w 156149"/>
              <a:gd name="csY65" fmla="*/ 115182 h 150616"/>
              <a:gd name="csX66" fmla="*/ 26677 w 156149"/>
              <a:gd name="csY66" fmla="*/ 104023 h 150616"/>
              <a:gd name="csX67" fmla="*/ 902 w 156149"/>
              <a:gd name="csY67" fmla="*/ 103087 h 150616"/>
              <a:gd name="csX68" fmla="*/ 58832 w 156149"/>
              <a:gd name="csY68" fmla="*/ 150616 h 150616"/>
              <a:gd name="csX69" fmla="*/ 97827 w 156149"/>
              <a:gd name="csY69" fmla="*/ 150616 h 150616"/>
              <a:gd name="csX70" fmla="*/ 156115 w 156149"/>
              <a:gd name="csY70" fmla="*/ 99124 h 150616"/>
            </a:gdLst>
            <a:ahLst/>
            <a:cxnLst/>
            <a:rect l="l" t="t" r="r" b="b"/>
            <a:pathLst>
              <a:path w="100000" h="100000">
                <a:moveTo>
                  <a:pt x="50164" y="1772"/>
                </a:moveTo>
                <a:cubicBezTo>
                  <a:pt x="47450" y="1772"/>
                  <a:pt x="44857" y="2850"/>
                  <a:pt x="42940" y="4768"/>
                </a:cubicBezTo>
                <a:cubicBezTo>
                  <a:pt x="41022" y="6674"/>
                  <a:pt x="39954" y="9277"/>
                  <a:pt x="39954" y="11980"/>
                </a:cubicBezTo>
                <a:cubicBezTo>
                  <a:pt x="39954" y="14692"/>
                  <a:pt x="41022" y="17296"/>
                  <a:pt x="42940" y="19202"/>
                </a:cubicBezTo>
                <a:cubicBezTo>
                  <a:pt x="44857" y="21120"/>
                  <a:pt x="47450" y="22198"/>
                  <a:pt x="50164" y="22198"/>
                </a:cubicBezTo>
                <a:cubicBezTo>
                  <a:pt x="52876" y="22198"/>
                  <a:pt x="55469" y="21120"/>
                  <a:pt x="57387" y="19202"/>
                </a:cubicBezTo>
                <a:cubicBezTo>
                  <a:pt x="59305" y="17296"/>
                  <a:pt x="60383" y="14692"/>
                  <a:pt x="60383" y="11980"/>
                </a:cubicBezTo>
                <a:cubicBezTo>
                  <a:pt x="60383" y="9277"/>
                  <a:pt x="59305" y="6674"/>
                  <a:pt x="57387" y="4768"/>
                </a:cubicBezTo>
                <a:cubicBezTo>
                  <a:pt x="55469" y="2850"/>
                  <a:pt x="52876" y="1772"/>
                  <a:pt x="50164" y="1772"/>
                </a:cubicBezTo>
                <a:close/>
                <a:moveTo>
                  <a:pt x="34550" y="18755"/>
                </a:moveTo>
                <a:cubicBezTo>
                  <a:pt x="19666" y="23277"/>
                  <a:pt x="10503" y="34149"/>
                  <a:pt x="9414" y="48715"/>
                </a:cubicBezTo>
                <a:cubicBezTo>
                  <a:pt x="7235" y="49226"/>
                  <a:pt x="4434" y="50360"/>
                  <a:pt x="2397" y="52843"/>
                </a:cubicBezTo>
                <a:cubicBezTo>
                  <a:pt x="1308" y="54173"/>
                  <a:pt x="218" y="56254"/>
                  <a:pt x="0" y="59239"/>
                </a:cubicBezTo>
                <a:cubicBezTo>
                  <a:pt x="5481" y="65405"/>
                  <a:pt x="18250" y="61025"/>
                  <a:pt x="18381" y="60982"/>
                </a:cubicBezTo>
                <a:cubicBezTo>
                  <a:pt x="19427" y="60611"/>
                  <a:pt x="20582" y="60763"/>
                  <a:pt x="21486" y="61406"/>
                </a:cubicBezTo>
                <a:cubicBezTo>
                  <a:pt x="22391" y="62049"/>
                  <a:pt x="22924" y="63084"/>
                  <a:pt x="22924" y="64185"/>
                </a:cubicBezTo>
                <a:cubicBezTo>
                  <a:pt x="22924" y="66646"/>
                  <a:pt x="26041" y="68727"/>
                  <a:pt x="29734" y="68727"/>
                </a:cubicBezTo>
                <a:cubicBezTo>
                  <a:pt x="33428" y="68727"/>
                  <a:pt x="36544" y="66646"/>
                  <a:pt x="36544" y="64185"/>
                </a:cubicBezTo>
                <a:cubicBezTo>
                  <a:pt x="36544" y="62311"/>
                  <a:pt x="38069" y="60785"/>
                  <a:pt x="39954" y="60785"/>
                </a:cubicBezTo>
                <a:cubicBezTo>
                  <a:pt x="41829" y="60785"/>
                  <a:pt x="43353" y="62311"/>
                  <a:pt x="43353" y="64185"/>
                </a:cubicBezTo>
                <a:cubicBezTo>
                  <a:pt x="43353" y="66646"/>
                  <a:pt x="46470" y="68727"/>
                  <a:pt x="50164" y="68727"/>
                </a:cubicBezTo>
                <a:cubicBezTo>
                  <a:pt x="53857" y="68727"/>
                  <a:pt x="56973" y="66646"/>
                  <a:pt x="56973" y="64185"/>
                </a:cubicBezTo>
                <a:cubicBezTo>
                  <a:pt x="56973" y="62311"/>
                  <a:pt x="58499" y="60785"/>
                  <a:pt x="60383" y="60785"/>
                </a:cubicBezTo>
                <a:cubicBezTo>
                  <a:pt x="62258" y="60785"/>
                  <a:pt x="63783" y="62311"/>
                  <a:pt x="63783" y="64185"/>
                </a:cubicBezTo>
                <a:cubicBezTo>
                  <a:pt x="63783" y="66646"/>
                  <a:pt x="66899" y="68727"/>
                  <a:pt x="70593" y="68727"/>
                </a:cubicBezTo>
                <a:cubicBezTo>
                  <a:pt x="74287" y="68727"/>
                  <a:pt x="77402" y="66646"/>
                  <a:pt x="77402" y="64185"/>
                </a:cubicBezTo>
                <a:cubicBezTo>
                  <a:pt x="77402" y="63139"/>
                  <a:pt x="77882" y="62147"/>
                  <a:pt x="78710" y="61504"/>
                </a:cubicBezTo>
                <a:cubicBezTo>
                  <a:pt x="79538" y="60851"/>
                  <a:pt x="80606" y="60622"/>
                  <a:pt x="81630" y="60883"/>
                </a:cubicBezTo>
                <a:cubicBezTo>
                  <a:pt x="81728" y="60905"/>
                  <a:pt x="92450" y="63389"/>
                  <a:pt x="100000" y="57081"/>
                </a:cubicBezTo>
                <a:cubicBezTo>
                  <a:pt x="99542" y="55219"/>
                  <a:pt x="98736" y="53824"/>
                  <a:pt x="97930" y="52843"/>
                </a:cubicBezTo>
                <a:cubicBezTo>
                  <a:pt x="95892" y="50349"/>
                  <a:pt x="93092" y="49226"/>
                  <a:pt x="90913" y="48715"/>
                </a:cubicBezTo>
                <a:cubicBezTo>
                  <a:pt x="89813" y="34149"/>
                  <a:pt x="80649" y="23277"/>
                  <a:pt x="65766" y="18766"/>
                </a:cubicBezTo>
                <a:cubicBezTo>
                  <a:pt x="63151" y="24780"/>
                  <a:pt x="57147" y="29007"/>
                  <a:pt x="50164" y="29007"/>
                </a:cubicBezTo>
                <a:cubicBezTo>
                  <a:pt x="43179" y="29007"/>
                  <a:pt x="37176" y="24780"/>
                  <a:pt x="34550" y="18755"/>
                </a:cubicBezTo>
                <a:close/>
                <a:moveTo>
                  <a:pt x="50164" y="34683"/>
                </a:moveTo>
                <a:cubicBezTo>
                  <a:pt x="52048" y="34683"/>
                  <a:pt x="53574" y="36208"/>
                  <a:pt x="53574" y="38082"/>
                </a:cubicBezTo>
                <a:lnTo>
                  <a:pt x="53574" y="49434"/>
                </a:lnTo>
                <a:cubicBezTo>
                  <a:pt x="53574" y="51307"/>
                  <a:pt x="52048" y="52833"/>
                  <a:pt x="50164" y="52833"/>
                </a:cubicBezTo>
                <a:cubicBezTo>
                  <a:pt x="48289" y="52833"/>
                  <a:pt x="46764" y="51307"/>
                  <a:pt x="46764" y="49434"/>
                </a:cubicBezTo>
                <a:lnTo>
                  <a:pt x="46764" y="38082"/>
                </a:lnTo>
                <a:cubicBezTo>
                  <a:pt x="46764" y="36208"/>
                  <a:pt x="48289" y="34683"/>
                  <a:pt x="50164" y="34683"/>
                </a:cubicBezTo>
                <a:close/>
                <a:moveTo>
                  <a:pt x="35629" y="34694"/>
                </a:moveTo>
                <a:cubicBezTo>
                  <a:pt x="36064" y="34716"/>
                  <a:pt x="36511" y="34836"/>
                  <a:pt x="36936" y="35042"/>
                </a:cubicBezTo>
                <a:cubicBezTo>
                  <a:pt x="38614" y="35881"/>
                  <a:pt x="39300" y="37929"/>
                  <a:pt x="38450" y="39607"/>
                </a:cubicBezTo>
                <a:lnTo>
                  <a:pt x="33918" y="48693"/>
                </a:lnTo>
                <a:cubicBezTo>
                  <a:pt x="33319" y="49880"/>
                  <a:pt x="32109" y="50567"/>
                  <a:pt x="30867" y="50567"/>
                </a:cubicBezTo>
                <a:cubicBezTo>
                  <a:pt x="30355" y="50567"/>
                  <a:pt x="29832" y="50447"/>
                  <a:pt x="29342" y="50207"/>
                </a:cubicBezTo>
                <a:cubicBezTo>
                  <a:pt x="27664" y="49368"/>
                  <a:pt x="26988" y="47321"/>
                  <a:pt x="27827" y="45643"/>
                </a:cubicBezTo>
                <a:lnTo>
                  <a:pt x="32360" y="36556"/>
                </a:lnTo>
                <a:cubicBezTo>
                  <a:pt x="32992" y="35304"/>
                  <a:pt x="34299" y="34606"/>
                  <a:pt x="35629" y="34694"/>
                </a:cubicBezTo>
                <a:close/>
                <a:moveTo>
                  <a:pt x="64698" y="34694"/>
                </a:moveTo>
                <a:cubicBezTo>
                  <a:pt x="66027" y="34606"/>
                  <a:pt x="67335" y="35304"/>
                  <a:pt x="67967" y="36556"/>
                </a:cubicBezTo>
                <a:lnTo>
                  <a:pt x="72499" y="45643"/>
                </a:lnTo>
                <a:cubicBezTo>
                  <a:pt x="73349" y="47321"/>
                  <a:pt x="72663" y="49368"/>
                  <a:pt x="70985" y="50207"/>
                </a:cubicBezTo>
                <a:cubicBezTo>
                  <a:pt x="70495" y="50447"/>
                  <a:pt x="69972" y="50567"/>
                  <a:pt x="69459" y="50567"/>
                </a:cubicBezTo>
                <a:cubicBezTo>
                  <a:pt x="68218" y="50567"/>
                  <a:pt x="67008" y="49880"/>
                  <a:pt x="66409" y="48693"/>
                </a:cubicBezTo>
                <a:lnTo>
                  <a:pt x="61876" y="39607"/>
                </a:lnTo>
                <a:cubicBezTo>
                  <a:pt x="61037" y="37929"/>
                  <a:pt x="61713" y="35881"/>
                  <a:pt x="63391" y="35042"/>
                </a:cubicBezTo>
                <a:cubicBezTo>
                  <a:pt x="63815" y="34836"/>
                  <a:pt x="64262" y="34716"/>
                  <a:pt x="64698" y="34694"/>
                </a:cubicBezTo>
                <a:close/>
                <a:moveTo>
                  <a:pt x="99978" y="65252"/>
                </a:moveTo>
                <a:cubicBezTo>
                  <a:pt x="93800" y="68433"/>
                  <a:pt x="87263" y="68433"/>
                  <a:pt x="83406" y="68041"/>
                </a:cubicBezTo>
                <a:cubicBezTo>
                  <a:pt x="81510" y="72409"/>
                  <a:pt x="76476" y="75536"/>
                  <a:pt x="70593" y="75536"/>
                </a:cubicBezTo>
                <a:cubicBezTo>
                  <a:pt x="66529" y="75536"/>
                  <a:pt x="62878" y="74033"/>
                  <a:pt x="60383" y="71668"/>
                </a:cubicBezTo>
                <a:cubicBezTo>
                  <a:pt x="57877" y="74033"/>
                  <a:pt x="54239" y="75536"/>
                  <a:pt x="50164" y="75536"/>
                </a:cubicBezTo>
                <a:cubicBezTo>
                  <a:pt x="46100" y="75536"/>
                  <a:pt x="42449" y="74033"/>
                  <a:pt x="39954" y="71668"/>
                </a:cubicBezTo>
                <a:cubicBezTo>
                  <a:pt x="37448" y="74033"/>
                  <a:pt x="33809" y="75536"/>
                  <a:pt x="29734" y="75536"/>
                </a:cubicBezTo>
                <a:cubicBezTo>
                  <a:pt x="24014" y="75536"/>
                  <a:pt x="19100" y="72573"/>
                  <a:pt x="17084" y="68389"/>
                </a:cubicBezTo>
                <a:cubicBezTo>
                  <a:pt x="13053" y="69305"/>
                  <a:pt x="6330" y="70165"/>
                  <a:pt x="578" y="67790"/>
                </a:cubicBezTo>
                <a:cubicBezTo>
                  <a:pt x="2899" y="85439"/>
                  <a:pt x="18054" y="98228"/>
                  <a:pt x="37677" y="98228"/>
                </a:cubicBezTo>
                <a:lnTo>
                  <a:pt x="62650" y="98228"/>
                </a:lnTo>
                <a:cubicBezTo>
                  <a:pt x="83210" y="98228"/>
                  <a:pt x="98834" y="84197"/>
                  <a:pt x="99978" y="6525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2" name="Белый — SVG 1">
            <a:extLst>
              <a:ext uri="{FF2B5EF4-FFF2-40B4-BE49-F238E27FC236}">
                <a16:creationId xmlns:a16="http://schemas.microsoft.com/office/drawing/2014/main" id="{1D347B29-B4A0-014F-9B92-C1BEE5929AE3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77973 w 155961"/>
              <a:gd name="csY0" fmla="*/ 0 h 131121"/>
              <a:gd name="csX1" fmla="*/ 67356 w 155961"/>
              <a:gd name="csY1" fmla="*/ 4559 h 131121"/>
              <a:gd name="csX2" fmla="*/ 63800 w 155961"/>
              <a:gd name="csY2" fmla="*/ 14170 h 131121"/>
              <a:gd name="csX3" fmla="*/ 64532 w 155961"/>
              <a:gd name="csY3" fmla="*/ 18474 h 131121"/>
              <a:gd name="csX4" fmla="*/ 38893 w 155961"/>
              <a:gd name="csY4" fmla="*/ 38990 h 131121"/>
              <a:gd name="csX5" fmla="*/ 17728 w 155961"/>
              <a:gd name="csY5" fmla="*/ 38990 h 131121"/>
              <a:gd name="csX6" fmla="*/ 0 w 155961"/>
              <a:gd name="csY6" fmla="*/ 56698 h 131121"/>
              <a:gd name="csX7" fmla="*/ 0 w 155961"/>
              <a:gd name="csY7" fmla="*/ 113413 h 131121"/>
              <a:gd name="csX8" fmla="*/ 17728 w 155961"/>
              <a:gd name="csY8" fmla="*/ 131122 h 131121"/>
              <a:gd name="csX9" fmla="*/ 138234 w 155961"/>
              <a:gd name="csY9" fmla="*/ 131122 h 131121"/>
              <a:gd name="csX10" fmla="*/ 155962 w 155961"/>
              <a:gd name="csY10" fmla="*/ 113413 h 131121"/>
              <a:gd name="csX11" fmla="*/ 155962 w 155961"/>
              <a:gd name="csY11" fmla="*/ 56698 h 131121"/>
              <a:gd name="csX12" fmla="*/ 138234 w 155961"/>
              <a:gd name="csY12" fmla="*/ 38990 h 131121"/>
              <a:gd name="csX13" fmla="*/ 117069 w 155961"/>
              <a:gd name="csY13" fmla="*/ 38990 h 131121"/>
              <a:gd name="csX14" fmla="*/ 91430 w 155961"/>
              <a:gd name="csY14" fmla="*/ 18474 h 131121"/>
              <a:gd name="csX15" fmla="*/ 92162 w 155961"/>
              <a:gd name="csY15" fmla="*/ 14170 h 131121"/>
              <a:gd name="csX16" fmla="*/ 88606 w 155961"/>
              <a:gd name="csY16" fmla="*/ 4559 h 131121"/>
              <a:gd name="csX17" fmla="*/ 77973 w 155961"/>
              <a:gd name="csY17" fmla="*/ 0 h 131121"/>
              <a:gd name="csX18" fmla="*/ 77973 w 155961"/>
              <a:gd name="csY18" fmla="*/ 10632 h 131121"/>
              <a:gd name="csX19" fmla="*/ 80643 w 155961"/>
              <a:gd name="csY19" fmla="*/ 11619 h 131121"/>
              <a:gd name="csX20" fmla="*/ 81528 w 155961"/>
              <a:gd name="csY20" fmla="*/ 14170 h 131121"/>
              <a:gd name="csX21" fmla="*/ 80643 w 155961"/>
              <a:gd name="csY21" fmla="*/ 16739 h 131121"/>
              <a:gd name="csX22" fmla="*/ 77973 w 155961"/>
              <a:gd name="csY22" fmla="*/ 17726 h 131121"/>
              <a:gd name="csX23" fmla="*/ 75301 w 155961"/>
              <a:gd name="csY23" fmla="*/ 16739 h 131121"/>
              <a:gd name="csX24" fmla="*/ 74434 w 155961"/>
              <a:gd name="csY24" fmla="*/ 14170 h 131121"/>
              <a:gd name="csX25" fmla="*/ 75301 w 155961"/>
              <a:gd name="csY25" fmla="*/ 11619 h 131121"/>
              <a:gd name="csX26" fmla="*/ 77973 w 155961"/>
              <a:gd name="csY26" fmla="*/ 10632 h 131121"/>
              <a:gd name="csX27" fmla="*/ 71354 w 155961"/>
              <a:gd name="csY27" fmla="*/ 26656 h 131121"/>
              <a:gd name="csX28" fmla="*/ 77973 w 155961"/>
              <a:gd name="csY28" fmla="*/ 28358 h 131121"/>
              <a:gd name="csX29" fmla="*/ 84625 w 155961"/>
              <a:gd name="csY29" fmla="*/ 26656 h 131121"/>
              <a:gd name="csX30" fmla="*/ 100039 w 155961"/>
              <a:gd name="csY30" fmla="*/ 38990 h 131121"/>
              <a:gd name="csX31" fmla="*/ 55923 w 155961"/>
              <a:gd name="csY31" fmla="*/ 38990 h 131121"/>
              <a:gd name="csX32" fmla="*/ 71354 w 155961"/>
              <a:gd name="csY32" fmla="*/ 26656 h 131121"/>
              <a:gd name="csX33" fmla="*/ 23036 w 155961"/>
              <a:gd name="csY33" fmla="*/ 63792 h 131121"/>
              <a:gd name="csX34" fmla="*/ 38995 w 155961"/>
              <a:gd name="csY34" fmla="*/ 79102 h 131121"/>
              <a:gd name="csX35" fmla="*/ 23036 w 155961"/>
              <a:gd name="csY35" fmla="*/ 93918 h 131121"/>
              <a:gd name="csX36" fmla="*/ 16537 w 155961"/>
              <a:gd name="csY36" fmla="*/ 97457 h 131121"/>
              <a:gd name="csX37" fmla="*/ 34554 w 155961"/>
              <a:gd name="csY37" fmla="*/ 97457 h 131121"/>
              <a:gd name="csX38" fmla="*/ 38995 w 155961"/>
              <a:gd name="csY38" fmla="*/ 101897 h 131121"/>
              <a:gd name="csX39" fmla="*/ 34554 w 155961"/>
              <a:gd name="csY39" fmla="*/ 106319 h 131121"/>
              <a:gd name="csX40" fmla="*/ 11518 w 155961"/>
              <a:gd name="csY40" fmla="*/ 106319 h 131121"/>
              <a:gd name="csX41" fmla="*/ 7094 w 155961"/>
              <a:gd name="csY41" fmla="*/ 101897 h 131121"/>
              <a:gd name="csX42" fmla="*/ 23036 w 155961"/>
              <a:gd name="csY42" fmla="*/ 85056 h 131121"/>
              <a:gd name="csX43" fmla="*/ 30131 w 155961"/>
              <a:gd name="csY43" fmla="*/ 79102 h 131121"/>
              <a:gd name="csX44" fmla="*/ 23036 w 155961"/>
              <a:gd name="csY44" fmla="*/ 72654 h 131121"/>
              <a:gd name="csX45" fmla="*/ 15891 w 155961"/>
              <a:gd name="csY45" fmla="*/ 77758 h 131121"/>
              <a:gd name="csX46" fmla="*/ 10838 w 155961"/>
              <a:gd name="csY46" fmla="*/ 81449 h 131121"/>
              <a:gd name="csX47" fmla="*/ 7146 w 155961"/>
              <a:gd name="csY47" fmla="*/ 76397 h 131121"/>
              <a:gd name="csX48" fmla="*/ 23036 w 155961"/>
              <a:gd name="csY48" fmla="*/ 63792 h 131121"/>
              <a:gd name="csX49" fmla="*/ 50513 w 155961"/>
              <a:gd name="csY49" fmla="*/ 63792 h 131121"/>
              <a:gd name="csX50" fmla="*/ 54936 w 155961"/>
              <a:gd name="csY50" fmla="*/ 68214 h 131121"/>
              <a:gd name="csX51" fmla="*/ 54936 w 155961"/>
              <a:gd name="csY51" fmla="*/ 83286 h 131121"/>
              <a:gd name="csX52" fmla="*/ 69109 w 155961"/>
              <a:gd name="csY52" fmla="*/ 83286 h 131121"/>
              <a:gd name="csX53" fmla="*/ 69109 w 155961"/>
              <a:gd name="csY53" fmla="*/ 68214 h 131121"/>
              <a:gd name="csX54" fmla="*/ 73549 w 155961"/>
              <a:gd name="csY54" fmla="*/ 63792 h 131121"/>
              <a:gd name="csX55" fmla="*/ 77973 w 155961"/>
              <a:gd name="csY55" fmla="*/ 68214 h 131121"/>
              <a:gd name="csX56" fmla="*/ 77973 w 155961"/>
              <a:gd name="csY56" fmla="*/ 101897 h 131121"/>
              <a:gd name="csX57" fmla="*/ 73549 w 155961"/>
              <a:gd name="csY57" fmla="*/ 106319 h 131121"/>
              <a:gd name="csX58" fmla="*/ 69109 w 155961"/>
              <a:gd name="csY58" fmla="*/ 101897 h 131121"/>
              <a:gd name="csX59" fmla="*/ 69109 w 155961"/>
              <a:gd name="csY59" fmla="*/ 92149 h 131121"/>
              <a:gd name="csX60" fmla="*/ 50513 w 155961"/>
              <a:gd name="csY60" fmla="*/ 92149 h 131121"/>
              <a:gd name="csX61" fmla="*/ 46072 w 155961"/>
              <a:gd name="csY61" fmla="*/ 87709 h 131121"/>
              <a:gd name="csX62" fmla="*/ 46072 w 155961"/>
              <a:gd name="csY62" fmla="*/ 68214 h 131121"/>
              <a:gd name="csX63" fmla="*/ 50513 w 155961"/>
              <a:gd name="csY63" fmla="*/ 63792 h 131121"/>
              <a:gd name="csX64" fmla="*/ 105636 w 155961"/>
              <a:gd name="csY64" fmla="*/ 63792 h 131121"/>
              <a:gd name="csX65" fmla="*/ 107338 w 155961"/>
              <a:gd name="csY65" fmla="*/ 64217 h 131121"/>
              <a:gd name="csX66" fmla="*/ 109464 w 155961"/>
              <a:gd name="csY66" fmla="*/ 70120 h 131121"/>
              <a:gd name="csX67" fmla="*/ 93506 w 155961"/>
              <a:gd name="csY67" fmla="*/ 103785 h 131121"/>
              <a:gd name="csX68" fmla="*/ 89491 w 155961"/>
              <a:gd name="csY68" fmla="*/ 106319 h 131121"/>
              <a:gd name="csX69" fmla="*/ 87602 w 155961"/>
              <a:gd name="csY69" fmla="*/ 105894 h 131121"/>
              <a:gd name="csX70" fmla="*/ 85492 w 155961"/>
              <a:gd name="csY70" fmla="*/ 99991 h 131121"/>
              <a:gd name="csX71" fmla="*/ 101434 w 155961"/>
              <a:gd name="csY71" fmla="*/ 66326 h 131121"/>
              <a:gd name="csX72" fmla="*/ 105636 w 155961"/>
              <a:gd name="csY72" fmla="*/ 63792 h 131121"/>
              <a:gd name="csX73" fmla="*/ 121391 w 155961"/>
              <a:gd name="csY73" fmla="*/ 63792 h 131121"/>
              <a:gd name="csX74" fmla="*/ 144444 w 155961"/>
              <a:gd name="csY74" fmla="*/ 63792 h 131121"/>
              <a:gd name="csX75" fmla="*/ 148187 w 155961"/>
              <a:gd name="csY75" fmla="*/ 65850 h 131121"/>
              <a:gd name="csX76" fmla="*/ 148442 w 155961"/>
              <a:gd name="csY76" fmla="*/ 70120 h 131121"/>
              <a:gd name="csX77" fmla="*/ 132500 w 155961"/>
              <a:gd name="csY77" fmla="*/ 103785 h 131121"/>
              <a:gd name="csX78" fmla="*/ 128485 w 155961"/>
              <a:gd name="csY78" fmla="*/ 106319 h 131121"/>
              <a:gd name="csX79" fmla="*/ 126597 w 155961"/>
              <a:gd name="csY79" fmla="*/ 105894 h 131121"/>
              <a:gd name="csX80" fmla="*/ 124470 w 155961"/>
              <a:gd name="csY80" fmla="*/ 99991 h 131121"/>
              <a:gd name="csX81" fmla="*/ 137434 w 155961"/>
              <a:gd name="csY81" fmla="*/ 72637 h 131121"/>
              <a:gd name="csX82" fmla="*/ 121391 w 155961"/>
              <a:gd name="csY82" fmla="*/ 72637 h 131121"/>
              <a:gd name="csX83" fmla="*/ 116967 w 155961"/>
              <a:gd name="csY83" fmla="*/ 68214 h 131121"/>
              <a:gd name="csX84" fmla="*/ 121391 w 155961"/>
              <a:gd name="csY84" fmla="*/ 63792 h 131121"/>
            </a:gdLst>
            <a:ahLst/>
            <a:cxnLst/>
            <a:rect l="l" t="t" r="r" b="b"/>
            <a:pathLst>
              <a:path w="100000" h="100000">
                <a:moveTo>
                  <a:pt x="49995" y="7964"/>
                </a:moveTo>
                <a:cubicBezTo>
                  <a:pt x="47257" y="7964"/>
                  <a:pt x="44759" y="9120"/>
                  <a:pt x="43188" y="10887"/>
                </a:cubicBezTo>
                <a:cubicBezTo>
                  <a:pt x="41617" y="12654"/>
                  <a:pt x="40908" y="14879"/>
                  <a:pt x="40908" y="17049"/>
                </a:cubicBezTo>
                <a:cubicBezTo>
                  <a:pt x="40908" y="17976"/>
                  <a:pt x="41115" y="18903"/>
                  <a:pt x="41377" y="19809"/>
                </a:cubicBezTo>
                <a:lnTo>
                  <a:pt x="24938" y="32963"/>
                </a:lnTo>
                <a:lnTo>
                  <a:pt x="11367" y="32963"/>
                </a:lnTo>
                <a:cubicBezTo>
                  <a:pt x="5083" y="32963"/>
                  <a:pt x="0" y="38046"/>
                  <a:pt x="0" y="44317"/>
                </a:cubicBezTo>
                <a:lnTo>
                  <a:pt x="0" y="80682"/>
                </a:lnTo>
                <a:cubicBezTo>
                  <a:pt x="0" y="86954"/>
                  <a:pt x="5083" y="92037"/>
                  <a:pt x="11367" y="92037"/>
                </a:cubicBezTo>
                <a:lnTo>
                  <a:pt x="88634" y="92037"/>
                </a:lnTo>
                <a:cubicBezTo>
                  <a:pt x="94906" y="92037"/>
                  <a:pt x="100001" y="86954"/>
                  <a:pt x="100001" y="80682"/>
                </a:cubicBezTo>
                <a:lnTo>
                  <a:pt x="100001" y="44317"/>
                </a:lnTo>
                <a:cubicBezTo>
                  <a:pt x="100001" y="38046"/>
                  <a:pt x="94906" y="32963"/>
                  <a:pt x="88634" y="32963"/>
                </a:cubicBezTo>
                <a:lnTo>
                  <a:pt x="75063" y="32963"/>
                </a:lnTo>
                <a:lnTo>
                  <a:pt x="58624" y="19809"/>
                </a:lnTo>
                <a:cubicBezTo>
                  <a:pt x="58885" y="18903"/>
                  <a:pt x="59093" y="17976"/>
                  <a:pt x="59093" y="17049"/>
                </a:cubicBezTo>
                <a:cubicBezTo>
                  <a:pt x="59093" y="14879"/>
                  <a:pt x="58384" y="12654"/>
                  <a:pt x="56813" y="10887"/>
                </a:cubicBezTo>
                <a:cubicBezTo>
                  <a:pt x="55231" y="9120"/>
                  <a:pt x="52744" y="7964"/>
                  <a:pt x="49995" y="7964"/>
                </a:cubicBezTo>
                <a:close/>
                <a:moveTo>
                  <a:pt x="49995" y="14781"/>
                </a:moveTo>
                <a:cubicBezTo>
                  <a:pt x="51042" y="14781"/>
                  <a:pt x="51391" y="15053"/>
                  <a:pt x="51707" y="15413"/>
                </a:cubicBezTo>
                <a:cubicBezTo>
                  <a:pt x="52035" y="15773"/>
                  <a:pt x="52275" y="16395"/>
                  <a:pt x="52275" y="17049"/>
                </a:cubicBezTo>
                <a:cubicBezTo>
                  <a:pt x="52275" y="17715"/>
                  <a:pt x="52035" y="18337"/>
                  <a:pt x="51707" y="18696"/>
                </a:cubicBezTo>
                <a:cubicBezTo>
                  <a:pt x="51391" y="19056"/>
                  <a:pt x="51042" y="19329"/>
                  <a:pt x="49995" y="19329"/>
                </a:cubicBezTo>
                <a:cubicBezTo>
                  <a:pt x="48958" y="19329"/>
                  <a:pt x="48610" y="19056"/>
                  <a:pt x="48282" y="18696"/>
                </a:cubicBezTo>
                <a:cubicBezTo>
                  <a:pt x="47966" y="18337"/>
                  <a:pt x="47726" y="17715"/>
                  <a:pt x="47726" y="17049"/>
                </a:cubicBezTo>
                <a:cubicBezTo>
                  <a:pt x="47726" y="16395"/>
                  <a:pt x="47966" y="15773"/>
                  <a:pt x="48282" y="15413"/>
                </a:cubicBezTo>
                <a:cubicBezTo>
                  <a:pt x="48610" y="15053"/>
                  <a:pt x="48958" y="14781"/>
                  <a:pt x="49995" y="14781"/>
                </a:cubicBezTo>
                <a:close/>
                <a:moveTo>
                  <a:pt x="45751" y="25055"/>
                </a:moveTo>
                <a:cubicBezTo>
                  <a:pt x="47017" y="25699"/>
                  <a:pt x="48435" y="26146"/>
                  <a:pt x="49995" y="26146"/>
                </a:cubicBezTo>
                <a:cubicBezTo>
                  <a:pt x="51565" y="26146"/>
                  <a:pt x="52984" y="25699"/>
                  <a:pt x="54260" y="25055"/>
                </a:cubicBezTo>
                <a:lnTo>
                  <a:pt x="64144" y="32963"/>
                </a:lnTo>
                <a:lnTo>
                  <a:pt x="35857" y="32963"/>
                </a:lnTo>
                <a:lnTo>
                  <a:pt x="45751" y="25055"/>
                </a:lnTo>
                <a:close/>
                <a:moveTo>
                  <a:pt x="14770" y="48866"/>
                </a:moveTo>
                <a:cubicBezTo>
                  <a:pt x="20606" y="48866"/>
                  <a:pt x="25003" y="53087"/>
                  <a:pt x="25003" y="58683"/>
                </a:cubicBezTo>
                <a:cubicBezTo>
                  <a:pt x="25003" y="64180"/>
                  <a:pt x="20694" y="68182"/>
                  <a:pt x="14770" y="68182"/>
                </a:cubicBezTo>
                <a:cubicBezTo>
                  <a:pt x="12697" y="68182"/>
                  <a:pt x="11258" y="68619"/>
                  <a:pt x="10603" y="70452"/>
                </a:cubicBezTo>
                <a:lnTo>
                  <a:pt x="22156" y="70452"/>
                </a:lnTo>
                <a:cubicBezTo>
                  <a:pt x="23726" y="70452"/>
                  <a:pt x="25003" y="71728"/>
                  <a:pt x="25003" y="73298"/>
                </a:cubicBezTo>
                <a:cubicBezTo>
                  <a:pt x="25003" y="74858"/>
                  <a:pt x="23726" y="76134"/>
                  <a:pt x="22156" y="76134"/>
                </a:cubicBezTo>
                <a:lnTo>
                  <a:pt x="7385" y="76134"/>
                </a:lnTo>
                <a:cubicBezTo>
                  <a:pt x="5814" y="76134"/>
                  <a:pt x="4549" y="74858"/>
                  <a:pt x="4549" y="73298"/>
                </a:cubicBezTo>
                <a:cubicBezTo>
                  <a:pt x="4549" y="66438"/>
                  <a:pt x="8269" y="62500"/>
                  <a:pt x="14770" y="62500"/>
                </a:cubicBezTo>
                <a:cubicBezTo>
                  <a:pt x="17574" y="62500"/>
                  <a:pt x="19320" y="61038"/>
                  <a:pt x="19320" y="58683"/>
                </a:cubicBezTo>
                <a:cubicBezTo>
                  <a:pt x="19320" y="55836"/>
                  <a:pt x="16963" y="54548"/>
                  <a:pt x="14770" y="54548"/>
                </a:cubicBezTo>
                <a:cubicBezTo>
                  <a:pt x="12916" y="54548"/>
                  <a:pt x="10614" y="55116"/>
                  <a:pt x="10189" y="57821"/>
                </a:cubicBezTo>
                <a:cubicBezTo>
                  <a:pt x="9949" y="59369"/>
                  <a:pt x="8498" y="60427"/>
                  <a:pt x="6949" y="60187"/>
                </a:cubicBezTo>
                <a:cubicBezTo>
                  <a:pt x="5400" y="59959"/>
                  <a:pt x="4341" y="58497"/>
                  <a:pt x="4582" y="56948"/>
                </a:cubicBezTo>
                <a:cubicBezTo>
                  <a:pt x="5345" y="52040"/>
                  <a:pt x="9338" y="48866"/>
                  <a:pt x="14770" y="48866"/>
                </a:cubicBezTo>
                <a:close/>
                <a:moveTo>
                  <a:pt x="32388" y="48866"/>
                </a:moveTo>
                <a:cubicBezTo>
                  <a:pt x="33948" y="48866"/>
                  <a:pt x="35224" y="50142"/>
                  <a:pt x="35224" y="51701"/>
                </a:cubicBezTo>
                <a:lnTo>
                  <a:pt x="35224" y="61365"/>
                </a:lnTo>
                <a:lnTo>
                  <a:pt x="44312" y="61365"/>
                </a:lnTo>
                <a:lnTo>
                  <a:pt x="44312" y="51701"/>
                </a:lnTo>
                <a:cubicBezTo>
                  <a:pt x="44312" y="50142"/>
                  <a:pt x="45588" y="48866"/>
                  <a:pt x="47159" y="48866"/>
                </a:cubicBezTo>
                <a:cubicBezTo>
                  <a:pt x="48729" y="48866"/>
                  <a:pt x="49995" y="50142"/>
                  <a:pt x="49995" y="51701"/>
                </a:cubicBezTo>
                <a:lnTo>
                  <a:pt x="49995" y="73298"/>
                </a:lnTo>
                <a:cubicBezTo>
                  <a:pt x="49995" y="74858"/>
                  <a:pt x="48729" y="76134"/>
                  <a:pt x="47159" y="76134"/>
                </a:cubicBezTo>
                <a:cubicBezTo>
                  <a:pt x="45588" y="76134"/>
                  <a:pt x="44312" y="74858"/>
                  <a:pt x="44312" y="73298"/>
                </a:cubicBezTo>
                <a:lnTo>
                  <a:pt x="44312" y="67048"/>
                </a:lnTo>
                <a:lnTo>
                  <a:pt x="32388" y="67048"/>
                </a:lnTo>
                <a:cubicBezTo>
                  <a:pt x="30817" y="67048"/>
                  <a:pt x="29541" y="65772"/>
                  <a:pt x="29541" y="64201"/>
                </a:cubicBezTo>
                <a:lnTo>
                  <a:pt x="29541" y="51701"/>
                </a:lnTo>
                <a:cubicBezTo>
                  <a:pt x="29541" y="50142"/>
                  <a:pt x="30817" y="48866"/>
                  <a:pt x="32388" y="48866"/>
                </a:cubicBezTo>
                <a:close/>
                <a:moveTo>
                  <a:pt x="67732" y="48866"/>
                </a:moveTo>
                <a:cubicBezTo>
                  <a:pt x="68104" y="48877"/>
                  <a:pt x="68474" y="48975"/>
                  <a:pt x="68824" y="49139"/>
                </a:cubicBezTo>
                <a:cubicBezTo>
                  <a:pt x="70252" y="49815"/>
                  <a:pt x="70852" y="51505"/>
                  <a:pt x="70187" y="52923"/>
                </a:cubicBezTo>
                <a:lnTo>
                  <a:pt x="59955" y="74509"/>
                </a:lnTo>
                <a:cubicBezTo>
                  <a:pt x="59464" y="75534"/>
                  <a:pt x="58449" y="76134"/>
                  <a:pt x="57380" y="76134"/>
                </a:cubicBezTo>
                <a:cubicBezTo>
                  <a:pt x="56976" y="76134"/>
                  <a:pt x="56562" y="76047"/>
                  <a:pt x="56169" y="75861"/>
                </a:cubicBezTo>
                <a:cubicBezTo>
                  <a:pt x="54751" y="75196"/>
                  <a:pt x="54140" y="73495"/>
                  <a:pt x="54816" y="72076"/>
                </a:cubicBezTo>
                <a:lnTo>
                  <a:pt x="65038" y="50491"/>
                </a:lnTo>
                <a:cubicBezTo>
                  <a:pt x="65540" y="49433"/>
                  <a:pt x="66620" y="48822"/>
                  <a:pt x="67732" y="48866"/>
                </a:cubicBezTo>
                <a:close/>
                <a:moveTo>
                  <a:pt x="77834" y="48866"/>
                </a:moveTo>
                <a:lnTo>
                  <a:pt x="92615" y="48866"/>
                </a:lnTo>
                <a:cubicBezTo>
                  <a:pt x="93586" y="48866"/>
                  <a:pt x="94492" y="49367"/>
                  <a:pt x="95015" y="50186"/>
                </a:cubicBezTo>
                <a:cubicBezTo>
                  <a:pt x="95528" y="51015"/>
                  <a:pt x="95593" y="52040"/>
                  <a:pt x="95179" y="52923"/>
                </a:cubicBezTo>
                <a:lnTo>
                  <a:pt x="84957" y="74509"/>
                </a:lnTo>
                <a:cubicBezTo>
                  <a:pt x="84467" y="75534"/>
                  <a:pt x="83441" y="76134"/>
                  <a:pt x="82383" y="76134"/>
                </a:cubicBezTo>
                <a:cubicBezTo>
                  <a:pt x="81969" y="76134"/>
                  <a:pt x="81565" y="76047"/>
                  <a:pt x="81172" y="75861"/>
                </a:cubicBezTo>
                <a:cubicBezTo>
                  <a:pt x="79754" y="75185"/>
                  <a:pt x="79143" y="73495"/>
                  <a:pt x="79808" y="72076"/>
                </a:cubicBezTo>
                <a:lnTo>
                  <a:pt x="88121" y="54537"/>
                </a:lnTo>
                <a:lnTo>
                  <a:pt x="77834" y="54537"/>
                </a:lnTo>
                <a:cubicBezTo>
                  <a:pt x="76274" y="54537"/>
                  <a:pt x="74998" y="53272"/>
                  <a:pt x="74998" y="51701"/>
                </a:cubicBezTo>
                <a:cubicBezTo>
                  <a:pt x="74998" y="50131"/>
                  <a:pt x="76274" y="48866"/>
                  <a:pt x="77834" y="4886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3" name="Белый — SVG 2">
            <a:extLst>
              <a:ext uri="{FF2B5EF4-FFF2-40B4-BE49-F238E27FC236}">
                <a16:creationId xmlns:a16="http://schemas.microsoft.com/office/drawing/2014/main" id="{C0A3D0B3-2D2C-C441-8018-B18AA33595F0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24755 w 127600"/>
              <a:gd name="csY0" fmla="*/ 0 h 127685"/>
              <a:gd name="csX1" fmla="*/ 22271 w 127600"/>
              <a:gd name="csY1" fmla="*/ 1072 h 127685"/>
              <a:gd name="csX2" fmla="*/ 21267 w 127600"/>
              <a:gd name="csY2" fmla="*/ 3589 h 127685"/>
              <a:gd name="csX3" fmla="*/ 21267 w 127600"/>
              <a:gd name="csY3" fmla="*/ 124096 h 127685"/>
              <a:gd name="csX4" fmla="*/ 21522 w 127600"/>
              <a:gd name="csY4" fmla="*/ 125457 h 127685"/>
              <a:gd name="csX5" fmla="*/ 22288 w 127600"/>
              <a:gd name="csY5" fmla="*/ 126631 h 127685"/>
              <a:gd name="csX6" fmla="*/ 23445 w 127600"/>
              <a:gd name="csY6" fmla="*/ 127413 h 127685"/>
              <a:gd name="csX7" fmla="*/ 24806 w 127600"/>
              <a:gd name="csY7" fmla="*/ 127685 h 127685"/>
              <a:gd name="csX8" fmla="*/ 26183 w 127600"/>
              <a:gd name="csY8" fmla="*/ 127413 h 127685"/>
              <a:gd name="csX9" fmla="*/ 27341 w 127600"/>
              <a:gd name="csY9" fmla="*/ 126631 h 127685"/>
              <a:gd name="csX10" fmla="*/ 28106 w 127600"/>
              <a:gd name="csY10" fmla="*/ 125457 h 127685"/>
              <a:gd name="csX11" fmla="*/ 28361 w 127600"/>
              <a:gd name="csY11" fmla="*/ 124096 h 127685"/>
              <a:gd name="csX12" fmla="*/ 28361 w 127600"/>
              <a:gd name="csY12" fmla="*/ 3589 h 127685"/>
              <a:gd name="csX13" fmla="*/ 28089 w 127600"/>
              <a:gd name="csY13" fmla="*/ 2212 h 127685"/>
              <a:gd name="csX14" fmla="*/ 27324 w 127600"/>
              <a:gd name="csY14" fmla="*/ 1038 h 127685"/>
              <a:gd name="csX15" fmla="*/ 26133 w 127600"/>
              <a:gd name="csY15" fmla="*/ 255 h 127685"/>
              <a:gd name="csX16" fmla="*/ 24755 w 127600"/>
              <a:gd name="csY16" fmla="*/ 0 h 127685"/>
              <a:gd name="csX17" fmla="*/ 3539 w 127600"/>
              <a:gd name="csY17" fmla="*/ 51 h 127685"/>
              <a:gd name="csX18" fmla="*/ 0 w 127600"/>
              <a:gd name="csY18" fmla="*/ 3589 h 127685"/>
              <a:gd name="csX19" fmla="*/ 0 w 127600"/>
              <a:gd name="csY19" fmla="*/ 124096 h 127685"/>
              <a:gd name="csX20" fmla="*/ 3539 w 127600"/>
              <a:gd name="csY20" fmla="*/ 127634 h 127685"/>
              <a:gd name="csX21" fmla="*/ 10633 w 127600"/>
              <a:gd name="csY21" fmla="*/ 127634 h 127685"/>
              <a:gd name="csX22" fmla="*/ 14172 w 127600"/>
              <a:gd name="csY22" fmla="*/ 124096 h 127685"/>
              <a:gd name="csX23" fmla="*/ 14172 w 127600"/>
              <a:gd name="csY23" fmla="*/ 3589 h 127685"/>
              <a:gd name="csX24" fmla="*/ 10633 w 127600"/>
              <a:gd name="csY24" fmla="*/ 51 h 127685"/>
              <a:gd name="csX25" fmla="*/ 3539 w 127600"/>
              <a:gd name="csY25" fmla="*/ 51 h 127685"/>
              <a:gd name="csX26" fmla="*/ 38995 w 127600"/>
              <a:gd name="csY26" fmla="*/ 51 h 127685"/>
              <a:gd name="csX27" fmla="*/ 35439 w 127600"/>
              <a:gd name="csY27" fmla="*/ 3589 h 127685"/>
              <a:gd name="csX28" fmla="*/ 35439 w 127600"/>
              <a:gd name="csY28" fmla="*/ 124096 h 127685"/>
              <a:gd name="csX29" fmla="*/ 38995 w 127600"/>
              <a:gd name="csY29" fmla="*/ 127634 h 127685"/>
              <a:gd name="csX30" fmla="*/ 46072 w 127600"/>
              <a:gd name="csY30" fmla="*/ 127634 h 127685"/>
              <a:gd name="csX31" fmla="*/ 49628 w 127600"/>
              <a:gd name="csY31" fmla="*/ 124096 h 127685"/>
              <a:gd name="csX32" fmla="*/ 49628 w 127600"/>
              <a:gd name="csY32" fmla="*/ 3589 h 127685"/>
              <a:gd name="csX33" fmla="*/ 46072 w 127600"/>
              <a:gd name="csY33" fmla="*/ 51 h 127685"/>
              <a:gd name="csX34" fmla="*/ 38995 w 127600"/>
              <a:gd name="csY34" fmla="*/ 51 h 127685"/>
              <a:gd name="csX35" fmla="*/ 60261 w 127600"/>
              <a:gd name="csY35" fmla="*/ 51 h 127685"/>
              <a:gd name="csX36" fmla="*/ 56706 w 127600"/>
              <a:gd name="csY36" fmla="*/ 3589 h 127685"/>
              <a:gd name="csX37" fmla="*/ 56706 w 127600"/>
              <a:gd name="csY37" fmla="*/ 124096 h 127685"/>
              <a:gd name="csX38" fmla="*/ 60261 w 127600"/>
              <a:gd name="csY38" fmla="*/ 127634 h 127685"/>
              <a:gd name="csX39" fmla="*/ 81528 w 127600"/>
              <a:gd name="csY39" fmla="*/ 127634 h 127685"/>
              <a:gd name="csX40" fmla="*/ 85067 w 127600"/>
              <a:gd name="csY40" fmla="*/ 124096 h 127685"/>
              <a:gd name="csX41" fmla="*/ 85067 w 127600"/>
              <a:gd name="csY41" fmla="*/ 3589 h 127685"/>
              <a:gd name="csX42" fmla="*/ 81528 w 127600"/>
              <a:gd name="csY42" fmla="*/ 51 h 127685"/>
              <a:gd name="csX43" fmla="*/ 60261 w 127600"/>
              <a:gd name="csY43" fmla="*/ 51 h 127685"/>
              <a:gd name="csX44" fmla="*/ 95700 w 127600"/>
              <a:gd name="csY44" fmla="*/ 51 h 127685"/>
              <a:gd name="csX45" fmla="*/ 92162 w 127600"/>
              <a:gd name="csY45" fmla="*/ 3589 h 127685"/>
              <a:gd name="csX46" fmla="*/ 92162 w 127600"/>
              <a:gd name="csY46" fmla="*/ 124096 h 127685"/>
              <a:gd name="csX47" fmla="*/ 95700 w 127600"/>
              <a:gd name="csY47" fmla="*/ 127634 h 127685"/>
              <a:gd name="csX48" fmla="*/ 102795 w 127600"/>
              <a:gd name="csY48" fmla="*/ 127634 h 127685"/>
              <a:gd name="csX49" fmla="*/ 106334 w 127600"/>
              <a:gd name="csY49" fmla="*/ 124096 h 127685"/>
              <a:gd name="csX50" fmla="*/ 106334 w 127600"/>
              <a:gd name="csY50" fmla="*/ 3589 h 127685"/>
              <a:gd name="csX51" fmla="*/ 102795 w 127600"/>
              <a:gd name="csY51" fmla="*/ 51 h 127685"/>
              <a:gd name="csX52" fmla="*/ 95700 w 127600"/>
              <a:gd name="csY52" fmla="*/ 51 h 127685"/>
              <a:gd name="csX53" fmla="*/ 116967 w 127600"/>
              <a:gd name="csY53" fmla="*/ 51 h 127685"/>
              <a:gd name="csX54" fmla="*/ 113428 w 127600"/>
              <a:gd name="csY54" fmla="*/ 3589 h 127685"/>
              <a:gd name="csX55" fmla="*/ 113428 w 127600"/>
              <a:gd name="csY55" fmla="*/ 124096 h 127685"/>
              <a:gd name="csX56" fmla="*/ 116967 w 127600"/>
              <a:gd name="csY56" fmla="*/ 127634 h 127685"/>
              <a:gd name="csX57" fmla="*/ 124062 w 127600"/>
              <a:gd name="csY57" fmla="*/ 127634 h 127685"/>
              <a:gd name="csX58" fmla="*/ 127601 w 127600"/>
              <a:gd name="csY58" fmla="*/ 124096 h 127685"/>
              <a:gd name="csX59" fmla="*/ 127601 w 127600"/>
              <a:gd name="csY59" fmla="*/ 3589 h 127685"/>
              <a:gd name="csX60" fmla="*/ 124062 w 127600"/>
              <a:gd name="csY60" fmla="*/ 51 h 127685"/>
              <a:gd name="csX61" fmla="*/ 116967 w 127600"/>
              <a:gd name="csY61" fmla="*/ 51 h 127685"/>
            </a:gdLst>
            <a:ahLst/>
            <a:cxnLst/>
            <a:rect l="l" t="t" r="r" b="b"/>
            <a:pathLst>
              <a:path w="100000" h="100000">
                <a:moveTo>
                  <a:pt x="19421" y="0"/>
                </a:moveTo>
                <a:cubicBezTo>
                  <a:pt x="18688" y="13"/>
                  <a:pt x="17981" y="320"/>
                  <a:pt x="17475" y="840"/>
                </a:cubicBezTo>
                <a:cubicBezTo>
                  <a:pt x="16955" y="1372"/>
                  <a:pt x="16676" y="2079"/>
                  <a:pt x="16689" y="2811"/>
                </a:cubicBezTo>
                <a:lnTo>
                  <a:pt x="16689" y="97189"/>
                </a:lnTo>
                <a:cubicBezTo>
                  <a:pt x="16689" y="97549"/>
                  <a:pt x="16756" y="97922"/>
                  <a:pt x="16889" y="98255"/>
                </a:cubicBezTo>
                <a:cubicBezTo>
                  <a:pt x="17022" y="98601"/>
                  <a:pt x="17235" y="98907"/>
                  <a:pt x="17489" y="99175"/>
                </a:cubicBezTo>
                <a:cubicBezTo>
                  <a:pt x="17742" y="99427"/>
                  <a:pt x="18048" y="99641"/>
                  <a:pt x="18395" y="99787"/>
                </a:cubicBezTo>
                <a:cubicBezTo>
                  <a:pt x="18728" y="99920"/>
                  <a:pt x="19101" y="100000"/>
                  <a:pt x="19461" y="100000"/>
                </a:cubicBezTo>
                <a:cubicBezTo>
                  <a:pt x="19834" y="100000"/>
                  <a:pt x="20193" y="99920"/>
                  <a:pt x="20539" y="99787"/>
                </a:cubicBezTo>
                <a:cubicBezTo>
                  <a:pt x="20873" y="99641"/>
                  <a:pt x="21179" y="99427"/>
                  <a:pt x="21446" y="99175"/>
                </a:cubicBezTo>
                <a:cubicBezTo>
                  <a:pt x="21699" y="98907"/>
                  <a:pt x="21899" y="98601"/>
                  <a:pt x="22045" y="98255"/>
                </a:cubicBezTo>
                <a:cubicBezTo>
                  <a:pt x="22178" y="97922"/>
                  <a:pt x="22245" y="97549"/>
                  <a:pt x="22245" y="97189"/>
                </a:cubicBezTo>
                <a:lnTo>
                  <a:pt x="22245" y="2811"/>
                </a:lnTo>
                <a:cubicBezTo>
                  <a:pt x="22245" y="2438"/>
                  <a:pt x="22178" y="2079"/>
                  <a:pt x="22032" y="1732"/>
                </a:cubicBezTo>
                <a:cubicBezTo>
                  <a:pt x="21899" y="1385"/>
                  <a:pt x="21686" y="1079"/>
                  <a:pt x="21433" y="813"/>
                </a:cubicBezTo>
                <a:cubicBezTo>
                  <a:pt x="21166" y="547"/>
                  <a:pt x="20846" y="346"/>
                  <a:pt x="20500" y="200"/>
                </a:cubicBezTo>
                <a:cubicBezTo>
                  <a:pt x="20166" y="67"/>
                  <a:pt x="19794" y="0"/>
                  <a:pt x="19421" y="0"/>
                </a:cubicBezTo>
                <a:close/>
                <a:moveTo>
                  <a:pt x="2805" y="40"/>
                </a:moveTo>
                <a:cubicBezTo>
                  <a:pt x="1272" y="40"/>
                  <a:pt x="33" y="1279"/>
                  <a:pt x="33" y="2811"/>
                </a:cubicBezTo>
                <a:lnTo>
                  <a:pt x="33" y="97189"/>
                </a:lnTo>
                <a:cubicBezTo>
                  <a:pt x="33" y="98721"/>
                  <a:pt x="1272" y="99960"/>
                  <a:pt x="2805" y="99960"/>
                </a:cubicBezTo>
                <a:lnTo>
                  <a:pt x="8361" y="99960"/>
                </a:lnTo>
                <a:cubicBezTo>
                  <a:pt x="9893" y="99960"/>
                  <a:pt x="11132" y="98721"/>
                  <a:pt x="11132" y="97189"/>
                </a:cubicBezTo>
                <a:lnTo>
                  <a:pt x="11132" y="2811"/>
                </a:lnTo>
                <a:cubicBezTo>
                  <a:pt x="11132" y="1279"/>
                  <a:pt x="9893" y="40"/>
                  <a:pt x="8361" y="40"/>
                </a:cubicBezTo>
                <a:lnTo>
                  <a:pt x="2805" y="40"/>
                </a:lnTo>
                <a:close/>
                <a:moveTo>
                  <a:pt x="30573" y="40"/>
                </a:moveTo>
                <a:cubicBezTo>
                  <a:pt x="29041" y="40"/>
                  <a:pt x="27788" y="1279"/>
                  <a:pt x="27788" y="2811"/>
                </a:cubicBezTo>
                <a:lnTo>
                  <a:pt x="27788" y="97189"/>
                </a:lnTo>
                <a:cubicBezTo>
                  <a:pt x="27788" y="98721"/>
                  <a:pt x="29041" y="99960"/>
                  <a:pt x="30573" y="99960"/>
                </a:cubicBezTo>
                <a:lnTo>
                  <a:pt x="36116" y="99960"/>
                </a:lnTo>
                <a:cubicBezTo>
                  <a:pt x="37649" y="99960"/>
                  <a:pt x="38901" y="98721"/>
                  <a:pt x="38901" y="97189"/>
                </a:cubicBezTo>
                <a:lnTo>
                  <a:pt x="38901" y="2811"/>
                </a:lnTo>
                <a:cubicBezTo>
                  <a:pt x="38901" y="1279"/>
                  <a:pt x="37649" y="40"/>
                  <a:pt x="36116" y="40"/>
                </a:cubicBezTo>
                <a:lnTo>
                  <a:pt x="30573" y="40"/>
                </a:lnTo>
                <a:close/>
                <a:moveTo>
                  <a:pt x="47228" y="40"/>
                </a:moveTo>
                <a:cubicBezTo>
                  <a:pt x="45696" y="40"/>
                  <a:pt x="44444" y="1279"/>
                  <a:pt x="44444" y="2811"/>
                </a:cubicBezTo>
                <a:lnTo>
                  <a:pt x="44444" y="97189"/>
                </a:lnTo>
                <a:cubicBezTo>
                  <a:pt x="44444" y="98721"/>
                  <a:pt x="45696" y="99960"/>
                  <a:pt x="47228" y="99960"/>
                </a:cubicBezTo>
                <a:lnTo>
                  <a:pt x="63884" y="99960"/>
                </a:lnTo>
                <a:cubicBezTo>
                  <a:pt x="65417" y="99960"/>
                  <a:pt x="66656" y="98721"/>
                  <a:pt x="66656" y="97189"/>
                </a:cubicBezTo>
                <a:lnTo>
                  <a:pt x="66656" y="2811"/>
                </a:lnTo>
                <a:cubicBezTo>
                  <a:pt x="66656" y="1279"/>
                  <a:pt x="65417" y="40"/>
                  <a:pt x="63884" y="40"/>
                </a:cubicBezTo>
                <a:lnTo>
                  <a:pt x="47228" y="40"/>
                </a:lnTo>
                <a:close/>
                <a:moveTo>
                  <a:pt x="74983" y="40"/>
                </a:moveTo>
                <a:cubicBezTo>
                  <a:pt x="73451" y="40"/>
                  <a:pt x="72212" y="1279"/>
                  <a:pt x="72212" y="2811"/>
                </a:cubicBezTo>
                <a:lnTo>
                  <a:pt x="72212" y="97189"/>
                </a:lnTo>
                <a:cubicBezTo>
                  <a:pt x="72212" y="98721"/>
                  <a:pt x="73451" y="99960"/>
                  <a:pt x="74983" y="99960"/>
                </a:cubicBezTo>
                <a:lnTo>
                  <a:pt x="80540" y="99960"/>
                </a:lnTo>
                <a:cubicBezTo>
                  <a:pt x="82073" y="99960"/>
                  <a:pt x="83312" y="98721"/>
                  <a:pt x="83312" y="97189"/>
                </a:cubicBezTo>
                <a:lnTo>
                  <a:pt x="83312" y="2811"/>
                </a:lnTo>
                <a:cubicBezTo>
                  <a:pt x="83312" y="1279"/>
                  <a:pt x="82073" y="40"/>
                  <a:pt x="80540" y="40"/>
                </a:cubicBezTo>
                <a:lnTo>
                  <a:pt x="74983" y="40"/>
                </a:lnTo>
                <a:close/>
                <a:moveTo>
                  <a:pt x="91639" y="40"/>
                </a:moveTo>
                <a:cubicBezTo>
                  <a:pt x="90107" y="40"/>
                  <a:pt x="88868" y="1279"/>
                  <a:pt x="88868" y="2811"/>
                </a:cubicBezTo>
                <a:lnTo>
                  <a:pt x="88868" y="97189"/>
                </a:lnTo>
                <a:cubicBezTo>
                  <a:pt x="88868" y="98721"/>
                  <a:pt x="90107" y="99960"/>
                  <a:pt x="91639" y="99960"/>
                </a:cubicBezTo>
                <a:lnTo>
                  <a:pt x="97196" y="99960"/>
                </a:lnTo>
                <a:cubicBezTo>
                  <a:pt x="98728" y="99960"/>
                  <a:pt x="99967" y="98721"/>
                  <a:pt x="99967" y="97189"/>
                </a:cubicBezTo>
                <a:lnTo>
                  <a:pt x="99967" y="2811"/>
                </a:lnTo>
                <a:cubicBezTo>
                  <a:pt x="99967" y="1279"/>
                  <a:pt x="98728" y="40"/>
                  <a:pt x="97196" y="40"/>
                </a:cubicBezTo>
                <a:lnTo>
                  <a:pt x="91639" y="4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4" name="Белый — SVG 3">
            <a:extLst>
              <a:ext uri="{FF2B5EF4-FFF2-40B4-BE49-F238E27FC236}">
                <a16:creationId xmlns:a16="http://schemas.microsoft.com/office/drawing/2014/main" id="{F645FCC0-C264-E840-B32F-D7664532F213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15960 w 124063"/>
              <a:gd name="csY0" fmla="*/ 0 h 134676"/>
              <a:gd name="csX1" fmla="*/ 3540 w 124063"/>
              <a:gd name="csY1" fmla="*/ 12401 h 134676"/>
              <a:gd name="csX2" fmla="*/ 3540 w 124063"/>
              <a:gd name="csY2" fmla="*/ 18100 h 134676"/>
              <a:gd name="csX3" fmla="*/ 15399 w 124063"/>
              <a:gd name="csY3" fmla="*/ 43735 h 134676"/>
              <a:gd name="csX4" fmla="*/ 37193 w 124063"/>
              <a:gd name="csY4" fmla="*/ 51765 h 134676"/>
              <a:gd name="csX5" fmla="*/ 42586 w 124063"/>
              <a:gd name="csY5" fmla="*/ 51340 h 134676"/>
              <a:gd name="csX6" fmla="*/ 107662 w 124063"/>
              <a:gd name="csY6" fmla="*/ 40844 h 134676"/>
              <a:gd name="csX7" fmla="*/ 124063 w 124063"/>
              <a:gd name="csY7" fmla="*/ 21604 h 134676"/>
              <a:gd name="csX8" fmla="*/ 124063 w 124063"/>
              <a:gd name="csY8" fmla="*/ 19495 h 134676"/>
              <a:gd name="csX9" fmla="*/ 104566 w 124063"/>
              <a:gd name="csY9" fmla="*/ 0 h 134676"/>
              <a:gd name="csX10" fmla="*/ 15960 w 124063"/>
              <a:gd name="csY10" fmla="*/ 0 h 134676"/>
              <a:gd name="csX11" fmla="*/ 110299 w 124063"/>
              <a:gd name="csY11" fmla="*/ 51135 h 134676"/>
              <a:gd name="csX12" fmla="*/ 109364 w 124063"/>
              <a:gd name="csY12" fmla="*/ 51340 h 134676"/>
              <a:gd name="csX13" fmla="*/ 73023 w 124063"/>
              <a:gd name="csY13" fmla="*/ 57191 h 134676"/>
              <a:gd name="csX14" fmla="*/ 75558 w 124063"/>
              <a:gd name="csY14" fmla="*/ 59811 h 134676"/>
              <a:gd name="csX15" fmla="*/ 79080 w 124063"/>
              <a:gd name="csY15" fmla="*/ 65459 h 134676"/>
              <a:gd name="csX16" fmla="*/ 77804 w 124063"/>
              <a:gd name="csY16" fmla="*/ 73709 h 134676"/>
              <a:gd name="csX17" fmla="*/ 75881 w 124063"/>
              <a:gd name="csY17" fmla="*/ 85787 h 134676"/>
              <a:gd name="csX18" fmla="*/ 81275 w 124063"/>
              <a:gd name="csY18" fmla="*/ 95296 h 134676"/>
              <a:gd name="csX19" fmla="*/ 84949 w 124063"/>
              <a:gd name="csY19" fmla="*/ 103564 h 134676"/>
              <a:gd name="csX20" fmla="*/ 85085 w 124063"/>
              <a:gd name="csY20" fmla="*/ 118721 h 134676"/>
              <a:gd name="csX21" fmla="*/ 101044 w 124063"/>
              <a:gd name="csY21" fmla="*/ 134677 h 134676"/>
              <a:gd name="csX22" fmla="*/ 104549 w 124063"/>
              <a:gd name="csY22" fmla="*/ 134677 h 134676"/>
              <a:gd name="csX23" fmla="*/ 119759 w 124063"/>
              <a:gd name="csY23" fmla="*/ 127379 h 134676"/>
              <a:gd name="csX24" fmla="*/ 123587 w 124063"/>
              <a:gd name="csY24" fmla="*/ 110946 h 134676"/>
              <a:gd name="csX25" fmla="*/ 110299 w 124063"/>
              <a:gd name="csY25" fmla="*/ 51135 h 134676"/>
              <a:gd name="csX26" fmla="*/ 5242 w 124063"/>
              <a:gd name="csY26" fmla="*/ 88526 h 134676"/>
              <a:gd name="csX27" fmla="*/ 1498 w 124063"/>
              <a:gd name="csY27" fmla="*/ 90142 h 134676"/>
              <a:gd name="csX28" fmla="*/ 1 w 124063"/>
              <a:gd name="csY28" fmla="*/ 93918 h 134676"/>
              <a:gd name="csX29" fmla="*/ 1 w 124063"/>
              <a:gd name="csY29" fmla="*/ 125814 h 134676"/>
              <a:gd name="csX30" fmla="*/ 393 w 124063"/>
              <a:gd name="csY30" fmla="*/ 127873 h 134676"/>
              <a:gd name="csX31" fmla="*/ 1532 w 124063"/>
              <a:gd name="csY31" fmla="*/ 129625 h 134676"/>
              <a:gd name="csX32" fmla="*/ 3268 w 124063"/>
              <a:gd name="csY32" fmla="*/ 130798 h 134676"/>
              <a:gd name="csX33" fmla="*/ 5326 w 124063"/>
              <a:gd name="csY33" fmla="*/ 131207 h 134676"/>
              <a:gd name="csX34" fmla="*/ 7368 w 124063"/>
              <a:gd name="csY34" fmla="*/ 130798 h 134676"/>
              <a:gd name="csX35" fmla="*/ 9104 w 124063"/>
              <a:gd name="csY35" fmla="*/ 129625 h 134676"/>
              <a:gd name="csX36" fmla="*/ 10261 w 124063"/>
              <a:gd name="csY36" fmla="*/ 127873 h 134676"/>
              <a:gd name="csX37" fmla="*/ 10635 w 124063"/>
              <a:gd name="csY37" fmla="*/ 125814 h 134676"/>
              <a:gd name="csX38" fmla="*/ 10635 w 124063"/>
              <a:gd name="csY38" fmla="*/ 93918 h 134676"/>
              <a:gd name="csX39" fmla="*/ 10244 w 124063"/>
              <a:gd name="csY39" fmla="*/ 91843 h 134676"/>
              <a:gd name="csX40" fmla="*/ 9070 w 124063"/>
              <a:gd name="csY40" fmla="*/ 90074 h 134676"/>
              <a:gd name="csX41" fmla="*/ 7317 w 124063"/>
              <a:gd name="csY41" fmla="*/ 88917 h 134676"/>
              <a:gd name="csX42" fmla="*/ 5242 w 124063"/>
              <a:gd name="csY42" fmla="*/ 88526 h 134676"/>
              <a:gd name="csX43" fmla="*/ 58409 w 124063"/>
              <a:gd name="csY43" fmla="*/ 88526 h 134676"/>
              <a:gd name="csX44" fmla="*/ 54665 w 124063"/>
              <a:gd name="csY44" fmla="*/ 90142 h 134676"/>
              <a:gd name="csX45" fmla="*/ 53168 w 124063"/>
              <a:gd name="csY45" fmla="*/ 93918 h 134676"/>
              <a:gd name="csX46" fmla="*/ 53168 w 124063"/>
              <a:gd name="csY46" fmla="*/ 125814 h 134676"/>
              <a:gd name="csX47" fmla="*/ 53560 w 124063"/>
              <a:gd name="csY47" fmla="*/ 127873 h 134676"/>
              <a:gd name="csX48" fmla="*/ 54699 w 124063"/>
              <a:gd name="csY48" fmla="*/ 129625 h 134676"/>
              <a:gd name="csX49" fmla="*/ 56435 w 124063"/>
              <a:gd name="csY49" fmla="*/ 130798 h 134676"/>
              <a:gd name="csX50" fmla="*/ 58493 w 124063"/>
              <a:gd name="csY50" fmla="*/ 131207 h 134676"/>
              <a:gd name="csX51" fmla="*/ 60535 w 124063"/>
              <a:gd name="csY51" fmla="*/ 130798 h 134676"/>
              <a:gd name="csX52" fmla="*/ 62271 w 124063"/>
              <a:gd name="csY52" fmla="*/ 129625 h 134676"/>
              <a:gd name="csX53" fmla="*/ 63427 w 124063"/>
              <a:gd name="csY53" fmla="*/ 127873 h 134676"/>
              <a:gd name="csX54" fmla="*/ 63802 w 124063"/>
              <a:gd name="csY54" fmla="*/ 125814 h 134676"/>
              <a:gd name="csX55" fmla="*/ 63802 w 124063"/>
              <a:gd name="csY55" fmla="*/ 93918 h 134676"/>
              <a:gd name="csX56" fmla="*/ 63410 w 124063"/>
              <a:gd name="csY56" fmla="*/ 91843 h 134676"/>
              <a:gd name="csX57" fmla="*/ 62237 w 124063"/>
              <a:gd name="csY57" fmla="*/ 90074 h 134676"/>
              <a:gd name="csX58" fmla="*/ 60484 w 124063"/>
              <a:gd name="csY58" fmla="*/ 88917 h 134676"/>
              <a:gd name="csX59" fmla="*/ 58409 w 124063"/>
              <a:gd name="csY59" fmla="*/ 88526 h 134676"/>
              <a:gd name="csX60" fmla="*/ 42484 w 124063"/>
              <a:gd name="csY60" fmla="*/ 88543 h 134676"/>
              <a:gd name="csX61" fmla="*/ 40000 w 124063"/>
              <a:gd name="csY61" fmla="*/ 89631 h 134676"/>
              <a:gd name="csX62" fmla="*/ 38996 w 124063"/>
              <a:gd name="csY62" fmla="*/ 92149 h 134676"/>
              <a:gd name="csX63" fmla="*/ 38996 w 124063"/>
              <a:gd name="csY63" fmla="*/ 127583 h 134676"/>
              <a:gd name="csX64" fmla="*/ 39251 w 124063"/>
              <a:gd name="csY64" fmla="*/ 128961 h 134676"/>
              <a:gd name="csX65" fmla="*/ 40017 w 124063"/>
              <a:gd name="csY65" fmla="*/ 130118 h 134676"/>
              <a:gd name="csX66" fmla="*/ 41174 w 124063"/>
              <a:gd name="csY66" fmla="*/ 130900 h 134676"/>
              <a:gd name="csX67" fmla="*/ 42535 w 124063"/>
              <a:gd name="csY67" fmla="*/ 131173 h 134676"/>
              <a:gd name="csX68" fmla="*/ 43896 w 124063"/>
              <a:gd name="csY68" fmla="*/ 130900 h 134676"/>
              <a:gd name="csX69" fmla="*/ 45053 w 124063"/>
              <a:gd name="csY69" fmla="*/ 130118 h 134676"/>
              <a:gd name="csX70" fmla="*/ 45818 w 124063"/>
              <a:gd name="csY70" fmla="*/ 128961 h 134676"/>
              <a:gd name="csX71" fmla="*/ 46074 w 124063"/>
              <a:gd name="csY71" fmla="*/ 127583 h 134676"/>
              <a:gd name="csX72" fmla="*/ 46074 w 124063"/>
              <a:gd name="csY72" fmla="*/ 92149 h 134676"/>
              <a:gd name="csX73" fmla="*/ 45818 w 124063"/>
              <a:gd name="csY73" fmla="*/ 90754 h 134676"/>
              <a:gd name="csX74" fmla="*/ 45036 w 124063"/>
              <a:gd name="csY74" fmla="*/ 89581 h 134676"/>
              <a:gd name="csX75" fmla="*/ 43862 w 124063"/>
              <a:gd name="csY75" fmla="*/ 88815 h 134676"/>
              <a:gd name="csX76" fmla="*/ 42484 w 124063"/>
              <a:gd name="csY76" fmla="*/ 88543 h 134676"/>
              <a:gd name="csX77" fmla="*/ 21268 w 124063"/>
              <a:gd name="csY77" fmla="*/ 88594 h 134676"/>
              <a:gd name="csX78" fmla="*/ 17729 w 124063"/>
              <a:gd name="csY78" fmla="*/ 92149 h 134676"/>
              <a:gd name="csX79" fmla="*/ 17729 w 124063"/>
              <a:gd name="csY79" fmla="*/ 127583 h 134676"/>
              <a:gd name="csX80" fmla="*/ 21268 w 124063"/>
              <a:gd name="csY80" fmla="*/ 131122 h 134676"/>
              <a:gd name="csX81" fmla="*/ 28363 w 124063"/>
              <a:gd name="csY81" fmla="*/ 131122 h 134676"/>
              <a:gd name="csX82" fmla="*/ 31902 w 124063"/>
              <a:gd name="csY82" fmla="*/ 127583 h 134676"/>
              <a:gd name="csX83" fmla="*/ 31902 w 124063"/>
              <a:gd name="csY83" fmla="*/ 92149 h 134676"/>
              <a:gd name="csX84" fmla="*/ 28363 w 124063"/>
              <a:gd name="csY84" fmla="*/ 88594 h 134676"/>
              <a:gd name="csX85" fmla="*/ 21268 w 124063"/>
              <a:gd name="csY85" fmla="*/ 88594 h 134676"/>
            </a:gdLst>
            <a:ahLst/>
            <a:cxnLst/>
            <a:rect l="l" t="t" r="r" b="b"/>
            <a:pathLst>
              <a:path w="100000" h="100000">
                <a:moveTo>
                  <a:pt x="15791" y="0"/>
                </a:moveTo>
                <a:cubicBezTo>
                  <a:pt x="10700" y="0"/>
                  <a:pt x="6569" y="4131"/>
                  <a:pt x="6569" y="9208"/>
                </a:cubicBezTo>
                <a:lnTo>
                  <a:pt x="6569" y="13440"/>
                </a:lnTo>
                <a:cubicBezTo>
                  <a:pt x="6569" y="20778"/>
                  <a:pt x="9778" y="27712"/>
                  <a:pt x="15374" y="32474"/>
                </a:cubicBezTo>
                <a:cubicBezTo>
                  <a:pt x="19922" y="36352"/>
                  <a:pt x="25657" y="38437"/>
                  <a:pt x="31557" y="38437"/>
                </a:cubicBezTo>
                <a:cubicBezTo>
                  <a:pt x="32883" y="38437"/>
                  <a:pt x="34223" y="38323"/>
                  <a:pt x="35561" y="38121"/>
                </a:cubicBezTo>
                <a:lnTo>
                  <a:pt x="83882" y="30328"/>
                </a:lnTo>
                <a:cubicBezTo>
                  <a:pt x="90931" y="29191"/>
                  <a:pt x="96060" y="23178"/>
                  <a:pt x="96060" y="16041"/>
                </a:cubicBezTo>
                <a:lnTo>
                  <a:pt x="96060" y="14475"/>
                </a:lnTo>
                <a:cubicBezTo>
                  <a:pt x="96060" y="6493"/>
                  <a:pt x="89566" y="0"/>
                  <a:pt x="81583" y="0"/>
                </a:cubicBezTo>
                <a:lnTo>
                  <a:pt x="15791" y="0"/>
                </a:lnTo>
                <a:close/>
                <a:moveTo>
                  <a:pt x="85840" y="37969"/>
                </a:moveTo>
                <a:cubicBezTo>
                  <a:pt x="85600" y="38019"/>
                  <a:pt x="85385" y="38070"/>
                  <a:pt x="85145" y="38121"/>
                </a:cubicBezTo>
                <a:lnTo>
                  <a:pt x="58161" y="42466"/>
                </a:lnTo>
                <a:cubicBezTo>
                  <a:pt x="58819" y="43236"/>
                  <a:pt x="59462" y="43856"/>
                  <a:pt x="60044" y="44411"/>
                </a:cubicBezTo>
                <a:cubicBezTo>
                  <a:pt x="61420" y="45750"/>
                  <a:pt x="62115" y="46420"/>
                  <a:pt x="62659" y="48605"/>
                </a:cubicBezTo>
                <a:cubicBezTo>
                  <a:pt x="63341" y="51320"/>
                  <a:pt x="62697" y="52672"/>
                  <a:pt x="61711" y="54731"/>
                </a:cubicBezTo>
                <a:cubicBezTo>
                  <a:pt x="60701" y="56840"/>
                  <a:pt x="59323" y="59733"/>
                  <a:pt x="60284" y="63699"/>
                </a:cubicBezTo>
                <a:cubicBezTo>
                  <a:pt x="61092" y="67033"/>
                  <a:pt x="62861" y="69105"/>
                  <a:pt x="64289" y="70759"/>
                </a:cubicBezTo>
                <a:cubicBezTo>
                  <a:pt x="65880" y="72629"/>
                  <a:pt x="66941" y="73854"/>
                  <a:pt x="67017" y="76899"/>
                </a:cubicBezTo>
                <a:cubicBezTo>
                  <a:pt x="67118" y="81597"/>
                  <a:pt x="67118" y="88140"/>
                  <a:pt x="67118" y="88153"/>
                </a:cubicBezTo>
                <a:cubicBezTo>
                  <a:pt x="67118" y="94683"/>
                  <a:pt x="72436" y="100001"/>
                  <a:pt x="78968" y="100001"/>
                </a:cubicBezTo>
                <a:lnTo>
                  <a:pt x="81570" y="100001"/>
                </a:lnTo>
                <a:cubicBezTo>
                  <a:pt x="85991" y="100001"/>
                  <a:pt x="90097" y="98030"/>
                  <a:pt x="92864" y="94582"/>
                </a:cubicBezTo>
                <a:cubicBezTo>
                  <a:pt x="95631" y="91134"/>
                  <a:pt x="96666" y="86687"/>
                  <a:pt x="95706" y="82380"/>
                </a:cubicBezTo>
                <a:lnTo>
                  <a:pt x="85840" y="37969"/>
                </a:lnTo>
                <a:close/>
                <a:moveTo>
                  <a:pt x="7833" y="65733"/>
                </a:moveTo>
                <a:cubicBezTo>
                  <a:pt x="6783" y="65745"/>
                  <a:pt x="5785" y="66174"/>
                  <a:pt x="5052" y="66932"/>
                </a:cubicBezTo>
                <a:cubicBezTo>
                  <a:pt x="4333" y="67677"/>
                  <a:pt x="3928" y="68688"/>
                  <a:pt x="3941" y="69736"/>
                </a:cubicBezTo>
                <a:lnTo>
                  <a:pt x="3941" y="93420"/>
                </a:lnTo>
                <a:cubicBezTo>
                  <a:pt x="3928" y="93938"/>
                  <a:pt x="4030" y="94456"/>
                  <a:pt x="4232" y="94949"/>
                </a:cubicBezTo>
                <a:cubicBezTo>
                  <a:pt x="4421" y="95428"/>
                  <a:pt x="4712" y="95870"/>
                  <a:pt x="5078" y="96250"/>
                </a:cubicBezTo>
                <a:cubicBezTo>
                  <a:pt x="5445" y="96616"/>
                  <a:pt x="5887" y="96919"/>
                  <a:pt x="6367" y="97120"/>
                </a:cubicBezTo>
                <a:cubicBezTo>
                  <a:pt x="6847" y="97323"/>
                  <a:pt x="7365" y="97424"/>
                  <a:pt x="7895" y="97424"/>
                </a:cubicBezTo>
                <a:cubicBezTo>
                  <a:pt x="8413" y="97424"/>
                  <a:pt x="8931" y="97323"/>
                  <a:pt x="9411" y="97120"/>
                </a:cubicBezTo>
                <a:cubicBezTo>
                  <a:pt x="9892" y="96919"/>
                  <a:pt x="10333" y="96616"/>
                  <a:pt x="10700" y="96250"/>
                </a:cubicBezTo>
                <a:cubicBezTo>
                  <a:pt x="11066" y="95870"/>
                  <a:pt x="11357" y="95428"/>
                  <a:pt x="11559" y="94949"/>
                </a:cubicBezTo>
                <a:cubicBezTo>
                  <a:pt x="11749" y="94456"/>
                  <a:pt x="11850" y="93938"/>
                  <a:pt x="11837" y="93420"/>
                </a:cubicBezTo>
                <a:lnTo>
                  <a:pt x="11837" y="69736"/>
                </a:lnTo>
                <a:cubicBezTo>
                  <a:pt x="11850" y="69206"/>
                  <a:pt x="11749" y="68675"/>
                  <a:pt x="11547" y="68196"/>
                </a:cubicBezTo>
                <a:cubicBezTo>
                  <a:pt x="11344" y="67702"/>
                  <a:pt x="11054" y="67261"/>
                  <a:pt x="10675" y="66882"/>
                </a:cubicBezTo>
                <a:cubicBezTo>
                  <a:pt x="10308" y="66516"/>
                  <a:pt x="9866" y="66212"/>
                  <a:pt x="9373" y="66023"/>
                </a:cubicBezTo>
                <a:cubicBezTo>
                  <a:pt x="8881" y="65821"/>
                  <a:pt x="8350" y="65720"/>
                  <a:pt x="7833" y="65733"/>
                </a:cubicBezTo>
                <a:close/>
                <a:moveTo>
                  <a:pt x="47310" y="65733"/>
                </a:moveTo>
                <a:cubicBezTo>
                  <a:pt x="46261" y="65745"/>
                  <a:pt x="45263" y="66174"/>
                  <a:pt x="44530" y="66932"/>
                </a:cubicBezTo>
                <a:cubicBezTo>
                  <a:pt x="43811" y="67677"/>
                  <a:pt x="43406" y="68688"/>
                  <a:pt x="43419" y="69736"/>
                </a:cubicBezTo>
                <a:lnTo>
                  <a:pt x="43419" y="93420"/>
                </a:lnTo>
                <a:cubicBezTo>
                  <a:pt x="43406" y="93938"/>
                  <a:pt x="43508" y="94456"/>
                  <a:pt x="43710" y="94949"/>
                </a:cubicBezTo>
                <a:cubicBezTo>
                  <a:pt x="43899" y="95428"/>
                  <a:pt x="44189" y="95870"/>
                  <a:pt x="44555" y="96250"/>
                </a:cubicBezTo>
                <a:cubicBezTo>
                  <a:pt x="44922" y="96616"/>
                  <a:pt x="45364" y="96919"/>
                  <a:pt x="45844" y="97120"/>
                </a:cubicBezTo>
                <a:cubicBezTo>
                  <a:pt x="46324" y="97323"/>
                  <a:pt x="46842" y="97424"/>
                  <a:pt x="47373" y="97424"/>
                </a:cubicBezTo>
                <a:cubicBezTo>
                  <a:pt x="47891" y="97424"/>
                  <a:pt x="48409" y="97323"/>
                  <a:pt x="48889" y="97120"/>
                </a:cubicBezTo>
                <a:cubicBezTo>
                  <a:pt x="49369" y="96919"/>
                  <a:pt x="49811" y="96616"/>
                  <a:pt x="50178" y="96250"/>
                </a:cubicBezTo>
                <a:cubicBezTo>
                  <a:pt x="50544" y="95870"/>
                  <a:pt x="50834" y="95428"/>
                  <a:pt x="51036" y="94949"/>
                </a:cubicBezTo>
                <a:cubicBezTo>
                  <a:pt x="51226" y="94456"/>
                  <a:pt x="51327" y="93938"/>
                  <a:pt x="51315" y="93420"/>
                </a:cubicBezTo>
                <a:lnTo>
                  <a:pt x="51315" y="69736"/>
                </a:lnTo>
                <a:cubicBezTo>
                  <a:pt x="51327" y="69206"/>
                  <a:pt x="51226" y="68675"/>
                  <a:pt x="51024" y="68196"/>
                </a:cubicBezTo>
                <a:cubicBezTo>
                  <a:pt x="50822" y="67702"/>
                  <a:pt x="50531" y="67261"/>
                  <a:pt x="50153" y="66882"/>
                </a:cubicBezTo>
                <a:cubicBezTo>
                  <a:pt x="49786" y="66516"/>
                  <a:pt x="49344" y="66212"/>
                  <a:pt x="48851" y="66023"/>
                </a:cubicBezTo>
                <a:cubicBezTo>
                  <a:pt x="48358" y="65821"/>
                  <a:pt x="47828" y="65720"/>
                  <a:pt x="47310" y="65733"/>
                </a:cubicBezTo>
                <a:close/>
                <a:moveTo>
                  <a:pt x="35486" y="65745"/>
                </a:moveTo>
                <a:cubicBezTo>
                  <a:pt x="34791" y="65758"/>
                  <a:pt x="34121" y="66048"/>
                  <a:pt x="33641" y="66553"/>
                </a:cubicBezTo>
                <a:cubicBezTo>
                  <a:pt x="33149" y="67046"/>
                  <a:pt x="32883" y="67716"/>
                  <a:pt x="32896" y="68423"/>
                </a:cubicBezTo>
                <a:lnTo>
                  <a:pt x="32896" y="94733"/>
                </a:lnTo>
                <a:cubicBezTo>
                  <a:pt x="32883" y="95087"/>
                  <a:pt x="32946" y="95428"/>
                  <a:pt x="33085" y="95756"/>
                </a:cubicBezTo>
                <a:cubicBezTo>
                  <a:pt x="33211" y="96073"/>
                  <a:pt x="33401" y="96376"/>
                  <a:pt x="33654" y="96616"/>
                </a:cubicBezTo>
                <a:cubicBezTo>
                  <a:pt x="33894" y="96868"/>
                  <a:pt x="34184" y="97070"/>
                  <a:pt x="34513" y="97196"/>
                </a:cubicBezTo>
                <a:cubicBezTo>
                  <a:pt x="34828" y="97336"/>
                  <a:pt x="35170" y="97399"/>
                  <a:pt x="35523" y="97399"/>
                </a:cubicBezTo>
                <a:cubicBezTo>
                  <a:pt x="35877" y="97399"/>
                  <a:pt x="36218" y="97336"/>
                  <a:pt x="36534" y="97196"/>
                </a:cubicBezTo>
                <a:cubicBezTo>
                  <a:pt x="36862" y="97070"/>
                  <a:pt x="37153" y="96868"/>
                  <a:pt x="37393" y="96616"/>
                </a:cubicBezTo>
                <a:cubicBezTo>
                  <a:pt x="37646" y="96376"/>
                  <a:pt x="37836" y="96073"/>
                  <a:pt x="37961" y="95756"/>
                </a:cubicBezTo>
                <a:cubicBezTo>
                  <a:pt x="38101" y="95428"/>
                  <a:pt x="38164" y="95087"/>
                  <a:pt x="38151" y="94733"/>
                </a:cubicBezTo>
                <a:lnTo>
                  <a:pt x="38151" y="68423"/>
                </a:lnTo>
                <a:cubicBezTo>
                  <a:pt x="38164" y="68069"/>
                  <a:pt x="38101" y="67716"/>
                  <a:pt x="37961" y="67387"/>
                </a:cubicBezTo>
                <a:cubicBezTo>
                  <a:pt x="37836" y="67059"/>
                  <a:pt x="37633" y="66768"/>
                  <a:pt x="37380" y="66516"/>
                </a:cubicBezTo>
                <a:cubicBezTo>
                  <a:pt x="37128" y="66275"/>
                  <a:pt x="36837" y="66073"/>
                  <a:pt x="36509" y="65947"/>
                </a:cubicBezTo>
                <a:cubicBezTo>
                  <a:pt x="36181" y="65808"/>
                  <a:pt x="35839" y="65745"/>
                  <a:pt x="35486" y="65745"/>
                </a:cubicBezTo>
                <a:close/>
                <a:moveTo>
                  <a:pt x="19732" y="65783"/>
                </a:moveTo>
                <a:cubicBezTo>
                  <a:pt x="18280" y="65783"/>
                  <a:pt x="17104" y="66970"/>
                  <a:pt x="17104" y="68423"/>
                </a:cubicBezTo>
                <a:lnTo>
                  <a:pt x="17104" y="94733"/>
                </a:lnTo>
                <a:cubicBezTo>
                  <a:pt x="17104" y="96186"/>
                  <a:pt x="18280" y="97361"/>
                  <a:pt x="19732" y="97361"/>
                </a:cubicBezTo>
                <a:lnTo>
                  <a:pt x="25000" y="97361"/>
                </a:lnTo>
                <a:cubicBezTo>
                  <a:pt x="26453" y="97361"/>
                  <a:pt x="27628" y="96186"/>
                  <a:pt x="27628" y="94733"/>
                </a:cubicBezTo>
                <a:lnTo>
                  <a:pt x="27628" y="68423"/>
                </a:lnTo>
                <a:cubicBezTo>
                  <a:pt x="27628" y="66970"/>
                  <a:pt x="26453" y="65783"/>
                  <a:pt x="25000" y="65783"/>
                </a:cubicBezTo>
                <a:lnTo>
                  <a:pt x="19732" y="6578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5" name="Белый — SVG 4">
            <a:extLst>
              <a:ext uri="{FF2B5EF4-FFF2-40B4-BE49-F238E27FC236}">
                <a16:creationId xmlns:a16="http://schemas.microsoft.com/office/drawing/2014/main" id="{0CA93561-217A-1040-8E39-6B649046CBBD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7094 w 127600"/>
              <a:gd name="csY0" fmla="*/ 38990 h 134676"/>
              <a:gd name="csX1" fmla="*/ 7094 w 127600"/>
              <a:gd name="csY1" fmla="*/ 111627 h 134676"/>
              <a:gd name="csX2" fmla="*/ 30131 w 127600"/>
              <a:gd name="csY2" fmla="*/ 134677 h 134676"/>
              <a:gd name="csX3" fmla="*/ 97470 w 127600"/>
              <a:gd name="csY3" fmla="*/ 134677 h 134676"/>
              <a:gd name="csX4" fmla="*/ 120506 w 127600"/>
              <a:gd name="csY4" fmla="*/ 111627 h 134676"/>
              <a:gd name="csX5" fmla="*/ 120506 w 127600"/>
              <a:gd name="csY5" fmla="*/ 38990 h 134676"/>
              <a:gd name="csX6" fmla="*/ 7094 w 127600"/>
              <a:gd name="csY6" fmla="*/ 38990 h 134676"/>
              <a:gd name="csX7" fmla="*/ 79742 w 127600"/>
              <a:gd name="csY7" fmla="*/ 70885 h 134676"/>
              <a:gd name="csX8" fmla="*/ 47842 w 127600"/>
              <a:gd name="csY8" fmla="*/ 70885 h 134676"/>
              <a:gd name="csX9" fmla="*/ 42534 w 127600"/>
              <a:gd name="csY9" fmla="*/ 65561 h 134676"/>
              <a:gd name="csX10" fmla="*/ 47842 w 127600"/>
              <a:gd name="csY10" fmla="*/ 60253 h 134676"/>
              <a:gd name="csX11" fmla="*/ 79742 w 127600"/>
              <a:gd name="csY11" fmla="*/ 60253 h 134676"/>
              <a:gd name="csX12" fmla="*/ 85067 w 127600"/>
              <a:gd name="csY12" fmla="*/ 65561 h 134676"/>
              <a:gd name="csX13" fmla="*/ 79742 w 127600"/>
              <a:gd name="csY13" fmla="*/ 70885 h 134676"/>
              <a:gd name="csX14" fmla="*/ 118737 w 127600"/>
              <a:gd name="csY14" fmla="*/ 31896 h 134676"/>
              <a:gd name="csX15" fmla="*/ 8864 w 127600"/>
              <a:gd name="csY15" fmla="*/ 31896 h 134676"/>
              <a:gd name="csX16" fmla="*/ 0 w 127600"/>
              <a:gd name="csY16" fmla="*/ 23033 h 134676"/>
              <a:gd name="csX17" fmla="*/ 0 w 127600"/>
              <a:gd name="csY17" fmla="*/ 8863 h 134676"/>
              <a:gd name="csX18" fmla="*/ 8864 w 127600"/>
              <a:gd name="csY18" fmla="*/ 0 h 134676"/>
              <a:gd name="csX19" fmla="*/ 118737 w 127600"/>
              <a:gd name="csY19" fmla="*/ 0 h 134676"/>
              <a:gd name="csX20" fmla="*/ 127601 w 127600"/>
              <a:gd name="csY20" fmla="*/ 8863 h 134676"/>
              <a:gd name="csX21" fmla="*/ 127601 w 127600"/>
              <a:gd name="csY21" fmla="*/ 23033 h 134676"/>
              <a:gd name="csX22" fmla="*/ 118737 w 127600"/>
              <a:gd name="csY22" fmla="*/ 31896 h 134676"/>
            </a:gdLst>
            <a:ahLst/>
            <a:cxnLst/>
            <a:rect l="l" t="t" r="r" b="b"/>
            <a:pathLst>
              <a:path w="100000" h="100000">
                <a:moveTo>
                  <a:pt x="7895" y="28951"/>
                </a:moveTo>
                <a:lnTo>
                  <a:pt x="7895" y="82886"/>
                </a:lnTo>
                <a:cubicBezTo>
                  <a:pt x="7895" y="92321"/>
                  <a:pt x="15563" y="100001"/>
                  <a:pt x="25000" y="100001"/>
                </a:cubicBezTo>
                <a:lnTo>
                  <a:pt x="75001" y="100001"/>
                </a:lnTo>
                <a:cubicBezTo>
                  <a:pt x="84437" y="100001"/>
                  <a:pt x="92105" y="92321"/>
                  <a:pt x="92105" y="82886"/>
                </a:cubicBezTo>
                <a:lnTo>
                  <a:pt x="92105" y="28951"/>
                </a:lnTo>
                <a:lnTo>
                  <a:pt x="7895" y="28951"/>
                </a:lnTo>
                <a:close/>
                <a:moveTo>
                  <a:pt x="61837" y="52634"/>
                </a:moveTo>
                <a:lnTo>
                  <a:pt x="38151" y="52634"/>
                </a:lnTo>
                <a:cubicBezTo>
                  <a:pt x="35977" y="52634"/>
                  <a:pt x="34210" y="50866"/>
                  <a:pt x="34210" y="48681"/>
                </a:cubicBezTo>
                <a:cubicBezTo>
                  <a:pt x="34210" y="46508"/>
                  <a:pt x="35977" y="44739"/>
                  <a:pt x="38151" y="44739"/>
                </a:cubicBezTo>
                <a:lnTo>
                  <a:pt x="61837" y="44739"/>
                </a:lnTo>
                <a:cubicBezTo>
                  <a:pt x="64023" y="44739"/>
                  <a:pt x="65791" y="46508"/>
                  <a:pt x="65791" y="48681"/>
                </a:cubicBezTo>
                <a:cubicBezTo>
                  <a:pt x="65791" y="50866"/>
                  <a:pt x="64023" y="52634"/>
                  <a:pt x="61837" y="52634"/>
                </a:cubicBezTo>
                <a:close/>
                <a:moveTo>
                  <a:pt x="90792" y="23684"/>
                </a:moveTo>
                <a:lnTo>
                  <a:pt x="9209" y="23684"/>
                </a:lnTo>
                <a:cubicBezTo>
                  <a:pt x="5583" y="23684"/>
                  <a:pt x="2627" y="20728"/>
                  <a:pt x="2627" y="17103"/>
                </a:cubicBezTo>
                <a:lnTo>
                  <a:pt x="2627" y="6581"/>
                </a:lnTo>
                <a:cubicBezTo>
                  <a:pt x="2627" y="2956"/>
                  <a:pt x="5583" y="0"/>
                  <a:pt x="9209" y="0"/>
                </a:cubicBezTo>
                <a:lnTo>
                  <a:pt x="90792" y="0"/>
                </a:lnTo>
                <a:cubicBezTo>
                  <a:pt x="94417" y="0"/>
                  <a:pt x="97374" y="2956"/>
                  <a:pt x="97374" y="6581"/>
                </a:cubicBezTo>
                <a:lnTo>
                  <a:pt x="97374" y="17103"/>
                </a:lnTo>
                <a:cubicBezTo>
                  <a:pt x="97374" y="20728"/>
                  <a:pt x="94417" y="23684"/>
                  <a:pt x="90792" y="2368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6" name="Белый — SVG 5">
            <a:extLst>
              <a:ext uri="{FF2B5EF4-FFF2-40B4-BE49-F238E27FC236}">
                <a16:creationId xmlns:a16="http://schemas.microsoft.com/office/drawing/2014/main" id="{4D0BBCBF-B821-F04F-B53D-31CA4A40711C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101009 w 127600"/>
              <a:gd name="csY0" fmla="*/ 0 h 126936"/>
              <a:gd name="csX1" fmla="*/ 78670 w 127600"/>
              <a:gd name="csY1" fmla="*/ 3436 h 126936"/>
              <a:gd name="csX2" fmla="*/ 90596 w 127600"/>
              <a:gd name="csY2" fmla="*/ 12180 h 126936"/>
              <a:gd name="csX3" fmla="*/ 90596 w 127600"/>
              <a:gd name="csY3" fmla="*/ 19699 h 126936"/>
              <a:gd name="csX4" fmla="*/ 86837 w 127600"/>
              <a:gd name="csY4" fmla="*/ 21264 h 126936"/>
              <a:gd name="csX5" fmla="*/ 83077 w 127600"/>
              <a:gd name="csY5" fmla="*/ 19716 h 126936"/>
              <a:gd name="csX6" fmla="*/ 64005 w 127600"/>
              <a:gd name="csY6" fmla="*/ 9696 h 126936"/>
              <a:gd name="csX7" fmla="*/ 42738 w 127600"/>
              <a:gd name="csY7" fmla="*/ 15769 h 126936"/>
              <a:gd name="csX8" fmla="*/ 33584 w 127600"/>
              <a:gd name="csY8" fmla="*/ 25210 h 126936"/>
              <a:gd name="csX9" fmla="*/ 62235 w 127600"/>
              <a:gd name="csY9" fmla="*/ 36999 h 126936"/>
              <a:gd name="csX10" fmla="*/ 62235 w 127600"/>
              <a:gd name="csY10" fmla="*/ 44518 h 126936"/>
              <a:gd name="csX11" fmla="*/ 58475 w 127600"/>
              <a:gd name="csY11" fmla="*/ 46066 h 126936"/>
              <a:gd name="csX12" fmla="*/ 54715 w 127600"/>
              <a:gd name="csY12" fmla="*/ 44518 h 126936"/>
              <a:gd name="csX13" fmla="*/ 28940 w 127600"/>
              <a:gd name="csY13" fmla="*/ 36302 h 126936"/>
              <a:gd name="csX14" fmla="*/ 28872 w 127600"/>
              <a:gd name="csY14" fmla="*/ 36574 h 126936"/>
              <a:gd name="csX15" fmla="*/ 6261 w 127600"/>
              <a:gd name="csY15" fmla="*/ 68589 h 126936"/>
              <a:gd name="csX16" fmla="*/ 37753 w 127600"/>
              <a:gd name="csY16" fmla="*/ 86978 h 126936"/>
              <a:gd name="csX17" fmla="*/ 37072 w 127600"/>
              <a:gd name="csY17" fmla="*/ 94463 h 126936"/>
              <a:gd name="csX18" fmla="*/ 33670 w 127600"/>
              <a:gd name="csY18" fmla="*/ 95687 h 126936"/>
              <a:gd name="csX19" fmla="*/ 29586 w 127600"/>
              <a:gd name="csY19" fmla="*/ 93765 h 126936"/>
              <a:gd name="csX20" fmla="*/ 4185 w 127600"/>
              <a:gd name="csY20" fmla="*/ 79153 h 126936"/>
              <a:gd name="csX21" fmla="*/ 0 w 127600"/>
              <a:gd name="csY21" fmla="*/ 100995 h 126936"/>
              <a:gd name="csX22" fmla="*/ 8864 w 127600"/>
              <a:gd name="csY22" fmla="*/ 122684 h 126936"/>
              <a:gd name="csX23" fmla="*/ 19480 w 127600"/>
              <a:gd name="csY23" fmla="*/ 126937 h 126936"/>
              <a:gd name="csX24" fmla="*/ 82957 w 127600"/>
              <a:gd name="csY24" fmla="*/ 82521 h 126936"/>
              <a:gd name="csX25" fmla="*/ 127601 w 127600"/>
              <a:gd name="csY25" fmla="*/ 19495 h 126936"/>
              <a:gd name="csX26" fmla="*/ 101009 w 127600"/>
              <a:gd name="csY26" fmla="*/ 0 h 126936"/>
            </a:gdLst>
            <a:ahLst/>
            <a:cxnLst/>
            <a:rect l="l" t="t" r="r" b="b"/>
            <a:pathLst>
              <a:path w="100000" h="100000">
                <a:moveTo>
                  <a:pt x="79161" y="260"/>
                </a:moveTo>
                <a:cubicBezTo>
                  <a:pt x="72041" y="260"/>
                  <a:pt x="66414" y="1114"/>
                  <a:pt x="61654" y="2953"/>
                </a:cubicBezTo>
                <a:cubicBezTo>
                  <a:pt x="64774" y="4553"/>
                  <a:pt x="67947" y="6766"/>
                  <a:pt x="71000" y="9806"/>
                </a:cubicBezTo>
                <a:cubicBezTo>
                  <a:pt x="72627" y="11445"/>
                  <a:pt x="72627" y="14071"/>
                  <a:pt x="71000" y="15698"/>
                </a:cubicBezTo>
                <a:cubicBezTo>
                  <a:pt x="70187" y="16524"/>
                  <a:pt x="69121" y="16925"/>
                  <a:pt x="68054" y="16925"/>
                </a:cubicBezTo>
                <a:cubicBezTo>
                  <a:pt x="66987" y="16925"/>
                  <a:pt x="65920" y="16524"/>
                  <a:pt x="65107" y="15712"/>
                </a:cubicBezTo>
                <a:cubicBezTo>
                  <a:pt x="60121" y="10712"/>
                  <a:pt x="54747" y="8619"/>
                  <a:pt x="50161" y="7859"/>
                </a:cubicBezTo>
                <a:cubicBezTo>
                  <a:pt x="44400" y="7459"/>
                  <a:pt x="38534" y="9099"/>
                  <a:pt x="33494" y="12618"/>
                </a:cubicBezTo>
                <a:cubicBezTo>
                  <a:pt x="30600" y="14658"/>
                  <a:pt x="28173" y="17191"/>
                  <a:pt x="26320" y="20017"/>
                </a:cubicBezTo>
                <a:cubicBezTo>
                  <a:pt x="33334" y="19924"/>
                  <a:pt x="41587" y="22071"/>
                  <a:pt x="48774" y="29256"/>
                </a:cubicBezTo>
                <a:cubicBezTo>
                  <a:pt x="50400" y="30882"/>
                  <a:pt x="50400" y="33523"/>
                  <a:pt x="48774" y="35149"/>
                </a:cubicBezTo>
                <a:cubicBezTo>
                  <a:pt x="47960" y="35962"/>
                  <a:pt x="46893" y="36362"/>
                  <a:pt x="45827" y="36362"/>
                </a:cubicBezTo>
                <a:cubicBezTo>
                  <a:pt x="44760" y="36362"/>
                  <a:pt x="43694" y="35962"/>
                  <a:pt x="42880" y="35149"/>
                </a:cubicBezTo>
                <a:cubicBezTo>
                  <a:pt x="35774" y="28030"/>
                  <a:pt x="27840" y="27790"/>
                  <a:pt x="22680" y="28710"/>
                </a:cubicBezTo>
                <a:cubicBezTo>
                  <a:pt x="22667" y="28777"/>
                  <a:pt x="22640" y="28857"/>
                  <a:pt x="22627" y="28923"/>
                </a:cubicBezTo>
                <a:cubicBezTo>
                  <a:pt x="11360" y="32629"/>
                  <a:pt x="4800" y="42108"/>
                  <a:pt x="4907" y="54013"/>
                </a:cubicBezTo>
                <a:cubicBezTo>
                  <a:pt x="10760" y="54306"/>
                  <a:pt x="20013" y="56933"/>
                  <a:pt x="29587" y="68425"/>
                </a:cubicBezTo>
                <a:cubicBezTo>
                  <a:pt x="31067" y="70184"/>
                  <a:pt x="30827" y="72811"/>
                  <a:pt x="29053" y="74291"/>
                </a:cubicBezTo>
                <a:cubicBezTo>
                  <a:pt x="28280" y="74930"/>
                  <a:pt x="27333" y="75250"/>
                  <a:pt x="26387" y="75250"/>
                </a:cubicBezTo>
                <a:cubicBezTo>
                  <a:pt x="25200" y="75250"/>
                  <a:pt x="24013" y="74744"/>
                  <a:pt x="23187" y="73744"/>
                </a:cubicBezTo>
                <a:cubicBezTo>
                  <a:pt x="14494" y="63332"/>
                  <a:pt x="6760" y="62172"/>
                  <a:pt x="3280" y="62292"/>
                </a:cubicBezTo>
                <a:cubicBezTo>
                  <a:pt x="1107" y="66798"/>
                  <a:pt x="0" y="72517"/>
                  <a:pt x="0" y="79410"/>
                </a:cubicBezTo>
                <a:cubicBezTo>
                  <a:pt x="0" y="85023"/>
                  <a:pt x="827" y="91408"/>
                  <a:pt x="6947" y="96408"/>
                </a:cubicBezTo>
                <a:cubicBezTo>
                  <a:pt x="9293" y="98687"/>
                  <a:pt x="12067" y="99741"/>
                  <a:pt x="15266" y="99741"/>
                </a:cubicBezTo>
                <a:cubicBezTo>
                  <a:pt x="26853" y="99741"/>
                  <a:pt x="43853" y="85729"/>
                  <a:pt x="65013" y="64932"/>
                </a:cubicBezTo>
                <a:cubicBezTo>
                  <a:pt x="84840" y="45067"/>
                  <a:pt x="100001" y="28817"/>
                  <a:pt x="100001" y="15538"/>
                </a:cubicBezTo>
                <a:cubicBezTo>
                  <a:pt x="100001" y="5980"/>
                  <a:pt x="89414" y="260"/>
                  <a:pt x="79161" y="26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7" name="Белый — SVG 6">
            <a:extLst>
              <a:ext uri="{FF2B5EF4-FFF2-40B4-BE49-F238E27FC236}">
                <a16:creationId xmlns:a16="http://schemas.microsoft.com/office/drawing/2014/main" id="{E7FD3806-1639-3647-B654-FEBC5BC9727C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65570 w 134763"/>
              <a:gd name="csY0" fmla="*/ 1 h 148933"/>
              <a:gd name="csX1" fmla="*/ 61827 w 134763"/>
              <a:gd name="csY1" fmla="*/ 1617 h 148933"/>
              <a:gd name="csX2" fmla="*/ 60329 w 134763"/>
              <a:gd name="csY2" fmla="*/ 5394 h 148933"/>
              <a:gd name="csX3" fmla="*/ 53456 w 134763"/>
              <a:gd name="csY3" fmla="*/ 17183 h 148933"/>
              <a:gd name="csX4" fmla="*/ 42602 w 134763"/>
              <a:gd name="csY4" fmla="*/ 37290 h 148933"/>
              <a:gd name="csX5" fmla="*/ 42993 w 134763"/>
              <a:gd name="csY5" fmla="*/ 39348 h 148933"/>
              <a:gd name="csX6" fmla="*/ 44133 w 134763"/>
              <a:gd name="csY6" fmla="*/ 41100 h 148933"/>
              <a:gd name="csX7" fmla="*/ 45868 w 134763"/>
              <a:gd name="csY7" fmla="*/ 42274 h 148933"/>
              <a:gd name="csX8" fmla="*/ 47927 w 134763"/>
              <a:gd name="csY8" fmla="*/ 42682 h 148933"/>
              <a:gd name="csX9" fmla="*/ 49985 w 134763"/>
              <a:gd name="csY9" fmla="*/ 42274 h 148933"/>
              <a:gd name="csX10" fmla="*/ 51721 w 134763"/>
              <a:gd name="csY10" fmla="*/ 41100 h 148933"/>
              <a:gd name="csX11" fmla="*/ 52861 w 134763"/>
              <a:gd name="csY11" fmla="*/ 39348 h 148933"/>
              <a:gd name="csX12" fmla="*/ 53235 w 134763"/>
              <a:gd name="csY12" fmla="*/ 37290 h 148933"/>
              <a:gd name="csX13" fmla="*/ 60108 w 134763"/>
              <a:gd name="csY13" fmla="*/ 25501 h 148933"/>
              <a:gd name="csX14" fmla="*/ 70963 w 134763"/>
              <a:gd name="csY14" fmla="*/ 5394 h 148933"/>
              <a:gd name="csX15" fmla="*/ 70572 w 134763"/>
              <a:gd name="csY15" fmla="*/ 3319 h 148933"/>
              <a:gd name="csX16" fmla="*/ 69398 w 134763"/>
              <a:gd name="csY16" fmla="*/ 1549 h 148933"/>
              <a:gd name="csX17" fmla="*/ 67645 w 134763"/>
              <a:gd name="csY17" fmla="*/ 393 h 148933"/>
              <a:gd name="csX18" fmla="*/ 65570 w 134763"/>
              <a:gd name="csY18" fmla="*/ 1 h 148933"/>
              <a:gd name="csX19" fmla="*/ 86837 w 134763"/>
              <a:gd name="csY19" fmla="*/ 7095 h 148933"/>
              <a:gd name="csX20" fmla="*/ 83093 w 134763"/>
              <a:gd name="csY20" fmla="*/ 8711 h 148933"/>
              <a:gd name="csX21" fmla="*/ 81596 w 134763"/>
              <a:gd name="csY21" fmla="*/ 12488 h 148933"/>
              <a:gd name="csX22" fmla="*/ 80354 w 134763"/>
              <a:gd name="csY22" fmla="*/ 17285 h 148933"/>
              <a:gd name="csX23" fmla="*/ 76628 w 134763"/>
              <a:gd name="csY23" fmla="*/ 20636 h 148933"/>
              <a:gd name="csX24" fmla="*/ 70606 w 134763"/>
              <a:gd name="csY24" fmla="*/ 26369 h 148933"/>
              <a:gd name="csX25" fmla="*/ 67424 w 134763"/>
              <a:gd name="csY25" fmla="*/ 37290 h 148933"/>
              <a:gd name="csX26" fmla="*/ 67798 w 134763"/>
              <a:gd name="csY26" fmla="*/ 39348 h 148933"/>
              <a:gd name="csX27" fmla="*/ 68955 w 134763"/>
              <a:gd name="csY27" fmla="*/ 41100 h 148933"/>
              <a:gd name="csX28" fmla="*/ 70691 w 134763"/>
              <a:gd name="csY28" fmla="*/ 42274 h 148933"/>
              <a:gd name="csX29" fmla="*/ 72732 w 134763"/>
              <a:gd name="csY29" fmla="*/ 42682 h 148933"/>
              <a:gd name="csX30" fmla="*/ 74791 w 134763"/>
              <a:gd name="csY30" fmla="*/ 42274 h 148933"/>
              <a:gd name="csX31" fmla="*/ 76526 w 134763"/>
              <a:gd name="csY31" fmla="*/ 41100 h 148933"/>
              <a:gd name="csX32" fmla="*/ 77666 w 134763"/>
              <a:gd name="csY32" fmla="*/ 39348 h 148933"/>
              <a:gd name="csX33" fmla="*/ 78058 w 134763"/>
              <a:gd name="csY33" fmla="*/ 37290 h 148933"/>
              <a:gd name="csX34" fmla="*/ 79299 w 134763"/>
              <a:gd name="csY34" fmla="*/ 32493 h 148933"/>
              <a:gd name="csX35" fmla="*/ 83026 w 134763"/>
              <a:gd name="csY35" fmla="*/ 29141 h 148933"/>
              <a:gd name="csX36" fmla="*/ 89048 w 134763"/>
              <a:gd name="csY36" fmla="*/ 23409 h 148933"/>
              <a:gd name="csX37" fmla="*/ 92230 w 134763"/>
              <a:gd name="csY37" fmla="*/ 12488 h 148933"/>
              <a:gd name="csX38" fmla="*/ 91838 w 134763"/>
              <a:gd name="csY38" fmla="*/ 10412 h 148933"/>
              <a:gd name="csX39" fmla="*/ 90665 w 134763"/>
              <a:gd name="csY39" fmla="*/ 8643 h 148933"/>
              <a:gd name="csX40" fmla="*/ 88912 w 134763"/>
              <a:gd name="csY40" fmla="*/ 7469 h 148933"/>
              <a:gd name="csX41" fmla="*/ 86837 w 134763"/>
              <a:gd name="csY41" fmla="*/ 7095 h 148933"/>
              <a:gd name="csX42" fmla="*/ 30199 w 134763"/>
              <a:gd name="csY42" fmla="*/ 49691 h 148933"/>
              <a:gd name="csX43" fmla="*/ 17796 w 134763"/>
              <a:gd name="csY43" fmla="*/ 62092 h 148933"/>
              <a:gd name="csX44" fmla="*/ 17796 w 134763"/>
              <a:gd name="csY44" fmla="*/ 104620 h 148933"/>
              <a:gd name="csX45" fmla="*/ 44388 w 134763"/>
              <a:gd name="csY45" fmla="*/ 131208 h 148933"/>
              <a:gd name="csX46" fmla="*/ 83366 w 134763"/>
              <a:gd name="csY46" fmla="*/ 131208 h 148933"/>
              <a:gd name="csX47" fmla="*/ 109855 w 134763"/>
              <a:gd name="csY47" fmla="*/ 106406 h 148933"/>
              <a:gd name="csX48" fmla="*/ 111727 w 134763"/>
              <a:gd name="csY48" fmla="*/ 106406 h 148933"/>
              <a:gd name="csX49" fmla="*/ 134763 w 134763"/>
              <a:gd name="csY49" fmla="*/ 83356 h 148933"/>
              <a:gd name="csX50" fmla="*/ 134763 w 134763"/>
              <a:gd name="csY50" fmla="*/ 76279 h 148933"/>
              <a:gd name="csX51" fmla="*/ 122361 w 134763"/>
              <a:gd name="csY51" fmla="*/ 63878 h 148933"/>
              <a:gd name="csX52" fmla="*/ 109958 w 134763"/>
              <a:gd name="csY52" fmla="*/ 63878 h 148933"/>
              <a:gd name="csX53" fmla="*/ 109958 w 134763"/>
              <a:gd name="csY53" fmla="*/ 62092 h 148933"/>
              <a:gd name="csX54" fmla="*/ 97555 w 134763"/>
              <a:gd name="csY54" fmla="*/ 49691 h 148933"/>
              <a:gd name="csX55" fmla="*/ 30199 w 134763"/>
              <a:gd name="csY55" fmla="*/ 49691 h 148933"/>
              <a:gd name="csX56" fmla="*/ 109958 w 134763"/>
              <a:gd name="csY56" fmla="*/ 74510 h 148933"/>
              <a:gd name="csX57" fmla="*/ 122361 w 134763"/>
              <a:gd name="csY57" fmla="*/ 74510 h 148933"/>
              <a:gd name="csX58" fmla="*/ 124130 w 134763"/>
              <a:gd name="csY58" fmla="*/ 76279 h 148933"/>
              <a:gd name="csX59" fmla="*/ 124130 w 134763"/>
              <a:gd name="csY59" fmla="*/ 83356 h 148933"/>
              <a:gd name="csX60" fmla="*/ 111727 w 134763"/>
              <a:gd name="csY60" fmla="*/ 95774 h 148933"/>
              <a:gd name="csX61" fmla="*/ 109958 w 134763"/>
              <a:gd name="csY61" fmla="*/ 95774 h 148933"/>
              <a:gd name="csX62" fmla="*/ 109958 w 134763"/>
              <a:gd name="csY62" fmla="*/ 74510 h 148933"/>
              <a:gd name="csX63" fmla="*/ 5393 w 134763"/>
              <a:gd name="csY63" fmla="*/ 138302 h 148933"/>
              <a:gd name="csX64" fmla="*/ 3335 w 134763"/>
              <a:gd name="csY64" fmla="*/ 138676 h 148933"/>
              <a:gd name="csX65" fmla="*/ 1582 w 134763"/>
              <a:gd name="csY65" fmla="*/ 139816 h 148933"/>
              <a:gd name="csX66" fmla="*/ 408 w 134763"/>
              <a:gd name="csY66" fmla="*/ 141551 h 148933"/>
              <a:gd name="csX67" fmla="*/ 0 w 134763"/>
              <a:gd name="csY67" fmla="*/ 143609 h 148933"/>
              <a:gd name="csX68" fmla="*/ 408 w 134763"/>
              <a:gd name="csY68" fmla="*/ 145668 h 148933"/>
              <a:gd name="csX69" fmla="*/ 1582 w 134763"/>
              <a:gd name="csY69" fmla="*/ 147403 h 148933"/>
              <a:gd name="csX70" fmla="*/ 3335 w 134763"/>
              <a:gd name="csY70" fmla="*/ 148542 h 148933"/>
              <a:gd name="csX71" fmla="*/ 5393 w 134763"/>
              <a:gd name="csY71" fmla="*/ 148934 h 148933"/>
              <a:gd name="csX72" fmla="*/ 122361 w 134763"/>
              <a:gd name="csY72" fmla="*/ 148934 h 148933"/>
              <a:gd name="csX73" fmla="*/ 124419 w 134763"/>
              <a:gd name="csY73" fmla="*/ 148542 h 148933"/>
              <a:gd name="csX74" fmla="*/ 126172 w 134763"/>
              <a:gd name="csY74" fmla="*/ 147403 h 148933"/>
              <a:gd name="csX75" fmla="*/ 127345 w 134763"/>
              <a:gd name="csY75" fmla="*/ 145668 h 148933"/>
              <a:gd name="csX76" fmla="*/ 127754 w 134763"/>
              <a:gd name="csY76" fmla="*/ 143609 h 148933"/>
              <a:gd name="csX77" fmla="*/ 127345 w 134763"/>
              <a:gd name="csY77" fmla="*/ 141551 h 148933"/>
              <a:gd name="csX78" fmla="*/ 126172 w 134763"/>
              <a:gd name="csY78" fmla="*/ 139816 h 148933"/>
              <a:gd name="csX79" fmla="*/ 124419 w 134763"/>
              <a:gd name="csY79" fmla="*/ 138676 h 148933"/>
              <a:gd name="csX80" fmla="*/ 122361 w 134763"/>
              <a:gd name="csY80" fmla="*/ 138302 h 148933"/>
              <a:gd name="csX81" fmla="*/ 5393 w 134763"/>
              <a:gd name="csY81" fmla="*/ 138302 h 148933"/>
            </a:gdLst>
            <a:ahLst/>
            <a:cxnLst/>
            <a:rect l="l" t="t" r="r" b="b"/>
            <a:pathLst>
              <a:path w="100000" h="100000">
                <a:moveTo>
                  <a:pt x="48784" y="1"/>
                </a:moveTo>
                <a:cubicBezTo>
                  <a:pt x="47835" y="12"/>
                  <a:pt x="46933" y="401"/>
                  <a:pt x="46270" y="1086"/>
                </a:cubicBezTo>
                <a:cubicBezTo>
                  <a:pt x="45619" y="1760"/>
                  <a:pt x="45253" y="2674"/>
                  <a:pt x="45265" y="3622"/>
                </a:cubicBezTo>
                <a:cubicBezTo>
                  <a:pt x="45265" y="8385"/>
                  <a:pt x="43632" y="9161"/>
                  <a:pt x="40650" y="11537"/>
                </a:cubicBezTo>
                <a:cubicBezTo>
                  <a:pt x="37680" y="13924"/>
                  <a:pt x="33362" y="17899"/>
                  <a:pt x="33362" y="25038"/>
                </a:cubicBezTo>
                <a:cubicBezTo>
                  <a:pt x="33362" y="25506"/>
                  <a:pt x="33453" y="25986"/>
                  <a:pt x="33625" y="26420"/>
                </a:cubicBezTo>
                <a:cubicBezTo>
                  <a:pt x="33796" y="26854"/>
                  <a:pt x="34058" y="27254"/>
                  <a:pt x="34390" y="27596"/>
                </a:cubicBezTo>
                <a:cubicBezTo>
                  <a:pt x="34721" y="27927"/>
                  <a:pt x="35121" y="28202"/>
                  <a:pt x="35555" y="28385"/>
                </a:cubicBezTo>
                <a:cubicBezTo>
                  <a:pt x="36001" y="28567"/>
                  <a:pt x="36469" y="28659"/>
                  <a:pt x="36937" y="28659"/>
                </a:cubicBezTo>
                <a:cubicBezTo>
                  <a:pt x="37405" y="28659"/>
                  <a:pt x="37874" y="28567"/>
                  <a:pt x="38319" y="28385"/>
                </a:cubicBezTo>
                <a:cubicBezTo>
                  <a:pt x="38754" y="28202"/>
                  <a:pt x="39142" y="27927"/>
                  <a:pt x="39485" y="27596"/>
                </a:cubicBezTo>
                <a:cubicBezTo>
                  <a:pt x="39816" y="27254"/>
                  <a:pt x="40079" y="26854"/>
                  <a:pt x="40250" y="26420"/>
                </a:cubicBezTo>
                <a:cubicBezTo>
                  <a:pt x="40422" y="25986"/>
                  <a:pt x="40513" y="25506"/>
                  <a:pt x="40501" y="25038"/>
                </a:cubicBezTo>
                <a:cubicBezTo>
                  <a:pt x="40501" y="20275"/>
                  <a:pt x="42146" y="19498"/>
                  <a:pt x="45116" y="17122"/>
                </a:cubicBezTo>
                <a:cubicBezTo>
                  <a:pt x="48098" y="14735"/>
                  <a:pt x="52405" y="10761"/>
                  <a:pt x="52405" y="3622"/>
                </a:cubicBezTo>
                <a:cubicBezTo>
                  <a:pt x="52416" y="3142"/>
                  <a:pt x="52325" y="2674"/>
                  <a:pt x="52142" y="2229"/>
                </a:cubicBezTo>
                <a:cubicBezTo>
                  <a:pt x="51959" y="1783"/>
                  <a:pt x="51696" y="1383"/>
                  <a:pt x="51354" y="1040"/>
                </a:cubicBezTo>
                <a:cubicBezTo>
                  <a:pt x="51022" y="709"/>
                  <a:pt x="50623" y="447"/>
                  <a:pt x="50177" y="264"/>
                </a:cubicBezTo>
                <a:cubicBezTo>
                  <a:pt x="49732" y="81"/>
                  <a:pt x="49263" y="-11"/>
                  <a:pt x="48784" y="1"/>
                </a:cubicBezTo>
                <a:close/>
                <a:moveTo>
                  <a:pt x="63063" y="4764"/>
                </a:moveTo>
                <a:cubicBezTo>
                  <a:pt x="62115" y="4775"/>
                  <a:pt x="61212" y="5163"/>
                  <a:pt x="60549" y="5849"/>
                </a:cubicBezTo>
                <a:cubicBezTo>
                  <a:pt x="59899" y="6523"/>
                  <a:pt x="59533" y="7437"/>
                  <a:pt x="59544" y="8385"/>
                </a:cubicBezTo>
                <a:cubicBezTo>
                  <a:pt x="59544" y="10166"/>
                  <a:pt x="59202" y="10909"/>
                  <a:pt x="58710" y="11606"/>
                </a:cubicBezTo>
                <a:cubicBezTo>
                  <a:pt x="58231" y="12291"/>
                  <a:pt x="57408" y="12965"/>
                  <a:pt x="56208" y="13856"/>
                </a:cubicBezTo>
                <a:cubicBezTo>
                  <a:pt x="55021" y="14747"/>
                  <a:pt x="53467" y="15866"/>
                  <a:pt x="52165" y="17705"/>
                </a:cubicBezTo>
                <a:cubicBezTo>
                  <a:pt x="50874" y="19544"/>
                  <a:pt x="50029" y="22068"/>
                  <a:pt x="50029" y="25038"/>
                </a:cubicBezTo>
                <a:cubicBezTo>
                  <a:pt x="50017" y="25506"/>
                  <a:pt x="50108" y="25986"/>
                  <a:pt x="50280" y="26420"/>
                </a:cubicBezTo>
                <a:cubicBezTo>
                  <a:pt x="50463" y="26854"/>
                  <a:pt x="50725" y="27254"/>
                  <a:pt x="51057" y="27596"/>
                </a:cubicBezTo>
                <a:cubicBezTo>
                  <a:pt x="51388" y="27927"/>
                  <a:pt x="51776" y="28202"/>
                  <a:pt x="52222" y="28385"/>
                </a:cubicBezTo>
                <a:cubicBezTo>
                  <a:pt x="52656" y="28567"/>
                  <a:pt x="53125" y="28659"/>
                  <a:pt x="53593" y="28659"/>
                </a:cubicBezTo>
                <a:cubicBezTo>
                  <a:pt x="54073" y="28659"/>
                  <a:pt x="54541" y="28567"/>
                  <a:pt x="54975" y="28385"/>
                </a:cubicBezTo>
                <a:cubicBezTo>
                  <a:pt x="55409" y="28202"/>
                  <a:pt x="55809" y="27927"/>
                  <a:pt x="56140" y="27596"/>
                </a:cubicBezTo>
                <a:cubicBezTo>
                  <a:pt x="56472" y="27254"/>
                  <a:pt x="56734" y="26854"/>
                  <a:pt x="56905" y="26420"/>
                </a:cubicBezTo>
                <a:cubicBezTo>
                  <a:pt x="57089" y="25986"/>
                  <a:pt x="57169" y="25506"/>
                  <a:pt x="57169" y="25038"/>
                </a:cubicBezTo>
                <a:cubicBezTo>
                  <a:pt x="57169" y="23256"/>
                  <a:pt x="57511" y="22502"/>
                  <a:pt x="58002" y="21817"/>
                </a:cubicBezTo>
                <a:cubicBezTo>
                  <a:pt x="58482" y="21132"/>
                  <a:pt x="59305" y="20458"/>
                  <a:pt x="60504" y="19567"/>
                </a:cubicBezTo>
                <a:cubicBezTo>
                  <a:pt x="61692" y="18676"/>
                  <a:pt x="63246" y="17556"/>
                  <a:pt x="64548" y="15718"/>
                </a:cubicBezTo>
                <a:cubicBezTo>
                  <a:pt x="65839" y="13879"/>
                  <a:pt x="66684" y="11354"/>
                  <a:pt x="66684" y="8385"/>
                </a:cubicBezTo>
                <a:cubicBezTo>
                  <a:pt x="66696" y="7905"/>
                  <a:pt x="66604" y="7425"/>
                  <a:pt x="66421" y="6991"/>
                </a:cubicBezTo>
                <a:cubicBezTo>
                  <a:pt x="66239" y="6546"/>
                  <a:pt x="65976" y="6146"/>
                  <a:pt x="65634" y="5803"/>
                </a:cubicBezTo>
                <a:cubicBezTo>
                  <a:pt x="65302" y="5472"/>
                  <a:pt x="64902" y="5198"/>
                  <a:pt x="64457" y="5015"/>
                </a:cubicBezTo>
                <a:cubicBezTo>
                  <a:pt x="64011" y="4844"/>
                  <a:pt x="63543" y="4752"/>
                  <a:pt x="63063" y="4764"/>
                </a:cubicBezTo>
                <a:close/>
                <a:moveTo>
                  <a:pt x="25034" y="33365"/>
                </a:moveTo>
                <a:cubicBezTo>
                  <a:pt x="20441" y="33365"/>
                  <a:pt x="16706" y="37099"/>
                  <a:pt x="16706" y="41691"/>
                </a:cubicBezTo>
                <a:lnTo>
                  <a:pt x="16706" y="70246"/>
                </a:lnTo>
                <a:cubicBezTo>
                  <a:pt x="16706" y="80092"/>
                  <a:pt x="24714" y="88099"/>
                  <a:pt x="34561" y="88099"/>
                </a:cubicBezTo>
                <a:lnTo>
                  <a:pt x="60733" y="88099"/>
                </a:lnTo>
                <a:cubicBezTo>
                  <a:pt x="70180" y="88099"/>
                  <a:pt x="77902" y="80732"/>
                  <a:pt x="78519" y="71446"/>
                </a:cubicBezTo>
                <a:lnTo>
                  <a:pt x="79775" y="71446"/>
                </a:lnTo>
                <a:cubicBezTo>
                  <a:pt x="88275" y="71446"/>
                  <a:pt x="95243" y="64478"/>
                  <a:pt x="95243" y="55969"/>
                </a:cubicBezTo>
                <a:lnTo>
                  <a:pt x="95243" y="51217"/>
                </a:lnTo>
                <a:cubicBezTo>
                  <a:pt x="95243" y="46660"/>
                  <a:pt x="91473" y="42890"/>
                  <a:pt x="86916" y="42890"/>
                </a:cubicBezTo>
                <a:lnTo>
                  <a:pt x="78588" y="42890"/>
                </a:lnTo>
                <a:lnTo>
                  <a:pt x="78588" y="41691"/>
                </a:lnTo>
                <a:cubicBezTo>
                  <a:pt x="78588" y="37099"/>
                  <a:pt x="74852" y="33365"/>
                  <a:pt x="70260" y="33365"/>
                </a:cubicBezTo>
                <a:lnTo>
                  <a:pt x="25034" y="33365"/>
                </a:lnTo>
                <a:close/>
                <a:moveTo>
                  <a:pt x="78588" y="50029"/>
                </a:moveTo>
                <a:lnTo>
                  <a:pt x="86916" y="50029"/>
                </a:lnTo>
                <a:cubicBezTo>
                  <a:pt x="87612" y="50029"/>
                  <a:pt x="88103" y="50509"/>
                  <a:pt x="88103" y="51217"/>
                </a:cubicBezTo>
                <a:lnTo>
                  <a:pt x="88103" y="55969"/>
                </a:lnTo>
                <a:cubicBezTo>
                  <a:pt x="88103" y="60617"/>
                  <a:pt x="84413" y="64307"/>
                  <a:pt x="79775" y="64307"/>
                </a:cubicBezTo>
                <a:lnTo>
                  <a:pt x="78588" y="64307"/>
                </a:lnTo>
                <a:lnTo>
                  <a:pt x="78588" y="50029"/>
                </a:lnTo>
                <a:close/>
                <a:moveTo>
                  <a:pt x="8378" y="92862"/>
                </a:moveTo>
                <a:cubicBezTo>
                  <a:pt x="7910" y="92850"/>
                  <a:pt x="7430" y="92942"/>
                  <a:pt x="6996" y="93113"/>
                </a:cubicBezTo>
                <a:cubicBezTo>
                  <a:pt x="6562" y="93284"/>
                  <a:pt x="6163" y="93547"/>
                  <a:pt x="5819" y="93878"/>
                </a:cubicBezTo>
                <a:cubicBezTo>
                  <a:pt x="5488" y="94221"/>
                  <a:pt x="5214" y="94609"/>
                  <a:pt x="5031" y="95043"/>
                </a:cubicBezTo>
                <a:cubicBezTo>
                  <a:pt x="4848" y="95489"/>
                  <a:pt x="4757" y="95957"/>
                  <a:pt x="4757" y="96425"/>
                </a:cubicBezTo>
                <a:cubicBezTo>
                  <a:pt x="4757" y="96894"/>
                  <a:pt x="4848" y="97362"/>
                  <a:pt x="5031" y="97808"/>
                </a:cubicBezTo>
                <a:cubicBezTo>
                  <a:pt x="5214" y="98241"/>
                  <a:pt x="5488" y="98630"/>
                  <a:pt x="5819" y="98973"/>
                </a:cubicBezTo>
                <a:cubicBezTo>
                  <a:pt x="6163" y="99304"/>
                  <a:pt x="6562" y="99566"/>
                  <a:pt x="6996" y="99737"/>
                </a:cubicBezTo>
                <a:cubicBezTo>
                  <a:pt x="7430" y="99909"/>
                  <a:pt x="7910" y="100001"/>
                  <a:pt x="8378" y="100001"/>
                </a:cubicBezTo>
                <a:lnTo>
                  <a:pt x="86916" y="100001"/>
                </a:lnTo>
                <a:cubicBezTo>
                  <a:pt x="87384" y="100001"/>
                  <a:pt x="87852" y="99909"/>
                  <a:pt x="88297" y="99737"/>
                </a:cubicBezTo>
                <a:cubicBezTo>
                  <a:pt x="88732" y="99566"/>
                  <a:pt x="89131" y="99304"/>
                  <a:pt x="89474" y="98973"/>
                </a:cubicBezTo>
                <a:cubicBezTo>
                  <a:pt x="89805" y="98630"/>
                  <a:pt x="90079" y="98241"/>
                  <a:pt x="90262" y="97808"/>
                </a:cubicBezTo>
                <a:cubicBezTo>
                  <a:pt x="90445" y="97362"/>
                  <a:pt x="90537" y="96894"/>
                  <a:pt x="90537" y="96425"/>
                </a:cubicBezTo>
                <a:cubicBezTo>
                  <a:pt x="90537" y="95957"/>
                  <a:pt x="90445" y="95489"/>
                  <a:pt x="90262" y="95043"/>
                </a:cubicBezTo>
                <a:cubicBezTo>
                  <a:pt x="90079" y="94609"/>
                  <a:pt x="89805" y="94221"/>
                  <a:pt x="89474" y="93878"/>
                </a:cubicBezTo>
                <a:cubicBezTo>
                  <a:pt x="89131" y="93547"/>
                  <a:pt x="88732" y="93284"/>
                  <a:pt x="88297" y="93113"/>
                </a:cubicBezTo>
                <a:cubicBezTo>
                  <a:pt x="87852" y="92942"/>
                  <a:pt x="87384" y="92850"/>
                  <a:pt x="86916" y="92862"/>
                </a:cubicBezTo>
                <a:lnTo>
                  <a:pt x="8378" y="9286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8" name="Белый — SVG 7">
            <a:extLst>
              <a:ext uri="{FF2B5EF4-FFF2-40B4-BE49-F238E27FC236}">
                <a16:creationId xmlns:a16="http://schemas.microsoft.com/office/drawing/2014/main" id="{735C36F8-B420-3A4D-A66D-D26C8A05956D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32632 w 99239"/>
              <a:gd name="csY0" fmla="*/ 0 h 141753"/>
              <a:gd name="csX1" fmla="*/ 14223 w 99239"/>
              <a:gd name="csY1" fmla="*/ 17726 h 141753"/>
              <a:gd name="csX2" fmla="*/ 46072 w 99239"/>
              <a:gd name="csY2" fmla="*/ 17726 h 141753"/>
              <a:gd name="csX3" fmla="*/ 49628 w 99239"/>
              <a:gd name="csY3" fmla="*/ 21264 h 141753"/>
              <a:gd name="csX4" fmla="*/ 46072 w 99239"/>
              <a:gd name="csY4" fmla="*/ 24802 h 141753"/>
              <a:gd name="csX5" fmla="*/ 5206 w 99239"/>
              <a:gd name="csY5" fmla="*/ 24802 h 141753"/>
              <a:gd name="csX6" fmla="*/ 0 w 99239"/>
              <a:gd name="csY6" fmla="*/ 38343 h 141753"/>
              <a:gd name="csX7" fmla="*/ 0 w 99239"/>
              <a:gd name="csY7" fmla="*/ 46066 h 141753"/>
              <a:gd name="csX8" fmla="*/ 3539 w 99239"/>
              <a:gd name="csY8" fmla="*/ 49621 h 141753"/>
              <a:gd name="csX9" fmla="*/ 5768 w 99239"/>
              <a:gd name="csY9" fmla="*/ 49621 h 141753"/>
              <a:gd name="csX10" fmla="*/ 93489 w 99239"/>
              <a:gd name="csY10" fmla="*/ 49621 h 141753"/>
              <a:gd name="csX11" fmla="*/ 95700 w 99239"/>
              <a:gd name="csY11" fmla="*/ 49621 h 141753"/>
              <a:gd name="csX12" fmla="*/ 99239 w 99239"/>
              <a:gd name="csY12" fmla="*/ 46066 h 141753"/>
              <a:gd name="csX13" fmla="*/ 99239 w 99239"/>
              <a:gd name="csY13" fmla="*/ 38343 h 141753"/>
              <a:gd name="csX14" fmla="*/ 85407 w 99239"/>
              <a:gd name="csY14" fmla="*/ 19699 h 141753"/>
              <a:gd name="csX15" fmla="*/ 66608 w 99239"/>
              <a:gd name="csY15" fmla="*/ 0 h 141753"/>
              <a:gd name="csX16" fmla="*/ 32632 w 99239"/>
              <a:gd name="csY16" fmla="*/ 0 h 141753"/>
              <a:gd name="csX17" fmla="*/ 6720 w 99239"/>
              <a:gd name="csY17" fmla="*/ 56698 h 141753"/>
              <a:gd name="csX18" fmla="*/ 10531 w 99239"/>
              <a:gd name="csY18" fmla="*/ 85056 h 141753"/>
              <a:gd name="csX19" fmla="*/ 34282 w 99239"/>
              <a:gd name="csY19" fmla="*/ 85056 h 141753"/>
              <a:gd name="csX20" fmla="*/ 49628 w 99239"/>
              <a:gd name="csY20" fmla="*/ 74424 h 141753"/>
              <a:gd name="csX21" fmla="*/ 64957 w 99239"/>
              <a:gd name="csY21" fmla="*/ 85056 h 141753"/>
              <a:gd name="csX22" fmla="*/ 88708 w 99239"/>
              <a:gd name="csY22" fmla="*/ 85056 h 141753"/>
              <a:gd name="csX23" fmla="*/ 92536 w 99239"/>
              <a:gd name="csY23" fmla="*/ 56698 h 141753"/>
              <a:gd name="csX24" fmla="*/ 6720 w 99239"/>
              <a:gd name="csY24" fmla="*/ 56698 h 141753"/>
              <a:gd name="csX25" fmla="*/ 13390 w 99239"/>
              <a:gd name="csY25" fmla="*/ 106319 h 141753"/>
              <a:gd name="csX26" fmla="*/ 16095 w 99239"/>
              <a:gd name="csY26" fmla="*/ 126393 h 141753"/>
              <a:gd name="csX27" fmla="*/ 33670 w 99239"/>
              <a:gd name="csY27" fmla="*/ 141753 h 141753"/>
              <a:gd name="csX28" fmla="*/ 65570 w 99239"/>
              <a:gd name="csY28" fmla="*/ 141753 h 141753"/>
              <a:gd name="csX29" fmla="*/ 83162 w 99239"/>
              <a:gd name="csY29" fmla="*/ 126393 h 141753"/>
              <a:gd name="csX30" fmla="*/ 85850 w 99239"/>
              <a:gd name="csY30" fmla="*/ 106319 h 141753"/>
              <a:gd name="csX31" fmla="*/ 64957 w 99239"/>
              <a:gd name="csY31" fmla="*/ 106319 h 141753"/>
              <a:gd name="csX32" fmla="*/ 49628 w 99239"/>
              <a:gd name="csY32" fmla="*/ 116951 h 141753"/>
              <a:gd name="csX33" fmla="*/ 34282 w 99239"/>
              <a:gd name="csY33" fmla="*/ 106319 h 141753"/>
              <a:gd name="csX34" fmla="*/ 13390 w 99239"/>
              <a:gd name="csY34" fmla="*/ 106319 h 141753"/>
            </a:gdLst>
            <a:ahLst/>
            <a:cxnLst/>
            <a:rect l="l" t="t" r="r" b="b"/>
            <a:pathLst>
              <a:path w="100000" h="100000">
                <a:moveTo>
                  <a:pt x="38016" y="0"/>
                </a:moveTo>
                <a:cubicBezTo>
                  <a:pt x="31679" y="0"/>
                  <a:pt x="26410" y="5364"/>
                  <a:pt x="25029" y="12505"/>
                </a:cubicBezTo>
                <a:lnTo>
                  <a:pt x="47497" y="12505"/>
                </a:lnTo>
                <a:cubicBezTo>
                  <a:pt x="48890" y="12505"/>
                  <a:pt x="50006" y="13621"/>
                  <a:pt x="50006" y="15001"/>
                </a:cubicBezTo>
                <a:cubicBezTo>
                  <a:pt x="50006" y="16381"/>
                  <a:pt x="48890" y="17497"/>
                  <a:pt x="47497" y="17497"/>
                </a:cubicBezTo>
                <a:lnTo>
                  <a:pt x="18668" y="17497"/>
                </a:lnTo>
                <a:cubicBezTo>
                  <a:pt x="16424" y="19933"/>
                  <a:pt x="14996" y="23305"/>
                  <a:pt x="14996" y="27049"/>
                </a:cubicBezTo>
                <a:lnTo>
                  <a:pt x="14996" y="32497"/>
                </a:lnTo>
                <a:cubicBezTo>
                  <a:pt x="14996" y="33877"/>
                  <a:pt x="16112" y="35005"/>
                  <a:pt x="17492" y="35005"/>
                </a:cubicBezTo>
                <a:lnTo>
                  <a:pt x="19065" y="35005"/>
                </a:lnTo>
                <a:lnTo>
                  <a:pt x="80948" y="35005"/>
                </a:lnTo>
                <a:lnTo>
                  <a:pt x="82508" y="35005"/>
                </a:lnTo>
                <a:cubicBezTo>
                  <a:pt x="83888" y="35005"/>
                  <a:pt x="85004" y="33877"/>
                  <a:pt x="85004" y="32497"/>
                </a:cubicBezTo>
                <a:lnTo>
                  <a:pt x="85004" y="27049"/>
                </a:lnTo>
                <a:cubicBezTo>
                  <a:pt x="85004" y="20545"/>
                  <a:pt x="80803" y="15121"/>
                  <a:pt x="75246" y="13897"/>
                </a:cubicBezTo>
                <a:cubicBezTo>
                  <a:pt x="74346" y="6049"/>
                  <a:pt x="68741" y="0"/>
                  <a:pt x="61985" y="0"/>
                </a:cubicBezTo>
                <a:lnTo>
                  <a:pt x="38016" y="0"/>
                </a:lnTo>
                <a:close/>
                <a:moveTo>
                  <a:pt x="19736" y="39998"/>
                </a:moveTo>
                <a:lnTo>
                  <a:pt x="22425" y="60003"/>
                </a:lnTo>
                <a:lnTo>
                  <a:pt x="39180" y="60003"/>
                </a:lnTo>
                <a:cubicBezTo>
                  <a:pt x="41352" y="55526"/>
                  <a:pt x="45373" y="52503"/>
                  <a:pt x="50006" y="52503"/>
                </a:cubicBezTo>
                <a:cubicBezTo>
                  <a:pt x="54627" y="52503"/>
                  <a:pt x="58660" y="55526"/>
                  <a:pt x="60820" y="60003"/>
                </a:cubicBezTo>
                <a:lnTo>
                  <a:pt x="77575" y="60003"/>
                </a:lnTo>
                <a:lnTo>
                  <a:pt x="80276" y="39998"/>
                </a:lnTo>
                <a:lnTo>
                  <a:pt x="19736" y="39998"/>
                </a:lnTo>
                <a:close/>
                <a:moveTo>
                  <a:pt x="24442" y="75003"/>
                </a:moveTo>
                <a:lnTo>
                  <a:pt x="26350" y="89164"/>
                </a:lnTo>
                <a:cubicBezTo>
                  <a:pt x="27178" y="95344"/>
                  <a:pt x="32519" y="100000"/>
                  <a:pt x="38748" y="100000"/>
                </a:cubicBezTo>
                <a:lnTo>
                  <a:pt x="61252" y="100000"/>
                </a:lnTo>
                <a:cubicBezTo>
                  <a:pt x="67493" y="100000"/>
                  <a:pt x="72822" y="95344"/>
                  <a:pt x="73663" y="89164"/>
                </a:cubicBezTo>
                <a:lnTo>
                  <a:pt x="75559" y="75003"/>
                </a:lnTo>
                <a:lnTo>
                  <a:pt x="60820" y="75003"/>
                </a:lnTo>
                <a:cubicBezTo>
                  <a:pt x="58660" y="79480"/>
                  <a:pt x="54627" y="82503"/>
                  <a:pt x="50006" y="82503"/>
                </a:cubicBezTo>
                <a:cubicBezTo>
                  <a:pt x="45373" y="82503"/>
                  <a:pt x="41352" y="79480"/>
                  <a:pt x="39180" y="75003"/>
                </a:cubicBezTo>
                <a:lnTo>
                  <a:pt x="24442" y="7500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9" name="Белый — SVG 8">
            <a:extLst>
              <a:ext uri="{FF2B5EF4-FFF2-40B4-BE49-F238E27FC236}">
                <a16:creationId xmlns:a16="http://schemas.microsoft.com/office/drawing/2014/main" id="{9A1BC9FB-E94D-CD4B-88C0-A810F34AFA3D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50045 w 99244"/>
              <a:gd name="csY0" fmla="*/ 1 h 141754"/>
              <a:gd name="csX1" fmla="*/ 3949 w 99244"/>
              <a:gd name="csY1" fmla="*/ 44076 h 141754"/>
              <a:gd name="csX2" fmla="*/ 12132 w 99244"/>
              <a:gd name="csY2" fmla="*/ 53160 h 141754"/>
              <a:gd name="csX3" fmla="*/ 20144 w 99244"/>
              <a:gd name="csY3" fmla="*/ 53160 h 141754"/>
              <a:gd name="csX4" fmla="*/ 28356 w 99244"/>
              <a:gd name="csY4" fmla="*/ 44944 h 141754"/>
              <a:gd name="csX5" fmla="*/ 28356 w 99244"/>
              <a:gd name="csY5" fmla="*/ 43447 h 141754"/>
              <a:gd name="csX6" fmla="*/ 50154 w 99244"/>
              <a:gd name="csY6" fmla="*/ 21264 h 141754"/>
              <a:gd name="csX7" fmla="*/ 70881 w 99244"/>
              <a:gd name="csY7" fmla="*/ 42001 h 141754"/>
              <a:gd name="csX8" fmla="*/ 48711 w 99244"/>
              <a:gd name="csY8" fmla="*/ 63792 h 141754"/>
              <a:gd name="csX9" fmla="*/ 14177 w 99244"/>
              <a:gd name="csY9" fmla="*/ 63792 h 141754"/>
              <a:gd name="csX10" fmla="*/ 0 w 99244"/>
              <a:gd name="csY10" fmla="*/ 77962 h 141754"/>
              <a:gd name="csX11" fmla="*/ 0 w 99244"/>
              <a:gd name="csY11" fmla="*/ 124046 h 141754"/>
              <a:gd name="csX12" fmla="*/ 17723 w 99244"/>
              <a:gd name="csY12" fmla="*/ 141754 h 141754"/>
              <a:gd name="csX13" fmla="*/ 81523 w 99244"/>
              <a:gd name="csY13" fmla="*/ 141754 h 141754"/>
              <a:gd name="csX14" fmla="*/ 99244 w 99244"/>
              <a:gd name="csY14" fmla="*/ 124046 h 141754"/>
              <a:gd name="csX15" fmla="*/ 99244 w 99244"/>
              <a:gd name="csY15" fmla="*/ 50796 h 141754"/>
              <a:gd name="csX16" fmla="*/ 50045 w 99244"/>
              <a:gd name="csY16" fmla="*/ 1 h 141754"/>
            </a:gdLst>
            <a:ahLst/>
            <a:cxnLst/>
            <a:rect l="l" t="t" r="r" b="b"/>
            <a:pathLst>
              <a:path w="100000" h="100000">
                <a:moveTo>
                  <a:pt x="50298" y="1"/>
                </a:moveTo>
                <a:cubicBezTo>
                  <a:pt x="32462" y="-83"/>
                  <a:pt x="19047" y="13009"/>
                  <a:pt x="17780" y="31093"/>
                </a:cubicBezTo>
                <a:cubicBezTo>
                  <a:pt x="17540" y="34526"/>
                  <a:pt x="20113" y="37502"/>
                  <a:pt x="23553" y="37502"/>
                </a:cubicBezTo>
                <a:lnTo>
                  <a:pt x="29205" y="37502"/>
                </a:lnTo>
                <a:cubicBezTo>
                  <a:pt x="32405" y="37502"/>
                  <a:pt x="34998" y="34910"/>
                  <a:pt x="34998" y="31706"/>
                </a:cubicBezTo>
                <a:lnTo>
                  <a:pt x="34998" y="30650"/>
                </a:lnTo>
                <a:cubicBezTo>
                  <a:pt x="34998" y="22117"/>
                  <a:pt x="41844" y="14797"/>
                  <a:pt x="50375" y="15001"/>
                </a:cubicBezTo>
                <a:cubicBezTo>
                  <a:pt x="58362" y="15205"/>
                  <a:pt x="64800" y="21637"/>
                  <a:pt x="64997" y="29629"/>
                </a:cubicBezTo>
                <a:cubicBezTo>
                  <a:pt x="65207" y="38162"/>
                  <a:pt x="57895" y="45002"/>
                  <a:pt x="49357" y="45002"/>
                </a:cubicBezTo>
                <a:lnTo>
                  <a:pt x="24995" y="45002"/>
                </a:lnTo>
                <a:cubicBezTo>
                  <a:pt x="19472" y="45002"/>
                  <a:pt x="14994" y="49478"/>
                  <a:pt x="14994" y="54998"/>
                </a:cubicBezTo>
                <a:lnTo>
                  <a:pt x="14994" y="87508"/>
                </a:lnTo>
                <a:cubicBezTo>
                  <a:pt x="14994" y="94408"/>
                  <a:pt x="20593" y="100000"/>
                  <a:pt x="27497" y="100000"/>
                </a:cubicBezTo>
                <a:lnTo>
                  <a:pt x="72504" y="100000"/>
                </a:lnTo>
                <a:cubicBezTo>
                  <a:pt x="79408" y="100000"/>
                  <a:pt x="85006" y="94408"/>
                  <a:pt x="85006" y="87508"/>
                </a:cubicBezTo>
                <a:lnTo>
                  <a:pt x="85006" y="35834"/>
                </a:lnTo>
                <a:cubicBezTo>
                  <a:pt x="85006" y="16477"/>
                  <a:pt x="69654" y="97"/>
                  <a:pt x="50298" y="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0" name="Белый — SVG 9">
            <a:extLst>
              <a:ext uri="{FF2B5EF4-FFF2-40B4-BE49-F238E27FC236}">
                <a16:creationId xmlns:a16="http://schemas.microsoft.com/office/drawing/2014/main" id="{D3D7583F-BFF1-514A-B299-9DAACCB958D2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37702 w 120506"/>
              <a:gd name="csY0" fmla="*/ 63792 h 145308"/>
              <a:gd name="csX1" fmla="*/ 82787 w 120506"/>
              <a:gd name="csY1" fmla="*/ 63792 h 145308"/>
              <a:gd name="csX2" fmla="*/ 92162 w 120506"/>
              <a:gd name="csY2" fmla="*/ 12877 h 145308"/>
              <a:gd name="csX3" fmla="*/ 92162 w 120506"/>
              <a:gd name="csY3" fmla="*/ 10717 h 145308"/>
              <a:gd name="csX4" fmla="*/ 81443 w 120506"/>
              <a:gd name="csY4" fmla="*/ 0 h 145308"/>
              <a:gd name="csX5" fmla="*/ 72103 w 120506"/>
              <a:gd name="csY5" fmla="*/ 5460 h 145308"/>
              <a:gd name="csX6" fmla="*/ 72018 w 120506"/>
              <a:gd name="csY6" fmla="*/ 5631 h 145308"/>
              <a:gd name="csX7" fmla="*/ 60261 w 120506"/>
              <a:gd name="csY7" fmla="*/ 32763 h 145308"/>
              <a:gd name="csX8" fmla="*/ 48420 w 120506"/>
              <a:gd name="csY8" fmla="*/ 5460 h 145308"/>
              <a:gd name="csX9" fmla="*/ 39063 w 120506"/>
              <a:gd name="csY9" fmla="*/ 0 h 145308"/>
              <a:gd name="csX10" fmla="*/ 28361 w 120506"/>
              <a:gd name="csY10" fmla="*/ 10717 h 145308"/>
              <a:gd name="csX11" fmla="*/ 28361 w 120506"/>
              <a:gd name="csY11" fmla="*/ 12758 h 145308"/>
              <a:gd name="csX12" fmla="*/ 37344 w 120506"/>
              <a:gd name="csY12" fmla="*/ 63179 h 145308"/>
              <a:gd name="csX13" fmla="*/ 37702 w 120506"/>
              <a:gd name="csY13" fmla="*/ 63792 h 145308"/>
              <a:gd name="csX14" fmla="*/ 89082 w 120506"/>
              <a:gd name="csY14" fmla="*/ 70885 h 145308"/>
              <a:gd name="csX15" fmla="*/ 30046 w 120506"/>
              <a:gd name="csY15" fmla="*/ 70885 h 145308"/>
              <a:gd name="csX16" fmla="*/ 0 w 120506"/>
              <a:gd name="csY16" fmla="*/ 131292 h 145308"/>
              <a:gd name="csX17" fmla="*/ 0 w 120506"/>
              <a:gd name="csY17" fmla="*/ 132534 h 145308"/>
              <a:gd name="csX18" fmla="*/ 12777 w 120506"/>
              <a:gd name="csY18" fmla="*/ 145309 h 145308"/>
              <a:gd name="csX19" fmla="*/ 107746 w 120506"/>
              <a:gd name="csY19" fmla="*/ 145309 h 145308"/>
              <a:gd name="csX20" fmla="*/ 120506 w 120506"/>
              <a:gd name="csY20" fmla="*/ 132534 h 145308"/>
              <a:gd name="csX21" fmla="*/ 89082 w 120506"/>
              <a:gd name="csY21" fmla="*/ 70885 h 145308"/>
            </a:gdLst>
            <a:ahLst/>
            <a:cxnLst/>
            <a:rect l="l" t="t" r="r" b="b"/>
            <a:pathLst>
              <a:path w="100000" h="100000">
                <a:moveTo>
                  <a:pt x="34481" y="43901"/>
                </a:moveTo>
                <a:lnTo>
                  <a:pt x="65508" y="43901"/>
                </a:lnTo>
                <a:cubicBezTo>
                  <a:pt x="71140" y="33962"/>
                  <a:pt x="71960" y="20663"/>
                  <a:pt x="71960" y="8862"/>
                </a:cubicBezTo>
                <a:lnTo>
                  <a:pt x="71960" y="7375"/>
                </a:lnTo>
                <a:cubicBezTo>
                  <a:pt x="71960" y="3301"/>
                  <a:pt x="68646" y="0"/>
                  <a:pt x="64583" y="0"/>
                </a:cubicBezTo>
                <a:cubicBezTo>
                  <a:pt x="61925" y="0"/>
                  <a:pt x="59454" y="1440"/>
                  <a:pt x="58155" y="3758"/>
                </a:cubicBezTo>
                <a:cubicBezTo>
                  <a:pt x="58132" y="3793"/>
                  <a:pt x="58108" y="3828"/>
                  <a:pt x="58097" y="3875"/>
                </a:cubicBezTo>
                <a:lnTo>
                  <a:pt x="50006" y="22547"/>
                </a:lnTo>
                <a:lnTo>
                  <a:pt x="41857" y="3758"/>
                </a:lnTo>
                <a:cubicBezTo>
                  <a:pt x="40546" y="1440"/>
                  <a:pt x="38087" y="0"/>
                  <a:pt x="35417" y="0"/>
                </a:cubicBezTo>
                <a:cubicBezTo>
                  <a:pt x="31354" y="0"/>
                  <a:pt x="28052" y="3301"/>
                  <a:pt x="28052" y="7375"/>
                </a:cubicBezTo>
                <a:lnTo>
                  <a:pt x="28052" y="8780"/>
                </a:lnTo>
                <a:cubicBezTo>
                  <a:pt x="28052" y="21225"/>
                  <a:pt x="28802" y="34044"/>
                  <a:pt x="34234" y="43479"/>
                </a:cubicBezTo>
                <a:lnTo>
                  <a:pt x="34481" y="43901"/>
                </a:lnTo>
                <a:close/>
                <a:moveTo>
                  <a:pt x="69840" y="48783"/>
                </a:moveTo>
                <a:lnTo>
                  <a:pt x="29212" y="48783"/>
                </a:lnTo>
                <a:cubicBezTo>
                  <a:pt x="16239" y="60489"/>
                  <a:pt x="8534" y="75861"/>
                  <a:pt x="8534" y="90354"/>
                </a:cubicBezTo>
                <a:lnTo>
                  <a:pt x="8534" y="91209"/>
                </a:lnTo>
                <a:cubicBezTo>
                  <a:pt x="8534" y="96055"/>
                  <a:pt x="12480" y="100001"/>
                  <a:pt x="17327" y="100001"/>
                </a:cubicBezTo>
                <a:lnTo>
                  <a:pt x="82684" y="100001"/>
                </a:lnTo>
                <a:cubicBezTo>
                  <a:pt x="87531" y="100001"/>
                  <a:pt x="91466" y="96055"/>
                  <a:pt x="91466" y="91209"/>
                </a:cubicBezTo>
                <a:cubicBezTo>
                  <a:pt x="91466" y="76153"/>
                  <a:pt x="83422" y="60478"/>
                  <a:pt x="69840" y="4878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1" name="Белый — SVG 10">
            <a:extLst>
              <a:ext uri="{FF2B5EF4-FFF2-40B4-BE49-F238E27FC236}">
                <a16:creationId xmlns:a16="http://schemas.microsoft.com/office/drawing/2014/main" id="{1E944A10-576E-6C45-819D-A9D3416CB9CB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58541 w 127724"/>
              <a:gd name="csY0" fmla="*/ 0 h 141753"/>
              <a:gd name="csX1" fmla="*/ 66 w 127724"/>
              <a:gd name="csY1" fmla="*/ 63792 h 141753"/>
              <a:gd name="csX2" fmla="*/ 66 w 127724"/>
              <a:gd name="csY2" fmla="*/ 64727 h 141753"/>
              <a:gd name="csX3" fmla="*/ 372 w 127724"/>
              <a:gd name="csY3" fmla="*/ 67483 h 141753"/>
              <a:gd name="csX4" fmla="*/ 2056 w 127724"/>
              <a:gd name="csY4" fmla="*/ 69711 h 141753"/>
              <a:gd name="csX5" fmla="*/ 35505 w 127724"/>
              <a:gd name="csY5" fmla="*/ 96470 h 141753"/>
              <a:gd name="csX6" fmla="*/ 35505 w 127724"/>
              <a:gd name="csY6" fmla="*/ 125814 h 141753"/>
              <a:gd name="csX7" fmla="*/ 51446 w 127724"/>
              <a:gd name="csY7" fmla="*/ 141753 h 141753"/>
              <a:gd name="csX8" fmla="*/ 76269 w 127724"/>
              <a:gd name="csY8" fmla="*/ 141753 h 141753"/>
              <a:gd name="csX9" fmla="*/ 92210 w 127724"/>
              <a:gd name="csY9" fmla="*/ 125814 h 141753"/>
              <a:gd name="csX10" fmla="*/ 92210 w 127724"/>
              <a:gd name="csY10" fmla="*/ 96470 h 141753"/>
              <a:gd name="csX11" fmla="*/ 125659 w 127724"/>
              <a:gd name="csY11" fmla="*/ 69711 h 141753"/>
              <a:gd name="csX12" fmla="*/ 127343 w 127724"/>
              <a:gd name="csY12" fmla="*/ 67483 h 141753"/>
              <a:gd name="csX13" fmla="*/ 127666 w 127724"/>
              <a:gd name="csY13" fmla="*/ 64710 h 141753"/>
              <a:gd name="csX14" fmla="*/ 127666 w 127724"/>
              <a:gd name="csY14" fmla="*/ 63792 h 141753"/>
              <a:gd name="csX15" fmla="*/ 69174 w 127724"/>
              <a:gd name="csY15" fmla="*/ 0 h 141753"/>
              <a:gd name="csX16" fmla="*/ 88672 w 127724"/>
              <a:gd name="csY16" fmla="*/ 51390 h 141753"/>
              <a:gd name="csX17" fmla="*/ 83346 w 127724"/>
              <a:gd name="csY17" fmla="*/ 56698 h 141753"/>
              <a:gd name="csX18" fmla="*/ 78038 w 127724"/>
              <a:gd name="csY18" fmla="*/ 51390 h 141753"/>
              <a:gd name="csX19" fmla="*/ 63849 w 127724"/>
              <a:gd name="csY19" fmla="*/ 8863 h 141753"/>
              <a:gd name="csX20" fmla="*/ 49677 w 127724"/>
              <a:gd name="csY20" fmla="*/ 51390 h 141753"/>
              <a:gd name="csX21" fmla="*/ 44369 w 127724"/>
              <a:gd name="csY21" fmla="*/ 56698 h 141753"/>
              <a:gd name="csX22" fmla="*/ 39043 w 127724"/>
              <a:gd name="csY22" fmla="*/ 51390 h 141753"/>
              <a:gd name="csX23" fmla="*/ 58541 w 127724"/>
              <a:gd name="csY23" fmla="*/ 0 h 141753"/>
              <a:gd name="csX24" fmla="*/ 24871 w 127724"/>
              <a:gd name="csY24" fmla="*/ 60253 h 141753"/>
              <a:gd name="csX25" fmla="*/ 39588 w 127724"/>
              <a:gd name="csY25" fmla="*/ 67908 h 141753"/>
              <a:gd name="csX26" fmla="*/ 48639 w 127724"/>
              <a:gd name="csY26" fmla="*/ 88594 h 141753"/>
              <a:gd name="csX27" fmla="*/ 42684 w 127724"/>
              <a:gd name="csY27" fmla="*/ 88594 h 141753"/>
              <a:gd name="csX28" fmla="*/ 12809 w 127724"/>
              <a:gd name="csY28" fmla="*/ 64693 h 141753"/>
              <a:gd name="csX29" fmla="*/ 24871 w 127724"/>
              <a:gd name="csY29" fmla="*/ 60253 h 141753"/>
              <a:gd name="csX30" fmla="*/ 63866 w 127724"/>
              <a:gd name="csY30" fmla="*/ 60253 h 141753"/>
              <a:gd name="csX31" fmla="*/ 77290 w 127724"/>
              <a:gd name="csY31" fmla="*/ 66139 h 141753"/>
              <a:gd name="csX32" fmla="*/ 67473 w 127724"/>
              <a:gd name="csY32" fmla="*/ 88594 h 141753"/>
              <a:gd name="csX33" fmla="*/ 60259 w 127724"/>
              <a:gd name="csY33" fmla="*/ 88594 h 141753"/>
              <a:gd name="csX34" fmla="*/ 50408 w 127724"/>
              <a:gd name="csY34" fmla="*/ 66122 h 141753"/>
              <a:gd name="csX35" fmla="*/ 63866 w 127724"/>
              <a:gd name="csY35" fmla="*/ 60253 h 141753"/>
              <a:gd name="csX36" fmla="*/ 102844 w 127724"/>
              <a:gd name="csY36" fmla="*/ 60253 h 141753"/>
              <a:gd name="csX37" fmla="*/ 114889 w 127724"/>
              <a:gd name="csY37" fmla="*/ 64710 h 141753"/>
              <a:gd name="csX38" fmla="*/ 85031 w 127724"/>
              <a:gd name="csY38" fmla="*/ 88594 h 141753"/>
              <a:gd name="csX39" fmla="*/ 79076 w 127724"/>
              <a:gd name="csY39" fmla="*/ 88594 h 141753"/>
              <a:gd name="csX40" fmla="*/ 88144 w 127724"/>
              <a:gd name="csY40" fmla="*/ 67908 h 141753"/>
              <a:gd name="csX41" fmla="*/ 102844 w 127724"/>
              <a:gd name="csY41" fmla="*/ 60253 h 141753"/>
              <a:gd name="csX42" fmla="*/ 58541 w 127724"/>
              <a:gd name="csY42" fmla="*/ 102781 h 141753"/>
              <a:gd name="csX43" fmla="*/ 69174 w 127724"/>
              <a:gd name="csY43" fmla="*/ 102781 h 141753"/>
              <a:gd name="csX44" fmla="*/ 74500 w 127724"/>
              <a:gd name="csY44" fmla="*/ 108089 h 141753"/>
              <a:gd name="csX45" fmla="*/ 69174 w 127724"/>
              <a:gd name="csY45" fmla="*/ 113413 h 141753"/>
              <a:gd name="csX46" fmla="*/ 58541 w 127724"/>
              <a:gd name="csY46" fmla="*/ 113413 h 141753"/>
              <a:gd name="csX47" fmla="*/ 53233 w 127724"/>
              <a:gd name="csY47" fmla="*/ 108089 h 141753"/>
              <a:gd name="csX48" fmla="*/ 58541 w 127724"/>
              <a:gd name="csY48" fmla="*/ 102781 h 141753"/>
            </a:gdLst>
            <a:ahLst/>
            <a:cxnLst/>
            <a:rect l="l" t="t" r="r" b="b"/>
            <a:pathLst>
              <a:path w="100000" h="100000">
                <a:moveTo>
                  <a:pt x="46246" y="0"/>
                </a:moveTo>
                <a:cubicBezTo>
                  <a:pt x="23178" y="1920"/>
                  <a:pt x="4995" y="21457"/>
                  <a:pt x="4995" y="45002"/>
                </a:cubicBezTo>
                <a:lnTo>
                  <a:pt x="4995" y="45662"/>
                </a:lnTo>
                <a:cubicBezTo>
                  <a:pt x="4887" y="46310"/>
                  <a:pt x="4971" y="46994"/>
                  <a:pt x="5211" y="47606"/>
                </a:cubicBezTo>
                <a:cubicBezTo>
                  <a:pt x="5463" y="48230"/>
                  <a:pt x="5871" y="48770"/>
                  <a:pt x="6399" y="49178"/>
                </a:cubicBezTo>
                <a:lnTo>
                  <a:pt x="29995" y="68055"/>
                </a:lnTo>
                <a:lnTo>
                  <a:pt x="29995" y="88756"/>
                </a:lnTo>
                <a:cubicBezTo>
                  <a:pt x="29995" y="94960"/>
                  <a:pt x="35048" y="100000"/>
                  <a:pt x="41241" y="100000"/>
                </a:cubicBezTo>
                <a:lnTo>
                  <a:pt x="58753" y="100000"/>
                </a:lnTo>
                <a:cubicBezTo>
                  <a:pt x="64958" y="100000"/>
                  <a:pt x="69998" y="94960"/>
                  <a:pt x="69998" y="88756"/>
                </a:cubicBezTo>
                <a:lnTo>
                  <a:pt x="69998" y="68055"/>
                </a:lnTo>
                <a:lnTo>
                  <a:pt x="93595" y="49178"/>
                </a:lnTo>
                <a:cubicBezTo>
                  <a:pt x="94123" y="48770"/>
                  <a:pt x="94531" y="48230"/>
                  <a:pt x="94783" y="47606"/>
                </a:cubicBezTo>
                <a:cubicBezTo>
                  <a:pt x="95035" y="46982"/>
                  <a:pt x="95107" y="46310"/>
                  <a:pt x="95011" y="45650"/>
                </a:cubicBezTo>
                <a:lnTo>
                  <a:pt x="95011" y="45002"/>
                </a:lnTo>
                <a:cubicBezTo>
                  <a:pt x="95011" y="21457"/>
                  <a:pt x="76816" y="1920"/>
                  <a:pt x="53747" y="0"/>
                </a:cubicBezTo>
                <a:cubicBezTo>
                  <a:pt x="57768" y="2736"/>
                  <a:pt x="67502" y="9840"/>
                  <a:pt x="67502" y="36253"/>
                </a:cubicBezTo>
                <a:cubicBezTo>
                  <a:pt x="67502" y="38318"/>
                  <a:pt x="65822" y="39998"/>
                  <a:pt x="63745" y="39998"/>
                </a:cubicBezTo>
                <a:cubicBezTo>
                  <a:pt x="61681" y="39998"/>
                  <a:pt x="60000" y="38318"/>
                  <a:pt x="60000" y="36253"/>
                </a:cubicBezTo>
                <a:cubicBezTo>
                  <a:pt x="60000" y="15612"/>
                  <a:pt x="53172" y="9000"/>
                  <a:pt x="49991" y="6252"/>
                </a:cubicBezTo>
                <a:cubicBezTo>
                  <a:pt x="46847" y="8976"/>
                  <a:pt x="39993" y="15588"/>
                  <a:pt x="39993" y="36253"/>
                </a:cubicBezTo>
                <a:cubicBezTo>
                  <a:pt x="39993" y="38318"/>
                  <a:pt x="38313" y="39998"/>
                  <a:pt x="36249" y="39998"/>
                </a:cubicBezTo>
                <a:cubicBezTo>
                  <a:pt x="34172" y="39998"/>
                  <a:pt x="32491" y="38318"/>
                  <a:pt x="32491" y="36253"/>
                </a:cubicBezTo>
                <a:cubicBezTo>
                  <a:pt x="32491" y="9840"/>
                  <a:pt x="42225" y="2736"/>
                  <a:pt x="46246" y="0"/>
                </a:cubicBezTo>
                <a:close/>
                <a:moveTo>
                  <a:pt x="22494" y="42506"/>
                </a:moveTo>
                <a:cubicBezTo>
                  <a:pt x="29876" y="42506"/>
                  <a:pt x="32732" y="47654"/>
                  <a:pt x="32876" y="47906"/>
                </a:cubicBezTo>
                <a:lnTo>
                  <a:pt x="39261" y="62499"/>
                </a:lnTo>
                <a:lnTo>
                  <a:pt x="35060" y="62499"/>
                </a:lnTo>
                <a:lnTo>
                  <a:pt x="13985" y="45638"/>
                </a:lnTo>
                <a:cubicBezTo>
                  <a:pt x="15581" y="44162"/>
                  <a:pt x="18269" y="42506"/>
                  <a:pt x="22494" y="42506"/>
                </a:cubicBezTo>
                <a:close/>
                <a:moveTo>
                  <a:pt x="50003" y="42506"/>
                </a:moveTo>
                <a:cubicBezTo>
                  <a:pt x="55200" y="42506"/>
                  <a:pt x="58128" y="45050"/>
                  <a:pt x="59473" y="46658"/>
                </a:cubicBezTo>
                <a:lnTo>
                  <a:pt x="52547" y="62499"/>
                </a:lnTo>
                <a:lnTo>
                  <a:pt x="47458" y="62499"/>
                </a:lnTo>
                <a:lnTo>
                  <a:pt x="40509" y="46646"/>
                </a:lnTo>
                <a:cubicBezTo>
                  <a:pt x="41841" y="45038"/>
                  <a:pt x="44746" y="42506"/>
                  <a:pt x="50003" y="42506"/>
                </a:cubicBezTo>
                <a:close/>
                <a:moveTo>
                  <a:pt x="77500" y="42506"/>
                </a:moveTo>
                <a:cubicBezTo>
                  <a:pt x="81688" y="42506"/>
                  <a:pt x="84389" y="44162"/>
                  <a:pt x="85997" y="45650"/>
                </a:cubicBezTo>
                <a:lnTo>
                  <a:pt x="64934" y="62499"/>
                </a:lnTo>
                <a:lnTo>
                  <a:pt x="60733" y="62499"/>
                </a:lnTo>
                <a:lnTo>
                  <a:pt x="67130" y="47906"/>
                </a:lnTo>
                <a:cubicBezTo>
                  <a:pt x="67202" y="47762"/>
                  <a:pt x="69974" y="42506"/>
                  <a:pt x="77500" y="42506"/>
                </a:cubicBezTo>
                <a:close/>
                <a:moveTo>
                  <a:pt x="46246" y="72507"/>
                </a:moveTo>
                <a:lnTo>
                  <a:pt x="53747" y="72507"/>
                </a:lnTo>
                <a:cubicBezTo>
                  <a:pt x="55824" y="72507"/>
                  <a:pt x="57505" y="74187"/>
                  <a:pt x="57505" y="76252"/>
                </a:cubicBezTo>
                <a:cubicBezTo>
                  <a:pt x="57505" y="78328"/>
                  <a:pt x="55824" y="80007"/>
                  <a:pt x="53747" y="80007"/>
                </a:cubicBezTo>
                <a:lnTo>
                  <a:pt x="46246" y="80007"/>
                </a:lnTo>
                <a:cubicBezTo>
                  <a:pt x="44170" y="80007"/>
                  <a:pt x="42502" y="78328"/>
                  <a:pt x="42502" y="76252"/>
                </a:cubicBezTo>
                <a:cubicBezTo>
                  <a:pt x="42502" y="74187"/>
                  <a:pt x="44170" y="72507"/>
                  <a:pt x="46246" y="7250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2" name="Белый — SVG 11">
            <a:extLst>
              <a:ext uri="{FF2B5EF4-FFF2-40B4-BE49-F238E27FC236}">
                <a16:creationId xmlns:a16="http://schemas.microsoft.com/office/drawing/2014/main" id="{53A9EC9C-BC29-2C4F-9628-8C61D64F2BFA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86751 w 134695"/>
              <a:gd name="csY0" fmla="*/ 1 h 131276"/>
              <a:gd name="csX1" fmla="*/ 83026 w 134695"/>
              <a:gd name="csY1" fmla="*/ 1617 h 131276"/>
              <a:gd name="csX2" fmla="*/ 81528 w 134695"/>
              <a:gd name="csY2" fmla="*/ 5394 h 131276"/>
              <a:gd name="csX3" fmla="*/ 81528 w 134695"/>
              <a:gd name="csY3" fmla="*/ 40828 h 131276"/>
              <a:gd name="csX4" fmla="*/ 102795 w 134695"/>
              <a:gd name="csY4" fmla="*/ 66328 h 131276"/>
              <a:gd name="csX5" fmla="*/ 102795 w 134695"/>
              <a:gd name="csY5" fmla="*/ 125884 h 131276"/>
              <a:gd name="csX6" fmla="*/ 103169 w 134695"/>
              <a:gd name="csY6" fmla="*/ 127942 h 131276"/>
              <a:gd name="csX7" fmla="*/ 104326 w 134695"/>
              <a:gd name="csY7" fmla="*/ 129694 h 131276"/>
              <a:gd name="csX8" fmla="*/ 106062 w 134695"/>
              <a:gd name="csY8" fmla="*/ 130868 h 131276"/>
              <a:gd name="csX9" fmla="*/ 108103 w 134695"/>
              <a:gd name="csY9" fmla="*/ 131276 h 131276"/>
              <a:gd name="csX10" fmla="*/ 110162 w 134695"/>
              <a:gd name="csY10" fmla="*/ 130868 h 131276"/>
              <a:gd name="csX11" fmla="*/ 111897 w 134695"/>
              <a:gd name="csY11" fmla="*/ 129694 h 131276"/>
              <a:gd name="csX12" fmla="*/ 113037 w 134695"/>
              <a:gd name="csY12" fmla="*/ 127942 h 131276"/>
              <a:gd name="csX13" fmla="*/ 113428 w 134695"/>
              <a:gd name="csY13" fmla="*/ 125884 h 131276"/>
              <a:gd name="csX14" fmla="*/ 113428 w 134695"/>
              <a:gd name="csY14" fmla="*/ 66328 h 131276"/>
              <a:gd name="csX15" fmla="*/ 134695 w 134695"/>
              <a:gd name="csY15" fmla="*/ 40828 h 131276"/>
              <a:gd name="csX16" fmla="*/ 134695 w 134695"/>
              <a:gd name="csY16" fmla="*/ 5394 h 131276"/>
              <a:gd name="csX17" fmla="*/ 134304 w 134695"/>
              <a:gd name="csY17" fmla="*/ 3336 h 131276"/>
              <a:gd name="csX18" fmla="*/ 133164 w 134695"/>
              <a:gd name="csY18" fmla="*/ 1584 h 131276"/>
              <a:gd name="csX19" fmla="*/ 131429 w 134695"/>
              <a:gd name="csY19" fmla="*/ 410 h 131276"/>
              <a:gd name="csX20" fmla="*/ 129370 w 134695"/>
              <a:gd name="csY20" fmla="*/ 1 h 131276"/>
              <a:gd name="csX21" fmla="*/ 127328 w 134695"/>
              <a:gd name="csY21" fmla="*/ 410 h 131276"/>
              <a:gd name="csX22" fmla="*/ 125593 w 134695"/>
              <a:gd name="csY22" fmla="*/ 1584 h 131276"/>
              <a:gd name="csX23" fmla="*/ 124436 w 134695"/>
              <a:gd name="csY23" fmla="*/ 3336 h 131276"/>
              <a:gd name="csX24" fmla="*/ 124062 w 134695"/>
              <a:gd name="csY24" fmla="*/ 5394 h 131276"/>
              <a:gd name="csX25" fmla="*/ 124062 w 134695"/>
              <a:gd name="csY25" fmla="*/ 40828 h 131276"/>
              <a:gd name="csX26" fmla="*/ 113428 w 134695"/>
              <a:gd name="csY26" fmla="*/ 55730 h 131276"/>
              <a:gd name="csX27" fmla="*/ 113428 w 134695"/>
              <a:gd name="csY27" fmla="*/ 5394 h 131276"/>
              <a:gd name="csX28" fmla="*/ 113037 w 134695"/>
              <a:gd name="csY28" fmla="*/ 3336 h 131276"/>
              <a:gd name="csX29" fmla="*/ 111897 w 134695"/>
              <a:gd name="csY29" fmla="*/ 1584 h 131276"/>
              <a:gd name="csX30" fmla="*/ 110162 w 134695"/>
              <a:gd name="csY30" fmla="*/ 410 h 131276"/>
              <a:gd name="csX31" fmla="*/ 108103 w 134695"/>
              <a:gd name="csY31" fmla="*/ 1 h 131276"/>
              <a:gd name="csX32" fmla="*/ 106062 w 134695"/>
              <a:gd name="csY32" fmla="*/ 410 h 131276"/>
              <a:gd name="csX33" fmla="*/ 104326 w 134695"/>
              <a:gd name="csY33" fmla="*/ 1584 h 131276"/>
              <a:gd name="csX34" fmla="*/ 103169 w 134695"/>
              <a:gd name="csY34" fmla="*/ 3336 h 131276"/>
              <a:gd name="csX35" fmla="*/ 102795 w 134695"/>
              <a:gd name="csY35" fmla="*/ 5394 h 131276"/>
              <a:gd name="csX36" fmla="*/ 102795 w 134695"/>
              <a:gd name="csY36" fmla="*/ 55730 h 131276"/>
              <a:gd name="csX37" fmla="*/ 92162 w 134695"/>
              <a:gd name="csY37" fmla="*/ 40828 h 131276"/>
              <a:gd name="csX38" fmla="*/ 92162 w 134695"/>
              <a:gd name="csY38" fmla="*/ 5394 h 131276"/>
              <a:gd name="csX39" fmla="*/ 91770 w 134695"/>
              <a:gd name="csY39" fmla="*/ 3319 h 131276"/>
              <a:gd name="csX40" fmla="*/ 90596 w 134695"/>
              <a:gd name="csY40" fmla="*/ 1549 h 131276"/>
              <a:gd name="csX41" fmla="*/ 88827 w 134695"/>
              <a:gd name="csY41" fmla="*/ 393 h 131276"/>
              <a:gd name="csX42" fmla="*/ 86751 w 134695"/>
              <a:gd name="csY42" fmla="*/ 1 h 131276"/>
              <a:gd name="csX43" fmla="*/ 5308 w 134695"/>
              <a:gd name="csY43" fmla="*/ 87 h 131276"/>
              <a:gd name="csX44" fmla="*/ 0 w 134695"/>
              <a:gd name="csY44" fmla="*/ 5394 h 131276"/>
              <a:gd name="csX45" fmla="*/ 0 w 134695"/>
              <a:gd name="csY45" fmla="*/ 51460 h 131276"/>
              <a:gd name="csX46" fmla="*/ 28361 w 134695"/>
              <a:gd name="csY46" fmla="*/ 84666 h 131276"/>
              <a:gd name="csX47" fmla="*/ 28361 w 134695"/>
              <a:gd name="csY47" fmla="*/ 120576 h 131276"/>
              <a:gd name="csX48" fmla="*/ 15942 w 134695"/>
              <a:gd name="csY48" fmla="*/ 120576 h 131276"/>
              <a:gd name="csX49" fmla="*/ 13900 w 134695"/>
              <a:gd name="csY49" fmla="*/ 120950 h 131276"/>
              <a:gd name="csX50" fmla="*/ 12148 w 134695"/>
              <a:gd name="csY50" fmla="*/ 122107 h 131276"/>
              <a:gd name="csX51" fmla="*/ 10974 w 134695"/>
              <a:gd name="csY51" fmla="*/ 123842 h 131276"/>
              <a:gd name="csX52" fmla="*/ 10565 w 134695"/>
              <a:gd name="csY52" fmla="*/ 125884 h 131276"/>
              <a:gd name="csX53" fmla="*/ 10974 w 134695"/>
              <a:gd name="csY53" fmla="*/ 127942 h 131276"/>
              <a:gd name="csX54" fmla="*/ 12148 w 134695"/>
              <a:gd name="csY54" fmla="*/ 129677 h 131276"/>
              <a:gd name="csX55" fmla="*/ 13900 w 134695"/>
              <a:gd name="csY55" fmla="*/ 130817 h 131276"/>
              <a:gd name="csX56" fmla="*/ 15942 w 134695"/>
              <a:gd name="csY56" fmla="*/ 131208 h 131276"/>
              <a:gd name="csX57" fmla="*/ 32802 w 134695"/>
              <a:gd name="csY57" fmla="*/ 131208 h 131276"/>
              <a:gd name="csX58" fmla="*/ 34520 w 134695"/>
              <a:gd name="csY58" fmla="*/ 131208 h 131276"/>
              <a:gd name="csX59" fmla="*/ 51397 w 134695"/>
              <a:gd name="csY59" fmla="*/ 131208 h 131276"/>
              <a:gd name="csX60" fmla="*/ 53456 w 134695"/>
              <a:gd name="csY60" fmla="*/ 130817 h 131276"/>
              <a:gd name="csX61" fmla="*/ 55208 w 134695"/>
              <a:gd name="csY61" fmla="*/ 129677 h 131276"/>
              <a:gd name="csX62" fmla="*/ 56382 w 134695"/>
              <a:gd name="csY62" fmla="*/ 127942 h 131276"/>
              <a:gd name="csX63" fmla="*/ 56791 w 134695"/>
              <a:gd name="csY63" fmla="*/ 125884 h 131276"/>
              <a:gd name="csX64" fmla="*/ 56382 w 134695"/>
              <a:gd name="csY64" fmla="*/ 123842 h 131276"/>
              <a:gd name="csX65" fmla="*/ 55208 w 134695"/>
              <a:gd name="csY65" fmla="*/ 122107 h 131276"/>
              <a:gd name="csX66" fmla="*/ 53456 w 134695"/>
              <a:gd name="csY66" fmla="*/ 120950 h 131276"/>
              <a:gd name="csX67" fmla="*/ 51397 w 134695"/>
              <a:gd name="csY67" fmla="*/ 120576 h 131276"/>
              <a:gd name="csX68" fmla="*/ 38995 w 134695"/>
              <a:gd name="csY68" fmla="*/ 120576 h 131276"/>
              <a:gd name="csX69" fmla="*/ 38995 w 134695"/>
              <a:gd name="csY69" fmla="*/ 84666 h 131276"/>
              <a:gd name="csX70" fmla="*/ 67339 w 134695"/>
              <a:gd name="csY70" fmla="*/ 51460 h 131276"/>
              <a:gd name="csX71" fmla="*/ 67339 w 134695"/>
              <a:gd name="csY71" fmla="*/ 5394 h 131276"/>
              <a:gd name="csX72" fmla="*/ 62031 w 134695"/>
              <a:gd name="csY72" fmla="*/ 87 h 131276"/>
              <a:gd name="csX73" fmla="*/ 5308 w 134695"/>
              <a:gd name="csY73" fmla="*/ 87 h 131276"/>
            </a:gdLst>
            <a:ahLst/>
            <a:cxnLst/>
            <a:rect l="l" t="t" r="r" b="b"/>
            <a:pathLst>
              <a:path w="100000" h="100000">
                <a:moveTo>
                  <a:pt x="64406" y="1270"/>
                </a:moveTo>
                <a:cubicBezTo>
                  <a:pt x="63357" y="1283"/>
                  <a:pt x="62372" y="1712"/>
                  <a:pt x="61640" y="2470"/>
                </a:cubicBezTo>
                <a:cubicBezTo>
                  <a:pt x="60907" y="3215"/>
                  <a:pt x="60503" y="4225"/>
                  <a:pt x="60528" y="5274"/>
                </a:cubicBezTo>
                <a:lnTo>
                  <a:pt x="60528" y="31581"/>
                </a:lnTo>
                <a:cubicBezTo>
                  <a:pt x="60528" y="41040"/>
                  <a:pt x="67400" y="48618"/>
                  <a:pt x="76317" y="50512"/>
                </a:cubicBezTo>
                <a:lnTo>
                  <a:pt x="76317" y="94728"/>
                </a:lnTo>
                <a:cubicBezTo>
                  <a:pt x="76304" y="95258"/>
                  <a:pt x="76405" y="95775"/>
                  <a:pt x="76595" y="96256"/>
                </a:cubicBezTo>
                <a:cubicBezTo>
                  <a:pt x="76797" y="96748"/>
                  <a:pt x="77087" y="97190"/>
                  <a:pt x="77454" y="97556"/>
                </a:cubicBezTo>
                <a:cubicBezTo>
                  <a:pt x="77820" y="97935"/>
                  <a:pt x="78249" y="98226"/>
                  <a:pt x="78742" y="98428"/>
                </a:cubicBezTo>
                <a:cubicBezTo>
                  <a:pt x="79222" y="98630"/>
                  <a:pt x="79740" y="98731"/>
                  <a:pt x="80258" y="98731"/>
                </a:cubicBezTo>
                <a:cubicBezTo>
                  <a:pt x="80788" y="98731"/>
                  <a:pt x="81306" y="98630"/>
                  <a:pt x="81786" y="98428"/>
                </a:cubicBezTo>
                <a:cubicBezTo>
                  <a:pt x="82266" y="98226"/>
                  <a:pt x="82708" y="97935"/>
                  <a:pt x="83074" y="97556"/>
                </a:cubicBezTo>
                <a:cubicBezTo>
                  <a:pt x="83441" y="97190"/>
                  <a:pt x="83731" y="96748"/>
                  <a:pt x="83921" y="96256"/>
                </a:cubicBezTo>
                <a:cubicBezTo>
                  <a:pt x="84123" y="95775"/>
                  <a:pt x="84211" y="95258"/>
                  <a:pt x="84211" y="94728"/>
                </a:cubicBezTo>
                <a:lnTo>
                  <a:pt x="84211" y="50512"/>
                </a:lnTo>
                <a:cubicBezTo>
                  <a:pt x="93116" y="48618"/>
                  <a:pt x="100000" y="41040"/>
                  <a:pt x="100000" y="31581"/>
                </a:cubicBezTo>
                <a:lnTo>
                  <a:pt x="100000" y="5274"/>
                </a:lnTo>
                <a:cubicBezTo>
                  <a:pt x="100000" y="4756"/>
                  <a:pt x="99912" y="4225"/>
                  <a:pt x="99710" y="3746"/>
                </a:cubicBezTo>
                <a:cubicBezTo>
                  <a:pt x="99520" y="3266"/>
                  <a:pt x="99229" y="2824"/>
                  <a:pt x="98863" y="2445"/>
                </a:cubicBezTo>
                <a:cubicBezTo>
                  <a:pt x="98497" y="2078"/>
                  <a:pt x="98055" y="1775"/>
                  <a:pt x="97575" y="1574"/>
                </a:cubicBezTo>
                <a:cubicBezTo>
                  <a:pt x="97095" y="1371"/>
                  <a:pt x="96577" y="1270"/>
                  <a:pt x="96047" y="1270"/>
                </a:cubicBezTo>
                <a:cubicBezTo>
                  <a:pt x="95528" y="1270"/>
                  <a:pt x="95011" y="1371"/>
                  <a:pt x="94531" y="1574"/>
                </a:cubicBezTo>
                <a:cubicBezTo>
                  <a:pt x="94038" y="1775"/>
                  <a:pt x="93609" y="2078"/>
                  <a:pt x="93243" y="2445"/>
                </a:cubicBezTo>
                <a:cubicBezTo>
                  <a:pt x="92876" y="2824"/>
                  <a:pt x="92585" y="3266"/>
                  <a:pt x="92384" y="3746"/>
                </a:cubicBezTo>
                <a:cubicBezTo>
                  <a:pt x="92194" y="4225"/>
                  <a:pt x="92093" y="4756"/>
                  <a:pt x="92106" y="5274"/>
                </a:cubicBezTo>
                <a:lnTo>
                  <a:pt x="92106" y="31581"/>
                </a:lnTo>
                <a:cubicBezTo>
                  <a:pt x="92106" y="36772"/>
                  <a:pt x="88809" y="41015"/>
                  <a:pt x="84211" y="42644"/>
                </a:cubicBezTo>
                <a:lnTo>
                  <a:pt x="84211" y="5274"/>
                </a:lnTo>
                <a:cubicBezTo>
                  <a:pt x="84211" y="4756"/>
                  <a:pt x="84123" y="4225"/>
                  <a:pt x="83921" y="3746"/>
                </a:cubicBezTo>
                <a:cubicBezTo>
                  <a:pt x="83731" y="3266"/>
                  <a:pt x="83441" y="2824"/>
                  <a:pt x="83074" y="2445"/>
                </a:cubicBezTo>
                <a:cubicBezTo>
                  <a:pt x="82708" y="2078"/>
                  <a:pt x="82266" y="1775"/>
                  <a:pt x="81786" y="1574"/>
                </a:cubicBezTo>
                <a:cubicBezTo>
                  <a:pt x="81306" y="1371"/>
                  <a:pt x="80788" y="1270"/>
                  <a:pt x="80258" y="1270"/>
                </a:cubicBezTo>
                <a:cubicBezTo>
                  <a:pt x="79740" y="1270"/>
                  <a:pt x="79222" y="1371"/>
                  <a:pt x="78742" y="1574"/>
                </a:cubicBezTo>
                <a:cubicBezTo>
                  <a:pt x="78249" y="1775"/>
                  <a:pt x="77820" y="2078"/>
                  <a:pt x="77454" y="2445"/>
                </a:cubicBezTo>
                <a:cubicBezTo>
                  <a:pt x="77087" y="2824"/>
                  <a:pt x="76797" y="3266"/>
                  <a:pt x="76595" y="3746"/>
                </a:cubicBezTo>
                <a:cubicBezTo>
                  <a:pt x="76405" y="4225"/>
                  <a:pt x="76304" y="4756"/>
                  <a:pt x="76317" y="5274"/>
                </a:cubicBezTo>
                <a:lnTo>
                  <a:pt x="76317" y="42644"/>
                </a:lnTo>
                <a:cubicBezTo>
                  <a:pt x="71719" y="41015"/>
                  <a:pt x="68423" y="36772"/>
                  <a:pt x="68423" y="31581"/>
                </a:cubicBezTo>
                <a:lnTo>
                  <a:pt x="68423" y="5274"/>
                </a:lnTo>
                <a:cubicBezTo>
                  <a:pt x="68423" y="4743"/>
                  <a:pt x="68321" y="4225"/>
                  <a:pt x="68132" y="3733"/>
                </a:cubicBezTo>
                <a:cubicBezTo>
                  <a:pt x="67930" y="3240"/>
                  <a:pt x="67639" y="2799"/>
                  <a:pt x="67260" y="2419"/>
                </a:cubicBezTo>
                <a:cubicBezTo>
                  <a:pt x="66881" y="2053"/>
                  <a:pt x="66439" y="1763"/>
                  <a:pt x="65947" y="1561"/>
                </a:cubicBezTo>
                <a:cubicBezTo>
                  <a:pt x="65466" y="1358"/>
                  <a:pt x="64936" y="1257"/>
                  <a:pt x="64406" y="1270"/>
                </a:cubicBezTo>
                <a:close/>
                <a:moveTo>
                  <a:pt x="3941" y="1334"/>
                </a:moveTo>
                <a:cubicBezTo>
                  <a:pt x="1768" y="1334"/>
                  <a:pt x="0" y="3089"/>
                  <a:pt x="0" y="5274"/>
                </a:cubicBezTo>
                <a:lnTo>
                  <a:pt x="0" y="39474"/>
                </a:lnTo>
                <a:cubicBezTo>
                  <a:pt x="0" y="51914"/>
                  <a:pt x="9145" y="62232"/>
                  <a:pt x="21056" y="64127"/>
                </a:cubicBezTo>
                <a:lnTo>
                  <a:pt x="21056" y="90787"/>
                </a:lnTo>
                <a:lnTo>
                  <a:pt x="11836" y="90787"/>
                </a:lnTo>
                <a:cubicBezTo>
                  <a:pt x="11317" y="90774"/>
                  <a:pt x="10800" y="90875"/>
                  <a:pt x="10320" y="91065"/>
                </a:cubicBezTo>
                <a:cubicBezTo>
                  <a:pt x="9827" y="91267"/>
                  <a:pt x="9385" y="91558"/>
                  <a:pt x="9019" y="91924"/>
                </a:cubicBezTo>
                <a:cubicBezTo>
                  <a:pt x="8640" y="92290"/>
                  <a:pt x="8349" y="92732"/>
                  <a:pt x="8147" y="93212"/>
                </a:cubicBezTo>
                <a:cubicBezTo>
                  <a:pt x="7945" y="93692"/>
                  <a:pt x="7844" y="94210"/>
                  <a:pt x="7844" y="94728"/>
                </a:cubicBezTo>
                <a:cubicBezTo>
                  <a:pt x="7844" y="95258"/>
                  <a:pt x="7945" y="95775"/>
                  <a:pt x="8147" y="96256"/>
                </a:cubicBezTo>
                <a:cubicBezTo>
                  <a:pt x="8349" y="96735"/>
                  <a:pt x="8640" y="97178"/>
                  <a:pt x="9019" y="97544"/>
                </a:cubicBezTo>
                <a:cubicBezTo>
                  <a:pt x="9385" y="97910"/>
                  <a:pt x="9827" y="98201"/>
                  <a:pt x="10320" y="98390"/>
                </a:cubicBezTo>
                <a:cubicBezTo>
                  <a:pt x="10800" y="98592"/>
                  <a:pt x="11317" y="98680"/>
                  <a:pt x="11836" y="98680"/>
                </a:cubicBezTo>
                <a:lnTo>
                  <a:pt x="24353" y="98680"/>
                </a:lnTo>
                <a:cubicBezTo>
                  <a:pt x="24769" y="98743"/>
                  <a:pt x="25212" y="98743"/>
                  <a:pt x="25628" y="98680"/>
                </a:cubicBezTo>
                <a:lnTo>
                  <a:pt x="38158" y="98680"/>
                </a:lnTo>
                <a:cubicBezTo>
                  <a:pt x="38676" y="98680"/>
                  <a:pt x="39194" y="98592"/>
                  <a:pt x="39687" y="98390"/>
                </a:cubicBezTo>
                <a:cubicBezTo>
                  <a:pt x="40167" y="98201"/>
                  <a:pt x="40609" y="97910"/>
                  <a:pt x="40987" y="97544"/>
                </a:cubicBezTo>
                <a:cubicBezTo>
                  <a:pt x="41354" y="97178"/>
                  <a:pt x="41657" y="96735"/>
                  <a:pt x="41859" y="96256"/>
                </a:cubicBezTo>
                <a:cubicBezTo>
                  <a:pt x="42062" y="95775"/>
                  <a:pt x="42163" y="95258"/>
                  <a:pt x="42163" y="94728"/>
                </a:cubicBezTo>
                <a:cubicBezTo>
                  <a:pt x="42163" y="94210"/>
                  <a:pt x="42062" y="93692"/>
                  <a:pt x="41859" y="93212"/>
                </a:cubicBezTo>
                <a:cubicBezTo>
                  <a:pt x="41657" y="92732"/>
                  <a:pt x="41354" y="92290"/>
                  <a:pt x="40987" y="91924"/>
                </a:cubicBezTo>
                <a:cubicBezTo>
                  <a:pt x="40609" y="91558"/>
                  <a:pt x="40167" y="91267"/>
                  <a:pt x="39687" y="91065"/>
                </a:cubicBezTo>
                <a:cubicBezTo>
                  <a:pt x="39194" y="90875"/>
                  <a:pt x="38676" y="90774"/>
                  <a:pt x="38158" y="90787"/>
                </a:cubicBezTo>
                <a:lnTo>
                  <a:pt x="28951" y="90787"/>
                </a:lnTo>
                <a:lnTo>
                  <a:pt x="28951" y="64127"/>
                </a:lnTo>
                <a:cubicBezTo>
                  <a:pt x="40861" y="62232"/>
                  <a:pt x="49994" y="51914"/>
                  <a:pt x="49994" y="39474"/>
                </a:cubicBezTo>
                <a:lnTo>
                  <a:pt x="49994" y="5274"/>
                </a:lnTo>
                <a:cubicBezTo>
                  <a:pt x="49994" y="3089"/>
                  <a:pt x="48238" y="1334"/>
                  <a:pt x="46053" y="1334"/>
                </a:cubicBezTo>
                <a:lnTo>
                  <a:pt x="3941" y="133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3" name="Белый — SVG 12">
            <a:extLst>
              <a:ext uri="{FF2B5EF4-FFF2-40B4-BE49-F238E27FC236}">
                <a16:creationId xmlns:a16="http://schemas.microsoft.com/office/drawing/2014/main" id="{06471BE6-5823-D241-8369-632C943F41AE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83808 w 113428"/>
              <a:gd name="csY0" fmla="*/ 25206 h 145304"/>
              <a:gd name="csX1" fmla="*/ 77921 w 113428"/>
              <a:gd name="csY1" fmla="*/ 23658 h 145304"/>
              <a:gd name="csX2" fmla="*/ 74434 w 113428"/>
              <a:gd name="csY2" fmla="*/ 28659 h 145304"/>
              <a:gd name="csX3" fmla="*/ 74434 w 113428"/>
              <a:gd name="csY3" fmla="*/ 44293 h 145304"/>
              <a:gd name="csX4" fmla="*/ 69108 w 113428"/>
              <a:gd name="csY4" fmla="*/ 49617 h 145304"/>
              <a:gd name="csX5" fmla="*/ 63800 w 113428"/>
              <a:gd name="csY5" fmla="*/ 44293 h 145304"/>
              <a:gd name="csX6" fmla="*/ 63800 w 113428"/>
              <a:gd name="csY6" fmla="*/ 6851 h 145304"/>
              <a:gd name="csX7" fmla="*/ 62014 w 113428"/>
              <a:gd name="csY7" fmla="*/ 2871 h 145304"/>
              <a:gd name="csX8" fmla="*/ 60142 w 113428"/>
              <a:gd name="csY8" fmla="*/ 1238 h 145304"/>
              <a:gd name="csX9" fmla="*/ 53303 w 113428"/>
              <a:gd name="csY9" fmla="*/ 1238 h 145304"/>
              <a:gd name="csX10" fmla="*/ 0 w 113428"/>
              <a:gd name="csY10" fmla="*/ 88590 h 145304"/>
              <a:gd name="csX11" fmla="*/ 56706 w 113428"/>
              <a:gd name="csY11" fmla="*/ 145305 h 145304"/>
              <a:gd name="csX12" fmla="*/ 113428 w 113428"/>
              <a:gd name="csY12" fmla="*/ 88590 h 145304"/>
              <a:gd name="csX13" fmla="*/ 83808 w 113428"/>
              <a:gd name="csY13" fmla="*/ 25206 h 145304"/>
              <a:gd name="csX14" fmla="*/ 42534 w 113428"/>
              <a:gd name="csY14" fmla="*/ 70881 h 145304"/>
              <a:gd name="csX15" fmla="*/ 49628 w 113428"/>
              <a:gd name="csY15" fmla="*/ 77958 h 145304"/>
              <a:gd name="csX16" fmla="*/ 42534 w 113428"/>
              <a:gd name="csY16" fmla="*/ 85051 h 145304"/>
              <a:gd name="csX17" fmla="*/ 35439 w 113428"/>
              <a:gd name="csY17" fmla="*/ 77958 h 145304"/>
              <a:gd name="csX18" fmla="*/ 42534 w 113428"/>
              <a:gd name="csY18" fmla="*/ 70881 h 145304"/>
              <a:gd name="csX19" fmla="*/ 74434 w 113428"/>
              <a:gd name="csY19" fmla="*/ 116947 h 145304"/>
              <a:gd name="csX20" fmla="*/ 67339 w 113428"/>
              <a:gd name="csY20" fmla="*/ 109853 h 145304"/>
              <a:gd name="csX21" fmla="*/ 74434 w 113428"/>
              <a:gd name="csY21" fmla="*/ 102777 h 145304"/>
              <a:gd name="csX22" fmla="*/ 81528 w 113428"/>
              <a:gd name="csY22" fmla="*/ 109853 h 145304"/>
              <a:gd name="csX23" fmla="*/ 74434 w 113428"/>
              <a:gd name="csY23" fmla="*/ 116947 h 145304"/>
              <a:gd name="csX24" fmla="*/ 79963 w 113428"/>
              <a:gd name="csY24" fmla="*/ 79948 h 145304"/>
              <a:gd name="csX25" fmla="*/ 44524 w 113428"/>
              <a:gd name="csY25" fmla="*/ 115382 h 145304"/>
              <a:gd name="csX26" fmla="*/ 40764 w 113428"/>
              <a:gd name="csY26" fmla="*/ 116947 h 145304"/>
              <a:gd name="csX27" fmla="*/ 37004 w 113428"/>
              <a:gd name="csY27" fmla="*/ 115382 h 145304"/>
              <a:gd name="csX28" fmla="*/ 37004 w 113428"/>
              <a:gd name="csY28" fmla="*/ 107880 h 145304"/>
              <a:gd name="csX29" fmla="*/ 72443 w 113428"/>
              <a:gd name="csY29" fmla="*/ 72429 h 145304"/>
              <a:gd name="csX30" fmla="*/ 79963 w 113428"/>
              <a:gd name="csY30" fmla="*/ 72429 h 145304"/>
              <a:gd name="csX31" fmla="*/ 79963 w 113428"/>
              <a:gd name="csY31" fmla="*/ 79948 h 145304"/>
            </a:gdLst>
            <a:ahLst/>
            <a:cxnLst/>
            <a:rect l="l" t="t" r="r" b="b"/>
            <a:pathLst>
              <a:path w="100000" h="100000">
                <a:moveTo>
                  <a:pt x="68646" y="17347"/>
                </a:moveTo>
                <a:cubicBezTo>
                  <a:pt x="67651" y="16188"/>
                  <a:pt x="66035" y="15755"/>
                  <a:pt x="64595" y="16282"/>
                </a:cubicBezTo>
                <a:cubicBezTo>
                  <a:pt x="63155" y="16821"/>
                  <a:pt x="62195" y="18190"/>
                  <a:pt x="62195" y="19723"/>
                </a:cubicBezTo>
                <a:lnTo>
                  <a:pt x="62195" y="30483"/>
                </a:lnTo>
                <a:cubicBezTo>
                  <a:pt x="62195" y="32497"/>
                  <a:pt x="60556" y="34147"/>
                  <a:pt x="58530" y="34147"/>
                </a:cubicBezTo>
                <a:cubicBezTo>
                  <a:pt x="56516" y="34147"/>
                  <a:pt x="54877" y="32497"/>
                  <a:pt x="54877" y="30483"/>
                </a:cubicBezTo>
                <a:lnTo>
                  <a:pt x="54877" y="4715"/>
                </a:lnTo>
                <a:cubicBezTo>
                  <a:pt x="54877" y="3673"/>
                  <a:pt x="54432" y="2678"/>
                  <a:pt x="53648" y="1976"/>
                </a:cubicBezTo>
                <a:cubicBezTo>
                  <a:pt x="52828" y="1261"/>
                  <a:pt x="52359" y="852"/>
                  <a:pt x="52359" y="852"/>
                </a:cubicBezTo>
                <a:cubicBezTo>
                  <a:pt x="51001" y="-284"/>
                  <a:pt x="49011" y="-284"/>
                  <a:pt x="47653" y="852"/>
                </a:cubicBezTo>
                <a:cubicBezTo>
                  <a:pt x="46154" y="2105"/>
                  <a:pt x="10969" y="31876"/>
                  <a:pt x="10969" y="60969"/>
                </a:cubicBezTo>
                <a:cubicBezTo>
                  <a:pt x="10969" y="82486"/>
                  <a:pt x="28473" y="100001"/>
                  <a:pt x="49994" y="100001"/>
                </a:cubicBezTo>
                <a:cubicBezTo>
                  <a:pt x="71515" y="100001"/>
                  <a:pt x="89031" y="82486"/>
                  <a:pt x="89031" y="60969"/>
                </a:cubicBezTo>
                <a:cubicBezTo>
                  <a:pt x="89031" y="44765"/>
                  <a:pt x="77943" y="28305"/>
                  <a:pt x="68646" y="17347"/>
                </a:cubicBezTo>
                <a:close/>
                <a:moveTo>
                  <a:pt x="40241" y="48781"/>
                </a:moveTo>
                <a:cubicBezTo>
                  <a:pt x="42934" y="48781"/>
                  <a:pt x="45123" y="50959"/>
                  <a:pt x="45123" y="53652"/>
                </a:cubicBezTo>
                <a:cubicBezTo>
                  <a:pt x="45123" y="56344"/>
                  <a:pt x="42934" y="58533"/>
                  <a:pt x="40241" y="58533"/>
                </a:cubicBezTo>
                <a:cubicBezTo>
                  <a:pt x="37547" y="58533"/>
                  <a:pt x="35358" y="56344"/>
                  <a:pt x="35358" y="53652"/>
                </a:cubicBezTo>
                <a:cubicBezTo>
                  <a:pt x="35358" y="50959"/>
                  <a:pt x="37547" y="48781"/>
                  <a:pt x="40241" y="48781"/>
                </a:cubicBezTo>
                <a:close/>
                <a:moveTo>
                  <a:pt x="62195" y="80484"/>
                </a:moveTo>
                <a:cubicBezTo>
                  <a:pt x="59501" y="80484"/>
                  <a:pt x="57312" y="78295"/>
                  <a:pt x="57312" y="75602"/>
                </a:cubicBezTo>
                <a:cubicBezTo>
                  <a:pt x="57312" y="72910"/>
                  <a:pt x="59501" y="70732"/>
                  <a:pt x="62195" y="70732"/>
                </a:cubicBezTo>
                <a:cubicBezTo>
                  <a:pt x="64888" y="70732"/>
                  <a:pt x="67077" y="72910"/>
                  <a:pt x="67077" y="75602"/>
                </a:cubicBezTo>
                <a:cubicBezTo>
                  <a:pt x="67077" y="78295"/>
                  <a:pt x="64888" y="80484"/>
                  <a:pt x="62195" y="80484"/>
                </a:cubicBezTo>
                <a:close/>
                <a:moveTo>
                  <a:pt x="66000" y="55021"/>
                </a:moveTo>
                <a:lnTo>
                  <a:pt x="41611" y="79407"/>
                </a:lnTo>
                <a:cubicBezTo>
                  <a:pt x="40896" y="80122"/>
                  <a:pt x="39960" y="80484"/>
                  <a:pt x="39023" y="80484"/>
                </a:cubicBezTo>
                <a:cubicBezTo>
                  <a:pt x="38086" y="80484"/>
                  <a:pt x="37150" y="80122"/>
                  <a:pt x="36435" y="79407"/>
                </a:cubicBezTo>
                <a:cubicBezTo>
                  <a:pt x="35007" y="77991"/>
                  <a:pt x="35007" y="75661"/>
                  <a:pt x="36435" y="74244"/>
                </a:cubicBezTo>
                <a:lnTo>
                  <a:pt x="60825" y="49847"/>
                </a:lnTo>
                <a:cubicBezTo>
                  <a:pt x="62254" y="48418"/>
                  <a:pt x="64572" y="48418"/>
                  <a:pt x="66000" y="49847"/>
                </a:cubicBezTo>
                <a:cubicBezTo>
                  <a:pt x="67429" y="51275"/>
                  <a:pt x="67429" y="53593"/>
                  <a:pt x="66000" y="5502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4" name="Белый — SVG 13">
            <a:extLst>
              <a:ext uri="{FF2B5EF4-FFF2-40B4-BE49-F238E27FC236}">
                <a16:creationId xmlns:a16="http://schemas.microsoft.com/office/drawing/2014/main" id="{CA2F9CC7-7754-184F-B3ED-03E79F125E27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26570 w 148856"/>
              <a:gd name="csY0" fmla="*/ 0 h 127583"/>
              <a:gd name="csX1" fmla="*/ 7089 w 148856"/>
              <a:gd name="csY1" fmla="*/ 19495 h 127583"/>
              <a:gd name="csX2" fmla="*/ 7089 w 148856"/>
              <a:gd name="csY2" fmla="*/ 38990 h 127583"/>
              <a:gd name="csX3" fmla="*/ 141767 w 148856"/>
              <a:gd name="csY3" fmla="*/ 38990 h 127583"/>
              <a:gd name="csX4" fmla="*/ 141767 w 148856"/>
              <a:gd name="csY4" fmla="*/ 19495 h 127583"/>
              <a:gd name="csX5" fmla="*/ 122270 w 148856"/>
              <a:gd name="csY5" fmla="*/ 0 h 127583"/>
              <a:gd name="csX6" fmla="*/ 26570 w 148856"/>
              <a:gd name="csY6" fmla="*/ 0 h 127583"/>
              <a:gd name="csX7" fmla="*/ 26570 w 148856"/>
              <a:gd name="csY7" fmla="*/ 14170 h 127583"/>
              <a:gd name="csX8" fmla="*/ 31895 w 148856"/>
              <a:gd name="csY8" fmla="*/ 19495 h 127583"/>
              <a:gd name="csX9" fmla="*/ 26570 w 148856"/>
              <a:gd name="csY9" fmla="*/ 24802 h 127583"/>
              <a:gd name="csX10" fmla="*/ 21261 w 148856"/>
              <a:gd name="csY10" fmla="*/ 19495 h 127583"/>
              <a:gd name="csX11" fmla="*/ 26570 w 148856"/>
              <a:gd name="csY11" fmla="*/ 14170 h 127583"/>
              <a:gd name="csX12" fmla="*/ 44297 w 148856"/>
              <a:gd name="csY12" fmla="*/ 14170 h 127583"/>
              <a:gd name="csX13" fmla="*/ 49622 w 148856"/>
              <a:gd name="csY13" fmla="*/ 19495 h 127583"/>
              <a:gd name="csX14" fmla="*/ 44297 w 148856"/>
              <a:gd name="csY14" fmla="*/ 24802 h 127583"/>
              <a:gd name="csX15" fmla="*/ 38989 w 148856"/>
              <a:gd name="csY15" fmla="*/ 19495 h 127583"/>
              <a:gd name="csX16" fmla="*/ 44297 w 148856"/>
              <a:gd name="csY16" fmla="*/ 14170 h 127583"/>
              <a:gd name="csX17" fmla="*/ 65564 w 148856"/>
              <a:gd name="csY17" fmla="*/ 14170 h 127583"/>
              <a:gd name="csX18" fmla="*/ 122270 w 148856"/>
              <a:gd name="csY18" fmla="*/ 14170 h 127583"/>
              <a:gd name="csX19" fmla="*/ 127595 w 148856"/>
              <a:gd name="csY19" fmla="*/ 19495 h 127583"/>
              <a:gd name="csX20" fmla="*/ 122270 w 148856"/>
              <a:gd name="csY20" fmla="*/ 24904 h 127583"/>
              <a:gd name="csX21" fmla="*/ 65564 w 148856"/>
              <a:gd name="csY21" fmla="*/ 24904 h 127583"/>
              <a:gd name="csX22" fmla="*/ 60256 w 148856"/>
              <a:gd name="csY22" fmla="*/ 19495 h 127583"/>
              <a:gd name="csX23" fmla="*/ 65564 w 148856"/>
              <a:gd name="csY23" fmla="*/ 14170 h 127583"/>
              <a:gd name="csX24" fmla="*/ 7089 w 148856"/>
              <a:gd name="csY24" fmla="*/ 46066 h 127583"/>
              <a:gd name="csX25" fmla="*/ 369 w 148856"/>
              <a:gd name="csY25" fmla="*/ 54725 h 127583"/>
              <a:gd name="csX26" fmla="*/ 11 w 148856"/>
              <a:gd name="csY26" fmla="*/ 57055 h 127583"/>
              <a:gd name="csX27" fmla="*/ 7089 w 148856"/>
              <a:gd name="csY27" fmla="*/ 72025 h 127583"/>
              <a:gd name="csX28" fmla="*/ 7089 w 148856"/>
              <a:gd name="csY28" fmla="*/ 106319 h 127583"/>
              <a:gd name="csX29" fmla="*/ 28356 w 148856"/>
              <a:gd name="csY29" fmla="*/ 127583 h 127583"/>
              <a:gd name="csX30" fmla="*/ 120501 w 148856"/>
              <a:gd name="csY30" fmla="*/ 127583 h 127583"/>
              <a:gd name="csX31" fmla="*/ 141767 w 148856"/>
              <a:gd name="csY31" fmla="*/ 106319 h 127583"/>
              <a:gd name="csX32" fmla="*/ 141767 w 148856"/>
              <a:gd name="csY32" fmla="*/ 72042 h 127583"/>
              <a:gd name="csX33" fmla="*/ 148845 w 148856"/>
              <a:gd name="csY33" fmla="*/ 57055 h 127583"/>
              <a:gd name="csX34" fmla="*/ 148488 w 148856"/>
              <a:gd name="csY34" fmla="*/ 54725 h 127583"/>
              <a:gd name="csX35" fmla="*/ 141767 w 148856"/>
              <a:gd name="csY35" fmla="*/ 46066 h 127583"/>
              <a:gd name="csX36" fmla="*/ 7089 w 148856"/>
              <a:gd name="csY36" fmla="*/ 46066 h 127583"/>
              <a:gd name="csX37" fmla="*/ 54931 w 148856"/>
              <a:gd name="csY37" fmla="*/ 74424 h 127583"/>
              <a:gd name="csX38" fmla="*/ 74428 w 148856"/>
              <a:gd name="csY38" fmla="*/ 81517 h 127583"/>
              <a:gd name="csX39" fmla="*/ 93925 w 148856"/>
              <a:gd name="csY39" fmla="*/ 74424 h 127583"/>
              <a:gd name="csX40" fmla="*/ 113423 w 148856"/>
              <a:gd name="csY40" fmla="*/ 81517 h 127583"/>
              <a:gd name="csX41" fmla="*/ 127595 w 148856"/>
              <a:gd name="csY41" fmla="*/ 79595 h 127583"/>
              <a:gd name="csX42" fmla="*/ 127595 w 148856"/>
              <a:gd name="csY42" fmla="*/ 106319 h 127583"/>
              <a:gd name="csX43" fmla="*/ 120501 w 148856"/>
              <a:gd name="csY43" fmla="*/ 113413 h 127583"/>
              <a:gd name="csX44" fmla="*/ 28356 w 148856"/>
              <a:gd name="csY44" fmla="*/ 113413 h 127583"/>
              <a:gd name="csX45" fmla="*/ 21261 w 148856"/>
              <a:gd name="csY45" fmla="*/ 106319 h 127583"/>
              <a:gd name="csX46" fmla="*/ 21261 w 148856"/>
              <a:gd name="csY46" fmla="*/ 79595 h 127583"/>
              <a:gd name="csX47" fmla="*/ 35434 w 148856"/>
              <a:gd name="csY47" fmla="*/ 81517 h 127583"/>
              <a:gd name="csX48" fmla="*/ 54931 w 148856"/>
              <a:gd name="csY48" fmla="*/ 74424 h 127583"/>
            </a:gdLst>
            <a:ahLst/>
            <a:cxnLst/>
            <a:rect l="l" t="t" r="r" b="b"/>
            <a:pathLst>
              <a:path w="100000" h="100000">
                <a:moveTo>
                  <a:pt x="17849" y="7145"/>
                </a:moveTo>
                <a:cubicBezTo>
                  <a:pt x="10637" y="7145"/>
                  <a:pt x="4762" y="13020"/>
                  <a:pt x="4762" y="20242"/>
                </a:cubicBezTo>
                <a:lnTo>
                  <a:pt x="4762" y="33339"/>
                </a:lnTo>
                <a:lnTo>
                  <a:pt x="95238" y="33339"/>
                </a:lnTo>
                <a:lnTo>
                  <a:pt x="95238" y="20242"/>
                </a:lnTo>
                <a:cubicBezTo>
                  <a:pt x="95238" y="13020"/>
                  <a:pt x="89363" y="7145"/>
                  <a:pt x="82140" y="7145"/>
                </a:cubicBezTo>
                <a:lnTo>
                  <a:pt x="17849" y="7145"/>
                </a:lnTo>
                <a:close/>
                <a:moveTo>
                  <a:pt x="17849" y="16665"/>
                </a:moveTo>
                <a:cubicBezTo>
                  <a:pt x="19827" y="16665"/>
                  <a:pt x="21427" y="18265"/>
                  <a:pt x="21427" y="20242"/>
                </a:cubicBezTo>
                <a:cubicBezTo>
                  <a:pt x="21427" y="22208"/>
                  <a:pt x="19827" y="23807"/>
                  <a:pt x="17849" y="23807"/>
                </a:cubicBezTo>
                <a:cubicBezTo>
                  <a:pt x="15883" y="23807"/>
                  <a:pt x="14283" y="22208"/>
                  <a:pt x="14283" y="20242"/>
                </a:cubicBezTo>
                <a:cubicBezTo>
                  <a:pt x="14283" y="18265"/>
                  <a:pt x="15883" y="16665"/>
                  <a:pt x="17849" y="16665"/>
                </a:cubicBezTo>
                <a:close/>
                <a:moveTo>
                  <a:pt x="29758" y="16665"/>
                </a:moveTo>
                <a:cubicBezTo>
                  <a:pt x="31736" y="16665"/>
                  <a:pt x="33336" y="18265"/>
                  <a:pt x="33336" y="20242"/>
                </a:cubicBezTo>
                <a:cubicBezTo>
                  <a:pt x="33336" y="22208"/>
                  <a:pt x="31736" y="23807"/>
                  <a:pt x="29758" y="23807"/>
                </a:cubicBezTo>
                <a:cubicBezTo>
                  <a:pt x="27793" y="23807"/>
                  <a:pt x="26192" y="22208"/>
                  <a:pt x="26192" y="20242"/>
                </a:cubicBezTo>
                <a:cubicBezTo>
                  <a:pt x="26192" y="18265"/>
                  <a:pt x="27793" y="16665"/>
                  <a:pt x="29758" y="16665"/>
                </a:cubicBezTo>
                <a:close/>
                <a:moveTo>
                  <a:pt x="44045" y="16665"/>
                </a:moveTo>
                <a:lnTo>
                  <a:pt x="82140" y="16665"/>
                </a:lnTo>
                <a:cubicBezTo>
                  <a:pt x="84117" y="16665"/>
                  <a:pt x="85717" y="18265"/>
                  <a:pt x="85717" y="20242"/>
                </a:cubicBezTo>
                <a:cubicBezTo>
                  <a:pt x="85717" y="22208"/>
                  <a:pt x="84117" y="23876"/>
                  <a:pt x="82140" y="23876"/>
                </a:cubicBezTo>
                <a:lnTo>
                  <a:pt x="44045" y="23876"/>
                </a:lnTo>
                <a:cubicBezTo>
                  <a:pt x="42080" y="23876"/>
                  <a:pt x="40479" y="22219"/>
                  <a:pt x="40479" y="20242"/>
                </a:cubicBezTo>
                <a:cubicBezTo>
                  <a:pt x="40479" y="18265"/>
                  <a:pt x="42080" y="16665"/>
                  <a:pt x="44045" y="16665"/>
                </a:cubicBezTo>
                <a:close/>
                <a:moveTo>
                  <a:pt x="4762" y="38092"/>
                </a:moveTo>
                <a:lnTo>
                  <a:pt x="248" y="43909"/>
                </a:lnTo>
                <a:cubicBezTo>
                  <a:pt x="54" y="44412"/>
                  <a:pt x="-27" y="44938"/>
                  <a:pt x="7" y="45474"/>
                </a:cubicBezTo>
                <a:cubicBezTo>
                  <a:pt x="282" y="49714"/>
                  <a:pt x="2088" y="53029"/>
                  <a:pt x="4762" y="55531"/>
                </a:cubicBezTo>
                <a:lnTo>
                  <a:pt x="4762" y="78570"/>
                </a:lnTo>
                <a:cubicBezTo>
                  <a:pt x="4762" y="86398"/>
                  <a:pt x="11209" y="92855"/>
                  <a:pt x="19049" y="92855"/>
                </a:cubicBezTo>
                <a:lnTo>
                  <a:pt x="80951" y="92855"/>
                </a:lnTo>
                <a:cubicBezTo>
                  <a:pt x="88792" y="92855"/>
                  <a:pt x="95238" y="86398"/>
                  <a:pt x="95238" y="78570"/>
                </a:cubicBezTo>
                <a:lnTo>
                  <a:pt x="95238" y="55543"/>
                </a:lnTo>
                <a:cubicBezTo>
                  <a:pt x="97912" y="53029"/>
                  <a:pt x="99706" y="49726"/>
                  <a:pt x="99993" y="45474"/>
                </a:cubicBezTo>
                <a:cubicBezTo>
                  <a:pt x="100027" y="44938"/>
                  <a:pt x="99947" y="44412"/>
                  <a:pt x="99753" y="43909"/>
                </a:cubicBezTo>
                <a:lnTo>
                  <a:pt x="95238" y="38092"/>
                </a:lnTo>
                <a:lnTo>
                  <a:pt x="4762" y="38092"/>
                </a:lnTo>
                <a:close/>
                <a:moveTo>
                  <a:pt x="36902" y="57143"/>
                </a:moveTo>
                <a:cubicBezTo>
                  <a:pt x="40856" y="59862"/>
                  <a:pt x="45177" y="61908"/>
                  <a:pt x="50000" y="61908"/>
                </a:cubicBezTo>
                <a:cubicBezTo>
                  <a:pt x="54823" y="61908"/>
                  <a:pt x="59144" y="59862"/>
                  <a:pt x="63098" y="57143"/>
                </a:cubicBezTo>
                <a:cubicBezTo>
                  <a:pt x="66756" y="59862"/>
                  <a:pt x="71545" y="61908"/>
                  <a:pt x="76196" y="61908"/>
                </a:cubicBezTo>
                <a:cubicBezTo>
                  <a:pt x="79328" y="61908"/>
                  <a:pt x="82619" y="61485"/>
                  <a:pt x="85717" y="60617"/>
                </a:cubicBezTo>
                <a:lnTo>
                  <a:pt x="85717" y="78570"/>
                </a:lnTo>
                <a:cubicBezTo>
                  <a:pt x="85717" y="81255"/>
                  <a:pt x="83637" y="83335"/>
                  <a:pt x="80951" y="83335"/>
                </a:cubicBezTo>
                <a:lnTo>
                  <a:pt x="19049" y="83335"/>
                </a:lnTo>
                <a:cubicBezTo>
                  <a:pt x="16363" y="83335"/>
                  <a:pt x="14283" y="81255"/>
                  <a:pt x="14283" y="78570"/>
                </a:cubicBezTo>
                <a:lnTo>
                  <a:pt x="14283" y="60617"/>
                </a:lnTo>
                <a:cubicBezTo>
                  <a:pt x="17381" y="61485"/>
                  <a:pt x="20672" y="61908"/>
                  <a:pt x="23804" y="61908"/>
                </a:cubicBezTo>
                <a:cubicBezTo>
                  <a:pt x="28456" y="61908"/>
                  <a:pt x="33233" y="59862"/>
                  <a:pt x="36902" y="5714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5" name="Белый — SVG 14">
            <a:extLst>
              <a:ext uri="{FF2B5EF4-FFF2-40B4-BE49-F238E27FC236}">
                <a16:creationId xmlns:a16="http://schemas.microsoft.com/office/drawing/2014/main" id="{657DA5CF-FFCC-CE40-95B4-FBC64E002478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124053 w 141775"/>
              <a:gd name="csY0" fmla="*/ 0 h 141753"/>
              <a:gd name="csX1" fmla="*/ 85063 w 141775"/>
              <a:gd name="csY1" fmla="*/ 0 h 141753"/>
              <a:gd name="csX2" fmla="*/ 70028 w 141775"/>
              <a:gd name="csY2" fmla="*/ 6226 h 141753"/>
              <a:gd name="csX3" fmla="*/ 6228 w 141775"/>
              <a:gd name="csY3" fmla="*/ 70018 h 141753"/>
              <a:gd name="csX4" fmla="*/ 6228 w 141775"/>
              <a:gd name="csY4" fmla="*/ 100093 h 141753"/>
              <a:gd name="csX5" fmla="*/ 41672 w 141775"/>
              <a:gd name="csY5" fmla="*/ 135528 h 141753"/>
              <a:gd name="csX6" fmla="*/ 56709 w 141775"/>
              <a:gd name="csY6" fmla="*/ 141753 h 141753"/>
              <a:gd name="csX7" fmla="*/ 71743 w 141775"/>
              <a:gd name="csY7" fmla="*/ 135528 h 141753"/>
              <a:gd name="csX8" fmla="*/ 135544 w 141775"/>
              <a:gd name="csY8" fmla="*/ 71736 h 141753"/>
              <a:gd name="csX9" fmla="*/ 141776 w 141775"/>
              <a:gd name="csY9" fmla="*/ 56698 h 141753"/>
              <a:gd name="csX10" fmla="*/ 141776 w 141775"/>
              <a:gd name="csY10" fmla="*/ 17726 h 141753"/>
              <a:gd name="csX11" fmla="*/ 124053 w 141775"/>
              <a:gd name="csY11" fmla="*/ 0 h 141753"/>
              <a:gd name="csX12" fmla="*/ 106330 w 141775"/>
              <a:gd name="csY12" fmla="*/ 46066 h 141753"/>
              <a:gd name="csX13" fmla="*/ 95697 w 141775"/>
              <a:gd name="csY13" fmla="*/ 35434 h 141753"/>
              <a:gd name="csX14" fmla="*/ 106330 w 141775"/>
              <a:gd name="csY14" fmla="*/ 24802 h 141753"/>
              <a:gd name="csX15" fmla="*/ 116963 w 141775"/>
              <a:gd name="csY15" fmla="*/ 35434 h 141753"/>
              <a:gd name="csX16" fmla="*/ 106330 w 141775"/>
              <a:gd name="csY16" fmla="*/ 46066 h 141753"/>
            </a:gdLst>
            <a:ahLst/>
            <a:cxnLst/>
            <a:rect l="l" t="t" r="r" b="b"/>
            <a:pathLst>
              <a:path w="100000" h="100000">
                <a:moveTo>
                  <a:pt x="87500" y="8"/>
                </a:moveTo>
                <a:lnTo>
                  <a:pt x="59999" y="8"/>
                </a:lnTo>
                <a:cubicBezTo>
                  <a:pt x="56022" y="8"/>
                  <a:pt x="52207" y="1591"/>
                  <a:pt x="49394" y="4399"/>
                </a:cubicBezTo>
                <a:lnTo>
                  <a:pt x="4393" y="49394"/>
                </a:lnTo>
                <a:cubicBezTo>
                  <a:pt x="-1464" y="55250"/>
                  <a:pt x="-1464" y="64753"/>
                  <a:pt x="4393" y="70608"/>
                </a:cubicBezTo>
                <a:lnTo>
                  <a:pt x="29393" y="95601"/>
                </a:lnTo>
                <a:cubicBezTo>
                  <a:pt x="32321" y="98529"/>
                  <a:pt x="36162" y="99992"/>
                  <a:pt x="39999" y="99992"/>
                </a:cubicBezTo>
                <a:cubicBezTo>
                  <a:pt x="43837" y="99992"/>
                  <a:pt x="47677" y="98529"/>
                  <a:pt x="50603" y="95601"/>
                </a:cubicBezTo>
                <a:lnTo>
                  <a:pt x="95605" y="50606"/>
                </a:lnTo>
                <a:cubicBezTo>
                  <a:pt x="98420" y="47798"/>
                  <a:pt x="100001" y="43983"/>
                  <a:pt x="100001" y="39999"/>
                </a:cubicBezTo>
                <a:lnTo>
                  <a:pt x="100001" y="12511"/>
                </a:lnTo>
                <a:cubicBezTo>
                  <a:pt x="100001" y="5599"/>
                  <a:pt x="94402" y="8"/>
                  <a:pt x="87500" y="8"/>
                </a:cubicBezTo>
                <a:close/>
                <a:moveTo>
                  <a:pt x="74999" y="32500"/>
                </a:moveTo>
                <a:cubicBezTo>
                  <a:pt x="70857" y="32500"/>
                  <a:pt x="67499" y="29153"/>
                  <a:pt x="67499" y="25001"/>
                </a:cubicBezTo>
                <a:cubicBezTo>
                  <a:pt x="67499" y="20861"/>
                  <a:pt x="70857" y="17502"/>
                  <a:pt x="74999" y="17502"/>
                </a:cubicBezTo>
                <a:cubicBezTo>
                  <a:pt x="79143" y="17502"/>
                  <a:pt x="82499" y="20861"/>
                  <a:pt x="82499" y="25001"/>
                </a:cubicBezTo>
                <a:cubicBezTo>
                  <a:pt x="82499" y="29153"/>
                  <a:pt x="79143" y="32500"/>
                  <a:pt x="74999" y="325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6" name="Белый — SVG 15">
            <a:extLst>
              <a:ext uri="{FF2B5EF4-FFF2-40B4-BE49-F238E27FC236}">
                <a16:creationId xmlns:a16="http://schemas.microsoft.com/office/drawing/2014/main" id="{B8CDC237-6FB5-9846-BA68-F462842473BD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71369 w 141820"/>
              <a:gd name="csY0" fmla="*/ 1 h 141805"/>
              <a:gd name="csX1" fmla="*/ 59324 w 141820"/>
              <a:gd name="csY1" fmla="*/ 4576 h 141805"/>
              <a:gd name="csX2" fmla="*/ 54679 w 141820"/>
              <a:gd name="csY2" fmla="*/ 8710 h 141805"/>
              <a:gd name="csX3" fmla="*/ 48606 w 141820"/>
              <a:gd name="csY3" fmla="*/ 7366 h 141805"/>
              <a:gd name="csX4" fmla="*/ 27713 w 141820"/>
              <a:gd name="csY4" fmla="*/ 19240 h 141805"/>
              <a:gd name="csX5" fmla="*/ 25773 w 141820"/>
              <a:gd name="csY5" fmla="*/ 25160 h 141805"/>
              <a:gd name="csX6" fmla="*/ 19819 w 141820"/>
              <a:gd name="csY6" fmla="*/ 27031 h 141805"/>
              <a:gd name="csX7" fmla="*/ 7671 w 141820"/>
              <a:gd name="csY7" fmla="*/ 47768 h 141805"/>
              <a:gd name="csX8" fmla="*/ 8930 w 141820"/>
              <a:gd name="csY8" fmla="*/ 53858 h 141805"/>
              <a:gd name="csX9" fmla="*/ 4728 w 141820"/>
              <a:gd name="csY9" fmla="*/ 58451 h 141805"/>
              <a:gd name="csX10" fmla="*/ 4575 w 141820"/>
              <a:gd name="csY10" fmla="*/ 82487 h 141805"/>
              <a:gd name="csX11" fmla="*/ 8709 w 141820"/>
              <a:gd name="csY11" fmla="*/ 87131 h 141805"/>
              <a:gd name="csX12" fmla="*/ 7365 w 141820"/>
              <a:gd name="csY12" fmla="*/ 93204 h 141805"/>
              <a:gd name="csX13" fmla="*/ 19240 w 141820"/>
              <a:gd name="csY13" fmla="*/ 114094 h 141805"/>
              <a:gd name="csX14" fmla="*/ 25161 w 141820"/>
              <a:gd name="csY14" fmla="*/ 116033 h 141805"/>
              <a:gd name="csX15" fmla="*/ 27032 w 141820"/>
              <a:gd name="csY15" fmla="*/ 121987 h 141805"/>
              <a:gd name="csX16" fmla="*/ 47755 w 141820"/>
              <a:gd name="csY16" fmla="*/ 134133 h 141805"/>
              <a:gd name="csX17" fmla="*/ 53862 w 141820"/>
              <a:gd name="csY17" fmla="*/ 132874 h 141805"/>
              <a:gd name="csX18" fmla="*/ 58456 w 141820"/>
              <a:gd name="csY18" fmla="*/ 137076 h 141805"/>
              <a:gd name="csX19" fmla="*/ 70553 w 141820"/>
              <a:gd name="csY19" fmla="*/ 141805 h 141805"/>
              <a:gd name="csX20" fmla="*/ 82479 w 141820"/>
              <a:gd name="csY20" fmla="*/ 137229 h 141805"/>
              <a:gd name="csX21" fmla="*/ 87124 w 141820"/>
              <a:gd name="csY21" fmla="*/ 133095 h 141805"/>
              <a:gd name="csX22" fmla="*/ 93215 w 141820"/>
              <a:gd name="csY22" fmla="*/ 134439 h 141805"/>
              <a:gd name="csX23" fmla="*/ 114107 w 141820"/>
              <a:gd name="csY23" fmla="*/ 122566 h 141805"/>
              <a:gd name="csX24" fmla="*/ 116047 w 141820"/>
              <a:gd name="csY24" fmla="*/ 116646 h 141805"/>
              <a:gd name="csX25" fmla="*/ 122001 w 141820"/>
              <a:gd name="csY25" fmla="*/ 114774 h 141805"/>
              <a:gd name="csX26" fmla="*/ 134149 w 141820"/>
              <a:gd name="csY26" fmla="*/ 94055 h 141805"/>
              <a:gd name="csX27" fmla="*/ 132890 w 141820"/>
              <a:gd name="csY27" fmla="*/ 87948 h 141805"/>
              <a:gd name="csX28" fmla="*/ 137092 w 141820"/>
              <a:gd name="csY28" fmla="*/ 83355 h 141805"/>
              <a:gd name="csX29" fmla="*/ 137245 w 141820"/>
              <a:gd name="csY29" fmla="*/ 59318 h 141805"/>
              <a:gd name="csX30" fmla="*/ 133111 w 141820"/>
              <a:gd name="csY30" fmla="*/ 54674 h 141805"/>
              <a:gd name="csX31" fmla="*/ 134455 w 141820"/>
              <a:gd name="csY31" fmla="*/ 48601 h 141805"/>
              <a:gd name="csX32" fmla="*/ 122580 w 141820"/>
              <a:gd name="csY32" fmla="*/ 27712 h 141805"/>
              <a:gd name="csX33" fmla="*/ 116659 w 141820"/>
              <a:gd name="csY33" fmla="*/ 25772 h 141805"/>
              <a:gd name="csX34" fmla="*/ 114788 w 141820"/>
              <a:gd name="csY34" fmla="*/ 19819 h 141805"/>
              <a:gd name="csX35" fmla="*/ 94048 w 141820"/>
              <a:gd name="csY35" fmla="*/ 7656 h 141805"/>
              <a:gd name="csX36" fmla="*/ 87957 w 141820"/>
              <a:gd name="csY36" fmla="*/ 8931 h 141805"/>
              <a:gd name="csX37" fmla="*/ 83364 w 141820"/>
              <a:gd name="csY37" fmla="*/ 4730 h 141805"/>
              <a:gd name="csX38" fmla="*/ 71369 w 141820"/>
              <a:gd name="csY38" fmla="*/ 1 h 141805"/>
              <a:gd name="csX39" fmla="*/ 34144 w 141820"/>
              <a:gd name="csY39" fmla="*/ 56733 h 141805"/>
              <a:gd name="csX40" fmla="*/ 37240 w 141820"/>
              <a:gd name="csY40" fmla="*/ 56733 h 141805"/>
              <a:gd name="csX41" fmla="*/ 44182 w 141820"/>
              <a:gd name="csY41" fmla="*/ 59539 h 141805"/>
              <a:gd name="csX42" fmla="*/ 44182 w 141820"/>
              <a:gd name="csY42" fmla="*/ 64541 h 141805"/>
              <a:gd name="csX43" fmla="*/ 39163 w 141820"/>
              <a:gd name="csY43" fmla="*/ 64541 h 141805"/>
              <a:gd name="csX44" fmla="*/ 37240 w 141820"/>
              <a:gd name="csY44" fmla="*/ 63809 h 141805"/>
              <a:gd name="csX45" fmla="*/ 34144 w 141820"/>
              <a:gd name="csY45" fmla="*/ 63809 h 141805"/>
              <a:gd name="csX46" fmla="*/ 32358 w 141820"/>
              <a:gd name="csY46" fmla="*/ 65578 h 141805"/>
              <a:gd name="csX47" fmla="*/ 34144 w 141820"/>
              <a:gd name="csY47" fmla="*/ 67364 h 141805"/>
              <a:gd name="csX48" fmla="*/ 37240 w 141820"/>
              <a:gd name="csY48" fmla="*/ 67364 h 141805"/>
              <a:gd name="csX49" fmla="*/ 46105 w 141820"/>
              <a:gd name="csY49" fmla="*/ 76210 h 141805"/>
              <a:gd name="csX50" fmla="*/ 37240 w 141820"/>
              <a:gd name="csY50" fmla="*/ 85073 h 141805"/>
              <a:gd name="csX51" fmla="*/ 33362 w 141820"/>
              <a:gd name="csY51" fmla="*/ 85073 h 141805"/>
              <a:gd name="csX52" fmla="*/ 25875 w 141820"/>
              <a:gd name="csY52" fmla="*/ 81824 h 141805"/>
              <a:gd name="csX53" fmla="*/ 25875 w 141820"/>
              <a:gd name="csY53" fmla="*/ 76806 h 141805"/>
              <a:gd name="csX54" fmla="*/ 30877 w 141820"/>
              <a:gd name="csY54" fmla="*/ 76806 h 141805"/>
              <a:gd name="csX55" fmla="*/ 33362 w 141820"/>
              <a:gd name="csY55" fmla="*/ 77996 h 141805"/>
              <a:gd name="csX56" fmla="*/ 37240 w 141820"/>
              <a:gd name="csY56" fmla="*/ 77996 h 141805"/>
              <a:gd name="csX57" fmla="*/ 39010 w 141820"/>
              <a:gd name="csY57" fmla="*/ 76210 h 141805"/>
              <a:gd name="csX58" fmla="*/ 37240 w 141820"/>
              <a:gd name="csY58" fmla="*/ 74441 h 141805"/>
              <a:gd name="csX59" fmla="*/ 34144 w 141820"/>
              <a:gd name="csY59" fmla="*/ 74441 h 141805"/>
              <a:gd name="csX60" fmla="*/ 25280 w 141820"/>
              <a:gd name="csY60" fmla="*/ 65578 h 141805"/>
              <a:gd name="csX61" fmla="*/ 34144 w 141820"/>
              <a:gd name="csY61" fmla="*/ 56733 h 141805"/>
              <a:gd name="csX62" fmla="*/ 60277 w 141820"/>
              <a:gd name="csY62" fmla="*/ 56733 h 141805"/>
              <a:gd name="csX63" fmla="*/ 63543 w 141820"/>
              <a:gd name="csY63" fmla="*/ 58910 h 141805"/>
              <a:gd name="csX64" fmla="*/ 72407 w 141820"/>
              <a:gd name="csY64" fmla="*/ 80174 h 141805"/>
              <a:gd name="csX65" fmla="*/ 70502 w 141820"/>
              <a:gd name="csY65" fmla="*/ 84801 h 141805"/>
              <a:gd name="csX66" fmla="*/ 69140 w 141820"/>
              <a:gd name="csY66" fmla="*/ 85073 h 141805"/>
              <a:gd name="csX67" fmla="*/ 65857 w 141820"/>
              <a:gd name="csY67" fmla="*/ 82896 h 141805"/>
              <a:gd name="csX68" fmla="*/ 65295 w 141820"/>
              <a:gd name="csY68" fmla="*/ 81535 h 141805"/>
              <a:gd name="csX69" fmla="*/ 55258 w 141820"/>
              <a:gd name="csY69" fmla="*/ 81535 h 141805"/>
              <a:gd name="csX70" fmla="*/ 54696 w 141820"/>
              <a:gd name="csY70" fmla="*/ 82896 h 141805"/>
              <a:gd name="csX71" fmla="*/ 50051 w 141820"/>
              <a:gd name="csY71" fmla="*/ 84801 h 141805"/>
              <a:gd name="csX72" fmla="*/ 48146 w 141820"/>
              <a:gd name="csY72" fmla="*/ 80174 h 141805"/>
              <a:gd name="csX73" fmla="*/ 57010 w 141820"/>
              <a:gd name="csY73" fmla="*/ 58910 h 141805"/>
              <a:gd name="csX74" fmla="*/ 60277 w 141820"/>
              <a:gd name="csY74" fmla="*/ 56733 h 141805"/>
              <a:gd name="csX75" fmla="*/ 81543 w 141820"/>
              <a:gd name="csY75" fmla="*/ 56733 h 141805"/>
              <a:gd name="csX76" fmla="*/ 85082 w 141820"/>
              <a:gd name="csY76" fmla="*/ 60271 h 141805"/>
              <a:gd name="csX77" fmla="*/ 85082 w 141820"/>
              <a:gd name="csY77" fmla="*/ 77996 h 141805"/>
              <a:gd name="csX78" fmla="*/ 92177 w 141820"/>
              <a:gd name="csY78" fmla="*/ 77996 h 141805"/>
              <a:gd name="csX79" fmla="*/ 95716 w 141820"/>
              <a:gd name="csY79" fmla="*/ 81535 h 141805"/>
              <a:gd name="csX80" fmla="*/ 92177 w 141820"/>
              <a:gd name="csY80" fmla="*/ 85073 h 141805"/>
              <a:gd name="csX81" fmla="*/ 81543 w 141820"/>
              <a:gd name="csY81" fmla="*/ 85073 h 141805"/>
              <a:gd name="csX82" fmla="*/ 78005 w 141820"/>
              <a:gd name="csY82" fmla="*/ 81535 h 141805"/>
              <a:gd name="csX83" fmla="*/ 78005 w 141820"/>
              <a:gd name="csY83" fmla="*/ 60271 h 141805"/>
              <a:gd name="csX84" fmla="*/ 81543 w 141820"/>
              <a:gd name="csY84" fmla="*/ 56733 h 141805"/>
              <a:gd name="csX85" fmla="*/ 102810 w 141820"/>
              <a:gd name="csY85" fmla="*/ 56733 h 141805"/>
              <a:gd name="csX86" fmla="*/ 113443 w 141820"/>
              <a:gd name="csY86" fmla="*/ 56733 h 141805"/>
              <a:gd name="csX87" fmla="*/ 116982 w 141820"/>
              <a:gd name="csY87" fmla="*/ 60271 h 141805"/>
              <a:gd name="csX88" fmla="*/ 113443 w 141820"/>
              <a:gd name="csY88" fmla="*/ 63809 h 141805"/>
              <a:gd name="csX89" fmla="*/ 106349 w 141820"/>
              <a:gd name="csY89" fmla="*/ 63809 h 141805"/>
              <a:gd name="csX90" fmla="*/ 106349 w 141820"/>
              <a:gd name="csY90" fmla="*/ 67364 h 141805"/>
              <a:gd name="csX91" fmla="*/ 111674 w 141820"/>
              <a:gd name="csY91" fmla="*/ 67364 h 141805"/>
              <a:gd name="csX92" fmla="*/ 115213 w 141820"/>
              <a:gd name="csY92" fmla="*/ 70903 h 141805"/>
              <a:gd name="csX93" fmla="*/ 111674 w 141820"/>
              <a:gd name="csY93" fmla="*/ 74441 h 141805"/>
              <a:gd name="csX94" fmla="*/ 106349 w 141820"/>
              <a:gd name="csY94" fmla="*/ 74441 h 141805"/>
              <a:gd name="csX95" fmla="*/ 106349 w 141820"/>
              <a:gd name="csY95" fmla="*/ 77996 h 141805"/>
              <a:gd name="csX96" fmla="*/ 113443 w 141820"/>
              <a:gd name="csY96" fmla="*/ 77996 h 141805"/>
              <a:gd name="csX97" fmla="*/ 116982 w 141820"/>
              <a:gd name="csY97" fmla="*/ 81535 h 141805"/>
              <a:gd name="csX98" fmla="*/ 113443 w 141820"/>
              <a:gd name="csY98" fmla="*/ 85073 h 141805"/>
              <a:gd name="csX99" fmla="*/ 102810 w 141820"/>
              <a:gd name="csY99" fmla="*/ 85073 h 141805"/>
              <a:gd name="csX100" fmla="*/ 99272 w 141820"/>
              <a:gd name="csY100" fmla="*/ 81535 h 141805"/>
              <a:gd name="csX101" fmla="*/ 99272 w 141820"/>
              <a:gd name="csY101" fmla="*/ 60271 h 141805"/>
              <a:gd name="csX102" fmla="*/ 102810 w 141820"/>
              <a:gd name="csY102" fmla="*/ 56733 h 141805"/>
              <a:gd name="csX103" fmla="*/ 60277 w 141820"/>
              <a:gd name="csY103" fmla="*/ 69474 h 141805"/>
              <a:gd name="csX104" fmla="*/ 58218 w 141820"/>
              <a:gd name="csY104" fmla="*/ 74441 h 141805"/>
              <a:gd name="csX105" fmla="*/ 62335 w 141820"/>
              <a:gd name="csY105" fmla="*/ 74441 h 141805"/>
              <a:gd name="csX106" fmla="*/ 60277 w 141820"/>
              <a:gd name="csY106" fmla="*/ 69474 h 141805"/>
            </a:gdLst>
            <a:ahLst/>
            <a:cxnLst/>
            <a:rect l="l" t="t" r="r" b="b"/>
            <a:pathLst>
              <a:path w="100000" h="100000">
                <a:moveTo>
                  <a:pt x="50324" y="6"/>
                </a:moveTo>
                <a:cubicBezTo>
                  <a:pt x="47301" y="-18"/>
                  <a:pt x="44265" y="1062"/>
                  <a:pt x="41830" y="3232"/>
                </a:cubicBezTo>
                <a:lnTo>
                  <a:pt x="38555" y="6147"/>
                </a:lnTo>
                <a:lnTo>
                  <a:pt x="34273" y="5199"/>
                </a:lnTo>
                <a:cubicBezTo>
                  <a:pt x="27914" y="3784"/>
                  <a:pt x="21580" y="7394"/>
                  <a:pt x="19541" y="13572"/>
                </a:cubicBezTo>
                <a:lnTo>
                  <a:pt x="18173" y="17746"/>
                </a:lnTo>
                <a:lnTo>
                  <a:pt x="13975" y="19065"/>
                </a:lnTo>
                <a:cubicBezTo>
                  <a:pt x="7761" y="21021"/>
                  <a:pt x="4078" y="27306"/>
                  <a:pt x="5409" y="33687"/>
                </a:cubicBezTo>
                <a:lnTo>
                  <a:pt x="6297" y="37982"/>
                </a:lnTo>
                <a:lnTo>
                  <a:pt x="3334" y="41220"/>
                </a:lnTo>
                <a:cubicBezTo>
                  <a:pt x="-1069" y="46030"/>
                  <a:pt x="-1117" y="53311"/>
                  <a:pt x="3226" y="58168"/>
                </a:cubicBezTo>
                <a:lnTo>
                  <a:pt x="6141" y="61443"/>
                </a:lnTo>
                <a:lnTo>
                  <a:pt x="5193" y="65725"/>
                </a:lnTo>
                <a:cubicBezTo>
                  <a:pt x="3789" y="72083"/>
                  <a:pt x="7376" y="78416"/>
                  <a:pt x="13566" y="80455"/>
                </a:cubicBezTo>
                <a:lnTo>
                  <a:pt x="17742" y="81822"/>
                </a:lnTo>
                <a:lnTo>
                  <a:pt x="19061" y="86021"/>
                </a:lnTo>
                <a:cubicBezTo>
                  <a:pt x="21017" y="92234"/>
                  <a:pt x="27303" y="95916"/>
                  <a:pt x="33673" y="94585"/>
                </a:cubicBezTo>
                <a:lnTo>
                  <a:pt x="37979" y="93697"/>
                </a:lnTo>
                <a:lnTo>
                  <a:pt x="41218" y="96660"/>
                </a:lnTo>
                <a:cubicBezTo>
                  <a:pt x="43642" y="98879"/>
                  <a:pt x="46689" y="99995"/>
                  <a:pt x="49748" y="99995"/>
                </a:cubicBezTo>
                <a:cubicBezTo>
                  <a:pt x="52747" y="99995"/>
                  <a:pt x="55758" y="98927"/>
                  <a:pt x="58158" y="96768"/>
                </a:cubicBezTo>
                <a:lnTo>
                  <a:pt x="61433" y="93853"/>
                </a:lnTo>
                <a:lnTo>
                  <a:pt x="65728" y="94801"/>
                </a:lnTo>
                <a:cubicBezTo>
                  <a:pt x="72074" y="96217"/>
                  <a:pt x="78420" y="92606"/>
                  <a:pt x="80459" y="86429"/>
                </a:cubicBezTo>
                <a:lnTo>
                  <a:pt x="81827" y="82255"/>
                </a:lnTo>
                <a:lnTo>
                  <a:pt x="86025" y="80935"/>
                </a:lnTo>
                <a:cubicBezTo>
                  <a:pt x="92227" y="78980"/>
                  <a:pt x="95922" y="72695"/>
                  <a:pt x="94591" y="66325"/>
                </a:cubicBezTo>
                <a:lnTo>
                  <a:pt x="93703" y="62019"/>
                </a:lnTo>
                <a:lnTo>
                  <a:pt x="96666" y="58780"/>
                </a:lnTo>
                <a:cubicBezTo>
                  <a:pt x="101069" y="53983"/>
                  <a:pt x="101117" y="46690"/>
                  <a:pt x="96774" y="41832"/>
                </a:cubicBezTo>
                <a:lnTo>
                  <a:pt x="93859" y="38557"/>
                </a:lnTo>
                <a:lnTo>
                  <a:pt x="94807" y="34275"/>
                </a:lnTo>
                <a:cubicBezTo>
                  <a:pt x="96211" y="27917"/>
                  <a:pt x="92612" y="21585"/>
                  <a:pt x="86434" y="19546"/>
                </a:cubicBezTo>
                <a:lnTo>
                  <a:pt x="82258" y="18178"/>
                </a:lnTo>
                <a:lnTo>
                  <a:pt x="80939" y="13980"/>
                </a:lnTo>
                <a:cubicBezTo>
                  <a:pt x="78984" y="7767"/>
                  <a:pt x="72698" y="4072"/>
                  <a:pt x="66315" y="5404"/>
                </a:cubicBezTo>
                <a:lnTo>
                  <a:pt x="62020" y="6303"/>
                </a:lnTo>
                <a:lnTo>
                  <a:pt x="58782" y="3341"/>
                </a:lnTo>
                <a:cubicBezTo>
                  <a:pt x="56370" y="1133"/>
                  <a:pt x="53359" y="30"/>
                  <a:pt x="50324" y="6"/>
                </a:cubicBezTo>
                <a:close/>
                <a:moveTo>
                  <a:pt x="24076" y="40009"/>
                </a:moveTo>
                <a:lnTo>
                  <a:pt x="26259" y="40009"/>
                </a:lnTo>
                <a:cubicBezTo>
                  <a:pt x="29078" y="40009"/>
                  <a:pt x="30950" y="41784"/>
                  <a:pt x="31154" y="41987"/>
                </a:cubicBezTo>
                <a:cubicBezTo>
                  <a:pt x="32125" y="42959"/>
                  <a:pt x="32125" y="44543"/>
                  <a:pt x="31154" y="45514"/>
                </a:cubicBezTo>
                <a:cubicBezTo>
                  <a:pt x="30170" y="46498"/>
                  <a:pt x="28586" y="46498"/>
                  <a:pt x="27615" y="45514"/>
                </a:cubicBezTo>
                <a:cubicBezTo>
                  <a:pt x="27615" y="45514"/>
                  <a:pt x="27015" y="44998"/>
                  <a:pt x="26259" y="44998"/>
                </a:cubicBezTo>
                <a:lnTo>
                  <a:pt x="24076" y="44998"/>
                </a:lnTo>
                <a:cubicBezTo>
                  <a:pt x="23380" y="44998"/>
                  <a:pt x="22816" y="45562"/>
                  <a:pt x="22816" y="46246"/>
                </a:cubicBezTo>
                <a:cubicBezTo>
                  <a:pt x="22816" y="46942"/>
                  <a:pt x="23380" y="47505"/>
                  <a:pt x="24076" y="47505"/>
                </a:cubicBezTo>
                <a:lnTo>
                  <a:pt x="26259" y="47505"/>
                </a:lnTo>
                <a:cubicBezTo>
                  <a:pt x="29702" y="47505"/>
                  <a:pt x="32510" y="50300"/>
                  <a:pt x="32510" y="53742"/>
                </a:cubicBezTo>
                <a:cubicBezTo>
                  <a:pt x="32510" y="57186"/>
                  <a:pt x="29702" y="59992"/>
                  <a:pt x="26259" y="59992"/>
                </a:cubicBezTo>
                <a:lnTo>
                  <a:pt x="23524" y="59992"/>
                </a:lnTo>
                <a:cubicBezTo>
                  <a:pt x="20825" y="59992"/>
                  <a:pt x="18929" y="58385"/>
                  <a:pt x="18245" y="57701"/>
                </a:cubicBezTo>
                <a:cubicBezTo>
                  <a:pt x="17261" y="56729"/>
                  <a:pt x="17261" y="55146"/>
                  <a:pt x="18245" y="54163"/>
                </a:cubicBezTo>
                <a:cubicBezTo>
                  <a:pt x="19217" y="53191"/>
                  <a:pt x="20801" y="53191"/>
                  <a:pt x="21772" y="54163"/>
                </a:cubicBezTo>
                <a:cubicBezTo>
                  <a:pt x="21976" y="54366"/>
                  <a:pt x="22672" y="55002"/>
                  <a:pt x="23524" y="55002"/>
                </a:cubicBezTo>
                <a:lnTo>
                  <a:pt x="26259" y="55002"/>
                </a:lnTo>
                <a:cubicBezTo>
                  <a:pt x="26943" y="55002"/>
                  <a:pt x="27507" y="54438"/>
                  <a:pt x="27507" y="53742"/>
                </a:cubicBezTo>
                <a:cubicBezTo>
                  <a:pt x="27507" y="53059"/>
                  <a:pt x="26943" y="52495"/>
                  <a:pt x="26259" y="52495"/>
                </a:cubicBezTo>
                <a:lnTo>
                  <a:pt x="24076" y="52495"/>
                </a:lnTo>
                <a:cubicBezTo>
                  <a:pt x="20621" y="52495"/>
                  <a:pt x="17825" y="49689"/>
                  <a:pt x="17825" y="46246"/>
                </a:cubicBezTo>
                <a:cubicBezTo>
                  <a:pt x="17825" y="42803"/>
                  <a:pt x="20621" y="40009"/>
                  <a:pt x="24076" y="40009"/>
                </a:cubicBezTo>
                <a:close/>
                <a:moveTo>
                  <a:pt x="42502" y="40009"/>
                </a:moveTo>
                <a:cubicBezTo>
                  <a:pt x="43510" y="40009"/>
                  <a:pt x="44422" y="40608"/>
                  <a:pt x="44805" y="41544"/>
                </a:cubicBezTo>
                <a:lnTo>
                  <a:pt x="51056" y="56538"/>
                </a:lnTo>
                <a:cubicBezTo>
                  <a:pt x="51584" y="57809"/>
                  <a:pt x="50984" y="59272"/>
                  <a:pt x="49712" y="59800"/>
                </a:cubicBezTo>
                <a:cubicBezTo>
                  <a:pt x="49400" y="59932"/>
                  <a:pt x="49076" y="59992"/>
                  <a:pt x="48752" y="59992"/>
                </a:cubicBezTo>
                <a:cubicBezTo>
                  <a:pt x="47769" y="59992"/>
                  <a:pt x="46833" y="59417"/>
                  <a:pt x="46437" y="58457"/>
                </a:cubicBezTo>
                <a:lnTo>
                  <a:pt x="46041" y="57497"/>
                </a:lnTo>
                <a:lnTo>
                  <a:pt x="38963" y="57497"/>
                </a:lnTo>
                <a:lnTo>
                  <a:pt x="38567" y="58457"/>
                </a:lnTo>
                <a:cubicBezTo>
                  <a:pt x="38028" y="59728"/>
                  <a:pt x="36564" y="60340"/>
                  <a:pt x="35292" y="59800"/>
                </a:cubicBezTo>
                <a:cubicBezTo>
                  <a:pt x="34021" y="59272"/>
                  <a:pt x="33421" y="57809"/>
                  <a:pt x="33949" y="56538"/>
                </a:cubicBezTo>
                <a:lnTo>
                  <a:pt x="40199" y="41544"/>
                </a:lnTo>
                <a:cubicBezTo>
                  <a:pt x="40583" y="40608"/>
                  <a:pt x="41495" y="40009"/>
                  <a:pt x="42502" y="40009"/>
                </a:cubicBezTo>
                <a:close/>
                <a:moveTo>
                  <a:pt x="57498" y="40009"/>
                </a:moveTo>
                <a:cubicBezTo>
                  <a:pt x="58877" y="40009"/>
                  <a:pt x="59993" y="41124"/>
                  <a:pt x="59993" y="42504"/>
                </a:cubicBezTo>
                <a:lnTo>
                  <a:pt x="59993" y="55002"/>
                </a:lnTo>
                <a:lnTo>
                  <a:pt x="64996" y="55002"/>
                </a:lnTo>
                <a:cubicBezTo>
                  <a:pt x="66375" y="55002"/>
                  <a:pt x="67491" y="56118"/>
                  <a:pt x="67491" y="57497"/>
                </a:cubicBezTo>
                <a:cubicBezTo>
                  <a:pt x="67491" y="58876"/>
                  <a:pt x="66375" y="59992"/>
                  <a:pt x="64996" y="59992"/>
                </a:cubicBezTo>
                <a:lnTo>
                  <a:pt x="57498" y="59992"/>
                </a:lnTo>
                <a:cubicBezTo>
                  <a:pt x="56118" y="59992"/>
                  <a:pt x="55003" y="58876"/>
                  <a:pt x="55003" y="57497"/>
                </a:cubicBezTo>
                <a:lnTo>
                  <a:pt x="55003" y="42504"/>
                </a:lnTo>
                <a:cubicBezTo>
                  <a:pt x="55003" y="41124"/>
                  <a:pt x="56118" y="40009"/>
                  <a:pt x="57498" y="40009"/>
                </a:cubicBezTo>
                <a:close/>
                <a:moveTo>
                  <a:pt x="72493" y="40009"/>
                </a:moveTo>
                <a:lnTo>
                  <a:pt x="79991" y="40009"/>
                </a:lnTo>
                <a:cubicBezTo>
                  <a:pt x="81371" y="40009"/>
                  <a:pt x="82486" y="41124"/>
                  <a:pt x="82486" y="42504"/>
                </a:cubicBezTo>
                <a:cubicBezTo>
                  <a:pt x="82486" y="43883"/>
                  <a:pt x="81371" y="44998"/>
                  <a:pt x="79991" y="44998"/>
                </a:cubicBezTo>
                <a:lnTo>
                  <a:pt x="74989" y="44998"/>
                </a:lnTo>
                <a:lnTo>
                  <a:pt x="74989" y="47505"/>
                </a:lnTo>
                <a:lnTo>
                  <a:pt x="78743" y="47505"/>
                </a:lnTo>
                <a:cubicBezTo>
                  <a:pt x="80123" y="47505"/>
                  <a:pt x="81239" y="48621"/>
                  <a:pt x="81239" y="50000"/>
                </a:cubicBezTo>
                <a:cubicBezTo>
                  <a:pt x="81239" y="51380"/>
                  <a:pt x="80123" y="52495"/>
                  <a:pt x="78743" y="52495"/>
                </a:cubicBezTo>
                <a:lnTo>
                  <a:pt x="74989" y="52495"/>
                </a:lnTo>
                <a:lnTo>
                  <a:pt x="74989" y="55002"/>
                </a:lnTo>
                <a:lnTo>
                  <a:pt x="79991" y="55002"/>
                </a:lnTo>
                <a:cubicBezTo>
                  <a:pt x="81371" y="55002"/>
                  <a:pt x="82486" y="56118"/>
                  <a:pt x="82486" y="57497"/>
                </a:cubicBezTo>
                <a:cubicBezTo>
                  <a:pt x="82486" y="58876"/>
                  <a:pt x="81371" y="59992"/>
                  <a:pt x="79991" y="59992"/>
                </a:cubicBezTo>
                <a:lnTo>
                  <a:pt x="72493" y="59992"/>
                </a:lnTo>
                <a:cubicBezTo>
                  <a:pt x="71114" y="59992"/>
                  <a:pt x="69999" y="58876"/>
                  <a:pt x="69999" y="57497"/>
                </a:cubicBezTo>
                <a:lnTo>
                  <a:pt x="69999" y="42504"/>
                </a:lnTo>
                <a:cubicBezTo>
                  <a:pt x="69999" y="41124"/>
                  <a:pt x="71114" y="40009"/>
                  <a:pt x="72493" y="40009"/>
                </a:cubicBezTo>
                <a:close/>
                <a:moveTo>
                  <a:pt x="42502" y="48993"/>
                </a:moveTo>
                <a:lnTo>
                  <a:pt x="41051" y="52495"/>
                </a:lnTo>
                <a:lnTo>
                  <a:pt x="43954" y="52495"/>
                </a:lnTo>
                <a:lnTo>
                  <a:pt x="42502" y="4899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7" name="Белый — SVG 16">
            <a:extLst>
              <a:ext uri="{FF2B5EF4-FFF2-40B4-BE49-F238E27FC236}">
                <a16:creationId xmlns:a16="http://schemas.microsoft.com/office/drawing/2014/main" id="{531B781E-CDF8-D349-8981-74A63F6E08CC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5393 w 156035"/>
              <a:gd name="csY0" fmla="*/ 1 h 127584"/>
              <a:gd name="csX1" fmla="*/ 3335 w 156035"/>
              <a:gd name="csY1" fmla="*/ 393 h 127584"/>
              <a:gd name="csX2" fmla="*/ 1582 w 156035"/>
              <a:gd name="csY2" fmla="*/ 1532 h 127584"/>
              <a:gd name="csX3" fmla="*/ 408 w 156035"/>
              <a:gd name="csY3" fmla="*/ 3268 h 127584"/>
              <a:gd name="csX4" fmla="*/ 0 w 156035"/>
              <a:gd name="csY4" fmla="*/ 5326 h 127584"/>
              <a:gd name="csX5" fmla="*/ 408 w 156035"/>
              <a:gd name="csY5" fmla="*/ 7367 h 127584"/>
              <a:gd name="csX6" fmla="*/ 1582 w 156035"/>
              <a:gd name="csY6" fmla="*/ 9102 h 127584"/>
              <a:gd name="csX7" fmla="*/ 3335 w 156035"/>
              <a:gd name="csY7" fmla="*/ 10259 h 127584"/>
              <a:gd name="csX8" fmla="*/ 5393 w 156035"/>
              <a:gd name="csY8" fmla="*/ 10633 h 127584"/>
              <a:gd name="csX9" fmla="*/ 15159 w 156035"/>
              <a:gd name="csY9" fmla="*/ 10633 h 127584"/>
              <a:gd name="csX10" fmla="*/ 20382 w 156035"/>
              <a:gd name="csY10" fmla="*/ 14954 h 127584"/>
              <a:gd name="csX11" fmla="*/ 21420 w 156035"/>
              <a:gd name="csY11" fmla="*/ 20432 h 127584"/>
              <a:gd name="csX12" fmla="*/ 21437 w 156035"/>
              <a:gd name="csY12" fmla="*/ 20483 h 127584"/>
              <a:gd name="csX13" fmla="*/ 32870 w 156035"/>
              <a:gd name="csY13" fmla="*/ 80515 h 127584"/>
              <a:gd name="csX14" fmla="*/ 55515 w 156035"/>
              <a:gd name="csY14" fmla="*/ 99227 h 127584"/>
              <a:gd name="csX15" fmla="*/ 121867 w 156035"/>
              <a:gd name="csY15" fmla="*/ 99227 h 127584"/>
              <a:gd name="csX16" fmla="*/ 144512 w 156035"/>
              <a:gd name="csY16" fmla="*/ 80515 h 127584"/>
              <a:gd name="csX17" fmla="*/ 155945 w 156035"/>
              <a:gd name="csY17" fmla="*/ 20483 h 127584"/>
              <a:gd name="csX18" fmla="*/ 154822 w 156035"/>
              <a:gd name="csY18" fmla="*/ 16094 h 127584"/>
              <a:gd name="csX19" fmla="*/ 150722 w 156035"/>
              <a:gd name="csY19" fmla="*/ 14172 h 127584"/>
              <a:gd name="csX20" fmla="*/ 31049 w 156035"/>
              <a:gd name="csY20" fmla="*/ 14172 h 127584"/>
              <a:gd name="csX21" fmla="*/ 30828 w 156035"/>
              <a:gd name="csY21" fmla="*/ 12964 h 127584"/>
              <a:gd name="csX22" fmla="*/ 15159 w 156035"/>
              <a:gd name="csY22" fmla="*/ 1 h 127584"/>
              <a:gd name="csX23" fmla="*/ 5393 w 156035"/>
              <a:gd name="csY23" fmla="*/ 1 h 127584"/>
              <a:gd name="csX24" fmla="*/ 76288 w 156035"/>
              <a:gd name="csY24" fmla="*/ 35435 h 127584"/>
              <a:gd name="csX25" fmla="*/ 104632 w 156035"/>
              <a:gd name="csY25" fmla="*/ 35435 h 127584"/>
              <a:gd name="csX26" fmla="*/ 109958 w 156035"/>
              <a:gd name="csY26" fmla="*/ 40760 h 127584"/>
              <a:gd name="csX27" fmla="*/ 104632 w 156035"/>
              <a:gd name="csY27" fmla="*/ 46067 h 127584"/>
              <a:gd name="csX28" fmla="*/ 76288 w 156035"/>
              <a:gd name="csY28" fmla="*/ 46067 h 127584"/>
              <a:gd name="csX29" fmla="*/ 70963 w 156035"/>
              <a:gd name="csY29" fmla="*/ 40760 h 127584"/>
              <a:gd name="csX30" fmla="*/ 76288 w 156035"/>
              <a:gd name="csY30" fmla="*/ 35435 h 127584"/>
              <a:gd name="csX31" fmla="*/ 63868 w 156035"/>
              <a:gd name="csY31" fmla="*/ 106321 h 127584"/>
              <a:gd name="csX32" fmla="*/ 56365 w 156035"/>
              <a:gd name="csY32" fmla="*/ 109434 h 127584"/>
              <a:gd name="csX33" fmla="*/ 53235 w 156035"/>
              <a:gd name="csY33" fmla="*/ 116953 h 127584"/>
              <a:gd name="csX34" fmla="*/ 56365 w 156035"/>
              <a:gd name="csY34" fmla="*/ 124472 h 127584"/>
              <a:gd name="csX35" fmla="*/ 63868 w 156035"/>
              <a:gd name="csY35" fmla="*/ 127585 h 127584"/>
              <a:gd name="csX36" fmla="*/ 71388 w 156035"/>
              <a:gd name="csY36" fmla="*/ 124472 h 127584"/>
              <a:gd name="csX37" fmla="*/ 74502 w 156035"/>
              <a:gd name="csY37" fmla="*/ 116953 h 127584"/>
              <a:gd name="csX38" fmla="*/ 71388 w 156035"/>
              <a:gd name="csY38" fmla="*/ 109434 h 127584"/>
              <a:gd name="csX39" fmla="*/ 63868 w 156035"/>
              <a:gd name="csY39" fmla="*/ 106321 h 127584"/>
              <a:gd name="csX40" fmla="*/ 113496 w 156035"/>
              <a:gd name="csY40" fmla="*/ 106321 h 127584"/>
              <a:gd name="csX41" fmla="*/ 105977 w 156035"/>
              <a:gd name="csY41" fmla="*/ 109434 h 127584"/>
              <a:gd name="csX42" fmla="*/ 102863 w 156035"/>
              <a:gd name="csY42" fmla="*/ 116953 h 127584"/>
              <a:gd name="csX43" fmla="*/ 105977 w 156035"/>
              <a:gd name="csY43" fmla="*/ 124472 h 127584"/>
              <a:gd name="csX44" fmla="*/ 113496 w 156035"/>
              <a:gd name="csY44" fmla="*/ 127585 h 127584"/>
              <a:gd name="csX45" fmla="*/ 121016 w 156035"/>
              <a:gd name="csY45" fmla="*/ 124472 h 127584"/>
              <a:gd name="csX46" fmla="*/ 124130 w 156035"/>
              <a:gd name="csY46" fmla="*/ 116953 h 127584"/>
              <a:gd name="csX47" fmla="*/ 121016 w 156035"/>
              <a:gd name="csY47" fmla="*/ 109434 h 127584"/>
              <a:gd name="csX48" fmla="*/ 113496 w 156035"/>
              <a:gd name="csY48" fmla="*/ 106321 h 127584"/>
            </a:gdLst>
            <a:ahLst/>
            <a:cxnLst/>
            <a:rect l="l" t="t" r="r" b="b"/>
            <a:pathLst>
              <a:path w="100000" h="100000">
                <a:moveTo>
                  <a:pt x="3456" y="9118"/>
                </a:moveTo>
                <a:cubicBezTo>
                  <a:pt x="3010" y="9107"/>
                  <a:pt x="2551" y="9194"/>
                  <a:pt x="2137" y="9369"/>
                </a:cubicBezTo>
                <a:cubicBezTo>
                  <a:pt x="1723" y="9532"/>
                  <a:pt x="1341" y="9783"/>
                  <a:pt x="1014" y="10099"/>
                </a:cubicBezTo>
                <a:cubicBezTo>
                  <a:pt x="698" y="10415"/>
                  <a:pt x="436" y="10797"/>
                  <a:pt x="261" y="11211"/>
                </a:cubicBezTo>
                <a:cubicBezTo>
                  <a:pt x="87" y="11625"/>
                  <a:pt x="0" y="12072"/>
                  <a:pt x="0" y="12530"/>
                </a:cubicBezTo>
                <a:cubicBezTo>
                  <a:pt x="0" y="12977"/>
                  <a:pt x="87" y="13424"/>
                  <a:pt x="261" y="13838"/>
                </a:cubicBezTo>
                <a:cubicBezTo>
                  <a:pt x="436" y="14253"/>
                  <a:pt x="698" y="14634"/>
                  <a:pt x="1014" y="14950"/>
                </a:cubicBezTo>
                <a:cubicBezTo>
                  <a:pt x="1341" y="15267"/>
                  <a:pt x="1723" y="15517"/>
                  <a:pt x="2137" y="15692"/>
                </a:cubicBezTo>
                <a:cubicBezTo>
                  <a:pt x="2551" y="15855"/>
                  <a:pt x="3010" y="15942"/>
                  <a:pt x="3456" y="15931"/>
                </a:cubicBezTo>
                <a:lnTo>
                  <a:pt x="9715" y="15931"/>
                </a:lnTo>
                <a:cubicBezTo>
                  <a:pt x="11372" y="15931"/>
                  <a:pt x="12746" y="17077"/>
                  <a:pt x="13062" y="18701"/>
                </a:cubicBezTo>
                <a:lnTo>
                  <a:pt x="13728" y="22211"/>
                </a:lnTo>
                <a:cubicBezTo>
                  <a:pt x="13739" y="22222"/>
                  <a:pt x="13739" y="22233"/>
                  <a:pt x="13739" y="22244"/>
                </a:cubicBezTo>
                <a:lnTo>
                  <a:pt x="21066" y="60717"/>
                </a:lnTo>
                <a:cubicBezTo>
                  <a:pt x="22385" y="67673"/>
                  <a:pt x="28491" y="72710"/>
                  <a:pt x="35579" y="72710"/>
                </a:cubicBezTo>
                <a:lnTo>
                  <a:pt x="78102" y="72710"/>
                </a:lnTo>
                <a:cubicBezTo>
                  <a:pt x="85190" y="72710"/>
                  <a:pt x="91285" y="67673"/>
                  <a:pt x="92615" y="60717"/>
                </a:cubicBezTo>
                <a:lnTo>
                  <a:pt x="99942" y="22244"/>
                </a:lnTo>
                <a:cubicBezTo>
                  <a:pt x="100128" y="21252"/>
                  <a:pt x="99866" y="20216"/>
                  <a:pt x="99223" y="19431"/>
                </a:cubicBezTo>
                <a:cubicBezTo>
                  <a:pt x="98568" y="18657"/>
                  <a:pt x="97609" y="18199"/>
                  <a:pt x="96595" y="18199"/>
                </a:cubicBezTo>
                <a:lnTo>
                  <a:pt x="19899" y="18199"/>
                </a:lnTo>
                <a:lnTo>
                  <a:pt x="19757" y="17425"/>
                </a:lnTo>
                <a:cubicBezTo>
                  <a:pt x="18841" y="12628"/>
                  <a:pt x="14600" y="9118"/>
                  <a:pt x="9715" y="9118"/>
                </a:cubicBezTo>
                <a:lnTo>
                  <a:pt x="3456" y="9118"/>
                </a:lnTo>
                <a:close/>
                <a:moveTo>
                  <a:pt x="48892" y="31827"/>
                </a:moveTo>
                <a:lnTo>
                  <a:pt x="67057" y="31827"/>
                </a:lnTo>
                <a:cubicBezTo>
                  <a:pt x="68944" y="31827"/>
                  <a:pt x="70470" y="33353"/>
                  <a:pt x="70470" y="35239"/>
                </a:cubicBezTo>
                <a:cubicBezTo>
                  <a:pt x="70470" y="37114"/>
                  <a:pt x="68944" y="38640"/>
                  <a:pt x="67057" y="38640"/>
                </a:cubicBezTo>
                <a:lnTo>
                  <a:pt x="48892" y="38640"/>
                </a:lnTo>
                <a:cubicBezTo>
                  <a:pt x="47005" y="38640"/>
                  <a:pt x="45479" y="37114"/>
                  <a:pt x="45479" y="35239"/>
                </a:cubicBezTo>
                <a:cubicBezTo>
                  <a:pt x="45479" y="33353"/>
                  <a:pt x="47005" y="31827"/>
                  <a:pt x="48892" y="31827"/>
                </a:cubicBezTo>
                <a:close/>
                <a:moveTo>
                  <a:pt x="40932" y="77256"/>
                </a:moveTo>
                <a:cubicBezTo>
                  <a:pt x="39133" y="77256"/>
                  <a:pt x="37399" y="77976"/>
                  <a:pt x="36123" y="79251"/>
                </a:cubicBezTo>
                <a:cubicBezTo>
                  <a:pt x="34837" y="80526"/>
                  <a:pt x="34117" y="82260"/>
                  <a:pt x="34117" y="84070"/>
                </a:cubicBezTo>
                <a:cubicBezTo>
                  <a:pt x="34117" y="85880"/>
                  <a:pt x="34837" y="87613"/>
                  <a:pt x="36123" y="88889"/>
                </a:cubicBezTo>
                <a:cubicBezTo>
                  <a:pt x="37399" y="90164"/>
                  <a:pt x="39133" y="90884"/>
                  <a:pt x="40932" y="90884"/>
                </a:cubicBezTo>
                <a:cubicBezTo>
                  <a:pt x="42742" y="90884"/>
                  <a:pt x="44476" y="90164"/>
                  <a:pt x="45751" y="88889"/>
                </a:cubicBezTo>
                <a:cubicBezTo>
                  <a:pt x="47038" y="87613"/>
                  <a:pt x="47747" y="85880"/>
                  <a:pt x="47747" y="84070"/>
                </a:cubicBezTo>
                <a:cubicBezTo>
                  <a:pt x="47747" y="82260"/>
                  <a:pt x="47038" y="80526"/>
                  <a:pt x="45751" y="79251"/>
                </a:cubicBezTo>
                <a:cubicBezTo>
                  <a:pt x="44476" y="77976"/>
                  <a:pt x="42742" y="77256"/>
                  <a:pt x="40932" y="77256"/>
                </a:cubicBezTo>
                <a:close/>
                <a:moveTo>
                  <a:pt x="72738" y="77256"/>
                </a:moveTo>
                <a:cubicBezTo>
                  <a:pt x="70928" y="77256"/>
                  <a:pt x="69194" y="77976"/>
                  <a:pt x="67919" y="79251"/>
                </a:cubicBezTo>
                <a:cubicBezTo>
                  <a:pt x="66643" y="80526"/>
                  <a:pt x="65923" y="82260"/>
                  <a:pt x="65923" y="84070"/>
                </a:cubicBezTo>
                <a:cubicBezTo>
                  <a:pt x="65923" y="85880"/>
                  <a:pt x="66643" y="87613"/>
                  <a:pt x="67919" y="88889"/>
                </a:cubicBezTo>
                <a:cubicBezTo>
                  <a:pt x="69194" y="90164"/>
                  <a:pt x="70928" y="90884"/>
                  <a:pt x="72738" y="90884"/>
                </a:cubicBezTo>
                <a:cubicBezTo>
                  <a:pt x="74548" y="90884"/>
                  <a:pt x="76282" y="90164"/>
                  <a:pt x="77557" y="88889"/>
                </a:cubicBezTo>
                <a:cubicBezTo>
                  <a:pt x="78833" y="87613"/>
                  <a:pt x="79553" y="85880"/>
                  <a:pt x="79553" y="84070"/>
                </a:cubicBezTo>
                <a:cubicBezTo>
                  <a:pt x="79553" y="82260"/>
                  <a:pt x="78833" y="80526"/>
                  <a:pt x="77557" y="79251"/>
                </a:cubicBezTo>
                <a:cubicBezTo>
                  <a:pt x="76282" y="77976"/>
                  <a:pt x="74548" y="77256"/>
                  <a:pt x="72738" y="7725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8" name="Белый — SVG 17">
            <a:extLst>
              <a:ext uri="{FF2B5EF4-FFF2-40B4-BE49-F238E27FC236}">
                <a16:creationId xmlns:a16="http://schemas.microsoft.com/office/drawing/2014/main" id="{F44B5485-2EB0-7446-8C22-60C98B80C137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63802 w 134692"/>
              <a:gd name="csY0" fmla="*/ 0 h 145308"/>
              <a:gd name="csX1" fmla="*/ 32110 w 134692"/>
              <a:gd name="csY1" fmla="*/ 28358 h 145308"/>
              <a:gd name="csX2" fmla="*/ 24813 w 134692"/>
              <a:gd name="csY2" fmla="*/ 28358 h 145308"/>
              <a:gd name="csX3" fmla="*/ 8946 w 134692"/>
              <a:gd name="csY3" fmla="*/ 42647 h 145308"/>
              <a:gd name="csX4" fmla="*/ 85 w 134692"/>
              <a:gd name="csY4" fmla="*/ 127702 h 145308"/>
              <a:gd name="csX5" fmla="*/ 4100 w 134692"/>
              <a:gd name="csY5" fmla="*/ 140035 h 145308"/>
              <a:gd name="csX6" fmla="*/ 15952 w 134692"/>
              <a:gd name="csY6" fmla="*/ 145309 h 145308"/>
              <a:gd name="csX7" fmla="*/ 118741 w 134692"/>
              <a:gd name="csY7" fmla="*/ 145309 h 145308"/>
              <a:gd name="csX8" fmla="*/ 130593 w 134692"/>
              <a:gd name="csY8" fmla="*/ 140035 h 145308"/>
              <a:gd name="csX9" fmla="*/ 134608 w 134692"/>
              <a:gd name="csY9" fmla="*/ 127702 h 145308"/>
              <a:gd name="csX10" fmla="*/ 125747 w 134692"/>
              <a:gd name="csY10" fmla="*/ 42647 h 145308"/>
              <a:gd name="csX11" fmla="*/ 109880 w 134692"/>
              <a:gd name="csY11" fmla="*/ 28358 h 145308"/>
              <a:gd name="csX12" fmla="*/ 102625 w 134692"/>
              <a:gd name="csY12" fmla="*/ 28358 h 145308"/>
              <a:gd name="csX13" fmla="*/ 102791 w 134692"/>
              <a:gd name="csY13" fmla="*/ 31896 h 145308"/>
              <a:gd name="csX14" fmla="*/ 102791 w 134692"/>
              <a:gd name="csY14" fmla="*/ 53160 h 145308"/>
              <a:gd name="csX15" fmla="*/ 99247 w 134692"/>
              <a:gd name="csY15" fmla="*/ 56698 h 145308"/>
              <a:gd name="csX16" fmla="*/ 95702 w 134692"/>
              <a:gd name="csY16" fmla="*/ 53160 h 145308"/>
              <a:gd name="csX17" fmla="*/ 95702 w 134692"/>
              <a:gd name="csY17" fmla="*/ 51390 h 145308"/>
              <a:gd name="csX18" fmla="*/ 95702 w 134692"/>
              <a:gd name="csY18" fmla="*/ 31896 h 145308"/>
              <a:gd name="csX19" fmla="*/ 63802 w 134692"/>
              <a:gd name="csY19" fmla="*/ 0 h 145308"/>
              <a:gd name="csX20" fmla="*/ 63802 w 134692"/>
              <a:gd name="csY20" fmla="*/ 10632 h 145308"/>
              <a:gd name="csX21" fmla="*/ 84757 w 134692"/>
              <a:gd name="csY21" fmla="*/ 28358 h 145308"/>
              <a:gd name="csX22" fmla="*/ 50095 w 134692"/>
              <a:gd name="csY22" fmla="*/ 28358 h 145308"/>
              <a:gd name="csX23" fmla="*/ 49624 w 134692"/>
              <a:gd name="csY23" fmla="*/ 31896 h 145308"/>
              <a:gd name="csX24" fmla="*/ 49624 w 134692"/>
              <a:gd name="csY24" fmla="*/ 53160 h 145308"/>
              <a:gd name="csX25" fmla="*/ 46080 w 134692"/>
              <a:gd name="csY25" fmla="*/ 56698 h 145308"/>
              <a:gd name="csX26" fmla="*/ 42535 w 134692"/>
              <a:gd name="csY26" fmla="*/ 53160 h 145308"/>
              <a:gd name="csX27" fmla="*/ 42535 w 134692"/>
              <a:gd name="csY27" fmla="*/ 51390 h 145308"/>
              <a:gd name="csX28" fmla="*/ 42535 w 134692"/>
              <a:gd name="csY28" fmla="*/ 31896 h 145308"/>
              <a:gd name="csX29" fmla="*/ 63802 w 134692"/>
              <a:gd name="csY29" fmla="*/ 10632 h 145308"/>
            </a:gdLst>
            <a:ahLst/>
            <a:cxnLst/>
            <a:rect l="l" t="t" r="r" b="b"/>
            <a:pathLst>
              <a:path w="100000" h="100000">
                <a:moveTo>
                  <a:pt x="47561" y="0"/>
                </a:moveTo>
                <a:cubicBezTo>
                  <a:pt x="36304" y="0"/>
                  <a:pt x="26973" y="8569"/>
                  <a:pt x="25751" y="19516"/>
                </a:cubicBezTo>
                <a:lnTo>
                  <a:pt x="20729" y="19516"/>
                </a:lnTo>
                <a:cubicBezTo>
                  <a:pt x="15092" y="19516"/>
                  <a:pt x="10400" y="23742"/>
                  <a:pt x="9810" y="29349"/>
                </a:cubicBezTo>
                <a:lnTo>
                  <a:pt x="3711" y="87884"/>
                </a:lnTo>
                <a:cubicBezTo>
                  <a:pt x="3391" y="90963"/>
                  <a:pt x="4394" y="94065"/>
                  <a:pt x="6475" y="96371"/>
                </a:cubicBezTo>
                <a:cubicBezTo>
                  <a:pt x="8553" y="98678"/>
                  <a:pt x="11526" y="100001"/>
                  <a:pt x="14631" y="100001"/>
                </a:cubicBezTo>
                <a:lnTo>
                  <a:pt x="85370" y="100001"/>
                </a:lnTo>
                <a:cubicBezTo>
                  <a:pt x="88475" y="100001"/>
                  <a:pt x="91446" y="98678"/>
                  <a:pt x="93526" y="96371"/>
                </a:cubicBezTo>
                <a:cubicBezTo>
                  <a:pt x="95605" y="94065"/>
                  <a:pt x="96609" y="90963"/>
                  <a:pt x="96289" y="87884"/>
                </a:cubicBezTo>
                <a:lnTo>
                  <a:pt x="90191" y="29349"/>
                </a:lnTo>
                <a:cubicBezTo>
                  <a:pt x="89601" y="23742"/>
                  <a:pt x="84909" y="19516"/>
                  <a:pt x="79272" y="19516"/>
                </a:cubicBezTo>
                <a:lnTo>
                  <a:pt x="74279" y="19516"/>
                </a:lnTo>
                <a:cubicBezTo>
                  <a:pt x="74354" y="20311"/>
                  <a:pt x="74393" y="21131"/>
                  <a:pt x="74393" y="21951"/>
                </a:cubicBezTo>
                <a:lnTo>
                  <a:pt x="74393" y="36584"/>
                </a:lnTo>
                <a:cubicBezTo>
                  <a:pt x="74393" y="37930"/>
                  <a:pt x="73300" y="39019"/>
                  <a:pt x="71954" y="39019"/>
                </a:cubicBezTo>
                <a:cubicBezTo>
                  <a:pt x="70607" y="39019"/>
                  <a:pt x="69514" y="37930"/>
                  <a:pt x="69514" y="36584"/>
                </a:cubicBezTo>
                <a:lnTo>
                  <a:pt x="69514" y="35366"/>
                </a:lnTo>
                <a:lnTo>
                  <a:pt x="69514" y="21951"/>
                </a:lnTo>
                <a:cubicBezTo>
                  <a:pt x="69514" y="9869"/>
                  <a:pt x="59642" y="0"/>
                  <a:pt x="47561" y="0"/>
                </a:cubicBezTo>
                <a:close/>
                <a:moveTo>
                  <a:pt x="47561" y="7317"/>
                </a:moveTo>
                <a:cubicBezTo>
                  <a:pt x="54854" y="7317"/>
                  <a:pt x="60831" y="12562"/>
                  <a:pt x="61982" y="19516"/>
                </a:cubicBezTo>
                <a:lnTo>
                  <a:pt x="38128" y="19516"/>
                </a:lnTo>
                <a:cubicBezTo>
                  <a:pt x="37923" y="20288"/>
                  <a:pt x="37804" y="21108"/>
                  <a:pt x="37804" y="21951"/>
                </a:cubicBezTo>
                <a:lnTo>
                  <a:pt x="37804" y="36584"/>
                </a:lnTo>
                <a:cubicBezTo>
                  <a:pt x="37804" y="37930"/>
                  <a:pt x="36711" y="39019"/>
                  <a:pt x="35365" y="39019"/>
                </a:cubicBezTo>
                <a:cubicBezTo>
                  <a:pt x="34018" y="39019"/>
                  <a:pt x="32925" y="37930"/>
                  <a:pt x="32925" y="36584"/>
                </a:cubicBezTo>
                <a:lnTo>
                  <a:pt x="32925" y="35366"/>
                </a:lnTo>
                <a:lnTo>
                  <a:pt x="32925" y="21951"/>
                </a:lnTo>
                <a:cubicBezTo>
                  <a:pt x="32925" y="13826"/>
                  <a:pt x="39435" y="7317"/>
                  <a:pt x="47561" y="731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9" name="Белый — SVG 18">
            <a:extLst>
              <a:ext uri="{FF2B5EF4-FFF2-40B4-BE49-F238E27FC236}">
                <a16:creationId xmlns:a16="http://schemas.microsoft.com/office/drawing/2014/main" id="{72AAEDBF-5714-BD45-9ABB-3ED58854AD39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78053 w 156021"/>
              <a:gd name="csY0" fmla="*/ 0 h 141719"/>
              <a:gd name="csX1" fmla="*/ 65157 w 156021"/>
              <a:gd name="csY1" fmla="*/ 5307 h 141719"/>
              <a:gd name="csX2" fmla="*/ 20871 w 156021"/>
              <a:gd name="csY2" fmla="*/ 49587 h 141719"/>
              <a:gd name="csX3" fmla="*/ 8860 w 156021"/>
              <a:gd name="csY3" fmla="*/ 49587 h 141719"/>
              <a:gd name="csX4" fmla="*/ 2020 w 156021"/>
              <a:gd name="csY4" fmla="*/ 52820 h 141719"/>
              <a:gd name="csX5" fmla="*/ 166 w 156021"/>
              <a:gd name="csY5" fmla="*/ 60151 h 141719"/>
              <a:gd name="csX6" fmla="*/ 12501 w 156021"/>
              <a:gd name="csY6" fmla="*/ 123109 h 141719"/>
              <a:gd name="csX7" fmla="*/ 35111 w 156021"/>
              <a:gd name="csY7" fmla="*/ 141720 h 141719"/>
              <a:gd name="csX8" fmla="*/ 120927 w 156021"/>
              <a:gd name="csY8" fmla="*/ 141720 h 141719"/>
              <a:gd name="csX9" fmla="*/ 143538 w 156021"/>
              <a:gd name="csY9" fmla="*/ 123109 h 141719"/>
              <a:gd name="csX10" fmla="*/ 155856 w 156021"/>
              <a:gd name="csY10" fmla="*/ 60151 h 141719"/>
              <a:gd name="csX11" fmla="*/ 155856 w 156021"/>
              <a:gd name="csY11" fmla="*/ 60134 h 141719"/>
              <a:gd name="csX12" fmla="*/ 154001 w 156021"/>
              <a:gd name="csY12" fmla="*/ 52803 h 141719"/>
              <a:gd name="csX13" fmla="*/ 147162 w 156021"/>
              <a:gd name="csY13" fmla="*/ 49587 h 141719"/>
              <a:gd name="csX14" fmla="*/ 135218 w 156021"/>
              <a:gd name="csY14" fmla="*/ 49587 h 141719"/>
              <a:gd name="csX15" fmla="*/ 90915 w 156021"/>
              <a:gd name="csY15" fmla="*/ 5307 h 141719"/>
              <a:gd name="csX16" fmla="*/ 78053 w 156021"/>
              <a:gd name="csY16" fmla="*/ 0 h 141719"/>
              <a:gd name="csX17" fmla="*/ 78053 w 156021"/>
              <a:gd name="csY17" fmla="*/ 10564 h 141719"/>
              <a:gd name="csX18" fmla="*/ 83395 w 156021"/>
              <a:gd name="csY18" fmla="*/ 12826 h 141719"/>
              <a:gd name="csX19" fmla="*/ 120178 w 156021"/>
              <a:gd name="csY19" fmla="*/ 49587 h 141719"/>
              <a:gd name="csX20" fmla="*/ 35911 w 156021"/>
              <a:gd name="csY20" fmla="*/ 49587 h 141719"/>
              <a:gd name="csX21" fmla="*/ 72677 w 156021"/>
              <a:gd name="csY21" fmla="*/ 12826 h 141719"/>
              <a:gd name="csX22" fmla="*/ 78053 w 156021"/>
              <a:gd name="csY22" fmla="*/ 10564 h 141719"/>
              <a:gd name="csX23" fmla="*/ 65634 w 156021"/>
              <a:gd name="csY23" fmla="*/ 74390 h 141719"/>
              <a:gd name="csX24" fmla="*/ 70959 w 156021"/>
              <a:gd name="csY24" fmla="*/ 79697 h 141719"/>
              <a:gd name="csX25" fmla="*/ 70959 w 156021"/>
              <a:gd name="csY25" fmla="*/ 111593 h 141719"/>
              <a:gd name="csX26" fmla="*/ 65634 w 156021"/>
              <a:gd name="csY26" fmla="*/ 116917 h 141719"/>
              <a:gd name="csX27" fmla="*/ 60325 w 156021"/>
              <a:gd name="csY27" fmla="*/ 111593 h 141719"/>
              <a:gd name="csX28" fmla="*/ 60325 w 156021"/>
              <a:gd name="csY28" fmla="*/ 79697 h 141719"/>
              <a:gd name="csX29" fmla="*/ 65634 w 156021"/>
              <a:gd name="csY29" fmla="*/ 74390 h 141719"/>
              <a:gd name="csX30" fmla="*/ 90456 w 156021"/>
              <a:gd name="csY30" fmla="*/ 74390 h 141719"/>
              <a:gd name="csX31" fmla="*/ 95764 w 156021"/>
              <a:gd name="csY31" fmla="*/ 79697 h 141719"/>
              <a:gd name="csX32" fmla="*/ 95764 w 156021"/>
              <a:gd name="csY32" fmla="*/ 111593 h 141719"/>
              <a:gd name="csX33" fmla="*/ 90456 w 156021"/>
              <a:gd name="csY33" fmla="*/ 116917 h 141719"/>
              <a:gd name="csX34" fmla="*/ 85131 w 156021"/>
              <a:gd name="csY34" fmla="*/ 111593 h 141719"/>
              <a:gd name="csX35" fmla="*/ 85131 w 156021"/>
              <a:gd name="csY35" fmla="*/ 79697 h 141719"/>
              <a:gd name="csX36" fmla="*/ 90456 w 156021"/>
              <a:gd name="csY36" fmla="*/ 74390 h 141719"/>
              <a:gd name="csX37" fmla="*/ 37765 w 156021"/>
              <a:gd name="csY37" fmla="*/ 74407 h 141719"/>
              <a:gd name="csX38" fmla="*/ 42563 w 156021"/>
              <a:gd name="csY38" fmla="*/ 79119 h 141719"/>
              <a:gd name="csX39" fmla="*/ 46102 w 156021"/>
              <a:gd name="csY39" fmla="*/ 111014 h 141719"/>
              <a:gd name="csX40" fmla="*/ 41424 w 156021"/>
              <a:gd name="csY40" fmla="*/ 116883 h 141719"/>
              <a:gd name="csX41" fmla="*/ 40828 w 156021"/>
              <a:gd name="csY41" fmla="*/ 116917 h 141719"/>
              <a:gd name="csX42" fmla="*/ 35554 w 156021"/>
              <a:gd name="csY42" fmla="*/ 112188 h 141719"/>
              <a:gd name="csX43" fmla="*/ 31998 w 156021"/>
              <a:gd name="csY43" fmla="*/ 80292 h 141719"/>
              <a:gd name="csX44" fmla="*/ 36694 w 156021"/>
              <a:gd name="csY44" fmla="*/ 74424 h 141719"/>
              <a:gd name="csX45" fmla="*/ 37765 w 156021"/>
              <a:gd name="csY45" fmla="*/ 74407 h 141719"/>
              <a:gd name="csX46" fmla="*/ 118324 w 156021"/>
              <a:gd name="csY46" fmla="*/ 74407 h 141719"/>
              <a:gd name="csX47" fmla="*/ 119396 w 156021"/>
              <a:gd name="csY47" fmla="*/ 74424 h 141719"/>
              <a:gd name="csX48" fmla="*/ 124091 w 156021"/>
              <a:gd name="csY48" fmla="*/ 80292 h 141719"/>
              <a:gd name="csX49" fmla="*/ 120536 w 156021"/>
              <a:gd name="csY49" fmla="*/ 112188 h 141719"/>
              <a:gd name="csX50" fmla="*/ 115262 w 156021"/>
              <a:gd name="csY50" fmla="*/ 116917 h 141719"/>
              <a:gd name="csX51" fmla="*/ 114666 w 156021"/>
              <a:gd name="csY51" fmla="*/ 116883 h 141719"/>
              <a:gd name="csX52" fmla="*/ 109987 w 156021"/>
              <a:gd name="csY52" fmla="*/ 111014 h 141719"/>
              <a:gd name="csX53" fmla="*/ 113526 w 156021"/>
              <a:gd name="csY53" fmla="*/ 79119 h 141719"/>
              <a:gd name="csX54" fmla="*/ 118324 w 156021"/>
              <a:gd name="csY54" fmla="*/ 74407 h 141719"/>
            </a:gdLst>
            <a:ahLst/>
            <a:cxnLst/>
            <a:rect l="l" t="t" r="r" b="b"/>
            <a:pathLst>
              <a:path w="100000" h="100000">
                <a:moveTo>
                  <a:pt x="50027" y="4583"/>
                </a:moveTo>
                <a:cubicBezTo>
                  <a:pt x="47028" y="4583"/>
                  <a:pt x="44030" y="5717"/>
                  <a:pt x="41762" y="7985"/>
                </a:cubicBezTo>
                <a:lnTo>
                  <a:pt x="13377" y="36366"/>
                </a:lnTo>
                <a:lnTo>
                  <a:pt x="5679" y="36366"/>
                </a:lnTo>
                <a:cubicBezTo>
                  <a:pt x="3977" y="36366"/>
                  <a:pt x="2375" y="37118"/>
                  <a:pt x="1295" y="38438"/>
                </a:cubicBezTo>
                <a:cubicBezTo>
                  <a:pt x="215" y="39746"/>
                  <a:pt x="-220" y="41457"/>
                  <a:pt x="106" y="43137"/>
                </a:cubicBezTo>
                <a:lnTo>
                  <a:pt x="8012" y="83489"/>
                </a:lnTo>
                <a:cubicBezTo>
                  <a:pt x="9364" y="90401"/>
                  <a:pt x="15449" y="95417"/>
                  <a:pt x="22504" y="95417"/>
                </a:cubicBezTo>
                <a:lnTo>
                  <a:pt x="77507" y="95417"/>
                </a:lnTo>
                <a:cubicBezTo>
                  <a:pt x="84551" y="95417"/>
                  <a:pt x="90647" y="90401"/>
                  <a:pt x="91999" y="83489"/>
                </a:cubicBezTo>
                <a:lnTo>
                  <a:pt x="99894" y="43137"/>
                </a:lnTo>
                <a:lnTo>
                  <a:pt x="99894" y="43126"/>
                </a:lnTo>
                <a:cubicBezTo>
                  <a:pt x="100221" y="41457"/>
                  <a:pt x="99785" y="39746"/>
                  <a:pt x="98705" y="38427"/>
                </a:cubicBezTo>
                <a:cubicBezTo>
                  <a:pt x="97626" y="37118"/>
                  <a:pt x="96023" y="36366"/>
                  <a:pt x="94322" y="36366"/>
                </a:cubicBezTo>
                <a:lnTo>
                  <a:pt x="86667" y="36366"/>
                </a:lnTo>
                <a:lnTo>
                  <a:pt x="58271" y="7985"/>
                </a:lnTo>
                <a:cubicBezTo>
                  <a:pt x="56014" y="5717"/>
                  <a:pt x="53015" y="4583"/>
                  <a:pt x="50027" y="4583"/>
                </a:cubicBezTo>
                <a:close/>
                <a:moveTo>
                  <a:pt x="50027" y="11354"/>
                </a:moveTo>
                <a:cubicBezTo>
                  <a:pt x="51260" y="11354"/>
                  <a:pt x="52492" y="11834"/>
                  <a:pt x="53451" y="12804"/>
                </a:cubicBezTo>
                <a:lnTo>
                  <a:pt x="77027" y="36366"/>
                </a:lnTo>
                <a:lnTo>
                  <a:pt x="23017" y="36366"/>
                </a:lnTo>
                <a:lnTo>
                  <a:pt x="46582" y="12804"/>
                </a:lnTo>
                <a:cubicBezTo>
                  <a:pt x="47541" y="11834"/>
                  <a:pt x="48784" y="11354"/>
                  <a:pt x="50027" y="11354"/>
                </a:cubicBezTo>
                <a:close/>
                <a:moveTo>
                  <a:pt x="42067" y="52263"/>
                </a:moveTo>
                <a:cubicBezTo>
                  <a:pt x="43954" y="52263"/>
                  <a:pt x="45480" y="53789"/>
                  <a:pt x="45480" y="55664"/>
                </a:cubicBezTo>
                <a:lnTo>
                  <a:pt x="45480" y="76108"/>
                </a:lnTo>
                <a:cubicBezTo>
                  <a:pt x="45480" y="77994"/>
                  <a:pt x="43954" y="79520"/>
                  <a:pt x="42067" y="79520"/>
                </a:cubicBezTo>
                <a:cubicBezTo>
                  <a:pt x="40191" y="79520"/>
                  <a:pt x="38665" y="77994"/>
                  <a:pt x="38665" y="76108"/>
                </a:cubicBezTo>
                <a:lnTo>
                  <a:pt x="38665" y="55664"/>
                </a:lnTo>
                <a:cubicBezTo>
                  <a:pt x="38665" y="53789"/>
                  <a:pt x="40191" y="52263"/>
                  <a:pt x="42067" y="52263"/>
                </a:cubicBezTo>
                <a:close/>
                <a:moveTo>
                  <a:pt x="57977" y="52263"/>
                </a:moveTo>
                <a:cubicBezTo>
                  <a:pt x="59852" y="52263"/>
                  <a:pt x="61379" y="53789"/>
                  <a:pt x="61379" y="55664"/>
                </a:cubicBezTo>
                <a:lnTo>
                  <a:pt x="61379" y="76108"/>
                </a:lnTo>
                <a:cubicBezTo>
                  <a:pt x="61379" y="77994"/>
                  <a:pt x="59852" y="79520"/>
                  <a:pt x="57977" y="79520"/>
                </a:cubicBezTo>
                <a:cubicBezTo>
                  <a:pt x="56091" y="79520"/>
                  <a:pt x="54564" y="77994"/>
                  <a:pt x="54564" y="76108"/>
                </a:cubicBezTo>
                <a:lnTo>
                  <a:pt x="54564" y="55664"/>
                </a:lnTo>
                <a:cubicBezTo>
                  <a:pt x="54564" y="53789"/>
                  <a:pt x="56091" y="52263"/>
                  <a:pt x="57977" y="52263"/>
                </a:cubicBezTo>
                <a:close/>
                <a:moveTo>
                  <a:pt x="24205" y="52274"/>
                </a:moveTo>
                <a:cubicBezTo>
                  <a:pt x="25786" y="52415"/>
                  <a:pt x="27095" y="53658"/>
                  <a:pt x="27280" y="55294"/>
                </a:cubicBezTo>
                <a:lnTo>
                  <a:pt x="29549" y="75737"/>
                </a:lnTo>
                <a:cubicBezTo>
                  <a:pt x="29756" y="77612"/>
                  <a:pt x="28415" y="79291"/>
                  <a:pt x="26550" y="79498"/>
                </a:cubicBezTo>
                <a:cubicBezTo>
                  <a:pt x="26419" y="79509"/>
                  <a:pt x="26288" y="79520"/>
                  <a:pt x="26168" y="79520"/>
                </a:cubicBezTo>
                <a:cubicBezTo>
                  <a:pt x="24456" y="79520"/>
                  <a:pt x="22973" y="78234"/>
                  <a:pt x="22788" y="76489"/>
                </a:cubicBezTo>
                <a:lnTo>
                  <a:pt x="20509" y="56046"/>
                </a:lnTo>
                <a:cubicBezTo>
                  <a:pt x="20302" y="54182"/>
                  <a:pt x="21654" y="52492"/>
                  <a:pt x="23519" y="52285"/>
                </a:cubicBezTo>
                <a:cubicBezTo>
                  <a:pt x="23747" y="52263"/>
                  <a:pt x="23987" y="52252"/>
                  <a:pt x="24205" y="52274"/>
                </a:cubicBezTo>
                <a:close/>
                <a:moveTo>
                  <a:pt x="75839" y="52274"/>
                </a:moveTo>
                <a:cubicBezTo>
                  <a:pt x="76056" y="52252"/>
                  <a:pt x="76296" y="52263"/>
                  <a:pt x="76526" y="52285"/>
                </a:cubicBezTo>
                <a:cubicBezTo>
                  <a:pt x="78390" y="52492"/>
                  <a:pt x="79742" y="54170"/>
                  <a:pt x="79535" y="56046"/>
                </a:cubicBezTo>
                <a:lnTo>
                  <a:pt x="77256" y="76489"/>
                </a:lnTo>
                <a:cubicBezTo>
                  <a:pt x="77070" y="78234"/>
                  <a:pt x="75588" y="79520"/>
                  <a:pt x="73876" y="79520"/>
                </a:cubicBezTo>
                <a:cubicBezTo>
                  <a:pt x="73755" y="79520"/>
                  <a:pt x="73625" y="79509"/>
                  <a:pt x="73494" y="79498"/>
                </a:cubicBezTo>
                <a:cubicBezTo>
                  <a:pt x="71629" y="79291"/>
                  <a:pt x="70288" y="77612"/>
                  <a:pt x="70495" y="75737"/>
                </a:cubicBezTo>
                <a:lnTo>
                  <a:pt x="72763" y="55294"/>
                </a:lnTo>
                <a:cubicBezTo>
                  <a:pt x="72949" y="53658"/>
                  <a:pt x="74257" y="52415"/>
                  <a:pt x="75839" y="5227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0" name="Белый — SVG 19">
            <a:extLst>
              <a:ext uri="{FF2B5EF4-FFF2-40B4-BE49-F238E27FC236}">
                <a16:creationId xmlns:a16="http://schemas.microsoft.com/office/drawing/2014/main" id="{2CF5BFAE-76B4-5F44-81AF-AE19B670F069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5393 w 156034"/>
              <a:gd name="csY0" fmla="*/ 1 h 127584"/>
              <a:gd name="csX1" fmla="*/ 3335 w 156034"/>
              <a:gd name="csY1" fmla="*/ 393 h 127584"/>
              <a:gd name="csX2" fmla="*/ 1584 w 156034"/>
              <a:gd name="csY2" fmla="*/ 1532 h 127584"/>
              <a:gd name="csX3" fmla="*/ 412 w 156034"/>
              <a:gd name="csY3" fmla="*/ 3268 h 127584"/>
              <a:gd name="csX4" fmla="*/ 0 w 156034"/>
              <a:gd name="csY4" fmla="*/ 5326 h 127584"/>
              <a:gd name="csX5" fmla="*/ 412 w 156034"/>
              <a:gd name="csY5" fmla="*/ 7367 h 127584"/>
              <a:gd name="csX6" fmla="*/ 1584 w 156034"/>
              <a:gd name="csY6" fmla="*/ 9102 h 127584"/>
              <a:gd name="csX7" fmla="*/ 3335 w 156034"/>
              <a:gd name="csY7" fmla="*/ 10259 h 127584"/>
              <a:gd name="csX8" fmla="*/ 5393 w 156034"/>
              <a:gd name="csY8" fmla="*/ 10633 h 127584"/>
              <a:gd name="csX9" fmla="*/ 15161 w 156034"/>
              <a:gd name="csY9" fmla="*/ 10633 h 127584"/>
              <a:gd name="csX10" fmla="*/ 20380 w 156034"/>
              <a:gd name="csY10" fmla="*/ 14954 h 127584"/>
              <a:gd name="csX11" fmla="*/ 21425 w 156034"/>
              <a:gd name="csY11" fmla="*/ 20432 h 127584"/>
              <a:gd name="csX12" fmla="*/ 21432 w 156034"/>
              <a:gd name="csY12" fmla="*/ 20483 h 127584"/>
              <a:gd name="csX13" fmla="*/ 32868 w 156034"/>
              <a:gd name="csY13" fmla="*/ 80515 h 127584"/>
              <a:gd name="csX14" fmla="*/ 55506 w 156034"/>
              <a:gd name="csY14" fmla="*/ 99227 h 127584"/>
              <a:gd name="csX15" fmla="*/ 121869 w 156034"/>
              <a:gd name="csY15" fmla="*/ 99227 h 127584"/>
              <a:gd name="csX16" fmla="*/ 144505 w 156034"/>
              <a:gd name="csY16" fmla="*/ 80515 h 127584"/>
              <a:gd name="csX17" fmla="*/ 155941 w 156034"/>
              <a:gd name="csY17" fmla="*/ 20483 h 127584"/>
              <a:gd name="csX18" fmla="*/ 154814 w 156034"/>
              <a:gd name="csY18" fmla="*/ 16094 h 127584"/>
              <a:gd name="csX19" fmla="*/ 150715 w 156034"/>
              <a:gd name="csY19" fmla="*/ 14172 h 127584"/>
              <a:gd name="csX20" fmla="*/ 31055 w 156034"/>
              <a:gd name="csY20" fmla="*/ 14172 h 127584"/>
              <a:gd name="csX21" fmla="*/ 30827 w 156034"/>
              <a:gd name="csY21" fmla="*/ 12964 h 127584"/>
              <a:gd name="csX22" fmla="*/ 15161 w 156034"/>
              <a:gd name="csY22" fmla="*/ 1 h 127584"/>
              <a:gd name="csX23" fmla="*/ 5393 w 156034"/>
              <a:gd name="csY23" fmla="*/ 1 h 127584"/>
              <a:gd name="csX24" fmla="*/ 63877 w 156034"/>
              <a:gd name="csY24" fmla="*/ 106321 h 127584"/>
              <a:gd name="csX25" fmla="*/ 56357 w 156034"/>
              <a:gd name="csY25" fmla="*/ 109434 h 127584"/>
              <a:gd name="csX26" fmla="*/ 53243 w 156034"/>
              <a:gd name="csY26" fmla="*/ 116953 h 127584"/>
              <a:gd name="csX27" fmla="*/ 56357 w 156034"/>
              <a:gd name="csY27" fmla="*/ 124472 h 127584"/>
              <a:gd name="csX28" fmla="*/ 63877 w 156034"/>
              <a:gd name="csY28" fmla="*/ 127585 h 127584"/>
              <a:gd name="csX29" fmla="*/ 71395 w 156034"/>
              <a:gd name="csY29" fmla="*/ 124472 h 127584"/>
              <a:gd name="csX30" fmla="*/ 74510 w 156034"/>
              <a:gd name="csY30" fmla="*/ 116953 h 127584"/>
              <a:gd name="csX31" fmla="*/ 71395 w 156034"/>
              <a:gd name="csY31" fmla="*/ 109434 h 127584"/>
              <a:gd name="csX32" fmla="*/ 63877 w 156034"/>
              <a:gd name="csY32" fmla="*/ 106321 h 127584"/>
              <a:gd name="csX33" fmla="*/ 113498 w 156034"/>
              <a:gd name="csY33" fmla="*/ 106321 h 127584"/>
              <a:gd name="csX34" fmla="*/ 105980 w 156034"/>
              <a:gd name="csY34" fmla="*/ 109434 h 127584"/>
              <a:gd name="csX35" fmla="*/ 102865 w 156034"/>
              <a:gd name="csY35" fmla="*/ 116953 h 127584"/>
              <a:gd name="csX36" fmla="*/ 105980 w 156034"/>
              <a:gd name="csY36" fmla="*/ 124472 h 127584"/>
              <a:gd name="csX37" fmla="*/ 113498 w 156034"/>
              <a:gd name="csY37" fmla="*/ 127585 h 127584"/>
              <a:gd name="csX38" fmla="*/ 121018 w 156034"/>
              <a:gd name="csY38" fmla="*/ 124472 h 127584"/>
              <a:gd name="csX39" fmla="*/ 124132 w 156034"/>
              <a:gd name="csY39" fmla="*/ 116953 h 127584"/>
              <a:gd name="csX40" fmla="*/ 121018 w 156034"/>
              <a:gd name="csY40" fmla="*/ 109434 h 127584"/>
              <a:gd name="csX41" fmla="*/ 113498 w 156034"/>
              <a:gd name="csY41" fmla="*/ 106321 h 127584"/>
            </a:gdLst>
            <a:ahLst/>
            <a:cxnLst/>
            <a:rect l="l" t="t" r="r" b="b"/>
            <a:pathLst>
              <a:path w="100000" h="100000">
                <a:moveTo>
                  <a:pt x="3456" y="9117"/>
                </a:moveTo>
                <a:cubicBezTo>
                  <a:pt x="3004" y="9106"/>
                  <a:pt x="2556" y="9194"/>
                  <a:pt x="2137" y="9368"/>
                </a:cubicBezTo>
                <a:cubicBezTo>
                  <a:pt x="1718" y="9532"/>
                  <a:pt x="1337" y="9782"/>
                  <a:pt x="1015" y="10098"/>
                </a:cubicBezTo>
                <a:cubicBezTo>
                  <a:pt x="693" y="10415"/>
                  <a:pt x="438" y="10796"/>
                  <a:pt x="264" y="11211"/>
                </a:cubicBezTo>
                <a:cubicBezTo>
                  <a:pt x="90" y="11625"/>
                  <a:pt x="0" y="12072"/>
                  <a:pt x="0" y="12530"/>
                </a:cubicBezTo>
                <a:cubicBezTo>
                  <a:pt x="0" y="12977"/>
                  <a:pt x="90" y="13424"/>
                  <a:pt x="264" y="13838"/>
                </a:cubicBezTo>
                <a:cubicBezTo>
                  <a:pt x="438" y="14253"/>
                  <a:pt x="693" y="14634"/>
                  <a:pt x="1015" y="14950"/>
                </a:cubicBezTo>
                <a:cubicBezTo>
                  <a:pt x="1337" y="15267"/>
                  <a:pt x="1718" y="15517"/>
                  <a:pt x="2137" y="15691"/>
                </a:cubicBezTo>
                <a:cubicBezTo>
                  <a:pt x="2556" y="15855"/>
                  <a:pt x="3004" y="15942"/>
                  <a:pt x="3456" y="15931"/>
                </a:cubicBezTo>
                <a:lnTo>
                  <a:pt x="9716" y="15931"/>
                </a:lnTo>
                <a:cubicBezTo>
                  <a:pt x="11369" y="15931"/>
                  <a:pt x="12749" y="17076"/>
                  <a:pt x="13061" y="18700"/>
                </a:cubicBezTo>
                <a:lnTo>
                  <a:pt x="13731" y="22211"/>
                </a:lnTo>
                <a:cubicBezTo>
                  <a:pt x="13733" y="22222"/>
                  <a:pt x="13733" y="22233"/>
                  <a:pt x="13735" y="22244"/>
                </a:cubicBezTo>
                <a:lnTo>
                  <a:pt x="21065" y="60718"/>
                </a:lnTo>
                <a:cubicBezTo>
                  <a:pt x="22392" y="67673"/>
                  <a:pt x="28493" y="72710"/>
                  <a:pt x="35573" y="72710"/>
                </a:cubicBezTo>
                <a:lnTo>
                  <a:pt x="78104" y="72710"/>
                </a:lnTo>
                <a:cubicBezTo>
                  <a:pt x="85184" y="72710"/>
                  <a:pt x="91288" y="67673"/>
                  <a:pt x="92611" y="60718"/>
                </a:cubicBezTo>
                <a:lnTo>
                  <a:pt x="99940" y="22244"/>
                </a:lnTo>
                <a:cubicBezTo>
                  <a:pt x="100129" y="21252"/>
                  <a:pt x="99865" y="20216"/>
                  <a:pt x="99218" y="19431"/>
                </a:cubicBezTo>
                <a:cubicBezTo>
                  <a:pt x="98570" y="18657"/>
                  <a:pt x="97606" y="18199"/>
                  <a:pt x="96591" y="18199"/>
                </a:cubicBezTo>
                <a:lnTo>
                  <a:pt x="19903" y="18199"/>
                </a:lnTo>
                <a:lnTo>
                  <a:pt x="19757" y="17425"/>
                </a:lnTo>
                <a:cubicBezTo>
                  <a:pt x="18840" y="12628"/>
                  <a:pt x="14602" y="9117"/>
                  <a:pt x="9716" y="9117"/>
                </a:cubicBezTo>
                <a:lnTo>
                  <a:pt x="3456" y="9117"/>
                </a:lnTo>
                <a:close/>
                <a:moveTo>
                  <a:pt x="40938" y="77256"/>
                </a:moveTo>
                <a:cubicBezTo>
                  <a:pt x="39130" y="77256"/>
                  <a:pt x="37396" y="77976"/>
                  <a:pt x="36118" y="79251"/>
                </a:cubicBezTo>
                <a:cubicBezTo>
                  <a:pt x="34840" y="80527"/>
                  <a:pt x="34123" y="82260"/>
                  <a:pt x="34123" y="84070"/>
                </a:cubicBezTo>
                <a:cubicBezTo>
                  <a:pt x="34123" y="85880"/>
                  <a:pt x="34840" y="87613"/>
                  <a:pt x="36118" y="88889"/>
                </a:cubicBezTo>
                <a:cubicBezTo>
                  <a:pt x="37396" y="90164"/>
                  <a:pt x="39130" y="90884"/>
                  <a:pt x="40938" y="90884"/>
                </a:cubicBezTo>
                <a:cubicBezTo>
                  <a:pt x="42745" y="90884"/>
                  <a:pt x="44478" y="90164"/>
                  <a:pt x="45756" y="88889"/>
                </a:cubicBezTo>
                <a:cubicBezTo>
                  <a:pt x="47034" y="87613"/>
                  <a:pt x="47752" y="85880"/>
                  <a:pt x="47752" y="84070"/>
                </a:cubicBezTo>
                <a:cubicBezTo>
                  <a:pt x="47752" y="82260"/>
                  <a:pt x="47034" y="80527"/>
                  <a:pt x="45756" y="79251"/>
                </a:cubicBezTo>
                <a:cubicBezTo>
                  <a:pt x="44478" y="77976"/>
                  <a:pt x="42745" y="77256"/>
                  <a:pt x="40938" y="77256"/>
                </a:cubicBezTo>
                <a:close/>
                <a:moveTo>
                  <a:pt x="72739" y="77256"/>
                </a:moveTo>
                <a:cubicBezTo>
                  <a:pt x="70933" y="77256"/>
                  <a:pt x="69199" y="77976"/>
                  <a:pt x="67921" y="79251"/>
                </a:cubicBezTo>
                <a:cubicBezTo>
                  <a:pt x="66643" y="80527"/>
                  <a:pt x="65925" y="82260"/>
                  <a:pt x="65925" y="84070"/>
                </a:cubicBezTo>
                <a:cubicBezTo>
                  <a:pt x="65925" y="85880"/>
                  <a:pt x="66643" y="87613"/>
                  <a:pt x="67921" y="88889"/>
                </a:cubicBezTo>
                <a:cubicBezTo>
                  <a:pt x="69199" y="90164"/>
                  <a:pt x="70933" y="90884"/>
                  <a:pt x="72739" y="90884"/>
                </a:cubicBezTo>
                <a:cubicBezTo>
                  <a:pt x="74547" y="90884"/>
                  <a:pt x="76280" y="90164"/>
                  <a:pt x="77559" y="88889"/>
                </a:cubicBezTo>
                <a:cubicBezTo>
                  <a:pt x="78837" y="87613"/>
                  <a:pt x="79554" y="85880"/>
                  <a:pt x="79554" y="84070"/>
                </a:cubicBezTo>
                <a:cubicBezTo>
                  <a:pt x="79554" y="82260"/>
                  <a:pt x="78837" y="80527"/>
                  <a:pt x="77559" y="79251"/>
                </a:cubicBezTo>
                <a:cubicBezTo>
                  <a:pt x="76280" y="77976"/>
                  <a:pt x="74547" y="77256"/>
                  <a:pt x="72739" y="7725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1" name="Белый — SVG 20">
            <a:extLst>
              <a:ext uri="{FF2B5EF4-FFF2-40B4-BE49-F238E27FC236}">
                <a16:creationId xmlns:a16="http://schemas.microsoft.com/office/drawing/2014/main" id="{40EE64B3-1043-4E4A-876E-A3AFBE09EDAD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28356 w 141777"/>
              <a:gd name="csY0" fmla="*/ 0 h 138215"/>
              <a:gd name="csX1" fmla="*/ 24743 w 141777"/>
              <a:gd name="csY1" fmla="*/ 1412 h 138215"/>
              <a:gd name="csX2" fmla="*/ 7090 w 141777"/>
              <a:gd name="csY2" fmla="*/ 17726 h 138215"/>
              <a:gd name="csX3" fmla="*/ 134690 w 141777"/>
              <a:gd name="csY3" fmla="*/ 17726 h 138215"/>
              <a:gd name="csX4" fmla="*/ 117037 w 141777"/>
              <a:gd name="csY4" fmla="*/ 1412 h 138215"/>
              <a:gd name="csX5" fmla="*/ 113423 w 141777"/>
              <a:gd name="csY5" fmla="*/ 0 h 138215"/>
              <a:gd name="csX6" fmla="*/ 28356 w 141777"/>
              <a:gd name="csY6" fmla="*/ 0 h 138215"/>
              <a:gd name="csX7" fmla="*/ 0 w 141777"/>
              <a:gd name="csY7" fmla="*/ 28358 h 138215"/>
              <a:gd name="csX8" fmla="*/ 0 w 141777"/>
              <a:gd name="csY8" fmla="*/ 36506 h 138215"/>
              <a:gd name="csX9" fmla="*/ 20096 w 141777"/>
              <a:gd name="csY9" fmla="*/ 56698 h 138215"/>
              <a:gd name="csX10" fmla="*/ 40158 w 141777"/>
              <a:gd name="csY10" fmla="*/ 36506 h 138215"/>
              <a:gd name="csX11" fmla="*/ 40158 w 141777"/>
              <a:gd name="csY11" fmla="*/ 28358 h 138215"/>
              <a:gd name="csX12" fmla="*/ 0 w 141777"/>
              <a:gd name="csY12" fmla="*/ 28358 h 138215"/>
              <a:gd name="csX13" fmla="*/ 50792 w 141777"/>
              <a:gd name="csY13" fmla="*/ 28358 h 138215"/>
              <a:gd name="csX14" fmla="*/ 50792 w 141777"/>
              <a:gd name="csY14" fmla="*/ 36506 h 138215"/>
              <a:gd name="csX15" fmla="*/ 70890 w 141777"/>
              <a:gd name="csY15" fmla="*/ 56698 h 138215"/>
              <a:gd name="csX16" fmla="*/ 90986 w 141777"/>
              <a:gd name="csY16" fmla="*/ 36506 h 138215"/>
              <a:gd name="csX17" fmla="*/ 90986 w 141777"/>
              <a:gd name="csY17" fmla="*/ 28358 h 138215"/>
              <a:gd name="csX18" fmla="*/ 50792 w 141777"/>
              <a:gd name="csY18" fmla="*/ 28358 h 138215"/>
              <a:gd name="csX19" fmla="*/ 101619 w 141777"/>
              <a:gd name="csY19" fmla="*/ 28358 h 138215"/>
              <a:gd name="csX20" fmla="*/ 101619 w 141777"/>
              <a:gd name="csY20" fmla="*/ 36506 h 138215"/>
              <a:gd name="csX21" fmla="*/ 121682 w 141777"/>
              <a:gd name="csY21" fmla="*/ 56698 h 138215"/>
              <a:gd name="csX22" fmla="*/ 141778 w 141777"/>
              <a:gd name="csY22" fmla="*/ 36506 h 138215"/>
              <a:gd name="csX23" fmla="*/ 141778 w 141777"/>
              <a:gd name="csY23" fmla="*/ 28358 h 138215"/>
              <a:gd name="csX24" fmla="*/ 101619 w 141777"/>
              <a:gd name="csY24" fmla="*/ 28358 h 138215"/>
              <a:gd name="csX25" fmla="*/ 14177 w 141777"/>
              <a:gd name="csY25" fmla="*/ 63128 h 138215"/>
              <a:gd name="csX26" fmla="*/ 14177 w 141777"/>
              <a:gd name="csY26" fmla="*/ 92149 h 138215"/>
              <a:gd name="csX27" fmla="*/ 3544 w 141777"/>
              <a:gd name="csY27" fmla="*/ 102781 h 138215"/>
              <a:gd name="csX28" fmla="*/ 3544 w 141777"/>
              <a:gd name="csY28" fmla="*/ 132891 h 138215"/>
              <a:gd name="csX29" fmla="*/ 8861 w 141777"/>
              <a:gd name="csY29" fmla="*/ 138215 h 138215"/>
              <a:gd name="csX30" fmla="*/ 132917 w 141777"/>
              <a:gd name="csY30" fmla="*/ 138215 h 138215"/>
              <a:gd name="csX31" fmla="*/ 138234 w 141777"/>
              <a:gd name="csY31" fmla="*/ 132891 h 138215"/>
              <a:gd name="csX32" fmla="*/ 138234 w 141777"/>
              <a:gd name="csY32" fmla="*/ 102781 h 138215"/>
              <a:gd name="csX33" fmla="*/ 127601 w 141777"/>
              <a:gd name="csY33" fmla="*/ 92149 h 138215"/>
              <a:gd name="csX34" fmla="*/ 127594 w 141777"/>
              <a:gd name="csY34" fmla="*/ 92149 h 138215"/>
              <a:gd name="csX35" fmla="*/ 127594 w 141777"/>
              <a:gd name="csY35" fmla="*/ 63128 h 138215"/>
              <a:gd name="csX36" fmla="*/ 121682 w 141777"/>
              <a:gd name="csY36" fmla="*/ 63792 h 138215"/>
              <a:gd name="csX37" fmla="*/ 116960 w 141777"/>
              <a:gd name="csY37" fmla="*/ 63349 h 138215"/>
              <a:gd name="csX38" fmla="*/ 116960 w 141777"/>
              <a:gd name="csY38" fmla="*/ 92149 h 138215"/>
              <a:gd name="csX39" fmla="*/ 24811 w 141777"/>
              <a:gd name="csY39" fmla="*/ 92149 h 138215"/>
              <a:gd name="csX40" fmla="*/ 24811 w 141777"/>
              <a:gd name="csY40" fmla="*/ 63349 h 138215"/>
              <a:gd name="csX41" fmla="*/ 20096 w 141777"/>
              <a:gd name="csY41" fmla="*/ 63792 h 138215"/>
              <a:gd name="csX42" fmla="*/ 14177 w 141777"/>
              <a:gd name="csY42" fmla="*/ 63128 h 138215"/>
            </a:gdLst>
            <a:ahLst/>
            <a:cxnLst/>
            <a:rect l="l" t="t" r="r" b="b"/>
            <a:pathLst>
              <a:path w="100000" h="100000">
                <a:moveTo>
                  <a:pt x="20000" y="1256"/>
                </a:moveTo>
                <a:cubicBezTo>
                  <a:pt x="19050" y="1256"/>
                  <a:pt x="18151" y="1604"/>
                  <a:pt x="17452" y="2252"/>
                </a:cubicBezTo>
                <a:lnTo>
                  <a:pt x="5001" y="13759"/>
                </a:lnTo>
                <a:lnTo>
                  <a:pt x="95001" y="13759"/>
                </a:lnTo>
                <a:lnTo>
                  <a:pt x="82550" y="2252"/>
                </a:lnTo>
                <a:cubicBezTo>
                  <a:pt x="81849" y="1604"/>
                  <a:pt x="80950" y="1256"/>
                  <a:pt x="80001" y="1256"/>
                </a:cubicBezTo>
                <a:lnTo>
                  <a:pt x="20000" y="1256"/>
                </a:lnTo>
                <a:close/>
                <a:moveTo>
                  <a:pt x="0" y="21258"/>
                </a:moveTo>
                <a:lnTo>
                  <a:pt x="0" y="27005"/>
                </a:lnTo>
                <a:cubicBezTo>
                  <a:pt x="0" y="34852"/>
                  <a:pt x="6351" y="41247"/>
                  <a:pt x="14174" y="41247"/>
                </a:cubicBezTo>
                <a:cubicBezTo>
                  <a:pt x="21975" y="41247"/>
                  <a:pt x="28325" y="34852"/>
                  <a:pt x="28325" y="27005"/>
                </a:cubicBezTo>
                <a:lnTo>
                  <a:pt x="28325" y="21258"/>
                </a:lnTo>
                <a:lnTo>
                  <a:pt x="0" y="21258"/>
                </a:lnTo>
                <a:close/>
                <a:moveTo>
                  <a:pt x="35825" y="21258"/>
                </a:moveTo>
                <a:lnTo>
                  <a:pt x="35825" y="27005"/>
                </a:lnTo>
                <a:cubicBezTo>
                  <a:pt x="35825" y="34852"/>
                  <a:pt x="42201" y="41247"/>
                  <a:pt x="50001" y="41247"/>
                </a:cubicBezTo>
                <a:cubicBezTo>
                  <a:pt x="57801" y="41247"/>
                  <a:pt x="64175" y="34852"/>
                  <a:pt x="64175" y="27005"/>
                </a:cubicBezTo>
                <a:lnTo>
                  <a:pt x="64175" y="21258"/>
                </a:lnTo>
                <a:lnTo>
                  <a:pt x="35825" y="21258"/>
                </a:lnTo>
                <a:close/>
                <a:moveTo>
                  <a:pt x="71675" y="21258"/>
                </a:moveTo>
                <a:lnTo>
                  <a:pt x="71675" y="27005"/>
                </a:lnTo>
                <a:cubicBezTo>
                  <a:pt x="71675" y="34852"/>
                  <a:pt x="78026" y="41247"/>
                  <a:pt x="85826" y="41247"/>
                </a:cubicBezTo>
                <a:cubicBezTo>
                  <a:pt x="93651" y="41247"/>
                  <a:pt x="100001" y="34852"/>
                  <a:pt x="100001" y="27005"/>
                </a:cubicBezTo>
                <a:lnTo>
                  <a:pt x="100001" y="21258"/>
                </a:lnTo>
                <a:lnTo>
                  <a:pt x="71675" y="21258"/>
                </a:lnTo>
                <a:close/>
                <a:moveTo>
                  <a:pt x="10000" y="45782"/>
                </a:moveTo>
                <a:lnTo>
                  <a:pt x="10000" y="66252"/>
                </a:lnTo>
                <a:cubicBezTo>
                  <a:pt x="5857" y="66252"/>
                  <a:pt x="2500" y="69599"/>
                  <a:pt x="2500" y="73751"/>
                </a:cubicBezTo>
                <a:lnTo>
                  <a:pt x="2500" y="94989"/>
                </a:lnTo>
                <a:cubicBezTo>
                  <a:pt x="2500" y="97064"/>
                  <a:pt x="4180" y="98744"/>
                  <a:pt x="6250" y="98744"/>
                </a:cubicBezTo>
                <a:lnTo>
                  <a:pt x="93751" y="98744"/>
                </a:lnTo>
                <a:cubicBezTo>
                  <a:pt x="95821" y="98744"/>
                  <a:pt x="97501" y="97064"/>
                  <a:pt x="97501" y="94989"/>
                </a:cubicBezTo>
                <a:lnTo>
                  <a:pt x="97501" y="73751"/>
                </a:lnTo>
                <a:cubicBezTo>
                  <a:pt x="97501" y="69599"/>
                  <a:pt x="94144" y="66252"/>
                  <a:pt x="90001" y="66252"/>
                </a:cubicBezTo>
                <a:lnTo>
                  <a:pt x="89996" y="66252"/>
                </a:lnTo>
                <a:lnTo>
                  <a:pt x="89996" y="45782"/>
                </a:lnTo>
                <a:cubicBezTo>
                  <a:pt x="88651" y="46082"/>
                  <a:pt x="87261" y="46251"/>
                  <a:pt x="85826" y="46251"/>
                </a:cubicBezTo>
                <a:cubicBezTo>
                  <a:pt x="84689" y="46251"/>
                  <a:pt x="83578" y="46131"/>
                  <a:pt x="82496" y="45938"/>
                </a:cubicBezTo>
                <a:lnTo>
                  <a:pt x="82496" y="66252"/>
                </a:lnTo>
                <a:lnTo>
                  <a:pt x="17500" y="66252"/>
                </a:lnTo>
                <a:lnTo>
                  <a:pt x="17500" y="45938"/>
                </a:lnTo>
                <a:cubicBezTo>
                  <a:pt x="16417" y="46131"/>
                  <a:pt x="15310" y="46251"/>
                  <a:pt x="14174" y="46251"/>
                </a:cubicBezTo>
                <a:cubicBezTo>
                  <a:pt x="12740" y="46251"/>
                  <a:pt x="11345" y="46082"/>
                  <a:pt x="10000" y="4578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2" name="Белый — SVG 21">
            <a:extLst>
              <a:ext uri="{FF2B5EF4-FFF2-40B4-BE49-F238E27FC236}">
                <a16:creationId xmlns:a16="http://schemas.microsoft.com/office/drawing/2014/main" id="{7AFF30B3-DAA7-7249-BBCB-4AA5AFB072D5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74434 w 148867"/>
              <a:gd name="csY0" fmla="*/ 0 h 134676"/>
              <a:gd name="csX1" fmla="*/ 35439 w 148867"/>
              <a:gd name="csY1" fmla="*/ 24802 h 134676"/>
              <a:gd name="csX2" fmla="*/ 35524 w 148867"/>
              <a:gd name="csY2" fmla="*/ 25806 h 134676"/>
              <a:gd name="csX3" fmla="*/ 35439 w 148867"/>
              <a:gd name="csY3" fmla="*/ 26571 h 134676"/>
              <a:gd name="csX4" fmla="*/ 35439 w 148867"/>
              <a:gd name="csY4" fmla="*/ 53279 h 134676"/>
              <a:gd name="csX5" fmla="*/ 0 w 148867"/>
              <a:gd name="csY5" fmla="*/ 77962 h 134676"/>
              <a:gd name="csX6" fmla="*/ 68 w 148867"/>
              <a:gd name="csY6" fmla="*/ 78966 h 134676"/>
              <a:gd name="csX7" fmla="*/ 0 w 148867"/>
              <a:gd name="csY7" fmla="*/ 79731 h 134676"/>
              <a:gd name="csX8" fmla="*/ 0 w 148867"/>
              <a:gd name="csY8" fmla="*/ 108089 h 134676"/>
              <a:gd name="csX9" fmla="*/ 40764 w 148867"/>
              <a:gd name="csY9" fmla="*/ 134677 h 134676"/>
              <a:gd name="csX10" fmla="*/ 76067 w 148867"/>
              <a:gd name="csY10" fmla="*/ 122344 h 134676"/>
              <a:gd name="csX11" fmla="*/ 109873 w 148867"/>
              <a:gd name="csY11" fmla="*/ 134677 h 134676"/>
              <a:gd name="csX12" fmla="*/ 148867 w 148867"/>
              <a:gd name="csY12" fmla="*/ 109858 h 134676"/>
              <a:gd name="csX13" fmla="*/ 148782 w 148867"/>
              <a:gd name="csY13" fmla="*/ 108973 h 134676"/>
              <a:gd name="csX14" fmla="*/ 148867 w 148867"/>
              <a:gd name="csY14" fmla="*/ 108089 h 134676"/>
              <a:gd name="csX15" fmla="*/ 148867 w 148867"/>
              <a:gd name="csY15" fmla="*/ 79731 h 134676"/>
              <a:gd name="csX16" fmla="*/ 148799 w 148867"/>
              <a:gd name="csY16" fmla="*/ 78966 h 134676"/>
              <a:gd name="csX17" fmla="*/ 148867 w 148867"/>
              <a:gd name="csY17" fmla="*/ 77962 h 134676"/>
              <a:gd name="csX18" fmla="*/ 113428 w 148867"/>
              <a:gd name="csY18" fmla="*/ 53279 h 134676"/>
              <a:gd name="csX19" fmla="*/ 113428 w 148867"/>
              <a:gd name="csY19" fmla="*/ 26571 h 134676"/>
              <a:gd name="csX20" fmla="*/ 113343 w 148867"/>
              <a:gd name="csY20" fmla="*/ 25806 h 134676"/>
              <a:gd name="csX21" fmla="*/ 113428 w 148867"/>
              <a:gd name="csY21" fmla="*/ 24802 h 134676"/>
              <a:gd name="csX22" fmla="*/ 74434 w 148867"/>
              <a:gd name="csY22" fmla="*/ 0 h 134676"/>
              <a:gd name="csX23" fmla="*/ 74434 w 148867"/>
              <a:gd name="csY23" fmla="*/ 10632 h 134676"/>
              <a:gd name="csX24" fmla="*/ 102795 w 148867"/>
              <a:gd name="csY24" fmla="*/ 24802 h 134676"/>
              <a:gd name="csX25" fmla="*/ 74434 w 148867"/>
              <a:gd name="csY25" fmla="*/ 38990 h 134676"/>
              <a:gd name="csX26" fmla="*/ 46072 w 148867"/>
              <a:gd name="csY26" fmla="*/ 24802 h 134676"/>
              <a:gd name="csX27" fmla="*/ 74434 w 148867"/>
              <a:gd name="csY27" fmla="*/ 10632 h 134676"/>
              <a:gd name="csX28" fmla="*/ 74434 w 148867"/>
              <a:gd name="csY28" fmla="*/ 21264 h 134676"/>
              <a:gd name="csX29" fmla="*/ 66914 w 148867"/>
              <a:gd name="csY29" fmla="*/ 22302 h 134676"/>
              <a:gd name="csX30" fmla="*/ 63800 w 148867"/>
              <a:gd name="csY30" fmla="*/ 24802 h 134676"/>
              <a:gd name="csX31" fmla="*/ 66914 w 148867"/>
              <a:gd name="csY31" fmla="*/ 27320 h 134676"/>
              <a:gd name="csX32" fmla="*/ 74434 w 148867"/>
              <a:gd name="csY32" fmla="*/ 28358 h 134676"/>
              <a:gd name="csX33" fmla="*/ 81954 w 148867"/>
              <a:gd name="csY33" fmla="*/ 27320 h 134676"/>
              <a:gd name="csX34" fmla="*/ 85067 w 148867"/>
              <a:gd name="csY34" fmla="*/ 24802 h 134676"/>
              <a:gd name="csX35" fmla="*/ 81954 w 148867"/>
              <a:gd name="csY35" fmla="*/ 22302 h 134676"/>
              <a:gd name="csX36" fmla="*/ 74434 w 148867"/>
              <a:gd name="csY36" fmla="*/ 21264 h 134676"/>
              <a:gd name="csX37" fmla="*/ 38995 w 148867"/>
              <a:gd name="csY37" fmla="*/ 63792 h 134676"/>
              <a:gd name="csX38" fmla="*/ 67339 w 148867"/>
              <a:gd name="csY38" fmla="*/ 77962 h 134676"/>
              <a:gd name="csX39" fmla="*/ 38995 w 148867"/>
              <a:gd name="csY39" fmla="*/ 92149 h 134676"/>
              <a:gd name="csX40" fmla="*/ 10633 w 148867"/>
              <a:gd name="csY40" fmla="*/ 77962 h 134676"/>
              <a:gd name="csX41" fmla="*/ 38995 w 148867"/>
              <a:gd name="csY41" fmla="*/ 63792 h 134676"/>
              <a:gd name="csX42" fmla="*/ 109873 w 148867"/>
              <a:gd name="csY42" fmla="*/ 63792 h 134676"/>
              <a:gd name="csX43" fmla="*/ 138234 w 148867"/>
              <a:gd name="csY43" fmla="*/ 77962 h 134676"/>
              <a:gd name="csX44" fmla="*/ 109873 w 148867"/>
              <a:gd name="csY44" fmla="*/ 92149 h 134676"/>
              <a:gd name="csX45" fmla="*/ 81528 w 148867"/>
              <a:gd name="csY45" fmla="*/ 77962 h 134676"/>
              <a:gd name="csX46" fmla="*/ 109873 w 148867"/>
              <a:gd name="csY46" fmla="*/ 63792 h 134676"/>
              <a:gd name="csX47" fmla="*/ 38995 w 148867"/>
              <a:gd name="csY47" fmla="*/ 74424 h 134676"/>
              <a:gd name="csX48" fmla="*/ 31475 w 148867"/>
              <a:gd name="csY48" fmla="*/ 75461 h 134676"/>
              <a:gd name="csX49" fmla="*/ 28361 w 148867"/>
              <a:gd name="csY49" fmla="*/ 77962 h 134676"/>
              <a:gd name="csX50" fmla="*/ 31475 w 148867"/>
              <a:gd name="csY50" fmla="*/ 80480 h 134676"/>
              <a:gd name="csX51" fmla="*/ 38995 w 148867"/>
              <a:gd name="csY51" fmla="*/ 81517 h 134676"/>
              <a:gd name="csX52" fmla="*/ 46515 w 148867"/>
              <a:gd name="csY52" fmla="*/ 80480 h 134676"/>
              <a:gd name="csX53" fmla="*/ 49628 w 148867"/>
              <a:gd name="csY53" fmla="*/ 77962 h 134676"/>
              <a:gd name="csX54" fmla="*/ 46515 w 148867"/>
              <a:gd name="csY54" fmla="*/ 75461 h 134676"/>
              <a:gd name="csX55" fmla="*/ 38995 w 148867"/>
              <a:gd name="csY55" fmla="*/ 74424 h 134676"/>
              <a:gd name="csX56" fmla="*/ 109873 w 148867"/>
              <a:gd name="csY56" fmla="*/ 74424 h 134676"/>
              <a:gd name="csX57" fmla="*/ 102353 w 148867"/>
              <a:gd name="csY57" fmla="*/ 75461 h 134676"/>
              <a:gd name="csX58" fmla="*/ 99239 w 148867"/>
              <a:gd name="csY58" fmla="*/ 77962 h 134676"/>
              <a:gd name="csX59" fmla="*/ 102353 w 148867"/>
              <a:gd name="csY59" fmla="*/ 80480 h 134676"/>
              <a:gd name="csX60" fmla="*/ 109873 w 148867"/>
              <a:gd name="csY60" fmla="*/ 81517 h 134676"/>
              <a:gd name="csX61" fmla="*/ 117393 w 148867"/>
              <a:gd name="csY61" fmla="*/ 80480 h 134676"/>
              <a:gd name="csX62" fmla="*/ 120506 w 148867"/>
              <a:gd name="csY62" fmla="*/ 77962 h 134676"/>
              <a:gd name="csX63" fmla="*/ 117393 w 148867"/>
              <a:gd name="csY63" fmla="*/ 75461 h 134676"/>
              <a:gd name="csX64" fmla="*/ 109873 w 148867"/>
              <a:gd name="csY64" fmla="*/ 74424 h 134676"/>
            </a:gdLst>
            <a:ahLst/>
            <a:cxnLst/>
            <a:rect l="l" t="t" r="r" b="b"/>
            <a:pathLst>
              <a:path w="100000" h="100000">
                <a:moveTo>
                  <a:pt x="50000" y="4766"/>
                </a:moveTo>
                <a:cubicBezTo>
                  <a:pt x="35314" y="4766"/>
                  <a:pt x="23806" y="12091"/>
                  <a:pt x="23806" y="21427"/>
                </a:cubicBezTo>
                <a:cubicBezTo>
                  <a:pt x="23806" y="21655"/>
                  <a:pt x="23851" y="21884"/>
                  <a:pt x="23863" y="22101"/>
                </a:cubicBezTo>
                <a:cubicBezTo>
                  <a:pt x="23840" y="22273"/>
                  <a:pt x="23806" y="22444"/>
                  <a:pt x="23806" y="22615"/>
                </a:cubicBezTo>
                <a:lnTo>
                  <a:pt x="23806" y="40556"/>
                </a:lnTo>
                <a:cubicBezTo>
                  <a:pt x="10286" y="41298"/>
                  <a:pt x="0" y="48303"/>
                  <a:pt x="0" y="57137"/>
                </a:cubicBezTo>
                <a:cubicBezTo>
                  <a:pt x="0" y="57365"/>
                  <a:pt x="34" y="57593"/>
                  <a:pt x="46" y="57811"/>
                </a:cubicBezTo>
                <a:cubicBezTo>
                  <a:pt x="23" y="57982"/>
                  <a:pt x="0" y="58154"/>
                  <a:pt x="0" y="58325"/>
                </a:cubicBezTo>
                <a:lnTo>
                  <a:pt x="0" y="77374"/>
                </a:lnTo>
                <a:cubicBezTo>
                  <a:pt x="0" y="86881"/>
                  <a:pt x="12800" y="95234"/>
                  <a:pt x="27383" y="95234"/>
                </a:cubicBezTo>
                <a:cubicBezTo>
                  <a:pt x="36457" y="95234"/>
                  <a:pt x="46023" y="92206"/>
                  <a:pt x="51097" y="86950"/>
                </a:cubicBezTo>
                <a:cubicBezTo>
                  <a:pt x="55577" y="91932"/>
                  <a:pt x="63966" y="95234"/>
                  <a:pt x="73806" y="95234"/>
                </a:cubicBezTo>
                <a:cubicBezTo>
                  <a:pt x="88492" y="95234"/>
                  <a:pt x="100000" y="87910"/>
                  <a:pt x="100000" y="78562"/>
                </a:cubicBezTo>
                <a:cubicBezTo>
                  <a:pt x="100000" y="78357"/>
                  <a:pt x="99977" y="78162"/>
                  <a:pt x="99943" y="77968"/>
                </a:cubicBezTo>
                <a:cubicBezTo>
                  <a:pt x="99977" y="77774"/>
                  <a:pt x="100000" y="77580"/>
                  <a:pt x="100000" y="77374"/>
                </a:cubicBezTo>
                <a:lnTo>
                  <a:pt x="100000" y="58325"/>
                </a:lnTo>
                <a:cubicBezTo>
                  <a:pt x="100000" y="58154"/>
                  <a:pt x="99977" y="57982"/>
                  <a:pt x="99954" y="57811"/>
                </a:cubicBezTo>
                <a:cubicBezTo>
                  <a:pt x="99966" y="57593"/>
                  <a:pt x="100000" y="57365"/>
                  <a:pt x="100000" y="57137"/>
                </a:cubicBezTo>
                <a:cubicBezTo>
                  <a:pt x="100000" y="48303"/>
                  <a:pt x="89714" y="41298"/>
                  <a:pt x="76194" y="40556"/>
                </a:cubicBezTo>
                <a:lnTo>
                  <a:pt x="76194" y="22615"/>
                </a:lnTo>
                <a:cubicBezTo>
                  <a:pt x="76194" y="22444"/>
                  <a:pt x="76160" y="22273"/>
                  <a:pt x="76137" y="22101"/>
                </a:cubicBezTo>
                <a:cubicBezTo>
                  <a:pt x="76149" y="21884"/>
                  <a:pt x="76194" y="21655"/>
                  <a:pt x="76194" y="21427"/>
                </a:cubicBezTo>
                <a:cubicBezTo>
                  <a:pt x="76194" y="12091"/>
                  <a:pt x="64686" y="4766"/>
                  <a:pt x="50000" y="4766"/>
                </a:cubicBezTo>
                <a:close/>
                <a:moveTo>
                  <a:pt x="50000" y="11908"/>
                </a:moveTo>
                <a:cubicBezTo>
                  <a:pt x="61223" y="11908"/>
                  <a:pt x="69052" y="16925"/>
                  <a:pt x="69052" y="21427"/>
                </a:cubicBezTo>
                <a:cubicBezTo>
                  <a:pt x="69052" y="25930"/>
                  <a:pt x="61223" y="30957"/>
                  <a:pt x="50000" y="30957"/>
                </a:cubicBezTo>
                <a:cubicBezTo>
                  <a:pt x="38778" y="30957"/>
                  <a:pt x="30948" y="25930"/>
                  <a:pt x="30948" y="21427"/>
                </a:cubicBezTo>
                <a:cubicBezTo>
                  <a:pt x="30948" y="16925"/>
                  <a:pt x="38778" y="11908"/>
                  <a:pt x="50000" y="11908"/>
                </a:cubicBezTo>
                <a:close/>
                <a:moveTo>
                  <a:pt x="50000" y="19050"/>
                </a:moveTo>
                <a:cubicBezTo>
                  <a:pt x="48103" y="19050"/>
                  <a:pt x="46286" y="19301"/>
                  <a:pt x="44949" y="19747"/>
                </a:cubicBezTo>
                <a:cubicBezTo>
                  <a:pt x="43611" y="20193"/>
                  <a:pt x="42857" y="20799"/>
                  <a:pt x="42857" y="21427"/>
                </a:cubicBezTo>
                <a:cubicBezTo>
                  <a:pt x="42857" y="22067"/>
                  <a:pt x="43611" y="22672"/>
                  <a:pt x="44949" y="23118"/>
                </a:cubicBezTo>
                <a:cubicBezTo>
                  <a:pt x="46286" y="23564"/>
                  <a:pt x="48103" y="23816"/>
                  <a:pt x="50000" y="23816"/>
                </a:cubicBezTo>
                <a:cubicBezTo>
                  <a:pt x="51897" y="23816"/>
                  <a:pt x="53714" y="23564"/>
                  <a:pt x="55052" y="23118"/>
                </a:cubicBezTo>
                <a:cubicBezTo>
                  <a:pt x="56389" y="22672"/>
                  <a:pt x="57143" y="22067"/>
                  <a:pt x="57143" y="21427"/>
                </a:cubicBezTo>
                <a:cubicBezTo>
                  <a:pt x="57143" y="20799"/>
                  <a:pt x="56389" y="20193"/>
                  <a:pt x="55052" y="19747"/>
                </a:cubicBezTo>
                <a:cubicBezTo>
                  <a:pt x="53714" y="19301"/>
                  <a:pt x="51897" y="19050"/>
                  <a:pt x="50000" y="19050"/>
                </a:cubicBezTo>
                <a:close/>
                <a:moveTo>
                  <a:pt x="26195" y="47618"/>
                </a:moveTo>
                <a:cubicBezTo>
                  <a:pt x="37417" y="47618"/>
                  <a:pt x="45234" y="52635"/>
                  <a:pt x="45234" y="57137"/>
                </a:cubicBezTo>
                <a:cubicBezTo>
                  <a:pt x="45234" y="61639"/>
                  <a:pt x="37417" y="66667"/>
                  <a:pt x="26195" y="66667"/>
                </a:cubicBezTo>
                <a:cubicBezTo>
                  <a:pt x="14960" y="66667"/>
                  <a:pt x="7143" y="61639"/>
                  <a:pt x="7143" y="57137"/>
                </a:cubicBezTo>
                <a:cubicBezTo>
                  <a:pt x="7143" y="52635"/>
                  <a:pt x="14960" y="47618"/>
                  <a:pt x="26195" y="47618"/>
                </a:cubicBezTo>
                <a:close/>
                <a:moveTo>
                  <a:pt x="73806" y="47618"/>
                </a:moveTo>
                <a:cubicBezTo>
                  <a:pt x="85040" y="47618"/>
                  <a:pt x="92857" y="52635"/>
                  <a:pt x="92857" y="57137"/>
                </a:cubicBezTo>
                <a:cubicBezTo>
                  <a:pt x="92857" y="61639"/>
                  <a:pt x="85040" y="66667"/>
                  <a:pt x="73806" y="66667"/>
                </a:cubicBezTo>
                <a:cubicBezTo>
                  <a:pt x="62583" y="66667"/>
                  <a:pt x="54766" y="61639"/>
                  <a:pt x="54766" y="57137"/>
                </a:cubicBezTo>
                <a:cubicBezTo>
                  <a:pt x="54766" y="52635"/>
                  <a:pt x="62583" y="47618"/>
                  <a:pt x="73806" y="47618"/>
                </a:cubicBezTo>
                <a:close/>
                <a:moveTo>
                  <a:pt x="26195" y="54760"/>
                </a:moveTo>
                <a:cubicBezTo>
                  <a:pt x="24298" y="54760"/>
                  <a:pt x="22480" y="55011"/>
                  <a:pt x="21143" y="55457"/>
                </a:cubicBezTo>
                <a:cubicBezTo>
                  <a:pt x="19806" y="55903"/>
                  <a:pt x="19051" y="56508"/>
                  <a:pt x="19051" y="57137"/>
                </a:cubicBezTo>
                <a:cubicBezTo>
                  <a:pt x="19051" y="57777"/>
                  <a:pt x="19806" y="58382"/>
                  <a:pt x="21143" y="58828"/>
                </a:cubicBezTo>
                <a:cubicBezTo>
                  <a:pt x="22480" y="59273"/>
                  <a:pt x="24298" y="59525"/>
                  <a:pt x="26195" y="59525"/>
                </a:cubicBezTo>
                <a:cubicBezTo>
                  <a:pt x="28080" y="59525"/>
                  <a:pt x="29897" y="59273"/>
                  <a:pt x="31246" y="58828"/>
                </a:cubicBezTo>
                <a:cubicBezTo>
                  <a:pt x="32583" y="58382"/>
                  <a:pt x="33337" y="57777"/>
                  <a:pt x="33337" y="57137"/>
                </a:cubicBezTo>
                <a:cubicBezTo>
                  <a:pt x="33337" y="56508"/>
                  <a:pt x="32583" y="55903"/>
                  <a:pt x="31246" y="55457"/>
                </a:cubicBezTo>
                <a:cubicBezTo>
                  <a:pt x="29897" y="55011"/>
                  <a:pt x="28080" y="54760"/>
                  <a:pt x="26195" y="54760"/>
                </a:cubicBezTo>
                <a:close/>
                <a:moveTo>
                  <a:pt x="73806" y="54760"/>
                </a:moveTo>
                <a:cubicBezTo>
                  <a:pt x="71920" y="54760"/>
                  <a:pt x="70103" y="55011"/>
                  <a:pt x="68755" y="55457"/>
                </a:cubicBezTo>
                <a:cubicBezTo>
                  <a:pt x="67417" y="55903"/>
                  <a:pt x="66663" y="56508"/>
                  <a:pt x="66663" y="57137"/>
                </a:cubicBezTo>
                <a:cubicBezTo>
                  <a:pt x="66663" y="57777"/>
                  <a:pt x="67417" y="58382"/>
                  <a:pt x="68755" y="58828"/>
                </a:cubicBezTo>
                <a:cubicBezTo>
                  <a:pt x="70103" y="59273"/>
                  <a:pt x="71920" y="59525"/>
                  <a:pt x="73806" y="59525"/>
                </a:cubicBezTo>
                <a:cubicBezTo>
                  <a:pt x="75703" y="59525"/>
                  <a:pt x="77520" y="59273"/>
                  <a:pt x="78858" y="58828"/>
                </a:cubicBezTo>
                <a:cubicBezTo>
                  <a:pt x="80194" y="58382"/>
                  <a:pt x="80949" y="57777"/>
                  <a:pt x="80949" y="57137"/>
                </a:cubicBezTo>
                <a:cubicBezTo>
                  <a:pt x="80949" y="56508"/>
                  <a:pt x="80194" y="55903"/>
                  <a:pt x="78858" y="55457"/>
                </a:cubicBezTo>
                <a:cubicBezTo>
                  <a:pt x="77520" y="55011"/>
                  <a:pt x="75703" y="54760"/>
                  <a:pt x="73806" y="5476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3" name="Белый — SVG 22">
            <a:extLst>
              <a:ext uri="{FF2B5EF4-FFF2-40B4-BE49-F238E27FC236}">
                <a16:creationId xmlns:a16="http://schemas.microsoft.com/office/drawing/2014/main" id="{FF20A1FA-A068-D94B-BD81-88004C3CDE66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102860 w 134690"/>
              <a:gd name="csY0" fmla="*/ 4988 h 134323"/>
              <a:gd name="csX1" fmla="*/ 89526 w 134690"/>
              <a:gd name="csY1" fmla="*/ 327 h 134323"/>
              <a:gd name="csX2" fmla="*/ 82706 w 134690"/>
              <a:gd name="csY2" fmla="*/ 3508 h 134323"/>
              <a:gd name="csX3" fmla="*/ 67344 w 134690"/>
              <a:gd name="csY3" fmla="*/ 13578 h 134323"/>
              <a:gd name="csX4" fmla="*/ 52001 w 134690"/>
              <a:gd name="csY4" fmla="*/ 3559 h 134323"/>
              <a:gd name="csX5" fmla="*/ 49261 w 134690"/>
              <a:gd name="csY5" fmla="*/ 514 h 134323"/>
              <a:gd name="csX6" fmla="*/ 45171 w 134690"/>
              <a:gd name="csY6" fmla="*/ 327 h 134323"/>
              <a:gd name="csX7" fmla="*/ 31829 w 134690"/>
              <a:gd name="csY7" fmla="*/ 4988 h 134323"/>
              <a:gd name="csX8" fmla="*/ 0 w 134690"/>
              <a:gd name="csY8" fmla="*/ 53163 h 134323"/>
              <a:gd name="csX9" fmla="*/ 0 w 134690"/>
              <a:gd name="csY9" fmla="*/ 61686 h 134323"/>
              <a:gd name="csX10" fmla="*/ 0 w 134690"/>
              <a:gd name="csY10" fmla="*/ 61703 h 134323"/>
              <a:gd name="csX11" fmla="*/ 15950 w 134690"/>
              <a:gd name="csY11" fmla="*/ 77608 h 134323"/>
              <a:gd name="csX12" fmla="*/ 21267 w 134690"/>
              <a:gd name="csY12" fmla="*/ 77608 h 134323"/>
              <a:gd name="csX13" fmla="*/ 21267 w 134690"/>
              <a:gd name="csY13" fmla="*/ 56531 h 134323"/>
              <a:gd name="csX14" fmla="*/ 24811 w 134690"/>
              <a:gd name="csY14" fmla="*/ 52976 h 134323"/>
              <a:gd name="csX15" fmla="*/ 28356 w 134690"/>
              <a:gd name="csY15" fmla="*/ 56531 h 134323"/>
              <a:gd name="csX16" fmla="*/ 28356 w 134690"/>
              <a:gd name="csY16" fmla="*/ 77608 h 134323"/>
              <a:gd name="csX17" fmla="*/ 28356 w 134690"/>
              <a:gd name="csY17" fmla="*/ 102597 h 134323"/>
              <a:gd name="csX18" fmla="*/ 28356 w 134690"/>
              <a:gd name="csY18" fmla="*/ 118367 h 134323"/>
              <a:gd name="csX19" fmla="*/ 44306 w 134690"/>
              <a:gd name="csY19" fmla="*/ 134323 h 134323"/>
              <a:gd name="csX20" fmla="*/ 90384 w 134690"/>
              <a:gd name="csY20" fmla="*/ 134323 h 134323"/>
              <a:gd name="csX21" fmla="*/ 106334 w 134690"/>
              <a:gd name="csY21" fmla="*/ 118367 h 134323"/>
              <a:gd name="csX22" fmla="*/ 106334 w 134690"/>
              <a:gd name="csY22" fmla="*/ 102597 h 134323"/>
              <a:gd name="csX23" fmla="*/ 106334 w 134690"/>
              <a:gd name="csY23" fmla="*/ 77608 h 134323"/>
              <a:gd name="csX24" fmla="*/ 106334 w 134690"/>
              <a:gd name="csY24" fmla="*/ 56531 h 134323"/>
              <a:gd name="csX25" fmla="*/ 109878 w 134690"/>
              <a:gd name="csY25" fmla="*/ 52976 h 134323"/>
              <a:gd name="csX26" fmla="*/ 113423 w 134690"/>
              <a:gd name="csY26" fmla="*/ 56531 h 134323"/>
              <a:gd name="csX27" fmla="*/ 113423 w 134690"/>
              <a:gd name="csY27" fmla="*/ 77608 h 134323"/>
              <a:gd name="csX28" fmla="*/ 118740 w 134690"/>
              <a:gd name="csY28" fmla="*/ 77608 h 134323"/>
              <a:gd name="csX29" fmla="*/ 134690 w 134690"/>
              <a:gd name="csY29" fmla="*/ 61703 h 134323"/>
              <a:gd name="csX30" fmla="*/ 134690 w 134690"/>
              <a:gd name="csY30" fmla="*/ 61686 h 134323"/>
              <a:gd name="csX31" fmla="*/ 134690 w 134690"/>
              <a:gd name="csY31" fmla="*/ 53163 h 134323"/>
              <a:gd name="csX32" fmla="*/ 102860 w 134690"/>
              <a:gd name="csY32" fmla="*/ 4988 h 134323"/>
            </a:gdLst>
            <a:ahLst/>
            <a:cxnLst/>
            <a:rect l="l" t="t" r="r" b="b"/>
            <a:pathLst>
              <a:path w="100000" h="100000">
                <a:moveTo>
                  <a:pt x="76368" y="3840"/>
                </a:moveTo>
                <a:cubicBezTo>
                  <a:pt x="73939" y="3082"/>
                  <a:pt x="66544" y="404"/>
                  <a:pt x="66468" y="379"/>
                </a:cubicBezTo>
                <a:cubicBezTo>
                  <a:pt x="64418" y="-366"/>
                  <a:pt x="62158" y="707"/>
                  <a:pt x="61405" y="2741"/>
                </a:cubicBezTo>
                <a:cubicBezTo>
                  <a:pt x="61292" y="3056"/>
                  <a:pt x="58540" y="10217"/>
                  <a:pt x="49999" y="10217"/>
                </a:cubicBezTo>
                <a:cubicBezTo>
                  <a:pt x="41460" y="10217"/>
                  <a:pt x="38708" y="3056"/>
                  <a:pt x="38608" y="2779"/>
                </a:cubicBezTo>
                <a:cubicBezTo>
                  <a:pt x="38257" y="1781"/>
                  <a:pt x="37525" y="972"/>
                  <a:pt x="36574" y="518"/>
                </a:cubicBezTo>
                <a:cubicBezTo>
                  <a:pt x="35623" y="63"/>
                  <a:pt x="34526" y="12"/>
                  <a:pt x="33537" y="379"/>
                </a:cubicBezTo>
                <a:cubicBezTo>
                  <a:pt x="33464" y="404"/>
                  <a:pt x="26063" y="3082"/>
                  <a:pt x="23631" y="3840"/>
                </a:cubicBezTo>
                <a:cubicBezTo>
                  <a:pt x="7950" y="8714"/>
                  <a:pt x="0" y="20750"/>
                  <a:pt x="0" y="39607"/>
                </a:cubicBezTo>
                <a:lnTo>
                  <a:pt x="0" y="45935"/>
                </a:lnTo>
                <a:cubicBezTo>
                  <a:pt x="0" y="45935"/>
                  <a:pt x="0" y="45935"/>
                  <a:pt x="0" y="45947"/>
                </a:cubicBezTo>
                <a:cubicBezTo>
                  <a:pt x="13" y="52465"/>
                  <a:pt x="5318" y="57756"/>
                  <a:pt x="11842" y="57756"/>
                </a:cubicBezTo>
                <a:lnTo>
                  <a:pt x="15790" y="57756"/>
                </a:lnTo>
                <a:lnTo>
                  <a:pt x="15790" y="42107"/>
                </a:lnTo>
                <a:cubicBezTo>
                  <a:pt x="15790" y="40655"/>
                  <a:pt x="16966" y="39468"/>
                  <a:pt x="18421" y="39468"/>
                </a:cubicBezTo>
                <a:cubicBezTo>
                  <a:pt x="19876" y="39468"/>
                  <a:pt x="21053" y="40655"/>
                  <a:pt x="21053" y="42107"/>
                </a:cubicBezTo>
                <a:lnTo>
                  <a:pt x="21053" y="57756"/>
                </a:lnTo>
                <a:lnTo>
                  <a:pt x="21053" y="76309"/>
                </a:lnTo>
                <a:lnTo>
                  <a:pt x="21053" y="88017"/>
                </a:lnTo>
                <a:cubicBezTo>
                  <a:pt x="21053" y="94546"/>
                  <a:pt x="26366" y="99864"/>
                  <a:pt x="32895" y="99864"/>
                </a:cubicBezTo>
                <a:lnTo>
                  <a:pt x="67105" y="99864"/>
                </a:lnTo>
                <a:cubicBezTo>
                  <a:pt x="73634" y="99864"/>
                  <a:pt x="78947" y="94546"/>
                  <a:pt x="78947" y="88017"/>
                </a:cubicBezTo>
                <a:lnTo>
                  <a:pt x="78947" y="76309"/>
                </a:lnTo>
                <a:lnTo>
                  <a:pt x="78947" y="57756"/>
                </a:lnTo>
                <a:lnTo>
                  <a:pt x="78947" y="42107"/>
                </a:lnTo>
                <a:cubicBezTo>
                  <a:pt x="78947" y="40655"/>
                  <a:pt x="80123" y="39468"/>
                  <a:pt x="81578" y="39468"/>
                </a:cubicBezTo>
                <a:cubicBezTo>
                  <a:pt x="83034" y="39468"/>
                  <a:pt x="84210" y="40655"/>
                  <a:pt x="84210" y="42107"/>
                </a:cubicBezTo>
                <a:lnTo>
                  <a:pt x="84210" y="57756"/>
                </a:lnTo>
                <a:lnTo>
                  <a:pt x="88158" y="57756"/>
                </a:lnTo>
                <a:cubicBezTo>
                  <a:pt x="94681" y="57756"/>
                  <a:pt x="99986" y="52465"/>
                  <a:pt x="100000" y="45947"/>
                </a:cubicBezTo>
                <a:cubicBezTo>
                  <a:pt x="100000" y="45935"/>
                  <a:pt x="100000" y="45935"/>
                  <a:pt x="100000" y="45935"/>
                </a:cubicBezTo>
                <a:lnTo>
                  <a:pt x="100000" y="39607"/>
                </a:lnTo>
                <a:cubicBezTo>
                  <a:pt x="100000" y="20750"/>
                  <a:pt x="92050" y="8714"/>
                  <a:pt x="76368" y="384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4" name="Белый — SVG 23">
            <a:extLst>
              <a:ext uri="{FF2B5EF4-FFF2-40B4-BE49-F238E27FC236}">
                <a16:creationId xmlns:a16="http://schemas.microsoft.com/office/drawing/2014/main" id="{6FC27E59-AA9F-0640-8A61-A7EF307D27B2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114041 w 170134"/>
              <a:gd name="csY0" fmla="*/ 0 h 141753"/>
              <a:gd name="csX1" fmla="*/ 100243 w 170134"/>
              <a:gd name="csY1" fmla="*/ 5716 h 141753"/>
              <a:gd name="csX2" fmla="*/ 41155 w 170134"/>
              <a:gd name="csY2" fmla="*/ 64795 h 141753"/>
              <a:gd name="csX3" fmla="*/ 35439 w 170134"/>
              <a:gd name="csY3" fmla="*/ 78591 h 141753"/>
              <a:gd name="csX4" fmla="*/ 41155 w 170134"/>
              <a:gd name="csY4" fmla="*/ 92370 h 141753"/>
              <a:gd name="csX5" fmla="*/ 77751 w 170134"/>
              <a:gd name="csY5" fmla="*/ 128961 h 141753"/>
              <a:gd name="csX6" fmla="*/ 91549 w 170134"/>
              <a:gd name="csY6" fmla="*/ 134677 h 141753"/>
              <a:gd name="csX7" fmla="*/ 105330 w 170134"/>
              <a:gd name="csY7" fmla="*/ 128961 h 141753"/>
              <a:gd name="csX8" fmla="*/ 164434 w 170134"/>
              <a:gd name="csY8" fmla="*/ 69882 h 141753"/>
              <a:gd name="csX9" fmla="*/ 170134 w 170134"/>
              <a:gd name="csY9" fmla="*/ 56086 h 141753"/>
              <a:gd name="csX10" fmla="*/ 170134 w 170134"/>
              <a:gd name="csY10" fmla="*/ 15939 h 141753"/>
              <a:gd name="csX11" fmla="*/ 154176 w 170134"/>
              <a:gd name="csY11" fmla="*/ 0 h 141753"/>
              <a:gd name="csX12" fmla="*/ 114041 w 170134"/>
              <a:gd name="csY12" fmla="*/ 0 h 141753"/>
              <a:gd name="csX13" fmla="*/ 78602 w 170134"/>
              <a:gd name="csY13" fmla="*/ 7094 h 141753"/>
              <a:gd name="csX14" fmla="*/ 64804 w 170134"/>
              <a:gd name="csY14" fmla="*/ 12792 h 141753"/>
              <a:gd name="csX15" fmla="*/ 5717 w 170134"/>
              <a:gd name="csY15" fmla="*/ 71889 h 141753"/>
              <a:gd name="csX16" fmla="*/ 0 w 170134"/>
              <a:gd name="csY16" fmla="*/ 85668 h 141753"/>
              <a:gd name="csX17" fmla="*/ 5717 w 170134"/>
              <a:gd name="csY17" fmla="*/ 99447 h 141753"/>
              <a:gd name="csX18" fmla="*/ 42313 w 170134"/>
              <a:gd name="csY18" fmla="*/ 136055 h 141753"/>
              <a:gd name="csX19" fmla="*/ 56110 w 170134"/>
              <a:gd name="csY19" fmla="*/ 141753 h 141753"/>
              <a:gd name="csX20" fmla="*/ 69891 w 170134"/>
              <a:gd name="csY20" fmla="*/ 136055 h 141753"/>
              <a:gd name="csX21" fmla="*/ 72358 w 170134"/>
              <a:gd name="csY21" fmla="*/ 133571 h 141753"/>
              <a:gd name="csX22" fmla="*/ 36136 w 170134"/>
              <a:gd name="csY22" fmla="*/ 97372 h 141753"/>
              <a:gd name="csX23" fmla="*/ 28361 w 170134"/>
              <a:gd name="csY23" fmla="*/ 78591 h 141753"/>
              <a:gd name="csX24" fmla="*/ 36136 w 170134"/>
              <a:gd name="csY24" fmla="*/ 59777 h 141753"/>
              <a:gd name="csX25" fmla="*/ 88844 w 170134"/>
              <a:gd name="csY25" fmla="*/ 7094 h 141753"/>
              <a:gd name="csX26" fmla="*/ 78602 w 170134"/>
              <a:gd name="csY26" fmla="*/ 7094 h 141753"/>
              <a:gd name="csX27" fmla="*/ 138234 w 170134"/>
              <a:gd name="csY27" fmla="*/ 21264 h 141753"/>
              <a:gd name="csX28" fmla="*/ 148867 w 170134"/>
              <a:gd name="csY28" fmla="*/ 31896 h 141753"/>
              <a:gd name="csX29" fmla="*/ 138234 w 170134"/>
              <a:gd name="csY29" fmla="*/ 42528 h 141753"/>
              <a:gd name="csX30" fmla="*/ 127601 w 170134"/>
              <a:gd name="csY30" fmla="*/ 31896 h 141753"/>
              <a:gd name="csX31" fmla="*/ 138234 w 170134"/>
              <a:gd name="csY31" fmla="*/ 21264 h 141753"/>
            </a:gdLst>
            <a:ahLst/>
            <a:cxnLst/>
            <a:rect l="l" t="t" r="r" b="b"/>
            <a:pathLst>
              <a:path w="100000" h="100000">
                <a:moveTo>
                  <a:pt x="67030" y="8341"/>
                </a:moveTo>
                <a:cubicBezTo>
                  <a:pt x="63970" y="8341"/>
                  <a:pt x="61090" y="9530"/>
                  <a:pt x="58920" y="11700"/>
                </a:cubicBezTo>
                <a:lnTo>
                  <a:pt x="24190" y="46425"/>
                </a:lnTo>
                <a:cubicBezTo>
                  <a:pt x="22030" y="48586"/>
                  <a:pt x="20830" y="51475"/>
                  <a:pt x="20830" y="54534"/>
                </a:cubicBezTo>
                <a:cubicBezTo>
                  <a:pt x="20830" y="57594"/>
                  <a:pt x="22030" y="60464"/>
                  <a:pt x="24190" y="62633"/>
                </a:cubicBezTo>
                <a:lnTo>
                  <a:pt x="45700" y="84140"/>
                </a:lnTo>
                <a:cubicBezTo>
                  <a:pt x="47870" y="86301"/>
                  <a:pt x="50750" y="87500"/>
                  <a:pt x="53810" y="87500"/>
                </a:cubicBezTo>
                <a:cubicBezTo>
                  <a:pt x="56870" y="87500"/>
                  <a:pt x="59750" y="86301"/>
                  <a:pt x="61910" y="84140"/>
                </a:cubicBezTo>
                <a:lnTo>
                  <a:pt x="96650" y="49415"/>
                </a:lnTo>
                <a:cubicBezTo>
                  <a:pt x="98810" y="47245"/>
                  <a:pt x="100000" y="44366"/>
                  <a:pt x="100000" y="41307"/>
                </a:cubicBezTo>
                <a:lnTo>
                  <a:pt x="100000" y="17709"/>
                </a:lnTo>
                <a:cubicBezTo>
                  <a:pt x="100000" y="12550"/>
                  <a:pt x="95800" y="8341"/>
                  <a:pt x="90620" y="8341"/>
                </a:cubicBezTo>
                <a:lnTo>
                  <a:pt x="67030" y="8341"/>
                </a:lnTo>
                <a:close/>
                <a:moveTo>
                  <a:pt x="46200" y="12510"/>
                </a:moveTo>
                <a:cubicBezTo>
                  <a:pt x="43140" y="12510"/>
                  <a:pt x="40250" y="13700"/>
                  <a:pt x="38090" y="15860"/>
                </a:cubicBezTo>
                <a:lnTo>
                  <a:pt x="3360" y="50595"/>
                </a:lnTo>
                <a:cubicBezTo>
                  <a:pt x="1190" y="52755"/>
                  <a:pt x="0" y="55635"/>
                  <a:pt x="0" y="58694"/>
                </a:cubicBezTo>
                <a:cubicBezTo>
                  <a:pt x="0" y="61753"/>
                  <a:pt x="1190" y="64633"/>
                  <a:pt x="3360" y="66793"/>
                </a:cubicBezTo>
                <a:lnTo>
                  <a:pt x="24870" y="88310"/>
                </a:lnTo>
                <a:cubicBezTo>
                  <a:pt x="27030" y="90470"/>
                  <a:pt x="29910" y="91659"/>
                  <a:pt x="32980" y="91659"/>
                </a:cubicBezTo>
                <a:cubicBezTo>
                  <a:pt x="36040" y="91659"/>
                  <a:pt x="38910" y="90470"/>
                  <a:pt x="41080" y="88310"/>
                </a:cubicBezTo>
                <a:lnTo>
                  <a:pt x="42530" y="86850"/>
                </a:lnTo>
                <a:lnTo>
                  <a:pt x="21240" y="65573"/>
                </a:lnTo>
                <a:cubicBezTo>
                  <a:pt x="18290" y="62623"/>
                  <a:pt x="16670" y="58704"/>
                  <a:pt x="16670" y="54534"/>
                </a:cubicBezTo>
                <a:cubicBezTo>
                  <a:pt x="16670" y="50355"/>
                  <a:pt x="18290" y="46425"/>
                  <a:pt x="21240" y="43476"/>
                </a:cubicBezTo>
                <a:lnTo>
                  <a:pt x="52220" y="12510"/>
                </a:lnTo>
                <a:lnTo>
                  <a:pt x="46200" y="12510"/>
                </a:lnTo>
                <a:close/>
                <a:moveTo>
                  <a:pt x="81250" y="20839"/>
                </a:moveTo>
                <a:cubicBezTo>
                  <a:pt x="84700" y="20839"/>
                  <a:pt x="87500" y="23639"/>
                  <a:pt x="87500" y="27088"/>
                </a:cubicBezTo>
                <a:cubicBezTo>
                  <a:pt x="87500" y="30538"/>
                  <a:pt x="84700" y="33338"/>
                  <a:pt x="81250" y="33338"/>
                </a:cubicBezTo>
                <a:cubicBezTo>
                  <a:pt x="77800" y="33338"/>
                  <a:pt x="75000" y="30538"/>
                  <a:pt x="75000" y="27088"/>
                </a:cubicBezTo>
                <a:cubicBezTo>
                  <a:pt x="75000" y="23639"/>
                  <a:pt x="77800" y="20839"/>
                  <a:pt x="81250" y="2083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5" name="Белый — SVG 24">
            <a:extLst>
              <a:ext uri="{FF2B5EF4-FFF2-40B4-BE49-F238E27FC236}">
                <a16:creationId xmlns:a16="http://schemas.microsoft.com/office/drawing/2014/main" id="{45844323-2727-E54A-840C-B66C1D821629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88351 w 125828"/>
              <a:gd name="csY0" fmla="*/ 7 h 139990"/>
              <a:gd name="csX1" fmla="*/ 85424 w 125828"/>
              <a:gd name="csY1" fmla="*/ 1078 h 139990"/>
              <a:gd name="csX2" fmla="*/ 50343 w 125828"/>
              <a:gd name="csY2" fmla="*/ 27377 h 139990"/>
              <a:gd name="csX3" fmla="*/ 71677 w 125828"/>
              <a:gd name="csY3" fmla="*/ 37210 h 139990"/>
              <a:gd name="csX4" fmla="*/ 97470 w 125828"/>
              <a:gd name="csY4" fmla="*/ 37210 h 139990"/>
              <a:gd name="csX5" fmla="*/ 109873 w 125828"/>
              <a:gd name="csY5" fmla="*/ 49628 h 139990"/>
              <a:gd name="csX6" fmla="*/ 106249 w 125828"/>
              <a:gd name="csY6" fmla="*/ 58406 h 139990"/>
              <a:gd name="csX7" fmla="*/ 97470 w 125828"/>
              <a:gd name="csY7" fmla="*/ 62029 h 139990"/>
              <a:gd name="csX8" fmla="*/ 80593 w 125828"/>
              <a:gd name="csY8" fmla="*/ 62029 h 139990"/>
              <a:gd name="csX9" fmla="*/ 90801 w 125828"/>
              <a:gd name="csY9" fmla="*/ 76693 h 139990"/>
              <a:gd name="csX10" fmla="*/ 123704 w 125828"/>
              <a:gd name="csY10" fmla="*/ 52112 h 139990"/>
              <a:gd name="csX11" fmla="*/ 125780 w 125828"/>
              <a:gd name="csY11" fmla="*/ 48607 h 139990"/>
              <a:gd name="csX12" fmla="*/ 124776 w 125828"/>
              <a:gd name="csY12" fmla="*/ 44661 h 139990"/>
              <a:gd name="csX13" fmla="*/ 92876 w 125828"/>
              <a:gd name="csY13" fmla="*/ 2133 h 139990"/>
              <a:gd name="csX14" fmla="*/ 88351 w 125828"/>
              <a:gd name="csY14" fmla="*/ 7 h 139990"/>
              <a:gd name="csX15" fmla="*/ 14172 w 125828"/>
              <a:gd name="csY15" fmla="*/ 5314 h 139990"/>
              <a:gd name="csX16" fmla="*/ 4151 w 125828"/>
              <a:gd name="csY16" fmla="*/ 9482 h 139990"/>
              <a:gd name="csX17" fmla="*/ 0 w 125828"/>
              <a:gd name="csY17" fmla="*/ 19501 h 139990"/>
              <a:gd name="csX18" fmla="*/ 4151 w 125828"/>
              <a:gd name="csY18" fmla="*/ 29521 h 139990"/>
              <a:gd name="csX19" fmla="*/ 14172 w 125828"/>
              <a:gd name="csY19" fmla="*/ 33672 h 139990"/>
              <a:gd name="csX20" fmla="*/ 24210 w 125828"/>
              <a:gd name="csY20" fmla="*/ 29521 h 139990"/>
              <a:gd name="csX21" fmla="*/ 28361 w 125828"/>
              <a:gd name="csY21" fmla="*/ 19501 h 139990"/>
              <a:gd name="csX22" fmla="*/ 24210 w 125828"/>
              <a:gd name="csY22" fmla="*/ 9482 h 139990"/>
              <a:gd name="csX23" fmla="*/ 14172 w 125828"/>
              <a:gd name="csY23" fmla="*/ 5314 h 139990"/>
              <a:gd name="csX24" fmla="*/ 37209 w 125828"/>
              <a:gd name="csY24" fmla="*/ 30133 h 139990"/>
              <a:gd name="csX25" fmla="*/ 24806 w 125828"/>
              <a:gd name="csY25" fmla="*/ 42534 h 139990"/>
              <a:gd name="csX26" fmla="*/ 26694 w 125828"/>
              <a:gd name="csY26" fmla="*/ 49032 h 139990"/>
              <a:gd name="csX27" fmla="*/ 26575 w 125828"/>
              <a:gd name="csY27" fmla="*/ 49118 h 139990"/>
              <a:gd name="csX28" fmla="*/ 27562 w 125828"/>
              <a:gd name="csY28" fmla="*/ 50223 h 139990"/>
              <a:gd name="csX29" fmla="*/ 28668 w 125828"/>
              <a:gd name="csY29" fmla="*/ 51482 h 139990"/>
              <a:gd name="csX30" fmla="*/ 54936 w 125828"/>
              <a:gd name="csY30" fmla="*/ 81269 h 139990"/>
              <a:gd name="csX31" fmla="*/ 54936 w 125828"/>
              <a:gd name="csY31" fmla="*/ 106326 h 139990"/>
              <a:gd name="csX32" fmla="*/ 43707 w 125828"/>
              <a:gd name="csY32" fmla="*/ 131128 h 139990"/>
              <a:gd name="csX33" fmla="*/ 43946 w 125828"/>
              <a:gd name="csY33" fmla="*/ 130788 h 139990"/>
              <a:gd name="csX34" fmla="*/ 43231 w 125828"/>
              <a:gd name="csY34" fmla="*/ 132047 h 139990"/>
              <a:gd name="csX35" fmla="*/ 45222 w 125828"/>
              <a:gd name="csY35" fmla="*/ 139293 h 139990"/>
              <a:gd name="csX36" fmla="*/ 47842 w 125828"/>
              <a:gd name="csY36" fmla="*/ 139991 h 139990"/>
              <a:gd name="csX37" fmla="*/ 52470 w 125828"/>
              <a:gd name="csY37" fmla="*/ 137320 h 139990"/>
              <a:gd name="csX38" fmla="*/ 66658 w 125828"/>
              <a:gd name="csY38" fmla="*/ 112501 h 139990"/>
              <a:gd name="csX39" fmla="*/ 67305 w 125828"/>
              <a:gd name="csY39" fmla="*/ 110528 h 139990"/>
              <a:gd name="csX40" fmla="*/ 70317 w 125828"/>
              <a:gd name="csY40" fmla="*/ 86440 h 139990"/>
              <a:gd name="csX41" fmla="*/ 86071 w 125828"/>
              <a:gd name="csY41" fmla="*/ 104557 h 139990"/>
              <a:gd name="csX42" fmla="*/ 85067 w 125828"/>
              <a:gd name="csY42" fmla="*/ 130414 h 139990"/>
              <a:gd name="csX43" fmla="*/ 85169 w 125828"/>
              <a:gd name="csY43" fmla="*/ 130056 h 139990"/>
              <a:gd name="csX44" fmla="*/ 85101 w 125828"/>
              <a:gd name="csY44" fmla="*/ 130465 h 139990"/>
              <a:gd name="csX45" fmla="*/ 89729 w 125828"/>
              <a:gd name="csY45" fmla="*/ 136402 h 139990"/>
              <a:gd name="csX46" fmla="*/ 90392 w 125828"/>
              <a:gd name="csY46" fmla="*/ 136453 h 139990"/>
              <a:gd name="csX47" fmla="*/ 95666 w 125828"/>
              <a:gd name="csY47" fmla="*/ 131792 h 139990"/>
              <a:gd name="csX48" fmla="*/ 99205 w 125828"/>
              <a:gd name="csY48" fmla="*/ 103451 h 139990"/>
              <a:gd name="csX49" fmla="*/ 98304 w 125828"/>
              <a:gd name="csY49" fmla="*/ 99760 h 139990"/>
              <a:gd name="csX50" fmla="*/ 75761 w 125828"/>
              <a:gd name="csY50" fmla="*/ 67234 h 139990"/>
              <a:gd name="csX51" fmla="*/ 75335 w 125828"/>
              <a:gd name="csY51" fmla="*/ 66741 h 139990"/>
              <a:gd name="csX52" fmla="*/ 75421 w 125828"/>
              <a:gd name="csY52" fmla="*/ 66673 h 139990"/>
              <a:gd name="csX53" fmla="*/ 71252 w 125828"/>
              <a:gd name="csY53" fmla="*/ 61995 h 139990"/>
              <a:gd name="csX54" fmla="*/ 71184 w 125828"/>
              <a:gd name="csY54" fmla="*/ 61978 h 139990"/>
              <a:gd name="csX55" fmla="*/ 70895 w 125828"/>
              <a:gd name="csY55" fmla="*/ 62029 h 139990"/>
              <a:gd name="csX56" fmla="*/ 69500 w 125828"/>
              <a:gd name="csY56" fmla="*/ 61740 h 139990"/>
              <a:gd name="csX57" fmla="*/ 51772 w 125828"/>
              <a:gd name="csY57" fmla="*/ 54136 h 139990"/>
              <a:gd name="csX58" fmla="*/ 49917 w 125828"/>
              <a:gd name="csY58" fmla="*/ 49492 h 139990"/>
              <a:gd name="csX59" fmla="*/ 53405 w 125828"/>
              <a:gd name="csY59" fmla="*/ 47382 h 139990"/>
              <a:gd name="csX60" fmla="*/ 70623 w 125828"/>
              <a:gd name="csY60" fmla="*/ 54544 h 139990"/>
              <a:gd name="csX61" fmla="*/ 72664 w 125828"/>
              <a:gd name="csY61" fmla="*/ 54935 h 139990"/>
              <a:gd name="csX62" fmla="*/ 75080 w 125828"/>
              <a:gd name="csY62" fmla="*/ 54935 h 139990"/>
              <a:gd name="csX63" fmla="*/ 93931 w 125828"/>
              <a:gd name="csY63" fmla="*/ 54935 h 139990"/>
              <a:gd name="csX64" fmla="*/ 97470 w 125828"/>
              <a:gd name="csY64" fmla="*/ 54935 h 139990"/>
              <a:gd name="csX65" fmla="*/ 101230 w 125828"/>
              <a:gd name="csY65" fmla="*/ 53387 h 139990"/>
              <a:gd name="csX66" fmla="*/ 102795 w 125828"/>
              <a:gd name="csY66" fmla="*/ 49628 h 139990"/>
              <a:gd name="csX67" fmla="*/ 97470 w 125828"/>
              <a:gd name="csY67" fmla="*/ 44304 h 139990"/>
              <a:gd name="csX68" fmla="*/ 93931 w 125828"/>
              <a:gd name="csY68" fmla="*/ 44304 h 139990"/>
              <a:gd name="csX69" fmla="*/ 73719 w 125828"/>
              <a:gd name="csY69" fmla="*/ 44304 h 139990"/>
              <a:gd name="csX70" fmla="*/ 43707 w 125828"/>
              <a:gd name="csY70" fmla="*/ 31851 h 139990"/>
              <a:gd name="csX71" fmla="*/ 42346 w 125828"/>
              <a:gd name="csY71" fmla="*/ 31494 h 139990"/>
              <a:gd name="csX72" fmla="*/ 40611 w 125828"/>
              <a:gd name="csY72" fmla="*/ 30712 h 139990"/>
              <a:gd name="csX73" fmla="*/ 40509 w 125828"/>
              <a:gd name="csY73" fmla="*/ 30627 h 139990"/>
              <a:gd name="csX74" fmla="*/ 37209 w 125828"/>
              <a:gd name="csY74" fmla="*/ 30133 h 139990"/>
            </a:gdLst>
            <a:ahLst/>
            <a:cxnLst/>
            <a:rect l="l" t="t" r="r" b="b"/>
            <a:pathLst>
              <a:path w="100000" h="100000">
                <a:moveTo>
                  <a:pt x="68171" y="5"/>
                </a:moveTo>
                <a:cubicBezTo>
                  <a:pt x="67441" y="41"/>
                  <a:pt x="66712" y="296"/>
                  <a:pt x="66080" y="770"/>
                </a:cubicBezTo>
                <a:lnTo>
                  <a:pt x="41020" y="19556"/>
                </a:lnTo>
                <a:lnTo>
                  <a:pt x="56260" y="26580"/>
                </a:lnTo>
                <a:lnTo>
                  <a:pt x="74685" y="26580"/>
                </a:lnTo>
                <a:cubicBezTo>
                  <a:pt x="79570" y="26580"/>
                  <a:pt x="83545" y="30566"/>
                  <a:pt x="83545" y="35451"/>
                </a:cubicBezTo>
                <a:cubicBezTo>
                  <a:pt x="83545" y="37821"/>
                  <a:pt x="82633" y="40044"/>
                  <a:pt x="80956" y="41722"/>
                </a:cubicBezTo>
                <a:cubicBezTo>
                  <a:pt x="79279" y="43386"/>
                  <a:pt x="77054" y="44310"/>
                  <a:pt x="74685" y="44310"/>
                </a:cubicBezTo>
                <a:lnTo>
                  <a:pt x="62629" y="44310"/>
                </a:lnTo>
                <a:cubicBezTo>
                  <a:pt x="65180" y="47712"/>
                  <a:pt x="67623" y="51199"/>
                  <a:pt x="69921" y="54785"/>
                </a:cubicBezTo>
                <a:lnTo>
                  <a:pt x="93425" y="37226"/>
                </a:lnTo>
                <a:cubicBezTo>
                  <a:pt x="94227" y="36618"/>
                  <a:pt x="94762" y="35718"/>
                  <a:pt x="94907" y="34722"/>
                </a:cubicBezTo>
                <a:cubicBezTo>
                  <a:pt x="95041" y="33725"/>
                  <a:pt x="94786" y="32704"/>
                  <a:pt x="94190" y="31903"/>
                </a:cubicBezTo>
                <a:lnTo>
                  <a:pt x="71403" y="1524"/>
                </a:lnTo>
                <a:cubicBezTo>
                  <a:pt x="70613" y="479"/>
                  <a:pt x="69386" y="-56"/>
                  <a:pt x="68171" y="5"/>
                </a:cubicBezTo>
                <a:close/>
                <a:moveTo>
                  <a:pt x="15182" y="3796"/>
                </a:moveTo>
                <a:cubicBezTo>
                  <a:pt x="12496" y="3796"/>
                  <a:pt x="9919" y="4865"/>
                  <a:pt x="8023" y="6773"/>
                </a:cubicBezTo>
                <a:cubicBezTo>
                  <a:pt x="6128" y="8668"/>
                  <a:pt x="5058" y="11245"/>
                  <a:pt x="5058" y="13930"/>
                </a:cubicBezTo>
                <a:cubicBezTo>
                  <a:pt x="5058" y="16616"/>
                  <a:pt x="6128" y="19192"/>
                  <a:pt x="8023" y="21088"/>
                </a:cubicBezTo>
                <a:cubicBezTo>
                  <a:pt x="9919" y="22984"/>
                  <a:pt x="12496" y="24053"/>
                  <a:pt x="15182" y="24053"/>
                </a:cubicBezTo>
                <a:cubicBezTo>
                  <a:pt x="17868" y="24053"/>
                  <a:pt x="20444" y="22984"/>
                  <a:pt x="22352" y="21088"/>
                </a:cubicBezTo>
                <a:cubicBezTo>
                  <a:pt x="24248" y="19192"/>
                  <a:pt x="25318" y="16616"/>
                  <a:pt x="25318" y="13930"/>
                </a:cubicBezTo>
                <a:cubicBezTo>
                  <a:pt x="25318" y="11245"/>
                  <a:pt x="24248" y="8668"/>
                  <a:pt x="22352" y="6773"/>
                </a:cubicBezTo>
                <a:cubicBezTo>
                  <a:pt x="20444" y="4865"/>
                  <a:pt x="17868" y="3796"/>
                  <a:pt x="15182" y="3796"/>
                </a:cubicBezTo>
                <a:close/>
                <a:moveTo>
                  <a:pt x="31638" y="21525"/>
                </a:moveTo>
                <a:cubicBezTo>
                  <a:pt x="26752" y="21525"/>
                  <a:pt x="22778" y="25487"/>
                  <a:pt x="22778" y="30384"/>
                </a:cubicBezTo>
                <a:cubicBezTo>
                  <a:pt x="22778" y="32097"/>
                  <a:pt x="23288" y="33677"/>
                  <a:pt x="24127" y="35025"/>
                </a:cubicBezTo>
                <a:lnTo>
                  <a:pt x="24042" y="35087"/>
                </a:lnTo>
                <a:lnTo>
                  <a:pt x="24747" y="35876"/>
                </a:lnTo>
                <a:cubicBezTo>
                  <a:pt x="24990" y="36193"/>
                  <a:pt x="25257" y="36496"/>
                  <a:pt x="25537" y="36775"/>
                </a:cubicBezTo>
                <a:lnTo>
                  <a:pt x="44301" y="58053"/>
                </a:lnTo>
                <a:lnTo>
                  <a:pt x="44301" y="75953"/>
                </a:lnTo>
                <a:lnTo>
                  <a:pt x="36280" y="93670"/>
                </a:lnTo>
                <a:lnTo>
                  <a:pt x="36450" y="93427"/>
                </a:lnTo>
                <a:lnTo>
                  <a:pt x="35940" y="94326"/>
                </a:lnTo>
                <a:cubicBezTo>
                  <a:pt x="34895" y="96136"/>
                  <a:pt x="35539" y="98458"/>
                  <a:pt x="37362" y="99502"/>
                </a:cubicBezTo>
                <a:cubicBezTo>
                  <a:pt x="37957" y="99843"/>
                  <a:pt x="38601" y="100001"/>
                  <a:pt x="39234" y="100001"/>
                </a:cubicBezTo>
                <a:cubicBezTo>
                  <a:pt x="40558" y="100001"/>
                  <a:pt x="41834" y="99320"/>
                  <a:pt x="42539" y="98093"/>
                </a:cubicBezTo>
                <a:lnTo>
                  <a:pt x="52674" y="80364"/>
                </a:lnTo>
                <a:cubicBezTo>
                  <a:pt x="52918" y="79939"/>
                  <a:pt x="53076" y="79452"/>
                  <a:pt x="53137" y="78954"/>
                </a:cubicBezTo>
                <a:lnTo>
                  <a:pt x="55288" y="61747"/>
                </a:lnTo>
                <a:lnTo>
                  <a:pt x="66542" y="74689"/>
                </a:lnTo>
                <a:lnTo>
                  <a:pt x="65825" y="93160"/>
                </a:lnTo>
                <a:lnTo>
                  <a:pt x="65898" y="92904"/>
                </a:lnTo>
                <a:lnTo>
                  <a:pt x="65849" y="93196"/>
                </a:lnTo>
                <a:cubicBezTo>
                  <a:pt x="65594" y="95274"/>
                  <a:pt x="67076" y="97181"/>
                  <a:pt x="69155" y="97437"/>
                </a:cubicBezTo>
                <a:cubicBezTo>
                  <a:pt x="69313" y="97461"/>
                  <a:pt x="69471" y="97473"/>
                  <a:pt x="69629" y="97473"/>
                </a:cubicBezTo>
                <a:cubicBezTo>
                  <a:pt x="71512" y="97473"/>
                  <a:pt x="73153" y="96063"/>
                  <a:pt x="73396" y="94144"/>
                </a:cubicBezTo>
                <a:lnTo>
                  <a:pt x="75924" y="73899"/>
                </a:lnTo>
                <a:cubicBezTo>
                  <a:pt x="76033" y="72963"/>
                  <a:pt x="75815" y="72027"/>
                  <a:pt x="75280" y="71262"/>
                </a:cubicBezTo>
                <a:lnTo>
                  <a:pt x="59177" y="48028"/>
                </a:lnTo>
                <a:cubicBezTo>
                  <a:pt x="59080" y="47906"/>
                  <a:pt x="58983" y="47797"/>
                  <a:pt x="58873" y="47676"/>
                </a:cubicBezTo>
                <a:lnTo>
                  <a:pt x="58934" y="47627"/>
                </a:lnTo>
                <a:lnTo>
                  <a:pt x="55956" y="44285"/>
                </a:lnTo>
                <a:cubicBezTo>
                  <a:pt x="55944" y="44285"/>
                  <a:pt x="55920" y="44273"/>
                  <a:pt x="55908" y="44273"/>
                </a:cubicBezTo>
                <a:cubicBezTo>
                  <a:pt x="55835" y="44285"/>
                  <a:pt x="55762" y="44310"/>
                  <a:pt x="55701" y="44310"/>
                </a:cubicBezTo>
                <a:cubicBezTo>
                  <a:pt x="55360" y="44310"/>
                  <a:pt x="55033" y="44249"/>
                  <a:pt x="54705" y="44103"/>
                </a:cubicBezTo>
                <a:lnTo>
                  <a:pt x="42041" y="38671"/>
                </a:lnTo>
                <a:cubicBezTo>
                  <a:pt x="40753" y="38124"/>
                  <a:pt x="40157" y="36642"/>
                  <a:pt x="40716" y="35354"/>
                </a:cubicBezTo>
                <a:cubicBezTo>
                  <a:pt x="41142" y="34345"/>
                  <a:pt x="42162" y="33774"/>
                  <a:pt x="43207" y="33847"/>
                </a:cubicBezTo>
                <a:lnTo>
                  <a:pt x="55507" y="38963"/>
                </a:lnTo>
                <a:cubicBezTo>
                  <a:pt x="55968" y="39145"/>
                  <a:pt x="56467" y="39242"/>
                  <a:pt x="56965" y="39242"/>
                </a:cubicBezTo>
                <a:lnTo>
                  <a:pt x="58691" y="39242"/>
                </a:lnTo>
                <a:lnTo>
                  <a:pt x="72157" y="39242"/>
                </a:lnTo>
                <a:lnTo>
                  <a:pt x="74685" y="39242"/>
                </a:lnTo>
                <a:cubicBezTo>
                  <a:pt x="75705" y="39242"/>
                  <a:pt x="76653" y="38853"/>
                  <a:pt x="77371" y="38136"/>
                </a:cubicBezTo>
                <a:cubicBezTo>
                  <a:pt x="78088" y="37420"/>
                  <a:pt x="78488" y="36460"/>
                  <a:pt x="78488" y="35451"/>
                </a:cubicBezTo>
                <a:cubicBezTo>
                  <a:pt x="78488" y="33349"/>
                  <a:pt x="76775" y="31648"/>
                  <a:pt x="74685" y="31648"/>
                </a:cubicBezTo>
                <a:lnTo>
                  <a:pt x="72157" y="31648"/>
                </a:lnTo>
                <a:lnTo>
                  <a:pt x="57718" y="31648"/>
                </a:lnTo>
                <a:lnTo>
                  <a:pt x="36280" y="22752"/>
                </a:lnTo>
                <a:cubicBezTo>
                  <a:pt x="35952" y="22619"/>
                  <a:pt x="35624" y="22546"/>
                  <a:pt x="35308" y="22497"/>
                </a:cubicBezTo>
                <a:lnTo>
                  <a:pt x="34068" y="21939"/>
                </a:lnTo>
                <a:cubicBezTo>
                  <a:pt x="34044" y="21914"/>
                  <a:pt x="34032" y="21890"/>
                  <a:pt x="33995" y="21878"/>
                </a:cubicBezTo>
                <a:cubicBezTo>
                  <a:pt x="33242" y="21671"/>
                  <a:pt x="32464" y="21525"/>
                  <a:pt x="31638" y="2152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6" name="Белый — SVG 25">
            <a:extLst>
              <a:ext uri="{FF2B5EF4-FFF2-40B4-BE49-F238E27FC236}">
                <a16:creationId xmlns:a16="http://schemas.microsoft.com/office/drawing/2014/main" id="{73B31F87-D2C5-2A4F-8C63-3DB64FEF7FC1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130042 w 139265"/>
              <a:gd name="csY0" fmla="*/ 6715 h 147379"/>
              <a:gd name="csX1" fmla="*/ 93608 w 139265"/>
              <a:gd name="csY1" fmla="*/ 7497 h 147379"/>
              <a:gd name="csX2" fmla="*/ 83000 w 139265"/>
              <a:gd name="csY2" fmla="*/ 17704 h 147379"/>
              <a:gd name="csX3" fmla="*/ 70885 w 139265"/>
              <a:gd name="csY3" fmla="*/ 26737 h 147379"/>
              <a:gd name="csX4" fmla="*/ 70885 w 139265"/>
              <a:gd name="csY4" fmla="*/ 43765 h 147379"/>
              <a:gd name="csX5" fmla="*/ 65568 w 139265"/>
              <a:gd name="csY5" fmla="*/ 49072 h 147379"/>
              <a:gd name="csX6" fmla="*/ 60251 w 139265"/>
              <a:gd name="csY6" fmla="*/ 43765 h 147379"/>
              <a:gd name="csX7" fmla="*/ 60251 w 139265"/>
              <a:gd name="csY7" fmla="*/ 31619 h 147379"/>
              <a:gd name="csX8" fmla="*/ 49618 w 139265"/>
              <a:gd name="csY8" fmla="*/ 34273 h 147379"/>
              <a:gd name="csX9" fmla="*/ 49618 w 139265"/>
              <a:gd name="csY9" fmla="*/ 47303 h 147379"/>
              <a:gd name="csX10" fmla="*/ 44301 w 139265"/>
              <a:gd name="csY10" fmla="*/ 52628 h 147379"/>
              <a:gd name="csX11" fmla="*/ 38985 w 139265"/>
              <a:gd name="csY11" fmla="*/ 47303 h 147379"/>
              <a:gd name="csX12" fmla="*/ 38985 w 139265"/>
              <a:gd name="csY12" fmla="*/ 35259 h 147379"/>
              <a:gd name="csX13" fmla="*/ 19115 w 139265"/>
              <a:gd name="csY13" fmla="*/ 36688 h 147379"/>
              <a:gd name="csX14" fmla="*/ 14174 w 139265"/>
              <a:gd name="csY14" fmla="*/ 41996 h 147379"/>
              <a:gd name="csX15" fmla="*/ 14174 w 139265"/>
              <a:gd name="csY15" fmla="*/ 54397 h 147379"/>
              <a:gd name="csX16" fmla="*/ 16758 w 139265"/>
              <a:gd name="csY16" fmla="*/ 58956 h 147379"/>
              <a:gd name="csX17" fmla="*/ 21035 w 139265"/>
              <a:gd name="csY17" fmla="*/ 65999 h 147379"/>
              <a:gd name="csX18" fmla="*/ 17636 w 139265"/>
              <a:gd name="csY18" fmla="*/ 73517 h 147379"/>
              <a:gd name="csX19" fmla="*/ 2052 w 139265"/>
              <a:gd name="csY19" fmla="*/ 85629 h 147379"/>
              <a:gd name="csX20" fmla="*/ 492 w 139265"/>
              <a:gd name="csY20" fmla="*/ 92060 h 147379"/>
              <a:gd name="csX21" fmla="*/ 13483 w 139265"/>
              <a:gd name="csY21" fmla="*/ 120145 h 147379"/>
              <a:gd name="csX22" fmla="*/ 30366 w 139265"/>
              <a:gd name="csY22" fmla="*/ 143603 h 147379"/>
              <a:gd name="csX23" fmla="*/ 41746 w 139265"/>
              <a:gd name="csY23" fmla="*/ 147380 h 147379"/>
              <a:gd name="csX24" fmla="*/ 44298 w 139265"/>
              <a:gd name="csY24" fmla="*/ 147227 h 147379"/>
              <a:gd name="csX25" fmla="*/ 58873 w 139265"/>
              <a:gd name="csY25" fmla="*/ 139487 h 147379"/>
              <a:gd name="csX26" fmla="*/ 80405 w 139265"/>
              <a:gd name="csY26" fmla="*/ 110006 h 147379"/>
              <a:gd name="csX27" fmla="*/ 86183 w 139265"/>
              <a:gd name="csY27" fmla="*/ 99255 h 147379"/>
              <a:gd name="csX28" fmla="*/ 86590 w 139265"/>
              <a:gd name="csY28" fmla="*/ 98949 h 147379"/>
              <a:gd name="csX29" fmla="*/ 121460 w 139265"/>
              <a:gd name="csY29" fmla="*/ 62613 h 147379"/>
              <a:gd name="csX30" fmla="*/ 135624 w 139265"/>
              <a:gd name="csY30" fmla="*/ 40618 h 147379"/>
              <a:gd name="csX31" fmla="*/ 130042 w 139265"/>
              <a:gd name="csY31" fmla="*/ 6715 h 147379"/>
              <a:gd name="csX32" fmla="*/ 126554 w 139265"/>
              <a:gd name="csY32" fmla="*/ 35072 h 147379"/>
              <a:gd name="csX33" fmla="*/ 112518 w 139265"/>
              <a:gd name="csY33" fmla="*/ 56847 h 147379"/>
              <a:gd name="csX34" fmla="*/ 79839 w 139265"/>
              <a:gd name="csY34" fmla="*/ 90733 h 147379"/>
              <a:gd name="csX35" fmla="*/ 69959 w 139265"/>
              <a:gd name="csY35" fmla="*/ 107999 h 147379"/>
              <a:gd name="csX36" fmla="*/ 51253 w 139265"/>
              <a:gd name="csY36" fmla="*/ 132070 h 147379"/>
              <a:gd name="csX37" fmla="*/ 50753 w 139265"/>
              <a:gd name="csY37" fmla="*/ 132614 h 147379"/>
              <a:gd name="csX38" fmla="*/ 43051 w 139265"/>
              <a:gd name="csY38" fmla="*/ 136680 h 147379"/>
              <a:gd name="csX39" fmla="*/ 36975 w 139265"/>
              <a:gd name="csY39" fmla="*/ 135285 h 147379"/>
              <a:gd name="csX40" fmla="*/ 31691 w 139265"/>
              <a:gd name="csY40" fmla="*/ 130317 h 147379"/>
              <a:gd name="csX41" fmla="*/ 34012 w 139265"/>
              <a:gd name="csY41" fmla="*/ 128889 h 147379"/>
              <a:gd name="csX42" fmla="*/ 128461 w 139265"/>
              <a:gd name="csY42" fmla="*/ 24730 h 147379"/>
              <a:gd name="csX43" fmla="*/ 126554 w 139265"/>
              <a:gd name="csY43" fmla="*/ 35072 h 147379"/>
            </a:gdLst>
            <a:ahLst/>
            <a:cxnLst/>
            <a:rect l="l" t="t" r="r" b="b"/>
            <a:pathLst>
              <a:path w="100000" h="100000">
                <a:moveTo>
                  <a:pt x="90989" y="4556"/>
                </a:moveTo>
                <a:cubicBezTo>
                  <a:pt x="83818" y="-1711"/>
                  <a:pt x="73194" y="-1492"/>
                  <a:pt x="66268" y="5087"/>
                </a:cubicBezTo>
                <a:lnTo>
                  <a:pt x="59070" y="12013"/>
                </a:lnTo>
                <a:cubicBezTo>
                  <a:pt x="56583" y="14402"/>
                  <a:pt x="53811" y="16445"/>
                  <a:pt x="50850" y="18142"/>
                </a:cubicBezTo>
                <a:lnTo>
                  <a:pt x="50850" y="29696"/>
                </a:lnTo>
                <a:cubicBezTo>
                  <a:pt x="50850" y="31681"/>
                  <a:pt x="49234" y="33296"/>
                  <a:pt x="47242" y="33296"/>
                </a:cubicBezTo>
                <a:cubicBezTo>
                  <a:pt x="45251" y="33296"/>
                  <a:pt x="43634" y="31681"/>
                  <a:pt x="43634" y="29696"/>
                </a:cubicBezTo>
                <a:lnTo>
                  <a:pt x="43634" y="21454"/>
                </a:lnTo>
                <a:cubicBezTo>
                  <a:pt x="41295" y="22274"/>
                  <a:pt x="38879" y="22874"/>
                  <a:pt x="36420" y="23255"/>
                </a:cubicBezTo>
                <a:lnTo>
                  <a:pt x="36420" y="32096"/>
                </a:lnTo>
                <a:cubicBezTo>
                  <a:pt x="36420" y="34093"/>
                  <a:pt x="34803" y="35709"/>
                  <a:pt x="32812" y="35709"/>
                </a:cubicBezTo>
                <a:cubicBezTo>
                  <a:pt x="30821" y="35709"/>
                  <a:pt x="29205" y="34093"/>
                  <a:pt x="29205" y="32096"/>
                </a:cubicBezTo>
                <a:lnTo>
                  <a:pt x="29205" y="23924"/>
                </a:lnTo>
                <a:lnTo>
                  <a:pt x="15723" y="24894"/>
                </a:lnTo>
                <a:cubicBezTo>
                  <a:pt x="13832" y="25032"/>
                  <a:pt x="12370" y="26602"/>
                  <a:pt x="12370" y="28495"/>
                </a:cubicBezTo>
                <a:lnTo>
                  <a:pt x="12370" y="36910"/>
                </a:lnTo>
                <a:cubicBezTo>
                  <a:pt x="12370" y="38168"/>
                  <a:pt x="13034" y="39345"/>
                  <a:pt x="14123" y="40003"/>
                </a:cubicBezTo>
                <a:cubicBezTo>
                  <a:pt x="15845" y="41030"/>
                  <a:pt x="16903" y="42773"/>
                  <a:pt x="17025" y="44782"/>
                </a:cubicBezTo>
                <a:cubicBezTo>
                  <a:pt x="17146" y="46790"/>
                  <a:pt x="16304" y="48648"/>
                  <a:pt x="14719" y="49883"/>
                </a:cubicBezTo>
                <a:lnTo>
                  <a:pt x="4145" y="58101"/>
                </a:lnTo>
                <a:cubicBezTo>
                  <a:pt x="2820" y="59140"/>
                  <a:pt x="2382" y="60941"/>
                  <a:pt x="3087" y="62465"/>
                </a:cubicBezTo>
                <a:lnTo>
                  <a:pt x="11901" y="81521"/>
                </a:lnTo>
                <a:cubicBezTo>
                  <a:pt x="15131" y="88447"/>
                  <a:pt x="17257" y="92590"/>
                  <a:pt x="23357" y="97438"/>
                </a:cubicBezTo>
                <a:cubicBezTo>
                  <a:pt x="25470" y="99112"/>
                  <a:pt x="28163" y="100001"/>
                  <a:pt x="31078" y="100001"/>
                </a:cubicBezTo>
                <a:cubicBezTo>
                  <a:pt x="31646" y="100001"/>
                  <a:pt x="32228" y="99966"/>
                  <a:pt x="32810" y="99897"/>
                </a:cubicBezTo>
                <a:cubicBezTo>
                  <a:pt x="36692" y="99446"/>
                  <a:pt x="40369" y="97484"/>
                  <a:pt x="42699" y="94645"/>
                </a:cubicBezTo>
                <a:cubicBezTo>
                  <a:pt x="45272" y="92163"/>
                  <a:pt x="55984" y="81487"/>
                  <a:pt x="57309" y="74642"/>
                </a:cubicBezTo>
                <a:cubicBezTo>
                  <a:pt x="57940" y="71387"/>
                  <a:pt x="59836" y="68328"/>
                  <a:pt x="61230" y="67347"/>
                </a:cubicBezTo>
                <a:cubicBezTo>
                  <a:pt x="61326" y="67289"/>
                  <a:pt x="61417" y="67208"/>
                  <a:pt x="61506" y="67139"/>
                </a:cubicBezTo>
                <a:cubicBezTo>
                  <a:pt x="62214" y="66527"/>
                  <a:pt x="78914" y="52180"/>
                  <a:pt x="85166" y="42484"/>
                </a:cubicBezTo>
                <a:lnTo>
                  <a:pt x="94777" y="27560"/>
                </a:lnTo>
                <a:cubicBezTo>
                  <a:pt x="99172" y="20000"/>
                  <a:pt x="97578" y="10327"/>
                  <a:pt x="90989" y="4556"/>
                </a:cubicBezTo>
                <a:close/>
                <a:moveTo>
                  <a:pt x="88623" y="23797"/>
                </a:moveTo>
                <a:lnTo>
                  <a:pt x="79099" y="38572"/>
                </a:lnTo>
                <a:cubicBezTo>
                  <a:pt x="73669" y="46998"/>
                  <a:pt x="58407" y="60283"/>
                  <a:pt x="56925" y="61564"/>
                </a:cubicBezTo>
                <a:cubicBezTo>
                  <a:pt x="53360" y="64161"/>
                  <a:pt x="50994" y="69298"/>
                  <a:pt x="50222" y="73280"/>
                </a:cubicBezTo>
                <a:cubicBezTo>
                  <a:pt x="49542" y="76788"/>
                  <a:pt x="42389" y="84949"/>
                  <a:pt x="37529" y="89612"/>
                </a:cubicBezTo>
                <a:cubicBezTo>
                  <a:pt x="37408" y="89728"/>
                  <a:pt x="37292" y="89855"/>
                  <a:pt x="37190" y="89982"/>
                </a:cubicBezTo>
                <a:cubicBezTo>
                  <a:pt x="36044" y="91436"/>
                  <a:pt x="34044" y="92498"/>
                  <a:pt x="31964" y="92740"/>
                </a:cubicBezTo>
                <a:cubicBezTo>
                  <a:pt x="30326" y="92925"/>
                  <a:pt x="28851" y="92602"/>
                  <a:pt x="27841" y="91794"/>
                </a:cubicBezTo>
                <a:cubicBezTo>
                  <a:pt x="26383" y="90640"/>
                  <a:pt x="25244" y="89555"/>
                  <a:pt x="24256" y="88423"/>
                </a:cubicBezTo>
                <a:cubicBezTo>
                  <a:pt x="24837" y="88250"/>
                  <a:pt x="25386" y="87939"/>
                  <a:pt x="25831" y="87454"/>
                </a:cubicBezTo>
                <a:cubicBezTo>
                  <a:pt x="51138" y="60283"/>
                  <a:pt x="80739" y="28149"/>
                  <a:pt x="89916" y="16780"/>
                </a:cubicBezTo>
                <a:cubicBezTo>
                  <a:pt x="90272" y="19169"/>
                  <a:pt x="89870" y="21650"/>
                  <a:pt x="88623" y="2379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7" name="Белый — SVG 26">
            <a:extLst>
              <a:ext uri="{FF2B5EF4-FFF2-40B4-BE49-F238E27FC236}">
                <a16:creationId xmlns:a16="http://schemas.microsoft.com/office/drawing/2014/main" id="{AA859C1D-D2EE-564C-9AB7-5C3C8EE6655D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149126 w 163039"/>
              <a:gd name="csY0" fmla="*/ 46066 h 116951"/>
              <a:gd name="csX1" fmla="*/ 134459 w 163039"/>
              <a:gd name="csY1" fmla="*/ 11329 h 116951"/>
              <a:gd name="csX2" fmla="*/ 116755 w 163039"/>
              <a:gd name="csY2" fmla="*/ 0 h 116951"/>
              <a:gd name="csX3" fmla="*/ 109878 w 163039"/>
              <a:gd name="csY3" fmla="*/ 0 h 116951"/>
              <a:gd name="csX4" fmla="*/ 109878 w 163039"/>
              <a:gd name="csY4" fmla="*/ 19495 h 116951"/>
              <a:gd name="csX5" fmla="*/ 104561 w 163039"/>
              <a:gd name="csY5" fmla="*/ 24802 h 116951"/>
              <a:gd name="csX6" fmla="*/ 99244 w 163039"/>
              <a:gd name="csY6" fmla="*/ 19495 h 116951"/>
              <a:gd name="csX7" fmla="*/ 99244 w 163039"/>
              <a:gd name="csY7" fmla="*/ 0 h 116951"/>
              <a:gd name="csX8" fmla="*/ 86840 w 163039"/>
              <a:gd name="csY8" fmla="*/ 0 h 116951"/>
              <a:gd name="csX9" fmla="*/ 86840 w 163039"/>
              <a:gd name="csY9" fmla="*/ 19495 h 116951"/>
              <a:gd name="csX10" fmla="*/ 81523 w 163039"/>
              <a:gd name="csY10" fmla="*/ 24802 h 116951"/>
              <a:gd name="csX11" fmla="*/ 76206 w 163039"/>
              <a:gd name="csY11" fmla="*/ 19495 h 116951"/>
              <a:gd name="csX12" fmla="*/ 76206 w 163039"/>
              <a:gd name="csY12" fmla="*/ 0 h 116951"/>
              <a:gd name="csX13" fmla="*/ 63800 w 163039"/>
              <a:gd name="csY13" fmla="*/ 0 h 116951"/>
              <a:gd name="csX14" fmla="*/ 63800 w 163039"/>
              <a:gd name="csY14" fmla="*/ 19495 h 116951"/>
              <a:gd name="csX15" fmla="*/ 58484 w 163039"/>
              <a:gd name="csY15" fmla="*/ 24802 h 116951"/>
              <a:gd name="csX16" fmla="*/ 53167 w 163039"/>
              <a:gd name="csY16" fmla="*/ 19495 h 116951"/>
              <a:gd name="csX17" fmla="*/ 53167 w 163039"/>
              <a:gd name="csY17" fmla="*/ 0 h 116951"/>
              <a:gd name="csX18" fmla="*/ 46290 w 163039"/>
              <a:gd name="csY18" fmla="*/ 0 h 116951"/>
              <a:gd name="csX19" fmla="*/ 28518 w 163039"/>
              <a:gd name="csY19" fmla="*/ 11482 h 116951"/>
              <a:gd name="csX20" fmla="*/ 13919 w 163039"/>
              <a:gd name="csY20" fmla="*/ 46066 h 116951"/>
              <a:gd name="csX21" fmla="*/ 149126 w 163039"/>
              <a:gd name="csY21" fmla="*/ 46066 h 116951"/>
              <a:gd name="csX22" fmla="*/ 15070 w 163039"/>
              <a:gd name="csY22" fmla="*/ 70885 h 116951"/>
              <a:gd name="csX23" fmla="*/ 28589 w 163039"/>
              <a:gd name="csY23" fmla="*/ 105622 h 116951"/>
              <a:gd name="csX24" fmla="*/ 46290 w 163039"/>
              <a:gd name="csY24" fmla="*/ 116951 h 116951"/>
              <a:gd name="csX25" fmla="*/ 53167 w 163039"/>
              <a:gd name="csY25" fmla="*/ 116951 h 116951"/>
              <a:gd name="csX26" fmla="*/ 53167 w 163039"/>
              <a:gd name="csY26" fmla="*/ 97457 h 116951"/>
              <a:gd name="csX27" fmla="*/ 58484 w 163039"/>
              <a:gd name="csY27" fmla="*/ 92149 h 116951"/>
              <a:gd name="csX28" fmla="*/ 63800 w 163039"/>
              <a:gd name="csY28" fmla="*/ 97457 h 116951"/>
              <a:gd name="csX29" fmla="*/ 63800 w 163039"/>
              <a:gd name="csY29" fmla="*/ 116951 h 116951"/>
              <a:gd name="csX30" fmla="*/ 76206 w 163039"/>
              <a:gd name="csY30" fmla="*/ 116951 h 116951"/>
              <a:gd name="csX31" fmla="*/ 76206 w 163039"/>
              <a:gd name="csY31" fmla="*/ 97457 h 116951"/>
              <a:gd name="csX32" fmla="*/ 81523 w 163039"/>
              <a:gd name="csY32" fmla="*/ 92149 h 116951"/>
              <a:gd name="csX33" fmla="*/ 86840 w 163039"/>
              <a:gd name="csY33" fmla="*/ 97457 h 116951"/>
              <a:gd name="csX34" fmla="*/ 86840 w 163039"/>
              <a:gd name="csY34" fmla="*/ 116951 h 116951"/>
              <a:gd name="csX35" fmla="*/ 99244 w 163039"/>
              <a:gd name="csY35" fmla="*/ 116951 h 116951"/>
              <a:gd name="csX36" fmla="*/ 99244 w 163039"/>
              <a:gd name="csY36" fmla="*/ 97457 h 116951"/>
              <a:gd name="csX37" fmla="*/ 104561 w 163039"/>
              <a:gd name="csY37" fmla="*/ 92149 h 116951"/>
              <a:gd name="csX38" fmla="*/ 109878 w 163039"/>
              <a:gd name="csY38" fmla="*/ 97457 h 116951"/>
              <a:gd name="csX39" fmla="*/ 109878 w 163039"/>
              <a:gd name="csY39" fmla="*/ 116951 h 116951"/>
              <a:gd name="csX40" fmla="*/ 116755 w 163039"/>
              <a:gd name="csY40" fmla="*/ 116951 h 116951"/>
              <a:gd name="csX41" fmla="*/ 134583 w 163039"/>
              <a:gd name="csY41" fmla="*/ 105333 h 116951"/>
              <a:gd name="csX42" fmla="*/ 147978 w 163039"/>
              <a:gd name="csY42" fmla="*/ 70885 h 116951"/>
              <a:gd name="csX43" fmla="*/ 15070 w 163039"/>
              <a:gd name="csY43" fmla="*/ 70885 h 116951"/>
              <a:gd name="csX44" fmla="*/ 157728 w 163039"/>
              <a:gd name="csY44" fmla="*/ 53160 h 116951"/>
              <a:gd name="csX45" fmla="*/ 5317 w 163039"/>
              <a:gd name="csY45" fmla="*/ 53160 h 116951"/>
              <a:gd name="csX46" fmla="*/ 0 w 163039"/>
              <a:gd name="csY46" fmla="*/ 58467 h 116951"/>
              <a:gd name="csX47" fmla="*/ 5317 w 163039"/>
              <a:gd name="csY47" fmla="*/ 63792 h 116951"/>
              <a:gd name="csX48" fmla="*/ 157728 w 163039"/>
              <a:gd name="csY48" fmla="*/ 63792 h 116951"/>
              <a:gd name="csX49" fmla="*/ 163040 w 163039"/>
              <a:gd name="csY49" fmla="*/ 58467 h 116951"/>
              <a:gd name="csX50" fmla="*/ 157728 w 163039"/>
              <a:gd name="csY50" fmla="*/ 53160 h 116951"/>
            </a:gdLst>
            <a:ahLst/>
            <a:cxnLst/>
            <a:rect l="l" t="t" r="r" b="b"/>
            <a:pathLst>
              <a:path w="100000" h="100000">
                <a:moveTo>
                  <a:pt x="91466" y="42389"/>
                </a:moveTo>
                <a:lnTo>
                  <a:pt x="82470" y="21083"/>
                </a:lnTo>
                <a:cubicBezTo>
                  <a:pt x="80523" y="16857"/>
                  <a:pt x="76262" y="14134"/>
                  <a:pt x="71612" y="14134"/>
                </a:cubicBezTo>
                <a:lnTo>
                  <a:pt x="67394" y="14134"/>
                </a:lnTo>
                <a:lnTo>
                  <a:pt x="67394" y="26091"/>
                </a:lnTo>
                <a:cubicBezTo>
                  <a:pt x="67394" y="27886"/>
                  <a:pt x="65933" y="29346"/>
                  <a:pt x="64133" y="29346"/>
                </a:cubicBezTo>
                <a:cubicBezTo>
                  <a:pt x="62332" y="29346"/>
                  <a:pt x="60871" y="27886"/>
                  <a:pt x="60871" y="26091"/>
                </a:cubicBezTo>
                <a:lnTo>
                  <a:pt x="60871" y="14134"/>
                </a:lnTo>
                <a:lnTo>
                  <a:pt x="53263" y="14134"/>
                </a:lnTo>
                <a:lnTo>
                  <a:pt x="53263" y="26091"/>
                </a:lnTo>
                <a:cubicBezTo>
                  <a:pt x="53263" y="27886"/>
                  <a:pt x="51802" y="29346"/>
                  <a:pt x="50002" y="29346"/>
                </a:cubicBezTo>
                <a:cubicBezTo>
                  <a:pt x="48202" y="29346"/>
                  <a:pt x="46741" y="27886"/>
                  <a:pt x="46741" y="26091"/>
                </a:cubicBezTo>
                <a:lnTo>
                  <a:pt x="46741" y="14134"/>
                </a:lnTo>
                <a:lnTo>
                  <a:pt x="39132" y="14134"/>
                </a:lnTo>
                <a:lnTo>
                  <a:pt x="39132" y="26091"/>
                </a:lnTo>
                <a:cubicBezTo>
                  <a:pt x="39132" y="27886"/>
                  <a:pt x="37671" y="29346"/>
                  <a:pt x="35871" y="29346"/>
                </a:cubicBezTo>
                <a:cubicBezTo>
                  <a:pt x="34071" y="29346"/>
                  <a:pt x="32610" y="27886"/>
                  <a:pt x="32610" y="26091"/>
                </a:cubicBezTo>
                <a:lnTo>
                  <a:pt x="32610" y="14134"/>
                </a:lnTo>
                <a:lnTo>
                  <a:pt x="28392" y="14134"/>
                </a:lnTo>
                <a:cubicBezTo>
                  <a:pt x="23742" y="14134"/>
                  <a:pt x="19481" y="16857"/>
                  <a:pt x="17492" y="21177"/>
                </a:cubicBezTo>
                <a:lnTo>
                  <a:pt x="8537" y="42389"/>
                </a:lnTo>
                <a:lnTo>
                  <a:pt x="91466" y="42389"/>
                </a:lnTo>
                <a:close/>
                <a:moveTo>
                  <a:pt x="9243" y="57611"/>
                </a:moveTo>
                <a:lnTo>
                  <a:pt x="17535" y="78917"/>
                </a:lnTo>
                <a:cubicBezTo>
                  <a:pt x="19481" y="83143"/>
                  <a:pt x="23742" y="85866"/>
                  <a:pt x="28392" y="85866"/>
                </a:cubicBezTo>
                <a:lnTo>
                  <a:pt x="32610" y="85866"/>
                </a:lnTo>
                <a:lnTo>
                  <a:pt x="32610" y="73909"/>
                </a:lnTo>
                <a:cubicBezTo>
                  <a:pt x="32610" y="72115"/>
                  <a:pt x="34071" y="70654"/>
                  <a:pt x="35871" y="70654"/>
                </a:cubicBezTo>
                <a:cubicBezTo>
                  <a:pt x="37671" y="70654"/>
                  <a:pt x="39132" y="72115"/>
                  <a:pt x="39132" y="73909"/>
                </a:cubicBezTo>
                <a:lnTo>
                  <a:pt x="39132" y="85866"/>
                </a:lnTo>
                <a:lnTo>
                  <a:pt x="46741" y="85866"/>
                </a:lnTo>
                <a:lnTo>
                  <a:pt x="46741" y="73909"/>
                </a:lnTo>
                <a:cubicBezTo>
                  <a:pt x="46741" y="72115"/>
                  <a:pt x="48202" y="70654"/>
                  <a:pt x="50002" y="70654"/>
                </a:cubicBezTo>
                <a:cubicBezTo>
                  <a:pt x="51802" y="70654"/>
                  <a:pt x="53263" y="72115"/>
                  <a:pt x="53263" y="73909"/>
                </a:cubicBezTo>
                <a:lnTo>
                  <a:pt x="53263" y="85866"/>
                </a:lnTo>
                <a:lnTo>
                  <a:pt x="60871" y="85866"/>
                </a:lnTo>
                <a:lnTo>
                  <a:pt x="60871" y="73909"/>
                </a:lnTo>
                <a:cubicBezTo>
                  <a:pt x="60871" y="72115"/>
                  <a:pt x="62332" y="70654"/>
                  <a:pt x="64133" y="70654"/>
                </a:cubicBezTo>
                <a:cubicBezTo>
                  <a:pt x="65933" y="70654"/>
                  <a:pt x="67394" y="72115"/>
                  <a:pt x="67394" y="73909"/>
                </a:cubicBezTo>
                <a:lnTo>
                  <a:pt x="67394" y="85866"/>
                </a:lnTo>
                <a:lnTo>
                  <a:pt x="71612" y="85866"/>
                </a:lnTo>
                <a:cubicBezTo>
                  <a:pt x="76262" y="85866"/>
                  <a:pt x="80523" y="83143"/>
                  <a:pt x="82547" y="78740"/>
                </a:cubicBezTo>
                <a:lnTo>
                  <a:pt x="90762" y="57611"/>
                </a:lnTo>
                <a:lnTo>
                  <a:pt x="9243" y="57611"/>
                </a:lnTo>
                <a:close/>
                <a:moveTo>
                  <a:pt x="96742" y="46740"/>
                </a:moveTo>
                <a:lnTo>
                  <a:pt x="3261" y="46740"/>
                </a:lnTo>
                <a:cubicBezTo>
                  <a:pt x="1461" y="46740"/>
                  <a:pt x="0" y="48200"/>
                  <a:pt x="0" y="49995"/>
                </a:cubicBezTo>
                <a:cubicBezTo>
                  <a:pt x="0" y="51800"/>
                  <a:pt x="1461" y="53261"/>
                  <a:pt x="3261" y="53261"/>
                </a:cubicBezTo>
                <a:lnTo>
                  <a:pt x="96742" y="53261"/>
                </a:lnTo>
                <a:cubicBezTo>
                  <a:pt x="98540" y="53261"/>
                  <a:pt x="100001" y="51800"/>
                  <a:pt x="100001" y="49995"/>
                </a:cubicBezTo>
                <a:cubicBezTo>
                  <a:pt x="100001" y="48200"/>
                  <a:pt x="98540" y="46740"/>
                  <a:pt x="96742" y="4674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8" name="Белый — SVG 27">
            <a:extLst>
              <a:ext uri="{FF2B5EF4-FFF2-40B4-BE49-F238E27FC236}">
                <a16:creationId xmlns:a16="http://schemas.microsoft.com/office/drawing/2014/main" id="{656B7B63-0419-0146-9C66-A5600DCAC1B4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12403 w 92178"/>
              <a:gd name="csY0" fmla="*/ 0 h 152364"/>
              <a:gd name="csX1" fmla="*/ 0 w 92178"/>
              <a:gd name="csY1" fmla="*/ 12401 h 152364"/>
              <a:gd name="csX2" fmla="*/ 0 w 92178"/>
              <a:gd name="csY2" fmla="*/ 53126 h 152364"/>
              <a:gd name="csX3" fmla="*/ 40764 w 92178"/>
              <a:gd name="csY3" fmla="*/ 98869 h 152364"/>
              <a:gd name="csX4" fmla="*/ 40764 w 92178"/>
              <a:gd name="csY4" fmla="*/ 137211 h 152364"/>
              <a:gd name="csX5" fmla="*/ 15040 w 92178"/>
              <a:gd name="csY5" fmla="*/ 141754 h 152364"/>
              <a:gd name="csX6" fmla="*/ 10752 w 92178"/>
              <a:gd name="csY6" fmla="*/ 147911 h 152364"/>
              <a:gd name="csX7" fmla="*/ 15942 w 92178"/>
              <a:gd name="csY7" fmla="*/ 152300 h 152364"/>
              <a:gd name="csX8" fmla="*/ 45205 w 92178"/>
              <a:gd name="csY8" fmla="*/ 152300 h 152364"/>
              <a:gd name="csX9" fmla="*/ 46923 w 92178"/>
              <a:gd name="csY9" fmla="*/ 152300 h 152364"/>
              <a:gd name="csX10" fmla="*/ 76203 w 92178"/>
              <a:gd name="csY10" fmla="*/ 152300 h 152364"/>
              <a:gd name="csX11" fmla="*/ 81494 w 92178"/>
              <a:gd name="csY11" fmla="*/ 146959 h 152364"/>
              <a:gd name="csX12" fmla="*/ 77139 w 92178"/>
              <a:gd name="csY12" fmla="*/ 141754 h 152364"/>
              <a:gd name="csX13" fmla="*/ 51397 w 92178"/>
              <a:gd name="csY13" fmla="*/ 137211 h 152364"/>
              <a:gd name="csX14" fmla="*/ 51397 w 92178"/>
              <a:gd name="csY14" fmla="*/ 98869 h 152364"/>
              <a:gd name="csX15" fmla="*/ 92179 w 92178"/>
              <a:gd name="csY15" fmla="*/ 53126 h 152364"/>
              <a:gd name="csX16" fmla="*/ 92179 w 92178"/>
              <a:gd name="csY16" fmla="*/ 12401 h 152364"/>
              <a:gd name="csX17" fmla="*/ 79776 w 92178"/>
              <a:gd name="csY17" fmla="*/ 0 h 152364"/>
              <a:gd name="csX18" fmla="*/ 12403 w 92178"/>
              <a:gd name="csY18" fmla="*/ 0 h 152364"/>
              <a:gd name="csX19" fmla="*/ 12403 w 92178"/>
              <a:gd name="csY19" fmla="*/ 10632 h 152364"/>
              <a:gd name="csX20" fmla="*/ 79776 w 92178"/>
              <a:gd name="csY20" fmla="*/ 10632 h 152364"/>
              <a:gd name="csX21" fmla="*/ 81545 w 92178"/>
              <a:gd name="csY21" fmla="*/ 12401 h 152364"/>
              <a:gd name="csX22" fmla="*/ 81545 w 92178"/>
              <a:gd name="csY22" fmla="*/ 28323 h 152364"/>
              <a:gd name="csX23" fmla="*/ 28361 w 92178"/>
              <a:gd name="csY23" fmla="*/ 28323 h 152364"/>
              <a:gd name="csX24" fmla="*/ 21267 w 92178"/>
              <a:gd name="csY24" fmla="*/ 35417 h 152364"/>
              <a:gd name="csX25" fmla="*/ 21267 w 92178"/>
              <a:gd name="csY25" fmla="*/ 53109 h 152364"/>
              <a:gd name="csX26" fmla="*/ 28753 w 92178"/>
              <a:gd name="csY26" fmla="*/ 70851 h 152364"/>
              <a:gd name="csX27" fmla="*/ 28583 w 92178"/>
              <a:gd name="csY27" fmla="*/ 78200 h 152364"/>
              <a:gd name="csX28" fmla="*/ 24823 w 92178"/>
              <a:gd name="csY28" fmla="*/ 79765 h 152364"/>
              <a:gd name="csX29" fmla="*/ 21063 w 92178"/>
              <a:gd name="csY29" fmla="*/ 78200 h 152364"/>
              <a:gd name="csX30" fmla="*/ 12165 w 92178"/>
              <a:gd name="csY30" fmla="*/ 63469 h 152364"/>
              <a:gd name="csX31" fmla="*/ 12079 w 92178"/>
              <a:gd name="csY31" fmla="*/ 63111 h 152364"/>
              <a:gd name="csX32" fmla="*/ 11331 w 92178"/>
              <a:gd name="csY32" fmla="*/ 60117 h 152364"/>
              <a:gd name="csX33" fmla="*/ 11195 w 92178"/>
              <a:gd name="csY33" fmla="*/ 59233 h 152364"/>
              <a:gd name="csX34" fmla="*/ 10803 w 92178"/>
              <a:gd name="csY34" fmla="*/ 56630 h 152364"/>
              <a:gd name="csX35" fmla="*/ 10719 w 92178"/>
              <a:gd name="csY35" fmla="*/ 54793 h 152364"/>
              <a:gd name="csX36" fmla="*/ 10633 w 92178"/>
              <a:gd name="csY36" fmla="*/ 53126 h 152364"/>
              <a:gd name="csX37" fmla="*/ 10633 w 92178"/>
              <a:gd name="csY37" fmla="*/ 53109 h 152364"/>
              <a:gd name="csX38" fmla="*/ 10633 w 92178"/>
              <a:gd name="csY38" fmla="*/ 28323 h 152364"/>
              <a:gd name="csX39" fmla="*/ 10633 w 92178"/>
              <a:gd name="csY39" fmla="*/ 12401 h 152364"/>
              <a:gd name="csX40" fmla="*/ 12403 w 92178"/>
              <a:gd name="csY40" fmla="*/ 10632 h 152364"/>
            </a:gdLst>
            <a:ahLst/>
            <a:cxnLst/>
            <a:rect l="l" t="t" r="r" b="b"/>
            <a:pathLst>
              <a:path w="100000" h="100000">
                <a:moveTo>
                  <a:pt x="27891" y="0"/>
                </a:moveTo>
                <a:cubicBezTo>
                  <a:pt x="23436" y="0"/>
                  <a:pt x="19751" y="3685"/>
                  <a:pt x="19751" y="8139"/>
                </a:cubicBezTo>
                <a:lnTo>
                  <a:pt x="19751" y="34868"/>
                </a:lnTo>
                <a:cubicBezTo>
                  <a:pt x="19751" y="50342"/>
                  <a:pt x="31486" y="63148"/>
                  <a:pt x="46505" y="64890"/>
                </a:cubicBezTo>
                <a:lnTo>
                  <a:pt x="46505" y="90055"/>
                </a:lnTo>
                <a:lnTo>
                  <a:pt x="29622" y="93036"/>
                </a:lnTo>
                <a:cubicBezTo>
                  <a:pt x="27724" y="93382"/>
                  <a:pt x="26462" y="95191"/>
                  <a:pt x="26808" y="97077"/>
                </a:cubicBezTo>
                <a:cubicBezTo>
                  <a:pt x="27098" y="98741"/>
                  <a:pt x="28539" y="99947"/>
                  <a:pt x="30214" y="99958"/>
                </a:cubicBezTo>
                <a:lnTo>
                  <a:pt x="49420" y="99958"/>
                </a:lnTo>
                <a:cubicBezTo>
                  <a:pt x="49799" y="100014"/>
                  <a:pt x="50179" y="100014"/>
                  <a:pt x="50547" y="99958"/>
                </a:cubicBezTo>
                <a:lnTo>
                  <a:pt x="69765" y="99958"/>
                </a:lnTo>
                <a:cubicBezTo>
                  <a:pt x="71696" y="99947"/>
                  <a:pt x="73248" y="98373"/>
                  <a:pt x="73237" y="96453"/>
                </a:cubicBezTo>
                <a:cubicBezTo>
                  <a:pt x="73237" y="94766"/>
                  <a:pt x="72031" y="93338"/>
                  <a:pt x="70379" y="93036"/>
                </a:cubicBezTo>
                <a:lnTo>
                  <a:pt x="53484" y="90055"/>
                </a:lnTo>
                <a:lnTo>
                  <a:pt x="53484" y="64890"/>
                </a:lnTo>
                <a:cubicBezTo>
                  <a:pt x="68514" y="63159"/>
                  <a:pt x="80250" y="50342"/>
                  <a:pt x="80250" y="34868"/>
                </a:cubicBezTo>
                <a:lnTo>
                  <a:pt x="80250" y="8139"/>
                </a:lnTo>
                <a:cubicBezTo>
                  <a:pt x="80250" y="3685"/>
                  <a:pt x="76565" y="0"/>
                  <a:pt x="72110" y="0"/>
                </a:cubicBezTo>
                <a:lnTo>
                  <a:pt x="27891" y="0"/>
                </a:lnTo>
                <a:close/>
                <a:moveTo>
                  <a:pt x="27891" y="6978"/>
                </a:moveTo>
                <a:lnTo>
                  <a:pt x="72110" y="6978"/>
                </a:lnTo>
                <a:cubicBezTo>
                  <a:pt x="72791" y="6978"/>
                  <a:pt x="73271" y="7458"/>
                  <a:pt x="73271" y="8139"/>
                </a:cubicBezTo>
                <a:lnTo>
                  <a:pt x="73271" y="18589"/>
                </a:lnTo>
                <a:lnTo>
                  <a:pt x="38365" y="18589"/>
                </a:lnTo>
                <a:cubicBezTo>
                  <a:pt x="35785" y="18589"/>
                  <a:pt x="33709" y="20677"/>
                  <a:pt x="33709" y="23245"/>
                </a:cubicBezTo>
                <a:lnTo>
                  <a:pt x="33709" y="34857"/>
                </a:lnTo>
                <a:cubicBezTo>
                  <a:pt x="33709" y="39244"/>
                  <a:pt x="35663" y="43264"/>
                  <a:pt x="38622" y="46501"/>
                </a:cubicBezTo>
                <a:cubicBezTo>
                  <a:pt x="39872" y="47874"/>
                  <a:pt x="39839" y="49996"/>
                  <a:pt x="38510" y="51324"/>
                </a:cubicBezTo>
                <a:cubicBezTo>
                  <a:pt x="37829" y="52006"/>
                  <a:pt x="36936" y="52352"/>
                  <a:pt x="36043" y="52352"/>
                </a:cubicBezTo>
                <a:cubicBezTo>
                  <a:pt x="35149" y="52352"/>
                  <a:pt x="34255" y="52006"/>
                  <a:pt x="33575" y="51324"/>
                </a:cubicBezTo>
                <a:cubicBezTo>
                  <a:pt x="30827" y="48578"/>
                  <a:pt x="28840" y="45273"/>
                  <a:pt x="27735" y="41656"/>
                </a:cubicBezTo>
                <a:cubicBezTo>
                  <a:pt x="27713" y="41577"/>
                  <a:pt x="27701" y="41499"/>
                  <a:pt x="27678" y="41421"/>
                </a:cubicBezTo>
                <a:cubicBezTo>
                  <a:pt x="27489" y="40774"/>
                  <a:pt x="27321" y="40126"/>
                  <a:pt x="27188" y="39456"/>
                </a:cubicBezTo>
                <a:cubicBezTo>
                  <a:pt x="27143" y="39266"/>
                  <a:pt x="27132" y="39077"/>
                  <a:pt x="27098" y="38876"/>
                </a:cubicBezTo>
                <a:cubicBezTo>
                  <a:pt x="26998" y="38317"/>
                  <a:pt x="26897" y="37748"/>
                  <a:pt x="26841" y="37168"/>
                </a:cubicBezTo>
                <a:cubicBezTo>
                  <a:pt x="26808" y="36765"/>
                  <a:pt x="26808" y="36364"/>
                  <a:pt x="26786" y="35962"/>
                </a:cubicBezTo>
                <a:cubicBezTo>
                  <a:pt x="26763" y="35593"/>
                  <a:pt x="26729" y="35236"/>
                  <a:pt x="26729" y="34868"/>
                </a:cubicBezTo>
                <a:lnTo>
                  <a:pt x="26729" y="34857"/>
                </a:lnTo>
                <a:lnTo>
                  <a:pt x="26729" y="18589"/>
                </a:lnTo>
                <a:lnTo>
                  <a:pt x="26729" y="8139"/>
                </a:lnTo>
                <a:cubicBezTo>
                  <a:pt x="26729" y="7458"/>
                  <a:pt x="27210" y="6978"/>
                  <a:pt x="27891" y="697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9" name="Белый — SVG 28">
            <a:extLst>
              <a:ext uri="{FF2B5EF4-FFF2-40B4-BE49-F238E27FC236}">
                <a16:creationId xmlns:a16="http://schemas.microsoft.com/office/drawing/2014/main" id="{94EB28ED-4200-0346-800F-731FA230CBFE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70333 w 141190"/>
              <a:gd name="csY0" fmla="*/ 13 h 141732"/>
              <a:gd name="csX1" fmla="*/ 0 w 141190"/>
              <a:gd name="csY1" fmla="*/ 70864 h 141732"/>
              <a:gd name="csX2" fmla="*/ 70895 w 141190"/>
              <a:gd name="csY2" fmla="*/ 141732 h 141732"/>
              <a:gd name="csX3" fmla="*/ 141177 w 141190"/>
              <a:gd name="csY3" fmla="*/ 79710 h 141732"/>
              <a:gd name="csX4" fmla="*/ 140650 w 141190"/>
              <a:gd name="csY4" fmla="*/ 78230 h 141732"/>
              <a:gd name="csX5" fmla="*/ 139170 w 141190"/>
              <a:gd name="csY5" fmla="*/ 77736 h 141732"/>
              <a:gd name="csX6" fmla="*/ 136464 w 141190"/>
              <a:gd name="csY6" fmla="*/ 77941 h 141732"/>
              <a:gd name="csX7" fmla="*/ 121765 w 141190"/>
              <a:gd name="csY7" fmla="*/ 71238 h 141732"/>
              <a:gd name="csX8" fmla="*/ 119638 w 141190"/>
              <a:gd name="csY8" fmla="*/ 70813 h 141732"/>
              <a:gd name="csX9" fmla="*/ 104564 w 141190"/>
              <a:gd name="csY9" fmla="*/ 74402 h 141732"/>
              <a:gd name="csX10" fmla="*/ 70895 w 141190"/>
              <a:gd name="csY10" fmla="*/ 40737 h 141732"/>
              <a:gd name="csX11" fmla="*/ 75693 w 141190"/>
              <a:gd name="csY11" fmla="*/ 23471 h 141732"/>
              <a:gd name="csX12" fmla="*/ 75523 w 141190"/>
              <a:gd name="csY12" fmla="*/ 21413 h 141732"/>
              <a:gd name="csX13" fmla="*/ 70895 w 141190"/>
              <a:gd name="csY13" fmla="*/ 8841 h 141732"/>
              <a:gd name="csX14" fmla="*/ 72018 w 141190"/>
              <a:gd name="csY14" fmla="*/ 2360 h 141732"/>
              <a:gd name="csX15" fmla="*/ 71797 w 141190"/>
              <a:gd name="csY15" fmla="*/ 744 h 141732"/>
              <a:gd name="csX16" fmla="*/ 70333 w 141190"/>
              <a:gd name="csY16" fmla="*/ 13 h 141732"/>
              <a:gd name="csX17" fmla="*/ 104564 w 141190"/>
              <a:gd name="csY17" fmla="*/ 3517 h 141732"/>
              <a:gd name="csX18" fmla="*/ 93284 w 141190"/>
              <a:gd name="csY18" fmla="*/ 8195 h 141732"/>
              <a:gd name="csX19" fmla="*/ 88606 w 141190"/>
              <a:gd name="csY19" fmla="*/ 19473 h 141732"/>
              <a:gd name="csX20" fmla="*/ 93284 w 141190"/>
              <a:gd name="csY20" fmla="*/ 30752 h 141732"/>
              <a:gd name="csX21" fmla="*/ 104564 w 141190"/>
              <a:gd name="csY21" fmla="*/ 35413 h 141732"/>
              <a:gd name="csX22" fmla="*/ 115844 w 141190"/>
              <a:gd name="csY22" fmla="*/ 30752 h 141732"/>
              <a:gd name="csX23" fmla="*/ 120506 w 141190"/>
              <a:gd name="csY23" fmla="*/ 19473 h 141732"/>
              <a:gd name="csX24" fmla="*/ 115844 w 141190"/>
              <a:gd name="csY24" fmla="*/ 8195 h 141732"/>
              <a:gd name="csX25" fmla="*/ 104564 w 141190"/>
              <a:gd name="csY25" fmla="*/ 3517 h 141732"/>
              <a:gd name="csX26" fmla="*/ 44303 w 141190"/>
              <a:gd name="csY26" fmla="*/ 35413 h 141732"/>
              <a:gd name="csX27" fmla="*/ 49628 w 141190"/>
              <a:gd name="csY27" fmla="*/ 40737 h 141732"/>
              <a:gd name="csX28" fmla="*/ 44303 w 141190"/>
              <a:gd name="csY28" fmla="*/ 46045 h 141732"/>
              <a:gd name="csX29" fmla="*/ 38995 w 141190"/>
              <a:gd name="csY29" fmla="*/ 40737 h 141732"/>
              <a:gd name="csX30" fmla="*/ 44303 w 141190"/>
              <a:gd name="csY30" fmla="*/ 35413 h 141732"/>
              <a:gd name="csX31" fmla="*/ 122275 w 141190"/>
              <a:gd name="csY31" fmla="*/ 46045 h 141732"/>
              <a:gd name="csX32" fmla="*/ 118532 w 141190"/>
              <a:gd name="csY32" fmla="*/ 47610 h 141732"/>
              <a:gd name="csX33" fmla="*/ 116967 w 141190"/>
              <a:gd name="csY33" fmla="*/ 51369 h 141732"/>
              <a:gd name="csX34" fmla="*/ 118532 w 141190"/>
              <a:gd name="csY34" fmla="*/ 55128 h 141732"/>
              <a:gd name="csX35" fmla="*/ 122275 w 141190"/>
              <a:gd name="csY35" fmla="*/ 56677 h 141732"/>
              <a:gd name="csX36" fmla="*/ 126035 w 141190"/>
              <a:gd name="csY36" fmla="*/ 55128 h 141732"/>
              <a:gd name="csX37" fmla="*/ 127601 w 141190"/>
              <a:gd name="csY37" fmla="*/ 51369 h 141732"/>
              <a:gd name="csX38" fmla="*/ 126035 w 141190"/>
              <a:gd name="csY38" fmla="*/ 47610 h 141732"/>
              <a:gd name="csX39" fmla="*/ 122275 w 141190"/>
              <a:gd name="csY39" fmla="*/ 46045 h 141732"/>
              <a:gd name="csX40" fmla="*/ 54936 w 141190"/>
              <a:gd name="csY40" fmla="*/ 70864 h 141732"/>
              <a:gd name="csX41" fmla="*/ 60262 w 141190"/>
              <a:gd name="csY41" fmla="*/ 76171 h 141732"/>
              <a:gd name="csX42" fmla="*/ 54936 w 141190"/>
              <a:gd name="csY42" fmla="*/ 81496 h 141732"/>
              <a:gd name="csX43" fmla="*/ 49628 w 141190"/>
              <a:gd name="csY43" fmla="*/ 76171 h 141732"/>
              <a:gd name="csX44" fmla="*/ 54936 w 141190"/>
              <a:gd name="csY44" fmla="*/ 70864 h 141732"/>
              <a:gd name="csX45" fmla="*/ 26575 w 141190"/>
              <a:gd name="csY45" fmla="*/ 77941 h 141732"/>
              <a:gd name="csX46" fmla="*/ 31900 w 141190"/>
              <a:gd name="csY46" fmla="*/ 83265 h 141732"/>
              <a:gd name="csX47" fmla="*/ 26575 w 141190"/>
              <a:gd name="csY47" fmla="*/ 88573 h 141732"/>
              <a:gd name="csX48" fmla="*/ 21267 w 141190"/>
              <a:gd name="csY48" fmla="*/ 83265 h 141732"/>
              <a:gd name="csX49" fmla="*/ 26575 w 141190"/>
              <a:gd name="csY49" fmla="*/ 77941 h 141732"/>
              <a:gd name="csX50" fmla="*/ 101009 w 141190"/>
              <a:gd name="csY50" fmla="*/ 92128 h 141732"/>
              <a:gd name="csX51" fmla="*/ 106334 w 141190"/>
              <a:gd name="csY51" fmla="*/ 97435 h 141732"/>
              <a:gd name="csX52" fmla="*/ 101009 w 141190"/>
              <a:gd name="csY52" fmla="*/ 102760 h 141732"/>
              <a:gd name="csX53" fmla="*/ 95700 w 141190"/>
              <a:gd name="csY53" fmla="*/ 97435 h 141732"/>
              <a:gd name="csX54" fmla="*/ 101009 w 141190"/>
              <a:gd name="csY54" fmla="*/ 92128 h 141732"/>
              <a:gd name="csX55" fmla="*/ 58475 w 141190"/>
              <a:gd name="csY55" fmla="*/ 106298 h 141732"/>
              <a:gd name="csX56" fmla="*/ 63800 w 141190"/>
              <a:gd name="csY56" fmla="*/ 111606 h 141732"/>
              <a:gd name="csX57" fmla="*/ 58475 w 141190"/>
              <a:gd name="csY57" fmla="*/ 116930 h 141732"/>
              <a:gd name="csX58" fmla="*/ 53167 w 141190"/>
              <a:gd name="csY58" fmla="*/ 111606 h 141732"/>
              <a:gd name="csX59" fmla="*/ 58475 w 141190"/>
              <a:gd name="csY59" fmla="*/ 106298 h 141732"/>
              <a:gd name="csX60" fmla="*/ 86837 w 141190"/>
              <a:gd name="csY60" fmla="*/ 113391 h 141732"/>
              <a:gd name="csX61" fmla="*/ 92162 w 141190"/>
              <a:gd name="csY61" fmla="*/ 118699 h 141732"/>
              <a:gd name="csX62" fmla="*/ 86837 w 141190"/>
              <a:gd name="csY62" fmla="*/ 124023 h 141732"/>
              <a:gd name="csX63" fmla="*/ 81528 w 141190"/>
              <a:gd name="csY63" fmla="*/ 118699 h 141732"/>
              <a:gd name="csX64" fmla="*/ 86837 w 141190"/>
              <a:gd name="csY64" fmla="*/ 113391 h 141732"/>
            </a:gdLst>
            <a:ahLst/>
            <a:cxnLst/>
            <a:rect l="l" t="t" r="r" b="b"/>
            <a:pathLst>
              <a:path w="100000" h="100000">
                <a:moveTo>
                  <a:pt x="49815" y="9"/>
                </a:moveTo>
                <a:cubicBezTo>
                  <a:pt x="22447" y="213"/>
                  <a:pt x="191" y="22646"/>
                  <a:pt x="191" y="49999"/>
                </a:cubicBezTo>
                <a:cubicBezTo>
                  <a:pt x="191" y="77568"/>
                  <a:pt x="22627" y="100000"/>
                  <a:pt x="50212" y="100000"/>
                </a:cubicBezTo>
                <a:cubicBezTo>
                  <a:pt x="75360" y="100000"/>
                  <a:pt x="96679" y="81193"/>
                  <a:pt x="99800" y="56240"/>
                </a:cubicBezTo>
                <a:cubicBezTo>
                  <a:pt x="99848" y="55855"/>
                  <a:pt x="99716" y="55460"/>
                  <a:pt x="99428" y="55196"/>
                </a:cubicBezTo>
                <a:cubicBezTo>
                  <a:pt x="99151" y="54919"/>
                  <a:pt x="98767" y="54799"/>
                  <a:pt x="98384" y="54847"/>
                </a:cubicBezTo>
                <a:cubicBezTo>
                  <a:pt x="97759" y="54931"/>
                  <a:pt x="97123" y="54992"/>
                  <a:pt x="96474" y="54992"/>
                </a:cubicBezTo>
                <a:cubicBezTo>
                  <a:pt x="92501" y="54992"/>
                  <a:pt x="88720" y="53275"/>
                  <a:pt x="86103" y="50262"/>
                </a:cubicBezTo>
                <a:cubicBezTo>
                  <a:pt x="85732" y="49819"/>
                  <a:pt x="85107" y="49698"/>
                  <a:pt x="84603" y="49963"/>
                </a:cubicBezTo>
                <a:cubicBezTo>
                  <a:pt x="81242" y="51643"/>
                  <a:pt x="77665" y="52495"/>
                  <a:pt x="73967" y="52495"/>
                </a:cubicBezTo>
                <a:cubicBezTo>
                  <a:pt x="60871" y="52495"/>
                  <a:pt x="50212" y="41837"/>
                  <a:pt x="50212" y="28742"/>
                </a:cubicBezTo>
                <a:cubicBezTo>
                  <a:pt x="50212" y="24469"/>
                  <a:pt x="51376" y="20257"/>
                  <a:pt x="53597" y="16560"/>
                </a:cubicBezTo>
                <a:cubicBezTo>
                  <a:pt x="53873" y="16104"/>
                  <a:pt x="53825" y="15516"/>
                  <a:pt x="53477" y="15108"/>
                </a:cubicBezTo>
                <a:cubicBezTo>
                  <a:pt x="51364" y="12635"/>
                  <a:pt x="50212" y="9490"/>
                  <a:pt x="50212" y="6238"/>
                </a:cubicBezTo>
                <a:cubicBezTo>
                  <a:pt x="50212" y="4702"/>
                  <a:pt x="50476" y="3165"/>
                  <a:pt x="51004" y="1665"/>
                </a:cubicBezTo>
                <a:cubicBezTo>
                  <a:pt x="51136" y="1281"/>
                  <a:pt x="51076" y="861"/>
                  <a:pt x="50848" y="525"/>
                </a:cubicBezTo>
                <a:cubicBezTo>
                  <a:pt x="50607" y="201"/>
                  <a:pt x="50164" y="-52"/>
                  <a:pt x="49815" y="9"/>
                </a:cubicBezTo>
                <a:close/>
                <a:moveTo>
                  <a:pt x="73967" y="2481"/>
                </a:moveTo>
                <a:cubicBezTo>
                  <a:pt x="70978" y="2481"/>
                  <a:pt x="68122" y="3670"/>
                  <a:pt x="66008" y="5782"/>
                </a:cubicBezTo>
                <a:cubicBezTo>
                  <a:pt x="63896" y="7894"/>
                  <a:pt x="62708" y="10751"/>
                  <a:pt x="62708" y="13739"/>
                </a:cubicBezTo>
                <a:cubicBezTo>
                  <a:pt x="62708" y="16716"/>
                  <a:pt x="63896" y="19585"/>
                  <a:pt x="66008" y="21697"/>
                </a:cubicBezTo>
                <a:cubicBezTo>
                  <a:pt x="68122" y="23798"/>
                  <a:pt x="70978" y="24986"/>
                  <a:pt x="73967" y="24986"/>
                </a:cubicBezTo>
                <a:cubicBezTo>
                  <a:pt x="76945" y="24986"/>
                  <a:pt x="79813" y="23798"/>
                  <a:pt x="81926" y="21697"/>
                </a:cubicBezTo>
                <a:cubicBezTo>
                  <a:pt x="84039" y="19585"/>
                  <a:pt x="85215" y="16716"/>
                  <a:pt x="85215" y="13739"/>
                </a:cubicBezTo>
                <a:cubicBezTo>
                  <a:pt x="85215" y="10751"/>
                  <a:pt x="84039" y="7894"/>
                  <a:pt x="81926" y="5782"/>
                </a:cubicBezTo>
                <a:cubicBezTo>
                  <a:pt x="79813" y="3670"/>
                  <a:pt x="76945" y="2481"/>
                  <a:pt x="73967" y="2481"/>
                </a:cubicBezTo>
                <a:close/>
                <a:moveTo>
                  <a:pt x="31449" y="24986"/>
                </a:moveTo>
                <a:cubicBezTo>
                  <a:pt x="33526" y="24986"/>
                  <a:pt x="35207" y="26666"/>
                  <a:pt x="35207" y="28742"/>
                </a:cubicBezTo>
                <a:cubicBezTo>
                  <a:pt x="35207" y="30807"/>
                  <a:pt x="33526" y="32487"/>
                  <a:pt x="31449" y="32487"/>
                </a:cubicBezTo>
                <a:cubicBezTo>
                  <a:pt x="29385" y="32487"/>
                  <a:pt x="27704" y="30807"/>
                  <a:pt x="27704" y="28742"/>
                </a:cubicBezTo>
                <a:cubicBezTo>
                  <a:pt x="27704" y="26666"/>
                  <a:pt x="29385" y="24986"/>
                  <a:pt x="31449" y="24986"/>
                </a:cubicBezTo>
                <a:close/>
                <a:moveTo>
                  <a:pt x="86463" y="32487"/>
                </a:moveTo>
                <a:cubicBezTo>
                  <a:pt x="85479" y="32487"/>
                  <a:pt x="84519" y="32883"/>
                  <a:pt x="83822" y="33592"/>
                </a:cubicBezTo>
                <a:cubicBezTo>
                  <a:pt x="83115" y="34287"/>
                  <a:pt x="82718" y="35248"/>
                  <a:pt x="82718" y="36244"/>
                </a:cubicBezTo>
                <a:cubicBezTo>
                  <a:pt x="82718" y="37240"/>
                  <a:pt x="83115" y="38188"/>
                  <a:pt x="83822" y="38896"/>
                </a:cubicBezTo>
                <a:cubicBezTo>
                  <a:pt x="84519" y="39592"/>
                  <a:pt x="85479" y="39989"/>
                  <a:pt x="86463" y="39989"/>
                </a:cubicBezTo>
                <a:cubicBezTo>
                  <a:pt x="87459" y="39989"/>
                  <a:pt x="88420" y="39592"/>
                  <a:pt x="89116" y="38896"/>
                </a:cubicBezTo>
                <a:cubicBezTo>
                  <a:pt x="89824" y="38188"/>
                  <a:pt x="90221" y="37240"/>
                  <a:pt x="90221" y="36244"/>
                </a:cubicBezTo>
                <a:cubicBezTo>
                  <a:pt x="90221" y="35248"/>
                  <a:pt x="89824" y="34287"/>
                  <a:pt x="89116" y="33592"/>
                </a:cubicBezTo>
                <a:cubicBezTo>
                  <a:pt x="88420" y="32883"/>
                  <a:pt x="87459" y="32487"/>
                  <a:pt x="86463" y="32487"/>
                </a:cubicBezTo>
                <a:close/>
                <a:moveTo>
                  <a:pt x="38952" y="49999"/>
                </a:moveTo>
                <a:cubicBezTo>
                  <a:pt x="41029" y="49999"/>
                  <a:pt x="42709" y="51679"/>
                  <a:pt x="42709" y="53743"/>
                </a:cubicBezTo>
                <a:cubicBezTo>
                  <a:pt x="42709" y="55819"/>
                  <a:pt x="41029" y="57500"/>
                  <a:pt x="38952" y="57500"/>
                </a:cubicBezTo>
                <a:cubicBezTo>
                  <a:pt x="36887" y="57500"/>
                  <a:pt x="35207" y="55819"/>
                  <a:pt x="35207" y="53743"/>
                </a:cubicBezTo>
                <a:cubicBezTo>
                  <a:pt x="35207" y="51679"/>
                  <a:pt x="36887" y="49999"/>
                  <a:pt x="38952" y="49999"/>
                </a:cubicBezTo>
                <a:close/>
                <a:moveTo>
                  <a:pt x="18941" y="54992"/>
                </a:moveTo>
                <a:cubicBezTo>
                  <a:pt x="21018" y="54992"/>
                  <a:pt x="22698" y="56672"/>
                  <a:pt x="22698" y="58748"/>
                </a:cubicBezTo>
                <a:cubicBezTo>
                  <a:pt x="22698" y="60813"/>
                  <a:pt x="21018" y="62493"/>
                  <a:pt x="18941" y="62493"/>
                </a:cubicBezTo>
                <a:cubicBezTo>
                  <a:pt x="16877" y="62493"/>
                  <a:pt x="15196" y="60813"/>
                  <a:pt x="15196" y="58748"/>
                </a:cubicBezTo>
                <a:cubicBezTo>
                  <a:pt x="15196" y="56672"/>
                  <a:pt x="16877" y="54992"/>
                  <a:pt x="18941" y="54992"/>
                </a:cubicBezTo>
                <a:close/>
                <a:moveTo>
                  <a:pt x="71459" y="65002"/>
                </a:moveTo>
                <a:cubicBezTo>
                  <a:pt x="73535" y="65002"/>
                  <a:pt x="75216" y="66681"/>
                  <a:pt x="75216" y="68746"/>
                </a:cubicBezTo>
                <a:cubicBezTo>
                  <a:pt x="75216" y="70822"/>
                  <a:pt x="73535" y="72503"/>
                  <a:pt x="71459" y="72503"/>
                </a:cubicBezTo>
                <a:cubicBezTo>
                  <a:pt x="69394" y="72503"/>
                  <a:pt x="67713" y="70822"/>
                  <a:pt x="67713" y="68746"/>
                </a:cubicBezTo>
                <a:cubicBezTo>
                  <a:pt x="67713" y="66681"/>
                  <a:pt x="69394" y="65002"/>
                  <a:pt x="71459" y="65002"/>
                </a:cubicBezTo>
                <a:close/>
                <a:moveTo>
                  <a:pt x="41449" y="74999"/>
                </a:moveTo>
                <a:cubicBezTo>
                  <a:pt x="43525" y="74999"/>
                  <a:pt x="45206" y="76679"/>
                  <a:pt x="45206" y="78744"/>
                </a:cubicBezTo>
                <a:cubicBezTo>
                  <a:pt x="45206" y="80821"/>
                  <a:pt x="43525" y="82501"/>
                  <a:pt x="41449" y="82501"/>
                </a:cubicBezTo>
                <a:cubicBezTo>
                  <a:pt x="39384" y="82501"/>
                  <a:pt x="37704" y="80821"/>
                  <a:pt x="37704" y="78744"/>
                </a:cubicBezTo>
                <a:cubicBezTo>
                  <a:pt x="37704" y="76679"/>
                  <a:pt x="39384" y="74999"/>
                  <a:pt x="41449" y="74999"/>
                </a:cubicBezTo>
                <a:close/>
                <a:moveTo>
                  <a:pt x="61460" y="80004"/>
                </a:moveTo>
                <a:cubicBezTo>
                  <a:pt x="63536" y="80004"/>
                  <a:pt x="65217" y="81684"/>
                  <a:pt x="65217" y="83749"/>
                </a:cubicBezTo>
                <a:cubicBezTo>
                  <a:pt x="65217" y="85825"/>
                  <a:pt x="63536" y="87505"/>
                  <a:pt x="61460" y="87505"/>
                </a:cubicBezTo>
                <a:cubicBezTo>
                  <a:pt x="59394" y="87505"/>
                  <a:pt x="57714" y="85825"/>
                  <a:pt x="57714" y="83749"/>
                </a:cubicBezTo>
                <a:cubicBezTo>
                  <a:pt x="57714" y="81684"/>
                  <a:pt x="59394" y="80004"/>
                  <a:pt x="61460" y="800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0" name="Белый — SVG 29">
            <a:extLst>
              <a:ext uri="{FF2B5EF4-FFF2-40B4-BE49-F238E27FC236}">
                <a16:creationId xmlns:a16="http://schemas.microsoft.com/office/drawing/2014/main" id="{EF59BD85-7BAE-0B46-B0E7-6EF8B226A36B}"/>
              </a:ext>
            </a:extLst>
          </p:cNvPr>
          <p:cNvSpPr>
            <a:spLocks noGrp="1"/>
          </p:cNvSpPr>
          <p:nvPr/>
        </p:nvSpPr>
        <p:spPr>
          <a:xfrm>
            <a:off x="6420000" y="5010000"/>
            <a:ext cx="220000" cy="220000"/>
          </a:xfrm>
          <a:custGeom>
            <a:avLst/>
            <a:gdLst>
              <a:gd name="csX0" fmla="*/ 46072 w 127600"/>
              <a:gd name="csY0" fmla="*/ 0 h 145308"/>
              <a:gd name="csX1" fmla="*/ 23036 w 127600"/>
              <a:gd name="csY1" fmla="*/ 23033 h 145308"/>
              <a:gd name="csX2" fmla="*/ 26728 w 127600"/>
              <a:gd name="csY2" fmla="*/ 35434 h 145308"/>
              <a:gd name="csX3" fmla="*/ 8864 w 127600"/>
              <a:gd name="csY3" fmla="*/ 35434 h 145308"/>
              <a:gd name="csX4" fmla="*/ 0 w 127600"/>
              <a:gd name="csY4" fmla="*/ 44297 h 145308"/>
              <a:gd name="csX5" fmla="*/ 0 w 127600"/>
              <a:gd name="csY5" fmla="*/ 65561 h 145308"/>
              <a:gd name="csX6" fmla="*/ 8864 w 127600"/>
              <a:gd name="csY6" fmla="*/ 74424 h 145308"/>
              <a:gd name="csX7" fmla="*/ 58475 w 127600"/>
              <a:gd name="csY7" fmla="*/ 74424 h 145308"/>
              <a:gd name="csX8" fmla="*/ 58475 w 127600"/>
              <a:gd name="csY8" fmla="*/ 35434 h 145308"/>
              <a:gd name="csX9" fmla="*/ 46072 w 127600"/>
              <a:gd name="csY9" fmla="*/ 35434 h 145308"/>
              <a:gd name="csX10" fmla="*/ 33670 w 127600"/>
              <a:gd name="csY10" fmla="*/ 23033 h 145308"/>
              <a:gd name="csX11" fmla="*/ 46072 w 127600"/>
              <a:gd name="csY11" fmla="*/ 10632 h 145308"/>
              <a:gd name="csX12" fmla="*/ 58475 w 127600"/>
              <a:gd name="csY12" fmla="*/ 23033 h 145308"/>
              <a:gd name="csX13" fmla="*/ 58475 w 127600"/>
              <a:gd name="csY13" fmla="*/ 35434 h 145308"/>
              <a:gd name="csX14" fmla="*/ 69108 w 127600"/>
              <a:gd name="csY14" fmla="*/ 35434 h 145308"/>
              <a:gd name="csX15" fmla="*/ 69108 w 127600"/>
              <a:gd name="csY15" fmla="*/ 23033 h 145308"/>
              <a:gd name="csX16" fmla="*/ 81528 w 127600"/>
              <a:gd name="csY16" fmla="*/ 10632 h 145308"/>
              <a:gd name="csX17" fmla="*/ 93931 w 127600"/>
              <a:gd name="csY17" fmla="*/ 23033 h 145308"/>
              <a:gd name="csX18" fmla="*/ 81528 w 127600"/>
              <a:gd name="csY18" fmla="*/ 35434 h 145308"/>
              <a:gd name="csX19" fmla="*/ 69108 w 127600"/>
              <a:gd name="csY19" fmla="*/ 35434 h 145308"/>
              <a:gd name="csX20" fmla="*/ 69108 w 127600"/>
              <a:gd name="csY20" fmla="*/ 74424 h 145308"/>
              <a:gd name="csX21" fmla="*/ 118737 w 127600"/>
              <a:gd name="csY21" fmla="*/ 74424 h 145308"/>
              <a:gd name="csX22" fmla="*/ 127601 w 127600"/>
              <a:gd name="csY22" fmla="*/ 65561 h 145308"/>
              <a:gd name="csX23" fmla="*/ 127601 w 127600"/>
              <a:gd name="csY23" fmla="*/ 44297 h 145308"/>
              <a:gd name="csX24" fmla="*/ 118737 w 127600"/>
              <a:gd name="csY24" fmla="*/ 35434 h 145308"/>
              <a:gd name="csX25" fmla="*/ 100873 w 127600"/>
              <a:gd name="csY25" fmla="*/ 35434 h 145308"/>
              <a:gd name="csX26" fmla="*/ 104564 w 127600"/>
              <a:gd name="csY26" fmla="*/ 23033 h 145308"/>
              <a:gd name="csX27" fmla="*/ 81528 w 127600"/>
              <a:gd name="csY27" fmla="*/ 0 h 145308"/>
              <a:gd name="csX28" fmla="*/ 63800 w 127600"/>
              <a:gd name="csY28" fmla="*/ 8914 h 145308"/>
              <a:gd name="csX29" fmla="*/ 46072 w 127600"/>
              <a:gd name="csY29" fmla="*/ 0 h 145308"/>
              <a:gd name="csX30" fmla="*/ 7095 w 127600"/>
              <a:gd name="csY30" fmla="*/ 85056 h 145308"/>
              <a:gd name="csX31" fmla="*/ 7095 w 127600"/>
              <a:gd name="csY31" fmla="*/ 122259 h 145308"/>
              <a:gd name="csX32" fmla="*/ 30131 w 127600"/>
              <a:gd name="csY32" fmla="*/ 145309 h 145308"/>
              <a:gd name="csX33" fmla="*/ 58475 w 127600"/>
              <a:gd name="csY33" fmla="*/ 145309 h 145308"/>
              <a:gd name="csX34" fmla="*/ 58475 w 127600"/>
              <a:gd name="csY34" fmla="*/ 85056 h 145308"/>
              <a:gd name="csX35" fmla="*/ 7095 w 127600"/>
              <a:gd name="csY35" fmla="*/ 85056 h 145308"/>
              <a:gd name="csX36" fmla="*/ 69108 w 127600"/>
              <a:gd name="csY36" fmla="*/ 85056 h 145308"/>
              <a:gd name="csX37" fmla="*/ 69108 w 127600"/>
              <a:gd name="csY37" fmla="*/ 145309 h 145308"/>
              <a:gd name="csX38" fmla="*/ 97470 w 127600"/>
              <a:gd name="csY38" fmla="*/ 145309 h 145308"/>
              <a:gd name="csX39" fmla="*/ 120506 w 127600"/>
              <a:gd name="csY39" fmla="*/ 122259 h 145308"/>
              <a:gd name="csX40" fmla="*/ 120506 w 127600"/>
              <a:gd name="csY40" fmla="*/ 85056 h 145308"/>
              <a:gd name="csX41" fmla="*/ 69108 w 127600"/>
              <a:gd name="csY41" fmla="*/ 85056 h 145308"/>
            </a:gdLst>
            <a:ahLst/>
            <a:cxnLst/>
            <a:rect l="l" t="t" r="r" b="b"/>
            <a:pathLst>
              <a:path w="100000" h="100000">
                <a:moveTo>
                  <a:pt x="37800" y="0"/>
                </a:moveTo>
                <a:cubicBezTo>
                  <a:pt x="29089" y="0"/>
                  <a:pt x="21946" y="7141"/>
                  <a:pt x="21946" y="15851"/>
                </a:cubicBezTo>
                <a:cubicBezTo>
                  <a:pt x="21946" y="18989"/>
                  <a:pt x="22895" y="21916"/>
                  <a:pt x="24487" y="24385"/>
                </a:cubicBezTo>
                <a:lnTo>
                  <a:pt x="12193" y="24385"/>
                </a:lnTo>
                <a:cubicBezTo>
                  <a:pt x="8821" y="24385"/>
                  <a:pt x="6093" y="27125"/>
                  <a:pt x="6093" y="30485"/>
                </a:cubicBezTo>
                <a:lnTo>
                  <a:pt x="6093" y="45119"/>
                </a:lnTo>
                <a:cubicBezTo>
                  <a:pt x="6093" y="48490"/>
                  <a:pt x="8821" y="51218"/>
                  <a:pt x="12193" y="51218"/>
                </a:cubicBezTo>
                <a:lnTo>
                  <a:pt x="46335" y="51218"/>
                </a:lnTo>
                <a:lnTo>
                  <a:pt x="46335" y="24385"/>
                </a:lnTo>
                <a:lnTo>
                  <a:pt x="37800" y="24385"/>
                </a:lnTo>
                <a:cubicBezTo>
                  <a:pt x="33046" y="24385"/>
                  <a:pt x="29265" y="20605"/>
                  <a:pt x="29265" y="15851"/>
                </a:cubicBezTo>
                <a:cubicBezTo>
                  <a:pt x="29265" y="11098"/>
                  <a:pt x="33046" y="7317"/>
                  <a:pt x="37800" y="7317"/>
                </a:cubicBezTo>
                <a:cubicBezTo>
                  <a:pt x="42565" y="7317"/>
                  <a:pt x="46335" y="11098"/>
                  <a:pt x="46335" y="15851"/>
                </a:cubicBezTo>
                <a:lnTo>
                  <a:pt x="46335" y="24385"/>
                </a:lnTo>
                <a:lnTo>
                  <a:pt x="53653" y="24385"/>
                </a:lnTo>
                <a:lnTo>
                  <a:pt x="53653" y="15851"/>
                </a:lnTo>
                <a:cubicBezTo>
                  <a:pt x="53653" y="11098"/>
                  <a:pt x="57435" y="7317"/>
                  <a:pt x="62200" y="7317"/>
                </a:cubicBezTo>
                <a:cubicBezTo>
                  <a:pt x="66954" y="7317"/>
                  <a:pt x="70736" y="11098"/>
                  <a:pt x="70736" y="15851"/>
                </a:cubicBezTo>
                <a:cubicBezTo>
                  <a:pt x="70736" y="20605"/>
                  <a:pt x="66954" y="24385"/>
                  <a:pt x="62200" y="24385"/>
                </a:cubicBezTo>
                <a:lnTo>
                  <a:pt x="53653" y="24385"/>
                </a:lnTo>
                <a:lnTo>
                  <a:pt x="53653" y="51218"/>
                </a:lnTo>
                <a:lnTo>
                  <a:pt x="87807" y="51218"/>
                </a:lnTo>
                <a:cubicBezTo>
                  <a:pt x="91179" y="51218"/>
                  <a:pt x="93907" y="48490"/>
                  <a:pt x="93907" y="45119"/>
                </a:cubicBezTo>
                <a:lnTo>
                  <a:pt x="93907" y="30485"/>
                </a:lnTo>
                <a:cubicBezTo>
                  <a:pt x="93907" y="27125"/>
                  <a:pt x="91179" y="24385"/>
                  <a:pt x="87807" y="24385"/>
                </a:cubicBezTo>
                <a:lnTo>
                  <a:pt x="75513" y="24385"/>
                </a:lnTo>
                <a:cubicBezTo>
                  <a:pt x="77105" y="21916"/>
                  <a:pt x="78054" y="18989"/>
                  <a:pt x="78054" y="15851"/>
                </a:cubicBezTo>
                <a:cubicBezTo>
                  <a:pt x="78054" y="7141"/>
                  <a:pt x="70911" y="0"/>
                  <a:pt x="62200" y="0"/>
                </a:cubicBezTo>
                <a:cubicBezTo>
                  <a:pt x="57201" y="0"/>
                  <a:pt x="52916" y="2493"/>
                  <a:pt x="50000" y="6135"/>
                </a:cubicBezTo>
                <a:cubicBezTo>
                  <a:pt x="47085" y="2493"/>
                  <a:pt x="42799" y="0"/>
                  <a:pt x="37800" y="0"/>
                </a:cubicBezTo>
                <a:close/>
                <a:moveTo>
                  <a:pt x="10976" y="58535"/>
                </a:moveTo>
                <a:lnTo>
                  <a:pt x="10976" y="84138"/>
                </a:lnTo>
                <a:cubicBezTo>
                  <a:pt x="10976" y="92871"/>
                  <a:pt x="18095" y="100001"/>
                  <a:pt x="26829" y="100001"/>
                </a:cubicBezTo>
                <a:lnTo>
                  <a:pt x="46335" y="100001"/>
                </a:lnTo>
                <a:lnTo>
                  <a:pt x="46335" y="58535"/>
                </a:lnTo>
                <a:lnTo>
                  <a:pt x="10976" y="58535"/>
                </a:lnTo>
                <a:close/>
                <a:moveTo>
                  <a:pt x="53653" y="58535"/>
                </a:moveTo>
                <a:lnTo>
                  <a:pt x="53653" y="100001"/>
                </a:lnTo>
                <a:lnTo>
                  <a:pt x="73171" y="100001"/>
                </a:lnTo>
                <a:cubicBezTo>
                  <a:pt x="81906" y="100001"/>
                  <a:pt x="89025" y="92871"/>
                  <a:pt x="89025" y="84138"/>
                </a:cubicBezTo>
                <a:lnTo>
                  <a:pt x="89025" y="58535"/>
                </a:lnTo>
                <a:lnTo>
                  <a:pt x="53653" y="5853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1" name="Белый — SVG 30">
            <a:extLst>
              <a:ext uri="{FF2B5EF4-FFF2-40B4-BE49-F238E27FC236}">
                <a16:creationId xmlns:a16="http://schemas.microsoft.com/office/drawing/2014/main" id="{10F7B6A3-EB44-3A4F-BF41-EA60B356B0AE}"/>
              </a:ext>
            </a:extLst>
          </p:cNvPr>
          <p:cNvSpPr>
            <a:spLocks noGrp="1"/>
          </p:cNvSpPr>
          <p:nvPr/>
        </p:nvSpPr>
        <p:spPr>
          <a:xfrm>
            <a:off x="7020000" y="5010000"/>
            <a:ext cx="220000" cy="220000"/>
          </a:xfrm>
          <a:custGeom>
            <a:avLst/>
            <a:gdLst>
              <a:gd name="csX0" fmla="*/ 47774 w 155961"/>
              <a:gd name="csY0" fmla="*/ 1 h 148933"/>
              <a:gd name="csX1" fmla="*/ 44031 w 155961"/>
              <a:gd name="csY1" fmla="*/ 1617 h 148933"/>
              <a:gd name="csX2" fmla="*/ 42534 w 155961"/>
              <a:gd name="csY2" fmla="*/ 5394 h 148933"/>
              <a:gd name="csX3" fmla="*/ 42534 w 155961"/>
              <a:gd name="csY3" fmla="*/ 17370 h 148933"/>
              <a:gd name="csX4" fmla="*/ 33891 w 155961"/>
              <a:gd name="csY4" fmla="*/ 8728 h 148933"/>
              <a:gd name="csX5" fmla="*/ 32155 w 155961"/>
              <a:gd name="csY5" fmla="*/ 7520 h 148933"/>
              <a:gd name="csX6" fmla="*/ 30114 w 155961"/>
              <a:gd name="csY6" fmla="*/ 7095 h 148933"/>
              <a:gd name="csX7" fmla="*/ 28038 w 155961"/>
              <a:gd name="csY7" fmla="*/ 7486 h 148933"/>
              <a:gd name="csX8" fmla="*/ 26286 w 155961"/>
              <a:gd name="csY8" fmla="*/ 8643 h 148933"/>
              <a:gd name="csX9" fmla="*/ 25129 w 155961"/>
              <a:gd name="csY9" fmla="*/ 10395 h 148933"/>
              <a:gd name="csX10" fmla="*/ 24738 w 155961"/>
              <a:gd name="csY10" fmla="*/ 12454 h 148933"/>
              <a:gd name="csX11" fmla="*/ 25163 w 155961"/>
              <a:gd name="csY11" fmla="*/ 14512 h 148933"/>
              <a:gd name="csX12" fmla="*/ 26371 w 155961"/>
              <a:gd name="csY12" fmla="*/ 16247 h 148933"/>
              <a:gd name="csX13" fmla="*/ 35014 w 155961"/>
              <a:gd name="csY13" fmla="*/ 24888 h 148933"/>
              <a:gd name="csX14" fmla="*/ 15942 w 155961"/>
              <a:gd name="csY14" fmla="*/ 24888 h 148933"/>
              <a:gd name="csX15" fmla="*/ 0 w 155961"/>
              <a:gd name="csY15" fmla="*/ 40828 h 148933"/>
              <a:gd name="csX16" fmla="*/ 0 w 155961"/>
              <a:gd name="csY16" fmla="*/ 132977 h 148933"/>
              <a:gd name="csX17" fmla="*/ 15942 w 155961"/>
              <a:gd name="csY17" fmla="*/ 148934 h 148933"/>
              <a:gd name="csX18" fmla="*/ 56059 w 155961"/>
              <a:gd name="csY18" fmla="*/ 148934 h 148933"/>
              <a:gd name="csX19" fmla="*/ 49628 w 155961"/>
              <a:gd name="csY19" fmla="*/ 132977 h 148933"/>
              <a:gd name="csX20" fmla="*/ 49628 w 155961"/>
              <a:gd name="csY20" fmla="*/ 93988 h 148933"/>
              <a:gd name="csX21" fmla="*/ 69143 w 155961"/>
              <a:gd name="csY21" fmla="*/ 71261 h 148933"/>
              <a:gd name="csX22" fmla="*/ 69108 w 155961"/>
              <a:gd name="csY22" fmla="*/ 70955 h 148933"/>
              <a:gd name="csX23" fmla="*/ 93931 w 155961"/>
              <a:gd name="csY23" fmla="*/ 46152 h 148933"/>
              <a:gd name="csX24" fmla="*/ 95700 w 155961"/>
              <a:gd name="csY24" fmla="*/ 46237 h 148933"/>
              <a:gd name="csX25" fmla="*/ 95700 w 155961"/>
              <a:gd name="csY25" fmla="*/ 40828 h 148933"/>
              <a:gd name="csX26" fmla="*/ 79742 w 155961"/>
              <a:gd name="csY26" fmla="*/ 24888 h 148933"/>
              <a:gd name="csX27" fmla="*/ 60687 w 155961"/>
              <a:gd name="csY27" fmla="*/ 24888 h 148933"/>
              <a:gd name="csX28" fmla="*/ 69330 w 155961"/>
              <a:gd name="csY28" fmla="*/ 16247 h 148933"/>
              <a:gd name="csX29" fmla="*/ 70538 w 155961"/>
              <a:gd name="csY29" fmla="*/ 14512 h 148933"/>
              <a:gd name="csX30" fmla="*/ 70963 w 155961"/>
              <a:gd name="csY30" fmla="*/ 12454 h 148933"/>
              <a:gd name="csX31" fmla="*/ 70572 w 155961"/>
              <a:gd name="csY31" fmla="*/ 10395 h 148933"/>
              <a:gd name="csX32" fmla="*/ 69415 w 155961"/>
              <a:gd name="csY32" fmla="*/ 8643 h 148933"/>
              <a:gd name="csX33" fmla="*/ 67662 w 155961"/>
              <a:gd name="csY33" fmla="*/ 7486 h 148933"/>
              <a:gd name="csX34" fmla="*/ 65587 w 155961"/>
              <a:gd name="csY34" fmla="*/ 7095 h 148933"/>
              <a:gd name="csX35" fmla="*/ 63545 w 155961"/>
              <a:gd name="csY35" fmla="*/ 7520 h 148933"/>
              <a:gd name="csX36" fmla="*/ 61810 w 155961"/>
              <a:gd name="csY36" fmla="*/ 8728 h 148933"/>
              <a:gd name="csX37" fmla="*/ 53167 w 155961"/>
              <a:gd name="csY37" fmla="*/ 17370 h 148933"/>
              <a:gd name="csX38" fmla="*/ 53167 w 155961"/>
              <a:gd name="csY38" fmla="*/ 5394 h 148933"/>
              <a:gd name="csX39" fmla="*/ 52776 w 155961"/>
              <a:gd name="csY39" fmla="*/ 3319 h 148933"/>
              <a:gd name="csX40" fmla="*/ 51602 w 155961"/>
              <a:gd name="csY40" fmla="*/ 1549 h 148933"/>
              <a:gd name="csX41" fmla="*/ 49849 w 155961"/>
              <a:gd name="csY41" fmla="*/ 393 h 148933"/>
              <a:gd name="csX42" fmla="*/ 47774 w 155961"/>
              <a:gd name="csY42" fmla="*/ 1 h 148933"/>
              <a:gd name="csX43" fmla="*/ 93931 w 155961"/>
              <a:gd name="csY43" fmla="*/ 53246 h 148933"/>
              <a:gd name="csX44" fmla="*/ 76203 w 155961"/>
              <a:gd name="csY44" fmla="*/ 70955 h 148933"/>
              <a:gd name="csX45" fmla="*/ 77785 w 155961"/>
              <a:gd name="csY45" fmla="*/ 78150 h 148933"/>
              <a:gd name="csX46" fmla="*/ 72766 w 155961"/>
              <a:gd name="csY46" fmla="*/ 78150 h 148933"/>
              <a:gd name="csX47" fmla="*/ 56706 w 155961"/>
              <a:gd name="csY47" fmla="*/ 94209 h 148933"/>
              <a:gd name="csX48" fmla="*/ 56706 w 155961"/>
              <a:gd name="csY48" fmla="*/ 108226 h 148933"/>
              <a:gd name="csX49" fmla="*/ 100907 w 155961"/>
              <a:gd name="csY49" fmla="*/ 108226 h 148933"/>
              <a:gd name="csX50" fmla="*/ 100907 w 155961"/>
              <a:gd name="csY50" fmla="*/ 78150 h 148933"/>
              <a:gd name="csX51" fmla="*/ 93931 w 155961"/>
              <a:gd name="csY51" fmla="*/ 78150 h 148933"/>
              <a:gd name="csX52" fmla="*/ 93931 w 155961"/>
              <a:gd name="csY52" fmla="*/ 78048 h 148933"/>
              <a:gd name="csX53" fmla="*/ 86837 w 155961"/>
              <a:gd name="csY53" fmla="*/ 70955 h 148933"/>
              <a:gd name="csX54" fmla="*/ 93931 w 155961"/>
              <a:gd name="csY54" fmla="*/ 63878 h 148933"/>
              <a:gd name="csX55" fmla="*/ 101009 w 155961"/>
              <a:gd name="csY55" fmla="*/ 70955 h 148933"/>
              <a:gd name="csX56" fmla="*/ 101009 w 155961"/>
              <a:gd name="csY56" fmla="*/ 78048 h 148933"/>
              <a:gd name="csX57" fmla="*/ 111642 w 155961"/>
              <a:gd name="csY57" fmla="*/ 78048 h 148933"/>
              <a:gd name="csX58" fmla="*/ 111642 w 155961"/>
              <a:gd name="csY58" fmla="*/ 70955 h 148933"/>
              <a:gd name="csX59" fmla="*/ 118737 w 155961"/>
              <a:gd name="csY59" fmla="*/ 63878 h 148933"/>
              <a:gd name="csX60" fmla="*/ 125831 w 155961"/>
              <a:gd name="csY60" fmla="*/ 70955 h 148933"/>
              <a:gd name="csX61" fmla="*/ 118737 w 155961"/>
              <a:gd name="csY61" fmla="*/ 78048 h 148933"/>
              <a:gd name="csX62" fmla="*/ 118737 w 155961"/>
              <a:gd name="csY62" fmla="*/ 78150 h 148933"/>
              <a:gd name="csX63" fmla="*/ 111540 w 155961"/>
              <a:gd name="csY63" fmla="*/ 78150 h 148933"/>
              <a:gd name="csX64" fmla="*/ 111540 w 155961"/>
              <a:gd name="csY64" fmla="*/ 108226 h 148933"/>
              <a:gd name="csX65" fmla="*/ 155962 w 155961"/>
              <a:gd name="csY65" fmla="*/ 108226 h 148933"/>
              <a:gd name="csX66" fmla="*/ 155962 w 155961"/>
              <a:gd name="csY66" fmla="*/ 94209 h 148933"/>
              <a:gd name="csX67" fmla="*/ 139901 w 155961"/>
              <a:gd name="csY67" fmla="*/ 78150 h 148933"/>
              <a:gd name="csX68" fmla="*/ 134882 w 155961"/>
              <a:gd name="csY68" fmla="*/ 78150 h 148933"/>
              <a:gd name="csX69" fmla="*/ 136464 w 155961"/>
              <a:gd name="csY69" fmla="*/ 70955 h 148933"/>
              <a:gd name="csX70" fmla="*/ 118737 w 155961"/>
              <a:gd name="csY70" fmla="*/ 53246 h 148933"/>
              <a:gd name="csX71" fmla="*/ 106334 w 155961"/>
              <a:gd name="csY71" fmla="*/ 58384 h 148933"/>
              <a:gd name="csX72" fmla="*/ 93931 w 155961"/>
              <a:gd name="csY72" fmla="*/ 53246 h 148933"/>
              <a:gd name="csX73" fmla="*/ 56706 w 155961"/>
              <a:gd name="csY73" fmla="*/ 118858 h 148933"/>
              <a:gd name="csX74" fmla="*/ 56706 w 155961"/>
              <a:gd name="csY74" fmla="*/ 132875 h 148933"/>
              <a:gd name="csX75" fmla="*/ 72766 w 155961"/>
              <a:gd name="csY75" fmla="*/ 148934 h 148933"/>
              <a:gd name="csX76" fmla="*/ 100907 w 155961"/>
              <a:gd name="csY76" fmla="*/ 148934 h 148933"/>
              <a:gd name="csX77" fmla="*/ 100907 w 155961"/>
              <a:gd name="csY77" fmla="*/ 118858 h 148933"/>
              <a:gd name="csX78" fmla="*/ 56706 w 155961"/>
              <a:gd name="csY78" fmla="*/ 118858 h 148933"/>
              <a:gd name="csX79" fmla="*/ 111540 w 155961"/>
              <a:gd name="csY79" fmla="*/ 118858 h 148933"/>
              <a:gd name="csX80" fmla="*/ 111540 w 155961"/>
              <a:gd name="csY80" fmla="*/ 148934 h 148933"/>
              <a:gd name="csX81" fmla="*/ 139901 w 155961"/>
              <a:gd name="csY81" fmla="*/ 148934 h 148933"/>
              <a:gd name="csX82" fmla="*/ 155962 w 155961"/>
              <a:gd name="csY82" fmla="*/ 132875 h 148933"/>
              <a:gd name="csX83" fmla="*/ 155962 w 155961"/>
              <a:gd name="csY83" fmla="*/ 118858 h 148933"/>
              <a:gd name="csX84" fmla="*/ 111540 w 155961"/>
              <a:gd name="csY84" fmla="*/ 118858 h 148933"/>
            </a:gdLst>
            <a:ahLst/>
            <a:cxnLst/>
            <a:rect l="l" t="t" r="r" b="b"/>
            <a:pathLst>
              <a:path w="100000" h="100000">
                <a:moveTo>
                  <a:pt x="30632" y="2254"/>
                </a:moveTo>
                <a:cubicBezTo>
                  <a:pt x="29727" y="2265"/>
                  <a:pt x="28864" y="2636"/>
                  <a:pt x="28232" y="3290"/>
                </a:cubicBezTo>
                <a:cubicBezTo>
                  <a:pt x="27610" y="3934"/>
                  <a:pt x="27261" y="4806"/>
                  <a:pt x="27272" y="5712"/>
                </a:cubicBezTo>
                <a:lnTo>
                  <a:pt x="27272" y="13391"/>
                </a:lnTo>
                <a:lnTo>
                  <a:pt x="21730" y="7849"/>
                </a:lnTo>
                <a:cubicBezTo>
                  <a:pt x="21414" y="7522"/>
                  <a:pt x="21032" y="7261"/>
                  <a:pt x="20617" y="7075"/>
                </a:cubicBezTo>
                <a:cubicBezTo>
                  <a:pt x="20203" y="6900"/>
                  <a:pt x="19756" y="6802"/>
                  <a:pt x="19309" y="6802"/>
                </a:cubicBezTo>
                <a:cubicBezTo>
                  <a:pt x="18850" y="6791"/>
                  <a:pt x="18403" y="6879"/>
                  <a:pt x="17978" y="7053"/>
                </a:cubicBezTo>
                <a:cubicBezTo>
                  <a:pt x="17563" y="7228"/>
                  <a:pt x="17181" y="7479"/>
                  <a:pt x="16854" y="7795"/>
                </a:cubicBezTo>
                <a:cubicBezTo>
                  <a:pt x="16537" y="8122"/>
                  <a:pt x="16287" y="8504"/>
                  <a:pt x="16112" y="8918"/>
                </a:cubicBezTo>
                <a:cubicBezTo>
                  <a:pt x="15938" y="9344"/>
                  <a:pt x="15851" y="9791"/>
                  <a:pt x="15862" y="10238"/>
                </a:cubicBezTo>
                <a:cubicBezTo>
                  <a:pt x="15862" y="10696"/>
                  <a:pt x="15960" y="11143"/>
                  <a:pt x="16134" y="11558"/>
                </a:cubicBezTo>
                <a:cubicBezTo>
                  <a:pt x="16319" y="11972"/>
                  <a:pt x="16581" y="12354"/>
                  <a:pt x="16909" y="12670"/>
                </a:cubicBezTo>
                <a:lnTo>
                  <a:pt x="22450" y="18211"/>
                </a:lnTo>
                <a:lnTo>
                  <a:pt x="10222" y="18211"/>
                </a:lnTo>
                <a:cubicBezTo>
                  <a:pt x="4593" y="18211"/>
                  <a:pt x="0" y="22792"/>
                  <a:pt x="0" y="28431"/>
                </a:cubicBezTo>
                <a:lnTo>
                  <a:pt x="0" y="87516"/>
                </a:lnTo>
                <a:cubicBezTo>
                  <a:pt x="0" y="93155"/>
                  <a:pt x="4593" y="97748"/>
                  <a:pt x="10222" y="97748"/>
                </a:cubicBezTo>
                <a:lnTo>
                  <a:pt x="35944" y="97748"/>
                </a:lnTo>
                <a:cubicBezTo>
                  <a:pt x="33392" y="95086"/>
                  <a:pt x="31821" y="91486"/>
                  <a:pt x="31821" y="87516"/>
                </a:cubicBezTo>
                <a:lnTo>
                  <a:pt x="31821" y="62517"/>
                </a:lnTo>
                <a:cubicBezTo>
                  <a:pt x="31821" y="55132"/>
                  <a:pt x="37254" y="49024"/>
                  <a:pt x="44334" y="47945"/>
                </a:cubicBezTo>
                <a:cubicBezTo>
                  <a:pt x="44334" y="47879"/>
                  <a:pt x="44311" y="47814"/>
                  <a:pt x="44311" y="47748"/>
                </a:cubicBezTo>
                <a:cubicBezTo>
                  <a:pt x="44311" y="38968"/>
                  <a:pt x="51435" y="31845"/>
                  <a:pt x="60227" y="31845"/>
                </a:cubicBezTo>
                <a:cubicBezTo>
                  <a:pt x="60609" y="31845"/>
                  <a:pt x="60980" y="31878"/>
                  <a:pt x="61361" y="31900"/>
                </a:cubicBezTo>
                <a:lnTo>
                  <a:pt x="61361" y="28431"/>
                </a:lnTo>
                <a:cubicBezTo>
                  <a:pt x="61361" y="22792"/>
                  <a:pt x="56769" y="18211"/>
                  <a:pt x="51129" y="18211"/>
                </a:cubicBezTo>
                <a:lnTo>
                  <a:pt x="38912" y="18211"/>
                </a:lnTo>
                <a:lnTo>
                  <a:pt x="44453" y="12670"/>
                </a:lnTo>
                <a:cubicBezTo>
                  <a:pt x="44780" y="12354"/>
                  <a:pt x="45042" y="11972"/>
                  <a:pt x="45228" y="11558"/>
                </a:cubicBezTo>
                <a:cubicBezTo>
                  <a:pt x="45402" y="11143"/>
                  <a:pt x="45500" y="10696"/>
                  <a:pt x="45500" y="10238"/>
                </a:cubicBezTo>
                <a:cubicBezTo>
                  <a:pt x="45511" y="9791"/>
                  <a:pt x="45424" y="9344"/>
                  <a:pt x="45250" y="8918"/>
                </a:cubicBezTo>
                <a:cubicBezTo>
                  <a:pt x="45075" y="8504"/>
                  <a:pt x="44824" y="8122"/>
                  <a:pt x="44508" y="7795"/>
                </a:cubicBezTo>
                <a:cubicBezTo>
                  <a:pt x="44180" y="7479"/>
                  <a:pt x="43799" y="7228"/>
                  <a:pt x="43384" y="7053"/>
                </a:cubicBezTo>
                <a:cubicBezTo>
                  <a:pt x="42959" y="6879"/>
                  <a:pt x="42511" y="6791"/>
                  <a:pt x="42053" y="6802"/>
                </a:cubicBezTo>
                <a:cubicBezTo>
                  <a:pt x="41606" y="6802"/>
                  <a:pt x="41159" y="6900"/>
                  <a:pt x="40744" y="7075"/>
                </a:cubicBezTo>
                <a:cubicBezTo>
                  <a:pt x="40330" y="7261"/>
                  <a:pt x="39948" y="7522"/>
                  <a:pt x="39632" y="7849"/>
                </a:cubicBezTo>
                <a:lnTo>
                  <a:pt x="34090" y="13391"/>
                </a:lnTo>
                <a:lnTo>
                  <a:pt x="34090" y="5712"/>
                </a:lnTo>
                <a:cubicBezTo>
                  <a:pt x="34101" y="5253"/>
                  <a:pt x="34014" y="4806"/>
                  <a:pt x="33839" y="4381"/>
                </a:cubicBezTo>
                <a:cubicBezTo>
                  <a:pt x="33664" y="3955"/>
                  <a:pt x="33413" y="3574"/>
                  <a:pt x="33086" y="3246"/>
                </a:cubicBezTo>
                <a:cubicBezTo>
                  <a:pt x="32770" y="2930"/>
                  <a:pt x="32388" y="2680"/>
                  <a:pt x="31962" y="2505"/>
                </a:cubicBezTo>
                <a:cubicBezTo>
                  <a:pt x="31537" y="2331"/>
                  <a:pt x="31079" y="2243"/>
                  <a:pt x="30632" y="2254"/>
                </a:cubicBezTo>
                <a:close/>
                <a:moveTo>
                  <a:pt x="60227" y="36394"/>
                </a:moveTo>
                <a:cubicBezTo>
                  <a:pt x="53987" y="36394"/>
                  <a:pt x="48860" y="41520"/>
                  <a:pt x="48860" y="47748"/>
                </a:cubicBezTo>
                <a:cubicBezTo>
                  <a:pt x="48860" y="49395"/>
                  <a:pt x="49232" y="50944"/>
                  <a:pt x="49875" y="52362"/>
                </a:cubicBezTo>
                <a:lnTo>
                  <a:pt x="46657" y="52362"/>
                </a:lnTo>
                <a:cubicBezTo>
                  <a:pt x="40984" y="52362"/>
                  <a:pt x="36359" y="56987"/>
                  <a:pt x="36359" y="62659"/>
                </a:cubicBezTo>
                <a:lnTo>
                  <a:pt x="36359" y="71646"/>
                </a:lnTo>
                <a:lnTo>
                  <a:pt x="64700" y="71646"/>
                </a:lnTo>
                <a:lnTo>
                  <a:pt x="64700" y="52362"/>
                </a:lnTo>
                <a:lnTo>
                  <a:pt x="60227" y="52362"/>
                </a:lnTo>
                <a:lnTo>
                  <a:pt x="60227" y="52296"/>
                </a:lnTo>
                <a:cubicBezTo>
                  <a:pt x="57675" y="52296"/>
                  <a:pt x="55679" y="50300"/>
                  <a:pt x="55679" y="47748"/>
                </a:cubicBezTo>
                <a:cubicBezTo>
                  <a:pt x="55679" y="45196"/>
                  <a:pt x="57675" y="43211"/>
                  <a:pt x="60227" y="43211"/>
                </a:cubicBezTo>
                <a:cubicBezTo>
                  <a:pt x="62780" y="43211"/>
                  <a:pt x="64766" y="45196"/>
                  <a:pt x="64766" y="47748"/>
                </a:cubicBezTo>
                <a:lnTo>
                  <a:pt x="64766" y="52296"/>
                </a:lnTo>
                <a:lnTo>
                  <a:pt x="71583" y="52296"/>
                </a:lnTo>
                <a:lnTo>
                  <a:pt x="71583" y="47748"/>
                </a:lnTo>
                <a:cubicBezTo>
                  <a:pt x="71583" y="45196"/>
                  <a:pt x="73579" y="43211"/>
                  <a:pt x="76132" y="43211"/>
                </a:cubicBezTo>
                <a:cubicBezTo>
                  <a:pt x="78685" y="43211"/>
                  <a:pt x="80681" y="45196"/>
                  <a:pt x="80681" y="47748"/>
                </a:cubicBezTo>
                <a:cubicBezTo>
                  <a:pt x="80681" y="50300"/>
                  <a:pt x="78685" y="52296"/>
                  <a:pt x="76132" y="52296"/>
                </a:cubicBezTo>
                <a:lnTo>
                  <a:pt x="76132" y="52362"/>
                </a:lnTo>
                <a:lnTo>
                  <a:pt x="71518" y="52362"/>
                </a:lnTo>
                <a:lnTo>
                  <a:pt x="71518" y="71646"/>
                </a:lnTo>
                <a:lnTo>
                  <a:pt x="100001" y="71646"/>
                </a:lnTo>
                <a:lnTo>
                  <a:pt x="100001" y="62659"/>
                </a:lnTo>
                <a:cubicBezTo>
                  <a:pt x="100001" y="56987"/>
                  <a:pt x="95375" y="52362"/>
                  <a:pt x="89703" y="52362"/>
                </a:cubicBezTo>
                <a:lnTo>
                  <a:pt x="86484" y="52362"/>
                </a:lnTo>
                <a:cubicBezTo>
                  <a:pt x="87128" y="50955"/>
                  <a:pt x="87499" y="49395"/>
                  <a:pt x="87499" y="47748"/>
                </a:cubicBezTo>
                <a:cubicBezTo>
                  <a:pt x="87499" y="41520"/>
                  <a:pt x="82372" y="36394"/>
                  <a:pt x="76132" y="36394"/>
                </a:cubicBezTo>
                <a:cubicBezTo>
                  <a:pt x="73045" y="36394"/>
                  <a:pt x="70241" y="37659"/>
                  <a:pt x="68180" y="39688"/>
                </a:cubicBezTo>
                <a:cubicBezTo>
                  <a:pt x="66118" y="37659"/>
                  <a:pt x="63315" y="36394"/>
                  <a:pt x="60227" y="36394"/>
                </a:cubicBezTo>
                <a:close/>
                <a:moveTo>
                  <a:pt x="36359" y="78463"/>
                </a:moveTo>
                <a:lnTo>
                  <a:pt x="36359" y="87451"/>
                </a:lnTo>
                <a:cubicBezTo>
                  <a:pt x="36359" y="93123"/>
                  <a:pt x="40984" y="97748"/>
                  <a:pt x="46657" y="97748"/>
                </a:cubicBezTo>
                <a:lnTo>
                  <a:pt x="64700" y="97748"/>
                </a:lnTo>
                <a:lnTo>
                  <a:pt x="64700" y="78463"/>
                </a:lnTo>
                <a:lnTo>
                  <a:pt x="36359" y="78463"/>
                </a:lnTo>
                <a:close/>
                <a:moveTo>
                  <a:pt x="71518" y="78463"/>
                </a:moveTo>
                <a:lnTo>
                  <a:pt x="71518" y="97748"/>
                </a:lnTo>
                <a:lnTo>
                  <a:pt x="89703" y="97748"/>
                </a:lnTo>
                <a:cubicBezTo>
                  <a:pt x="95375" y="97748"/>
                  <a:pt x="100001" y="93123"/>
                  <a:pt x="100001" y="87451"/>
                </a:cubicBezTo>
                <a:lnTo>
                  <a:pt x="100001" y="78463"/>
                </a:lnTo>
                <a:lnTo>
                  <a:pt x="71518" y="7846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2" name="Белый — SVG 31">
            <a:extLst>
              <a:ext uri="{FF2B5EF4-FFF2-40B4-BE49-F238E27FC236}">
                <a16:creationId xmlns:a16="http://schemas.microsoft.com/office/drawing/2014/main" id="{619C732B-2DC5-A648-B943-3FDB871504D1}"/>
              </a:ext>
            </a:extLst>
          </p:cNvPr>
          <p:cNvSpPr>
            <a:spLocks noGrp="1"/>
          </p:cNvSpPr>
          <p:nvPr/>
        </p:nvSpPr>
        <p:spPr>
          <a:xfrm>
            <a:off x="7620000" y="5010000"/>
            <a:ext cx="220000" cy="220000"/>
          </a:xfrm>
          <a:custGeom>
            <a:avLst/>
            <a:gdLst>
              <a:gd name="csX0" fmla="*/ 125421 w 127607"/>
              <a:gd name="csY0" fmla="*/ 49128 h 148847"/>
              <a:gd name="csX1" fmla="*/ 108884 w 127607"/>
              <a:gd name="csY1" fmla="*/ 43276 h 148847"/>
              <a:gd name="csX2" fmla="*/ 90798 w 127607"/>
              <a:gd name="csY2" fmla="*/ 48839 h 148847"/>
              <a:gd name="csX3" fmla="*/ 95698 w 127607"/>
              <a:gd name="csY3" fmla="*/ 31896 h 148847"/>
              <a:gd name="csX4" fmla="*/ 63798 w 127607"/>
              <a:gd name="csY4" fmla="*/ 0 h 148847"/>
              <a:gd name="csX5" fmla="*/ 31898 w 127607"/>
              <a:gd name="csY5" fmla="*/ 31896 h 148847"/>
              <a:gd name="csX6" fmla="*/ 36798 w 127607"/>
              <a:gd name="csY6" fmla="*/ 48839 h 148847"/>
              <a:gd name="csX7" fmla="*/ 18713 w 127607"/>
              <a:gd name="csY7" fmla="*/ 43259 h 148847"/>
              <a:gd name="csX8" fmla="*/ 2176 w 127607"/>
              <a:gd name="csY8" fmla="*/ 49128 h 148847"/>
              <a:gd name="csX9" fmla="*/ 8658 w 127607"/>
              <a:gd name="csY9" fmla="*/ 69763 h 148847"/>
              <a:gd name="csX10" fmla="*/ 27577 w 127607"/>
              <a:gd name="csY10" fmla="*/ 77758 h 148847"/>
              <a:gd name="csX11" fmla="*/ 31898 w 127607"/>
              <a:gd name="csY11" fmla="*/ 84290 h 148847"/>
              <a:gd name="csX12" fmla="*/ 31898 w 127607"/>
              <a:gd name="csY12" fmla="*/ 86740 h 148847"/>
              <a:gd name="csX13" fmla="*/ 29567 w 127607"/>
              <a:gd name="csY13" fmla="*/ 95534 h 148847"/>
              <a:gd name="csX14" fmla="*/ 13132 w 127607"/>
              <a:gd name="csY14" fmla="*/ 124300 h 148847"/>
              <a:gd name="csX15" fmla="*/ 17114 w 127607"/>
              <a:gd name="csY15" fmla="*/ 145734 h 148847"/>
              <a:gd name="csX16" fmla="*/ 26573 w 127607"/>
              <a:gd name="csY16" fmla="*/ 148847 h 148847"/>
              <a:gd name="csX17" fmla="*/ 39282 w 127607"/>
              <a:gd name="csY17" fmla="*/ 142570 h 148847"/>
              <a:gd name="csX18" fmla="*/ 60089 w 127607"/>
              <a:gd name="csY18" fmla="*/ 115250 h 148847"/>
              <a:gd name="csX19" fmla="*/ 63798 w 127607"/>
              <a:gd name="csY19" fmla="*/ 113413 h 148847"/>
              <a:gd name="csX20" fmla="*/ 67507 w 127607"/>
              <a:gd name="csY20" fmla="*/ 115250 h 148847"/>
              <a:gd name="csX21" fmla="*/ 88332 w 127607"/>
              <a:gd name="csY21" fmla="*/ 142570 h 148847"/>
              <a:gd name="csX22" fmla="*/ 101024 w 127607"/>
              <a:gd name="csY22" fmla="*/ 148847 h 148847"/>
              <a:gd name="csX23" fmla="*/ 110500 w 127607"/>
              <a:gd name="csY23" fmla="*/ 145734 h 148847"/>
              <a:gd name="csX24" fmla="*/ 114481 w 127607"/>
              <a:gd name="csY24" fmla="*/ 124300 h 148847"/>
              <a:gd name="csX25" fmla="*/ 98046 w 127607"/>
              <a:gd name="csY25" fmla="*/ 95534 h 148847"/>
              <a:gd name="csX26" fmla="*/ 95698 w 127607"/>
              <a:gd name="csY26" fmla="*/ 86740 h 148847"/>
              <a:gd name="csX27" fmla="*/ 95698 w 127607"/>
              <a:gd name="csY27" fmla="*/ 84290 h 148847"/>
              <a:gd name="csX28" fmla="*/ 100037 w 127607"/>
              <a:gd name="csY28" fmla="*/ 77758 h 148847"/>
              <a:gd name="csX29" fmla="*/ 118956 w 127607"/>
              <a:gd name="csY29" fmla="*/ 69763 h 148847"/>
              <a:gd name="csX30" fmla="*/ 125421 w 127607"/>
              <a:gd name="csY30" fmla="*/ 49128 h 148847"/>
              <a:gd name="csX31" fmla="*/ 49626 w 127607"/>
              <a:gd name="csY31" fmla="*/ 30127 h 148847"/>
              <a:gd name="csX32" fmla="*/ 54934 w 127607"/>
              <a:gd name="csY32" fmla="*/ 24802 h 148847"/>
              <a:gd name="csX33" fmla="*/ 60259 w 127607"/>
              <a:gd name="csY33" fmla="*/ 30127 h 148847"/>
              <a:gd name="csX34" fmla="*/ 54934 w 127607"/>
              <a:gd name="csY34" fmla="*/ 35434 h 148847"/>
              <a:gd name="csX35" fmla="*/ 49626 w 127607"/>
              <a:gd name="csY35" fmla="*/ 30127 h 148847"/>
              <a:gd name="csX36" fmla="*/ 63798 w 127607"/>
              <a:gd name="csY36" fmla="*/ 95687 h 148847"/>
              <a:gd name="csX37" fmla="*/ 58490 w 127607"/>
              <a:gd name="csY37" fmla="*/ 90363 h 148847"/>
              <a:gd name="csX38" fmla="*/ 63798 w 127607"/>
              <a:gd name="csY38" fmla="*/ 85056 h 148847"/>
              <a:gd name="csX39" fmla="*/ 69123 w 127607"/>
              <a:gd name="csY39" fmla="*/ 90363 h 148847"/>
              <a:gd name="csX40" fmla="*/ 63798 w 127607"/>
              <a:gd name="csY40" fmla="*/ 95687 h 148847"/>
              <a:gd name="csX41" fmla="*/ 63798 w 127607"/>
              <a:gd name="csY41" fmla="*/ 77962 h 148847"/>
              <a:gd name="csX42" fmla="*/ 58490 w 127607"/>
              <a:gd name="csY42" fmla="*/ 72654 h 148847"/>
              <a:gd name="csX43" fmla="*/ 63798 w 127607"/>
              <a:gd name="csY43" fmla="*/ 67330 h 148847"/>
              <a:gd name="csX44" fmla="*/ 69123 w 127607"/>
              <a:gd name="csY44" fmla="*/ 72654 h 148847"/>
              <a:gd name="csX45" fmla="*/ 63798 w 127607"/>
              <a:gd name="csY45" fmla="*/ 77962 h 148847"/>
              <a:gd name="csX46" fmla="*/ 74057 w 127607"/>
              <a:gd name="csY46" fmla="*/ 47648 h 148847"/>
              <a:gd name="csX47" fmla="*/ 63798 w 127607"/>
              <a:gd name="csY47" fmla="*/ 53160 h 148847"/>
              <a:gd name="csX48" fmla="*/ 53539 w 127607"/>
              <a:gd name="csY48" fmla="*/ 47648 h 148847"/>
              <a:gd name="csX49" fmla="*/ 55121 w 127607"/>
              <a:gd name="csY49" fmla="*/ 42902 h 148847"/>
              <a:gd name="csX50" fmla="*/ 59834 w 127607"/>
              <a:gd name="csY50" fmla="*/ 44399 h 148847"/>
              <a:gd name="csX51" fmla="*/ 63798 w 127607"/>
              <a:gd name="csY51" fmla="*/ 46066 h 148847"/>
              <a:gd name="csX52" fmla="*/ 67779 w 127607"/>
              <a:gd name="csY52" fmla="*/ 44382 h 148847"/>
              <a:gd name="csX53" fmla="*/ 72560 w 127607"/>
              <a:gd name="csY53" fmla="*/ 43021 h 148847"/>
              <a:gd name="csX54" fmla="*/ 74057 w 127607"/>
              <a:gd name="csY54" fmla="*/ 47648 h 148847"/>
              <a:gd name="csX55" fmla="*/ 72662 w 127607"/>
              <a:gd name="csY55" fmla="*/ 35434 h 148847"/>
              <a:gd name="csX56" fmla="*/ 67354 w 127607"/>
              <a:gd name="csY56" fmla="*/ 30127 h 148847"/>
              <a:gd name="csX57" fmla="*/ 72662 w 127607"/>
              <a:gd name="csY57" fmla="*/ 24802 h 148847"/>
              <a:gd name="csX58" fmla="*/ 77987 w 127607"/>
              <a:gd name="csY58" fmla="*/ 30127 h 148847"/>
              <a:gd name="csX59" fmla="*/ 72662 w 127607"/>
              <a:gd name="csY59" fmla="*/ 35434 h 148847"/>
            </a:gdLst>
            <a:ahLst/>
            <a:cxnLst/>
            <a:rect l="l" t="t" r="r" b="b"/>
            <a:pathLst>
              <a:path w="100000" h="100000">
                <a:moveTo>
                  <a:pt x="91397" y="33006"/>
                </a:moveTo>
                <a:cubicBezTo>
                  <a:pt x="89110" y="29303"/>
                  <a:pt x="84459" y="27783"/>
                  <a:pt x="80286" y="29074"/>
                </a:cubicBezTo>
                <a:lnTo>
                  <a:pt x="68136" y="32812"/>
                </a:lnTo>
                <a:cubicBezTo>
                  <a:pt x="70216" y="29509"/>
                  <a:pt x="71428" y="25612"/>
                  <a:pt x="71428" y="21429"/>
                </a:cubicBezTo>
                <a:cubicBezTo>
                  <a:pt x="71428" y="9588"/>
                  <a:pt x="61838" y="0"/>
                  <a:pt x="49996" y="0"/>
                </a:cubicBezTo>
                <a:cubicBezTo>
                  <a:pt x="38166" y="0"/>
                  <a:pt x="28565" y="9588"/>
                  <a:pt x="28565" y="21429"/>
                </a:cubicBezTo>
                <a:cubicBezTo>
                  <a:pt x="28565" y="25612"/>
                  <a:pt x="29788" y="29509"/>
                  <a:pt x="31857" y="32812"/>
                </a:cubicBezTo>
                <a:lnTo>
                  <a:pt x="19707" y="29063"/>
                </a:lnTo>
                <a:cubicBezTo>
                  <a:pt x="15546" y="27783"/>
                  <a:pt x="10894" y="29303"/>
                  <a:pt x="8597" y="33006"/>
                </a:cubicBezTo>
                <a:cubicBezTo>
                  <a:pt x="5419" y="38160"/>
                  <a:pt x="7671" y="44628"/>
                  <a:pt x="12952" y="46869"/>
                </a:cubicBezTo>
                <a:lnTo>
                  <a:pt x="25662" y="52240"/>
                </a:lnTo>
                <a:cubicBezTo>
                  <a:pt x="27422" y="52983"/>
                  <a:pt x="28565" y="54709"/>
                  <a:pt x="28565" y="56629"/>
                </a:cubicBezTo>
                <a:lnTo>
                  <a:pt x="28565" y="58275"/>
                </a:lnTo>
                <a:cubicBezTo>
                  <a:pt x="28565" y="60355"/>
                  <a:pt x="28027" y="62389"/>
                  <a:pt x="26999" y="64183"/>
                </a:cubicBezTo>
                <a:lnTo>
                  <a:pt x="15957" y="83509"/>
                </a:lnTo>
                <a:cubicBezTo>
                  <a:pt x="13203" y="88320"/>
                  <a:pt x="14174" y="94617"/>
                  <a:pt x="18633" y="97909"/>
                </a:cubicBezTo>
                <a:cubicBezTo>
                  <a:pt x="20553" y="99325"/>
                  <a:pt x="22781" y="100000"/>
                  <a:pt x="24987" y="100000"/>
                </a:cubicBezTo>
                <a:cubicBezTo>
                  <a:pt x="28222" y="100000"/>
                  <a:pt x="31422" y="98537"/>
                  <a:pt x="33526" y="95783"/>
                </a:cubicBezTo>
                <a:lnTo>
                  <a:pt x="47504" y="77429"/>
                </a:lnTo>
                <a:cubicBezTo>
                  <a:pt x="48099" y="76652"/>
                  <a:pt x="49025" y="76194"/>
                  <a:pt x="49996" y="76194"/>
                </a:cubicBezTo>
                <a:cubicBezTo>
                  <a:pt x="50979" y="76194"/>
                  <a:pt x="51894" y="76652"/>
                  <a:pt x="52488" y="77429"/>
                </a:cubicBezTo>
                <a:lnTo>
                  <a:pt x="66479" y="95783"/>
                </a:lnTo>
                <a:cubicBezTo>
                  <a:pt x="68582" y="98537"/>
                  <a:pt x="71771" y="100000"/>
                  <a:pt x="75006" y="100000"/>
                </a:cubicBezTo>
                <a:cubicBezTo>
                  <a:pt x="77211" y="100000"/>
                  <a:pt x="79441" y="99325"/>
                  <a:pt x="81372" y="97909"/>
                </a:cubicBezTo>
                <a:cubicBezTo>
                  <a:pt x="85818" y="94617"/>
                  <a:pt x="86790" y="88309"/>
                  <a:pt x="84047" y="83509"/>
                </a:cubicBezTo>
                <a:lnTo>
                  <a:pt x="73005" y="64183"/>
                </a:lnTo>
                <a:cubicBezTo>
                  <a:pt x="71977" y="62389"/>
                  <a:pt x="71428" y="60355"/>
                  <a:pt x="71428" y="58275"/>
                </a:cubicBezTo>
                <a:lnTo>
                  <a:pt x="71428" y="56629"/>
                </a:lnTo>
                <a:cubicBezTo>
                  <a:pt x="71428" y="54720"/>
                  <a:pt x="72571" y="52983"/>
                  <a:pt x="74343" y="52240"/>
                </a:cubicBezTo>
                <a:lnTo>
                  <a:pt x="87053" y="46869"/>
                </a:lnTo>
                <a:cubicBezTo>
                  <a:pt x="92334" y="44628"/>
                  <a:pt x="94586" y="38160"/>
                  <a:pt x="91397" y="33006"/>
                </a:cubicBezTo>
                <a:close/>
                <a:moveTo>
                  <a:pt x="40475" y="20240"/>
                </a:moveTo>
                <a:cubicBezTo>
                  <a:pt x="40475" y="18263"/>
                  <a:pt x="42075" y="16663"/>
                  <a:pt x="44041" y="16663"/>
                </a:cubicBezTo>
                <a:cubicBezTo>
                  <a:pt x="46019" y="16663"/>
                  <a:pt x="47619" y="18263"/>
                  <a:pt x="47619" y="20240"/>
                </a:cubicBezTo>
                <a:cubicBezTo>
                  <a:pt x="47619" y="22205"/>
                  <a:pt x="46019" y="23806"/>
                  <a:pt x="44041" y="23806"/>
                </a:cubicBezTo>
                <a:cubicBezTo>
                  <a:pt x="42075" y="23806"/>
                  <a:pt x="40475" y="22205"/>
                  <a:pt x="40475" y="20240"/>
                </a:cubicBezTo>
                <a:close/>
                <a:moveTo>
                  <a:pt x="49996" y="64285"/>
                </a:moveTo>
                <a:cubicBezTo>
                  <a:pt x="48031" y="64285"/>
                  <a:pt x="46430" y="62686"/>
                  <a:pt x="46430" y="60709"/>
                </a:cubicBezTo>
                <a:cubicBezTo>
                  <a:pt x="46430" y="58743"/>
                  <a:pt x="48031" y="57143"/>
                  <a:pt x="49996" y="57143"/>
                </a:cubicBezTo>
                <a:cubicBezTo>
                  <a:pt x="51974" y="57143"/>
                  <a:pt x="53574" y="58743"/>
                  <a:pt x="53574" y="60709"/>
                </a:cubicBezTo>
                <a:cubicBezTo>
                  <a:pt x="53574" y="62686"/>
                  <a:pt x="51974" y="64285"/>
                  <a:pt x="49996" y="64285"/>
                </a:cubicBezTo>
                <a:close/>
                <a:moveTo>
                  <a:pt x="49996" y="52377"/>
                </a:moveTo>
                <a:cubicBezTo>
                  <a:pt x="48031" y="52377"/>
                  <a:pt x="46430" y="50777"/>
                  <a:pt x="46430" y="48811"/>
                </a:cubicBezTo>
                <a:cubicBezTo>
                  <a:pt x="46430" y="46834"/>
                  <a:pt x="48031" y="45234"/>
                  <a:pt x="49996" y="45234"/>
                </a:cubicBezTo>
                <a:cubicBezTo>
                  <a:pt x="51974" y="45234"/>
                  <a:pt x="53574" y="46834"/>
                  <a:pt x="53574" y="48811"/>
                </a:cubicBezTo>
                <a:cubicBezTo>
                  <a:pt x="53574" y="50777"/>
                  <a:pt x="51974" y="52377"/>
                  <a:pt x="49996" y="52377"/>
                </a:cubicBezTo>
                <a:close/>
                <a:moveTo>
                  <a:pt x="56889" y="32011"/>
                </a:moveTo>
                <a:cubicBezTo>
                  <a:pt x="56203" y="33394"/>
                  <a:pt x="53986" y="35715"/>
                  <a:pt x="49996" y="35715"/>
                </a:cubicBezTo>
                <a:cubicBezTo>
                  <a:pt x="46019" y="35715"/>
                  <a:pt x="43790" y="33394"/>
                  <a:pt x="43104" y="32011"/>
                </a:cubicBezTo>
                <a:cubicBezTo>
                  <a:pt x="42521" y="30846"/>
                  <a:pt x="42990" y="29406"/>
                  <a:pt x="44167" y="28823"/>
                </a:cubicBezTo>
                <a:cubicBezTo>
                  <a:pt x="45322" y="28251"/>
                  <a:pt x="46727" y="28697"/>
                  <a:pt x="47333" y="29829"/>
                </a:cubicBezTo>
                <a:cubicBezTo>
                  <a:pt x="47425" y="29977"/>
                  <a:pt x="48110" y="30949"/>
                  <a:pt x="49996" y="30949"/>
                </a:cubicBezTo>
                <a:cubicBezTo>
                  <a:pt x="51939" y="30949"/>
                  <a:pt x="52602" y="29931"/>
                  <a:pt x="52671" y="29817"/>
                </a:cubicBezTo>
                <a:cubicBezTo>
                  <a:pt x="53323" y="28720"/>
                  <a:pt x="54752" y="28285"/>
                  <a:pt x="55883" y="28903"/>
                </a:cubicBezTo>
                <a:cubicBezTo>
                  <a:pt x="57003" y="29520"/>
                  <a:pt x="57460" y="30869"/>
                  <a:pt x="56889" y="32011"/>
                </a:cubicBezTo>
                <a:close/>
                <a:moveTo>
                  <a:pt x="55951" y="23806"/>
                </a:moveTo>
                <a:cubicBezTo>
                  <a:pt x="53986" y="23806"/>
                  <a:pt x="52385" y="22205"/>
                  <a:pt x="52385" y="20240"/>
                </a:cubicBezTo>
                <a:cubicBezTo>
                  <a:pt x="52385" y="18263"/>
                  <a:pt x="53986" y="16663"/>
                  <a:pt x="55951" y="16663"/>
                </a:cubicBezTo>
                <a:cubicBezTo>
                  <a:pt x="57929" y="16663"/>
                  <a:pt x="59529" y="18263"/>
                  <a:pt x="59529" y="20240"/>
                </a:cubicBezTo>
                <a:cubicBezTo>
                  <a:pt x="59529" y="22205"/>
                  <a:pt x="57929" y="23806"/>
                  <a:pt x="55951" y="2380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3" name="Белый — SVG 32">
            <a:extLst>
              <a:ext uri="{FF2B5EF4-FFF2-40B4-BE49-F238E27FC236}">
                <a16:creationId xmlns:a16="http://schemas.microsoft.com/office/drawing/2014/main" id="{A9794D90-1205-384A-BCAA-157337406E61}"/>
              </a:ext>
            </a:extLst>
          </p:cNvPr>
          <p:cNvSpPr>
            <a:spLocks noGrp="1"/>
          </p:cNvSpPr>
          <p:nvPr/>
        </p:nvSpPr>
        <p:spPr>
          <a:xfrm>
            <a:off x="8220000" y="5010000"/>
            <a:ext cx="220000" cy="220000"/>
          </a:xfrm>
          <a:custGeom>
            <a:avLst/>
            <a:gdLst>
              <a:gd name="csX0" fmla="*/ 78330 w 156149"/>
              <a:gd name="csY0" fmla="*/ 0 h 150616"/>
              <a:gd name="csX1" fmla="*/ 67050 w 156149"/>
              <a:gd name="csY1" fmla="*/ 4678 h 150616"/>
              <a:gd name="csX2" fmla="*/ 62388 w 156149"/>
              <a:gd name="csY2" fmla="*/ 15940 h 150616"/>
              <a:gd name="csX3" fmla="*/ 67050 w 156149"/>
              <a:gd name="csY3" fmla="*/ 27218 h 150616"/>
              <a:gd name="csX4" fmla="*/ 78330 w 156149"/>
              <a:gd name="csY4" fmla="*/ 31896 h 150616"/>
              <a:gd name="csX5" fmla="*/ 89610 w 156149"/>
              <a:gd name="csY5" fmla="*/ 27218 h 150616"/>
              <a:gd name="csX6" fmla="*/ 94288 w 156149"/>
              <a:gd name="csY6" fmla="*/ 15940 h 150616"/>
              <a:gd name="csX7" fmla="*/ 89610 w 156149"/>
              <a:gd name="csY7" fmla="*/ 4678 h 150616"/>
              <a:gd name="csX8" fmla="*/ 78330 w 156149"/>
              <a:gd name="csY8" fmla="*/ 0 h 150616"/>
              <a:gd name="csX9" fmla="*/ 53949 w 156149"/>
              <a:gd name="csY9" fmla="*/ 26520 h 150616"/>
              <a:gd name="csX10" fmla="*/ 14700 w 156149"/>
              <a:gd name="csY10" fmla="*/ 73301 h 150616"/>
              <a:gd name="csX11" fmla="*/ 3743 w 156149"/>
              <a:gd name="csY11" fmla="*/ 79748 h 150616"/>
              <a:gd name="csX12" fmla="*/ 0 w 156149"/>
              <a:gd name="csY12" fmla="*/ 89734 h 150616"/>
              <a:gd name="csX13" fmla="*/ 28702 w 156149"/>
              <a:gd name="csY13" fmla="*/ 92456 h 150616"/>
              <a:gd name="csX14" fmla="*/ 33550 w 156149"/>
              <a:gd name="csY14" fmla="*/ 93119 h 150616"/>
              <a:gd name="csX15" fmla="*/ 35796 w 156149"/>
              <a:gd name="csY15" fmla="*/ 97457 h 150616"/>
              <a:gd name="csX16" fmla="*/ 46430 w 156149"/>
              <a:gd name="csY16" fmla="*/ 104550 h 150616"/>
              <a:gd name="csX17" fmla="*/ 57063 w 156149"/>
              <a:gd name="csY17" fmla="*/ 97457 h 150616"/>
              <a:gd name="csX18" fmla="*/ 62388 w 156149"/>
              <a:gd name="csY18" fmla="*/ 92149 h 150616"/>
              <a:gd name="csX19" fmla="*/ 67696 w 156149"/>
              <a:gd name="csY19" fmla="*/ 97457 h 150616"/>
              <a:gd name="csX20" fmla="*/ 78330 w 156149"/>
              <a:gd name="csY20" fmla="*/ 104550 h 150616"/>
              <a:gd name="csX21" fmla="*/ 88963 w 156149"/>
              <a:gd name="csY21" fmla="*/ 97457 h 150616"/>
              <a:gd name="csX22" fmla="*/ 94288 w 156149"/>
              <a:gd name="csY22" fmla="*/ 92149 h 150616"/>
              <a:gd name="csX23" fmla="*/ 99597 w 156149"/>
              <a:gd name="csY23" fmla="*/ 97457 h 150616"/>
              <a:gd name="csX24" fmla="*/ 110230 w 156149"/>
              <a:gd name="csY24" fmla="*/ 104550 h 150616"/>
              <a:gd name="csX25" fmla="*/ 120863 w 156149"/>
              <a:gd name="csY25" fmla="*/ 97457 h 150616"/>
              <a:gd name="csX26" fmla="*/ 122905 w 156149"/>
              <a:gd name="csY26" fmla="*/ 93272 h 150616"/>
              <a:gd name="csX27" fmla="*/ 127465 w 156149"/>
              <a:gd name="csY27" fmla="*/ 92302 h 150616"/>
              <a:gd name="csX28" fmla="*/ 156149 w 156149"/>
              <a:gd name="csY28" fmla="*/ 86365 h 150616"/>
              <a:gd name="csX29" fmla="*/ 152917 w 156149"/>
              <a:gd name="csY29" fmla="*/ 79748 h 150616"/>
              <a:gd name="csX30" fmla="*/ 141960 w 156149"/>
              <a:gd name="csY30" fmla="*/ 73301 h 150616"/>
              <a:gd name="csX31" fmla="*/ 102693 w 156149"/>
              <a:gd name="csY31" fmla="*/ 26537 h 150616"/>
              <a:gd name="csX32" fmla="*/ 78330 w 156149"/>
              <a:gd name="csY32" fmla="*/ 42528 h 150616"/>
              <a:gd name="csX33" fmla="*/ 53949 w 156149"/>
              <a:gd name="csY33" fmla="*/ 26520 h 150616"/>
              <a:gd name="csX34" fmla="*/ 78330 w 156149"/>
              <a:gd name="csY34" fmla="*/ 51390 h 150616"/>
              <a:gd name="csX35" fmla="*/ 83655 w 156149"/>
              <a:gd name="csY35" fmla="*/ 56698 h 150616"/>
              <a:gd name="csX36" fmla="*/ 83655 w 156149"/>
              <a:gd name="csY36" fmla="*/ 74424 h 150616"/>
              <a:gd name="csX37" fmla="*/ 78330 w 156149"/>
              <a:gd name="csY37" fmla="*/ 79731 h 150616"/>
              <a:gd name="csX38" fmla="*/ 73022 w 156149"/>
              <a:gd name="csY38" fmla="*/ 74424 h 150616"/>
              <a:gd name="csX39" fmla="*/ 73022 w 156149"/>
              <a:gd name="csY39" fmla="*/ 56698 h 150616"/>
              <a:gd name="csX40" fmla="*/ 78330 w 156149"/>
              <a:gd name="csY40" fmla="*/ 51390 h 150616"/>
              <a:gd name="csX41" fmla="*/ 55634 w 156149"/>
              <a:gd name="csY41" fmla="*/ 51408 h 150616"/>
              <a:gd name="csX42" fmla="*/ 57675 w 156149"/>
              <a:gd name="csY42" fmla="*/ 51952 h 150616"/>
              <a:gd name="csX43" fmla="*/ 60040 w 156149"/>
              <a:gd name="csY43" fmla="*/ 59080 h 150616"/>
              <a:gd name="csX44" fmla="*/ 52963 w 156149"/>
              <a:gd name="csY44" fmla="*/ 73267 h 150616"/>
              <a:gd name="csX45" fmla="*/ 48199 w 156149"/>
              <a:gd name="csY45" fmla="*/ 76193 h 150616"/>
              <a:gd name="csX46" fmla="*/ 45817 w 156149"/>
              <a:gd name="csY46" fmla="*/ 75631 h 150616"/>
              <a:gd name="csX47" fmla="*/ 43452 w 156149"/>
              <a:gd name="csY47" fmla="*/ 68504 h 150616"/>
              <a:gd name="csX48" fmla="*/ 50530 w 156149"/>
              <a:gd name="csY48" fmla="*/ 54316 h 150616"/>
              <a:gd name="csX49" fmla="*/ 55634 w 156149"/>
              <a:gd name="csY49" fmla="*/ 51408 h 150616"/>
              <a:gd name="csX50" fmla="*/ 101026 w 156149"/>
              <a:gd name="csY50" fmla="*/ 51408 h 150616"/>
              <a:gd name="csX51" fmla="*/ 106130 w 156149"/>
              <a:gd name="csY51" fmla="*/ 54316 h 150616"/>
              <a:gd name="csX52" fmla="*/ 113207 w 156149"/>
              <a:gd name="csY52" fmla="*/ 68504 h 150616"/>
              <a:gd name="csX53" fmla="*/ 110842 w 156149"/>
              <a:gd name="csY53" fmla="*/ 75631 h 150616"/>
              <a:gd name="csX54" fmla="*/ 108460 w 156149"/>
              <a:gd name="csY54" fmla="*/ 76193 h 150616"/>
              <a:gd name="csX55" fmla="*/ 103697 w 156149"/>
              <a:gd name="csY55" fmla="*/ 73267 h 150616"/>
              <a:gd name="csX56" fmla="*/ 96619 w 156149"/>
              <a:gd name="csY56" fmla="*/ 59080 h 150616"/>
              <a:gd name="csX57" fmla="*/ 98984 w 156149"/>
              <a:gd name="csY57" fmla="*/ 51952 h 150616"/>
              <a:gd name="csX58" fmla="*/ 101026 w 156149"/>
              <a:gd name="csY58" fmla="*/ 51408 h 150616"/>
              <a:gd name="csX59" fmla="*/ 156115 w 156149"/>
              <a:gd name="csY59" fmla="*/ 99124 h 150616"/>
              <a:gd name="csX60" fmla="*/ 130238 w 156149"/>
              <a:gd name="csY60" fmla="*/ 103479 h 150616"/>
              <a:gd name="csX61" fmla="*/ 110230 w 156149"/>
              <a:gd name="csY61" fmla="*/ 115182 h 150616"/>
              <a:gd name="csX62" fmla="*/ 94288 w 156149"/>
              <a:gd name="csY62" fmla="*/ 109143 h 150616"/>
              <a:gd name="csX63" fmla="*/ 78330 w 156149"/>
              <a:gd name="csY63" fmla="*/ 115182 h 150616"/>
              <a:gd name="csX64" fmla="*/ 62388 w 156149"/>
              <a:gd name="csY64" fmla="*/ 109143 h 150616"/>
              <a:gd name="csX65" fmla="*/ 46430 w 156149"/>
              <a:gd name="csY65" fmla="*/ 115182 h 150616"/>
              <a:gd name="csX66" fmla="*/ 26677 w 156149"/>
              <a:gd name="csY66" fmla="*/ 104023 h 150616"/>
              <a:gd name="csX67" fmla="*/ 902 w 156149"/>
              <a:gd name="csY67" fmla="*/ 103087 h 150616"/>
              <a:gd name="csX68" fmla="*/ 58832 w 156149"/>
              <a:gd name="csY68" fmla="*/ 150616 h 150616"/>
              <a:gd name="csX69" fmla="*/ 97827 w 156149"/>
              <a:gd name="csY69" fmla="*/ 150616 h 150616"/>
              <a:gd name="csX70" fmla="*/ 156115 w 156149"/>
              <a:gd name="csY70" fmla="*/ 99124 h 150616"/>
            </a:gdLst>
            <a:ahLst/>
            <a:cxnLst/>
            <a:rect l="l" t="t" r="r" b="b"/>
            <a:pathLst>
              <a:path w="100000" h="100000">
                <a:moveTo>
                  <a:pt x="50164" y="1772"/>
                </a:moveTo>
                <a:cubicBezTo>
                  <a:pt x="47450" y="1772"/>
                  <a:pt x="44857" y="2850"/>
                  <a:pt x="42940" y="4768"/>
                </a:cubicBezTo>
                <a:cubicBezTo>
                  <a:pt x="41022" y="6674"/>
                  <a:pt x="39954" y="9277"/>
                  <a:pt x="39954" y="11980"/>
                </a:cubicBezTo>
                <a:cubicBezTo>
                  <a:pt x="39954" y="14692"/>
                  <a:pt x="41022" y="17296"/>
                  <a:pt x="42940" y="19202"/>
                </a:cubicBezTo>
                <a:cubicBezTo>
                  <a:pt x="44857" y="21120"/>
                  <a:pt x="47450" y="22198"/>
                  <a:pt x="50164" y="22198"/>
                </a:cubicBezTo>
                <a:cubicBezTo>
                  <a:pt x="52876" y="22198"/>
                  <a:pt x="55469" y="21120"/>
                  <a:pt x="57387" y="19202"/>
                </a:cubicBezTo>
                <a:cubicBezTo>
                  <a:pt x="59305" y="17296"/>
                  <a:pt x="60383" y="14692"/>
                  <a:pt x="60383" y="11980"/>
                </a:cubicBezTo>
                <a:cubicBezTo>
                  <a:pt x="60383" y="9277"/>
                  <a:pt x="59305" y="6674"/>
                  <a:pt x="57387" y="4768"/>
                </a:cubicBezTo>
                <a:cubicBezTo>
                  <a:pt x="55469" y="2850"/>
                  <a:pt x="52876" y="1772"/>
                  <a:pt x="50164" y="1772"/>
                </a:cubicBezTo>
                <a:close/>
                <a:moveTo>
                  <a:pt x="34550" y="18755"/>
                </a:moveTo>
                <a:cubicBezTo>
                  <a:pt x="19666" y="23277"/>
                  <a:pt x="10503" y="34149"/>
                  <a:pt x="9414" y="48715"/>
                </a:cubicBezTo>
                <a:cubicBezTo>
                  <a:pt x="7235" y="49226"/>
                  <a:pt x="4434" y="50360"/>
                  <a:pt x="2397" y="52843"/>
                </a:cubicBezTo>
                <a:cubicBezTo>
                  <a:pt x="1308" y="54173"/>
                  <a:pt x="218" y="56254"/>
                  <a:pt x="0" y="59239"/>
                </a:cubicBezTo>
                <a:cubicBezTo>
                  <a:pt x="5481" y="65405"/>
                  <a:pt x="18250" y="61025"/>
                  <a:pt x="18381" y="60982"/>
                </a:cubicBezTo>
                <a:cubicBezTo>
                  <a:pt x="19427" y="60611"/>
                  <a:pt x="20582" y="60763"/>
                  <a:pt x="21486" y="61406"/>
                </a:cubicBezTo>
                <a:cubicBezTo>
                  <a:pt x="22391" y="62049"/>
                  <a:pt x="22924" y="63084"/>
                  <a:pt x="22924" y="64185"/>
                </a:cubicBezTo>
                <a:cubicBezTo>
                  <a:pt x="22924" y="66646"/>
                  <a:pt x="26041" y="68727"/>
                  <a:pt x="29734" y="68727"/>
                </a:cubicBezTo>
                <a:cubicBezTo>
                  <a:pt x="33428" y="68727"/>
                  <a:pt x="36544" y="66646"/>
                  <a:pt x="36544" y="64185"/>
                </a:cubicBezTo>
                <a:cubicBezTo>
                  <a:pt x="36544" y="62311"/>
                  <a:pt x="38069" y="60785"/>
                  <a:pt x="39954" y="60785"/>
                </a:cubicBezTo>
                <a:cubicBezTo>
                  <a:pt x="41829" y="60785"/>
                  <a:pt x="43353" y="62311"/>
                  <a:pt x="43353" y="64185"/>
                </a:cubicBezTo>
                <a:cubicBezTo>
                  <a:pt x="43353" y="66646"/>
                  <a:pt x="46470" y="68727"/>
                  <a:pt x="50164" y="68727"/>
                </a:cubicBezTo>
                <a:cubicBezTo>
                  <a:pt x="53857" y="68727"/>
                  <a:pt x="56973" y="66646"/>
                  <a:pt x="56973" y="64185"/>
                </a:cubicBezTo>
                <a:cubicBezTo>
                  <a:pt x="56973" y="62311"/>
                  <a:pt x="58499" y="60785"/>
                  <a:pt x="60383" y="60785"/>
                </a:cubicBezTo>
                <a:cubicBezTo>
                  <a:pt x="62258" y="60785"/>
                  <a:pt x="63783" y="62311"/>
                  <a:pt x="63783" y="64185"/>
                </a:cubicBezTo>
                <a:cubicBezTo>
                  <a:pt x="63783" y="66646"/>
                  <a:pt x="66899" y="68727"/>
                  <a:pt x="70593" y="68727"/>
                </a:cubicBezTo>
                <a:cubicBezTo>
                  <a:pt x="74287" y="68727"/>
                  <a:pt x="77402" y="66646"/>
                  <a:pt x="77402" y="64185"/>
                </a:cubicBezTo>
                <a:cubicBezTo>
                  <a:pt x="77402" y="63139"/>
                  <a:pt x="77882" y="62147"/>
                  <a:pt x="78710" y="61504"/>
                </a:cubicBezTo>
                <a:cubicBezTo>
                  <a:pt x="79538" y="60851"/>
                  <a:pt x="80606" y="60622"/>
                  <a:pt x="81630" y="60883"/>
                </a:cubicBezTo>
                <a:cubicBezTo>
                  <a:pt x="81728" y="60905"/>
                  <a:pt x="92450" y="63389"/>
                  <a:pt x="100000" y="57081"/>
                </a:cubicBezTo>
                <a:cubicBezTo>
                  <a:pt x="99542" y="55219"/>
                  <a:pt x="98736" y="53824"/>
                  <a:pt x="97930" y="52843"/>
                </a:cubicBezTo>
                <a:cubicBezTo>
                  <a:pt x="95892" y="50349"/>
                  <a:pt x="93092" y="49226"/>
                  <a:pt x="90913" y="48715"/>
                </a:cubicBezTo>
                <a:cubicBezTo>
                  <a:pt x="89813" y="34149"/>
                  <a:pt x="80649" y="23277"/>
                  <a:pt x="65766" y="18766"/>
                </a:cubicBezTo>
                <a:cubicBezTo>
                  <a:pt x="63151" y="24780"/>
                  <a:pt x="57147" y="29007"/>
                  <a:pt x="50164" y="29007"/>
                </a:cubicBezTo>
                <a:cubicBezTo>
                  <a:pt x="43179" y="29007"/>
                  <a:pt x="37176" y="24780"/>
                  <a:pt x="34550" y="18755"/>
                </a:cubicBezTo>
                <a:close/>
                <a:moveTo>
                  <a:pt x="50164" y="34683"/>
                </a:moveTo>
                <a:cubicBezTo>
                  <a:pt x="52048" y="34683"/>
                  <a:pt x="53574" y="36208"/>
                  <a:pt x="53574" y="38082"/>
                </a:cubicBezTo>
                <a:lnTo>
                  <a:pt x="53574" y="49434"/>
                </a:lnTo>
                <a:cubicBezTo>
                  <a:pt x="53574" y="51307"/>
                  <a:pt x="52048" y="52833"/>
                  <a:pt x="50164" y="52833"/>
                </a:cubicBezTo>
                <a:cubicBezTo>
                  <a:pt x="48289" y="52833"/>
                  <a:pt x="46764" y="51307"/>
                  <a:pt x="46764" y="49434"/>
                </a:cubicBezTo>
                <a:lnTo>
                  <a:pt x="46764" y="38082"/>
                </a:lnTo>
                <a:cubicBezTo>
                  <a:pt x="46764" y="36208"/>
                  <a:pt x="48289" y="34683"/>
                  <a:pt x="50164" y="34683"/>
                </a:cubicBezTo>
                <a:close/>
                <a:moveTo>
                  <a:pt x="35629" y="34694"/>
                </a:moveTo>
                <a:cubicBezTo>
                  <a:pt x="36064" y="34716"/>
                  <a:pt x="36511" y="34836"/>
                  <a:pt x="36936" y="35042"/>
                </a:cubicBezTo>
                <a:cubicBezTo>
                  <a:pt x="38614" y="35881"/>
                  <a:pt x="39300" y="37929"/>
                  <a:pt x="38450" y="39607"/>
                </a:cubicBezTo>
                <a:lnTo>
                  <a:pt x="33918" y="48693"/>
                </a:lnTo>
                <a:cubicBezTo>
                  <a:pt x="33319" y="49880"/>
                  <a:pt x="32109" y="50567"/>
                  <a:pt x="30867" y="50567"/>
                </a:cubicBezTo>
                <a:cubicBezTo>
                  <a:pt x="30355" y="50567"/>
                  <a:pt x="29832" y="50447"/>
                  <a:pt x="29342" y="50207"/>
                </a:cubicBezTo>
                <a:cubicBezTo>
                  <a:pt x="27664" y="49368"/>
                  <a:pt x="26988" y="47321"/>
                  <a:pt x="27827" y="45643"/>
                </a:cubicBezTo>
                <a:lnTo>
                  <a:pt x="32360" y="36556"/>
                </a:lnTo>
                <a:cubicBezTo>
                  <a:pt x="32992" y="35304"/>
                  <a:pt x="34299" y="34606"/>
                  <a:pt x="35629" y="34694"/>
                </a:cubicBezTo>
                <a:close/>
                <a:moveTo>
                  <a:pt x="64698" y="34694"/>
                </a:moveTo>
                <a:cubicBezTo>
                  <a:pt x="66027" y="34606"/>
                  <a:pt x="67335" y="35304"/>
                  <a:pt x="67967" y="36556"/>
                </a:cubicBezTo>
                <a:lnTo>
                  <a:pt x="72499" y="45643"/>
                </a:lnTo>
                <a:cubicBezTo>
                  <a:pt x="73349" y="47321"/>
                  <a:pt x="72663" y="49368"/>
                  <a:pt x="70985" y="50207"/>
                </a:cubicBezTo>
                <a:cubicBezTo>
                  <a:pt x="70495" y="50447"/>
                  <a:pt x="69972" y="50567"/>
                  <a:pt x="69459" y="50567"/>
                </a:cubicBezTo>
                <a:cubicBezTo>
                  <a:pt x="68218" y="50567"/>
                  <a:pt x="67008" y="49880"/>
                  <a:pt x="66409" y="48693"/>
                </a:cubicBezTo>
                <a:lnTo>
                  <a:pt x="61876" y="39607"/>
                </a:lnTo>
                <a:cubicBezTo>
                  <a:pt x="61037" y="37929"/>
                  <a:pt x="61713" y="35881"/>
                  <a:pt x="63391" y="35042"/>
                </a:cubicBezTo>
                <a:cubicBezTo>
                  <a:pt x="63815" y="34836"/>
                  <a:pt x="64262" y="34716"/>
                  <a:pt x="64698" y="34694"/>
                </a:cubicBezTo>
                <a:close/>
                <a:moveTo>
                  <a:pt x="99978" y="65252"/>
                </a:moveTo>
                <a:cubicBezTo>
                  <a:pt x="93800" y="68433"/>
                  <a:pt x="87263" y="68433"/>
                  <a:pt x="83406" y="68041"/>
                </a:cubicBezTo>
                <a:cubicBezTo>
                  <a:pt x="81510" y="72409"/>
                  <a:pt x="76476" y="75536"/>
                  <a:pt x="70593" y="75536"/>
                </a:cubicBezTo>
                <a:cubicBezTo>
                  <a:pt x="66529" y="75536"/>
                  <a:pt x="62878" y="74033"/>
                  <a:pt x="60383" y="71668"/>
                </a:cubicBezTo>
                <a:cubicBezTo>
                  <a:pt x="57877" y="74033"/>
                  <a:pt x="54239" y="75536"/>
                  <a:pt x="50164" y="75536"/>
                </a:cubicBezTo>
                <a:cubicBezTo>
                  <a:pt x="46100" y="75536"/>
                  <a:pt x="42449" y="74033"/>
                  <a:pt x="39954" y="71668"/>
                </a:cubicBezTo>
                <a:cubicBezTo>
                  <a:pt x="37448" y="74033"/>
                  <a:pt x="33809" y="75536"/>
                  <a:pt x="29734" y="75536"/>
                </a:cubicBezTo>
                <a:cubicBezTo>
                  <a:pt x="24014" y="75536"/>
                  <a:pt x="19100" y="72573"/>
                  <a:pt x="17084" y="68389"/>
                </a:cubicBezTo>
                <a:cubicBezTo>
                  <a:pt x="13053" y="69305"/>
                  <a:pt x="6330" y="70165"/>
                  <a:pt x="578" y="67790"/>
                </a:cubicBezTo>
                <a:cubicBezTo>
                  <a:pt x="2899" y="85439"/>
                  <a:pt x="18054" y="98228"/>
                  <a:pt x="37677" y="98228"/>
                </a:cubicBezTo>
                <a:lnTo>
                  <a:pt x="62650" y="98228"/>
                </a:lnTo>
                <a:cubicBezTo>
                  <a:pt x="83210" y="98228"/>
                  <a:pt x="98834" y="84197"/>
                  <a:pt x="99978" y="6525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4" name="Чёрный — SVG 1">
            <a:extLst>
              <a:ext uri="{FF2B5EF4-FFF2-40B4-BE49-F238E27FC236}">
                <a16:creationId xmlns:a16="http://schemas.microsoft.com/office/drawing/2014/main" id="{1D347B29-B4A0-014F-9B92-C1BEE5929AE3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77973 w 155961"/>
              <a:gd name="csY0" fmla="*/ 0 h 131121"/>
              <a:gd name="csX1" fmla="*/ 67356 w 155961"/>
              <a:gd name="csY1" fmla="*/ 4559 h 131121"/>
              <a:gd name="csX2" fmla="*/ 63800 w 155961"/>
              <a:gd name="csY2" fmla="*/ 14170 h 131121"/>
              <a:gd name="csX3" fmla="*/ 64532 w 155961"/>
              <a:gd name="csY3" fmla="*/ 18474 h 131121"/>
              <a:gd name="csX4" fmla="*/ 38893 w 155961"/>
              <a:gd name="csY4" fmla="*/ 38990 h 131121"/>
              <a:gd name="csX5" fmla="*/ 17728 w 155961"/>
              <a:gd name="csY5" fmla="*/ 38990 h 131121"/>
              <a:gd name="csX6" fmla="*/ 0 w 155961"/>
              <a:gd name="csY6" fmla="*/ 56698 h 131121"/>
              <a:gd name="csX7" fmla="*/ 0 w 155961"/>
              <a:gd name="csY7" fmla="*/ 113413 h 131121"/>
              <a:gd name="csX8" fmla="*/ 17728 w 155961"/>
              <a:gd name="csY8" fmla="*/ 131122 h 131121"/>
              <a:gd name="csX9" fmla="*/ 138234 w 155961"/>
              <a:gd name="csY9" fmla="*/ 131122 h 131121"/>
              <a:gd name="csX10" fmla="*/ 155962 w 155961"/>
              <a:gd name="csY10" fmla="*/ 113413 h 131121"/>
              <a:gd name="csX11" fmla="*/ 155962 w 155961"/>
              <a:gd name="csY11" fmla="*/ 56698 h 131121"/>
              <a:gd name="csX12" fmla="*/ 138234 w 155961"/>
              <a:gd name="csY12" fmla="*/ 38990 h 131121"/>
              <a:gd name="csX13" fmla="*/ 117069 w 155961"/>
              <a:gd name="csY13" fmla="*/ 38990 h 131121"/>
              <a:gd name="csX14" fmla="*/ 91430 w 155961"/>
              <a:gd name="csY14" fmla="*/ 18474 h 131121"/>
              <a:gd name="csX15" fmla="*/ 92162 w 155961"/>
              <a:gd name="csY15" fmla="*/ 14170 h 131121"/>
              <a:gd name="csX16" fmla="*/ 88606 w 155961"/>
              <a:gd name="csY16" fmla="*/ 4559 h 131121"/>
              <a:gd name="csX17" fmla="*/ 77973 w 155961"/>
              <a:gd name="csY17" fmla="*/ 0 h 131121"/>
              <a:gd name="csX18" fmla="*/ 77973 w 155961"/>
              <a:gd name="csY18" fmla="*/ 10632 h 131121"/>
              <a:gd name="csX19" fmla="*/ 80643 w 155961"/>
              <a:gd name="csY19" fmla="*/ 11619 h 131121"/>
              <a:gd name="csX20" fmla="*/ 81528 w 155961"/>
              <a:gd name="csY20" fmla="*/ 14170 h 131121"/>
              <a:gd name="csX21" fmla="*/ 80643 w 155961"/>
              <a:gd name="csY21" fmla="*/ 16739 h 131121"/>
              <a:gd name="csX22" fmla="*/ 77973 w 155961"/>
              <a:gd name="csY22" fmla="*/ 17726 h 131121"/>
              <a:gd name="csX23" fmla="*/ 75301 w 155961"/>
              <a:gd name="csY23" fmla="*/ 16739 h 131121"/>
              <a:gd name="csX24" fmla="*/ 74434 w 155961"/>
              <a:gd name="csY24" fmla="*/ 14170 h 131121"/>
              <a:gd name="csX25" fmla="*/ 75301 w 155961"/>
              <a:gd name="csY25" fmla="*/ 11619 h 131121"/>
              <a:gd name="csX26" fmla="*/ 77973 w 155961"/>
              <a:gd name="csY26" fmla="*/ 10632 h 131121"/>
              <a:gd name="csX27" fmla="*/ 71354 w 155961"/>
              <a:gd name="csY27" fmla="*/ 26656 h 131121"/>
              <a:gd name="csX28" fmla="*/ 77973 w 155961"/>
              <a:gd name="csY28" fmla="*/ 28358 h 131121"/>
              <a:gd name="csX29" fmla="*/ 84625 w 155961"/>
              <a:gd name="csY29" fmla="*/ 26656 h 131121"/>
              <a:gd name="csX30" fmla="*/ 100039 w 155961"/>
              <a:gd name="csY30" fmla="*/ 38990 h 131121"/>
              <a:gd name="csX31" fmla="*/ 55923 w 155961"/>
              <a:gd name="csY31" fmla="*/ 38990 h 131121"/>
              <a:gd name="csX32" fmla="*/ 71354 w 155961"/>
              <a:gd name="csY32" fmla="*/ 26656 h 131121"/>
              <a:gd name="csX33" fmla="*/ 23036 w 155961"/>
              <a:gd name="csY33" fmla="*/ 63792 h 131121"/>
              <a:gd name="csX34" fmla="*/ 38995 w 155961"/>
              <a:gd name="csY34" fmla="*/ 79102 h 131121"/>
              <a:gd name="csX35" fmla="*/ 23036 w 155961"/>
              <a:gd name="csY35" fmla="*/ 93918 h 131121"/>
              <a:gd name="csX36" fmla="*/ 16537 w 155961"/>
              <a:gd name="csY36" fmla="*/ 97457 h 131121"/>
              <a:gd name="csX37" fmla="*/ 34554 w 155961"/>
              <a:gd name="csY37" fmla="*/ 97457 h 131121"/>
              <a:gd name="csX38" fmla="*/ 38995 w 155961"/>
              <a:gd name="csY38" fmla="*/ 101897 h 131121"/>
              <a:gd name="csX39" fmla="*/ 34554 w 155961"/>
              <a:gd name="csY39" fmla="*/ 106319 h 131121"/>
              <a:gd name="csX40" fmla="*/ 11518 w 155961"/>
              <a:gd name="csY40" fmla="*/ 106319 h 131121"/>
              <a:gd name="csX41" fmla="*/ 7094 w 155961"/>
              <a:gd name="csY41" fmla="*/ 101897 h 131121"/>
              <a:gd name="csX42" fmla="*/ 23036 w 155961"/>
              <a:gd name="csY42" fmla="*/ 85056 h 131121"/>
              <a:gd name="csX43" fmla="*/ 30131 w 155961"/>
              <a:gd name="csY43" fmla="*/ 79102 h 131121"/>
              <a:gd name="csX44" fmla="*/ 23036 w 155961"/>
              <a:gd name="csY44" fmla="*/ 72654 h 131121"/>
              <a:gd name="csX45" fmla="*/ 15891 w 155961"/>
              <a:gd name="csY45" fmla="*/ 77758 h 131121"/>
              <a:gd name="csX46" fmla="*/ 10838 w 155961"/>
              <a:gd name="csY46" fmla="*/ 81449 h 131121"/>
              <a:gd name="csX47" fmla="*/ 7146 w 155961"/>
              <a:gd name="csY47" fmla="*/ 76397 h 131121"/>
              <a:gd name="csX48" fmla="*/ 23036 w 155961"/>
              <a:gd name="csY48" fmla="*/ 63792 h 131121"/>
              <a:gd name="csX49" fmla="*/ 50513 w 155961"/>
              <a:gd name="csY49" fmla="*/ 63792 h 131121"/>
              <a:gd name="csX50" fmla="*/ 54936 w 155961"/>
              <a:gd name="csY50" fmla="*/ 68214 h 131121"/>
              <a:gd name="csX51" fmla="*/ 54936 w 155961"/>
              <a:gd name="csY51" fmla="*/ 83286 h 131121"/>
              <a:gd name="csX52" fmla="*/ 69109 w 155961"/>
              <a:gd name="csY52" fmla="*/ 83286 h 131121"/>
              <a:gd name="csX53" fmla="*/ 69109 w 155961"/>
              <a:gd name="csY53" fmla="*/ 68214 h 131121"/>
              <a:gd name="csX54" fmla="*/ 73549 w 155961"/>
              <a:gd name="csY54" fmla="*/ 63792 h 131121"/>
              <a:gd name="csX55" fmla="*/ 77973 w 155961"/>
              <a:gd name="csY55" fmla="*/ 68214 h 131121"/>
              <a:gd name="csX56" fmla="*/ 77973 w 155961"/>
              <a:gd name="csY56" fmla="*/ 101897 h 131121"/>
              <a:gd name="csX57" fmla="*/ 73549 w 155961"/>
              <a:gd name="csY57" fmla="*/ 106319 h 131121"/>
              <a:gd name="csX58" fmla="*/ 69109 w 155961"/>
              <a:gd name="csY58" fmla="*/ 101897 h 131121"/>
              <a:gd name="csX59" fmla="*/ 69109 w 155961"/>
              <a:gd name="csY59" fmla="*/ 92149 h 131121"/>
              <a:gd name="csX60" fmla="*/ 50513 w 155961"/>
              <a:gd name="csY60" fmla="*/ 92149 h 131121"/>
              <a:gd name="csX61" fmla="*/ 46072 w 155961"/>
              <a:gd name="csY61" fmla="*/ 87709 h 131121"/>
              <a:gd name="csX62" fmla="*/ 46072 w 155961"/>
              <a:gd name="csY62" fmla="*/ 68214 h 131121"/>
              <a:gd name="csX63" fmla="*/ 50513 w 155961"/>
              <a:gd name="csY63" fmla="*/ 63792 h 131121"/>
              <a:gd name="csX64" fmla="*/ 105636 w 155961"/>
              <a:gd name="csY64" fmla="*/ 63792 h 131121"/>
              <a:gd name="csX65" fmla="*/ 107338 w 155961"/>
              <a:gd name="csY65" fmla="*/ 64217 h 131121"/>
              <a:gd name="csX66" fmla="*/ 109464 w 155961"/>
              <a:gd name="csY66" fmla="*/ 70120 h 131121"/>
              <a:gd name="csX67" fmla="*/ 93506 w 155961"/>
              <a:gd name="csY67" fmla="*/ 103785 h 131121"/>
              <a:gd name="csX68" fmla="*/ 89491 w 155961"/>
              <a:gd name="csY68" fmla="*/ 106319 h 131121"/>
              <a:gd name="csX69" fmla="*/ 87602 w 155961"/>
              <a:gd name="csY69" fmla="*/ 105894 h 131121"/>
              <a:gd name="csX70" fmla="*/ 85492 w 155961"/>
              <a:gd name="csY70" fmla="*/ 99991 h 131121"/>
              <a:gd name="csX71" fmla="*/ 101434 w 155961"/>
              <a:gd name="csY71" fmla="*/ 66326 h 131121"/>
              <a:gd name="csX72" fmla="*/ 105636 w 155961"/>
              <a:gd name="csY72" fmla="*/ 63792 h 131121"/>
              <a:gd name="csX73" fmla="*/ 121391 w 155961"/>
              <a:gd name="csY73" fmla="*/ 63792 h 131121"/>
              <a:gd name="csX74" fmla="*/ 144444 w 155961"/>
              <a:gd name="csY74" fmla="*/ 63792 h 131121"/>
              <a:gd name="csX75" fmla="*/ 148187 w 155961"/>
              <a:gd name="csY75" fmla="*/ 65850 h 131121"/>
              <a:gd name="csX76" fmla="*/ 148442 w 155961"/>
              <a:gd name="csY76" fmla="*/ 70120 h 131121"/>
              <a:gd name="csX77" fmla="*/ 132500 w 155961"/>
              <a:gd name="csY77" fmla="*/ 103785 h 131121"/>
              <a:gd name="csX78" fmla="*/ 128485 w 155961"/>
              <a:gd name="csY78" fmla="*/ 106319 h 131121"/>
              <a:gd name="csX79" fmla="*/ 126597 w 155961"/>
              <a:gd name="csY79" fmla="*/ 105894 h 131121"/>
              <a:gd name="csX80" fmla="*/ 124470 w 155961"/>
              <a:gd name="csY80" fmla="*/ 99991 h 131121"/>
              <a:gd name="csX81" fmla="*/ 137434 w 155961"/>
              <a:gd name="csY81" fmla="*/ 72637 h 131121"/>
              <a:gd name="csX82" fmla="*/ 121391 w 155961"/>
              <a:gd name="csY82" fmla="*/ 72637 h 131121"/>
              <a:gd name="csX83" fmla="*/ 116967 w 155961"/>
              <a:gd name="csY83" fmla="*/ 68214 h 131121"/>
              <a:gd name="csX84" fmla="*/ 121391 w 155961"/>
              <a:gd name="csY84" fmla="*/ 63792 h 131121"/>
            </a:gdLst>
            <a:ahLst/>
            <a:cxnLst/>
            <a:rect l="l" t="t" r="r" b="b"/>
            <a:pathLst>
              <a:path w="100000" h="100000">
                <a:moveTo>
                  <a:pt x="49995" y="7964"/>
                </a:moveTo>
                <a:cubicBezTo>
                  <a:pt x="47257" y="7964"/>
                  <a:pt x="44759" y="9120"/>
                  <a:pt x="43188" y="10887"/>
                </a:cubicBezTo>
                <a:cubicBezTo>
                  <a:pt x="41617" y="12654"/>
                  <a:pt x="40908" y="14879"/>
                  <a:pt x="40908" y="17049"/>
                </a:cubicBezTo>
                <a:cubicBezTo>
                  <a:pt x="40908" y="17976"/>
                  <a:pt x="41115" y="18903"/>
                  <a:pt x="41377" y="19809"/>
                </a:cubicBezTo>
                <a:lnTo>
                  <a:pt x="24938" y="32963"/>
                </a:lnTo>
                <a:lnTo>
                  <a:pt x="11367" y="32963"/>
                </a:lnTo>
                <a:cubicBezTo>
                  <a:pt x="5083" y="32963"/>
                  <a:pt x="0" y="38046"/>
                  <a:pt x="0" y="44317"/>
                </a:cubicBezTo>
                <a:lnTo>
                  <a:pt x="0" y="80682"/>
                </a:lnTo>
                <a:cubicBezTo>
                  <a:pt x="0" y="86954"/>
                  <a:pt x="5083" y="92037"/>
                  <a:pt x="11367" y="92037"/>
                </a:cubicBezTo>
                <a:lnTo>
                  <a:pt x="88634" y="92037"/>
                </a:lnTo>
                <a:cubicBezTo>
                  <a:pt x="94906" y="92037"/>
                  <a:pt x="100001" y="86954"/>
                  <a:pt x="100001" y="80682"/>
                </a:cubicBezTo>
                <a:lnTo>
                  <a:pt x="100001" y="44317"/>
                </a:lnTo>
                <a:cubicBezTo>
                  <a:pt x="100001" y="38046"/>
                  <a:pt x="94906" y="32963"/>
                  <a:pt x="88634" y="32963"/>
                </a:cubicBezTo>
                <a:lnTo>
                  <a:pt x="75063" y="32963"/>
                </a:lnTo>
                <a:lnTo>
                  <a:pt x="58624" y="19809"/>
                </a:lnTo>
                <a:cubicBezTo>
                  <a:pt x="58885" y="18903"/>
                  <a:pt x="59093" y="17976"/>
                  <a:pt x="59093" y="17049"/>
                </a:cubicBezTo>
                <a:cubicBezTo>
                  <a:pt x="59093" y="14879"/>
                  <a:pt x="58384" y="12654"/>
                  <a:pt x="56813" y="10887"/>
                </a:cubicBezTo>
                <a:cubicBezTo>
                  <a:pt x="55231" y="9120"/>
                  <a:pt x="52744" y="7964"/>
                  <a:pt x="49995" y="7964"/>
                </a:cubicBezTo>
                <a:close/>
                <a:moveTo>
                  <a:pt x="49995" y="14781"/>
                </a:moveTo>
                <a:cubicBezTo>
                  <a:pt x="51042" y="14781"/>
                  <a:pt x="51391" y="15053"/>
                  <a:pt x="51707" y="15413"/>
                </a:cubicBezTo>
                <a:cubicBezTo>
                  <a:pt x="52035" y="15773"/>
                  <a:pt x="52275" y="16395"/>
                  <a:pt x="52275" y="17049"/>
                </a:cubicBezTo>
                <a:cubicBezTo>
                  <a:pt x="52275" y="17715"/>
                  <a:pt x="52035" y="18337"/>
                  <a:pt x="51707" y="18696"/>
                </a:cubicBezTo>
                <a:cubicBezTo>
                  <a:pt x="51391" y="19056"/>
                  <a:pt x="51042" y="19329"/>
                  <a:pt x="49995" y="19329"/>
                </a:cubicBezTo>
                <a:cubicBezTo>
                  <a:pt x="48958" y="19329"/>
                  <a:pt x="48610" y="19056"/>
                  <a:pt x="48282" y="18696"/>
                </a:cubicBezTo>
                <a:cubicBezTo>
                  <a:pt x="47966" y="18337"/>
                  <a:pt x="47726" y="17715"/>
                  <a:pt x="47726" y="17049"/>
                </a:cubicBezTo>
                <a:cubicBezTo>
                  <a:pt x="47726" y="16395"/>
                  <a:pt x="47966" y="15773"/>
                  <a:pt x="48282" y="15413"/>
                </a:cubicBezTo>
                <a:cubicBezTo>
                  <a:pt x="48610" y="15053"/>
                  <a:pt x="48958" y="14781"/>
                  <a:pt x="49995" y="14781"/>
                </a:cubicBezTo>
                <a:close/>
                <a:moveTo>
                  <a:pt x="45751" y="25055"/>
                </a:moveTo>
                <a:cubicBezTo>
                  <a:pt x="47017" y="25699"/>
                  <a:pt x="48435" y="26146"/>
                  <a:pt x="49995" y="26146"/>
                </a:cubicBezTo>
                <a:cubicBezTo>
                  <a:pt x="51565" y="26146"/>
                  <a:pt x="52984" y="25699"/>
                  <a:pt x="54260" y="25055"/>
                </a:cubicBezTo>
                <a:lnTo>
                  <a:pt x="64144" y="32963"/>
                </a:lnTo>
                <a:lnTo>
                  <a:pt x="35857" y="32963"/>
                </a:lnTo>
                <a:lnTo>
                  <a:pt x="45751" y="25055"/>
                </a:lnTo>
                <a:close/>
                <a:moveTo>
                  <a:pt x="14770" y="48866"/>
                </a:moveTo>
                <a:cubicBezTo>
                  <a:pt x="20606" y="48866"/>
                  <a:pt x="25003" y="53087"/>
                  <a:pt x="25003" y="58683"/>
                </a:cubicBezTo>
                <a:cubicBezTo>
                  <a:pt x="25003" y="64180"/>
                  <a:pt x="20694" y="68182"/>
                  <a:pt x="14770" y="68182"/>
                </a:cubicBezTo>
                <a:cubicBezTo>
                  <a:pt x="12697" y="68182"/>
                  <a:pt x="11258" y="68619"/>
                  <a:pt x="10603" y="70452"/>
                </a:cubicBezTo>
                <a:lnTo>
                  <a:pt x="22156" y="70452"/>
                </a:lnTo>
                <a:cubicBezTo>
                  <a:pt x="23726" y="70452"/>
                  <a:pt x="25003" y="71728"/>
                  <a:pt x="25003" y="73298"/>
                </a:cubicBezTo>
                <a:cubicBezTo>
                  <a:pt x="25003" y="74858"/>
                  <a:pt x="23726" y="76134"/>
                  <a:pt x="22156" y="76134"/>
                </a:cubicBezTo>
                <a:lnTo>
                  <a:pt x="7385" y="76134"/>
                </a:lnTo>
                <a:cubicBezTo>
                  <a:pt x="5814" y="76134"/>
                  <a:pt x="4549" y="74858"/>
                  <a:pt x="4549" y="73298"/>
                </a:cubicBezTo>
                <a:cubicBezTo>
                  <a:pt x="4549" y="66438"/>
                  <a:pt x="8269" y="62500"/>
                  <a:pt x="14770" y="62500"/>
                </a:cubicBezTo>
                <a:cubicBezTo>
                  <a:pt x="17574" y="62500"/>
                  <a:pt x="19320" y="61038"/>
                  <a:pt x="19320" y="58683"/>
                </a:cubicBezTo>
                <a:cubicBezTo>
                  <a:pt x="19320" y="55836"/>
                  <a:pt x="16963" y="54548"/>
                  <a:pt x="14770" y="54548"/>
                </a:cubicBezTo>
                <a:cubicBezTo>
                  <a:pt x="12916" y="54548"/>
                  <a:pt x="10614" y="55116"/>
                  <a:pt x="10189" y="57821"/>
                </a:cubicBezTo>
                <a:cubicBezTo>
                  <a:pt x="9949" y="59369"/>
                  <a:pt x="8498" y="60427"/>
                  <a:pt x="6949" y="60187"/>
                </a:cubicBezTo>
                <a:cubicBezTo>
                  <a:pt x="5400" y="59959"/>
                  <a:pt x="4341" y="58497"/>
                  <a:pt x="4582" y="56948"/>
                </a:cubicBezTo>
                <a:cubicBezTo>
                  <a:pt x="5345" y="52040"/>
                  <a:pt x="9338" y="48866"/>
                  <a:pt x="14770" y="48866"/>
                </a:cubicBezTo>
                <a:close/>
                <a:moveTo>
                  <a:pt x="32388" y="48866"/>
                </a:moveTo>
                <a:cubicBezTo>
                  <a:pt x="33948" y="48866"/>
                  <a:pt x="35224" y="50142"/>
                  <a:pt x="35224" y="51701"/>
                </a:cubicBezTo>
                <a:lnTo>
                  <a:pt x="35224" y="61365"/>
                </a:lnTo>
                <a:lnTo>
                  <a:pt x="44312" y="61365"/>
                </a:lnTo>
                <a:lnTo>
                  <a:pt x="44312" y="51701"/>
                </a:lnTo>
                <a:cubicBezTo>
                  <a:pt x="44312" y="50142"/>
                  <a:pt x="45588" y="48866"/>
                  <a:pt x="47159" y="48866"/>
                </a:cubicBezTo>
                <a:cubicBezTo>
                  <a:pt x="48729" y="48866"/>
                  <a:pt x="49995" y="50142"/>
                  <a:pt x="49995" y="51701"/>
                </a:cubicBezTo>
                <a:lnTo>
                  <a:pt x="49995" y="73298"/>
                </a:lnTo>
                <a:cubicBezTo>
                  <a:pt x="49995" y="74858"/>
                  <a:pt x="48729" y="76134"/>
                  <a:pt x="47159" y="76134"/>
                </a:cubicBezTo>
                <a:cubicBezTo>
                  <a:pt x="45588" y="76134"/>
                  <a:pt x="44312" y="74858"/>
                  <a:pt x="44312" y="73298"/>
                </a:cubicBezTo>
                <a:lnTo>
                  <a:pt x="44312" y="67048"/>
                </a:lnTo>
                <a:lnTo>
                  <a:pt x="32388" y="67048"/>
                </a:lnTo>
                <a:cubicBezTo>
                  <a:pt x="30817" y="67048"/>
                  <a:pt x="29541" y="65772"/>
                  <a:pt x="29541" y="64201"/>
                </a:cubicBezTo>
                <a:lnTo>
                  <a:pt x="29541" y="51701"/>
                </a:lnTo>
                <a:cubicBezTo>
                  <a:pt x="29541" y="50142"/>
                  <a:pt x="30817" y="48866"/>
                  <a:pt x="32388" y="48866"/>
                </a:cubicBezTo>
                <a:close/>
                <a:moveTo>
                  <a:pt x="67732" y="48866"/>
                </a:moveTo>
                <a:cubicBezTo>
                  <a:pt x="68104" y="48877"/>
                  <a:pt x="68474" y="48975"/>
                  <a:pt x="68824" y="49139"/>
                </a:cubicBezTo>
                <a:cubicBezTo>
                  <a:pt x="70252" y="49815"/>
                  <a:pt x="70852" y="51505"/>
                  <a:pt x="70187" y="52923"/>
                </a:cubicBezTo>
                <a:lnTo>
                  <a:pt x="59955" y="74509"/>
                </a:lnTo>
                <a:cubicBezTo>
                  <a:pt x="59464" y="75534"/>
                  <a:pt x="58449" y="76134"/>
                  <a:pt x="57380" y="76134"/>
                </a:cubicBezTo>
                <a:cubicBezTo>
                  <a:pt x="56976" y="76134"/>
                  <a:pt x="56562" y="76047"/>
                  <a:pt x="56169" y="75861"/>
                </a:cubicBezTo>
                <a:cubicBezTo>
                  <a:pt x="54751" y="75196"/>
                  <a:pt x="54140" y="73495"/>
                  <a:pt x="54816" y="72076"/>
                </a:cubicBezTo>
                <a:lnTo>
                  <a:pt x="65038" y="50491"/>
                </a:lnTo>
                <a:cubicBezTo>
                  <a:pt x="65540" y="49433"/>
                  <a:pt x="66620" y="48822"/>
                  <a:pt x="67732" y="48866"/>
                </a:cubicBezTo>
                <a:close/>
                <a:moveTo>
                  <a:pt x="77834" y="48866"/>
                </a:moveTo>
                <a:lnTo>
                  <a:pt x="92615" y="48866"/>
                </a:lnTo>
                <a:cubicBezTo>
                  <a:pt x="93586" y="48866"/>
                  <a:pt x="94492" y="49367"/>
                  <a:pt x="95015" y="50186"/>
                </a:cubicBezTo>
                <a:cubicBezTo>
                  <a:pt x="95528" y="51015"/>
                  <a:pt x="95593" y="52040"/>
                  <a:pt x="95179" y="52923"/>
                </a:cubicBezTo>
                <a:lnTo>
                  <a:pt x="84957" y="74509"/>
                </a:lnTo>
                <a:cubicBezTo>
                  <a:pt x="84467" y="75534"/>
                  <a:pt x="83441" y="76134"/>
                  <a:pt x="82383" y="76134"/>
                </a:cubicBezTo>
                <a:cubicBezTo>
                  <a:pt x="81969" y="76134"/>
                  <a:pt x="81565" y="76047"/>
                  <a:pt x="81172" y="75861"/>
                </a:cubicBezTo>
                <a:cubicBezTo>
                  <a:pt x="79754" y="75185"/>
                  <a:pt x="79143" y="73495"/>
                  <a:pt x="79808" y="72076"/>
                </a:cubicBezTo>
                <a:lnTo>
                  <a:pt x="88121" y="54537"/>
                </a:lnTo>
                <a:lnTo>
                  <a:pt x="77834" y="54537"/>
                </a:lnTo>
                <a:cubicBezTo>
                  <a:pt x="76274" y="54537"/>
                  <a:pt x="74998" y="53272"/>
                  <a:pt x="74998" y="51701"/>
                </a:cubicBezTo>
                <a:cubicBezTo>
                  <a:pt x="74998" y="50131"/>
                  <a:pt x="76274" y="48866"/>
                  <a:pt x="77834" y="4886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5" name="Чёрный — SVG 2">
            <a:extLst>
              <a:ext uri="{FF2B5EF4-FFF2-40B4-BE49-F238E27FC236}">
                <a16:creationId xmlns:a16="http://schemas.microsoft.com/office/drawing/2014/main" id="{C0A3D0B3-2D2C-C441-8018-B18AA33595F0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24755 w 127600"/>
              <a:gd name="csY0" fmla="*/ 0 h 127685"/>
              <a:gd name="csX1" fmla="*/ 22271 w 127600"/>
              <a:gd name="csY1" fmla="*/ 1072 h 127685"/>
              <a:gd name="csX2" fmla="*/ 21267 w 127600"/>
              <a:gd name="csY2" fmla="*/ 3589 h 127685"/>
              <a:gd name="csX3" fmla="*/ 21267 w 127600"/>
              <a:gd name="csY3" fmla="*/ 124096 h 127685"/>
              <a:gd name="csX4" fmla="*/ 21522 w 127600"/>
              <a:gd name="csY4" fmla="*/ 125457 h 127685"/>
              <a:gd name="csX5" fmla="*/ 22288 w 127600"/>
              <a:gd name="csY5" fmla="*/ 126631 h 127685"/>
              <a:gd name="csX6" fmla="*/ 23445 w 127600"/>
              <a:gd name="csY6" fmla="*/ 127413 h 127685"/>
              <a:gd name="csX7" fmla="*/ 24806 w 127600"/>
              <a:gd name="csY7" fmla="*/ 127685 h 127685"/>
              <a:gd name="csX8" fmla="*/ 26183 w 127600"/>
              <a:gd name="csY8" fmla="*/ 127413 h 127685"/>
              <a:gd name="csX9" fmla="*/ 27341 w 127600"/>
              <a:gd name="csY9" fmla="*/ 126631 h 127685"/>
              <a:gd name="csX10" fmla="*/ 28106 w 127600"/>
              <a:gd name="csY10" fmla="*/ 125457 h 127685"/>
              <a:gd name="csX11" fmla="*/ 28361 w 127600"/>
              <a:gd name="csY11" fmla="*/ 124096 h 127685"/>
              <a:gd name="csX12" fmla="*/ 28361 w 127600"/>
              <a:gd name="csY12" fmla="*/ 3589 h 127685"/>
              <a:gd name="csX13" fmla="*/ 28089 w 127600"/>
              <a:gd name="csY13" fmla="*/ 2212 h 127685"/>
              <a:gd name="csX14" fmla="*/ 27324 w 127600"/>
              <a:gd name="csY14" fmla="*/ 1038 h 127685"/>
              <a:gd name="csX15" fmla="*/ 26133 w 127600"/>
              <a:gd name="csY15" fmla="*/ 255 h 127685"/>
              <a:gd name="csX16" fmla="*/ 24755 w 127600"/>
              <a:gd name="csY16" fmla="*/ 0 h 127685"/>
              <a:gd name="csX17" fmla="*/ 3539 w 127600"/>
              <a:gd name="csY17" fmla="*/ 51 h 127685"/>
              <a:gd name="csX18" fmla="*/ 0 w 127600"/>
              <a:gd name="csY18" fmla="*/ 3589 h 127685"/>
              <a:gd name="csX19" fmla="*/ 0 w 127600"/>
              <a:gd name="csY19" fmla="*/ 124096 h 127685"/>
              <a:gd name="csX20" fmla="*/ 3539 w 127600"/>
              <a:gd name="csY20" fmla="*/ 127634 h 127685"/>
              <a:gd name="csX21" fmla="*/ 10633 w 127600"/>
              <a:gd name="csY21" fmla="*/ 127634 h 127685"/>
              <a:gd name="csX22" fmla="*/ 14172 w 127600"/>
              <a:gd name="csY22" fmla="*/ 124096 h 127685"/>
              <a:gd name="csX23" fmla="*/ 14172 w 127600"/>
              <a:gd name="csY23" fmla="*/ 3589 h 127685"/>
              <a:gd name="csX24" fmla="*/ 10633 w 127600"/>
              <a:gd name="csY24" fmla="*/ 51 h 127685"/>
              <a:gd name="csX25" fmla="*/ 3539 w 127600"/>
              <a:gd name="csY25" fmla="*/ 51 h 127685"/>
              <a:gd name="csX26" fmla="*/ 38995 w 127600"/>
              <a:gd name="csY26" fmla="*/ 51 h 127685"/>
              <a:gd name="csX27" fmla="*/ 35439 w 127600"/>
              <a:gd name="csY27" fmla="*/ 3589 h 127685"/>
              <a:gd name="csX28" fmla="*/ 35439 w 127600"/>
              <a:gd name="csY28" fmla="*/ 124096 h 127685"/>
              <a:gd name="csX29" fmla="*/ 38995 w 127600"/>
              <a:gd name="csY29" fmla="*/ 127634 h 127685"/>
              <a:gd name="csX30" fmla="*/ 46072 w 127600"/>
              <a:gd name="csY30" fmla="*/ 127634 h 127685"/>
              <a:gd name="csX31" fmla="*/ 49628 w 127600"/>
              <a:gd name="csY31" fmla="*/ 124096 h 127685"/>
              <a:gd name="csX32" fmla="*/ 49628 w 127600"/>
              <a:gd name="csY32" fmla="*/ 3589 h 127685"/>
              <a:gd name="csX33" fmla="*/ 46072 w 127600"/>
              <a:gd name="csY33" fmla="*/ 51 h 127685"/>
              <a:gd name="csX34" fmla="*/ 38995 w 127600"/>
              <a:gd name="csY34" fmla="*/ 51 h 127685"/>
              <a:gd name="csX35" fmla="*/ 60261 w 127600"/>
              <a:gd name="csY35" fmla="*/ 51 h 127685"/>
              <a:gd name="csX36" fmla="*/ 56706 w 127600"/>
              <a:gd name="csY36" fmla="*/ 3589 h 127685"/>
              <a:gd name="csX37" fmla="*/ 56706 w 127600"/>
              <a:gd name="csY37" fmla="*/ 124096 h 127685"/>
              <a:gd name="csX38" fmla="*/ 60261 w 127600"/>
              <a:gd name="csY38" fmla="*/ 127634 h 127685"/>
              <a:gd name="csX39" fmla="*/ 81528 w 127600"/>
              <a:gd name="csY39" fmla="*/ 127634 h 127685"/>
              <a:gd name="csX40" fmla="*/ 85067 w 127600"/>
              <a:gd name="csY40" fmla="*/ 124096 h 127685"/>
              <a:gd name="csX41" fmla="*/ 85067 w 127600"/>
              <a:gd name="csY41" fmla="*/ 3589 h 127685"/>
              <a:gd name="csX42" fmla="*/ 81528 w 127600"/>
              <a:gd name="csY42" fmla="*/ 51 h 127685"/>
              <a:gd name="csX43" fmla="*/ 60261 w 127600"/>
              <a:gd name="csY43" fmla="*/ 51 h 127685"/>
              <a:gd name="csX44" fmla="*/ 95700 w 127600"/>
              <a:gd name="csY44" fmla="*/ 51 h 127685"/>
              <a:gd name="csX45" fmla="*/ 92162 w 127600"/>
              <a:gd name="csY45" fmla="*/ 3589 h 127685"/>
              <a:gd name="csX46" fmla="*/ 92162 w 127600"/>
              <a:gd name="csY46" fmla="*/ 124096 h 127685"/>
              <a:gd name="csX47" fmla="*/ 95700 w 127600"/>
              <a:gd name="csY47" fmla="*/ 127634 h 127685"/>
              <a:gd name="csX48" fmla="*/ 102795 w 127600"/>
              <a:gd name="csY48" fmla="*/ 127634 h 127685"/>
              <a:gd name="csX49" fmla="*/ 106334 w 127600"/>
              <a:gd name="csY49" fmla="*/ 124096 h 127685"/>
              <a:gd name="csX50" fmla="*/ 106334 w 127600"/>
              <a:gd name="csY50" fmla="*/ 3589 h 127685"/>
              <a:gd name="csX51" fmla="*/ 102795 w 127600"/>
              <a:gd name="csY51" fmla="*/ 51 h 127685"/>
              <a:gd name="csX52" fmla="*/ 95700 w 127600"/>
              <a:gd name="csY52" fmla="*/ 51 h 127685"/>
              <a:gd name="csX53" fmla="*/ 116967 w 127600"/>
              <a:gd name="csY53" fmla="*/ 51 h 127685"/>
              <a:gd name="csX54" fmla="*/ 113428 w 127600"/>
              <a:gd name="csY54" fmla="*/ 3589 h 127685"/>
              <a:gd name="csX55" fmla="*/ 113428 w 127600"/>
              <a:gd name="csY55" fmla="*/ 124096 h 127685"/>
              <a:gd name="csX56" fmla="*/ 116967 w 127600"/>
              <a:gd name="csY56" fmla="*/ 127634 h 127685"/>
              <a:gd name="csX57" fmla="*/ 124062 w 127600"/>
              <a:gd name="csY57" fmla="*/ 127634 h 127685"/>
              <a:gd name="csX58" fmla="*/ 127601 w 127600"/>
              <a:gd name="csY58" fmla="*/ 124096 h 127685"/>
              <a:gd name="csX59" fmla="*/ 127601 w 127600"/>
              <a:gd name="csY59" fmla="*/ 3589 h 127685"/>
              <a:gd name="csX60" fmla="*/ 124062 w 127600"/>
              <a:gd name="csY60" fmla="*/ 51 h 127685"/>
              <a:gd name="csX61" fmla="*/ 116967 w 127600"/>
              <a:gd name="csY61" fmla="*/ 51 h 127685"/>
            </a:gdLst>
            <a:ahLst/>
            <a:cxnLst/>
            <a:rect l="l" t="t" r="r" b="b"/>
            <a:pathLst>
              <a:path w="100000" h="100000">
                <a:moveTo>
                  <a:pt x="19421" y="0"/>
                </a:moveTo>
                <a:cubicBezTo>
                  <a:pt x="18688" y="13"/>
                  <a:pt x="17981" y="320"/>
                  <a:pt x="17475" y="840"/>
                </a:cubicBezTo>
                <a:cubicBezTo>
                  <a:pt x="16955" y="1372"/>
                  <a:pt x="16676" y="2079"/>
                  <a:pt x="16689" y="2811"/>
                </a:cubicBezTo>
                <a:lnTo>
                  <a:pt x="16689" y="97189"/>
                </a:lnTo>
                <a:cubicBezTo>
                  <a:pt x="16689" y="97549"/>
                  <a:pt x="16756" y="97922"/>
                  <a:pt x="16889" y="98255"/>
                </a:cubicBezTo>
                <a:cubicBezTo>
                  <a:pt x="17022" y="98601"/>
                  <a:pt x="17235" y="98907"/>
                  <a:pt x="17489" y="99175"/>
                </a:cubicBezTo>
                <a:cubicBezTo>
                  <a:pt x="17742" y="99427"/>
                  <a:pt x="18048" y="99641"/>
                  <a:pt x="18395" y="99787"/>
                </a:cubicBezTo>
                <a:cubicBezTo>
                  <a:pt x="18728" y="99920"/>
                  <a:pt x="19101" y="100000"/>
                  <a:pt x="19461" y="100000"/>
                </a:cubicBezTo>
                <a:cubicBezTo>
                  <a:pt x="19834" y="100000"/>
                  <a:pt x="20193" y="99920"/>
                  <a:pt x="20539" y="99787"/>
                </a:cubicBezTo>
                <a:cubicBezTo>
                  <a:pt x="20873" y="99641"/>
                  <a:pt x="21179" y="99427"/>
                  <a:pt x="21446" y="99175"/>
                </a:cubicBezTo>
                <a:cubicBezTo>
                  <a:pt x="21699" y="98907"/>
                  <a:pt x="21899" y="98601"/>
                  <a:pt x="22045" y="98255"/>
                </a:cubicBezTo>
                <a:cubicBezTo>
                  <a:pt x="22178" y="97922"/>
                  <a:pt x="22245" y="97549"/>
                  <a:pt x="22245" y="97189"/>
                </a:cubicBezTo>
                <a:lnTo>
                  <a:pt x="22245" y="2811"/>
                </a:lnTo>
                <a:cubicBezTo>
                  <a:pt x="22245" y="2438"/>
                  <a:pt x="22178" y="2079"/>
                  <a:pt x="22032" y="1732"/>
                </a:cubicBezTo>
                <a:cubicBezTo>
                  <a:pt x="21899" y="1385"/>
                  <a:pt x="21686" y="1079"/>
                  <a:pt x="21433" y="813"/>
                </a:cubicBezTo>
                <a:cubicBezTo>
                  <a:pt x="21166" y="547"/>
                  <a:pt x="20846" y="346"/>
                  <a:pt x="20500" y="200"/>
                </a:cubicBezTo>
                <a:cubicBezTo>
                  <a:pt x="20166" y="67"/>
                  <a:pt x="19794" y="0"/>
                  <a:pt x="19421" y="0"/>
                </a:cubicBezTo>
                <a:close/>
                <a:moveTo>
                  <a:pt x="2805" y="40"/>
                </a:moveTo>
                <a:cubicBezTo>
                  <a:pt x="1272" y="40"/>
                  <a:pt x="33" y="1279"/>
                  <a:pt x="33" y="2811"/>
                </a:cubicBezTo>
                <a:lnTo>
                  <a:pt x="33" y="97189"/>
                </a:lnTo>
                <a:cubicBezTo>
                  <a:pt x="33" y="98721"/>
                  <a:pt x="1272" y="99960"/>
                  <a:pt x="2805" y="99960"/>
                </a:cubicBezTo>
                <a:lnTo>
                  <a:pt x="8361" y="99960"/>
                </a:lnTo>
                <a:cubicBezTo>
                  <a:pt x="9893" y="99960"/>
                  <a:pt x="11132" y="98721"/>
                  <a:pt x="11132" y="97189"/>
                </a:cubicBezTo>
                <a:lnTo>
                  <a:pt x="11132" y="2811"/>
                </a:lnTo>
                <a:cubicBezTo>
                  <a:pt x="11132" y="1279"/>
                  <a:pt x="9893" y="40"/>
                  <a:pt x="8361" y="40"/>
                </a:cubicBezTo>
                <a:lnTo>
                  <a:pt x="2805" y="40"/>
                </a:lnTo>
                <a:close/>
                <a:moveTo>
                  <a:pt x="30573" y="40"/>
                </a:moveTo>
                <a:cubicBezTo>
                  <a:pt x="29041" y="40"/>
                  <a:pt x="27788" y="1279"/>
                  <a:pt x="27788" y="2811"/>
                </a:cubicBezTo>
                <a:lnTo>
                  <a:pt x="27788" y="97189"/>
                </a:lnTo>
                <a:cubicBezTo>
                  <a:pt x="27788" y="98721"/>
                  <a:pt x="29041" y="99960"/>
                  <a:pt x="30573" y="99960"/>
                </a:cubicBezTo>
                <a:lnTo>
                  <a:pt x="36116" y="99960"/>
                </a:lnTo>
                <a:cubicBezTo>
                  <a:pt x="37649" y="99960"/>
                  <a:pt x="38901" y="98721"/>
                  <a:pt x="38901" y="97189"/>
                </a:cubicBezTo>
                <a:lnTo>
                  <a:pt x="38901" y="2811"/>
                </a:lnTo>
                <a:cubicBezTo>
                  <a:pt x="38901" y="1279"/>
                  <a:pt x="37649" y="40"/>
                  <a:pt x="36116" y="40"/>
                </a:cubicBezTo>
                <a:lnTo>
                  <a:pt x="30573" y="40"/>
                </a:lnTo>
                <a:close/>
                <a:moveTo>
                  <a:pt x="47228" y="40"/>
                </a:moveTo>
                <a:cubicBezTo>
                  <a:pt x="45696" y="40"/>
                  <a:pt x="44444" y="1279"/>
                  <a:pt x="44444" y="2811"/>
                </a:cubicBezTo>
                <a:lnTo>
                  <a:pt x="44444" y="97189"/>
                </a:lnTo>
                <a:cubicBezTo>
                  <a:pt x="44444" y="98721"/>
                  <a:pt x="45696" y="99960"/>
                  <a:pt x="47228" y="99960"/>
                </a:cubicBezTo>
                <a:lnTo>
                  <a:pt x="63884" y="99960"/>
                </a:lnTo>
                <a:cubicBezTo>
                  <a:pt x="65417" y="99960"/>
                  <a:pt x="66656" y="98721"/>
                  <a:pt x="66656" y="97189"/>
                </a:cubicBezTo>
                <a:lnTo>
                  <a:pt x="66656" y="2811"/>
                </a:lnTo>
                <a:cubicBezTo>
                  <a:pt x="66656" y="1279"/>
                  <a:pt x="65417" y="40"/>
                  <a:pt x="63884" y="40"/>
                </a:cubicBezTo>
                <a:lnTo>
                  <a:pt x="47228" y="40"/>
                </a:lnTo>
                <a:close/>
                <a:moveTo>
                  <a:pt x="74983" y="40"/>
                </a:moveTo>
                <a:cubicBezTo>
                  <a:pt x="73451" y="40"/>
                  <a:pt x="72212" y="1279"/>
                  <a:pt x="72212" y="2811"/>
                </a:cubicBezTo>
                <a:lnTo>
                  <a:pt x="72212" y="97189"/>
                </a:lnTo>
                <a:cubicBezTo>
                  <a:pt x="72212" y="98721"/>
                  <a:pt x="73451" y="99960"/>
                  <a:pt x="74983" y="99960"/>
                </a:cubicBezTo>
                <a:lnTo>
                  <a:pt x="80540" y="99960"/>
                </a:lnTo>
                <a:cubicBezTo>
                  <a:pt x="82073" y="99960"/>
                  <a:pt x="83312" y="98721"/>
                  <a:pt x="83312" y="97189"/>
                </a:cubicBezTo>
                <a:lnTo>
                  <a:pt x="83312" y="2811"/>
                </a:lnTo>
                <a:cubicBezTo>
                  <a:pt x="83312" y="1279"/>
                  <a:pt x="82073" y="40"/>
                  <a:pt x="80540" y="40"/>
                </a:cubicBezTo>
                <a:lnTo>
                  <a:pt x="74983" y="40"/>
                </a:lnTo>
                <a:close/>
                <a:moveTo>
                  <a:pt x="91639" y="40"/>
                </a:moveTo>
                <a:cubicBezTo>
                  <a:pt x="90107" y="40"/>
                  <a:pt x="88868" y="1279"/>
                  <a:pt x="88868" y="2811"/>
                </a:cubicBezTo>
                <a:lnTo>
                  <a:pt x="88868" y="97189"/>
                </a:lnTo>
                <a:cubicBezTo>
                  <a:pt x="88868" y="98721"/>
                  <a:pt x="90107" y="99960"/>
                  <a:pt x="91639" y="99960"/>
                </a:cubicBezTo>
                <a:lnTo>
                  <a:pt x="97196" y="99960"/>
                </a:lnTo>
                <a:cubicBezTo>
                  <a:pt x="98728" y="99960"/>
                  <a:pt x="99967" y="98721"/>
                  <a:pt x="99967" y="97189"/>
                </a:cubicBezTo>
                <a:lnTo>
                  <a:pt x="99967" y="2811"/>
                </a:lnTo>
                <a:cubicBezTo>
                  <a:pt x="99967" y="1279"/>
                  <a:pt x="98728" y="40"/>
                  <a:pt x="97196" y="40"/>
                </a:cubicBezTo>
                <a:lnTo>
                  <a:pt x="91639" y="4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6" name="Чёрный — SVG 3">
            <a:extLst>
              <a:ext uri="{FF2B5EF4-FFF2-40B4-BE49-F238E27FC236}">
                <a16:creationId xmlns:a16="http://schemas.microsoft.com/office/drawing/2014/main" id="{F645FCC0-C264-E840-B32F-D7664532F213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15960 w 124063"/>
              <a:gd name="csY0" fmla="*/ 0 h 134676"/>
              <a:gd name="csX1" fmla="*/ 3540 w 124063"/>
              <a:gd name="csY1" fmla="*/ 12401 h 134676"/>
              <a:gd name="csX2" fmla="*/ 3540 w 124063"/>
              <a:gd name="csY2" fmla="*/ 18100 h 134676"/>
              <a:gd name="csX3" fmla="*/ 15399 w 124063"/>
              <a:gd name="csY3" fmla="*/ 43735 h 134676"/>
              <a:gd name="csX4" fmla="*/ 37193 w 124063"/>
              <a:gd name="csY4" fmla="*/ 51765 h 134676"/>
              <a:gd name="csX5" fmla="*/ 42586 w 124063"/>
              <a:gd name="csY5" fmla="*/ 51340 h 134676"/>
              <a:gd name="csX6" fmla="*/ 107662 w 124063"/>
              <a:gd name="csY6" fmla="*/ 40844 h 134676"/>
              <a:gd name="csX7" fmla="*/ 124063 w 124063"/>
              <a:gd name="csY7" fmla="*/ 21604 h 134676"/>
              <a:gd name="csX8" fmla="*/ 124063 w 124063"/>
              <a:gd name="csY8" fmla="*/ 19495 h 134676"/>
              <a:gd name="csX9" fmla="*/ 104566 w 124063"/>
              <a:gd name="csY9" fmla="*/ 0 h 134676"/>
              <a:gd name="csX10" fmla="*/ 15960 w 124063"/>
              <a:gd name="csY10" fmla="*/ 0 h 134676"/>
              <a:gd name="csX11" fmla="*/ 110299 w 124063"/>
              <a:gd name="csY11" fmla="*/ 51135 h 134676"/>
              <a:gd name="csX12" fmla="*/ 109364 w 124063"/>
              <a:gd name="csY12" fmla="*/ 51340 h 134676"/>
              <a:gd name="csX13" fmla="*/ 73023 w 124063"/>
              <a:gd name="csY13" fmla="*/ 57191 h 134676"/>
              <a:gd name="csX14" fmla="*/ 75558 w 124063"/>
              <a:gd name="csY14" fmla="*/ 59811 h 134676"/>
              <a:gd name="csX15" fmla="*/ 79080 w 124063"/>
              <a:gd name="csY15" fmla="*/ 65459 h 134676"/>
              <a:gd name="csX16" fmla="*/ 77804 w 124063"/>
              <a:gd name="csY16" fmla="*/ 73709 h 134676"/>
              <a:gd name="csX17" fmla="*/ 75881 w 124063"/>
              <a:gd name="csY17" fmla="*/ 85787 h 134676"/>
              <a:gd name="csX18" fmla="*/ 81275 w 124063"/>
              <a:gd name="csY18" fmla="*/ 95296 h 134676"/>
              <a:gd name="csX19" fmla="*/ 84949 w 124063"/>
              <a:gd name="csY19" fmla="*/ 103564 h 134676"/>
              <a:gd name="csX20" fmla="*/ 85085 w 124063"/>
              <a:gd name="csY20" fmla="*/ 118721 h 134676"/>
              <a:gd name="csX21" fmla="*/ 101044 w 124063"/>
              <a:gd name="csY21" fmla="*/ 134677 h 134676"/>
              <a:gd name="csX22" fmla="*/ 104549 w 124063"/>
              <a:gd name="csY22" fmla="*/ 134677 h 134676"/>
              <a:gd name="csX23" fmla="*/ 119759 w 124063"/>
              <a:gd name="csY23" fmla="*/ 127379 h 134676"/>
              <a:gd name="csX24" fmla="*/ 123587 w 124063"/>
              <a:gd name="csY24" fmla="*/ 110946 h 134676"/>
              <a:gd name="csX25" fmla="*/ 110299 w 124063"/>
              <a:gd name="csY25" fmla="*/ 51135 h 134676"/>
              <a:gd name="csX26" fmla="*/ 5242 w 124063"/>
              <a:gd name="csY26" fmla="*/ 88526 h 134676"/>
              <a:gd name="csX27" fmla="*/ 1498 w 124063"/>
              <a:gd name="csY27" fmla="*/ 90142 h 134676"/>
              <a:gd name="csX28" fmla="*/ 1 w 124063"/>
              <a:gd name="csY28" fmla="*/ 93918 h 134676"/>
              <a:gd name="csX29" fmla="*/ 1 w 124063"/>
              <a:gd name="csY29" fmla="*/ 125814 h 134676"/>
              <a:gd name="csX30" fmla="*/ 393 w 124063"/>
              <a:gd name="csY30" fmla="*/ 127873 h 134676"/>
              <a:gd name="csX31" fmla="*/ 1532 w 124063"/>
              <a:gd name="csY31" fmla="*/ 129625 h 134676"/>
              <a:gd name="csX32" fmla="*/ 3268 w 124063"/>
              <a:gd name="csY32" fmla="*/ 130798 h 134676"/>
              <a:gd name="csX33" fmla="*/ 5326 w 124063"/>
              <a:gd name="csY33" fmla="*/ 131207 h 134676"/>
              <a:gd name="csX34" fmla="*/ 7368 w 124063"/>
              <a:gd name="csY34" fmla="*/ 130798 h 134676"/>
              <a:gd name="csX35" fmla="*/ 9104 w 124063"/>
              <a:gd name="csY35" fmla="*/ 129625 h 134676"/>
              <a:gd name="csX36" fmla="*/ 10261 w 124063"/>
              <a:gd name="csY36" fmla="*/ 127873 h 134676"/>
              <a:gd name="csX37" fmla="*/ 10635 w 124063"/>
              <a:gd name="csY37" fmla="*/ 125814 h 134676"/>
              <a:gd name="csX38" fmla="*/ 10635 w 124063"/>
              <a:gd name="csY38" fmla="*/ 93918 h 134676"/>
              <a:gd name="csX39" fmla="*/ 10244 w 124063"/>
              <a:gd name="csY39" fmla="*/ 91843 h 134676"/>
              <a:gd name="csX40" fmla="*/ 9070 w 124063"/>
              <a:gd name="csY40" fmla="*/ 90074 h 134676"/>
              <a:gd name="csX41" fmla="*/ 7317 w 124063"/>
              <a:gd name="csY41" fmla="*/ 88917 h 134676"/>
              <a:gd name="csX42" fmla="*/ 5242 w 124063"/>
              <a:gd name="csY42" fmla="*/ 88526 h 134676"/>
              <a:gd name="csX43" fmla="*/ 58409 w 124063"/>
              <a:gd name="csY43" fmla="*/ 88526 h 134676"/>
              <a:gd name="csX44" fmla="*/ 54665 w 124063"/>
              <a:gd name="csY44" fmla="*/ 90142 h 134676"/>
              <a:gd name="csX45" fmla="*/ 53168 w 124063"/>
              <a:gd name="csY45" fmla="*/ 93918 h 134676"/>
              <a:gd name="csX46" fmla="*/ 53168 w 124063"/>
              <a:gd name="csY46" fmla="*/ 125814 h 134676"/>
              <a:gd name="csX47" fmla="*/ 53560 w 124063"/>
              <a:gd name="csY47" fmla="*/ 127873 h 134676"/>
              <a:gd name="csX48" fmla="*/ 54699 w 124063"/>
              <a:gd name="csY48" fmla="*/ 129625 h 134676"/>
              <a:gd name="csX49" fmla="*/ 56435 w 124063"/>
              <a:gd name="csY49" fmla="*/ 130798 h 134676"/>
              <a:gd name="csX50" fmla="*/ 58493 w 124063"/>
              <a:gd name="csY50" fmla="*/ 131207 h 134676"/>
              <a:gd name="csX51" fmla="*/ 60535 w 124063"/>
              <a:gd name="csY51" fmla="*/ 130798 h 134676"/>
              <a:gd name="csX52" fmla="*/ 62271 w 124063"/>
              <a:gd name="csY52" fmla="*/ 129625 h 134676"/>
              <a:gd name="csX53" fmla="*/ 63427 w 124063"/>
              <a:gd name="csY53" fmla="*/ 127873 h 134676"/>
              <a:gd name="csX54" fmla="*/ 63802 w 124063"/>
              <a:gd name="csY54" fmla="*/ 125814 h 134676"/>
              <a:gd name="csX55" fmla="*/ 63802 w 124063"/>
              <a:gd name="csY55" fmla="*/ 93918 h 134676"/>
              <a:gd name="csX56" fmla="*/ 63410 w 124063"/>
              <a:gd name="csY56" fmla="*/ 91843 h 134676"/>
              <a:gd name="csX57" fmla="*/ 62237 w 124063"/>
              <a:gd name="csY57" fmla="*/ 90074 h 134676"/>
              <a:gd name="csX58" fmla="*/ 60484 w 124063"/>
              <a:gd name="csY58" fmla="*/ 88917 h 134676"/>
              <a:gd name="csX59" fmla="*/ 58409 w 124063"/>
              <a:gd name="csY59" fmla="*/ 88526 h 134676"/>
              <a:gd name="csX60" fmla="*/ 42484 w 124063"/>
              <a:gd name="csY60" fmla="*/ 88543 h 134676"/>
              <a:gd name="csX61" fmla="*/ 40000 w 124063"/>
              <a:gd name="csY61" fmla="*/ 89631 h 134676"/>
              <a:gd name="csX62" fmla="*/ 38996 w 124063"/>
              <a:gd name="csY62" fmla="*/ 92149 h 134676"/>
              <a:gd name="csX63" fmla="*/ 38996 w 124063"/>
              <a:gd name="csY63" fmla="*/ 127583 h 134676"/>
              <a:gd name="csX64" fmla="*/ 39251 w 124063"/>
              <a:gd name="csY64" fmla="*/ 128961 h 134676"/>
              <a:gd name="csX65" fmla="*/ 40017 w 124063"/>
              <a:gd name="csY65" fmla="*/ 130118 h 134676"/>
              <a:gd name="csX66" fmla="*/ 41174 w 124063"/>
              <a:gd name="csY66" fmla="*/ 130900 h 134676"/>
              <a:gd name="csX67" fmla="*/ 42535 w 124063"/>
              <a:gd name="csY67" fmla="*/ 131173 h 134676"/>
              <a:gd name="csX68" fmla="*/ 43896 w 124063"/>
              <a:gd name="csY68" fmla="*/ 130900 h 134676"/>
              <a:gd name="csX69" fmla="*/ 45053 w 124063"/>
              <a:gd name="csY69" fmla="*/ 130118 h 134676"/>
              <a:gd name="csX70" fmla="*/ 45818 w 124063"/>
              <a:gd name="csY70" fmla="*/ 128961 h 134676"/>
              <a:gd name="csX71" fmla="*/ 46074 w 124063"/>
              <a:gd name="csY71" fmla="*/ 127583 h 134676"/>
              <a:gd name="csX72" fmla="*/ 46074 w 124063"/>
              <a:gd name="csY72" fmla="*/ 92149 h 134676"/>
              <a:gd name="csX73" fmla="*/ 45818 w 124063"/>
              <a:gd name="csY73" fmla="*/ 90754 h 134676"/>
              <a:gd name="csX74" fmla="*/ 45036 w 124063"/>
              <a:gd name="csY74" fmla="*/ 89581 h 134676"/>
              <a:gd name="csX75" fmla="*/ 43862 w 124063"/>
              <a:gd name="csY75" fmla="*/ 88815 h 134676"/>
              <a:gd name="csX76" fmla="*/ 42484 w 124063"/>
              <a:gd name="csY76" fmla="*/ 88543 h 134676"/>
              <a:gd name="csX77" fmla="*/ 21268 w 124063"/>
              <a:gd name="csY77" fmla="*/ 88594 h 134676"/>
              <a:gd name="csX78" fmla="*/ 17729 w 124063"/>
              <a:gd name="csY78" fmla="*/ 92149 h 134676"/>
              <a:gd name="csX79" fmla="*/ 17729 w 124063"/>
              <a:gd name="csY79" fmla="*/ 127583 h 134676"/>
              <a:gd name="csX80" fmla="*/ 21268 w 124063"/>
              <a:gd name="csY80" fmla="*/ 131122 h 134676"/>
              <a:gd name="csX81" fmla="*/ 28363 w 124063"/>
              <a:gd name="csY81" fmla="*/ 131122 h 134676"/>
              <a:gd name="csX82" fmla="*/ 31902 w 124063"/>
              <a:gd name="csY82" fmla="*/ 127583 h 134676"/>
              <a:gd name="csX83" fmla="*/ 31902 w 124063"/>
              <a:gd name="csY83" fmla="*/ 92149 h 134676"/>
              <a:gd name="csX84" fmla="*/ 28363 w 124063"/>
              <a:gd name="csY84" fmla="*/ 88594 h 134676"/>
              <a:gd name="csX85" fmla="*/ 21268 w 124063"/>
              <a:gd name="csY85" fmla="*/ 88594 h 134676"/>
            </a:gdLst>
            <a:ahLst/>
            <a:cxnLst/>
            <a:rect l="l" t="t" r="r" b="b"/>
            <a:pathLst>
              <a:path w="100000" h="100000">
                <a:moveTo>
                  <a:pt x="15791" y="0"/>
                </a:moveTo>
                <a:cubicBezTo>
                  <a:pt x="10700" y="0"/>
                  <a:pt x="6569" y="4131"/>
                  <a:pt x="6569" y="9208"/>
                </a:cubicBezTo>
                <a:lnTo>
                  <a:pt x="6569" y="13440"/>
                </a:lnTo>
                <a:cubicBezTo>
                  <a:pt x="6569" y="20778"/>
                  <a:pt x="9778" y="27712"/>
                  <a:pt x="15374" y="32474"/>
                </a:cubicBezTo>
                <a:cubicBezTo>
                  <a:pt x="19922" y="36352"/>
                  <a:pt x="25657" y="38437"/>
                  <a:pt x="31557" y="38437"/>
                </a:cubicBezTo>
                <a:cubicBezTo>
                  <a:pt x="32883" y="38437"/>
                  <a:pt x="34223" y="38323"/>
                  <a:pt x="35561" y="38121"/>
                </a:cubicBezTo>
                <a:lnTo>
                  <a:pt x="83882" y="30328"/>
                </a:lnTo>
                <a:cubicBezTo>
                  <a:pt x="90931" y="29191"/>
                  <a:pt x="96060" y="23178"/>
                  <a:pt x="96060" y="16041"/>
                </a:cubicBezTo>
                <a:lnTo>
                  <a:pt x="96060" y="14475"/>
                </a:lnTo>
                <a:cubicBezTo>
                  <a:pt x="96060" y="6493"/>
                  <a:pt x="89566" y="0"/>
                  <a:pt x="81583" y="0"/>
                </a:cubicBezTo>
                <a:lnTo>
                  <a:pt x="15791" y="0"/>
                </a:lnTo>
                <a:close/>
                <a:moveTo>
                  <a:pt x="85840" y="37969"/>
                </a:moveTo>
                <a:cubicBezTo>
                  <a:pt x="85600" y="38019"/>
                  <a:pt x="85385" y="38070"/>
                  <a:pt x="85145" y="38121"/>
                </a:cubicBezTo>
                <a:lnTo>
                  <a:pt x="58161" y="42466"/>
                </a:lnTo>
                <a:cubicBezTo>
                  <a:pt x="58819" y="43236"/>
                  <a:pt x="59462" y="43856"/>
                  <a:pt x="60044" y="44411"/>
                </a:cubicBezTo>
                <a:cubicBezTo>
                  <a:pt x="61420" y="45750"/>
                  <a:pt x="62115" y="46420"/>
                  <a:pt x="62659" y="48605"/>
                </a:cubicBezTo>
                <a:cubicBezTo>
                  <a:pt x="63341" y="51320"/>
                  <a:pt x="62697" y="52672"/>
                  <a:pt x="61711" y="54731"/>
                </a:cubicBezTo>
                <a:cubicBezTo>
                  <a:pt x="60701" y="56840"/>
                  <a:pt x="59323" y="59733"/>
                  <a:pt x="60284" y="63699"/>
                </a:cubicBezTo>
                <a:cubicBezTo>
                  <a:pt x="61092" y="67033"/>
                  <a:pt x="62861" y="69105"/>
                  <a:pt x="64289" y="70759"/>
                </a:cubicBezTo>
                <a:cubicBezTo>
                  <a:pt x="65880" y="72629"/>
                  <a:pt x="66941" y="73854"/>
                  <a:pt x="67017" y="76899"/>
                </a:cubicBezTo>
                <a:cubicBezTo>
                  <a:pt x="67118" y="81597"/>
                  <a:pt x="67118" y="88140"/>
                  <a:pt x="67118" y="88153"/>
                </a:cubicBezTo>
                <a:cubicBezTo>
                  <a:pt x="67118" y="94683"/>
                  <a:pt x="72436" y="100001"/>
                  <a:pt x="78968" y="100001"/>
                </a:cubicBezTo>
                <a:lnTo>
                  <a:pt x="81570" y="100001"/>
                </a:lnTo>
                <a:cubicBezTo>
                  <a:pt x="85991" y="100001"/>
                  <a:pt x="90097" y="98030"/>
                  <a:pt x="92864" y="94582"/>
                </a:cubicBezTo>
                <a:cubicBezTo>
                  <a:pt x="95631" y="91134"/>
                  <a:pt x="96666" y="86687"/>
                  <a:pt x="95706" y="82380"/>
                </a:cubicBezTo>
                <a:lnTo>
                  <a:pt x="85840" y="37969"/>
                </a:lnTo>
                <a:close/>
                <a:moveTo>
                  <a:pt x="7833" y="65733"/>
                </a:moveTo>
                <a:cubicBezTo>
                  <a:pt x="6783" y="65745"/>
                  <a:pt x="5785" y="66174"/>
                  <a:pt x="5052" y="66932"/>
                </a:cubicBezTo>
                <a:cubicBezTo>
                  <a:pt x="4333" y="67677"/>
                  <a:pt x="3928" y="68688"/>
                  <a:pt x="3941" y="69736"/>
                </a:cubicBezTo>
                <a:lnTo>
                  <a:pt x="3941" y="93420"/>
                </a:lnTo>
                <a:cubicBezTo>
                  <a:pt x="3928" y="93938"/>
                  <a:pt x="4030" y="94456"/>
                  <a:pt x="4232" y="94949"/>
                </a:cubicBezTo>
                <a:cubicBezTo>
                  <a:pt x="4421" y="95428"/>
                  <a:pt x="4712" y="95870"/>
                  <a:pt x="5078" y="96250"/>
                </a:cubicBezTo>
                <a:cubicBezTo>
                  <a:pt x="5445" y="96616"/>
                  <a:pt x="5887" y="96919"/>
                  <a:pt x="6367" y="97120"/>
                </a:cubicBezTo>
                <a:cubicBezTo>
                  <a:pt x="6847" y="97323"/>
                  <a:pt x="7365" y="97424"/>
                  <a:pt x="7895" y="97424"/>
                </a:cubicBezTo>
                <a:cubicBezTo>
                  <a:pt x="8413" y="97424"/>
                  <a:pt x="8931" y="97323"/>
                  <a:pt x="9411" y="97120"/>
                </a:cubicBezTo>
                <a:cubicBezTo>
                  <a:pt x="9892" y="96919"/>
                  <a:pt x="10333" y="96616"/>
                  <a:pt x="10700" y="96250"/>
                </a:cubicBezTo>
                <a:cubicBezTo>
                  <a:pt x="11066" y="95870"/>
                  <a:pt x="11357" y="95428"/>
                  <a:pt x="11559" y="94949"/>
                </a:cubicBezTo>
                <a:cubicBezTo>
                  <a:pt x="11749" y="94456"/>
                  <a:pt x="11850" y="93938"/>
                  <a:pt x="11837" y="93420"/>
                </a:cubicBezTo>
                <a:lnTo>
                  <a:pt x="11837" y="69736"/>
                </a:lnTo>
                <a:cubicBezTo>
                  <a:pt x="11850" y="69206"/>
                  <a:pt x="11749" y="68675"/>
                  <a:pt x="11547" y="68196"/>
                </a:cubicBezTo>
                <a:cubicBezTo>
                  <a:pt x="11344" y="67702"/>
                  <a:pt x="11054" y="67261"/>
                  <a:pt x="10675" y="66882"/>
                </a:cubicBezTo>
                <a:cubicBezTo>
                  <a:pt x="10308" y="66516"/>
                  <a:pt x="9866" y="66212"/>
                  <a:pt x="9373" y="66023"/>
                </a:cubicBezTo>
                <a:cubicBezTo>
                  <a:pt x="8881" y="65821"/>
                  <a:pt x="8350" y="65720"/>
                  <a:pt x="7833" y="65733"/>
                </a:cubicBezTo>
                <a:close/>
                <a:moveTo>
                  <a:pt x="47310" y="65733"/>
                </a:moveTo>
                <a:cubicBezTo>
                  <a:pt x="46261" y="65745"/>
                  <a:pt x="45263" y="66174"/>
                  <a:pt x="44530" y="66932"/>
                </a:cubicBezTo>
                <a:cubicBezTo>
                  <a:pt x="43811" y="67677"/>
                  <a:pt x="43406" y="68688"/>
                  <a:pt x="43419" y="69736"/>
                </a:cubicBezTo>
                <a:lnTo>
                  <a:pt x="43419" y="93420"/>
                </a:lnTo>
                <a:cubicBezTo>
                  <a:pt x="43406" y="93938"/>
                  <a:pt x="43508" y="94456"/>
                  <a:pt x="43710" y="94949"/>
                </a:cubicBezTo>
                <a:cubicBezTo>
                  <a:pt x="43899" y="95428"/>
                  <a:pt x="44189" y="95870"/>
                  <a:pt x="44555" y="96250"/>
                </a:cubicBezTo>
                <a:cubicBezTo>
                  <a:pt x="44922" y="96616"/>
                  <a:pt x="45364" y="96919"/>
                  <a:pt x="45844" y="97120"/>
                </a:cubicBezTo>
                <a:cubicBezTo>
                  <a:pt x="46324" y="97323"/>
                  <a:pt x="46842" y="97424"/>
                  <a:pt x="47373" y="97424"/>
                </a:cubicBezTo>
                <a:cubicBezTo>
                  <a:pt x="47891" y="97424"/>
                  <a:pt x="48409" y="97323"/>
                  <a:pt x="48889" y="97120"/>
                </a:cubicBezTo>
                <a:cubicBezTo>
                  <a:pt x="49369" y="96919"/>
                  <a:pt x="49811" y="96616"/>
                  <a:pt x="50178" y="96250"/>
                </a:cubicBezTo>
                <a:cubicBezTo>
                  <a:pt x="50544" y="95870"/>
                  <a:pt x="50834" y="95428"/>
                  <a:pt x="51036" y="94949"/>
                </a:cubicBezTo>
                <a:cubicBezTo>
                  <a:pt x="51226" y="94456"/>
                  <a:pt x="51327" y="93938"/>
                  <a:pt x="51315" y="93420"/>
                </a:cubicBezTo>
                <a:lnTo>
                  <a:pt x="51315" y="69736"/>
                </a:lnTo>
                <a:cubicBezTo>
                  <a:pt x="51327" y="69206"/>
                  <a:pt x="51226" y="68675"/>
                  <a:pt x="51024" y="68196"/>
                </a:cubicBezTo>
                <a:cubicBezTo>
                  <a:pt x="50822" y="67702"/>
                  <a:pt x="50531" y="67261"/>
                  <a:pt x="50153" y="66882"/>
                </a:cubicBezTo>
                <a:cubicBezTo>
                  <a:pt x="49786" y="66516"/>
                  <a:pt x="49344" y="66212"/>
                  <a:pt x="48851" y="66023"/>
                </a:cubicBezTo>
                <a:cubicBezTo>
                  <a:pt x="48358" y="65821"/>
                  <a:pt x="47828" y="65720"/>
                  <a:pt x="47310" y="65733"/>
                </a:cubicBezTo>
                <a:close/>
                <a:moveTo>
                  <a:pt x="35486" y="65745"/>
                </a:moveTo>
                <a:cubicBezTo>
                  <a:pt x="34791" y="65758"/>
                  <a:pt x="34121" y="66048"/>
                  <a:pt x="33641" y="66553"/>
                </a:cubicBezTo>
                <a:cubicBezTo>
                  <a:pt x="33149" y="67046"/>
                  <a:pt x="32883" y="67716"/>
                  <a:pt x="32896" y="68423"/>
                </a:cubicBezTo>
                <a:lnTo>
                  <a:pt x="32896" y="94733"/>
                </a:lnTo>
                <a:cubicBezTo>
                  <a:pt x="32883" y="95087"/>
                  <a:pt x="32946" y="95428"/>
                  <a:pt x="33085" y="95756"/>
                </a:cubicBezTo>
                <a:cubicBezTo>
                  <a:pt x="33211" y="96073"/>
                  <a:pt x="33401" y="96376"/>
                  <a:pt x="33654" y="96616"/>
                </a:cubicBezTo>
                <a:cubicBezTo>
                  <a:pt x="33894" y="96868"/>
                  <a:pt x="34184" y="97070"/>
                  <a:pt x="34513" y="97196"/>
                </a:cubicBezTo>
                <a:cubicBezTo>
                  <a:pt x="34828" y="97336"/>
                  <a:pt x="35170" y="97399"/>
                  <a:pt x="35523" y="97399"/>
                </a:cubicBezTo>
                <a:cubicBezTo>
                  <a:pt x="35877" y="97399"/>
                  <a:pt x="36218" y="97336"/>
                  <a:pt x="36534" y="97196"/>
                </a:cubicBezTo>
                <a:cubicBezTo>
                  <a:pt x="36862" y="97070"/>
                  <a:pt x="37153" y="96868"/>
                  <a:pt x="37393" y="96616"/>
                </a:cubicBezTo>
                <a:cubicBezTo>
                  <a:pt x="37646" y="96376"/>
                  <a:pt x="37836" y="96073"/>
                  <a:pt x="37961" y="95756"/>
                </a:cubicBezTo>
                <a:cubicBezTo>
                  <a:pt x="38101" y="95428"/>
                  <a:pt x="38164" y="95087"/>
                  <a:pt x="38151" y="94733"/>
                </a:cubicBezTo>
                <a:lnTo>
                  <a:pt x="38151" y="68423"/>
                </a:lnTo>
                <a:cubicBezTo>
                  <a:pt x="38164" y="68069"/>
                  <a:pt x="38101" y="67716"/>
                  <a:pt x="37961" y="67387"/>
                </a:cubicBezTo>
                <a:cubicBezTo>
                  <a:pt x="37836" y="67059"/>
                  <a:pt x="37633" y="66768"/>
                  <a:pt x="37380" y="66516"/>
                </a:cubicBezTo>
                <a:cubicBezTo>
                  <a:pt x="37128" y="66275"/>
                  <a:pt x="36837" y="66073"/>
                  <a:pt x="36509" y="65947"/>
                </a:cubicBezTo>
                <a:cubicBezTo>
                  <a:pt x="36181" y="65808"/>
                  <a:pt x="35839" y="65745"/>
                  <a:pt x="35486" y="65745"/>
                </a:cubicBezTo>
                <a:close/>
                <a:moveTo>
                  <a:pt x="19732" y="65783"/>
                </a:moveTo>
                <a:cubicBezTo>
                  <a:pt x="18280" y="65783"/>
                  <a:pt x="17104" y="66970"/>
                  <a:pt x="17104" y="68423"/>
                </a:cubicBezTo>
                <a:lnTo>
                  <a:pt x="17104" y="94733"/>
                </a:lnTo>
                <a:cubicBezTo>
                  <a:pt x="17104" y="96186"/>
                  <a:pt x="18280" y="97361"/>
                  <a:pt x="19732" y="97361"/>
                </a:cubicBezTo>
                <a:lnTo>
                  <a:pt x="25000" y="97361"/>
                </a:lnTo>
                <a:cubicBezTo>
                  <a:pt x="26453" y="97361"/>
                  <a:pt x="27628" y="96186"/>
                  <a:pt x="27628" y="94733"/>
                </a:cubicBezTo>
                <a:lnTo>
                  <a:pt x="27628" y="68423"/>
                </a:lnTo>
                <a:cubicBezTo>
                  <a:pt x="27628" y="66970"/>
                  <a:pt x="26453" y="65783"/>
                  <a:pt x="25000" y="65783"/>
                </a:cubicBezTo>
                <a:lnTo>
                  <a:pt x="19732" y="6578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7" name="Чёрный — SVG 4">
            <a:extLst>
              <a:ext uri="{FF2B5EF4-FFF2-40B4-BE49-F238E27FC236}">
                <a16:creationId xmlns:a16="http://schemas.microsoft.com/office/drawing/2014/main" id="{0CA93561-217A-1040-8E39-6B649046CBBD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7094 w 127600"/>
              <a:gd name="csY0" fmla="*/ 38990 h 134676"/>
              <a:gd name="csX1" fmla="*/ 7094 w 127600"/>
              <a:gd name="csY1" fmla="*/ 111627 h 134676"/>
              <a:gd name="csX2" fmla="*/ 30131 w 127600"/>
              <a:gd name="csY2" fmla="*/ 134677 h 134676"/>
              <a:gd name="csX3" fmla="*/ 97470 w 127600"/>
              <a:gd name="csY3" fmla="*/ 134677 h 134676"/>
              <a:gd name="csX4" fmla="*/ 120506 w 127600"/>
              <a:gd name="csY4" fmla="*/ 111627 h 134676"/>
              <a:gd name="csX5" fmla="*/ 120506 w 127600"/>
              <a:gd name="csY5" fmla="*/ 38990 h 134676"/>
              <a:gd name="csX6" fmla="*/ 7094 w 127600"/>
              <a:gd name="csY6" fmla="*/ 38990 h 134676"/>
              <a:gd name="csX7" fmla="*/ 79742 w 127600"/>
              <a:gd name="csY7" fmla="*/ 70885 h 134676"/>
              <a:gd name="csX8" fmla="*/ 47842 w 127600"/>
              <a:gd name="csY8" fmla="*/ 70885 h 134676"/>
              <a:gd name="csX9" fmla="*/ 42534 w 127600"/>
              <a:gd name="csY9" fmla="*/ 65561 h 134676"/>
              <a:gd name="csX10" fmla="*/ 47842 w 127600"/>
              <a:gd name="csY10" fmla="*/ 60253 h 134676"/>
              <a:gd name="csX11" fmla="*/ 79742 w 127600"/>
              <a:gd name="csY11" fmla="*/ 60253 h 134676"/>
              <a:gd name="csX12" fmla="*/ 85067 w 127600"/>
              <a:gd name="csY12" fmla="*/ 65561 h 134676"/>
              <a:gd name="csX13" fmla="*/ 79742 w 127600"/>
              <a:gd name="csY13" fmla="*/ 70885 h 134676"/>
              <a:gd name="csX14" fmla="*/ 118737 w 127600"/>
              <a:gd name="csY14" fmla="*/ 31896 h 134676"/>
              <a:gd name="csX15" fmla="*/ 8864 w 127600"/>
              <a:gd name="csY15" fmla="*/ 31896 h 134676"/>
              <a:gd name="csX16" fmla="*/ 0 w 127600"/>
              <a:gd name="csY16" fmla="*/ 23033 h 134676"/>
              <a:gd name="csX17" fmla="*/ 0 w 127600"/>
              <a:gd name="csY17" fmla="*/ 8863 h 134676"/>
              <a:gd name="csX18" fmla="*/ 8864 w 127600"/>
              <a:gd name="csY18" fmla="*/ 0 h 134676"/>
              <a:gd name="csX19" fmla="*/ 118737 w 127600"/>
              <a:gd name="csY19" fmla="*/ 0 h 134676"/>
              <a:gd name="csX20" fmla="*/ 127601 w 127600"/>
              <a:gd name="csY20" fmla="*/ 8863 h 134676"/>
              <a:gd name="csX21" fmla="*/ 127601 w 127600"/>
              <a:gd name="csY21" fmla="*/ 23033 h 134676"/>
              <a:gd name="csX22" fmla="*/ 118737 w 127600"/>
              <a:gd name="csY22" fmla="*/ 31896 h 134676"/>
            </a:gdLst>
            <a:ahLst/>
            <a:cxnLst/>
            <a:rect l="l" t="t" r="r" b="b"/>
            <a:pathLst>
              <a:path w="100000" h="100000">
                <a:moveTo>
                  <a:pt x="7895" y="28951"/>
                </a:moveTo>
                <a:lnTo>
                  <a:pt x="7895" y="82886"/>
                </a:lnTo>
                <a:cubicBezTo>
                  <a:pt x="7895" y="92321"/>
                  <a:pt x="15563" y="100001"/>
                  <a:pt x="25000" y="100001"/>
                </a:cubicBezTo>
                <a:lnTo>
                  <a:pt x="75001" y="100001"/>
                </a:lnTo>
                <a:cubicBezTo>
                  <a:pt x="84437" y="100001"/>
                  <a:pt x="92105" y="92321"/>
                  <a:pt x="92105" y="82886"/>
                </a:cubicBezTo>
                <a:lnTo>
                  <a:pt x="92105" y="28951"/>
                </a:lnTo>
                <a:lnTo>
                  <a:pt x="7895" y="28951"/>
                </a:lnTo>
                <a:close/>
                <a:moveTo>
                  <a:pt x="61837" y="52634"/>
                </a:moveTo>
                <a:lnTo>
                  <a:pt x="38151" y="52634"/>
                </a:lnTo>
                <a:cubicBezTo>
                  <a:pt x="35977" y="52634"/>
                  <a:pt x="34210" y="50866"/>
                  <a:pt x="34210" y="48681"/>
                </a:cubicBezTo>
                <a:cubicBezTo>
                  <a:pt x="34210" y="46508"/>
                  <a:pt x="35977" y="44739"/>
                  <a:pt x="38151" y="44739"/>
                </a:cubicBezTo>
                <a:lnTo>
                  <a:pt x="61837" y="44739"/>
                </a:lnTo>
                <a:cubicBezTo>
                  <a:pt x="64023" y="44739"/>
                  <a:pt x="65791" y="46508"/>
                  <a:pt x="65791" y="48681"/>
                </a:cubicBezTo>
                <a:cubicBezTo>
                  <a:pt x="65791" y="50866"/>
                  <a:pt x="64023" y="52634"/>
                  <a:pt x="61837" y="52634"/>
                </a:cubicBezTo>
                <a:close/>
                <a:moveTo>
                  <a:pt x="90792" y="23684"/>
                </a:moveTo>
                <a:lnTo>
                  <a:pt x="9209" y="23684"/>
                </a:lnTo>
                <a:cubicBezTo>
                  <a:pt x="5583" y="23684"/>
                  <a:pt x="2627" y="20728"/>
                  <a:pt x="2627" y="17103"/>
                </a:cubicBezTo>
                <a:lnTo>
                  <a:pt x="2627" y="6581"/>
                </a:lnTo>
                <a:cubicBezTo>
                  <a:pt x="2627" y="2956"/>
                  <a:pt x="5583" y="0"/>
                  <a:pt x="9209" y="0"/>
                </a:cubicBezTo>
                <a:lnTo>
                  <a:pt x="90792" y="0"/>
                </a:lnTo>
                <a:cubicBezTo>
                  <a:pt x="94417" y="0"/>
                  <a:pt x="97374" y="2956"/>
                  <a:pt x="97374" y="6581"/>
                </a:cubicBezTo>
                <a:lnTo>
                  <a:pt x="97374" y="17103"/>
                </a:lnTo>
                <a:cubicBezTo>
                  <a:pt x="97374" y="20728"/>
                  <a:pt x="94417" y="23684"/>
                  <a:pt x="90792" y="2368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8" name="Чёрный — SVG 5">
            <a:extLst>
              <a:ext uri="{FF2B5EF4-FFF2-40B4-BE49-F238E27FC236}">
                <a16:creationId xmlns:a16="http://schemas.microsoft.com/office/drawing/2014/main" id="{4D0BBCBF-B821-F04F-B53D-31CA4A40711C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101009 w 127600"/>
              <a:gd name="csY0" fmla="*/ 0 h 126936"/>
              <a:gd name="csX1" fmla="*/ 78670 w 127600"/>
              <a:gd name="csY1" fmla="*/ 3436 h 126936"/>
              <a:gd name="csX2" fmla="*/ 90596 w 127600"/>
              <a:gd name="csY2" fmla="*/ 12180 h 126936"/>
              <a:gd name="csX3" fmla="*/ 90596 w 127600"/>
              <a:gd name="csY3" fmla="*/ 19699 h 126936"/>
              <a:gd name="csX4" fmla="*/ 86837 w 127600"/>
              <a:gd name="csY4" fmla="*/ 21264 h 126936"/>
              <a:gd name="csX5" fmla="*/ 83077 w 127600"/>
              <a:gd name="csY5" fmla="*/ 19716 h 126936"/>
              <a:gd name="csX6" fmla="*/ 64005 w 127600"/>
              <a:gd name="csY6" fmla="*/ 9696 h 126936"/>
              <a:gd name="csX7" fmla="*/ 42738 w 127600"/>
              <a:gd name="csY7" fmla="*/ 15769 h 126936"/>
              <a:gd name="csX8" fmla="*/ 33584 w 127600"/>
              <a:gd name="csY8" fmla="*/ 25210 h 126936"/>
              <a:gd name="csX9" fmla="*/ 62235 w 127600"/>
              <a:gd name="csY9" fmla="*/ 36999 h 126936"/>
              <a:gd name="csX10" fmla="*/ 62235 w 127600"/>
              <a:gd name="csY10" fmla="*/ 44518 h 126936"/>
              <a:gd name="csX11" fmla="*/ 58475 w 127600"/>
              <a:gd name="csY11" fmla="*/ 46066 h 126936"/>
              <a:gd name="csX12" fmla="*/ 54715 w 127600"/>
              <a:gd name="csY12" fmla="*/ 44518 h 126936"/>
              <a:gd name="csX13" fmla="*/ 28940 w 127600"/>
              <a:gd name="csY13" fmla="*/ 36302 h 126936"/>
              <a:gd name="csX14" fmla="*/ 28872 w 127600"/>
              <a:gd name="csY14" fmla="*/ 36574 h 126936"/>
              <a:gd name="csX15" fmla="*/ 6261 w 127600"/>
              <a:gd name="csY15" fmla="*/ 68589 h 126936"/>
              <a:gd name="csX16" fmla="*/ 37753 w 127600"/>
              <a:gd name="csY16" fmla="*/ 86978 h 126936"/>
              <a:gd name="csX17" fmla="*/ 37072 w 127600"/>
              <a:gd name="csY17" fmla="*/ 94463 h 126936"/>
              <a:gd name="csX18" fmla="*/ 33670 w 127600"/>
              <a:gd name="csY18" fmla="*/ 95687 h 126936"/>
              <a:gd name="csX19" fmla="*/ 29586 w 127600"/>
              <a:gd name="csY19" fmla="*/ 93765 h 126936"/>
              <a:gd name="csX20" fmla="*/ 4185 w 127600"/>
              <a:gd name="csY20" fmla="*/ 79153 h 126936"/>
              <a:gd name="csX21" fmla="*/ 0 w 127600"/>
              <a:gd name="csY21" fmla="*/ 100995 h 126936"/>
              <a:gd name="csX22" fmla="*/ 8864 w 127600"/>
              <a:gd name="csY22" fmla="*/ 122684 h 126936"/>
              <a:gd name="csX23" fmla="*/ 19480 w 127600"/>
              <a:gd name="csY23" fmla="*/ 126937 h 126936"/>
              <a:gd name="csX24" fmla="*/ 82957 w 127600"/>
              <a:gd name="csY24" fmla="*/ 82521 h 126936"/>
              <a:gd name="csX25" fmla="*/ 127601 w 127600"/>
              <a:gd name="csY25" fmla="*/ 19495 h 126936"/>
              <a:gd name="csX26" fmla="*/ 101009 w 127600"/>
              <a:gd name="csY26" fmla="*/ 0 h 126936"/>
            </a:gdLst>
            <a:ahLst/>
            <a:cxnLst/>
            <a:rect l="l" t="t" r="r" b="b"/>
            <a:pathLst>
              <a:path w="100000" h="100000">
                <a:moveTo>
                  <a:pt x="79161" y="260"/>
                </a:moveTo>
                <a:cubicBezTo>
                  <a:pt x="72041" y="260"/>
                  <a:pt x="66414" y="1114"/>
                  <a:pt x="61654" y="2953"/>
                </a:cubicBezTo>
                <a:cubicBezTo>
                  <a:pt x="64774" y="4553"/>
                  <a:pt x="67947" y="6766"/>
                  <a:pt x="71000" y="9806"/>
                </a:cubicBezTo>
                <a:cubicBezTo>
                  <a:pt x="72627" y="11445"/>
                  <a:pt x="72627" y="14071"/>
                  <a:pt x="71000" y="15698"/>
                </a:cubicBezTo>
                <a:cubicBezTo>
                  <a:pt x="70187" y="16524"/>
                  <a:pt x="69121" y="16925"/>
                  <a:pt x="68054" y="16925"/>
                </a:cubicBezTo>
                <a:cubicBezTo>
                  <a:pt x="66987" y="16925"/>
                  <a:pt x="65920" y="16524"/>
                  <a:pt x="65107" y="15712"/>
                </a:cubicBezTo>
                <a:cubicBezTo>
                  <a:pt x="60121" y="10712"/>
                  <a:pt x="54747" y="8619"/>
                  <a:pt x="50161" y="7859"/>
                </a:cubicBezTo>
                <a:cubicBezTo>
                  <a:pt x="44400" y="7459"/>
                  <a:pt x="38534" y="9099"/>
                  <a:pt x="33494" y="12618"/>
                </a:cubicBezTo>
                <a:cubicBezTo>
                  <a:pt x="30600" y="14658"/>
                  <a:pt x="28173" y="17191"/>
                  <a:pt x="26320" y="20017"/>
                </a:cubicBezTo>
                <a:cubicBezTo>
                  <a:pt x="33334" y="19924"/>
                  <a:pt x="41587" y="22071"/>
                  <a:pt x="48774" y="29256"/>
                </a:cubicBezTo>
                <a:cubicBezTo>
                  <a:pt x="50400" y="30882"/>
                  <a:pt x="50400" y="33523"/>
                  <a:pt x="48774" y="35149"/>
                </a:cubicBezTo>
                <a:cubicBezTo>
                  <a:pt x="47960" y="35962"/>
                  <a:pt x="46893" y="36362"/>
                  <a:pt x="45827" y="36362"/>
                </a:cubicBezTo>
                <a:cubicBezTo>
                  <a:pt x="44760" y="36362"/>
                  <a:pt x="43694" y="35962"/>
                  <a:pt x="42880" y="35149"/>
                </a:cubicBezTo>
                <a:cubicBezTo>
                  <a:pt x="35774" y="28030"/>
                  <a:pt x="27840" y="27790"/>
                  <a:pt x="22680" y="28710"/>
                </a:cubicBezTo>
                <a:cubicBezTo>
                  <a:pt x="22667" y="28777"/>
                  <a:pt x="22640" y="28857"/>
                  <a:pt x="22627" y="28923"/>
                </a:cubicBezTo>
                <a:cubicBezTo>
                  <a:pt x="11360" y="32629"/>
                  <a:pt x="4800" y="42108"/>
                  <a:pt x="4907" y="54013"/>
                </a:cubicBezTo>
                <a:cubicBezTo>
                  <a:pt x="10760" y="54306"/>
                  <a:pt x="20013" y="56933"/>
                  <a:pt x="29587" y="68425"/>
                </a:cubicBezTo>
                <a:cubicBezTo>
                  <a:pt x="31067" y="70184"/>
                  <a:pt x="30827" y="72811"/>
                  <a:pt x="29053" y="74291"/>
                </a:cubicBezTo>
                <a:cubicBezTo>
                  <a:pt x="28280" y="74930"/>
                  <a:pt x="27333" y="75250"/>
                  <a:pt x="26387" y="75250"/>
                </a:cubicBezTo>
                <a:cubicBezTo>
                  <a:pt x="25200" y="75250"/>
                  <a:pt x="24013" y="74744"/>
                  <a:pt x="23187" y="73744"/>
                </a:cubicBezTo>
                <a:cubicBezTo>
                  <a:pt x="14494" y="63332"/>
                  <a:pt x="6760" y="62172"/>
                  <a:pt x="3280" y="62292"/>
                </a:cubicBezTo>
                <a:cubicBezTo>
                  <a:pt x="1107" y="66798"/>
                  <a:pt x="0" y="72517"/>
                  <a:pt x="0" y="79410"/>
                </a:cubicBezTo>
                <a:cubicBezTo>
                  <a:pt x="0" y="85023"/>
                  <a:pt x="827" y="91408"/>
                  <a:pt x="6947" y="96408"/>
                </a:cubicBezTo>
                <a:cubicBezTo>
                  <a:pt x="9293" y="98687"/>
                  <a:pt x="12067" y="99741"/>
                  <a:pt x="15266" y="99741"/>
                </a:cubicBezTo>
                <a:cubicBezTo>
                  <a:pt x="26853" y="99741"/>
                  <a:pt x="43853" y="85729"/>
                  <a:pt x="65013" y="64932"/>
                </a:cubicBezTo>
                <a:cubicBezTo>
                  <a:pt x="84840" y="45067"/>
                  <a:pt x="100001" y="28817"/>
                  <a:pt x="100001" y="15538"/>
                </a:cubicBezTo>
                <a:cubicBezTo>
                  <a:pt x="100001" y="5980"/>
                  <a:pt x="89414" y="260"/>
                  <a:pt x="79161" y="26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9" name="Чёрный — SVG 6">
            <a:extLst>
              <a:ext uri="{FF2B5EF4-FFF2-40B4-BE49-F238E27FC236}">
                <a16:creationId xmlns:a16="http://schemas.microsoft.com/office/drawing/2014/main" id="{E7FD3806-1639-3647-B654-FEBC5BC9727C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65570 w 134763"/>
              <a:gd name="csY0" fmla="*/ 1 h 148933"/>
              <a:gd name="csX1" fmla="*/ 61827 w 134763"/>
              <a:gd name="csY1" fmla="*/ 1617 h 148933"/>
              <a:gd name="csX2" fmla="*/ 60329 w 134763"/>
              <a:gd name="csY2" fmla="*/ 5394 h 148933"/>
              <a:gd name="csX3" fmla="*/ 53456 w 134763"/>
              <a:gd name="csY3" fmla="*/ 17183 h 148933"/>
              <a:gd name="csX4" fmla="*/ 42602 w 134763"/>
              <a:gd name="csY4" fmla="*/ 37290 h 148933"/>
              <a:gd name="csX5" fmla="*/ 42993 w 134763"/>
              <a:gd name="csY5" fmla="*/ 39348 h 148933"/>
              <a:gd name="csX6" fmla="*/ 44133 w 134763"/>
              <a:gd name="csY6" fmla="*/ 41100 h 148933"/>
              <a:gd name="csX7" fmla="*/ 45868 w 134763"/>
              <a:gd name="csY7" fmla="*/ 42274 h 148933"/>
              <a:gd name="csX8" fmla="*/ 47927 w 134763"/>
              <a:gd name="csY8" fmla="*/ 42682 h 148933"/>
              <a:gd name="csX9" fmla="*/ 49985 w 134763"/>
              <a:gd name="csY9" fmla="*/ 42274 h 148933"/>
              <a:gd name="csX10" fmla="*/ 51721 w 134763"/>
              <a:gd name="csY10" fmla="*/ 41100 h 148933"/>
              <a:gd name="csX11" fmla="*/ 52861 w 134763"/>
              <a:gd name="csY11" fmla="*/ 39348 h 148933"/>
              <a:gd name="csX12" fmla="*/ 53235 w 134763"/>
              <a:gd name="csY12" fmla="*/ 37290 h 148933"/>
              <a:gd name="csX13" fmla="*/ 60108 w 134763"/>
              <a:gd name="csY13" fmla="*/ 25501 h 148933"/>
              <a:gd name="csX14" fmla="*/ 70963 w 134763"/>
              <a:gd name="csY14" fmla="*/ 5394 h 148933"/>
              <a:gd name="csX15" fmla="*/ 70572 w 134763"/>
              <a:gd name="csY15" fmla="*/ 3319 h 148933"/>
              <a:gd name="csX16" fmla="*/ 69398 w 134763"/>
              <a:gd name="csY16" fmla="*/ 1549 h 148933"/>
              <a:gd name="csX17" fmla="*/ 67645 w 134763"/>
              <a:gd name="csY17" fmla="*/ 393 h 148933"/>
              <a:gd name="csX18" fmla="*/ 65570 w 134763"/>
              <a:gd name="csY18" fmla="*/ 1 h 148933"/>
              <a:gd name="csX19" fmla="*/ 86837 w 134763"/>
              <a:gd name="csY19" fmla="*/ 7095 h 148933"/>
              <a:gd name="csX20" fmla="*/ 83093 w 134763"/>
              <a:gd name="csY20" fmla="*/ 8711 h 148933"/>
              <a:gd name="csX21" fmla="*/ 81596 w 134763"/>
              <a:gd name="csY21" fmla="*/ 12488 h 148933"/>
              <a:gd name="csX22" fmla="*/ 80354 w 134763"/>
              <a:gd name="csY22" fmla="*/ 17285 h 148933"/>
              <a:gd name="csX23" fmla="*/ 76628 w 134763"/>
              <a:gd name="csY23" fmla="*/ 20636 h 148933"/>
              <a:gd name="csX24" fmla="*/ 70606 w 134763"/>
              <a:gd name="csY24" fmla="*/ 26369 h 148933"/>
              <a:gd name="csX25" fmla="*/ 67424 w 134763"/>
              <a:gd name="csY25" fmla="*/ 37290 h 148933"/>
              <a:gd name="csX26" fmla="*/ 67798 w 134763"/>
              <a:gd name="csY26" fmla="*/ 39348 h 148933"/>
              <a:gd name="csX27" fmla="*/ 68955 w 134763"/>
              <a:gd name="csY27" fmla="*/ 41100 h 148933"/>
              <a:gd name="csX28" fmla="*/ 70691 w 134763"/>
              <a:gd name="csY28" fmla="*/ 42274 h 148933"/>
              <a:gd name="csX29" fmla="*/ 72732 w 134763"/>
              <a:gd name="csY29" fmla="*/ 42682 h 148933"/>
              <a:gd name="csX30" fmla="*/ 74791 w 134763"/>
              <a:gd name="csY30" fmla="*/ 42274 h 148933"/>
              <a:gd name="csX31" fmla="*/ 76526 w 134763"/>
              <a:gd name="csY31" fmla="*/ 41100 h 148933"/>
              <a:gd name="csX32" fmla="*/ 77666 w 134763"/>
              <a:gd name="csY32" fmla="*/ 39348 h 148933"/>
              <a:gd name="csX33" fmla="*/ 78058 w 134763"/>
              <a:gd name="csY33" fmla="*/ 37290 h 148933"/>
              <a:gd name="csX34" fmla="*/ 79299 w 134763"/>
              <a:gd name="csY34" fmla="*/ 32493 h 148933"/>
              <a:gd name="csX35" fmla="*/ 83026 w 134763"/>
              <a:gd name="csY35" fmla="*/ 29141 h 148933"/>
              <a:gd name="csX36" fmla="*/ 89048 w 134763"/>
              <a:gd name="csY36" fmla="*/ 23409 h 148933"/>
              <a:gd name="csX37" fmla="*/ 92230 w 134763"/>
              <a:gd name="csY37" fmla="*/ 12488 h 148933"/>
              <a:gd name="csX38" fmla="*/ 91838 w 134763"/>
              <a:gd name="csY38" fmla="*/ 10412 h 148933"/>
              <a:gd name="csX39" fmla="*/ 90665 w 134763"/>
              <a:gd name="csY39" fmla="*/ 8643 h 148933"/>
              <a:gd name="csX40" fmla="*/ 88912 w 134763"/>
              <a:gd name="csY40" fmla="*/ 7469 h 148933"/>
              <a:gd name="csX41" fmla="*/ 86837 w 134763"/>
              <a:gd name="csY41" fmla="*/ 7095 h 148933"/>
              <a:gd name="csX42" fmla="*/ 30199 w 134763"/>
              <a:gd name="csY42" fmla="*/ 49691 h 148933"/>
              <a:gd name="csX43" fmla="*/ 17796 w 134763"/>
              <a:gd name="csY43" fmla="*/ 62092 h 148933"/>
              <a:gd name="csX44" fmla="*/ 17796 w 134763"/>
              <a:gd name="csY44" fmla="*/ 104620 h 148933"/>
              <a:gd name="csX45" fmla="*/ 44388 w 134763"/>
              <a:gd name="csY45" fmla="*/ 131208 h 148933"/>
              <a:gd name="csX46" fmla="*/ 83366 w 134763"/>
              <a:gd name="csY46" fmla="*/ 131208 h 148933"/>
              <a:gd name="csX47" fmla="*/ 109855 w 134763"/>
              <a:gd name="csY47" fmla="*/ 106406 h 148933"/>
              <a:gd name="csX48" fmla="*/ 111727 w 134763"/>
              <a:gd name="csY48" fmla="*/ 106406 h 148933"/>
              <a:gd name="csX49" fmla="*/ 134763 w 134763"/>
              <a:gd name="csY49" fmla="*/ 83356 h 148933"/>
              <a:gd name="csX50" fmla="*/ 134763 w 134763"/>
              <a:gd name="csY50" fmla="*/ 76279 h 148933"/>
              <a:gd name="csX51" fmla="*/ 122361 w 134763"/>
              <a:gd name="csY51" fmla="*/ 63878 h 148933"/>
              <a:gd name="csX52" fmla="*/ 109958 w 134763"/>
              <a:gd name="csY52" fmla="*/ 63878 h 148933"/>
              <a:gd name="csX53" fmla="*/ 109958 w 134763"/>
              <a:gd name="csY53" fmla="*/ 62092 h 148933"/>
              <a:gd name="csX54" fmla="*/ 97555 w 134763"/>
              <a:gd name="csY54" fmla="*/ 49691 h 148933"/>
              <a:gd name="csX55" fmla="*/ 30199 w 134763"/>
              <a:gd name="csY55" fmla="*/ 49691 h 148933"/>
              <a:gd name="csX56" fmla="*/ 109958 w 134763"/>
              <a:gd name="csY56" fmla="*/ 74510 h 148933"/>
              <a:gd name="csX57" fmla="*/ 122361 w 134763"/>
              <a:gd name="csY57" fmla="*/ 74510 h 148933"/>
              <a:gd name="csX58" fmla="*/ 124130 w 134763"/>
              <a:gd name="csY58" fmla="*/ 76279 h 148933"/>
              <a:gd name="csX59" fmla="*/ 124130 w 134763"/>
              <a:gd name="csY59" fmla="*/ 83356 h 148933"/>
              <a:gd name="csX60" fmla="*/ 111727 w 134763"/>
              <a:gd name="csY60" fmla="*/ 95774 h 148933"/>
              <a:gd name="csX61" fmla="*/ 109958 w 134763"/>
              <a:gd name="csY61" fmla="*/ 95774 h 148933"/>
              <a:gd name="csX62" fmla="*/ 109958 w 134763"/>
              <a:gd name="csY62" fmla="*/ 74510 h 148933"/>
              <a:gd name="csX63" fmla="*/ 5393 w 134763"/>
              <a:gd name="csY63" fmla="*/ 138302 h 148933"/>
              <a:gd name="csX64" fmla="*/ 3335 w 134763"/>
              <a:gd name="csY64" fmla="*/ 138676 h 148933"/>
              <a:gd name="csX65" fmla="*/ 1582 w 134763"/>
              <a:gd name="csY65" fmla="*/ 139816 h 148933"/>
              <a:gd name="csX66" fmla="*/ 408 w 134763"/>
              <a:gd name="csY66" fmla="*/ 141551 h 148933"/>
              <a:gd name="csX67" fmla="*/ 0 w 134763"/>
              <a:gd name="csY67" fmla="*/ 143609 h 148933"/>
              <a:gd name="csX68" fmla="*/ 408 w 134763"/>
              <a:gd name="csY68" fmla="*/ 145668 h 148933"/>
              <a:gd name="csX69" fmla="*/ 1582 w 134763"/>
              <a:gd name="csY69" fmla="*/ 147403 h 148933"/>
              <a:gd name="csX70" fmla="*/ 3335 w 134763"/>
              <a:gd name="csY70" fmla="*/ 148542 h 148933"/>
              <a:gd name="csX71" fmla="*/ 5393 w 134763"/>
              <a:gd name="csY71" fmla="*/ 148934 h 148933"/>
              <a:gd name="csX72" fmla="*/ 122361 w 134763"/>
              <a:gd name="csY72" fmla="*/ 148934 h 148933"/>
              <a:gd name="csX73" fmla="*/ 124419 w 134763"/>
              <a:gd name="csY73" fmla="*/ 148542 h 148933"/>
              <a:gd name="csX74" fmla="*/ 126172 w 134763"/>
              <a:gd name="csY74" fmla="*/ 147403 h 148933"/>
              <a:gd name="csX75" fmla="*/ 127345 w 134763"/>
              <a:gd name="csY75" fmla="*/ 145668 h 148933"/>
              <a:gd name="csX76" fmla="*/ 127754 w 134763"/>
              <a:gd name="csY76" fmla="*/ 143609 h 148933"/>
              <a:gd name="csX77" fmla="*/ 127345 w 134763"/>
              <a:gd name="csY77" fmla="*/ 141551 h 148933"/>
              <a:gd name="csX78" fmla="*/ 126172 w 134763"/>
              <a:gd name="csY78" fmla="*/ 139816 h 148933"/>
              <a:gd name="csX79" fmla="*/ 124419 w 134763"/>
              <a:gd name="csY79" fmla="*/ 138676 h 148933"/>
              <a:gd name="csX80" fmla="*/ 122361 w 134763"/>
              <a:gd name="csY80" fmla="*/ 138302 h 148933"/>
              <a:gd name="csX81" fmla="*/ 5393 w 134763"/>
              <a:gd name="csY81" fmla="*/ 138302 h 148933"/>
            </a:gdLst>
            <a:ahLst/>
            <a:cxnLst/>
            <a:rect l="l" t="t" r="r" b="b"/>
            <a:pathLst>
              <a:path w="100000" h="100000">
                <a:moveTo>
                  <a:pt x="48784" y="1"/>
                </a:moveTo>
                <a:cubicBezTo>
                  <a:pt x="47835" y="12"/>
                  <a:pt x="46933" y="401"/>
                  <a:pt x="46270" y="1086"/>
                </a:cubicBezTo>
                <a:cubicBezTo>
                  <a:pt x="45619" y="1760"/>
                  <a:pt x="45253" y="2674"/>
                  <a:pt x="45265" y="3622"/>
                </a:cubicBezTo>
                <a:cubicBezTo>
                  <a:pt x="45265" y="8385"/>
                  <a:pt x="43632" y="9161"/>
                  <a:pt x="40650" y="11537"/>
                </a:cubicBezTo>
                <a:cubicBezTo>
                  <a:pt x="37680" y="13924"/>
                  <a:pt x="33362" y="17899"/>
                  <a:pt x="33362" y="25038"/>
                </a:cubicBezTo>
                <a:cubicBezTo>
                  <a:pt x="33362" y="25506"/>
                  <a:pt x="33453" y="25986"/>
                  <a:pt x="33625" y="26420"/>
                </a:cubicBezTo>
                <a:cubicBezTo>
                  <a:pt x="33796" y="26854"/>
                  <a:pt x="34058" y="27254"/>
                  <a:pt x="34390" y="27596"/>
                </a:cubicBezTo>
                <a:cubicBezTo>
                  <a:pt x="34721" y="27927"/>
                  <a:pt x="35121" y="28202"/>
                  <a:pt x="35555" y="28385"/>
                </a:cubicBezTo>
                <a:cubicBezTo>
                  <a:pt x="36001" y="28567"/>
                  <a:pt x="36469" y="28659"/>
                  <a:pt x="36937" y="28659"/>
                </a:cubicBezTo>
                <a:cubicBezTo>
                  <a:pt x="37405" y="28659"/>
                  <a:pt x="37874" y="28567"/>
                  <a:pt x="38319" y="28385"/>
                </a:cubicBezTo>
                <a:cubicBezTo>
                  <a:pt x="38754" y="28202"/>
                  <a:pt x="39142" y="27927"/>
                  <a:pt x="39485" y="27596"/>
                </a:cubicBezTo>
                <a:cubicBezTo>
                  <a:pt x="39816" y="27254"/>
                  <a:pt x="40079" y="26854"/>
                  <a:pt x="40250" y="26420"/>
                </a:cubicBezTo>
                <a:cubicBezTo>
                  <a:pt x="40422" y="25986"/>
                  <a:pt x="40513" y="25506"/>
                  <a:pt x="40501" y="25038"/>
                </a:cubicBezTo>
                <a:cubicBezTo>
                  <a:pt x="40501" y="20275"/>
                  <a:pt x="42146" y="19498"/>
                  <a:pt x="45116" y="17122"/>
                </a:cubicBezTo>
                <a:cubicBezTo>
                  <a:pt x="48098" y="14735"/>
                  <a:pt x="52405" y="10761"/>
                  <a:pt x="52405" y="3622"/>
                </a:cubicBezTo>
                <a:cubicBezTo>
                  <a:pt x="52416" y="3142"/>
                  <a:pt x="52325" y="2674"/>
                  <a:pt x="52142" y="2229"/>
                </a:cubicBezTo>
                <a:cubicBezTo>
                  <a:pt x="51959" y="1783"/>
                  <a:pt x="51696" y="1383"/>
                  <a:pt x="51354" y="1040"/>
                </a:cubicBezTo>
                <a:cubicBezTo>
                  <a:pt x="51022" y="709"/>
                  <a:pt x="50623" y="447"/>
                  <a:pt x="50177" y="264"/>
                </a:cubicBezTo>
                <a:cubicBezTo>
                  <a:pt x="49732" y="81"/>
                  <a:pt x="49263" y="-11"/>
                  <a:pt x="48784" y="1"/>
                </a:cubicBezTo>
                <a:close/>
                <a:moveTo>
                  <a:pt x="63063" y="4764"/>
                </a:moveTo>
                <a:cubicBezTo>
                  <a:pt x="62115" y="4775"/>
                  <a:pt x="61212" y="5163"/>
                  <a:pt x="60549" y="5849"/>
                </a:cubicBezTo>
                <a:cubicBezTo>
                  <a:pt x="59899" y="6523"/>
                  <a:pt x="59533" y="7437"/>
                  <a:pt x="59544" y="8385"/>
                </a:cubicBezTo>
                <a:cubicBezTo>
                  <a:pt x="59544" y="10166"/>
                  <a:pt x="59202" y="10909"/>
                  <a:pt x="58710" y="11606"/>
                </a:cubicBezTo>
                <a:cubicBezTo>
                  <a:pt x="58231" y="12291"/>
                  <a:pt x="57408" y="12965"/>
                  <a:pt x="56208" y="13856"/>
                </a:cubicBezTo>
                <a:cubicBezTo>
                  <a:pt x="55021" y="14747"/>
                  <a:pt x="53467" y="15866"/>
                  <a:pt x="52165" y="17705"/>
                </a:cubicBezTo>
                <a:cubicBezTo>
                  <a:pt x="50874" y="19544"/>
                  <a:pt x="50029" y="22068"/>
                  <a:pt x="50029" y="25038"/>
                </a:cubicBezTo>
                <a:cubicBezTo>
                  <a:pt x="50017" y="25506"/>
                  <a:pt x="50108" y="25986"/>
                  <a:pt x="50280" y="26420"/>
                </a:cubicBezTo>
                <a:cubicBezTo>
                  <a:pt x="50463" y="26854"/>
                  <a:pt x="50725" y="27254"/>
                  <a:pt x="51057" y="27596"/>
                </a:cubicBezTo>
                <a:cubicBezTo>
                  <a:pt x="51388" y="27927"/>
                  <a:pt x="51776" y="28202"/>
                  <a:pt x="52222" y="28385"/>
                </a:cubicBezTo>
                <a:cubicBezTo>
                  <a:pt x="52656" y="28567"/>
                  <a:pt x="53125" y="28659"/>
                  <a:pt x="53593" y="28659"/>
                </a:cubicBezTo>
                <a:cubicBezTo>
                  <a:pt x="54073" y="28659"/>
                  <a:pt x="54541" y="28567"/>
                  <a:pt x="54975" y="28385"/>
                </a:cubicBezTo>
                <a:cubicBezTo>
                  <a:pt x="55409" y="28202"/>
                  <a:pt x="55809" y="27927"/>
                  <a:pt x="56140" y="27596"/>
                </a:cubicBezTo>
                <a:cubicBezTo>
                  <a:pt x="56472" y="27254"/>
                  <a:pt x="56734" y="26854"/>
                  <a:pt x="56905" y="26420"/>
                </a:cubicBezTo>
                <a:cubicBezTo>
                  <a:pt x="57089" y="25986"/>
                  <a:pt x="57169" y="25506"/>
                  <a:pt x="57169" y="25038"/>
                </a:cubicBezTo>
                <a:cubicBezTo>
                  <a:pt x="57169" y="23256"/>
                  <a:pt x="57511" y="22502"/>
                  <a:pt x="58002" y="21817"/>
                </a:cubicBezTo>
                <a:cubicBezTo>
                  <a:pt x="58482" y="21132"/>
                  <a:pt x="59305" y="20458"/>
                  <a:pt x="60504" y="19567"/>
                </a:cubicBezTo>
                <a:cubicBezTo>
                  <a:pt x="61692" y="18676"/>
                  <a:pt x="63246" y="17556"/>
                  <a:pt x="64548" y="15718"/>
                </a:cubicBezTo>
                <a:cubicBezTo>
                  <a:pt x="65839" y="13879"/>
                  <a:pt x="66684" y="11354"/>
                  <a:pt x="66684" y="8385"/>
                </a:cubicBezTo>
                <a:cubicBezTo>
                  <a:pt x="66696" y="7905"/>
                  <a:pt x="66604" y="7425"/>
                  <a:pt x="66421" y="6991"/>
                </a:cubicBezTo>
                <a:cubicBezTo>
                  <a:pt x="66239" y="6546"/>
                  <a:pt x="65976" y="6146"/>
                  <a:pt x="65634" y="5803"/>
                </a:cubicBezTo>
                <a:cubicBezTo>
                  <a:pt x="65302" y="5472"/>
                  <a:pt x="64902" y="5198"/>
                  <a:pt x="64457" y="5015"/>
                </a:cubicBezTo>
                <a:cubicBezTo>
                  <a:pt x="64011" y="4844"/>
                  <a:pt x="63543" y="4752"/>
                  <a:pt x="63063" y="4764"/>
                </a:cubicBezTo>
                <a:close/>
                <a:moveTo>
                  <a:pt x="25034" y="33365"/>
                </a:moveTo>
                <a:cubicBezTo>
                  <a:pt x="20441" y="33365"/>
                  <a:pt x="16706" y="37099"/>
                  <a:pt x="16706" y="41691"/>
                </a:cubicBezTo>
                <a:lnTo>
                  <a:pt x="16706" y="70246"/>
                </a:lnTo>
                <a:cubicBezTo>
                  <a:pt x="16706" y="80092"/>
                  <a:pt x="24714" y="88099"/>
                  <a:pt x="34561" y="88099"/>
                </a:cubicBezTo>
                <a:lnTo>
                  <a:pt x="60733" y="88099"/>
                </a:lnTo>
                <a:cubicBezTo>
                  <a:pt x="70180" y="88099"/>
                  <a:pt x="77902" y="80732"/>
                  <a:pt x="78519" y="71446"/>
                </a:cubicBezTo>
                <a:lnTo>
                  <a:pt x="79775" y="71446"/>
                </a:lnTo>
                <a:cubicBezTo>
                  <a:pt x="88275" y="71446"/>
                  <a:pt x="95243" y="64478"/>
                  <a:pt x="95243" y="55969"/>
                </a:cubicBezTo>
                <a:lnTo>
                  <a:pt x="95243" y="51217"/>
                </a:lnTo>
                <a:cubicBezTo>
                  <a:pt x="95243" y="46660"/>
                  <a:pt x="91473" y="42890"/>
                  <a:pt x="86916" y="42890"/>
                </a:cubicBezTo>
                <a:lnTo>
                  <a:pt x="78588" y="42890"/>
                </a:lnTo>
                <a:lnTo>
                  <a:pt x="78588" y="41691"/>
                </a:lnTo>
                <a:cubicBezTo>
                  <a:pt x="78588" y="37099"/>
                  <a:pt x="74852" y="33365"/>
                  <a:pt x="70260" y="33365"/>
                </a:cubicBezTo>
                <a:lnTo>
                  <a:pt x="25034" y="33365"/>
                </a:lnTo>
                <a:close/>
                <a:moveTo>
                  <a:pt x="78588" y="50029"/>
                </a:moveTo>
                <a:lnTo>
                  <a:pt x="86916" y="50029"/>
                </a:lnTo>
                <a:cubicBezTo>
                  <a:pt x="87612" y="50029"/>
                  <a:pt x="88103" y="50509"/>
                  <a:pt x="88103" y="51217"/>
                </a:cubicBezTo>
                <a:lnTo>
                  <a:pt x="88103" y="55969"/>
                </a:lnTo>
                <a:cubicBezTo>
                  <a:pt x="88103" y="60617"/>
                  <a:pt x="84413" y="64307"/>
                  <a:pt x="79775" y="64307"/>
                </a:cubicBezTo>
                <a:lnTo>
                  <a:pt x="78588" y="64307"/>
                </a:lnTo>
                <a:lnTo>
                  <a:pt x="78588" y="50029"/>
                </a:lnTo>
                <a:close/>
                <a:moveTo>
                  <a:pt x="8378" y="92862"/>
                </a:moveTo>
                <a:cubicBezTo>
                  <a:pt x="7910" y="92850"/>
                  <a:pt x="7430" y="92942"/>
                  <a:pt x="6996" y="93113"/>
                </a:cubicBezTo>
                <a:cubicBezTo>
                  <a:pt x="6562" y="93284"/>
                  <a:pt x="6163" y="93547"/>
                  <a:pt x="5819" y="93878"/>
                </a:cubicBezTo>
                <a:cubicBezTo>
                  <a:pt x="5488" y="94221"/>
                  <a:pt x="5214" y="94609"/>
                  <a:pt x="5031" y="95043"/>
                </a:cubicBezTo>
                <a:cubicBezTo>
                  <a:pt x="4848" y="95489"/>
                  <a:pt x="4757" y="95957"/>
                  <a:pt x="4757" y="96425"/>
                </a:cubicBezTo>
                <a:cubicBezTo>
                  <a:pt x="4757" y="96894"/>
                  <a:pt x="4848" y="97362"/>
                  <a:pt x="5031" y="97808"/>
                </a:cubicBezTo>
                <a:cubicBezTo>
                  <a:pt x="5214" y="98241"/>
                  <a:pt x="5488" y="98630"/>
                  <a:pt x="5819" y="98973"/>
                </a:cubicBezTo>
                <a:cubicBezTo>
                  <a:pt x="6163" y="99304"/>
                  <a:pt x="6562" y="99566"/>
                  <a:pt x="6996" y="99737"/>
                </a:cubicBezTo>
                <a:cubicBezTo>
                  <a:pt x="7430" y="99909"/>
                  <a:pt x="7910" y="100001"/>
                  <a:pt x="8378" y="100001"/>
                </a:cubicBezTo>
                <a:lnTo>
                  <a:pt x="86916" y="100001"/>
                </a:lnTo>
                <a:cubicBezTo>
                  <a:pt x="87384" y="100001"/>
                  <a:pt x="87852" y="99909"/>
                  <a:pt x="88297" y="99737"/>
                </a:cubicBezTo>
                <a:cubicBezTo>
                  <a:pt x="88732" y="99566"/>
                  <a:pt x="89131" y="99304"/>
                  <a:pt x="89474" y="98973"/>
                </a:cubicBezTo>
                <a:cubicBezTo>
                  <a:pt x="89805" y="98630"/>
                  <a:pt x="90079" y="98241"/>
                  <a:pt x="90262" y="97808"/>
                </a:cubicBezTo>
                <a:cubicBezTo>
                  <a:pt x="90445" y="97362"/>
                  <a:pt x="90537" y="96894"/>
                  <a:pt x="90537" y="96425"/>
                </a:cubicBezTo>
                <a:cubicBezTo>
                  <a:pt x="90537" y="95957"/>
                  <a:pt x="90445" y="95489"/>
                  <a:pt x="90262" y="95043"/>
                </a:cubicBezTo>
                <a:cubicBezTo>
                  <a:pt x="90079" y="94609"/>
                  <a:pt x="89805" y="94221"/>
                  <a:pt x="89474" y="93878"/>
                </a:cubicBezTo>
                <a:cubicBezTo>
                  <a:pt x="89131" y="93547"/>
                  <a:pt x="88732" y="93284"/>
                  <a:pt x="88297" y="93113"/>
                </a:cubicBezTo>
                <a:cubicBezTo>
                  <a:pt x="87852" y="92942"/>
                  <a:pt x="87384" y="92850"/>
                  <a:pt x="86916" y="92862"/>
                </a:cubicBezTo>
                <a:lnTo>
                  <a:pt x="8378" y="9286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0" name="Чёрный — SVG 7">
            <a:extLst>
              <a:ext uri="{FF2B5EF4-FFF2-40B4-BE49-F238E27FC236}">
                <a16:creationId xmlns:a16="http://schemas.microsoft.com/office/drawing/2014/main" id="{735C36F8-B420-3A4D-A66D-D26C8A05956D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32632 w 99239"/>
              <a:gd name="csY0" fmla="*/ 0 h 141753"/>
              <a:gd name="csX1" fmla="*/ 14223 w 99239"/>
              <a:gd name="csY1" fmla="*/ 17726 h 141753"/>
              <a:gd name="csX2" fmla="*/ 46072 w 99239"/>
              <a:gd name="csY2" fmla="*/ 17726 h 141753"/>
              <a:gd name="csX3" fmla="*/ 49628 w 99239"/>
              <a:gd name="csY3" fmla="*/ 21264 h 141753"/>
              <a:gd name="csX4" fmla="*/ 46072 w 99239"/>
              <a:gd name="csY4" fmla="*/ 24802 h 141753"/>
              <a:gd name="csX5" fmla="*/ 5206 w 99239"/>
              <a:gd name="csY5" fmla="*/ 24802 h 141753"/>
              <a:gd name="csX6" fmla="*/ 0 w 99239"/>
              <a:gd name="csY6" fmla="*/ 38343 h 141753"/>
              <a:gd name="csX7" fmla="*/ 0 w 99239"/>
              <a:gd name="csY7" fmla="*/ 46066 h 141753"/>
              <a:gd name="csX8" fmla="*/ 3539 w 99239"/>
              <a:gd name="csY8" fmla="*/ 49621 h 141753"/>
              <a:gd name="csX9" fmla="*/ 5768 w 99239"/>
              <a:gd name="csY9" fmla="*/ 49621 h 141753"/>
              <a:gd name="csX10" fmla="*/ 93489 w 99239"/>
              <a:gd name="csY10" fmla="*/ 49621 h 141753"/>
              <a:gd name="csX11" fmla="*/ 95700 w 99239"/>
              <a:gd name="csY11" fmla="*/ 49621 h 141753"/>
              <a:gd name="csX12" fmla="*/ 99239 w 99239"/>
              <a:gd name="csY12" fmla="*/ 46066 h 141753"/>
              <a:gd name="csX13" fmla="*/ 99239 w 99239"/>
              <a:gd name="csY13" fmla="*/ 38343 h 141753"/>
              <a:gd name="csX14" fmla="*/ 85407 w 99239"/>
              <a:gd name="csY14" fmla="*/ 19699 h 141753"/>
              <a:gd name="csX15" fmla="*/ 66608 w 99239"/>
              <a:gd name="csY15" fmla="*/ 0 h 141753"/>
              <a:gd name="csX16" fmla="*/ 32632 w 99239"/>
              <a:gd name="csY16" fmla="*/ 0 h 141753"/>
              <a:gd name="csX17" fmla="*/ 6720 w 99239"/>
              <a:gd name="csY17" fmla="*/ 56698 h 141753"/>
              <a:gd name="csX18" fmla="*/ 10531 w 99239"/>
              <a:gd name="csY18" fmla="*/ 85056 h 141753"/>
              <a:gd name="csX19" fmla="*/ 34282 w 99239"/>
              <a:gd name="csY19" fmla="*/ 85056 h 141753"/>
              <a:gd name="csX20" fmla="*/ 49628 w 99239"/>
              <a:gd name="csY20" fmla="*/ 74424 h 141753"/>
              <a:gd name="csX21" fmla="*/ 64957 w 99239"/>
              <a:gd name="csY21" fmla="*/ 85056 h 141753"/>
              <a:gd name="csX22" fmla="*/ 88708 w 99239"/>
              <a:gd name="csY22" fmla="*/ 85056 h 141753"/>
              <a:gd name="csX23" fmla="*/ 92536 w 99239"/>
              <a:gd name="csY23" fmla="*/ 56698 h 141753"/>
              <a:gd name="csX24" fmla="*/ 6720 w 99239"/>
              <a:gd name="csY24" fmla="*/ 56698 h 141753"/>
              <a:gd name="csX25" fmla="*/ 13390 w 99239"/>
              <a:gd name="csY25" fmla="*/ 106319 h 141753"/>
              <a:gd name="csX26" fmla="*/ 16095 w 99239"/>
              <a:gd name="csY26" fmla="*/ 126393 h 141753"/>
              <a:gd name="csX27" fmla="*/ 33670 w 99239"/>
              <a:gd name="csY27" fmla="*/ 141753 h 141753"/>
              <a:gd name="csX28" fmla="*/ 65570 w 99239"/>
              <a:gd name="csY28" fmla="*/ 141753 h 141753"/>
              <a:gd name="csX29" fmla="*/ 83162 w 99239"/>
              <a:gd name="csY29" fmla="*/ 126393 h 141753"/>
              <a:gd name="csX30" fmla="*/ 85850 w 99239"/>
              <a:gd name="csY30" fmla="*/ 106319 h 141753"/>
              <a:gd name="csX31" fmla="*/ 64957 w 99239"/>
              <a:gd name="csY31" fmla="*/ 106319 h 141753"/>
              <a:gd name="csX32" fmla="*/ 49628 w 99239"/>
              <a:gd name="csY32" fmla="*/ 116951 h 141753"/>
              <a:gd name="csX33" fmla="*/ 34282 w 99239"/>
              <a:gd name="csY33" fmla="*/ 106319 h 141753"/>
              <a:gd name="csX34" fmla="*/ 13390 w 99239"/>
              <a:gd name="csY34" fmla="*/ 106319 h 141753"/>
            </a:gdLst>
            <a:ahLst/>
            <a:cxnLst/>
            <a:rect l="l" t="t" r="r" b="b"/>
            <a:pathLst>
              <a:path w="100000" h="100000">
                <a:moveTo>
                  <a:pt x="38016" y="0"/>
                </a:moveTo>
                <a:cubicBezTo>
                  <a:pt x="31679" y="0"/>
                  <a:pt x="26410" y="5364"/>
                  <a:pt x="25029" y="12505"/>
                </a:cubicBezTo>
                <a:lnTo>
                  <a:pt x="47497" y="12505"/>
                </a:lnTo>
                <a:cubicBezTo>
                  <a:pt x="48890" y="12505"/>
                  <a:pt x="50006" y="13621"/>
                  <a:pt x="50006" y="15001"/>
                </a:cubicBezTo>
                <a:cubicBezTo>
                  <a:pt x="50006" y="16381"/>
                  <a:pt x="48890" y="17497"/>
                  <a:pt x="47497" y="17497"/>
                </a:cubicBezTo>
                <a:lnTo>
                  <a:pt x="18668" y="17497"/>
                </a:lnTo>
                <a:cubicBezTo>
                  <a:pt x="16424" y="19933"/>
                  <a:pt x="14996" y="23305"/>
                  <a:pt x="14996" y="27049"/>
                </a:cubicBezTo>
                <a:lnTo>
                  <a:pt x="14996" y="32497"/>
                </a:lnTo>
                <a:cubicBezTo>
                  <a:pt x="14996" y="33877"/>
                  <a:pt x="16112" y="35005"/>
                  <a:pt x="17492" y="35005"/>
                </a:cubicBezTo>
                <a:lnTo>
                  <a:pt x="19065" y="35005"/>
                </a:lnTo>
                <a:lnTo>
                  <a:pt x="80948" y="35005"/>
                </a:lnTo>
                <a:lnTo>
                  <a:pt x="82508" y="35005"/>
                </a:lnTo>
                <a:cubicBezTo>
                  <a:pt x="83888" y="35005"/>
                  <a:pt x="85004" y="33877"/>
                  <a:pt x="85004" y="32497"/>
                </a:cubicBezTo>
                <a:lnTo>
                  <a:pt x="85004" y="27049"/>
                </a:lnTo>
                <a:cubicBezTo>
                  <a:pt x="85004" y="20545"/>
                  <a:pt x="80803" y="15121"/>
                  <a:pt x="75246" y="13897"/>
                </a:cubicBezTo>
                <a:cubicBezTo>
                  <a:pt x="74346" y="6049"/>
                  <a:pt x="68741" y="0"/>
                  <a:pt x="61985" y="0"/>
                </a:cubicBezTo>
                <a:lnTo>
                  <a:pt x="38016" y="0"/>
                </a:lnTo>
                <a:close/>
                <a:moveTo>
                  <a:pt x="19736" y="39998"/>
                </a:moveTo>
                <a:lnTo>
                  <a:pt x="22425" y="60003"/>
                </a:lnTo>
                <a:lnTo>
                  <a:pt x="39180" y="60003"/>
                </a:lnTo>
                <a:cubicBezTo>
                  <a:pt x="41352" y="55526"/>
                  <a:pt x="45373" y="52503"/>
                  <a:pt x="50006" y="52503"/>
                </a:cubicBezTo>
                <a:cubicBezTo>
                  <a:pt x="54627" y="52503"/>
                  <a:pt x="58660" y="55526"/>
                  <a:pt x="60820" y="60003"/>
                </a:cubicBezTo>
                <a:lnTo>
                  <a:pt x="77575" y="60003"/>
                </a:lnTo>
                <a:lnTo>
                  <a:pt x="80276" y="39998"/>
                </a:lnTo>
                <a:lnTo>
                  <a:pt x="19736" y="39998"/>
                </a:lnTo>
                <a:close/>
                <a:moveTo>
                  <a:pt x="24442" y="75003"/>
                </a:moveTo>
                <a:lnTo>
                  <a:pt x="26350" y="89164"/>
                </a:lnTo>
                <a:cubicBezTo>
                  <a:pt x="27178" y="95344"/>
                  <a:pt x="32519" y="100000"/>
                  <a:pt x="38748" y="100000"/>
                </a:cubicBezTo>
                <a:lnTo>
                  <a:pt x="61252" y="100000"/>
                </a:lnTo>
                <a:cubicBezTo>
                  <a:pt x="67493" y="100000"/>
                  <a:pt x="72822" y="95344"/>
                  <a:pt x="73663" y="89164"/>
                </a:cubicBezTo>
                <a:lnTo>
                  <a:pt x="75559" y="75003"/>
                </a:lnTo>
                <a:lnTo>
                  <a:pt x="60820" y="75003"/>
                </a:lnTo>
                <a:cubicBezTo>
                  <a:pt x="58660" y="79480"/>
                  <a:pt x="54627" y="82503"/>
                  <a:pt x="50006" y="82503"/>
                </a:cubicBezTo>
                <a:cubicBezTo>
                  <a:pt x="45373" y="82503"/>
                  <a:pt x="41352" y="79480"/>
                  <a:pt x="39180" y="75003"/>
                </a:cubicBezTo>
                <a:lnTo>
                  <a:pt x="24442" y="7500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1" name="Чёрный — SVG 8">
            <a:extLst>
              <a:ext uri="{FF2B5EF4-FFF2-40B4-BE49-F238E27FC236}">
                <a16:creationId xmlns:a16="http://schemas.microsoft.com/office/drawing/2014/main" id="{9A1BC9FB-E94D-CD4B-88C0-A810F34AFA3D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50045 w 99244"/>
              <a:gd name="csY0" fmla="*/ 1 h 141754"/>
              <a:gd name="csX1" fmla="*/ 3949 w 99244"/>
              <a:gd name="csY1" fmla="*/ 44076 h 141754"/>
              <a:gd name="csX2" fmla="*/ 12132 w 99244"/>
              <a:gd name="csY2" fmla="*/ 53160 h 141754"/>
              <a:gd name="csX3" fmla="*/ 20144 w 99244"/>
              <a:gd name="csY3" fmla="*/ 53160 h 141754"/>
              <a:gd name="csX4" fmla="*/ 28356 w 99244"/>
              <a:gd name="csY4" fmla="*/ 44944 h 141754"/>
              <a:gd name="csX5" fmla="*/ 28356 w 99244"/>
              <a:gd name="csY5" fmla="*/ 43447 h 141754"/>
              <a:gd name="csX6" fmla="*/ 50154 w 99244"/>
              <a:gd name="csY6" fmla="*/ 21264 h 141754"/>
              <a:gd name="csX7" fmla="*/ 70881 w 99244"/>
              <a:gd name="csY7" fmla="*/ 42001 h 141754"/>
              <a:gd name="csX8" fmla="*/ 48711 w 99244"/>
              <a:gd name="csY8" fmla="*/ 63792 h 141754"/>
              <a:gd name="csX9" fmla="*/ 14177 w 99244"/>
              <a:gd name="csY9" fmla="*/ 63792 h 141754"/>
              <a:gd name="csX10" fmla="*/ 0 w 99244"/>
              <a:gd name="csY10" fmla="*/ 77962 h 141754"/>
              <a:gd name="csX11" fmla="*/ 0 w 99244"/>
              <a:gd name="csY11" fmla="*/ 124046 h 141754"/>
              <a:gd name="csX12" fmla="*/ 17723 w 99244"/>
              <a:gd name="csY12" fmla="*/ 141754 h 141754"/>
              <a:gd name="csX13" fmla="*/ 81523 w 99244"/>
              <a:gd name="csY13" fmla="*/ 141754 h 141754"/>
              <a:gd name="csX14" fmla="*/ 99244 w 99244"/>
              <a:gd name="csY14" fmla="*/ 124046 h 141754"/>
              <a:gd name="csX15" fmla="*/ 99244 w 99244"/>
              <a:gd name="csY15" fmla="*/ 50796 h 141754"/>
              <a:gd name="csX16" fmla="*/ 50045 w 99244"/>
              <a:gd name="csY16" fmla="*/ 1 h 141754"/>
            </a:gdLst>
            <a:ahLst/>
            <a:cxnLst/>
            <a:rect l="l" t="t" r="r" b="b"/>
            <a:pathLst>
              <a:path w="100000" h="100000">
                <a:moveTo>
                  <a:pt x="50298" y="1"/>
                </a:moveTo>
                <a:cubicBezTo>
                  <a:pt x="32462" y="-83"/>
                  <a:pt x="19047" y="13009"/>
                  <a:pt x="17780" y="31093"/>
                </a:cubicBezTo>
                <a:cubicBezTo>
                  <a:pt x="17540" y="34526"/>
                  <a:pt x="20113" y="37502"/>
                  <a:pt x="23553" y="37502"/>
                </a:cubicBezTo>
                <a:lnTo>
                  <a:pt x="29205" y="37502"/>
                </a:lnTo>
                <a:cubicBezTo>
                  <a:pt x="32405" y="37502"/>
                  <a:pt x="34998" y="34910"/>
                  <a:pt x="34998" y="31706"/>
                </a:cubicBezTo>
                <a:lnTo>
                  <a:pt x="34998" y="30650"/>
                </a:lnTo>
                <a:cubicBezTo>
                  <a:pt x="34998" y="22117"/>
                  <a:pt x="41844" y="14797"/>
                  <a:pt x="50375" y="15001"/>
                </a:cubicBezTo>
                <a:cubicBezTo>
                  <a:pt x="58362" y="15205"/>
                  <a:pt x="64800" y="21637"/>
                  <a:pt x="64997" y="29629"/>
                </a:cubicBezTo>
                <a:cubicBezTo>
                  <a:pt x="65207" y="38162"/>
                  <a:pt x="57895" y="45002"/>
                  <a:pt x="49357" y="45002"/>
                </a:cubicBezTo>
                <a:lnTo>
                  <a:pt x="24995" y="45002"/>
                </a:lnTo>
                <a:cubicBezTo>
                  <a:pt x="19472" y="45002"/>
                  <a:pt x="14994" y="49478"/>
                  <a:pt x="14994" y="54998"/>
                </a:cubicBezTo>
                <a:lnTo>
                  <a:pt x="14994" y="87508"/>
                </a:lnTo>
                <a:cubicBezTo>
                  <a:pt x="14994" y="94408"/>
                  <a:pt x="20593" y="100000"/>
                  <a:pt x="27497" y="100000"/>
                </a:cubicBezTo>
                <a:lnTo>
                  <a:pt x="72504" y="100000"/>
                </a:lnTo>
                <a:cubicBezTo>
                  <a:pt x="79408" y="100000"/>
                  <a:pt x="85006" y="94408"/>
                  <a:pt x="85006" y="87508"/>
                </a:cubicBezTo>
                <a:lnTo>
                  <a:pt x="85006" y="35834"/>
                </a:lnTo>
                <a:cubicBezTo>
                  <a:pt x="85006" y="16477"/>
                  <a:pt x="69654" y="97"/>
                  <a:pt x="50298" y="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2" name="Чёрный — SVG 9">
            <a:extLst>
              <a:ext uri="{FF2B5EF4-FFF2-40B4-BE49-F238E27FC236}">
                <a16:creationId xmlns:a16="http://schemas.microsoft.com/office/drawing/2014/main" id="{D3D7583F-BFF1-514A-B299-9DAACCB958D2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37702 w 120506"/>
              <a:gd name="csY0" fmla="*/ 63792 h 145308"/>
              <a:gd name="csX1" fmla="*/ 82787 w 120506"/>
              <a:gd name="csY1" fmla="*/ 63792 h 145308"/>
              <a:gd name="csX2" fmla="*/ 92162 w 120506"/>
              <a:gd name="csY2" fmla="*/ 12877 h 145308"/>
              <a:gd name="csX3" fmla="*/ 92162 w 120506"/>
              <a:gd name="csY3" fmla="*/ 10717 h 145308"/>
              <a:gd name="csX4" fmla="*/ 81443 w 120506"/>
              <a:gd name="csY4" fmla="*/ 0 h 145308"/>
              <a:gd name="csX5" fmla="*/ 72103 w 120506"/>
              <a:gd name="csY5" fmla="*/ 5460 h 145308"/>
              <a:gd name="csX6" fmla="*/ 72018 w 120506"/>
              <a:gd name="csY6" fmla="*/ 5631 h 145308"/>
              <a:gd name="csX7" fmla="*/ 60261 w 120506"/>
              <a:gd name="csY7" fmla="*/ 32763 h 145308"/>
              <a:gd name="csX8" fmla="*/ 48420 w 120506"/>
              <a:gd name="csY8" fmla="*/ 5460 h 145308"/>
              <a:gd name="csX9" fmla="*/ 39063 w 120506"/>
              <a:gd name="csY9" fmla="*/ 0 h 145308"/>
              <a:gd name="csX10" fmla="*/ 28361 w 120506"/>
              <a:gd name="csY10" fmla="*/ 10717 h 145308"/>
              <a:gd name="csX11" fmla="*/ 28361 w 120506"/>
              <a:gd name="csY11" fmla="*/ 12758 h 145308"/>
              <a:gd name="csX12" fmla="*/ 37344 w 120506"/>
              <a:gd name="csY12" fmla="*/ 63179 h 145308"/>
              <a:gd name="csX13" fmla="*/ 37702 w 120506"/>
              <a:gd name="csY13" fmla="*/ 63792 h 145308"/>
              <a:gd name="csX14" fmla="*/ 89082 w 120506"/>
              <a:gd name="csY14" fmla="*/ 70885 h 145308"/>
              <a:gd name="csX15" fmla="*/ 30046 w 120506"/>
              <a:gd name="csY15" fmla="*/ 70885 h 145308"/>
              <a:gd name="csX16" fmla="*/ 0 w 120506"/>
              <a:gd name="csY16" fmla="*/ 131292 h 145308"/>
              <a:gd name="csX17" fmla="*/ 0 w 120506"/>
              <a:gd name="csY17" fmla="*/ 132534 h 145308"/>
              <a:gd name="csX18" fmla="*/ 12777 w 120506"/>
              <a:gd name="csY18" fmla="*/ 145309 h 145308"/>
              <a:gd name="csX19" fmla="*/ 107746 w 120506"/>
              <a:gd name="csY19" fmla="*/ 145309 h 145308"/>
              <a:gd name="csX20" fmla="*/ 120506 w 120506"/>
              <a:gd name="csY20" fmla="*/ 132534 h 145308"/>
              <a:gd name="csX21" fmla="*/ 89082 w 120506"/>
              <a:gd name="csY21" fmla="*/ 70885 h 145308"/>
            </a:gdLst>
            <a:ahLst/>
            <a:cxnLst/>
            <a:rect l="l" t="t" r="r" b="b"/>
            <a:pathLst>
              <a:path w="100000" h="100000">
                <a:moveTo>
                  <a:pt x="34481" y="43901"/>
                </a:moveTo>
                <a:lnTo>
                  <a:pt x="65508" y="43901"/>
                </a:lnTo>
                <a:cubicBezTo>
                  <a:pt x="71140" y="33962"/>
                  <a:pt x="71960" y="20663"/>
                  <a:pt x="71960" y="8862"/>
                </a:cubicBezTo>
                <a:lnTo>
                  <a:pt x="71960" y="7375"/>
                </a:lnTo>
                <a:cubicBezTo>
                  <a:pt x="71960" y="3301"/>
                  <a:pt x="68646" y="0"/>
                  <a:pt x="64583" y="0"/>
                </a:cubicBezTo>
                <a:cubicBezTo>
                  <a:pt x="61925" y="0"/>
                  <a:pt x="59454" y="1440"/>
                  <a:pt x="58155" y="3758"/>
                </a:cubicBezTo>
                <a:cubicBezTo>
                  <a:pt x="58132" y="3793"/>
                  <a:pt x="58108" y="3828"/>
                  <a:pt x="58097" y="3875"/>
                </a:cubicBezTo>
                <a:lnTo>
                  <a:pt x="50006" y="22547"/>
                </a:lnTo>
                <a:lnTo>
                  <a:pt x="41857" y="3758"/>
                </a:lnTo>
                <a:cubicBezTo>
                  <a:pt x="40546" y="1440"/>
                  <a:pt x="38087" y="0"/>
                  <a:pt x="35417" y="0"/>
                </a:cubicBezTo>
                <a:cubicBezTo>
                  <a:pt x="31354" y="0"/>
                  <a:pt x="28052" y="3301"/>
                  <a:pt x="28052" y="7375"/>
                </a:cubicBezTo>
                <a:lnTo>
                  <a:pt x="28052" y="8780"/>
                </a:lnTo>
                <a:cubicBezTo>
                  <a:pt x="28052" y="21225"/>
                  <a:pt x="28802" y="34044"/>
                  <a:pt x="34234" y="43479"/>
                </a:cubicBezTo>
                <a:lnTo>
                  <a:pt x="34481" y="43901"/>
                </a:lnTo>
                <a:close/>
                <a:moveTo>
                  <a:pt x="69840" y="48783"/>
                </a:moveTo>
                <a:lnTo>
                  <a:pt x="29212" y="48783"/>
                </a:lnTo>
                <a:cubicBezTo>
                  <a:pt x="16239" y="60489"/>
                  <a:pt x="8534" y="75861"/>
                  <a:pt x="8534" y="90354"/>
                </a:cubicBezTo>
                <a:lnTo>
                  <a:pt x="8534" y="91209"/>
                </a:lnTo>
                <a:cubicBezTo>
                  <a:pt x="8534" y="96055"/>
                  <a:pt x="12480" y="100001"/>
                  <a:pt x="17327" y="100001"/>
                </a:cubicBezTo>
                <a:lnTo>
                  <a:pt x="82684" y="100001"/>
                </a:lnTo>
                <a:cubicBezTo>
                  <a:pt x="87531" y="100001"/>
                  <a:pt x="91466" y="96055"/>
                  <a:pt x="91466" y="91209"/>
                </a:cubicBezTo>
                <a:cubicBezTo>
                  <a:pt x="91466" y="76153"/>
                  <a:pt x="83422" y="60478"/>
                  <a:pt x="69840" y="4878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3" name="Чёрный — SVG 10">
            <a:extLst>
              <a:ext uri="{FF2B5EF4-FFF2-40B4-BE49-F238E27FC236}">
                <a16:creationId xmlns:a16="http://schemas.microsoft.com/office/drawing/2014/main" id="{1E944A10-576E-6C45-819D-A9D3416CB9CB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58541 w 127724"/>
              <a:gd name="csY0" fmla="*/ 0 h 141753"/>
              <a:gd name="csX1" fmla="*/ 66 w 127724"/>
              <a:gd name="csY1" fmla="*/ 63792 h 141753"/>
              <a:gd name="csX2" fmla="*/ 66 w 127724"/>
              <a:gd name="csY2" fmla="*/ 64727 h 141753"/>
              <a:gd name="csX3" fmla="*/ 372 w 127724"/>
              <a:gd name="csY3" fmla="*/ 67483 h 141753"/>
              <a:gd name="csX4" fmla="*/ 2056 w 127724"/>
              <a:gd name="csY4" fmla="*/ 69711 h 141753"/>
              <a:gd name="csX5" fmla="*/ 35505 w 127724"/>
              <a:gd name="csY5" fmla="*/ 96470 h 141753"/>
              <a:gd name="csX6" fmla="*/ 35505 w 127724"/>
              <a:gd name="csY6" fmla="*/ 125814 h 141753"/>
              <a:gd name="csX7" fmla="*/ 51446 w 127724"/>
              <a:gd name="csY7" fmla="*/ 141753 h 141753"/>
              <a:gd name="csX8" fmla="*/ 76269 w 127724"/>
              <a:gd name="csY8" fmla="*/ 141753 h 141753"/>
              <a:gd name="csX9" fmla="*/ 92210 w 127724"/>
              <a:gd name="csY9" fmla="*/ 125814 h 141753"/>
              <a:gd name="csX10" fmla="*/ 92210 w 127724"/>
              <a:gd name="csY10" fmla="*/ 96470 h 141753"/>
              <a:gd name="csX11" fmla="*/ 125659 w 127724"/>
              <a:gd name="csY11" fmla="*/ 69711 h 141753"/>
              <a:gd name="csX12" fmla="*/ 127343 w 127724"/>
              <a:gd name="csY12" fmla="*/ 67483 h 141753"/>
              <a:gd name="csX13" fmla="*/ 127666 w 127724"/>
              <a:gd name="csY13" fmla="*/ 64710 h 141753"/>
              <a:gd name="csX14" fmla="*/ 127666 w 127724"/>
              <a:gd name="csY14" fmla="*/ 63792 h 141753"/>
              <a:gd name="csX15" fmla="*/ 69174 w 127724"/>
              <a:gd name="csY15" fmla="*/ 0 h 141753"/>
              <a:gd name="csX16" fmla="*/ 88672 w 127724"/>
              <a:gd name="csY16" fmla="*/ 51390 h 141753"/>
              <a:gd name="csX17" fmla="*/ 83346 w 127724"/>
              <a:gd name="csY17" fmla="*/ 56698 h 141753"/>
              <a:gd name="csX18" fmla="*/ 78038 w 127724"/>
              <a:gd name="csY18" fmla="*/ 51390 h 141753"/>
              <a:gd name="csX19" fmla="*/ 63849 w 127724"/>
              <a:gd name="csY19" fmla="*/ 8863 h 141753"/>
              <a:gd name="csX20" fmla="*/ 49677 w 127724"/>
              <a:gd name="csY20" fmla="*/ 51390 h 141753"/>
              <a:gd name="csX21" fmla="*/ 44369 w 127724"/>
              <a:gd name="csY21" fmla="*/ 56698 h 141753"/>
              <a:gd name="csX22" fmla="*/ 39043 w 127724"/>
              <a:gd name="csY22" fmla="*/ 51390 h 141753"/>
              <a:gd name="csX23" fmla="*/ 58541 w 127724"/>
              <a:gd name="csY23" fmla="*/ 0 h 141753"/>
              <a:gd name="csX24" fmla="*/ 24871 w 127724"/>
              <a:gd name="csY24" fmla="*/ 60253 h 141753"/>
              <a:gd name="csX25" fmla="*/ 39588 w 127724"/>
              <a:gd name="csY25" fmla="*/ 67908 h 141753"/>
              <a:gd name="csX26" fmla="*/ 48639 w 127724"/>
              <a:gd name="csY26" fmla="*/ 88594 h 141753"/>
              <a:gd name="csX27" fmla="*/ 42684 w 127724"/>
              <a:gd name="csY27" fmla="*/ 88594 h 141753"/>
              <a:gd name="csX28" fmla="*/ 12809 w 127724"/>
              <a:gd name="csY28" fmla="*/ 64693 h 141753"/>
              <a:gd name="csX29" fmla="*/ 24871 w 127724"/>
              <a:gd name="csY29" fmla="*/ 60253 h 141753"/>
              <a:gd name="csX30" fmla="*/ 63866 w 127724"/>
              <a:gd name="csY30" fmla="*/ 60253 h 141753"/>
              <a:gd name="csX31" fmla="*/ 77290 w 127724"/>
              <a:gd name="csY31" fmla="*/ 66139 h 141753"/>
              <a:gd name="csX32" fmla="*/ 67473 w 127724"/>
              <a:gd name="csY32" fmla="*/ 88594 h 141753"/>
              <a:gd name="csX33" fmla="*/ 60259 w 127724"/>
              <a:gd name="csY33" fmla="*/ 88594 h 141753"/>
              <a:gd name="csX34" fmla="*/ 50408 w 127724"/>
              <a:gd name="csY34" fmla="*/ 66122 h 141753"/>
              <a:gd name="csX35" fmla="*/ 63866 w 127724"/>
              <a:gd name="csY35" fmla="*/ 60253 h 141753"/>
              <a:gd name="csX36" fmla="*/ 102844 w 127724"/>
              <a:gd name="csY36" fmla="*/ 60253 h 141753"/>
              <a:gd name="csX37" fmla="*/ 114889 w 127724"/>
              <a:gd name="csY37" fmla="*/ 64710 h 141753"/>
              <a:gd name="csX38" fmla="*/ 85031 w 127724"/>
              <a:gd name="csY38" fmla="*/ 88594 h 141753"/>
              <a:gd name="csX39" fmla="*/ 79076 w 127724"/>
              <a:gd name="csY39" fmla="*/ 88594 h 141753"/>
              <a:gd name="csX40" fmla="*/ 88144 w 127724"/>
              <a:gd name="csY40" fmla="*/ 67908 h 141753"/>
              <a:gd name="csX41" fmla="*/ 102844 w 127724"/>
              <a:gd name="csY41" fmla="*/ 60253 h 141753"/>
              <a:gd name="csX42" fmla="*/ 58541 w 127724"/>
              <a:gd name="csY42" fmla="*/ 102781 h 141753"/>
              <a:gd name="csX43" fmla="*/ 69174 w 127724"/>
              <a:gd name="csY43" fmla="*/ 102781 h 141753"/>
              <a:gd name="csX44" fmla="*/ 74500 w 127724"/>
              <a:gd name="csY44" fmla="*/ 108089 h 141753"/>
              <a:gd name="csX45" fmla="*/ 69174 w 127724"/>
              <a:gd name="csY45" fmla="*/ 113413 h 141753"/>
              <a:gd name="csX46" fmla="*/ 58541 w 127724"/>
              <a:gd name="csY46" fmla="*/ 113413 h 141753"/>
              <a:gd name="csX47" fmla="*/ 53233 w 127724"/>
              <a:gd name="csY47" fmla="*/ 108089 h 141753"/>
              <a:gd name="csX48" fmla="*/ 58541 w 127724"/>
              <a:gd name="csY48" fmla="*/ 102781 h 141753"/>
            </a:gdLst>
            <a:ahLst/>
            <a:cxnLst/>
            <a:rect l="l" t="t" r="r" b="b"/>
            <a:pathLst>
              <a:path w="100000" h="100000">
                <a:moveTo>
                  <a:pt x="46246" y="0"/>
                </a:moveTo>
                <a:cubicBezTo>
                  <a:pt x="23178" y="1920"/>
                  <a:pt x="4995" y="21457"/>
                  <a:pt x="4995" y="45002"/>
                </a:cubicBezTo>
                <a:lnTo>
                  <a:pt x="4995" y="45662"/>
                </a:lnTo>
                <a:cubicBezTo>
                  <a:pt x="4887" y="46310"/>
                  <a:pt x="4971" y="46994"/>
                  <a:pt x="5211" y="47606"/>
                </a:cubicBezTo>
                <a:cubicBezTo>
                  <a:pt x="5463" y="48230"/>
                  <a:pt x="5871" y="48770"/>
                  <a:pt x="6399" y="49178"/>
                </a:cubicBezTo>
                <a:lnTo>
                  <a:pt x="29995" y="68055"/>
                </a:lnTo>
                <a:lnTo>
                  <a:pt x="29995" y="88756"/>
                </a:lnTo>
                <a:cubicBezTo>
                  <a:pt x="29995" y="94960"/>
                  <a:pt x="35048" y="100000"/>
                  <a:pt x="41241" y="100000"/>
                </a:cubicBezTo>
                <a:lnTo>
                  <a:pt x="58753" y="100000"/>
                </a:lnTo>
                <a:cubicBezTo>
                  <a:pt x="64958" y="100000"/>
                  <a:pt x="69998" y="94960"/>
                  <a:pt x="69998" y="88756"/>
                </a:cubicBezTo>
                <a:lnTo>
                  <a:pt x="69998" y="68055"/>
                </a:lnTo>
                <a:lnTo>
                  <a:pt x="93595" y="49178"/>
                </a:lnTo>
                <a:cubicBezTo>
                  <a:pt x="94123" y="48770"/>
                  <a:pt x="94531" y="48230"/>
                  <a:pt x="94783" y="47606"/>
                </a:cubicBezTo>
                <a:cubicBezTo>
                  <a:pt x="95035" y="46982"/>
                  <a:pt x="95107" y="46310"/>
                  <a:pt x="95011" y="45650"/>
                </a:cubicBezTo>
                <a:lnTo>
                  <a:pt x="95011" y="45002"/>
                </a:lnTo>
                <a:cubicBezTo>
                  <a:pt x="95011" y="21457"/>
                  <a:pt x="76816" y="1920"/>
                  <a:pt x="53747" y="0"/>
                </a:cubicBezTo>
                <a:cubicBezTo>
                  <a:pt x="57768" y="2736"/>
                  <a:pt x="67502" y="9840"/>
                  <a:pt x="67502" y="36253"/>
                </a:cubicBezTo>
                <a:cubicBezTo>
                  <a:pt x="67502" y="38318"/>
                  <a:pt x="65822" y="39998"/>
                  <a:pt x="63745" y="39998"/>
                </a:cubicBezTo>
                <a:cubicBezTo>
                  <a:pt x="61681" y="39998"/>
                  <a:pt x="60000" y="38318"/>
                  <a:pt x="60000" y="36253"/>
                </a:cubicBezTo>
                <a:cubicBezTo>
                  <a:pt x="60000" y="15612"/>
                  <a:pt x="53172" y="9000"/>
                  <a:pt x="49991" y="6252"/>
                </a:cubicBezTo>
                <a:cubicBezTo>
                  <a:pt x="46847" y="8976"/>
                  <a:pt x="39993" y="15588"/>
                  <a:pt x="39993" y="36253"/>
                </a:cubicBezTo>
                <a:cubicBezTo>
                  <a:pt x="39993" y="38318"/>
                  <a:pt x="38313" y="39998"/>
                  <a:pt x="36249" y="39998"/>
                </a:cubicBezTo>
                <a:cubicBezTo>
                  <a:pt x="34172" y="39998"/>
                  <a:pt x="32491" y="38318"/>
                  <a:pt x="32491" y="36253"/>
                </a:cubicBezTo>
                <a:cubicBezTo>
                  <a:pt x="32491" y="9840"/>
                  <a:pt x="42225" y="2736"/>
                  <a:pt x="46246" y="0"/>
                </a:cubicBezTo>
                <a:close/>
                <a:moveTo>
                  <a:pt x="22494" y="42506"/>
                </a:moveTo>
                <a:cubicBezTo>
                  <a:pt x="29876" y="42506"/>
                  <a:pt x="32732" y="47654"/>
                  <a:pt x="32876" y="47906"/>
                </a:cubicBezTo>
                <a:lnTo>
                  <a:pt x="39261" y="62499"/>
                </a:lnTo>
                <a:lnTo>
                  <a:pt x="35060" y="62499"/>
                </a:lnTo>
                <a:lnTo>
                  <a:pt x="13985" y="45638"/>
                </a:lnTo>
                <a:cubicBezTo>
                  <a:pt x="15581" y="44162"/>
                  <a:pt x="18269" y="42506"/>
                  <a:pt x="22494" y="42506"/>
                </a:cubicBezTo>
                <a:close/>
                <a:moveTo>
                  <a:pt x="50003" y="42506"/>
                </a:moveTo>
                <a:cubicBezTo>
                  <a:pt x="55200" y="42506"/>
                  <a:pt x="58128" y="45050"/>
                  <a:pt x="59473" y="46658"/>
                </a:cubicBezTo>
                <a:lnTo>
                  <a:pt x="52547" y="62499"/>
                </a:lnTo>
                <a:lnTo>
                  <a:pt x="47458" y="62499"/>
                </a:lnTo>
                <a:lnTo>
                  <a:pt x="40509" y="46646"/>
                </a:lnTo>
                <a:cubicBezTo>
                  <a:pt x="41841" y="45038"/>
                  <a:pt x="44746" y="42506"/>
                  <a:pt x="50003" y="42506"/>
                </a:cubicBezTo>
                <a:close/>
                <a:moveTo>
                  <a:pt x="77500" y="42506"/>
                </a:moveTo>
                <a:cubicBezTo>
                  <a:pt x="81688" y="42506"/>
                  <a:pt x="84389" y="44162"/>
                  <a:pt x="85997" y="45650"/>
                </a:cubicBezTo>
                <a:lnTo>
                  <a:pt x="64934" y="62499"/>
                </a:lnTo>
                <a:lnTo>
                  <a:pt x="60733" y="62499"/>
                </a:lnTo>
                <a:lnTo>
                  <a:pt x="67130" y="47906"/>
                </a:lnTo>
                <a:cubicBezTo>
                  <a:pt x="67202" y="47762"/>
                  <a:pt x="69974" y="42506"/>
                  <a:pt x="77500" y="42506"/>
                </a:cubicBezTo>
                <a:close/>
                <a:moveTo>
                  <a:pt x="46246" y="72507"/>
                </a:moveTo>
                <a:lnTo>
                  <a:pt x="53747" y="72507"/>
                </a:lnTo>
                <a:cubicBezTo>
                  <a:pt x="55824" y="72507"/>
                  <a:pt x="57505" y="74187"/>
                  <a:pt x="57505" y="76252"/>
                </a:cubicBezTo>
                <a:cubicBezTo>
                  <a:pt x="57505" y="78328"/>
                  <a:pt x="55824" y="80007"/>
                  <a:pt x="53747" y="80007"/>
                </a:cubicBezTo>
                <a:lnTo>
                  <a:pt x="46246" y="80007"/>
                </a:lnTo>
                <a:cubicBezTo>
                  <a:pt x="44170" y="80007"/>
                  <a:pt x="42502" y="78328"/>
                  <a:pt x="42502" y="76252"/>
                </a:cubicBezTo>
                <a:cubicBezTo>
                  <a:pt x="42502" y="74187"/>
                  <a:pt x="44170" y="72507"/>
                  <a:pt x="46246" y="7250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4" name="Чёрный — SVG 11">
            <a:extLst>
              <a:ext uri="{FF2B5EF4-FFF2-40B4-BE49-F238E27FC236}">
                <a16:creationId xmlns:a16="http://schemas.microsoft.com/office/drawing/2014/main" id="{53A9EC9C-BC29-2C4F-9628-8C61D64F2BFA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86751 w 134695"/>
              <a:gd name="csY0" fmla="*/ 1 h 131276"/>
              <a:gd name="csX1" fmla="*/ 83026 w 134695"/>
              <a:gd name="csY1" fmla="*/ 1617 h 131276"/>
              <a:gd name="csX2" fmla="*/ 81528 w 134695"/>
              <a:gd name="csY2" fmla="*/ 5394 h 131276"/>
              <a:gd name="csX3" fmla="*/ 81528 w 134695"/>
              <a:gd name="csY3" fmla="*/ 40828 h 131276"/>
              <a:gd name="csX4" fmla="*/ 102795 w 134695"/>
              <a:gd name="csY4" fmla="*/ 66328 h 131276"/>
              <a:gd name="csX5" fmla="*/ 102795 w 134695"/>
              <a:gd name="csY5" fmla="*/ 125884 h 131276"/>
              <a:gd name="csX6" fmla="*/ 103169 w 134695"/>
              <a:gd name="csY6" fmla="*/ 127942 h 131276"/>
              <a:gd name="csX7" fmla="*/ 104326 w 134695"/>
              <a:gd name="csY7" fmla="*/ 129694 h 131276"/>
              <a:gd name="csX8" fmla="*/ 106062 w 134695"/>
              <a:gd name="csY8" fmla="*/ 130868 h 131276"/>
              <a:gd name="csX9" fmla="*/ 108103 w 134695"/>
              <a:gd name="csY9" fmla="*/ 131276 h 131276"/>
              <a:gd name="csX10" fmla="*/ 110162 w 134695"/>
              <a:gd name="csY10" fmla="*/ 130868 h 131276"/>
              <a:gd name="csX11" fmla="*/ 111897 w 134695"/>
              <a:gd name="csY11" fmla="*/ 129694 h 131276"/>
              <a:gd name="csX12" fmla="*/ 113037 w 134695"/>
              <a:gd name="csY12" fmla="*/ 127942 h 131276"/>
              <a:gd name="csX13" fmla="*/ 113428 w 134695"/>
              <a:gd name="csY13" fmla="*/ 125884 h 131276"/>
              <a:gd name="csX14" fmla="*/ 113428 w 134695"/>
              <a:gd name="csY14" fmla="*/ 66328 h 131276"/>
              <a:gd name="csX15" fmla="*/ 134695 w 134695"/>
              <a:gd name="csY15" fmla="*/ 40828 h 131276"/>
              <a:gd name="csX16" fmla="*/ 134695 w 134695"/>
              <a:gd name="csY16" fmla="*/ 5394 h 131276"/>
              <a:gd name="csX17" fmla="*/ 134304 w 134695"/>
              <a:gd name="csY17" fmla="*/ 3336 h 131276"/>
              <a:gd name="csX18" fmla="*/ 133164 w 134695"/>
              <a:gd name="csY18" fmla="*/ 1584 h 131276"/>
              <a:gd name="csX19" fmla="*/ 131429 w 134695"/>
              <a:gd name="csY19" fmla="*/ 410 h 131276"/>
              <a:gd name="csX20" fmla="*/ 129370 w 134695"/>
              <a:gd name="csY20" fmla="*/ 1 h 131276"/>
              <a:gd name="csX21" fmla="*/ 127328 w 134695"/>
              <a:gd name="csY21" fmla="*/ 410 h 131276"/>
              <a:gd name="csX22" fmla="*/ 125593 w 134695"/>
              <a:gd name="csY22" fmla="*/ 1584 h 131276"/>
              <a:gd name="csX23" fmla="*/ 124436 w 134695"/>
              <a:gd name="csY23" fmla="*/ 3336 h 131276"/>
              <a:gd name="csX24" fmla="*/ 124062 w 134695"/>
              <a:gd name="csY24" fmla="*/ 5394 h 131276"/>
              <a:gd name="csX25" fmla="*/ 124062 w 134695"/>
              <a:gd name="csY25" fmla="*/ 40828 h 131276"/>
              <a:gd name="csX26" fmla="*/ 113428 w 134695"/>
              <a:gd name="csY26" fmla="*/ 55730 h 131276"/>
              <a:gd name="csX27" fmla="*/ 113428 w 134695"/>
              <a:gd name="csY27" fmla="*/ 5394 h 131276"/>
              <a:gd name="csX28" fmla="*/ 113037 w 134695"/>
              <a:gd name="csY28" fmla="*/ 3336 h 131276"/>
              <a:gd name="csX29" fmla="*/ 111897 w 134695"/>
              <a:gd name="csY29" fmla="*/ 1584 h 131276"/>
              <a:gd name="csX30" fmla="*/ 110162 w 134695"/>
              <a:gd name="csY30" fmla="*/ 410 h 131276"/>
              <a:gd name="csX31" fmla="*/ 108103 w 134695"/>
              <a:gd name="csY31" fmla="*/ 1 h 131276"/>
              <a:gd name="csX32" fmla="*/ 106062 w 134695"/>
              <a:gd name="csY32" fmla="*/ 410 h 131276"/>
              <a:gd name="csX33" fmla="*/ 104326 w 134695"/>
              <a:gd name="csY33" fmla="*/ 1584 h 131276"/>
              <a:gd name="csX34" fmla="*/ 103169 w 134695"/>
              <a:gd name="csY34" fmla="*/ 3336 h 131276"/>
              <a:gd name="csX35" fmla="*/ 102795 w 134695"/>
              <a:gd name="csY35" fmla="*/ 5394 h 131276"/>
              <a:gd name="csX36" fmla="*/ 102795 w 134695"/>
              <a:gd name="csY36" fmla="*/ 55730 h 131276"/>
              <a:gd name="csX37" fmla="*/ 92162 w 134695"/>
              <a:gd name="csY37" fmla="*/ 40828 h 131276"/>
              <a:gd name="csX38" fmla="*/ 92162 w 134695"/>
              <a:gd name="csY38" fmla="*/ 5394 h 131276"/>
              <a:gd name="csX39" fmla="*/ 91770 w 134695"/>
              <a:gd name="csY39" fmla="*/ 3319 h 131276"/>
              <a:gd name="csX40" fmla="*/ 90596 w 134695"/>
              <a:gd name="csY40" fmla="*/ 1549 h 131276"/>
              <a:gd name="csX41" fmla="*/ 88827 w 134695"/>
              <a:gd name="csY41" fmla="*/ 393 h 131276"/>
              <a:gd name="csX42" fmla="*/ 86751 w 134695"/>
              <a:gd name="csY42" fmla="*/ 1 h 131276"/>
              <a:gd name="csX43" fmla="*/ 5308 w 134695"/>
              <a:gd name="csY43" fmla="*/ 87 h 131276"/>
              <a:gd name="csX44" fmla="*/ 0 w 134695"/>
              <a:gd name="csY44" fmla="*/ 5394 h 131276"/>
              <a:gd name="csX45" fmla="*/ 0 w 134695"/>
              <a:gd name="csY45" fmla="*/ 51460 h 131276"/>
              <a:gd name="csX46" fmla="*/ 28361 w 134695"/>
              <a:gd name="csY46" fmla="*/ 84666 h 131276"/>
              <a:gd name="csX47" fmla="*/ 28361 w 134695"/>
              <a:gd name="csY47" fmla="*/ 120576 h 131276"/>
              <a:gd name="csX48" fmla="*/ 15942 w 134695"/>
              <a:gd name="csY48" fmla="*/ 120576 h 131276"/>
              <a:gd name="csX49" fmla="*/ 13900 w 134695"/>
              <a:gd name="csY49" fmla="*/ 120950 h 131276"/>
              <a:gd name="csX50" fmla="*/ 12148 w 134695"/>
              <a:gd name="csY50" fmla="*/ 122107 h 131276"/>
              <a:gd name="csX51" fmla="*/ 10974 w 134695"/>
              <a:gd name="csY51" fmla="*/ 123842 h 131276"/>
              <a:gd name="csX52" fmla="*/ 10565 w 134695"/>
              <a:gd name="csY52" fmla="*/ 125884 h 131276"/>
              <a:gd name="csX53" fmla="*/ 10974 w 134695"/>
              <a:gd name="csY53" fmla="*/ 127942 h 131276"/>
              <a:gd name="csX54" fmla="*/ 12148 w 134695"/>
              <a:gd name="csY54" fmla="*/ 129677 h 131276"/>
              <a:gd name="csX55" fmla="*/ 13900 w 134695"/>
              <a:gd name="csY55" fmla="*/ 130817 h 131276"/>
              <a:gd name="csX56" fmla="*/ 15942 w 134695"/>
              <a:gd name="csY56" fmla="*/ 131208 h 131276"/>
              <a:gd name="csX57" fmla="*/ 32802 w 134695"/>
              <a:gd name="csY57" fmla="*/ 131208 h 131276"/>
              <a:gd name="csX58" fmla="*/ 34520 w 134695"/>
              <a:gd name="csY58" fmla="*/ 131208 h 131276"/>
              <a:gd name="csX59" fmla="*/ 51397 w 134695"/>
              <a:gd name="csY59" fmla="*/ 131208 h 131276"/>
              <a:gd name="csX60" fmla="*/ 53456 w 134695"/>
              <a:gd name="csY60" fmla="*/ 130817 h 131276"/>
              <a:gd name="csX61" fmla="*/ 55208 w 134695"/>
              <a:gd name="csY61" fmla="*/ 129677 h 131276"/>
              <a:gd name="csX62" fmla="*/ 56382 w 134695"/>
              <a:gd name="csY62" fmla="*/ 127942 h 131276"/>
              <a:gd name="csX63" fmla="*/ 56791 w 134695"/>
              <a:gd name="csY63" fmla="*/ 125884 h 131276"/>
              <a:gd name="csX64" fmla="*/ 56382 w 134695"/>
              <a:gd name="csY64" fmla="*/ 123842 h 131276"/>
              <a:gd name="csX65" fmla="*/ 55208 w 134695"/>
              <a:gd name="csY65" fmla="*/ 122107 h 131276"/>
              <a:gd name="csX66" fmla="*/ 53456 w 134695"/>
              <a:gd name="csY66" fmla="*/ 120950 h 131276"/>
              <a:gd name="csX67" fmla="*/ 51397 w 134695"/>
              <a:gd name="csY67" fmla="*/ 120576 h 131276"/>
              <a:gd name="csX68" fmla="*/ 38995 w 134695"/>
              <a:gd name="csY68" fmla="*/ 120576 h 131276"/>
              <a:gd name="csX69" fmla="*/ 38995 w 134695"/>
              <a:gd name="csY69" fmla="*/ 84666 h 131276"/>
              <a:gd name="csX70" fmla="*/ 67339 w 134695"/>
              <a:gd name="csY70" fmla="*/ 51460 h 131276"/>
              <a:gd name="csX71" fmla="*/ 67339 w 134695"/>
              <a:gd name="csY71" fmla="*/ 5394 h 131276"/>
              <a:gd name="csX72" fmla="*/ 62031 w 134695"/>
              <a:gd name="csY72" fmla="*/ 87 h 131276"/>
              <a:gd name="csX73" fmla="*/ 5308 w 134695"/>
              <a:gd name="csY73" fmla="*/ 87 h 131276"/>
            </a:gdLst>
            <a:ahLst/>
            <a:cxnLst/>
            <a:rect l="l" t="t" r="r" b="b"/>
            <a:pathLst>
              <a:path w="100000" h="100000">
                <a:moveTo>
                  <a:pt x="64406" y="1270"/>
                </a:moveTo>
                <a:cubicBezTo>
                  <a:pt x="63357" y="1283"/>
                  <a:pt x="62372" y="1712"/>
                  <a:pt x="61640" y="2470"/>
                </a:cubicBezTo>
                <a:cubicBezTo>
                  <a:pt x="60907" y="3215"/>
                  <a:pt x="60503" y="4225"/>
                  <a:pt x="60528" y="5274"/>
                </a:cubicBezTo>
                <a:lnTo>
                  <a:pt x="60528" y="31581"/>
                </a:lnTo>
                <a:cubicBezTo>
                  <a:pt x="60528" y="41040"/>
                  <a:pt x="67400" y="48618"/>
                  <a:pt x="76317" y="50512"/>
                </a:cubicBezTo>
                <a:lnTo>
                  <a:pt x="76317" y="94728"/>
                </a:lnTo>
                <a:cubicBezTo>
                  <a:pt x="76304" y="95258"/>
                  <a:pt x="76405" y="95775"/>
                  <a:pt x="76595" y="96256"/>
                </a:cubicBezTo>
                <a:cubicBezTo>
                  <a:pt x="76797" y="96748"/>
                  <a:pt x="77087" y="97190"/>
                  <a:pt x="77454" y="97556"/>
                </a:cubicBezTo>
                <a:cubicBezTo>
                  <a:pt x="77820" y="97935"/>
                  <a:pt x="78249" y="98226"/>
                  <a:pt x="78742" y="98428"/>
                </a:cubicBezTo>
                <a:cubicBezTo>
                  <a:pt x="79222" y="98630"/>
                  <a:pt x="79740" y="98731"/>
                  <a:pt x="80258" y="98731"/>
                </a:cubicBezTo>
                <a:cubicBezTo>
                  <a:pt x="80788" y="98731"/>
                  <a:pt x="81306" y="98630"/>
                  <a:pt x="81786" y="98428"/>
                </a:cubicBezTo>
                <a:cubicBezTo>
                  <a:pt x="82266" y="98226"/>
                  <a:pt x="82708" y="97935"/>
                  <a:pt x="83074" y="97556"/>
                </a:cubicBezTo>
                <a:cubicBezTo>
                  <a:pt x="83441" y="97190"/>
                  <a:pt x="83731" y="96748"/>
                  <a:pt x="83921" y="96256"/>
                </a:cubicBezTo>
                <a:cubicBezTo>
                  <a:pt x="84123" y="95775"/>
                  <a:pt x="84211" y="95258"/>
                  <a:pt x="84211" y="94728"/>
                </a:cubicBezTo>
                <a:lnTo>
                  <a:pt x="84211" y="50512"/>
                </a:lnTo>
                <a:cubicBezTo>
                  <a:pt x="93116" y="48618"/>
                  <a:pt x="100000" y="41040"/>
                  <a:pt x="100000" y="31581"/>
                </a:cubicBezTo>
                <a:lnTo>
                  <a:pt x="100000" y="5274"/>
                </a:lnTo>
                <a:cubicBezTo>
                  <a:pt x="100000" y="4756"/>
                  <a:pt x="99912" y="4225"/>
                  <a:pt x="99710" y="3746"/>
                </a:cubicBezTo>
                <a:cubicBezTo>
                  <a:pt x="99520" y="3266"/>
                  <a:pt x="99229" y="2824"/>
                  <a:pt x="98863" y="2445"/>
                </a:cubicBezTo>
                <a:cubicBezTo>
                  <a:pt x="98497" y="2078"/>
                  <a:pt x="98055" y="1775"/>
                  <a:pt x="97575" y="1574"/>
                </a:cubicBezTo>
                <a:cubicBezTo>
                  <a:pt x="97095" y="1371"/>
                  <a:pt x="96577" y="1270"/>
                  <a:pt x="96047" y="1270"/>
                </a:cubicBezTo>
                <a:cubicBezTo>
                  <a:pt x="95528" y="1270"/>
                  <a:pt x="95011" y="1371"/>
                  <a:pt x="94531" y="1574"/>
                </a:cubicBezTo>
                <a:cubicBezTo>
                  <a:pt x="94038" y="1775"/>
                  <a:pt x="93609" y="2078"/>
                  <a:pt x="93243" y="2445"/>
                </a:cubicBezTo>
                <a:cubicBezTo>
                  <a:pt x="92876" y="2824"/>
                  <a:pt x="92585" y="3266"/>
                  <a:pt x="92384" y="3746"/>
                </a:cubicBezTo>
                <a:cubicBezTo>
                  <a:pt x="92194" y="4225"/>
                  <a:pt x="92093" y="4756"/>
                  <a:pt x="92106" y="5274"/>
                </a:cubicBezTo>
                <a:lnTo>
                  <a:pt x="92106" y="31581"/>
                </a:lnTo>
                <a:cubicBezTo>
                  <a:pt x="92106" y="36772"/>
                  <a:pt x="88809" y="41015"/>
                  <a:pt x="84211" y="42644"/>
                </a:cubicBezTo>
                <a:lnTo>
                  <a:pt x="84211" y="5274"/>
                </a:lnTo>
                <a:cubicBezTo>
                  <a:pt x="84211" y="4756"/>
                  <a:pt x="84123" y="4225"/>
                  <a:pt x="83921" y="3746"/>
                </a:cubicBezTo>
                <a:cubicBezTo>
                  <a:pt x="83731" y="3266"/>
                  <a:pt x="83441" y="2824"/>
                  <a:pt x="83074" y="2445"/>
                </a:cubicBezTo>
                <a:cubicBezTo>
                  <a:pt x="82708" y="2078"/>
                  <a:pt x="82266" y="1775"/>
                  <a:pt x="81786" y="1574"/>
                </a:cubicBezTo>
                <a:cubicBezTo>
                  <a:pt x="81306" y="1371"/>
                  <a:pt x="80788" y="1270"/>
                  <a:pt x="80258" y="1270"/>
                </a:cubicBezTo>
                <a:cubicBezTo>
                  <a:pt x="79740" y="1270"/>
                  <a:pt x="79222" y="1371"/>
                  <a:pt x="78742" y="1574"/>
                </a:cubicBezTo>
                <a:cubicBezTo>
                  <a:pt x="78249" y="1775"/>
                  <a:pt x="77820" y="2078"/>
                  <a:pt x="77454" y="2445"/>
                </a:cubicBezTo>
                <a:cubicBezTo>
                  <a:pt x="77087" y="2824"/>
                  <a:pt x="76797" y="3266"/>
                  <a:pt x="76595" y="3746"/>
                </a:cubicBezTo>
                <a:cubicBezTo>
                  <a:pt x="76405" y="4225"/>
                  <a:pt x="76304" y="4756"/>
                  <a:pt x="76317" y="5274"/>
                </a:cubicBezTo>
                <a:lnTo>
                  <a:pt x="76317" y="42644"/>
                </a:lnTo>
                <a:cubicBezTo>
                  <a:pt x="71719" y="41015"/>
                  <a:pt x="68423" y="36772"/>
                  <a:pt x="68423" y="31581"/>
                </a:cubicBezTo>
                <a:lnTo>
                  <a:pt x="68423" y="5274"/>
                </a:lnTo>
                <a:cubicBezTo>
                  <a:pt x="68423" y="4743"/>
                  <a:pt x="68321" y="4225"/>
                  <a:pt x="68132" y="3733"/>
                </a:cubicBezTo>
                <a:cubicBezTo>
                  <a:pt x="67930" y="3240"/>
                  <a:pt x="67639" y="2799"/>
                  <a:pt x="67260" y="2419"/>
                </a:cubicBezTo>
                <a:cubicBezTo>
                  <a:pt x="66881" y="2053"/>
                  <a:pt x="66439" y="1763"/>
                  <a:pt x="65947" y="1561"/>
                </a:cubicBezTo>
                <a:cubicBezTo>
                  <a:pt x="65466" y="1358"/>
                  <a:pt x="64936" y="1257"/>
                  <a:pt x="64406" y="1270"/>
                </a:cubicBezTo>
                <a:close/>
                <a:moveTo>
                  <a:pt x="3941" y="1334"/>
                </a:moveTo>
                <a:cubicBezTo>
                  <a:pt x="1768" y="1334"/>
                  <a:pt x="0" y="3089"/>
                  <a:pt x="0" y="5274"/>
                </a:cubicBezTo>
                <a:lnTo>
                  <a:pt x="0" y="39474"/>
                </a:lnTo>
                <a:cubicBezTo>
                  <a:pt x="0" y="51914"/>
                  <a:pt x="9145" y="62232"/>
                  <a:pt x="21056" y="64127"/>
                </a:cubicBezTo>
                <a:lnTo>
                  <a:pt x="21056" y="90787"/>
                </a:lnTo>
                <a:lnTo>
                  <a:pt x="11836" y="90787"/>
                </a:lnTo>
                <a:cubicBezTo>
                  <a:pt x="11317" y="90774"/>
                  <a:pt x="10800" y="90875"/>
                  <a:pt x="10320" y="91065"/>
                </a:cubicBezTo>
                <a:cubicBezTo>
                  <a:pt x="9827" y="91267"/>
                  <a:pt x="9385" y="91558"/>
                  <a:pt x="9019" y="91924"/>
                </a:cubicBezTo>
                <a:cubicBezTo>
                  <a:pt x="8640" y="92290"/>
                  <a:pt x="8349" y="92732"/>
                  <a:pt x="8147" y="93212"/>
                </a:cubicBezTo>
                <a:cubicBezTo>
                  <a:pt x="7945" y="93692"/>
                  <a:pt x="7844" y="94210"/>
                  <a:pt x="7844" y="94728"/>
                </a:cubicBezTo>
                <a:cubicBezTo>
                  <a:pt x="7844" y="95258"/>
                  <a:pt x="7945" y="95775"/>
                  <a:pt x="8147" y="96256"/>
                </a:cubicBezTo>
                <a:cubicBezTo>
                  <a:pt x="8349" y="96735"/>
                  <a:pt x="8640" y="97178"/>
                  <a:pt x="9019" y="97544"/>
                </a:cubicBezTo>
                <a:cubicBezTo>
                  <a:pt x="9385" y="97910"/>
                  <a:pt x="9827" y="98201"/>
                  <a:pt x="10320" y="98390"/>
                </a:cubicBezTo>
                <a:cubicBezTo>
                  <a:pt x="10800" y="98592"/>
                  <a:pt x="11317" y="98680"/>
                  <a:pt x="11836" y="98680"/>
                </a:cubicBezTo>
                <a:lnTo>
                  <a:pt x="24353" y="98680"/>
                </a:lnTo>
                <a:cubicBezTo>
                  <a:pt x="24769" y="98743"/>
                  <a:pt x="25212" y="98743"/>
                  <a:pt x="25628" y="98680"/>
                </a:cubicBezTo>
                <a:lnTo>
                  <a:pt x="38158" y="98680"/>
                </a:lnTo>
                <a:cubicBezTo>
                  <a:pt x="38676" y="98680"/>
                  <a:pt x="39194" y="98592"/>
                  <a:pt x="39687" y="98390"/>
                </a:cubicBezTo>
                <a:cubicBezTo>
                  <a:pt x="40167" y="98201"/>
                  <a:pt x="40609" y="97910"/>
                  <a:pt x="40987" y="97544"/>
                </a:cubicBezTo>
                <a:cubicBezTo>
                  <a:pt x="41354" y="97178"/>
                  <a:pt x="41657" y="96735"/>
                  <a:pt x="41859" y="96256"/>
                </a:cubicBezTo>
                <a:cubicBezTo>
                  <a:pt x="42062" y="95775"/>
                  <a:pt x="42163" y="95258"/>
                  <a:pt x="42163" y="94728"/>
                </a:cubicBezTo>
                <a:cubicBezTo>
                  <a:pt x="42163" y="94210"/>
                  <a:pt x="42062" y="93692"/>
                  <a:pt x="41859" y="93212"/>
                </a:cubicBezTo>
                <a:cubicBezTo>
                  <a:pt x="41657" y="92732"/>
                  <a:pt x="41354" y="92290"/>
                  <a:pt x="40987" y="91924"/>
                </a:cubicBezTo>
                <a:cubicBezTo>
                  <a:pt x="40609" y="91558"/>
                  <a:pt x="40167" y="91267"/>
                  <a:pt x="39687" y="91065"/>
                </a:cubicBezTo>
                <a:cubicBezTo>
                  <a:pt x="39194" y="90875"/>
                  <a:pt x="38676" y="90774"/>
                  <a:pt x="38158" y="90787"/>
                </a:cubicBezTo>
                <a:lnTo>
                  <a:pt x="28951" y="90787"/>
                </a:lnTo>
                <a:lnTo>
                  <a:pt x="28951" y="64127"/>
                </a:lnTo>
                <a:cubicBezTo>
                  <a:pt x="40861" y="62232"/>
                  <a:pt x="49994" y="51914"/>
                  <a:pt x="49994" y="39474"/>
                </a:cubicBezTo>
                <a:lnTo>
                  <a:pt x="49994" y="5274"/>
                </a:lnTo>
                <a:cubicBezTo>
                  <a:pt x="49994" y="3089"/>
                  <a:pt x="48238" y="1334"/>
                  <a:pt x="46053" y="1334"/>
                </a:cubicBezTo>
                <a:lnTo>
                  <a:pt x="3941" y="133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5" name="Чёрный — SVG 12">
            <a:extLst>
              <a:ext uri="{FF2B5EF4-FFF2-40B4-BE49-F238E27FC236}">
                <a16:creationId xmlns:a16="http://schemas.microsoft.com/office/drawing/2014/main" id="{06471BE6-5823-D241-8369-632C943F41AE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83808 w 113428"/>
              <a:gd name="csY0" fmla="*/ 25206 h 145304"/>
              <a:gd name="csX1" fmla="*/ 77921 w 113428"/>
              <a:gd name="csY1" fmla="*/ 23658 h 145304"/>
              <a:gd name="csX2" fmla="*/ 74434 w 113428"/>
              <a:gd name="csY2" fmla="*/ 28659 h 145304"/>
              <a:gd name="csX3" fmla="*/ 74434 w 113428"/>
              <a:gd name="csY3" fmla="*/ 44293 h 145304"/>
              <a:gd name="csX4" fmla="*/ 69108 w 113428"/>
              <a:gd name="csY4" fmla="*/ 49617 h 145304"/>
              <a:gd name="csX5" fmla="*/ 63800 w 113428"/>
              <a:gd name="csY5" fmla="*/ 44293 h 145304"/>
              <a:gd name="csX6" fmla="*/ 63800 w 113428"/>
              <a:gd name="csY6" fmla="*/ 6851 h 145304"/>
              <a:gd name="csX7" fmla="*/ 62014 w 113428"/>
              <a:gd name="csY7" fmla="*/ 2871 h 145304"/>
              <a:gd name="csX8" fmla="*/ 60142 w 113428"/>
              <a:gd name="csY8" fmla="*/ 1238 h 145304"/>
              <a:gd name="csX9" fmla="*/ 53303 w 113428"/>
              <a:gd name="csY9" fmla="*/ 1238 h 145304"/>
              <a:gd name="csX10" fmla="*/ 0 w 113428"/>
              <a:gd name="csY10" fmla="*/ 88590 h 145304"/>
              <a:gd name="csX11" fmla="*/ 56706 w 113428"/>
              <a:gd name="csY11" fmla="*/ 145305 h 145304"/>
              <a:gd name="csX12" fmla="*/ 113428 w 113428"/>
              <a:gd name="csY12" fmla="*/ 88590 h 145304"/>
              <a:gd name="csX13" fmla="*/ 83808 w 113428"/>
              <a:gd name="csY13" fmla="*/ 25206 h 145304"/>
              <a:gd name="csX14" fmla="*/ 42534 w 113428"/>
              <a:gd name="csY14" fmla="*/ 70881 h 145304"/>
              <a:gd name="csX15" fmla="*/ 49628 w 113428"/>
              <a:gd name="csY15" fmla="*/ 77958 h 145304"/>
              <a:gd name="csX16" fmla="*/ 42534 w 113428"/>
              <a:gd name="csY16" fmla="*/ 85051 h 145304"/>
              <a:gd name="csX17" fmla="*/ 35439 w 113428"/>
              <a:gd name="csY17" fmla="*/ 77958 h 145304"/>
              <a:gd name="csX18" fmla="*/ 42534 w 113428"/>
              <a:gd name="csY18" fmla="*/ 70881 h 145304"/>
              <a:gd name="csX19" fmla="*/ 74434 w 113428"/>
              <a:gd name="csY19" fmla="*/ 116947 h 145304"/>
              <a:gd name="csX20" fmla="*/ 67339 w 113428"/>
              <a:gd name="csY20" fmla="*/ 109853 h 145304"/>
              <a:gd name="csX21" fmla="*/ 74434 w 113428"/>
              <a:gd name="csY21" fmla="*/ 102777 h 145304"/>
              <a:gd name="csX22" fmla="*/ 81528 w 113428"/>
              <a:gd name="csY22" fmla="*/ 109853 h 145304"/>
              <a:gd name="csX23" fmla="*/ 74434 w 113428"/>
              <a:gd name="csY23" fmla="*/ 116947 h 145304"/>
              <a:gd name="csX24" fmla="*/ 79963 w 113428"/>
              <a:gd name="csY24" fmla="*/ 79948 h 145304"/>
              <a:gd name="csX25" fmla="*/ 44524 w 113428"/>
              <a:gd name="csY25" fmla="*/ 115382 h 145304"/>
              <a:gd name="csX26" fmla="*/ 40764 w 113428"/>
              <a:gd name="csY26" fmla="*/ 116947 h 145304"/>
              <a:gd name="csX27" fmla="*/ 37004 w 113428"/>
              <a:gd name="csY27" fmla="*/ 115382 h 145304"/>
              <a:gd name="csX28" fmla="*/ 37004 w 113428"/>
              <a:gd name="csY28" fmla="*/ 107880 h 145304"/>
              <a:gd name="csX29" fmla="*/ 72443 w 113428"/>
              <a:gd name="csY29" fmla="*/ 72429 h 145304"/>
              <a:gd name="csX30" fmla="*/ 79963 w 113428"/>
              <a:gd name="csY30" fmla="*/ 72429 h 145304"/>
              <a:gd name="csX31" fmla="*/ 79963 w 113428"/>
              <a:gd name="csY31" fmla="*/ 79948 h 145304"/>
            </a:gdLst>
            <a:ahLst/>
            <a:cxnLst/>
            <a:rect l="l" t="t" r="r" b="b"/>
            <a:pathLst>
              <a:path w="100000" h="100000">
                <a:moveTo>
                  <a:pt x="68646" y="17347"/>
                </a:moveTo>
                <a:cubicBezTo>
                  <a:pt x="67651" y="16188"/>
                  <a:pt x="66035" y="15755"/>
                  <a:pt x="64595" y="16282"/>
                </a:cubicBezTo>
                <a:cubicBezTo>
                  <a:pt x="63155" y="16821"/>
                  <a:pt x="62195" y="18190"/>
                  <a:pt x="62195" y="19723"/>
                </a:cubicBezTo>
                <a:lnTo>
                  <a:pt x="62195" y="30483"/>
                </a:lnTo>
                <a:cubicBezTo>
                  <a:pt x="62195" y="32497"/>
                  <a:pt x="60556" y="34147"/>
                  <a:pt x="58530" y="34147"/>
                </a:cubicBezTo>
                <a:cubicBezTo>
                  <a:pt x="56516" y="34147"/>
                  <a:pt x="54877" y="32497"/>
                  <a:pt x="54877" y="30483"/>
                </a:cubicBezTo>
                <a:lnTo>
                  <a:pt x="54877" y="4715"/>
                </a:lnTo>
                <a:cubicBezTo>
                  <a:pt x="54877" y="3673"/>
                  <a:pt x="54432" y="2678"/>
                  <a:pt x="53648" y="1976"/>
                </a:cubicBezTo>
                <a:cubicBezTo>
                  <a:pt x="52828" y="1261"/>
                  <a:pt x="52359" y="852"/>
                  <a:pt x="52359" y="852"/>
                </a:cubicBezTo>
                <a:cubicBezTo>
                  <a:pt x="51001" y="-284"/>
                  <a:pt x="49011" y="-284"/>
                  <a:pt x="47653" y="852"/>
                </a:cubicBezTo>
                <a:cubicBezTo>
                  <a:pt x="46154" y="2105"/>
                  <a:pt x="10969" y="31876"/>
                  <a:pt x="10969" y="60969"/>
                </a:cubicBezTo>
                <a:cubicBezTo>
                  <a:pt x="10969" y="82486"/>
                  <a:pt x="28473" y="100001"/>
                  <a:pt x="49994" y="100001"/>
                </a:cubicBezTo>
                <a:cubicBezTo>
                  <a:pt x="71515" y="100001"/>
                  <a:pt x="89031" y="82486"/>
                  <a:pt x="89031" y="60969"/>
                </a:cubicBezTo>
                <a:cubicBezTo>
                  <a:pt x="89031" y="44765"/>
                  <a:pt x="77943" y="28305"/>
                  <a:pt x="68646" y="17347"/>
                </a:cubicBezTo>
                <a:close/>
                <a:moveTo>
                  <a:pt x="40241" y="48781"/>
                </a:moveTo>
                <a:cubicBezTo>
                  <a:pt x="42934" y="48781"/>
                  <a:pt x="45123" y="50959"/>
                  <a:pt x="45123" y="53652"/>
                </a:cubicBezTo>
                <a:cubicBezTo>
                  <a:pt x="45123" y="56344"/>
                  <a:pt x="42934" y="58533"/>
                  <a:pt x="40241" y="58533"/>
                </a:cubicBezTo>
                <a:cubicBezTo>
                  <a:pt x="37547" y="58533"/>
                  <a:pt x="35358" y="56344"/>
                  <a:pt x="35358" y="53652"/>
                </a:cubicBezTo>
                <a:cubicBezTo>
                  <a:pt x="35358" y="50959"/>
                  <a:pt x="37547" y="48781"/>
                  <a:pt x="40241" y="48781"/>
                </a:cubicBezTo>
                <a:close/>
                <a:moveTo>
                  <a:pt x="62195" y="80484"/>
                </a:moveTo>
                <a:cubicBezTo>
                  <a:pt x="59501" y="80484"/>
                  <a:pt x="57312" y="78295"/>
                  <a:pt x="57312" y="75602"/>
                </a:cubicBezTo>
                <a:cubicBezTo>
                  <a:pt x="57312" y="72910"/>
                  <a:pt x="59501" y="70732"/>
                  <a:pt x="62195" y="70732"/>
                </a:cubicBezTo>
                <a:cubicBezTo>
                  <a:pt x="64888" y="70732"/>
                  <a:pt x="67077" y="72910"/>
                  <a:pt x="67077" y="75602"/>
                </a:cubicBezTo>
                <a:cubicBezTo>
                  <a:pt x="67077" y="78295"/>
                  <a:pt x="64888" y="80484"/>
                  <a:pt x="62195" y="80484"/>
                </a:cubicBezTo>
                <a:close/>
                <a:moveTo>
                  <a:pt x="66000" y="55021"/>
                </a:moveTo>
                <a:lnTo>
                  <a:pt x="41611" y="79407"/>
                </a:lnTo>
                <a:cubicBezTo>
                  <a:pt x="40896" y="80122"/>
                  <a:pt x="39960" y="80484"/>
                  <a:pt x="39023" y="80484"/>
                </a:cubicBezTo>
                <a:cubicBezTo>
                  <a:pt x="38086" y="80484"/>
                  <a:pt x="37150" y="80122"/>
                  <a:pt x="36435" y="79407"/>
                </a:cubicBezTo>
                <a:cubicBezTo>
                  <a:pt x="35007" y="77991"/>
                  <a:pt x="35007" y="75661"/>
                  <a:pt x="36435" y="74244"/>
                </a:cubicBezTo>
                <a:lnTo>
                  <a:pt x="60825" y="49847"/>
                </a:lnTo>
                <a:cubicBezTo>
                  <a:pt x="62254" y="48418"/>
                  <a:pt x="64572" y="48418"/>
                  <a:pt x="66000" y="49847"/>
                </a:cubicBezTo>
                <a:cubicBezTo>
                  <a:pt x="67429" y="51275"/>
                  <a:pt x="67429" y="53593"/>
                  <a:pt x="66000" y="5502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6" name="Чёрный — SVG 13">
            <a:extLst>
              <a:ext uri="{FF2B5EF4-FFF2-40B4-BE49-F238E27FC236}">
                <a16:creationId xmlns:a16="http://schemas.microsoft.com/office/drawing/2014/main" id="{CA2F9CC7-7754-184F-B3ED-03E79F125E27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26570 w 148856"/>
              <a:gd name="csY0" fmla="*/ 0 h 127583"/>
              <a:gd name="csX1" fmla="*/ 7089 w 148856"/>
              <a:gd name="csY1" fmla="*/ 19495 h 127583"/>
              <a:gd name="csX2" fmla="*/ 7089 w 148856"/>
              <a:gd name="csY2" fmla="*/ 38990 h 127583"/>
              <a:gd name="csX3" fmla="*/ 141767 w 148856"/>
              <a:gd name="csY3" fmla="*/ 38990 h 127583"/>
              <a:gd name="csX4" fmla="*/ 141767 w 148856"/>
              <a:gd name="csY4" fmla="*/ 19495 h 127583"/>
              <a:gd name="csX5" fmla="*/ 122270 w 148856"/>
              <a:gd name="csY5" fmla="*/ 0 h 127583"/>
              <a:gd name="csX6" fmla="*/ 26570 w 148856"/>
              <a:gd name="csY6" fmla="*/ 0 h 127583"/>
              <a:gd name="csX7" fmla="*/ 26570 w 148856"/>
              <a:gd name="csY7" fmla="*/ 14170 h 127583"/>
              <a:gd name="csX8" fmla="*/ 31895 w 148856"/>
              <a:gd name="csY8" fmla="*/ 19495 h 127583"/>
              <a:gd name="csX9" fmla="*/ 26570 w 148856"/>
              <a:gd name="csY9" fmla="*/ 24802 h 127583"/>
              <a:gd name="csX10" fmla="*/ 21261 w 148856"/>
              <a:gd name="csY10" fmla="*/ 19495 h 127583"/>
              <a:gd name="csX11" fmla="*/ 26570 w 148856"/>
              <a:gd name="csY11" fmla="*/ 14170 h 127583"/>
              <a:gd name="csX12" fmla="*/ 44297 w 148856"/>
              <a:gd name="csY12" fmla="*/ 14170 h 127583"/>
              <a:gd name="csX13" fmla="*/ 49622 w 148856"/>
              <a:gd name="csY13" fmla="*/ 19495 h 127583"/>
              <a:gd name="csX14" fmla="*/ 44297 w 148856"/>
              <a:gd name="csY14" fmla="*/ 24802 h 127583"/>
              <a:gd name="csX15" fmla="*/ 38989 w 148856"/>
              <a:gd name="csY15" fmla="*/ 19495 h 127583"/>
              <a:gd name="csX16" fmla="*/ 44297 w 148856"/>
              <a:gd name="csY16" fmla="*/ 14170 h 127583"/>
              <a:gd name="csX17" fmla="*/ 65564 w 148856"/>
              <a:gd name="csY17" fmla="*/ 14170 h 127583"/>
              <a:gd name="csX18" fmla="*/ 122270 w 148856"/>
              <a:gd name="csY18" fmla="*/ 14170 h 127583"/>
              <a:gd name="csX19" fmla="*/ 127595 w 148856"/>
              <a:gd name="csY19" fmla="*/ 19495 h 127583"/>
              <a:gd name="csX20" fmla="*/ 122270 w 148856"/>
              <a:gd name="csY20" fmla="*/ 24904 h 127583"/>
              <a:gd name="csX21" fmla="*/ 65564 w 148856"/>
              <a:gd name="csY21" fmla="*/ 24904 h 127583"/>
              <a:gd name="csX22" fmla="*/ 60256 w 148856"/>
              <a:gd name="csY22" fmla="*/ 19495 h 127583"/>
              <a:gd name="csX23" fmla="*/ 65564 w 148856"/>
              <a:gd name="csY23" fmla="*/ 14170 h 127583"/>
              <a:gd name="csX24" fmla="*/ 7089 w 148856"/>
              <a:gd name="csY24" fmla="*/ 46066 h 127583"/>
              <a:gd name="csX25" fmla="*/ 369 w 148856"/>
              <a:gd name="csY25" fmla="*/ 54725 h 127583"/>
              <a:gd name="csX26" fmla="*/ 11 w 148856"/>
              <a:gd name="csY26" fmla="*/ 57055 h 127583"/>
              <a:gd name="csX27" fmla="*/ 7089 w 148856"/>
              <a:gd name="csY27" fmla="*/ 72025 h 127583"/>
              <a:gd name="csX28" fmla="*/ 7089 w 148856"/>
              <a:gd name="csY28" fmla="*/ 106319 h 127583"/>
              <a:gd name="csX29" fmla="*/ 28356 w 148856"/>
              <a:gd name="csY29" fmla="*/ 127583 h 127583"/>
              <a:gd name="csX30" fmla="*/ 120501 w 148856"/>
              <a:gd name="csY30" fmla="*/ 127583 h 127583"/>
              <a:gd name="csX31" fmla="*/ 141767 w 148856"/>
              <a:gd name="csY31" fmla="*/ 106319 h 127583"/>
              <a:gd name="csX32" fmla="*/ 141767 w 148856"/>
              <a:gd name="csY32" fmla="*/ 72042 h 127583"/>
              <a:gd name="csX33" fmla="*/ 148845 w 148856"/>
              <a:gd name="csY33" fmla="*/ 57055 h 127583"/>
              <a:gd name="csX34" fmla="*/ 148488 w 148856"/>
              <a:gd name="csY34" fmla="*/ 54725 h 127583"/>
              <a:gd name="csX35" fmla="*/ 141767 w 148856"/>
              <a:gd name="csY35" fmla="*/ 46066 h 127583"/>
              <a:gd name="csX36" fmla="*/ 7089 w 148856"/>
              <a:gd name="csY36" fmla="*/ 46066 h 127583"/>
              <a:gd name="csX37" fmla="*/ 54931 w 148856"/>
              <a:gd name="csY37" fmla="*/ 74424 h 127583"/>
              <a:gd name="csX38" fmla="*/ 74428 w 148856"/>
              <a:gd name="csY38" fmla="*/ 81517 h 127583"/>
              <a:gd name="csX39" fmla="*/ 93925 w 148856"/>
              <a:gd name="csY39" fmla="*/ 74424 h 127583"/>
              <a:gd name="csX40" fmla="*/ 113423 w 148856"/>
              <a:gd name="csY40" fmla="*/ 81517 h 127583"/>
              <a:gd name="csX41" fmla="*/ 127595 w 148856"/>
              <a:gd name="csY41" fmla="*/ 79595 h 127583"/>
              <a:gd name="csX42" fmla="*/ 127595 w 148856"/>
              <a:gd name="csY42" fmla="*/ 106319 h 127583"/>
              <a:gd name="csX43" fmla="*/ 120501 w 148856"/>
              <a:gd name="csY43" fmla="*/ 113413 h 127583"/>
              <a:gd name="csX44" fmla="*/ 28356 w 148856"/>
              <a:gd name="csY44" fmla="*/ 113413 h 127583"/>
              <a:gd name="csX45" fmla="*/ 21261 w 148856"/>
              <a:gd name="csY45" fmla="*/ 106319 h 127583"/>
              <a:gd name="csX46" fmla="*/ 21261 w 148856"/>
              <a:gd name="csY46" fmla="*/ 79595 h 127583"/>
              <a:gd name="csX47" fmla="*/ 35434 w 148856"/>
              <a:gd name="csY47" fmla="*/ 81517 h 127583"/>
              <a:gd name="csX48" fmla="*/ 54931 w 148856"/>
              <a:gd name="csY48" fmla="*/ 74424 h 127583"/>
            </a:gdLst>
            <a:ahLst/>
            <a:cxnLst/>
            <a:rect l="l" t="t" r="r" b="b"/>
            <a:pathLst>
              <a:path w="100000" h="100000">
                <a:moveTo>
                  <a:pt x="17849" y="7145"/>
                </a:moveTo>
                <a:cubicBezTo>
                  <a:pt x="10637" y="7145"/>
                  <a:pt x="4762" y="13020"/>
                  <a:pt x="4762" y="20242"/>
                </a:cubicBezTo>
                <a:lnTo>
                  <a:pt x="4762" y="33339"/>
                </a:lnTo>
                <a:lnTo>
                  <a:pt x="95238" y="33339"/>
                </a:lnTo>
                <a:lnTo>
                  <a:pt x="95238" y="20242"/>
                </a:lnTo>
                <a:cubicBezTo>
                  <a:pt x="95238" y="13020"/>
                  <a:pt x="89363" y="7145"/>
                  <a:pt x="82140" y="7145"/>
                </a:cubicBezTo>
                <a:lnTo>
                  <a:pt x="17849" y="7145"/>
                </a:lnTo>
                <a:close/>
                <a:moveTo>
                  <a:pt x="17849" y="16665"/>
                </a:moveTo>
                <a:cubicBezTo>
                  <a:pt x="19827" y="16665"/>
                  <a:pt x="21427" y="18265"/>
                  <a:pt x="21427" y="20242"/>
                </a:cubicBezTo>
                <a:cubicBezTo>
                  <a:pt x="21427" y="22208"/>
                  <a:pt x="19827" y="23807"/>
                  <a:pt x="17849" y="23807"/>
                </a:cubicBezTo>
                <a:cubicBezTo>
                  <a:pt x="15883" y="23807"/>
                  <a:pt x="14283" y="22208"/>
                  <a:pt x="14283" y="20242"/>
                </a:cubicBezTo>
                <a:cubicBezTo>
                  <a:pt x="14283" y="18265"/>
                  <a:pt x="15883" y="16665"/>
                  <a:pt x="17849" y="16665"/>
                </a:cubicBezTo>
                <a:close/>
                <a:moveTo>
                  <a:pt x="29758" y="16665"/>
                </a:moveTo>
                <a:cubicBezTo>
                  <a:pt x="31736" y="16665"/>
                  <a:pt x="33336" y="18265"/>
                  <a:pt x="33336" y="20242"/>
                </a:cubicBezTo>
                <a:cubicBezTo>
                  <a:pt x="33336" y="22208"/>
                  <a:pt x="31736" y="23807"/>
                  <a:pt x="29758" y="23807"/>
                </a:cubicBezTo>
                <a:cubicBezTo>
                  <a:pt x="27793" y="23807"/>
                  <a:pt x="26192" y="22208"/>
                  <a:pt x="26192" y="20242"/>
                </a:cubicBezTo>
                <a:cubicBezTo>
                  <a:pt x="26192" y="18265"/>
                  <a:pt x="27793" y="16665"/>
                  <a:pt x="29758" y="16665"/>
                </a:cubicBezTo>
                <a:close/>
                <a:moveTo>
                  <a:pt x="44045" y="16665"/>
                </a:moveTo>
                <a:lnTo>
                  <a:pt x="82140" y="16665"/>
                </a:lnTo>
                <a:cubicBezTo>
                  <a:pt x="84117" y="16665"/>
                  <a:pt x="85717" y="18265"/>
                  <a:pt x="85717" y="20242"/>
                </a:cubicBezTo>
                <a:cubicBezTo>
                  <a:pt x="85717" y="22208"/>
                  <a:pt x="84117" y="23876"/>
                  <a:pt x="82140" y="23876"/>
                </a:cubicBezTo>
                <a:lnTo>
                  <a:pt x="44045" y="23876"/>
                </a:lnTo>
                <a:cubicBezTo>
                  <a:pt x="42080" y="23876"/>
                  <a:pt x="40479" y="22219"/>
                  <a:pt x="40479" y="20242"/>
                </a:cubicBezTo>
                <a:cubicBezTo>
                  <a:pt x="40479" y="18265"/>
                  <a:pt x="42080" y="16665"/>
                  <a:pt x="44045" y="16665"/>
                </a:cubicBezTo>
                <a:close/>
                <a:moveTo>
                  <a:pt x="4762" y="38092"/>
                </a:moveTo>
                <a:lnTo>
                  <a:pt x="248" y="43909"/>
                </a:lnTo>
                <a:cubicBezTo>
                  <a:pt x="54" y="44412"/>
                  <a:pt x="-27" y="44938"/>
                  <a:pt x="7" y="45474"/>
                </a:cubicBezTo>
                <a:cubicBezTo>
                  <a:pt x="282" y="49714"/>
                  <a:pt x="2088" y="53029"/>
                  <a:pt x="4762" y="55531"/>
                </a:cubicBezTo>
                <a:lnTo>
                  <a:pt x="4762" y="78570"/>
                </a:lnTo>
                <a:cubicBezTo>
                  <a:pt x="4762" y="86398"/>
                  <a:pt x="11209" y="92855"/>
                  <a:pt x="19049" y="92855"/>
                </a:cubicBezTo>
                <a:lnTo>
                  <a:pt x="80951" y="92855"/>
                </a:lnTo>
                <a:cubicBezTo>
                  <a:pt x="88792" y="92855"/>
                  <a:pt x="95238" y="86398"/>
                  <a:pt x="95238" y="78570"/>
                </a:cubicBezTo>
                <a:lnTo>
                  <a:pt x="95238" y="55543"/>
                </a:lnTo>
                <a:cubicBezTo>
                  <a:pt x="97912" y="53029"/>
                  <a:pt x="99706" y="49726"/>
                  <a:pt x="99993" y="45474"/>
                </a:cubicBezTo>
                <a:cubicBezTo>
                  <a:pt x="100027" y="44938"/>
                  <a:pt x="99947" y="44412"/>
                  <a:pt x="99753" y="43909"/>
                </a:cubicBezTo>
                <a:lnTo>
                  <a:pt x="95238" y="38092"/>
                </a:lnTo>
                <a:lnTo>
                  <a:pt x="4762" y="38092"/>
                </a:lnTo>
                <a:close/>
                <a:moveTo>
                  <a:pt x="36902" y="57143"/>
                </a:moveTo>
                <a:cubicBezTo>
                  <a:pt x="40856" y="59862"/>
                  <a:pt x="45177" y="61908"/>
                  <a:pt x="50000" y="61908"/>
                </a:cubicBezTo>
                <a:cubicBezTo>
                  <a:pt x="54823" y="61908"/>
                  <a:pt x="59144" y="59862"/>
                  <a:pt x="63098" y="57143"/>
                </a:cubicBezTo>
                <a:cubicBezTo>
                  <a:pt x="66756" y="59862"/>
                  <a:pt x="71545" y="61908"/>
                  <a:pt x="76196" y="61908"/>
                </a:cubicBezTo>
                <a:cubicBezTo>
                  <a:pt x="79328" y="61908"/>
                  <a:pt x="82619" y="61485"/>
                  <a:pt x="85717" y="60617"/>
                </a:cubicBezTo>
                <a:lnTo>
                  <a:pt x="85717" y="78570"/>
                </a:lnTo>
                <a:cubicBezTo>
                  <a:pt x="85717" y="81255"/>
                  <a:pt x="83637" y="83335"/>
                  <a:pt x="80951" y="83335"/>
                </a:cubicBezTo>
                <a:lnTo>
                  <a:pt x="19049" y="83335"/>
                </a:lnTo>
                <a:cubicBezTo>
                  <a:pt x="16363" y="83335"/>
                  <a:pt x="14283" y="81255"/>
                  <a:pt x="14283" y="78570"/>
                </a:cubicBezTo>
                <a:lnTo>
                  <a:pt x="14283" y="60617"/>
                </a:lnTo>
                <a:cubicBezTo>
                  <a:pt x="17381" y="61485"/>
                  <a:pt x="20672" y="61908"/>
                  <a:pt x="23804" y="61908"/>
                </a:cubicBezTo>
                <a:cubicBezTo>
                  <a:pt x="28456" y="61908"/>
                  <a:pt x="33233" y="59862"/>
                  <a:pt x="36902" y="5714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7" name="Чёрный — SVG 14">
            <a:extLst>
              <a:ext uri="{FF2B5EF4-FFF2-40B4-BE49-F238E27FC236}">
                <a16:creationId xmlns:a16="http://schemas.microsoft.com/office/drawing/2014/main" id="{657DA5CF-FFCC-CE40-95B4-FBC64E002478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124053 w 141775"/>
              <a:gd name="csY0" fmla="*/ 0 h 141753"/>
              <a:gd name="csX1" fmla="*/ 85063 w 141775"/>
              <a:gd name="csY1" fmla="*/ 0 h 141753"/>
              <a:gd name="csX2" fmla="*/ 70028 w 141775"/>
              <a:gd name="csY2" fmla="*/ 6226 h 141753"/>
              <a:gd name="csX3" fmla="*/ 6228 w 141775"/>
              <a:gd name="csY3" fmla="*/ 70018 h 141753"/>
              <a:gd name="csX4" fmla="*/ 6228 w 141775"/>
              <a:gd name="csY4" fmla="*/ 100093 h 141753"/>
              <a:gd name="csX5" fmla="*/ 41672 w 141775"/>
              <a:gd name="csY5" fmla="*/ 135528 h 141753"/>
              <a:gd name="csX6" fmla="*/ 56709 w 141775"/>
              <a:gd name="csY6" fmla="*/ 141753 h 141753"/>
              <a:gd name="csX7" fmla="*/ 71743 w 141775"/>
              <a:gd name="csY7" fmla="*/ 135528 h 141753"/>
              <a:gd name="csX8" fmla="*/ 135544 w 141775"/>
              <a:gd name="csY8" fmla="*/ 71736 h 141753"/>
              <a:gd name="csX9" fmla="*/ 141776 w 141775"/>
              <a:gd name="csY9" fmla="*/ 56698 h 141753"/>
              <a:gd name="csX10" fmla="*/ 141776 w 141775"/>
              <a:gd name="csY10" fmla="*/ 17726 h 141753"/>
              <a:gd name="csX11" fmla="*/ 124053 w 141775"/>
              <a:gd name="csY11" fmla="*/ 0 h 141753"/>
              <a:gd name="csX12" fmla="*/ 106330 w 141775"/>
              <a:gd name="csY12" fmla="*/ 46066 h 141753"/>
              <a:gd name="csX13" fmla="*/ 95697 w 141775"/>
              <a:gd name="csY13" fmla="*/ 35434 h 141753"/>
              <a:gd name="csX14" fmla="*/ 106330 w 141775"/>
              <a:gd name="csY14" fmla="*/ 24802 h 141753"/>
              <a:gd name="csX15" fmla="*/ 116963 w 141775"/>
              <a:gd name="csY15" fmla="*/ 35434 h 141753"/>
              <a:gd name="csX16" fmla="*/ 106330 w 141775"/>
              <a:gd name="csY16" fmla="*/ 46066 h 141753"/>
            </a:gdLst>
            <a:ahLst/>
            <a:cxnLst/>
            <a:rect l="l" t="t" r="r" b="b"/>
            <a:pathLst>
              <a:path w="100000" h="100000">
                <a:moveTo>
                  <a:pt x="87500" y="8"/>
                </a:moveTo>
                <a:lnTo>
                  <a:pt x="59999" y="8"/>
                </a:lnTo>
                <a:cubicBezTo>
                  <a:pt x="56022" y="8"/>
                  <a:pt x="52207" y="1591"/>
                  <a:pt x="49394" y="4399"/>
                </a:cubicBezTo>
                <a:lnTo>
                  <a:pt x="4393" y="49394"/>
                </a:lnTo>
                <a:cubicBezTo>
                  <a:pt x="-1464" y="55250"/>
                  <a:pt x="-1464" y="64753"/>
                  <a:pt x="4393" y="70608"/>
                </a:cubicBezTo>
                <a:lnTo>
                  <a:pt x="29393" y="95601"/>
                </a:lnTo>
                <a:cubicBezTo>
                  <a:pt x="32321" y="98529"/>
                  <a:pt x="36162" y="99992"/>
                  <a:pt x="39999" y="99992"/>
                </a:cubicBezTo>
                <a:cubicBezTo>
                  <a:pt x="43837" y="99992"/>
                  <a:pt x="47677" y="98529"/>
                  <a:pt x="50603" y="95601"/>
                </a:cubicBezTo>
                <a:lnTo>
                  <a:pt x="95605" y="50606"/>
                </a:lnTo>
                <a:cubicBezTo>
                  <a:pt x="98420" y="47798"/>
                  <a:pt x="100001" y="43983"/>
                  <a:pt x="100001" y="39999"/>
                </a:cubicBezTo>
                <a:lnTo>
                  <a:pt x="100001" y="12511"/>
                </a:lnTo>
                <a:cubicBezTo>
                  <a:pt x="100001" y="5599"/>
                  <a:pt x="94402" y="8"/>
                  <a:pt x="87500" y="8"/>
                </a:cubicBezTo>
                <a:close/>
                <a:moveTo>
                  <a:pt x="74999" y="32500"/>
                </a:moveTo>
                <a:cubicBezTo>
                  <a:pt x="70857" y="32500"/>
                  <a:pt x="67499" y="29153"/>
                  <a:pt x="67499" y="25001"/>
                </a:cubicBezTo>
                <a:cubicBezTo>
                  <a:pt x="67499" y="20861"/>
                  <a:pt x="70857" y="17502"/>
                  <a:pt x="74999" y="17502"/>
                </a:cubicBezTo>
                <a:cubicBezTo>
                  <a:pt x="79143" y="17502"/>
                  <a:pt x="82499" y="20861"/>
                  <a:pt x="82499" y="25001"/>
                </a:cubicBezTo>
                <a:cubicBezTo>
                  <a:pt x="82499" y="29153"/>
                  <a:pt x="79143" y="32500"/>
                  <a:pt x="74999" y="325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8" name="Чёрный — SVG 15">
            <a:extLst>
              <a:ext uri="{FF2B5EF4-FFF2-40B4-BE49-F238E27FC236}">
                <a16:creationId xmlns:a16="http://schemas.microsoft.com/office/drawing/2014/main" id="{B8CDC237-6FB5-9846-BA68-F462842473BD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71369 w 141820"/>
              <a:gd name="csY0" fmla="*/ 1 h 141805"/>
              <a:gd name="csX1" fmla="*/ 59324 w 141820"/>
              <a:gd name="csY1" fmla="*/ 4576 h 141805"/>
              <a:gd name="csX2" fmla="*/ 54679 w 141820"/>
              <a:gd name="csY2" fmla="*/ 8710 h 141805"/>
              <a:gd name="csX3" fmla="*/ 48606 w 141820"/>
              <a:gd name="csY3" fmla="*/ 7366 h 141805"/>
              <a:gd name="csX4" fmla="*/ 27713 w 141820"/>
              <a:gd name="csY4" fmla="*/ 19240 h 141805"/>
              <a:gd name="csX5" fmla="*/ 25773 w 141820"/>
              <a:gd name="csY5" fmla="*/ 25160 h 141805"/>
              <a:gd name="csX6" fmla="*/ 19819 w 141820"/>
              <a:gd name="csY6" fmla="*/ 27031 h 141805"/>
              <a:gd name="csX7" fmla="*/ 7671 w 141820"/>
              <a:gd name="csY7" fmla="*/ 47768 h 141805"/>
              <a:gd name="csX8" fmla="*/ 8930 w 141820"/>
              <a:gd name="csY8" fmla="*/ 53858 h 141805"/>
              <a:gd name="csX9" fmla="*/ 4728 w 141820"/>
              <a:gd name="csY9" fmla="*/ 58451 h 141805"/>
              <a:gd name="csX10" fmla="*/ 4575 w 141820"/>
              <a:gd name="csY10" fmla="*/ 82487 h 141805"/>
              <a:gd name="csX11" fmla="*/ 8709 w 141820"/>
              <a:gd name="csY11" fmla="*/ 87131 h 141805"/>
              <a:gd name="csX12" fmla="*/ 7365 w 141820"/>
              <a:gd name="csY12" fmla="*/ 93204 h 141805"/>
              <a:gd name="csX13" fmla="*/ 19240 w 141820"/>
              <a:gd name="csY13" fmla="*/ 114094 h 141805"/>
              <a:gd name="csX14" fmla="*/ 25161 w 141820"/>
              <a:gd name="csY14" fmla="*/ 116033 h 141805"/>
              <a:gd name="csX15" fmla="*/ 27032 w 141820"/>
              <a:gd name="csY15" fmla="*/ 121987 h 141805"/>
              <a:gd name="csX16" fmla="*/ 47755 w 141820"/>
              <a:gd name="csY16" fmla="*/ 134133 h 141805"/>
              <a:gd name="csX17" fmla="*/ 53862 w 141820"/>
              <a:gd name="csY17" fmla="*/ 132874 h 141805"/>
              <a:gd name="csX18" fmla="*/ 58456 w 141820"/>
              <a:gd name="csY18" fmla="*/ 137076 h 141805"/>
              <a:gd name="csX19" fmla="*/ 70553 w 141820"/>
              <a:gd name="csY19" fmla="*/ 141805 h 141805"/>
              <a:gd name="csX20" fmla="*/ 82479 w 141820"/>
              <a:gd name="csY20" fmla="*/ 137229 h 141805"/>
              <a:gd name="csX21" fmla="*/ 87124 w 141820"/>
              <a:gd name="csY21" fmla="*/ 133095 h 141805"/>
              <a:gd name="csX22" fmla="*/ 93215 w 141820"/>
              <a:gd name="csY22" fmla="*/ 134439 h 141805"/>
              <a:gd name="csX23" fmla="*/ 114107 w 141820"/>
              <a:gd name="csY23" fmla="*/ 122566 h 141805"/>
              <a:gd name="csX24" fmla="*/ 116047 w 141820"/>
              <a:gd name="csY24" fmla="*/ 116646 h 141805"/>
              <a:gd name="csX25" fmla="*/ 122001 w 141820"/>
              <a:gd name="csY25" fmla="*/ 114774 h 141805"/>
              <a:gd name="csX26" fmla="*/ 134149 w 141820"/>
              <a:gd name="csY26" fmla="*/ 94055 h 141805"/>
              <a:gd name="csX27" fmla="*/ 132890 w 141820"/>
              <a:gd name="csY27" fmla="*/ 87948 h 141805"/>
              <a:gd name="csX28" fmla="*/ 137092 w 141820"/>
              <a:gd name="csY28" fmla="*/ 83355 h 141805"/>
              <a:gd name="csX29" fmla="*/ 137245 w 141820"/>
              <a:gd name="csY29" fmla="*/ 59318 h 141805"/>
              <a:gd name="csX30" fmla="*/ 133111 w 141820"/>
              <a:gd name="csY30" fmla="*/ 54674 h 141805"/>
              <a:gd name="csX31" fmla="*/ 134455 w 141820"/>
              <a:gd name="csY31" fmla="*/ 48601 h 141805"/>
              <a:gd name="csX32" fmla="*/ 122580 w 141820"/>
              <a:gd name="csY32" fmla="*/ 27712 h 141805"/>
              <a:gd name="csX33" fmla="*/ 116659 w 141820"/>
              <a:gd name="csY33" fmla="*/ 25772 h 141805"/>
              <a:gd name="csX34" fmla="*/ 114788 w 141820"/>
              <a:gd name="csY34" fmla="*/ 19819 h 141805"/>
              <a:gd name="csX35" fmla="*/ 94048 w 141820"/>
              <a:gd name="csY35" fmla="*/ 7656 h 141805"/>
              <a:gd name="csX36" fmla="*/ 87957 w 141820"/>
              <a:gd name="csY36" fmla="*/ 8931 h 141805"/>
              <a:gd name="csX37" fmla="*/ 83364 w 141820"/>
              <a:gd name="csY37" fmla="*/ 4730 h 141805"/>
              <a:gd name="csX38" fmla="*/ 71369 w 141820"/>
              <a:gd name="csY38" fmla="*/ 1 h 141805"/>
              <a:gd name="csX39" fmla="*/ 34144 w 141820"/>
              <a:gd name="csY39" fmla="*/ 56733 h 141805"/>
              <a:gd name="csX40" fmla="*/ 37240 w 141820"/>
              <a:gd name="csY40" fmla="*/ 56733 h 141805"/>
              <a:gd name="csX41" fmla="*/ 44182 w 141820"/>
              <a:gd name="csY41" fmla="*/ 59539 h 141805"/>
              <a:gd name="csX42" fmla="*/ 44182 w 141820"/>
              <a:gd name="csY42" fmla="*/ 64541 h 141805"/>
              <a:gd name="csX43" fmla="*/ 39163 w 141820"/>
              <a:gd name="csY43" fmla="*/ 64541 h 141805"/>
              <a:gd name="csX44" fmla="*/ 37240 w 141820"/>
              <a:gd name="csY44" fmla="*/ 63809 h 141805"/>
              <a:gd name="csX45" fmla="*/ 34144 w 141820"/>
              <a:gd name="csY45" fmla="*/ 63809 h 141805"/>
              <a:gd name="csX46" fmla="*/ 32358 w 141820"/>
              <a:gd name="csY46" fmla="*/ 65578 h 141805"/>
              <a:gd name="csX47" fmla="*/ 34144 w 141820"/>
              <a:gd name="csY47" fmla="*/ 67364 h 141805"/>
              <a:gd name="csX48" fmla="*/ 37240 w 141820"/>
              <a:gd name="csY48" fmla="*/ 67364 h 141805"/>
              <a:gd name="csX49" fmla="*/ 46105 w 141820"/>
              <a:gd name="csY49" fmla="*/ 76210 h 141805"/>
              <a:gd name="csX50" fmla="*/ 37240 w 141820"/>
              <a:gd name="csY50" fmla="*/ 85073 h 141805"/>
              <a:gd name="csX51" fmla="*/ 33362 w 141820"/>
              <a:gd name="csY51" fmla="*/ 85073 h 141805"/>
              <a:gd name="csX52" fmla="*/ 25875 w 141820"/>
              <a:gd name="csY52" fmla="*/ 81824 h 141805"/>
              <a:gd name="csX53" fmla="*/ 25875 w 141820"/>
              <a:gd name="csY53" fmla="*/ 76806 h 141805"/>
              <a:gd name="csX54" fmla="*/ 30877 w 141820"/>
              <a:gd name="csY54" fmla="*/ 76806 h 141805"/>
              <a:gd name="csX55" fmla="*/ 33362 w 141820"/>
              <a:gd name="csY55" fmla="*/ 77996 h 141805"/>
              <a:gd name="csX56" fmla="*/ 37240 w 141820"/>
              <a:gd name="csY56" fmla="*/ 77996 h 141805"/>
              <a:gd name="csX57" fmla="*/ 39010 w 141820"/>
              <a:gd name="csY57" fmla="*/ 76210 h 141805"/>
              <a:gd name="csX58" fmla="*/ 37240 w 141820"/>
              <a:gd name="csY58" fmla="*/ 74441 h 141805"/>
              <a:gd name="csX59" fmla="*/ 34144 w 141820"/>
              <a:gd name="csY59" fmla="*/ 74441 h 141805"/>
              <a:gd name="csX60" fmla="*/ 25280 w 141820"/>
              <a:gd name="csY60" fmla="*/ 65578 h 141805"/>
              <a:gd name="csX61" fmla="*/ 34144 w 141820"/>
              <a:gd name="csY61" fmla="*/ 56733 h 141805"/>
              <a:gd name="csX62" fmla="*/ 60277 w 141820"/>
              <a:gd name="csY62" fmla="*/ 56733 h 141805"/>
              <a:gd name="csX63" fmla="*/ 63543 w 141820"/>
              <a:gd name="csY63" fmla="*/ 58910 h 141805"/>
              <a:gd name="csX64" fmla="*/ 72407 w 141820"/>
              <a:gd name="csY64" fmla="*/ 80174 h 141805"/>
              <a:gd name="csX65" fmla="*/ 70502 w 141820"/>
              <a:gd name="csY65" fmla="*/ 84801 h 141805"/>
              <a:gd name="csX66" fmla="*/ 69140 w 141820"/>
              <a:gd name="csY66" fmla="*/ 85073 h 141805"/>
              <a:gd name="csX67" fmla="*/ 65857 w 141820"/>
              <a:gd name="csY67" fmla="*/ 82896 h 141805"/>
              <a:gd name="csX68" fmla="*/ 65295 w 141820"/>
              <a:gd name="csY68" fmla="*/ 81535 h 141805"/>
              <a:gd name="csX69" fmla="*/ 55258 w 141820"/>
              <a:gd name="csY69" fmla="*/ 81535 h 141805"/>
              <a:gd name="csX70" fmla="*/ 54696 w 141820"/>
              <a:gd name="csY70" fmla="*/ 82896 h 141805"/>
              <a:gd name="csX71" fmla="*/ 50051 w 141820"/>
              <a:gd name="csY71" fmla="*/ 84801 h 141805"/>
              <a:gd name="csX72" fmla="*/ 48146 w 141820"/>
              <a:gd name="csY72" fmla="*/ 80174 h 141805"/>
              <a:gd name="csX73" fmla="*/ 57010 w 141820"/>
              <a:gd name="csY73" fmla="*/ 58910 h 141805"/>
              <a:gd name="csX74" fmla="*/ 60277 w 141820"/>
              <a:gd name="csY74" fmla="*/ 56733 h 141805"/>
              <a:gd name="csX75" fmla="*/ 81543 w 141820"/>
              <a:gd name="csY75" fmla="*/ 56733 h 141805"/>
              <a:gd name="csX76" fmla="*/ 85082 w 141820"/>
              <a:gd name="csY76" fmla="*/ 60271 h 141805"/>
              <a:gd name="csX77" fmla="*/ 85082 w 141820"/>
              <a:gd name="csY77" fmla="*/ 77996 h 141805"/>
              <a:gd name="csX78" fmla="*/ 92177 w 141820"/>
              <a:gd name="csY78" fmla="*/ 77996 h 141805"/>
              <a:gd name="csX79" fmla="*/ 95716 w 141820"/>
              <a:gd name="csY79" fmla="*/ 81535 h 141805"/>
              <a:gd name="csX80" fmla="*/ 92177 w 141820"/>
              <a:gd name="csY80" fmla="*/ 85073 h 141805"/>
              <a:gd name="csX81" fmla="*/ 81543 w 141820"/>
              <a:gd name="csY81" fmla="*/ 85073 h 141805"/>
              <a:gd name="csX82" fmla="*/ 78005 w 141820"/>
              <a:gd name="csY82" fmla="*/ 81535 h 141805"/>
              <a:gd name="csX83" fmla="*/ 78005 w 141820"/>
              <a:gd name="csY83" fmla="*/ 60271 h 141805"/>
              <a:gd name="csX84" fmla="*/ 81543 w 141820"/>
              <a:gd name="csY84" fmla="*/ 56733 h 141805"/>
              <a:gd name="csX85" fmla="*/ 102810 w 141820"/>
              <a:gd name="csY85" fmla="*/ 56733 h 141805"/>
              <a:gd name="csX86" fmla="*/ 113443 w 141820"/>
              <a:gd name="csY86" fmla="*/ 56733 h 141805"/>
              <a:gd name="csX87" fmla="*/ 116982 w 141820"/>
              <a:gd name="csY87" fmla="*/ 60271 h 141805"/>
              <a:gd name="csX88" fmla="*/ 113443 w 141820"/>
              <a:gd name="csY88" fmla="*/ 63809 h 141805"/>
              <a:gd name="csX89" fmla="*/ 106349 w 141820"/>
              <a:gd name="csY89" fmla="*/ 63809 h 141805"/>
              <a:gd name="csX90" fmla="*/ 106349 w 141820"/>
              <a:gd name="csY90" fmla="*/ 67364 h 141805"/>
              <a:gd name="csX91" fmla="*/ 111674 w 141820"/>
              <a:gd name="csY91" fmla="*/ 67364 h 141805"/>
              <a:gd name="csX92" fmla="*/ 115213 w 141820"/>
              <a:gd name="csY92" fmla="*/ 70903 h 141805"/>
              <a:gd name="csX93" fmla="*/ 111674 w 141820"/>
              <a:gd name="csY93" fmla="*/ 74441 h 141805"/>
              <a:gd name="csX94" fmla="*/ 106349 w 141820"/>
              <a:gd name="csY94" fmla="*/ 74441 h 141805"/>
              <a:gd name="csX95" fmla="*/ 106349 w 141820"/>
              <a:gd name="csY95" fmla="*/ 77996 h 141805"/>
              <a:gd name="csX96" fmla="*/ 113443 w 141820"/>
              <a:gd name="csY96" fmla="*/ 77996 h 141805"/>
              <a:gd name="csX97" fmla="*/ 116982 w 141820"/>
              <a:gd name="csY97" fmla="*/ 81535 h 141805"/>
              <a:gd name="csX98" fmla="*/ 113443 w 141820"/>
              <a:gd name="csY98" fmla="*/ 85073 h 141805"/>
              <a:gd name="csX99" fmla="*/ 102810 w 141820"/>
              <a:gd name="csY99" fmla="*/ 85073 h 141805"/>
              <a:gd name="csX100" fmla="*/ 99272 w 141820"/>
              <a:gd name="csY100" fmla="*/ 81535 h 141805"/>
              <a:gd name="csX101" fmla="*/ 99272 w 141820"/>
              <a:gd name="csY101" fmla="*/ 60271 h 141805"/>
              <a:gd name="csX102" fmla="*/ 102810 w 141820"/>
              <a:gd name="csY102" fmla="*/ 56733 h 141805"/>
              <a:gd name="csX103" fmla="*/ 60277 w 141820"/>
              <a:gd name="csY103" fmla="*/ 69474 h 141805"/>
              <a:gd name="csX104" fmla="*/ 58218 w 141820"/>
              <a:gd name="csY104" fmla="*/ 74441 h 141805"/>
              <a:gd name="csX105" fmla="*/ 62335 w 141820"/>
              <a:gd name="csY105" fmla="*/ 74441 h 141805"/>
              <a:gd name="csX106" fmla="*/ 60277 w 141820"/>
              <a:gd name="csY106" fmla="*/ 69474 h 141805"/>
            </a:gdLst>
            <a:ahLst/>
            <a:cxnLst/>
            <a:rect l="l" t="t" r="r" b="b"/>
            <a:pathLst>
              <a:path w="100000" h="100000">
                <a:moveTo>
                  <a:pt x="50324" y="6"/>
                </a:moveTo>
                <a:cubicBezTo>
                  <a:pt x="47301" y="-18"/>
                  <a:pt x="44265" y="1062"/>
                  <a:pt x="41830" y="3232"/>
                </a:cubicBezTo>
                <a:lnTo>
                  <a:pt x="38555" y="6147"/>
                </a:lnTo>
                <a:lnTo>
                  <a:pt x="34273" y="5199"/>
                </a:lnTo>
                <a:cubicBezTo>
                  <a:pt x="27914" y="3784"/>
                  <a:pt x="21580" y="7394"/>
                  <a:pt x="19541" y="13572"/>
                </a:cubicBezTo>
                <a:lnTo>
                  <a:pt x="18173" y="17746"/>
                </a:lnTo>
                <a:lnTo>
                  <a:pt x="13975" y="19065"/>
                </a:lnTo>
                <a:cubicBezTo>
                  <a:pt x="7761" y="21021"/>
                  <a:pt x="4078" y="27306"/>
                  <a:pt x="5409" y="33687"/>
                </a:cubicBezTo>
                <a:lnTo>
                  <a:pt x="6297" y="37982"/>
                </a:lnTo>
                <a:lnTo>
                  <a:pt x="3334" y="41220"/>
                </a:lnTo>
                <a:cubicBezTo>
                  <a:pt x="-1069" y="46030"/>
                  <a:pt x="-1117" y="53311"/>
                  <a:pt x="3226" y="58168"/>
                </a:cubicBezTo>
                <a:lnTo>
                  <a:pt x="6141" y="61443"/>
                </a:lnTo>
                <a:lnTo>
                  <a:pt x="5193" y="65725"/>
                </a:lnTo>
                <a:cubicBezTo>
                  <a:pt x="3789" y="72083"/>
                  <a:pt x="7376" y="78416"/>
                  <a:pt x="13566" y="80455"/>
                </a:cubicBezTo>
                <a:lnTo>
                  <a:pt x="17742" y="81822"/>
                </a:lnTo>
                <a:lnTo>
                  <a:pt x="19061" y="86021"/>
                </a:lnTo>
                <a:cubicBezTo>
                  <a:pt x="21017" y="92234"/>
                  <a:pt x="27303" y="95916"/>
                  <a:pt x="33673" y="94585"/>
                </a:cubicBezTo>
                <a:lnTo>
                  <a:pt x="37979" y="93697"/>
                </a:lnTo>
                <a:lnTo>
                  <a:pt x="41218" y="96660"/>
                </a:lnTo>
                <a:cubicBezTo>
                  <a:pt x="43642" y="98879"/>
                  <a:pt x="46689" y="99995"/>
                  <a:pt x="49748" y="99995"/>
                </a:cubicBezTo>
                <a:cubicBezTo>
                  <a:pt x="52747" y="99995"/>
                  <a:pt x="55758" y="98927"/>
                  <a:pt x="58158" y="96768"/>
                </a:cubicBezTo>
                <a:lnTo>
                  <a:pt x="61433" y="93853"/>
                </a:lnTo>
                <a:lnTo>
                  <a:pt x="65728" y="94801"/>
                </a:lnTo>
                <a:cubicBezTo>
                  <a:pt x="72074" y="96217"/>
                  <a:pt x="78420" y="92606"/>
                  <a:pt x="80459" y="86429"/>
                </a:cubicBezTo>
                <a:lnTo>
                  <a:pt x="81827" y="82255"/>
                </a:lnTo>
                <a:lnTo>
                  <a:pt x="86025" y="80935"/>
                </a:lnTo>
                <a:cubicBezTo>
                  <a:pt x="92227" y="78980"/>
                  <a:pt x="95922" y="72695"/>
                  <a:pt x="94591" y="66325"/>
                </a:cubicBezTo>
                <a:lnTo>
                  <a:pt x="93703" y="62019"/>
                </a:lnTo>
                <a:lnTo>
                  <a:pt x="96666" y="58780"/>
                </a:lnTo>
                <a:cubicBezTo>
                  <a:pt x="101069" y="53983"/>
                  <a:pt x="101117" y="46690"/>
                  <a:pt x="96774" y="41832"/>
                </a:cubicBezTo>
                <a:lnTo>
                  <a:pt x="93859" y="38557"/>
                </a:lnTo>
                <a:lnTo>
                  <a:pt x="94807" y="34275"/>
                </a:lnTo>
                <a:cubicBezTo>
                  <a:pt x="96211" y="27917"/>
                  <a:pt x="92612" y="21585"/>
                  <a:pt x="86434" y="19546"/>
                </a:cubicBezTo>
                <a:lnTo>
                  <a:pt x="82258" y="18178"/>
                </a:lnTo>
                <a:lnTo>
                  <a:pt x="80939" y="13980"/>
                </a:lnTo>
                <a:cubicBezTo>
                  <a:pt x="78984" y="7767"/>
                  <a:pt x="72698" y="4072"/>
                  <a:pt x="66315" y="5404"/>
                </a:cubicBezTo>
                <a:lnTo>
                  <a:pt x="62020" y="6303"/>
                </a:lnTo>
                <a:lnTo>
                  <a:pt x="58782" y="3341"/>
                </a:lnTo>
                <a:cubicBezTo>
                  <a:pt x="56370" y="1133"/>
                  <a:pt x="53359" y="30"/>
                  <a:pt x="50324" y="6"/>
                </a:cubicBezTo>
                <a:close/>
                <a:moveTo>
                  <a:pt x="24076" y="40009"/>
                </a:moveTo>
                <a:lnTo>
                  <a:pt x="26259" y="40009"/>
                </a:lnTo>
                <a:cubicBezTo>
                  <a:pt x="29078" y="40009"/>
                  <a:pt x="30950" y="41784"/>
                  <a:pt x="31154" y="41987"/>
                </a:cubicBezTo>
                <a:cubicBezTo>
                  <a:pt x="32125" y="42959"/>
                  <a:pt x="32125" y="44543"/>
                  <a:pt x="31154" y="45514"/>
                </a:cubicBezTo>
                <a:cubicBezTo>
                  <a:pt x="30170" y="46498"/>
                  <a:pt x="28586" y="46498"/>
                  <a:pt x="27615" y="45514"/>
                </a:cubicBezTo>
                <a:cubicBezTo>
                  <a:pt x="27615" y="45514"/>
                  <a:pt x="27015" y="44998"/>
                  <a:pt x="26259" y="44998"/>
                </a:cubicBezTo>
                <a:lnTo>
                  <a:pt x="24076" y="44998"/>
                </a:lnTo>
                <a:cubicBezTo>
                  <a:pt x="23380" y="44998"/>
                  <a:pt x="22816" y="45562"/>
                  <a:pt x="22816" y="46246"/>
                </a:cubicBezTo>
                <a:cubicBezTo>
                  <a:pt x="22816" y="46942"/>
                  <a:pt x="23380" y="47505"/>
                  <a:pt x="24076" y="47505"/>
                </a:cubicBezTo>
                <a:lnTo>
                  <a:pt x="26259" y="47505"/>
                </a:lnTo>
                <a:cubicBezTo>
                  <a:pt x="29702" y="47505"/>
                  <a:pt x="32510" y="50300"/>
                  <a:pt x="32510" y="53742"/>
                </a:cubicBezTo>
                <a:cubicBezTo>
                  <a:pt x="32510" y="57186"/>
                  <a:pt x="29702" y="59992"/>
                  <a:pt x="26259" y="59992"/>
                </a:cubicBezTo>
                <a:lnTo>
                  <a:pt x="23524" y="59992"/>
                </a:lnTo>
                <a:cubicBezTo>
                  <a:pt x="20825" y="59992"/>
                  <a:pt x="18929" y="58385"/>
                  <a:pt x="18245" y="57701"/>
                </a:cubicBezTo>
                <a:cubicBezTo>
                  <a:pt x="17261" y="56729"/>
                  <a:pt x="17261" y="55146"/>
                  <a:pt x="18245" y="54163"/>
                </a:cubicBezTo>
                <a:cubicBezTo>
                  <a:pt x="19217" y="53191"/>
                  <a:pt x="20801" y="53191"/>
                  <a:pt x="21772" y="54163"/>
                </a:cubicBezTo>
                <a:cubicBezTo>
                  <a:pt x="21976" y="54366"/>
                  <a:pt x="22672" y="55002"/>
                  <a:pt x="23524" y="55002"/>
                </a:cubicBezTo>
                <a:lnTo>
                  <a:pt x="26259" y="55002"/>
                </a:lnTo>
                <a:cubicBezTo>
                  <a:pt x="26943" y="55002"/>
                  <a:pt x="27507" y="54438"/>
                  <a:pt x="27507" y="53742"/>
                </a:cubicBezTo>
                <a:cubicBezTo>
                  <a:pt x="27507" y="53059"/>
                  <a:pt x="26943" y="52495"/>
                  <a:pt x="26259" y="52495"/>
                </a:cubicBezTo>
                <a:lnTo>
                  <a:pt x="24076" y="52495"/>
                </a:lnTo>
                <a:cubicBezTo>
                  <a:pt x="20621" y="52495"/>
                  <a:pt x="17825" y="49689"/>
                  <a:pt x="17825" y="46246"/>
                </a:cubicBezTo>
                <a:cubicBezTo>
                  <a:pt x="17825" y="42803"/>
                  <a:pt x="20621" y="40009"/>
                  <a:pt x="24076" y="40009"/>
                </a:cubicBezTo>
                <a:close/>
                <a:moveTo>
                  <a:pt x="42502" y="40009"/>
                </a:moveTo>
                <a:cubicBezTo>
                  <a:pt x="43510" y="40009"/>
                  <a:pt x="44422" y="40608"/>
                  <a:pt x="44805" y="41544"/>
                </a:cubicBezTo>
                <a:lnTo>
                  <a:pt x="51056" y="56538"/>
                </a:lnTo>
                <a:cubicBezTo>
                  <a:pt x="51584" y="57809"/>
                  <a:pt x="50984" y="59272"/>
                  <a:pt x="49712" y="59800"/>
                </a:cubicBezTo>
                <a:cubicBezTo>
                  <a:pt x="49400" y="59932"/>
                  <a:pt x="49076" y="59992"/>
                  <a:pt x="48752" y="59992"/>
                </a:cubicBezTo>
                <a:cubicBezTo>
                  <a:pt x="47769" y="59992"/>
                  <a:pt x="46833" y="59417"/>
                  <a:pt x="46437" y="58457"/>
                </a:cubicBezTo>
                <a:lnTo>
                  <a:pt x="46041" y="57497"/>
                </a:lnTo>
                <a:lnTo>
                  <a:pt x="38963" y="57497"/>
                </a:lnTo>
                <a:lnTo>
                  <a:pt x="38567" y="58457"/>
                </a:lnTo>
                <a:cubicBezTo>
                  <a:pt x="38028" y="59728"/>
                  <a:pt x="36564" y="60340"/>
                  <a:pt x="35292" y="59800"/>
                </a:cubicBezTo>
                <a:cubicBezTo>
                  <a:pt x="34021" y="59272"/>
                  <a:pt x="33421" y="57809"/>
                  <a:pt x="33949" y="56538"/>
                </a:cubicBezTo>
                <a:lnTo>
                  <a:pt x="40199" y="41544"/>
                </a:lnTo>
                <a:cubicBezTo>
                  <a:pt x="40583" y="40608"/>
                  <a:pt x="41495" y="40009"/>
                  <a:pt x="42502" y="40009"/>
                </a:cubicBezTo>
                <a:close/>
                <a:moveTo>
                  <a:pt x="57498" y="40009"/>
                </a:moveTo>
                <a:cubicBezTo>
                  <a:pt x="58877" y="40009"/>
                  <a:pt x="59993" y="41124"/>
                  <a:pt x="59993" y="42504"/>
                </a:cubicBezTo>
                <a:lnTo>
                  <a:pt x="59993" y="55002"/>
                </a:lnTo>
                <a:lnTo>
                  <a:pt x="64996" y="55002"/>
                </a:lnTo>
                <a:cubicBezTo>
                  <a:pt x="66375" y="55002"/>
                  <a:pt x="67491" y="56118"/>
                  <a:pt x="67491" y="57497"/>
                </a:cubicBezTo>
                <a:cubicBezTo>
                  <a:pt x="67491" y="58876"/>
                  <a:pt x="66375" y="59992"/>
                  <a:pt x="64996" y="59992"/>
                </a:cubicBezTo>
                <a:lnTo>
                  <a:pt x="57498" y="59992"/>
                </a:lnTo>
                <a:cubicBezTo>
                  <a:pt x="56118" y="59992"/>
                  <a:pt x="55003" y="58876"/>
                  <a:pt x="55003" y="57497"/>
                </a:cubicBezTo>
                <a:lnTo>
                  <a:pt x="55003" y="42504"/>
                </a:lnTo>
                <a:cubicBezTo>
                  <a:pt x="55003" y="41124"/>
                  <a:pt x="56118" y="40009"/>
                  <a:pt x="57498" y="40009"/>
                </a:cubicBezTo>
                <a:close/>
                <a:moveTo>
                  <a:pt x="72493" y="40009"/>
                </a:moveTo>
                <a:lnTo>
                  <a:pt x="79991" y="40009"/>
                </a:lnTo>
                <a:cubicBezTo>
                  <a:pt x="81371" y="40009"/>
                  <a:pt x="82486" y="41124"/>
                  <a:pt x="82486" y="42504"/>
                </a:cubicBezTo>
                <a:cubicBezTo>
                  <a:pt x="82486" y="43883"/>
                  <a:pt x="81371" y="44998"/>
                  <a:pt x="79991" y="44998"/>
                </a:cubicBezTo>
                <a:lnTo>
                  <a:pt x="74989" y="44998"/>
                </a:lnTo>
                <a:lnTo>
                  <a:pt x="74989" y="47505"/>
                </a:lnTo>
                <a:lnTo>
                  <a:pt x="78743" y="47505"/>
                </a:lnTo>
                <a:cubicBezTo>
                  <a:pt x="80123" y="47505"/>
                  <a:pt x="81239" y="48621"/>
                  <a:pt x="81239" y="50000"/>
                </a:cubicBezTo>
                <a:cubicBezTo>
                  <a:pt x="81239" y="51380"/>
                  <a:pt x="80123" y="52495"/>
                  <a:pt x="78743" y="52495"/>
                </a:cubicBezTo>
                <a:lnTo>
                  <a:pt x="74989" y="52495"/>
                </a:lnTo>
                <a:lnTo>
                  <a:pt x="74989" y="55002"/>
                </a:lnTo>
                <a:lnTo>
                  <a:pt x="79991" y="55002"/>
                </a:lnTo>
                <a:cubicBezTo>
                  <a:pt x="81371" y="55002"/>
                  <a:pt x="82486" y="56118"/>
                  <a:pt x="82486" y="57497"/>
                </a:cubicBezTo>
                <a:cubicBezTo>
                  <a:pt x="82486" y="58876"/>
                  <a:pt x="81371" y="59992"/>
                  <a:pt x="79991" y="59992"/>
                </a:cubicBezTo>
                <a:lnTo>
                  <a:pt x="72493" y="59992"/>
                </a:lnTo>
                <a:cubicBezTo>
                  <a:pt x="71114" y="59992"/>
                  <a:pt x="69999" y="58876"/>
                  <a:pt x="69999" y="57497"/>
                </a:cubicBezTo>
                <a:lnTo>
                  <a:pt x="69999" y="42504"/>
                </a:lnTo>
                <a:cubicBezTo>
                  <a:pt x="69999" y="41124"/>
                  <a:pt x="71114" y="40009"/>
                  <a:pt x="72493" y="40009"/>
                </a:cubicBezTo>
                <a:close/>
                <a:moveTo>
                  <a:pt x="42502" y="48993"/>
                </a:moveTo>
                <a:lnTo>
                  <a:pt x="41051" y="52495"/>
                </a:lnTo>
                <a:lnTo>
                  <a:pt x="43954" y="52495"/>
                </a:lnTo>
                <a:lnTo>
                  <a:pt x="42502" y="4899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9" name="Чёрный — SVG 16">
            <a:extLst>
              <a:ext uri="{FF2B5EF4-FFF2-40B4-BE49-F238E27FC236}">
                <a16:creationId xmlns:a16="http://schemas.microsoft.com/office/drawing/2014/main" id="{531B781E-CDF8-D349-8981-74A63F6E08CC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5393 w 156035"/>
              <a:gd name="csY0" fmla="*/ 1 h 127584"/>
              <a:gd name="csX1" fmla="*/ 3335 w 156035"/>
              <a:gd name="csY1" fmla="*/ 393 h 127584"/>
              <a:gd name="csX2" fmla="*/ 1582 w 156035"/>
              <a:gd name="csY2" fmla="*/ 1532 h 127584"/>
              <a:gd name="csX3" fmla="*/ 408 w 156035"/>
              <a:gd name="csY3" fmla="*/ 3268 h 127584"/>
              <a:gd name="csX4" fmla="*/ 0 w 156035"/>
              <a:gd name="csY4" fmla="*/ 5326 h 127584"/>
              <a:gd name="csX5" fmla="*/ 408 w 156035"/>
              <a:gd name="csY5" fmla="*/ 7367 h 127584"/>
              <a:gd name="csX6" fmla="*/ 1582 w 156035"/>
              <a:gd name="csY6" fmla="*/ 9102 h 127584"/>
              <a:gd name="csX7" fmla="*/ 3335 w 156035"/>
              <a:gd name="csY7" fmla="*/ 10259 h 127584"/>
              <a:gd name="csX8" fmla="*/ 5393 w 156035"/>
              <a:gd name="csY8" fmla="*/ 10633 h 127584"/>
              <a:gd name="csX9" fmla="*/ 15159 w 156035"/>
              <a:gd name="csY9" fmla="*/ 10633 h 127584"/>
              <a:gd name="csX10" fmla="*/ 20382 w 156035"/>
              <a:gd name="csY10" fmla="*/ 14954 h 127584"/>
              <a:gd name="csX11" fmla="*/ 21420 w 156035"/>
              <a:gd name="csY11" fmla="*/ 20432 h 127584"/>
              <a:gd name="csX12" fmla="*/ 21437 w 156035"/>
              <a:gd name="csY12" fmla="*/ 20483 h 127584"/>
              <a:gd name="csX13" fmla="*/ 32870 w 156035"/>
              <a:gd name="csY13" fmla="*/ 80515 h 127584"/>
              <a:gd name="csX14" fmla="*/ 55515 w 156035"/>
              <a:gd name="csY14" fmla="*/ 99227 h 127584"/>
              <a:gd name="csX15" fmla="*/ 121867 w 156035"/>
              <a:gd name="csY15" fmla="*/ 99227 h 127584"/>
              <a:gd name="csX16" fmla="*/ 144512 w 156035"/>
              <a:gd name="csY16" fmla="*/ 80515 h 127584"/>
              <a:gd name="csX17" fmla="*/ 155945 w 156035"/>
              <a:gd name="csY17" fmla="*/ 20483 h 127584"/>
              <a:gd name="csX18" fmla="*/ 154822 w 156035"/>
              <a:gd name="csY18" fmla="*/ 16094 h 127584"/>
              <a:gd name="csX19" fmla="*/ 150722 w 156035"/>
              <a:gd name="csY19" fmla="*/ 14172 h 127584"/>
              <a:gd name="csX20" fmla="*/ 31049 w 156035"/>
              <a:gd name="csY20" fmla="*/ 14172 h 127584"/>
              <a:gd name="csX21" fmla="*/ 30828 w 156035"/>
              <a:gd name="csY21" fmla="*/ 12964 h 127584"/>
              <a:gd name="csX22" fmla="*/ 15159 w 156035"/>
              <a:gd name="csY22" fmla="*/ 1 h 127584"/>
              <a:gd name="csX23" fmla="*/ 5393 w 156035"/>
              <a:gd name="csY23" fmla="*/ 1 h 127584"/>
              <a:gd name="csX24" fmla="*/ 76288 w 156035"/>
              <a:gd name="csY24" fmla="*/ 35435 h 127584"/>
              <a:gd name="csX25" fmla="*/ 104632 w 156035"/>
              <a:gd name="csY25" fmla="*/ 35435 h 127584"/>
              <a:gd name="csX26" fmla="*/ 109958 w 156035"/>
              <a:gd name="csY26" fmla="*/ 40760 h 127584"/>
              <a:gd name="csX27" fmla="*/ 104632 w 156035"/>
              <a:gd name="csY27" fmla="*/ 46067 h 127584"/>
              <a:gd name="csX28" fmla="*/ 76288 w 156035"/>
              <a:gd name="csY28" fmla="*/ 46067 h 127584"/>
              <a:gd name="csX29" fmla="*/ 70963 w 156035"/>
              <a:gd name="csY29" fmla="*/ 40760 h 127584"/>
              <a:gd name="csX30" fmla="*/ 76288 w 156035"/>
              <a:gd name="csY30" fmla="*/ 35435 h 127584"/>
              <a:gd name="csX31" fmla="*/ 63868 w 156035"/>
              <a:gd name="csY31" fmla="*/ 106321 h 127584"/>
              <a:gd name="csX32" fmla="*/ 56365 w 156035"/>
              <a:gd name="csY32" fmla="*/ 109434 h 127584"/>
              <a:gd name="csX33" fmla="*/ 53235 w 156035"/>
              <a:gd name="csY33" fmla="*/ 116953 h 127584"/>
              <a:gd name="csX34" fmla="*/ 56365 w 156035"/>
              <a:gd name="csY34" fmla="*/ 124472 h 127584"/>
              <a:gd name="csX35" fmla="*/ 63868 w 156035"/>
              <a:gd name="csY35" fmla="*/ 127585 h 127584"/>
              <a:gd name="csX36" fmla="*/ 71388 w 156035"/>
              <a:gd name="csY36" fmla="*/ 124472 h 127584"/>
              <a:gd name="csX37" fmla="*/ 74502 w 156035"/>
              <a:gd name="csY37" fmla="*/ 116953 h 127584"/>
              <a:gd name="csX38" fmla="*/ 71388 w 156035"/>
              <a:gd name="csY38" fmla="*/ 109434 h 127584"/>
              <a:gd name="csX39" fmla="*/ 63868 w 156035"/>
              <a:gd name="csY39" fmla="*/ 106321 h 127584"/>
              <a:gd name="csX40" fmla="*/ 113496 w 156035"/>
              <a:gd name="csY40" fmla="*/ 106321 h 127584"/>
              <a:gd name="csX41" fmla="*/ 105977 w 156035"/>
              <a:gd name="csY41" fmla="*/ 109434 h 127584"/>
              <a:gd name="csX42" fmla="*/ 102863 w 156035"/>
              <a:gd name="csY42" fmla="*/ 116953 h 127584"/>
              <a:gd name="csX43" fmla="*/ 105977 w 156035"/>
              <a:gd name="csY43" fmla="*/ 124472 h 127584"/>
              <a:gd name="csX44" fmla="*/ 113496 w 156035"/>
              <a:gd name="csY44" fmla="*/ 127585 h 127584"/>
              <a:gd name="csX45" fmla="*/ 121016 w 156035"/>
              <a:gd name="csY45" fmla="*/ 124472 h 127584"/>
              <a:gd name="csX46" fmla="*/ 124130 w 156035"/>
              <a:gd name="csY46" fmla="*/ 116953 h 127584"/>
              <a:gd name="csX47" fmla="*/ 121016 w 156035"/>
              <a:gd name="csY47" fmla="*/ 109434 h 127584"/>
              <a:gd name="csX48" fmla="*/ 113496 w 156035"/>
              <a:gd name="csY48" fmla="*/ 106321 h 127584"/>
            </a:gdLst>
            <a:ahLst/>
            <a:cxnLst/>
            <a:rect l="l" t="t" r="r" b="b"/>
            <a:pathLst>
              <a:path w="100000" h="100000">
                <a:moveTo>
                  <a:pt x="3456" y="9118"/>
                </a:moveTo>
                <a:cubicBezTo>
                  <a:pt x="3010" y="9107"/>
                  <a:pt x="2551" y="9194"/>
                  <a:pt x="2137" y="9369"/>
                </a:cubicBezTo>
                <a:cubicBezTo>
                  <a:pt x="1723" y="9532"/>
                  <a:pt x="1341" y="9783"/>
                  <a:pt x="1014" y="10099"/>
                </a:cubicBezTo>
                <a:cubicBezTo>
                  <a:pt x="698" y="10415"/>
                  <a:pt x="436" y="10797"/>
                  <a:pt x="261" y="11211"/>
                </a:cubicBezTo>
                <a:cubicBezTo>
                  <a:pt x="87" y="11625"/>
                  <a:pt x="0" y="12072"/>
                  <a:pt x="0" y="12530"/>
                </a:cubicBezTo>
                <a:cubicBezTo>
                  <a:pt x="0" y="12977"/>
                  <a:pt x="87" y="13424"/>
                  <a:pt x="261" y="13838"/>
                </a:cubicBezTo>
                <a:cubicBezTo>
                  <a:pt x="436" y="14253"/>
                  <a:pt x="698" y="14634"/>
                  <a:pt x="1014" y="14950"/>
                </a:cubicBezTo>
                <a:cubicBezTo>
                  <a:pt x="1341" y="15267"/>
                  <a:pt x="1723" y="15517"/>
                  <a:pt x="2137" y="15692"/>
                </a:cubicBezTo>
                <a:cubicBezTo>
                  <a:pt x="2551" y="15855"/>
                  <a:pt x="3010" y="15942"/>
                  <a:pt x="3456" y="15931"/>
                </a:cubicBezTo>
                <a:lnTo>
                  <a:pt x="9715" y="15931"/>
                </a:lnTo>
                <a:cubicBezTo>
                  <a:pt x="11372" y="15931"/>
                  <a:pt x="12746" y="17077"/>
                  <a:pt x="13062" y="18701"/>
                </a:cubicBezTo>
                <a:lnTo>
                  <a:pt x="13728" y="22211"/>
                </a:lnTo>
                <a:cubicBezTo>
                  <a:pt x="13739" y="22222"/>
                  <a:pt x="13739" y="22233"/>
                  <a:pt x="13739" y="22244"/>
                </a:cubicBezTo>
                <a:lnTo>
                  <a:pt x="21066" y="60717"/>
                </a:lnTo>
                <a:cubicBezTo>
                  <a:pt x="22385" y="67673"/>
                  <a:pt x="28491" y="72710"/>
                  <a:pt x="35579" y="72710"/>
                </a:cubicBezTo>
                <a:lnTo>
                  <a:pt x="78102" y="72710"/>
                </a:lnTo>
                <a:cubicBezTo>
                  <a:pt x="85190" y="72710"/>
                  <a:pt x="91285" y="67673"/>
                  <a:pt x="92615" y="60717"/>
                </a:cubicBezTo>
                <a:lnTo>
                  <a:pt x="99942" y="22244"/>
                </a:lnTo>
                <a:cubicBezTo>
                  <a:pt x="100128" y="21252"/>
                  <a:pt x="99866" y="20216"/>
                  <a:pt x="99223" y="19431"/>
                </a:cubicBezTo>
                <a:cubicBezTo>
                  <a:pt x="98568" y="18657"/>
                  <a:pt x="97609" y="18199"/>
                  <a:pt x="96595" y="18199"/>
                </a:cubicBezTo>
                <a:lnTo>
                  <a:pt x="19899" y="18199"/>
                </a:lnTo>
                <a:lnTo>
                  <a:pt x="19757" y="17425"/>
                </a:lnTo>
                <a:cubicBezTo>
                  <a:pt x="18841" y="12628"/>
                  <a:pt x="14600" y="9118"/>
                  <a:pt x="9715" y="9118"/>
                </a:cubicBezTo>
                <a:lnTo>
                  <a:pt x="3456" y="9118"/>
                </a:lnTo>
                <a:close/>
                <a:moveTo>
                  <a:pt x="48892" y="31827"/>
                </a:moveTo>
                <a:lnTo>
                  <a:pt x="67057" y="31827"/>
                </a:lnTo>
                <a:cubicBezTo>
                  <a:pt x="68944" y="31827"/>
                  <a:pt x="70470" y="33353"/>
                  <a:pt x="70470" y="35239"/>
                </a:cubicBezTo>
                <a:cubicBezTo>
                  <a:pt x="70470" y="37114"/>
                  <a:pt x="68944" y="38640"/>
                  <a:pt x="67057" y="38640"/>
                </a:cubicBezTo>
                <a:lnTo>
                  <a:pt x="48892" y="38640"/>
                </a:lnTo>
                <a:cubicBezTo>
                  <a:pt x="47005" y="38640"/>
                  <a:pt x="45479" y="37114"/>
                  <a:pt x="45479" y="35239"/>
                </a:cubicBezTo>
                <a:cubicBezTo>
                  <a:pt x="45479" y="33353"/>
                  <a:pt x="47005" y="31827"/>
                  <a:pt x="48892" y="31827"/>
                </a:cubicBezTo>
                <a:close/>
                <a:moveTo>
                  <a:pt x="40932" y="77256"/>
                </a:moveTo>
                <a:cubicBezTo>
                  <a:pt x="39133" y="77256"/>
                  <a:pt x="37399" y="77976"/>
                  <a:pt x="36123" y="79251"/>
                </a:cubicBezTo>
                <a:cubicBezTo>
                  <a:pt x="34837" y="80526"/>
                  <a:pt x="34117" y="82260"/>
                  <a:pt x="34117" y="84070"/>
                </a:cubicBezTo>
                <a:cubicBezTo>
                  <a:pt x="34117" y="85880"/>
                  <a:pt x="34837" y="87613"/>
                  <a:pt x="36123" y="88889"/>
                </a:cubicBezTo>
                <a:cubicBezTo>
                  <a:pt x="37399" y="90164"/>
                  <a:pt x="39133" y="90884"/>
                  <a:pt x="40932" y="90884"/>
                </a:cubicBezTo>
                <a:cubicBezTo>
                  <a:pt x="42742" y="90884"/>
                  <a:pt x="44476" y="90164"/>
                  <a:pt x="45751" y="88889"/>
                </a:cubicBezTo>
                <a:cubicBezTo>
                  <a:pt x="47038" y="87613"/>
                  <a:pt x="47747" y="85880"/>
                  <a:pt x="47747" y="84070"/>
                </a:cubicBezTo>
                <a:cubicBezTo>
                  <a:pt x="47747" y="82260"/>
                  <a:pt x="47038" y="80526"/>
                  <a:pt x="45751" y="79251"/>
                </a:cubicBezTo>
                <a:cubicBezTo>
                  <a:pt x="44476" y="77976"/>
                  <a:pt x="42742" y="77256"/>
                  <a:pt x="40932" y="77256"/>
                </a:cubicBezTo>
                <a:close/>
                <a:moveTo>
                  <a:pt x="72738" y="77256"/>
                </a:moveTo>
                <a:cubicBezTo>
                  <a:pt x="70928" y="77256"/>
                  <a:pt x="69194" y="77976"/>
                  <a:pt x="67919" y="79251"/>
                </a:cubicBezTo>
                <a:cubicBezTo>
                  <a:pt x="66643" y="80526"/>
                  <a:pt x="65923" y="82260"/>
                  <a:pt x="65923" y="84070"/>
                </a:cubicBezTo>
                <a:cubicBezTo>
                  <a:pt x="65923" y="85880"/>
                  <a:pt x="66643" y="87613"/>
                  <a:pt x="67919" y="88889"/>
                </a:cubicBezTo>
                <a:cubicBezTo>
                  <a:pt x="69194" y="90164"/>
                  <a:pt x="70928" y="90884"/>
                  <a:pt x="72738" y="90884"/>
                </a:cubicBezTo>
                <a:cubicBezTo>
                  <a:pt x="74548" y="90884"/>
                  <a:pt x="76282" y="90164"/>
                  <a:pt x="77557" y="88889"/>
                </a:cubicBezTo>
                <a:cubicBezTo>
                  <a:pt x="78833" y="87613"/>
                  <a:pt x="79553" y="85880"/>
                  <a:pt x="79553" y="84070"/>
                </a:cubicBezTo>
                <a:cubicBezTo>
                  <a:pt x="79553" y="82260"/>
                  <a:pt x="78833" y="80526"/>
                  <a:pt x="77557" y="79251"/>
                </a:cubicBezTo>
                <a:cubicBezTo>
                  <a:pt x="76282" y="77976"/>
                  <a:pt x="74548" y="77256"/>
                  <a:pt x="72738" y="7725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0" name="Чёрный — SVG 17">
            <a:extLst>
              <a:ext uri="{FF2B5EF4-FFF2-40B4-BE49-F238E27FC236}">
                <a16:creationId xmlns:a16="http://schemas.microsoft.com/office/drawing/2014/main" id="{F44B5485-2EB0-7446-8C22-60C98B80C137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63802 w 134692"/>
              <a:gd name="csY0" fmla="*/ 0 h 145308"/>
              <a:gd name="csX1" fmla="*/ 32110 w 134692"/>
              <a:gd name="csY1" fmla="*/ 28358 h 145308"/>
              <a:gd name="csX2" fmla="*/ 24813 w 134692"/>
              <a:gd name="csY2" fmla="*/ 28358 h 145308"/>
              <a:gd name="csX3" fmla="*/ 8946 w 134692"/>
              <a:gd name="csY3" fmla="*/ 42647 h 145308"/>
              <a:gd name="csX4" fmla="*/ 85 w 134692"/>
              <a:gd name="csY4" fmla="*/ 127702 h 145308"/>
              <a:gd name="csX5" fmla="*/ 4100 w 134692"/>
              <a:gd name="csY5" fmla="*/ 140035 h 145308"/>
              <a:gd name="csX6" fmla="*/ 15952 w 134692"/>
              <a:gd name="csY6" fmla="*/ 145309 h 145308"/>
              <a:gd name="csX7" fmla="*/ 118741 w 134692"/>
              <a:gd name="csY7" fmla="*/ 145309 h 145308"/>
              <a:gd name="csX8" fmla="*/ 130593 w 134692"/>
              <a:gd name="csY8" fmla="*/ 140035 h 145308"/>
              <a:gd name="csX9" fmla="*/ 134608 w 134692"/>
              <a:gd name="csY9" fmla="*/ 127702 h 145308"/>
              <a:gd name="csX10" fmla="*/ 125747 w 134692"/>
              <a:gd name="csY10" fmla="*/ 42647 h 145308"/>
              <a:gd name="csX11" fmla="*/ 109880 w 134692"/>
              <a:gd name="csY11" fmla="*/ 28358 h 145308"/>
              <a:gd name="csX12" fmla="*/ 102625 w 134692"/>
              <a:gd name="csY12" fmla="*/ 28358 h 145308"/>
              <a:gd name="csX13" fmla="*/ 102791 w 134692"/>
              <a:gd name="csY13" fmla="*/ 31896 h 145308"/>
              <a:gd name="csX14" fmla="*/ 102791 w 134692"/>
              <a:gd name="csY14" fmla="*/ 53160 h 145308"/>
              <a:gd name="csX15" fmla="*/ 99247 w 134692"/>
              <a:gd name="csY15" fmla="*/ 56698 h 145308"/>
              <a:gd name="csX16" fmla="*/ 95702 w 134692"/>
              <a:gd name="csY16" fmla="*/ 53160 h 145308"/>
              <a:gd name="csX17" fmla="*/ 95702 w 134692"/>
              <a:gd name="csY17" fmla="*/ 51390 h 145308"/>
              <a:gd name="csX18" fmla="*/ 95702 w 134692"/>
              <a:gd name="csY18" fmla="*/ 31896 h 145308"/>
              <a:gd name="csX19" fmla="*/ 63802 w 134692"/>
              <a:gd name="csY19" fmla="*/ 0 h 145308"/>
              <a:gd name="csX20" fmla="*/ 63802 w 134692"/>
              <a:gd name="csY20" fmla="*/ 10632 h 145308"/>
              <a:gd name="csX21" fmla="*/ 84757 w 134692"/>
              <a:gd name="csY21" fmla="*/ 28358 h 145308"/>
              <a:gd name="csX22" fmla="*/ 50095 w 134692"/>
              <a:gd name="csY22" fmla="*/ 28358 h 145308"/>
              <a:gd name="csX23" fmla="*/ 49624 w 134692"/>
              <a:gd name="csY23" fmla="*/ 31896 h 145308"/>
              <a:gd name="csX24" fmla="*/ 49624 w 134692"/>
              <a:gd name="csY24" fmla="*/ 53160 h 145308"/>
              <a:gd name="csX25" fmla="*/ 46080 w 134692"/>
              <a:gd name="csY25" fmla="*/ 56698 h 145308"/>
              <a:gd name="csX26" fmla="*/ 42535 w 134692"/>
              <a:gd name="csY26" fmla="*/ 53160 h 145308"/>
              <a:gd name="csX27" fmla="*/ 42535 w 134692"/>
              <a:gd name="csY27" fmla="*/ 51390 h 145308"/>
              <a:gd name="csX28" fmla="*/ 42535 w 134692"/>
              <a:gd name="csY28" fmla="*/ 31896 h 145308"/>
              <a:gd name="csX29" fmla="*/ 63802 w 134692"/>
              <a:gd name="csY29" fmla="*/ 10632 h 145308"/>
            </a:gdLst>
            <a:ahLst/>
            <a:cxnLst/>
            <a:rect l="l" t="t" r="r" b="b"/>
            <a:pathLst>
              <a:path w="100000" h="100000">
                <a:moveTo>
                  <a:pt x="47561" y="0"/>
                </a:moveTo>
                <a:cubicBezTo>
                  <a:pt x="36304" y="0"/>
                  <a:pt x="26973" y="8569"/>
                  <a:pt x="25751" y="19516"/>
                </a:cubicBezTo>
                <a:lnTo>
                  <a:pt x="20729" y="19516"/>
                </a:lnTo>
                <a:cubicBezTo>
                  <a:pt x="15092" y="19516"/>
                  <a:pt x="10400" y="23742"/>
                  <a:pt x="9810" y="29349"/>
                </a:cubicBezTo>
                <a:lnTo>
                  <a:pt x="3711" y="87884"/>
                </a:lnTo>
                <a:cubicBezTo>
                  <a:pt x="3391" y="90963"/>
                  <a:pt x="4394" y="94065"/>
                  <a:pt x="6475" y="96371"/>
                </a:cubicBezTo>
                <a:cubicBezTo>
                  <a:pt x="8553" y="98678"/>
                  <a:pt x="11526" y="100001"/>
                  <a:pt x="14631" y="100001"/>
                </a:cubicBezTo>
                <a:lnTo>
                  <a:pt x="85370" y="100001"/>
                </a:lnTo>
                <a:cubicBezTo>
                  <a:pt x="88475" y="100001"/>
                  <a:pt x="91446" y="98678"/>
                  <a:pt x="93526" y="96371"/>
                </a:cubicBezTo>
                <a:cubicBezTo>
                  <a:pt x="95605" y="94065"/>
                  <a:pt x="96609" y="90963"/>
                  <a:pt x="96289" y="87884"/>
                </a:cubicBezTo>
                <a:lnTo>
                  <a:pt x="90191" y="29349"/>
                </a:lnTo>
                <a:cubicBezTo>
                  <a:pt x="89601" y="23742"/>
                  <a:pt x="84909" y="19516"/>
                  <a:pt x="79272" y="19516"/>
                </a:cubicBezTo>
                <a:lnTo>
                  <a:pt x="74279" y="19516"/>
                </a:lnTo>
                <a:cubicBezTo>
                  <a:pt x="74354" y="20311"/>
                  <a:pt x="74393" y="21131"/>
                  <a:pt x="74393" y="21951"/>
                </a:cubicBezTo>
                <a:lnTo>
                  <a:pt x="74393" y="36584"/>
                </a:lnTo>
                <a:cubicBezTo>
                  <a:pt x="74393" y="37930"/>
                  <a:pt x="73300" y="39019"/>
                  <a:pt x="71954" y="39019"/>
                </a:cubicBezTo>
                <a:cubicBezTo>
                  <a:pt x="70607" y="39019"/>
                  <a:pt x="69514" y="37930"/>
                  <a:pt x="69514" y="36584"/>
                </a:cubicBezTo>
                <a:lnTo>
                  <a:pt x="69514" y="35366"/>
                </a:lnTo>
                <a:lnTo>
                  <a:pt x="69514" y="21951"/>
                </a:lnTo>
                <a:cubicBezTo>
                  <a:pt x="69514" y="9869"/>
                  <a:pt x="59642" y="0"/>
                  <a:pt x="47561" y="0"/>
                </a:cubicBezTo>
                <a:close/>
                <a:moveTo>
                  <a:pt x="47561" y="7317"/>
                </a:moveTo>
                <a:cubicBezTo>
                  <a:pt x="54854" y="7317"/>
                  <a:pt x="60831" y="12562"/>
                  <a:pt x="61982" y="19516"/>
                </a:cubicBezTo>
                <a:lnTo>
                  <a:pt x="38128" y="19516"/>
                </a:lnTo>
                <a:cubicBezTo>
                  <a:pt x="37923" y="20288"/>
                  <a:pt x="37804" y="21108"/>
                  <a:pt x="37804" y="21951"/>
                </a:cubicBezTo>
                <a:lnTo>
                  <a:pt x="37804" y="36584"/>
                </a:lnTo>
                <a:cubicBezTo>
                  <a:pt x="37804" y="37930"/>
                  <a:pt x="36711" y="39019"/>
                  <a:pt x="35365" y="39019"/>
                </a:cubicBezTo>
                <a:cubicBezTo>
                  <a:pt x="34018" y="39019"/>
                  <a:pt x="32925" y="37930"/>
                  <a:pt x="32925" y="36584"/>
                </a:cubicBezTo>
                <a:lnTo>
                  <a:pt x="32925" y="35366"/>
                </a:lnTo>
                <a:lnTo>
                  <a:pt x="32925" y="21951"/>
                </a:lnTo>
                <a:cubicBezTo>
                  <a:pt x="32925" y="13826"/>
                  <a:pt x="39435" y="7317"/>
                  <a:pt x="47561" y="731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1" name="Чёрный — SVG 18">
            <a:extLst>
              <a:ext uri="{FF2B5EF4-FFF2-40B4-BE49-F238E27FC236}">
                <a16:creationId xmlns:a16="http://schemas.microsoft.com/office/drawing/2014/main" id="{72AAEDBF-5714-BD45-9ABB-3ED58854AD39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78053 w 156021"/>
              <a:gd name="csY0" fmla="*/ 0 h 141719"/>
              <a:gd name="csX1" fmla="*/ 65157 w 156021"/>
              <a:gd name="csY1" fmla="*/ 5307 h 141719"/>
              <a:gd name="csX2" fmla="*/ 20871 w 156021"/>
              <a:gd name="csY2" fmla="*/ 49587 h 141719"/>
              <a:gd name="csX3" fmla="*/ 8860 w 156021"/>
              <a:gd name="csY3" fmla="*/ 49587 h 141719"/>
              <a:gd name="csX4" fmla="*/ 2020 w 156021"/>
              <a:gd name="csY4" fmla="*/ 52820 h 141719"/>
              <a:gd name="csX5" fmla="*/ 166 w 156021"/>
              <a:gd name="csY5" fmla="*/ 60151 h 141719"/>
              <a:gd name="csX6" fmla="*/ 12501 w 156021"/>
              <a:gd name="csY6" fmla="*/ 123109 h 141719"/>
              <a:gd name="csX7" fmla="*/ 35111 w 156021"/>
              <a:gd name="csY7" fmla="*/ 141720 h 141719"/>
              <a:gd name="csX8" fmla="*/ 120927 w 156021"/>
              <a:gd name="csY8" fmla="*/ 141720 h 141719"/>
              <a:gd name="csX9" fmla="*/ 143538 w 156021"/>
              <a:gd name="csY9" fmla="*/ 123109 h 141719"/>
              <a:gd name="csX10" fmla="*/ 155856 w 156021"/>
              <a:gd name="csY10" fmla="*/ 60151 h 141719"/>
              <a:gd name="csX11" fmla="*/ 155856 w 156021"/>
              <a:gd name="csY11" fmla="*/ 60134 h 141719"/>
              <a:gd name="csX12" fmla="*/ 154001 w 156021"/>
              <a:gd name="csY12" fmla="*/ 52803 h 141719"/>
              <a:gd name="csX13" fmla="*/ 147162 w 156021"/>
              <a:gd name="csY13" fmla="*/ 49587 h 141719"/>
              <a:gd name="csX14" fmla="*/ 135218 w 156021"/>
              <a:gd name="csY14" fmla="*/ 49587 h 141719"/>
              <a:gd name="csX15" fmla="*/ 90915 w 156021"/>
              <a:gd name="csY15" fmla="*/ 5307 h 141719"/>
              <a:gd name="csX16" fmla="*/ 78053 w 156021"/>
              <a:gd name="csY16" fmla="*/ 0 h 141719"/>
              <a:gd name="csX17" fmla="*/ 78053 w 156021"/>
              <a:gd name="csY17" fmla="*/ 10564 h 141719"/>
              <a:gd name="csX18" fmla="*/ 83395 w 156021"/>
              <a:gd name="csY18" fmla="*/ 12826 h 141719"/>
              <a:gd name="csX19" fmla="*/ 120178 w 156021"/>
              <a:gd name="csY19" fmla="*/ 49587 h 141719"/>
              <a:gd name="csX20" fmla="*/ 35911 w 156021"/>
              <a:gd name="csY20" fmla="*/ 49587 h 141719"/>
              <a:gd name="csX21" fmla="*/ 72677 w 156021"/>
              <a:gd name="csY21" fmla="*/ 12826 h 141719"/>
              <a:gd name="csX22" fmla="*/ 78053 w 156021"/>
              <a:gd name="csY22" fmla="*/ 10564 h 141719"/>
              <a:gd name="csX23" fmla="*/ 65634 w 156021"/>
              <a:gd name="csY23" fmla="*/ 74390 h 141719"/>
              <a:gd name="csX24" fmla="*/ 70959 w 156021"/>
              <a:gd name="csY24" fmla="*/ 79697 h 141719"/>
              <a:gd name="csX25" fmla="*/ 70959 w 156021"/>
              <a:gd name="csY25" fmla="*/ 111593 h 141719"/>
              <a:gd name="csX26" fmla="*/ 65634 w 156021"/>
              <a:gd name="csY26" fmla="*/ 116917 h 141719"/>
              <a:gd name="csX27" fmla="*/ 60325 w 156021"/>
              <a:gd name="csY27" fmla="*/ 111593 h 141719"/>
              <a:gd name="csX28" fmla="*/ 60325 w 156021"/>
              <a:gd name="csY28" fmla="*/ 79697 h 141719"/>
              <a:gd name="csX29" fmla="*/ 65634 w 156021"/>
              <a:gd name="csY29" fmla="*/ 74390 h 141719"/>
              <a:gd name="csX30" fmla="*/ 90456 w 156021"/>
              <a:gd name="csY30" fmla="*/ 74390 h 141719"/>
              <a:gd name="csX31" fmla="*/ 95764 w 156021"/>
              <a:gd name="csY31" fmla="*/ 79697 h 141719"/>
              <a:gd name="csX32" fmla="*/ 95764 w 156021"/>
              <a:gd name="csY32" fmla="*/ 111593 h 141719"/>
              <a:gd name="csX33" fmla="*/ 90456 w 156021"/>
              <a:gd name="csY33" fmla="*/ 116917 h 141719"/>
              <a:gd name="csX34" fmla="*/ 85131 w 156021"/>
              <a:gd name="csY34" fmla="*/ 111593 h 141719"/>
              <a:gd name="csX35" fmla="*/ 85131 w 156021"/>
              <a:gd name="csY35" fmla="*/ 79697 h 141719"/>
              <a:gd name="csX36" fmla="*/ 90456 w 156021"/>
              <a:gd name="csY36" fmla="*/ 74390 h 141719"/>
              <a:gd name="csX37" fmla="*/ 37765 w 156021"/>
              <a:gd name="csY37" fmla="*/ 74407 h 141719"/>
              <a:gd name="csX38" fmla="*/ 42563 w 156021"/>
              <a:gd name="csY38" fmla="*/ 79119 h 141719"/>
              <a:gd name="csX39" fmla="*/ 46102 w 156021"/>
              <a:gd name="csY39" fmla="*/ 111014 h 141719"/>
              <a:gd name="csX40" fmla="*/ 41424 w 156021"/>
              <a:gd name="csY40" fmla="*/ 116883 h 141719"/>
              <a:gd name="csX41" fmla="*/ 40828 w 156021"/>
              <a:gd name="csY41" fmla="*/ 116917 h 141719"/>
              <a:gd name="csX42" fmla="*/ 35554 w 156021"/>
              <a:gd name="csY42" fmla="*/ 112188 h 141719"/>
              <a:gd name="csX43" fmla="*/ 31998 w 156021"/>
              <a:gd name="csY43" fmla="*/ 80292 h 141719"/>
              <a:gd name="csX44" fmla="*/ 36694 w 156021"/>
              <a:gd name="csY44" fmla="*/ 74424 h 141719"/>
              <a:gd name="csX45" fmla="*/ 37765 w 156021"/>
              <a:gd name="csY45" fmla="*/ 74407 h 141719"/>
              <a:gd name="csX46" fmla="*/ 118324 w 156021"/>
              <a:gd name="csY46" fmla="*/ 74407 h 141719"/>
              <a:gd name="csX47" fmla="*/ 119396 w 156021"/>
              <a:gd name="csY47" fmla="*/ 74424 h 141719"/>
              <a:gd name="csX48" fmla="*/ 124091 w 156021"/>
              <a:gd name="csY48" fmla="*/ 80292 h 141719"/>
              <a:gd name="csX49" fmla="*/ 120536 w 156021"/>
              <a:gd name="csY49" fmla="*/ 112188 h 141719"/>
              <a:gd name="csX50" fmla="*/ 115262 w 156021"/>
              <a:gd name="csY50" fmla="*/ 116917 h 141719"/>
              <a:gd name="csX51" fmla="*/ 114666 w 156021"/>
              <a:gd name="csY51" fmla="*/ 116883 h 141719"/>
              <a:gd name="csX52" fmla="*/ 109987 w 156021"/>
              <a:gd name="csY52" fmla="*/ 111014 h 141719"/>
              <a:gd name="csX53" fmla="*/ 113526 w 156021"/>
              <a:gd name="csY53" fmla="*/ 79119 h 141719"/>
              <a:gd name="csX54" fmla="*/ 118324 w 156021"/>
              <a:gd name="csY54" fmla="*/ 74407 h 141719"/>
            </a:gdLst>
            <a:ahLst/>
            <a:cxnLst/>
            <a:rect l="l" t="t" r="r" b="b"/>
            <a:pathLst>
              <a:path w="100000" h="100000">
                <a:moveTo>
                  <a:pt x="50027" y="4583"/>
                </a:moveTo>
                <a:cubicBezTo>
                  <a:pt x="47028" y="4583"/>
                  <a:pt x="44030" y="5717"/>
                  <a:pt x="41762" y="7985"/>
                </a:cubicBezTo>
                <a:lnTo>
                  <a:pt x="13377" y="36366"/>
                </a:lnTo>
                <a:lnTo>
                  <a:pt x="5679" y="36366"/>
                </a:lnTo>
                <a:cubicBezTo>
                  <a:pt x="3977" y="36366"/>
                  <a:pt x="2375" y="37118"/>
                  <a:pt x="1295" y="38438"/>
                </a:cubicBezTo>
                <a:cubicBezTo>
                  <a:pt x="215" y="39746"/>
                  <a:pt x="-220" y="41457"/>
                  <a:pt x="106" y="43137"/>
                </a:cubicBezTo>
                <a:lnTo>
                  <a:pt x="8012" y="83489"/>
                </a:lnTo>
                <a:cubicBezTo>
                  <a:pt x="9364" y="90401"/>
                  <a:pt x="15449" y="95417"/>
                  <a:pt x="22504" y="95417"/>
                </a:cubicBezTo>
                <a:lnTo>
                  <a:pt x="77507" y="95417"/>
                </a:lnTo>
                <a:cubicBezTo>
                  <a:pt x="84551" y="95417"/>
                  <a:pt x="90647" y="90401"/>
                  <a:pt x="91999" y="83489"/>
                </a:cubicBezTo>
                <a:lnTo>
                  <a:pt x="99894" y="43137"/>
                </a:lnTo>
                <a:lnTo>
                  <a:pt x="99894" y="43126"/>
                </a:lnTo>
                <a:cubicBezTo>
                  <a:pt x="100221" y="41457"/>
                  <a:pt x="99785" y="39746"/>
                  <a:pt x="98705" y="38427"/>
                </a:cubicBezTo>
                <a:cubicBezTo>
                  <a:pt x="97626" y="37118"/>
                  <a:pt x="96023" y="36366"/>
                  <a:pt x="94322" y="36366"/>
                </a:cubicBezTo>
                <a:lnTo>
                  <a:pt x="86667" y="36366"/>
                </a:lnTo>
                <a:lnTo>
                  <a:pt x="58271" y="7985"/>
                </a:lnTo>
                <a:cubicBezTo>
                  <a:pt x="56014" y="5717"/>
                  <a:pt x="53015" y="4583"/>
                  <a:pt x="50027" y="4583"/>
                </a:cubicBezTo>
                <a:close/>
                <a:moveTo>
                  <a:pt x="50027" y="11354"/>
                </a:moveTo>
                <a:cubicBezTo>
                  <a:pt x="51260" y="11354"/>
                  <a:pt x="52492" y="11834"/>
                  <a:pt x="53451" y="12804"/>
                </a:cubicBezTo>
                <a:lnTo>
                  <a:pt x="77027" y="36366"/>
                </a:lnTo>
                <a:lnTo>
                  <a:pt x="23017" y="36366"/>
                </a:lnTo>
                <a:lnTo>
                  <a:pt x="46582" y="12804"/>
                </a:lnTo>
                <a:cubicBezTo>
                  <a:pt x="47541" y="11834"/>
                  <a:pt x="48784" y="11354"/>
                  <a:pt x="50027" y="11354"/>
                </a:cubicBezTo>
                <a:close/>
                <a:moveTo>
                  <a:pt x="42067" y="52263"/>
                </a:moveTo>
                <a:cubicBezTo>
                  <a:pt x="43954" y="52263"/>
                  <a:pt x="45480" y="53789"/>
                  <a:pt x="45480" y="55664"/>
                </a:cubicBezTo>
                <a:lnTo>
                  <a:pt x="45480" y="76108"/>
                </a:lnTo>
                <a:cubicBezTo>
                  <a:pt x="45480" y="77994"/>
                  <a:pt x="43954" y="79520"/>
                  <a:pt x="42067" y="79520"/>
                </a:cubicBezTo>
                <a:cubicBezTo>
                  <a:pt x="40191" y="79520"/>
                  <a:pt x="38665" y="77994"/>
                  <a:pt x="38665" y="76108"/>
                </a:cubicBezTo>
                <a:lnTo>
                  <a:pt x="38665" y="55664"/>
                </a:lnTo>
                <a:cubicBezTo>
                  <a:pt x="38665" y="53789"/>
                  <a:pt x="40191" y="52263"/>
                  <a:pt x="42067" y="52263"/>
                </a:cubicBezTo>
                <a:close/>
                <a:moveTo>
                  <a:pt x="57977" y="52263"/>
                </a:moveTo>
                <a:cubicBezTo>
                  <a:pt x="59852" y="52263"/>
                  <a:pt x="61379" y="53789"/>
                  <a:pt x="61379" y="55664"/>
                </a:cubicBezTo>
                <a:lnTo>
                  <a:pt x="61379" y="76108"/>
                </a:lnTo>
                <a:cubicBezTo>
                  <a:pt x="61379" y="77994"/>
                  <a:pt x="59852" y="79520"/>
                  <a:pt x="57977" y="79520"/>
                </a:cubicBezTo>
                <a:cubicBezTo>
                  <a:pt x="56091" y="79520"/>
                  <a:pt x="54564" y="77994"/>
                  <a:pt x="54564" y="76108"/>
                </a:cubicBezTo>
                <a:lnTo>
                  <a:pt x="54564" y="55664"/>
                </a:lnTo>
                <a:cubicBezTo>
                  <a:pt x="54564" y="53789"/>
                  <a:pt x="56091" y="52263"/>
                  <a:pt x="57977" y="52263"/>
                </a:cubicBezTo>
                <a:close/>
                <a:moveTo>
                  <a:pt x="24205" y="52274"/>
                </a:moveTo>
                <a:cubicBezTo>
                  <a:pt x="25786" y="52415"/>
                  <a:pt x="27095" y="53658"/>
                  <a:pt x="27280" y="55294"/>
                </a:cubicBezTo>
                <a:lnTo>
                  <a:pt x="29549" y="75737"/>
                </a:lnTo>
                <a:cubicBezTo>
                  <a:pt x="29756" y="77612"/>
                  <a:pt x="28415" y="79291"/>
                  <a:pt x="26550" y="79498"/>
                </a:cubicBezTo>
                <a:cubicBezTo>
                  <a:pt x="26419" y="79509"/>
                  <a:pt x="26288" y="79520"/>
                  <a:pt x="26168" y="79520"/>
                </a:cubicBezTo>
                <a:cubicBezTo>
                  <a:pt x="24456" y="79520"/>
                  <a:pt x="22973" y="78234"/>
                  <a:pt x="22788" y="76489"/>
                </a:cubicBezTo>
                <a:lnTo>
                  <a:pt x="20509" y="56046"/>
                </a:lnTo>
                <a:cubicBezTo>
                  <a:pt x="20302" y="54182"/>
                  <a:pt x="21654" y="52492"/>
                  <a:pt x="23519" y="52285"/>
                </a:cubicBezTo>
                <a:cubicBezTo>
                  <a:pt x="23747" y="52263"/>
                  <a:pt x="23987" y="52252"/>
                  <a:pt x="24205" y="52274"/>
                </a:cubicBezTo>
                <a:close/>
                <a:moveTo>
                  <a:pt x="75839" y="52274"/>
                </a:moveTo>
                <a:cubicBezTo>
                  <a:pt x="76056" y="52252"/>
                  <a:pt x="76296" y="52263"/>
                  <a:pt x="76526" y="52285"/>
                </a:cubicBezTo>
                <a:cubicBezTo>
                  <a:pt x="78390" y="52492"/>
                  <a:pt x="79742" y="54170"/>
                  <a:pt x="79535" y="56046"/>
                </a:cubicBezTo>
                <a:lnTo>
                  <a:pt x="77256" y="76489"/>
                </a:lnTo>
                <a:cubicBezTo>
                  <a:pt x="77070" y="78234"/>
                  <a:pt x="75588" y="79520"/>
                  <a:pt x="73876" y="79520"/>
                </a:cubicBezTo>
                <a:cubicBezTo>
                  <a:pt x="73755" y="79520"/>
                  <a:pt x="73625" y="79509"/>
                  <a:pt x="73494" y="79498"/>
                </a:cubicBezTo>
                <a:cubicBezTo>
                  <a:pt x="71629" y="79291"/>
                  <a:pt x="70288" y="77612"/>
                  <a:pt x="70495" y="75737"/>
                </a:cubicBezTo>
                <a:lnTo>
                  <a:pt x="72763" y="55294"/>
                </a:lnTo>
                <a:cubicBezTo>
                  <a:pt x="72949" y="53658"/>
                  <a:pt x="74257" y="52415"/>
                  <a:pt x="75839" y="5227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2" name="Чёрный — SVG 19">
            <a:extLst>
              <a:ext uri="{FF2B5EF4-FFF2-40B4-BE49-F238E27FC236}">
                <a16:creationId xmlns:a16="http://schemas.microsoft.com/office/drawing/2014/main" id="{2CF5BFAE-76B4-5F44-81AF-AE19B670F069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5393 w 156034"/>
              <a:gd name="csY0" fmla="*/ 1 h 127584"/>
              <a:gd name="csX1" fmla="*/ 3335 w 156034"/>
              <a:gd name="csY1" fmla="*/ 393 h 127584"/>
              <a:gd name="csX2" fmla="*/ 1584 w 156034"/>
              <a:gd name="csY2" fmla="*/ 1532 h 127584"/>
              <a:gd name="csX3" fmla="*/ 412 w 156034"/>
              <a:gd name="csY3" fmla="*/ 3268 h 127584"/>
              <a:gd name="csX4" fmla="*/ 0 w 156034"/>
              <a:gd name="csY4" fmla="*/ 5326 h 127584"/>
              <a:gd name="csX5" fmla="*/ 412 w 156034"/>
              <a:gd name="csY5" fmla="*/ 7367 h 127584"/>
              <a:gd name="csX6" fmla="*/ 1584 w 156034"/>
              <a:gd name="csY6" fmla="*/ 9102 h 127584"/>
              <a:gd name="csX7" fmla="*/ 3335 w 156034"/>
              <a:gd name="csY7" fmla="*/ 10259 h 127584"/>
              <a:gd name="csX8" fmla="*/ 5393 w 156034"/>
              <a:gd name="csY8" fmla="*/ 10633 h 127584"/>
              <a:gd name="csX9" fmla="*/ 15161 w 156034"/>
              <a:gd name="csY9" fmla="*/ 10633 h 127584"/>
              <a:gd name="csX10" fmla="*/ 20380 w 156034"/>
              <a:gd name="csY10" fmla="*/ 14954 h 127584"/>
              <a:gd name="csX11" fmla="*/ 21425 w 156034"/>
              <a:gd name="csY11" fmla="*/ 20432 h 127584"/>
              <a:gd name="csX12" fmla="*/ 21432 w 156034"/>
              <a:gd name="csY12" fmla="*/ 20483 h 127584"/>
              <a:gd name="csX13" fmla="*/ 32868 w 156034"/>
              <a:gd name="csY13" fmla="*/ 80515 h 127584"/>
              <a:gd name="csX14" fmla="*/ 55506 w 156034"/>
              <a:gd name="csY14" fmla="*/ 99227 h 127584"/>
              <a:gd name="csX15" fmla="*/ 121869 w 156034"/>
              <a:gd name="csY15" fmla="*/ 99227 h 127584"/>
              <a:gd name="csX16" fmla="*/ 144505 w 156034"/>
              <a:gd name="csY16" fmla="*/ 80515 h 127584"/>
              <a:gd name="csX17" fmla="*/ 155941 w 156034"/>
              <a:gd name="csY17" fmla="*/ 20483 h 127584"/>
              <a:gd name="csX18" fmla="*/ 154814 w 156034"/>
              <a:gd name="csY18" fmla="*/ 16094 h 127584"/>
              <a:gd name="csX19" fmla="*/ 150715 w 156034"/>
              <a:gd name="csY19" fmla="*/ 14172 h 127584"/>
              <a:gd name="csX20" fmla="*/ 31055 w 156034"/>
              <a:gd name="csY20" fmla="*/ 14172 h 127584"/>
              <a:gd name="csX21" fmla="*/ 30827 w 156034"/>
              <a:gd name="csY21" fmla="*/ 12964 h 127584"/>
              <a:gd name="csX22" fmla="*/ 15161 w 156034"/>
              <a:gd name="csY22" fmla="*/ 1 h 127584"/>
              <a:gd name="csX23" fmla="*/ 5393 w 156034"/>
              <a:gd name="csY23" fmla="*/ 1 h 127584"/>
              <a:gd name="csX24" fmla="*/ 63877 w 156034"/>
              <a:gd name="csY24" fmla="*/ 106321 h 127584"/>
              <a:gd name="csX25" fmla="*/ 56357 w 156034"/>
              <a:gd name="csY25" fmla="*/ 109434 h 127584"/>
              <a:gd name="csX26" fmla="*/ 53243 w 156034"/>
              <a:gd name="csY26" fmla="*/ 116953 h 127584"/>
              <a:gd name="csX27" fmla="*/ 56357 w 156034"/>
              <a:gd name="csY27" fmla="*/ 124472 h 127584"/>
              <a:gd name="csX28" fmla="*/ 63877 w 156034"/>
              <a:gd name="csY28" fmla="*/ 127585 h 127584"/>
              <a:gd name="csX29" fmla="*/ 71395 w 156034"/>
              <a:gd name="csY29" fmla="*/ 124472 h 127584"/>
              <a:gd name="csX30" fmla="*/ 74510 w 156034"/>
              <a:gd name="csY30" fmla="*/ 116953 h 127584"/>
              <a:gd name="csX31" fmla="*/ 71395 w 156034"/>
              <a:gd name="csY31" fmla="*/ 109434 h 127584"/>
              <a:gd name="csX32" fmla="*/ 63877 w 156034"/>
              <a:gd name="csY32" fmla="*/ 106321 h 127584"/>
              <a:gd name="csX33" fmla="*/ 113498 w 156034"/>
              <a:gd name="csY33" fmla="*/ 106321 h 127584"/>
              <a:gd name="csX34" fmla="*/ 105980 w 156034"/>
              <a:gd name="csY34" fmla="*/ 109434 h 127584"/>
              <a:gd name="csX35" fmla="*/ 102865 w 156034"/>
              <a:gd name="csY35" fmla="*/ 116953 h 127584"/>
              <a:gd name="csX36" fmla="*/ 105980 w 156034"/>
              <a:gd name="csY36" fmla="*/ 124472 h 127584"/>
              <a:gd name="csX37" fmla="*/ 113498 w 156034"/>
              <a:gd name="csY37" fmla="*/ 127585 h 127584"/>
              <a:gd name="csX38" fmla="*/ 121018 w 156034"/>
              <a:gd name="csY38" fmla="*/ 124472 h 127584"/>
              <a:gd name="csX39" fmla="*/ 124132 w 156034"/>
              <a:gd name="csY39" fmla="*/ 116953 h 127584"/>
              <a:gd name="csX40" fmla="*/ 121018 w 156034"/>
              <a:gd name="csY40" fmla="*/ 109434 h 127584"/>
              <a:gd name="csX41" fmla="*/ 113498 w 156034"/>
              <a:gd name="csY41" fmla="*/ 106321 h 127584"/>
            </a:gdLst>
            <a:ahLst/>
            <a:cxnLst/>
            <a:rect l="l" t="t" r="r" b="b"/>
            <a:pathLst>
              <a:path w="100000" h="100000">
                <a:moveTo>
                  <a:pt x="3456" y="9117"/>
                </a:moveTo>
                <a:cubicBezTo>
                  <a:pt x="3004" y="9106"/>
                  <a:pt x="2556" y="9194"/>
                  <a:pt x="2137" y="9368"/>
                </a:cubicBezTo>
                <a:cubicBezTo>
                  <a:pt x="1718" y="9532"/>
                  <a:pt x="1337" y="9782"/>
                  <a:pt x="1015" y="10098"/>
                </a:cubicBezTo>
                <a:cubicBezTo>
                  <a:pt x="693" y="10415"/>
                  <a:pt x="438" y="10796"/>
                  <a:pt x="264" y="11211"/>
                </a:cubicBezTo>
                <a:cubicBezTo>
                  <a:pt x="90" y="11625"/>
                  <a:pt x="0" y="12072"/>
                  <a:pt x="0" y="12530"/>
                </a:cubicBezTo>
                <a:cubicBezTo>
                  <a:pt x="0" y="12977"/>
                  <a:pt x="90" y="13424"/>
                  <a:pt x="264" y="13838"/>
                </a:cubicBezTo>
                <a:cubicBezTo>
                  <a:pt x="438" y="14253"/>
                  <a:pt x="693" y="14634"/>
                  <a:pt x="1015" y="14950"/>
                </a:cubicBezTo>
                <a:cubicBezTo>
                  <a:pt x="1337" y="15267"/>
                  <a:pt x="1718" y="15517"/>
                  <a:pt x="2137" y="15691"/>
                </a:cubicBezTo>
                <a:cubicBezTo>
                  <a:pt x="2556" y="15855"/>
                  <a:pt x="3004" y="15942"/>
                  <a:pt x="3456" y="15931"/>
                </a:cubicBezTo>
                <a:lnTo>
                  <a:pt x="9716" y="15931"/>
                </a:lnTo>
                <a:cubicBezTo>
                  <a:pt x="11369" y="15931"/>
                  <a:pt x="12749" y="17076"/>
                  <a:pt x="13061" y="18700"/>
                </a:cubicBezTo>
                <a:lnTo>
                  <a:pt x="13731" y="22211"/>
                </a:lnTo>
                <a:cubicBezTo>
                  <a:pt x="13733" y="22222"/>
                  <a:pt x="13733" y="22233"/>
                  <a:pt x="13735" y="22244"/>
                </a:cubicBezTo>
                <a:lnTo>
                  <a:pt x="21065" y="60718"/>
                </a:lnTo>
                <a:cubicBezTo>
                  <a:pt x="22392" y="67673"/>
                  <a:pt x="28493" y="72710"/>
                  <a:pt x="35573" y="72710"/>
                </a:cubicBezTo>
                <a:lnTo>
                  <a:pt x="78104" y="72710"/>
                </a:lnTo>
                <a:cubicBezTo>
                  <a:pt x="85184" y="72710"/>
                  <a:pt x="91288" y="67673"/>
                  <a:pt x="92611" y="60718"/>
                </a:cubicBezTo>
                <a:lnTo>
                  <a:pt x="99940" y="22244"/>
                </a:lnTo>
                <a:cubicBezTo>
                  <a:pt x="100129" y="21252"/>
                  <a:pt x="99865" y="20216"/>
                  <a:pt x="99218" y="19431"/>
                </a:cubicBezTo>
                <a:cubicBezTo>
                  <a:pt x="98570" y="18657"/>
                  <a:pt x="97606" y="18199"/>
                  <a:pt x="96591" y="18199"/>
                </a:cubicBezTo>
                <a:lnTo>
                  <a:pt x="19903" y="18199"/>
                </a:lnTo>
                <a:lnTo>
                  <a:pt x="19757" y="17425"/>
                </a:lnTo>
                <a:cubicBezTo>
                  <a:pt x="18840" y="12628"/>
                  <a:pt x="14602" y="9117"/>
                  <a:pt x="9716" y="9117"/>
                </a:cubicBezTo>
                <a:lnTo>
                  <a:pt x="3456" y="9117"/>
                </a:lnTo>
                <a:close/>
                <a:moveTo>
                  <a:pt x="40938" y="77256"/>
                </a:moveTo>
                <a:cubicBezTo>
                  <a:pt x="39130" y="77256"/>
                  <a:pt x="37396" y="77976"/>
                  <a:pt x="36118" y="79251"/>
                </a:cubicBezTo>
                <a:cubicBezTo>
                  <a:pt x="34840" y="80527"/>
                  <a:pt x="34123" y="82260"/>
                  <a:pt x="34123" y="84070"/>
                </a:cubicBezTo>
                <a:cubicBezTo>
                  <a:pt x="34123" y="85880"/>
                  <a:pt x="34840" y="87613"/>
                  <a:pt x="36118" y="88889"/>
                </a:cubicBezTo>
                <a:cubicBezTo>
                  <a:pt x="37396" y="90164"/>
                  <a:pt x="39130" y="90884"/>
                  <a:pt x="40938" y="90884"/>
                </a:cubicBezTo>
                <a:cubicBezTo>
                  <a:pt x="42745" y="90884"/>
                  <a:pt x="44478" y="90164"/>
                  <a:pt x="45756" y="88889"/>
                </a:cubicBezTo>
                <a:cubicBezTo>
                  <a:pt x="47034" y="87613"/>
                  <a:pt x="47752" y="85880"/>
                  <a:pt x="47752" y="84070"/>
                </a:cubicBezTo>
                <a:cubicBezTo>
                  <a:pt x="47752" y="82260"/>
                  <a:pt x="47034" y="80527"/>
                  <a:pt x="45756" y="79251"/>
                </a:cubicBezTo>
                <a:cubicBezTo>
                  <a:pt x="44478" y="77976"/>
                  <a:pt x="42745" y="77256"/>
                  <a:pt x="40938" y="77256"/>
                </a:cubicBezTo>
                <a:close/>
                <a:moveTo>
                  <a:pt x="72739" y="77256"/>
                </a:moveTo>
                <a:cubicBezTo>
                  <a:pt x="70933" y="77256"/>
                  <a:pt x="69199" y="77976"/>
                  <a:pt x="67921" y="79251"/>
                </a:cubicBezTo>
                <a:cubicBezTo>
                  <a:pt x="66643" y="80527"/>
                  <a:pt x="65925" y="82260"/>
                  <a:pt x="65925" y="84070"/>
                </a:cubicBezTo>
                <a:cubicBezTo>
                  <a:pt x="65925" y="85880"/>
                  <a:pt x="66643" y="87613"/>
                  <a:pt x="67921" y="88889"/>
                </a:cubicBezTo>
                <a:cubicBezTo>
                  <a:pt x="69199" y="90164"/>
                  <a:pt x="70933" y="90884"/>
                  <a:pt x="72739" y="90884"/>
                </a:cubicBezTo>
                <a:cubicBezTo>
                  <a:pt x="74547" y="90884"/>
                  <a:pt x="76280" y="90164"/>
                  <a:pt x="77559" y="88889"/>
                </a:cubicBezTo>
                <a:cubicBezTo>
                  <a:pt x="78837" y="87613"/>
                  <a:pt x="79554" y="85880"/>
                  <a:pt x="79554" y="84070"/>
                </a:cubicBezTo>
                <a:cubicBezTo>
                  <a:pt x="79554" y="82260"/>
                  <a:pt x="78837" y="80527"/>
                  <a:pt x="77559" y="79251"/>
                </a:cubicBezTo>
                <a:cubicBezTo>
                  <a:pt x="76280" y="77976"/>
                  <a:pt x="74547" y="77256"/>
                  <a:pt x="72739" y="7725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3" name="Чёрный — SVG 20">
            <a:extLst>
              <a:ext uri="{FF2B5EF4-FFF2-40B4-BE49-F238E27FC236}">
                <a16:creationId xmlns:a16="http://schemas.microsoft.com/office/drawing/2014/main" id="{40EE64B3-1043-4E4A-876E-A3AFBE09EDAD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28356 w 141777"/>
              <a:gd name="csY0" fmla="*/ 0 h 138215"/>
              <a:gd name="csX1" fmla="*/ 24743 w 141777"/>
              <a:gd name="csY1" fmla="*/ 1412 h 138215"/>
              <a:gd name="csX2" fmla="*/ 7090 w 141777"/>
              <a:gd name="csY2" fmla="*/ 17726 h 138215"/>
              <a:gd name="csX3" fmla="*/ 134690 w 141777"/>
              <a:gd name="csY3" fmla="*/ 17726 h 138215"/>
              <a:gd name="csX4" fmla="*/ 117037 w 141777"/>
              <a:gd name="csY4" fmla="*/ 1412 h 138215"/>
              <a:gd name="csX5" fmla="*/ 113423 w 141777"/>
              <a:gd name="csY5" fmla="*/ 0 h 138215"/>
              <a:gd name="csX6" fmla="*/ 28356 w 141777"/>
              <a:gd name="csY6" fmla="*/ 0 h 138215"/>
              <a:gd name="csX7" fmla="*/ 0 w 141777"/>
              <a:gd name="csY7" fmla="*/ 28358 h 138215"/>
              <a:gd name="csX8" fmla="*/ 0 w 141777"/>
              <a:gd name="csY8" fmla="*/ 36506 h 138215"/>
              <a:gd name="csX9" fmla="*/ 20096 w 141777"/>
              <a:gd name="csY9" fmla="*/ 56698 h 138215"/>
              <a:gd name="csX10" fmla="*/ 40158 w 141777"/>
              <a:gd name="csY10" fmla="*/ 36506 h 138215"/>
              <a:gd name="csX11" fmla="*/ 40158 w 141777"/>
              <a:gd name="csY11" fmla="*/ 28358 h 138215"/>
              <a:gd name="csX12" fmla="*/ 0 w 141777"/>
              <a:gd name="csY12" fmla="*/ 28358 h 138215"/>
              <a:gd name="csX13" fmla="*/ 50792 w 141777"/>
              <a:gd name="csY13" fmla="*/ 28358 h 138215"/>
              <a:gd name="csX14" fmla="*/ 50792 w 141777"/>
              <a:gd name="csY14" fmla="*/ 36506 h 138215"/>
              <a:gd name="csX15" fmla="*/ 70890 w 141777"/>
              <a:gd name="csY15" fmla="*/ 56698 h 138215"/>
              <a:gd name="csX16" fmla="*/ 90986 w 141777"/>
              <a:gd name="csY16" fmla="*/ 36506 h 138215"/>
              <a:gd name="csX17" fmla="*/ 90986 w 141777"/>
              <a:gd name="csY17" fmla="*/ 28358 h 138215"/>
              <a:gd name="csX18" fmla="*/ 50792 w 141777"/>
              <a:gd name="csY18" fmla="*/ 28358 h 138215"/>
              <a:gd name="csX19" fmla="*/ 101619 w 141777"/>
              <a:gd name="csY19" fmla="*/ 28358 h 138215"/>
              <a:gd name="csX20" fmla="*/ 101619 w 141777"/>
              <a:gd name="csY20" fmla="*/ 36506 h 138215"/>
              <a:gd name="csX21" fmla="*/ 121682 w 141777"/>
              <a:gd name="csY21" fmla="*/ 56698 h 138215"/>
              <a:gd name="csX22" fmla="*/ 141778 w 141777"/>
              <a:gd name="csY22" fmla="*/ 36506 h 138215"/>
              <a:gd name="csX23" fmla="*/ 141778 w 141777"/>
              <a:gd name="csY23" fmla="*/ 28358 h 138215"/>
              <a:gd name="csX24" fmla="*/ 101619 w 141777"/>
              <a:gd name="csY24" fmla="*/ 28358 h 138215"/>
              <a:gd name="csX25" fmla="*/ 14177 w 141777"/>
              <a:gd name="csY25" fmla="*/ 63128 h 138215"/>
              <a:gd name="csX26" fmla="*/ 14177 w 141777"/>
              <a:gd name="csY26" fmla="*/ 92149 h 138215"/>
              <a:gd name="csX27" fmla="*/ 3544 w 141777"/>
              <a:gd name="csY27" fmla="*/ 102781 h 138215"/>
              <a:gd name="csX28" fmla="*/ 3544 w 141777"/>
              <a:gd name="csY28" fmla="*/ 132891 h 138215"/>
              <a:gd name="csX29" fmla="*/ 8861 w 141777"/>
              <a:gd name="csY29" fmla="*/ 138215 h 138215"/>
              <a:gd name="csX30" fmla="*/ 132917 w 141777"/>
              <a:gd name="csY30" fmla="*/ 138215 h 138215"/>
              <a:gd name="csX31" fmla="*/ 138234 w 141777"/>
              <a:gd name="csY31" fmla="*/ 132891 h 138215"/>
              <a:gd name="csX32" fmla="*/ 138234 w 141777"/>
              <a:gd name="csY32" fmla="*/ 102781 h 138215"/>
              <a:gd name="csX33" fmla="*/ 127601 w 141777"/>
              <a:gd name="csY33" fmla="*/ 92149 h 138215"/>
              <a:gd name="csX34" fmla="*/ 127594 w 141777"/>
              <a:gd name="csY34" fmla="*/ 92149 h 138215"/>
              <a:gd name="csX35" fmla="*/ 127594 w 141777"/>
              <a:gd name="csY35" fmla="*/ 63128 h 138215"/>
              <a:gd name="csX36" fmla="*/ 121682 w 141777"/>
              <a:gd name="csY36" fmla="*/ 63792 h 138215"/>
              <a:gd name="csX37" fmla="*/ 116960 w 141777"/>
              <a:gd name="csY37" fmla="*/ 63349 h 138215"/>
              <a:gd name="csX38" fmla="*/ 116960 w 141777"/>
              <a:gd name="csY38" fmla="*/ 92149 h 138215"/>
              <a:gd name="csX39" fmla="*/ 24811 w 141777"/>
              <a:gd name="csY39" fmla="*/ 92149 h 138215"/>
              <a:gd name="csX40" fmla="*/ 24811 w 141777"/>
              <a:gd name="csY40" fmla="*/ 63349 h 138215"/>
              <a:gd name="csX41" fmla="*/ 20096 w 141777"/>
              <a:gd name="csY41" fmla="*/ 63792 h 138215"/>
              <a:gd name="csX42" fmla="*/ 14177 w 141777"/>
              <a:gd name="csY42" fmla="*/ 63128 h 138215"/>
            </a:gdLst>
            <a:ahLst/>
            <a:cxnLst/>
            <a:rect l="l" t="t" r="r" b="b"/>
            <a:pathLst>
              <a:path w="100000" h="100000">
                <a:moveTo>
                  <a:pt x="20000" y="1256"/>
                </a:moveTo>
                <a:cubicBezTo>
                  <a:pt x="19050" y="1256"/>
                  <a:pt x="18151" y="1604"/>
                  <a:pt x="17452" y="2252"/>
                </a:cubicBezTo>
                <a:lnTo>
                  <a:pt x="5001" y="13759"/>
                </a:lnTo>
                <a:lnTo>
                  <a:pt x="95001" y="13759"/>
                </a:lnTo>
                <a:lnTo>
                  <a:pt x="82550" y="2252"/>
                </a:lnTo>
                <a:cubicBezTo>
                  <a:pt x="81849" y="1604"/>
                  <a:pt x="80950" y="1256"/>
                  <a:pt x="80001" y="1256"/>
                </a:cubicBezTo>
                <a:lnTo>
                  <a:pt x="20000" y="1256"/>
                </a:lnTo>
                <a:close/>
                <a:moveTo>
                  <a:pt x="0" y="21258"/>
                </a:moveTo>
                <a:lnTo>
                  <a:pt x="0" y="27005"/>
                </a:lnTo>
                <a:cubicBezTo>
                  <a:pt x="0" y="34852"/>
                  <a:pt x="6351" y="41247"/>
                  <a:pt x="14174" y="41247"/>
                </a:cubicBezTo>
                <a:cubicBezTo>
                  <a:pt x="21975" y="41247"/>
                  <a:pt x="28325" y="34852"/>
                  <a:pt x="28325" y="27005"/>
                </a:cubicBezTo>
                <a:lnTo>
                  <a:pt x="28325" y="21258"/>
                </a:lnTo>
                <a:lnTo>
                  <a:pt x="0" y="21258"/>
                </a:lnTo>
                <a:close/>
                <a:moveTo>
                  <a:pt x="35825" y="21258"/>
                </a:moveTo>
                <a:lnTo>
                  <a:pt x="35825" y="27005"/>
                </a:lnTo>
                <a:cubicBezTo>
                  <a:pt x="35825" y="34852"/>
                  <a:pt x="42201" y="41247"/>
                  <a:pt x="50001" y="41247"/>
                </a:cubicBezTo>
                <a:cubicBezTo>
                  <a:pt x="57801" y="41247"/>
                  <a:pt x="64175" y="34852"/>
                  <a:pt x="64175" y="27005"/>
                </a:cubicBezTo>
                <a:lnTo>
                  <a:pt x="64175" y="21258"/>
                </a:lnTo>
                <a:lnTo>
                  <a:pt x="35825" y="21258"/>
                </a:lnTo>
                <a:close/>
                <a:moveTo>
                  <a:pt x="71675" y="21258"/>
                </a:moveTo>
                <a:lnTo>
                  <a:pt x="71675" y="27005"/>
                </a:lnTo>
                <a:cubicBezTo>
                  <a:pt x="71675" y="34852"/>
                  <a:pt x="78026" y="41247"/>
                  <a:pt x="85826" y="41247"/>
                </a:cubicBezTo>
                <a:cubicBezTo>
                  <a:pt x="93651" y="41247"/>
                  <a:pt x="100001" y="34852"/>
                  <a:pt x="100001" y="27005"/>
                </a:cubicBezTo>
                <a:lnTo>
                  <a:pt x="100001" y="21258"/>
                </a:lnTo>
                <a:lnTo>
                  <a:pt x="71675" y="21258"/>
                </a:lnTo>
                <a:close/>
                <a:moveTo>
                  <a:pt x="10000" y="45782"/>
                </a:moveTo>
                <a:lnTo>
                  <a:pt x="10000" y="66252"/>
                </a:lnTo>
                <a:cubicBezTo>
                  <a:pt x="5857" y="66252"/>
                  <a:pt x="2500" y="69599"/>
                  <a:pt x="2500" y="73751"/>
                </a:cubicBezTo>
                <a:lnTo>
                  <a:pt x="2500" y="94989"/>
                </a:lnTo>
                <a:cubicBezTo>
                  <a:pt x="2500" y="97064"/>
                  <a:pt x="4180" y="98744"/>
                  <a:pt x="6250" y="98744"/>
                </a:cubicBezTo>
                <a:lnTo>
                  <a:pt x="93751" y="98744"/>
                </a:lnTo>
                <a:cubicBezTo>
                  <a:pt x="95821" y="98744"/>
                  <a:pt x="97501" y="97064"/>
                  <a:pt x="97501" y="94989"/>
                </a:cubicBezTo>
                <a:lnTo>
                  <a:pt x="97501" y="73751"/>
                </a:lnTo>
                <a:cubicBezTo>
                  <a:pt x="97501" y="69599"/>
                  <a:pt x="94144" y="66252"/>
                  <a:pt x="90001" y="66252"/>
                </a:cubicBezTo>
                <a:lnTo>
                  <a:pt x="89996" y="66252"/>
                </a:lnTo>
                <a:lnTo>
                  <a:pt x="89996" y="45782"/>
                </a:lnTo>
                <a:cubicBezTo>
                  <a:pt x="88651" y="46082"/>
                  <a:pt x="87261" y="46251"/>
                  <a:pt x="85826" y="46251"/>
                </a:cubicBezTo>
                <a:cubicBezTo>
                  <a:pt x="84689" y="46251"/>
                  <a:pt x="83578" y="46131"/>
                  <a:pt x="82496" y="45938"/>
                </a:cubicBezTo>
                <a:lnTo>
                  <a:pt x="82496" y="66252"/>
                </a:lnTo>
                <a:lnTo>
                  <a:pt x="17500" y="66252"/>
                </a:lnTo>
                <a:lnTo>
                  <a:pt x="17500" y="45938"/>
                </a:lnTo>
                <a:cubicBezTo>
                  <a:pt x="16417" y="46131"/>
                  <a:pt x="15310" y="46251"/>
                  <a:pt x="14174" y="46251"/>
                </a:cubicBezTo>
                <a:cubicBezTo>
                  <a:pt x="12740" y="46251"/>
                  <a:pt x="11345" y="46082"/>
                  <a:pt x="10000" y="4578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4" name="Чёрный — SVG 21">
            <a:extLst>
              <a:ext uri="{FF2B5EF4-FFF2-40B4-BE49-F238E27FC236}">
                <a16:creationId xmlns:a16="http://schemas.microsoft.com/office/drawing/2014/main" id="{7AFF30B3-DAA7-7249-BBCB-4AA5AFB072D5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74434 w 148867"/>
              <a:gd name="csY0" fmla="*/ 0 h 134676"/>
              <a:gd name="csX1" fmla="*/ 35439 w 148867"/>
              <a:gd name="csY1" fmla="*/ 24802 h 134676"/>
              <a:gd name="csX2" fmla="*/ 35524 w 148867"/>
              <a:gd name="csY2" fmla="*/ 25806 h 134676"/>
              <a:gd name="csX3" fmla="*/ 35439 w 148867"/>
              <a:gd name="csY3" fmla="*/ 26571 h 134676"/>
              <a:gd name="csX4" fmla="*/ 35439 w 148867"/>
              <a:gd name="csY4" fmla="*/ 53279 h 134676"/>
              <a:gd name="csX5" fmla="*/ 0 w 148867"/>
              <a:gd name="csY5" fmla="*/ 77962 h 134676"/>
              <a:gd name="csX6" fmla="*/ 68 w 148867"/>
              <a:gd name="csY6" fmla="*/ 78966 h 134676"/>
              <a:gd name="csX7" fmla="*/ 0 w 148867"/>
              <a:gd name="csY7" fmla="*/ 79731 h 134676"/>
              <a:gd name="csX8" fmla="*/ 0 w 148867"/>
              <a:gd name="csY8" fmla="*/ 108089 h 134676"/>
              <a:gd name="csX9" fmla="*/ 40764 w 148867"/>
              <a:gd name="csY9" fmla="*/ 134677 h 134676"/>
              <a:gd name="csX10" fmla="*/ 76067 w 148867"/>
              <a:gd name="csY10" fmla="*/ 122344 h 134676"/>
              <a:gd name="csX11" fmla="*/ 109873 w 148867"/>
              <a:gd name="csY11" fmla="*/ 134677 h 134676"/>
              <a:gd name="csX12" fmla="*/ 148867 w 148867"/>
              <a:gd name="csY12" fmla="*/ 109858 h 134676"/>
              <a:gd name="csX13" fmla="*/ 148782 w 148867"/>
              <a:gd name="csY13" fmla="*/ 108973 h 134676"/>
              <a:gd name="csX14" fmla="*/ 148867 w 148867"/>
              <a:gd name="csY14" fmla="*/ 108089 h 134676"/>
              <a:gd name="csX15" fmla="*/ 148867 w 148867"/>
              <a:gd name="csY15" fmla="*/ 79731 h 134676"/>
              <a:gd name="csX16" fmla="*/ 148799 w 148867"/>
              <a:gd name="csY16" fmla="*/ 78966 h 134676"/>
              <a:gd name="csX17" fmla="*/ 148867 w 148867"/>
              <a:gd name="csY17" fmla="*/ 77962 h 134676"/>
              <a:gd name="csX18" fmla="*/ 113428 w 148867"/>
              <a:gd name="csY18" fmla="*/ 53279 h 134676"/>
              <a:gd name="csX19" fmla="*/ 113428 w 148867"/>
              <a:gd name="csY19" fmla="*/ 26571 h 134676"/>
              <a:gd name="csX20" fmla="*/ 113343 w 148867"/>
              <a:gd name="csY20" fmla="*/ 25806 h 134676"/>
              <a:gd name="csX21" fmla="*/ 113428 w 148867"/>
              <a:gd name="csY21" fmla="*/ 24802 h 134676"/>
              <a:gd name="csX22" fmla="*/ 74434 w 148867"/>
              <a:gd name="csY22" fmla="*/ 0 h 134676"/>
              <a:gd name="csX23" fmla="*/ 74434 w 148867"/>
              <a:gd name="csY23" fmla="*/ 10632 h 134676"/>
              <a:gd name="csX24" fmla="*/ 102795 w 148867"/>
              <a:gd name="csY24" fmla="*/ 24802 h 134676"/>
              <a:gd name="csX25" fmla="*/ 74434 w 148867"/>
              <a:gd name="csY25" fmla="*/ 38990 h 134676"/>
              <a:gd name="csX26" fmla="*/ 46072 w 148867"/>
              <a:gd name="csY26" fmla="*/ 24802 h 134676"/>
              <a:gd name="csX27" fmla="*/ 74434 w 148867"/>
              <a:gd name="csY27" fmla="*/ 10632 h 134676"/>
              <a:gd name="csX28" fmla="*/ 74434 w 148867"/>
              <a:gd name="csY28" fmla="*/ 21264 h 134676"/>
              <a:gd name="csX29" fmla="*/ 66914 w 148867"/>
              <a:gd name="csY29" fmla="*/ 22302 h 134676"/>
              <a:gd name="csX30" fmla="*/ 63800 w 148867"/>
              <a:gd name="csY30" fmla="*/ 24802 h 134676"/>
              <a:gd name="csX31" fmla="*/ 66914 w 148867"/>
              <a:gd name="csY31" fmla="*/ 27320 h 134676"/>
              <a:gd name="csX32" fmla="*/ 74434 w 148867"/>
              <a:gd name="csY32" fmla="*/ 28358 h 134676"/>
              <a:gd name="csX33" fmla="*/ 81954 w 148867"/>
              <a:gd name="csY33" fmla="*/ 27320 h 134676"/>
              <a:gd name="csX34" fmla="*/ 85067 w 148867"/>
              <a:gd name="csY34" fmla="*/ 24802 h 134676"/>
              <a:gd name="csX35" fmla="*/ 81954 w 148867"/>
              <a:gd name="csY35" fmla="*/ 22302 h 134676"/>
              <a:gd name="csX36" fmla="*/ 74434 w 148867"/>
              <a:gd name="csY36" fmla="*/ 21264 h 134676"/>
              <a:gd name="csX37" fmla="*/ 38995 w 148867"/>
              <a:gd name="csY37" fmla="*/ 63792 h 134676"/>
              <a:gd name="csX38" fmla="*/ 67339 w 148867"/>
              <a:gd name="csY38" fmla="*/ 77962 h 134676"/>
              <a:gd name="csX39" fmla="*/ 38995 w 148867"/>
              <a:gd name="csY39" fmla="*/ 92149 h 134676"/>
              <a:gd name="csX40" fmla="*/ 10633 w 148867"/>
              <a:gd name="csY40" fmla="*/ 77962 h 134676"/>
              <a:gd name="csX41" fmla="*/ 38995 w 148867"/>
              <a:gd name="csY41" fmla="*/ 63792 h 134676"/>
              <a:gd name="csX42" fmla="*/ 109873 w 148867"/>
              <a:gd name="csY42" fmla="*/ 63792 h 134676"/>
              <a:gd name="csX43" fmla="*/ 138234 w 148867"/>
              <a:gd name="csY43" fmla="*/ 77962 h 134676"/>
              <a:gd name="csX44" fmla="*/ 109873 w 148867"/>
              <a:gd name="csY44" fmla="*/ 92149 h 134676"/>
              <a:gd name="csX45" fmla="*/ 81528 w 148867"/>
              <a:gd name="csY45" fmla="*/ 77962 h 134676"/>
              <a:gd name="csX46" fmla="*/ 109873 w 148867"/>
              <a:gd name="csY46" fmla="*/ 63792 h 134676"/>
              <a:gd name="csX47" fmla="*/ 38995 w 148867"/>
              <a:gd name="csY47" fmla="*/ 74424 h 134676"/>
              <a:gd name="csX48" fmla="*/ 31475 w 148867"/>
              <a:gd name="csY48" fmla="*/ 75461 h 134676"/>
              <a:gd name="csX49" fmla="*/ 28361 w 148867"/>
              <a:gd name="csY49" fmla="*/ 77962 h 134676"/>
              <a:gd name="csX50" fmla="*/ 31475 w 148867"/>
              <a:gd name="csY50" fmla="*/ 80480 h 134676"/>
              <a:gd name="csX51" fmla="*/ 38995 w 148867"/>
              <a:gd name="csY51" fmla="*/ 81517 h 134676"/>
              <a:gd name="csX52" fmla="*/ 46515 w 148867"/>
              <a:gd name="csY52" fmla="*/ 80480 h 134676"/>
              <a:gd name="csX53" fmla="*/ 49628 w 148867"/>
              <a:gd name="csY53" fmla="*/ 77962 h 134676"/>
              <a:gd name="csX54" fmla="*/ 46515 w 148867"/>
              <a:gd name="csY54" fmla="*/ 75461 h 134676"/>
              <a:gd name="csX55" fmla="*/ 38995 w 148867"/>
              <a:gd name="csY55" fmla="*/ 74424 h 134676"/>
              <a:gd name="csX56" fmla="*/ 109873 w 148867"/>
              <a:gd name="csY56" fmla="*/ 74424 h 134676"/>
              <a:gd name="csX57" fmla="*/ 102353 w 148867"/>
              <a:gd name="csY57" fmla="*/ 75461 h 134676"/>
              <a:gd name="csX58" fmla="*/ 99239 w 148867"/>
              <a:gd name="csY58" fmla="*/ 77962 h 134676"/>
              <a:gd name="csX59" fmla="*/ 102353 w 148867"/>
              <a:gd name="csY59" fmla="*/ 80480 h 134676"/>
              <a:gd name="csX60" fmla="*/ 109873 w 148867"/>
              <a:gd name="csY60" fmla="*/ 81517 h 134676"/>
              <a:gd name="csX61" fmla="*/ 117393 w 148867"/>
              <a:gd name="csY61" fmla="*/ 80480 h 134676"/>
              <a:gd name="csX62" fmla="*/ 120506 w 148867"/>
              <a:gd name="csY62" fmla="*/ 77962 h 134676"/>
              <a:gd name="csX63" fmla="*/ 117393 w 148867"/>
              <a:gd name="csY63" fmla="*/ 75461 h 134676"/>
              <a:gd name="csX64" fmla="*/ 109873 w 148867"/>
              <a:gd name="csY64" fmla="*/ 74424 h 134676"/>
            </a:gdLst>
            <a:ahLst/>
            <a:cxnLst/>
            <a:rect l="l" t="t" r="r" b="b"/>
            <a:pathLst>
              <a:path w="100000" h="100000">
                <a:moveTo>
                  <a:pt x="50000" y="4766"/>
                </a:moveTo>
                <a:cubicBezTo>
                  <a:pt x="35314" y="4766"/>
                  <a:pt x="23806" y="12091"/>
                  <a:pt x="23806" y="21427"/>
                </a:cubicBezTo>
                <a:cubicBezTo>
                  <a:pt x="23806" y="21655"/>
                  <a:pt x="23851" y="21884"/>
                  <a:pt x="23863" y="22101"/>
                </a:cubicBezTo>
                <a:cubicBezTo>
                  <a:pt x="23840" y="22273"/>
                  <a:pt x="23806" y="22444"/>
                  <a:pt x="23806" y="22615"/>
                </a:cubicBezTo>
                <a:lnTo>
                  <a:pt x="23806" y="40556"/>
                </a:lnTo>
                <a:cubicBezTo>
                  <a:pt x="10286" y="41298"/>
                  <a:pt x="0" y="48303"/>
                  <a:pt x="0" y="57137"/>
                </a:cubicBezTo>
                <a:cubicBezTo>
                  <a:pt x="0" y="57365"/>
                  <a:pt x="34" y="57593"/>
                  <a:pt x="46" y="57811"/>
                </a:cubicBezTo>
                <a:cubicBezTo>
                  <a:pt x="23" y="57982"/>
                  <a:pt x="0" y="58154"/>
                  <a:pt x="0" y="58325"/>
                </a:cubicBezTo>
                <a:lnTo>
                  <a:pt x="0" y="77374"/>
                </a:lnTo>
                <a:cubicBezTo>
                  <a:pt x="0" y="86881"/>
                  <a:pt x="12800" y="95234"/>
                  <a:pt x="27383" y="95234"/>
                </a:cubicBezTo>
                <a:cubicBezTo>
                  <a:pt x="36457" y="95234"/>
                  <a:pt x="46023" y="92206"/>
                  <a:pt x="51097" y="86950"/>
                </a:cubicBezTo>
                <a:cubicBezTo>
                  <a:pt x="55577" y="91932"/>
                  <a:pt x="63966" y="95234"/>
                  <a:pt x="73806" y="95234"/>
                </a:cubicBezTo>
                <a:cubicBezTo>
                  <a:pt x="88492" y="95234"/>
                  <a:pt x="100000" y="87910"/>
                  <a:pt x="100000" y="78562"/>
                </a:cubicBezTo>
                <a:cubicBezTo>
                  <a:pt x="100000" y="78357"/>
                  <a:pt x="99977" y="78162"/>
                  <a:pt x="99943" y="77968"/>
                </a:cubicBezTo>
                <a:cubicBezTo>
                  <a:pt x="99977" y="77774"/>
                  <a:pt x="100000" y="77580"/>
                  <a:pt x="100000" y="77374"/>
                </a:cubicBezTo>
                <a:lnTo>
                  <a:pt x="100000" y="58325"/>
                </a:lnTo>
                <a:cubicBezTo>
                  <a:pt x="100000" y="58154"/>
                  <a:pt x="99977" y="57982"/>
                  <a:pt x="99954" y="57811"/>
                </a:cubicBezTo>
                <a:cubicBezTo>
                  <a:pt x="99966" y="57593"/>
                  <a:pt x="100000" y="57365"/>
                  <a:pt x="100000" y="57137"/>
                </a:cubicBezTo>
                <a:cubicBezTo>
                  <a:pt x="100000" y="48303"/>
                  <a:pt x="89714" y="41298"/>
                  <a:pt x="76194" y="40556"/>
                </a:cubicBezTo>
                <a:lnTo>
                  <a:pt x="76194" y="22615"/>
                </a:lnTo>
                <a:cubicBezTo>
                  <a:pt x="76194" y="22444"/>
                  <a:pt x="76160" y="22273"/>
                  <a:pt x="76137" y="22101"/>
                </a:cubicBezTo>
                <a:cubicBezTo>
                  <a:pt x="76149" y="21884"/>
                  <a:pt x="76194" y="21655"/>
                  <a:pt x="76194" y="21427"/>
                </a:cubicBezTo>
                <a:cubicBezTo>
                  <a:pt x="76194" y="12091"/>
                  <a:pt x="64686" y="4766"/>
                  <a:pt x="50000" y="4766"/>
                </a:cubicBezTo>
                <a:close/>
                <a:moveTo>
                  <a:pt x="50000" y="11908"/>
                </a:moveTo>
                <a:cubicBezTo>
                  <a:pt x="61223" y="11908"/>
                  <a:pt x="69052" y="16925"/>
                  <a:pt x="69052" y="21427"/>
                </a:cubicBezTo>
                <a:cubicBezTo>
                  <a:pt x="69052" y="25930"/>
                  <a:pt x="61223" y="30957"/>
                  <a:pt x="50000" y="30957"/>
                </a:cubicBezTo>
                <a:cubicBezTo>
                  <a:pt x="38778" y="30957"/>
                  <a:pt x="30948" y="25930"/>
                  <a:pt x="30948" y="21427"/>
                </a:cubicBezTo>
                <a:cubicBezTo>
                  <a:pt x="30948" y="16925"/>
                  <a:pt x="38778" y="11908"/>
                  <a:pt x="50000" y="11908"/>
                </a:cubicBezTo>
                <a:close/>
                <a:moveTo>
                  <a:pt x="50000" y="19050"/>
                </a:moveTo>
                <a:cubicBezTo>
                  <a:pt x="48103" y="19050"/>
                  <a:pt x="46286" y="19301"/>
                  <a:pt x="44949" y="19747"/>
                </a:cubicBezTo>
                <a:cubicBezTo>
                  <a:pt x="43611" y="20193"/>
                  <a:pt x="42857" y="20799"/>
                  <a:pt x="42857" y="21427"/>
                </a:cubicBezTo>
                <a:cubicBezTo>
                  <a:pt x="42857" y="22067"/>
                  <a:pt x="43611" y="22672"/>
                  <a:pt x="44949" y="23118"/>
                </a:cubicBezTo>
                <a:cubicBezTo>
                  <a:pt x="46286" y="23564"/>
                  <a:pt x="48103" y="23816"/>
                  <a:pt x="50000" y="23816"/>
                </a:cubicBezTo>
                <a:cubicBezTo>
                  <a:pt x="51897" y="23816"/>
                  <a:pt x="53714" y="23564"/>
                  <a:pt x="55052" y="23118"/>
                </a:cubicBezTo>
                <a:cubicBezTo>
                  <a:pt x="56389" y="22672"/>
                  <a:pt x="57143" y="22067"/>
                  <a:pt x="57143" y="21427"/>
                </a:cubicBezTo>
                <a:cubicBezTo>
                  <a:pt x="57143" y="20799"/>
                  <a:pt x="56389" y="20193"/>
                  <a:pt x="55052" y="19747"/>
                </a:cubicBezTo>
                <a:cubicBezTo>
                  <a:pt x="53714" y="19301"/>
                  <a:pt x="51897" y="19050"/>
                  <a:pt x="50000" y="19050"/>
                </a:cubicBezTo>
                <a:close/>
                <a:moveTo>
                  <a:pt x="26195" y="47618"/>
                </a:moveTo>
                <a:cubicBezTo>
                  <a:pt x="37417" y="47618"/>
                  <a:pt x="45234" y="52635"/>
                  <a:pt x="45234" y="57137"/>
                </a:cubicBezTo>
                <a:cubicBezTo>
                  <a:pt x="45234" y="61639"/>
                  <a:pt x="37417" y="66667"/>
                  <a:pt x="26195" y="66667"/>
                </a:cubicBezTo>
                <a:cubicBezTo>
                  <a:pt x="14960" y="66667"/>
                  <a:pt x="7143" y="61639"/>
                  <a:pt x="7143" y="57137"/>
                </a:cubicBezTo>
                <a:cubicBezTo>
                  <a:pt x="7143" y="52635"/>
                  <a:pt x="14960" y="47618"/>
                  <a:pt x="26195" y="47618"/>
                </a:cubicBezTo>
                <a:close/>
                <a:moveTo>
                  <a:pt x="73806" y="47618"/>
                </a:moveTo>
                <a:cubicBezTo>
                  <a:pt x="85040" y="47618"/>
                  <a:pt x="92857" y="52635"/>
                  <a:pt x="92857" y="57137"/>
                </a:cubicBezTo>
                <a:cubicBezTo>
                  <a:pt x="92857" y="61639"/>
                  <a:pt x="85040" y="66667"/>
                  <a:pt x="73806" y="66667"/>
                </a:cubicBezTo>
                <a:cubicBezTo>
                  <a:pt x="62583" y="66667"/>
                  <a:pt x="54766" y="61639"/>
                  <a:pt x="54766" y="57137"/>
                </a:cubicBezTo>
                <a:cubicBezTo>
                  <a:pt x="54766" y="52635"/>
                  <a:pt x="62583" y="47618"/>
                  <a:pt x="73806" y="47618"/>
                </a:cubicBezTo>
                <a:close/>
                <a:moveTo>
                  <a:pt x="26195" y="54760"/>
                </a:moveTo>
                <a:cubicBezTo>
                  <a:pt x="24298" y="54760"/>
                  <a:pt x="22480" y="55011"/>
                  <a:pt x="21143" y="55457"/>
                </a:cubicBezTo>
                <a:cubicBezTo>
                  <a:pt x="19806" y="55903"/>
                  <a:pt x="19051" y="56508"/>
                  <a:pt x="19051" y="57137"/>
                </a:cubicBezTo>
                <a:cubicBezTo>
                  <a:pt x="19051" y="57777"/>
                  <a:pt x="19806" y="58382"/>
                  <a:pt x="21143" y="58828"/>
                </a:cubicBezTo>
                <a:cubicBezTo>
                  <a:pt x="22480" y="59273"/>
                  <a:pt x="24298" y="59525"/>
                  <a:pt x="26195" y="59525"/>
                </a:cubicBezTo>
                <a:cubicBezTo>
                  <a:pt x="28080" y="59525"/>
                  <a:pt x="29897" y="59273"/>
                  <a:pt x="31246" y="58828"/>
                </a:cubicBezTo>
                <a:cubicBezTo>
                  <a:pt x="32583" y="58382"/>
                  <a:pt x="33337" y="57777"/>
                  <a:pt x="33337" y="57137"/>
                </a:cubicBezTo>
                <a:cubicBezTo>
                  <a:pt x="33337" y="56508"/>
                  <a:pt x="32583" y="55903"/>
                  <a:pt x="31246" y="55457"/>
                </a:cubicBezTo>
                <a:cubicBezTo>
                  <a:pt x="29897" y="55011"/>
                  <a:pt x="28080" y="54760"/>
                  <a:pt x="26195" y="54760"/>
                </a:cubicBezTo>
                <a:close/>
                <a:moveTo>
                  <a:pt x="73806" y="54760"/>
                </a:moveTo>
                <a:cubicBezTo>
                  <a:pt x="71920" y="54760"/>
                  <a:pt x="70103" y="55011"/>
                  <a:pt x="68755" y="55457"/>
                </a:cubicBezTo>
                <a:cubicBezTo>
                  <a:pt x="67417" y="55903"/>
                  <a:pt x="66663" y="56508"/>
                  <a:pt x="66663" y="57137"/>
                </a:cubicBezTo>
                <a:cubicBezTo>
                  <a:pt x="66663" y="57777"/>
                  <a:pt x="67417" y="58382"/>
                  <a:pt x="68755" y="58828"/>
                </a:cubicBezTo>
                <a:cubicBezTo>
                  <a:pt x="70103" y="59273"/>
                  <a:pt x="71920" y="59525"/>
                  <a:pt x="73806" y="59525"/>
                </a:cubicBezTo>
                <a:cubicBezTo>
                  <a:pt x="75703" y="59525"/>
                  <a:pt x="77520" y="59273"/>
                  <a:pt x="78858" y="58828"/>
                </a:cubicBezTo>
                <a:cubicBezTo>
                  <a:pt x="80194" y="58382"/>
                  <a:pt x="80949" y="57777"/>
                  <a:pt x="80949" y="57137"/>
                </a:cubicBezTo>
                <a:cubicBezTo>
                  <a:pt x="80949" y="56508"/>
                  <a:pt x="80194" y="55903"/>
                  <a:pt x="78858" y="55457"/>
                </a:cubicBezTo>
                <a:cubicBezTo>
                  <a:pt x="77520" y="55011"/>
                  <a:pt x="75703" y="54760"/>
                  <a:pt x="73806" y="5476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5" name="Чёрный — SVG 22">
            <a:extLst>
              <a:ext uri="{FF2B5EF4-FFF2-40B4-BE49-F238E27FC236}">
                <a16:creationId xmlns:a16="http://schemas.microsoft.com/office/drawing/2014/main" id="{FF20A1FA-A068-D94B-BD81-88004C3CDE66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102860 w 134690"/>
              <a:gd name="csY0" fmla="*/ 4988 h 134323"/>
              <a:gd name="csX1" fmla="*/ 89526 w 134690"/>
              <a:gd name="csY1" fmla="*/ 327 h 134323"/>
              <a:gd name="csX2" fmla="*/ 82706 w 134690"/>
              <a:gd name="csY2" fmla="*/ 3508 h 134323"/>
              <a:gd name="csX3" fmla="*/ 67344 w 134690"/>
              <a:gd name="csY3" fmla="*/ 13578 h 134323"/>
              <a:gd name="csX4" fmla="*/ 52001 w 134690"/>
              <a:gd name="csY4" fmla="*/ 3559 h 134323"/>
              <a:gd name="csX5" fmla="*/ 49261 w 134690"/>
              <a:gd name="csY5" fmla="*/ 514 h 134323"/>
              <a:gd name="csX6" fmla="*/ 45171 w 134690"/>
              <a:gd name="csY6" fmla="*/ 327 h 134323"/>
              <a:gd name="csX7" fmla="*/ 31829 w 134690"/>
              <a:gd name="csY7" fmla="*/ 4988 h 134323"/>
              <a:gd name="csX8" fmla="*/ 0 w 134690"/>
              <a:gd name="csY8" fmla="*/ 53163 h 134323"/>
              <a:gd name="csX9" fmla="*/ 0 w 134690"/>
              <a:gd name="csY9" fmla="*/ 61686 h 134323"/>
              <a:gd name="csX10" fmla="*/ 0 w 134690"/>
              <a:gd name="csY10" fmla="*/ 61703 h 134323"/>
              <a:gd name="csX11" fmla="*/ 15950 w 134690"/>
              <a:gd name="csY11" fmla="*/ 77608 h 134323"/>
              <a:gd name="csX12" fmla="*/ 21267 w 134690"/>
              <a:gd name="csY12" fmla="*/ 77608 h 134323"/>
              <a:gd name="csX13" fmla="*/ 21267 w 134690"/>
              <a:gd name="csY13" fmla="*/ 56531 h 134323"/>
              <a:gd name="csX14" fmla="*/ 24811 w 134690"/>
              <a:gd name="csY14" fmla="*/ 52976 h 134323"/>
              <a:gd name="csX15" fmla="*/ 28356 w 134690"/>
              <a:gd name="csY15" fmla="*/ 56531 h 134323"/>
              <a:gd name="csX16" fmla="*/ 28356 w 134690"/>
              <a:gd name="csY16" fmla="*/ 77608 h 134323"/>
              <a:gd name="csX17" fmla="*/ 28356 w 134690"/>
              <a:gd name="csY17" fmla="*/ 102597 h 134323"/>
              <a:gd name="csX18" fmla="*/ 28356 w 134690"/>
              <a:gd name="csY18" fmla="*/ 118367 h 134323"/>
              <a:gd name="csX19" fmla="*/ 44306 w 134690"/>
              <a:gd name="csY19" fmla="*/ 134323 h 134323"/>
              <a:gd name="csX20" fmla="*/ 90384 w 134690"/>
              <a:gd name="csY20" fmla="*/ 134323 h 134323"/>
              <a:gd name="csX21" fmla="*/ 106334 w 134690"/>
              <a:gd name="csY21" fmla="*/ 118367 h 134323"/>
              <a:gd name="csX22" fmla="*/ 106334 w 134690"/>
              <a:gd name="csY22" fmla="*/ 102597 h 134323"/>
              <a:gd name="csX23" fmla="*/ 106334 w 134690"/>
              <a:gd name="csY23" fmla="*/ 77608 h 134323"/>
              <a:gd name="csX24" fmla="*/ 106334 w 134690"/>
              <a:gd name="csY24" fmla="*/ 56531 h 134323"/>
              <a:gd name="csX25" fmla="*/ 109878 w 134690"/>
              <a:gd name="csY25" fmla="*/ 52976 h 134323"/>
              <a:gd name="csX26" fmla="*/ 113423 w 134690"/>
              <a:gd name="csY26" fmla="*/ 56531 h 134323"/>
              <a:gd name="csX27" fmla="*/ 113423 w 134690"/>
              <a:gd name="csY27" fmla="*/ 77608 h 134323"/>
              <a:gd name="csX28" fmla="*/ 118740 w 134690"/>
              <a:gd name="csY28" fmla="*/ 77608 h 134323"/>
              <a:gd name="csX29" fmla="*/ 134690 w 134690"/>
              <a:gd name="csY29" fmla="*/ 61703 h 134323"/>
              <a:gd name="csX30" fmla="*/ 134690 w 134690"/>
              <a:gd name="csY30" fmla="*/ 61686 h 134323"/>
              <a:gd name="csX31" fmla="*/ 134690 w 134690"/>
              <a:gd name="csY31" fmla="*/ 53163 h 134323"/>
              <a:gd name="csX32" fmla="*/ 102860 w 134690"/>
              <a:gd name="csY32" fmla="*/ 4988 h 134323"/>
            </a:gdLst>
            <a:ahLst/>
            <a:cxnLst/>
            <a:rect l="l" t="t" r="r" b="b"/>
            <a:pathLst>
              <a:path w="100000" h="100000">
                <a:moveTo>
                  <a:pt x="76368" y="3840"/>
                </a:moveTo>
                <a:cubicBezTo>
                  <a:pt x="73939" y="3082"/>
                  <a:pt x="66544" y="404"/>
                  <a:pt x="66468" y="379"/>
                </a:cubicBezTo>
                <a:cubicBezTo>
                  <a:pt x="64418" y="-366"/>
                  <a:pt x="62158" y="707"/>
                  <a:pt x="61405" y="2741"/>
                </a:cubicBezTo>
                <a:cubicBezTo>
                  <a:pt x="61292" y="3056"/>
                  <a:pt x="58540" y="10217"/>
                  <a:pt x="49999" y="10217"/>
                </a:cubicBezTo>
                <a:cubicBezTo>
                  <a:pt x="41460" y="10217"/>
                  <a:pt x="38708" y="3056"/>
                  <a:pt x="38608" y="2779"/>
                </a:cubicBezTo>
                <a:cubicBezTo>
                  <a:pt x="38257" y="1781"/>
                  <a:pt x="37525" y="972"/>
                  <a:pt x="36574" y="518"/>
                </a:cubicBezTo>
                <a:cubicBezTo>
                  <a:pt x="35623" y="63"/>
                  <a:pt x="34526" y="12"/>
                  <a:pt x="33537" y="379"/>
                </a:cubicBezTo>
                <a:cubicBezTo>
                  <a:pt x="33464" y="404"/>
                  <a:pt x="26063" y="3082"/>
                  <a:pt x="23631" y="3840"/>
                </a:cubicBezTo>
                <a:cubicBezTo>
                  <a:pt x="7950" y="8714"/>
                  <a:pt x="0" y="20750"/>
                  <a:pt x="0" y="39607"/>
                </a:cubicBezTo>
                <a:lnTo>
                  <a:pt x="0" y="45935"/>
                </a:lnTo>
                <a:cubicBezTo>
                  <a:pt x="0" y="45935"/>
                  <a:pt x="0" y="45935"/>
                  <a:pt x="0" y="45947"/>
                </a:cubicBezTo>
                <a:cubicBezTo>
                  <a:pt x="13" y="52465"/>
                  <a:pt x="5318" y="57756"/>
                  <a:pt x="11842" y="57756"/>
                </a:cubicBezTo>
                <a:lnTo>
                  <a:pt x="15790" y="57756"/>
                </a:lnTo>
                <a:lnTo>
                  <a:pt x="15790" y="42107"/>
                </a:lnTo>
                <a:cubicBezTo>
                  <a:pt x="15790" y="40655"/>
                  <a:pt x="16966" y="39468"/>
                  <a:pt x="18421" y="39468"/>
                </a:cubicBezTo>
                <a:cubicBezTo>
                  <a:pt x="19876" y="39468"/>
                  <a:pt x="21053" y="40655"/>
                  <a:pt x="21053" y="42107"/>
                </a:cubicBezTo>
                <a:lnTo>
                  <a:pt x="21053" y="57756"/>
                </a:lnTo>
                <a:lnTo>
                  <a:pt x="21053" y="76309"/>
                </a:lnTo>
                <a:lnTo>
                  <a:pt x="21053" y="88017"/>
                </a:lnTo>
                <a:cubicBezTo>
                  <a:pt x="21053" y="94546"/>
                  <a:pt x="26366" y="99864"/>
                  <a:pt x="32895" y="99864"/>
                </a:cubicBezTo>
                <a:lnTo>
                  <a:pt x="67105" y="99864"/>
                </a:lnTo>
                <a:cubicBezTo>
                  <a:pt x="73634" y="99864"/>
                  <a:pt x="78947" y="94546"/>
                  <a:pt x="78947" y="88017"/>
                </a:cubicBezTo>
                <a:lnTo>
                  <a:pt x="78947" y="76309"/>
                </a:lnTo>
                <a:lnTo>
                  <a:pt x="78947" y="57756"/>
                </a:lnTo>
                <a:lnTo>
                  <a:pt x="78947" y="42107"/>
                </a:lnTo>
                <a:cubicBezTo>
                  <a:pt x="78947" y="40655"/>
                  <a:pt x="80123" y="39468"/>
                  <a:pt x="81578" y="39468"/>
                </a:cubicBezTo>
                <a:cubicBezTo>
                  <a:pt x="83034" y="39468"/>
                  <a:pt x="84210" y="40655"/>
                  <a:pt x="84210" y="42107"/>
                </a:cubicBezTo>
                <a:lnTo>
                  <a:pt x="84210" y="57756"/>
                </a:lnTo>
                <a:lnTo>
                  <a:pt x="88158" y="57756"/>
                </a:lnTo>
                <a:cubicBezTo>
                  <a:pt x="94681" y="57756"/>
                  <a:pt x="99986" y="52465"/>
                  <a:pt x="100000" y="45947"/>
                </a:cubicBezTo>
                <a:cubicBezTo>
                  <a:pt x="100000" y="45935"/>
                  <a:pt x="100000" y="45935"/>
                  <a:pt x="100000" y="45935"/>
                </a:cubicBezTo>
                <a:lnTo>
                  <a:pt x="100000" y="39607"/>
                </a:lnTo>
                <a:cubicBezTo>
                  <a:pt x="100000" y="20750"/>
                  <a:pt x="92050" y="8714"/>
                  <a:pt x="76368" y="384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6" name="Чёрный — SVG 23">
            <a:extLst>
              <a:ext uri="{FF2B5EF4-FFF2-40B4-BE49-F238E27FC236}">
                <a16:creationId xmlns:a16="http://schemas.microsoft.com/office/drawing/2014/main" id="{6FC27E59-AA9F-0640-8A61-A7EF307D27B2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114041 w 170134"/>
              <a:gd name="csY0" fmla="*/ 0 h 141753"/>
              <a:gd name="csX1" fmla="*/ 100243 w 170134"/>
              <a:gd name="csY1" fmla="*/ 5716 h 141753"/>
              <a:gd name="csX2" fmla="*/ 41155 w 170134"/>
              <a:gd name="csY2" fmla="*/ 64795 h 141753"/>
              <a:gd name="csX3" fmla="*/ 35439 w 170134"/>
              <a:gd name="csY3" fmla="*/ 78591 h 141753"/>
              <a:gd name="csX4" fmla="*/ 41155 w 170134"/>
              <a:gd name="csY4" fmla="*/ 92370 h 141753"/>
              <a:gd name="csX5" fmla="*/ 77751 w 170134"/>
              <a:gd name="csY5" fmla="*/ 128961 h 141753"/>
              <a:gd name="csX6" fmla="*/ 91549 w 170134"/>
              <a:gd name="csY6" fmla="*/ 134677 h 141753"/>
              <a:gd name="csX7" fmla="*/ 105330 w 170134"/>
              <a:gd name="csY7" fmla="*/ 128961 h 141753"/>
              <a:gd name="csX8" fmla="*/ 164434 w 170134"/>
              <a:gd name="csY8" fmla="*/ 69882 h 141753"/>
              <a:gd name="csX9" fmla="*/ 170134 w 170134"/>
              <a:gd name="csY9" fmla="*/ 56086 h 141753"/>
              <a:gd name="csX10" fmla="*/ 170134 w 170134"/>
              <a:gd name="csY10" fmla="*/ 15939 h 141753"/>
              <a:gd name="csX11" fmla="*/ 154176 w 170134"/>
              <a:gd name="csY11" fmla="*/ 0 h 141753"/>
              <a:gd name="csX12" fmla="*/ 114041 w 170134"/>
              <a:gd name="csY12" fmla="*/ 0 h 141753"/>
              <a:gd name="csX13" fmla="*/ 78602 w 170134"/>
              <a:gd name="csY13" fmla="*/ 7094 h 141753"/>
              <a:gd name="csX14" fmla="*/ 64804 w 170134"/>
              <a:gd name="csY14" fmla="*/ 12792 h 141753"/>
              <a:gd name="csX15" fmla="*/ 5717 w 170134"/>
              <a:gd name="csY15" fmla="*/ 71889 h 141753"/>
              <a:gd name="csX16" fmla="*/ 0 w 170134"/>
              <a:gd name="csY16" fmla="*/ 85668 h 141753"/>
              <a:gd name="csX17" fmla="*/ 5717 w 170134"/>
              <a:gd name="csY17" fmla="*/ 99447 h 141753"/>
              <a:gd name="csX18" fmla="*/ 42313 w 170134"/>
              <a:gd name="csY18" fmla="*/ 136055 h 141753"/>
              <a:gd name="csX19" fmla="*/ 56110 w 170134"/>
              <a:gd name="csY19" fmla="*/ 141753 h 141753"/>
              <a:gd name="csX20" fmla="*/ 69891 w 170134"/>
              <a:gd name="csY20" fmla="*/ 136055 h 141753"/>
              <a:gd name="csX21" fmla="*/ 72358 w 170134"/>
              <a:gd name="csY21" fmla="*/ 133571 h 141753"/>
              <a:gd name="csX22" fmla="*/ 36136 w 170134"/>
              <a:gd name="csY22" fmla="*/ 97372 h 141753"/>
              <a:gd name="csX23" fmla="*/ 28361 w 170134"/>
              <a:gd name="csY23" fmla="*/ 78591 h 141753"/>
              <a:gd name="csX24" fmla="*/ 36136 w 170134"/>
              <a:gd name="csY24" fmla="*/ 59777 h 141753"/>
              <a:gd name="csX25" fmla="*/ 88844 w 170134"/>
              <a:gd name="csY25" fmla="*/ 7094 h 141753"/>
              <a:gd name="csX26" fmla="*/ 78602 w 170134"/>
              <a:gd name="csY26" fmla="*/ 7094 h 141753"/>
              <a:gd name="csX27" fmla="*/ 138234 w 170134"/>
              <a:gd name="csY27" fmla="*/ 21264 h 141753"/>
              <a:gd name="csX28" fmla="*/ 148867 w 170134"/>
              <a:gd name="csY28" fmla="*/ 31896 h 141753"/>
              <a:gd name="csX29" fmla="*/ 138234 w 170134"/>
              <a:gd name="csY29" fmla="*/ 42528 h 141753"/>
              <a:gd name="csX30" fmla="*/ 127601 w 170134"/>
              <a:gd name="csY30" fmla="*/ 31896 h 141753"/>
              <a:gd name="csX31" fmla="*/ 138234 w 170134"/>
              <a:gd name="csY31" fmla="*/ 21264 h 141753"/>
            </a:gdLst>
            <a:ahLst/>
            <a:cxnLst/>
            <a:rect l="l" t="t" r="r" b="b"/>
            <a:pathLst>
              <a:path w="100000" h="100000">
                <a:moveTo>
                  <a:pt x="67030" y="8341"/>
                </a:moveTo>
                <a:cubicBezTo>
                  <a:pt x="63970" y="8341"/>
                  <a:pt x="61090" y="9530"/>
                  <a:pt x="58920" y="11700"/>
                </a:cubicBezTo>
                <a:lnTo>
                  <a:pt x="24190" y="46425"/>
                </a:lnTo>
                <a:cubicBezTo>
                  <a:pt x="22030" y="48586"/>
                  <a:pt x="20830" y="51475"/>
                  <a:pt x="20830" y="54534"/>
                </a:cubicBezTo>
                <a:cubicBezTo>
                  <a:pt x="20830" y="57594"/>
                  <a:pt x="22030" y="60464"/>
                  <a:pt x="24190" y="62633"/>
                </a:cubicBezTo>
                <a:lnTo>
                  <a:pt x="45700" y="84140"/>
                </a:lnTo>
                <a:cubicBezTo>
                  <a:pt x="47870" y="86301"/>
                  <a:pt x="50750" y="87500"/>
                  <a:pt x="53810" y="87500"/>
                </a:cubicBezTo>
                <a:cubicBezTo>
                  <a:pt x="56870" y="87500"/>
                  <a:pt x="59750" y="86301"/>
                  <a:pt x="61910" y="84140"/>
                </a:cubicBezTo>
                <a:lnTo>
                  <a:pt x="96650" y="49415"/>
                </a:lnTo>
                <a:cubicBezTo>
                  <a:pt x="98810" y="47245"/>
                  <a:pt x="100000" y="44366"/>
                  <a:pt x="100000" y="41307"/>
                </a:cubicBezTo>
                <a:lnTo>
                  <a:pt x="100000" y="17709"/>
                </a:lnTo>
                <a:cubicBezTo>
                  <a:pt x="100000" y="12550"/>
                  <a:pt x="95800" y="8341"/>
                  <a:pt x="90620" y="8341"/>
                </a:cubicBezTo>
                <a:lnTo>
                  <a:pt x="67030" y="8341"/>
                </a:lnTo>
                <a:close/>
                <a:moveTo>
                  <a:pt x="46200" y="12510"/>
                </a:moveTo>
                <a:cubicBezTo>
                  <a:pt x="43140" y="12510"/>
                  <a:pt x="40250" y="13700"/>
                  <a:pt x="38090" y="15860"/>
                </a:cubicBezTo>
                <a:lnTo>
                  <a:pt x="3360" y="50595"/>
                </a:lnTo>
                <a:cubicBezTo>
                  <a:pt x="1190" y="52755"/>
                  <a:pt x="0" y="55635"/>
                  <a:pt x="0" y="58694"/>
                </a:cubicBezTo>
                <a:cubicBezTo>
                  <a:pt x="0" y="61753"/>
                  <a:pt x="1190" y="64633"/>
                  <a:pt x="3360" y="66793"/>
                </a:cubicBezTo>
                <a:lnTo>
                  <a:pt x="24870" y="88310"/>
                </a:lnTo>
                <a:cubicBezTo>
                  <a:pt x="27030" y="90470"/>
                  <a:pt x="29910" y="91659"/>
                  <a:pt x="32980" y="91659"/>
                </a:cubicBezTo>
                <a:cubicBezTo>
                  <a:pt x="36040" y="91659"/>
                  <a:pt x="38910" y="90470"/>
                  <a:pt x="41080" y="88310"/>
                </a:cubicBezTo>
                <a:lnTo>
                  <a:pt x="42530" y="86850"/>
                </a:lnTo>
                <a:lnTo>
                  <a:pt x="21240" y="65573"/>
                </a:lnTo>
                <a:cubicBezTo>
                  <a:pt x="18290" y="62623"/>
                  <a:pt x="16670" y="58704"/>
                  <a:pt x="16670" y="54534"/>
                </a:cubicBezTo>
                <a:cubicBezTo>
                  <a:pt x="16670" y="50355"/>
                  <a:pt x="18290" y="46425"/>
                  <a:pt x="21240" y="43476"/>
                </a:cubicBezTo>
                <a:lnTo>
                  <a:pt x="52220" y="12510"/>
                </a:lnTo>
                <a:lnTo>
                  <a:pt x="46200" y="12510"/>
                </a:lnTo>
                <a:close/>
                <a:moveTo>
                  <a:pt x="81250" y="20839"/>
                </a:moveTo>
                <a:cubicBezTo>
                  <a:pt x="84700" y="20839"/>
                  <a:pt x="87500" y="23639"/>
                  <a:pt x="87500" y="27088"/>
                </a:cubicBezTo>
                <a:cubicBezTo>
                  <a:pt x="87500" y="30538"/>
                  <a:pt x="84700" y="33338"/>
                  <a:pt x="81250" y="33338"/>
                </a:cubicBezTo>
                <a:cubicBezTo>
                  <a:pt x="77800" y="33338"/>
                  <a:pt x="75000" y="30538"/>
                  <a:pt x="75000" y="27088"/>
                </a:cubicBezTo>
                <a:cubicBezTo>
                  <a:pt x="75000" y="23639"/>
                  <a:pt x="77800" y="20839"/>
                  <a:pt x="81250" y="2083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7" name="Чёрный — SVG 24">
            <a:extLst>
              <a:ext uri="{FF2B5EF4-FFF2-40B4-BE49-F238E27FC236}">
                <a16:creationId xmlns:a16="http://schemas.microsoft.com/office/drawing/2014/main" id="{45844323-2727-E54A-840C-B66C1D821629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88351 w 125828"/>
              <a:gd name="csY0" fmla="*/ 7 h 139990"/>
              <a:gd name="csX1" fmla="*/ 85424 w 125828"/>
              <a:gd name="csY1" fmla="*/ 1078 h 139990"/>
              <a:gd name="csX2" fmla="*/ 50343 w 125828"/>
              <a:gd name="csY2" fmla="*/ 27377 h 139990"/>
              <a:gd name="csX3" fmla="*/ 71677 w 125828"/>
              <a:gd name="csY3" fmla="*/ 37210 h 139990"/>
              <a:gd name="csX4" fmla="*/ 97470 w 125828"/>
              <a:gd name="csY4" fmla="*/ 37210 h 139990"/>
              <a:gd name="csX5" fmla="*/ 109873 w 125828"/>
              <a:gd name="csY5" fmla="*/ 49628 h 139990"/>
              <a:gd name="csX6" fmla="*/ 106249 w 125828"/>
              <a:gd name="csY6" fmla="*/ 58406 h 139990"/>
              <a:gd name="csX7" fmla="*/ 97470 w 125828"/>
              <a:gd name="csY7" fmla="*/ 62029 h 139990"/>
              <a:gd name="csX8" fmla="*/ 80593 w 125828"/>
              <a:gd name="csY8" fmla="*/ 62029 h 139990"/>
              <a:gd name="csX9" fmla="*/ 90801 w 125828"/>
              <a:gd name="csY9" fmla="*/ 76693 h 139990"/>
              <a:gd name="csX10" fmla="*/ 123704 w 125828"/>
              <a:gd name="csY10" fmla="*/ 52112 h 139990"/>
              <a:gd name="csX11" fmla="*/ 125780 w 125828"/>
              <a:gd name="csY11" fmla="*/ 48607 h 139990"/>
              <a:gd name="csX12" fmla="*/ 124776 w 125828"/>
              <a:gd name="csY12" fmla="*/ 44661 h 139990"/>
              <a:gd name="csX13" fmla="*/ 92876 w 125828"/>
              <a:gd name="csY13" fmla="*/ 2133 h 139990"/>
              <a:gd name="csX14" fmla="*/ 88351 w 125828"/>
              <a:gd name="csY14" fmla="*/ 7 h 139990"/>
              <a:gd name="csX15" fmla="*/ 14172 w 125828"/>
              <a:gd name="csY15" fmla="*/ 5314 h 139990"/>
              <a:gd name="csX16" fmla="*/ 4151 w 125828"/>
              <a:gd name="csY16" fmla="*/ 9482 h 139990"/>
              <a:gd name="csX17" fmla="*/ 0 w 125828"/>
              <a:gd name="csY17" fmla="*/ 19501 h 139990"/>
              <a:gd name="csX18" fmla="*/ 4151 w 125828"/>
              <a:gd name="csY18" fmla="*/ 29521 h 139990"/>
              <a:gd name="csX19" fmla="*/ 14172 w 125828"/>
              <a:gd name="csY19" fmla="*/ 33672 h 139990"/>
              <a:gd name="csX20" fmla="*/ 24210 w 125828"/>
              <a:gd name="csY20" fmla="*/ 29521 h 139990"/>
              <a:gd name="csX21" fmla="*/ 28361 w 125828"/>
              <a:gd name="csY21" fmla="*/ 19501 h 139990"/>
              <a:gd name="csX22" fmla="*/ 24210 w 125828"/>
              <a:gd name="csY22" fmla="*/ 9482 h 139990"/>
              <a:gd name="csX23" fmla="*/ 14172 w 125828"/>
              <a:gd name="csY23" fmla="*/ 5314 h 139990"/>
              <a:gd name="csX24" fmla="*/ 37209 w 125828"/>
              <a:gd name="csY24" fmla="*/ 30133 h 139990"/>
              <a:gd name="csX25" fmla="*/ 24806 w 125828"/>
              <a:gd name="csY25" fmla="*/ 42534 h 139990"/>
              <a:gd name="csX26" fmla="*/ 26694 w 125828"/>
              <a:gd name="csY26" fmla="*/ 49032 h 139990"/>
              <a:gd name="csX27" fmla="*/ 26575 w 125828"/>
              <a:gd name="csY27" fmla="*/ 49118 h 139990"/>
              <a:gd name="csX28" fmla="*/ 27562 w 125828"/>
              <a:gd name="csY28" fmla="*/ 50223 h 139990"/>
              <a:gd name="csX29" fmla="*/ 28668 w 125828"/>
              <a:gd name="csY29" fmla="*/ 51482 h 139990"/>
              <a:gd name="csX30" fmla="*/ 54936 w 125828"/>
              <a:gd name="csY30" fmla="*/ 81269 h 139990"/>
              <a:gd name="csX31" fmla="*/ 54936 w 125828"/>
              <a:gd name="csY31" fmla="*/ 106326 h 139990"/>
              <a:gd name="csX32" fmla="*/ 43707 w 125828"/>
              <a:gd name="csY32" fmla="*/ 131128 h 139990"/>
              <a:gd name="csX33" fmla="*/ 43946 w 125828"/>
              <a:gd name="csY33" fmla="*/ 130788 h 139990"/>
              <a:gd name="csX34" fmla="*/ 43231 w 125828"/>
              <a:gd name="csY34" fmla="*/ 132047 h 139990"/>
              <a:gd name="csX35" fmla="*/ 45222 w 125828"/>
              <a:gd name="csY35" fmla="*/ 139293 h 139990"/>
              <a:gd name="csX36" fmla="*/ 47842 w 125828"/>
              <a:gd name="csY36" fmla="*/ 139991 h 139990"/>
              <a:gd name="csX37" fmla="*/ 52470 w 125828"/>
              <a:gd name="csY37" fmla="*/ 137320 h 139990"/>
              <a:gd name="csX38" fmla="*/ 66658 w 125828"/>
              <a:gd name="csY38" fmla="*/ 112501 h 139990"/>
              <a:gd name="csX39" fmla="*/ 67305 w 125828"/>
              <a:gd name="csY39" fmla="*/ 110528 h 139990"/>
              <a:gd name="csX40" fmla="*/ 70317 w 125828"/>
              <a:gd name="csY40" fmla="*/ 86440 h 139990"/>
              <a:gd name="csX41" fmla="*/ 86071 w 125828"/>
              <a:gd name="csY41" fmla="*/ 104557 h 139990"/>
              <a:gd name="csX42" fmla="*/ 85067 w 125828"/>
              <a:gd name="csY42" fmla="*/ 130414 h 139990"/>
              <a:gd name="csX43" fmla="*/ 85169 w 125828"/>
              <a:gd name="csY43" fmla="*/ 130056 h 139990"/>
              <a:gd name="csX44" fmla="*/ 85101 w 125828"/>
              <a:gd name="csY44" fmla="*/ 130465 h 139990"/>
              <a:gd name="csX45" fmla="*/ 89729 w 125828"/>
              <a:gd name="csY45" fmla="*/ 136402 h 139990"/>
              <a:gd name="csX46" fmla="*/ 90392 w 125828"/>
              <a:gd name="csY46" fmla="*/ 136453 h 139990"/>
              <a:gd name="csX47" fmla="*/ 95666 w 125828"/>
              <a:gd name="csY47" fmla="*/ 131792 h 139990"/>
              <a:gd name="csX48" fmla="*/ 99205 w 125828"/>
              <a:gd name="csY48" fmla="*/ 103451 h 139990"/>
              <a:gd name="csX49" fmla="*/ 98304 w 125828"/>
              <a:gd name="csY49" fmla="*/ 99760 h 139990"/>
              <a:gd name="csX50" fmla="*/ 75761 w 125828"/>
              <a:gd name="csY50" fmla="*/ 67234 h 139990"/>
              <a:gd name="csX51" fmla="*/ 75335 w 125828"/>
              <a:gd name="csY51" fmla="*/ 66741 h 139990"/>
              <a:gd name="csX52" fmla="*/ 75421 w 125828"/>
              <a:gd name="csY52" fmla="*/ 66673 h 139990"/>
              <a:gd name="csX53" fmla="*/ 71252 w 125828"/>
              <a:gd name="csY53" fmla="*/ 61995 h 139990"/>
              <a:gd name="csX54" fmla="*/ 71184 w 125828"/>
              <a:gd name="csY54" fmla="*/ 61978 h 139990"/>
              <a:gd name="csX55" fmla="*/ 70895 w 125828"/>
              <a:gd name="csY55" fmla="*/ 62029 h 139990"/>
              <a:gd name="csX56" fmla="*/ 69500 w 125828"/>
              <a:gd name="csY56" fmla="*/ 61740 h 139990"/>
              <a:gd name="csX57" fmla="*/ 51772 w 125828"/>
              <a:gd name="csY57" fmla="*/ 54136 h 139990"/>
              <a:gd name="csX58" fmla="*/ 49917 w 125828"/>
              <a:gd name="csY58" fmla="*/ 49492 h 139990"/>
              <a:gd name="csX59" fmla="*/ 53405 w 125828"/>
              <a:gd name="csY59" fmla="*/ 47382 h 139990"/>
              <a:gd name="csX60" fmla="*/ 70623 w 125828"/>
              <a:gd name="csY60" fmla="*/ 54544 h 139990"/>
              <a:gd name="csX61" fmla="*/ 72664 w 125828"/>
              <a:gd name="csY61" fmla="*/ 54935 h 139990"/>
              <a:gd name="csX62" fmla="*/ 75080 w 125828"/>
              <a:gd name="csY62" fmla="*/ 54935 h 139990"/>
              <a:gd name="csX63" fmla="*/ 93931 w 125828"/>
              <a:gd name="csY63" fmla="*/ 54935 h 139990"/>
              <a:gd name="csX64" fmla="*/ 97470 w 125828"/>
              <a:gd name="csY64" fmla="*/ 54935 h 139990"/>
              <a:gd name="csX65" fmla="*/ 101230 w 125828"/>
              <a:gd name="csY65" fmla="*/ 53387 h 139990"/>
              <a:gd name="csX66" fmla="*/ 102795 w 125828"/>
              <a:gd name="csY66" fmla="*/ 49628 h 139990"/>
              <a:gd name="csX67" fmla="*/ 97470 w 125828"/>
              <a:gd name="csY67" fmla="*/ 44304 h 139990"/>
              <a:gd name="csX68" fmla="*/ 93931 w 125828"/>
              <a:gd name="csY68" fmla="*/ 44304 h 139990"/>
              <a:gd name="csX69" fmla="*/ 73719 w 125828"/>
              <a:gd name="csY69" fmla="*/ 44304 h 139990"/>
              <a:gd name="csX70" fmla="*/ 43707 w 125828"/>
              <a:gd name="csY70" fmla="*/ 31851 h 139990"/>
              <a:gd name="csX71" fmla="*/ 42346 w 125828"/>
              <a:gd name="csY71" fmla="*/ 31494 h 139990"/>
              <a:gd name="csX72" fmla="*/ 40611 w 125828"/>
              <a:gd name="csY72" fmla="*/ 30712 h 139990"/>
              <a:gd name="csX73" fmla="*/ 40509 w 125828"/>
              <a:gd name="csY73" fmla="*/ 30627 h 139990"/>
              <a:gd name="csX74" fmla="*/ 37209 w 125828"/>
              <a:gd name="csY74" fmla="*/ 30133 h 139990"/>
            </a:gdLst>
            <a:ahLst/>
            <a:cxnLst/>
            <a:rect l="l" t="t" r="r" b="b"/>
            <a:pathLst>
              <a:path w="100000" h="100000">
                <a:moveTo>
                  <a:pt x="68171" y="5"/>
                </a:moveTo>
                <a:cubicBezTo>
                  <a:pt x="67441" y="41"/>
                  <a:pt x="66712" y="296"/>
                  <a:pt x="66080" y="770"/>
                </a:cubicBezTo>
                <a:lnTo>
                  <a:pt x="41020" y="19556"/>
                </a:lnTo>
                <a:lnTo>
                  <a:pt x="56260" y="26580"/>
                </a:lnTo>
                <a:lnTo>
                  <a:pt x="74685" y="26580"/>
                </a:lnTo>
                <a:cubicBezTo>
                  <a:pt x="79570" y="26580"/>
                  <a:pt x="83545" y="30566"/>
                  <a:pt x="83545" y="35451"/>
                </a:cubicBezTo>
                <a:cubicBezTo>
                  <a:pt x="83545" y="37821"/>
                  <a:pt x="82633" y="40044"/>
                  <a:pt x="80956" y="41722"/>
                </a:cubicBezTo>
                <a:cubicBezTo>
                  <a:pt x="79279" y="43386"/>
                  <a:pt x="77054" y="44310"/>
                  <a:pt x="74685" y="44310"/>
                </a:cubicBezTo>
                <a:lnTo>
                  <a:pt x="62629" y="44310"/>
                </a:lnTo>
                <a:cubicBezTo>
                  <a:pt x="65180" y="47712"/>
                  <a:pt x="67623" y="51199"/>
                  <a:pt x="69921" y="54785"/>
                </a:cubicBezTo>
                <a:lnTo>
                  <a:pt x="93425" y="37226"/>
                </a:lnTo>
                <a:cubicBezTo>
                  <a:pt x="94227" y="36618"/>
                  <a:pt x="94762" y="35718"/>
                  <a:pt x="94907" y="34722"/>
                </a:cubicBezTo>
                <a:cubicBezTo>
                  <a:pt x="95041" y="33725"/>
                  <a:pt x="94786" y="32704"/>
                  <a:pt x="94190" y="31903"/>
                </a:cubicBezTo>
                <a:lnTo>
                  <a:pt x="71403" y="1524"/>
                </a:lnTo>
                <a:cubicBezTo>
                  <a:pt x="70613" y="479"/>
                  <a:pt x="69386" y="-56"/>
                  <a:pt x="68171" y="5"/>
                </a:cubicBezTo>
                <a:close/>
                <a:moveTo>
                  <a:pt x="15182" y="3796"/>
                </a:moveTo>
                <a:cubicBezTo>
                  <a:pt x="12496" y="3796"/>
                  <a:pt x="9919" y="4865"/>
                  <a:pt x="8023" y="6773"/>
                </a:cubicBezTo>
                <a:cubicBezTo>
                  <a:pt x="6128" y="8668"/>
                  <a:pt x="5058" y="11245"/>
                  <a:pt x="5058" y="13930"/>
                </a:cubicBezTo>
                <a:cubicBezTo>
                  <a:pt x="5058" y="16616"/>
                  <a:pt x="6128" y="19192"/>
                  <a:pt x="8023" y="21088"/>
                </a:cubicBezTo>
                <a:cubicBezTo>
                  <a:pt x="9919" y="22984"/>
                  <a:pt x="12496" y="24053"/>
                  <a:pt x="15182" y="24053"/>
                </a:cubicBezTo>
                <a:cubicBezTo>
                  <a:pt x="17868" y="24053"/>
                  <a:pt x="20444" y="22984"/>
                  <a:pt x="22352" y="21088"/>
                </a:cubicBezTo>
                <a:cubicBezTo>
                  <a:pt x="24248" y="19192"/>
                  <a:pt x="25318" y="16616"/>
                  <a:pt x="25318" y="13930"/>
                </a:cubicBezTo>
                <a:cubicBezTo>
                  <a:pt x="25318" y="11245"/>
                  <a:pt x="24248" y="8668"/>
                  <a:pt x="22352" y="6773"/>
                </a:cubicBezTo>
                <a:cubicBezTo>
                  <a:pt x="20444" y="4865"/>
                  <a:pt x="17868" y="3796"/>
                  <a:pt x="15182" y="3796"/>
                </a:cubicBezTo>
                <a:close/>
                <a:moveTo>
                  <a:pt x="31638" y="21525"/>
                </a:moveTo>
                <a:cubicBezTo>
                  <a:pt x="26752" y="21525"/>
                  <a:pt x="22778" y="25487"/>
                  <a:pt x="22778" y="30384"/>
                </a:cubicBezTo>
                <a:cubicBezTo>
                  <a:pt x="22778" y="32097"/>
                  <a:pt x="23288" y="33677"/>
                  <a:pt x="24127" y="35025"/>
                </a:cubicBezTo>
                <a:lnTo>
                  <a:pt x="24042" y="35087"/>
                </a:lnTo>
                <a:lnTo>
                  <a:pt x="24747" y="35876"/>
                </a:lnTo>
                <a:cubicBezTo>
                  <a:pt x="24990" y="36193"/>
                  <a:pt x="25257" y="36496"/>
                  <a:pt x="25537" y="36775"/>
                </a:cubicBezTo>
                <a:lnTo>
                  <a:pt x="44301" y="58053"/>
                </a:lnTo>
                <a:lnTo>
                  <a:pt x="44301" y="75953"/>
                </a:lnTo>
                <a:lnTo>
                  <a:pt x="36280" y="93670"/>
                </a:lnTo>
                <a:lnTo>
                  <a:pt x="36450" y="93427"/>
                </a:lnTo>
                <a:lnTo>
                  <a:pt x="35940" y="94326"/>
                </a:lnTo>
                <a:cubicBezTo>
                  <a:pt x="34895" y="96136"/>
                  <a:pt x="35539" y="98458"/>
                  <a:pt x="37362" y="99502"/>
                </a:cubicBezTo>
                <a:cubicBezTo>
                  <a:pt x="37957" y="99843"/>
                  <a:pt x="38601" y="100001"/>
                  <a:pt x="39234" y="100001"/>
                </a:cubicBezTo>
                <a:cubicBezTo>
                  <a:pt x="40558" y="100001"/>
                  <a:pt x="41834" y="99320"/>
                  <a:pt x="42539" y="98093"/>
                </a:cubicBezTo>
                <a:lnTo>
                  <a:pt x="52674" y="80364"/>
                </a:lnTo>
                <a:cubicBezTo>
                  <a:pt x="52918" y="79939"/>
                  <a:pt x="53076" y="79452"/>
                  <a:pt x="53137" y="78954"/>
                </a:cubicBezTo>
                <a:lnTo>
                  <a:pt x="55288" y="61747"/>
                </a:lnTo>
                <a:lnTo>
                  <a:pt x="66542" y="74689"/>
                </a:lnTo>
                <a:lnTo>
                  <a:pt x="65825" y="93160"/>
                </a:lnTo>
                <a:lnTo>
                  <a:pt x="65898" y="92904"/>
                </a:lnTo>
                <a:lnTo>
                  <a:pt x="65849" y="93196"/>
                </a:lnTo>
                <a:cubicBezTo>
                  <a:pt x="65594" y="95274"/>
                  <a:pt x="67076" y="97181"/>
                  <a:pt x="69155" y="97437"/>
                </a:cubicBezTo>
                <a:cubicBezTo>
                  <a:pt x="69313" y="97461"/>
                  <a:pt x="69471" y="97473"/>
                  <a:pt x="69629" y="97473"/>
                </a:cubicBezTo>
                <a:cubicBezTo>
                  <a:pt x="71512" y="97473"/>
                  <a:pt x="73153" y="96063"/>
                  <a:pt x="73396" y="94144"/>
                </a:cubicBezTo>
                <a:lnTo>
                  <a:pt x="75924" y="73899"/>
                </a:lnTo>
                <a:cubicBezTo>
                  <a:pt x="76033" y="72963"/>
                  <a:pt x="75815" y="72027"/>
                  <a:pt x="75280" y="71262"/>
                </a:cubicBezTo>
                <a:lnTo>
                  <a:pt x="59177" y="48028"/>
                </a:lnTo>
                <a:cubicBezTo>
                  <a:pt x="59080" y="47906"/>
                  <a:pt x="58983" y="47797"/>
                  <a:pt x="58873" y="47676"/>
                </a:cubicBezTo>
                <a:lnTo>
                  <a:pt x="58934" y="47627"/>
                </a:lnTo>
                <a:lnTo>
                  <a:pt x="55956" y="44285"/>
                </a:lnTo>
                <a:cubicBezTo>
                  <a:pt x="55944" y="44285"/>
                  <a:pt x="55920" y="44273"/>
                  <a:pt x="55908" y="44273"/>
                </a:cubicBezTo>
                <a:cubicBezTo>
                  <a:pt x="55835" y="44285"/>
                  <a:pt x="55762" y="44310"/>
                  <a:pt x="55701" y="44310"/>
                </a:cubicBezTo>
                <a:cubicBezTo>
                  <a:pt x="55360" y="44310"/>
                  <a:pt x="55033" y="44249"/>
                  <a:pt x="54705" y="44103"/>
                </a:cubicBezTo>
                <a:lnTo>
                  <a:pt x="42041" y="38671"/>
                </a:lnTo>
                <a:cubicBezTo>
                  <a:pt x="40753" y="38124"/>
                  <a:pt x="40157" y="36642"/>
                  <a:pt x="40716" y="35354"/>
                </a:cubicBezTo>
                <a:cubicBezTo>
                  <a:pt x="41142" y="34345"/>
                  <a:pt x="42162" y="33774"/>
                  <a:pt x="43207" y="33847"/>
                </a:cubicBezTo>
                <a:lnTo>
                  <a:pt x="55507" y="38963"/>
                </a:lnTo>
                <a:cubicBezTo>
                  <a:pt x="55968" y="39145"/>
                  <a:pt x="56467" y="39242"/>
                  <a:pt x="56965" y="39242"/>
                </a:cubicBezTo>
                <a:lnTo>
                  <a:pt x="58691" y="39242"/>
                </a:lnTo>
                <a:lnTo>
                  <a:pt x="72157" y="39242"/>
                </a:lnTo>
                <a:lnTo>
                  <a:pt x="74685" y="39242"/>
                </a:lnTo>
                <a:cubicBezTo>
                  <a:pt x="75705" y="39242"/>
                  <a:pt x="76653" y="38853"/>
                  <a:pt x="77371" y="38136"/>
                </a:cubicBezTo>
                <a:cubicBezTo>
                  <a:pt x="78088" y="37420"/>
                  <a:pt x="78488" y="36460"/>
                  <a:pt x="78488" y="35451"/>
                </a:cubicBezTo>
                <a:cubicBezTo>
                  <a:pt x="78488" y="33349"/>
                  <a:pt x="76775" y="31648"/>
                  <a:pt x="74685" y="31648"/>
                </a:cubicBezTo>
                <a:lnTo>
                  <a:pt x="72157" y="31648"/>
                </a:lnTo>
                <a:lnTo>
                  <a:pt x="57718" y="31648"/>
                </a:lnTo>
                <a:lnTo>
                  <a:pt x="36280" y="22752"/>
                </a:lnTo>
                <a:cubicBezTo>
                  <a:pt x="35952" y="22619"/>
                  <a:pt x="35624" y="22546"/>
                  <a:pt x="35308" y="22497"/>
                </a:cubicBezTo>
                <a:lnTo>
                  <a:pt x="34068" y="21939"/>
                </a:lnTo>
                <a:cubicBezTo>
                  <a:pt x="34044" y="21914"/>
                  <a:pt x="34032" y="21890"/>
                  <a:pt x="33995" y="21878"/>
                </a:cubicBezTo>
                <a:cubicBezTo>
                  <a:pt x="33242" y="21671"/>
                  <a:pt x="32464" y="21525"/>
                  <a:pt x="31638" y="2152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8" name="Чёрный — SVG 25">
            <a:extLst>
              <a:ext uri="{FF2B5EF4-FFF2-40B4-BE49-F238E27FC236}">
                <a16:creationId xmlns:a16="http://schemas.microsoft.com/office/drawing/2014/main" id="{73B31F87-D2C5-2A4F-8C63-3DB64FEF7FC1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130042 w 139265"/>
              <a:gd name="csY0" fmla="*/ 6715 h 147379"/>
              <a:gd name="csX1" fmla="*/ 93608 w 139265"/>
              <a:gd name="csY1" fmla="*/ 7497 h 147379"/>
              <a:gd name="csX2" fmla="*/ 83000 w 139265"/>
              <a:gd name="csY2" fmla="*/ 17704 h 147379"/>
              <a:gd name="csX3" fmla="*/ 70885 w 139265"/>
              <a:gd name="csY3" fmla="*/ 26737 h 147379"/>
              <a:gd name="csX4" fmla="*/ 70885 w 139265"/>
              <a:gd name="csY4" fmla="*/ 43765 h 147379"/>
              <a:gd name="csX5" fmla="*/ 65568 w 139265"/>
              <a:gd name="csY5" fmla="*/ 49072 h 147379"/>
              <a:gd name="csX6" fmla="*/ 60251 w 139265"/>
              <a:gd name="csY6" fmla="*/ 43765 h 147379"/>
              <a:gd name="csX7" fmla="*/ 60251 w 139265"/>
              <a:gd name="csY7" fmla="*/ 31619 h 147379"/>
              <a:gd name="csX8" fmla="*/ 49618 w 139265"/>
              <a:gd name="csY8" fmla="*/ 34273 h 147379"/>
              <a:gd name="csX9" fmla="*/ 49618 w 139265"/>
              <a:gd name="csY9" fmla="*/ 47303 h 147379"/>
              <a:gd name="csX10" fmla="*/ 44301 w 139265"/>
              <a:gd name="csY10" fmla="*/ 52628 h 147379"/>
              <a:gd name="csX11" fmla="*/ 38985 w 139265"/>
              <a:gd name="csY11" fmla="*/ 47303 h 147379"/>
              <a:gd name="csX12" fmla="*/ 38985 w 139265"/>
              <a:gd name="csY12" fmla="*/ 35259 h 147379"/>
              <a:gd name="csX13" fmla="*/ 19115 w 139265"/>
              <a:gd name="csY13" fmla="*/ 36688 h 147379"/>
              <a:gd name="csX14" fmla="*/ 14174 w 139265"/>
              <a:gd name="csY14" fmla="*/ 41996 h 147379"/>
              <a:gd name="csX15" fmla="*/ 14174 w 139265"/>
              <a:gd name="csY15" fmla="*/ 54397 h 147379"/>
              <a:gd name="csX16" fmla="*/ 16758 w 139265"/>
              <a:gd name="csY16" fmla="*/ 58956 h 147379"/>
              <a:gd name="csX17" fmla="*/ 21035 w 139265"/>
              <a:gd name="csY17" fmla="*/ 65999 h 147379"/>
              <a:gd name="csX18" fmla="*/ 17636 w 139265"/>
              <a:gd name="csY18" fmla="*/ 73517 h 147379"/>
              <a:gd name="csX19" fmla="*/ 2052 w 139265"/>
              <a:gd name="csY19" fmla="*/ 85629 h 147379"/>
              <a:gd name="csX20" fmla="*/ 492 w 139265"/>
              <a:gd name="csY20" fmla="*/ 92060 h 147379"/>
              <a:gd name="csX21" fmla="*/ 13483 w 139265"/>
              <a:gd name="csY21" fmla="*/ 120145 h 147379"/>
              <a:gd name="csX22" fmla="*/ 30366 w 139265"/>
              <a:gd name="csY22" fmla="*/ 143603 h 147379"/>
              <a:gd name="csX23" fmla="*/ 41746 w 139265"/>
              <a:gd name="csY23" fmla="*/ 147380 h 147379"/>
              <a:gd name="csX24" fmla="*/ 44298 w 139265"/>
              <a:gd name="csY24" fmla="*/ 147227 h 147379"/>
              <a:gd name="csX25" fmla="*/ 58873 w 139265"/>
              <a:gd name="csY25" fmla="*/ 139487 h 147379"/>
              <a:gd name="csX26" fmla="*/ 80405 w 139265"/>
              <a:gd name="csY26" fmla="*/ 110006 h 147379"/>
              <a:gd name="csX27" fmla="*/ 86183 w 139265"/>
              <a:gd name="csY27" fmla="*/ 99255 h 147379"/>
              <a:gd name="csX28" fmla="*/ 86590 w 139265"/>
              <a:gd name="csY28" fmla="*/ 98949 h 147379"/>
              <a:gd name="csX29" fmla="*/ 121460 w 139265"/>
              <a:gd name="csY29" fmla="*/ 62613 h 147379"/>
              <a:gd name="csX30" fmla="*/ 135624 w 139265"/>
              <a:gd name="csY30" fmla="*/ 40618 h 147379"/>
              <a:gd name="csX31" fmla="*/ 130042 w 139265"/>
              <a:gd name="csY31" fmla="*/ 6715 h 147379"/>
              <a:gd name="csX32" fmla="*/ 126554 w 139265"/>
              <a:gd name="csY32" fmla="*/ 35072 h 147379"/>
              <a:gd name="csX33" fmla="*/ 112518 w 139265"/>
              <a:gd name="csY33" fmla="*/ 56847 h 147379"/>
              <a:gd name="csX34" fmla="*/ 79839 w 139265"/>
              <a:gd name="csY34" fmla="*/ 90733 h 147379"/>
              <a:gd name="csX35" fmla="*/ 69959 w 139265"/>
              <a:gd name="csY35" fmla="*/ 107999 h 147379"/>
              <a:gd name="csX36" fmla="*/ 51253 w 139265"/>
              <a:gd name="csY36" fmla="*/ 132070 h 147379"/>
              <a:gd name="csX37" fmla="*/ 50753 w 139265"/>
              <a:gd name="csY37" fmla="*/ 132614 h 147379"/>
              <a:gd name="csX38" fmla="*/ 43051 w 139265"/>
              <a:gd name="csY38" fmla="*/ 136680 h 147379"/>
              <a:gd name="csX39" fmla="*/ 36975 w 139265"/>
              <a:gd name="csY39" fmla="*/ 135285 h 147379"/>
              <a:gd name="csX40" fmla="*/ 31691 w 139265"/>
              <a:gd name="csY40" fmla="*/ 130317 h 147379"/>
              <a:gd name="csX41" fmla="*/ 34012 w 139265"/>
              <a:gd name="csY41" fmla="*/ 128889 h 147379"/>
              <a:gd name="csX42" fmla="*/ 128461 w 139265"/>
              <a:gd name="csY42" fmla="*/ 24730 h 147379"/>
              <a:gd name="csX43" fmla="*/ 126554 w 139265"/>
              <a:gd name="csY43" fmla="*/ 35072 h 147379"/>
            </a:gdLst>
            <a:ahLst/>
            <a:cxnLst/>
            <a:rect l="l" t="t" r="r" b="b"/>
            <a:pathLst>
              <a:path w="100000" h="100000">
                <a:moveTo>
                  <a:pt x="90989" y="4556"/>
                </a:moveTo>
                <a:cubicBezTo>
                  <a:pt x="83818" y="-1711"/>
                  <a:pt x="73194" y="-1492"/>
                  <a:pt x="66268" y="5087"/>
                </a:cubicBezTo>
                <a:lnTo>
                  <a:pt x="59070" y="12013"/>
                </a:lnTo>
                <a:cubicBezTo>
                  <a:pt x="56583" y="14402"/>
                  <a:pt x="53811" y="16445"/>
                  <a:pt x="50850" y="18142"/>
                </a:cubicBezTo>
                <a:lnTo>
                  <a:pt x="50850" y="29696"/>
                </a:lnTo>
                <a:cubicBezTo>
                  <a:pt x="50850" y="31681"/>
                  <a:pt x="49234" y="33296"/>
                  <a:pt x="47242" y="33296"/>
                </a:cubicBezTo>
                <a:cubicBezTo>
                  <a:pt x="45251" y="33296"/>
                  <a:pt x="43634" y="31681"/>
                  <a:pt x="43634" y="29696"/>
                </a:cubicBezTo>
                <a:lnTo>
                  <a:pt x="43634" y="21454"/>
                </a:lnTo>
                <a:cubicBezTo>
                  <a:pt x="41295" y="22274"/>
                  <a:pt x="38879" y="22874"/>
                  <a:pt x="36420" y="23255"/>
                </a:cubicBezTo>
                <a:lnTo>
                  <a:pt x="36420" y="32096"/>
                </a:lnTo>
                <a:cubicBezTo>
                  <a:pt x="36420" y="34093"/>
                  <a:pt x="34803" y="35709"/>
                  <a:pt x="32812" y="35709"/>
                </a:cubicBezTo>
                <a:cubicBezTo>
                  <a:pt x="30821" y="35709"/>
                  <a:pt x="29205" y="34093"/>
                  <a:pt x="29205" y="32096"/>
                </a:cubicBezTo>
                <a:lnTo>
                  <a:pt x="29205" y="23924"/>
                </a:lnTo>
                <a:lnTo>
                  <a:pt x="15723" y="24894"/>
                </a:lnTo>
                <a:cubicBezTo>
                  <a:pt x="13832" y="25032"/>
                  <a:pt x="12370" y="26602"/>
                  <a:pt x="12370" y="28495"/>
                </a:cubicBezTo>
                <a:lnTo>
                  <a:pt x="12370" y="36910"/>
                </a:lnTo>
                <a:cubicBezTo>
                  <a:pt x="12370" y="38168"/>
                  <a:pt x="13034" y="39345"/>
                  <a:pt x="14123" y="40003"/>
                </a:cubicBezTo>
                <a:cubicBezTo>
                  <a:pt x="15845" y="41030"/>
                  <a:pt x="16903" y="42773"/>
                  <a:pt x="17025" y="44782"/>
                </a:cubicBezTo>
                <a:cubicBezTo>
                  <a:pt x="17146" y="46790"/>
                  <a:pt x="16304" y="48648"/>
                  <a:pt x="14719" y="49883"/>
                </a:cubicBezTo>
                <a:lnTo>
                  <a:pt x="4145" y="58101"/>
                </a:lnTo>
                <a:cubicBezTo>
                  <a:pt x="2820" y="59140"/>
                  <a:pt x="2382" y="60941"/>
                  <a:pt x="3087" y="62465"/>
                </a:cubicBezTo>
                <a:lnTo>
                  <a:pt x="11901" y="81521"/>
                </a:lnTo>
                <a:cubicBezTo>
                  <a:pt x="15131" y="88447"/>
                  <a:pt x="17257" y="92590"/>
                  <a:pt x="23357" y="97438"/>
                </a:cubicBezTo>
                <a:cubicBezTo>
                  <a:pt x="25470" y="99112"/>
                  <a:pt x="28163" y="100001"/>
                  <a:pt x="31078" y="100001"/>
                </a:cubicBezTo>
                <a:cubicBezTo>
                  <a:pt x="31646" y="100001"/>
                  <a:pt x="32228" y="99966"/>
                  <a:pt x="32810" y="99897"/>
                </a:cubicBezTo>
                <a:cubicBezTo>
                  <a:pt x="36692" y="99446"/>
                  <a:pt x="40369" y="97484"/>
                  <a:pt x="42699" y="94645"/>
                </a:cubicBezTo>
                <a:cubicBezTo>
                  <a:pt x="45272" y="92163"/>
                  <a:pt x="55984" y="81487"/>
                  <a:pt x="57309" y="74642"/>
                </a:cubicBezTo>
                <a:cubicBezTo>
                  <a:pt x="57940" y="71387"/>
                  <a:pt x="59836" y="68328"/>
                  <a:pt x="61230" y="67347"/>
                </a:cubicBezTo>
                <a:cubicBezTo>
                  <a:pt x="61326" y="67289"/>
                  <a:pt x="61417" y="67208"/>
                  <a:pt x="61506" y="67139"/>
                </a:cubicBezTo>
                <a:cubicBezTo>
                  <a:pt x="62214" y="66527"/>
                  <a:pt x="78914" y="52180"/>
                  <a:pt x="85166" y="42484"/>
                </a:cubicBezTo>
                <a:lnTo>
                  <a:pt x="94777" y="27560"/>
                </a:lnTo>
                <a:cubicBezTo>
                  <a:pt x="99172" y="20000"/>
                  <a:pt x="97578" y="10327"/>
                  <a:pt x="90989" y="4556"/>
                </a:cubicBezTo>
                <a:close/>
                <a:moveTo>
                  <a:pt x="88623" y="23797"/>
                </a:moveTo>
                <a:lnTo>
                  <a:pt x="79099" y="38572"/>
                </a:lnTo>
                <a:cubicBezTo>
                  <a:pt x="73669" y="46998"/>
                  <a:pt x="58407" y="60283"/>
                  <a:pt x="56925" y="61564"/>
                </a:cubicBezTo>
                <a:cubicBezTo>
                  <a:pt x="53360" y="64161"/>
                  <a:pt x="50994" y="69298"/>
                  <a:pt x="50222" y="73280"/>
                </a:cubicBezTo>
                <a:cubicBezTo>
                  <a:pt x="49542" y="76788"/>
                  <a:pt x="42389" y="84949"/>
                  <a:pt x="37529" y="89612"/>
                </a:cubicBezTo>
                <a:cubicBezTo>
                  <a:pt x="37408" y="89728"/>
                  <a:pt x="37292" y="89855"/>
                  <a:pt x="37190" y="89982"/>
                </a:cubicBezTo>
                <a:cubicBezTo>
                  <a:pt x="36044" y="91436"/>
                  <a:pt x="34044" y="92498"/>
                  <a:pt x="31964" y="92740"/>
                </a:cubicBezTo>
                <a:cubicBezTo>
                  <a:pt x="30326" y="92925"/>
                  <a:pt x="28851" y="92602"/>
                  <a:pt x="27841" y="91794"/>
                </a:cubicBezTo>
                <a:cubicBezTo>
                  <a:pt x="26383" y="90640"/>
                  <a:pt x="25244" y="89555"/>
                  <a:pt x="24256" y="88423"/>
                </a:cubicBezTo>
                <a:cubicBezTo>
                  <a:pt x="24837" y="88250"/>
                  <a:pt x="25386" y="87939"/>
                  <a:pt x="25831" y="87454"/>
                </a:cubicBezTo>
                <a:cubicBezTo>
                  <a:pt x="51138" y="60283"/>
                  <a:pt x="80739" y="28149"/>
                  <a:pt x="89916" y="16780"/>
                </a:cubicBezTo>
                <a:cubicBezTo>
                  <a:pt x="90272" y="19169"/>
                  <a:pt x="89870" y="21650"/>
                  <a:pt x="88623" y="2379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9" name="Чёрный — SVG 26">
            <a:extLst>
              <a:ext uri="{FF2B5EF4-FFF2-40B4-BE49-F238E27FC236}">
                <a16:creationId xmlns:a16="http://schemas.microsoft.com/office/drawing/2014/main" id="{AA859C1D-D2EE-564C-9AB7-5C3C8EE6655D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149126 w 163039"/>
              <a:gd name="csY0" fmla="*/ 46066 h 116951"/>
              <a:gd name="csX1" fmla="*/ 134459 w 163039"/>
              <a:gd name="csY1" fmla="*/ 11329 h 116951"/>
              <a:gd name="csX2" fmla="*/ 116755 w 163039"/>
              <a:gd name="csY2" fmla="*/ 0 h 116951"/>
              <a:gd name="csX3" fmla="*/ 109878 w 163039"/>
              <a:gd name="csY3" fmla="*/ 0 h 116951"/>
              <a:gd name="csX4" fmla="*/ 109878 w 163039"/>
              <a:gd name="csY4" fmla="*/ 19495 h 116951"/>
              <a:gd name="csX5" fmla="*/ 104561 w 163039"/>
              <a:gd name="csY5" fmla="*/ 24802 h 116951"/>
              <a:gd name="csX6" fmla="*/ 99244 w 163039"/>
              <a:gd name="csY6" fmla="*/ 19495 h 116951"/>
              <a:gd name="csX7" fmla="*/ 99244 w 163039"/>
              <a:gd name="csY7" fmla="*/ 0 h 116951"/>
              <a:gd name="csX8" fmla="*/ 86840 w 163039"/>
              <a:gd name="csY8" fmla="*/ 0 h 116951"/>
              <a:gd name="csX9" fmla="*/ 86840 w 163039"/>
              <a:gd name="csY9" fmla="*/ 19495 h 116951"/>
              <a:gd name="csX10" fmla="*/ 81523 w 163039"/>
              <a:gd name="csY10" fmla="*/ 24802 h 116951"/>
              <a:gd name="csX11" fmla="*/ 76206 w 163039"/>
              <a:gd name="csY11" fmla="*/ 19495 h 116951"/>
              <a:gd name="csX12" fmla="*/ 76206 w 163039"/>
              <a:gd name="csY12" fmla="*/ 0 h 116951"/>
              <a:gd name="csX13" fmla="*/ 63800 w 163039"/>
              <a:gd name="csY13" fmla="*/ 0 h 116951"/>
              <a:gd name="csX14" fmla="*/ 63800 w 163039"/>
              <a:gd name="csY14" fmla="*/ 19495 h 116951"/>
              <a:gd name="csX15" fmla="*/ 58484 w 163039"/>
              <a:gd name="csY15" fmla="*/ 24802 h 116951"/>
              <a:gd name="csX16" fmla="*/ 53167 w 163039"/>
              <a:gd name="csY16" fmla="*/ 19495 h 116951"/>
              <a:gd name="csX17" fmla="*/ 53167 w 163039"/>
              <a:gd name="csY17" fmla="*/ 0 h 116951"/>
              <a:gd name="csX18" fmla="*/ 46290 w 163039"/>
              <a:gd name="csY18" fmla="*/ 0 h 116951"/>
              <a:gd name="csX19" fmla="*/ 28518 w 163039"/>
              <a:gd name="csY19" fmla="*/ 11482 h 116951"/>
              <a:gd name="csX20" fmla="*/ 13919 w 163039"/>
              <a:gd name="csY20" fmla="*/ 46066 h 116951"/>
              <a:gd name="csX21" fmla="*/ 149126 w 163039"/>
              <a:gd name="csY21" fmla="*/ 46066 h 116951"/>
              <a:gd name="csX22" fmla="*/ 15070 w 163039"/>
              <a:gd name="csY22" fmla="*/ 70885 h 116951"/>
              <a:gd name="csX23" fmla="*/ 28589 w 163039"/>
              <a:gd name="csY23" fmla="*/ 105622 h 116951"/>
              <a:gd name="csX24" fmla="*/ 46290 w 163039"/>
              <a:gd name="csY24" fmla="*/ 116951 h 116951"/>
              <a:gd name="csX25" fmla="*/ 53167 w 163039"/>
              <a:gd name="csY25" fmla="*/ 116951 h 116951"/>
              <a:gd name="csX26" fmla="*/ 53167 w 163039"/>
              <a:gd name="csY26" fmla="*/ 97457 h 116951"/>
              <a:gd name="csX27" fmla="*/ 58484 w 163039"/>
              <a:gd name="csY27" fmla="*/ 92149 h 116951"/>
              <a:gd name="csX28" fmla="*/ 63800 w 163039"/>
              <a:gd name="csY28" fmla="*/ 97457 h 116951"/>
              <a:gd name="csX29" fmla="*/ 63800 w 163039"/>
              <a:gd name="csY29" fmla="*/ 116951 h 116951"/>
              <a:gd name="csX30" fmla="*/ 76206 w 163039"/>
              <a:gd name="csY30" fmla="*/ 116951 h 116951"/>
              <a:gd name="csX31" fmla="*/ 76206 w 163039"/>
              <a:gd name="csY31" fmla="*/ 97457 h 116951"/>
              <a:gd name="csX32" fmla="*/ 81523 w 163039"/>
              <a:gd name="csY32" fmla="*/ 92149 h 116951"/>
              <a:gd name="csX33" fmla="*/ 86840 w 163039"/>
              <a:gd name="csY33" fmla="*/ 97457 h 116951"/>
              <a:gd name="csX34" fmla="*/ 86840 w 163039"/>
              <a:gd name="csY34" fmla="*/ 116951 h 116951"/>
              <a:gd name="csX35" fmla="*/ 99244 w 163039"/>
              <a:gd name="csY35" fmla="*/ 116951 h 116951"/>
              <a:gd name="csX36" fmla="*/ 99244 w 163039"/>
              <a:gd name="csY36" fmla="*/ 97457 h 116951"/>
              <a:gd name="csX37" fmla="*/ 104561 w 163039"/>
              <a:gd name="csY37" fmla="*/ 92149 h 116951"/>
              <a:gd name="csX38" fmla="*/ 109878 w 163039"/>
              <a:gd name="csY38" fmla="*/ 97457 h 116951"/>
              <a:gd name="csX39" fmla="*/ 109878 w 163039"/>
              <a:gd name="csY39" fmla="*/ 116951 h 116951"/>
              <a:gd name="csX40" fmla="*/ 116755 w 163039"/>
              <a:gd name="csY40" fmla="*/ 116951 h 116951"/>
              <a:gd name="csX41" fmla="*/ 134583 w 163039"/>
              <a:gd name="csY41" fmla="*/ 105333 h 116951"/>
              <a:gd name="csX42" fmla="*/ 147978 w 163039"/>
              <a:gd name="csY42" fmla="*/ 70885 h 116951"/>
              <a:gd name="csX43" fmla="*/ 15070 w 163039"/>
              <a:gd name="csY43" fmla="*/ 70885 h 116951"/>
              <a:gd name="csX44" fmla="*/ 157728 w 163039"/>
              <a:gd name="csY44" fmla="*/ 53160 h 116951"/>
              <a:gd name="csX45" fmla="*/ 5317 w 163039"/>
              <a:gd name="csY45" fmla="*/ 53160 h 116951"/>
              <a:gd name="csX46" fmla="*/ 0 w 163039"/>
              <a:gd name="csY46" fmla="*/ 58467 h 116951"/>
              <a:gd name="csX47" fmla="*/ 5317 w 163039"/>
              <a:gd name="csY47" fmla="*/ 63792 h 116951"/>
              <a:gd name="csX48" fmla="*/ 157728 w 163039"/>
              <a:gd name="csY48" fmla="*/ 63792 h 116951"/>
              <a:gd name="csX49" fmla="*/ 163040 w 163039"/>
              <a:gd name="csY49" fmla="*/ 58467 h 116951"/>
              <a:gd name="csX50" fmla="*/ 157728 w 163039"/>
              <a:gd name="csY50" fmla="*/ 53160 h 116951"/>
            </a:gdLst>
            <a:ahLst/>
            <a:cxnLst/>
            <a:rect l="l" t="t" r="r" b="b"/>
            <a:pathLst>
              <a:path w="100000" h="100000">
                <a:moveTo>
                  <a:pt x="91466" y="42389"/>
                </a:moveTo>
                <a:lnTo>
                  <a:pt x="82470" y="21083"/>
                </a:lnTo>
                <a:cubicBezTo>
                  <a:pt x="80523" y="16857"/>
                  <a:pt x="76262" y="14134"/>
                  <a:pt x="71612" y="14134"/>
                </a:cubicBezTo>
                <a:lnTo>
                  <a:pt x="67394" y="14134"/>
                </a:lnTo>
                <a:lnTo>
                  <a:pt x="67394" y="26091"/>
                </a:lnTo>
                <a:cubicBezTo>
                  <a:pt x="67394" y="27886"/>
                  <a:pt x="65933" y="29346"/>
                  <a:pt x="64133" y="29346"/>
                </a:cubicBezTo>
                <a:cubicBezTo>
                  <a:pt x="62332" y="29346"/>
                  <a:pt x="60871" y="27886"/>
                  <a:pt x="60871" y="26091"/>
                </a:cubicBezTo>
                <a:lnTo>
                  <a:pt x="60871" y="14134"/>
                </a:lnTo>
                <a:lnTo>
                  <a:pt x="53263" y="14134"/>
                </a:lnTo>
                <a:lnTo>
                  <a:pt x="53263" y="26091"/>
                </a:lnTo>
                <a:cubicBezTo>
                  <a:pt x="53263" y="27886"/>
                  <a:pt x="51802" y="29346"/>
                  <a:pt x="50002" y="29346"/>
                </a:cubicBezTo>
                <a:cubicBezTo>
                  <a:pt x="48202" y="29346"/>
                  <a:pt x="46741" y="27886"/>
                  <a:pt x="46741" y="26091"/>
                </a:cubicBezTo>
                <a:lnTo>
                  <a:pt x="46741" y="14134"/>
                </a:lnTo>
                <a:lnTo>
                  <a:pt x="39132" y="14134"/>
                </a:lnTo>
                <a:lnTo>
                  <a:pt x="39132" y="26091"/>
                </a:lnTo>
                <a:cubicBezTo>
                  <a:pt x="39132" y="27886"/>
                  <a:pt x="37671" y="29346"/>
                  <a:pt x="35871" y="29346"/>
                </a:cubicBezTo>
                <a:cubicBezTo>
                  <a:pt x="34071" y="29346"/>
                  <a:pt x="32610" y="27886"/>
                  <a:pt x="32610" y="26091"/>
                </a:cubicBezTo>
                <a:lnTo>
                  <a:pt x="32610" y="14134"/>
                </a:lnTo>
                <a:lnTo>
                  <a:pt x="28392" y="14134"/>
                </a:lnTo>
                <a:cubicBezTo>
                  <a:pt x="23742" y="14134"/>
                  <a:pt x="19481" y="16857"/>
                  <a:pt x="17492" y="21177"/>
                </a:cubicBezTo>
                <a:lnTo>
                  <a:pt x="8537" y="42389"/>
                </a:lnTo>
                <a:lnTo>
                  <a:pt x="91466" y="42389"/>
                </a:lnTo>
                <a:close/>
                <a:moveTo>
                  <a:pt x="9243" y="57611"/>
                </a:moveTo>
                <a:lnTo>
                  <a:pt x="17535" y="78917"/>
                </a:lnTo>
                <a:cubicBezTo>
                  <a:pt x="19481" y="83143"/>
                  <a:pt x="23742" y="85866"/>
                  <a:pt x="28392" y="85866"/>
                </a:cubicBezTo>
                <a:lnTo>
                  <a:pt x="32610" y="85866"/>
                </a:lnTo>
                <a:lnTo>
                  <a:pt x="32610" y="73909"/>
                </a:lnTo>
                <a:cubicBezTo>
                  <a:pt x="32610" y="72115"/>
                  <a:pt x="34071" y="70654"/>
                  <a:pt x="35871" y="70654"/>
                </a:cubicBezTo>
                <a:cubicBezTo>
                  <a:pt x="37671" y="70654"/>
                  <a:pt x="39132" y="72115"/>
                  <a:pt x="39132" y="73909"/>
                </a:cubicBezTo>
                <a:lnTo>
                  <a:pt x="39132" y="85866"/>
                </a:lnTo>
                <a:lnTo>
                  <a:pt x="46741" y="85866"/>
                </a:lnTo>
                <a:lnTo>
                  <a:pt x="46741" y="73909"/>
                </a:lnTo>
                <a:cubicBezTo>
                  <a:pt x="46741" y="72115"/>
                  <a:pt x="48202" y="70654"/>
                  <a:pt x="50002" y="70654"/>
                </a:cubicBezTo>
                <a:cubicBezTo>
                  <a:pt x="51802" y="70654"/>
                  <a:pt x="53263" y="72115"/>
                  <a:pt x="53263" y="73909"/>
                </a:cubicBezTo>
                <a:lnTo>
                  <a:pt x="53263" y="85866"/>
                </a:lnTo>
                <a:lnTo>
                  <a:pt x="60871" y="85866"/>
                </a:lnTo>
                <a:lnTo>
                  <a:pt x="60871" y="73909"/>
                </a:lnTo>
                <a:cubicBezTo>
                  <a:pt x="60871" y="72115"/>
                  <a:pt x="62332" y="70654"/>
                  <a:pt x="64133" y="70654"/>
                </a:cubicBezTo>
                <a:cubicBezTo>
                  <a:pt x="65933" y="70654"/>
                  <a:pt x="67394" y="72115"/>
                  <a:pt x="67394" y="73909"/>
                </a:cubicBezTo>
                <a:lnTo>
                  <a:pt x="67394" y="85866"/>
                </a:lnTo>
                <a:lnTo>
                  <a:pt x="71612" y="85866"/>
                </a:lnTo>
                <a:cubicBezTo>
                  <a:pt x="76262" y="85866"/>
                  <a:pt x="80523" y="83143"/>
                  <a:pt x="82547" y="78740"/>
                </a:cubicBezTo>
                <a:lnTo>
                  <a:pt x="90762" y="57611"/>
                </a:lnTo>
                <a:lnTo>
                  <a:pt x="9243" y="57611"/>
                </a:lnTo>
                <a:close/>
                <a:moveTo>
                  <a:pt x="96742" y="46740"/>
                </a:moveTo>
                <a:lnTo>
                  <a:pt x="3261" y="46740"/>
                </a:lnTo>
                <a:cubicBezTo>
                  <a:pt x="1461" y="46740"/>
                  <a:pt x="0" y="48200"/>
                  <a:pt x="0" y="49995"/>
                </a:cubicBezTo>
                <a:cubicBezTo>
                  <a:pt x="0" y="51800"/>
                  <a:pt x="1461" y="53261"/>
                  <a:pt x="3261" y="53261"/>
                </a:cubicBezTo>
                <a:lnTo>
                  <a:pt x="96742" y="53261"/>
                </a:lnTo>
                <a:cubicBezTo>
                  <a:pt x="98540" y="53261"/>
                  <a:pt x="100001" y="51800"/>
                  <a:pt x="100001" y="49995"/>
                </a:cubicBezTo>
                <a:cubicBezTo>
                  <a:pt x="100001" y="48200"/>
                  <a:pt x="98540" y="46740"/>
                  <a:pt x="96742" y="4674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0" name="Чёрный — SVG 27">
            <a:extLst>
              <a:ext uri="{FF2B5EF4-FFF2-40B4-BE49-F238E27FC236}">
                <a16:creationId xmlns:a16="http://schemas.microsoft.com/office/drawing/2014/main" id="{656B7B63-0419-0146-9C66-A5600DCAC1B4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12403 w 92178"/>
              <a:gd name="csY0" fmla="*/ 0 h 152364"/>
              <a:gd name="csX1" fmla="*/ 0 w 92178"/>
              <a:gd name="csY1" fmla="*/ 12401 h 152364"/>
              <a:gd name="csX2" fmla="*/ 0 w 92178"/>
              <a:gd name="csY2" fmla="*/ 53126 h 152364"/>
              <a:gd name="csX3" fmla="*/ 40764 w 92178"/>
              <a:gd name="csY3" fmla="*/ 98869 h 152364"/>
              <a:gd name="csX4" fmla="*/ 40764 w 92178"/>
              <a:gd name="csY4" fmla="*/ 137211 h 152364"/>
              <a:gd name="csX5" fmla="*/ 15040 w 92178"/>
              <a:gd name="csY5" fmla="*/ 141754 h 152364"/>
              <a:gd name="csX6" fmla="*/ 10752 w 92178"/>
              <a:gd name="csY6" fmla="*/ 147911 h 152364"/>
              <a:gd name="csX7" fmla="*/ 15942 w 92178"/>
              <a:gd name="csY7" fmla="*/ 152300 h 152364"/>
              <a:gd name="csX8" fmla="*/ 45205 w 92178"/>
              <a:gd name="csY8" fmla="*/ 152300 h 152364"/>
              <a:gd name="csX9" fmla="*/ 46923 w 92178"/>
              <a:gd name="csY9" fmla="*/ 152300 h 152364"/>
              <a:gd name="csX10" fmla="*/ 76203 w 92178"/>
              <a:gd name="csY10" fmla="*/ 152300 h 152364"/>
              <a:gd name="csX11" fmla="*/ 81494 w 92178"/>
              <a:gd name="csY11" fmla="*/ 146959 h 152364"/>
              <a:gd name="csX12" fmla="*/ 77139 w 92178"/>
              <a:gd name="csY12" fmla="*/ 141754 h 152364"/>
              <a:gd name="csX13" fmla="*/ 51397 w 92178"/>
              <a:gd name="csY13" fmla="*/ 137211 h 152364"/>
              <a:gd name="csX14" fmla="*/ 51397 w 92178"/>
              <a:gd name="csY14" fmla="*/ 98869 h 152364"/>
              <a:gd name="csX15" fmla="*/ 92179 w 92178"/>
              <a:gd name="csY15" fmla="*/ 53126 h 152364"/>
              <a:gd name="csX16" fmla="*/ 92179 w 92178"/>
              <a:gd name="csY16" fmla="*/ 12401 h 152364"/>
              <a:gd name="csX17" fmla="*/ 79776 w 92178"/>
              <a:gd name="csY17" fmla="*/ 0 h 152364"/>
              <a:gd name="csX18" fmla="*/ 12403 w 92178"/>
              <a:gd name="csY18" fmla="*/ 0 h 152364"/>
              <a:gd name="csX19" fmla="*/ 12403 w 92178"/>
              <a:gd name="csY19" fmla="*/ 10632 h 152364"/>
              <a:gd name="csX20" fmla="*/ 79776 w 92178"/>
              <a:gd name="csY20" fmla="*/ 10632 h 152364"/>
              <a:gd name="csX21" fmla="*/ 81545 w 92178"/>
              <a:gd name="csY21" fmla="*/ 12401 h 152364"/>
              <a:gd name="csX22" fmla="*/ 81545 w 92178"/>
              <a:gd name="csY22" fmla="*/ 28323 h 152364"/>
              <a:gd name="csX23" fmla="*/ 28361 w 92178"/>
              <a:gd name="csY23" fmla="*/ 28323 h 152364"/>
              <a:gd name="csX24" fmla="*/ 21267 w 92178"/>
              <a:gd name="csY24" fmla="*/ 35417 h 152364"/>
              <a:gd name="csX25" fmla="*/ 21267 w 92178"/>
              <a:gd name="csY25" fmla="*/ 53109 h 152364"/>
              <a:gd name="csX26" fmla="*/ 28753 w 92178"/>
              <a:gd name="csY26" fmla="*/ 70851 h 152364"/>
              <a:gd name="csX27" fmla="*/ 28583 w 92178"/>
              <a:gd name="csY27" fmla="*/ 78200 h 152364"/>
              <a:gd name="csX28" fmla="*/ 24823 w 92178"/>
              <a:gd name="csY28" fmla="*/ 79765 h 152364"/>
              <a:gd name="csX29" fmla="*/ 21063 w 92178"/>
              <a:gd name="csY29" fmla="*/ 78200 h 152364"/>
              <a:gd name="csX30" fmla="*/ 12165 w 92178"/>
              <a:gd name="csY30" fmla="*/ 63469 h 152364"/>
              <a:gd name="csX31" fmla="*/ 12079 w 92178"/>
              <a:gd name="csY31" fmla="*/ 63111 h 152364"/>
              <a:gd name="csX32" fmla="*/ 11331 w 92178"/>
              <a:gd name="csY32" fmla="*/ 60117 h 152364"/>
              <a:gd name="csX33" fmla="*/ 11195 w 92178"/>
              <a:gd name="csY33" fmla="*/ 59233 h 152364"/>
              <a:gd name="csX34" fmla="*/ 10803 w 92178"/>
              <a:gd name="csY34" fmla="*/ 56630 h 152364"/>
              <a:gd name="csX35" fmla="*/ 10719 w 92178"/>
              <a:gd name="csY35" fmla="*/ 54793 h 152364"/>
              <a:gd name="csX36" fmla="*/ 10633 w 92178"/>
              <a:gd name="csY36" fmla="*/ 53126 h 152364"/>
              <a:gd name="csX37" fmla="*/ 10633 w 92178"/>
              <a:gd name="csY37" fmla="*/ 53109 h 152364"/>
              <a:gd name="csX38" fmla="*/ 10633 w 92178"/>
              <a:gd name="csY38" fmla="*/ 28323 h 152364"/>
              <a:gd name="csX39" fmla="*/ 10633 w 92178"/>
              <a:gd name="csY39" fmla="*/ 12401 h 152364"/>
              <a:gd name="csX40" fmla="*/ 12403 w 92178"/>
              <a:gd name="csY40" fmla="*/ 10632 h 152364"/>
            </a:gdLst>
            <a:ahLst/>
            <a:cxnLst/>
            <a:rect l="l" t="t" r="r" b="b"/>
            <a:pathLst>
              <a:path w="100000" h="100000">
                <a:moveTo>
                  <a:pt x="27891" y="0"/>
                </a:moveTo>
                <a:cubicBezTo>
                  <a:pt x="23436" y="0"/>
                  <a:pt x="19751" y="3685"/>
                  <a:pt x="19751" y="8139"/>
                </a:cubicBezTo>
                <a:lnTo>
                  <a:pt x="19751" y="34868"/>
                </a:lnTo>
                <a:cubicBezTo>
                  <a:pt x="19751" y="50342"/>
                  <a:pt x="31486" y="63148"/>
                  <a:pt x="46505" y="64890"/>
                </a:cubicBezTo>
                <a:lnTo>
                  <a:pt x="46505" y="90055"/>
                </a:lnTo>
                <a:lnTo>
                  <a:pt x="29622" y="93036"/>
                </a:lnTo>
                <a:cubicBezTo>
                  <a:pt x="27724" y="93382"/>
                  <a:pt x="26462" y="95191"/>
                  <a:pt x="26808" y="97077"/>
                </a:cubicBezTo>
                <a:cubicBezTo>
                  <a:pt x="27098" y="98741"/>
                  <a:pt x="28539" y="99947"/>
                  <a:pt x="30214" y="99958"/>
                </a:cubicBezTo>
                <a:lnTo>
                  <a:pt x="49420" y="99958"/>
                </a:lnTo>
                <a:cubicBezTo>
                  <a:pt x="49799" y="100014"/>
                  <a:pt x="50179" y="100014"/>
                  <a:pt x="50547" y="99958"/>
                </a:cubicBezTo>
                <a:lnTo>
                  <a:pt x="69765" y="99958"/>
                </a:lnTo>
                <a:cubicBezTo>
                  <a:pt x="71696" y="99947"/>
                  <a:pt x="73248" y="98373"/>
                  <a:pt x="73237" y="96453"/>
                </a:cubicBezTo>
                <a:cubicBezTo>
                  <a:pt x="73237" y="94766"/>
                  <a:pt x="72031" y="93338"/>
                  <a:pt x="70379" y="93036"/>
                </a:cubicBezTo>
                <a:lnTo>
                  <a:pt x="53484" y="90055"/>
                </a:lnTo>
                <a:lnTo>
                  <a:pt x="53484" y="64890"/>
                </a:lnTo>
                <a:cubicBezTo>
                  <a:pt x="68514" y="63159"/>
                  <a:pt x="80250" y="50342"/>
                  <a:pt x="80250" y="34868"/>
                </a:cubicBezTo>
                <a:lnTo>
                  <a:pt x="80250" y="8139"/>
                </a:lnTo>
                <a:cubicBezTo>
                  <a:pt x="80250" y="3685"/>
                  <a:pt x="76565" y="0"/>
                  <a:pt x="72110" y="0"/>
                </a:cubicBezTo>
                <a:lnTo>
                  <a:pt x="27891" y="0"/>
                </a:lnTo>
                <a:close/>
                <a:moveTo>
                  <a:pt x="27891" y="6978"/>
                </a:moveTo>
                <a:lnTo>
                  <a:pt x="72110" y="6978"/>
                </a:lnTo>
                <a:cubicBezTo>
                  <a:pt x="72791" y="6978"/>
                  <a:pt x="73271" y="7458"/>
                  <a:pt x="73271" y="8139"/>
                </a:cubicBezTo>
                <a:lnTo>
                  <a:pt x="73271" y="18589"/>
                </a:lnTo>
                <a:lnTo>
                  <a:pt x="38365" y="18589"/>
                </a:lnTo>
                <a:cubicBezTo>
                  <a:pt x="35785" y="18589"/>
                  <a:pt x="33709" y="20677"/>
                  <a:pt x="33709" y="23245"/>
                </a:cubicBezTo>
                <a:lnTo>
                  <a:pt x="33709" y="34857"/>
                </a:lnTo>
                <a:cubicBezTo>
                  <a:pt x="33709" y="39244"/>
                  <a:pt x="35663" y="43264"/>
                  <a:pt x="38622" y="46501"/>
                </a:cubicBezTo>
                <a:cubicBezTo>
                  <a:pt x="39872" y="47874"/>
                  <a:pt x="39839" y="49996"/>
                  <a:pt x="38510" y="51324"/>
                </a:cubicBezTo>
                <a:cubicBezTo>
                  <a:pt x="37829" y="52006"/>
                  <a:pt x="36936" y="52352"/>
                  <a:pt x="36043" y="52352"/>
                </a:cubicBezTo>
                <a:cubicBezTo>
                  <a:pt x="35149" y="52352"/>
                  <a:pt x="34255" y="52006"/>
                  <a:pt x="33575" y="51324"/>
                </a:cubicBezTo>
                <a:cubicBezTo>
                  <a:pt x="30827" y="48578"/>
                  <a:pt x="28840" y="45273"/>
                  <a:pt x="27735" y="41656"/>
                </a:cubicBezTo>
                <a:cubicBezTo>
                  <a:pt x="27713" y="41577"/>
                  <a:pt x="27701" y="41499"/>
                  <a:pt x="27678" y="41421"/>
                </a:cubicBezTo>
                <a:cubicBezTo>
                  <a:pt x="27489" y="40774"/>
                  <a:pt x="27321" y="40126"/>
                  <a:pt x="27188" y="39456"/>
                </a:cubicBezTo>
                <a:cubicBezTo>
                  <a:pt x="27143" y="39266"/>
                  <a:pt x="27132" y="39077"/>
                  <a:pt x="27098" y="38876"/>
                </a:cubicBezTo>
                <a:cubicBezTo>
                  <a:pt x="26998" y="38317"/>
                  <a:pt x="26897" y="37748"/>
                  <a:pt x="26841" y="37168"/>
                </a:cubicBezTo>
                <a:cubicBezTo>
                  <a:pt x="26808" y="36765"/>
                  <a:pt x="26808" y="36364"/>
                  <a:pt x="26786" y="35962"/>
                </a:cubicBezTo>
                <a:cubicBezTo>
                  <a:pt x="26763" y="35593"/>
                  <a:pt x="26729" y="35236"/>
                  <a:pt x="26729" y="34868"/>
                </a:cubicBezTo>
                <a:lnTo>
                  <a:pt x="26729" y="34857"/>
                </a:lnTo>
                <a:lnTo>
                  <a:pt x="26729" y="18589"/>
                </a:lnTo>
                <a:lnTo>
                  <a:pt x="26729" y="8139"/>
                </a:lnTo>
                <a:cubicBezTo>
                  <a:pt x="26729" y="7458"/>
                  <a:pt x="27210" y="6978"/>
                  <a:pt x="27891" y="697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1" name="Чёрный — SVG 28">
            <a:extLst>
              <a:ext uri="{FF2B5EF4-FFF2-40B4-BE49-F238E27FC236}">
                <a16:creationId xmlns:a16="http://schemas.microsoft.com/office/drawing/2014/main" id="{94EB28ED-4200-0346-800F-731FA230CBFE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70333 w 141190"/>
              <a:gd name="csY0" fmla="*/ 13 h 141732"/>
              <a:gd name="csX1" fmla="*/ 0 w 141190"/>
              <a:gd name="csY1" fmla="*/ 70864 h 141732"/>
              <a:gd name="csX2" fmla="*/ 70895 w 141190"/>
              <a:gd name="csY2" fmla="*/ 141732 h 141732"/>
              <a:gd name="csX3" fmla="*/ 141177 w 141190"/>
              <a:gd name="csY3" fmla="*/ 79710 h 141732"/>
              <a:gd name="csX4" fmla="*/ 140650 w 141190"/>
              <a:gd name="csY4" fmla="*/ 78230 h 141732"/>
              <a:gd name="csX5" fmla="*/ 139170 w 141190"/>
              <a:gd name="csY5" fmla="*/ 77736 h 141732"/>
              <a:gd name="csX6" fmla="*/ 136464 w 141190"/>
              <a:gd name="csY6" fmla="*/ 77941 h 141732"/>
              <a:gd name="csX7" fmla="*/ 121765 w 141190"/>
              <a:gd name="csY7" fmla="*/ 71238 h 141732"/>
              <a:gd name="csX8" fmla="*/ 119638 w 141190"/>
              <a:gd name="csY8" fmla="*/ 70813 h 141732"/>
              <a:gd name="csX9" fmla="*/ 104564 w 141190"/>
              <a:gd name="csY9" fmla="*/ 74402 h 141732"/>
              <a:gd name="csX10" fmla="*/ 70895 w 141190"/>
              <a:gd name="csY10" fmla="*/ 40737 h 141732"/>
              <a:gd name="csX11" fmla="*/ 75693 w 141190"/>
              <a:gd name="csY11" fmla="*/ 23471 h 141732"/>
              <a:gd name="csX12" fmla="*/ 75523 w 141190"/>
              <a:gd name="csY12" fmla="*/ 21413 h 141732"/>
              <a:gd name="csX13" fmla="*/ 70895 w 141190"/>
              <a:gd name="csY13" fmla="*/ 8841 h 141732"/>
              <a:gd name="csX14" fmla="*/ 72018 w 141190"/>
              <a:gd name="csY14" fmla="*/ 2360 h 141732"/>
              <a:gd name="csX15" fmla="*/ 71797 w 141190"/>
              <a:gd name="csY15" fmla="*/ 744 h 141732"/>
              <a:gd name="csX16" fmla="*/ 70333 w 141190"/>
              <a:gd name="csY16" fmla="*/ 13 h 141732"/>
              <a:gd name="csX17" fmla="*/ 104564 w 141190"/>
              <a:gd name="csY17" fmla="*/ 3517 h 141732"/>
              <a:gd name="csX18" fmla="*/ 93284 w 141190"/>
              <a:gd name="csY18" fmla="*/ 8195 h 141732"/>
              <a:gd name="csX19" fmla="*/ 88606 w 141190"/>
              <a:gd name="csY19" fmla="*/ 19473 h 141732"/>
              <a:gd name="csX20" fmla="*/ 93284 w 141190"/>
              <a:gd name="csY20" fmla="*/ 30752 h 141732"/>
              <a:gd name="csX21" fmla="*/ 104564 w 141190"/>
              <a:gd name="csY21" fmla="*/ 35413 h 141732"/>
              <a:gd name="csX22" fmla="*/ 115844 w 141190"/>
              <a:gd name="csY22" fmla="*/ 30752 h 141732"/>
              <a:gd name="csX23" fmla="*/ 120506 w 141190"/>
              <a:gd name="csY23" fmla="*/ 19473 h 141732"/>
              <a:gd name="csX24" fmla="*/ 115844 w 141190"/>
              <a:gd name="csY24" fmla="*/ 8195 h 141732"/>
              <a:gd name="csX25" fmla="*/ 104564 w 141190"/>
              <a:gd name="csY25" fmla="*/ 3517 h 141732"/>
              <a:gd name="csX26" fmla="*/ 44303 w 141190"/>
              <a:gd name="csY26" fmla="*/ 35413 h 141732"/>
              <a:gd name="csX27" fmla="*/ 49628 w 141190"/>
              <a:gd name="csY27" fmla="*/ 40737 h 141732"/>
              <a:gd name="csX28" fmla="*/ 44303 w 141190"/>
              <a:gd name="csY28" fmla="*/ 46045 h 141732"/>
              <a:gd name="csX29" fmla="*/ 38995 w 141190"/>
              <a:gd name="csY29" fmla="*/ 40737 h 141732"/>
              <a:gd name="csX30" fmla="*/ 44303 w 141190"/>
              <a:gd name="csY30" fmla="*/ 35413 h 141732"/>
              <a:gd name="csX31" fmla="*/ 122275 w 141190"/>
              <a:gd name="csY31" fmla="*/ 46045 h 141732"/>
              <a:gd name="csX32" fmla="*/ 118532 w 141190"/>
              <a:gd name="csY32" fmla="*/ 47610 h 141732"/>
              <a:gd name="csX33" fmla="*/ 116967 w 141190"/>
              <a:gd name="csY33" fmla="*/ 51369 h 141732"/>
              <a:gd name="csX34" fmla="*/ 118532 w 141190"/>
              <a:gd name="csY34" fmla="*/ 55128 h 141732"/>
              <a:gd name="csX35" fmla="*/ 122275 w 141190"/>
              <a:gd name="csY35" fmla="*/ 56677 h 141732"/>
              <a:gd name="csX36" fmla="*/ 126035 w 141190"/>
              <a:gd name="csY36" fmla="*/ 55128 h 141732"/>
              <a:gd name="csX37" fmla="*/ 127601 w 141190"/>
              <a:gd name="csY37" fmla="*/ 51369 h 141732"/>
              <a:gd name="csX38" fmla="*/ 126035 w 141190"/>
              <a:gd name="csY38" fmla="*/ 47610 h 141732"/>
              <a:gd name="csX39" fmla="*/ 122275 w 141190"/>
              <a:gd name="csY39" fmla="*/ 46045 h 141732"/>
              <a:gd name="csX40" fmla="*/ 54936 w 141190"/>
              <a:gd name="csY40" fmla="*/ 70864 h 141732"/>
              <a:gd name="csX41" fmla="*/ 60262 w 141190"/>
              <a:gd name="csY41" fmla="*/ 76171 h 141732"/>
              <a:gd name="csX42" fmla="*/ 54936 w 141190"/>
              <a:gd name="csY42" fmla="*/ 81496 h 141732"/>
              <a:gd name="csX43" fmla="*/ 49628 w 141190"/>
              <a:gd name="csY43" fmla="*/ 76171 h 141732"/>
              <a:gd name="csX44" fmla="*/ 54936 w 141190"/>
              <a:gd name="csY44" fmla="*/ 70864 h 141732"/>
              <a:gd name="csX45" fmla="*/ 26575 w 141190"/>
              <a:gd name="csY45" fmla="*/ 77941 h 141732"/>
              <a:gd name="csX46" fmla="*/ 31900 w 141190"/>
              <a:gd name="csY46" fmla="*/ 83265 h 141732"/>
              <a:gd name="csX47" fmla="*/ 26575 w 141190"/>
              <a:gd name="csY47" fmla="*/ 88573 h 141732"/>
              <a:gd name="csX48" fmla="*/ 21267 w 141190"/>
              <a:gd name="csY48" fmla="*/ 83265 h 141732"/>
              <a:gd name="csX49" fmla="*/ 26575 w 141190"/>
              <a:gd name="csY49" fmla="*/ 77941 h 141732"/>
              <a:gd name="csX50" fmla="*/ 101009 w 141190"/>
              <a:gd name="csY50" fmla="*/ 92128 h 141732"/>
              <a:gd name="csX51" fmla="*/ 106334 w 141190"/>
              <a:gd name="csY51" fmla="*/ 97435 h 141732"/>
              <a:gd name="csX52" fmla="*/ 101009 w 141190"/>
              <a:gd name="csY52" fmla="*/ 102760 h 141732"/>
              <a:gd name="csX53" fmla="*/ 95700 w 141190"/>
              <a:gd name="csY53" fmla="*/ 97435 h 141732"/>
              <a:gd name="csX54" fmla="*/ 101009 w 141190"/>
              <a:gd name="csY54" fmla="*/ 92128 h 141732"/>
              <a:gd name="csX55" fmla="*/ 58475 w 141190"/>
              <a:gd name="csY55" fmla="*/ 106298 h 141732"/>
              <a:gd name="csX56" fmla="*/ 63800 w 141190"/>
              <a:gd name="csY56" fmla="*/ 111606 h 141732"/>
              <a:gd name="csX57" fmla="*/ 58475 w 141190"/>
              <a:gd name="csY57" fmla="*/ 116930 h 141732"/>
              <a:gd name="csX58" fmla="*/ 53167 w 141190"/>
              <a:gd name="csY58" fmla="*/ 111606 h 141732"/>
              <a:gd name="csX59" fmla="*/ 58475 w 141190"/>
              <a:gd name="csY59" fmla="*/ 106298 h 141732"/>
              <a:gd name="csX60" fmla="*/ 86837 w 141190"/>
              <a:gd name="csY60" fmla="*/ 113391 h 141732"/>
              <a:gd name="csX61" fmla="*/ 92162 w 141190"/>
              <a:gd name="csY61" fmla="*/ 118699 h 141732"/>
              <a:gd name="csX62" fmla="*/ 86837 w 141190"/>
              <a:gd name="csY62" fmla="*/ 124023 h 141732"/>
              <a:gd name="csX63" fmla="*/ 81528 w 141190"/>
              <a:gd name="csY63" fmla="*/ 118699 h 141732"/>
              <a:gd name="csX64" fmla="*/ 86837 w 141190"/>
              <a:gd name="csY64" fmla="*/ 113391 h 141732"/>
            </a:gdLst>
            <a:ahLst/>
            <a:cxnLst/>
            <a:rect l="l" t="t" r="r" b="b"/>
            <a:pathLst>
              <a:path w="100000" h="100000">
                <a:moveTo>
                  <a:pt x="49815" y="9"/>
                </a:moveTo>
                <a:cubicBezTo>
                  <a:pt x="22447" y="213"/>
                  <a:pt x="191" y="22646"/>
                  <a:pt x="191" y="49999"/>
                </a:cubicBezTo>
                <a:cubicBezTo>
                  <a:pt x="191" y="77568"/>
                  <a:pt x="22627" y="100000"/>
                  <a:pt x="50212" y="100000"/>
                </a:cubicBezTo>
                <a:cubicBezTo>
                  <a:pt x="75360" y="100000"/>
                  <a:pt x="96679" y="81193"/>
                  <a:pt x="99800" y="56240"/>
                </a:cubicBezTo>
                <a:cubicBezTo>
                  <a:pt x="99848" y="55855"/>
                  <a:pt x="99716" y="55460"/>
                  <a:pt x="99428" y="55196"/>
                </a:cubicBezTo>
                <a:cubicBezTo>
                  <a:pt x="99151" y="54919"/>
                  <a:pt x="98767" y="54799"/>
                  <a:pt x="98384" y="54847"/>
                </a:cubicBezTo>
                <a:cubicBezTo>
                  <a:pt x="97759" y="54931"/>
                  <a:pt x="97123" y="54992"/>
                  <a:pt x="96474" y="54992"/>
                </a:cubicBezTo>
                <a:cubicBezTo>
                  <a:pt x="92501" y="54992"/>
                  <a:pt x="88720" y="53275"/>
                  <a:pt x="86103" y="50262"/>
                </a:cubicBezTo>
                <a:cubicBezTo>
                  <a:pt x="85732" y="49819"/>
                  <a:pt x="85107" y="49698"/>
                  <a:pt x="84603" y="49963"/>
                </a:cubicBezTo>
                <a:cubicBezTo>
                  <a:pt x="81242" y="51643"/>
                  <a:pt x="77665" y="52495"/>
                  <a:pt x="73967" y="52495"/>
                </a:cubicBezTo>
                <a:cubicBezTo>
                  <a:pt x="60871" y="52495"/>
                  <a:pt x="50212" y="41837"/>
                  <a:pt x="50212" y="28742"/>
                </a:cubicBezTo>
                <a:cubicBezTo>
                  <a:pt x="50212" y="24469"/>
                  <a:pt x="51376" y="20257"/>
                  <a:pt x="53597" y="16560"/>
                </a:cubicBezTo>
                <a:cubicBezTo>
                  <a:pt x="53873" y="16104"/>
                  <a:pt x="53825" y="15516"/>
                  <a:pt x="53477" y="15108"/>
                </a:cubicBezTo>
                <a:cubicBezTo>
                  <a:pt x="51364" y="12635"/>
                  <a:pt x="50212" y="9490"/>
                  <a:pt x="50212" y="6238"/>
                </a:cubicBezTo>
                <a:cubicBezTo>
                  <a:pt x="50212" y="4702"/>
                  <a:pt x="50476" y="3165"/>
                  <a:pt x="51004" y="1665"/>
                </a:cubicBezTo>
                <a:cubicBezTo>
                  <a:pt x="51136" y="1281"/>
                  <a:pt x="51076" y="861"/>
                  <a:pt x="50848" y="525"/>
                </a:cubicBezTo>
                <a:cubicBezTo>
                  <a:pt x="50607" y="201"/>
                  <a:pt x="50164" y="-52"/>
                  <a:pt x="49815" y="9"/>
                </a:cubicBezTo>
                <a:close/>
                <a:moveTo>
                  <a:pt x="73967" y="2481"/>
                </a:moveTo>
                <a:cubicBezTo>
                  <a:pt x="70978" y="2481"/>
                  <a:pt x="68122" y="3670"/>
                  <a:pt x="66008" y="5782"/>
                </a:cubicBezTo>
                <a:cubicBezTo>
                  <a:pt x="63896" y="7894"/>
                  <a:pt x="62708" y="10751"/>
                  <a:pt x="62708" y="13739"/>
                </a:cubicBezTo>
                <a:cubicBezTo>
                  <a:pt x="62708" y="16716"/>
                  <a:pt x="63896" y="19585"/>
                  <a:pt x="66008" y="21697"/>
                </a:cubicBezTo>
                <a:cubicBezTo>
                  <a:pt x="68122" y="23798"/>
                  <a:pt x="70978" y="24986"/>
                  <a:pt x="73967" y="24986"/>
                </a:cubicBezTo>
                <a:cubicBezTo>
                  <a:pt x="76945" y="24986"/>
                  <a:pt x="79813" y="23798"/>
                  <a:pt x="81926" y="21697"/>
                </a:cubicBezTo>
                <a:cubicBezTo>
                  <a:pt x="84039" y="19585"/>
                  <a:pt x="85215" y="16716"/>
                  <a:pt x="85215" y="13739"/>
                </a:cubicBezTo>
                <a:cubicBezTo>
                  <a:pt x="85215" y="10751"/>
                  <a:pt x="84039" y="7894"/>
                  <a:pt x="81926" y="5782"/>
                </a:cubicBezTo>
                <a:cubicBezTo>
                  <a:pt x="79813" y="3670"/>
                  <a:pt x="76945" y="2481"/>
                  <a:pt x="73967" y="2481"/>
                </a:cubicBezTo>
                <a:close/>
                <a:moveTo>
                  <a:pt x="31449" y="24986"/>
                </a:moveTo>
                <a:cubicBezTo>
                  <a:pt x="33526" y="24986"/>
                  <a:pt x="35207" y="26666"/>
                  <a:pt x="35207" y="28742"/>
                </a:cubicBezTo>
                <a:cubicBezTo>
                  <a:pt x="35207" y="30807"/>
                  <a:pt x="33526" y="32487"/>
                  <a:pt x="31449" y="32487"/>
                </a:cubicBezTo>
                <a:cubicBezTo>
                  <a:pt x="29385" y="32487"/>
                  <a:pt x="27704" y="30807"/>
                  <a:pt x="27704" y="28742"/>
                </a:cubicBezTo>
                <a:cubicBezTo>
                  <a:pt x="27704" y="26666"/>
                  <a:pt x="29385" y="24986"/>
                  <a:pt x="31449" y="24986"/>
                </a:cubicBezTo>
                <a:close/>
                <a:moveTo>
                  <a:pt x="86463" y="32487"/>
                </a:moveTo>
                <a:cubicBezTo>
                  <a:pt x="85479" y="32487"/>
                  <a:pt x="84519" y="32883"/>
                  <a:pt x="83822" y="33592"/>
                </a:cubicBezTo>
                <a:cubicBezTo>
                  <a:pt x="83115" y="34287"/>
                  <a:pt x="82718" y="35248"/>
                  <a:pt x="82718" y="36244"/>
                </a:cubicBezTo>
                <a:cubicBezTo>
                  <a:pt x="82718" y="37240"/>
                  <a:pt x="83115" y="38188"/>
                  <a:pt x="83822" y="38896"/>
                </a:cubicBezTo>
                <a:cubicBezTo>
                  <a:pt x="84519" y="39592"/>
                  <a:pt x="85479" y="39989"/>
                  <a:pt x="86463" y="39989"/>
                </a:cubicBezTo>
                <a:cubicBezTo>
                  <a:pt x="87459" y="39989"/>
                  <a:pt x="88420" y="39592"/>
                  <a:pt x="89116" y="38896"/>
                </a:cubicBezTo>
                <a:cubicBezTo>
                  <a:pt x="89824" y="38188"/>
                  <a:pt x="90221" y="37240"/>
                  <a:pt x="90221" y="36244"/>
                </a:cubicBezTo>
                <a:cubicBezTo>
                  <a:pt x="90221" y="35248"/>
                  <a:pt x="89824" y="34287"/>
                  <a:pt x="89116" y="33592"/>
                </a:cubicBezTo>
                <a:cubicBezTo>
                  <a:pt x="88420" y="32883"/>
                  <a:pt x="87459" y="32487"/>
                  <a:pt x="86463" y="32487"/>
                </a:cubicBezTo>
                <a:close/>
                <a:moveTo>
                  <a:pt x="38952" y="49999"/>
                </a:moveTo>
                <a:cubicBezTo>
                  <a:pt x="41029" y="49999"/>
                  <a:pt x="42709" y="51679"/>
                  <a:pt x="42709" y="53743"/>
                </a:cubicBezTo>
                <a:cubicBezTo>
                  <a:pt x="42709" y="55819"/>
                  <a:pt x="41029" y="57500"/>
                  <a:pt x="38952" y="57500"/>
                </a:cubicBezTo>
                <a:cubicBezTo>
                  <a:pt x="36887" y="57500"/>
                  <a:pt x="35207" y="55819"/>
                  <a:pt x="35207" y="53743"/>
                </a:cubicBezTo>
                <a:cubicBezTo>
                  <a:pt x="35207" y="51679"/>
                  <a:pt x="36887" y="49999"/>
                  <a:pt x="38952" y="49999"/>
                </a:cubicBezTo>
                <a:close/>
                <a:moveTo>
                  <a:pt x="18941" y="54992"/>
                </a:moveTo>
                <a:cubicBezTo>
                  <a:pt x="21018" y="54992"/>
                  <a:pt x="22698" y="56672"/>
                  <a:pt x="22698" y="58748"/>
                </a:cubicBezTo>
                <a:cubicBezTo>
                  <a:pt x="22698" y="60813"/>
                  <a:pt x="21018" y="62493"/>
                  <a:pt x="18941" y="62493"/>
                </a:cubicBezTo>
                <a:cubicBezTo>
                  <a:pt x="16877" y="62493"/>
                  <a:pt x="15196" y="60813"/>
                  <a:pt x="15196" y="58748"/>
                </a:cubicBezTo>
                <a:cubicBezTo>
                  <a:pt x="15196" y="56672"/>
                  <a:pt x="16877" y="54992"/>
                  <a:pt x="18941" y="54992"/>
                </a:cubicBezTo>
                <a:close/>
                <a:moveTo>
                  <a:pt x="71459" y="65002"/>
                </a:moveTo>
                <a:cubicBezTo>
                  <a:pt x="73535" y="65002"/>
                  <a:pt x="75216" y="66681"/>
                  <a:pt x="75216" y="68746"/>
                </a:cubicBezTo>
                <a:cubicBezTo>
                  <a:pt x="75216" y="70822"/>
                  <a:pt x="73535" y="72503"/>
                  <a:pt x="71459" y="72503"/>
                </a:cubicBezTo>
                <a:cubicBezTo>
                  <a:pt x="69394" y="72503"/>
                  <a:pt x="67713" y="70822"/>
                  <a:pt x="67713" y="68746"/>
                </a:cubicBezTo>
                <a:cubicBezTo>
                  <a:pt x="67713" y="66681"/>
                  <a:pt x="69394" y="65002"/>
                  <a:pt x="71459" y="65002"/>
                </a:cubicBezTo>
                <a:close/>
                <a:moveTo>
                  <a:pt x="41449" y="74999"/>
                </a:moveTo>
                <a:cubicBezTo>
                  <a:pt x="43525" y="74999"/>
                  <a:pt x="45206" y="76679"/>
                  <a:pt x="45206" y="78744"/>
                </a:cubicBezTo>
                <a:cubicBezTo>
                  <a:pt x="45206" y="80821"/>
                  <a:pt x="43525" y="82501"/>
                  <a:pt x="41449" y="82501"/>
                </a:cubicBezTo>
                <a:cubicBezTo>
                  <a:pt x="39384" y="82501"/>
                  <a:pt x="37704" y="80821"/>
                  <a:pt x="37704" y="78744"/>
                </a:cubicBezTo>
                <a:cubicBezTo>
                  <a:pt x="37704" y="76679"/>
                  <a:pt x="39384" y="74999"/>
                  <a:pt x="41449" y="74999"/>
                </a:cubicBezTo>
                <a:close/>
                <a:moveTo>
                  <a:pt x="61460" y="80004"/>
                </a:moveTo>
                <a:cubicBezTo>
                  <a:pt x="63536" y="80004"/>
                  <a:pt x="65217" y="81684"/>
                  <a:pt x="65217" y="83749"/>
                </a:cubicBezTo>
                <a:cubicBezTo>
                  <a:pt x="65217" y="85825"/>
                  <a:pt x="63536" y="87505"/>
                  <a:pt x="61460" y="87505"/>
                </a:cubicBezTo>
                <a:cubicBezTo>
                  <a:pt x="59394" y="87505"/>
                  <a:pt x="57714" y="85825"/>
                  <a:pt x="57714" y="83749"/>
                </a:cubicBezTo>
                <a:cubicBezTo>
                  <a:pt x="57714" y="81684"/>
                  <a:pt x="59394" y="80004"/>
                  <a:pt x="61460" y="800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2" name="Чёрный — SVG 29">
            <a:extLst>
              <a:ext uri="{FF2B5EF4-FFF2-40B4-BE49-F238E27FC236}">
                <a16:creationId xmlns:a16="http://schemas.microsoft.com/office/drawing/2014/main" id="{EF59BD85-7BAE-0B46-B0E7-6EF8B226A36B}"/>
              </a:ext>
            </a:extLst>
          </p:cNvPr>
          <p:cNvSpPr>
            <a:spLocks noGrp="1"/>
          </p:cNvSpPr>
          <p:nvPr/>
        </p:nvSpPr>
        <p:spPr>
          <a:xfrm>
            <a:off x="6420000" y="3210000"/>
            <a:ext cx="220000" cy="220000"/>
          </a:xfrm>
          <a:custGeom>
            <a:avLst/>
            <a:gdLst>
              <a:gd name="csX0" fmla="*/ 46072 w 127600"/>
              <a:gd name="csY0" fmla="*/ 0 h 145308"/>
              <a:gd name="csX1" fmla="*/ 23036 w 127600"/>
              <a:gd name="csY1" fmla="*/ 23033 h 145308"/>
              <a:gd name="csX2" fmla="*/ 26728 w 127600"/>
              <a:gd name="csY2" fmla="*/ 35434 h 145308"/>
              <a:gd name="csX3" fmla="*/ 8864 w 127600"/>
              <a:gd name="csY3" fmla="*/ 35434 h 145308"/>
              <a:gd name="csX4" fmla="*/ 0 w 127600"/>
              <a:gd name="csY4" fmla="*/ 44297 h 145308"/>
              <a:gd name="csX5" fmla="*/ 0 w 127600"/>
              <a:gd name="csY5" fmla="*/ 65561 h 145308"/>
              <a:gd name="csX6" fmla="*/ 8864 w 127600"/>
              <a:gd name="csY6" fmla="*/ 74424 h 145308"/>
              <a:gd name="csX7" fmla="*/ 58475 w 127600"/>
              <a:gd name="csY7" fmla="*/ 74424 h 145308"/>
              <a:gd name="csX8" fmla="*/ 58475 w 127600"/>
              <a:gd name="csY8" fmla="*/ 35434 h 145308"/>
              <a:gd name="csX9" fmla="*/ 46072 w 127600"/>
              <a:gd name="csY9" fmla="*/ 35434 h 145308"/>
              <a:gd name="csX10" fmla="*/ 33670 w 127600"/>
              <a:gd name="csY10" fmla="*/ 23033 h 145308"/>
              <a:gd name="csX11" fmla="*/ 46072 w 127600"/>
              <a:gd name="csY11" fmla="*/ 10632 h 145308"/>
              <a:gd name="csX12" fmla="*/ 58475 w 127600"/>
              <a:gd name="csY12" fmla="*/ 23033 h 145308"/>
              <a:gd name="csX13" fmla="*/ 58475 w 127600"/>
              <a:gd name="csY13" fmla="*/ 35434 h 145308"/>
              <a:gd name="csX14" fmla="*/ 69108 w 127600"/>
              <a:gd name="csY14" fmla="*/ 35434 h 145308"/>
              <a:gd name="csX15" fmla="*/ 69108 w 127600"/>
              <a:gd name="csY15" fmla="*/ 23033 h 145308"/>
              <a:gd name="csX16" fmla="*/ 81528 w 127600"/>
              <a:gd name="csY16" fmla="*/ 10632 h 145308"/>
              <a:gd name="csX17" fmla="*/ 93931 w 127600"/>
              <a:gd name="csY17" fmla="*/ 23033 h 145308"/>
              <a:gd name="csX18" fmla="*/ 81528 w 127600"/>
              <a:gd name="csY18" fmla="*/ 35434 h 145308"/>
              <a:gd name="csX19" fmla="*/ 69108 w 127600"/>
              <a:gd name="csY19" fmla="*/ 35434 h 145308"/>
              <a:gd name="csX20" fmla="*/ 69108 w 127600"/>
              <a:gd name="csY20" fmla="*/ 74424 h 145308"/>
              <a:gd name="csX21" fmla="*/ 118737 w 127600"/>
              <a:gd name="csY21" fmla="*/ 74424 h 145308"/>
              <a:gd name="csX22" fmla="*/ 127601 w 127600"/>
              <a:gd name="csY22" fmla="*/ 65561 h 145308"/>
              <a:gd name="csX23" fmla="*/ 127601 w 127600"/>
              <a:gd name="csY23" fmla="*/ 44297 h 145308"/>
              <a:gd name="csX24" fmla="*/ 118737 w 127600"/>
              <a:gd name="csY24" fmla="*/ 35434 h 145308"/>
              <a:gd name="csX25" fmla="*/ 100873 w 127600"/>
              <a:gd name="csY25" fmla="*/ 35434 h 145308"/>
              <a:gd name="csX26" fmla="*/ 104564 w 127600"/>
              <a:gd name="csY26" fmla="*/ 23033 h 145308"/>
              <a:gd name="csX27" fmla="*/ 81528 w 127600"/>
              <a:gd name="csY27" fmla="*/ 0 h 145308"/>
              <a:gd name="csX28" fmla="*/ 63800 w 127600"/>
              <a:gd name="csY28" fmla="*/ 8914 h 145308"/>
              <a:gd name="csX29" fmla="*/ 46072 w 127600"/>
              <a:gd name="csY29" fmla="*/ 0 h 145308"/>
              <a:gd name="csX30" fmla="*/ 7095 w 127600"/>
              <a:gd name="csY30" fmla="*/ 85056 h 145308"/>
              <a:gd name="csX31" fmla="*/ 7095 w 127600"/>
              <a:gd name="csY31" fmla="*/ 122259 h 145308"/>
              <a:gd name="csX32" fmla="*/ 30131 w 127600"/>
              <a:gd name="csY32" fmla="*/ 145309 h 145308"/>
              <a:gd name="csX33" fmla="*/ 58475 w 127600"/>
              <a:gd name="csY33" fmla="*/ 145309 h 145308"/>
              <a:gd name="csX34" fmla="*/ 58475 w 127600"/>
              <a:gd name="csY34" fmla="*/ 85056 h 145308"/>
              <a:gd name="csX35" fmla="*/ 7095 w 127600"/>
              <a:gd name="csY35" fmla="*/ 85056 h 145308"/>
              <a:gd name="csX36" fmla="*/ 69108 w 127600"/>
              <a:gd name="csY36" fmla="*/ 85056 h 145308"/>
              <a:gd name="csX37" fmla="*/ 69108 w 127600"/>
              <a:gd name="csY37" fmla="*/ 145309 h 145308"/>
              <a:gd name="csX38" fmla="*/ 97470 w 127600"/>
              <a:gd name="csY38" fmla="*/ 145309 h 145308"/>
              <a:gd name="csX39" fmla="*/ 120506 w 127600"/>
              <a:gd name="csY39" fmla="*/ 122259 h 145308"/>
              <a:gd name="csX40" fmla="*/ 120506 w 127600"/>
              <a:gd name="csY40" fmla="*/ 85056 h 145308"/>
              <a:gd name="csX41" fmla="*/ 69108 w 127600"/>
              <a:gd name="csY41" fmla="*/ 85056 h 145308"/>
            </a:gdLst>
            <a:ahLst/>
            <a:cxnLst/>
            <a:rect l="l" t="t" r="r" b="b"/>
            <a:pathLst>
              <a:path w="100000" h="100000">
                <a:moveTo>
                  <a:pt x="37800" y="0"/>
                </a:moveTo>
                <a:cubicBezTo>
                  <a:pt x="29089" y="0"/>
                  <a:pt x="21946" y="7141"/>
                  <a:pt x="21946" y="15851"/>
                </a:cubicBezTo>
                <a:cubicBezTo>
                  <a:pt x="21946" y="18989"/>
                  <a:pt x="22895" y="21916"/>
                  <a:pt x="24487" y="24385"/>
                </a:cubicBezTo>
                <a:lnTo>
                  <a:pt x="12193" y="24385"/>
                </a:lnTo>
                <a:cubicBezTo>
                  <a:pt x="8821" y="24385"/>
                  <a:pt x="6093" y="27125"/>
                  <a:pt x="6093" y="30485"/>
                </a:cubicBezTo>
                <a:lnTo>
                  <a:pt x="6093" y="45119"/>
                </a:lnTo>
                <a:cubicBezTo>
                  <a:pt x="6093" y="48490"/>
                  <a:pt x="8821" y="51218"/>
                  <a:pt x="12193" y="51218"/>
                </a:cubicBezTo>
                <a:lnTo>
                  <a:pt x="46335" y="51218"/>
                </a:lnTo>
                <a:lnTo>
                  <a:pt x="46335" y="24385"/>
                </a:lnTo>
                <a:lnTo>
                  <a:pt x="37800" y="24385"/>
                </a:lnTo>
                <a:cubicBezTo>
                  <a:pt x="33046" y="24385"/>
                  <a:pt x="29265" y="20605"/>
                  <a:pt x="29265" y="15851"/>
                </a:cubicBezTo>
                <a:cubicBezTo>
                  <a:pt x="29265" y="11098"/>
                  <a:pt x="33046" y="7317"/>
                  <a:pt x="37800" y="7317"/>
                </a:cubicBezTo>
                <a:cubicBezTo>
                  <a:pt x="42565" y="7317"/>
                  <a:pt x="46335" y="11098"/>
                  <a:pt x="46335" y="15851"/>
                </a:cubicBezTo>
                <a:lnTo>
                  <a:pt x="46335" y="24385"/>
                </a:lnTo>
                <a:lnTo>
                  <a:pt x="53653" y="24385"/>
                </a:lnTo>
                <a:lnTo>
                  <a:pt x="53653" y="15851"/>
                </a:lnTo>
                <a:cubicBezTo>
                  <a:pt x="53653" y="11098"/>
                  <a:pt x="57435" y="7317"/>
                  <a:pt x="62200" y="7317"/>
                </a:cubicBezTo>
                <a:cubicBezTo>
                  <a:pt x="66954" y="7317"/>
                  <a:pt x="70736" y="11098"/>
                  <a:pt x="70736" y="15851"/>
                </a:cubicBezTo>
                <a:cubicBezTo>
                  <a:pt x="70736" y="20605"/>
                  <a:pt x="66954" y="24385"/>
                  <a:pt x="62200" y="24385"/>
                </a:cubicBezTo>
                <a:lnTo>
                  <a:pt x="53653" y="24385"/>
                </a:lnTo>
                <a:lnTo>
                  <a:pt x="53653" y="51218"/>
                </a:lnTo>
                <a:lnTo>
                  <a:pt x="87807" y="51218"/>
                </a:lnTo>
                <a:cubicBezTo>
                  <a:pt x="91179" y="51218"/>
                  <a:pt x="93907" y="48490"/>
                  <a:pt x="93907" y="45119"/>
                </a:cubicBezTo>
                <a:lnTo>
                  <a:pt x="93907" y="30485"/>
                </a:lnTo>
                <a:cubicBezTo>
                  <a:pt x="93907" y="27125"/>
                  <a:pt x="91179" y="24385"/>
                  <a:pt x="87807" y="24385"/>
                </a:cubicBezTo>
                <a:lnTo>
                  <a:pt x="75513" y="24385"/>
                </a:lnTo>
                <a:cubicBezTo>
                  <a:pt x="77105" y="21916"/>
                  <a:pt x="78054" y="18989"/>
                  <a:pt x="78054" y="15851"/>
                </a:cubicBezTo>
                <a:cubicBezTo>
                  <a:pt x="78054" y="7141"/>
                  <a:pt x="70911" y="0"/>
                  <a:pt x="62200" y="0"/>
                </a:cubicBezTo>
                <a:cubicBezTo>
                  <a:pt x="57201" y="0"/>
                  <a:pt x="52916" y="2493"/>
                  <a:pt x="50000" y="6135"/>
                </a:cubicBezTo>
                <a:cubicBezTo>
                  <a:pt x="47085" y="2493"/>
                  <a:pt x="42799" y="0"/>
                  <a:pt x="37800" y="0"/>
                </a:cubicBezTo>
                <a:close/>
                <a:moveTo>
                  <a:pt x="10976" y="58535"/>
                </a:moveTo>
                <a:lnTo>
                  <a:pt x="10976" y="84138"/>
                </a:lnTo>
                <a:cubicBezTo>
                  <a:pt x="10976" y="92871"/>
                  <a:pt x="18095" y="100001"/>
                  <a:pt x="26829" y="100001"/>
                </a:cubicBezTo>
                <a:lnTo>
                  <a:pt x="46335" y="100001"/>
                </a:lnTo>
                <a:lnTo>
                  <a:pt x="46335" y="58535"/>
                </a:lnTo>
                <a:lnTo>
                  <a:pt x="10976" y="58535"/>
                </a:lnTo>
                <a:close/>
                <a:moveTo>
                  <a:pt x="53653" y="58535"/>
                </a:moveTo>
                <a:lnTo>
                  <a:pt x="53653" y="100001"/>
                </a:lnTo>
                <a:lnTo>
                  <a:pt x="73171" y="100001"/>
                </a:lnTo>
                <a:cubicBezTo>
                  <a:pt x="81906" y="100001"/>
                  <a:pt x="89025" y="92871"/>
                  <a:pt x="89025" y="84138"/>
                </a:cubicBezTo>
                <a:lnTo>
                  <a:pt x="89025" y="58535"/>
                </a:lnTo>
                <a:lnTo>
                  <a:pt x="53653" y="5853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3" name="Чёрный — SVG 30">
            <a:extLst>
              <a:ext uri="{FF2B5EF4-FFF2-40B4-BE49-F238E27FC236}">
                <a16:creationId xmlns:a16="http://schemas.microsoft.com/office/drawing/2014/main" id="{10F7B6A3-EB44-3A4F-BF41-EA60B356B0AE}"/>
              </a:ext>
            </a:extLst>
          </p:cNvPr>
          <p:cNvSpPr>
            <a:spLocks noGrp="1"/>
          </p:cNvSpPr>
          <p:nvPr/>
        </p:nvSpPr>
        <p:spPr>
          <a:xfrm>
            <a:off x="7020000" y="3210000"/>
            <a:ext cx="220000" cy="220000"/>
          </a:xfrm>
          <a:custGeom>
            <a:avLst/>
            <a:gdLst>
              <a:gd name="csX0" fmla="*/ 47774 w 155961"/>
              <a:gd name="csY0" fmla="*/ 1 h 148933"/>
              <a:gd name="csX1" fmla="*/ 44031 w 155961"/>
              <a:gd name="csY1" fmla="*/ 1617 h 148933"/>
              <a:gd name="csX2" fmla="*/ 42534 w 155961"/>
              <a:gd name="csY2" fmla="*/ 5394 h 148933"/>
              <a:gd name="csX3" fmla="*/ 42534 w 155961"/>
              <a:gd name="csY3" fmla="*/ 17370 h 148933"/>
              <a:gd name="csX4" fmla="*/ 33891 w 155961"/>
              <a:gd name="csY4" fmla="*/ 8728 h 148933"/>
              <a:gd name="csX5" fmla="*/ 32155 w 155961"/>
              <a:gd name="csY5" fmla="*/ 7520 h 148933"/>
              <a:gd name="csX6" fmla="*/ 30114 w 155961"/>
              <a:gd name="csY6" fmla="*/ 7095 h 148933"/>
              <a:gd name="csX7" fmla="*/ 28038 w 155961"/>
              <a:gd name="csY7" fmla="*/ 7486 h 148933"/>
              <a:gd name="csX8" fmla="*/ 26286 w 155961"/>
              <a:gd name="csY8" fmla="*/ 8643 h 148933"/>
              <a:gd name="csX9" fmla="*/ 25129 w 155961"/>
              <a:gd name="csY9" fmla="*/ 10395 h 148933"/>
              <a:gd name="csX10" fmla="*/ 24738 w 155961"/>
              <a:gd name="csY10" fmla="*/ 12454 h 148933"/>
              <a:gd name="csX11" fmla="*/ 25163 w 155961"/>
              <a:gd name="csY11" fmla="*/ 14512 h 148933"/>
              <a:gd name="csX12" fmla="*/ 26371 w 155961"/>
              <a:gd name="csY12" fmla="*/ 16247 h 148933"/>
              <a:gd name="csX13" fmla="*/ 35014 w 155961"/>
              <a:gd name="csY13" fmla="*/ 24888 h 148933"/>
              <a:gd name="csX14" fmla="*/ 15942 w 155961"/>
              <a:gd name="csY14" fmla="*/ 24888 h 148933"/>
              <a:gd name="csX15" fmla="*/ 0 w 155961"/>
              <a:gd name="csY15" fmla="*/ 40828 h 148933"/>
              <a:gd name="csX16" fmla="*/ 0 w 155961"/>
              <a:gd name="csY16" fmla="*/ 132977 h 148933"/>
              <a:gd name="csX17" fmla="*/ 15942 w 155961"/>
              <a:gd name="csY17" fmla="*/ 148934 h 148933"/>
              <a:gd name="csX18" fmla="*/ 56059 w 155961"/>
              <a:gd name="csY18" fmla="*/ 148934 h 148933"/>
              <a:gd name="csX19" fmla="*/ 49628 w 155961"/>
              <a:gd name="csY19" fmla="*/ 132977 h 148933"/>
              <a:gd name="csX20" fmla="*/ 49628 w 155961"/>
              <a:gd name="csY20" fmla="*/ 93988 h 148933"/>
              <a:gd name="csX21" fmla="*/ 69143 w 155961"/>
              <a:gd name="csY21" fmla="*/ 71261 h 148933"/>
              <a:gd name="csX22" fmla="*/ 69108 w 155961"/>
              <a:gd name="csY22" fmla="*/ 70955 h 148933"/>
              <a:gd name="csX23" fmla="*/ 93931 w 155961"/>
              <a:gd name="csY23" fmla="*/ 46152 h 148933"/>
              <a:gd name="csX24" fmla="*/ 95700 w 155961"/>
              <a:gd name="csY24" fmla="*/ 46237 h 148933"/>
              <a:gd name="csX25" fmla="*/ 95700 w 155961"/>
              <a:gd name="csY25" fmla="*/ 40828 h 148933"/>
              <a:gd name="csX26" fmla="*/ 79742 w 155961"/>
              <a:gd name="csY26" fmla="*/ 24888 h 148933"/>
              <a:gd name="csX27" fmla="*/ 60687 w 155961"/>
              <a:gd name="csY27" fmla="*/ 24888 h 148933"/>
              <a:gd name="csX28" fmla="*/ 69330 w 155961"/>
              <a:gd name="csY28" fmla="*/ 16247 h 148933"/>
              <a:gd name="csX29" fmla="*/ 70538 w 155961"/>
              <a:gd name="csY29" fmla="*/ 14512 h 148933"/>
              <a:gd name="csX30" fmla="*/ 70963 w 155961"/>
              <a:gd name="csY30" fmla="*/ 12454 h 148933"/>
              <a:gd name="csX31" fmla="*/ 70572 w 155961"/>
              <a:gd name="csY31" fmla="*/ 10395 h 148933"/>
              <a:gd name="csX32" fmla="*/ 69415 w 155961"/>
              <a:gd name="csY32" fmla="*/ 8643 h 148933"/>
              <a:gd name="csX33" fmla="*/ 67662 w 155961"/>
              <a:gd name="csY33" fmla="*/ 7486 h 148933"/>
              <a:gd name="csX34" fmla="*/ 65587 w 155961"/>
              <a:gd name="csY34" fmla="*/ 7095 h 148933"/>
              <a:gd name="csX35" fmla="*/ 63545 w 155961"/>
              <a:gd name="csY35" fmla="*/ 7520 h 148933"/>
              <a:gd name="csX36" fmla="*/ 61810 w 155961"/>
              <a:gd name="csY36" fmla="*/ 8728 h 148933"/>
              <a:gd name="csX37" fmla="*/ 53167 w 155961"/>
              <a:gd name="csY37" fmla="*/ 17370 h 148933"/>
              <a:gd name="csX38" fmla="*/ 53167 w 155961"/>
              <a:gd name="csY38" fmla="*/ 5394 h 148933"/>
              <a:gd name="csX39" fmla="*/ 52776 w 155961"/>
              <a:gd name="csY39" fmla="*/ 3319 h 148933"/>
              <a:gd name="csX40" fmla="*/ 51602 w 155961"/>
              <a:gd name="csY40" fmla="*/ 1549 h 148933"/>
              <a:gd name="csX41" fmla="*/ 49849 w 155961"/>
              <a:gd name="csY41" fmla="*/ 393 h 148933"/>
              <a:gd name="csX42" fmla="*/ 47774 w 155961"/>
              <a:gd name="csY42" fmla="*/ 1 h 148933"/>
              <a:gd name="csX43" fmla="*/ 93931 w 155961"/>
              <a:gd name="csY43" fmla="*/ 53246 h 148933"/>
              <a:gd name="csX44" fmla="*/ 76203 w 155961"/>
              <a:gd name="csY44" fmla="*/ 70955 h 148933"/>
              <a:gd name="csX45" fmla="*/ 77785 w 155961"/>
              <a:gd name="csY45" fmla="*/ 78150 h 148933"/>
              <a:gd name="csX46" fmla="*/ 72766 w 155961"/>
              <a:gd name="csY46" fmla="*/ 78150 h 148933"/>
              <a:gd name="csX47" fmla="*/ 56706 w 155961"/>
              <a:gd name="csY47" fmla="*/ 94209 h 148933"/>
              <a:gd name="csX48" fmla="*/ 56706 w 155961"/>
              <a:gd name="csY48" fmla="*/ 108226 h 148933"/>
              <a:gd name="csX49" fmla="*/ 100907 w 155961"/>
              <a:gd name="csY49" fmla="*/ 108226 h 148933"/>
              <a:gd name="csX50" fmla="*/ 100907 w 155961"/>
              <a:gd name="csY50" fmla="*/ 78150 h 148933"/>
              <a:gd name="csX51" fmla="*/ 93931 w 155961"/>
              <a:gd name="csY51" fmla="*/ 78150 h 148933"/>
              <a:gd name="csX52" fmla="*/ 93931 w 155961"/>
              <a:gd name="csY52" fmla="*/ 78048 h 148933"/>
              <a:gd name="csX53" fmla="*/ 86837 w 155961"/>
              <a:gd name="csY53" fmla="*/ 70955 h 148933"/>
              <a:gd name="csX54" fmla="*/ 93931 w 155961"/>
              <a:gd name="csY54" fmla="*/ 63878 h 148933"/>
              <a:gd name="csX55" fmla="*/ 101009 w 155961"/>
              <a:gd name="csY55" fmla="*/ 70955 h 148933"/>
              <a:gd name="csX56" fmla="*/ 101009 w 155961"/>
              <a:gd name="csY56" fmla="*/ 78048 h 148933"/>
              <a:gd name="csX57" fmla="*/ 111642 w 155961"/>
              <a:gd name="csY57" fmla="*/ 78048 h 148933"/>
              <a:gd name="csX58" fmla="*/ 111642 w 155961"/>
              <a:gd name="csY58" fmla="*/ 70955 h 148933"/>
              <a:gd name="csX59" fmla="*/ 118737 w 155961"/>
              <a:gd name="csY59" fmla="*/ 63878 h 148933"/>
              <a:gd name="csX60" fmla="*/ 125831 w 155961"/>
              <a:gd name="csY60" fmla="*/ 70955 h 148933"/>
              <a:gd name="csX61" fmla="*/ 118737 w 155961"/>
              <a:gd name="csY61" fmla="*/ 78048 h 148933"/>
              <a:gd name="csX62" fmla="*/ 118737 w 155961"/>
              <a:gd name="csY62" fmla="*/ 78150 h 148933"/>
              <a:gd name="csX63" fmla="*/ 111540 w 155961"/>
              <a:gd name="csY63" fmla="*/ 78150 h 148933"/>
              <a:gd name="csX64" fmla="*/ 111540 w 155961"/>
              <a:gd name="csY64" fmla="*/ 108226 h 148933"/>
              <a:gd name="csX65" fmla="*/ 155962 w 155961"/>
              <a:gd name="csY65" fmla="*/ 108226 h 148933"/>
              <a:gd name="csX66" fmla="*/ 155962 w 155961"/>
              <a:gd name="csY66" fmla="*/ 94209 h 148933"/>
              <a:gd name="csX67" fmla="*/ 139901 w 155961"/>
              <a:gd name="csY67" fmla="*/ 78150 h 148933"/>
              <a:gd name="csX68" fmla="*/ 134882 w 155961"/>
              <a:gd name="csY68" fmla="*/ 78150 h 148933"/>
              <a:gd name="csX69" fmla="*/ 136464 w 155961"/>
              <a:gd name="csY69" fmla="*/ 70955 h 148933"/>
              <a:gd name="csX70" fmla="*/ 118737 w 155961"/>
              <a:gd name="csY70" fmla="*/ 53246 h 148933"/>
              <a:gd name="csX71" fmla="*/ 106334 w 155961"/>
              <a:gd name="csY71" fmla="*/ 58384 h 148933"/>
              <a:gd name="csX72" fmla="*/ 93931 w 155961"/>
              <a:gd name="csY72" fmla="*/ 53246 h 148933"/>
              <a:gd name="csX73" fmla="*/ 56706 w 155961"/>
              <a:gd name="csY73" fmla="*/ 118858 h 148933"/>
              <a:gd name="csX74" fmla="*/ 56706 w 155961"/>
              <a:gd name="csY74" fmla="*/ 132875 h 148933"/>
              <a:gd name="csX75" fmla="*/ 72766 w 155961"/>
              <a:gd name="csY75" fmla="*/ 148934 h 148933"/>
              <a:gd name="csX76" fmla="*/ 100907 w 155961"/>
              <a:gd name="csY76" fmla="*/ 148934 h 148933"/>
              <a:gd name="csX77" fmla="*/ 100907 w 155961"/>
              <a:gd name="csY77" fmla="*/ 118858 h 148933"/>
              <a:gd name="csX78" fmla="*/ 56706 w 155961"/>
              <a:gd name="csY78" fmla="*/ 118858 h 148933"/>
              <a:gd name="csX79" fmla="*/ 111540 w 155961"/>
              <a:gd name="csY79" fmla="*/ 118858 h 148933"/>
              <a:gd name="csX80" fmla="*/ 111540 w 155961"/>
              <a:gd name="csY80" fmla="*/ 148934 h 148933"/>
              <a:gd name="csX81" fmla="*/ 139901 w 155961"/>
              <a:gd name="csY81" fmla="*/ 148934 h 148933"/>
              <a:gd name="csX82" fmla="*/ 155962 w 155961"/>
              <a:gd name="csY82" fmla="*/ 132875 h 148933"/>
              <a:gd name="csX83" fmla="*/ 155962 w 155961"/>
              <a:gd name="csY83" fmla="*/ 118858 h 148933"/>
              <a:gd name="csX84" fmla="*/ 111540 w 155961"/>
              <a:gd name="csY84" fmla="*/ 118858 h 148933"/>
            </a:gdLst>
            <a:ahLst/>
            <a:cxnLst/>
            <a:rect l="l" t="t" r="r" b="b"/>
            <a:pathLst>
              <a:path w="100000" h="100000">
                <a:moveTo>
                  <a:pt x="30632" y="2254"/>
                </a:moveTo>
                <a:cubicBezTo>
                  <a:pt x="29727" y="2265"/>
                  <a:pt x="28864" y="2636"/>
                  <a:pt x="28232" y="3290"/>
                </a:cubicBezTo>
                <a:cubicBezTo>
                  <a:pt x="27610" y="3934"/>
                  <a:pt x="27261" y="4806"/>
                  <a:pt x="27272" y="5712"/>
                </a:cubicBezTo>
                <a:lnTo>
                  <a:pt x="27272" y="13391"/>
                </a:lnTo>
                <a:lnTo>
                  <a:pt x="21730" y="7849"/>
                </a:lnTo>
                <a:cubicBezTo>
                  <a:pt x="21414" y="7522"/>
                  <a:pt x="21032" y="7261"/>
                  <a:pt x="20617" y="7075"/>
                </a:cubicBezTo>
                <a:cubicBezTo>
                  <a:pt x="20203" y="6900"/>
                  <a:pt x="19756" y="6802"/>
                  <a:pt x="19309" y="6802"/>
                </a:cubicBezTo>
                <a:cubicBezTo>
                  <a:pt x="18850" y="6791"/>
                  <a:pt x="18403" y="6879"/>
                  <a:pt x="17978" y="7053"/>
                </a:cubicBezTo>
                <a:cubicBezTo>
                  <a:pt x="17563" y="7228"/>
                  <a:pt x="17181" y="7479"/>
                  <a:pt x="16854" y="7795"/>
                </a:cubicBezTo>
                <a:cubicBezTo>
                  <a:pt x="16537" y="8122"/>
                  <a:pt x="16287" y="8504"/>
                  <a:pt x="16112" y="8918"/>
                </a:cubicBezTo>
                <a:cubicBezTo>
                  <a:pt x="15938" y="9344"/>
                  <a:pt x="15851" y="9791"/>
                  <a:pt x="15862" y="10238"/>
                </a:cubicBezTo>
                <a:cubicBezTo>
                  <a:pt x="15862" y="10696"/>
                  <a:pt x="15960" y="11143"/>
                  <a:pt x="16134" y="11558"/>
                </a:cubicBezTo>
                <a:cubicBezTo>
                  <a:pt x="16319" y="11972"/>
                  <a:pt x="16581" y="12354"/>
                  <a:pt x="16909" y="12670"/>
                </a:cubicBezTo>
                <a:lnTo>
                  <a:pt x="22450" y="18211"/>
                </a:lnTo>
                <a:lnTo>
                  <a:pt x="10222" y="18211"/>
                </a:lnTo>
                <a:cubicBezTo>
                  <a:pt x="4593" y="18211"/>
                  <a:pt x="0" y="22792"/>
                  <a:pt x="0" y="28431"/>
                </a:cubicBezTo>
                <a:lnTo>
                  <a:pt x="0" y="87516"/>
                </a:lnTo>
                <a:cubicBezTo>
                  <a:pt x="0" y="93155"/>
                  <a:pt x="4593" y="97748"/>
                  <a:pt x="10222" y="97748"/>
                </a:cubicBezTo>
                <a:lnTo>
                  <a:pt x="35944" y="97748"/>
                </a:lnTo>
                <a:cubicBezTo>
                  <a:pt x="33392" y="95086"/>
                  <a:pt x="31821" y="91486"/>
                  <a:pt x="31821" y="87516"/>
                </a:cubicBezTo>
                <a:lnTo>
                  <a:pt x="31821" y="62517"/>
                </a:lnTo>
                <a:cubicBezTo>
                  <a:pt x="31821" y="55132"/>
                  <a:pt x="37254" y="49024"/>
                  <a:pt x="44334" y="47945"/>
                </a:cubicBezTo>
                <a:cubicBezTo>
                  <a:pt x="44334" y="47879"/>
                  <a:pt x="44311" y="47814"/>
                  <a:pt x="44311" y="47748"/>
                </a:cubicBezTo>
                <a:cubicBezTo>
                  <a:pt x="44311" y="38968"/>
                  <a:pt x="51435" y="31845"/>
                  <a:pt x="60227" y="31845"/>
                </a:cubicBezTo>
                <a:cubicBezTo>
                  <a:pt x="60609" y="31845"/>
                  <a:pt x="60980" y="31878"/>
                  <a:pt x="61361" y="31900"/>
                </a:cubicBezTo>
                <a:lnTo>
                  <a:pt x="61361" y="28431"/>
                </a:lnTo>
                <a:cubicBezTo>
                  <a:pt x="61361" y="22792"/>
                  <a:pt x="56769" y="18211"/>
                  <a:pt x="51129" y="18211"/>
                </a:cubicBezTo>
                <a:lnTo>
                  <a:pt x="38912" y="18211"/>
                </a:lnTo>
                <a:lnTo>
                  <a:pt x="44453" y="12670"/>
                </a:lnTo>
                <a:cubicBezTo>
                  <a:pt x="44780" y="12354"/>
                  <a:pt x="45042" y="11972"/>
                  <a:pt x="45228" y="11558"/>
                </a:cubicBezTo>
                <a:cubicBezTo>
                  <a:pt x="45402" y="11143"/>
                  <a:pt x="45500" y="10696"/>
                  <a:pt x="45500" y="10238"/>
                </a:cubicBezTo>
                <a:cubicBezTo>
                  <a:pt x="45511" y="9791"/>
                  <a:pt x="45424" y="9344"/>
                  <a:pt x="45250" y="8918"/>
                </a:cubicBezTo>
                <a:cubicBezTo>
                  <a:pt x="45075" y="8504"/>
                  <a:pt x="44824" y="8122"/>
                  <a:pt x="44508" y="7795"/>
                </a:cubicBezTo>
                <a:cubicBezTo>
                  <a:pt x="44180" y="7479"/>
                  <a:pt x="43799" y="7228"/>
                  <a:pt x="43384" y="7053"/>
                </a:cubicBezTo>
                <a:cubicBezTo>
                  <a:pt x="42959" y="6879"/>
                  <a:pt x="42511" y="6791"/>
                  <a:pt x="42053" y="6802"/>
                </a:cubicBezTo>
                <a:cubicBezTo>
                  <a:pt x="41606" y="6802"/>
                  <a:pt x="41159" y="6900"/>
                  <a:pt x="40744" y="7075"/>
                </a:cubicBezTo>
                <a:cubicBezTo>
                  <a:pt x="40330" y="7261"/>
                  <a:pt x="39948" y="7522"/>
                  <a:pt x="39632" y="7849"/>
                </a:cubicBezTo>
                <a:lnTo>
                  <a:pt x="34090" y="13391"/>
                </a:lnTo>
                <a:lnTo>
                  <a:pt x="34090" y="5712"/>
                </a:lnTo>
                <a:cubicBezTo>
                  <a:pt x="34101" y="5253"/>
                  <a:pt x="34014" y="4806"/>
                  <a:pt x="33839" y="4381"/>
                </a:cubicBezTo>
                <a:cubicBezTo>
                  <a:pt x="33664" y="3955"/>
                  <a:pt x="33413" y="3574"/>
                  <a:pt x="33086" y="3246"/>
                </a:cubicBezTo>
                <a:cubicBezTo>
                  <a:pt x="32770" y="2930"/>
                  <a:pt x="32388" y="2680"/>
                  <a:pt x="31962" y="2505"/>
                </a:cubicBezTo>
                <a:cubicBezTo>
                  <a:pt x="31537" y="2331"/>
                  <a:pt x="31079" y="2243"/>
                  <a:pt x="30632" y="2254"/>
                </a:cubicBezTo>
                <a:close/>
                <a:moveTo>
                  <a:pt x="60227" y="36394"/>
                </a:moveTo>
                <a:cubicBezTo>
                  <a:pt x="53987" y="36394"/>
                  <a:pt x="48860" y="41520"/>
                  <a:pt x="48860" y="47748"/>
                </a:cubicBezTo>
                <a:cubicBezTo>
                  <a:pt x="48860" y="49395"/>
                  <a:pt x="49232" y="50944"/>
                  <a:pt x="49875" y="52362"/>
                </a:cubicBezTo>
                <a:lnTo>
                  <a:pt x="46657" y="52362"/>
                </a:lnTo>
                <a:cubicBezTo>
                  <a:pt x="40984" y="52362"/>
                  <a:pt x="36359" y="56987"/>
                  <a:pt x="36359" y="62659"/>
                </a:cubicBezTo>
                <a:lnTo>
                  <a:pt x="36359" y="71646"/>
                </a:lnTo>
                <a:lnTo>
                  <a:pt x="64700" y="71646"/>
                </a:lnTo>
                <a:lnTo>
                  <a:pt x="64700" y="52362"/>
                </a:lnTo>
                <a:lnTo>
                  <a:pt x="60227" y="52362"/>
                </a:lnTo>
                <a:lnTo>
                  <a:pt x="60227" y="52296"/>
                </a:lnTo>
                <a:cubicBezTo>
                  <a:pt x="57675" y="52296"/>
                  <a:pt x="55679" y="50300"/>
                  <a:pt x="55679" y="47748"/>
                </a:cubicBezTo>
                <a:cubicBezTo>
                  <a:pt x="55679" y="45196"/>
                  <a:pt x="57675" y="43211"/>
                  <a:pt x="60227" y="43211"/>
                </a:cubicBezTo>
                <a:cubicBezTo>
                  <a:pt x="62780" y="43211"/>
                  <a:pt x="64766" y="45196"/>
                  <a:pt x="64766" y="47748"/>
                </a:cubicBezTo>
                <a:lnTo>
                  <a:pt x="64766" y="52296"/>
                </a:lnTo>
                <a:lnTo>
                  <a:pt x="71583" y="52296"/>
                </a:lnTo>
                <a:lnTo>
                  <a:pt x="71583" y="47748"/>
                </a:lnTo>
                <a:cubicBezTo>
                  <a:pt x="71583" y="45196"/>
                  <a:pt x="73579" y="43211"/>
                  <a:pt x="76132" y="43211"/>
                </a:cubicBezTo>
                <a:cubicBezTo>
                  <a:pt x="78685" y="43211"/>
                  <a:pt x="80681" y="45196"/>
                  <a:pt x="80681" y="47748"/>
                </a:cubicBezTo>
                <a:cubicBezTo>
                  <a:pt x="80681" y="50300"/>
                  <a:pt x="78685" y="52296"/>
                  <a:pt x="76132" y="52296"/>
                </a:cubicBezTo>
                <a:lnTo>
                  <a:pt x="76132" y="52362"/>
                </a:lnTo>
                <a:lnTo>
                  <a:pt x="71518" y="52362"/>
                </a:lnTo>
                <a:lnTo>
                  <a:pt x="71518" y="71646"/>
                </a:lnTo>
                <a:lnTo>
                  <a:pt x="100001" y="71646"/>
                </a:lnTo>
                <a:lnTo>
                  <a:pt x="100001" y="62659"/>
                </a:lnTo>
                <a:cubicBezTo>
                  <a:pt x="100001" y="56987"/>
                  <a:pt x="95375" y="52362"/>
                  <a:pt x="89703" y="52362"/>
                </a:cubicBezTo>
                <a:lnTo>
                  <a:pt x="86484" y="52362"/>
                </a:lnTo>
                <a:cubicBezTo>
                  <a:pt x="87128" y="50955"/>
                  <a:pt x="87499" y="49395"/>
                  <a:pt x="87499" y="47748"/>
                </a:cubicBezTo>
                <a:cubicBezTo>
                  <a:pt x="87499" y="41520"/>
                  <a:pt x="82372" y="36394"/>
                  <a:pt x="76132" y="36394"/>
                </a:cubicBezTo>
                <a:cubicBezTo>
                  <a:pt x="73045" y="36394"/>
                  <a:pt x="70241" y="37659"/>
                  <a:pt x="68180" y="39688"/>
                </a:cubicBezTo>
                <a:cubicBezTo>
                  <a:pt x="66118" y="37659"/>
                  <a:pt x="63315" y="36394"/>
                  <a:pt x="60227" y="36394"/>
                </a:cubicBezTo>
                <a:close/>
                <a:moveTo>
                  <a:pt x="36359" y="78463"/>
                </a:moveTo>
                <a:lnTo>
                  <a:pt x="36359" y="87451"/>
                </a:lnTo>
                <a:cubicBezTo>
                  <a:pt x="36359" y="93123"/>
                  <a:pt x="40984" y="97748"/>
                  <a:pt x="46657" y="97748"/>
                </a:cubicBezTo>
                <a:lnTo>
                  <a:pt x="64700" y="97748"/>
                </a:lnTo>
                <a:lnTo>
                  <a:pt x="64700" y="78463"/>
                </a:lnTo>
                <a:lnTo>
                  <a:pt x="36359" y="78463"/>
                </a:lnTo>
                <a:close/>
                <a:moveTo>
                  <a:pt x="71518" y="78463"/>
                </a:moveTo>
                <a:lnTo>
                  <a:pt x="71518" y="97748"/>
                </a:lnTo>
                <a:lnTo>
                  <a:pt x="89703" y="97748"/>
                </a:lnTo>
                <a:cubicBezTo>
                  <a:pt x="95375" y="97748"/>
                  <a:pt x="100001" y="93123"/>
                  <a:pt x="100001" y="87451"/>
                </a:cubicBezTo>
                <a:lnTo>
                  <a:pt x="100001" y="78463"/>
                </a:lnTo>
                <a:lnTo>
                  <a:pt x="71518" y="7846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4" name="Чёрный — SVG 31">
            <a:extLst>
              <a:ext uri="{FF2B5EF4-FFF2-40B4-BE49-F238E27FC236}">
                <a16:creationId xmlns:a16="http://schemas.microsoft.com/office/drawing/2014/main" id="{619C732B-2DC5-A648-B943-3FDB871504D1}"/>
              </a:ext>
            </a:extLst>
          </p:cNvPr>
          <p:cNvSpPr>
            <a:spLocks noGrp="1"/>
          </p:cNvSpPr>
          <p:nvPr/>
        </p:nvSpPr>
        <p:spPr>
          <a:xfrm>
            <a:off x="7620000" y="3210000"/>
            <a:ext cx="220000" cy="220000"/>
          </a:xfrm>
          <a:custGeom>
            <a:avLst/>
            <a:gdLst>
              <a:gd name="csX0" fmla="*/ 125421 w 127607"/>
              <a:gd name="csY0" fmla="*/ 49128 h 148847"/>
              <a:gd name="csX1" fmla="*/ 108884 w 127607"/>
              <a:gd name="csY1" fmla="*/ 43276 h 148847"/>
              <a:gd name="csX2" fmla="*/ 90798 w 127607"/>
              <a:gd name="csY2" fmla="*/ 48839 h 148847"/>
              <a:gd name="csX3" fmla="*/ 95698 w 127607"/>
              <a:gd name="csY3" fmla="*/ 31896 h 148847"/>
              <a:gd name="csX4" fmla="*/ 63798 w 127607"/>
              <a:gd name="csY4" fmla="*/ 0 h 148847"/>
              <a:gd name="csX5" fmla="*/ 31898 w 127607"/>
              <a:gd name="csY5" fmla="*/ 31896 h 148847"/>
              <a:gd name="csX6" fmla="*/ 36798 w 127607"/>
              <a:gd name="csY6" fmla="*/ 48839 h 148847"/>
              <a:gd name="csX7" fmla="*/ 18713 w 127607"/>
              <a:gd name="csY7" fmla="*/ 43259 h 148847"/>
              <a:gd name="csX8" fmla="*/ 2176 w 127607"/>
              <a:gd name="csY8" fmla="*/ 49128 h 148847"/>
              <a:gd name="csX9" fmla="*/ 8658 w 127607"/>
              <a:gd name="csY9" fmla="*/ 69763 h 148847"/>
              <a:gd name="csX10" fmla="*/ 27577 w 127607"/>
              <a:gd name="csY10" fmla="*/ 77758 h 148847"/>
              <a:gd name="csX11" fmla="*/ 31898 w 127607"/>
              <a:gd name="csY11" fmla="*/ 84290 h 148847"/>
              <a:gd name="csX12" fmla="*/ 31898 w 127607"/>
              <a:gd name="csY12" fmla="*/ 86740 h 148847"/>
              <a:gd name="csX13" fmla="*/ 29567 w 127607"/>
              <a:gd name="csY13" fmla="*/ 95534 h 148847"/>
              <a:gd name="csX14" fmla="*/ 13132 w 127607"/>
              <a:gd name="csY14" fmla="*/ 124300 h 148847"/>
              <a:gd name="csX15" fmla="*/ 17114 w 127607"/>
              <a:gd name="csY15" fmla="*/ 145734 h 148847"/>
              <a:gd name="csX16" fmla="*/ 26573 w 127607"/>
              <a:gd name="csY16" fmla="*/ 148847 h 148847"/>
              <a:gd name="csX17" fmla="*/ 39282 w 127607"/>
              <a:gd name="csY17" fmla="*/ 142570 h 148847"/>
              <a:gd name="csX18" fmla="*/ 60089 w 127607"/>
              <a:gd name="csY18" fmla="*/ 115250 h 148847"/>
              <a:gd name="csX19" fmla="*/ 63798 w 127607"/>
              <a:gd name="csY19" fmla="*/ 113413 h 148847"/>
              <a:gd name="csX20" fmla="*/ 67507 w 127607"/>
              <a:gd name="csY20" fmla="*/ 115250 h 148847"/>
              <a:gd name="csX21" fmla="*/ 88332 w 127607"/>
              <a:gd name="csY21" fmla="*/ 142570 h 148847"/>
              <a:gd name="csX22" fmla="*/ 101024 w 127607"/>
              <a:gd name="csY22" fmla="*/ 148847 h 148847"/>
              <a:gd name="csX23" fmla="*/ 110500 w 127607"/>
              <a:gd name="csY23" fmla="*/ 145734 h 148847"/>
              <a:gd name="csX24" fmla="*/ 114481 w 127607"/>
              <a:gd name="csY24" fmla="*/ 124300 h 148847"/>
              <a:gd name="csX25" fmla="*/ 98046 w 127607"/>
              <a:gd name="csY25" fmla="*/ 95534 h 148847"/>
              <a:gd name="csX26" fmla="*/ 95698 w 127607"/>
              <a:gd name="csY26" fmla="*/ 86740 h 148847"/>
              <a:gd name="csX27" fmla="*/ 95698 w 127607"/>
              <a:gd name="csY27" fmla="*/ 84290 h 148847"/>
              <a:gd name="csX28" fmla="*/ 100037 w 127607"/>
              <a:gd name="csY28" fmla="*/ 77758 h 148847"/>
              <a:gd name="csX29" fmla="*/ 118956 w 127607"/>
              <a:gd name="csY29" fmla="*/ 69763 h 148847"/>
              <a:gd name="csX30" fmla="*/ 125421 w 127607"/>
              <a:gd name="csY30" fmla="*/ 49128 h 148847"/>
              <a:gd name="csX31" fmla="*/ 49626 w 127607"/>
              <a:gd name="csY31" fmla="*/ 30127 h 148847"/>
              <a:gd name="csX32" fmla="*/ 54934 w 127607"/>
              <a:gd name="csY32" fmla="*/ 24802 h 148847"/>
              <a:gd name="csX33" fmla="*/ 60259 w 127607"/>
              <a:gd name="csY33" fmla="*/ 30127 h 148847"/>
              <a:gd name="csX34" fmla="*/ 54934 w 127607"/>
              <a:gd name="csY34" fmla="*/ 35434 h 148847"/>
              <a:gd name="csX35" fmla="*/ 49626 w 127607"/>
              <a:gd name="csY35" fmla="*/ 30127 h 148847"/>
              <a:gd name="csX36" fmla="*/ 63798 w 127607"/>
              <a:gd name="csY36" fmla="*/ 95687 h 148847"/>
              <a:gd name="csX37" fmla="*/ 58490 w 127607"/>
              <a:gd name="csY37" fmla="*/ 90363 h 148847"/>
              <a:gd name="csX38" fmla="*/ 63798 w 127607"/>
              <a:gd name="csY38" fmla="*/ 85056 h 148847"/>
              <a:gd name="csX39" fmla="*/ 69123 w 127607"/>
              <a:gd name="csY39" fmla="*/ 90363 h 148847"/>
              <a:gd name="csX40" fmla="*/ 63798 w 127607"/>
              <a:gd name="csY40" fmla="*/ 95687 h 148847"/>
              <a:gd name="csX41" fmla="*/ 63798 w 127607"/>
              <a:gd name="csY41" fmla="*/ 77962 h 148847"/>
              <a:gd name="csX42" fmla="*/ 58490 w 127607"/>
              <a:gd name="csY42" fmla="*/ 72654 h 148847"/>
              <a:gd name="csX43" fmla="*/ 63798 w 127607"/>
              <a:gd name="csY43" fmla="*/ 67330 h 148847"/>
              <a:gd name="csX44" fmla="*/ 69123 w 127607"/>
              <a:gd name="csY44" fmla="*/ 72654 h 148847"/>
              <a:gd name="csX45" fmla="*/ 63798 w 127607"/>
              <a:gd name="csY45" fmla="*/ 77962 h 148847"/>
              <a:gd name="csX46" fmla="*/ 74057 w 127607"/>
              <a:gd name="csY46" fmla="*/ 47648 h 148847"/>
              <a:gd name="csX47" fmla="*/ 63798 w 127607"/>
              <a:gd name="csY47" fmla="*/ 53160 h 148847"/>
              <a:gd name="csX48" fmla="*/ 53539 w 127607"/>
              <a:gd name="csY48" fmla="*/ 47648 h 148847"/>
              <a:gd name="csX49" fmla="*/ 55121 w 127607"/>
              <a:gd name="csY49" fmla="*/ 42902 h 148847"/>
              <a:gd name="csX50" fmla="*/ 59834 w 127607"/>
              <a:gd name="csY50" fmla="*/ 44399 h 148847"/>
              <a:gd name="csX51" fmla="*/ 63798 w 127607"/>
              <a:gd name="csY51" fmla="*/ 46066 h 148847"/>
              <a:gd name="csX52" fmla="*/ 67779 w 127607"/>
              <a:gd name="csY52" fmla="*/ 44382 h 148847"/>
              <a:gd name="csX53" fmla="*/ 72560 w 127607"/>
              <a:gd name="csY53" fmla="*/ 43021 h 148847"/>
              <a:gd name="csX54" fmla="*/ 74057 w 127607"/>
              <a:gd name="csY54" fmla="*/ 47648 h 148847"/>
              <a:gd name="csX55" fmla="*/ 72662 w 127607"/>
              <a:gd name="csY55" fmla="*/ 35434 h 148847"/>
              <a:gd name="csX56" fmla="*/ 67354 w 127607"/>
              <a:gd name="csY56" fmla="*/ 30127 h 148847"/>
              <a:gd name="csX57" fmla="*/ 72662 w 127607"/>
              <a:gd name="csY57" fmla="*/ 24802 h 148847"/>
              <a:gd name="csX58" fmla="*/ 77987 w 127607"/>
              <a:gd name="csY58" fmla="*/ 30127 h 148847"/>
              <a:gd name="csX59" fmla="*/ 72662 w 127607"/>
              <a:gd name="csY59" fmla="*/ 35434 h 148847"/>
            </a:gdLst>
            <a:ahLst/>
            <a:cxnLst/>
            <a:rect l="l" t="t" r="r" b="b"/>
            <a:pathLst>
              <a:path w="100000" h="100000">
                <a:moveTo>
                  <a:pt x="91397" y="33006"/>
                </a:moveTo>
                <a:cubicBezTo>
                  <a:pt x="89110" y="29303"/>
                  <a:pt x="84459" y="27783"/>
                  <a:pt x="80286" y="29074"/>
                </a:cubicBezTo>
                <a:lnTo>
                  <a:pt x="68136" y="32812"/>
                </a:lnTo>
                <a:cubicBezTo>
                  <a:pt x="70216" y="29509"/>
                  <a:pt x="71428" y="25612"/>
                  <a:pt x="71428" y="21429"/>
                </a:cubicBezTo>
                <a:cubicBezTo>
                  <a:pt x="71428" y="9588"/>
                  <a:pt x="61838" y="0"/>
                  <a:pt x="49996" y="0"/>
                </a:cubicBezTo>
                <a:cubicBezTo>
                  <a:pt x="38166" y="0"/>
                  <a:pt x="28565" y="9588"/>
                  <a:pt x="28565" y="21429"/>
                </a:cubicBezTo>
                <a:cubicBezTo>
                  <a:pt x="28565" y="25612"/>
                  <a:pt x="29788" y="29509"/>
                  <a:pt x="31857" y="32812"/>
                </a:cubicBezTo>
                <a:lnTo>
                  <a:pt x="19707" y="29063"/>
                </a:lnTo>
                <a:cubicBezTo>
                  <a:pt x="15546" y="27783"/>
                  <a:pt x="10894" y="29303"/>
                  <a:pt x="8597" y="33006"/>
                </a:cubicBezTo>
                <a:cubicBezTo>
                  <a:pt x="5419" y="38160"/>
                  <a:pt x="7671" y="44628"/>
                  <a:pt x="12952" y="46869"/>
                </a:cubicBezTo>
                <a:lnTo>
                  <a:pt x="25662" y="52240"/>
                </a:lnTo>
                <a:cubicBezTo>
                  <a:pt x="27422" y="52983"/>
                  <a:pt x="28565" y="54709"/>
                  <a:pt x="28565" y="56629"/>
                </a:cubicBezTo>
                <a:lnTo>
                  <a:pt x="28565" y="58275"/>
                </a:lnTo>
                <a:cubicBezTo>
                  <a:pt x="28565" y="60355"/>
                  <a:pt x="28027" y="62389"/>
                  <a:pt x="26999" y="64183"/>
                </a:cubicBezTo>
                <a:lnTo>
                  <a:pt x="15957" y="83509"/>
                </a:lnTo>
                <a:cubicBezTo>
                  <a:pt x="13203" y="88320"/>
                  <a:pt x="14174" y="94617"/>
                  <a:pt x="18633" y="97909"/>
                </a:cubicBezTo>
                <a:cubicBezTo>
                  <a:pt x="20553" y="99325"/>
                  <a:pt x="22781" y="100000"/>
                  <a:pt x="24987" y="100000"/>
                </a:cubicBezTo>
                <a:cubicBezTo>
                  <a:pt x="28222" y="100000"/>
                  <a:pt x="31422" y="98537"/>
                  <a:pt x="33526" y="95783"/>
                </a:cubicBezTo>
                <a:lnTo>
                  <a:pt x="47504" y="77429"/>
                </a:lnTo>
                <a:cubicBezTo>
                  <a:pt x="48099" y="76652"/>
                  <a:pt x="49025" y="76194"/>
                  <a:pt x="49996" y="76194"/>
                </a:cubicBezTo>
                <a:cubicBezTo>
                  <a:pt x="50979" y="76194"/>
                  <a:pt x="51894" y="76652"/>
                  <a:pt x="52488" y="77429"/>
                </a:cubicBezTo>
                <a:lnTo>
                  <a:pt x="66479" y="95783"/>
                </a:lnTo>
                <a:cubicBezTo>
                  <a:pt x="68582" y="98537"/>
                  <a:pt x="71771" y="100000"/>
                  <a:pt x="75006" y="100000"/>
                </a:cubicBezTo>
                <a:cubicBezTo>
                  <a:pt x="77211" y="100000"/>
                  <a:pt x="79441" y="99325"/>
                  <a:pt x="81372" y="97909"/>
                </a:cubicBezTo>
                <a:cubicBezTo>
                  <a:pt x="85818" y="94617"/>
                  <a:pt x="86790" y="88309"/>
                  <a:pt x="84047" y="83509"/>
                </a:cubicBezTo>
                <a:lnTo>
                  <a:pt x="73005" y="64183"/>
                </a:lnTo>
                <a:cubicBezTo>
                  <a:pt x="71977" y="62389"/>
                  <a:pt x="71428" y="60355"/>
                  <a:pt x="71428" y="58275"/>
                </a:cubicBezTo>
                <a:lnTo>
                  <a:pt x="71428" y="56629"/>
                </a:lnTo>
                <a:cubicBezTo>
                  <a:pt x="71428" y="54720"/>
                  <a:pt x="72571" y="52983"/>
                  <a:pt x="74343" y="52240"/>
                </a:cubicBezTo>
                <a:lnTo>
                  <a:pt x="87053" y="46869"/>
                </a:lnTo>
                <a:cubicBezTo>
                  <a:pt x="92334" y="44628"/>
                  <a:pt x="94586" y="38160"/>
                  <a:pt x="91397" y="33006"/>
                </a:cubicBezTo>
                <a:close/>
                <a:moveTo>
                  <a:pt x="40475" y="20240"/>
                </a:moveTo>
                <a:cubicBezTo>
                  <a:pt x="40475" y="18263"/>
                  <a:pt x="42075" y="16663"/>
                  <a:pt x="44041" y="16663"/>
                </a:cubicBezTo>
                <a:cubicBezTo>
                  <a:pt x="46019" y="16663"/>
                  <a:pt x="47619" y="18263"/>
                  <a:pt x="47619" y="20240"/>
                </a:cubicBezTo>
                <a:cubicBezTo>
                  <a:pt x="47619" y="22205"/>
                  <a:pt x="46019" y="23806"/>
                  <a:pt x="44041" y="23806"/>
                </a:cubicBezTo>
                <a:cubicBezTo>
                  <a:pt x="42075" y="23806"/>
                  <a:pt x="40475" y="22205"/>
                  <a:pt x="40475" y="20240"/>
                </a:cubicBezTo>
                <a:close/>
                <a:moveTo>
                  <a:pt x="49996" y="64285"/>
                </a:moveTo>
                <a:cubicBezTo>
                  <a:pt x="48031" y="64285"/>
                  <a:pt x="46430" y="62686"/>
                  <a:pt x="46430" y="60709"/>
                </a:cubicBezTo>
                <a:cubicBezTo>
                  <a:pt x="46430" y="58743"/>
                  <a:pt x="48031" y="57143"/>
                  <a:pt x="49996" y="57143"/>
                </a:cubicBezTo>
                <a:cubicBezTo>
                  <a:pt x="51974" y="57143"/>
                  <a:pt x="53574" y="58743"/>
                  <a:pt x="53574" y="60709"/>
                </a:cubicBezTo>
                <a:cubicBezTo>
                  <a:pt x="53574" y="62686"/>
                  <a:pt x="51974" y="64285"/>
                  <a:pt x="49996" y="64285"/>
                </a:cubicBezTo>
                <a:close/>
                <a:moveTo>
                  <a:pt x="49996" y="52377"/>
                </a:moveTo>
                <a:cubicBezTo>
                  <a:pt x="48031" y="52377"/>
                  <a:pt x="46430" y="50777"/>
                  <a:pt x="46430" y="48811"/>
                </a:cubicBezTo>
                <a:cubicBezTo>
                  <a:pt x="46430" y="46834"/>
                  <a:pt x="48031" y="45234"/>
                  <a:pt x="49996" y="45234"/>
                </a:cubicBezTo>
                <a:cubicBezTo>
                  <a:pt x="51974" y="45234"/>
                  <a:pt x="53574" y="46834"/>
                  <a:pt x="53574" y="48811"/>
                </a:cubicBezTo>
                <a:cubicBezTo>
                  <a:pt x="53574" y="50777"/>
                  <a:pt x="51974" y="52377"/>
                  <a:pt x="49996" y="52377"/>
                </a:cubicBezTo>
                <a:close/>
                <a:moveTo>
                  <a:pt x="56889" y="32011"/>
                </a:moveTo>
                <a:cubicBezTo>
                  <a:pt x="56203" y="33394"/>
                  <a:pt x="53986" y="35715"/>
                  <a:pt x="49996" y="35715"/>
                </a:cubicBezTo>
                <a:cubicBezTo>
                  <a:pt x="46019" y="35715"/>
                  <a:pt x="43790" y="33394"/>
                  <a:pt x="43104" y="32011"/>
                </a:cubicBezTo>
                <a:cubicBezTo>
                  <a:pt x="42521" y="30846"/>
                  <a:pt x="42990" y="29406"/>
                  <a:pt x="44167" y="28823"/>
                </a:cubicBezTo>
                <a:cubicBezTo>
                  <a:pt x="45322" y="28251"/>
                  <a:pt x="46727" y="28697"/>
                  <a:pt x="47333" y="29829"/>
                </a:cubicBezTo>
                <a:cubicBezTo>
                  <a:pt x="47425" y="29977"/>
                  <a:pt x="48110" y="30949"/>
                  <a:pt x="49996" y="30949"/>
                </a:cubicBezTo>
                <a:cubicBezTo>
                  <a:pt x="51939" y="30949"/>
                  <a:pt x="52602" y="29931"/>
                  <a:pt x="52671" y="29817"/>
                </a:cubicBezTo>
                <a:cubicBezTo>
                  <a:pt x="53323" y="28720"/>
                  <a:pt x="54752" y="28285"/>
                  <a:pt x="55883" y="28903"/>
                </a:cubicBezTo>
                <a:cubicBezTo>
                  <a:pt x="57003" y="29520"/>
                  <a:pt x="57460" y="30869"/>
                  <a:pt x="56889" y="32011"/>
                </a:cubicBezTo>
                <a:close/>
                <a:moveTo>
                  <a:pt x="55951" y="23806"/>
                </a:moveTo>
                <a:cubicBezTo>
                  <a:pt x="53986" y="23806"/>
                  <a:pt x="52385" y="22205"/>
                  <a:pt x="52385" y="20240"/>
                </a:cubicBezTo>
                <a:cubicBezTo>
                  <a:pt x="52385" y="18263"/>
                  <a:pt x="53986" y="16663"/>
                  <a:pt x="55951" y="16663"/>
                </a:cubicBezTo>
                <a:cubicBezTo>
                  <a:pt x="57929" y="16663"/>
                  <a:pt x="59529" y="18263"/>
                  <a:pt x="59529" y="20240"/>
                </a:cubicBezTo>
                <a:cubicBezTo>
                  <a:pt x="59529" y="22205"/>
                  <a:pt x="57929" y="23806"/>
                  <a:pt x="55951" y="2380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5" name="Чёрный — SVG 32">
            <a:extLst>
              <a:ext uri="{FF2B5EF4-FFF2-40B4-BE49-F238E27FC236}">
                <a16:creationId xmlns:a16="http://schemas.microsoft.com/office/drawing/2014/main" id="{A9794D90-1205-384A-BCAA-157337406E61}"/>
              </a:ext>
            </a:extLst>
          </p:cNvPr>
          <p:cNvSpPr>
            <a:spLocks noGrp="1"/>
          </p:cNvSpPr>
          <p:nvPr/>
        </p:nvSpPr>
        <p:spPr>
          <a:xfrm>
            <a:off x="8220000" y="3210000"/>
            <a:ext cx="220000" cy="220000"/>
          </a:xfrm>
          <a:custGeom>
            <a:avLst/>
            <a:gdLst>
              <a:gd name="csX0" fmla="*/ 78330 w 156149"/>
              <a:gd name="csY0" fmla="*/ 0 h 150616"/>
              <a:gd name="csX1" fmla="*/ 67050 w 156149"/>
              <a:gd name="csY1" fmla="*/ 4678 h 150616"/>
              <a:gd name="csX2" fmla="*/ 62388 w 156149"/>
              <a:gd name="csY2" fmla="*/ 15940 h 150616"/>
              <a:gd name="csX3" fmla="*/ 67050 w 156149"/>
              <a:gd name="csY3" fmla="*/ 27218 h 150616"/>
              <a:gd name="csX4" fmla="*/ 78330 w 156149"/>
              <a:gd name="csY4" fmla="*/ 31896 h 150616"/>
              <a:gd name="csX5" fmla="*/ 89610 w 156149"/>
              <a:gd name="csY5" fmla="*/ 27218 h 150616"/>
              <a:gd name="csX6" fmla="*/ 94288 w 156149"/>
              <a:gd name="csY6" fmla="*/ 15940 h 150616"/>
              <a:gd name="csX7" fmla="*/ 89610 w 156149"/>
              <a:gd name="csY7" fmla="*/ 4678 h 150616"/>
              <a:gd name="csX8" fmla="*/ 78330 w 156149"/>
              <a:gd name="csY8" fmla="*/ 0 h 150616"/>
              <a:gd name="csX9" fmla="*/ 53949 w 156149"/>
              <a:gd name="csY9" fmla="*/ 26520 h 150616"/>
              <a:gd name="csX10" fmla="*/ 14700 w 156149"/>
              <a:gd name="csY10" fmla="*/ 73301 h 150616"/>
              <a:gd name="csX11" fmla="*/ 3743 w 156149"/>
              <a:gd name="csY11" fmla="*/ 79748 h 150616"/>
              <a:gd name="csX12" fmla="*/ 0 w 156149"/>
              <a:gd name="csY12" fmla="*/ 89734 h 150616"/>
              <a:gd name="csX13" fmla="*/ 28702 w 156149"/>
              <a:gd name="csY13" fmla="*/ 92456 h 150616"/>
              <a:gd name="csX14" fmla="*/ 33550 w 156149"/>
              <a:gd name="csY14" fmla="*/ 93119 h 150616"/>
              <a:gd name="csX15" fmla="*/ 35796 w 156149"/>
              <a:gd name="csY15" fmla="*/ 97457 h 150616"/>
              <a:gd name="csX16" fmla="*/ 46430 w 156149"/>
              <a:gd name="csY16" fmla="*/ 104550 h 150616"/>
              <a:gd name="csX17" fmla="*/ 57063 w 156149"/>
              <a:gd name="csY17" fmla="*/ 97457 h 150616"/>
              <a:gd name="csX18" fmla="*/ 62388 w 156149"/>
              <a:gd name="csY18" fmla="*/ 92149 h 150616"/>
              <a:gd name="csX19" fmla="*/ 67696 w 156149"/>
              <a:gd name="csY19" fmla="*/ 97457 h 150616"/>
              <a:gd name="csX20" fmla="*/ 78330 w 156149"/>
              <a:gd name="csY20" fmla="*/ 104550 h 150616"/>
              <a:gd name="csX21" fmla="*/ 88963 w 156149"/>
              <a:gd name="csY21" fmla="*/ 97457 h 150616"/>
              <a:gd name="csX22" fmla="*/ 94288 w 156149"/>
              <a:gd name="csY22" fmla="*/ 92149 h 150616"/>
              <a:gd name="csX23" fmla="*/ 99597 w 156149"/>
              <a:gd name="csY23" fmla="*/ 97457 h 150616"/>
              <a:gd name="csX24" fmla="*/ 110230 w 156149"/>
              <a:gd name="csY24" fmla="*/ 104550 h 150616"/>
              <a:gd name="csX25" fmla="*/ 120863 w 156149"/>
              <a:gd name="csY25" fmla="*/ 97457 h 150616"/>
              <a:gd name="csX26" fmla="*/ 122905 w 156149"/>
              <a:gd name="csY26" fmla="*/ 93272 h 150616"/>
              <a:gd name="csX27" fmla="*/ 127465 w 156149"/>
              <a:gd name="csY27" fmla="*/ 92302 h 150616"/>
              <a:gd name="csX28" fmla="*/ 156149 w 156149"/>
              <a:gd name="csY28" fmla="*/ 86365 h 150616"/>
              <a:gd name="csX29" fmla="*/ 152917 w 156149"/>
              <a:gd name="csY29" fmla="*/ 79748 h 150616"/>
              <a:gd name="csX30" fmla="*/ 141960 w 156149"/>
              <a:gd name="csY30" fmla="*/ 73301 h 150616"/>
              <a:gd name="csX31" fmla="*/ 102693 w 156149"/>
              <a:gd name="csY31" fmla="*/ 26537 h 150616"/>
              <a:gd name="csX32" fmla="*/ 78330 w 156149"/>
              <a:gd name="csY32" fmla="*/ 42528 h 150616"/>
              <a:gd name="csX33" fmla="*/ 53949 w 156149"/>
              <a:gd name="csY33" fmla="*/ 26520 h 150616"/>
              <a:gd name="csX34" fmla="*/ 78330 w 156149"/>
              <a:gd name="csY34" fmla="*/ 51390 h 150616"/>
              <a:gd name="csX35" fmla="*/ 83655 w 156149"/>
              <a:gd name="csY35" fmla="*/ 56698 h 150616"/>
              <a:gd name="csX36" fmla="*/ 83655 w 156149"/>
              <a:gd name="csY36" fmla="*/ 74424 h 150616"/>
              <a:gd name="csX37" fmla="*/ 78330 w 156149"/>
              <a:gd name="csY37" fmla="*/ 79731 h 150616"/>
              <a:gd name="csX38" fmla="*/ 73022 w 156149"/>
              <a:gd name="csY38" fmla="*/ 74424 h 150616"/>
              <a:gd name="csX39" fmla="*/ 73022 w 156149"/>
              <a:gd name="csY39" fmla="*/ 56698 h 150616"/>
              <a:gd name="csX40" fmla="*/ 78330 w 156149"/>
              <a:gd name="csY40" fmla="*/ 51390 h 150616"/>
              <a:gd name="csX41" fmla="*/ 55634 w 156149"/>
              <a:gd name="csY41" fmla="*/ 51408 h 150616"/>
              <a:gd name="csX42" fmla="*/ 57675 w 156149"/>
              <a:gd name="csY42" fmla="*/ 51952 h 150616"/>
              <a:gd name="csX43" fmla="*/ 60040 w 156149"/>
              <a:gd name="csY43" fmla="*/ 59080 h 150616"/>
              <a:gd name="csX44" fmla="*/ 52963 w 156149"/>
              <a:gd name="csY44" fmla="*/ 73267 h 150616"/>
              <a:gd name="csX45" fmla="*/ 48199 w 156149"/>
              <a:gd name="csY45" fmla="*/ 76193 h 150616"/>
              <a:gd name="csX46" fmla="*/ 45817 w 156149"/>
              <a:gd name="csY46" fmla="*/ 75631 h 150616"/>
              <a:gd name="csX47" fmla="*/ 43452 w 156149"/>
              <a:gd name="csY47" fmla="*/ 68504 h 150616"/>
              <a:gd name="csX48" fmla="*/ 50530 w 156149"/>
              <a:gd name="csY48" fmla="*/ 54316 h 150616"/>
              <a:gd name="csX49" fmla="*/ 55634 w 156149"/>
              <a:gd name="csY49" fmla="*/ 51408 h 150616"/>
              <a:gd name="csX50" fmla="*/ 101026 w 156149"/>
              <a:gd name="csY50" fmla="*/ 51408 h 150616"/>
              <a:gd name="csX51" fmla="*/ 106130 w 156149"/>
              <a:gd name="csY51" fmla="*/ 54316 h 150616"/>
              <a:gd name="csX52" fmla="*/ 113207 w 156149"/>
              <a:gd name="csY52" fmla="*/ 68504 h 150616"/>
              <a:gd name="csX53" fmla="*/ 110842 w 156149"/>
              <a:gd name="csY53" fmla="*/ 75631 h 150616"/>
              <a:gd name="csX54" fmla="*/ 108460 w 156149"/>
              <a:gd name="csY54" fmla="*/ 76193 h 150616"/>
              <a:gd name="csX55" fmla="*/ 103697 w 156149"/>
              <a:gd name="csY55" fmla="*/ 73267 h 150616"/>
              <a:gd name="csX56" fmla="*/ 96619 w 156149"/>
              <a:gd name="csY56" fmla="*/ 59080 h 150616"/>
              <a:gd name="csX57" fmla="*/ 98984 w 156149"/>
              <a:gd name="csY57" fmla="*/ 51952 h 150616"/>
              <a:gd name="csX58" fmla="*/ 101026 w 156149"/>
              <a:gd name="csY58" fmla="*/ 51408 h 150616"/>
              <a:gd name="csX59" fmla="*/ 156115 w 156149"/>
              <a:gd name="csY59" fmla="*/ 99124 h 150616"/>
              <a:gd name="csX60" fmla="*/ 130238 w 156149"/>
              <a:gd name="csY60" fmla="*/ 103479 h 150616"/>
              <a:gd name="csX61" fmla="*/ 110230 w 156149"/>
              <a:gd name="csY61" fmla="*/ 115182 h 150616"/>
              <a:gd name="csX62" fmla="*/ 94288 w 156149"/>
              <a:gd name="csY62" fmla="*/ 109143 h 150616"/>
              <a:gd name="csX63" fmla="*/ 78330 w 156149"/>
              <a:gd name="csY63" fmla="*/ 115182 h 150616"/>
              <a:gd name="csX64" fmla="*/ 62388 w 156149"/>
              <a:gd name="csY64" fmla="*/ 109143 h 150616"/>
              <a:gd name="csX65" fmla="*/ 46430 w 156149"/>
              <a:gd name="csY65" fmla="*/ 115182 h 150616"/>
              <a:gd name="csX66" fmla="*/ 26677 w 156149"/>
              <a:gd name="csY66" fmla="*/ 104023 h 150616"/>
              <a:gd name="csX67" fmla="*/ 902 w 156149"/>
              <a:gd name="csY67" fmla="*/ 103087 h 150616"/>
              <a:gd name="csX68" fmla="*/ 58832 w 156149"/>
              <a:gd name="csY68" fmla="*/ 150616 h 150616"/>
              <a:gd name="csX69" fmla="*/ 97827 w 156149"/>
              <a:gd name="csY69" fmla="*/ 150616 h 150616"/>
              <a:gd name="csX70" fmla="*/ 156115 w 156149"/>
              <a:gd name="csY70" fmla="*/ 99124 h 150616"/>
            </a:gdLst>
            <a:ahLst/>
            <a:cxnLst/>
            <a:rect l="l" t="t" r="r" b="b"/>
            <a:pathLst>
              <a:path w="100000" h="100000">
                <a:moveTo>
                  <a:pt x="50164" y="1772"/>
                </a:moveTo>
                <a:cubicBezTo>
                  <a:pt x="47450" y="1772"/>
                  <a:pt x="44857" y="2850"/>
                  <a:pt x="42940" y="4768"/>
                </a:cubicBezTo>
                <a:cubicBezTo>
                  <a:pt x="41022" y="6674"/>
                  <a:pt x="39954" y="9277"/>
                  <a:pt x="39954" y="11980"/>
                </a:cubicBezTo>
                <a:cubicBezTo>
                  <a:pt x="39954" y="14692"/>
                  <a:pt x="41022" y="17296"/>
                  <a:pt x="42940" y="19202"/>
                </a:cubicBezTo>
                <a:cubicBezTo>
                  <a:pt x="44857" y="21120"/>
                  <a:pt x="47450" y="22198"/>
                  <a:pt x="50164" y="22198"/>
                </a:cubicBezTo>
                <a:cubicBezTo>
                  <a:pt x="52876" y="22198"/>
                  <a:pt x="55469" y="21120"/>
                  <a:pt x="57387" y="19202"/>
                </a:cubicBezTo>
                <a:cubicBezTo>
                  <a:pt x="59305" y="17296"/>
                  <a:pt x="60383" y="14692"/>
                  <a:pt x="60383" y="11980"/>
                </a:cubicBezTo>
                <a:cubicBezTo>
                  <a:pt x="60383" y="9277"/>
                  <a:pt x="59305" y="6674"/>
                  <a:pt x="57387" y="4768"/>
                </a:cubicBezTo>
                <a:cubicBezTo>
                  <a:pt x="55469" y="2850"/>
                  <a:pt x="52876" y="1772"/>
                  <a:pt x="50164" y="1772"/>
                </a:cubicBezTo>
                <a:close/>
                <a:moveTo>
                  <a:pt x="34550" y="18755"/>
                </a:moveTo>
                <a:cubicBezTo>
                  <a:pt x="19666" y="23277"/>
                  <a:pt x="10503" y="34149"/>
                  <a:pt x="9414" y="48715"/>
                </a:cubicBezTo>
                <a:cubicBezTo>
                  <a:pt x="7235" y="49226"/>
                  <a:pt x="4434" y="50360"/>
                  <a:pt x="2397" y="52843"/>
                </a:cubicBezTo>
                <a:cubicBezTo>
                  <a:pt x="1308" y="54173"/>
                  <a:pt x="218" y="56254"/>
                  <a:pt x="0" y="59239"/>
                </a:cubicBezTo>
                <a:cubicBezTo>
                  <a:pt x="5481" y="65405"/>
                  <a:pt x="18250" y="61025"/>
                  <a:pt x="18381" y="60982"/>
                </a:cubicBezTo>
                <a:cubicBezTo>
                  <a:pt x="19427" y="60611"/>
                  <a:pt x="20582" y="60763"/>
                  <a:pt x="21486" y="61406"/>
                </a:cubicBezTo>
                <a:cubicBezTo>
                  <a:pt x="22391" y="62049"/>
                  <a:pt x="22924" y="63084"/>
                  <a:pt x="22924" y="64185"/>
                </a:cubicBezTo>
                <a:cubicBezTo>
                  <a:pt x="22924" y="66646"/>
                  <a:pt x="26041" y="68727"/>
                  <a:pt x="29734" y="68727"/>
                </a:cubicBezTo>
                <a:cubicBezTo>
                  <a:pt x="33428" y="68727"/>
                  <a:pt x="36544" y="66646"/>
                  <a:pt x="36544" y="64185"/>
                </a:cubicBezTo>
                <a:cubicBezTo>
                  <a:pt x="36544" y="62311"/>
                  <a:pt x="38069" y="60785"/>
                  <a:pt x="39954" y="60785"/>
                </a:cubicBezTo>
                <a:cubicBezTo>
                  <a:pt x="41829" y="60785"/>
                  <a:pt x="43353" y="62311"/>
                  <a:pt x="43353" y="64185"/>
                </a:cubicBezTo>
                <a:cubicBezTo>
                  <a:pt x="43353" y="66646"/>
                  <a:pt x="46470" y="68727"/>
                  <a:pt x="50164" y="68727"/>
                </a:cubicBezTo>
                <a:cubicBezTo>
                  <a:pt x="53857" y="68727"/>
                  <a:pt x="56973" y="66646"/>
                  <a:pt x="56973" y="64185"/>
                </a:cubicBezTo>
                <a:cubicBezTo>
                  <a:pt x="56973" y="62311"/>
                  <a:pt x="58499" y="60785"/>
                  <a:pt x="60383" y="60785"/>
                </a:cubicBezTo>
                <a:cubicBezTo>
                  <a:pt x="62258" y="60785"/>
                  <a:pt x="63783" y="62311"/>
                  <a:pt x="63783" y="64185"/>
                </a:cubicBezTo>
                <a:cubicBezTo>
                  <a:pt x="63783" y="66646"/>
                  <a:pt x="66899" y="68727"/>
                  <a:pt x="70593" y="68727"/>
                </a:cubicBezTo>
                <a:cubicBezTo>
                  <a:pt x="74287" y="68727"/>
                  <a:pt x="77402" y="66646"/>
                  <a:pt x="77402" y="64185"/>
                </a:cubicBezTo>
                <a:cubicBezTo>
                  <a:pt x="77402" y="63139"/>
                  <a:pt x="77882" y="62147"/>
                  <a:pt x="78710" y="61504"/>
                </a:cubicBezTo>
                <a:cubicBezTo>
                  <a:pt x="79538" y="60851"/>
                  <a:pt x="80606" y="60622"/>
                  <a:pt x="81630" y="60883"/>
                </a:cubicBezTo>
                <a:cubicBezTo>
                  <a:pt x="81728" y="60905"/>
                  <a:pt x="92450" y="63389"/>
                  <a:pt x="100000" y="57081"/>
                </a:cubicBezTo>
                <a:cubicBezTo>
                  <a:pt x="99542" y="55219"/>
                  <a:pt x="98736" y="53824"/>
                  <a:pt x="97930" y="52843"/>
                </a:cubicBezTo>
                <a:cubicBezTo>
                  <a:pt x="95892" y="50349"/>
                  <a:pt x="93092" y="49226"/>
                  <a:pt x="90913" y="48715"/>
                </a:cubicBezTo>
                <a:cubicBezTo>
                  <a:pt x="89813" y="34149"/>
                  <a:pt x="80649" y="23277"/>
                  <a:pt x="65766" y="18766"/>
                </a:cubicBezTo>
                <a:cubicBezTo>
                  <a:pt x="63151" y="24780"/>
                  <a:pt x="57147" y="29007"/>
                  <a:pt x="50164" y="29007"/>
                </a:cubicBezTo>
                <a:cubicBezTo>
                  <a:pt x="43179" y="29007"/>
                  <a:pt x="37176" y="24780"/>
                  <a:pt x="34550" y="18755"/>
                </a:cubicBezTo>
                <a:close/>
                <a:moveTo>
                  <a:pt x="50164" y="34683"/>
                </a:moveTo>
                <a:cubicBezTo>
                  <a:pt x="52048" y="34683"/>
                  <a:pt x="53574" y="36208"/>
                  <a:pt x="53574" y="38082"/>
                </a:cubicBezTo>
                <a:lnTo>
                  <a:pt x="53574" y="49434"/>
                </a:lnTo>
                <a:cubicBezTo>
                  <a:pt x="53574" y="51307"/>
                  <a:pt x="52048" y="52833"/>
                  <a:pt x="50164" y="52833"/>
                </a:cubicBezTo>
                <a:cubicBezTo>
                  <a:pt x="48289" y="52833"/>
                  <a:pt x="46764" y="51307"/>
                  <a:pt x="46764" y="49434"/>
                </a:cubicBezTo>
                <a:lnTo>
                  <a:pt x="46764" y="38082"/>
                </a:lnTo>
                <a:cubicBezTo>
                  <a:pt x="46764" y="36208"/>
                  <a:pt x="48289" y="34683"/>
                  <a:pt x="50164" y="34683"/>
                </a:cubicBezTo>
                <a:close/>
                <a:moveTo>
                  <a:pt x="35629" y="34694"/>
                </a:moveTo>
                <a:cubicBezTo>
                  <a:pt x="36064" y="34716"/>
                  <a:pt x="36511" y="34836"/>
                  <a:pt x="36936" y="35042"/>
                </a:cubicBezTo>
                <a:cubicBezTo>
                  <a:pt x="38614" y="35881"/>
                  <a:pt x="39300" y="37929"/>
                  <a:pt x="38450" y="39607"/>
                </a:cubicBezTo>
                <a:lnTo>
                  <a:pt x="33918" y="48693"/>
                </a:lnTo>
                <a:cubicBezTo>
                  <a:pt x="33319" y="49880"/>
                  <a:pt x="32109" y="50567"/>
                  <a:pt x="30867" y="50567"/>
                </a:cubicBezTo>
                <a:cubicBezTo>
                  <a:pt x="30355" y="50567"/>
                  <a:pt x="29832" y="50447"/>
                  <a:pt x="29342" y="50207"/>
                </a:cubicBezTo>
                <a:cubicBezTo>
                  <a:pt x="27664" y="49368"/>
                  <a:pt x="26988" y="47321"/>
                  <a:pt x="27827" y="45643"/>
                </a:cubicBezTo>
                <a:lnTo>
                  <a:pt x="32360" y="36556"/>
                </a:lnTo>
                <a:cubicBezTo>
                  <a:pt x="32992" y="35304"/>
                  <a:pt x="34299" y="34606"/>
                  <a:pt x="35629" y="34694"/>
                </a:cubicBezTo>
                <a:close/>
                <a:moveTo>
                  <a:pt x="64698" y="34694"/>
                </a:moveTo>
                <a:cubicBezTo>
                  <a:pt x="66027" y="34606"/>
                  <a:pt x="67335" y="35304"/>
                  <a:pt x="67967" y="36556"/>
                </a:cubicBezTo>
                <a:lnTo>
                  <a:pt x="72499" y="45643"/>
                </a:lnTo>
                <a:cubicBezTo>
                  <a:pt x="73349" y="47321"/>
                  <a:pt x="72663" y="49368"/>
                  <a:pt x="70985" y="50207"/>
                </a:cubicBezTo>
                <a:cubicBezTo>
                  <a:pt x="70495" y="50447"/>
                  <a:pt x="69972" y="50567"/>
                  <a:pt x="69459" y="50567"/>
                </a:cubicBezTo>
                <a:cubicBezTo>
                  <a:pt x="68218" y="50567"/>
                  <a:pt x="67008" y="49880"/>
                  <a:pt x="66409" y="48693"/>
                </a:cubicBezTo>
                <a:lnTo>
                  <a:pt x="61876" y="39607"/>
                </a:lnTo>
                <a:cubicBezTo>
                  <a:pt x="61037" y="37929"/>
                  <a:pt x="61713" y="35881"/>
                  <a:pt x="63391" y="35042"/>
                </a:cubicBezTo>
                <a:cubicBezTo>
                  <a:pt x="63815" y="34836"/>
                  <a:pt x="64262" y="34716"/>
                  <a:pt x="64698" y="34694"/>
                </a:cubicBezTo>
                <a:close/>
                <a:moveTo>
                  <a:pt x="99978" y="65252"/>
                </a:moveTo>
                <a:cubicBezTo>
                  <a:pt x="93800" y="68433"/>
                  <a:pt x="87263" y="68433"/>
                  <a:pt x="83406" y="68041"/>
                </a:cubicBezTo>
                <a:cubicBezTo>
                  <a:pt x="81510" y="72409"/>
                  <a:pt x="76476" y="75536"/>
                  <a:pt x="70593" y="75536"/>
                </a:cubicBezTo>
                <a:cubicBezTo>
                  <a:pt x="66529" y="75536"/>
                  <a:pt x="62878" y="74033"/>
                  <a:pt x="60383" y="71668"/>
                </a:cubicBezTo>
                <a:cubicBezTo>
                  <a:pt x="57877" y="74033"/>
                  <a:pt x="54239" y="75536"/>
                  <a:pt x="50164" y="75536"/>
                </a:cubicBezTo>
                <a:cubicBezTo>
                  <a:pt x="46100" y="75536"/>
                  <a:pt x="42449" y="74033"/>
                  <a:pt x="39954" y="71668"/>
                </a:cubicBezTo>
                <a:cubicBezTo>
                  <a:pt x="37448" y="74033"/>
                  <a:pt x="33809" y="75536"/>
                  <a:pt x="29734" y="75536"/>
                </a:cubicBezTo>
                <a:cubicBezTo>
                  <a:pt x="24014" y="75536"/>
                  <a:pt x="19100" y="72573"/>
                  <a:pt x="17084" y="68389"/>
                </a:cubicBezTo>
                <a:cubicBezTo>
                  <a:pt x="13053" y="69305"/>
                  <a:pt x="6330" y="70165"/>
                  <a:pt x="578" y="67790"/>
                </a:cubicBezTo>
                <a:cubicBezTo>
                  <a:pt x="2899" y="85439"/>
                  <a:pt x="18054" y="98228"/>
                  <a:pt x="37677" y="98228"/>
                </a:cubicBezTo>
                <a:lnTo>
                  <a:pt x="62650" y="98228"/>
                </a:lnTo>
                <a:cubicBezTo>
                  <a:pt x="83210" y="98228"/>
                  <a:pt x="98834" y="84197"/>
                  <a:pt x="99978" y="6525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5152594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5CA48CE-7B09-D247-91B4-8FC8FDC14AF9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4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8B5FA4C-F600-4F49-9B56-828CDDD6E9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252000"/>
            <a:ext cx="9533300" cy="393698"/>
          </a:xfrm>
        </p:spPr>
        <p:txBody>
          <a:bodyPr/>
          <a:lstStyle/>
          <a:p>
            <a:r>
              <a:t>Банки и финансы</a:t>
            </a:r>
          </a:p>
        </p:txBody>
      </p:sp>
      <p:sp>
        <p:nvSpPr>
          <p:cNvPr id="206" name="Красный — SVG 1">
            <a:extLst>
              <a:ext uri="{FF2B5EF4-FFF2-40B4-BE49-F238E27FC236}">
                <a16:creationId xmlns:a16="http://schemas.microsoft.com/office/drawing/2014/main" id="{B2E7A775-C7A1-2548-BD08-A86000F574D2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84182 w 141772"/>
              <a:gd name="csY0" fmla="*/ 21 h 130853"/>
              <a:gd name="csX1" fmla="*/ 72988 w 141772"/>
              <a:gd name="csY1" fmla="*/ 3797 h 130853"/>
              <a:gd name="csX2" fmla="*/ 67339 w 141772"/>
              <a:gd name="csY2" fmla="*/ 15943 h 130853"/>
              <a:gd name="csX3" fmla="*/ 67339 w 141772"/>
              <a:gd name="csY3" fmla="*/ 114897 h 130853"/>
              <a:gd name="csX4" fmla="*/ 72988 w 141772"/>
              <a:gd name="csY4" fmla="*/ 127060 h 130853"/>
              <a:gd name="csX5" fmla="*/ 83298 w 141772"/>
              <a:gd name="csY5" fmla="*/ 130853 h 130853"/>
              <a:gd name="csX6" fmla="*/ 85918 w 141772"/>
              <a:gd name="csY6" fmla="*/ 130632 h 130853"/>
              <a:gd name="csX7" fmla="*/ 111319 w 141772"/>
              <a:gd name="csY7" fmla="*/ 126396 h 130853"/>
              <a:gd name="csX8" fmla="*/ 113803 w 141772"/>
              <a:gd name="csY8" fmla="*/ 128472 h 130853"/>
              <a:gd name="csX9" fmla="*/ 116967 w 141772"/>
              <a:gd name="csY9" fmla="*/ 129220 h 130853"/>
              <a:gd name="csX10" fmla="*/ 121118 w 141772"/>
              <a:gd name="csY10" fmla="*/ 127859 h 130853"/>
              <a:gd name="csX11" fmla="*/ 123704 w 141772"/>
              <a:gd name="csY11" fmla="*/ 124338 h 130853"/>
              <a:gd name="csX12" fmla="*/ 125474 w 141772"/>
              <a:gd name="csY12" fmla="*/ 124032 h 130853"/>
              <a:gd name="csX13" fmla="*/ 141773 w 141772"/>
              <a:gd name="csY13" fmla="*/ 104792 h 130853"/>
              <a:gd name="csX14" fmla="*/ 141773 w 141772"/>
              <a:gd name="csY14" fmla="*/ 26048 h 130853"/>
              <a:gd name="csX15" fmla="*/ 125474 w 141772"/>
              <a:gd name="csY15" fmla="*/ 6808 h 130853"/>
              <a:gd name="csX16" fmla="*/ 85918 w 141772"/>
              <a:gd name="csY16" fmla="*/ 208 h 130853"/>
              <a:gd name="csX17" fmla="*/ 84182 w 141772"/>
              <a:gd name="csY17" fmla="*/ 21 h 130853"/>
              <a:gd name="csX18" fmla="*/ 19497 w 141772"/>
              <a:gd name="csY18" fmla="*/ 8713 h 130853"/>
              <a:gd name="csX19" fmla="*/ 0 w 141772"/>
              <a:gd name="csY19" fmla="*/ 28208 h 130853"/>
              <a:gd name="csX20" fmla="*/ 0 w 141772"/>
              <a:gd name="csY20" fmla="*/ 102632 h 130853"/>
              <a:gd name="csX21" fmla="*/ 17728 w 141772"/>
              <a:gd name="csY21" fmla="*/ 122041 h 130853"/>
              <a:gd name="csX22" fmla="*/ 18238 w 141772"/>
              <a:gd name="csY22" fmla="*/ 124780 h 130853"/>
              <a:gd name="csX23" fmla="*/ 19770 w 141772"/>
              <a:gd name="csY23" fmla="*/ 127111 h 130853"/>
              <a:gd name="csX24" fmla="*/ 22083 w 141772"/>
              <a:gd name="csY24" fmla="*/ 128659 h 130853"/>
              <a:gd name="csX25" fmla="*/ 24805 w 141772"/>
              <a:gd name="csY25" fmla="*/ 129220 h 130853"/>
              <a:gd name="csX26" fmla="*/ 29825 w 141772"/>
              <a:gd name="csY26" fmla="*/ 127145 h 130853"/>
              <a:gd name="csX27" fmla="*/ 31900 w 141772"/>
              <a:gd name="csY27" fmla="*/ 122126 h 130853"/>
              <a:gd name="csX28" fmla="*/ 57743 w 141772"/>
              <a:gd name="csY28" fmla="*/ 122126 h 130853"/>
              <a:gd name="csX29" fmla="*/ 56706 w 141772"/>
              <a:gd name="csY29" fmla="*/ 114897 h 130853"/>
              <a:gd name="csX30" fmla="*/ 56706 w 141772"/>
              <a:gd name="csY30" fmla="*/ 15943 h 130853"/>
              <a:gd name="csX31" fmla="*/ 57743 w 141772"/>
              <a:gd name="csY31" fmla="*/ 8713 h 130853"/>
              <a:gd name="csX32" fmla="*/ 19497 w 141772"/>
              <a:gd name="csY32" fmla="*/ 8713 h 130853"/>
              <a:gd name="csX33" fmla="*/ 106334 w 141772"/>
              <a:gd name="csY33" fmla="*/ 33532 h 130853"/>
              <a:gd name="csX34" fmla="*/ 124062 w 141772"/>
              <a:gd name="csY34" fmla="*/ 65428 h 130853"/>
              <a:gd name="csX35" fmla="*/ 106334 w 141772"/>
              <a:gd name="csY35" fmla="*/ 97324 h 130853"/>
              <a:gd name="csX36" fmla="*/ 88606 w 141772"/>
              <a:gd name="csY36" fmla="*/ 65428 h 130853"/>
              <a:gd name="csX37" fmla="*/ 106334 w 141772"/>
              <a:gd name="csY37" fmla="*/ 33532 h 130853"/>
              <a:gd name="csX38" fmla="*/ 106334 w 141772"/>
              <a:gd name="csY38" fmla="*/ 44164 h 130853"/>
              <a:gd name="csX39" fmla="*/ 101315 w 141772"/>
              <a:gd name="csY39" fmla="*/ 50391 h 130853"/>
              <a:gd name="csX40" fmla="*/ 99239 w 141772"/>
              <a:gd name="csY40" fmla="*/ 65428 h 130853"/>
              <a:gd name="csX41" fmla="*/ 101315 w 141772"/>
              <a:gd name="csY41" fmla="*/ 80466 h 130853"/>
              <a:gd name="csX42" fmla="*/ 106334 w 141772"/>
              <a:gd name="csY42" fmla="*/ 86692 h 130853"/>
              <a:gd name="csX43" fmla="*/ 111353 w 141772"/>
              <a:gd name="csY43" fmla="*/ 80466 h 130853"/>
              <a:gd name="csX44" fmla="*/ 113428 w 141772"/>
              <a:gd name="csY44" fmla="*/ 65428 h 130853"/>
              <a:gd name="csX45" fmla="*/ 111353 w 141772"/>
              <a:gd name="csY45" fmla="*/ 50391 h 130853"/>
              <a:gd name="csX46" fmla="*/ 106334 w 141772"/>
              <a:gd name="csY46" fmla="*/ 44164 h 130853"/>
            </a:gdLst>
            <a:ahLst/>
            <a:cxnLst/>
            <a:rect l="l" t="t" r="r" b="b"/>
            <a:pathLst>
              <a:path w="100000" h="100000">
                <a:moveTo>
                  <a:pt x="59378" y="3866"/>
                </a:moveTo>
                <a:cubicBezTo>
                  <a:pt x="56510" y="3722"/>
                  <a:pt x="53690" y="4645"/>
                  <a:pt x="51483" y="6529"/>
                </a:cubicBezTo>
                <a:cubicBezTo>
                  <a:pt x="48950" y="8653"/>
                  <a:pt x="47498" y="11797"/>
                  <a:pt x="47498" y="15096"/>
                </a:cubicBezTo>
                <a:lnTo>
                  <a:pt x="47498" y="84894"/>
                </a:lnTo>
                <a:cubicBezTo>
                  <a:pt x="47498" y="88194"/>
                  <a:pt x="48950" y="91350"/>
                  <a:pt x="51483" y="93474"/>
                </a:cubicBezTo>
                <a:cubicBezTo>
                  <a:pt x="53523" y="95225"/>
                  <a:pt x="56103" y="96149"/>
                  <a:pt x="58755" y="96149"/>
                </a:cubicBezTo>
                <a:cubicBezTo>
                  <a:pt x="59354" y="96149"/>
                  <a:pt x="59979" y="96089"/>
                  <a:pt x="60603" y="95993"/>
                </a:cubicBezTo>
                <a:lnTo>
                  <a:pt x="78520" y="93005"/>
                </a:lnTo>
                <a:cubicBezTo>
                  <a:pt x="78975" y="93630"/>
                  <a:pt x="79588" y="94121"/>
                  <a:pt x="80272" y="94470"/>
                </a:cubicBezTo>
                <a:cubicBezTo>
                  <a:pt x="80967" y="94817"/>
                  <a:pt x="81735" y="94997"/>
                  <a:pt x="82504" y="94997"/>
                </a:cubicBezTo>
                <a:cubicBezTo>
                  <a:pt x="83560" y="94997"/>
                  <a:pt x="84579" y="94661"/>
                  <a:pt x="85432" y="94037"/>
                </a:cubicBezTo>
                <a:cubicBezTo>
                  <a:pt x="86284" y="93426"/>
                  <a:pt x="86920" y="92550"/>
                  <a:pt x="87256" y="91554"/>
                </a:cubicBezTo>
                <a:lnTo>
                  <a:pt x="88504" y="91338"/>
                </a:lnTo>
                <a:cubicBezTo>
                  <a:pt x="95176" y="90222"/>
                  <a:pt x="100001" y="84522"/>
                  <a:pt x="100001" y="77767"/>
                </a:cubicBezTo>
                <a:lnTo>
                  <a:pt x="100001" y="22224"/>
                </a:lnTo>
                <a:cubicBezTo>
                  <a:pt x="100001" y="15480"/>
                  <a:pt x="95176" y="9781"/>
                  <a:pt x="88504" y="8653"/>
                </a:cubicBezTo>
                <a:lnTo>
                  <a:pt x="60603" y="3998"/>
                </a:lnTo>
                <a:cubicBezTo>
                  <a:pt x="60195" y="3938"/>
                  <a:pt x="59787" y="3890"/>
                  <a:pt x="59378" y="3866"/>
                </a:cubicBezTo>
                <a:close/>
                <a:moveTo>
                  <a:pt x="13752" y="9997"/>
                </a:moveTo>
                <a:cubicBezTo>
                  <a:pt x="6180" y="9997"/>
                  <a:pt x="0" y="16176"/>
                  <a:pt x="0" y="23748"/>
                </a:cubicBezTo>
                <a:lnTo>
                  <a:pt x="0" y="76243"/>
                </a:lnTo>
                <a:cubicBezTo>
                  <a:pt x="0" y="83394"/>
                  <a:pt x="5508" y="89298"/>
                  <a:pt x="12505" y="89933"/>
                </a:cubicBezTo>
                <a:cubicBezTo>
                  <a:pt x="12493" y="90594"/>
                  <a:pt x="12624" y="91253"/>
                  <a:pt x="12864" y="91865"/>
                </a:cubicBezTo>
                <a:cubicBezTo>
                  <a:pt x="13117" y="92478"/>
                  <a:pt x="13477" y="93029"/>
                  <a:pt x="13945" y="93510"/>
                </a:cubicBezTo>
                <a:cubicBezTo>
                  <a:pt x="14413" y="93977"/>
                  <a:pt x="14965" y="94349"/>
                  <a:pt x="15576" y="94602"/>
                </a:cubicBezTo>
                <a:cubicBezTo>
                  <a:pt x="16189" y="94865"/>
                  <a:pt x="16837" y="94997"/>
                  <a:pt x="17496" y="94997"/>
                </a:cubicBezTo>
                <a:cubicBezTo>
                  <a:pt x="18829" y="94997"/>
                  <a:pt x="20101" y="94470"/>
                  <a:pt x="21037" y="93534"/>
                </a:cubicBezTo>
                <a:cubicBezTo>
                  <a:pt x="21973" y="92586"/>
                  <a:pt x="22501" y="91314"/>
                  <a:pt x="22501" y="89993"/>
                </a:cubicBezTo>
                <a:lnTo>
                  <a:pt x="40729" y="89993"/>
                </a:lnTo>
                <a:cubicBezTo>
                  <a:pt x="40250" y="88350"/>
                  <a:pt x="39998" y="86622"/>
                  <a:pt x="39998" y="84894"/>
                </a:cubicBezTo>
                <a:lnTo>
                  <a:pt x="39998" y="15096"/>
                </a:lnTo>
                <a:cubicBezTo>
                  <a:pt x="39998" y="13369"/>
                  <a:pt x="40250" y="11653"/>
                  <a:pt x="40729" y="9997"/>
                </a:cubicBezTo>
                <a:lnTo>
                  <a:pt x="13752" y="9997"/>
                </a:lnTo>
                <a:close/>
                <a:moveTo>
                  <a:pt x="75004" y="27503"/>
                </a:moveTo>
                <a:cubicBezTo>
                  <a:pt x="82252" y="27503"/>
                  <a:pt x="87508" y="36970"/>
                  <a:pt x="87508" y="50001"/>
                </a:cubicBezTo>
                <a:cubicBezTo>
                  <a:pt x="87508" y="63021"/>
                  <a:pt x="82252" y="72499"/>
                  <a:pt x="75004" y="72499"/>
                </a:cubicBezTo>
                <a:cubicBezTo>
                  <a:pt x="67755" y="72499"/>
                  <a:pt x="62499" y="63021"/>
                  <a:pt x="62499" y="50001"/>
                </a:cubicBezTo>
                <a:cubicBezTo>
                  <a:pt x="62499" y="36970"/>
                  <a:pt x="67755" y="27503"/>
                  <a:pt x="75004" y="27503"/>
                </a:cubicBezTo>
                <a:close/>
                <a:moveTo>
                  <a:pt x="75004" y="35002"/>
                </a:moveTo>
                <a:cubicBezTo>
                  <a:pt x="73671" y="35002"/>
                  <a:pt x="72411" y="36575"/>
                  <a:pt x="71463" y="39395"/>
                </a:cubicBezTo>
                <a:cubicBezTo>
                  <a:pt x="70527" y="42202"/>
                  <a:pt x="69999" y="46018"/>
                  <a:pt x="69999" y="50001"/>
                </a:cubicBezTo>
                <a:cubicBezTo>
                  <a:pt x="69999" y="53973"/>
                  <a:pt x="70527" y="57788"/>
                  <a:pt x="71463" y="60608"/>
                </a:cubicBezTo>
                <a:cubicBezTo>
                  <a:pt x="72411" y="63416"/>
                  <a:pt x="73671" y="65000"/>
                  <a:pt x="75004" y="65000"/>
                </a:cubicBezTo>
                <a:cubicBezTo>
                  <a:pt x="76335" y="65000"/>
                  <a:pt x="77596" y="63416"/>
                  <a:pt x="78544" y="60608"/>
                </a:cubicBezTo>
                <a:cubicBezTo>
                  <a:pt x="79480" y="57788"/>
                  <a:pt x="80007" y="53973"/>
                  <a:pt x="80007" y="50001"/>
                </a:cubicBezTo>
                <a:cubicBezTo>
                  <a:pt x="80007" y="46018"/>
                  <a:pt x="79480" y="42202"/>
                  <a:pt x="78544" y="39395"/>
                </a:cubicBezTo>
                <a:cubicBezTo>
                  <a:pt x="77596" y="36575"/>
                  <a:pt x="76335" y="35002"/>
                  <a:pt x="75004" y="3500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7" name="Красный — SVG 2">
            <a:extLst>
              <a:ext uri="{FF2B5EF4-FFF2-40B4-BE49-F238E27FC236}">
                <a16:creationId xmlns:a16="http://schemas.microsoft.com/office/drawing/2014/main" id="{64C698F0-0916-8141-B0ED-A709F484E647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117660 w 138407"/>
              <a:gd name="csY0" fmla="*/ 15 h 127359"/>
              <a:gd name="csX1" fmla="*/ 114240 w 138407"/>
              <a:gd name="csY1" fmla="*/ 525 h 127359"/>
              <a:gd name="csX2" fmla="*/ 112571 w 138407"/>
              <a:gd name="csY2" fmla="*/ 1086 h 127359"/>
              <a:gd name="csX3" fmla="*/ 3932 w 138407"/>
              <a:gd name="csY3" fmla="*/ 39429 h 127359"/>
              <a:gd name="csX4" fmla="*/ 0 w 138407"/>
              <a:gd name="csY4" fmla="*/ 42304 h 127359"/>
              <a:gd name="csX5" fmla="*/ 27822 w 138407"/>
              <a:gd name="csY5" fmla="*/ 42304 h 127359"/>
              <a:gd name="csX6" fmla="*/ 106085 w 138407"/>
              <a:gd name="csY6" fmla="*/ 14661 h 127359"/>
              <a:gd name="csX7" fmla="*/ 116117 w 138407"/>
              <a:gd name="csY7" fmla="*/ 21755 h 127359"/>
              <a:gd name="csX8" fmla="*/ 119660 w 138407"/>
              <a:gd name="csY8" fmla="*/ 21142 h 127359"/>
              <a:gd name="csX9" fmla="*/ 127136 w 138407"/>
              <a:gd name="csY9" fmla="*/ 42304 h 127359"/>
              <a:gd name="csX10" fmla="*/ 138407 w 138407"/>
              <a:gd name="csY10" fmla="*/ 42304 h 127359"/>
              <a:gd name="csX11" fmla="*/ 126148 w 138407"/>
              <a:gd name="csY11" fmla="*/ 7567 h 127359"/>
              <a:gd name="csX12" fmla="*/ 125545 w 138407"/>
              <a:gd name="csY12" fmla="*/ 5917 h 127359"/>
              <a:gd name="csX13" fmla="*/ 121003 w 138407"/>
              <a:gd name="csY13" fmla="*/ 882 h 127359"/>
              <a:gd name="csX14" fmla="*/ 117660 w 138407"/>
              <a:gd name="csY14" fmla="*/ 15 h 127359"/>
              <a:gd name="csX15" fmla="*/ 107013 w 138407"/>
              <a:gd name="csY15" fmla="*/ 35602 h 127359"/>
              <a:gd name="csX16" fmla="*/ 104209 w 138407"/>
              <a:gd name="csY16" fmla="*/ 36010 h 127359"/>
              <a:gd name="csX17" fmla="*/ 99528 w 138407"/>
              <a:gd name="csY17" fmla="*/ 42304 h 127359"/>
              <a:gd name="csX18" fmla="*/ 113631 w 138407"/>
              <a:gd name="csY18" fmla="*/ 42304 h 127359"/>
              <a:gd name="csX19" fmla="*/ 113277 w 138407"/>
              <a:gd name="csY19" fmla="*/ 40331 h 127359"/>
              <a:gd name="csX20" fmla="*/ 107013 w 138407"/>
              <a:gd name="csY20" fmla="*/ 35602 h 127359"/>
              <a:gd name="csX21" fmla="*/ 70425 w 138407"/>
              <a:gd name="csY21" fmla="*/ 35755 h 127359"/>
              <a:gd name="csX22" fmla="*/ 65005 w 138407"/>
              <a:gd name="csY22" fmla="*/ 36674 h 127359"/>
              <a:gd name="csX23" fmla="*/ 57383 w 138407"/>
              <a:gd name="csY23" fmla="*/ 42304 h 127359"/>
              <a:gd name="csX24" fmla="*/ 84181 w 138407"/>
              <a:gd name="csY24" fmla="*/ 42304 h 127359"/>
              <a:gd name="csX25" fmla="*/ 70425 w 138407"/>
              <a:gd name="csY25" fmla="*/ 35755 h 127359"/>
              <a:gd name="csX26" fmla="*/ 11590 w 138407"/>
              <a:gd name="csY26" fmla="*/ 52936 h 127359"/>
              <a:gd name="csX27" fmla="*/ 2727 w 138407"/>
              <a:gd name="csY27" fmla="*/ 61799 h 127359"/>
              <a:gd name="csX28" fmla="*/ 2727 w 138407"/>
              <a:gd name="csY28" fmla="*/ 118497 h 127359"/>
              <a:gd name="csX29" fmla="*/ 11590 w 138407"/>
              <a:gd name="csY29" fmla="*/ 127360 h 127359"/>
              <a:gd name="csX30" fmla="*/ 128557 w 138407"/>
              <a:gd name="csY30" fmla="*/ 127360 h 127359"/>
              <a:gd name="csX31" fmla="*/ 137417 w 138407"/>
              <a:gd name="csY31" fmla="*/ 118497 h 127359"/>
              <a:gd name="csX32" fmla="*/ 137417 w 138407"/>
              <a:gd name="csY32" fmla="*/ 61799 h 127359"/>
              <a:gd name="csX33" fmla="*/ 128557 w 138407"/>
              <a:gd name="csY33" fmla="*/ 52936 h 127359"/>
              <a:gd name="csX34" fmla="*/ 11590 w 138407"/>
              <a:gd name="csY34" fmla="*/ 52936 h 127359"/>
              <a:gd name="csX35" fmla="*/ 23994 w 138407"/>
              <a:gd name="csY35" fmla="*/ 63568 h 127359"/>
              <a:gd name="csX36" fmla="*/ 116151 w 138407"/>
              <a:gd name="csY36" fmla="*/ 63568 h 127359"/>
              <a:gd name="csX37" fmla="*/ 126784 w 138407"/>
              <a:gd name="csY37" fmla="*/ 74200 h 127359"/>
              <a:gd name="csX38" fmla="*/ 126784 w 138407"/>
              <a:gd name="csY38" fmla="*/ 106096 h 127359"/>
              <a:gd name="csX39" fmla="*/ 116151 w 138407"/>
              <a:gd name="csY39" fmla="*/ 116728 h 127359"/>
              <a:gd name="csX40" fmla="*/ 23994 w 138407"/>
              <a:gd name="csY40" fmla="*/ 116728 h 127359"/>
              <a:gd name="csX41" fmla="*/ 13361 w 138407"/>
              <a:gd name="csY41" fmla="*/ 106096 h 127359"/>
              <a:gd name="csX42" fmla="*/ 13361 w 138407"/>
              <a:gd name="csY42" fmla="*/ 74200 h 127359"/>
              <a:gd name="csX43" fmla="*/ 23994 w 138407"/>
              <a:gd name="csY43" fmla="*/ 63568 h 127359"/>
              <a:gd name="csX44" fmla="*/ 70073 w 138407"/>
              <a:gd name="csY44" fmla="*/ 70662 h 127359"/>
              <a:gd name="csX45" fmla="*/ 57541 w 138407"/>
              <a:gd name="csY45" fmla="*/ 76377 h 127359"/>
              <a:gd name="csX46" fmla="*/ 52350 w 138407"/>
              <a:gd name="csY46" fmla="*/ 90156 h 127359"/>
              <a:gd name="csX47" fmla="*/ 57541 w 138407"/>
              <a:gd name="csY47" fmla="*/ 103935 h 127359"/>
              <a:gd name="csX48" fmla="*/ 70073 w 138407"/>
              <a:gd name="csY48" fmla="*/ 109651 h 127359"/>
              <a:gd name="csX49" fmla="*/ 82604 w 138407"/>
              <a:gd name="csY49" fmla="*/ 103935 h 127359"/>
              <a:gd name="csX50" fmla="*/ 87794 w 138407"/>
              <a:gd name="csY50" fmla="*/ 90156 h 127359"/>
              <a:gd name="csX51" fmla="*/ 82604 w 138407"/>
              <a:gd name="csY51" fmla="*/ 76377 h 127359"/>
              <a:gd name="csX52" fmla="*/ 70073 w 138407"/>
              <a:gd name="csY52" fmla="*/ 70662 h 127359"/>
              <a:gd name="csX53" fmla="*/ 32856 w 138407"/>
              <a:gd name="csY53" fmla="*/ 83063 h 127359"/>
              <a:gd name="csX54" fmla="*/ 27842 w 138407"/>
              <a:gd name="csY54" fmla="*/ 85138 h 127359"/>
              <a:gd name="csX55" fmla="*/ 25767 w 138407"/>
              <a:gd name="csY55" fmla="*/ 90156 h 127359"/>
              <a:gd name="csX56" fmla="*/ 27842 w 138407"/>
              <a:gd name="csY56" fmla="*/ 95158 h 127359"/>
              <a:gd name="csX57" fmla="*/ 32856 w 138407"/>
              <a:gd name="csY57" fmla="*/ 97233 h 127359"/>
              <a:gd name="csX58" fmla="*/ 37868 w 138407"/>
              <a:gd name="csY58" fmla="*/ 95158 h 127359"/>
              <a:gd name="csX59" fmla="*/ 39944 w 138407"/>
              <a:gd name="csY59" fmla="*/ 90156 h 127359"/>
              <a:gd name="csX60" fmla="*/ 37868 w 138407"/>
              <a:gd name="csY60" fmla="*/ 85138 h 127359"/>
              <a:gd name="csX61" fmla="*/ 32856 w 138407"/>
              <a:gd name="csY61" fmla="*/ 83063 h 127359"/>
              <a:gd name="csX62" fmla="*/ 107290 w 138407"/>
              <a:gd name="csY62" fmla="*/ 83063 h 127359"/>
              <a:gd name="csX63" fmla="*/ 102276 w 138407"/>
              <a:gd name="csY63" fmla="*/ 85138 h 127359"/>
              <a:gd name="csX64" fmla="*/ 100201 w 138407"/>
              <a:gd name="csY64" fmla="*/ 90156 h 127359"/>
              <a:gd name="csX65" fmla="*/ 102276 w 138407"/>
              <a:gd name="csY65" fmla="*/ 95158 h 127359"/>
              <a:gd name="csX66" fmla="*/ 107290 w 138407"/>
              <a:gd name="csY66" fmla="*/ 97233 h 127359"/>
              <a:gd name="csX67" fmla="*/ 112302 w 138407"/>
              <a:gd name="csY67" fmla="*/ 95158 h 127359"/>
              <a:gd name="csX68" fmla="*/ 114378 w 138407"/>
              <a:gd name="csY68" fmla="*/ 90156 h 127359"/>
              <a:gd name="csX69" fmla="*/ 112302 w 138407"/>
              <a:gd name="csY69" fmla="*/ 85138 h 127359"/>
              <a:gd name="csX70" fmla="*/ 107290 w 138407"/>
              <a:gd name="csY70" fmla="*/ 83063 h 127359"/>
            </a:gdLst>
            <a:ahLst/>
            <a:cxnLst/>
            <a:rect l="l" t="t" r="r" b="b"/>
            <a:pathLst>
              <a:path w="100000" h="100000">
                <a:moveTo>
                  <a:pt x="85010" y="4002"/>
                </a:moveTo>
                <a:cubicBezTo>
                  <a:pt x="84180" y="3952"/>
                  <a:pt x="83345" y="4076"/>
                  <a:pt x="82539" y="4370"/>
                </a:cubicBezTo>
                <a:lnTo>
                  <a:pt x="81333" y="4776"/>
                </a:lnTo>
                <a:lnTo>
                  <a:pt x="2841" y="32479"/>
                </a:lnTo>
                <a:cubicBezTo>
                  <a:pt x="1663" y="32897"/>
                  <a:pt x="692" y="33634"/>
                  <a:pt x="0" y="34556"/>
                </a:cubicBezTo>
                <a:lnTo>
                  <a:pt x="20102" y="34556"/>
                </a:lnTo>
                <a:lnTo>
                  <a:pt x="76647" y="14584"/>
                </a:lnTo>
                <a:cubicBezTo>
                  <a:pt x="77774" y="17730"/>
                  <a:pt x="80718" y="19709"/>
                  <a:pt x="83895" y="19709"/>
                </a:cubicBezTo>
                <a:cubicBezTo>
                  <a:pt x="84739" y="19709"/>
                  <a:pt x="85610" y="19574"/>
                  <a:pt x="86455" y="19266"/>
                </a:cubicBezTo>
                <a:lnTo>
                  <a:pt x="91857" y="34556"/>
                </a:lnTo>
                <a:lnTo>
                  <a:pt x="100000" y="34556"/>
                </a:lnTo>
                <a:lnTo>
                  <a:pt x="91143" y="9458"/>
                </a:lnTo>
                <a:lnTo>
                  <a:pt x="90707" y="8266"/>
                </a:lnTo>
                <a:cubicBezTo>
                  <a:pt x="90143" y="6656"/>
                  <a:pt x="88988" y="5366"/>
                  <a:pt x="87425" y="4628"/>
                </a:cubicBezTo>
                <a:cubicBezTo>
                  <a:pt x="86657" y="4260"/>
                  <a:pt x="85838" y="4039"/>
                  <a:pt x="85010" y="4002"/>
                </a:cubicBezTo>
                <a:close/>
                <a:moveTo>
                  <a:pt x="77318" y="29714"/>
                </a:moveTo>
                <a:cubicBezTo>
                  <a:pt x="76650" y="29677"/>
                  <a:pt x="75964" y="29763"/>
                  <a:pt x="75292" y="30009"/>
                </a:cubicBezTo>
                <a:cubicBezTo>
                  <a:pt x="73294" y="30722"/>
                  <a:pt x="72012" y="32565"/>
                  <a:pt x="71910" y="34556"/>
                </a:cubicBezTo>
                <a:lnTo>
                  <a:pt x="82099" y="34556"/>
                </a:lnTo>
                <a:cubicBezTo>
                  <a:pt x="82099" y="34077"/>
                  <a:pt x="82023" y="33610"/>
                  <a:pt x="81843" y="33131"/>
                </a:cubicBezTo>
                <a:cubicBezTo>
                  <a:pt x="81133" y="31127"/>
                  <a:pt x="79318" y="29837"/>
                  <a:pt x="77318" y="29714"/>
                </a:cubicBezTo>
                <a:close/>
                <a:moveTo>
                  <a:pt x="50883" y="29824"/>
                </a:moveTo>
                <a:cubicBezTo>
                  <a:pt x="49577" y="29824"/>
                  <a:pt x="48248" y="30058"/>
                  <a:pt x="46967" y="30488"/>
                </a:cubicBezTo>
                <a:cubicBezTo>
                  <a:pt x="44713" y="31287"/>
                  <a:pt x="42816" y="32713"/>
                  <a:pt x="41460" y="34556"/>
                </a:cubicBezTo>
                <a:lnTo>
                  <a:pt x="60821" y="34556"/>
                </a:lnTo>
                <a:cubicBezTo>
                  <a:pt x="58261" y="31569"/>
                  <a:pt x="54596" y="29824"/>
                  <a:pt x="50883" y="29824"/>
                </a:cubicBezTo>
                <a:close/>
                <a:moveTo>
                  <a:pt x="8374" y="42238"/>
                </a:moveTo>
                <a:cubicBezTo>
                  <a:pt x="4881" y="42238"/>
                  <a:pt x="1970" y="45151"/>
                  <a:pt x="1970" y="48641"/>
                </a:cubicBezTo>
                <a:lnTo>
                  <a:pt x="1970" y="89606"/>
                </a:lnTo>
                <a:cubicBezTo>
                  <a:pt x="1970" y="93109"/>
                  <a:pt x="4881" y="96010"/>
                  <a:pt x="8374" y="96010"/>
                </a:cubicBezTo>
                <a:lnTo>
                  <a:pt x="92883" y="96010"/>
                </a:lnTo>
                <a:cubicBezTo>
                  <a:pt x="96374" y="96010"/>
                  <a:pt x="99285" y="93109"/>
                  <a:pt x="99285" y="89606"/>
                </a:cubicBezTo>
                <a:lnTo>
                  <a:pt x="99285" y="48641"/>
                </a:lnTo>
                <a:cubicBezTo>
                  <a:pt x="99285" y="45151"/>
                  <a:pt x="96374" y="42238"/>
                  <a:pt x="92883" y="42238"/>
                </a:cubicBezTo>
                <a:lnTo>
                  <a:pt x="8374" y="42238"/>
                </a:lnTo>
                <a:close/>
                <a:moveTo>
                  <a:pt x="17336" y="49919"/>
                </a:moveTo>
                <a:lnTo>
                  <a:pt x="83920" y="49919"/>
                </a:lnTo>
                <a:cubicBezTo>
                  <a:pt x="83920" y="54172"/>
                  <a:pt x="87359" y="57601"/>
                  <a:pt x="91602" y="57601"/>
                </a:cubicBezTo>
                <a:lnTo>
                  <a:pt x="91602" y="80646"/>
                </a:lnTo>
                <a:cubicBezTo>
                  <a:pt x="87359" y="80646"/>
                  <a:pt x="83920" y="84088"/>
                  <a:pt x="83920" y="88328"/>
                </a:cubicBezTo>
                <a:lnTo>
                  <a:pt x="17336" y="88328"/>
                </a:lnTo>
                <a:cubicBezTo>
                  <a:pt x="17336" y="84088"/>
                  <a:pt x="13897" y="80646"/>
                  <a:pt x="9653" y="80646"/>
                </a:cubicBezTo>
                <a:lnTo>
                  <a:pt x="9653" y="57601"/>
                </a:lnTo>
                <a:cubicBezTo>
                  <a:pt x="13897" y="57601"/>
                  <a:pt x="17336" y="54172"/>
                  <a:pt x="17336" y="49919"/>
                </a:cubicBezTo>
                <a:close/>
                <a:moveTo>
                  <a:pt x="50628" y="55045"/>
                </a:moveTo>
                <a:cubicBezTo>
                  <a:pt x="47232" y="55045"/>
                  <a:pt x="43975" y="56532"/>
                  <a:pt x="41574" y="59174"/>
                </a:cubicBezTo>
                <a:cubicBezTo>
                  <a:pt x="39172" y="61805"/>
                  <a:pt x="37823" y="65393"/>
                  <a:pt x="37823" y="69129"/>
                </a:cubicBezTo>
                <a:cubicBezTo>
                  <a:pt x="37823" y="72866"/>
                  <a:pt x="39172" y="76443"/>
                  <a:pt x="41574" y="79085"/>
                </a:cubicBezTo>
                <a:cubicBezTo>
                  <a:pt x="43975" y="81728"/>
                  <a:pt x="47232" y="83215"/>
                  <a:pt x="50628" y="83215"/>
                </a:cubicBezTo>
                <a:cubicBezTo>
                  <a:pt x="54023" y="83215"/>
                  <a:pt x="57281" y="81728"/>
                  <a:pt x="59682" y="79085"/>
                </a:cubicBezTo>
                <a:cubicBezTo>
                  <a:pt x="62084" y="76443"/>
                  <a:pt x="63432" y="72866"/>
                  <a:pt x="63432" y="69129"/>
                </a:cubicBezTo>
                <a:cubicBezTo>
                  <a:pt x="63432" y="65393"/>
                  <a:pt x="62084" y="61805"/>
                  <a:pt x="59682" y="59174"/>
                </a:cubicBezTo>
                <a:cubicBezTo>
                  <a:pt x="57281" y="56532"/>
                  <a:pt x="54023" y="55045"/>
                  <a:pt x="50628" y="55045"/>
                </a:cubicBezTo>
                <a:close/>
                <a:moveTo>
                  <a:pt x="23739" y="64005"/>
                </a:moveTo>
                <a:cubicBezTo>
                  <a:pt x="22380" y="64005"/>
                  <a:pt x="21078" y="64545"/>
                  <a:pt x="20116" y="65504"/>
                </a:cubicBezTo>
                <a:cubicBezTo>
                  <a:pt x="19157" y="66463"/>
                  <a:pt x="18617" y="67765"/>
                  <a:pt x="18617" y="69129"/>
                </a:cubicBezTo>
                <a:cubicBezTo>
                  <a:pt x="18617" y="70482"/>
                  <a:pt x="19157" y="71785"/>
                  <a:pt x="20116" y="72743"/>
                </a:cubicBezTo>
                <a:cubicBezTo>
                  <a:pt x="21078" y="73714"/>
                  <a:pt x="22380" y="74243"/>
                  <a:pt x="23739" y="74243"/>
                </a:cubicBezTo>
                <a:cubicBezTo>
                  <a:pt x="25097" y="74243"/>
                  <a:pt x="26399" y="73714"/>
                  <a:pt x="27360" y="72743"/>
                </a:cubicBezTo>
                <a:cubicBezTo>
                  <a:pt x="28320" y="71785"/>
                  <a:pt x="28860" y="70482"/>
                  <a:pt x="28860" y="69129"/>
                </a:cubicBezTo>
                <a:cubicBezTo>
                  <a:pt x="28860" y="67765"/>
                  <a:pt x="28320" y="66463"/>
                  <a:pt x="27360" y="65504"/>
                </a:cubicBezTo>
                <a:cubicBezTo>
                  <a:pt x="26399" y="64545"/>
                  <a:pt x="25097" y="64005"/>
                  <a:pt x="23739" y="64005"/>
                </a:cubicBezTo>
                <a:close/>
                <a:moveTo>
                  <a:pt x="77518" y="64005"/>
                </a:moveTo>
                <a:cubicBezTo>
                  <a:pt x="76158" y="64005"/>
                  <a:pt x="74857" y="64545"/>
                  <a:pt x="73895" y="65504"/>
                </a:cubicBezTo>
                <a:cubicBezTo>
                  <a:pt x="72935" y="66463"/>
                  <a:pt x="72396" y="67765"/>
                  <a:pt x="72396" y="69129"/>
                </a:cubicBezTo>
                <a:cubicBezTo>
                  <a:pt x="72396" y="70482"/>
                  <a:pt x="72935" y="71785"/>
                  <a:pt x="73895" y="72743"/>
                </a:cubicBezTo>
                <a:cubicBezTo>
                  <a:pt x="74857" y="73714"/>
                  <a:pt x="76158" y="74243"/>
                  <a:pt x="77518" y="74243"/>
                </a:cubicBezTo>
                <a:cubicBezTo>
                  <a:pt x="78876" y="74243"/>
                  <a:pt x="80178" y="73714"/>
                  <a:pt x="81139" y="72743"/>
                </a:cubicBezTo>
                <a:cubicBezTo>
                  <a:pt x="82099" y="71785"/>
                  <a:pt x="82639" y="70482"/>
                  <a:pt x="82639" y="69129"/>
                </a:cubicBezTo>
                <a:cubicBezTo>
                  <a:pt x="82639" y="67765"/>
                  <a:pt x="82099" y="66463"/>
                  <a:pt x="81139" y="65504"/>
                </a:cubicBezTo>
                <a:cubicBezTo>
                  <a:pt x="80178" y="64545"/>
                  <a:pt x="78876" y="64005"/>
                  <a:pt x="77518" y="6400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8" name="Красный — SVG 3">
            <a:extLst>
              <a:ext uri="{FF2B5EF4-FFF2-40B4-BE49-F238E27FC236}">
                <a16:creationId xmlns:a16="http://schemas.microsoft.com/office/drawing/2014/main" id="{911E3497-C609-5D4B-A447-55DFCE60189A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69117 w 141777"/>
              <a:gd name="csY5" fmla="*/ 24802 h 141753"/>
              <a:gd name="csX6" fmla="*/ 74434 w 141777"/>
              <a:gd name="csY6" fmla="*/ 30127 h 141753"/>
              <a:gd name="csX7" fmla="*/ 74434 w 141777"/>
              <a:gd name="csY7" fmla="*/ 35434 h 141753"/>
              <a:gd name="csX8" fmla="*/ 76206 w 141777"/>
              <a:gd name="csY8" fmla="*/ 35434 h 141753"/>
              <a:gd name="csX9" fmla="*/ 95700 w 141777"/>
              <a:gd name="csY9" fmla="*/ 54929 h 141753"/>
              <a:gd name="csX10" fmla="*/ 91866 w 141777"/>
              <a:gd name="csY10" fmla="*/ 66496 h 141753"/>
              <a:gd name="csX11" fmla="*/ 102790 w 141777"/>
              <a:gd name="csY11" fmla="*/ 85056 h 141753"/>
              <a:gd name="csX12" fmla="*/ 81523 w 141777"/>
              <a:gd name="csY12" fmla="*/ 106319 h 141753"/>
              <a:gd name="csX13" fmla="*/ 74434 w 141777"/>
              <a:gd name="csY13" fmla="*/ 106319 h 141753"/>
              <a:gd name="csX14" fmla="*/ 74434 w 141777"/>
              <a:gd name="csY14" fmla="*/ 111627 h 141753"/>
              <a:gd name="csX15" fmla="*/ 69117 w 141777"/>
              <a:gd name="csY15" fmla="*/ 116951 h 141753"/>
              <a:gd name="csX16" fmla="*/ 63800 w 141777"/>
              <a:gd name="csY16" fmla="*/ 111627 h 141753"/>
              <a:gd name="csX17" fmla="*/ 63800 w 141777"/>
              <a:gd name="csY17" fmla="*/ 106319 h 141753"/>
              <a:gd name="csX18" fmla="*/ 51394 w 141777"/>
              <a:gd name="csY18" fmla="*/ 106319 h 141753"/>
              <a:gd name="csX19" fmla="*/ 46077 w 141777"/>
              <a:gd name="csY19" fmla="*/ 100995 h 141753"/>
              <a:gd name="csX20" fmla="*/ 46077 w 141777"/>
              <a:gd name="csY20" fmla="*/ 69099 h 141753"/>
              <a:gd name="csX21" fmla="*/ 46077 w 141777"/>
              <a:gd name="csY21" fmla="*/ 40759 h 141753"/>
              <a:gd name="csX22" fmla="*/ 51394 w 141777"/>
              <a:gd name="csY22" fmla="*/ 35434 h 141753"/>
              <a:gd name="csX23" fmla="*/ 63800 w 141777"/>
              <a:gd name="csY23" fmla="*/ 35434 h 141753"/>
              <a:gd name="csX24" fmla="*/ 63800 w 141777"/>
              <a:gd name="csY24" fmla="*/ 30127 h 141753"/>
              <a:gd name="csX25" fmla="*/ 69117 w 141777"/>
              <a:gd name="csY25" fmla="*/ 24802 h 141753"/>
              <a:gd name="csX26" fmla="*/ 56711 w 141777"/>
              <a:gd name="csY26" fmla="*/ 46066 h 141753"/>
              <a:gd name="csX27" fmla="*/ 56711 w 141777"/>
              <a:gd name="csY27" fmla="*/ 63792 h 141753"/>
              <a:gd name="csX28" fmla="*/ 76206 w 141777"/>
              <a:gd name="csY28" fmla="*/ 63792 h 141753"/>
              <a:gd name="csX29" fmla="*/ 85067 w 141777"/>
              <a:gd name="csY29" fmla="*/ 54929 h 141753"/>
              <a:gd name="csX30" fmla="*/ 76206 w 141777"/>
              <a:gd name="csY30" fmla="*/ 46066 h 141753"/>
              <a:gd name="csX31" fmla="*/ 56711 w 141777"/>
              <a:gd name="csY31" fmla="*/ 46066 h 141753"/>
              <a:gd name="csX32" fmla="*/ 56711 w 141777"/>
              <a:gd name="csY32" fmla="*/ 74424 h 141753"/>
              <a:gd name="csX33" fmla="*/ 56711 w 141777"/>
              <a:gd name="csY33" fmla="*/ 95687 h 141753"/>
              <a:gd name="csX34" fmla="*/ 81523 w 141777"/>
              <a:gd name="csY34" fmla="*/ 95687 h 141753"/>
              <a:gd name="csX35" fmla="*/ 92157 w 141777"/>
              <a:gd name="csY35" fmla="*/ 85056 h 141753"/>
              <a:gd name="csX36" fmla="*/ 81523 w 141777"/>
              <a:gd name="csY36" fmla="*/ 74424 h 141753"/>
              <a:gd name="csX37" fmla="*/ 76206 w 141777"/>
              <a:gd name="csY37" fmla="*/ 74424 h 141753"/>
              <a:gd name="csX38" fmla="*/ 56711 w 141777"/>
              <a:gd name="csY38" fmla="*/ 74424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48751" y="17502"/>
                </a:moveTo>
                <a:cubicBezTo>
                  <a:pt x="50823" y="17502"/>
                  <a:pt x="52501" y="19182"/>
                  <a:pt x="52501" y="21258"/>
                </a:cubicBezTo>
                <a:lnTo>
                  <a:pt x="52501" y="25001"/>
                </a:lnTo>
                <a:lnTo>
                  <a:pt x="53751" y="25001"/>
                </a:lnTo>
                <a:cubicBezTo>
                  <a:pt x="61333" y="25001"/>
                  <a:pt x="67500" y="31169"/>
                  <a:pt x="67500" y="38752"/>
                </a:cubicBezTo>
                <a:cubicBezTo>
                  <a:pt x="67500" y="41811"/>
                  <a:pt x="66488" y="44619"/>
                  <a:pt x="64796" y="46910"/>
                </a:cubicBezTo>
                <a:cubicBezTo>
                  <a:pt x="69386" y="49478"/>
                  <a:pt x="72501" y="54373"/>
                  <a:pt x="72501" y="60001"/>
                </a:cubicBezTo>
                <a:cubicBezTo>
                  <a:pt x="72501" y="68268"/>
                  <a:pt x="65772" y="74999"/>
                  <a:pt x="57501" y="74999"/>
                </a:cubicBezTo>
                <a:lnTo>
                  <a:pt x="52501" y="74999"/>
                </a:lnTo>
                <a:lnTo>
                  <a:pt x="52501" y="78743"/>
                </a:lnTo>
                <a:cubicBezTo>
                  <a:pt x="52501" y="80818"/>
                  <a:pt x="50823" y="82498"/>
                  <a:pt x="48751" y="82498"/>
                </a:cubicBezTo>
                <a:cubicBezTo>
                  <a:pt x="46678" y="82498"/>
                  <a:pt x="45000" y="80818"/>
                  <a:pt x="45000" y="78743"/>
                </a:cubicBezTo>
                <a:lnTo>
                  <a:pt x="45000" y="74999"/>
                </a:lnTo>
                <a:lnTo>
                  <a:pt x="36250" y="74999"/>
                </a:lnTo>
                <a:cubicBezTo>
                  <a:pt x="34178" y="74999"/>
                  <a:pt x="32500" y="73319"/>
                  <a:pt x="32500" y="71244"/>
                </a:cubicBezTo>
                <a:lnTo>
                  <a:pt x="32500" y="48746"/>
                </a:lnTo>
                <a:lnTo>
                  <a:pt x="32500" y="28757"/>
                </a:lnTo>
                <a:cubicBezTo>
                  <a:pt x="32500" y="26681"/>
                  <a:pt x="34178" y="25001"/>
                  <a:pt x="36250" y="25001"/>
                </a:cubicBezTo>
                <a:lnTo>
                  <a:pt x="45000" y="25001"/>
                </a:lnTo>
                <a:lnTo>
                  <a:pt x="45000" y="21258"/>
                </a:lnTo>
                <a:cubicBezTo>
                  <a:pt x="45000" y="19182"/>
                  <a:pt x="46678" y="17502"/>
                  <a:pt x="48751" y="17502"/>
                </a:cubicBezTo>
                <a:close/>
                <a:moveTo>
                  <a:pt x="40000" y="32500"/>
                </a:moveTo>
                <a:lnTo>
                  <a:pt x="40000" y="45003"/>
                </a:lnTo>
                <a:lnTo>
                  <a:pt x="53751" y="45003"/>
                </a:lnTo>
                <a:cubicBezTo>
                  <a:pt x="57195" y="45003"/>
                  <a:pt x="60001" y="42195"/>
                  <a:pt x="60001" y="38752"/>
                </a:cubicBezTo>
                <a:cubicBezTo>
                  <a:pt x="60001" y="35308"/>
                  <a:pt x="57195" y="32500"/>
                  <a:pt x="53751" y="32500"/>
                </a:cubicBezTo>
                <a:lnTo>
                  <a:pt x="40000" y="32500"/>
                </a:lnTo>
                <a:close/>
                <a:moveTo>
                  <a:pt x="40000" y="52502"/>
                </a:moveTo>
                <a:lnTo>
                  <a:pt x="40000" y="67500"/>
                </a:lnTo>
                <a:lnTo>
                  <a:pt x="57501" y="67500"/>
                </a:lnTo>
                <a:cubicBezTo>
                  <a:pt x="61635" y="67500"/>
                  <a:pt x="65001" y="64140"/>
                  <a:pt x="65001" y="60001"/>
                </a:cubicBezTo>
                <a:cubicBezTo>
                  <a:pt x="65001" y="55862"/>
                  <a:pt x="61635" y="52502"/>
                  <a:pt x="57501" y="52502"/>
                </a:cubicBezTo>
                <a:lnTo>
                  <a:pt x="53751" y="52502"/>
                </a:lnTo>
                <a:lnTo>
                  <a:pt x="40000" y="5250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9" name="Красный — SVG 4">
            <a:extLst>
              <a:ext uri="{FF2B5EF4-FFF2-40B4-BE49-F238E27FC236}">
                <a16:creationId xmlns:a16="http://schemas.microsoft.com/office/drawing/2014/main" id="{090CD789-E2AE-FC4F-B035-2BB551F11AE4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70890 w 141777"/>
              <a:gd name="csY5" fmla="*/ 31896 h 141753"/>
              <a:gd name="csX6" fmla="*/ 94676 w 141777"/>
              <a:gd name="csY6" fmla="*/ 49621 h 141753"/>
              <a:gd name="csX7" fmla="*/ 91090 w 141777"/>
              <a:gd name="csY7" fmla="*/ 56239 h 141753"/>
              <a:gd name="csX8" fmla="*/ 84485 w 141777"/>
              <a:gd name="csY8" fmla="*/ 52649 h 141753"/>
              <a:gd name="csX9" fmla="*/ 70890 w 141777"/>
              <a:gd name="csY9" fmla="*/ 42528 h 141753"/>
              <a:gd name="csX10" fmla="*/ 56711 w 141777"/>
              <a:gd name="csY10" fmla="*/ 56698 h 141753"/>
              <a:gd name="csX11" fmla="*/ 56711 w 141777"/>
              <a:gd name="csY11" fmla="*/ 58467 h 141753"/>
              <a:gd name="csX12" fmla="*/ 58256 w 141777"/>
              <a:gd name="csY12" fmla="*/ 67109 h 141753"/>
              <a:gd name="csX13" fmla="*/ 59176 w 141777"/>
              <a:gd name="csY13" fmla="*/ 70885 h 141753"/>
              <a:gd name="csX14" fmla="*/ 79750 w 141777"/>
              <a:gd name="csY14" fmla="*/ 70885 h 141753"/>
              <a:gd name="csX15" fmla="*/ 85067 w 141777"/>
              <a:gd name="csY15" fmla="*/ 76193 h 141753"/>
              <a:gd name="csX16" fmla="*/ 79750 w 141777"/>
              <a:gd name="csY16" fmla="*/ 81517 h 141753"/>
              <a:gd name="csX17" fmla="*/ 60234 w 141777"/>
              <a:gd name="csY17" fmla="*/ 81517 h 141753"/>
              <a:gd name="csX18" fmla="*/ 55542 w 141777"/>
              <a:gd name="csY18" fmla="*/ 95687 h 141753"/>
              <a:gd name="csX19" fmla="*/ 93928 w 141777"/>
              <a:gd name="csY19" fmla="*/ 95687 h 141753"/>
              <a:gd name="csX20" fmla="*/ 99244 w 141777"/>
              <a:gd name="csY20" fmla="*/ 100995 h 141753"/>
              <a:gd name="csX21" fmla="*/ 93928 w 141777"/>
              <a:gd name="csY21" fmla="*/ 106319 h 141753"/>
              <a:gd name="csX22" fmla="*/ 44306 w 141777"/>
              <a:gd name="csY22" fmla="*/ 106319 h 141753"/>
              <a:gd name="csX23" fmla="*/ 43253 w 141777"/>
              <a:gd name="csY23" fmla="*/ 106217 h 141753"/>
              <a:gd name="csX24" fmla="*/ 42624 w 141777"/>
              <a:gd name="csY24" fmla="*/ 106030 h 141753"/>
              <a:gd name="csX25" fmla="*/ 42249 w 141777"/>
              <a:gd name="csY25" fmla="*/ 105911 h 141753"/>
              <a:gd name="csX26" fmla="*/ 41329 w 141777"/>
              <a:gd name="csY26" fmla="*/ 105401 h 141753"/>
              <a:gd name="csX27" fmla="*/ 41176 w 141777"/>
              <a:gd name="csY27" fmla="*/ 105282 h 141753"/>
              <a:gd name="csX28" fmla="*/ 40512 w 141777"/>
              <a:gd name="csY28" fmla="*/ 104720 h 141753"/>
              <a:gd name="csX29" fmla="*/ 40478 w 141777"/>
              <a:gd name="csY29" fmla="*/ 104686 h 141753"/>
              <a:gd name="csX30" fmla="*/ 40443 w 141777"/>
              <a:gd name="csY30" fmla="*/ 104635 h 141753"/>
              <a:gd name="csX31" fmla="*/ 39369 w 141777"/>
              <a:gd name="csY31" fmla="*/ 102951 h 141753"/>
              <a:gd name="csX32" fmla="*/ 39328 w 141777"/>
              <a:gd name="csY32" fmla="*/ 102798 h 141753"/>
              <a:gd name="csX33" fmla="*/ 38990 w 141777"/>
              <a:gd name="csY33" fmla="*/ 100995 h 141753"/>
              <a:gd name="csX34" fmla="*/ 38996 w 141777"/>
              <a:gd name="csY34" fmla="*/ 100927 h 141753"/>
              <a:gd name="csX35" fmla="*/ 39010 w 141777"/>
              <a:gd name="csY35" fmla="*/ 100825 h 141753"/>
              <a:gd name="csX36" fmla="*/ 39418 w 141777"/>
              <a:gd name="csY36" fmla="*/ 98920 h 141753"/>
              <a:gd name="csX37" fmla="*/ 39432 w 141777"/>
              <a:gd name="csY37" fmla="*/ 98886 h 141753"/>
              <a:gd name="csX38" fmla="*/ 40602 w 141777"/>
              <a:gd name="csY38" fmla="*/ 97201 h 141753"/>
              <a:gd name="csX39" fmla="*/ 40623 w 141777"/>
              <a:gd name="csY39" fmla="*/ 97167 h 141753"/>
              <a:gd name="csX40" fmla="*/ 49567 w 141777"/>
              <a:gd name="csY40" fmla="*/ 81517 h 141753"/>
              <a:gd name="csX41" fmla="*/ 44306 w 141777"/>
              <a:gd name="csY41" fmla="*/ 81517 h 141753"/>
              <a:gd name="csX42" fmla="*/ 38990 w 141777"/>
              <a:gd name="csY42" fmla="*/ 76193 h 141753"/>
              <a:gd name="csX43" fmla="*/ 44306 w 141777"/>
              <a:gd name="csY43" fmla="*/ 70885 h 141753"/>
              <a:gd name="csX44" fmla="*/ 48238 w 141777"/>
              <a:gd name="csY44" fmla="*/ 70885 h 141753"/>
              <a:gd name="csX45" fmla="*/ 47954 w 141777"/>
              <a:gd name="csY45" fmla="*/ 69746 h 141753"/>
              <a:gd name="csX46" fmla="*/ 46077 w 141777"/>
              <a:gd name="csY46" fmla="*/ 58467 h 141753"/>
              <a:gd name="csX47" fmla="*/ 46077 w 141777"/>
              <a:gd name="csY47" fmla="*/ 56698 h 141753"/>
              <a:gd name="csX48" fmla="*/ 70890 w 141777"/>
              <a:gd name="csY48" fmla="*/ 3189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50001" y="22506"/>
                </a:moveTo>
                <a:cubicBezTo>
                  <a:pt x="57688" y="22506"/>
                  <a:pt x="64588" y="27653"/>
                  <a:pt x="66778" y="35008"/>
                </a:cubicBezTo>
                <a:cubicBezTo>
                  <a:pt x="67368" y="36988"/>
                  <a:pt x="66234" y="39075"/>
                  <a:pt x="64249" y="39676"/>
                </a:cubicBezTo>
                <a:cubicBezTo>
                  <a:pt x="62271" y="40251"/>
                  <a:pt x="60180" y="39135"/>
                  <a:pt x="59590" y="37144"/>
                </a:cubicBezTo>
                <a:cubicBezTo>
                  <a:pt x="58337" y="32944"/>
                  <a:pt x="54395" y="30005"/>
                  <a:pt x="50001" y="30005"/>
                </a:cubicBezTo>
                <a:cubicBezTo>
                  <a:pt x="44485" y="30005"/>
                  <a:pt x="40000" y="34492"/>
                  <a:pt x="40000" y="39999"/>
                </a:cubicBezTo>
                <a:lnTo>
                  <a:pt x="40000" y="41247"/>
                </a:lnTo>
                <a:cubicBezTo>
                  <a:pt x="40000" y="43095"/>
                  <a:pt x="40529" y="45159"/>
                  <a:pt x="41090" y="47343"/>
                </a:cubicBezTo>
                <a:cubicBezTo>
                  <a:pt x="41307" y="48195"/>
                  <a:pt x="41531" y="49082"/>
                  <a:pt x="41739" y="50006"/>
                </a:cubicBezTo>
                <a:lnTo>
                  <a:pt x="56250" y="50006"/>
                </a:lnTo>
                <a:cubicBezTo>
                  <a:pt x="58320" y="50006"/>
                  <a:pt x="60001" y="51674"/>
                  <a:pt x="60001" y="53750"/>
                </a:cubicBezTo>
                <a:cubicBezTo>
                  <a:pt x="60001" y="55826"/>
                  <a:pt x="58320" y="57505"/>
                  <a:pt x="56250" y="57505"/>
                </a:cubicBezTo>
                <a:lnTo>
                  <a:pt x="42485" y="57505"/>
                </a:lnTo>
                <a:cubicBezTo>
                  <a:pt x="42309" y="60577"/>
                  <a:pt x="41403" y="63924"/>
                  <a:pt x="39176" y="67500"/>
                </a:cubicBezTo>
                <a:lnTo>
                  <a:pt x="66251" y="67500"/>
                </a:lnTo>
                <a:cubicBezTo>
                  <a:pt x="68320" y="67500"/>
                  <a:pt x="70000" y="69180"/>
                  <a:pt x="70000" y="71244"/>
                </a:cubicBezTo>
                <a:cubicBezTo>
                  <a:pt x="70000" y="73319"/>
                  <a:pt x="68320" y="74999"/>
                  <a:pt x="66251" y="74999"/>
                </a:cubicBezTo>
                <a:lnTo>
                  <a:pt x="31250" y="74999"/>
                </a:lnTo>
                <a:cubicBezTo>
                  <a:pt x="31000" y="74999"/>
                  <a:pt x="30753" y="74975"/>
                  <a:pt x="30508" y="74927"/>
                </a:cubicBezTo>
                <a:cubicBezTo>
                  <a:pt x="30355" y="74891"/>
                  <a:pt x="30209" y="74843"/>
                  <a:pt x="30064" y="74795"/>
                </a:cubicBezTo>
                <a:cubicBezTo>
                  <a:pt x="29976" y="74759"/>
                  <a:pt x="29885" y="74747"/>
                  <a:pt x="29800" y="74711"/>
                </a:cubicBezTo>
                <a:cubicBezTo>
                  <a:pt x="29570" y="74603"/>
                  <a:pt x="29353" y="74495"/>
                  <a:pt x="29151" y="74351"/>
                </a:cubicBezTo>
                <a:cubicBezTo>
                  <a:pt x="29113" y="74327"/>
                  <a:pt x="29079" y="74291"/>
                  <a:pt x="29043" y="74267"/>
                </a:cubicBezTo>
                <a:cubicBezTo>
                  <a:pt x="28876" y="74147"/>
                  <a:pt x="28718" y="74016"/>
                  <a:pt x="28574" y="73871"/>
                </a:cubicBezTo>
                <a:cubicBezTo>
                  <a:pt x="28567" y="73859"/>
                  <a:pt x="28558" y="73859"/>
                  <a:pt x="28550" y="73847"/>
                </a:cubicBezTo>
                <a:cubicBezTo>
                  <a:pt x="28538" y="73835"/>
                  <a:pt x="28535" y="73823"/>
                  <a:pt x="28526" y="73811"/>
                </a:cubicBezTo>
                <a:cubicBezTo>
                  <a:pt x="28205" y="73463"/>
                  <a:pt x="27946" y="73068"/>
                  <a:pt x="27768" y="72623"/>
                </a:cubicBezTo>
                <a:cubicBezTo>
                  <a:pt x="27754" y="72587"/>
                  <a:pt x="27751" y="72551"/>
                  <a:pt x="27739" y="72515"/>
                </a:cubicBezTo>
                <a:cubicBezTo>
                  <a:pt x="27594" y="72120"/>
                  <a:pt x="27501" y="71699"/>
                  <a:pt x="27501" y="71244"/>
                </a:cubicBezTo>
                <a:cubicBezTo>
                  <a:pt x="27501" y="71232"/>
                  <a:pt x="27505" y="71220"/>
                  <a:pt x="27505" y="71196"/>
                </a:cubicBezTo>
                <a:cubicBezTo>
                  <a:pt x="27505" y="71172"/>
                  <a:pt x="27515" y="71148"/>
                  <a:pt x="27515" y="71124"/>
                </a:cubicBezTo>
                <a:cubicBezTo>
                  <a:pt x="27532" y="70643"/>
                  <a:pt x="27626" y="70188"/>
                  <a:pt x="27803" y="69780"/>
                </a:cubicBezTo>
                <a:cubicBezTo>
                  <a:pt x="27806" y="69768"/>
                  <a:pt x="27811" y="69768"/>
                  <a:pt x="27813" y="69756"/>
                </a:cubicBezTo>
                <a:cubicBezTo>
                  <a:pt x="28011" y="69300"/>
                  <a:pt x="28290" y="68904"/>
                  <a:pt x="28638" y="68568"/>
                </a:cubicBezTo>
                <a:cubicBezTo>
                  <a:pt x="28643" y="68556"/>
                  <a:pt x="28648" y="68544"/>
                  <a:pt x="28653" y="68544"/>
                </a:cubicBezTo>
                <a:cubicBezTo>
                  <a:pt x="33055" y="64320"/>
                  <a:pt x="34657" y="60805"/>
                  <a:pt x="34961" y="57505"/>
                </a:cubicBezTo>
                <a:lnTo>
                  <a:pt x="31250" y="57505"/>
                </a:lnTo>
                <a:cubicBezTo>
                  <a:pt x="29181" y="57505"/>
                  <a:pt x="27501" y="55826"/>
                  <a:pt x="27501" y="53750"/>
                </a:cubicBezTo>
                <a:cubicBezTo>
                  <a:pt x="27501" y="51674"/>
                  <a:pt x="29181" y="50006"/>
                  <a:pt x="31250" y="50006"/>
                </a:cubicBezTo>
                <a:lnTo>
                  <a:pt x="34024" y="50006"/>
                </a:lnTo>
                <a:cubicBezTo>
                  <a:pt x="33957" y="49742"/>
                  <a:pt x="33893" y="49478"/>
                  <a:pt x="33824" y="49203"/>
                </a:cubicBezTo>
                <a:cubicBezTo>
                  <a:pt x="33175" y="46670"/>
                  <a:pt x="32500" y="44043"/>
                  <a:pt x="32500" y="41247"/>
                </a:cubicBezTo>
                <a:lnTo>
                  <a:pt x="32500" y="39999"/>
                </a:lnTo>
                <a:cubicBezTo>
                  <a:pt x="32500" y="30353"/>
                  <a:pt x="40353" y="22506"/>
                  <a:pt x="50001" y="2250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0" name="Красный — SVG 5">
            <a:extLst>
              <a:ext uri="{FF2B5EF4-FFF2-40B4-BE49-F238E27FC236}">
                <a16:creationId xmlns:a16="http://schemas.microsoft.com/office/drawing/2014/main" id="{335E85D6-EA4D-7845-87AA-67DEF6FFE3C7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47842 w 127600"/>
              <a:gd name="csY0" fmla="*/ 0 h 138215"/>
              <a:gd name="csX1" fmla="*/ 28361 w 127600"/>
              <a:gd name="csY1" fmla="*/ 19495 h 138215"/>
              <a:gd name="csX2" fmla="*/ 28361 w 127600"/>
              <a:gd name="csY2" fmla="*/ 31896 h 138215"/>
              <a:gd name="csX3" fmla="*/ 15942 w 127600"/>
              <a:gd name="csY3" fmla="*/ 31896 h 138215"/>
              <a:gd name="csX4" fmla="*/ 10633 w 127600"/>
              <a:gd name="csY4" fmla="*/ 26571 h 138215"/>
              <a:gd name="csX5" fmla="*/ 15942 w 127600"/>
              <a:gd name="csY5" fmla="*/ 21264 h 138215"/>
              <a:gd name="csX6" fmla="*/ 21267 w 127600"/>
              <a:gd name="csY6" fmla="*/ 21264 h 138215"/>
              <a:gd name="csX7" fmla="*/ 21267 w 127600"/>
              <a:gd name="csY7" fmla="*/ 19495 h 138215"/>
              <a:gd name="csX8" fmla="*/ 22815 w 127600"/>
              <a:gd name="csY8" fmla="*/ 10632 h 138215"/>
              <a:gd name="csX9" fmla="*/ 15942 w 127600"/>
              <a:gd name="csY9" fmla="*/ 10632 h 138215"/>
              <a:gd name="csX10" fmla="*/ 0 w 127600"/>
              <a:gd name="csY10" fmla="*/ 26571 h 138215"/>
              <a:gd name="csX11" fmla="*/ 0 w 127600"/>
              <a:gd name="csY11" fmla="*/ 122259 h 138215"/>
              <a:gd name="csX12" fmla="*/ 15942 w 127600"/>
              <a:gd name="csY12" fmla="*/ 138215 h 138215"/>
              <a:gd name="csX13" fmla="*/ 111642 w 127600"/>
              <a:gd name="csY13" fmla="*/ 138215 h 138215"/>
              <a:gd name="csX14" fmla="*/ 127601 w 127600"/>
              <a:gd name="csY14" fmla="*/ 122259 h 138215"/>
              <a:gd name="csX15" fmla="*/ 127601 w 127600"/>
              <a:gd name="csY15" fmla="*/ 47835 h 138215"/>
              <a:gd name="csX16" fmla="*/ 113428 w 127600"/>
              <a:gd name="csY16" fmla="*/ 32083 h 138215"/>
              <a:gd name="csX17" fmla="*/ 113428 w 127600"/>
              <a:gd name="csY17" fmla="*/ 19495 h 138215"/>
              <a:gd name="csX18" fmla="*/ 93931 w 127600"/>
              <a:gd name="csY18" fmla="*/ 0 h 138215"/>
              <a:gd name="csX19" fmla="*/ 47842 w 127600"/>
              <a:gd name="csY19" fmla="*/ 0 h 138215"/>
              <a:gd name="csX20" fmla="*/ 47842 w 127600"/>
              <a:gd name="csY20" fmla="*/ 10632 h 138215"/>
              <a:gd name="csX21" fmla="*/ 53167 w 127600"/>
              <a:gd name="csY21" fmla="*/ 10632 h 138215"/>
              <a:gd name="csX22" fmla="*/ 53167 w 127600"/>
              <a:gd name="csY22" fmla="*/ 31896 h 138215"/>
              <a:gd name="csX23" fmla="*/ 38995 w 127600"/>
              <a:gd name="csY23" fmla="*/ 31896 h 138215"/>
              <a:gd name="csX24" fmla="*/ 38995 w 127600"/>
              <a:gd name="csY24" fmla="*/ 19495 h 138215"/>
              <a:gd name="csX25" fmla="*/ 47842 w 127600"/>
              <a:gd name="csY25" fmla="*/ 10632 h 138215"/>
              <a:gd name="csX26" fmla="*/ 63800 w 127600"/>
              <a:gd name="csY26" fmla="*/ 10632 h 138215"/>
              <a:gd name="csX27" fmla="*/ 93931 w 127600"/>
              <a:gd name="csY27" fmla="*/ 10632 h 138215"/>
              <a:gd name="csX28" fmla="*/ 102795 w 127600"/>
              <a:gd name="csY28" fmla="*/ 19495 h 138215"/>
              <a:gd name="csX29" fmla="*/ 102795 w 127600"/>
              <a:gd name="csY29" fmla="*/ 31896 h 138215"/>
              <a:gd name="csX30" fmla="*/ 63800 w 127600"/>
              <a:gd name="csY30" fmla="*/ 31896 h 138215"/>
              <a:gd name="csX31" fmla="*/ 63800 w 127600"/>
              <a:gd name="csY31" fmla="*/ 10632 h 138215"/>
              <a:gd name="csX32" fmla="*/ 97470 w 127600"/>
              <a:gd name="csY32" fmla="*/ 74424 h 138215"/>
              <a:gd name="csX33" fmla="*/ 106334 w 127600"/>
              <a:gd name="csY33" fmla="*/ 83286 h 138215"/>
              <a:gd name="csX34" fmla="*/ 97470 w 127600"/>
              <a:gd name="csY34" fmla="*/ 92149 h 138215"/>
              <a:gd name="csX35" fmla="*/ 88606 w 127600"/>
              <a:gd name="csY35" fmla="*/ 83286 h 138215"/>
              <a:gd name="csX36" fmla="*/ 97470 w 127600"/>
              <a:gd name="csY36" fmla="*/ 74424 h 138215"/>
            </a:gdLst>
            <a:ahLst/>
            <a:cxnLst/>
            <a:rect l="l" t="t" r="r" b="b"/>
            <a:pathLst>
              <a:path w="100000" h="100000">
                <a:moveTo>
                  <a:pt x="38454" y="0"/>
                </a:moveTo>
                <a:cubicBezTo>
                  <a:pt x="30711" y="0"/>
                  <a:pt x="24360" y="6363"/>
                  <a:pt x="24360" y="14105"/>
                </a:cubicBezTo>
                <a:lnTo>
                  <a:pt x="24360" y="23077"/>
                </a:lnTo>
                <a:lnTo>
                  <a:pt x="15374" y="23077"/>
                </a:lnTo>
                <a:cubicBezTo>
                  <a:pt x="13257" y="23077"/>
                  <a:pt x="11533" y="21354"/>
                  <a:pt x="11533" y="19224"/>
                </a:cubicBezTo>
                <a:cubicBezTo>
                  <a:pt x="11533" y="17107"/>
                  <a:pt x="13257" y="15385"/>
                  <a:pt x="15374" y="15385"/>
                </a:cubicBezTo>
                <a:lnTo>
                  <a:pt x="19227" y="15385"/>
                </a:lnTo>
                <a:lnTo>
                  <a:pt x="19227" y="14105"/>
                </a:lnTo>
                <a:cubicBezTo>
                  <a:pt x="19227" y="11853"/>
                  <a:pt x="19633" y="9699"/>
                  <a:pt x="20347" y="7692"/>
                </a:cubicBezTo>
                <a:lnTo>
                  <a:pt x="15374" y="7692"/>
                </a:lnTo>
                <a:cubicBezTo>
                  <a:pt x="9023" y="7692"/>
                  <a:pt x="3840" y="12874"/>
                  <a:pt x="3840" y="19224"/>
                </a:cubicBezTo>
                <a:lnTo>
                  <a:pt x="3840" y="88456"/>
                </a:lnTo>
                <a:cubicBezTo>
                  <a:pt x="3840" y="94831"/>
                  <a:pt x="9010" y="100000"/>
                  <a:pt x="15374" y="100000"/>
                </a:cubicBezTo>
                <a:lnTo>
                  <a:pt x="84614" y="100000"/>
                </a:lnTo>
                <a:cubicBezTo>
                  <a:pt x="90990" y="100000"/>
                  <a:pt x="96161" y="94831"/>
                  <a:pt x="96161" y="88456"/>
                </a:cubicBezTo>
                <a:lnTo>
                  <a:pt x="96161" y="34609"/>
                </a:lnTo>
                <a:cubicBezTo>
                  <a:pt x="96161" y="28677"/>
                  <a:pt x="91668" y="23853"/>
                  <a:pt x="85906" y="23212"/>
                </a:cubicBezTo>
                <a:lnTo>
                  <a:pt x="85906" y="14105"/>
                </a:lnTo>
                <a:cubicBezTo>
                  <a:pt x="85906" y="6363"/>
                  <a:pt x="79542" y="0"/>
                  <a:pt x="71800" y="0"/>
                </a:cubicBezTo>
                <a:lnTo>
                  <a:pt x="38454" y="0"/>
                </a:lnTo>
                <a:close/>
                <a:moveTo>
                  <a:pt x="38454" y="7692"/>
                </a:moveTo>
                <a:lnTo>
                  <a:pt x="42307" y="7692"/>
                </a:lnTo>
                <a:lnTo>
                  <a:pt x="42307" y="23077"/>
                </a:lnTo>
                <a:lnTo>
                  <a:pt x="32053" y="23077"/>
                </a:lnTo>
                <a:lnTo>
                  <a:pt x="32053" y="14105"/>
                </a:lnTo>
                <a:cubicBezTo>
                  <a:pt x="32053" y="10523"/>
                  <a:pt x="34872" y="7692"/>
                  <a:pt x="38454" y="7692"/>
                </a:cubicBezTo>
                <a:close/>
                <a:moveTo>
                  <a:pt x="50000" y="7692"/>
                </a:moveTo>
                <a:lnTo>
                  <a:pt x="71800" y="7692"/>
                </a:lnTo>
                <a:cubicBezTo>
                  <a:pt x="75382" y="7692"/>
                  <a:pt x="78213" y="10523"/>
                  <a:pt x="78213" y="14105"/>
                </a:cubicBezTo>
                <a:lnTo>
                  <a:pt x="78213" y="23077"/>
                </a:lnTo>
                <a:lnTo>
                  <a:pt x="50000" y="23077"/>
                </a:lnTo>
                <a:lnTo>
                  <a:pt x="50000" y="7692"/>
                </a:lnTo>
                <a:close/>
                <a:moveTo>
                  <a:pt x="74361" y="53847"/>
                </a:moveTo>
                <a:cubicBezTo>
                  <a:pt x="77906" y="53847"/>
                  <a:pt x="80774" y="56714"/>
                  <a:pt x="80774" y="60258"/>
                </a:cubicBezTo>
                <a:cubicBezTo>
                  <a:pt x="80774" y="63803"/>
                  <a:pt x="77906" y="66671"/>
                  <a:pt x="74361" y="66671"/>
                </a:cubicBezTo>
                <a:cubicBezTo>
                  <a:pt x="70815" y="66671"/>
                  <a:pt x="67947" y="63803"/>
                  <a:pt x="67947" y="60258"/>
                </a:cubicBezTo>
                <a:cubicBezTo>
                  <a:pt x="67947" y="56714"/>
                  <a:pt x="70815" y="53847"/>
                  <a:pt x="74361" y="5384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1" name="Красный — SVG 6">
            <a:extLst>
              <a:ext uri="{FF2B5EF4-FFF2-40B4-BE49-F238E27FC236}">
                <a16:creationId xmlns:a16="http://schemas.microsoft.com/office/drawing/2014/main" id="{8840E263-4F09-9041-95EA-0AE34310C914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23138 w 127600"/>
              <a:gd name="csY0" fmla="*/ 1 h 141754"/>
              <a:gd name="csX1" fmla="*/ 21080 w 127600"/>
              <a:gd name="csY1" fmla="*/ 376 h 141754"/>
              <a:gd name="csX2" fmla="*/ 19310 w 127600"/>
              <a:gd name="csY2" fmla="*/ 1532 h 141754"/>
              <a:gd name="csX3" fmla="*/ 18137 w 127600"/>
              <a:gd name="csY3" fmla="*/ 3268 h 141754"/>
              <a:gd name="csX4" fmla="*/ 17728 w 127600"/>
              <a:gd name="csY4" fmla="*/ 5326 h 141754"/>
              <a:gd name="csX5" fmla="*/ 17728 w 127600"/>
              <a:gd name="csY5" fmla="*/ 21912 h 141754"/>
              <a:gd name="csX6" fmla="*/ 0 w 127600"/>
              <a:gd name="csY6" fmla="*/ 44298 h 141754"/>
              <a:gd name="csX7" fmla="*/ 0 w 127600"/>
              <a:gd name="csY7" fmla="*/ 102783 h 141754"/>
              <a:gd name="csX8" fmla="*/ 127601 w 127600"/>
              <a:gd name="csY8" fmla="*/ 102783 h 141754"/>
              <a:gd name="csX9" fmla="*/ 127601 w 127600"/>
              <a:gd name="csY9" fmla="*/ 44298 h 141754"/>
              <a:gd name="csX10" fmla="*/ 109873 w 127600"/>
              <a:gd name="csY10" fmla="*/ 21912 h 141754"/>
              <a:gd name="csX11" fmla="*/ 109873 w 127600"/>
              <a:gd name="csY11" fmla="*/ 5326 h 141754"/>
              <a:gd name="csX12" fmla="*/ 109243 w 127600"/>
              <a:gd name="csY12" fmla="*/ 2774 h 141754"/>
              <a:gd name="csX13" fmla="*/ 107457 w 127600"/>
              <a:gd name="csY13" fmla="*/ 852 h 141754"/>
              <a:gd name="csX14" fmla="*/ 104973 w 127600"/>
              <a:gd name="csY14" fmla="*/ 18 h 141754"/>
              <a:gd name="csX15" fmla="*/ 102404 w 127600"/>
              <a:gd name="csY15" fmla="*/ 461 h 141754"/>
              <a:gd name="csX16" fmla="*/ 89116 w 127600"/>
              <a:gd name="csY16" fmla="*/ 6364 h 141754"/>
              <a:gd name="csX17" fmla="*/ 80932 w 127600"/>
              <a:gd name="csY17" fmla="*/ 903 h 141754"/>
              <a:gd name="csX18" fmla="*/ 78312 w 127600"/>
              <a:gd name="csY18" fmla="*/ 18 h 141754"/>
              <a:gd name="csX19" fmla="*/ 75607 w 127600"/>
              <a:gd name="csY19" fmla="*/ 563 h 141754"/>
              <a:gd name="csX20" fmla="*/ 63800 w 127600"/>
              <a:gd name="csY20" fmla="*/ 6466 h 141754"/>
              <a:gd name="csX21" fmla="*/ 51993 w 127600"/>
              <a:gd name="csY21" fmla="*/ 563 h 141754"/>
              <a:gd name="csX22" fmla="*/ 49288 w 127600"/>
              <a:gd name="csY22" fmla="*/ 18 h 141754"/>
              <a:gd name="csX23" fmla="*/ 46668 w 127600"/>
              <a:gd name="csY23" fmla="*/ 903 h 141754"/>
              <a:gd name="csX24" fmla="*/ 38485 w 127600"/>
              <a:gd name="csY24" fmla="*/ 6364 h 141754"/>
              <a:gd name="csX25" fmla="*/ 25197 w 127600"/>
              <a:gd name="csY25" fmla="*/ 461 h 141754"/>
              <a:gd name="csX26" fmla="*/ 23138 w 127600"/>
              <a:gd name="csY26" fmla="*/ 1 h 141754"/>
              <a:gd name="csX27" fmla="*/ 50003 w 127600"/>
              <a:gd name="csY27" fmla="*/ 11450 h 141754"/>
              <a:gd name="csX28" fmla="*/ 61419 w 127600"/>
              <a:gd name="csY28" fmla="*/ 17166 h 141754"/>
              <a:gd name="csX29" fmla="*/ 63800 w 127600"/>
              <a:gd name="csY29" fmla="*/ 17727 h 141754"/>
              <a:gd name="csX30" fmla="*/ 66182 w 127600"/>
              <a:gd name="csY30" fmla="*/ 17166 h 141754"/>
              <a:gd name="csX31" fmla="*/ 77598 w 127600"/>
              <a:gd name="csY31" fmla="*/ 11450 h 141754"/>
              <a:gd name="csX32" fmla="*/ 85663 w 127600"/>
              <a:gd name="csY32" fmla="*/ 16825 h 141754"/>
              <a:gd name="csX33" fmla="*/ 88163 w 127600"/>
              <a:gd name="csY33" fmla="*/ 17710 h 141754"/>
              <a:gd name="csX34" fmla="*/ 90767 w 127600"/>
              <a:gd name="csY34" fmla="*/ 17268 h 141754"/>
              <a:gd name="csX35" fmla="*/ 99239 w 127600"/>
              <a:gd name="csY35" fmla="*/ 13508 h 141754"/>
              <a:gd name="csX36" fmla="*/ 99239 w 127600"/>
              <a:gd name="csY36" fmla="*/ 46067 h 141754"/>
              <a:gd name="csX37" fmla="*/ 28361 w 127600"/>
              <a:gd name="csY37" fmla="*/ 46067 h 141754"/>
              <a:gd name="csX38" fmla="*/ 28361 w 127600"/>
              <a:gd name="csY38" fmla="*/ 13508 h 141754"/>
              <a:gd name="csX39" fmla="*/ 36834 w 127600"/>
              <a:gd name="csY39" fmla="*/ 17268 h 141754"/>
              <a:gd name="csX40" fmla="*/ 39437 w 127600"/>
              <a:gd name="csY40" fmla="*/ 17710 h 141754"/>
              <a:gd name="csX41" fmla="*/ 41938 w 127600"/>
              <a:gd name="csY41" fmla="*/ 16825 h 141754"/>
              <a:gd name="csX42" fmla="*/ 50003 w 127600"/>
              <a:gd name="csY42" fmla="*/ 11450 h 141754"/>
              <a:gd name="csX43" fmla="*/ 38995 w 127600"/>
              <a:gd name="csY43" fmla="*/ 60255 h 141754"/>
              <a:gd name="csX44" fmla="*/ 46072 w 127600"/>
              <a:gd name="csY44" fmla="*/ 67331 h 141754"/>
              <a:gd name="csX45" fmla="*/ 38995 w 127600"/>
              <a:gd name="csY45" fmla="*/ 74425 h 141754"/>
              <a:gd name="csX46" fmla="*/ 31900 w 127600"/>
              <a:gd name="csY46" fmla="*/ 67331 h 141754"/>
              <a:gd name="csX47" fmla="*/ 38995 w 127600"/>
              <a:gd name="csY47" fmla="*/ 60255 h 141754"/>
              <a:gd name="csX48" fmla="*/ 63800 w 127600"/>
              <a:gd name="csY48" fmla="*/ 60255 h 141754"/>
              <a:gd name="csX49" fmla="*/ 70895 w 127600"/>
              <a:gd name="csY49" fmla="*/ 67331 h 141754"/>
              <a:gd name="csX50" fmla="*/ 63800 w 127600"/>
              <a:gd name="csY50" fmla="*/ 74425 h 141754"/>
              <a:gd name="csX51" fmla="*/ 56706 w 127600"/>
              <a:gd name="csY51" fmla="*/ 67331 h 141754"/>
              <a:gd name="csX52" fmla="*/ 63800 w 127600"/>
              <a:gd name="csY52" fmla="*/ 60255 h 141754"/>
              <a:gd name="csX53" fmla="*/ 88606 w 127600"/>
              <a:gd name="csY53" fmla="*/ 60255 h 141754"/>
              <a:gd name="csX54" fmla="*/ 95700 w 127600"/>
              <a:gd name="csY54" fmla="*/ 67331 h 141754"/>
              <a:gd name="csX55" fmla="*/ 88606 w 127600"/>
              <a:gd name="csY55" fmla="*/ 74425 h 141754"/>
              <a:gd name="csX56" fmla="*/ 81528 w 127600"/>
              <a:gd name="csY56" fmla="*/ 67331 h 141754"/>
              <a:gd name="csX57" fmla="*/ 88606 w 127600"/>
              <a:gd name="csY57" fmla="*/ 60255 h 141754"/>
              <a:gd name="csX58" fmla="*/ 38995 w 127600"/>
              <a:gd name="csY58" fmla="*/ 81519 h 141754"/>
              <a:gd name="csX59" fmla="*/ 46072 w 127600"/>
              <a:gd name="csY59" fmla="*/ 88595 h 141754"/>
              <a:gd name="csX60" fmla="*/ 38995 w 127600"/>
              <a:gd name="csY60" fmla="*/ 95689 h 141754"/>
              <a:gd name="csX61" fmla="*/ 31900 w 127600"/>
              <a:gd name="csY61" fmla="*/ 88595 h 141754"/>
              <a:gd name="csX62" fmla="*/ 38995 w 127600"/>
              <a:gd name="csY62" fmla="*/ 81519 h 141754"/>
              <a:gd name="csX63" fmla="*/ 63800 w 127600"/>
              <a:gd name="csY63" fmla="*/ 81519 h 141754"/>
              <a:gd name="csX64" fmla="*/ 70895 w 127600"/>
              <a:gd name="csY64" fmla="*/ 88595 h 141754"/>
              <a:gd name="csX65" fmla="*/ 63800 w 127600"/>
              <a:gd name="csY65" fmla="*/ 95689 h 141754"/>
              <a:gd name="csX66" fmla="*/ 56706 w 127600"/>
              <a:gd name="csY66" fmla="*/ 88595 h 141754"/>
              <a:gd name="csX67" fmla="*/ 63800 w 127600"/>
              <a:gd name="csY67" fmla="*/ 81519 h 141754"/>
              <a:gd name="csX68" fmla="*/ 88606 w 127600"/>
              <a:gd name="csY68" fmla="*/ 81519 h 141754"/>
              <a:gd name="csX69" fmla="*/ 95700 w 127600"/>
              <a:gd name="csY69" fmla="*/ 88595 h 141754"/>
              <a:gd name="csX70" fmla="*/ 88606 w 127600"/>
              <a:gd name="csY70" fmla="*/ 95689 h 141754"/>
              <a:gd name="csX71" fmla="*/ 81528 w 127600"/>
              <a:gd name="csY71" fmla="*/ 88595 h 141754"/>
              <a:gd name="csX72" fmla="*/ 88606 w 127600"/>
              <a:gd name="csY72" fmla="*/ 81519 h 141754"/>
              <a:gd name="csX73" fmla="*/ 0 w 127600"/>
              <a:gd name="csY73" fmla="*/ 113415 h 141754"/>
              <a:gd name="csX74" fmla="*/ 0 w 127600"/>
              <a:gd name="csY74" fmla="*/ 118722 h 141754"/>
              <a:gd name="csX75" fmla="*/ 23036 w 127600"/>
              <a:gd name="csY75" fmla="*/ 141755 h 141754"/>
              <a:gd name="csX76" fmla="*/ 104564 w 127600"/>
              <a:gd name="csY76" fmla="*/ 141755 h 141754"/>
              <a:gd name="csX77" fmla="*/ 127601 w 127600"/>
              <a:gd name="csY77" fmla="*/ 118722 h 141754"/>
              <a:gd name="csX78" fmla="*/ 127601 w 127600"/>
              <a:gd name="csY78" fmla="*/ 113415 h 141754"/>
              <a:gd name="csX79" fmla="*/ 0 w 127600"/>
              <a:gd name="csY79" fmla="*/ 113415 h 141754"/>
              <a:gd name="csX80" fmla="*/ 63800 w 127600"/>
              <a:gd name="csY80" fmla="*/ 120491 h 141754"/>
              <a:gd name="csX81" fmla="*/ 70895 w 127600"/>
              <a:gd name="csY81" fmla="*/ 127585 h 141754"/>
              <a:gd name="csX82" fmla="*/ 63800 w 127600"/>
              <a:gd name="csY82" fmla="*/ 134678 h 141754"/>
              <a:gd name="csX83" fmla="*/ 56706 w 127600"/>
              <a:gd name="csY83" fmla="*/ 127585 h 141754"/>
              <a:gd name="csX84" fmla="*/ 63800 w 127600"/>
              <a:gd name="csY84" fmla="*/ 120491 h 141754"/>
            </a:gdLst>
            <a:ahLst/>
            <a:cxnLst/>
            <a:rect l="l" t="t" r="r" b="b"/>
            <a:pathLst>
              <a:path w="100000" h="100000">
                <a:moveTo>
                  <a:pt x="21315" y="1"/>
                </a:moveTo>
                <a:cubicBezTo>
                  <a:pt x="20811" y="-11"/>
                  <a:pt x="20319" y="85"/>
                  <a:pt x="19863" y="265"/>
                </a:cubicBezTo>
                <a:cubicBezTo>
                  <a:pt x="19395" y="457"/>
                  <a:pt x="18974" y="721"/>
                  <a:pt x="18615" y="1081"/>
                </a:cubicBezTo>
                <a:cubicBezTo>
                  <a:pt x="18267" y="1429"/>
                  <a:pt x="17978" y="1837"/>
                  <a:pt x="17787" y="2305"/>
                </a:cubicBezTo>
                <a:cubicBezTo>
                  <a:pt x="17595" y="2761"/>
                  <a:pt x="17499" y="3253"/>
                  <a:pt x="17499" y="3757"/>
                </a:cubicBezTo>
                <a:lnTo>
                  <a:pt x="17499" y="15458"/>
                </a:lnTo>
                <a:cubicBezTo>
                  <a:pt x="10333" y="17161"/>
                  <a:pt x="4992" y="23582"/>
                  <a:pt x="4992" y="31250"/>
                </a:cubicBezTo>
                <a:lnTo>
                  <a:pt x="4992" y="72508"/>
                </a:lnTo>
                <a:lnTo>
                  <a:pt x="95008" y="72508"/>
                </a:lnTo>
                <a:lnTo>
                  <a:pt x="95008" y="31250"/>
                </a:lnTo>
                <a:cubicBezTo>
                  <a:pt x="95008" y="23582"/>
                  <a:pt x="89667" y="17161"/>
                  <a:pt x="82502" y="15458"/>
                </a:cubicBezTo>
                <a:lnTo>
                  <a:pt x="82502" y="3757"/>
                </a:lnTo>
                <a:cubicBezTo>
                  <a:pt x="82502" y="3133"/>
                  <a:pt x="82346" y="2509"/>
                  <a:pt x="82058" y="1957"/>
                </a:cubicBezTo>
                <a:cubicBezTo>
                  <a:pt x="81758" y="1417"/>
                  <a:pt x="81325" y="949"/>
                  <a:pt x="80798" y="601"/>
                </a:cubicBezTo>
                <a:cubicBezTo>
                  <a:pt x="80269" y="265"/>
                  <a:pt x="79670" y="61"/>
                  <a:pt x="79045" y="13"/>
                </a:cubicBezTo>
                <a:cubicBezTo>
                  <a:pt x="78433" y="-35"/>
                  <a:pt x="77797" y="73"/>
                  <a:pt x="77233" y="325"/>
                </a:cubicBezTo>
                <a:lnTo>
                  <a:pt x="67859" y="4489"/>
                </a:lnTo>
                <a:lnTo>
                  <a:pt x="62086" y="637"/>
                </a:lnTo>
                <a:cubicBezTo>
                  <a:pt x="61534" y="265"/>
                  <a:pt x="60898" y="49"/>
                  <a:pt x="60237" y="13"/>
                </a:cubicBezTo>
                <a:cubicBezTo>
                  <a:pt x="59578" y="-35"/>
                  <a:pt x="58918" y="97"/>
                  <a:pt x="58329" y="397"/>
                </a:cubicBezTo>
                <a:lnTo>
                  <a:pt x="50000" y="4561"/>
                </a:lnTo>
                <a:lnTo>
                  <a:pt x="41671" y="397"/>
                </a:lnTo>
                <a:cubicBezTo>
                  <a:pt x="41082" y="97"/>
                  <a:pt x="40423" y="-35"/>
                  <a:pt x="39763" y="13"/>
                </a:cubicBezTo>
                <a:cubicBezTo>
                  <a:pt x="39102" y="49"/>
                  <a:pt x="38467" y="265"/>
                  <a:pt x="37914" y="637"/>
                </a:cubicBezTo>
                <a:lnTo>
                  <a:pt x="32142" y="4489"/>
                </a:lnTo>
                <a:lnTo>
                  <a:pt x="22768" y="325"/>
                </a:lnTo>
                <a:cubicBezTo>
                  <a:pt x="22312" y="121"/>
                  <a:pt x="21819" y="13"/>
                  <a:pt x="21315" y="1"/>
                </a:cubicBezTo>
                <a:close/>
                <a:moveTo>
                  <a:pt x="40267" y="8077"/>
                </a:moveTo>
                <a:lnTo>
                  <a:pt x="48320" y="12110"/>
                </a:lnTo>
                <a:cubicBezTo>
                  <a:pt x="48848" y="12362"/>
                  <a:pt x="49424" y="12505"/>
                  <a:pt x="50000" y="12505"/>
                </a:cubicBezTo>
                <a:cubicBezTo>
                  <a:pt x="50576" y="12505"/>
                  <a:pt x="51153" y="12362"/>
                  <a:pt x="51680" y="12110"/>
                </a:cubicBezTo>
                <a:lnTo>
                  <a:pt x="59734" y="8077"/>
                </a:lnTo>
                <a:lnTo>
                  <a:pt x="65423" y="11869"/>
                </a:lnTo>
                <a:cubicBezTo>
                  <a:pt x="65951" y="12218"/>
                  <a:pt x="66551" y="12434"/>
                  <a:pt x="67187" y="12493"/>
                </a:cubicBezTo>
                <a:cubicBezTo>
                  <a:pt x="67811" y="12541"/>
                  <a:pt x="68447" y="12434"/>
                  <a:pt x="69024" y="12182"/>
                </a:cubicBezTo>
                <a:lnTo>
                  <a:pt x="75000" y="9529"/>
                </a:lnTo>
                <a:lnTo>
                  <a:pt x="75000" y="32498"/>
                </a:lnTo>
                <a:lnTo>
                  <a:pt x="25000" y="32498"/>
                </a:lnTo>
                <a:lnTo>
                  <a:pt x="25000" y="9529"/>
                </a:lnTo>
                <a:lnTo>
                  <a:pt x="30977" y="12182"/>
                </a:lnTo>
                <a:cubicBezTo>
                  <a:pt x="31553" y="12434"/>
                  <a:pt x="32190" y="12541"/>
                  <a:pt x="32813" y="12493"/>
                </a:cubicBezTo>
                <a:cubicBezTo>
                  <a:pt x="33449" y="12434"/>
                  <a:pt x="34049" y="12218"/>
                  <a:pt x="34578" y="11869"/>
                </a:cubicBezTo>
                <a:lnTo>
                  <a:pt x="40267" y="8077"/>
                </a:lnTo>
                <a:close/>
                <a:moveTo>
                  <a:pt x="32501" y="42507"/>
                </a:moveTo>
                <a:cubicBezTo>
                  <a:pt x="35262" y="42507"/>
                  <a:pt x="37494" y="44739"/>
                  <a:pt x="37494" y="47498"/>
                </a:cubicBezTo>
                <a:cubicBezTo>
                  <a:pt x="37494" y="50271"/>
                  <a:pt x="35262" y="52503"/>
                  <a:pt x="32501" y="52503"/>
                </a:cubicBezTo>
                <a:cubicBezTo>
                  <a:pt x="29728" y="52503"/>
                  <a:pt x="27496" y="50271"/>
                  <a:pt x="27496" y="47498"/>
                </a:cubicBezTo>
                <a:cubicBezTo>
                  <a:pt x="27496" y="44739"/>
                  <a:pt x="29728" y="42507"/>
                  <a:pt x="32501" y="42507"/>
                </a:cubicBezTo>
                <a:close/>
                <a:moveTo>
                  <a:pt x="50000" y="42507"/>
                </a:moveTo>
                <a:cubicBezTo>
                  <a:pt x="52760" y="42507"/>
                  <a:pt x="55005" y="44739"/>
                  <a:pt x="55005" y="47498"/>
                </a:cubicBezTo>
                <a:cubicBezTo>
                  <a:pt x="55005" y="50271"/>
                  <a:pt x="52760" y="52503"/>
                  <a:pt x="50000" y="52503"/>
                </a:cubicBezTo>
                <a:cubicBezTo>
                  <a:pt x="47240" y="52503"/>
                  <a:pt x="44996" y="50271"/>
                  <a:pt x="44996" y="47498"/>
                </a:cubicBezTo>
                <a:cubicBezTo>
                  <a:pt x="44996" y="44739"/>
                  <a:pt x="47240" y="42507"/>
                  <a:pt x="50000" y="42507"/>
                </a:cubicBezTo>
                <a:close/>
                <a:moveTo>
                  <a:pt x="67499" y="42507"/>
                </a:moveTo>
                <a:cubicBezTo>
                  <a:pt x="70272" y="42507"/>
                  <a:pt x="72504" y="44739"/>
                  <a:pt x="72504" y="47498"/>
                </a:cubicBezTo>
                <a:cubicBezTo>
                  <a:pt x="72504" y="50271"/>
                  <a:pt x="70272" y="52503"/>
                  <a:pt x="67499" y="52503"/>
                </a:cubicBezTo>
                <a:cubicBezTo>
                  <a:pt x="64738" y="52503"/>
                  <a:pt x="62506" y="50271"/>
                  <a:pt x="62506" y="47498"/>
                </a:cubicBezTo>
                <a:cubicBezTo>
                  <a:pt x="62506" y="44739"/>
                  <a:pt x="64738" y="42507"/>
                  <a:pt x="67499" y="42507"/>
                </a:cubicBezTo>
                <a:close/>
                <a:moveTo>
                  <a:pt x="32501" y="57507"/>
                </a:moveTo>
                <a:cubicBezTo>
                  <a:pt x="35262" y="57507"/>
                  <a:pt x="37494" y="59739"/>
                  <a:pt x="37494" y="62499"/>
                </a:cubicBezTo>
                <a:cubicBezTo>
                  <a:pt x="37494" y="65272"/>
                  <a:pt x="35262" y="67504"/>
                  <a:pt x="32501" y="67504"/>
                </a:cubicBezTo>
                <a:cubicBezTo>
                  <a:pt x="29728" y="67504"/>
                  <a:pt x="27496" y="65272"/>
                  <a:pt x="27496" y="62499"/>
                </a:cubicBezTo>
                <a:cubicBezTo>
                  <a:pt x="27496" y="59739"/>
                  <a:pt x="29728" y="57507"/>
                  <a:pt x="32501" y="57507"/>
                </a:cubicBezTo>
                <a:close/>
                <a:moveTo>
                  <a:pt x="50000" y="57507"/>
                </a:moveTo>
                <a:cubicBezTo>
                  <a:pt x="52760" y="57507"/>
                  <a:pt x="55005" y="59739"/>
                  <a:pt x="55005" y="62499"/>
                </a:cubicBezTo>
                <a:cubicBezTo>
                  <a:pt x="55005" y="65272"/>
                  <a:pt x="52760" y="67504"/>
                  <a:pt x="50000" y="67504"/>
                </a:cubicBezTo>
                <a:cubicBezTo>
                  <a:pt x="47240" y="67504"/>
                  <a:pt x="44996" y="65272"/>
                  <a:pt x="44996" y="62499"/>
                </a:cubicBezTo>
                <a:cubicBezTo>
                  <a:pt x="44996" y="59739"/>
                  <a:pt x="47240" y="57507"/>
                  <a:pt x="50000" y="57507"/>
                </a:cubicBezTo>
                <a:close/>
                <a:moveTo>
                  <a:pt x="67499" y="57507"/>
                </a:moveTo>
                <a:cubicBezTo>
                  <a:pt x="70272" y="57507"/>
                  <a:pt x="72504" y="59739"/>
                  <a:pt x="72504" y="62499"/>
                </a:cubicBezTo>
                <a:cubicBezTo>
                  <a:pt x="72504" y="65272"/>
                  <a:pt x="70272" y="67504"/>
                  <a:pt x="67499" y="67504"/>
                </a:cubicBezTo>
                <a:cubicBezTo>
                  <a:pt x="64738" y="67504"/>
                  <a:pt x="62506" y="65272"/>
                  <a:pt x="62506" y="62499"/>
                </a:cubicBezTo>
                <a:cubicBezTo>
                  <a:pt x="62506" y="59739"/>
                  <a:pt x="64738" y="57507"/>
                  <a:pt x="67499" y="57507"/>
                </a:cubicBezTo>
                <a:close/>
                <a:moveTo>
                  <a:pt x="4992" y="80008"/>
                </a:moveTo>
                <a:lnTo>
                  <a:pt x="4992" y="83752"/>
                </a:lnTo>
                <a:cubicBezTo>
                  <a:pt x="4992" y="92716"/>
                  <a:pt x="12278" y="100001"/>
                  <a:pt x="21243" y="100001"/>
                </a:cubicBezTo>
                <a:lnTo>
                  <a:pt x="78757" y="100001"/>
                </a:lnTo>
                <a:cubicBezTo>
                  <a:pt x="87710" y="100001"/>
                  <a:pt x="95008" y="92716"/>
                  <a:pt x="95008" y="83752"/>
                </a:cubicBezTo>
                <a:lnTo>
                  <a:pt x="95008" y="80008"/>
                </a:lnTo>
                <a:lnTo>
                  <a:pt x="4992" y="80008"/>
                </a:lnTo>
                <a:close/>
                <a:moveTo>
                  <a:pt x="50000" y="85000"/>
                </a:moveTo>
                <a:cubicBezTo>
                  <a:pt x="52760" y="85000"/>
                  <a:pt x="55005" y="87244"/>
                  <a:pt x="55005" y="90005"/>
                </a:cubicBezTo>
                <a:cubicBezTo>
                  <a:pt x="55005" y="92764"/>
                  <a:pt x="52760" y="95008"/>
                  <a:pt x="50000" y="95008"/>
                </a:cubicBezTo>
                <a:cubicBezTo>
                  <a:pt x="47240" y="95008"/>
                  <a:pt x="44996" y="92764"/>
                  <a:pt x="44996" y="90005"/>
                </a:cubicBezTo>
                <a:cubicBezTo>
                  <a:pt x="44996" y="87244"/>
                  <a:pt x="47240" y="85000"/>
                  <a:pt x="50000" y="850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2" name="Красный — SVG 7">
            <a:extLst>
              <a:ext uri="{FF2B5EF4-FFF2-40B4-BE49-F238E27FC236}">
                <a16:creationId xmlns:a16="http://schemas.microsoft.com/office/drawing/2014/main" id="{DD59CE0A-DE83-714A-B7C9-52A2D55E4B8C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124062 w 134695"/>
              <a:gd name="csY0" fmla="*/ 113413 h 134677"/>
              <a:gd name="csX1" fmla="*/ 124062 w 134695"/>
              <a:gd name="csY1" fmla="*/ 124045 h 134677"/>
              <a:gd name="csX2" fmla="*/ 10633 w 134695"/>
              <a:gd name="csY2" fmla="*/ 124045 h 134677"/>
              <a:gd name="csX3" fmla="*/ 10633 w 134695"/>
              <a:gd name="csY3" fmla="*/ 113413 h 134677"/>
              <a:gd name="csX4" fmla="*/ 0 w 134695"/>
              <a:gd name="csY4" fmla="*/ 124045 h 134677"/>
              <a:gd name="csX5" fmla="*/ 10633 w 134695"/>
              <a:gd name="csY5" fmla="*/ 134677 h 134677"/>
              <a:gd name="csX6" fmla="*/ 124062 w 134695"/>
              <a:gd name="csY6" fmla="*/ 134677 h 134677"/>
              <a:gd name="csX7" fmla="*/ 134695 w 134695"/>
              <a:gd name="csY7" fmla="*/ 124045 h 134677"/>
              <a:gd name="csX8" fmla="*/ 124062 w 134695"/>
              <a:gd name="csY8" fmla="*/ 113413 h 134677"/>
              <a:gd name="csX9" fmla="*/ 124062 w 134695"/>
              <a:gd name="csY9" fmla="*/ 5325 h 134677"/>
              <a:gd name="csX10" fmla="*/ 121255 w 134695"/>
              <a:gd name="csY10" fmla="*/ 629 h 134677"/>
              <a:gd name="csX11" fmla="*/ 115793 w 134695"/>
              <a:gd name="csY11" fmla="*/ 902 h 134677"/>
              <a:gd name="csX12" fmla="*/ 102642 w 134695"/>
              <a:gd name="csY12" fmla="*/ 9662 h 134677"/>
              <a:gd name="csX13" fmla="*/ 87806 w 134695"/>
              <a:gd name="csY13" fmla="*/ 765 h 134677"/>
              <a:gd name="csX14" fmla="*/ 82328 w 134695"/>
              <a:gd name="csY14" fmla="*/ 765 h 134677"/>
              <a:gd name="csX15" fmla="*/ 67339 w 134695"/>
              <a:gd name="csY15" fmla="*/ 9747 h 134677"/>
              <a:gd name="csX16" fmla="*/ 52350 w 134695"/>
              <a:gd name="csY16" fmla="*/ 765 h 134677"/>
              <a:gd name="csX17" fmla="*/ 46889 w 134695"/>
              <a:gd name="csY17" fmla="*/ 765 h 134677"/>
              <a:gd name="csX18" fmla="*/ 32053 w 134695"/>
              <a:gd name="csY18" fmla="*/ 9662 h 134677"/>
              <a:gd name="csX19" fmla="*/ 18902 w 134695"/>
              <a:gd name="csY19" fmla="*/ 902 h 134677"/>
              <a:gd name="csX20" fmla="*/ 13440 w 134695"/>
              <a:gd name="csY20" fmla="*/ 629 h 134677"/>
              <a:gd name="csX21" fmla="*/ 10633 w 134695"/>
              <a:gd name="csY21" fmla="*/ 5325 h 134677"/>
              <a:gd name="csX22" fmla="*/ 10633 w 134695"/>
              <a:gd name="csY22" fmla="*/ 113413 h 134677"/>
              <a:gd name="csX23" fmla="*/ 124062 w 134695"/>
              <a:gd name="csY23" fmla="*/ 113413 h 134677"/>
              <a:gd name="csX24" fmla="*/ 124062 w 134695"/>
              <a:gd name="csY24" fmla="*/ 5325 h 134677"/>
              <a:gd name="csX25" fmla="*/ 62031 w 134695"/>
              <a:gd name="csY25" fmla="*/ 99226 h 134677"/>
              <a:gd name="csX26" fmla="*/ 37209 w 134695"/>
              <a:gd name="csY26" fmla="*/ 99226 h 134677"/>
              <a:gd name="csX27" fmla="*/ 31900 w 134695"/>
              <a:gd name="csY27" fmla="*/ 93918 h 134677"/>
              <a:gd name="csX28" fmla="*/ 37209 w 134695"/>
              <a:gd name="csY28" fmla="*/ 88594 h 134677"/>
              <a:gd name="csX29" fmla="*/ 62031 w 134695"/>
              <a:gd name="csY29" fmla="*/ 88594 h 134677"/>
              <a:gd name="csX30" fmla="*/ 67339 w 134695"/>
              <a:gd name="csY30" fmla="*/ 93918 h 134677"/>
              <a:gd name="csX31" fmla="*/ 62031 w 134695"/>
              <a:gd name="csY31" fmla="*/ 99226 h 134677"/>
              <a:gd name="csX32" fmla="*/ 69109 w 134695"/>
              <a:gd name="csY32" fmla="*/ 77962 h 134677"/>
              <a:gd name="csX33" fmla="*/ 37209 w 134695"/>
              <a:gd name="csY33" fmla="*/ 77962 h 134677"/>
              <a:gd name="csX34" fmla="*/ 31900 w 134695"/>
              <a:gd name="csY34" fmla="*/ 72654 h 134677"/>
              <a:gd name="csX35" fmla="*/ 37209 w 134695"/>
              <a:gd name="csY35" fmla="*/ 67330 h 134677"/>
              <a:gd name="csX36" fmla="*/ 69109 w 134695"/>
              <a:gd name="csY36" fmla="*/ 67330 h 134677"/>
              <a:gd name="csX37" fmla="*/ 74434 w 134695"/>
              <a:gd name="csY37" fmla="*/ 72654 h 134677"/>
              <a:gd name="csX38" fmla="*/ 69109 w 134695"/>
              <a:gd name="csY38" fmla="*/ 77962 h 134677"/>
              <a:gd name="csX39" fmla="*/ 97470 w 134695"/>
              <a:gd name="csY39" fmla="*/ 99226 h 134677"/>
              <a:gd name="csX40" fmla="*/ 90375 w 134695"/>
              <a:gd name="csY40" fmla="*/ 99226 h 134677"/>
              <a:gd name="csX41" fmla="*/ 85067 w 134695"/>
              <a:gd name="csY41" fmla="*/ 93918 h 134677"/>
              <a:gd name="csX42" fmla="*/ 90375 w 134695"/>
              <a:gd name="csY42" fmla="*/ 88594 h 134677"/>
              <a:gd name="csX43" fmla="*/ 97470 w 134695"/>
              <a:gd name="csY43" fmla="*/ 88594 h 134677"/>
              <a:gd name="csX44" fmla="*/ 102795 w 134695"/>
              <a:gd name="csY44" fmla="*/ 93918 h 134677"/>
              <a:gd name="csX45" fmla="*/ 97470 w 134695"/>
              <a:gd name="csY45" fmla="*/ 99226 h 134677"/>
              <a:gd name="csX46" fmla="*/ 97470 w 134695"/>
              <a:gd name="csY46" fmla="*/ 77962 h 134677"/>
              <a:gd name="csX47" fmla="*/ 90375 w 134695"/>
              <a:gd name="csY47" fmla="*/ 77962 h 134677"/>
              <a:gd name="csX48" fmla="*/ 85067 w 134695"/>
              <a:gd name="csY48" fmla="*/ 72654 h 134677"/>
              <a:gd name="csX49" fmla="*/ 90375 w 134695"/>
              <a:gd name="csY49" fmla="*/ 67330 h 134677"/>
              <a:gd name="csX50" fmla="*/ 97470 w 134695"/>
              <a:gd name="csY50" fmla="*/ 67330 h 134677"/>
              <a:gd name="csX51" fmla="*/ 102795 w 134695"/>
              <a:gd name="csY51" fmla="*/ 72654 h 134677"/>
              <a:gd name="csX52" fmla="*/ 97470 w 134695"/>
              <a:gd name="csY52" fmla="*/ 77962 h 134677"/>
              <a:gd name="csX53" fmla="*/ 97470 w 134695"/>
              <a:gd name="csY53" fmla="*/ 49622 h 134677"/>
              <a:gd name="csX54" fmla="*/ 37209 w 134695"/>
              <a:gd name="csY54" fmla="*/ 49622 h 134677"/>
              <a:gd name="csX55" fmla="*/ 31900 w 134695"/>
              <a:gd name="csY55" fmla="*/ 44297 h 134677"/>
              <a:gd name="csX56" fmla="*/ 37209 w 134695"/>
              <a:gd name="csY56" fmla="*/ 38990 h 134677"/>
              <a:gd name="csX57" fmla="*/ 97470 w 134695"/>
              <a:gd name="csY57" fmla="*/ 38990 h 134677"/>
              <a:gd name="csX58" fmla="*/ 102795 w 134695"/>
              <a:gd name="csY58" fmla="*/ 44297 h 134677"/>
              <a:gd name="csX59" fmla="*/ 97470 w 134695"/>
              <a:gd name="csY59" fmla="*/ 49622 h 134677"/>
            </a:gdLst>
            <a:ahLst/>
            <a:cxnLst/>
            <a:rect l="l" t="t" r="r" b="b"/>
            <a:pathLst>
              <a:path w="100000" h="100000">
                <a:moveTo>
                  <a:pt x="92106" y="84207"/>
                </a:moveTo>
                <a:lnTo>
                  <a:pt x="92106" y="92100"/>
                </a:lnTo>
                <a:lnTo>
                  <a:pt x="7894" y="92100"/>
                </a:lnTo>
                <a:lnTo>
                  <a:pt x="7894" y="84207"/>
                </a:lnTo>
                <a:cubicBezTo>
                  <a:pt x="3537" y="84207"/>
                  <a:pt x="0" y="87743"/>
                  <a:pt x="0" y="92100"/>
                </a:cubicBezTo>
                <a:cubicBezTo>
                  <a:pt x="0" y="96457"/>
                  <a:pt x="3537" y="99993"/>
                  <a:pt x="7894" y="99993"/>
                </a:cubicBezTo>
                <a:cubicBezTo>
                  <a:pt x="9334" y="99993"/>
                  <a:pt x="90653" y="99993"/>
                  <a:pt x="92106" y="99993"/>
                </a:cubicBezTo>
                <a:cubicBezTo>
                  <a:pt x="96464" y="99993"/>
                  <a:pt x="100000" y="96457"/>
                  <a:pt x="100000" y="92100"/>
                </a:cubicBezTo>
                <a:cubicBezTo>
                  <a:pt x="100000" y="87743"/>
                  <a:pt x="96464" y="84207"/>
                  <a:pt x="92106" y="84207"/>
                </a:cubicBezTo>
                <a:close/>
                <a:moveTo>
                  <a:pt x="92106" y="3960"/>
                </a:moveTo>
                <a:cubicBezTo>
                  <a:pt x="92106" y="2495"/>
                  <a:pt x="91297" y="1156"/>
                  <a:pt x="90022" y="474"/>
                </a:cubicBezTo>
                <a:cubicBezTo>
                  <a:pt x="88733" y="-208"/>
                  <a:pt x="87180" y="-132"/>
                  <a:pt x="85967" y="676"/>
                </a:cubicBezTo>
                <a:lnTo>
                  <a:pt x="76203" y="7180"/>
                </a:lnTo>
                <a:lnTo>
                  <a:pt x="65189" y="575"/>
                </a:lnTo>
                <a:cubicBezTo>
                  <a:pt x="63939" y="-183"/>
                  <a:pt x="62372" y="-183"/>
                  <a:pt x="61122" y="575"/>
                </a:cubicBezTo>
                <a:lnTo>
                  <a:pt x="49994" y="7243"/>
                </a:lnTo>
                <a:lnTo>
                  <a:pt x="38866" y="575"/>
                </a:lnTo>
                <a:cubicBezTo>
                  <a:pt x="37615" y="-183"/>
                  <a:pt x="36061" y="-183"/>
                  <a:pt x="34811" y="575"/>
                </a:cubicBezTo>
                <a:lnTo>
                  <a:pt x="23797" y="7180"/>
                </a:lnTo>
                <a:lnTo>
                  <a:pt x="14033" y="676"/>
                </a:lnTo>
                <a:cubicBezTo>
                  <a:pt x="12820" y="-132"/>
                  <a:pt x="11267" y="-208"/>
                  <a:pt x="9978" y="474"/>
                </a:cubicBezTo>
                <a:cubicBezTo>
                  <a:pt x="8703" y="1156"/>
                  <a:pt x="7894" y="2495"/>
                  <a:pt x="7894" y="3960"/>
                </a:cubicBezTo>
                <a:lnTo>
                  <a:pt x="7894" y="84207"/>
                </a:lnTo>
                <a:lnTo>
                  <a:pt x="92106" y="84207"/>
                </a:lnTo>
                <a:lnTo>
                  <a:pt x="92106" y="3960"/>
                </a:lnTo>
                <a:close/>
                <a:moveTo>
                  <a:pt x="46053" y="73674"/>
                </a:moveTo>
                <a:lnTo>
                  <a:pt x="27625" y="73674"/>
                </a:lnTo>
                <a:cubicBezTo>
                  <a:pt x="25452" y="73674"/>
                  <a:pt x="23683" y="71918"/>
                  <a:pt x="23683" y="69733"/>
                </a:cubicBezTo>
                <a:cubicBezTo>
                  <a:pt x="23683" y="67548"/>
                  <a:pt x="25452" y="65780"/>
                  <a:pt x="27625" y="65780"/>
                </a:cubicBezTo>
                <a:lnTo>
                  <a:pt x="46053" y="65780"/>
                </a:lnTo>
                <a:cubicBezTo>
                  <a:pt x="48238" y="65780"/>
                  <a:pt x="49994" y="67548"/>
                  <a:pt x="49994" y="69733"/>
                </a:cubicBezTo>
                <a:cubicBezTo>
                  <a:pt x="49994" y="71918"/>
                  <a:pt x="48238" y="73674"/>
                  <a:pt x="46053" y="73674"/>
                </a:cubicBezTo>
                <a:close/>
                <a:moveTo>
                  <a:pt x="51308" y="57887"/>
                </a:moveTo>
                <a:lnTo>
                  <a:pt x="27625" y="57887"/>
                </a:lnTo>
                <a:cubicBezTo>
                  <a:pt x="25452" y="57887"/>
                  <a:pt x="23683" y="56131"/>
                  <a:pt x="23683" y="53946"/>
                </a:cubicBezTo>
                <a:cubicBezTo>
                  <a:pt x="23683" y="51762"/>
                  <a:pt x="25452" y="49994"/>
                  <a:pt x="27625" y="49994"/>
                </a:cubicBezTo>
                <a:lnTo>
                  <a:pt x="51308" y="49994"/>
                </a:lnTo>
                <a:cubicBezTo>
                  <a:pt x="53493" y="49994"/>
                  <a:pt x="55261" y="51762"/>
                  <a:pt x="55261" y="53946"/>
                </a:cubicBezTo>
                <a:cubicBezTo>
                  <a:pt x="55261" y="56131"/>
                  <a:pt x="53493" y="57887"/>
                  <a:pt x="51308" y="57887"/>
                </a:cubicBezTo>
                <a:close/>
                <a:moveTo>
                  <a:pt x="72363" y="73674"/>
                </a:moveTo>
                <a:lnTo>
                  <a:pt x="67096" y="73674"/>
                </a:lnTo>
                <a:cubicBezTo>
                  <a:pt x="64924" y="73674"/>
                  <a:pt x="63155" y="71918"/>
                  <a:pt x="63155" y="69733"/>
                </a:cubicBezTo>
                <a:cubicBezTo>
                  <a:pt x="63155" y="67548"/>
                  <a:pt x="64924" y="65780"/>
                  <a:pt x="67096" y="65780"/>
                </a:cubicBezTo>
                <a:lnTo>
                  <a:pt x="72363" y="65780"/>
                </a:lnTo>
                <a:cubicBezTo>
                  <a:pt x="74548" y="65780"/>
                  <a:pt x="76317" y="67548"/>
                  <a:pt x="76317" y="69733"/>
                </a:cubicBezTo>
                <a:cubicBezTo>
                  <a:pt x="76317" y="71918"/>
                  <a:pt x="74548" y="73674"/>
                  <a:pt x="72363" y="73674"/>
                </a:cubicBezTo>
                <a:close/>
                <a:moveTo>
                  <a:pt x="72363" y="57887"/>
                </a:moveTo>
                <a:lnTo>
                  <a:pt x="67096" y="57887"/>
                </a:lnTo>
                <a:cubicBezTo>
                  <a:pt x="64924" y="57887"/>
                  <a:pt x="63155" y="56131"/>
                  <a:pt x="63155" y="53946"/>
                </a:cubicBezTo>
                <a:cubicBezTo>
                  <a:pt x="63155" y="51762"/>
                  <a:pt x="64924" y="49994"/>
                  <a:pt x="67096" y="49994"/>
                </a:cubicBezTo>
                <a:lnTo>
                  <a:pt x="72363" y="49994"/>
                </a:lnTo>
                <a:cubicBezTo>
                  <a:pt x="74548" y="49994"/>
                  <a:pt x="76317" y="51762"/>
                  <a:pt x="76317" y="53946"/>
                </a:cubicBezTo>
                <a:cubicBezTo>
                  <a:pt x="76317" y="56131"/>
                  <a:pt x="74548" y="57887"/>
                  <a:pt x="72363" y="57887"/>
                </a:cubicBezTo>
                <a:close/>
                <a:moveTo>
                  <a:pt x="72363" y="36847"/>
                </a:moveTo>
                <a:lnTo>
                  <a:pt x="27625" y="36847"/>
                </a:lnTo>
                <a:cubicBezTo>
                  <a:pt x="25452" y="36847"/>
                  <a:pt x="23683" y="35079"/>
                  <a:pt x="23683" y="32894"/>
                </a:cubicBezTo>
                <a:cubicBezTo>
                  <a:pt x="23683" y="30721"/>
                  <a:pt x="25452" y="28954"/>
                  <a:pt x="27625" y="28954"/>
                </a:cubicBezTo>
                <a:lnTo>
                  <a:pt x="72363" y="28954"/>
                </a:lnTo>
                <a:cubicBezTo>
                  <a:pt x="74548" y="28954"/>
                  <a:pt x="76317" y="30721"/>
                  <a:pt x="76317" y="32894"/>
                </a:cubicBezTo>
                <a:cubicBezTo>
                  <a:pt x="76317" y="35079"/>
                  <a:pt x="74548" y="36847"/>
                  <a:pt x="72363" y="3684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3" name="Красный — SVG 8">
            <a:extLst>
              <a:ext uri="{FF2B5EF4-FFF2-40B4-BE49-F238E27FC236}">
                <a16:creationId xmlns:a16="http://schemas.microsoft.com/office/drawing/2014/main" id="{03064222-D080-3B42-8BB7-A80F11E2E9D9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54936 w 127600"/>
              <a:gd name="csY0" fmla="*/ 0 h 141753"/>
              <a:gd name="csX1" fmla="*/ 28361 w 127600"/>
              <a:gd name="csY1" fmla="*/ 26571 h 141753"/>
              <a:gd name="csX2" fmla="*/ 29910 w 127600"/>
              <a:gd name="csY2" fmla="*/ 35434 h 141753"/>
              <a:gd name="csX3" fmla="*/ 15942 w 127600"/>
              <a:gd name="csY3" fmla="*/ 35434 h 141753"/>
              <a:gd name="csX4" fmla="*/ 10633 w 127600"/>
              <a:gd name="csY4" fmla="*/ 30127 h 141753"/>
              <a:gd name="csX5" fmla="*/ 15942 w 127600"/>
              <a:gd name="csY5" fmla="*/ 24802 h 141753"/>
              <a:gd name="csX6" fmla="*/ 21352 w 127600"/>
              <a:gd name="csY6" fmla="*/ 24802 h 141753"/>
              <a:gd name="csX7" fmla="*/ 23648 w 127600"/>
              <a:gd name="csY7" fmla="*/ 14170 h 141753"/>
              <a:gd name="csX8" fmla="*/ 15942 w 127600"/>
              <a:gd name="csY8" fmla="*/ 14170 h 141753"/>
              <a:gd name="csX9" fmla="*/ 0 w 127600"/>
              <a:gd name="csY9" fmla="*/ 30127 h 141753"/>
              <a:gd name="csX10" fmla="*/ 0 w 127600"/>
              <a:gd name="csY10" fmla="*/ 125814 h 141753"/>
              <a:gd name="csX11" fmla="*/ 15942 w 127600"/>
              <a:gd name="csY11" fmla="*/ 141753 h 141753"/>
              <a:gd name="csX12" fmla="*/ 111642 w 127600"/>
              <a:gd name="csY12" fmla="*/ 141753 h 141753"/>
              <a:gd name="csX13" fmla="*/ 127601 w 127600"/>
              <a:gd name="csY13" fmla="*/ 125814 h 141753"/>
              <a:gd name="csX14" fmla="*/ 127601 w 127600"/>
              <a:gd name="csY14" fmla="*/ 51390 h 141753"/>
              <a:gd name="csX15" fmla="*/ 113105 w 127600"/>
              <a:gd name="csY15" fmla="*/ 35587 h 141753"/>
              <a:gd name="csX16" fmla="*/ 113428 w 127600"/>
              <a:gd name="csY16" fmla="*/ 31896 h 141753"/>
              <a:gd name="csX17" fmla="*/ 88606 w 127600"/>
              <a:gd name="csY17" fmla="*/ 7094 h 141753"/>
              <a:gd name="csX18" fmla="*/ 76067 w 127600"/>
              <a:gd name="csY18" fmla="*/ 10547 h 141753"/>
              <a:gd name="csX19" fmla="*/ 54936 w 127600"/>
              <a:gd name="csY19" fmla="*/ 0 h 141753"/>
              <a:gd name="csX20" fmla="*/ 54936 w 127600"/>
              <a:gd name="csY20" fmla="*/ 10632 h 141753"/>
              <a:gd name="csX21" fmla="*/ 68224 w 127600"/>
              <a:gd name="csY21" fmla="*/ 17811 h 141753"/>
              <a:gd name="csX22" fmla="*/ 63800 w 127600"/>
              <a:gd name="csY22" fmla="*/ 31896 h 141753"/>
              <a:gd name="csX23" fmla="*/ 64089 w 127600"/>
              <a:gd name="csY23" fmla="*/ 35434 h 141753"/>
              <a:gd name="csX24" fmla="*/ 41751 w 127600"/>
              <a:gd name="csY24" fmla="*/ 35434 h 141753"/>
              <a:gd name="csX25" fmla="*/ 38995 w 127600"/>
              <a:gd name="csY25" fmla="*/ 26571 h 141753"/>
              <a:gd name="csX26" fmla="*/ 54936 w 127600"/>
              <a:gd name="csY26" fmla="*/ 10632 h 141753"/>
              <a:gd name="csX27" fmla="*/ 88606 w 127600"/>
              <a:gd name="csY27" fmla="*/ 17726 h 141753"/>
              <a:gd name="csX28" fmla="*/ 102795 w 127600"/>
              <a:gd name="csY28" fmla="*/ 31896 h 141753"/>
              <a:gd name="csX29" fmla="*/ 102318 w 127600"/>
              <a:gd name="csY29" fmla="*/ 35434 h 141753"/>
              <a:gd name="csX30" fmla="*/ 74893 w 127600"/>
              <a:gd name="csY30" fmla="*/ 35434 h 141753"/>
              <a:gd name="csX31" fmla="*/ 74434 w 127600"/>
              <a:gd name="csY31" fmla="*/ 31896 h 141753"/>
              <a:gd name="csX32" fmla="*/ 88606 w 127600"/>
              <a:gd name="csY32" fmla="*/ 17726 h 141753"/>
              <a:gd name="csX33" fmla="*/ 97470 w 127600"/>
              <a:gd name="csY33" fmla="*/ 77962 h 141753"/>
              <a:gd name="csX34" fmla="*/ 106334 w 127600"/>
              <a:gd name="csY34" fmla="*/ 86825 h 141753"/>
              <a:gd name="csX35" fmla="*/ 97470 w 127600"/>
              <a:gd name="csY35" fmla="*/ 95687 h 141753"/>
              <a:gd name="csX36" fmla="*/ 88606 w 127600"/>
              <a:gd name="csY36" fmla="*/ 86825 h 141753"/>
              <a:gd name="csX37" fmla="*/ 97470 w 127600"/>
              <a:gd name="csY37" fmla="*/ 77962 h 141753"/>
            </a:gdLst>
            <a:ahLst/>
            <a:cxnLst/>
            <a:rect l="l" t="t" r="r" b="b"/>
            <a:pathLst>
              <a:path w="100000" h="100000">
                <a:moveTo>
                  <a:pt x="43747" y="0"/>
                </a:moveTo>
                <a:cubicBezTo>
                  <a:pt x="33437" y="0"/>
                  <a:pt x="24999" y="8437"/>
                  <a:pt x="24999" y="18745"/>
                </a:cubicBezTo>
                <a:cubicBezTo>
                  <a:pt x="24999" y="20941"/>
                  <a:pt x="25396" y="23041"/>
                  <a:pt x="26092" y="24997"/>
                </a:cubicBezTo>
                <a:lnTo>
                  <a:pt x="16238" y="24997"/>
                </a:lnTo>
                <a:cubicBezTo>
                  <a:pt x="14174" y="24997"/>
                  <a:pt x="12493" y="23317"/>
                  <a:pt x="12493" y="21253"/>
                </a:cubicBezTo>
                <a:cubicBezTo>
                  <a:pt x="12493" y="19189"/>
                  <a:pt x="14174" y="17497"/>
                  <a:pt x="16238" y="17497"/>
                </a:cubicBezTo>
                <a:lnTo>
                  <a:pt x="20055" y="17497"/>
                </a:lnTo>
                <a:cubicBezTo>
                  <a:pt x="20199" y="14869"/>
                  <a:pt x="20751" y="12336"/>
                  <a:pt x="21675" y="9996"/>
                </a:cubicBezTo>
                <a:lnTo>
                  <a:pt x="16238" y="9996"/>
                </a:lnTo>
                <a:cubicBezTo>
                  <a:pt x="10045" y="9996"/>
                  <a:pt x="4992" y="15049"/>
                  <a:pt x="4992" y="21253"/>
                </a:cubicBezTo>
                <a:lnTo>
                  <a:pt x="4992" y="88756"/>
                </a:lnTo>
                <a:cubicBezTo>
                  <a:pt x="4992" y="94972"/>
                  <a:pt x="10033" y="100000"/>
                  <a:pt x="16238" y="100000"/>
                </a:cubicBezTo>
                <a:lnTo>
                  <a:pt x="83750" y="100000"/>
                </a:lnTo>
                <a:cubicBezTo>
                  <a:pt x="89967" y="100000"/>
                  <a:pt x="95009" y="94972"/>
                  <a:pt x="95009" y="88756"/>
                </a:cubicBezTo>
                <a:lnTo>
                  <a:pt x="95009" y="36253"/>
                </a:lnTo>
                <a:cubicBezTo>
                  <a:pt x="95009" y="30397"/>
                  <a:pt x="90508" y="25633"/>
                  <a:pt x="84782" y="25105"/>
                </a:cubicBezTo>
                <a:cubicBezTo>
                  <a:pt x="84914" y="24253"/>
                  <a:pt x="85010" y="23389"/>
                  <a:pt x="85010" y="22501"/>
                </a:cubicBezTo>
                <a:cubicBezTo>
                  <a:pt x="85010" y="12877"/>
                  <a:pt x="77125" y="5004"/>
                  <a:pt x="67499" y="5004"/>
                </a:cubicBezTo>
                <a:cubicBezTo>
                  <a:pt x="64271" y="5004"/>
                  <a:pt x="61258" y="5905"/>
                  <a:pt x="58654" y="7440"/>
                </a:cubicBezTo>
                <a:cubicBezTo>
                  <a:pt x="55221" y="2928"/>
                  <a:pt x="49820" y="0"/>
                  <a:pt x="43747" y="0"/>
                </a:cubicBezTo>
                <a:close/>
                <a:moveTo>
                  <a:pt x="43747" y="7500"/>
                </a:moveTo>
                <a:cubicBezTo>
                  <a:pt x="47696" y="7500"/>
                  <a:pt x="51116" y="9529"/>
                  <a:pt x="53121" y="12565"/>
                </a:cubicBezTo>
                <a:cubicBezTo>
                  <a:pt x="51153" y="15396"/>
                  <a:pt x="50000" y="18817"/>
                  <a:pt x="50000" y="22501"/>
                </a:cubicBezTo>
                <a:cubicBezTo>
                  <a:pt x="50000" y="23353"/>
                  <a:pt x="50084" y="24181"/>
                  <a:pt x="50204" y="24997"/>
                </a:cubicBezTo>
                <a:lnTo>
                  <a:pt x="34445" y="24997"/>
                </a:lnTo>
                <a:cubicBezTo>
                  <a:pt x="33234" y="23209"/>
                  <a:pt x="32501" y="21085"/>
                  <a:pt x="32501" y="18745"/>
                </a:cubicBezTo>
                <a:cubicBezTo>
                  <a:pt x="32501" y="12493"/>
                  <a:pt x="37494" y="7500"/>
                  <a:pt x="43747" y="7500"/>
                </a:cubicBezTo>
                <a:close/>
                <a:moveTo>
                  <a:pt x="67499" y="12505"/>
                </a:moveTo>
                <a:cubicBezTo>
                  <a:pt x="73068" y="12505"/>
                  <a:pt x="77509" y="16933"/>
                  <a:pt x="77509" y="22501"/>
                </a:cubicBezTo>
                <a:cubicBezTo>
                  <a:pt x="77509" y="23365"/>
                  <a:pt x="77389" y="24205"/>
                  <a:pt x="77173" y="24997"/>
                </a:cubicBezTo>
                <a:lnTo>
                  <a:pt x="57826" y="24997"/>
                </a:lnTo>
                <a:cubicBezTo>
                  <a:pt x="57622" y="24205"/>
                  <a:pt x="57502" y="23365"/>
                  <a:pt x="57502" y="22501"/>
                </a:cubicBezTo>
                <a:cubicBezTo>
                  <a:pt x="57502" y="16933"/>
                  <a:pt x="61931" y="12505"/>
                  <a:pt x="67499" y="12505"/>
                </a:cubicBezTo>
                <a:close/>
                <a:moveTo>
                  <a:pt x="73753" y="54998"/>
                </a:moveTo>
                <a:cubicBezTo>
                  <a:pt x="77209" y="54998"/>
                  <a:pt x="80006" y="57795"/>
                  <a:pt x="80006" y="61251"/>
                </a:cubicBezTo>
                <a:cubicBezTo>
                  <a:pt x="80006" y="64707"/>
                  <a:pt x="77209" y="67503"/>
                  <a:pt x="73753" y="67503"/>
                </a:cubicBezTo>
                <a:cubicBezTo>
                  <a:pt x="70296" y="67503"/>
                  <a:pt x="67499" y="64707"/>
                  <a:pt x="67499" y="61251"/>
                </a:cubicBezTo>
                <a:cubicBezTo>
                  <a:pt x="67499" y="57795"/>
                  <a:pt x="70296" y="54998"/>
                  <a:pt x="73753" y="5499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4" name="Красный — SVG 9">
            <a:extLst>
              <a:ext uri="{FF2B5EF4-FFF2-40B4-BE49-F238E27FC236}">
                <a16:creationId xmlns:a16="http://schemas.microsoft.com/office/drawing/2014/main" id="{E04015B6-7492-9842-AD36-529F58124358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70889 w 141778"/>
              <a:gd name="csY0" fmla="*/ 0 h 141753"/>
              <a:gd name="csX1" fmla="*/ 0 w 141778"/>
              <a:gd name="csY1" fmla="*/ 70885 h 141753"/>
              <a:gd name="csX2" fmla="*/ 70889 w 141778"/>
              <a:gd name="csY2" fmla="*/ 141753 h 141753"/>
              <a:gd name="csX3" fmla="*/ 141778 w 141778"/>
              <a:gd name="csY3" fmla="*/ 70885 h 141753"/>
              <a:gd name="csX4" fmla="*/ 70889 w 141778"/>
              <a:gd name="csY4" fmla="*/ 0 h 141753"/>
              <a:gd name="csX5" fmla="*/ 77978 w 141778"/>
              <a:gd name="csY5" fmla="*/ 109773 h 141753"/>
              <a:gd name="csX6" fmla="*/ 77978 w 141778"/>
              <a:gd name="csY6" fmla="*/ 113413 h 141753"/>
              <a:gd name="csX7" fmla="*/ 70889 w 141778"/>
              <a:gd name="csY7" fmla="*/ 120490 h 141753"/>
              <a:gd name="csX8" fmla="*/ 63800 w 141778"/>
              <a:gd name="csY8" fmla="*/ 113413 h 141753"/>
              <a:gd name="csX9" fmla="*/ 63800 w 141778"/>
              <a:gd name="csY9" fmla="*/ 109858 h 141753"/>
              <a:gd name="csX10" fmla="*/ 42899 w 141778"/>
              <a:gd name="csY10" fmla="*/ 94395 h 141753"/>
              <a:gd name="csX11" fmla="*/ 47382 w 141778"/>
              <a:gd name="csY11" fmla="*/ 85413 h 141753"/>
              <a:gd name="csX12" fmla="*/ 56350 w 141778"/>
              <a:gd name="csY12" fmla="*/ 89904 h 141753"/>
              <a:gd name="csX13" fmla="*/ 63800 w 141778"/>
              <a:gd name="csY13" fmla="*/ 95687 h 141753"/>
              <a:gd name="csX14" fmla="*/ 76206 w 141778"/>
              <a:gd name="csY14" fmla="*/ 95687 h 141753"/>
              <a:gd name="csX15" fmla="*/ 85067 w 141778"/>
              <a:gd name="csY15" fmla="*/ 86825 h 141753"/>
              <a:gd name="csX16" fmla="*/ 76206 w 141778"/>
              <a:gd name="csY16" fmla="*/ 77962 h 141753"/>
              <a:gd name="csX17" fmla="*/ 67345 w 141778"/>
              <a:gd name="csY17" fmla="*/ 77962 h 141753"/>
              <a:gd name="csX18" fmla="*/ 44306 w 141778"/>
              <a:gd name="csY18" fmla="*/ 54929 h 141753"/>
              <a:gd name="csX19" fmla="*/ 63800 w 141778"/>
              <a:gd name="csY19" fmla="*/ 32202 h 141753"/>
              <a:gd name="csX20" fmla="*/ 63800 w 141778"/>
              <a:gd name="csY20" fmla="*/ 28358 h 141753"/>
              <a:gd name="csX21" fmla="*/ 70889 w 141778"/>
              <a:gd name="csY21" fmla="*/ 21264 h 141753"/>
              <a:gd name="csX22" fmla="*/ 77978 w 141778"/>
              <a:gd name="csY22" fmla="*/ 28358 h 141753"/>
              <a:gd name="csX23" fmla="*/ 77978 w 141778"/>
              <a:gd name="csY23" fmla="*/ 32219 h 141753"/>
              <a:gd name="csX24" fmla="*/ 95335 w 141778"/>
              <a:gd name="csY24" fmla="*/ 47376 h 141753"/>
              <a:gd name="csX25" fmla="*/ 90852 w 141778"/>
              <a:gd name="csY25" fmla="*/ 56341 h 141753"/>
              <a:gd name="csX26" fmla="*/ 81884 w 141778"/>
              <a:gd name="csY26" fmla="*/ 51850 h 141753"/>
              <a:gd name="csX27" fmla="*/ 74434 w 141778"/>
              <a:gd name="csY27" fmla="*/ 46066 h 141753"/>
              <a:gd name="csX28" fmla="*/ 67345 w 141778"/>
              <a:gd name="csY28" fmla="*/ 46066 h 141753"/>
              <a:gd name="csX29" fmla="*/ 58484 w 141778"/>
              <a:gd name="csY29" fmla="*/ 54929 h 141753"/>
              <a:gd name="csX30" fmla="*/ 67345 w 141778"/>
              <a:gd name="csY30" fmla="*/ 63792 h 141753"/>
              <a:gd name="csX31" fmla="*/ 76206 w 141778"/>
              <a:gd name="csY31" fmla="*/ 63792 h 141753"/>
              <a:gd name="csX32" fmla="*/ 99245 w 141778"/>
              <a:gd name="csY32" fmla="*/ 86825 h 141753"/>
              <a:gd name="csX33" fmla="*/ 77978 w 141778"/>
              <a:gd name="csY33" fmla="*/ 109773 h 141753"/>
            </a:gdLst>
            <a:ahLst/>
            <a:cxnLst/>
            <a:rect l="l" t="t" r="r" b="b"/>
            <a:pathLst>
              <a:path w="100000" h="100000">
                <a:moveTo>
                  <a:pt x="50000" y="9"/>
                </a:moveTo>
                <a:cubicBezTo>
                  <a:pt x="22430" y="9"/>
                  <a:pt x="0" y="22434"/>
                  <a:pt x="0" y="50006"/>
                </a:cubicBezTo>
                <a:cubicBezTo>
                  <a:pt x="0" y="77567"/>
                  <a:pt x="22430" y="99991"/>
                  <a:pt x="50000" y="99991"/>
                </a:cubicBezTo>
                <a:cubicBezTo>
                  <a:pt x="77571" y="99991"/>
                  <a:pt x="100000" y="77567"/>
                  <a:pt x="100000" y="50006"/>
                </a:cubicBezTo>
                <a:cubicBezTo>
                  <a:pt x="100000" y="22434"/>
                  <a:pt x="77571" y="9"/>
                  <a:pt x="50000" y="9"/>
                </a:cubicBezTo>
                <a:close/>
                <a:moveTo>
                  <a:pt x="55000" y="77435"/>
                </a:moveTo>
                <a:lnTo>
                  <a:pt x="55000" y="80002"/>
                </a:lnTo>
                <a:cubicBezTo>
                  <a:pt x="55000" y="82762"/>
                  <a:pt x="52760" y="84994"/>
                  <a:pt x="50000" y="84994"/>
                </a:cubicBezTo>
                <a:cubicBezTo>
                  <a:pt x="47240" y="84994"/>
                  <a:pt x="45000" y="82762"/>
                  <a:pt x="45000" y="80002"/>
                </a:cubicBezTo>
                <a:lnTo>
                  <a:pt x="45000" y="77495"/>
                </a:lnTo>
                <a:cubicBezTo>
                  <a:pt x="37370" y="77495"/>
                  <a:pt x="32010" y="71843"/>
                  <a:pt x="30258" y="66588"/>
                </a:cubicBezTo>
                <a:cubicBezTo>
                  <a:pt x="29385" y="63960"/>
                  <a:pt x="30800" y="61128"/>
                  <a:pt x="33420" y="60253"/>
                </a:cubicBezTo>
                <a:cubicBezTo>
                  <a:pt x="36030" y="59377"/>
                  <a:pt x="38873" y="60805"/>
                  <a:pt x="39745" y="63421"/>
                </a:cubicBezTo>
                <a:cubicBezTo>
                  <a:pt x="40290" y="65052"/>
                  <a:pt x="42140" y="67500"/>
                  <a:pt x="45000" y="67500"/>
                </a:cubicBezTo>
                <a:lnTo>
                  <a:pt x="53750" y="67500"/>
                </a:lnTo>
                <a:cubicBezTo>
                  <a:pt x="57195" y="67500"/>
                  <a:pt x="60000" y="64692"/>
                  <a:pt x="60000" y="61249"/>
                </a:cubicBezTo>
                <a:cubicBezTo>
                  <a:pt x="60000" y="57806"/>
                  <a:pt x="57195" y="54998"/>
                  <a:pt x="53750" y="54998"/>
                </a:cubicBezTo>
                <a:lnTo>
                  <a:pt x="47500" y="54998"/>
                </a:lnTo>
                <a:cubicBezTo>
                  <a:pt x="38540" y="54998"/>
                  <a:pt x="31250" y="47714"/>
                  <a:pt x="31250" y="38752"/>
                </a:cubicBezTo>
                <a:cubicBezTo>
                  <a:pt x="31250" y="30652"/>
                  <a:pt x="37225" y="23934"/>
                  <a:pt x="45000" y="22722"/>
                </a:cubicBezTo>
                <a:lnTo>
                  <a:pt x="45000" y="20011"/>
                </a:lnTo>
                <a:cubicBezTo>
                  <a:pt x="45000" y="17251"/>
                  <a:pt x="47240" y="15007"/>
                  <a:pt x="50000" y="15007"/>
                </a:cubicBezTo>
                <a:cubicBezTo>
                  <a:pt x="52760" y="15007"/>
                  <a:pt x="55000" y="17251"/>
                  <a:pt x="55000" y="20011"/>
                </a:cubicBezTo>
                <a:lnTo>
                  <a:pt x="55000" y="22734"/>
                </a:lnTo>
                <a:cubicBezTo>
                  <a:pt x="61290" y="23802"/>
                  <a:pt x="65690" y="28757"/>
                  <a:pt x="67242" y="33424"/>
                </a:cubicBezTo>
                <a:cubicBezTo>
                  <a:pt x="68115" y="36040"/>
                  <a:pt x="66700" y="38872"/>
                  <a:pt x="64080" y="39748"/>
                </a:cubicBezTo>
                <a:cubicBezTo>
                  <a:pt x="61470" y="40624"/>
                  <a:pt x="58630" y="39207"/>
                  <a:pt x="57755" y="36580"/>
                </a:cubicBezTo>
                <a:cubicBezTo>
                  <a:pt x="57210" y="34948"/>
                  <a:pt x="55360" y="32500"/>
                  <a:pt x="52500" y="32500"/>
                </a:cubicBezTo>
                <a:lnTo>
                  <a:pt x="47500" y="32500"/>
                </a:lnTo>
                <a:cubicBezTo>
                  <a:pt x="44055" y="32500"/>
                  <a:pt x="41250" y="35308"/>
                  <a:pt x="41250" y="38752"/>
                </a:cubicBezTo>
                <a:cubicBezTo>
                  <a:pt x="41250" y="42195"/>
                  <a:pt x="44055" y="45003"/>
                  <a:pt x="47500" y="45003"/>
                </a:cubicBezTo>
                <a:lnTo>
                  <a:pt x="53750" y="45003"/>
                </a:lnTo>
                <a:cubicBezTo>
                  <a:pt x="62710" y="45003"/>
                  <a:pt x="70000" y="52286"/>
                  <a:pt x="70000" y="61249"/>
                </a:cubicBezTo>
                <a:cubicBezTo>
                  <a:pt x="70000" y="69792"/>
                  <a:pt x="63378" y="76799"/>
                  <a:pt x="55000" y="7743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5" name="Красный — SVG 10">
            <a:extLst>
              <a:ext uri="{FF2B5EF4-FFF2-40B4-BE49-F238E27FC236}">
                <a16:creationId xmlns:a16="http://schemas.microsoft.com/office/drawing/2014/main" id="{90553687-82AF-E744-9524-DE012E4E25A4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125831 w 148867"/>
              <a:gd name="csY0" fmla="*/ 0 h 106319"/>
              <a:gd name="csX1" fmla="*/ 23036 w 148867"/>
              <a:gd name="csY1" fmla="*/ 0 h 106319"/>
              <a:gd name="csX2" fmla="*/ 0 w 148867"/>
              <a:gd name="csY2" fmla="*/ 23033 h 106319"/>
              <a:gd name="csX3" fmla="*/ 0 w 148867"/>
              <a:gd name="csY3" fmla="*/ 83286 h 106319"/>
              <a:gd name="csX4" fmla="*/ 23036 w 148867"/>
              <a:gd name="csY4" fmla="*/ 106319 h 106319"/>
              <a:gd name="csX5" fmla="*/ 125831 w 148867"/>
              <a:gd name="csY5" fmla="*/ 106319 h 106319"/>
              <a:gd name="csX6" fmla="*/ 148867 w 148867"/>
              <a:gd name="csY6" fmla="*/ 83286 h 106319"/>
              <a:gd name="csX7" fmla="*/ 148867 w 148867"/>
              <a:gd name="csY7" fmla="*/ 23033 h 106319"/>
              <a:gd name="csX8" fmla="*/ 125831 w 148867"/>
              <a:gd name="csY8" fmla="*/ 0 h 106319"/>
              <a:gd name="csX9" fmla="*/ 37208 w 148867"/>
              <a:gd name="csY9" fmla="*/ 77962 h 106319"/>
              <a:gd name="csX10" fmla="*/ 26575 w 148867"/>
              <a:gd name="csY10" fmla="*/ 77962 h 106319"/>
              <a:gd name="csX11" fmla="*/ 21267 w 148867"/>
              <a:gd name="csY11" fmla="*/ 72654 h 106319"/>
              <a:gd name="csX12" fmla="*/ 26575 w 148867"/>
              <a:gd name="csY12" fmla="*/ 67330 h 106319"/>
              <a:gd name="csX13" fmla="*/ 37208 w 148867"/>
              <a:gd name="csY13" fmla="*/ 67330 h 106319"/>
              <a:gd name="csX14" fmla="*/ 42534 w 148867"/>
              <a:gd name="csY14" fmla="*/ 72654 h 106319"/>
              <a:gd name="csX15" fmla="*/ 37208 w 148867"/>
              <a:gd name="csY15" fmla="*/ 77962 h 106319"/>
              <a:gd name="csX16" fmla="*/ 42534 w 148867"/>
              <a:gd name="csY16" fmla="*/ 53160 h 106319"/>
              <a:gd name="csX17" fmla="*/ 28361 w 148867"/>
              <a:gd name="csY17" fmla="*/ 53160 h 106319"/>
              <a:gd name="csX18" fmla="*/ 21267 w 148867"/>
              <a:gd name="csY18" fmla="*/ 46066 h 106319"/>
              <a:gd name="csX19" fmla="*/ 21267 w 148867"/>
              <a:gd name="csY19" fmla="*/ 38990 h 106319"/>
              <a:gd name="csX20" fmla="*/ 28361 w 148867"/>
              <a:gd name="csY20" fmla="*/ 31896 h 106319"/>
              <a:gd name="csX21" fmla="*/ 42534 w 148867"/>
              <a:gd name="csY21" fmla="*/ 31896 h 106319"/>
              <a:gd name="csX22" fmla="*/ 49628 w 148867"/>
              <a:gd name="csY22" fmla="*/ 38990 h 106319"/>
              <a:gd name="csX23" fmla="*/ 49628 w 148867"/>
              <a:gd name="csY23" fmla="*/ 46066 h 106319"/>
              <a:gd name="csX24" fmla="*/ 42534 w 148867"/>
              <a:gd name="csY24" fmla="*/ 53160 h 106319"/>
              <a:gd name="csX25" fmla="*/ 65570 w 148867"/>
              <a:gd name="csY25" fmla="*/ 77962 h 106319"/>
              <a:gd name="csX26" fmla="*/ 54936 w 148867"/>
              <a:gd name="csY26" fmla="*/ 77962 h 106319"/>
              <a:gd name="csX27" fmla="*/ 49628 w 148867"/>
              <a:gd name="csY27" fmla="*/ 72654 h 106319"/>
              <a:gd name="csX28" fmla="*/ 54936 w 148867"/>
              <a:gd name="csY28" fmla="*/ 67330 h 106319"/>
              <a:gd name="csX29" fmla="*/ 65570 w 148867"/>
              <a:gd name="csY29" fmla="*/ 67330 h 106319"/>
              <a:gd name="csX30" fmla="*/ 70895 w 148867"/>
              <a:gd name="csY30" fmla="*/ 72654 h 106319"/>
              <a:gd name="csX31" fmla="*/ 65570 w 148867"/>
              <a:gd name="csY31" fmla="*/ 77962 h 106319"/>
              <a:gd name="csX32" fmla="*/ 93931 w 148867"/>
              <a:gd name="csY32" fmla="*/ 77962 h 106319"/>
              <a:gd name="csX33" fmla="*/ 83298 w 148867"/>
              <a:gd name="csY33" fmla="*/ 77962 h 106319"/>
              <a:gd name="csX34" fmla="*/ 77972 w 148867"/>
              <a:gd name="csY34" fmla="*/ 72654 h 106319"/>
              <a:gd name="csX35" fmla="*/ 83298 w 148867"/>
              <a:gd name="csY35" fmla="*/ 67330 h 106319"/>
              <a:gd name="csX36" fmla="*/ 93931 w 148867"/>
              <a:gd name="csY36" fmla="*/ 67330 h 106319"/>
              <a:gd name="csX37" fmla="*/ 99239 w 148867"/>
              <a:gd name="csY37" fmla="*/ 72654 h 106319"/>
              <a:gd name="csX38" fmla="*/ 93931 w 148867"/>
              <a:gd name="csY38" fmla="*/ 77962 h 106319"/>
              <a:gd name="csX39" fmla="*/ 122275 w 148867"/>
              <a:gd name="csY39" fmla="*/ 77962 h 106319"/>
              <a:gd name="csX40" fmla="*/ 111642 w 148867"/>
              <a:gd name="csY40" fmla="*/ 77962 h 106319"/>
              <a:gd name="csX41" fmla="*/ 106334 w 148867"/>
              <a:gd name="csY41" fmla="*/ 72654 h 106319"/>
              <a:gd name="csX42" fmla="*/ 111642 w 148867"/>
              <a:gd name="csY42" fmla="*/ 67330 h 106319"/>
              <a:gd name="csX43" fmla="*/ 122275 w 148867"/>
              <a:gd name="csY43" fmla="*/ 67330 h 106319"/>
              <a:gd name="csX44" fmla="*/ 127601 w 148867"/>
              <a:gd name="csY44" fmla="*/ 72654 h 106319"/>
              <a:gd name="csX45" fmla="*/ 122275 w 148867"/>
              <a:gd name="csY45" fmla="*/ 77962 h 106319"/>
            </a:gdLst>
            <a:ahLst/>
            <a:cxnLst/>
            <a:rect l="l" t="t" r="r" b="b"/>
            <a:pathLst>
              <a:path w="100000" h="100000">
                <a:moveTo>
                  <a:pt x="84526" y="14291"/>
                </a:moveTo>
                <a:lnTo>
                  <a:pt x="15474" y="14291"/>
                </a:lnTo>
                <a:cubicBezTo>
                  <a:pt x="6937" y="14291"/>
                  <a:pt x="0" y="21227"/>
                  <a:pt x="0" y="29763"/>
                </a:cubicBezTo>
                <a:lnTo>
                  <a:pt x="0" y="70237"/>
                </a:lnTo>
                <a:cubicBezTo>
                  <a:pt x="0" y="78762"/>
                  <a:pt x="6937" y="85709"/>
                  <a:pt x="15474" y="85709"/>
                </a:cubicBezTo>
                <a:lnTo>
                  <a:pt x="84526" y="85709"/>
                </a:lnTo>
                <a:cubicBezTo>
                  <a:pt x="93052" y="85709"/>
                  <a:pt x="100000" y="78762"/>
                  <a:pt x="100000" y="70237"/>
                </a:cubicBezTo>
                <a:lnTo>
                  <a:pt x="100000" y="29763"/>
                </a:lnTo>
                <a:cubicBezTo>
                  <a:pt x="100000" y="21227"/>
                  <a:pt x="93052" y="14291"/>
                  <a:pt x="84526" y="14291"/>
                </a:cubicBezTo>
                <a:close/>
                <a:moveTo>
                  <a:pt x="24994" y="66661"/>
                </a:moveTo>
                <a:lnTo>
                  <a:pt x="17852" y="66661"/>
                </a:lnTo>
                <a:cubicBezTo>
                  <a:pt x="15886" y="66661"/>
                  <a:pt x="14286" y="65072"/>
                  <a:pt x="14286" y="63095"/>
                </a:cubicBezTo>
                <a:cubicBezTo>
                  <a:pt x="14286" y="61118"/>
                  <a:pt x="15886" y="59519"/>
                  <a:pt x="17852" y="59519"/>
                </a:cubicBezTo>
                <a:lnTo>
                  <a:pt x="24994" y="59519"/>
                </a:lnTo>
                <a:cubicBezTo>
                  <a:pt x="26972" y="59519"/>
                  <a:pt x="28572" y="61118"/>
                  <a:pt x="28572" y="63095"/>
                </a:cubicBezTo>
                <a:cubicBezTo>
                  <a:pt x="28572" y="65072"/>
                  <a:pt x="26972" y="66661"/>
                  <a:pt x="24994" y="66661"/>
                </a:cubicBezTo>
                <a:close/>
                <a:moveTo>
                  <a:pt x="28572" y="50000"/>
                </a:moveTo>
                <a:lnTo>
                  <a:pt x="19051" y="50000"/>
                </a:lnTo>
                <a:cubicBezTo>
                  <a:pt x="16411" y="50000"/>
                  <a:pt x="14286" y="47875"/>
                  <a:pt x="14286" y="45235"/>
                </a:cubicBezTo>
                <a:lnTo>
                  <a:pt x="14286" y="40482"/>
                </a:lnTo>
                <a:cubicBezTo>
                  <a:pt x="14286" y="37842"/>
                  <a:pt x="16411" y="35716"/>
                  <a:pt x="19051" y="35716"/>
                </a:cubicBezTo>
                <a:lnTo>
                  <a:pt x="28572" y="35716"/>
                </a:lnTo>
                <a:cubicBezTo>
                  <a:pt x="31200" y="35716"/>
                  <a:pt x="33337" y="37842"/>
                  <a:pt x="33337" y="40482"/>
                </a:cubicBezTo>
                <a:lnTo>
                  <a:pt x="33337" y="45235"/>
                </a:lnTo>
                <a:cubicBezTo>
                  <a:pt x="33337" y="47875"/>
                  <a:pt x="31200" y="50000"/>
                  <a:pt x="28572" y="50000"/>
                </a:cubicBezTo>
                <a:close/>
                <a:moveTo>
                  <a:pt x="44046" y="66661"/>
                </a:moveTo>
                <a:lnTo>
                  <a:pt x="36903" y="66661"/>
                </a:lnTo>
                <a:cubicBezTo>
                  <a:pt x="34937" y="66661"/>
                  <a:pt x="33337" y="65072"/>
                  <a:pt x="33337" y="63095"/>
                </a:cubicBezTo>
                <a:cubicBezTo>
                  <a:pt x="33337" y="61118"/>
                  <a:pt x="34937" y="59519"/>
                  <a:pt x="36903" y="59519"/>
                </a:cubicBezTo>
                <a:lnTo>
                  <a:pt x="44046" y="59519"/>
                </a:lnTo>
                <a:cubicBezTo>
                  <a:pt x="46023" y="59519"/>
                  <a:pt x="47623" y="61118"/>
                  <a:pt x="47623" y="63095"/>
                </a:cubicBezTo>
                <a:cubicBezTo>
                  <a:pt x="47623" y="65072"/>
                  <a:pt x="46023" y="66661"/>
                  <a:pt x="44046" y="66661"/>
                </a:cubicBezTo>
                <a:close/>
                <a:moveTo>
                  <a:pt x="63097" y="66661"/>
                </a:moveTo>
                <a:lnTo>
                  <a:pt x="55955" y="66661"/>
                </a:lnTo>
                <a:cubicBezTo>
                  <a:pt x="53977" y="66661"/>
                  <a:pt x="52377" y="65072"/>
                  <a:pt x="52377" y="63095"/>
                </a:cubicBezTo>
                <a:cubicBezTo>
                  <a:pt x="52377" y="61118"/>
                  <a:pt x="53977" y="59519"/>
                  <a:pt x="55955" y="59519"/>
                </a:cubicBezTo>
                <a:lnTo>
                  <a:pt x="63097" y="59519"/>
                </a:lnTo>
                <a:cubicBezTo>
                  <a:pt x="65063" y="59519"/>
                  <a:pt x="66663" y="61118"/>
                  <a:pt x="66663" y="63095"/>
                </a:cubicBezTo>
                <a:cubicBezTo>
                  <a:pt x="66663" y="65072"/>
                  <a:pt x="65063" y="66661"/>
                  <a:pt x="63097" y="66661"/>
                </a:cubicBezTo>
                <a:close/>
                <a:moveTo>
                  <a:pt x="82137" y="66661"/>
                </a:moveTo>
                <a:lnTo>
                  <a:pt x="74994" y="66661"/>
                </a:lnTo>
                <a:cubicBezTo>
                  <a:pt x="73029" y="66661"/>
                  <a:pt x="71429" y="65072"/>
                  <a:pt x="71429" y="63095"/>
                </a:cubicBezTo>
                <a:cubicBezTo>
                  <a:pt x="71429" y="61118"/>
                  <a:pt x="73029" y="59519"/>
                  <a:pt x="74994" y="59519"/>
                </a:cubicBezTo>
                <a:lnTo>
                  <a:pt x="82137" y="59519"/>
                </a:lnTo>
                <a:cubicBezTo>
                  <a:pt x="84115" y="59519"/>
                  <a:pt x="85715" y="61118"/>
                  <a:pt x="85715" y="63095"/>
                </a:cubicBezTo>
                <a:cubicBezTo>
                  <a:pt x="85715" y="65072"/>
                  <a:pt x="84115" y="66661"/>
                  <a:pt x="82137" y="6666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6" name="Красный — SVG 11">
            <a:extLst>
              <a:ext uri="{FF2B5EF4-FFF2-40B4-BE49-F238E27FC236}">
                <a16:creationId xmlns:a16="http://schemas.microsoft.com/office/drawing/2014/main" id="{113F6FFF-8827-334D-89A0-A34CCF5563E7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42534 w 141772"/>
              <a:gd name="csY0" fmla="*/ 0 h 141753"/>
              <a:gd name="csX1" fmla="*/ 0 w 141772"/>
              <a:gd name="csY1" fmla="*/ 42528 h 141753"/>
              <a:gd name="csX2" fmla="*/ 42534 w 141772"/>
              <a:gd name="csY2" fmla="*/ 85056 h 141753"/>
              <a:gd name="csX3" fmla="*/ 48131 w 141772"/>
              <a:gd name="csY3" fmla="*/ 84664 h 141753"/>
              <a:gd name="csX4" fmla="*/ 84676 w 141772"/>
              <a:gd name="csY4" fmla="*/ 48124 h 141753"/>
              <a:gd name="csX5" fmla="*/ 85067 w 141772"/>
              <a:gd name="csY5" fmla="*/ 42528 h 141753"/>
              <a:gd name="csX6" fmla="*/ 42534 w 141772"/>
              <a:gd name="csY6" fmla="*/ 0 h 141753"/>
              <a:gd name="csX7" fmla="*/ 109294 w 141772"/>
              <a:gd name="csY7" fmla="*/ 0 h 141753"/>
              <a:gd name="csX8" fmla="*/ 106368 w 141772"/>
              <a:gd name="csY8" fmla="*/ 1208 h 141753"/>
              <a:gd name="csX9" fmla="*/ 98099 w 141772"/>
              <a:gd name="csY9" fmla="*/ 9475 h 141753"/>
              <a:gd name="csX10" fmla="*/ 98099 w 141772"/>
              <a:gd name="csY10" fmla="*/ 15327 h 141753"/>
              <a:gd name="csX11" fmla="*/ 106368 w 141772"/>
              <a:gd name="csY11" fmla="*/ 23594 h 141753"/>
              <a:gd name="csX12" fmla="*/ 110876 w 141772"/>
              <a:gd name="csY12" fmla="*/ 24496 h 141753"/>
              <a:gd name="csX13" fmla="*/ 113428 w 141772"/>
              <a:gd name="csY13" fmla="*/ 20669 h 141753"/>
              <a:gd name="csX14" fmla="*/ 113428 w 141772"/>
              <a:gd name="csY14" fmla="*/ 17726 h 141753"/>
              <a:gd name="csX15" fmla="*/ 115198 w 141772"/>
              <a:gd name="csY15" fmla="*/ 17726 h 141753"/>
              <a:gd name="csX16" fmla="*/ 124062 w 141772"/>
              <a:gd name="csY16" fmla="*/ 26571 h 141753"/>
              <a:gd name="csX17" fmla="*/ 124062 w 141772"/>
              <a:gd name="csY17" fmla="*/ 33665 h 141753"/>
              <a:gd name="csX18" fmla="*/ 124436 w 141772"/>
              <a:gd name="csY18" fmla="*/ 35723 h 141753"/>
              <a:gd name="csX19" fmla="*/ 125593 w 141772"/>
              <a:gd name="csY19" fmla="*/ 37476 h 141753"/>
              <a:gd name="csX20" fmla="*/ 127328 w 141772"/>
              <a:gd name="csY20" fmla="*/ 38649 h 141753"/>
              <a:gd name="csX21" fmla="*/ 129370 w 141772"/>
              <a:gd name="csY21" fmla="*/ 39057 h 141753"/>
              <a:gd name="csX22" fmla="*/ 131429 w 141772"/>
              <a:gd name="csY22" fmla="*/ 38649 h 141753"/>
              <a:gd name="csX23" fmla="*/ 133164 w 141772"/>
              <a:gd name="csY23" fmla="*/ 37476 h 141753"/>
              <a:gd name="csX24" fmla="*/ 134304 w 141772"/>
              <a:gd name="csY24" fmla="*/ 35723 h 141753"/>
              <a:gd name="csX25" fmla="*/ 134695 w 141772"/>
              <a:gd name="csY25" fmla="*/ 33665 h 141753"/>
              <a:gd name="csX26" fmla="*/ 134695 w 141772"/>
              <a:gd name="csY26" fmla="*/ 26571 h 141753"/>
              <a:gd name="csX27" fmla="*/ 115198 w 141772"/>
              <a:gd name="csY27" fmla="*/ 7094 h 141753"/>
              <a:gd name="csX28" fmla="*/ 113428 w 141772"/>
              <a:gd name="csY28" fmla="*/ 7094 h 141753"/>
              <a:gd name="csX29" fmla="*/ 113428 w 141772"/>
              <a:gd name="csY29" fmla="*/ 4134 h 141753"/>
              <a:gd name="csX30" fmla="*/ 110876 w 141772"/>
              <a:gd name="csY30" fmla="*/ 323 h 141753"/>
              <a:gd name="csX31" fmla="*/ 109294 w 141772"/>
              <a:gd name="csY31" fmla="*/ 0 h 141753"/>
              <a:gd name="csX32" fmla="*/ 42534 w 141772"/>
              <a:gd name="csY32" fmla="*/ 20379 h 141753"/>
              <a:gd name="csX33" fmla="*/ 59938 w 141772"/>
              <a:gd name="csY33" fmla="*/ 32457 h 141753"/>
              <a:gd name="csX34" fmla="*/ 57488 w 141772"/>
              <a:gd name="csY34" fmla="*/ 38241 h 141753"/>
              <a:gd name="csX35" fmla="*/ 51721 w 141772"/>
              <a:gd name="csY35" fmla="*/ 35791 h 141753"/>
              <a:gd name="csX36" fmla="*/ 42534 w 141772"/>
              <a:gd name="csY36" fmla="*/ 29242 h 141753"/>
              <a:gd name="csX37" fmla="*/ 33380 w 141772"/>
              <a:gd name="csY37" fmla="*/ 38105 h 141753"/>
              <a:gd name="csX38" fmla="*/ 38110 w 141772"/>
              <a:gd name="csY38" fmla="*/ 38105 h 141753"/>
              <a:gd name="csX39" fmla="*/ 42534 w 141772"/>
              <a:gd name="csY39" fmla="*/ 42528 h 141753"/>
              <a:gd name="csX40" fmla="*/ 38110 w 141772"/>
              <a:gd name="csY40" fmla="*/ 46951 h 141753"/>
              <a:gd name="csX41" fmla="*/ 33380 w 141772"/>
              <a:gd name="csY41" fmla="*/ 46951 h 141753"/>
              <a:gd name="csX42" fmla="*/ 42534 w 141772"/>
              <a:gd name="csY42" fmla="*/ 55814 h 141753"/>
              <a:gd name="csX43" fmla="*/ 51721 w 141772"/>
              <a:gd name="csY43" fmla="*/ 49264 h 141753"/>
              <a:gd name="csX44" fmla="*/ 57488 w 141772"/>
              <a:gd name="csY44" fmla="*/ 46815 h 141753"/>
              <a:gd name="csX45" fmla="*/ 59938 w 141772"/>
              <a:gd name="csY45" fmla="*/ 52598 h 141753"/>
              <a:gd name="csX46" fmla="*/ 42534 w 141772"/>
              <a:gd name="csY46" fmla="*/ 64676 h 141753"/>
              <a:gd name="csX47" fmla="*/ 24312 w 141772"/>
              <a:gd name="csY47" fmla="*/ 46951 h 141753"/>
              <a:gd name="csX48" fmla="*/ 22151 w 141772"/>
              <a:gd name="csY48" fmla="*/ 46951 h 141753"/>
              <a:gd name="csX49" fmla="*/ 17728 w 141772"/>
              <a:gd name="csY49" fmla="*/ 42528 h 141753"/>
              <a:gd name="csX50" fmla="*/ 22151 w 141772"/>
              <a:gd name="csY50" fmla="*/ 38105 h 141753"/>
              <a:gd name="csX51" fmla="*/ 24312 w 141772"/>
              <a:gd name="csY51" fmla="*/ 38105 h 141753"/>
              <a:gd name="csX52" fmla="*/ 42534 w 141772"/>
              <a:gd name="csY52" fmla="*/ 20379 h 141753"/>
              <a:gd name="csX53" fmla="*/ 99239 w 141772"/>
              <a:gd name="csY53" fmla="*/ 56698 h 141753"/>
              <a:gd name="csX54" fmla="*/ 56706 w 141772"/>
              <a:gd name="csY54" fmla="*/ 99226 h 141753"/>
              <a:gd name="csX55" fmla="*/ 99239 w 141772"/>
              <a:gd name="csY55" fmla="*/ 141753 h 141753"/>
              <a:gd name="csX56" fmla="*/ 141773 w 141772"/>
              <a:gd name="csY56" fmla="*/ 99226 h 141753"/>
              <a:gd name="csX57" fmla="*/ 99239 w 141772"/>
              <a:gd name="csY57" fmla="*/ 56698 h 141753"/>
              <a:gd name="csX58" fmla="*/ 99239 w 141772"/>
              <a:gd name="csY58" fmla="*/ 71055 h 141753"/>
              <a:gd name="csX59" fmla="*/ 103680 w 141772"/>
              <a:gd name="csY59" fmla="*/ 75495 h 141753"/>
              <a:gd name="csX60" fmla="*/ 103680 w 141772"/>
              <a:gd name="csY60" fmla="*/ 78098 h 141753"/>
              <a:gd name="csX61" fmla="*/ 112748 w 141772"/>
              <a:gd name="csY61" fmla="*/ 83610 h 141753"/>
              <a:gd name="csX62" fmla="*/ 111336 w 141772"/>
              <a:gd name="csY62" fmla="*/ 89700 h 141753"/>
              <a:gd name="csX63" fmla="*/ 105228 w 141772"/>
              <a:gd name="csY63" fmla="*/ 88288 h 141753"/>
              <a:gd name="csX64" fmla="*/ 101910 w 141772"/>
              <a:gd name="csY64" fmla="*/ 86825 h 141753"/>
              <a:gd name="csX65" fmla="*/ 97266 w 141772"/>
              <a:gd name="csY65" fmla="*/ 86825 h 141753"/>
              <a:gd name="csX66" fmla="*/ 93046 w 141772"/>
              <a:gd name="csY66" fmla="*/ 90788 h 141753"/>
              <a:gd name="csX67" fmla="*/ 97266 w 141772"/>
              <a:gd name="csY67" fmla="*/ 94803 h 141753"/>
              <a:gd name="csX68" fmla="*/ 102115 w 141772"/>
              <a:gd name="csY68" fmla="*/ 94803 h 141753"/>
              <a:gd name="csX69" fmla="*/ 115198 w 141772"/>
              <a:gd name="csY69" fmla="*/ 107663 h 141753"/>
              <a:gd name="csX70" fmla="*/ 103680 w 141772"/>
              <a:gd name="csY70" fmla="*/ 120354 h 141753"/>
              <a:gd name="csX71" fmla="*/ 103680 w 141772"/>
              <a:gd name="csY71" fmla="*/ 122973 h 141753"/>
              <a:gd name="csX72" fmla="*/ 99239 w 141772"/>
              <a:gd name="csY72" fmla="*/ 127396 h 141753"/>
              <a:gd name="csX73" fmla="*/ 94816 w 141772"/>
              <a:gd name="csY73" fmla="*/ 122973 h 141753"/>
              <a:gd name="csX74" fmla="*/ 94816 w 141772"/>
              <a:gd name="csY74" fmla="*/ 120422 h 141753"/>
              <a:gd name="csX75" fmla="*/ 84046 w 141772"/>
              <a:gd name="csY75" fmla="*/ 114961 h 141753"/>
              <a:gd name="csX76" fmla="*/ 85288 w 141772"/>
              <a:gd name="csY76" fmla="*/ 108837 h 141753"/>
              <a:gd name="csX77" fmla="*/ 91379 w 141772"/>
              <a:gd name="csY77" fmla="*/ 109994 h 141753"/>
              <a:gd name="csX78" fmla="*/ 95836 w 141772"/>
              <a:gd name="csY78" fmla="*/ 111627 h 141753"/>
              <a:gd name="csX79" fmla="*/ 102115 w 141772"/>
              <a:gd name="csY79" fmla="*/ 111627 h 141753"/>
              <a:gd name="csX80" fmla="*/ 106334 w 141772"/>
              <a:gd name="csY80" fmla="*/ 107663 h 141753"/>
              <a:gd name="csX81" fmla="*/ 102115 w 141772"/>
              <a:gd name="csY81" fmla="*/ 103666 h 141753"/>
              <a:gd name="csX82" fmla="*/ 97266 w 141772"/>
              <a:gd name="csY82" fmla="*/ 103666 h 141753"/>
              <a:gd name="csX83" fmla="*/ 84182 w 141772"/>
              <a:gd name="csY83" fmla="*/ 90788 h 141753"/>
              <a:gd name="csX84" fmla="*/ 94816 w 141772"/>
              <a:gd name="csY84" fmla="*/ 78217 h 141753"/>
              <a:gd name="csX85" fmla="*/ 94816 w 141772"/>
              <a:gd name="csY85" fmla="*/ 75495 h 141753"/>
              <a:gd name="csX86" fmla="*/ 99239 w 141772"/>
              <a:gd name="csY86" fmla="*/ 71055 h 141753"/>
              <a:gd name="csX87" fmla="*/ 12318 w 141772"/>
              <a:gd name="csY87" fmla="*/ 102696 h 141753"/>
              <a:gd name="csX88" fmla="*/ 8592 w 141772"/>
              <a:gd name="csY88" fmla="*/ 104312 h 141753"/>
              <a:gd name="csX89" fmla="*/ 7095 w 141772"/>
              <a:gd name="csY89" fmla="*/ 108089 h 141753"/>
              <a:gd name="csX90" fmla="*/ 7095 w 141772"/>
              <a:gd name="csY90" fmla="*/ 115182 h 141753"/>
              <a:gd name="csX91" fmla="*/ 26575 w 141772"/>
              <a:gd name="csY91" fmla="*/ 134677 h 141753"/>
              <a:gd name="csX92" fmla="*/ 28361 w 141772"/>
              <a:gd name="csY92" fmla="*/ 134677 h 141753"/>
              <a:gd name="csX93" fmla="*/ 28361 w 141772"/>
              <a:gd name="csY93" fmla="*/ 137620 h 141753"/>
              <a:gd name="csX94" fmla="*/ 30913 w 141772"/>
              <a:gd name="csY94" fmla="*/ 141447 h 141753"/>
              <a:gd name="csX95" fmla="*/ 32496 w 141772"/>
              <a:gd name="csY95" fmla="*/ 141753 h 141753"/>
              <a:gd name="csX96" fmla="*/ 35405 w 141772"/>
              <a:gd name="csY96" fmla="*/ 140546 h 141753"/>
              <a:gd name="csX97" fmla="*/ 43691 w 141772"/>
              <a:gd name="csY97" fmla="*/ 132278 h 141753"/>
              <a:gd name="csX98" fmla="*/ 43691 w 141772"/>
              <a:gd name="csY98" fmla="*/ 126426 h 141753"/>
              <a:gd name="csX99" fmla="*/ 35405 w 141772"/>
              <a:gd name="csY99" fmla="*/ 118159 h 141753"/>
              <a:gd name="csX100" fmla="*/ 30913 w 141772"/>
              <a:gd name="csY100" fmla="*/ 117274 h 141753"/>
              <a:gd name="csX101" fmla="*/ 28361 w 141772"/>
              <a:gd name="csY101" fmla="*/ 121085 h 141753"/>
              <a:gd name="csX102" fmla="*/ 28361 w 141772"/>
              <a:gd name="csY102" fmla="*/ 124045 h 141753"/>
              <a:gd name="csX103" fmla="*/ 26575 w 141772"/>
              <a:gd name="csY103" fmla="*/ 124045 h 141753"/>
              <a:gd name="csX104" fmla="*/ 17728 w 141772"/>
              <a:gd name="csY104" fmla="*/ 115182 h 141753"/>
              <a:gd name="csX105" fmla="*/ 17728 w 141772"/>
              <a:gd name="csY105" fmla="*/ 108089 h 141753"/>
              <a:gd name="csX106" fmla="*/ 17337 w 141772"/>
              <a:gd name="csY106" fmla="*/ 106013 h 141753"/>
              <a:gd name="csX107" fmla="*/ 16163 w 141772"/>
              <a:gd name="csY107" fmla="*/ 104261 h 141753"/>
              <a:gd name="csX108" fmla="*/ 14393 w 141772"/>
              <a:gd name="csY108" fmla="*/ 103087 h 141753"/>
              <a:gd name="csX109" fmla="*/ 12318 w 141772"/>
              <a:gd name="csY109" fmla="*/ 102696 h 141753"/>
            </a:gdLst>
            <a:ahLst/>
            <a:cxnLst/>
            <a:rect l="l" t="t" r="r" b="b"/>
            <a:pathLst>
              <a:path w="100000" h="100000">
                <a:moveTo>
                  <a:pt x="30002" y="7"/>
                </a:moveTo>
                <a:cubicBezTo>
                  <a:pt x="13429" y="7"/>
                  <a:pt x="0" y="13433"/>
                  <a:pt x="0" y="30004"/>
                </a:cubicBezTo>
                <a:cubicBezTo>
                  <a:pt x="0" y="46574"/>
                  <a:pt x="13429" y="60002"/>
                  <a:pt x="30002" y="60002"/>
                </a:cubicBezTo>
                <a:cubicBezTo>
                  <a:pt x="31345" y="60002"/>
                  <a:pt x="32653" y="59929"/>
                  <a:pt x="33950" y="59725"/>
                </a:cubicBezTo>
                <a:cubicBezTo>
                  <a:pt x="37478" y="47307"/>
                  <a:pt x="47306" y="37480"/>
                  <a:pt x="59727" y="33951"/>
                </a:cubicBezTo>
                <a:cubicBezTo>
                  <a:pt x="59931" y="32656"/>
                  <a:pt x="60003" y="31348"/>
                  <a:pt x="60003" y="30004"/>
                </a:cubicBezTo>
                <a:cubicBezTo>
                  <a:pt x="60003" y="13433"/>
                  <a:pt x="46574" y="7"/>
                  <a:pt x="30002" y="7"/>
                </a:cubicBezTo>
                <a:close/>
                <a:moveTo>
                  <a:pt x="77091" y="7"/>
                </a:moveTo>
                <a:cubicBezTo>
                  <a:pt x="76323" y="7"/>
                  <a:pt x="75579" y="306"/>
                  <a:pt x="75028" y="859"/>
                </a:cubicBezTo>
                <a:lnTo>
                  <a:pt x="69195" y="6690"/>
                </a:lnTo>
                <a:cubicBezTo>
                  <a:pt x="68055" y="7830"/>
                  <a:pt x="68055" y="9678"/>
                  <a:pt x="69195" y="10818"/>
                </a:cubicBezTo>
                <a:lnTo>
                  <a:pt x="75028" y="16649"/>
                </a:lnTo>
                <a:cubicBezTo>
                  <a:pt x="75856" y="17489"/>
                  <a:pt x="77103" y="17729"/>
                  <a:pt x="78207" y="17285"/>
                </a:cubicBezTo>
                <a:cubicBezTo>
                  <a:pt x="79288" y="16829"/>
                  <a:pt x="80007" y="15762"/>
                  <a:pt x="80007" y="14586"/>
                </a:cubicBezTo>
                <a:lnTo>
                  <a:pt x="80007" y="12510"/>
                </a:lnTo>
                <a:lnTo>
                  <a:pt x="81256" y="12510"/>
                </a:lnTo>
                <a:cubicBezTo>
                  <a:pt x="84748" y="12510"/>
                  <a:pt x="87508" y="15257"/>
                  <a:pt x="87508" y="18749"/>
                </a:cubicBezTo>
                <a:lnTo>
                  <a:pt x="87508" y="23753"/>
                </a:lnTo>
                <a:cubicBezTo>
                  <a:pt x="87496" y="24256"/>
                  <a:pt x="87592" y="24749"/>
                  <a:pt x="87772" y="25204"/>
                </a:cubicBezTo>
                <a:cubicBezTo>
                  <a:pt x="87964" y="25673"/>
                  <a:pt x="88240" y="26092"/>
                  <a:pt x="88588" y="26441"/>
                </a:cubicBezTo>
                <a:cubicBezTo>
                  <a:pt x="88936" y="26800"/>
                  <a:pt x="89344" y="27076"/>
                  <a:pt x="89812" y="27268"/>
                </a:cubicBezTo>
                <a:cubicBezTo>
                  <a:pt x="90268" y="27460"/>
                  <a:pt x="90760" y="27556"/>
                  <a:pt x="91252" y="27556"/>
                </a:cubicBezTo>
                <a:cubicBezTo>
                  <a:pt x="91756" y="27556"/>
                  <a:pt x="92248" y="27460"/>
                  <a:pt x="92704" y="27268"/>
                </a:cubicBezTo>
                <a:cubicBezTo>
                  <a:pt x="93160" y="27076"/>
                  <a:pt x="93581" y="26800"/>
                  <a:pt x="93928" y="26441"/>
                </a:cubicBezTo>
                <a:cubicBezTo>
                  <a:pt x="94276" y="26092"/>
                  <a:pt x="94553" y="25673"/>
                  <a:pt x="94732" y="25204"/>
                </a:cubicBezTo>
                <a:cubicBezTo>
                  <a:pt x="94924" y="24749"/>
                  <a:pt x="95008" y="24256"/>
                  <a:pt x="95008" y="23753"/>
                </a:cubicBezTo>
                <a:lnTo>
                  <a:pt x="95008" y="18749"/>
                </a:lnTo>
                <a:cubicBezTo>
                  <a:pt x="95008" y="11201"/>
                  <a:pt x="88804" y="5011"/>
                  <a:pt x="81256" y="5011"/>
                </a:cubicBezTo>
                <a:lnTo>
                  <a:pt x="80007" y="5011"/>
                </a:lnTo>
                <a:lnTo>
                  <a:pt x="80007" y="2923"/>
                </a:lnTo>
                <a:cubicBezTo>
                  <a:pt x="80007" y="1747"/>
                  <a:pt x="79288" y="679"/>
                  <a:pt x="78207" y="235"/>
                </a:cubicBezTo>
                <a:cubicBezTo>
                  <a:pt x="77848" y="79"/>
                  <a:pt x="77464" y="7"/>
                  <a:pt x="77091" y="7"/>
                </a:cubicBezTo>
                <a:close/>
                <a:moveTo>
                  <a:pt x="30002" y="14381"/>
                </a:moveTo>
                <a:cubicBezTo>
                  <a:pt x="35498" y="14381"/>
                  <a:pt x="40106" y="17561"/>
                  <a:pt x="42278" y="22901"/>
                </a:cubicBezTo>
                <a:cubicBezTo>
                  <a:pt x="42926" y="24509"/>
                  <a:pt x="42158" y="26332"/>
                  <a:pt x="40550" y="26980"/>
                </a:cubicBezTo>
                <a:cubicBezTo>
                  <a:pt x="38953" y="27629"/>
                  <a:pt x="37153" y="26848"/>
                  <a:pt x="36482" y="25252"/>
                </a:cubicBezTo>
                <a:cubicBezTo>
                  <a:pt x="34850" y="21233"/>
                  <a:pt x="31729" y="20633"/>
                  <a:pt x="30002" y="20633"/>
                </a:cubicBezTo>
                <a:cubicBezTo>
                  <a:pt x="27073" y="20633"/>
                  <a:pt x="24529" y="23285"/>
                  <a:pt x="23545" y="26884"/>
                </a:cubicBezTo>
                <a:lnTo>
                  <a:pt x="26881" y="26884"/>
                </a:lnTo>
                <a:cubicBezTo>
                  <a:pt x="28597" y="26884"/>
                  <a:pt x="30002" y="28276"/>
                  <a:pt x="30002" y="30004"/>
                </a:cubicBezTo>
                <a:cubicBezTo>
                  <a:pt x="30002" y="31732"/>
                  <a:pt x="28597" y="33124"/>
                  <a:pt x="26881" y="33124"/>
                </a:cubicBezTo>
                <a:lnTo>
                  <a:pt x="23545" y="33124"/>
                </a:lnTo>
                <a:cubicBezTo>
                  <a:pt x="24529" y="36723"/>
                  <a:pt x="27073" y="39376"/>
                  <a:pt x="30002" y="39376"/>
                </a:cubicBezTo>
                <a:cubicBezTo>
                  <a:pt x="31729" y="39376"/>
                  <a:pt x="34850" y="38775"/>
                  <a:pt x="36482" y="34755"/>
                </a:cubicBezTo>
                <a:cubicBezTo>
                  <a:pt x="37153" y="33160"/>
                  <a:pt x="38978" y="32380"/>
                  <a:pt x="40550" y="33028"/>
                </a:cubicBezTo>
                <a:cubicBezTo>
                  <a:pt x="42158" y="33676"/>
                  <a:pt x="42926" y="35500"/>
                  <a:pt x="42278" y="37107"/>
                </a:cubicBezTo>
                <a:cubicBezTo>
                  <a:pt x="40106" y="42447"/>
                  <a:pt x="35498" y="45626"/>
                  <a:pt x="30002" y="45626"/>
                </a:cubicBezTo>
                <a:cubicBezTo>
                  <a:pt x="23653" y="45626"/>
                  <a:pt x="18349" y="40251"/>
                  <a:pt x="17149" y="33124"/>
                </a:cubicBezTo>
                <a:lnTo>
                  <a:pt x="15624" y="33124"/>
                </a:lnTo>
                <a:cubicBezTo>
                  <a:pt x="13896" y="33124"/>
                  <a:pt x="12505" y="31732"/>
                  <a:pt x="12505" y="30004"/>
                </a:cubicBezTo>
                <a:cubicBezTo>
                  <a:pt x="12505" y="28276"/>
                  <a:pt x="13896" y="26884"/>
                  <a:pt x="15624" y="26884"/>
                </a:cubicBezTo>
                <a:lnTo>
                  <a:pt x="17149" y="26884"/>
                </a:lnTo>
                <a:cubicBezTo>
                  <a:pt x="18349" y="19757"/>
                  <a:pt x="23653" y="14381"/>
                  <a:pt x="30002" y="14381"/>
                </a:cubicBezTo>
                <a:close/>
                <a:moveTo>
                  <a:pt x="69999" y="39999"/>
                </a:moveTo>
                <a:cubicBezTo>
                  <a:pt x="53427" y="39999"/>
                  <a:pt x="39998" y="53426"/>
                  <a:pt x="39998" y="69997"/>
                </a:cubicBezTo>
                <a:cubicBezTo>
                  <a:pt x="39998" y="86579"/>
                  <a:pt x="53427" y="99993"/>
                  <a:pt x="69999" y="99993"/>
                </a:cubicBezTo>
                <a:cubicBezTo>
                  <a:pt x="86584" y="99993"/>
                  <a:pt x="100001" y="86579"/>
                  <a:pt x="100001" y="69997"/>
                </a:cubicBezTo>
                <a:cubicBezTo>
                  <a:pt x="100001" y="53426"/>
                  <a:pt x="86584" y="39999"/>
                  <a:pt x="69999" y="39999"/>
                </a:cubicBezTo>
                <a:close/>
                <a:moveTo>
                  <a:pt x="69999" y="50126"/>
                </a:moveTo>
                <a:cubicBezTo>
                  <a:pt x="71727" y="50126"/>
                  <a:pt x="73132" y="51530"/>
                  <a:pt x="73132" y="53258"/>
                </a:cubicBezTo>
                <a:lnTo>
                  <a:pt x="73132" y="55094"/>
                </a:lnTo>
                <a:cubicBezTo>
                  <a:pt x="77283" y="55621"/>
                  <a:pt x="79300" y="58597"/>
                  <a:pt x="79528" y="58982"/>
                </a:cubicBezTo>
                <a:cubicBezTo>
                  <a:pt x="80452" y="60421"/>
                  <a:pt x="80007" y="62353"/>
                  <a:pt x="78532" y="63277"/>
                </a:cubicBezTo>
                <a:cubicBezTo>
                  <a:pt x="77079" y="64201"/>
                  <a:pt x="75147" y="63757"/>
                  <a:pt x="74223" y="62281"/>
                </a:cubicBezTo>
                <a:cubicBezTo>
                  <a:pt x="74199" y="62257"/>
                  <a:pt x="73455" y="61249"/>
                  <a:pt x="71883" y="61249"/>
                </a:cubicBezTo>
                <a:lnTo>
                  <a:pt x="68607" y="61249"/>
                </a:lnTo>
                <a:cubicBezTo>
                  <a:pt x="66951" y="61249"/>
                  <a:pt x="65631" y="62497"/>
                  <a:pt x="65631" y="64045"/>
                </a:cubicBezTo>
                <a:cubicBezTo>
                  <a:pt x="65631" y="65629"/>
                  <a:pt x="66951" y="66877"/>
                  <a:pt x="68607" y="66877"/>
                </a:cubicBezTo>
                <a:lnTo>
                  <a:pt x="72028" y="66877"/>
                </a:lnTo>
                <a:cubicBezTo>
                  <a:pt x="77127" y="66877"/>
                  <a:pt x="81256" y="70957"/>
                  <a:pt x="81256" y="75948"/>
                </a:cubicBezTo>
                <a:cubicBezTo>
                  <a:pt x="81256" y="80580"/>
                  <a:pt x="77704" y="84347"/>
                  <a:pt x="73132" y="84899"/>
                </a:cubicBezTo>
                <a:lnTo>
                  <a:pt x="73132" y="86747"/>
                </a:lnTo>
                <a:cubicBezTo>
                  <a:pt x="73132" y="88475"/>
                  <a:pt x="71727" y="89866"/>
                  <a:pt x="69999" y="89866"/>
                </a:cubicBezTo>
                <a:cubicBezTo>
                  <a:pt x="68283" y="89866"/>
                  <a:pt x="66879" y="88475"/>
                  <a:pt x="66879" y="86747"/>
                </a:cubicBezTo>
                <a:lnTo>
                  <a:pt x="66879" y="84947"/>
                </a:lnTo>
                <a:cubicBezTo>
                  <a:pt x="63423" y="84731"/>
                  <a:pt x="60483" y="82919"/>
                  <a:pt x="59283" y="81095"/>
                </a:cubicBezTo>
                <a:cubicBezTo>
                  <a:pt x="58335" y="79668"/>
                  <a:pt x="58707" y="77724"/>
                  <a:pt x="60159" y="76776"/>
                </a:cubicBezTo>
                <a:cubicBezTo>
                  <a:pt x="61551" y="75828"/>
                  <a:pt x="63471" y="76200"/>
                  <a:pt x="64455" y="77592"/>
                </a:cubicBezTo>
                <a:cubicBezTo>
                  <a:pt x="64731" y="77928"/>
                  <a:pt x="65955" y="78744"/>
                  <a:pt x="67599" y="78744"/>
                </a:cubicBezTo>
                <a:lnTo>
                  <a:pt x="72028" y="78744"/>
                </a:lnTo>
                <a:cubicBezTo>
                  <a:pt x="73683" y="78744"/>
                  <a:pt x="75004" y="77508"/>
                  <a:pt x="75004" y="75948"/>
                </a:cubicBezTo>
                <a:cubicBezTo>
                  <a:pt x="75004" y="74376"/>
                  <a:pt x="73683" y="73128"/>
                  <a:pt x="72028" y="73128"/>
                </a:cubicBezTo>
                <a:lnTo>
                  <a:pt x="68607" y="73128"/>
                </a:lnTo>
                <a:cubicBezTo>
                  <a:pt x="63507" y="73128"/>
                  <a:pt x="59378" y="69049"/>
                  <a:pt x="59378" y="64045"/>
                </a:cubicBezTo>
                <a:cubicBezTo>
                  <a:pt x="59378" y="59653"/>
                  <a:pt x="62607" y="55982"/>
                  <a:pt x="66879" y="55178"/>
                </a:cubicBezTo>
                <a:lnTo>
                  <a:pt x="66879" y="53258"/>
                </a:lnTo>
                <a:cubicBezTo>
                  <a:pt x="66879" y="51530"/>
                  <a:pt x="68283" y="50126"/>
                  <a:pt x="69999" y="50126"/>
                </a:cubicBezTo>
                <a:close/>
                <a:moveTo>
                  <a:pt x="8689" y="72444"/>
                </a:moveTo>
                <a:cubicBezTo>
                  <a:pt x="7693" y="72456"/>
                  <a:pt x="6757" y="72876"/>
                  <a:pt x="6060" y="73584"/>
                </a:cubicBezTo>
                <a:cubicBezTo>
                  <a:pt x="5364" y="74292"/>
                  <a:pt x="4981" y="75252"/>
                  <a:pt x="5005" y="76248"/>
                </a:cubicBezTo>
                <a:lnTo>
                  <a:pt x="5005" y="81251"/>
                </a:lnTo>
                <a:cubicBezTo>
                  <a:pt x="5005" y="88799"/>
                  <a:pt x="11196" y="95002"/>
                  <a:pt x="18745" y="95002"/>
                </a:cubicBezTo>
                <a:lnTo>
                  <a:pt x="20005" y="95002"/>
                </a:lnTo>
                <a:lnTo>
                  <a:pt x="20005" y="97078"/>
                </a:lnTo>
                <a:cubicBezTo>
                  <a:pt x="20005" y="98266"/>
                  <a:pt x="20713" y="99322"/>
                  <a:pt x="21805" y="99777"/>
                </a:cubicBezTo>
                <a:cubicBezTo>
                  <a:pt x="22165" y="99922"/>
                  <a:pt x="22549" y="99993"/>
                  <a:pt x="22921" y="99993"/>
                </a:cubicBezTo>
                <a:cubicBezTo>
                  <a:pt x="23677" y="99993"/>
                  <a:pt x="24421" y="99706"/>
                  <a:pt x="24973" y="99142"/>
                </a:cubicBezTo>
                <a:lnTo>
                  <a:pt x="30818" y="93310"/>
                </a:lnTo>
                <a:cubicBezTo>
                  <a:pt x="31958" y="92170"/>
                  <a:pt x="31958" y="90323"/>
                  <a:pt x="30818" y="89182"/>
                </a:cubicBezTo>
                <a:lnTo>
                  <a:pt x="24973" y="83351"/>
                </a:lnTo>
                <a:cubicBezTo>
                  <a:pt x="24145" y="82523"/>
                  <a:pt x="22897" y="82271"/>
                  <a:pt x="21805" y="82727"/>
                </a:cubicBezTo>
                <a:cubicBezTo>
                  <a:pt x="20713" y="83171"/>
                  <a:pt x="20005" y="84239"/>
                  <a:pt x="20005" y="85415"/>
                </a:cubicBezTo>
                <a:lnTo>
                  <a:pt x="20005" y="87503"/>
                </a:lnTo>
                <a:lnTo>
                  <a:pt x="18745" y="87503"/>
                </a:lnTo>
                <a:cubicBezTo>
                  <a:pt x="15253" y="87503"/>
                  <a:pt x="12505" y="84743"/>
                  <a:pt x="12505" y="81251"/>
                </a:cubicBezTo>
                <a:lnTo>
                  <a:pt x="12505" y="76248"/>
                </a:lnTo>
                <a:cubicBezTo>
                  <a:pt x="12505" y="75744"/>
                  <a:pt x="12409" y="75252"/>
                  <a:pt x="12229" y="74784"/>
                </a:cubicBezTo>
                <a:cubicBezTo>
                  <a:pt x="12036" y="74316"/>
                  <a:pt x="11760" y="73896"/>
                  <a:pt x="11401" y="73548"/>
                </a:cubicBezTo>
                <a:cubicBezTo>
                  <a:pt x="11040" y="73188"/>
                  <a:pt x="10621" y="72912"/>
                  <a:pt x="10152" y="72720"/>
                </a:cubicBezTo>
                <a:cubicBezTo>
                  <a:pt x="9697" y="72528"/>
                  <a:pt x="9192" y="72444"/>
                  <a:pt x="8689" y="7244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7" name="Красный — SVG 12">
            <a:extLst>
              <a:ext uri="{FF2B5EF4-FFF2-40B4-BE49-F238E27FC236}">
                <a16:creationId xmlns:a16="http://schemas.microsoft.com/office/drawing/2014/main" id="{60005D0F-C217-5949-B35E-A3D85B4EAF17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72731 w 141777"/>
              <a:gd name="csY5" fmla="*/ 31896 h 141753"/>
              <a:gd name="csX6" fmla="*/ 97660 w 141777"/>
              <a:gd name="csY6" fmla="*/ 42613 h 141753"/>
              <a:gd name="csX7" fmla="*/ 97708 w 141777"/>
              <a:gd name="csY7" fmla="*/ 50132 h 141753"/>
              <a:gd name="csX8" fmla="*/ 90190 w 141777"/>
              <a:gd name="csY8" fmla="*/ 50183 h 141753"/>
              <a:gd name="csX9" fmla="*/ 72737 w 141777"/>
              <a:gd name="csY9" fmla="*/ 42528 h 141753"/>
              <a:gd name="csX10" fmla="*/ 52752 w 141777"/>
              <a:gd name="csY10" fmla="*/ 56698 h 141753"/>
              <a:gd name="csX11" fmla="*/ 69117 w 141777"/>
              <a:gd name="csY11" fmla="*/ 56698 h 141753"/>
              <a:gd name="csX12" fmla="*/ 74434 w 141777"/>
              <a:gd name="csY12" fmla="*/ 62022 h 141753"/>
              <a:gd name="csX13" fmla="*/ 69117 w 141777"/>
              <a:gd name="csY13" fmla="*/ 67330 h 141753"/>
              <a:gd name="csX14" fmla="*/ 49824 w 141777"/>
              <a:gd name="csY14" fmla="*/ 67330 h 141753"/>
              <a:gd name="csX15" fmla="*/ 49623 w 141777"/>
              <a:gd name="csY15" fmla="*/ 70885 h 141753"/>
              <a:gd name="csX16" fmla="*/ 49824 w 141777"/>
              <a:gd name="csY16" fmla="*/ 74424 h 141753"/>
              <a:gd name="csX17" fmla="*/ 69117 w 141777"/>
              <a:gd name="csY17" fmla="*/ 74424 h 141753"/>
              <a:gd name="csX18" fmla="*/ 74434 w 141777"/>
              <a:gd name="csY18" fmla="*/ 79731 h 141753"/>
              <a:gd name="csX19" fmla="*/ 69117 w 141777"/>
              <a:gd name="csY19" fmla="*/ 85056 h 141753"/>
              <a:gd name="csX20" fmla="*/ 52752 w 141777"/>
              <a:gd name="csY20" fmla="*/ 85056 h 141753"/>
              <a:gd name="csX21" fmla="*/ 72731 w 141777"/>
              <a:gd name="csY21" fmla="*/ 99226 h 141753"/>
              <a:gd name="csX22" fmla="*/ 90190 w 141777"/>
              <a:gd name="csY22" fmla="*/ 91588 h 141753"/>
              <a:gd name="csX23" fmla="*/ 97708 w 141777"/>
              <a:gd name="csY23" fmla="*/ 91639 h 141753"/>
              <a:gd name="csX24" fmla="*/ 97660 w 141777"/>
              <a:gd name="csY24" fmla="*/ 99141 h 141753"/>
              <a:gd name="csX25" fmla="*/ 72737 w 141777"/>
              <a:gd name="csY25" fmla="*/ 109858 h 141753"/>
              <a:gd name="csX26" fmla="*/ 41336 w 141777"/>
              <a:gd name="csY26" fmla="*/ 85056 h 141753"/>
              <a:gd name="csX27" fmla="*/ 33673 w 141777"/>
              <a:gd name="csY27" fmla="*/ 85056 h 141753"/>
              <a:gd name="csX28" fmla="*/ 28356 w 141777"/>
              <a:gd name="csY28" fmla="*/ 79731 h 141753"/>
              <a:gd name="csX29" fmla="*/ 33673 w 141777"/>
              <a:gd name="csY29" fmla="*/ 74424 h 141753"/>
              <a:gd name="csX30" fmla="*/ 39148 w 141777"/>
              <a:gd name="csY30" fmla="*/ 74424 h 141753"/>
              <a:gd name="csX31" fmla="*/ 38990 w 141777"/>
              <a:gd name="csY31" fmla="*/ 70885 h 141753"/>
              <a:gd name="csX32" fmla="*/ 39148 w 141777"/>
              <a:gd name="csY32" fmla="*/ 67330 h 141753"/>
              <a:gd name="csX33" fmla="*/ 33673 w 141777"/>
              <a:gd name="csY33" fmla="*/ 67330 h 141753"/>
              <a:gd name="csX34" fmla="*/ 28356 w 141777"/>
              <a:gd name="csY34" fmla="*/ 62022 h 141753"/>
              <a:gd name="csX35" fmla="*/ 33673 w 141777"/>
              <a:gd name="csY35" fmla="*/ 56698 h 141753"/>
              <a:gd name="csX36" fmla="*/ 41329 w 141777"/>
              <a:gd name="csY36" fmla="*/ 56698 h 141753"/>
              <a:gd name="csX37" fmla="*/ 72731 w 141777"/>
              <a:gd name="csY37" fmla="*/ 3189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51300" y="22506"/>
                </a:moveTo>
                <a:cubicBezTo>
                  <a:pt x="61224" y="22506"/>
                  <a:pt x="65473" y="26693"/>
                  <a:pt x="68883" y="30065"/>
                </a:cubicBezTo>
                <a:cubicBezTo>
                  <a:pt x="70358" y="31516"/>
                  <a:pt x="70372" y="33892"/>
                  <a:pt x="68917" y="35368"/>
                </a:cubicBezTo>
                <a:cubicBezTo>
                  <a:pt x="67464" y="36844"/>
                  <a:pt x="65084" y="36856"/>
                  <a:pt x="63614" y="35404"/>
                </a:cubicBezTo>
                <a:cubicBezTo>
                  <a:pt x="60561" y="32392"/>
                  <a:pt x="58151" y="30005"/>
                  <a:pt x="51304" y="30005"/>
                </a:cubicBezTo>
                <a:cubicBezTo>
                  <a:pt x="45287" y="30005"/>
                  <a:pt x="40030" y="34036"/>
                  <a:pt x="37208" y="39999"/>
                </a:cubicBezTo>
                <a:lnTo>
                  <a:pt x="48751" y="39999"/>
                </a:lnTo>
                <a:cubicBezTo>
                  <a:pt x="50821" y="39999"/>
                  <a:pt x="52501" y="41680"/>
                  <a:pt x="52501" y="43755"/>
                </a:cubicBezTo>
                <a:cubicBezTo>
                  <a:pt x="52501" y="45830"/>
                  <a:pt x="50821" y="47499"/>
                  <a:pt x="48751" y="47499"/>
                </a:cubicBezTo>
                <a:lnTo>
                  <a:pt x="35143" y="47499"/>
                </a:lnTo>
                <a:cubicBezTo>
                  <a:pt x="35057" y="48327"/>
                  <a:pt x="35001" y="49154"/>
                  <a:pt x="35001" y="50006"/>
                </a:cubicBezTo>
                <a:cubicBezTo>
                  <a:pt x="35001" y="50846"/>
                  <a:pt x="35057" y="51686"/>
                  <a:pt x="35143" y="52502"/>
                </a:cubicBezTo>
                <a:lnTo>
                  <a:pt x="48751" y="52502"/>
                </a:lnTo>
                <a:cubicBezTo>
                  <a:pt x="50821" y="52502"/>
                  <a:pt x="52501" y="54182"/>
                  <a:pt x="52501" y="56245"/>
                </a:cubicBezTo>
                <a:cubicBezTo>
                  <a:pt x="52501" y="58321"/>
                  <a:pt x="50821" y="60001"/>
                  <a:pt x="48751" y="60001"/>
                </a:cubicBezTo>
                <a:lnTo>
                  <a:pt x="37208" y="60001"/>
                </a:lnTo>
                <a:cubicBezTo>
                  <a:pt x="40033" y="65964"/>
                  <a:pt x="45281" y="69996"/>
                  <a:pt x="51300" y="69996"/>
                </a:cubicBezTo>
                <a:cubicBezTo>
                  <a:pt x="58146" y="69996"/>
                  <a:pt x="60558" y="67620"/>
                  <a:pt x="63614" y="64609"/>
                </a:cubicBezTo>
                <a:cubicBezTo>
                  <a:pt x="65084" y="63144"/>
                  <a:pt x="67464" y="63168"/>
                  <a:pt x="68917" y="64644"/>
                </a:cubicBezTo>
                <a:cubicBezTo>
                  <a:pt x="70372" y="66108"/>
                  <a:pt x="70358" y="68484"/>
                  <a:pt x="68883" y="69936"/>
                </a:cubicBezTo>
                <a:cubicBezTo>
                  <a:pt x="65473" y="73307"/>
                  <a:pt x="61227" y="77495"/>
                  <a:pt x="51304" y="77495"/>
                </a:cubicBezTo>
                <a:cubicBezTo>
                  <a:pt x="41234" y="77495"/>
                  <a:pt x="32626" y="70224"/>
                  <a:pt x="29156" y="60001"/>
                </a:cubicBezTo>
                <a:lnTo>
                  <a:pt x="23751" y="60001"/>
                </a:lnTo>
                <a:cubicBezTo>
                  <a:pt x="21681" y="60001"/>
                  <a:pt x="20000" y="58321"/>
                  <a:pt x="20000" y="56245"/>
                </a:cubicBezTo>
                <a:cubicBezTo>
                  <a:pt x="20000" y="54182"/>
                  <a:pt x="21681" y="52502"/>
                  <a:pt x="23751" y="52502"/>
                </a:cubicBezTo>
                <a:lnTo>
                  <a:pt x="27612" y="52502"/>
                </a:lnTo>
                <a:cubicBezTo>
                  <a:pt x="27547" y="51674"/>
                  <a:pt x="27501" y="50846"/>
                  <a:pt x="27501" y="50006"/>
                </a:cubicBezTo>
                <a:cubicBezTo>
                  <a:pt x="27501" y="49154"/>
                  <a:pt x="27547" y="48327"/>
                  <a:pt x="27612" y="47499"/>
                </a:cubicBezTo>
                <a:lnTo>
                  <a:pt x="23751" y="47499"/>
                </a:lnTo>
                <a:cubicBezTo>
                  <a:pt x="21681" y="47499"/>
                  <a:pt x="20000" y="45830"/>
                  <a:pt x="20000" y="43755"/>
                </a:cubicBezTo>
                <a:cubicBezTo>
                  <a:pt x="20000" y="41680"/>
                  <a:pt x="21681" y="39999"/>
                  <a:pt x="23751" y="39999"/>
                </a:cubicBezTo>
                <a:lnTo>
                  <a:pt x="29151" y="39999"/>
                </a:lnTo>
                <a:cubicBezTo>
                  <a:pt x="32624" y="29777"/>
                  <a:pt x="41231" y="22506"/>
                  <a:pt x="51300" y="2250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8" name="Красный — SVG 13">
            <a:extLst>
              <a:ext uri="{FF2B5EF4-FFF2-40B4-BE49-F238E27FC236}">
                <a16:creationId xmlns:a16="http://schemas.microsoft.com/office/drawing/2014/main" id="{7774E13C-617E-5341-9A33-32784BEBE7B7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49305 w 162933"/>
              <a:gd name="csY0" fmla="*/ 109860 h 120494"/>
              <a:gd name="csX1" fmla="*/ 45052 w 162933"/>
              <a:gd name="csY1" fmla="*/ 92152 h 120494"/>
              <a:gd name="csX2" fmla="*/ 41683 w 162933"/>
              <a:gd name="csY2" fmla="*/ 86980 h 120494"/>
              <a:gd name="csX3" fmla="*/ 35830 w 162933"/>
              <a:gd name="csY3" fmla="*/ 85058 h 120494"/>
              <a:gd name="csX4" fmla="*/ 13679 w 162933"/>
              <a:gd name="csY4" fmla="*/ 85058 h 120494"/>
              <a:gd name="csX5" fmla="*/ 7809 w 162933"/>
              <a:gd name="csY5" fmla="*/ 86980 h 120494"/>
              <a:gd name="csX6" fmla="*/ 4458 w 162933"/>
              <a:gd name="csY6" fmla="*/ 92152 h 120494"/>
              <a:gd name="csX7" fmla="*/ 204 w 162933"/>
              <a:gd name="csY7" fmla="*/ 109860 h 120494"/>
              <a:gd name="csX8" fmla="*/ 204 w 162933"/>
              <a:gd name="csY8" fmla="*/ 113586 h 120494"/>
              <a:gd name="csX9" fmla="*/ 1804 w 162933"/>
              <a:gd name="csY9" fmla="*/ 116954 h 120494"/>
              <a:gd name="csX10" fmla="*/ 5189 w 162933"/>
              <a:gd name="csY10" fmla="*/ 119591 h 120494"/>
              <a:gd name="csX11" fmla="*/ 9391 w 162933"/>
              <a:gd name="csY11" fmla="*/ 120492 h 120494"/>
              <a:gd name="csX12" fmla="*/ 40118 w 162933"/>
              <a:gd name="csY12" fmla="*/ 120492 h 120494"/>
              <a:gd name="csX13" fmla="*/ 44320 w 162933"/>
              <a:gd name="csY13" fmla="*/ 119591 h 120494"/>
              <a:gd name="csX14" fmla="*/ 47706 w 162933"/>
              <a:gd name="csY14" fmla="*/ 116954 h 120494"/>
              <a:gd name="csX15" fmla="*/ 49305 w 162933"/>
              <a:gd name="csY15" fmla="*/ 113586 h 120494"/>
              <a:gd name="csX16" fmla="*/ 49305 w 162933"/>
              <a:gd name="csY16" fmla="*/ 109860 h 120494"/>
              <a:gd name="csX17" fmla="*/ 106011 w 162933"/>
              <a:gd name="csY17" fmla="*/ 109860 h 120494"/>
              <a:gd name="csX18" fmla="*/ 101757 w 162933"/>
              <a:gd name="csY18" fmla="*/ 92152 h 120494"/>
              <a:gd name="csX19" fmla="*/ 98406 w 162933"/>
              <a:gd name="csY19" fmla="*/ 86980 h 120494"/>
              <a:gd name="csX20" fmla="*/ 92536 w 162933"/>
              <a:gd name="csY20" fmla="*/ 85058 h 120494"/>
              <a:gd name="csX21" fmla="*/ 70385 w 162933"/>
              <a:gd name="csY21" fmla="*/ 85058 h 120494"/>
              <a:gd name="csX22" fmla="*/ 64532 w 162933"/>
              <a:gd name="csY22" fmla="*/ 86980 h 120494"/>
              <a:gd name="csX23" fmla="*/ 61180 w 162933"/>
              <a:gd name="csY23" fmla="*/ 92152 h 120494"/>
              <a:gd name="csX24" fmla="*/ 56927 w 162933"/>
              <a:gd name="csY24" fmla="*/ 109860 h 120494"/>
              <a:gd name="csX25" fmla="*/ 56910 w 162933"/>
              <a:gd name="csY25" fmla="*/ 113586 h 120494"/>
              <a:gd name="csX26" fmla="*/ 58509 w 162933"/>
              <a:gd name="csY26" fmla="*/ 116954 h 120494"/>
              <a:gd name="csX27" fmla="*/ 61895 w 162933"/>
              <a:gd name="csY27" fmla="*/ 119591 h 120494"/>
              <a:gd name="csX28" fmla="*/ 66097 w 162933"/>
              <a:gd name="csY28" fmla="*/ 120492 h 120494"/>
              <a:gd name="csX29" fmla="*/ 96823 w 162933"/>
              <a:gd name="csY29" fmla="*/ 120492 h 120494"/>
              <a:gd name="csX30" fmla="*/ 101026 w 162933"/>
              <a:gd name="csY30" fmla="*/ 119591 h 120494"/>
              <a:gd name="csX31" fmla="*/ 104411 w 162933"/>
              <a:gd name="csY31" fmla="*/ 116954 h 120494"/>
              <a:gd name="csX32" fmla="*/ 106011 w 162933"/>
              <a:gd name="csY32" fmla="*/ 113586 h 120494"/>
              <a:gd name="csX33" fmla="*/ 106011 w 162933"/>
              <a:gd name="csY33" fmla="*/ 109860 h 120494"/>
              <a:gd name="csX34" fmla="*/ 162716 w 162933"/>
              <a:gd name="csY34" fmla="*/ 109860 h 120494"/>
              <a:gd name="csX35" fmla="*/ 158463 w 162933"/>
              <a:gd name="csY35" fmla="*/ 92152 h 120494"/>
              <a:gd name="csX36" fmla="*/ 155111 w 162933"/>
              <a:gd name="csY36" fmla="*/ 86980 h 120494"/>
              <a:gd name="csX37" fmla="*/ 149259 w 162933"/>
              <a:gd name="csY37" fmla="*/ 85058 h 120494"/>
              <a:gd name="csX38" fmla="*/ 127107 w 162933"/>
              <a:gd name="csY38" fmla="*/ 85058 h 120494"/>
              <a:gd name="csX39" fmla="*/ 121238 w 162933"/>
              <a:gd name="csY39" fmla="*/ 86980 h 120494"/>
              <a:gd name="csX40" fmla="*/ 117886 w 162933"/>
              <a:gd name="csY40" fmla="*/ 92152 h 120494"/>
              <a:gd name="csX41" fmla="*/ 113633 w 162933"/>
              <a:gd name="csY41" fmla="*/ 109860 h 120494"/>
              <a:gd name="csX42" fmla="*/ 113633 w 162933"/>
              <a:gd name="csY42" fmla="*/ 113586 h 120494"/>
              <a:gd name="csX43" fmla="*/ 115232 w 162933"/>
              <a:gd name="csY43" fmla="*/ 116954 h 120494"/>
              <a:gd name="csX44" fmla="*/ 118617 w 162933"/>
              <a:gd name="csY44" fmla="*/ 119591 h 120494"/>
              <a:gd name="csX45" fmla="*/ 122803 w 162933"/>
              <a:gd name="csY45" fmla="*/ 120492 h 120494"/>
              <a:gd name="csX46" fmla="*/ 153546 w 162933"/>
              <a:gd name="csY46" fmla="*/ 120492 h 120494"/>
              <a:gd name="csX47" fmla="*/ 157748 w 162933"/>
              <a:gd name="csY47" fmla="*/ 119591 h 120494"/>
              <a:gd name="csX48" fmla="*/ 161134 w 162933"/>
              <a:gd name="csY48" fmla="*/ 116954 h 120494"/>
              <a:gd name="csX49" fmla="*/ 162716 w 162933"/>
              <a:gd name="csY49" fmla="*/ 113586 h 120494"/>
              <a:gd name="csX50" fmla="*/ 162716 w 162933"/>
              <a:gd name="csY50" fmla="*/ 109860 h 120494"/>
              <a:gd name="csX51" fmla="*/ 77649 w 162933"/>
              <a:gd name="csY51" fmla="*/ 67333 h 120494"/>
              <a:gd name="csX52" fmla="*/ 73396 w 162933"/>
              <a:gd name="csY52" fmla="*/ 49624 h 120494"/>
              <a:gd name="csX53" fmla="*/ 70044 w 162933"/>
              <a:gd name="csY53" fmla="*/ 44453 h 120494"/>
              <a:gd name="csX54" fmla="*/ 64192 w 162933"/>
              <a:gd name="csY54" fmla="*/ 42530 h 120494"/>
              <a:gd name="csX55" fmla="*/ 42040 w 162933"/>
              <a:gd name="csY55" fmla="*/ 42530 h 120494"/>
              <a:gd name="csX56" fmla="*/ 36171 w 162933"/>
              <a:gd name="csY56" fmla="*/ 44453 h 120494"/>
              <a:gd name="csX57" fmla="*/ 32819 w 162933"/>
              <a:gd name="csY57" fmla="*/ 49624 h 120494"/>
              <a:gd name="csX58" fmla="*/ 28566 w 162933"/>
              <a:gd name="csY58" fmla="*/ 67333 h 120494"/>
              <a:gd name="csX59" fmla="*/ 28566 w 162933"/>
              <a:gd name="csY59" fmla="*/ 71058 h 120494"/>
              <a:gd name="csX60" fmla="*/ 30165 w 162933"/>
              <a:gd name="csY60" fmla="*/ 74426 h 120494"/>
              <a:gd name="csX61" fmla="*/ 33550 w 162933"/>
              <a:gd name="csY61" fmla="*/ 77063 h 120494"/>
              <a:gd name="csX62" fmla="*/ 37736 w 162933"/>
              <a:gd name="csY62" fmla="*/ 77965 h 120494"/>
              <a:gd name="csX63" fmla="*/ 68479 w 162933"/>
              <a:gd name="csY63" fmla="*/ 77965 h 120494"/>
              <a:gd name="csX64" fmla="*/ 72681 w 162933"/>
              <a:gd name="csY64" fmla="*/ 77063 h 120494"/>
              <a:gd name="csX65" fmla="*/ 76067 w 162933"/>
              <a:gd name="csY65" fmla="*/ 74426 h 120494"/>
              <a:gd name="csX66" fmla="*/ 77649 w 162933"/>
              <a:gd name="csY66" fmla="*/ 71058 h 120494"/>
              <a:gd name="csX67" fmla="*/ 77649 w 162933"/>
              <a:gd name="csY67" fmla="*/ 67333 h 120494"/>
              <a:gd name="csX68" fmla="*/ 106011 w 162933"/>
              <a:gd name="csY68" fmla="*/ 24805 h 120494"/>
              <a:gd name="csX69" fmla="*/ 101757 w 162933"/>
              <a:gd name="csY69" fmla="*/ 7096 h 120494"/>
              <a:gd name="csX70" fmla="*/ 98406 w 162933"/>
              <a:gd name="csY70" fmla="*/ 1925 h 120494"/>
              <a:gd name="csX71" fmla="*/ 92536 w 162933"/>
              <a:gd name="csY71" fmla="*/ 3 h 120494"/>
              <a:gd name="csX72" fmla="*/ 70385 w 162933"/>
              <a:gd name="csY72" fmla="*/ 3 h 120494"/>
              <a:gd name="csX73" fmla="*/ 64532 w 162933"/>
              <a:gd name="csY73" fmla="*/ 1925 h 120494"/>
              <a:gd name="csX74" fmla="*/ 61180 w 162933"/>
              <a:gd name="csY74" fmla="*/ 7096 h 120494"/>
              <a:gd name="csX75" fmla="*/ 56927 w 162933"/>
              <a:gd name="csY75" fmla="*/ 24805 h 120494"/>
              <a:gd name="csX76" fmla="*/ 56910 w 162933"/>
              <a:gd name="csY76" fmla="*/ 28530 h 120494"/>
              <a:gd name="csX77" fmla="*/ 58509 w 162933"/>
              <a:gd name="csY77" fmla="*/ 31899 h 120494"/>
              <a:gd name="csX78" fmla="*/ 61895 w 162933"/>
              <a:gd name="csY78" fmla="*/ 34535 h 120494"/>
              <a:gd name="csX79" fmla="*/ 66097 w 162933"/>
              <a:gd name="csY79" fmla="*/ 35437 h 120494"/>
              <a:gd name="csX80" fmla="*/ 96823 w 162933"/>
              <a:gd name="csY80" fmla="*/ 35437 h 120494"/>
              <a:gd name="csX81" fmla="*/ 101026 w 162933"/>
              <a:gd name="csY81" fmla="*/ 34535 h 120494"/>
              <a:gd name="csX82" fmla="*/ 104411 w 162933"/>
              <a:gd name="csY82" fmla="*/ 31899 h 120494"/>
              <a:gd name="csX83" fmla="*/ 106011 w 162933"/>
              <a:gd name="csY83" fmla="*/ 28530 h 120494"/>
              <a:gd name="csX84" fmla="*/ 106011 w 162933"/>
              <a:gd name="csY84" fmla="*/ 24805 h 120494"/>
              <a:gd name="csX85" fmla="*/ 134372 w 162933"/>
              <a:gd name="csY85" fmla="*/ 67333 h 120494"/>
              <a:gd name="csX86" fmla="*/ 130119 w 162933"/>
              <a:gd name="csY86" fmla="*/ 49624 h 120494"/>
              <a:gd name="csX87" fmla="*/ 126750 w 162933"/>
              <a:gd name="csY87" fmla="*/ 44453 h 120494"/>
              <a:gd name="csX88" fmla="*/ 120897 w 162933"/>
              <a:gd name="csY88" fmla="*/ 42530 h 120494"/>
              <a:gd name="csX89" fmla="*/ 98746 w 162933"/>
              <a:gd name="csY89" fmla="*/ 42530 h 120494"/>
              <a:gd name="csX90" fmla="*/ 92876 w 162933"/>
              <a:gd name="csY90" fmla="*/ 44453 h 120494"/>
              <a:gd name="csX91" fmla="*/ 89525 w 162933"/>
              <a:gd name="csY91" fmla="*/ 49624 h 120494"/>
              <a:gd name="csX92" fmla="*/ 85271 w 162933"/>
              <a:gd name="csY92" fmla="*/ 67333 h 120494"/>
              <a:gd name="csX93" fmla="*/ 85271 w 162933"/>
              <a:gd name="csY93" fmla="*/ 71058 h 120494"/>
              <a:gd name="csX94" fmla="*/ 86871 w 162933"/>
              <a:gd name="csY94" fmla="*/ 74426 h 120494"/>
              <a:gd name="csX95" fmla="*/ 90256 w 162933"/>
              <a:gd name="csY95" fmla="*/ 77063 h 120494"/>
              <a:gd name="csX96" fmla="*/ 94459 w 162933"/>
              <a:gd name="csY96" fmla="*/ 77965 h 120494"/>
              <a:gd name="csX97" fmla="*/ 125185 w 162933"/>
              <a:gd name="csY97" fmla="*/ 77965 h 120494"/>
              <a:gd name="csX98" fmla="*/ 129387 w 162933"/>
              <a:gd name="csY98" fmla="*/ 77063 h 120494"/>
              <a:gd name="csX99" fmla="*/ 132773 w 162933"/>
              <a:gd name="csY99" fmla="*/ 74426 h 120494"/>
              <a:gd name="csX100" fmla="*/ 134372 w 162933"/>
              <a:gd name="csY100" fmla="*/ 71058 h 120494"/>
              <a:gd name="csX101" fmla="*/ 134372 w 162933"/>
              <a:gd name="csY101" fmla="*/ 67333 h 120494"/>
            </a:gdLst>
            <a:ahLst/>
            <a:cxnLst/>
            <a:rect l="l" t="t" r="r" b="b"/>
            <a:pathLst>
              <a:path w="100000" h="100000">
                <a:moveTo>
                  <a:pt x="30261" y="80450"/>
                </a:moveTo>
                <a:lnTo>
                  <a:pt x="27651" y="69582"/>
                </a:lnTo>
                <a:cubicBezTo>
                  <a:pt x="27347" y="68318"/>
                  <a:pt x="26616" y="67201"/>
                  <a:pt x="25583" y="66407"/>
                </a:cubicBezTo>
                <a:cubicBezTo>
                  <a:pt x="24560" y="65614"/>
                  <a:pt x="23286" y="65196"/>
                  <a:pt x="21991" y="65228"/>
                </a:cubicBezTo>
                <a:lnTo>
                  <a:pt x="8395" y="65228"/>
                </a:lnTo>
                <a:cubicBezTo>
                  <a:pt x="7100" y="65196"/>
                  <a:pt x="5826" y="65614"/>
                  <a:pt x="4793" y="66407"/>
                </a:cubicBezTo>
                <a:cubicBezTo>
                  <a:pt x="3770" y="67201"/>
                  <a:pt x="3039" y="68318"/>
                  <a:pt x="2736" y="69582"/>
                </a:cubicBezTo>
                <a:lnTo>
                  <a:pt x="125" y="80450"/>
                </a:lnTo>
                <a:cubicBezTo>
                  <a:pt x="-42" y="81212"/>
                  <a:pt x="-42" y="81985"/>
                  <a:pt x="125" y="82737"/>
                </a:cubicBezTo>
                <a:cubicBezTo>
                  <a:pt x="292" y="83489"/>
                  <a:pt x="627" y="84198"/>
                  <a:pt x="1107" y="84804"/>
                </a:cubicBezTo>
                <a:cubicBezTo>
                  <a:pt x="1671" y="85493"/>
                  <a:pt x="2381" y="86046"/>
                  <a:pt x="3185" y="86422"/>
                </a:cubicBezTo>
                <a:cubicBezTo>
                  <a:pt x="3989" y="86808"/>
                  <a:pt x="4876" y="86996"/>
                  <a:pt x="5764" y="86975"/>
                </a:cubicBezTo>
                <a:lnTo>
                  <a:pt x="24622" y="86975"/>
                </a:lnTo>
                <a:cubicBezTo>
                  <a:pt x="25510" y="86996"/>
                  <a:pt x="26397" y="86808"/>
                  <a:pt x="27201" y="86422"/>
                </a:cubicBezTo>
                <a:cubicBezTo>
                  <a:pt x="28005" y="86046"/>
                  <a:pt x="28715" y="85493"/>
                  <a:pt x="29280" y="84804"/>
                </a:cubicBezTo>
                <a:cubicBezTo>
                  <a:pt x="29749" y="84198"/>
                  <a:pt x="30084" y="83489"/>
                  <a:pt x="30261" y="82737"/>
                </a:cubicBezTo>
                <a:cubicBezTo>
                  <a:pt x="30428" y="81985"/>
                  <a:pt x="30428" y="81212"/>
                  <a:pt x="30261" y="80450"/>
                </a:cubicBezTo>
                <a:close/>
                <a:moveTo>
                  <a:pt x="65064" y="80450"/>
                </a:moveTo>
                <a:lnTo>
                  <a:pt x="62453" y="69582"/>
                </a:lnTo>
                <a:cubicBezTo>
                  <a:pt x="62151" y="68318"/>
                  <a:pt x="61420" y="67201"/>
                  <a:pt x="60397" y="66407"/>
                </a:cubicBezTo>
                <a:cubicBezTo>
                  <a:pt x="59362" y="65614"/>
                  <a:pt x="58099" y="65196"/>
                  <a:pt x="56794" y="65228"/>
                </a:cubicBezTo>
                <a:lnTo>
                  <a:pt x="43199" y="65228"/>
                </a:lnTo>
                <a:cubicBezTo>
                  <a:pt x="41904" y="65196"/>
                  <a:pt x="40630" y="65614"/>
                  <a:pt x="39606" y="66407"/>
                </a:cubicBezTo>
                <a:cubicBezTo>
                  <a:pt x="38572" y="67201"/>
                  <a:pt x="37852" y="68318"/>
                  <a:pt x="37549" y="69582"/>
                </a:cubicBezTo>
                <a:lnTo>
                  <a:pt x="34939" y="80450"/>
                </a:lnTo>
                <a:cubicBezTo>
                  <a:pt x="34762" y="81212"/>
                  <a:pt x="34762" y="81985"/>
                  <a:pt x="34928" y="82737"/>
                </a:cubicBezTo>
                <a:cubicBezTo>
                  <a:pt x="35106" y="83489"/>
                  <a:pt x="35440" y="84198"/>
                  <a:pt x="35910" y="84804"/>
                </a:cubicBezTo>
                <a:cubicBezTo>
                  <a:pt x="36474" y="85493"/>
                  <a:pt x="37184" y="86046"/>
                  <a:pt x="37988" y="86422"/>
                </a:cubicBezTo>
                <a:cubicBezTo>
                  <a:pt x="38802" y="86808"/>
                  <a:pt x="39680" y="86996"/>
                  <a:pt x="40567" y="86975"/>
                </a:cubicBezTo>
                <a:lnTo>
                  <a:pt x="59425" y="86975"/>
                </a:lnTo>
                <a:cubicBezTo>
                  <a:pt x="60324" y="86996"/>
                  <a:pt x="61201" y="86808"/>
                  <a:pt x="62005" y="86422"/>
                </a:cubicBezTo>
                <a:cubicBezTo>
                  <a:pt x="62809" y="86046"/>
                  <a:pt x="63519" y="85493"/>
                  <a:pt x="64082" y="84804"/>
                </a:cubicBezTo>
                <a:cubicBezTo>
                  <a:pt x="64563" y="84198"/>
                  <a:pt x="64897" y="83489"/>
                  <a:pt x="65064" y="82737"/>
                </a:cubicBezTo>
                <a:cubicBezTo>
                  <a:pt x="65231" y="81985"/>
                  <a:pt x="65231" y="81212"/>
                  <a:pt x="65064" y="80450"/>
                </a:cubicBezTo>
                <a:close/>
                <a:moveTo>
                  <a:pt x="99867" y="80450"/>
                </a:moveTo>
                <a:lnTo>
                  <a:pt x="97257" y="69582"/>
                </a:lnTo>
                <a:cubicBezTo>
                  <a:pt x="96954" y="68318"/>
                  <a:pt x="96233" y="67201"/>
                  <a:pt x="95199" y="66407"/>
                </a:cubicBezTo>
                <a:cubicBezTo>
                  <a:pt x="94176" y="65614"/>
                  <a:pt x="92902" y="65196"/>
                  <a:pt x="91608" y="65228"/>
                </a:cubicBezTo>
                <a:lnTo>
                  <a:pt x="78012" y="65228"/>
                </a:lnTo>
                <a:cubicBezTo>
                  <a:pt x="76706" y="65196"/>
                  <a:pt x="75443" y="65614"/>
                  <a:pt x="74410" y="66407"/>
                </a:cubicBezTo>
                <a:cubicBezTo>
                  <a:pt x="73386" y="67201"/>
                  <a:pt x="72655" y="68318"/>
                  <a:pt x="72352" y="69582"/>
                </a:cubicBezTo>
                <a:lnTo>
                  <a:pt x="69742" y="80450"/>
                </a:lnTo>
                <a:cubicBezTo>
                  <a:pt x="69575" y="81212"/>
                  <a:pt x="69575" y="81985"/>
                  <a:pt x="69742" y="82737"/>
                </a:cubicBezTo>
                <a:cubicBezTo>
                  <a:pt x="69909" y="83489"/>
                  <a:pt x="70243" y="84198"/>
                  <a:pt x="70724" y="84804"/>
                </a:cubicBezTo>
                <a:cubicBezTo>
                  <a:pt x="71277" y="85493"/>
                  <a:pt x="71987" y="86046"/>
                  <a:pt x="72801" y="86422"/>
                </a:cubicBezTo>
                <a:cubicBezTo>
                  <a:pt x="73606" y="86808"/>
                  <a:pt x="74483" y="86996"/>
                  <a:pt x="75370" y="86975"/>
                </a:cubicBezTo>
                <a:lnTo>
                  <a:pt x="94239" y="86975"/>
                </a:lnTo>
                <a:cubicBezTo>
                  <a:pt x="95126" y="86996"/>
                  <a:pt x="96003" y="86808"/>
                  <a:pt x="96818" y="86422"/>
                </a:cubicBezTo>
                <a:cubicBezTo>
                  <a:pt x="97622" y="86046"/>
                  <a:pt x="98332" y="85493"/>
                  <a:pt x="98896" y="84804"/>
                </a:cubicBezTo>
                <a:cubicBezTo>
                  <a:pt x="99366" y="84198"/>
                  <a:pt x="99700" y="83489"/>
                  <a:pt x="99867" y="82737"/>
                </a:cubicBezTo>
                <a:cubicBezTo>
                  <a:pt x="100045" y="81985"/>
                  <a:pt x="100045" y="81212"/>
                  <a:pt x="99867" y="80450"/>
                </a:cubicBezTo>
                <a:close/>
                <a:moveTo>
                  <a:pt x="47657" y="54349"/>
                </a:moveTo>
                <a:lnTo>
                  <a:pt x="45047" y="43480"/>
                </a:lnTo>
                <a:cubicBezTo>
                  <a:pt x="44744" y="42217"/>
                  <a:pt x="44024" y="41100"/>
                  <a:pt x="42989" y="40306"/>
                </a:cubicBezTo>
                <a:cubicBezTo>
                  <a:pt x="41966" y="39513"/>
                  <a:pt x="40692" y="39095"/>
                  <a:pt x="39398" y="39126"/>
                </a:cubicBezTo>
                <a:lnTo>
                  <a:pt x="25802" y="39126"/>
                </a:lnTo>
                <a:cubicBezTo>
                  <a:pt x="24497" y="39095"/>
                  <a:pt x="23233" y="39513"/>
                  <a:pt x="22200" y="40306"/>
                </a:cubicBezTo>
                <a:cubicBezTo>
                  <a:pt x="21176" y="41100"/>
                  <a:pt x="20445" y="42217"/>
                  <a:pt x="20143" y="43480"/>
                </a:cubicBezTo>
                <a:lnTo>
                  <a:pt x="17532" y="54349"/>
                </a:lnTo>
                <a:cubicBezTo>
                  <a:pt x="17365" y="55111"/>
                  <a:pt x="17365" y="55883"/>
                  <a:pt x="17532" y="56635"/>
                </a:cubicBezTo>
                <a:cubicBezTo>
                  <a:pt x="17699" y="57387"/>
                  <a:pt x="18033" y="58097"/>
                  <a:pt x="18514" y="58702"/>
                </a:cubicBezTo>
                <a:cubicBezTo>
                  <a:pt x="19067" y="59392"/>
                  <a:pt x="19777" y="59945"/>
                  <a:pt x="20591" y="60321"/>
                </a:cubicBezTo>
                <a:cubicBezTo>
                  <a:pt x="21396" y="60707"/>
                  <a:pt x="22273" y="60895"/>
                  <a:pt x="23160" y="60874"/>
                </a:cubicBezTo>
                <a:lnTo>
                  <a:pt x="42029" y="60874"/>
                </a:lnTo>
                <a:cubicBezTo>
                  <a:pt x="42916" y="60895"/>
                  <a:pt x="43793" y="60707"/>
                  <a:pt x="44608" y="60321"/>
                </a:cubicBezTo>
                <a:cubicBezTo>
                  <a:pt x="45412" y="59945"/>
                  <a:pt x="46122" y="59392"/>
                  <a:pt x="46686" y="58702"/>
                </a:cubicBezTo>
                <a:cubicBezTo>
                  <a:pt x="47156" y="58097"/>
                  <a:pt x="47490" y="57387"/>
                  <a:pt x="47657" y="56635"/>
                </a:cubicBezTo>
                <a:cubicBezTo>
                  <a:pt x="47835" y="55883"/>
                  <a:pt x="47835" y="55111"/>
                  <a:pt x="47657" y="54349"/>
                </a:cubicBezTo>
                <a:close/>
                <a:moveTo>
                  <a:pt x="65064" y="28248"/>
                </a:moveTo>
                <a:lnTo>
                  <a:pt x="62453" y="17379"/>
                </a:lnTo>
                <a:cubicBezTo>
                  <a:pt x="62151" y="16116"/>
                  <a:pt x="61420" y="14998"/>
                  <a:pt x="60397" y="14205"/>
                </a:cubicBezTo>
                <a:cubicBezTo>
                  <a:pt x="59362" y="13411"/>
                  <a:pt x="58099" y="12994"/>
                  <a:pt x="56794" y="13025"/>
                </a:cubicBezTo>
                <a:lnTo>
                  <a:pt x="43199" y="13025"/>
                </a:lnTo>
                <a:cubicBezTo>
                  <a:pt x="41904" y="12994"/>
                  <a:pt x="40630" y="13411"/>
                  <a:pt x="39606" y="14205"/>
                </a:cubicBezTo>
                <a:cubicBezTo>
                  <a:pt x="38572" y="14998"/>
                  <a:pt x="37852" y="16116"/>
                  <a:pt x="37549" y="17379"/>
                </a:cubicBezTo>
                <a:lnTo>
                  <a:pt x="34939" y="28248"/>
                </a:lnTo>
                <a:cubicBezTo>
                  <a:pt x="34762" y="29010"/>
                  <a:pt x="34762" y="29782"/>
                  <a:pt x="34928" y="30534"/>
                </a:cubicBezTo>
                <a:cubicBezTo>
                  <a:pt x="35106" y="31286"/>
                  <a:pt x="35440" y="31996"/>
                  <a:pt x="35910" y="32601"/>
                </a:cubicBezTo>
                <a:cubicBezTo>
                  <a:pt x="36474" y="33290"/>
                  <a:pt x="37184" y="33844"/>
                  <a:pt x="37988" y="34219"/>
                </a:cubicBezTo>
                <a:cubicBezTo>
                  <a:pt x="38802" y="34606"/>
                  <a:pt x="39680" y="34794"/>
                  <a:pt x="40567" y="34773"/>
                </a:cubicBezTo>
                <a:lnTo>
                  <a:pt x="59425" y="34773"/>
                </a:lnTo>
                <a:cubicBezTo>
                  <a:pt x="60324" y="34794"/>
                  <a:pt x="61201" y="34606"/>
                  <a:pt x="62005" y="34219"/>
                </a:cubicBezTo>
                <a:cubicBezTo>
                  <a:pt x="62809" y="33844"/>
                  <a:pt x="63519" y="33290"/>
                  <a:pt x="64082" y="32601"/>
                </a:cubicBezTo>
                <a:cubicBezTo>
                  <a:pt x="64563" y="31996"/>
                  <a:pt x="64897" y="31286"/>
                  <a:pt x="65064" y="30534"/>
                </a:cubicBezTo>
                <a:cubicBezTo>
                  <a:pt x="65231" y="29782"/>
                  <a:pt x="65231" y="29010"/>
                  <a:pt x="65064" y="28248"/>
                </a:cubicBezTo>
                <a:close/>
                <a:moveTo>
                  <a:pt x="82471" y="54349"/>
                </a:moveTo>
                <a:lnTo>
                  <a:pt x="79860" y="43480"/>
                </a:lnTo>
                <a:cubicBezTo>
                  <a:pt x="79557" y="42217"/>
                  <a:pt x="78826" y="41100"/>
                  <a:pt x="77793" y="40306"/>
                </a:cubicBezTo>
                <a:cubicBezTo>
                  <a:pt x="76770" y="39513"/>
                  <a:pt x="75495" y="39095"/>
                  <a:pt x="74200" y="39126"/>
                </a:cubicBezTo>
                <a:lnTo>
                  <a:pt x="60605" y="39126"/>
                </a:lnTo>
                <a:cubicBezTo>
                  <a:pt x="59310" y="39095"/>
                  <a:pt x="58037" y="39513"/>
                  <a:pt x="57003" y="40306"/>
                </a:cubicBezTo>
                <a:cubicBezTo>
                  <a:pt x="55979" y="41100"/>
                  <a:pt x="55248" y="42217"/>
                  <a:pt x="54946" y="43480"/>
                </a:cubicBezTo>
                <a:lnTo>
                  <a:pt x="52335" y="54349"/>
                </a:lnTo>
                <a:cubicBezTo>
                  <a:pt x="52168" y="55111"/>
                  <a:pt x="52168" y="55883"/>
                  <a:pt x="52335" y="56635"/>
                </a:cubicBezTo>
                <a:cubicBezTo>
                  <a:pt x="52503" y="57387"/>
                  <a:pt x="52836" y="58097"/>
                  <a:pt x="53317" y="58702"/>
                </a:cubicBezTo>
                <a:cubicBezTo>
                  <a:pt x="53880" y="59392"/>
                  <a:pt x="54591" y="59945"/>
                  <a:pt x="55395" y="60321"/>
                </a:cubicBezTo>
                <a:cubicBezTo>
                  <a:pt x="56199" y="60707"/>
                  <a:pt x="57086" y="60895"/>
                  <a:pt x="57974" y="60874"/>
                </a:cubicBezTo>
                <a:lnTo>
                  <a:pt x="76832" y="60874"/>
                </a:lnTo>
                <a:cubicBezTo>
                  <a:pt x="77720" y="60895"/>
                  <a:pt x="78607" y="60707"/>
                  <a:pt x="79411" y="60321"/>
                </a:cubicBezTo>
                <a:cubicBezTo>
                  <a:pt x="80215" y="59945"/>
                  <a:pt x="80925" y="59392"/>
                  <a:pt x="81489" y="58702"/>
                </a:cubicBezTo>
                <a:cubicBezTo>
                  <a:pt x="81959" y="58097"/>
                  <a:pt x="82293" y="57387"/>
                  <a:pt x="82471" y="56635"/>
                </a:cubicBezTo>
                <a:cubicBezTo>
                  <a:pt x="82638" y="55883"/>
                  <a:pt x="82638" y="55111"/>
                  <a:pt x="82471" y="5434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9" name="Красный — SVG 14">
            <a:extLst>
              <a:ext uri="{FF2B5EF4-FFF2-40B4-BE49-F238E27FC236}">
                <a16:creationId xmlns:a16="http://schemas.microsoft.com/office/drawing/2014/main" id="{73AAE87E-E43E-D44D-8BF1-9098E633CED1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67254 w 134695"/>
              <a:gd name="csY0" fmla="*/ 1 h 134745"/>
              <a:gd name="csX1" fmla="*/ 64940 w 134695"/>
              <a:gd name="csY1" fmla="*/ 579 h 134745"/>
              <a:gd name="csX2" fmla="*/ 63103 w 134695"/>
              <a:gd name="csY2" fmla="*/ 2127 h 134745"/>
              <a:gd name="csX3" fmla="*/ 49407 w 134695"/>
              <a:gd name="csY3" fmla="*/ 15804 h 134745"/>
              <a:gd name="csX4" fmla="*/ 48216 w 134695"/>
              <a:gd name="csY4" fmla="*/ 17540 h 134745"/>
              <a:gd name="csX5" fmla="*/ 47774 w 134695"/>
              <a:gd name="csY5" fmla="*/ 19598 h 134745"/>
              <a:gd name="csX6" fmla="*/ 48165 w 134695"/>
              <a:gd name="csY6" fmla="*/ 21656 h 134745"/>
              <a:gd name="csX7" fmla="*/ 49339 w 134695"/>
              <a:gd name="csY7" fmla="*/ 23408 h 134745"/>
              <a:gd name="csX8" fmla="*/ 51074 w 134695"/>
              <a:gd name="csY8" fmla="*/ 24565 h 134745"/>
              <a:gd name="csX9" fmla="*/ 53150 w 134695"/>
              <a:gd name="csY9" fmla="*/ 24956 h 134745"/>
              <a:gd name="csX10" fmla="*/ 55191 w 134695"/>
              <a:gd name="csY10" fmla="*/ 24531 h 134745"/>
              <a:gd name="csX11" fmla="*/ 56927 w 134695"/>
              <a:gd name="csY11" fmla="*/ 23323 h 134745"/>
              <a:gd name="csX12" fmla="*/ 62031 w 134695"/>
              <a:gd name="csY12" fmla="*/ 18220 h 134745"/>
              <a:gd name="csX13" fmla="*/ 62031 w 134695"/>
              <a:gd name="csY13" fmla="*/ 37289 h 134745"/>
              <a:gd name="csX14" fmla="*/ 62405 w 134695"/>
              <a:gd name="csY14" fmla="*/ 39348 h 134745"/>
              <a:gd name="csX15" fmla="*/ 63562 w 134695"/>
              <a:gd name="csY15" fmla="*/ 41100 h 134745"/>
              <a:gd name="csX16" fmla="*/ 65297 w 134695"/>
              <a:gd name="csY16" fmla="*/ 42274 h 134745"/>
              <a:gd name="csX17" fmla="*/ 67339 w 134695"/>
              <a:gd name="csY17" fmla="*/ 42682 h 134745"/>
              <a:gd name="csX18" fmla="*/ 69398 w 134695"/>
              <a:gd name="csY18" fmla="*/ 42274 h 134745"/>
              <a:gd name="csX19" fmla="*/ 71133 w 134695"/>
              <a:gd name="csY19" fmla="*/ 41100 h 134745"/>
              <a:gd name="csX20" fmla="*/ 72273 w 134695"/>
              <a:gd name="csY20" fmla="*/ 39348 h 134745"/>
              <a:gd name="csX21" fmla="*/ 72664 w 134695"/>
              <a:gd name="csY21" fmla="*/ 37289 h 134745"/>
              <a:gd name="csX22" fmla="*/ 72664 w 134695"/>
              <a:gd name="csY22" fmla="*/ 18220 h 134745"/>
              <a:gd name="csX23" fmla="*/ 77768 w 134695"/>
              <a:gd name="csY23" fmla="*/ 23323 h 134745"/>
              <a:gd name="csX24" fmla="*/ 79487 w 134695"/>
              <a:gd name="csY24" fmla="*/ 24531 h 134745"/>
              <a:gd name="csX25" fmla="*/ 81545 w 134695"/>
              <a:gd name="csY25" fmla="*/ 24956 h 134745"/>
              <a:gd name="csX26" fmla="*/ 83604 w 134695"/>
              <a:gd name="csY26" fmla="*/ 24565 h 134745"/>
              <a:gd name="csX27" fmla="*/ 85356 w 134695"/>
              <a:gd name="csY27" fmla="*/ 23408 h 134745"/>
              <a:gd name="csX28" fmla="*/ 86530 w 134695"/>
              <a:gd name="csY28" fmla="*/ 21656 h 134745"/>
              <a:gd name="csX29" fmla="*/ 86922 w 134695"/>
              <a:gd name="csY29" fmla="*/ 19598 h 134745"/>
              <a:gd name="csX30" fmla="*/ 86479 w 134695"/>
              <a:gd name="csY30" fmla="*/ 17540 h 134745"/>
              <a:gd name="csX31" fmla="*/ 85288 w 134695"/>
              <a:gd name="csY31" fmla="*/ 15804 h 134745"/>
              <a:gd name="csX32" fmla="*/ 71559 w 134695"/>
              <a:gd name="csY32" fmla="*/ 2093 h 134745"/>
              <a:gd name="csX33" fmla="*/ 69653 w 134695"/>
              <a:gd name="csY33" fmla="*/ 529 h 134745"/>
              <a:gd name="csX34" fmla="*/ 67254 w 134695"/>
              <a:gd name="csY34" fmla="*/ 1 h 134745"/>
              <a:gd name="csX35" fmla="*/ 12403 w 134695"/>
              <a:gd name="csY35" fmla="*/ 49690 h 134745"/>
              <a:gd name="csX36" fmla="*/ 0 w 134695"/>
              <a:gd name="csY36" fmla="*/ 62092 h 134745"/>
              <a:gd name="csX37" fmla="*/ 0 w 134695"/>
              <a:gd name="csY37" fmla="*/ 122345 h 134745"/>
              <a:gd name="csX38" fmla="*/ 12403 w 134695"/>
              <a:gd name="csY38" fmla="*/ 134746 h 134745"/>
              <a:gd name="csX39" fmla="*/ 122276 w 134695"/>
              <a:gd name="csY39" fmla="*/ 134746 h 134745"/>
              <a:gd name="csX40" fmla="*/ 134695 w 134695"/>
              <a:gd name="csY40" fmla="*/ 122345 h 134745"/>
              <a:gd name="csX41" fmla="*/ 134695 w 134695"/>
              <a:gd name="csY41" fmla="*/ 62092 h 134745"/>
              <a:gd name="csX42" fmla="*/ 122276 w 134695"/>
              <a:gd name="csY42" fmla="*/ 49690 h 134745"/>
              <a:gd name="csX43" fmla="*/ 12403 w 134695"/>
              <a:gd name="csY43" fmla="*/ 49690 h 134745"/>
              <a:gd name="csX44" fmla="*/ 21267 w 134695"/>
              <a:gd name="csY44" fmla="*/ 60322 h 134745"/>
              <a:gd name="csX45" fmla="*/ 113428 w 134695"/>
              <a:gd name="csY45" fmla="*/ 60322 h 134745"/>
              <a:gd name="csX46" fmla="*/ 124062 w 134695"/>
              <a:gd name="csY46" fmla="*/ 70954 h 134745"/>
              <a:gd name="csX47" fmla="*/ 124062 w 134695"/>
              <a:gd name="csY47" fmla="*/ 113482 h 134745"/>
              <a:gd name="csX48" fmla="*/ 113428 w 134695"/>
              <a:gd name="csY48" fmla="*/ 124114 h 134745"/>
              <a:gd name="csX49" fmla="*/ 21267 w 134695"/>
              <a:gd name="csY49" fmla="*/ 124114 h 134745"/>
              <a:gd name="csX50" fmla="*/ 10633 w 134695"/>
              <a:gd name="csY50" fmla="*/ 113482 h 134745"/>
              <a:gd name="csX51" fmla="*/ 10633 w 134695"/>
              <a:gd name="csY51" fmla="*/ 70954 h 134745"/>
              <a:gd name="csX52" fmla="*/ 21267 w 134695"/>
              <a:gd name="csY52" fmla="*/ 60322 h 134745"/>
              <a:gd name="csX53" fmla="*/ 67339 w 134695"/>
              <a:gd name="csY53" fmla="*/ 67416 h 134745"/>
              <a:gd name="csX54" fmla="*/ 46072 w 134695"/>
              <a:gd name="csY54" fmla="*/ 92218 h 134745"/>
              <a:gd name="csX55" fmla="*/ 67339 w 134695"/>
              <a:gd name="csY55" fmla="*/ 117038 h 134745"/>
              <a:gd name="csX56" fmla="*/ 88606 w 134695"/>
              <a:gd name="csY56" fmla="*/ 92218 h 134745"/>
              <a:gd name="csX57" fmla="*/ 67339 w 134695"/>
              <a:gd name="csY57" fmla="*/ 67416 h 134745"/>
              <a:gd name="csX58" fmla="*/ 24806 w 134695"/>
              <a:gd name="csY58" fmla="*/ 85142 h 134745"/>
              <a:gd name="csX59" fmla="*/ 19803 w 134695"/>
              <a:gd name="csY59" fmla="*/ 87217 h 134745"/>
              <a:gd name="csX60" fmla="*/ 17728 w 134695"/>
              <a:gd name="csY60" fmla="*/ 92218 h 134745"/>
              <a:gd name="csX61" fmla="*/ 19803 w 134695"/>
              <a:gd name="csY61" fmla="*/ 97237 h 134745"/>
              <a:gd name="csX62" fmla="*/ 24806 w 134695"/>
              <a:gd name="csY62" fmla="*/ 99312 h 134745"/>
              <a:gd name="csX63" fmla="*/ 29825 w 134695"/>
              <a:gd name="csY63" fmla="*/ 97237 h 134745"/>
              <a:gd name="csX64" fmla="*/ 31900 w 134695"/>
              <a:gd name="csY64" fmla="*/ 92218 h 134745"/>
              <a:gd name="csX65" fmla="*/ 29825 w 134695"/>
              <a:gd name="csY65" fmla="*/ 87217 h 134745"/>
              <a:gd name="csX66" fmla="*/ 24806 w 134695"/>
              <a:gd name="csY66" fmla="*/ 85142 h 134745"/>
              <a:gd name="csX67" fmla="*/ 109873 w 134695"/>
              <a:gd name="csY67" fmla="*/ 85142 h 134745"/>
              <a:gd name="csX68" fmla="*/ 104870 w 134695"/>
              <a:gd name="csY68" fmla="*/ 87217 h 134745"/>
              <a:gd name="csX69" fmla="*/ 102795 w 134695"/>
              <a:gd name="csY69" fmla="*/ 92218 h 134745"/>
              <a:gd name="csX70" fmla="*/ 104870 w 134695"/>
              <a:gd name="csY70" fmla="*/ 97237 h 134745"/>
              <a:gd name="csX71" fmla="*/ 109873 w 134695"/>
              <a:gd name="csY71" fmla="*/ 99312 h 134745"/>
              <a:gd name="csX72" fmla="*/ 114892 w 134695"/>
              <a:gd name="csY72" fmla="*/ 97237 h 134745"/>
              <a:gd name="csX73" fmla="*/ 116967 w 134695"/>
              <a:gd name="csY73" fmla="*/ 92218 h 134745"/>
              <a:gd name="csX74" fmla="*/ 114892 w 134695"/>
              <a:gd name="csY74" fmla="*/ 87217 h 134745"/>
              <a:gd name="csX75" fmla="*/ 109873 w 134695"/>
              <a:gd name="csY75" fmla="*/ 85142 h 134745"/>
            </a:gdLst>
            <a:ahLst/>
            <a:cxnLst/>
            <a:rect l="l" t="t" r="r" b="b"/>
            <a:pathLst>
              <a:path w="100000" h="100000">
                <a:moveTo>
                  <a:pt x="49931" y="1"/>
                </a:moveTo>
                <a:cubicBezTo>
                  <a:pt x="49337" y="13"/>
                  <a:pt x="48744" y="152"/>
                  <a:pt x="48213" y="430"/>
                </a:cubicBezTo>
                <a:cubicBezTo>
                  <a:pt x="47671" y="708"/>
                  <a:pt x="47216" y="1099"/>
                  <a:pt x="46850" y="1579"/>
                </a:cubicBezTo>
                <a:lnTo>
                  <a:pt x="36686" y="11729"/>
                </a:lnTo>
                <a:cubicBezTo>
                  <a:pt x="36307" y="12095"/>
                  <a:pt x="36004" y="12537"/>
                  <a:pt x="35802" y="13017"/>
                </a:cubicBezTo>
                <a:cubicBezTo>
                  <a:pt x="35587" y="13497"/>
                  <a:pt x="35474" y="14014"/>
                  <a:pt x="35474" y="14545"/>
                </a:cubicBezTo>
                <a:cubicBezTo>
                  <a:pt x="35474" y="15062"/>
                  <a:pt x="35562" y="15580"/>
                  <a:pt x="35764" y="16072"/>
                </a:cubicBezTo>
                <a:cubicBezTo>
                  <a:pt x="35966" y="16552"/>
                  <a:pt x="36256" y="16994"/>
                  <a:pt x="36635" y="17372"/>
                </a:cubicBezTo>
                <a:cubicBezTo>
                  <a:pt x="37001" y="17739"/>
                  <a:pt x="37443" y="18029"/>
                  <a:pt x="37923" y="18231"/>
                </a:cubicBezTo>
                <a:cubicBezTo>
                  <a:pt x="38416" y="18433"/>
                  <a:pt x="38933" y="18534"/>
                  <a:pt x="39463" y="18521"/>
                </a:cubicBezTo>
                <a:cubicBezTo>
                  <a:pt x="39981" y="18521"/>
                  <a:pt x="40499" y="18407"/>
                  <a:pt x="40978" y="18205"/>
                </a:cubicBezTo>
                <a:cubicBezTo>
                  <a:pt x="41471" y="17991"/>
                  <a:pt x="41900" y="17688"/>
                  <a:pt x="42267" y="17309"/>
                </a:cubicBezTo>
                <a:lnTo>
                  <a:pt x="46054" y="13522"/>
                </a:lnTo>
                <a:lnTo>
                  <a:pt x="46054" y="27674"/>
                </a:lnTo>
                <a:cubicBezTo>
                  <a:pt x="46042" y="28192"/>
                  <a:pt x="46143" y="28722"/>
                  <a:pt x="46332" y="29202"/>
                </a:cubicBezTo>
                <a:cubicBezTo>
                  <a:pt x="46535" y="29681"/>
                  <a:pt x="46825" y="30124"/>
                  <a:pt x="47191" y="30502"/>
                </a:cubicBezTo>
                <a:cubicBezTo>
                  <a:pt x="47556" y="30868"/>
                  <a:pt x="47999" y="31171"/>
                  <a:pt x="48478" y="31373"/>
                </a:cubicBezTo>
                <a:cubicBezTo>
                  <a:pt x="48958" y="31575"/>
                  <a:pt x="49476" y="31676"/>
                  <a:pt x="49994" y="31676"/>
                </a:cubicBezTo>
                <a:cubicBezTo>
                  <a:pt x="50524" y="31676"/>
                  <a:pt x="51042" y="31575"/>
                  <a:pt x="51522" y="31373"/>
                </a:cubicBezTo>
                <a:cubicBezTo>
                  <a:pt x="52001" y="31171"/>
                  <a:pt x="52444" y="30868"/>
                  <a:pt x="52809" y="30502"/>
                </a:cubicBezTo>
                <a:cubicBezTo>
                  <a:pt x="53176" y="30124"/>
                  <a:pt x="53466" y="29681"/>
                  <a:pt x="53655" y="29202"/>
                </a:cubicBezTo>
                <a:cubicBezTo>
                  <a:pt x="53857" y="28722"/>
                  <a:pt x="53946" y="28192"/>
                  <a:pt x="53946" y="27674"/>
                </a:cubicBezTo>
                <a:lnTo>
                  <a:pt x="53946" y="13522"/>
                </a:lnTo>
                <a:lnTo>
                  <a:pt x="57733" y="17309"/>
                </a:lnTo>
                <a:cubicBezTo>
                  <a:pt x="58100" y="17688"/>
                  <a:pt x="58529" y="17991"/>
                  <a:pt x="59009" y="18205"/>
                </a:cubicBezTo>
                <a:cubicBezTo>
                  <a:pt x="59489" y="18407"/>
                  <a:pt x="60007" y="18521"/>
                  <a:pt x="60537" y="18521"/>
                </a:cubicBezTo>
                <a:cubicBezTo>
                  <a:pt x="61067" y="18534"/>
                  <a:pt x="61584" y="18433"/>
                  <a:pt x="62065" y="18231"/>
                </a:cubicBezTo>
                <a:cubicBezTo>
                  <a:pt x="62557" y="18029"/>
                  <a:pt x="62999" y="17739"/>
                  <a:pt x="63365" y="17372"/>
                </a:cubicBezTo>
                <a:cubicBezTo>
                  <a:pt x="63744" y="16994"/>
                  <a:pt x="64034" y="16552"/>
                  <a:pt x="64236" y="16072"/>
                </a:cubicBezTo>
                <a:cubicBezTo>
                  <a:pt x="64425" y="15580"/>
                  <a:pt x="64527" y="15062"/>
                  <a:pt x="64527" y="14545"/>
                </a:cubicBezTo>
                <a:cubicBezTo>
                  <a:pt x="64514" y="14014"/>
                  <a:pt x="64413" y="13497"/>
                  <a:pt x="64198" y="13017"/>
                </a:cubicBezTo>
                <a:cubicBezTo>
                  <a:pt x="63996" y="12537"/>
                  <a:pt x="63694" y="12095"/>
                  <a:pt x="63314" y="11729"/>
                </a:cubicBezTo>
                <a:lnTo>
                  <a:pt x="53126" y="1553"/>
                </a:lnTo>
                <a:cubicBezTo>
                  <a:pt x="52759" y="1061"/>
                  <a:pt x="52266" y="670"/>
                  <a:pt x="51711" y="393"/>
                </a:cubicBezTo>
                <a:cubicBezTo>
                  <a:pt x="51168" y="127"/>
                  <a:pt x="50550" y="-12"/>
                  <a:pt x="49931" y="1"/>
                </a:cubicBezTo>
                <a:close/>
                <a:moveTo>
                  <a:pt x="9223" y="36877"/>
                </a:moveTo>
                <a:cubicBezTo>
                  <a:pt x="4186" y="36877"/>
                  <a:pt x="19" y="41043"/>
                  <a:pt x="19" y="46081"/>
                </a:cubicBezTo>
                <a:lnTo>
                  <a:pt x="19" y="90797"/>
                </a:lnTo>
                <a:cubicBezTo>
                  <a:pt x="19" y="95834"/>
                  <a:pt x="4186" y="100001"/>
                  <a:pt x="9223" y="100001"/>
                </a:cubicBezTo>
                <a:lnTo>
                  <a:pt x="90765" y="100001"/>
                </a:lnTo>
                <a:cubicBezTo>
                  <a:pt x="95802" y="100001"/>
                  <a:pt x="99981" y="95834"/>
                  <a:pt x="99981" y="90797"/>
                </a:cubicBezTo>
                <a:lnTo>
                  <a:pt x="99981" y="46081"/>
                </a:lnTo>
                <a:cubicBezTo>
                  <a:pt x="99981" y="41043"/>
                  <a:pt x="95802" y="36877"/>
                  <a:pt x="90765" y="36877"/>
                </a:cubicBezTo>
                <a:lnTo>
                  <a:pt x="9223" y="36877"/>
                </a:lnTo>
                <a:close/>
                <a:moveTo>
                  <a:pt x="15802" y="44768"/>
                </a:moveTo>
                <a:lnTo>
                  <a:pt x="84198" y="44768"/>
                </a:lnTo>
                <a:cubicBezTo>
                  <a:pt x="84198" y="49136"/>
                  <a:pt x="87721" y="52658"/>
                  <a:pt x="92090" y="52658"/>
                </a:cubicBezTo>
                <a:lnTo>
                  <a:pt x="92090" y="84220"/>
                </a:lnTo>
                <a:cubicBezTo>
                  <a:pt x="87721" y="84220"/>
                  <a:pt x="84198" y="87742"/>
                  <a:pt x="84198" y="92110"/>
                </a:cubicBezTo>
                <a:lnTo>
                  <a:pt x="15802" y="92110"/>
                </a:lnTo>
                <a:cubicBezTo>
                  <a:pt x="15802" y="87742"/>
                  <a:pt x="12279" y="84220"/>
                  <a:pt x="7910" y="84220"/>
                </a:cubicBezTo>
                <a:lnTo>
                  <a:pt x="7910" y="52658"/>
                </a:lnTo>
                <a:cubicBezTo>
                  <a:pt x="12279" y="52658"/>
                  <a:pt x="15802" y="49136"/>
                  <a:pt x="15802" y="44768"/>
                </a:cubicBezTo>
                <a:close/>
                <a:moveTo>
                  <a:pt x="49994" y="50032"/>
                </a:moveTo>
                <a:cubicBezTo>
                  <a:pt x="41294" y="50032"/>
                  <a:pt x="34211" y="58289"/>
                  <a:pt x="34211" y="68439"/>
                </a:cubicBezTo>
                <a:cubicBezTo>
                  <a:pt x="34211" y="78589"/>
                  <a:pt x="41294" y="86859"/>
                  <a:pt x="49994" y="86859"/>
                </a:cubicBezTo>
                <a:cubicBezTo>
                  <a:pt x="58706" y="86859"/>
                  <a:pt x="65777" y="78589"/>
                  <a:pt x="65777" y="68439"/>
                </a:cubicBezTo>
                <a:cubicBezTo>
                  <a:pt x="65777" y="58289"/>
                  <a:pt x="58706" y="50032"/>
                  <a:pt x="49994" y="50032"/>
                </a:cubicBezTo>
                <a:close/>
                <a:moveTo>
                  <a:pt x="18428" y="63188"/>
                </a:moveTo>
                <a:cubicBezTo>
                  <a:pt x="17039" y="63188"/>
                  <a:pt x="15701" y="63730"/>
                  <a:pt x="14715" y="64727"/>
                </a:cubicBezTo>
                <a:cubicBezTo>
                  <a:pt x="13731" y="65712"/>
                  <a:pt x="13175" y="67050"/>
                  <a:pt x="13175" y="68439"/>
                </a:cubicBezTo>
                <a:cubicBezTo>
                  <a:pt x="13175" y="69840"/>
                  <a:pt x="13731" y="71179"/>
                  <a:pt x="14715" y="72164"/>
                </a:cubicBezTo>
                <a:cubicBezTo>
                  <a:pt x="15701" y="73148"/>
                  <a:pt x="17039" y="73704"/>
                  <a:pt x="18428" y="73704"/>
                </a:cubicBezTo>
                <a:cubicBezTo>
                  <a:pt x="19829" y="73704"/>
                  <a:pt x="21167" y="73148"/>
                  <a:pt x="22153" y="72164"/>
                </a:cubicBezTo>
                <a:cubicBezTo>
                  <a:pt x="23138" y="71179"/>
                  <a:pt x="23693" y="69840"/>
                  <a:pt x="23693" y="68439"/>
                </a:cubicBezTo>
                <a:cubicBezTo>
                  <a:pt x="23693" y="67050"/>
                  <a:pt x="23138" y="65712"/>
                  <a:pt x="22153" y="64727"/>
                </a:cubicBezTo>
                <a:cubicBezTo>
                  <a:pt x="21167" y="63730"/>
                  <a:pt x="19829" y="63188"/>
                  <a:pt x="18428" y="63188"/>
                </a:cubicBezTo>
                <a:close/>
                <a:moveTo>
                  <a:pt x="81560" y="63188"/>
                </a:moveTo>
                <a:cubicBezTo>
                  <a:pt x="80171" y="63188"/>
                  <a:pt x="78833" y="63730"/>
                  <a:pt x="77847" y="64727"/>
                </a:cubicBezTo>
                <a:cubicBezTo>
                  <a:pt x="76863" y="65712"/>
                  <a:pt x="76307" y="67050"/>
                  <a:pt x="76307" y="68439"/>
                </a:cubicBezTo>
                <a:cubicBezTo>
                  <a:pt x="76307" y="69840"/>
                  <a:pt x="76863" y="71179"/>
                  <a:pt x="77847" y="72164"/>
                </a:cubicBezTo>
                <a:cubicBezTo>
                  <a:pt x="78833" y="73148"/>
                  <a:pt x="80171" y="73704"/>
                  <a:pt x="81560" y="73704"/>
                </a:cubicBezTo>
                <a:cubicBezTo>
                  <a:pt x="82961" y="73704"/>
                  <a:pt x="84300" y="73148"/>
                  <a:pt x="85285" y="72164"/>
                </a:cubicBezTo>
                <a:cubicBezTo>
                  <a:pt x="86270" y="71179"/>
                  <a:pt x="86825" y="69840"/>
                  <a:pt x="86825" y="68439"/>
                </a:cubicBezTo>
                <a:cubicBezTo>
                  <a:pt x="86825" y="67050"/>
                  <a:pt x="86270" y="65712"/>
                  <a:pt x="85285" y="64727"/>
                </a:cubicBezTo>
                <a:cubicBezTo>
                  <a:pt x="84300" y="63730"/>
                  <a:pt x="82961" y="63188"/>
                  <a:pt x="81560" y="6318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0" name="Красный — SVG 15">
            <a:extLst>
              <a:ext uri="{FF2B5EF4-FFF2-40B4-BE49-F238E27FC236}">
                <a16:creationId xmlns:a16="http://schemas.microsoft.com/office/drawing/2014/main" id="{BAE34576-BF66-364F-9907-F0D83025E226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47934 w 141777"/>
              <a:gd name="csY5" fmla="*/ 31896 h 141753"/>
              <a:gd name="csX6" fmla="*/ 52308 w 141777"/>
              <a:gd name="csY6" fmla="*/ 34311 h 141753"/>
              <a:gd name="csX7" fmla="*/ 70890 w 141777"/>
              <a:gd name="csY7" fmla="*/ 62907 h 141753"/>
              <a:gd name="csX8" fmla="*/ 89470 w 141777"/>
              <a:gd name="csY8" fmla="*/ 34311 h 141753"/>
              <a:gd name="csX9" fmla="*/ 96822 w 141777"/>
              <a:gd name="csY9" fmla="*/ 32746 h 141753"/>
              <a:gd name="csX10" fmla="*/ 98387 w 141777"/>
              <a:gd name="csY10" fmla="*/ 40112 h 141753"/>
              <a:gd name="csX11" fmla="*/ 82990 w 141777"/>
              <a:gd name="csY11" fmla="*/ 63792 h 141753"/>
              <a:gd name="csX12" fmla="*/ 90384 w 141777"/>
              <a:gd name="csY12" fmla="*/ 63792 h 141753"/>
              <a:gd name="csX13" fmla="*/ 95700 w 141777"/>
              <a:gd name="csY13" fmla="*/ 69099 h 141753"/>
              <a:gd name="csX14" fmla="*/ 90384 w 141777"/>
              <a:gd name="csY14" fmla="*/ 74424 h 141753"/>
              <a:gd name="csX15" fmla="*/ 76206 w 141777"/>
              <a:gd name="csY15" fmla="*/ 74424 h 141753"/>
              <a:gd name="csX16" fmla="*/ 76206 w 141777"/>
              <a:gd name="csY16" fmla="*/ 81517 h 141753"/>
              <a:gd name="csX17" fmla="*/ 90384 w 141777"/>
              <a:gd name="csY17" fmla="*/ 81517 h 141753"/>
              <a:gd name="csX18" fmla="*/ 95700 w 141777"/>
              <a:gd name="csY18" fmla="*/ 86825 h 141753"/>
              <a:gd name="csX19" fmla="*/ 90384 w 141777"/>
              <a:gd name="csY19" fmla="*/ 92149 h 141753"/>
              <a:gd name="csX20" fmla="*/ 76206 w 141777"/>
              <a:gd name="csY20" fmla="*/ 92149 h 141753"/>
              <a:gd name="csX21" fmla="*/ 76206 w 141777"/>
              <a:gd name="csY21" fmla="*/ 108089 h 141753"/>
              <a:gd name="csX22" fmla="*/ 70890 w 141777"/>
              <a:gd name="csY22" fmla="*/ 113413 h 141753"/>
              <a:gd name="csX23" fmla="*/ 65573 w 141777"/>
              <a:gd name="csY23" fmla="*/ 108089 h 141753"/>
              <a:gd name="csX24" fmla="*/ 65573 w 141777"/>
              <a:gd name="csY24" fmla="*/ 92149 h 141753"/>
              <a:gd name="csX25" fmla="*/ 51394 w 141777"/>
              <a:gd name="csY25" fmla="*/ 92149 h 141753"/>
              <a:gd name="csX26" fmla="*/ 46077 w 141777"/>
              <a:gd name="csY26" fmla="*/ 86825 h 141753"/>
              <a:gd name="csX27" fmla="*/ 51394 w 141777"/>
              <a:gd name="csY27" fmla="*/ 81517 h 141753"/>
              <a:gd name="csX28" fmla="*/ 65573 w 141777"/>
              <a:gd name="csY28" fmla="*/ 81517 h 141753"/>
              <a:gd name="csX29" fmla="*/ 65573 w 141777"/>
              <a:gd name="csY29" fmla="*/ 74424 h 141753"/>
              <a:gd name="csX30" fmla="*/ 51394 w 141777"/>
              <a:gd name="csY30" fmla="*/ 74424 h 141753"/>
              <a:gd name="csX31" fmla="*/ 46077 w 141777"/>
              <a:gd name="csY31" fmla="*/ 69099 h 141753"/>
              <a:gd name="csX32" fmla="*/ 51394 w 141777"/>
              <a:gd name="csY32" fmla="*/ 63792 h 141753"/>
              <a:gd name="csX33" fmla="*/ 58788 w 141777"/>
              <a:gd name="csY33" fmla="*/ 63792 h 141753"/>
              <a:gd name="csX34" fmla="*/ 43393 w 141777"/>
              <a:gd name="csY34" fmla="*/ 40112 h 141753"/>
              <a:gd name="csX35" fmla="*/ 44949 w 141777"/>
              <a:gd name="csY35" fmla="*/ 32746 h 141753"/>
              <a:gd name="csX36" fmla="*/ 47934 w 141777"/>
              <a:gd name="csY36" fmla="*/ 3189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33809" y="22506"/>
                </a:moveTo>
                <a:cubicBezTo>
                  <a:pt x="35013" y="22530"/>
                  <a:pt x="36190" y="23129"/>
                  <a:pt x="36895" y="24209"/>
                </a:cubicBezTo>
                <a:lnTo>
                  <a:pt x="50001" y="44379"/>
                </a:lnTo>
                <a:lnTo>
                  <a:pt x="63106" y="24209"/>
                </a:lnTo>
                <a:cubicBezTo>
                  <a:pt x="64233" y="22482"/>
                  <a:pt x="66559" y="21977"/>
                  <a:pt x="68292" y="23105"/>
                </a:cubicBezTo>
                <a:cubicBezTo>
                  <a:pt x="70029" y="24233"/>
                  <a:pt x="70522" y="26561"/>
                  <a:pt x="69396" y="28301"/>
                </a:cubicBezTo>
                <a:lnTo>
                  <a:pt x="58536" y="45003"/>
                </a:lnTo>
                <a:lnTo>
                  <a:pt x="63751" y="45003"/>
                </a:lnTo>
                <a:cubicBezTo>
                  <a:pt x="65821" y="45003"/>
                  <a:pt x="67500" y="46682"/>
                  <a:pt x="67500" y="48746"/>
                </a:cubicBezTo>
                <a:cubicBezTo>
                  <a:pt x="67500" y="50822"/>
                  <a:pt x="65821" y="52502"/>
                  <a:pt x="63751" y="52502"/>
                </a:cubicBezTo>
                <a:lnTo>
                  <a:pt x="53751" y="52502"/>
                </a:lnTo>
                <a:lnTo>
                  <a:pt x="53751" y="57505"/>
                </a:lnTo>
                <a:lnTo>
                  <a:pt x="63751" y="57505"/>
                </a:lnTo>
                <a:cubicBezTo>
                  <a:pt x="65821" y="57505"/>
                  <a:pt x="67500" y="59173"/>
                  <a:pt x="67500" y="61249"/>
                </a:cubicBezTo>
                <a:cubicBezTo>
                  <a:pt x="67500" y="63325"/>
                  <a:pt x="65821" y="65004"/>
                  <a:pt x="63751" y="65004"/>
                </a:cubicBezTo>
                <a:lnTo>
                  <a:pt x="53751" y="65004"/>
                </a:lnTo>
                <a:lnTo>
                  <a:pt x="53751" y="76247"/>
                </a:lnTo>
                <a:cubicBezTo>
                  <a:pt x="53751" y="78323"/>
                  <a:pt x="52071" y="80002"/>
                  <a:pt x="50001" y="80002"/>
                </a:cubicBezTo>
                <a:cubicBezTo>
                  <a:pt x="47931" y="80002"/>
                  <a:pt x="46251" y="78323"/>
                  <a:pt x="46251" y="76247"/>
                </a:cubicBezTo>
                <a:lnTo>
                  <a:pt x="46251" y="65004"/>
                </a:lnTo>
                <a:lnTo>
                  <a:pt x="36250" y="65004"/>
                </a:lnTo>
                <a:cubicBezTo>
                  <a:pt x="34180" y="65004"/>
                  <a:pt x="32500" y="63325"/>
                  <a:pt x="32500" y="61249"/>
                </a:cubicBezTo>
                <a:cubicBezTo>
                  <a:pt x="32500" y="59173"/>
                  <a:pt x="34180" y="57505"/>
                  <a:pt x="36250" y="57505"/>
                </a:cubicBezTo>
                <a:lnTo>
                  <a:pt x="46251" y="57505"/>
                </a:lnTo>
                <a:lnTo>
                  <a:pt x="46251" y="52502"/>
                </a:lnTo>
                <a:lnTo>
                  <a:pt x="36250" y="52502"/>
                </a:lnTo>
                <a:cubicBezTo>
                  <a:pt x="34180" y="52502"/>
                  <a:pt x="32500" y="50822"/>
                  <a:pt x="32500" y="48746"/>
                </a:cubicBezTo>
                <a:cubicBezTo>
                  <a:pt x="32500" y="46682"/>
                  <a:pt x="34180" y="45003"/>
                  <a:pt x="36250" y="45003"/>
                </a:cubicBezTo>
                <a:lnTo>
                  <a:pt x="41465" y="45003"/>
                </a:lnTo>
                <a:lnTo>
                  <a:pt x="30607" y="28301"/>
                </a:lnTo>
                <a:cubicBezTo>
                  <a:pt x="29478" y="26561"/>
                  <a:pt x="29969" y="24233"/>
                  <a:pt x="31704" y="23105"/>
                </a:cubicBezTo>
                <a:cubicBezTo>
                  <a:pt x="32354" y="22686"/>
                  <a:pt x="33086" y="22494"/>
                  <a:pt x="33809" y="2250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1" name="Красный — SVG 16">
            <a:extLst>
              <a:ext uri="{FF2B5EF4-FFF2-40B4-BE49-F238E27FC236}">
                <a16:creationId xmlns:a16="http://schemas.microsoft.com/office/drawing/2014/main" id="{DEB438AF-6B44-9A45-B0F9-DFF10381A587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155962 w 155961"/>
              <a:gd name="csY0" fmla="*/ 23033 h 106319"/>
              <a:gd name="csX1" fmla="*/ 155962 w 155961"/>
              <a:gd name="csY1" fmla="*/ 83286 h 106319"/>
              <a:gd name="csX2" fmla="*/ 132909 w 155961"/>
              <a:gd name="csY2" fmla="*/ 106319 h 106319"/>
              <a:gd name="csX3" fmla="*/ 23036 w 155961"/>
              <a:gd name="csY3" fmla="*/ 106319 h 106319"/>
              <a:gd name="csX4" fmla="*/ 0 w 155961"/>
              <a:gd name="csY4" fmla="*/ 83286 h 106319"/>
              <a:gd name="csX5" fmla="*/ 0 w 155961"/>
              <a:gd name="csY5" fmla="*/ 23033 h 106319"/>
              <a:gd name="csX6" fmla="*/ 23036 w 155961"/>
              <a:gd name="csY6" fmla="*/ 0 h 106319"/>
              <a:gd name="csX7" fmla="*/ 132909 w 155961"/>
              <a:gd name="csY7" fmla="*/ 0 h 106319"/>
              <a:gd name="csX8" fmla="*/ 155962 w 155961"/>
              <a:gd name="csY8" fmla="*/ 23033 h 106319"/>
              <a:gd name="csX9" fmla="*/ 57777 w 155961"/>
              <a:gd name="csY9" fmla="*/ 35434 h 106319"/>
              <a:gd name="csX10" fmla="*/ 47774 w 155961"/>
              <a:gd name="csY10" fmla="*/ 35434 h 106319"/>
              <a:gd name="csX11" fmla="*/ 42431 w 155961"/>
              <a:gd name="csY11" fmla="*/ 40044 h 106319"/>
              <a:gd name="csX12" fmla="*/ 38093 w 155961"/>
              <a:gd name="csY12" fmla="*/ 56341 h 106319"/>
              <a:gd name="csX13" fmla="*/ 37430 w 155961"/>
              <a:gd name="csY13" fmla="*/ 56341 h 106319"/>
              <a:gd name="csX14" fmla="*/ 33091 w 155961"/>
              <a:gd name="csY14" fmla="*/ 40044 h 106319"/>
              <a:gd name="csX15" fmla="*/ 27749 w 155961"/>
              <a:gd name="csY15" fmla="*/ 35434 h 106319"/>
              <a:gd name="csX16" fmla="*/ 17728 w 155961"/>
              <a:gd name="csY16" fmla="*/ 35434 h 106319"/>
              <a:gd name="csX17" fmla="*/ 17728 w 155961"/>
              <a:gd name="csY17" fmla="*/ 70885 h 106319"/>
              <a:gd name="csX18" fmla="*/ 27732 w 155961"/>
              <a:gd name="csY18" fmla="*/ 70885 h 106319"/>
              <a:gd name="csX19" fmla="*/ 27732 w 155961"/>
              <a:gd name="csY19" fmla="*/ 49962 h 106319"/>
              <a:gd name="csX20" fmla="*/ 28395 w 155961"/>
              <a:gd name="csY20" fmla="*/ 49962 h 106319"/>
              <a:gd name="csX21" fmla="*/ 34078 w 155961"/>
              <a:gd name="csY21" fmla="*/ 70885 h 106319"/>
              <a:gd name="csX22" fmla="*/ 41087 w 155961"/>
              <a:gd name="csY22" fmla="*/ 70885 h 106319"/>
              <a:gd name="csX23" fmla="*/ 46770 w 155961"/>
              <a:gd name="csY23" fmla="*/ 49962 h 106319"/>
              <a:gd name="csX24" fmla="*/ 47757 w 155961"/>
              <a:gd name="csY24" fmla="*/ 49962 h 106319"/>
              <a:gd name="csX25" fmla="*/ 47757 w 155961"/>
              <a:gd name="csY25" fmla="*/ 70885 h 106319"/>
              <a:gd name="csX26" fmla="*/ 57777 w 155961"/>
              <a:gd name="csY26" fmla="*/ 70885 h 106319"/>
              <a:gd name="csX27" fmla="*/ 57777 w 155961"/>
              <a:gd name="csY27" fmla="*/ 35434 h 106319"/>
              <a:gd name="csX28" fmla="*/ 97844 w 155961"/>
              <a:gd name="csY28" fmla="*/ 35434 h 106319"/>
              <a:gd name="csX29" fmla="*/ 88827 w 155961"/>
              <a:gd name="csY29" fmla="*/ 35434 h 106319"/>
              <a:gd name="csX30" fmla="*/ 83145 w 155961"/>
              <a:gd name="csY30" fmla="*/ 39330 h 106319"/>
              <a:gd name="csX31" fmla="*/ 75148 w 155961"/>
              <a:gd name="csY31" fmla="*/ 56698 h 106319"/>
              <a:gd name="csX32" fmla="*/ 74468 w 155961"/>
              <a:gd name="csY32" fmla="*/ 56698 h 106319"/>
              <a:gd name="csX33" fmla="*/ 74468 w 155961"/>
              <a:gd name="csY33" fmla="*/ 35434 h 106319"/>
              <a:gd name="csX34" fmla="*/ 64464 w 155961"/>
              <a:gd name="csY34" fmla="*/ 35434 h 106319"/>
              <a:gd name="csX35" fmla="*/ 64464 w 155961"/>
              <a:gd name="csY35" fmla="*/ 70885 h 106319"/>
              <a:gd name="csX36" fmla="*/ 73481 w 155961"/>
              <a:gd name="csY36" fmla="*/ 70885 h 106319"/>
              <a:gd name="csX37" fmla="*/ 78823 w 155961"/>
              <a:gd name="csY37" fmla="*/ 66973 h 106319"/>
              <a:gd name="csX38" fmla="*/ 86837 w 155961"/>
              <a:gd name="csY38" fmla="*/ 49621 h 106319"/>
              <a:gd name="csX39" fmla="*/ 87823 w 155961"/>
              <a:gd name="csY39" fmla="*/ 49621 h 106319"/>
              <a:gd name="csX40" fmla="*/ 87823 w 155961"/>
              <a:gd name="csY40" fmla="*/ 70885 h 106319"/>
              <a:gd name="csX41" fmla="*/ 97844 w 155961"/>
              <a:gd name="csY41" fmla="*/ 70885 h 106319"/>
              <a:gd name="csX42" fmla="*/ 97844 w 155961"/>
              <a:gd name="csY42" fmla="*/ 35434 h 106319"/>
              <a:gd name="csX43" fmla="*/ 136567 w 155961"/>
              <a:gd name="csY43" fmla="*/ 53160 h 106319"/>
              <a:gd name="csX44" fmla="*/ 104513 w 155961"/>
              <a:gd name="csY44" fmla="*/ 53160 h 106319"/>
              <a:gd name="csX45" fmla="*/ 104513 w 155961"/>
              <a:gd name="csY45" fmla="*/ 70885 h 106319"/>
              <a:gd name="csX46" fmla="*/ 114534 w 155961"/>
              <a:gd name="csY46" fmla="*/ 70885 h 106319"/>
              <a:gd name="csX47" fmla="*/ 114534 w 155961"/>
              <a:gd name="csY47" fmla="*/ 60253 h 106319"/>
              <a:gd name="csX48" fmla="*/ 126205 w 155961"/>
              <a:gd name="csY48" fmla="*/ 60253 h 106319"/>
              <a:gd name="csX49" fmla="*/ 136567 w 155961"/>
              <a:gd name="csY49" fmla="*/ 53160 h 106319"/>
              <a:gd name="csX50" fmla="*/ 138234 w 155961"/>
              <a:gd name="csY50" fmla="*/ 47138 h 106319"/>
              <a:gd name="csX51" fmla="*/ 125882 w 155961"/>
              <a:gd name="csY51" fmla="*/ 35434 h 106319"/>
              <a:gd name="csX52" fmla="*/ 101179 w 155961"/>
              <a:gd name="csY52" fmla="*/ 35434 h 106319"/>
              <a:gd name="csX53" fmla="*/ 118532 w 155961"/>
              <a:gd name="csY53" fmla="*/ 49621 h 106319"/>
              <a:gd name="csX54" fmla="*/ 137894 w 155961"/>
              <a:gd name="csY54" fmla="*/ 49621 h 106319"/>
              <a:gd name="csX55" fmla="*/ 138234 w 155961"/>
              <a:gd name="csY55" fmla="*/ 47138 h 106319"/>
            </a:gdLst>
            <a:ahLst/>
            <a:cxnLst/>
            <a:rect l="l" t="t" r="r" b="b"/>
            <a:pathLst>
              <a:path w="100000" h="100000">
                <a:moveTo>
                  <a:pt x="100001" y="30683"/>
                </a:moveTo>
                <a:lnTo>
                  <a:pt x="100001" y="69317"/>
                </a:lnTo>
                <a:cubicBezTo>
                  <a:pt x="100001" y="77454"/>
                  <a:pt x="93368" y="84085"/>
                  <a:pt x="85219" y="84085"/>
                </a:cubicBezTo>
                <a:lnTo>
                  <a:pt x="14770" y="84085"/>
                </a:lnTo>
                <a:cubicBezTo>
                  <a:pt x="6622" y="84085"/>
                  <a:pt x="0" y="77454"/>
                  <a:pt x="0" y="69317"/>
                </a:cubicBezTo>
                <a:lnTo>
                  <a:pt x="0" y="30683"/>
                </a:lnTo>
                <a:cubicBezTo>
                  <a:pt x="0" y="22536"/>
                  <a:pt x="6622" y="15915"/>
                  <a:pt x="14770" y="15915"/>
                </a:cubicBezTo>
                <a:lnTo>
                  <a:pt x="85219" y="15915"/>
                </a:lnTo>
                <a:cubicBezTo>
                  <a:pt x="93368" y="15915"/>
                  <a:pt x="100001" y="22536"/>
                  <a:pt x="100001" y="30683"/>
                </a:cubicBezTo>
                <a:close/>
                <a:moveTo>
                  <a:pt x="37046" y="38635"/>
                </a:moveTo>
                <a:lnTo>
                  <a:pt x="30632" y="38635"/>
                </a:lnTo>
                <a:cubicBezTo>
                  <a:pt x="28919" y="38635"/>
                  <a:pt x="27632" y="39769"/>
                  <a:pt x="27206" y="41591"/>
                </a:cubicBezTo>
                <a:lnTo>
                  <a:pt x="24425" y="52040"/>
                </a:lnTo>
                <a:lnTo>
                  <a:pt x="24000" y="52040"/>
                </a:lnTo>
                <a:lnTo>
                  <a:pt x="21217" y="41591"/>
                </a:lnTo>
                <a:cubicBezTo>
                  <a:pt x="20781" y="39769"/>
                  <a:pt x="19505" y="38635"/>
                  <a:pt x="17792" y="38635"/>
                </a:cubicBezTo>
                <a:lnTo>
                  <a:pt x="11367" y="38635"/>
                </a:lnTo>
                <a:lnTo>
                  <a:pt x="11367" y="61365"/>
                </a:lnTo>
                <a:lnTo>
                  <a:pt x="17781" y="61365"/>
                </a:lnTo>
                <a:lnTo>
                  <a:pt x="17781" y="47950"/>
                </a:lnTo>
                <a:lnTo>
                  <a:pt x="18206" y="47950"/>
                </a:lnTo>
                <a:lnTo>
                  <a:pt x="21850" y="61365"/>
                </a:lnTo>
                <a:lnTo>
                  <a:pt x="26344" y="61365"/>
                </a:lnTo>
                <a:lnTo>
                  <a:pt x="29988" y="47950"/>
                </a:lnTo>
                <a:lnTo>
                  <a:pt x="30621" y="47950"/>
                </a:lnTo>
                <a:lnTo>
                  <a:pt x="30621" y="61365"/>
                </a:lnTo>
                <a:lnTo>
                  <a:pt x="37046" y="61365"/>
                </a:lnTo>
                <a:lnTo>
                  <a:pt x="37046" y="38635"/>
                </a:lnTo>
                <a:close/>
                <a:moveTo>
                  <a:pt x="62736" y="38635"/>
                </a:moveTo>
                <a:lnTo>
                  <a:pt x="56955" y="38635"/>
                </a:lnTo>
                <a:cubicBezTo>
                  <a:pt x="55460" y="38635"/>
                  <a:pt x="53955" y="39551"/>
                  <a:pt x="53311" y="41133"/>
                </a:cubicBezTo>
                <a:lnTo>
                  <a:pt x="48184" y="52269"/>
                </a:lnTo>
                <a:lnTo>
                  <a:pt x="47748" y="52269"/>
                </a:lnTo>
                <a:lnTo>
                  <a:pt x="47748" y="38635"/>
                </a:lnTo>
                <a:lnTo>
                  <a:pt x="41333" y="38635"/>
                </a:lnTo>
                <a:lnTo>
                  <a:pt x="41333" y="61365"/>
                </a:lnTo>
                <a:lnTo>
                  <a:pt x="47115" y="61365"/>
                </a:lnTo>
                <a:cubicBezTo>
                  <a:pt x="48610" y="61365"/>
                  <a:pt x="50115" y="60449"/>
                  <a:pt x="50540" y="58857"/>
                </a:cubicBezTo>
                <a:lnTo>
                  <a:pt x="55679" y="47731"/>
                </a:lnTo>
                <a:lnTo>
                  <a:pt x="56311" y="47731"/>
                </a:lnTo>
                <a:lnTo>
                  <a:pt x="56311" y="61365"/>
                </a:lnTo>
                <a:lnTo>
                  <a:pt x="62736" y="61365"/>
                </a:lnTo>
                <a:lnTo>
                  <a:pt x="62736" y="38635"/>
                </a:lnTo>
                <a:close/>
                <a:moveTo>
                  <a:pt x="87565" y="50000"/>
                </a:moveTo>
                <a:lnTo>
                  <a:pt x="67012" y="50000"/>
                </a:lnTo>
                <a:lnTo>
                  <a:pt x="67012" y="61365"/>
                </a:lnTo>
                <a:lnTo>
                  <a:pt x="73438" y="61365"/>
                </a:lnTo>
                <a:lnTo>
                  <a:pt x="73438" y="54548"/>
                </a:lnTo>
                <a:lnTo>
                  <a:pt x="80921" y="54548"/>
                </a:lnTo>
                <a:cubicBezTo>
                  <a:pt x="83921" y="54548"/>
                  <a:pt x="86495" y="52727"/>
                  <a:pt x="87565" y="50000"/>
                </a:cubicBezTo>
                <a:close/>
                <a:moveTo>
                  <a:pt x="88634" y="46139"/>
                </a:moveTo>
                <a:cubicBezTo>
                  <a:pt x="88416" y="42049"/>
                  <a:pt x="84990" y="38635"/>
                  <a:pt x="80714" y="38635"/>
                </a:cubicBezTo>
                <a:lnTo>
                  <a:pt x="64875" y="38635"/>
                </a:lnTo>
                <a:cubicBezTo>
                  <a:pt x="65943" y="43859"/>
                  <a:pt x="70438" y="47731"/>
                  <a:pt x="76001" y="47731"/>
                </a:cubicBezTo>
                <a:lnTo>
                  <a:pt x="88416" y="47731"/>
                </a:lnTo>
                <a:cubicBezTo>
                  <a:pt x="88416" y="47273"/>
                  <a:pt x="88634" y="46815"/>
                  <a:pt x="88634" y="4613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2" name="Красный — SVG 17">
            <a:extLst>
              <a:ext uri="{FF2B5EF4-FFF2-40B4-BE49-F238E27FC236}">
                <a16:creationId xmlns:a16="http://schemas.microsoft.com/office/drawing/2014/main" id="{5347878A-59B1-6347-A7EE-881B63F91295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43548 w 134341"/>
              <a:gd name="csY0" fmla="*/ 35434 h 148847"/>
              <a:gd name="csX1" fmla="*/ 90794 w 134341"/>
              <a:gd name="csY1" fmla="*/ 35434 h 148847"/>
              <a:gd name="csX2" fmla="*/ 98739 w 134341"/>
              <a:gd name="csY2" fmla="*/ 14272 h 148847"/>
              <a:gd name="csX3" fmla="*/ 98127 w 134341"/>
              <a:gd name="csY3" fmla="*/ 9373 h 148847"/>
              <a:gd name="csX4" fmla="*/ 93754 w 134341"/>
              <a:gd name="csY4" fmla="*/ 7094 h 148847"/>
              <a:gd name="csX5" fmla="*/ 80416 w 134341"/>
              <a:gd name="csY5" fmla="*/ 7094 h 148847"/>
              <a:gd name="csX6" fmla="*/ 67162 w 134341"/>
              <a:gd name="csY6" fmla="*/ 0 h 148847"/>
              <a:gd name="csX7" fmla="*/ 53926 w 134341"/>
              <a:gd name="csY7" fmla="*/ 7094 h 148847"/>
              <a:gd name="csX8" fmla="*/ 40587 w 134341"/>
              <a:gd name="csY8" fmla="*/ 7094 h 148847"/>
              <a:gd name="csX9" fmla="*/ 36215 w 134341"/>
              <a:gd name="csY9" fmla="*/ 9373 h 148847"/>
              <a:gd name="csX10" fmla="*/ 35602 w 134341"/>
              <a:gd name="csY10" fmla="*/ 14272 h 148847"/>
              <a:gd name="csX11" fmla="*/ 43548 w 134341"/>
              <a:gd name="csY11" fmla="*/ 35434 h 148847"/>
              <a:gd name="csX12" fmla="*/ 75142 w 134341"/>
              <a:gd name="csY12" fmla="*/ 100995 h 148847"/>
              <a:gd name="csX13" fmla="*/ 60085 w 134341"/>
              <a:gd name="csY13" fmla="*/ 100995 h 148847"/>
              <a:gd name="csX14" fmla="*/ 60085 w 134341"/>
              <a:gd name="csY14" fmla="*/ 113413 h 148847"/>
              <a:gd name="csX15" fmla="*/ 75142 w 134341"/>
              <a:gd name="csY15" fmla="*/ 113413 h 148847"/>
              <a:gd name="csX16" fmla="*/ 81351 w 134341"/>
              <a:gd name="csY16" fmla="*/ 107204 h 148847"/>
              <a:gd name="csX17" fmla="*/ 75142 w 134341"/>
              <a:gd name="csY17" fmla="*/ 100995 h 148847"/>
              <a:gd name="csX18" fmla="*/ 71603 w 134341"/>
              <a:gd name="csY18" fmla="*/ 77962 h 148847"/>
              <a:gd name="csX19" fmla="*/ 60085 w 134341"/>
              <a:gd name="csY19" fmla="*/ 77962 h 148847"/>
              <a:gd name="csX20" fmla="*/ 60085 w 134341"/>
              <a:gd name="csY20" fmla="*/ 90363 h 148847"/>
              <a:gd name="csX21" fmla="*/ 71603 w 134341"/>
              <a:gd name="csY21" fmla="*/ 90363 h 148847"/>
              <a:gd name="csX22" fmla="*/ 77796 w 134341"/>
              <a:gd name="csY22" fmla="*/ 84171 h 148847"/>
              <a:gd name="csX23" fmla="*/ 71603 w 134341"/>
              <a:gd name="csY23" fmla="*/ 77962 h 148847"/>
              <a:gd name="csX24" fmla="*/ 75142 w 134341"/>
              <a:gd name="csY24" fmla="*/ 100995 h 148847"/>
              <a:gd name="csX25" fmla="*/ 60085 w 134341"/>
              <a:gd name="csY25" fmla="*/ 100995 h 148847"/>
              <a:gd name="csX26" fmla="*/ 60085 w 134341"/>
              <a:gd name="csY26" fmla="*/ 113413 h 148847"/>
              <a:gd name="csX27" fmla="*/ 75142 w 134341"/>
              <a:gd name="csY27" fmla="*/ 113413 h 148847"/>
              <a:gd name="csX28" fmla="*/ 81351 w 134341"/>
              <a:gd name="csY28" fmla="*/ 107204 h 148847"/>
              <a:gd name="csX29" fmla="*/ 75142 w 134341"/>
              <a:gd name="csY29" fmla="*/ 100995 h 148847"/>
              <a:gd name="csX30" fmla="*/ 77796 w 134341"/>
              <a:gd name="csY30" fmla="*/ 84171 h 148847"/>
              <a:gd name="csX31" fmla="*/ 71603 w 134341"/>
              <a:gd name="csY31" fmla="*/ 77962 h 148847"/>
              <a:gd name="csX32" fmla="*/ 60085 w 134341"/>
              <a:gd name="csY32" fmla="*/ 77962 h 148847"/>
              <a:gd name="csX33" fmla="*/ 60085 w 134341"/>
              <a:gd name="csY33" fmla="*/ 90363 h 148847"/>
              <a:gd name="csX34" fmla="*/ 71603 w 134341"/>
              <a:gd name="csY34" fmla="*/ 90363 h 148847"/>
              <a:gd name="csX35" fmla="*/ 77796 w 134341"/>
              <a:gd name="csY35" fmla="*/ 84171 h 148847"/>
              <a:gd name="csX36" fmla="*/ 98399 w 134341"/>
              <a:gd name="csY36" fmla="*/ 46066 h 148847"/>
              <a:gd name="csX37" fmla="*/ 35943 w 134341"/>
              <a:gd name="csY37" fmla="*/ 46066 h 148847"/>
              <a:gd name="csX38" fmla="*/ 44 w 134341"/>
              <a:gd name="csY38" fmla="*/ 116492 h 148847"/>
              <a:gd name="csX39" fmla="*/ 33714 w 134341"/>
              <a:gd name="csY39" fmla="*/ 148847 h 148847"/>
              <a:gd name="csX40" fmla="*/ 100628 w 134341"/>
              <a:gd name="csY40" fmla="*/ 148847 h 148847"/>
              <a:gd name="csX41" fmla="*/ 134297 w 134341"/>
              <a:gd name="csY41" fmla="*/ 116492 h 148847"/>
              <a:gd name="csX42" fmla="*/ 98399 w 134341"/>
              <a:gd name="csY42" fmla="*/ 46066 h 148847"/>
              <a:gd name="csX43" fmla="*/ 75142 w 134341"/>
              <a:gd name="csY43" fmla="*/ 124045 h 148847"/>
              <a:gd name="csX44" fmla="*/ 72487 w 134341"/>
              <a:gd name="csY44" fmla="*/ 124045 h 148847"/>
              <a:gd name="csX45" fmla="*/ 72487 w 134341"/>
              <a:gd name="csY45" fmla="*/ 125814 h 148847"/>
              <a:gd name="csX46" fmla="*/ 67162 w 134341"/>
              <a:gd name="csY46" fmla="*/ 131122 h 148847"/>
              <a:gd name="csX47" fmla="*/ 61854 w 134341"/>
              <a:gd name="csY47" fmla="*/ 125814 h 148847"/>
              <a:gd name="csX48" fmla="*/ 61854 w 134341"/>
              <a:gd name="csY48" fmla="*/ 124045 h 148847"/>
              <a:gd name="csX49" fmla="*/ 54759 w 134341"/>
              <a:gd name="csY49" fmla="*/ 124045 h 148847"/>
              <a:gd name="csX50" fmla="*/ 49451 w 134341"/>
              <a:gd name="csY50" fmla="*/ 118721 h 148847"/>
              <a:gd name="csX51" fmla="*/ 49451 w 134341"/>
              <a:gd name="csY51" fmla="*/ 72654 h 148847"/>
              <a:gd name="csX52" fmla="*/ 54759 w 134341"/>
              <a:gd name="csY52" fmla="*/ 67330 h 148847"/>
              <a:gd name="csX53" fmla="*/ 61854 w 134341"/>
              <a:gd name="csY53" fmla="*/ 67330 h 148847"/>
              <a:gd name="csX54" fmla="*/ 61854 w 134341"/>
              <a:gd name="csY54" fmla="*/ 65561 h 148847"/>
              <a:gd name="csX55" fmla="*/ 67162 w 134341"/>
              <a:gd name="csY55" fmla="*/ 60253 h 148847"/>
              <a:gd name="csX56" fmla="*/ 72487 w 134341"/>
              <a:gd name="csY56" fmla="*/ 65561 h 148847"/>
              <a:gd name="csX57" fmla="*/ 72487 w 134341"/>
              <a:gd name="csY57" fmla="*/ 67449 h 148847"/>
              <a:gd name="csX58" fmla="*/ 88429 w 134341"/>
              <a:gd name="csY58" fmla="*/ 84171 h 148847"/>
              <a:gd name="csX59" fmla="*/ 85316 w 134341"/>
              <a:gd name="csY59" fmla="*/ 93884 h 148847"/>
              <a:gd name="csX60" fmla="*/ 91985 w 134341"/>
              <a:gd name="csY60" fmla="*/ 107204 h 148847"/>
              <a:gd name="csX61" fmla="*/ 75142 w 134341"/>
              <a:gd name="csY61" fmla="*/ 124045 h 148847"/>
              <a:gd name="csX62" fmla="*/ 75142 w 134341"/>
              <a:gd name="csY62" fmla="*/ 100995 h 148847"/>
              <a:gd name="csX63" fmla="*/ 60085 w 134341"/>
              <a:gd name="csY63" fmla="*/ 100995 h 148847"/>
              <a:gd name="csX64" fmla="*/ 60085 w 134341"/>
              <a:gd name="csY64" fmla="*/ 113413 h 148847"/>
              <a:gd name="csX65" fmla="*/ 75142 w 134341"/>
              <a:gd name="csY65" fmla="*/ 113413 h 148847"/>
              <a:gd name="csX66" fmla="*/ 81351 w 134341"/>
              <a:gd name="csY66" fmla="*/ 107204 h 148847"/>
              <a:gd name="csX67" fmla="*/ 75142 w 134341"/>
              <a:gd name="csY67" fmla="*/ 100995 h 148847"/>
              <a:gd name="csX68" fmla="*/ 77796 w 134341"/>
              <a:gd name="csY68" fmla="*/ 84171 h 148847"/>
              <a:gd name="csX69" fmla="*/ 71603 w 134341"/>
              <a:gd name="csY69" fmla="*/ 77962 h 148847"/>
              <a:gd name="csX70" fmla="*/ 60085 w 134341"/>
              <a:gd name="csY70" fmla="*/ 77962 h 148847"/>
              <a:gd name="csX71" fmla="*/ 60085 w 134341"/>
              <a:gd name="csY71" fmla="*/ 90363 h 148847"/>
              <a:gd name="csX72" fmla="*/ 71603 w 134341"/>
              <a:gd name="csY72" fmla="*/ 90363 h 148847"/>
              <a:gd name="csX73" fmla="*/ 77796 w 134341"/>
              <a:gd name="csY73" fmla="*/ 84171 h 148847"/>
            </a:gdLst>
            <a:ahLst/>
            <a:cxnLst/>
            <a:rect l="l" t="t" r="r" b="b"/>
            <a:pathLst>
              <a:path w="100000" h="100000">
                <a:moveTo>
                  <a:pt x="34130" y="23806"/>
                </a:moveTo>
                <a:lnTo>
                  <a:pt x="65871" y="23806"/>
                </a:lnTo>
                <a:lnTo>
                  <a:pt x="71209" y="9588"/>
                </a:lnTo>
                <a:cubicBezTo>
                  <a:pt x="71621" y="8491"/>
                  <a:pt x="71460" y="7257"/>
                  <a:pt x="70798" y="6297"/>
                </a:cubicBezTo>
                <a:cubicBezTo>
                  <a:pt x="70123" y="5337"/>
                  <a:pt x="69026" y="4766"/>
                  <a:pt x="67860" y="4766"/>
                </a:cubicBezTo>
                <a:lnTo>
                  <a:pt x="58899" y="4766"/>
                </a:lnTo>
                <a:cubicBezTo>
                  <a:pt x="56978" y="1897"/>
                  <a:pt x="53710" y="0"/>
                  <a:pt x="49994" y="0"/>
                </a:cubicBezTo>
                <a:cubicBezTo>
                  <a:pt x="46291" y="0"/>
                  <a:pt x="43022" y="1897"/>
                  <a:pt x="41102" y="4766"/>
                </a:cubicBezTo>
                <a:lnTo>
                  <a:pt x="32140" y="4766"/>
                </a:lnTo>
                <a:cubicBezTo>
                  <a:pt x="30963" y="4766"/>
                  <a:pt x="29866" y="5337"/>
                  <a:pt x="29203" y="6297"/>
                </a:cubicBezTo>
                <a:cubicBezTo>
                  <a:pt x="28540" y="7257"/>
                  <a:pt x="28380" y="8491"/>
                  <a:pt x="28791" y="9588"/>
                </a:cubicBezTo>
                <a:lnTo>
                  <a:pt x="34130" y="23806"/>
                </a:ln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6194"/>
                </a:lnTo>
                <a:lnTo>
                  <a:pt x="55355" y="76194"/>
                </a:lnTo>
                <a:cubicBezTo>
                  <a:pt x="57641" y="76194"/>
                  <a:pt x="59527" y="74309"/>
                  <a:pt x="59527" y="72023"/>
                </a:cubicBezTo>
                <a:cubicBezTo>
                  <a:pt x="59527" y="69737"/>
                  <a:pt x="57641" y="67852"/>
                  <a:pt x="55355" y="67852"/>
                </a:cubicBezTo>
                <a:close/>
                <a:moveTo>
                  <a:pt x="52978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2978" y="60709"/>
                </a:lnTo>
                <a:cubicBezTo>
                  <a:pt x="55263" y="60709"/>
                  <a:pt x="57139" y="58834"/>
                  <a:pt x="57139" y="56549"/>
                </a:cubicBezTo>
                <a:cubicBezTo>
                  <a:pt x="57139" y="54263"/>
                  <a:pt x="55263" y="52377"/>
                  <a:pt x="52978" y="52377"/>
                </a:cubicBez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6194"/>
                </a:lnTo>
                <a:lnTo>
                  <a:pt x="55355" y="76194"/>
                </a:lnTo>
                <a:cubicBezTo>
                  <a:pt x="57641" y="76194"/>
                  <a:pt x="59527" y="74309"/>
                  <a:pt x="59527" y="72023"/>
                </a:cubicBezTo>
                <a:cubicBezTo>
                  <a:pt x="59527" y="69737"/>
                  <a:pt x="57641" y="67852"/>
                  <a:pt x="55355" y="67852"/>
                </a:cubicBezTo>
                <a:close/>
                <a:moveTo>
                  <a:pt x="57139" y="56549"/>
                </a:moveTo>
                <a:cubicBezTo>
                  <a:pt x="57139" y="54263"/>
                  <a:pt x="55263" y="52377"/>
                  <a:pt x="52978" y="52377"/>
                </a:cubicBezTo>
                <a:lnTo>
                  <a:pt x="45240" y="52377"/>
                </a:lnTo>
                <a:lnTo>
                  <a:pt x="45240" y="60709"/>
                </a:lnTo>
                <a:lnTo>
                  <a:pt x="52978" y="60709"/>
                </a:lnTo>
                <a:cubicBezTo>
                  <a:pt x="55263" y="60709"/>
                  <a:pt x="57139" y="58834"/>
                  <a:pt x="57139" y="56549"/>
                </a:cubicBezTo>
                <a:close/>
                <a:moveTo>
                  <a:pt x="70980" y="30949"/>
                </a:moveTo>
                <a:lnTo>
                  <a:pt x="29020" y="30949"/>
                </a:lnTo>
                <a:cubicBezTo>
                  <a:pt x="19133" y="39760"/>
                  <a:pt x="4114" y="56766"/>
                  <a:pt x="4902" y="78263"/>
                </a:cubicBezTo>
                <a:cubicBezTo>
                  <a:pt x="5348" y="90457"/>
                  <a:pt x="15281" y="100000"/>
                  <a:pt x="27523" y="100000"/>
                </a:cubicBezTo>
                <a:lnTo>
                  <a:pt x="72478" y="100000"/>
                </a:lnTo>
                <a:cubicBezTo>
                  <a:pt x="84719" y="100000"/>
                  <a:pt x="94652" y="90457"/>
                  <a:pt x="95098" y="78263"/>
                </a:cubicBezTo>
                <a:cubicBezTo>
                  <a:pt x="95886" y="56766"/>
                  <a:pt x="80856" y="39760"/>
                  <a:pt x="70980" y="30949"/>
                </a:cubicBezTo>
                <a:close/>
                <a:moveTo>
                  <a:pt x="55355" y="83337"/>
                </a:moveTo>
                <a:lnTo>
                  <a:pt x="53572" y="83337"/>
                </a:lnTo>
                <a:lnTo>
                  <a:pt x="53572" y="84526"/>
                </a:lnTo>
                <a:cubicBezTo>
                  <a:pt x="53572" y="86503"/>
                  <a:pt x="51972" y="88092"/>
                  <a:pt x="49994" y="88092"/>
                </a:cubicBezTo>
                <a:cubicBezTo>
                  <a:pt x="48029" y="88092"/>
                  <a:pt x="46428" y="86503"/>
                  <a:pt x="46428" y="84526"/>
                </a:cubicBezTo>
                <a:lnTo>
                  <a:pt x="46428" y="83337"/>
                </a:lnTo>
                <a:lnTo>
                  <a:pt x="41662" y="83337"/>
                </a:lnTo>
                <a:cubicBezTo>
                  <a:pt x="39684" y="83337"/>
                  <a:pt x="38095" y="81737"/>
                  <a:pt x="38095" y="79760"/>
                </a:cubicBezTo>
                <a:lnTo>
                  <a:pt x="38095" y="48811"/>
                </a:lnTo>
                <a:cubicBezTo>
                  <a:pt x="38095" y="46834"/>
                  <a:pt x="39684" y="45234"/>
                  <a:pt x="41662" y="45234"/>
                </a:cubicBezTo>
                <a:lnTo>
                  <a:pt x="46428" y="45234"/>
                </a:lnTo>
                <a:lnTo>
                  <a:pt x="46428" y="44046"/>
                </a:lnTo>
                <a:cubicBezTo>
                  <a:pt x="46428" y="42069"/>
                  <a:pt x="48029" y="40480"/>
                  <a:pt x="49994" y="40480"/>
                </a:cubicBezTo>
                <a:cubicBezTo>
                  <a:pt x="51972" y="40480"/>
                  <a:pt x="53572" y="42069"/>
                  <a:pt x="53572" y="44046"/>
                </a:cubicBezTo>
                <a:lnTo>
                  <a:pt x="53572" y="45314"/>
                </a:lnTo>
                <a:cubicBezTo>
                  <a:pt x="59527" y="45623"/>
                  <a:pt x="64282" y="50526"/>
                  <a:pt x="64282" y="56549"/>
                </a:cubicBezTo>
                <a:cubicBezTo>
                  <a:pt x="64282" y="58971"/>
                  <a:pt x="63505" y="61212"/>
                  <a:pt x="62191" y="63074"/>
                </a:cubicBezTo>
                <a:cubicBezTo>
                  <a:pt x="64888" y="65143"/>
                  <a:pt x="66671" y="68355"/>
                  <a:pt x="66671" y="72023"/>
                </a:cubicBezTo>
                <a:cubicBezTo>
                  <a:pt x="66671" y="78263"/>
                  <a:pt x="61596" y="83337"/>
                  <a:pt x="55355" y="83337"/>
                </a:cubicBez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6194"/>
                </a:lnTo>
                <a:lnTo>
                  <a:pt x="55355" y="76194"/>
                </a:lnTo>
                <a:cubicBezTo>
                  <a:pt x="57641" y="76194"/>
                  <a:pt x="59527" y="74309"/>
                  <a:pt x="59527" y="72023"/>
                </a:cubicBezTo>
                <a:cubicBezTo>
                  <a:pt x="59527" y="69737"/>
                  <a:pt x="57641" y="67852"/>
                  <a:pt x="55355" y="67852"/>
                </a:cubicBezTo>
                <a:close/>
                <a:moveTo>
                  <a:pt x="57139" y="56549"/>
                </a:moveTo>
                <a:cubicBezTo>
                  <a:pt x="57139" y="54263"/>
                  <a:pt x="55263" y="52377"/>
                  <a:pt x="52978" y="52377"/>
                </a:cubicBezTo>
                <a:lnTo>
                  <a:pt x="45240" y="52377"/>
                </a:lnTo>
                <a:lnTo>
                  <a:pt x="45240" y="60709"/>
                </a:lnTo>
                <a:lnTo>
                  <a:pt x="52978" y="60709"/>
                </a:lnTo>
                <a:cubicBezTo>
                  <a:pt x="55263" y="60709"/>
                  <a:pt x="57139" y="58834"/>
                  <a:pt x="57139" y="5654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3" name="Красный — SVG 18">
            <a:extLst>
              <a:ext uri="{FF2B5EF4-FFF2-40B4-BE49-F238E27FC236}">
                <a16:creationId xmlns:a16="http://schemas.microsoft.com/office/drawing/2014/main" id="{0FF58167-F57A-C348-91F3-314EC5E2D792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43548 w 134341"/>
              <a:gd name="csY0" fmla="*/ 35434 h 148847"/>
              <a:gd name="csX1" fmla="*/ 90794 w 134341"/>
              <a:gd name="csY1" fmla="*/ 35434 h 148847"/>
              <a:gd name="csX2" fmla="*/ 98739 w 134341"/>
              <a:gd name="csY2" fmla="*/ 14272 h 148847"/>
              <a:gd name="csX3" fmla="*/ 98127 w 134341"/>
              <a:gd name="csY3" fmla="*/ 9373 h 148847"/>
              <a:gd name="csX4" fmla="*/ 93754 w 134341"/>
              <a:gd name="csY4" fmla="*/ 7094 h 148847"/>
              <a:gd name="csX5" fmla="*/ 80416 w 134341"/>
              <a:gd name="csY5" fmla="*/ 7094 h 148847"/>
              <a:gd name="csX6" fmla="*/ 67162 w 134341"/>
              <a:gd name="csY6" fmla="*/ 0 h 148847"/>
              <a:gd name="csX7" fmla="*/ 53926 w 134341"/>
              <a:gd name="csY7" fmla="*/ 7094 h 148847"/>
              <a:gd name="csX8" fmla="*/ 40587 w 134341"/>
              <a:gd name="csY8" fmla="*/ 7094 h 148847"/>
              <a:gd name="csX9" fmla="*/ 36215 w 134341"/>
              <a:gd name="csY9" fmla="*/ 9373 h 148847"/>
              <a:gd name="csX10" fmla="*/ 35602 w 134341"/>
              <a:gd name="csY10" fmla="*/ 14272 h 148847"/>
              <a:gd name="csX11" fmla="*/ 43548 w 134341"/>
              <a:gd name="csY11" fmla="*/ 35434 h 148847"/>
              <a:gd name="csX12" fmla="*/ 75142 w 134341"/>
              <a:gd name="csY12" fmla="*/ 77962 h 148847"/>
              <a:gd name="csX13" fmla="*/ 60085 w 134341"/>
              <a:gd name="csY13" fmla="*/ 77962 h 148847"/>
              <a:gd name="csX14" fmla="*/ 60085 w 134341"/>
              <a:gd name="csY14" fmla="*/ 90363 h 148847"/>
              <a:gd name="csX15" fmla="*/ 75142 w 134341"/>
              <a:gd name="csY15" fmla="*/ 90363 h 148847"/>
              <a:gd name="csX16" fmla="*/ 81351 w 134341"/>
              <a:gd name="csY16" fmla="*/ 84171 h 148847"/>
              <a:gd name="csX17" fmla="*/ 75142 w 134341"/>
              <a:gd name="csY17" fmla="*/ 77962 h 148847"/>
              <a:gd name="csX18" fmla="*/ 75142 w 134341"/>
              <a:gd name="csY18" fmla="*/ 77962 h 148847"/>
              <a:gd name="csX19" fmla="*/ 60085 w 134341"/>
              <a:gd name="csY19" fmla="*/ 77962 h 148847"/>
              <a:gd name="csX20" fmla="*/ 60085 w 134341"/>
              <a:gd name="csY20" fmla="*/ 90363 h 148847"/>
              <a:gd name="csX21" fmla="*/ 75142 w 134341"/>
              <a:gd name="csY21" fmla="*/ 90363 h 148847"/>
              <a:gd name="csX22" fmla="*/ 81351 w 134341"/>
              <a:gd name="csY22" fmla="*/ 84171 h 148847"/>
              <a:gd name="csX23" fmla="*/ 75142 w 134341"/>
              <a:gd name="csY23" fmla="*/ 77962 h 148847"/>
              <a:gd name="csX24" fmla="*/ 98399 w 134341"/>
              <a:gd name="csY24" fmla="*/ 46066 h 148847"/>
              <a:gd name="csX25" fmla="*/ 35943 w 134341"/>
              <a:gd name="csY25" fmla="*/ 46066 h 148847"/>
              <a:gd name="csX26" fmla="*/ 44 w 134341"/>
              <a:gd name="csY26" fmla="*/ 116492 h 148847"/>
              <a:gd name="csX27" fmla="*/ 33714 w 134341"/>
              <a:gd name="csY27" fmla="*/ 148847 h 148847"/>
              <a:gd name="csX28" fmla="*/ 100628 w 134341"/>
              <a:gd name="csY28" fmla="*/ 148847 h 148847"/>
              <a:gd name="csX29" fmla="*/ 134297 w 134341"/>
              <a:gd name="csY29" fmla="*/ 116492 h 148847"/>
              <a:gd name="csX30" fmla="*/ 98399 w 134341"/>
              <a:gd name="csY30" fmla="*/ 46066 h 148847"/>
              <a:gd name="csX31" fmla="*/ 75142 w 134341"/>
              <a:gd name="csY31" fmla="*/ 100995 h 148847"/>
              <a:gd name="csX32" fmla="*/ 60085 w 134341"/>
              <a:gd name="csY32" fmla="*/ 100995 h 148847"/>
              <a:gd name="csX33" fmla="*/ 60085 w 134341"/>
              <a:gd name="csY33" fmla="*/ 106319 h 148847"/>
              <a:gd name="csX34" fmla="*/ 65393 w 134341"/>
              <a:gd name="csY34" fmla="*/ 106319 h 148847"/>
              <a:gd name="csX35" fmla="*/ 70718 w 134341"/>
              <a:gd name="csY35" fmla="*/ 111627 h 148847"/>
              <a:gd name="csX36" fmla="*/ 65393 w 134341"/>
              <a:gd name="csY36" fmla="*/ 116951 h 148847"/>
              <a:gd name="csX37" fmla="*/ 60085 w 134341"/>
              <a:gd name="csY37" fmla="*/ 116951 h 148847"/>
              <a:gd name="csX38" fmla="*/ 60085 w 134341"/>
              <a:gd name="csY38" fmla="*/ 122259 h 148847"/>
              <a:gd name="csX39" fmla="*/ 54759 w 134341"/>
              <a:gd name="csY39" fmla="*/ 127583 h 148847"/>
              <a:gd name="csX40" fmla="*/ 49451 w 134341"/>
              <a:gd name="csY40" fmla="*/ 122259 h 148847"/>
              <a:gd name="csX41" fmla="*/ 49451 w 134341"/>
              <a:gd name="csY41" fmla="*/ 116951 h 148847"/>
              <a:gd name="csX42" fmla="*/ 47682 w 134341"/>
              <a:gd name="csY42" fmla="*/ 116951 h 148847"/>
              <a:gd name="csX43" fmla="*/ 42357 w 134341"/>
              <a:gd name="csY43" fmla="*/ 111627 h 148847"/>
              <a:gd name="csX44" fmla="*/ 47682 w 134341"/>
              <a:gd name="csY44" fmla="*/ 106319 h 148847"/>
              <a:gd name="csX45" fmla="*/ 49451 w 134341"/>
              <a:gd name="csY45" fmla="*/ 106319 h 148847"/>
              <a:gd name="csX46" fmla="*/ 49451 w 134341"/>
              <a:gd name="csY46" fmla="*/ 72654 h 148847"/>
              <a:gd name="csX47" fmla="*/ 54759 w 134341"/>
              <a:gd name="csY47" fmla="*/ 67330 h 148847"/>
              <a:gd name="csX48" fmla="*/ 75142 w 134341"/>
              <a:gd name="csY48" fmla="*/ 67330 h 148847"/>
              <a:gd name="csX49" fmla="*/ 91985 w 134341"/>
              <a:gd name="csY49" fmla="*/ 84171 h 148847"/>
              <a:gd name="csX50" fmla="*/ 75142 w 134341"/>
              <a:gd name="csY50" fmla="*/ 100995 h 148847"/>
              <a:gd name="csX51" fmla="*/ 75142 w 134341"/>
              <a:gd name="csY51" fmla="*/ 77962 h 148847"/>
              <a:gd name="csX52" fmla="*/ 60085 w 134341"/>
              <a:gd name="csY52" fmla="*/ 77962 h 148847"/>
              <a:gd name="csX53" fmla="*/ 60085 w 134341"/>
              <a:gd name="csY53" fmla="*/ 90363 h 148847"/>
              <a:gd name="csX54" fmla="*/ 75142 w 134341"/>
              <a:gd name="csY54" fmla="*/ 90363 h 148847"/>
              <a:gd name="csX55" fmla="*/ 81351 w 134341"/>
              <a:gd name="csY55" fmla="*/ 84171 h 148847"/>
              <a:gd name="csX56" fmla="*/ 75142 w 134341"/>
              <a:gd name="csY56" fmla="*/ 77962 h 148847"/>
            </a:gdLst>
            <a:ahLst/>
            <a:cxnLst/>
            <a:rect l="l" t="t" r="r" b="b"/>
            <a:pathLst>
              <a:path w="100000" h="100000">
                <a:moveTo>
                  <a:pt x="34130" y="23806"/>
                </a:moveTo>
                <a:lnTo>
                  <a:pt x="65871" y="23806"/>
                </a:lnTo>
                <a:lnTo>
                  <a:pt x="71209" y="9588"/>
                </a:lnTo>
                <a:cubicBezTo>
                  <a:pt x="71621" y="8491"/>
                  <a:pt x="71460" y="7257"/>
                  <a:pt x="70798" y="6297"/>
                </a:cubicBezTo>
                <a:cubicBezTo>
                  <a:pt x="70123" y="5337"/>
                  <a:pt x="69026" y="4766"/>
                  <a:pt x="67860" y="4766"/>
                </a:cubicBezTo>
                <a:lnTo>
                  <a:pt x="58899" y="4766"/>
                </a:lnTo>
                <a:cubicBezTo>
                  <a:pt x="56978" y="1897"/>
                  <a:pt x="53710" y="0"/>
                  <a:pt x="49994" y="0"/>
                </a:cubicBezTo>
                <a:cubicBezTo>
                  <a:pt x="46291" y="0"/>
                  <a:pt x="43022" y="1897"/>
                  <a:pt x="41102" y="4766"/>
                </a:cubicBezTo>
                <a:lnTo>
                  <a:pt x="32140" y="4766"/>
                </a:lnTo>
                <a:cubicBezTo>
                  <a:pt x="30963" y="4766"/>
                  <a:pt x="29866" y="5337"/>
                  <a:pt x="29203" y="6297"/>
                </a:cubicBezTo>
                <a:cubicBezTo>
                  <a:pt x="28540" y="7257"/>
                  <a:pt x="28380" y="8491"/>
                  <a:pt x="28791" y="9588"/>
                </a:cubicBezTo>
                <a:lnTo>
                  <a:pt x="34130" y="23806"/>
                </a:lnTo>
                <a:close/>
                <a:moveTo>
                  <a:pt x="55355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5355" y="60709"/>
                </a:lnTo>
                <a:cubicBezTo>
                  <a:pt x="57641" y="60709"/>
                  <a:pt x="59527" y="58834"/>
                  <a:pt x="59527" y="56549"/>
                </a:cubicBezTo>
                <a:cubicBezTo>
                  <a:pt x="59527" y="54263"/>
                  <a:pt x="57641" y="52377"/>
                  <a:pt x="55355" y="52377"/>
                </a:cubicBezTo>
                <a:close/>
                <a:moveTo>
                  <a:pt x="55355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5355" y="60709"/>
                </a:lnTo>
                <a:cubicBezTo>
                  <a:pt x="57641" y="60709"/>
                  <a:pt x="59527" y="58834"/>
                  <a:pt x="59527" y="56549"/>
                </a:cubicBezTo>
                <a:cubicBezTo>
                  <a:pt x="59527" y="54263"/>
                  <a:pt x="57641" y="52377"/>
                  <a:pt x="55355" y="52377"/>
                </a:cubicBezTo>
                <a:close/>
                <a:moveTo>
                  <a:pt x="70980" y="30949"/>
                </a:moveTo>
                <a:lnTo>
                  <a:pt x="29020" y="30949"/>
                </a:lnTo>
                <a:cubicBezTo>
                  <a:pt x="19133" y="39760"/>
                  <a:pt x="4114" y="56766"/>
                  <a:pt x="4902" y="78263"/>
                </a:cubicBezTo>
                <a:cubicBezTo>
                  <a:pt x="5348" y="90457"/>
                  <a:pt x="15281" y="100000"/>
                  <a:pt x="27523" y="100000"/>
                </a:cubicBezTo>
                <a:lnTo>
                  <a:pt x="72478" y="100000"/>
                </a:lnTo>
                <a:cubicBezTo>
                  <a:pt x="84719" y="100000"/>
                  <a:pt x="94652" y="90457"/>
                  <a:pt x="95098" y="78263"/>
                </a:cubicBezTo>
                <a:cubicBezTo>
                  <a:pt x="95886" y="56766"/>
                  <a:pt x="80856" y="39760"/>
                  <a:pt x="70980" y="30949"/>
                </a:cubicBez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1428"/>
                </a:lnTo>
                <a:lnTo>
                  <a:pt x="48806" y="71428"/>
                </a:lnTo>
                <a:cubicBezTo>
                  <a:pt x="50783" y="71428"/>
                  <a:pt x="52383" y="73029"/>
                  <a:pt x="52383" y="74994"/>
                </a:cubicBezTo>
                <a:cubicBezTo>
                  <a:pt x="52383" y="76972"/>
                  <a:pt x="50783" y="78571"/>
                  <a:pt x="48806" y="78571"/>
                </a:cubicBezTo>
                <a:lnTo>
                  <a:pt x="45240" y="78571"/>
                </a:lnTo>
                <a:lnTo>
                  <a:pt x="45240" y="82137"/>
                </a:lnTo>
                <a:cubicBezTo>
                  <a:pt x="45240" y="84115"/>
                  <a:pt x="43639" y="85714"/>
                  <a:pt x="41662" y="85714"/>
                </a:cubicBezTo>
                <a:cubicBezTo>
                  <a:pt x="39684" y="85714"/>
                  <a:pt x="38095" y="84115"/>
                  <a:pt x="38095" y="82137"/>
                </a:cubicBezTo>
                <a:lnTo>
                  <a:pt x="38095" y="78571"/>
                </a:lnTo>
                <a:lnTo>
                  <a:pt x="36907" y="78571"/>
                </a:lnTo>
                <a:cubicBezTo>
                  <a:pt x="34930" y="78571"/>
                  <a:pt x="33330" y="76972"/>
                  <a:pt x="33330" y="74994"/>
                </a:cubicBezTo>
                <a:cubicBezTo>
                  <a:pt x="33330" y="73029"/>
                  <a:pt x="34930" y="71428"/>
                  <a:pt x="36907" y="71428"/>
                </a:cubicBezTo>
                <a:lnTo>
                  <a:pt x="38095" y="71428"/>
                </a:lnTo>
                <a:lnTo>
                  <a:pt x="38095" y="48811"/>
                </a:lnTo>
                <a:cubicBezTo>
                  <a:pt x="38095" y="46834"/>
                  <a:pt x="39684" y="45234"/>
                  <a:pt x="41662" y="45234"/>
                </a:cubicBezTo>
                <a:lnTo>
                  <a:pt x="55355" y="45234"/>
                </a:lnTo>
                <a:cubicBezTo>
                  <a:pt x="61596" y="45234"/>
                  <a:pt x="66671" y="50309"/>
                  <a:pt x="66671" y="56549"/>
                </a:cubicBezTo>
                <a:cubicBezTo>
                  <a:pt x="66671" y="62789"/>
                  <a:pt x="61596" y="67852"/>
                  <a:pt x="55355" y="67852"/>
                </a:cubicBezTo>
                <a:close/>
                <a:moveTo>
                  <a:pt x="55355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5355" y="60709"/>
                </a:lnTo>
                <a:cubicBezTo>
                  <a:pt x="57641" y="60709"/>
                  <a:pt x="59527" y="58834"/>
                  <a:pt x="59527" y="56549"/>
                </a:cubicBezTo>
                <a:cubicBezTo>
                  <a:pt x="59527" y="54263"/>
                  <a:pt x="57641" y="52377"/>
                  <a:pt x="55355" y="5237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4" name="Красный — SVG 19">
            <a:extLst>
              <a:ext uri="{FF2B5EF4-FFF2-40B4-BE49-F238E27FC236}">
                <a16:creationId xmlns:a16="http://schemas.microsoft.com/office/drawing/2014/main" id="{468A0D23-7AD0-2247-BB43-B079E5EA94FF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54936 w 148867"/>
              <a:gd name="csY0" fmla="*/ 0 h 141753"/>
              <a:gd name="csX1" fmla="*/ 28361 w 148867"/>
              <a:gd name="csY1" fmla="*/ 26571 h 141753"/>
              <a:gd name="csX2" fmla="*/ 29552 w 148867"/>
              <a:gd name="csY2" fmla="*/ 34516 h 141753"/>
              <a:gd name="csX3" fmla="*/ 74434 w 148867"/>
              <a:gd name="csY3" fmla="*/ 21264 h 141753"/>
              <a:gd name="csX4" fmla="*/ 81035 w 148867"/>
              <a:gd name="csY4" fmla="*/ 21553 h 141753"/>
              <a:gd name="csX5" fmla="*/ 54936 w 148867"/>
              <a:gd name="csY5" fmla="*/ 0 h 141753"/>
              <a:gd name="csX6" fmla="*/ 116355 w 148867"/>
              <a:gd name="csY6" fmla="*/ 14204 h 141753"/>
              <a:gd name="csX7" fmla="*/ 115061 w 148867"/>
              <a:gd name="csY7" fmla="*/ 14238 h 141753"/>
              <a:gd name="csX8" fmla="*/ 89048 w 148867"/>
              <a:gd name="csY8" fmla="*/ 29752 h 141753"/>
              <a:gd name="csX9" fmla="*/ 89031 w 148867"/>
              <a:gd name="csY9" fmla="*/ 29752 h 141753"/>
              <a:gd name="csX10" fmla="*/ 74434 w 148867"/>
              <a:gd name="csY10" fmla="*/ 28358 h 141753"/>
              <a:gd name="csX11" fmla="*/ 15584 w 148867"/>
              <a:gd name="csY11" fmla="*/ 59896 h 141753"/>
              <a:gd name="csX12" fmla="*/ 10633 w 148867"/>
              <a:gd name="csY12" fmla="*/ 53160 h 141753"/>
              <a:gd name="csX13" fmla="*/ 14785 w 148867"/>
              <a:gd name="csY13" fmla="*/ 45505 h 141753"/>
              <a:gd name="csX14" fmla="*/ 17268 w 148867"/>
              <a:gd name="csY14" fmla="*/ 43021 h 141753"/>
              <a:gd name="csX15" fmla="*/ 17660 w 148867"/>
              <a:gd name="csY15" fmla="*/ 39517 h 141753"/>
              <a:gd name="csX16" fmla="*/ 15771 w 148867"/>
              <a:gd name="csY16" fmla="*/ 36540 h 141753"/>
              <a:gd name="csX17" fmla="*/ 12437 w 148867"/>
              <a:gd name="csY17" fmla="*/ 35400 h 141753"/>
              <a:gd name="csX18" fmla="*/ 10038 w 148867"/>
              <a:gd name="csY18" fmla="*/ 35996 h 141753"/>
              <a:gd name="csX19" fmla="*/ 0 w 148867"/>
              <a:gd name="csY19" fmla="*/ 53160 h 141753"/>
              <a:gd name="csX20" fmla="*/ 11858 w 148867"/>
              <a:gd name="csY20" fmla="*/ 69797 h 141753"/>
              <a:gd name="csX21" fmla="*/ 10633 w 148867"/>
              <a:gd name="csY21" fmla="*/ 79731 h 141753"/>
              <a:gd name="csX22" fmla="*/ 28446 w 148867"/>
              <a:gd name="csY22" fmla="*/ 115284 h 141753"/>
              <a:gd name="csX23" fmla="*/ 25707 w 148867"/>
              <a:gd name="csY23" fmla="*/ 122633 h 141753"/>
              <a:gd name="csX24" fmla="*/ 34061 w 148867"/>
              <a:gd name="csY24" fmla="*/ 140869 h 141753"/>
              <a:gd name="csX25" fmla="*/ 38995 w 148867"/>
              <a:gd name="csY25" fmla="*/ 141753 h 141753"/>
              <a:gd name="csX26" fmla="*/ 52282 w 148867"/>
              <a:gd name="csY26" fmla="*/ 132517 h 141753"/>
              <a:gd name="csX27" fmla="*/ 53830 w 148867"/>
              <a:gd name="csY27" fmla="*/ 128332 h 141753"/>
              <a:gd name="csX28" fmla="*/ 74434 w 148867"/>
              <a:gd name="csY28" fmla="*/ 131122 h 141753"/>
              <a:gd name="csX29" fmla="*/ 95037 w 148867"/>
              <a:gd name="csY29" fmla="*/ 128349 h 141753"/>
              <a:gd name="csX30" fmla="*/ 96585 w 148867"/>
              <a:gd name="csY30" fmla="*/ 132517 h 141753"/>
              <a:gd name="csX31" fmla="*/ 109873 w 148867"/>
              <a:gd name="csY31" fmla="*/ 141753 h 141753"/>
              <a:gd name="csX32" fmla="*/ 114806 w 148867"/>
              <a:gd name="csY32" fmla="*/ 140869 h 141753"/>
              <a:gd name="csX33" fmla="*/ 123160 w 148867"/>
              <a:gd name="csY33" fmla="*/ 122633 h 141753"/>
              <a:gd name="csX34" fmla="*/ 120438 w 148867"/>
              <a:gd name="csY34" fmla="*/ 115301 h 141753"/>
              <a:gd name="csX35" fmla="*/ 133453 w 148867"/>
              <a:gd name="csY35" fmla="*/ 99226 h 141753"/>
              <a:gd name="csX36" fmla="*/ 141773 w 148867"/>
              <a:gd name="csY36" fmla="*/ 99226 h 141753"/>
              <a:gd name="csX37" fmla="*/ 148867 w 148867"/>
              <a:gd name="csY37" fmla="*/ 92149 h 141753"/>
              <a:gd name="csX38" fmla="*/ 148867 w 148867"/>
              <a:gd name="csY38" fmla="*/ 74424 h 141753"/>
              <a:gd name="csX39" fmla="*/ 141773 w 148867"/>
              <a:gd name="csY39" fmla="*/ 67330 h 141753"/>
              <a:gd name="csX40" fmla="*/ 136278 w 148867"/>
              <a:gd name="csY40" fmla="*/ 67330 h 141753"/>
              <a:gd name="csX41" fmla="*/ 116406 w 148867"/>
              <a:gd name="csY41" fmla="*/ 41099 h 141753"/>
              <a:gd name="csX42" fmla="*/ 120983 w 148867"/>
              <a:gd name="csY42" fmla="*/ 20652 h 141753"/>
              <a:gd name="csX43" fmla="*/ 119707 w 148867"/>
              <a:gd name="csY43" fmla="*/ 15888 h 141753"/>
              <a:gd name="csX44" fmla="*/ 116355 w 148867"/>
              <a:gd name="csY44" fmla="*/ 14204 h 141753"/>
              <a:gd name="csX45" fmla="*/ 109873 w 148867"/>
              <a:gd name="csY45" fmla="*/ 67330 h 141753"/>
              <a:gd name="csX46" fmla="*/ 116967 w 148867"/>
              <a:gd name="csY46" fmla="*/ 74424 h 141753"/>
              <a:gd name="csX47" fmla="*/ 109873 w 148867"/>
              <a:gd name="csY47" fmla="*/ 81517 h 141753"/>
              <a:gd name="csX48" fmla="*/ 102795 w 148867"/>
              <a:gd name="csY48" fmla="*/ 74424 h 141753"/>
              <a:gd name="csX49" fmla="*/ 109873 w 148867"/>
              <a:gd name="csY49" fmla="*/ 67330 h 141753"/>
            </a:gdLst>
            <a:ahLst/>
            <a:cxnLst/>
            <a:rect l="l" t="t" r="r" b="b"/>
            <a:pathLst>
              <a:path w="100000" h="100000">
                <a:moveTo>
                  <a:pt x="36903" y="2389"/>
                </a:moveTo>
                <a:cubicBezTo>
                  <a:pt x="27040" y="2389"/>
                  <a:pt x="19051" y="10388"/>
                  <a:pt x="19051" y="20238"/>
                </a:cubicBezTo>
                <a:cubicBezTo>
                  <a:pt x="19051" y="22101"/>
                  <a:pt x="19326" y="23895"/>
                  <a:pt x="19851" y="25575"/>
                </a:cubicBezTo>
                <a:cubicBezTo>
                  <a:pt x="28069" y="20010"/>
                  <a:pt x="38571" y="16673"/>
                  <a:pt x="50000" y="16673"/>
                </a:cubicBezTo>
                <a:cubicBezTo>
                  <a:pt x="51463" y="16673"/>
                  <a:pt x="52949" y="16753"/>
                  <a:pt x="54434" y="16867"/>
                </a:cubicBezTo>
                <a:cubicBezTo>
                  <a:pt x="52857" y="8629"/>
                  <a:pt x="45611" y="2389"/>
                  <a:pt x="36903" y="2389"/>
                </a:cubicBezTo>
                <a:close/>
                <a:moveTo>
                  <a:pt x="78160" y="11931"/>
                </a:moveTo>
                <a:cubicBezTo>
                  <a:pt x="77874" y="11897"/>
                  <a:pt x="77589" y="11908"/>
                  <a:pt x="77291" y="11954"/>
                </a:cubicBezTo>
                <a:cubicBezTo>
                  <a:pt x="74400" y="12354"/>
                  <a:pt x="65074" y="14285"/>
                  <a:pt x="59817" y="22375"/>
                </a:cubicBezTo>
                <a:lnTo>
                  <a:pt x="59806" y="22375"/>
                </a:lnTo>
                <a:cubicBezTo>
                  <a:pt x="56652" y="21781"/>
                  <a:pt x="53383" y="21439"/>
                  <a:pt x="50000" y="21439"/>
                </a:cubicBezTo>
                <a:cubicBezTo>
                  <a:pt x="32195" y="21439"/>
                  <a:pt x="16937" y="30180"/>
                  <a:pt x="10468" y="42624"/>
                </a:cubicBezTo>
                <a:cubicBezTo>
                  <a:pt x="8526" y="42019"/>
                  <a:pt x="7143" y="40259"/>
                  <a:pt x="7143" y="38099"/>
                </a:cubicBezTo>
                <a:cubicBezTo>
                  <a:pt x="7143" y="34054"/>
                  <a:pt x="9932" y="32957"/>
                  <a:pt x="9932" y="32957"/>
                </a:cubicBezTo>
                <a:cubicBezTo>
                  <a:pt x="10663" y="32614"/>
                  <a:pt x="11246" y="32020"/>
                  <a:pt x="11600" y="31288"/>
                </a:cubicBezTo>
                <a:cubicBezTo>
                  <a:pt x="11954" y="30557"/>
                  <a:pt x="12046" y="29723"/>
                  <a:pt x="11863" y="28935"/>
                </a:cubicBezTo>
                <a:cubicBezTo>
                  <a:pt x="11669" y="28146"/>
                  <a:pt x="11223" y="27437"/>
                  <a:pt x="10594" y="26935"/>
                </a:cubicBezTo>
                <a:cubicBezTo>
                  <a:pt x="9955" y="26432"/>
                  <a:pt x="9166" y="26169"/>
                  <a:pt x="8354" y="26169"/>
                </a:cubicBezTo>
                <a:cubicBezTo>
                  <a:pt x="7794" y="26180"/>
                  <a:pt x="7235" y="26317"/>
                  <a:pt x="6743" y="26569"/>
                </a:cubicBezTo>
                <a:cubicBezTo>
                  <a:pt x="6743" y="26569"/>
                  <a:pt x="0" y="30237"/>
                  <a:pt x="0" y="38099"/>
                </a:cubicBezTo>
                <a:cubicBezTo>
                  <a:pt x="0" y="43241"/>
                  <a:pt x="3349" y="47629"/>
                  <a:pt x="7965" y="49275"/>
                </a:cubicBezTo>
                <a:cubicBezTo>
                  <a:pt x="7429" y="51435"/>
                  <a:pt x="7143" y="53663"/>
                  <a:pt x="7143" y="55948"/>
                </a:cubicBezTo>
                <a:cubicBezTo>
                  <a:pt x="7143" y="65227"/>
                  <a:pt x="11714" y="73637"/>
                  <a:pt x="19108" y="79830"/>
                </a:cubicBezTo>
                <a:lnTo>
                  <a:pt x="17268" y="84767"/>
                </a:lnTo>
                <a:cubicBezTo>
                  <a:pt x="15429" y="89704"/>
                  <a:pt x="17943" y="95177"/>
                  <a:pt x="22880" y="97017"/>
                </a:cubicBezTo>
                <a:cubicBezTo>
                  <a:pt x="23966" y="97416"/>
                  <a:pt x="25085" y="97611"/>
                  <a:pt x="26195" y="97611"/>
                </a:cubicBezTo>
                <a:cubicBezTo>
                  <a:pt x="30057" y="97611"/>
                  <a:pt x="33691" y="95245"/>
                  <a:pt x="35120" y="91406"/>
                </a:cubicBezTo>
                <a:lnTo>
                  <a:pt x="36160" y="88595"/>
                </a:lnTo>
                <a:cubicBezTo>
                  <a:pt x="40514" y="89795"/>
                  <a:pt x="45154" y="90469"/>
                  <a:pt x="50000" y="90469"/>
                </a:cubicBezTo>
                <a:cubicBezTo>
                  <a:pt x="54846" y="90469"/>
                  <a:pt x="59497" y="89806"/>
                  <a:pt x="63840" y="88607"/>
                </a:cubicBezTo>
                <a:lnTo>
                  <a:pt x="64880" y="91406"/>
                </a:lnTo>
                <a:cubicBezTo>
                  <a:pt x="66309" y="95245"/>
                  <a:pt x="69943" y="97611"/>
                  <a:pt x="73806" y="97611"/>
                </a:cubicBezTo>
                <a:cubicBezTo>
                  <a:pt x="74915" y="97611"/>
                  <a:pt x="76034" y="97416"/>
                  <a:pt x="77120" y="97017"/>
                </a:cubicBezTo>
                <a:cubicBezTo>
                  <a:pt x="82057" y="95177"/>
                  <a:pt x="84571" y="89704"/>
                  <a:pt x="82732" y="84767"/>
                </a:cubicBezTo>
                <a:lnTo>
                  <a:pt x="80903" y="79842"/>
                </a:lnTo>
                <a:cubicBezTo>
                  <a:pt x="84594" y="76734"/>
                  <a:pt x="87589" y="73089"/>
                  <a:pt x="89646" y="69044"/>
                </a:cubicBezTo>
                <a:lnTo>
                  <a:pt x="95235" y="69044"/>
                </a:lnTo>
                <a:cubicBezTo>
                  <a:pt x="97875" y="69044"/>
                  <a:pt x="100000" y="66918"/>
                  <a:pt x="100000" y="64290"/>
                </a:cubicBezTo>
                <a:lnTo>
                  <a:pt x="100000" y="52383"/>
                </a:lnTo>
                <a:cubicBezTo>
                  <a:pt x="100000" y="49754"/>
                  <a:pt x="97875" y="47618"/>
                  <a:pt x="95235" y="47618"/>
                </a:cubicBezTo>
                <a:lnTo>
                  <a:pt x="91543" y="47618"/>
                </a:lnTo>
                <a:cubicBezTo>
                  <a:pt x="89406" y="40670"/>
                  <a:pt x="84674" y="34568"/>
                  <a:pt x="78195" y="29997"/>
                </a:cubicBezTo>
                <a:lnTo>
                  <a:pt x="81269" y="16262"/>
                </a:lnTo>
                <a:cubicBezTo>
                  <a:pt x="81532" y="15119"/>
                  <a:pt x="81211" y="13931"/>
                  <a:pt x="80412" y="13062"/>
                </a:cubicBezTo>
                <a:cubicBezTo>
                  <a:pt x="79818" y="12422"/>
                  <a:pt x="79018" y="12022"/>
                  <a:pt x="78160" y="11931"/>
                </a:cubicBezTo>
                <a:close/>
                <a:moveTo>
                  <a:pt x="73806" y="47618"/>
                </a:moveTo>
                <a:cubicBezTo>
                  <a:pt x="76446" y="47618"/>
                  <a:pt x="78571" y="49754"/>
                  <a:pt x="78571" y="52383"/>
                </a:cubicBezTo>
                <a:cubicBezTo>
                  <a:pt x="78571" y="55011"/>
                  <a:pt x="76446" y="57148"/>
                  <a:pt x="73806" y="57148"/>
                </a:cubicBezTo>
                <a:cubicBezTo>
                  <a:pt x="71178" y="57148"/>
                  <a:pt x="69052" y="55011"/>
                  <a:pt x="69052" y="52383"/>
                </a:cubicBezTo>
                <a:cubicBezTo>
                  <a:pt x="69052" y="49754"/>
                  <a:pt x="71178" y="47618"/>
                  <a:pt x="73806" y="4761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5" name="Красный — SVG 20">
            <a:extLst>
              <a:ext uri="{FF2B5EF4-FFF2-40B4-BE49-F238E27FC236}">
                <a16:creationId xmlns:a16="http://schemas.microsoft.com/office/drawing/2014/main" id="{217C2ADC-0C62-0644-83E2-E7CAD992D95D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117665 w 148050"/>
              <a:gd name="csY0" fmla="*/ 15 h 141546"/>
              <a:gd name="csX1" fmla="*/ 114245 w 148050"/>
              <a:gd name="csY1" fmla="*/ 525 h 141546"/>
              <a:gd name="csX2" fmla="*/ 112578 w 148050"/>
              <a:gd name="csY2" fmla="*/ 1086 h 141546"/>
              <a:gd name="csX3" fmla="*/ 3930 w 148050"/>
              <a:gd name="csY3" fmla="*/ 39429 h 141546"/>
              <a:gd name="csX4" fmla="*/ 0 w 148050"/>
              <a:gd name="csY4" fmla="*/ 42304 h 141546"/>
              <a:gd name="csX5" fmla="*/ 27817 w 148050"/>
              <a:gd name="csY5" fmla="*/ 42304 h 141546"/>
              <a:gd name="csX6" fmla="*/ 106079 w 148050"/>
              <a:gd name="csY6" fmla="*/ 14661 h 141546"/>
              <a:gd name="csX7" fmla="*/ 116117 w 148050"/>
              <a:gd name="csY7" fmla="*/ 21755 h 141546"/>
              <a:gd name="csX8" fmla="*/ 119655 w 148050"/>
              <a:gd name="csY8" fmla="*/ 21142 h 141546"/>
              <a:gd name="csX9" fmla="*/ 127141 w 148050"/>
              <a:gd name="csY9" fmla="*/ 42304 h 141546"/>
              <a:gd name="csX10" fmla="*/ 138404 w 148050"/>
              <a:gd name="csY10" fmla="*/ 42304 h 141546"/>
              <a:gd name="csX11" fmla="*/ 126154 w 148050"/>
              <a:gd name="csY11" fmla="*/ 7567 h 141546"/>
              <a:gd name="csX12" fmla="*/ 125542 w 148050"/>
              <a:gd name="csY12" fmla="*/ 5917 h 141546"/>
              <a:gd name="csX13" fmla="*/ 121000 w 148050"/>
              <a:gd name="csY13" fmla="*/ 882 h 141546"/>
              <a:gd name="csX14" fmla="*/ 117665 w 148050"/>
              <a:gd name="csY14" fmla="*/ 15 h 141546"/>
              <a:gd name="csX15" fmla="*/ 107014 w 148050"/>
              <a:gd name="csY15" fmla="*/ 35602 h 141546"/>
              <a:gd name="csX16" fmla="*/ 104207 w 148050"/>
              <a:gd name="csY16" fmla="*/ 36010 h 141546"/>
              <a:gd name="csX17" fmla="*/ 99528 w 148050"/>
              <a:gd name="csY17" fmla="*/ 42304 h 141546"/>
              <a:gd name="csX18" fmla="*/ 113633 w 148050"/>
              <a:gd name="csY18" fmla="*/ 42304 h 141546"/>
              <a:gd name="csX19" fmla="*/ 113275 w 148050"/>
              <a:gd name="csY19" fmla="*/ 40331 h 141546"/>
              <a:gd name="csX20" fmla="*/ 107014 w 148050"/>
              <a:gd name="csY20" fmla="*/ 35602 h 141546"/>
              <a:gd name="csX21" fmla="*/ 70418 w 148050"/>
              <a:gd name="csY21" fmla="*/ 35755 h 141546"/>
              <a:gd name="csX22" fmla="*/ 65008 w 148050"/>
              <a:gd name="csY22" fmla="*/ 36674 h 141546"/>
              <a:gd name="csX23" fmla="*/ 57386 w 148050"/>
              <a:gd name="csY23" fmla="*/ 42304 h 141546"/>
              <a:gd name="csX24" fmla="*/ 84182 w 148050"/>
              <a:gd name="csY24" fmla="*/ 42304 h 141546"/>
              <a:gd name="csX25" fmla="*/ 70418 w 148050"/>
              <a:gd name="csY25" fmla="*/ 35755 h 141546"/>
              <a:gd name="csX26" fmla="*/ 11586 w 148050"/>
              <a:gd name="csY26" fmla="*/ 52936 h 141546"/>
              <a:gd name="csX27" fmla="*/ 2722 w 148050"/>
              <a:gd name="csY27" fmla="*/ 61799 h 141546"/>
              <a:gd name="csX28" fmla="*/ 2722 w 148050"/>
              <a:gd name="csY28" fmla="*/ 118497 h 141546"/>
              <a:gd name="csX29" fmla="*/ 11586 w 148050"/>
              <a:gd name="csY29" fmla="*/ 127360 h 141546"/>
              <a:gd name="csX30" fmla="*/ 85135 w 148050"/>
              <a:gd name="csY30" fmla="*/ 127360 h 141546"/>
              <a:gd name="csX31" fmla="*/ 79963 w 148050"/>
              <a:gd name="csY31" fmla="*/ 116728 h 141546"/>
              <a:gd name="csX32" fmla="*/ 23989 w 148050"/>
              <a:gd name="csY32" fmla="*/ 116728 h 141546"/>
              <a:gd name="csX33" fmla="*/ 13356 w 148050"/>
              <a:gd name="csY33" fmla="*/ 106096 h 141546"/>
              <a:gd name="csX34" fmla="*/ 13356 w 148050"/>
              <a:gd name="csY34" fmla="*/ 74200 h 141546"/>
              <a:gd name="csX35" fmla="*/ 23989 w 148050"/>
              <a:gd name="csY35" fmla="*/ 63568 h 141546"/>
              <a:gd name="csX36" fmla="*/ 99988 w 148050"/>
              <a:gd name="csY36" fmla="*/ 63568 h 141546"/>
              <a:gd name="csX37" fmla="*/ 107644 w 148050"/>
              <a:gd name="csY37" fmla="*/ 57121 h 141546"/>
              <a:gd name="csX38" fmla="*/ 116151 w 148050"/>
              <a:gd name="csY38" fmla="*/ 52936 h 141546"/>
              <a:gd name="csX39" fmla="*/ 11586 w 148050"/>
              <a:gd name="csY39" fmla="*/ 52936 h 141546"/>
              <a:gd name="csX40" fmla="*/ 116151 w 148050"/>
              <a:gd name="csY40" fmla="*/ 60030 h 141546"/>
              <a:gd name="csX41" fmla="*/ 113309 w 148050"/>
              <a:gd name="csY41" fmla="*/ 61374 h 141546"/>
              <a:gd name="csX42" fmla="*/ 87789 w 148050"/>
              <a:gd name="csY42" fmla="*/ 74132 h 141546"/>
              <a:gd name="csX43" fmla="*/ 84250 w 148050"/>
              <a:gd name="csY43" fmla="*/ 77670 h 141546"/>
              <a:gd name="csX44" fmla="*/ 84250 w 148050"/>
              <a:gd name="csY44" fmla="*/ 99019 h 141546"/>
              <a:gd name="csX45" fmla="*/ 115300 w 148050"/>
              <a:gd name="csY45" fmla="*/ 141445 h 141546"/>
              <a:gd name="csX46" fmla="*/ 116151 w 148050"/>
              <a:gd name="csY46" fmla="*/ 141547 h 141546"/>
              <a:gd name="csX47" fmla="*/ 117001 w 148050"/>
              <a:gd name="csY47" fmla="*/ 141445 h 141546"/>
              <a:gd name="csX48" fmla="*/ 148051 w 148050"/>
              <a:gd name="csY48" fmla="*/ 99019 h 141546"/>
              <a:gd name="csX49" fmla="*/ 148051 w 148050"/>
              <a:gd name="csY49" fmla="*/ 77670 h 141546"/>
              <a:gd name="csX50" fmla="*/ 144512 w 148050"/>
              <a:gd name="csY50" fmla="*/ 74132 h 141546"/>
              <a:gd name="csX51" fmla="*/ 118992 w 148050"/>
              <a:gd name="csY51" fmla="*/ 61374 h 141546"/>
              <a:gd name="csX52" fmla="*/ 116151 w 148050"/>
              <a:gd name="csY52" fmla="*/ 60030 h 141546"/>
              <a:gd name="csX53" fmla="*/ 70078 w 148050"/>
              <a:gd name="csY53" fmla="*/ 70662 h 141546"/>
              <a:gd name="csX54" fmla="*/ 52350 w 148050"/>
              <a:gd name="csY54" fmla="*/ 90156 h 141546"/>
              <a:gd name="csX55" fmla="*/ 70078 w 148050"/>
              <a:gd name="csY55" fmla="*/ 109651 h 141546"/>
              <a:gd name="csX56" fmla="*/ 77802 w 148050"/>
              <a:gd name="csY56" fmla="*/ 107661 h 141546"/>
              <a:gd name="csX57" fmla="*/ 77156 w 148050"/>
              <a:gd name="csY57" fmla="*/ 99019 h 141546"/>
              <a:gd name="csX58" fmla="*/ 77156 w 148050"/>
              <a:gd name="csY58" fmla="*/ 77687 h 141546"/>
              <a:gd name="csX59" fmla="*/ 78296 w 148050"/>
              <a:gd name="csY59" fmla="*/ 72924 h 141546"/>
              <a:gd name="csX60" fmla="*/ 70078 w 148050"/>
              <a:gd name="csY60" fmla="*/ 70662 h 141546"/>
              <a:gd name="csX61" fmla="*/ 32853 w 148050"/>
              <a:gd name="csY61" fmla="*/ 83063 h 141546"/>
              <a:gd name="csX62" fmla="*/ 27851 w 148050"/>
              <a:gd name="csY62" fmla="*/ 85138 h 141546"/>
              <a:gd name="csX63" fmla="*/ 25758 w 148050"/>
              <a:gd name="csY63" fmla="*/ 90156 h 141546"/>
              <a:gd name="csX64" fmla="*/ 27851 w 148050"/>
              <a:gd name="csY64" fmla="*/ 95158 h 141546"/>
              <a:gd name="csX65" fmla="*/ 32853 w 148050"/>
              <a:gd name="csY65" fmla="*/ 97233 h 141546"/>
              <a:gd name="csX66" fmla="*/ 37872 w 148050"/>
              <a:gd name="csY66" fmla="*/ 95158 h 141546"/>
              <a:gd name="csX67" fmla="*/ 39947 w 148050"/>
              <a:gd name="csY67" fmla="*/ 90156 h 141546"/>
              <a:gd name="csX68" fmla="*/ 37872 w 148050"/>
              <a:gd name="csY68" fmla="*/ 85138 h 141546"/>
              <a:gd name="csX69" fmla="*/ 32853 w 148050"/>
              <a:gd name="csY69" fmla="*/ 83063 h 141546"/>
            </a:gdLst>
            <a:ahLst/>
            <a:cxnLst/>
            <a:rect l="l" t="t" r="r" b="b"/>
            <a:pathLst>
              <a:path w="100000" h="100000">
                <a:moveTo>
                  <a:pt x="79477" y="2207"/>
                </a:moveTo>
                <a:cubicBezTo>
                  <a:pt x="78695" y="2160"/>
                  <a:pt x="77914" y="2276"/>
                  <a:pt x="77166" y="2551"/>
                </a:cubicBezTo>
                <a:lnTo>
                  <a:pt x="76041" y="2930"/>
                </a:lnTo>
                <a:lnTo>
                  <a:pt x="2655" y="28829"/>
                </a:lnTo>
                <a:cubicBezTo>
                  <a:pt x="1552" y="29220"/>
                  <a:pt x="644" y="29909"/>
                  <a:pt x="0" y="30771"/>
                </a:cubicBezTo>
                <a:lnTo>
                  <a:pt x="18789" y="30771"/>
                </a:lnTo>
                <a:lnTo>
                  <a:pt x="71651" y="12099"/>
                </a:lnTo>
                <a:cubicBezTo>
                  <a:pt x="72708" y="15041"/>
                  <a:pt x="75466" y="16891"/>
                  <a:pt x="78431" y="16891"/>
                </a:cubicBezTo>
                <a:cubicBezTo>
                  <a:pt x="79223" y="16891"/>
                  <a:pt x="80039" y="16765"/>
                  <a:pt x="80821" y="16477"/>
                </a:cubicBezTo>
                <a:lnTo>
                  <a:pt x="85877" y="30771"/>
                </a:lnTo>
                <a:lnTo>
                  <a:pt x="93485" y="30771"/>
                </a:lnTo>
                <a:lnTo>
                  <a:pt x="85210" y="7308"/>
                </a:lnTo>
                <a:lnTo>
                  <a:pt x="84797" y="6193"/>
                </a:lnTo>
                <a:cubicBezTo>
                  <a:pt x="84268" y="4688"/>
                  <a:pt x="83188" y="3482"/>
                  <a:pt x="81729" y="2792"/>
                </a:cubicBezTo>
                <a:cubicBezTo>
                  <a:pt x="81017" y="2448"/>
                  <a:pt x="80247" y="2241"/>
                  <a:pt x="79477" y="2207"/>
                </a:cubicBezTo>
                <a:close/>
                <a:moveTo>
                  <a:pt x="72282" y="26244"/>
                </a:moveTo>
                <a:cubicBezTo>
                  <a:pt x="71662" y="26209"/>
                  <a:pt x="71019" y="26290"/>
                  <a:pt x="70386" y="26519"/>
                </a:cubicBezTo>
                <a:cubicBezTo>
                  <a:pt x="68525" y="27186"/>
                  <a:pt x="67318" y="28909"/>
                  <a:pt x="67226" y="30771"/>
                </a:cubicBezTo>
                <a:lnTo>
                  <a:pt x="76753" y="30771"/>
                </a:lnTo>
                <a:cubicBezTo>
                  <a:pt x="76753" y="30323"/>
                  <a:pt x="76684" y="29886"/>
                  <a:pt x="76511" y="29438"/>
                </a:cubicBezTo>
                <a:cubicBezTo>
                  <a:pt x="75845" y="27565"/>
                  <a:pt x="74156" y="26359"/>
                  <a:pt x="72282" y="26244"/>
                </a:cubicBezTo>
                <a:close/>
                <a:moveTo>
                  <a:pt x="47564" y="26347"/>
                </a:moveTo>
                <a:cubicBezTo>
                  <a:pt x="46346" y="26347"/>
                  <a:pt x="45105" y="26565"/>
                  <a:pt x="43909" y="26968"/>
                </a:cubicBezTo>
                <a:cubicBezTo>
                  <a:pt x="41795" y="27714"/>
                  <a:pt x="40026" y="29048"/>
                  <a:pt x="38761" y="30771"/>
                </a:cubicBezTo>
                <a:lnTo>
                  <a:pt x="56861" y="30771"/>
                </a:lnTo>
                <a:cubicBezTo>
                  <a:pt x="54470" y="27978"/>
                  <a:pt x="51034" y="26347"/>
                  <a:pt x="47564" y="26347"/>
                </a:cubicBezTo>
                <a:close/>
                <a:moveTo>
                  <a:pt x="7826" y="37952"/>
                </a:moveTo>
                <a:cubicBezTo>
                  <a:pt x="4528" y="37952"/>
                  <a:pt x="1839" y="40641"/>
                  <a:pt x="1839" y="43939"/>
                </a:cubicBezTo>
                <a:lnTo>
                  <a:pt x="1839" y="82235"/>
                </a:lnTo>
                <a:cubicBezTo>
                  <a:pt x="1839" y="85544"/>
                  <a:pt x="4528" y="88222"/>
                  <a:pt x="7826" y="88222"/>
                </a:cubicBezTo>
                <a:lnTo>
                  <a:pt x="57504" y="88222"/>
                </a:lnTo>
                <a:cubicBezTo>
                  <a:pt x="56114" y="86142"/>
                  <a:pt x="54919" y="83751"/>
                  <a:pt x="54011" y="81040"/>
                </a:cubicBezTo>
                <a:lnTo>
                  <a:pt x="16203" y="81040"/>
                </a:lnTo>
                <a:cubicBezTo>
                  <a:pt x="16203" y="77076"/>
                  <a:pt x="12997" y="73859"/>
                  <a:pt x="9021" y="73859"/>
                </a:cubicBezTo>
                <a:lnTo>
                  <a:pt x="9021" y="52315"/>
                </a:lnTo>
                <a:cubicBezTo>
                  <a:pt x="12997" y="52315"/>
                  <a:pt x="16203" y="49109"/>
                  <a:pt x="16203" y="45133"/>
                </a:cubicBezTo>
                <a:lnTo>
                  <a:pt x="67537" y="45133"/>
                </a:lnTo>
                <a:cubicBezTo>
                  <a:pt x="69375" y="44157"/>
                  <a:pt x="71225" y="42767"/>
                  <a:pt x="72708" y="40779"/>
                </a:cubicBezTo>
                <a:cubicBezTo>
                  <a:pt x="74018" y="39009"/>
                  <a:pt x="76178" y="37952"/>
                  <a:pt x="78454" y="37952"/>
                </a:cubicBezTo>
                <a:lnTo>
                  <a:pt x="7826" y="37952"/>
                </a:lnTo>
                <a:close/>
                <a:moveTo>
                  <a:pt x="78454" y="42744"/>
                </a:moveTo>
                <a:cubicBezTo>
                  <a:pt x="77718" y="42744"/>
                  <a:pt x="76983" y="43042"/>
                  <a:pt x="76534" y="43651"/>
                </a:cubicBezTo>
                <a:cubicBezTo>
                  <a:pt x="70191" y="52108"/>
                  <a:pt x="59400" y="52269"/>
                  <a:pt x="59297" y="52269"/>
                </a:cubicBezTo>
                <a:cubicBezTo>
                  <a:pt x="57976" y="52269"/>
                  <a:pt x="56906" y="53337"/>
                  <a:pt x="56906" y="54659"/>
                </a:cubicBezTo>
                <a:lnTo>
                  <a:pt x="56906" y="69079"/>
                </a:lnTo>
                <a:cubicBezTo>
                  <a:pt x="56906" y="92220"/>
                  <a:pt x="77661" y="97678"/>
                  <a:pt x="77879" y="97735"/>
                </a:cubicBezTo>
                <a:cubicBezTo>
                  <a:pt x="78063" y="97781"/>
                  <a:pt x="78258" y="97804"/>
                  <a:pt x="78454" y="97804"/>
                </a:cubicBezTo>
                <a:cubicBezTo>
                  <a:pt x="78649" y="97804"/>
                  <a:pt x="78844" y="97781"/>
                  <a:pt x="79028" y="97735"/>
                </a:cubicBezTo>
                <a:cubicBezTo>
                  <a:pt x="79246" y="97678"/>
                  <a:pt x="100001" y="92220"/>
                  <a:pt x="100001" y="69079"/>
                </a:cubicBezTo>
                <a:lnTo>
                  <a:pt x="100001" y="54659"/>
                </a:lnTo>
                <a:cubicBezTo>
                  <a:pt x="100001" y="53349"/>
                  <a:pt x="98932" y="52269"/>
                  <a:pt x="97610" y="52269"/>
                </a:cubicBezTo>
                <a:cubicBezTo>
                  <a:pt x="97507" y="52269"/>
                  <a:pt x="86716" y="52108"/>
                  <a:pt x="80373" y="43651"/>
                </a:cubicBezTo>
                <a:cubicBezTo>
                  <a:pt x="79924" y="43042"/>
                  <a:pt x="79189" y="42744"/>
                  <a:pt x="78454" y="42744"/>
                </a:cubicBezTo>
                <a:close/>
                <a:moveTo>
                  <a:pt x="47334" y="49925"/>
                </a:moveTo>
                <a:cubicBezTo>
                  <a:pt x="40726" y="49925"/>
                  <a:pt x="35360" y="55807"/>
                  <a:pt x="35360" y="63092"/>
                </a:cubicBezTo>
                <a:cubicBezTo>
                  <a:pt x="35360" y="70365"/>
                  <a:pt x="40726" y="76260"/>
                  <a:pt x="47334" y="76260"/>
                </a:cubicBezTo>
                <a:cubicBezTo>
                  <a:pt x="49196" y="76260"/>
                  <a:pt x="50966" y="75778"/>
                  <a:pt x="52551" y="74916"/>
                </a:cubicBezTo>
                <a:cubicBezTo>
                  <a:pt x="52264" y="73100"/>
                  <a:pt x="52115" y="71135"/>
                  <a:pt x="52115" y="69079"/>
                </a:cubicBezTo>
                <a:lnTo>
                  <a:pt x="52115" y="54670"/>
                </a:lnTo>
                <a:cubicBezTo>
                  <a:pt x="52115" y="53521"/>
                  <a:pt x="52402" y="52418"/>
                  <a:pt x="52885" y="51453"/>
                </a:cubicBezTo>
                <a:cubicBezTo>
                  <a:pt x="51230" y="50476"/>
                  <a:pt x="49345" y="49925"/>
                  <a:pt x="47334" y="49925"/>
                </a:cubicBezTo>
                <a:close/>
                <a:moveTo>
                  <a:pt x="22190" y="58301"/>
                </a:moveTo>
                <a:cubicBezTo>
                  <a:pt x="20926" y="58301"/>
                  <a:pt x="19708" y="58806"/>
                  <a:pt x="18812" y="59703"/>
                </a:cubicBezTo>
                <a:cubicBezTo>
                  <a:pt x="17904" y="60599"/>
                  <a:pt x="17398" y="61817"/>
                  <a:pt x="17398" y="63092"/>
                </a:cubicBezTo>
                <a:cubicBezTo>
                  <a:pt x="17398" y="64357"/>
                  <a:pt x="17904" y="65574"/>
                  <a:pt x="18812" y="66471"/>
                </a:cubicBezTo>
                <a:cubicBezTo>
                  <a:pt x="19708" y="67379"/>
                  <a:pt x="20926" y="67872"/>
                  <a:pt x="22190" y="67872"/>
                </a:cubicBezTo>
                <a:cubicBezTo>
                  <a:pt x="23466" y="67872"/>
                  <a:pt x="24684" y="67379"/>
                  <a:pt x="25581" y="66471"/>
                </a:cubicBezTo>
                <a:cubicBezTo>
                  <a:pt x="26477" y="65574"/>
                  <a:pt x="26982" y="64357"/>
                  <a:pt x="26982" y="63092"/>
                </a:cubicBezTo>
                <a:cubicBezTo>
                  <a:pt x="26982" y="61817"/>
                  <a:pt x="26477" y="60599"/>
                  <a:pt x="25581" y="59703"/>
                </a:cubicBezTo>
                <a:cubicBezTo>
                  <a:pt x="24684" y="58806"/>
                  <a:pt x="23466" y="58301"/>
                  <a:pt x="22190" y="5830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6" name="Красный — SVG 21">
            <a:extLst>
              <a:ext uri="{FF2B5EF4-FFF2-40B4-BE49-F238E27FC236}">
                <a16:creationId xmlns:a16="http://schemas.microsoft.com/office/drawing/2014/main" id="{1AF3A2D7-A0EC-9046-A6AC-07243DDDDAA9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63800 w 141772"/>
              <a:gd name="csY0" fmla="*/ 0 h 145308"/>
              <a:gd name="csX1" fmla="*/ 52300 w 141772"/>
              <a:gd name="csY1" fmla="*/ 4015 h 145308"/>
              <a:gd name="csX2" fmla="*/ 10123 w 141772"/>
              <a:gd name="csY2" fmla="*/ 37220 h 145308"/>
              <a:gd name="csX3" fmla="*/ 0 w 141772"/>
              <a:gd name="csY3" fmla="*/ 58093 h 145308"/>
              <a:gd name="csX4" fmla="*/ 0 w 141772"/>
              <a:gd name="csY4" fmla="*/ 122208 h 145308"/>
              <a:gd name="csX5" fmla="*/ 12403 w 141772"/>
              <a:gd name="csY5" fmla="*/ 134609 h 145308"/>
              <a:gd name="csX6" fmla="*/ 66471 w 141772"/>
              <a:gd name="csY6" fmla="*/ 134609 h 145308"/>
              <a:gd name="csX7" fmla="*/ 56706 w 141772"/>
              <a:gd name="csY7" fmla="*/ 106319 h 145308"/>
              <a:gd name="csX8" fmla="*/ 102795 w 141772"/>
              <a:gd name="csY8" fmla="*/ 60253 h 145308"/>
              <a:gd name="csX9" fmla="*/ 127601 w 141772"/>
              <a:gd name="csY9" fmla="*/ 67534 h 145308"/>
              <a:gd name="csX10" fmla="*/ 127601 w 141772"/>
              <a:gd name="csY10" fmla="*/ 58093 h 145308"/>
              <a:gd name="csX11" fmla="*/ 117477 w 141772"/>
              <a:gd name="csY11" fmla="*/ 37220 h 145308"/>
              <a:gd name="csX12" fmla="*/ 75301 w 141772"/>
              <a:gd name="csY12" fmla="*/ 4015 h 145308"/>
              <a:gd name="csX13" fmla="*/ 63800 w 141772"/>
              <a:gd name="csY13" fmla="*/ 0 h 145308"/>
              <a:gd name="csX14" fmla="*/ 102795 w 141772"/>
              <a:gd name="csY14" fmla="*/ 67330 h 145308"/>
              <a:gd name="csX15" fmla="*/ 63800 w 141772"/>
              <a:gd name="csY15" fmla="*/ 106319 h 145308"/>
              <a:gd name="csX16" fmla="*/ 102795 w 141772"/>
              <a:gd name="csY16" fmla="*/ 145309 h 145308"/>
              <a:gd name="csX17" fmla="*/ 141773 w 141772"/>
              <a:gd name="csY17" fmla="*/ 106319 h 145308"/>
              <a:gd name="csX18" fmla="*/ 102795 w 141772"/>
              <a:gd name="csY18" fmla="*/ 67330 h 145308"/>
              <a:gd name="csX19" fmla="*/ 28361 w 141772"/>
              <a:gd name="csY19" fmla="*/ 70885 h 145308"/>
              <a:gd name="csX20" fmla="*/ 42534 w 141772"/>
              <a:gd name="csY20" fmla="*/ 70885 h 145308"/>
              <a:gd name="csX21" fmla="*/ 46072 w 141772"/>
              <a:gd name="csY21" fmla="*/ 74424 h 145308"/>
              <a:gd name="csX22" fmla="*/ 46072 w 141772"/>
              <a:gd name="csY22" fmla="*/ 95687 h 145308"/>
              <a:gd name="csX23" fmla="*/ 42534 w 141772"/>
              <a:gd name="csY23" fmla="*/ 99226 h 145308"/>
              <a:gd name="csX24" fmla="*/ 28361 w 141772"/>
              <a:gd name="csY24" fmla="*/ 99226 h 145308"/>
              <a:gd name="csX25" fmla="*/ 24806 w 141772"/>
              <a:gd name="csY25" fmla="*/ 95687 h 145308"/>
              <a:gd name="csX26" fmla="*/ 24806 w 141772"/>
              <a:gd name="csY26" fmla="*/ 74424 h 145308"/>
              <a:gd name="csX27" fmla="*/ 28361 w 141772"/>
              <a:gd name="csY27" fmla="*/ 70885 h 145308"/>
              <a:gd name="csX28" fmla="*/ 102795 w 141772"/>
              <a:gd name="csY28" fmla="*/ 77962 h 145308"/>
              <a:gd name="csX29" fmla="*/ 106334 w 141772"/>
              <a:gd name="csY29" fmla="*/ 81517 h 145308"/>
              <a:gd name="csX30" fmla="*/ 106334 w 141772"/>
              <a:gd name="csY30" fmla="*/ 85107 h 145308"/>
              <a:gd name="csX31" fmla="*/ 116406 w 141772"/>
              <a:gd name="csY31" fmla="*/ 90227 h 145308"/>
              <a:gd name="csX32" fmla="*/ 115351 w 141772"/>
              <a:gd name="csY32" fmla="*/ 95126 h 145308"/>
              <a:gd name="csX33" fmla="*/ 110451 w 141772"/>
              <a:gd name="csY33" fmla="*/ 94071 h 145308"/>
              <a:gd name="csX34" fmla="*/ 105585 w 141772"/>
              <a:gd name="csY34" fmla="*/ 92149 h 145308"/>
              <a:gd name="csX35" fmla="*/ 100124 w 141772"/>
              <a:gd name="csY35" fmla="*/ 92149 h 145308"/>
              <a:gd name="csX36" fmla="*/ 94816 w 141772"/>
              <a:gd name="csY36" fmla="*/ 97457 h 145308"/>
              <a:gd name="csX37" fmla="*/ 100124 w 141772"/>
              <a:gd name="csY37" fmla="*/ 102781 h 145308"/>
              <a:gd name="csX38" fmla="*/ 106334 w 141772"/>
              <a:gd name="csY38" fmla="*/ 102781 h 145308"/>
              <a:gd name="csX39" fmla="*/ 118737 w 141772"/>
              <a:gd name="csY39" fmla="*/ 115182 h 145308"/>
              <a:gd name="csX40" fmla="*/ 106334 w 141772"/>
              <a:gd name="csY40" fmla="*/ 127583 h 145308"/>
              <a:gd name="csX41" fmla="*/ 106334 w 141772"/>
              <a:gd name="csY41" fmla="*/ 131122 h 145308"/>
              <a:gd name="csX42" fmla="*/ 102795 w 141772"/>
              <a:gd name="csY42" fmla="*/ 134677 h 145308"/>
              <a:gd name="csX43" fmla="*/ 99239 w 141772"/>
              <a:gd name="csY43" fmla="*/ 131122 h 145308"/>
              <a:gd name="csX44" fmla="*/ 99239 w 141772"/>
              <a:gd name="csY44" fmla="*/ 127566 h 145308"/>
              <a:gd name="csX45" fmla="*/ 87874 w 141772"/>
              <a:gd name="csY45" fmla="*/ 123007 h 145308"/>
              <a:gd name="csX46" fmla="*/ 87874 w 141772"/>
              <a:gd name="csY46" fmla="*/ 117989 h 145308"/>
              <a:gd name="csX47" fmla="*/ 92893 w 141772"/>
              <a:gd name="csY47" fmla="*/ 117989 h 145308"/>
              <a:gd name="csX48" fmla="*/ 99376 w 141772"/>
              <a:gd name="csY48" fmla="*/ 120490 h 145308"/>
              <a:gd name="csX49" fmla="*/ 106334 w 141772"/>
              <a:gd name="csY49" fmla="*/ 120490 h 145308"/>
              <a:gd name="csX50" fmla="*/ 111642 w 141772"/>
              <a:gd name="csY50" fmla="*/ 115182 h 145308"/>
              <a:gd name="csX51" fmla="*/ 106334 w 141772"/>
              <a:gd name="csY51" fmla="*/ 109858 h 145308"/>
              <a:gd name="csX52" fmla="*/ 100124 w 141772"/>
              <a:gd name="csY52" fmla="*/ 109858 h 145308"/>
              <a:gd name="csX53" fmla="*/ 87721 w 141772"/>
              <a:gd name="csY53" fmla="*/ 97457 h 145308"/>
              <a:gd name="csX54" fmla="*/ 99239 w 141772"/>
              <a:gd name="csY54" fmla="*/ 85141 h 145308"/>
              <a:gd name="csX55" fmla="*/ 99239 w 141772"/>
              <a:gd name="csY55" fmla="*/ 81517 h 145308"/>
              <a:gd name="csX56" fmla="*/ 102795 w 141772"/>
              <a:gd name="csY56" fmla="*/ 77962 h 145308"/>
            </a:gdLst>
            <a:ahLst/>
            <a:cxnLst/>
            <a:rect l="l" t="t" r="r" b="b"/>
            <a:pathLst>
              <a:path w="100000" h="100000">
                <a:moveTo>
                  <a:pt x="45123" y="0"/>
                </a:moveTo>
                <a:cubicBezTo>
                  <a:pt x="42325" y="0"/>
                  <a:pt x="39539" y="925"/>
                  <a:pt x="37209" y="2763"/>
                </a:cubicBezTo>
                <a:lnTo>
                  <a:pt x="8183" y="25615"/>
                </a:lnTo>
                <a:cubicBezTo>
                  <a:pt x="3758" y="29104"/>
                  <a:pt x="1217" y="34336"/>
                  <a:pt x="1217" y="39979"/>
                </a:cubicBezTo>
                <a:lnTo>
                  <a:pt x="1217" y="84103"/>
                </a:lnTo>
                <a:cubicBezTo>
                  <a:pt x="1217" y="88809"/>
                  <a:pt x="5045" y="92637"/>
                  <a:pt x="9752" y="92637"/>
                </a:cubicBezTo>
                <a:lnTo>
                  <a:pt x="46962" y="92637"/>
                </a:lnTo>
                <a:cubicBezTo>
                  <a:pt x="42771" y="87264"/>
                  <a:pt x="40241" y="80508"/>
                  <a:pt x="40241" y="73168"/>
                </a:cubicBezTo>
                <a:cubicBezTo>
                  <a:pt x="40241" y="55655"/>
                  <a:pt x="54444" y="41466"/>
                  <a:pt x="71960" y="41466"/>
                </a:cubicBezTo>
                <a:cubicBezTo>
                  <a:pt x="78247" y="41466"/>
                  <a:pt x="84101" y="43316"/>
                  <a:pt x="89031" y="46476"/>
                </a:cubicBezTo>
                <a:lnTo>
                  <a:pt x="89031" y="39979"/>
                </a:lnTo>
                <a:cubicBezTo>
                  <a:pt x="89031" y="34336"/>
                  <a:pt x="86490" y="29104"/>
                  <a:pt x="82064" y="25615"/>
                </a:cubicBezTo>
                <a:lnTo>
                  <a:pt x="53038" y="2763"/>
                </a:lnTo>
                <a:cubicBezTo>
                  <a:pt x="50709" y="925"/>
                  <a:pt x="47922" y="0"/>
                  <a:pt x="45123" y="0"/>
                </a:cubicBezTo>
                <a:close/>
                <a:moveTo>
                  <a:pt x="71960" y="46336"/>
                </a:moveTo>
                <a:cubicBezTo>
                  <a:pt x="57137" y="46336"/>
                  <a:pt x="45123" y="58347"/>
                  <a:pt x="45123" y="73168"/>
                </a:cubicBezTo>
                <a:cubicBezTo>
                  <a:pt x="45123" y="87990"/>
                  <a:pt x="57137" y="100001"/>
                  <a:pt x="71960" y="100001"/>
                </a:cubicBezTo>
                <a:cubicBezTo>
                  <a:pt x="86771" y="100001"/>
                  <a:pt x="98784" y="87990"/>
                  <a:pt x="98784" y="73168"/>
                </a:cubicBezTo>
                <a:cubicBezTo>
                  <a:pt x="98784" y="58347"/>
                  <a:pt x="86771" y="46336"/>
                  <a:pt x="71960" y="46336"/>
                </a:cubicBezTo>
                <a:close/>
                <a:moveTo>
                  <a:pt x="20735" y="48783"/>
                </a:moveTo>
                <a:lnTo>
                  <a:pt x="30488" y="48783"/>
                </a:lnTo>
                <a:cubicBezTo>
                  <a:pt x="31834" y="48783"/>
                  <a:pt x="32923" y="49871"/>
                  <a:pt x="32923" y="51218"/>
                </a:cubicBezTo>
                <a:lnTo>
                  <a:pt x="32923" y="65851"/>
                </a:lnTo>
                <a:cubicBezTo>
                  <a:pt x="32923" y="67198"/>
                  <a:pt x="31834" y="68287"/>
                  <a:pt x="30488" y="68287"/>
                </a:cubicBezTo>
                <a:lnTo>
                  <a:pt x="20735" y="68287"/>
                </a:lnTo>
                <a:cubicBezTo>
                  <a:pt x="19388" y="68287"/>
                  <a:pt x="18288" y="67198"/>
                  <a:pt x="18288" y="65851"/>
                </a:cubicBezTo>
                <a:lnTo>
                  <a:pt x="18288" y="51218"/>
                </a:lnTo>
                <a:cubicBezTo>
                  <a:pt x="18288" y="49871"/>
                  <a:pt x="19388" y="48783"/>
                  <a:pt x="20735" y="48783"/>
                </a:cubicBezTo>
                <a:close/>
                <a:moveTo>
                  <a:pt x="71960" y="53653"/>
                </a:moveTo>
                <a:cubicBezTo>
                  <a:pt x="73306" y="53653"/>
                  <a:pt x="74395" y="54753"/>
                  <a:pt x="74395" y="56099"/>
                </a:cubicBezTo>
                <a:lnTo>
                  <a:pt x="74395" y="58570"/>
                </a:lnTo>
                <a:cubicBezTo>
                  <a:pt x="78165" y="58769"/>
                  <a:pt x="80565" y="60911"/>
                  <a:pt x="81327" y="62094"/>
                </a:cubicBezTo>
                <a:cubicBezTo>
                  <a:pt x="82053" y="63217"/>
                  <a:pt x="81724" y="64727"/>
                  <a:pt x="80601" y="65465"/>
                </a:cubicBezTo>
                <a:cubicBezTo>
                  <a:pt x="79465" y="66191"/>
                  <a:pt x="77954" y="65863"/>
                  <a:pt x="77228" y="64739"/>
                </a:cubicBezTo>
                <a:cubicBezTo>
                  <a:pt x="77217" y="64739"/>
                  <a:pt x="76162" y="63416"/>
                  <a:pt x="73880" y="63416"/>
                </a:cubicBezTo>
                <a:lnTo>
                  <a:pt x="70121" y="63416"/>
                </a:lnTo>
                <a:cubicBezTo>
                  <a:pt x="68107" y="63416"/>
                  <a:pt x="66468" y="65056"/>
                  <a:pt x="66468" y="67069"/>
                </a:cubicBezTo>
                <a:cubicBezTo>
                  <a:pt x="66468" y="69083"/>
                  <a:pt x="68107" y="70733"/>
                  <a:pt x="70121" y="70733"/>
                </a:cubicBezTo>
                <a:lnTo>
                  <a:pt x="74395" y="70733"/>
                </a:lnTo>
                <a:cubicBezTo>
                  <a:pt x="79102" y="70733"/>
                  <a:pt x="82931" y="74562"/>
                  <a:pt x="82931" y="79267"/>
                </a:cubicBezTo>
                <a:cubicBezTo>
                  <a:pt x="82931" y="83974"/>
                  <a:pt x="79102" y="87802"/>
                  <a:pt x="74395" y="87802"/>
                </a:cubicBezTo>
                <a:lnTo>
                  <a:pt x="74395" y="90237"/>
                </a:lnTo>
                <a:cubicBezTo>
                  <a:pt x="74395" y="91583"/>
                  <a:pt x="73306" y="92684"/>
                  <a:pt x="71960" y="92684"/>
                </a:cubicBezTo>
                <a:cubicBezTo>
                  <a:pt x="70601" y="92684"/>
                  <a:pt x="69512" y="91583"/>
                  <a:pt x="69512" y="90237"/>
                </a:cubicBezTo>
                <a:lnTo>
                  <a:pt x="69512" y="87790"/>
                </a:lnTo>
                <a:cubicBezTo>
                  <a:pt x="66480" y="87767"/>
                  <a:pt x="63705" y="86666"/>
                  <a:pt x="61691" y="84653"/>
                </a:cubicBezTo>
                <a:cubicBezTo>
                  <a:pt x="60743" y="83693"/>
                  <a:pt x="60743" y="82159"/>
                  <a:pt x="61691" y="81199"/>
                </a:cubicBezTo>
                <a:cubicBezTo>
                  <a:pt x="62652" y="80251"/>
                  <a:pt x="64185" y="80251"/>
                  <a:pt x="65145" y="81199"/>
                </a:cubicBezTo>
                <a:cubicBezTo>
                  <a:pt x="65930" y="81984"/>
                  <a:pt x="67347" y="82920"/>
                  <a:pt x="69607" y="82920"/>
                </a:cubicBezTo>
                <a:lnTo>
                  <a:pt x="74395" y="82920"/>
                </a:lnTo>
                <a:cubicBezTo>
                  <a:pt x="76409" y="82920"/>
                  <a:pt x="78048" y="81281"/>
                  <a:pt x="78048" y="79267"/>
                </a:cubicBezTo>
                <a:cubicBezTo>
                  <a:pt x="78048" y="77254"/>
                  <a:pt x="76409" y="75604"/>
                  <a:pt x="74395" y="75604"/>
                </a:cubicBezTo>
                <a:lnTo>
                  <a:pt x="70121" y="75604"/>
                </a:lnTo>
                <a:cubicBezTo>
                  <a:pt x="65415" y="75604"/>
                  <a:pt x="61586" y="71775"/>
                  <a:pt x="61586" y="67069"/>
                </a:cubicBezTo>
                <a:cubicBezTo>
                  <a:pt x="61586" y="62573"/>
                  <a:pt x="65098" y="58921"/>
                  <a:pt x="69512" y="58593"/>
                </a:cubicBezTo>
                <a:lnTo>
                  <a:pt x="69512" y="56099"/>
                </a:lnTo>
                <a:cubicBezTo>
                  <a:pt x="69512" y="54753"/>
                  <a:pt x="70601" y="53653"/>
                  <a:pt x="71960" y="5365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7" name="Красный — SVG 22">
            <a:extLst>
              <a:ext uri="{FF2B5EF4-FFF2-40B4-BE49-F238E27FC236}">
                <a16:creationId xmlns:a16="http://schemas.microsoft.com/office/drawing/2014/main" id="{D52FC77E-C160-1D4C-AA61-EC9C8BC62C71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63800 w 141772"/>
              <a:gd name="csY0" fmla="*/ 0 h 145240"/>
              <a:gd name="csX1" fmla="*/ 52300 w 141772"/>
              <a:gd name="csY1" fmla="*/ 4015 h 145240"/>
              <a:gd name="csX2" fmla="*/ 10123 w 141772"/>
              <a:gd name="csY2" fmla="*/ 37220 h 145240"/>
              <a:gd name="csX3" fmla="*/ 0 w 141772"/>
              <a:gd name="csY3" fmla="*/ 58093 h 145240"/>
              <a:gd name="csX4" fmla="*/ 0 w 141772"/>
              <a:gd name="csY4" fmla="*/ 122208 h 145240"/>
              <a:gd name="csX5" fmla="*/ 12403 w 141772"/>
              <a:gd name="csY5" fmla="*/ 134609 h 145240"/>
              <a:gd name="csX6" fmla="*/ 66471 w 141772"/>
              <a:gd name="csY6" fmla="*/ 134609 h 145240"/>
              <a:gd name="csX7" fmla="*/ 56706 w 141772"/>
              <a:gd name="csY7" fmla="*/ 106319 h 145240"/>
              <a:gd name="csX8" fmla="*/ 102795 w 141772"/>
              <a:gd name="csY8" fmla="*/ 60253 h 145240"/>
              <a:gd name="csX9" fmla="*/ 127601 w 141772"/>
              <a:gd name="csY9" fmla="*/ 67534 h 145240"/>
              <a:gd name="csX10" fmla="*/ 127601 w 141772"/>
              <a:gd name="csY10" fmla="*/ 58093 h 145240"/>
              <a:gd name="csX11" fmla="*/ 117477 w 141772"/>
              <a:gd name="csY11" fmla="*/ 37220 h 145240"/>
              <a:gd name="csX12" fmla="*/ 75301 w 141772"/>
              <a:gd name="csY12" fmla="*/ 4015 h 145240"/>
              <a:gd name="csX13" fmla="*/ 63800 w 141772"/>
              <a:gd name="csY13" fmla="*/ 0 h 145240"/>
              <a:gd name="csX14" fmla="*/ 102795 w 141772"/>
              <a:gd name="csY14" fmla="*/ 67279 h 145240"/>
              <a:gd name="csX15" fmla="*/ 63800 w 141772"/>
              <a:gd name="csY15" fmla="*/ 106251 h 145240"/>
              <a:gd name="csX16" fmla="*/ 102795 w 141772"/>
              <a:gd name="csY16" fmla="*/ 145241 h 145240"/>
              <a:gd name="csX17" fmla="*/ 141773 w 141772"/>
              <a:gd name="csY17" fmla="*/ 106251 h 145240"/>
              <a:gd name="csX18" fmla="*/ 102795 w 141772"/>
              <a:gd name="csY18" fmla="*/ 67279 h 145240"/>
              <a:gd name="csX19" fmla="*/ 28361 w 141772"/>
              <a:gd name="csY19" fmla="*/ 70885 h 145240"/>
              <a:gd name="csX20" fmla="*/ 42534 w 141772"/>
              <a:gd name="csY20" fmla="*/ 70885 h 145240"/>
              <a:gd name="csX21" fmla="*/ 46072 w 141772"/>
              <a:gd name="csY21" fmla="*/ 74424 h 145240"/>
              <a:gd name="csX22" fmla="*/ 46072 w 141772"/>
              <a:gd name="csY22" fmla="*/ 95687 h 145240"/>
              <a:gd name="csX23" fmla="*/ 42534 w 141772"/>
              <a:gd name="csY23" fmla="*/ 99226 h 145240"/>
              <a:gd name="csX24" fmla="*/ 28361 w 141772"/>
              <a:gd name="csY24" fmla="*/ 99226 h 145240"/>
              <a:gd name="csX25" fmla="*/ 24806 w 141772"/>
              <a:gd name="csY25" fmla="*/ 95687 h 145240"/>
              <a:gd name="csX26" fmla="*/ 24806 w 141772"/>
              <a:gd name="csY26" fmla="*/ 74424 h 145240"/>
              <a:gd name="csX27" fmla="*/ 28361 w 141772"/>
              <a:gd name="csY27" fmla="*/ 70885 h 145240"/>
              <a:gd name="csX28" fmla="*/ 86837 w 141772"/>
              <a:gd name="csY28" fmla="*/ 84987 h 145240"/>
              <a:gd name="csX29" fmla="*/ 92162 w 141772"/>
              <a:gd name="csY29" fmla="*/ 90312 h 145240"/>
              <a:gd name="csX30" fmla="*/ 86837 w 141772"/>
              <a:gd name="csY30" fmla="*/ 95619 h 145240"/>
              <a:gd name="csX31" fmla="*/ 81528 w 141772"/>
              <a:gd name="csY31" fmla="*/ 90312 h 145240"/>
              <a:gd name="csX32" fmla="*/ 86837 w 141772"/>
              <a:gd name="csY32" fmla="*/ 84987 h 145240"/>
              <a:gd name="csX33" fmla="*/ 118737 w 141772"/>
              <a:gd name="csY33" fmla="*/ 86774 h 145240"/>
              <a:gd name="csX34" fmla="*/ 121237 w 141772"/>
              <a:gd name="csY34" fmla="*/ 87811 h 145240"/>
              <a:gd name="csX35" fmla="*/ 121237 w 141772"/>
              <a:gd name="csY35" fmla="*/ 92813 h 145240"/>
              <a:gd name="csX36" fmla="*/ 89337 w 141772"/>
              <a:gd name="csY36" fmla="*/ 124709 h 145240"/>
              <a:gd name="csX37" fmla="*/ 86837 w 141772"/>
              <a:gd name="csY37" fmla="*/ 125746 h 145240"/>
              <a:gd name="csX38" fmla="*/ 84335 w 141772"/>
              <a:gd name="csY38" fmla="*/ 124709 h 145240"/>
              <a:gd name="csX39" fmla="*/ 84335 w 141772"/>
              <a:gd name="csY39" fmla="*/ 119707 h 145240"/>
              <a:gd name="csX40" fmla="*/ 116235 w 141772"/>
              <a:gd name="csY40" fmla="*/ 87811 h 145240"/>
              <a:gd name="csX41" fmla="*/ 118737 w 141772"/>
              <a:gd name="csY41" fmla="*/ 86774 h 145240"/>
              <a:gd name="csX42" fmla="*/ 118737 w 141772"/>
              <a:gd name="csY42" fmla="*/ 116883 h 145240"/>
              <a:gd name="csX43" fmla="*/ 124062 w 141772"/>
              <a:gd name="csY43" fmla="*/ 122208 h 145240"/>
              <a:gd name="csX44" fmla="*/ 118737 w 141772"/>
              <a:gd name="csY44" fmla="*/ 127515 h 145240"/>
              <a:gd name="csX45" fmla="*/ 113428 w 141772"/>
              <a:gd name="csY45" fmla="*/ 122208 h 145240"/>
              <a:gd name="csX46" fmla="*/ 118737 w 141772"/>
              <a:gd name="csY46" fmla="*/ 116883 h 145240"/>
            </a:gdLst>
            <a:ahLst/>
            <a:cxnLst/>
            <a:rect l="l" t="t" r="r" b="b"/>
            <a:pathLst>
              <a:path w="100000" h="100000">
                <a:moveTo>
                  <a:pt x="45121" y="0"/>
                </a:moveTo>
                <a:cubicBezTo>
                  <a:pt x="42322" y="0"/>
                  <a:pt x="39534" y="925"/>
                  <a:pt x="37203" y="2764"/>
                </a:cubicBezTo>
                <a:lnTo>
                  <a:pt x="8164" y="25627"/>
                </a:lnTo>
                <a:cubicBezTo>
                  <a:pt x="3736" y="29117"/>
                  <a:pt x="1194" y="34352"/>
                  <a:pt x="1194" y="39998"/>
                </a:cubicBezTo>
                <a:lnTo>
                  <a:pt x="1194" y="84142"/>
                </a:lnTo>
                <a:cubicBezTo>
                  <a:pt x="1194" y="88850"/>
                  <a:pt x="5024" y="92680"/>
                  <a:pt x="9734" y="92680"/>
                </a:cubicBezTo>
                <a:lnTo>
                  <a:pt x="46960" y="92680"/>
                </a:lnTo>
                <a:cubicBezTo>
                  <a:pt x="42767" y="87304"/>
                  <a:pt x="40237" y="80558"/>
                  <a:pt x="40237" y="73202"/>
                </a:cubicBezTo>
                <a:cubicBezTo>
                  <a:pt x="40237" y="55681"/>
                  <a:pt x="54446" y="41485"/>
                  <a:pt x="71970" y="41485"/>
                </a:cubicBezTo>
                <a:cubicBezTo>
                  <a:pt x="78260" y="41485"/>
                  <a:pt x="84117" y="43336"/>
                  <a:pt x="89049" y="46498"/>
                </a:cubicBezTo>
                <a:lnTo>
                  <a:pt x="89049" y="39998"/>
                </a:lnTo>
                <a:cubicBezTo>
                  <a:pt x="89049" y="34352"/>
                  <a:pt x="86507" y="29117"/>
                  <a:pt x="82079" y="25627"/>
                </a:cubicBezTo>
                <a:lnTo>
                  <a:pt x="53040" y="2764"/>
                </a:lnTo>
                <a:cubicBezTo>
                  <a:pt x="50709" y="925"/>
                  <a:pt x="47921" y="0"/>
                  <a:pt x="45121" y="0"/>
                </a:cubicBezTo>
                <a:close/>
                <a:moveTo>
                  <a:pt x="71970" y="46323"/>
                </a:moveTo>
                <a:cubicBezTo>
                  <a:pt x="57140" y="46323"/>
                  <a:pt x="45121" y="58339"/>
                  <a:pt x="45121" y="73155"/>
                </a:cubicBezTo>
                <a:cubicBezTo>
                  <a:pt x="45121" y="87983"/>
                  <a:pt x="57140" y="100001"/>
                  <a:pt x="71970" y="100001"/>
                </a:cubicBezTo>
                <a:cubicBezTo>
                  <a:pt x="86788" y="100001"/>
                  <a:pt x="98807" y="87983"/>
                  <a:pt x="98807" y="73155"/>
                </a:cubicBezTo>
                <a:cubicBezTo>
                  <a:pt x="98807" y="58339"/>
                  <a:pt x="86788" y="46323"/>
                  <a:pt x="71970" y="46323"/>
                </a:cubicBezTo>
                <a:close/>
                <a:moveTo>
                  <a:pt x="20721" y="48805"/>
                </a:moveTo>
                <a:lnTo>
                  <a:pt x="30479" y="48805"/>
                </a:lnTo>
                <a:cubicBezTo>
                  <a:pt x="31826" y="48805"/>
                  <a:pt x="32915" y="49895"/>
                  <a:pt x="32915" y="51242"/>
                </a:cubicBezTo>
                <a:lnTo>
                  <a:pt x="32915" y="65882"/>
                </a:lnTo>
                <a:cubicBezTo>
                  <a:pt x="32915" y="67229"/>
                  <a:pt x="31826" y="68319"/>
                  <a:pt x="30479" y="68319"/>
                </a:cubicBezTo>
                <a:lnTo>
                  <a:pt x="20721" y="68319"/>
                </a:lnTo>
                <a:cubicBezTo>
                  <a:pt x="19374" y="68319"/>
                  <a:pt x="18273" y="67229"/>
                  <a:pt x="18273" y="65882"/>
                </a:cubicBezTo>
                <a:lnTo>
                  <a:pt x="18273" y="51242"/>
                </a:lnTo>
                <a:cubicBezTo>
                  <a:pt x="18273" y="49895"/>
                  <a:pt x="19374" y="48805"/>
                  <a:pt x="20721" y="48805"/>
                </a:cubicBezTo>
                <a:close/>
                <a:moveTo>
                  <a:pt x="60983" y="58515"/>
                </a:moveTo>
                <a:cubicBezTo>
                  <a:pt x="63009" y="58515"/>
                  <a:pt x="64649" y="60155"/>
                  <a:pt x="64649" y="62181"/>
                </a:cubicBezTo>
                <a:cubicBezTo>
                  <a:pt x="64649" y="64196"/>
                  <a:pt x="63009" y="65835"/>
                  <a:pt x="60983" y="65835"/>
                </a:cubicBezTo>
                <a:cubicBezTo>
                  <a:pt x="58967" y="65835"/>
                  <a:pt x="57327" y="64196"/>
                  <a:pt x="57327" y="62181"/>
                </a:cubicBezTo>
                <a:cubicBezTo>
                  <a:pt x="57327" y="60155"/>
                  <a:pt x="58967" y="58515"/>
                  <a:pt x="60983" y="58515"/>
                </a:cubicBezTo>
                <a:close/>
                <a:moveTo>
                  <a:pt x="82946" y="59745"/>
                </a:moveTo>
                <a:cubicBezTo>
                  <a:pt x="83567" y="59745"/>
                  <a:pt x="84199" y="59979"/>
                  <a:pt x="84667" y="60459"/>
                </a:cubicBezTo>
                <a:cubicBezTo>
                  <a:pt x="85629" y="61408"/>
                  <a:pt x="85629" y="62954"/>
                  <a:pt x="84667" y="63903"/>
                </a:cubicBezTo>
                <a:lnTo>
                  <a:pt x="62704" y="85864"/>
                </a:lnTo>
                <a:cubicBezTo>
                  <a:pt x="62236" y="86344"/>
                  <a:pt x="61603" y="86578"/>
                  <a:pt x="60983" y="86578"/>
                </a:cubicBezTo>
                <a:cubicBezTo>
                  <a:pt x="60361" y="86578"/>
                  <a:pt x="59729" y="86344"/>
                  <a:pt x="59260" y="85864"/>
                </a:cubicBezTo>
                <a:cubicBezTo>
                  <a:pt x="58299" y="84915"/>
                  <a:pt x="58299" y="83369"/>
                  <a:pt x="59260" y="82420"/>
                </a:cubicBezTo>
                <a:lnTo>
                  <a:pt x="81223" y="60459"/>
                </a:lnTo>
                <a:cubicBezTo>
                  <a:pt x="81704" y="59979"/>
                  <a:pt x="82324" y="59745"/>
                  <a:pt x="82946" y="59745"/>
                </a:cubicBezTo>
                <a:close/>
                <a:moveTo>
                  <a:pt x="82946" y="80476"/>
                </a:moveTo>
                <a:cubicBezTo>
                  <a:pt x="84972" y="80476"/>
                  <a:pt x="86613" y="82116"/>
                  <a:pt x="86613" y="84142"/>
                </a:cubicBezTo>
                <a:cubicBezTo>
                  <a:pt x="86613" y="86157"/>
                  <a:pt x="84972" y="87796"/>
                  <a:pt x="82946" y="87796"/>
                </a:cubicBezTo>
                <a:cubicBezTo>
                  <a:pt x="80931" y="87796"/>
                  <a:pt x="79291" y="86157"/>
                  <a:pt x="79291" y="84142"/>
                </a:cubicBezTo>
                <a:cubicBezTo>
                  <a:pt x="79291" y="82116"/>
                  <a:pt x="80931" y="80476"/>
                  <a:pt x="82946" y="8047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8" name="Красный — SVG 23">
            <a:extLst>
              <a:ext uri="{FF2B5EF4-FFF2-40B4-BE49-F238E27FC236}">
                <a16:creationId xmlns:a16="http://schemas.microsoft.com/office/drawing/2014/main" id="{CA8DFD90-838A-1843-9D45-9B1F71D5C410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139918 w 145328"/>
              <a:gd name="csY0" fmla="*/ 1 h 131208"/>
              <a:gd name="csX1" fmla="*/ 136192 w 145328"/>
              <a:gd name="csY1" fmla="*/ 1617 h 131208"/>
              <a:gd name="csX2" fmla="*/ 134695 w 145328"/>
              <a:gd name="csY2" fmla="*/ 5394 h 131208"/>
              <a:gd name="csX3" fmla="*/ 134695 w 145328"/>
              <a:gd name="csY3" fmla="*/ 72724 h 131208"/>
              <a:gd name="csX4" fmla="*/ 135069 w 145328"/>
              <a:gd name="csY4" fmla="*/ 74782 h 131208"/>
              <a:gd name="csX5" fmla="*/ 136226 w 145328"/>
              <a:gd name="csY5" fmla="*/ 76534 h 131208"/>
              <a:gd name="csX6" fmla="*/ 137962 w 145328"/>
              <a:gd name="csY6" fmla="*/ 77708 h 131208"/>
              <a:gd name="csX7" fmla="*/ 140003 w 145328"/>
              <a:gd name="csY7" fmla="*/ 78116 h 131208"/>
              <a:gd name="csX8" fmla="*/ 142062 w 145328"/>
              <a:gd name="csY8" fmla="*/ 77708 h 131208"/>
              <a:gd name="csX9" fmla="*/ 143797 w 145328"/>
              <a:gd name="csY9" fmla="*/ 76534 h 131208"/>
              <a:gd name="csX10" fmla="*/ 144937 w 145328"/>
              <a:gd name="csY10" fmla="*/ 74782 h 131208"/>
              <a:gd name="csX11" fmla="*/ 145328 w 145328"/>
              <a:gd name="csY11" fmla="*/ 72724 h 131208"/>
              <a:gd name="csX12" fmla="*/ 145328 w 145328"/>
              <a:gd name="csY12" fmla="*/ 5394 h 131208"/>
              <a:gd name="csX13" fmla="*/ 144937 w 145328"/>
              <a:gd name="csY13" fmla="*/ 3319 h 131208"/>
              <a:gd name="csX14" fmla="*/ 143763 w 145328"/>
              <a:gd name="csY14" fmla="*/ 1549 h 131208"/>
              <a:gd name="csX15" fmla="*/ 141994 w 145328"/>
              <a:gd name="csY15" fmla="*/ 393 h 131208"/>
              <a:gd name="csX16" fmla="*/ 139918 w 145328"/>
              <a:gd name="csY16" fmla="*/ 1 h 131208"/>
              <a:gd name="csX17" fmla="*/ 5308 w 145328"/>
              <a:gd name="csY17" fmla="*/ 87 h 131208"/>
              <a:gd name="csX18" fmla="*/ 0 w 145328"/>
              <a:gd name="csY18" fmla="*/ 5394 h 131208"/>
              <a:gd name="csX19" fmla="*/ 0 w 145328"/>
              <a:gd name="csY19" fmla="*/ 69186 h 131208"/>
              <a:gd name="csX20" fmla="*/ 19497 w 145328"/>
              <a:gd name="csY20" fmla="*/ 88680 h 131208"/>
              <a:gd name="csX21" fmla="*/ 24806 w 145328"/>
              <a:gd name="csY21" fmla="*/ 88680 h 131208"/>
              <a:gd name="csX22" fmla="*/ 24806 w 145328"/>
              <a:gd name="csY22" fmla="*/ 115252 h 131208"/>
              <a:gd name="csX23" fmla="*/ 40764 w 145328"/>
              <a:gd name="csY23" fmla="*/ 131208 h 131208"/>
              <a:gd name="csX24" fmla="*/ 86837 w 145328"/>
              <a:gd name="csY24" fmla="*/ 131208 h 131208"/>
              <a:gd name="csX25" fmla="*/ 102795 w 145328"/>
              <a:gd name="csY25" fmla="*/ 115252 h 131208"/>
              <a:gd name="csX26" fmla="*/ 102795 w 145328"/>
              <a:gd name="csY26" fmla="*/ 88680 h 131208"/>
              <a:gd name="csX27" fmla="*/ 108103 w 145328"/>
              <a:gd name="csY27" fmla="*/ 88680 h 131208"/>
              <a:gd name="csX28" fmla="*/ 127601 w 145328"/>
              <a:gd name="csY28" fmla="*/ 69186 h 131208"/>
              <a:gd name="csX29" fmla="*/ 127601 w 145328"/>
              <a:gd name="csY29" fmla="*/ 5394 h 131208"/>
              <a:gd name="csX30" fmla="*/ 122276 w 145328"/>
              <a:gd name="csY30" fmla="*/ 87 h 131208"/>
              <a:gd name="csX31" fmla="*/ 5308 w 145328"/>
              <a:gd name="csY31" fmla="*/ 87 h 131208"/>
              <a:gd name="csX32" fmla="*/ 35439 w 145328"/>
              <a:gd name="csY32" fmla="*/ 7163 h 131208"/>
              <a:gd name="csX33" fmla="*/ 42534 w 145328"/>
              <a:gd name="csY33" fmla="*/ 14257 h 131208"/>
              <a:gd name="csX34" fmla="*/ 35439 w 145328"/>
              <a:gd name="csY34" fmla="*/ 21350 h 131208"/>
              <a:gd name="csX35" fmla="*/ 28361 w 145328"/>
              <a:gd name="csY35" fmla="*/ 14257 h 131208"/>
              <a:gd name="csX36" fmla="*/ 35439 w 145328"/>
              <a:gd name="csY36" fmla="*/ 7163 h 131208"/>
              <a:gd name="csX37" fmla="*/ 63800 w 145328"/>
              <a:gd name="csY37" fmla="*/ 7163 h 131208"/>
              <a:gd name="csX38" fmla="*/ 70895 w 145328"/>
              <a:gd name="csY38" fmla="*/ 14257 h 131208"/>
              <a:gd name="csX39" fmla="*/ 63800 w 145328"/>
              <a:gd name="csY39" fmla="*/ 21350 h 131208"/>
              <a:gd name="csX40" fmla="*/ 56706 w 145328"/>
              <a:gd name="csY40" fmla="*/ 14257 h 131208"/>
              <a:gd name="csX41" fmla="*/ 63800 w 145328"/>
              <a:gd name="csY41" fmla="*/ 7163 h 131208"/>
              <a:gd name="csX42" fmla="*/ 92162 w 145328"/>
              <a:gd name="csY42" fmla="*/ 7163 h 131208"/>
              <a:gd name="csX43" fmla="*/ 99239 w 145328"/>
              <a:gd name="csY43" fmla="*/ 14257 h 131208"/>
              <a:gd name="csX44" fmla="*/ 92162 w 145328"/>
              <a:gd name="csY44" fmla="*/ 21350 h 131208"/>
              <a:gd name="csX45" fmla="*/ 85067 w 145328"/>
              <a:gd name="csY45" fmla="*/ 14257 h 131208"/>
              <a:gd name="csX46" fmla="*/ 92162 w 145328"/>
              <a:gd name="csY46" fmla="*/ 7163 h 131208"/>
              <a:gd name="csX47" fmla="*/ 35439 w 145328"/>
              <a:gd name="csY47" fmla="*/ 31982 h 131208"/>
              <a:gd name="csX48" fmla="*/ 42534 w 145328"/>
              <a:gd name="csY48" fmla="*/ 39059 h 131208"/>
              <a:gd name="csX49" fmla="*/ 35439 w 145328"/>
              <a:gd name="csY49" fmla="*/ 46153 h 131208"/>
              <a:gd name="csX50" fmla="*/ 28361 w 145328"/>
              <a:gd name="csY50" fmla="*/ 39059 h 131208"/>
              <a:gd name="csX51" fmla="*/ 35439 w 145328"/>
              <a:gd name="csY51" fmla="*/ 31982 h 131208"/>
              <a:gd name="csX52" fmla="*/ 63800 w 145328"/>
              <a:gd name="csY52" fmla="*/ 31982 h 131208"/>
              <a:gd name="csX53" fmla="*/ 70895 w 145328"/>
              <a:gd name="csY53" fmla="*/ 39059 h 131208"/>
              <a:gd name="csX54" fmla="*/ 63800 w 145328"/>
              <a:gd name="csY54" fmla="*/ 46153 h 131208"/>
              <a:gd name="csX55" fmla="*/ 56706 w 145328"/>
              <a:gd name="csY55" fmla="*/ 39059 h 131208"/>
              <a:gd name="csX56" fmla="*/ 63800 w 145328"/>
              <a:gd name="csY56" fmla="*/ 31982 h 131208"/>
              <a:gd name="csX57" fmla="*/ 92162 w 145328"/>
              <a:gd name="csY57" fmla="*/ 31982 h 131208"/>
              <a:gd name="csX58" fmla="*/ 99239 w 145328"/>
              <a:gd name="csY58" fmla="*/ 39059 h 131208"/>
              <a:gd name="csX59" fmla="*/ 92162 w 145328"/>
              <a:gd name="csY59" fmla="*/ 46153 h 131208"/>
              <a:gd name="csX60" fmla="*/ 85067 w 145328"/>
              <a:gd name="csY60" fmla="*/ 39059 h 131208"/>
              <a:gd name="csX61" fmla="*/ 92162 w 145328"/>
              <a:gd name="csY61" fmla="*/ 31982 h 131208"/>
              <a:gd name="csX62" fmla="*/ 35439 w 145328"/>
              <a:gd name="csY62" fmla="*/ 65647 h 131208"/>
              <a:gd name="csX63" fmla="*/ 67339 w 145328"/>
              <a:gd name="csY63" fmla="*/ 65647 h 131208"/>
              <a:gd name="csX64" fmla="*/ 67339 w 145328"/>
              <a:gd name="csY64" fmla="*/ 120576 h 131208"/>
              <a:gd name="csX65" fmla="*/ 40764 w 145328"/>
              <a:gd name="csY65" fmla="*/ 120576 h 131208"/>
              <a:gd name="csX66" fmla="*/ 35439 w 145328"/>
              <a:gd name="csY66" fmla="*/ 115252 h 131208"/>
              <a:gd name="csX67" fmla="*/ 35439 w 145328"/>
              <a:gd name="csY67" fmla="*/ 65647 h 131208"/>
              <a:gd name="csX68" fmla="*/ 81528 w 145328"/>
              <a:gd name="csY68" fmla="*/ 65647 h 131208"/>
              <a:gd name="csX69" fmla="*/ 92162 w 145328"/>
              <a:gd name="csY69" fmla="*/ 65647 h 131208"/>
              <a:gd name="csX70" fmla="*/ 92162 w 145328"/>
              <a:gd name="csY70" fmla="*/ 115252 h 131208"/>
              <a:gd name="csX71" fmla="*/ 86837 w 145328"/>
              <a:gd name="csY71" fmla="*/ 120576 h 131208"/>
              <a:gd name="csX72" fmla="*/ 81528 w 145328"/>
              <a:gd name="csY72" fmla="*/ 120576 h 131208"/>
              <a:gd name="csX73" fmla="*/ 81528 w 145328"/>
              <a:gd name="csY73" fmla="*/ 65647 h 131208"/>
            </a:gdLst>
            <a:ahLst/>
            <a:cxnLst/>
            <a:rect l="l" t="t" r="r" b="b"/>
            <a:pathLst>
              <a:path w="100000" h="100000">
                <a:moveTo>
                  <a:pt x="96277" y="4859"/>
                </a:moveTo>
                <a:cubicBezTo>
                  <a:pt x="95306" y="4870"/>
                  <a:pt x="94393" y="5269"/>
                  <a:pt x="93714" y="5971"/>
                </a:cubicBezTo>
                <a:cubicBezTo>
                  <a:pt x="93035" y="6661"/>
                  <a:pt x="92660" y="7598"/>
                  <a:pt x="92683" y="8570"/>
                </a:cubicBezTo>
                <a:lnTo>
                  <a:pt x="92683" y="54899"/>
                </a:lnTo>
                <a:cubicBezTo>
                  <a:pt x="92672" y="55391"/>
                  <a:pt x="92765" y="55871"/>
                  <a:pt x="92941" y="56315"/>
                </a:cubicBezTo>
                <a:cubicBezTo>
                  <a:pt x="93129" y="56772"/>
                  <a:pt x="93398" y="57182"/>
                  <a:pt x="93737" y="57521"/>
                </a:cubicBezTo>
                <a:cubicBezTo>
                  <a:pt x="94077" y="57873"/>
                  <a:pt x="94475" y="58142"/>
                  <a:pt x="94931" y="58329"/>
                </a:cubicBezTo>
                <a:cubicBezTo>
                  <a:pt x="95376" y="58516"/>
                  <a:pt x="95856" y="58609"/>
                  <a:pt x="96336" y="58609"/>
                </a:cubicBezTo>
                <a:cubicBezTo>
                  <a:pt x="96828" y="58609"/>
                  <a:pt x="97308" y="58516"/>
                  <a:pt x="97753" y="58329"/>
                </a:cubicBezTo>
                <a:cubicBezTo>
                  <a:pt x="98197" y="58142"/>
                  <a:pt x="98607" y="57873"/>
                  <a:pt x="98947" y="57521"/>
                </a:cubicBezTo>
                <a:cubicBezTo>
                  <a:pt x="99286" y="57182"/>
                  <a:pt x="99555" y="56772"/>
                  <a:pt x="99731" y="56315"/>
                </a:cubicBezTo>
                <a:cubicBezTo>
                  <a:pt x="99919" y="55871"/>
                  <a:pt x="100000" y="55391"/>
                  <a:pt x="100000" y="54899"/>
                </a:cubicBezTo>
                <a:lnTo>
                  <a:pt x="100000" y="8570"/>
                </a:lnTo>
                <a:cubicBezTo>
                  <a:pt x="100000" y="8078"/>
                  <a:pt x="99907" y="7598"/>
                  <a:pt x="99731" y="7142"/>
                </a:cubicBezTo>
                <a:cubicBezTo>
                  <a:pt x="99544" y="6685"/>
                  <a:pt x="99275" y="6275"/>
                  <a:pt x="98923" y="5924"/>
                </a:cubicBezTo>
                <a:cubicBezTo>
                  <a:pt x="98572" y="5585"/>
                  <a:pt x="98163" y="5316"/>
                  <a:pt x="97706" y="5128"/>
                </a:cubicBezTo>
                <a:cubicBezTo>
                  <a:pt x="97261" y="4941"/>
                  <a:pt x="96769" y="4847"/>
                  <a:pt x="96277" y="4859"/>
                </a:cubicBezTo>
                <a:close/>
                <a:moveTo>
                  <a:pt x="3652" y="4918"/>
                </a:moveTo>
                <a:cubicBezTo>
                  <a:pt x="1639" y="4918"/>
                  <a:pt x="0" y="6545"/>
                  <a:pt x="0" y="8570"/>
                </a:cubicBezTo>
                <a:lnTo>
                  <a:pt x="0" y="52465"/>
                </a:lnTo>
                <a:cubicBezTo>
                  <a:pt x="0" y="59863"/>
                  <a:pt x="6017" y="65879"/>
                  <a:pt x="13416" y="65879"/>
                </a:cubicBezTo>
                <a:lnTo>
                  <a:pt x="17069" y="65879"/>
                </a:lnTo>
                <a:lnTo>
                  <a:pt x="17069" y="84163"/>
                </a:lnTo>
                <a:cubicBezTo>
                  <a:pt x="17069" y="90179"/>
                  <a:pt x="22032" y="95142"/>
                  <a:pt x="28050" y="95142"/>
                </a:cubicBezTo>
                <a:lnTo>
                  <a:pt x="59752" y="95142"/>
                </a:lnTo>
                <a:cubicBezTo>
                  <a:pt x="65769" y="95142"/>
                  <a:pt x="70733" y="90179"/>
                  <a:pt x="70733" y="84163"/>
                </a:cubicBezTo>
                <a:lnTo>
                  <a:pt x="70733" y="65879"/>
                </a:lnTo>
                <a:lnTo>
                  <a:pt x="74386" y="65879"/>
                </a:lnTo>
                <a:cubicBezTo>
                  <a:pt x="81785" y="65879"/>
                  <a:pt x="87802" y="59863"/>
                  <a:pt x="87802" y="52465"/>
                </a:cubicBezTo>
                <a:lnTo>
                  <a:pt x="87802" y="8570"/>
                </a:lnTo>
                <a:cubicBezTo>
                  <a:pt x="87802" y="6545"/>
                  <a:pt x="86163" y="4918"/>
                  <a:pt x="84138" y="4918"/>
                </a:cubicBezTo>
                <a:lnTo>
                  <a:pt x="3652" y="4918"/>
                </a:lnTo>
                <a:close/>
                <a:moveTo>
                  <a:pt x="24386" y="9787"/>
                </a:moveTo>
                <a:cubicBezTo>
                  <a:pt x="27090" y="9787"/>
                  <a:pt x="29268" y="11976"/>
                  <a:pt x="29268" y="14668"/>
                </a:cubicBezTo>
                <a:cubicBezTo>
                  <a:pt x="29268" y="17360"/>
                  <a:pt x="27090" y="19549"/>
                  <a:pt x="24386" y="19549"/>
                </a:cubicBezTo>
                <a:cubicBezTo>
                  <a:pt x="21693" y="19549"/>
                  <a:pt x="19515" y="17360"/>
                  <a:pt x="19515" y="14668"/>
                </a:cubicBezTo>
                <a:cubicBezTo>
                  <a:pt x="19515" y="11976"/>
                  <a:pt x="21693" y="9787"/>
                  <a:pt x="24386" y="9787"/>
                </a:cubicBezTo>
                <a:close/>
                <a:moveTo>
                  <a:pt x="43901" y="9787"/>
                </a:moveTo>
                <a:cubicBezTo>
                  <a:pt x="46593" y="9787"/>
                  <a:pt x="48783" y="11976"/>
                  <a:pt x="48783" y="14668"/>
                </a:cubicBezTo>
                <a:cubicBezTo>
                  <a:pt x="48783" y="17360"/>
                  <a:pt x="46593" y="19549"/>
                  <a:pt x="43901" y="19549"/>
                </a:cubicBezTo>
                <a:cubicBezTo>
                  <a:pt x="41208" y="19549"/>
                  <a:pt x="39019" y="17360"/>
                  <a:pt x="39019" y="14668"/>
                </a:cubicBezTo>
                <a:cubicBezTo>
                  <a:pt x="39019" y="11976"/>
                  <a:pt x="41208" y="9787"/>
                  <a:pt x="43901" y="9787"/>
                </a:cubicBezTo>
                <a:close/>
                <a:moveTo>
                  <a:pt x="63417" y="9787"/>
                </a:moveTo>
                <a:cubicBezTo>
                  <a:pt x="66109" y="9787"/>
                  <a:pt x="68286" y="11976"/>
                  <a:pt x="68286" y="14668"/>
                </a:cubicBezTo>
                <a:cubicBezTo>
                  <a:pt x="68286" y="17360"/>
                  <a:pt x="66109" y="19549"/>
                  <a:pt x="63417" y="19549"/>
                </a:cubicBezTo>
                <a:cubicBezTo>
                  <a:pt x="60712" y="19549"/>
                  <a:pt x="58534" y="17360"/>
                  <a:pt x="58534" y="14668"/>
                </a:cubicBezTo>
                <a:cubicBezTo>
                  <a:pt x="58534" y="11976"/>
                  <a:pt x="60712" y="9787"/>
                  <a:pt x="63417" y="9787"/>
                </a:cubicBezTo>
                <a:close/>
                <a:moveTo>
                  <a:pt x="24386" y="26865"/>
                </a:moveTo>
                <a:cubicBezTo>
                  <a:pt x="27090" y="26865"/>
                  <a:pt x="29268" y="29042"/>
                  <a:pt x="29268" y="31734"/>
                </a:cubicBezTo>
                <a:cubicBezTo>
                  <a:pt x="29268" y="34426"/>
                  <a:pt x="27090" y="36616"/>
                  <a:pt x="24386" y="36616"/>
                </a:cubicBezTo>
                <a:cubicBezTo>
                  <a:pt x="21693" y="36616"/>
                  <a:pt x="19515" y="34426"/>
                  <a:pt x="19515" y="31734"/>
                </a:cubicBezTo>
                <a:cubicBezTo>
                  <a:pt x="19515" y="29042"/>
                  <a:pt x="21693" y="26865"/>
                  <a:pt x="24386" y="26865"/>
                </a:cubicBezTo>
                <a:close/>
                <a:moveTo>
                  <a:pt x="43901" y="26865"/>
                </a:moveTo>
                <a:cubicBezTo>
                  <a:pt x="46593" y="26865"/>
                  <a:pt x="48783" y="29042"/>
                  <a:pt x="48783" y="31734"/>
                </a:cubicBezTo>
                <a:cubicBezTo>
                  <a:pt x="48783" y="34426"/>
                  <a:pt x="46593" y="36616"/>
                  <a:pt x="43901" y="36616"/>
                </a:cubicBezTo>
                <a:cubicBezTo>
                  <a:pt x="41208" y="36616"/>
                  <a:pt x="39019" y="34426"/>
                  <a:pt x="39019" y="31734"/>
                </a:cubicBezTo>
                <a:cubicBezTo>
                  <a:pt x="39019" y="29042"/>
                  <a:pt x="41208" y="26865"/>
                  <a:pt x="43901" y="26865"/>
                </a:cubicBezTo>
                <a:close/>
                <a:moveTo>
                  <a:pt x="63417" y="26865"/>
                </a:moveTo>
                <a:cubicBezTo>
                  <a:pt x="66109" y="26865"/>
                  <a:pt x="68286" y="29042"/>
                  <a:pt x="68286" y="31734"/>
                </a:cubicBezTo>
                <a:cubicBezTo>
                  <a:pt x="68286" y="34426"/>
                  <a:pt x="66109" y="36616"/>
                  <a:pt x="63417" y="36616"/>
                </a:cubicBezTo>
                <a:cubicBezTo>
                  <a:pt x="60712" y="36616"/>
                  <a:pt x="58534" y="34426"/>
                  <a:pt x="58534" y="31734"/>
                </a:cubicBezTo>
                <a:cubicBezTo>
                  <a:pt x="58534" y="29042"/>
                  <a:pt x="60712" y="26865"/>
                  <a:pt x="63417" y="26865"/>
                </a:cubicBezTo>
                <a:close/>
                <a:moveTo>
                  <a:pt x="24386" y="50030"/>
                </a:moveTo>
                <a:lnTo>
                  <a:pt x="46336" y="50030"/>
                </a:lnTo>
                <a:lnTo>
                  <a:pt x="46336" y="87826"/>
                </a:lnTo>
                <a:lnTo>
                  <a:pt x="28050" y="87826"/>
                </a:lnTo>
                <a:cubicBezTo>
                  <a:pt x="25978" y="87826"/>
                  <a:pt x="24386" y="86235"/>
                  <a:pt x="24386" y="84163"/>
                </a:cubicBezTo>
                <a:lnTo>
                  <a:pt x="24386" y="50030"/>
                </a:lnTo>
                <a:close/>
                <a:moveTo>
                  <a:pt x="56099" y="50030"/>
                </a:moveTo>
                <a:lnTo>
                  <a:pt x="63417" y="50030"/>
                </a:lnTo>
                <a:lnTo>
                  <a:pt x="63417" y="84163"/>
                </a:lnTo>
                <a:cubicBezTo>
                  <a:pt x="63417" y="86235"/>
                  <a:pt x="61824" y="87826"/>
                  <a:pt x="59752" y="87826"/>
                </a:cubicBezTo>
                <a:lnTo>
                  <a:pt x="56099" y="87826"/>
                </a:lnTo>
                <a:lnTo>
                  <a:pt x="56099" y="5003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9" name="Красный — SVG 24">
            <a:extLst>
              <a:ext uri="{FF2B5EF4-FFF2-40B4-BE49-F238E27FC236}">
                <a16:creationId xmlns:a16="http://schemas.microsoft.com/office/drawing/2014/main" id="{ECD41376-340D-DE4F-97F9-F9C7207730B9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54940 w 141777"/>
              <a:gd name="csY5" fmla="*/ 35434 h 141753"/>
              <a:gd name="csX6" fmla="*/ 81523 w 141777"/>
              <a:gd name="csY6" fmla="*/ 35434 h 141753"/>
              <a:gd name="csX7" fmla="*/ 102790 w 141777"/>
              <a:gd name="csY7" fmla="*/ 56698 h 141753"/>
              <a:gd name="csX8" fmla="*/ 81523 w 141777"/>
              <a:gd name="csY8" fmla="*/ 77962 h 141753"/>
              <a:gd name="csX9" fmla="*/ 60256 w 141777"/>
              <a:gd name="csY9" fmla="*/ 77962 h 141753"/>
              <a:gd name="csX10" fmla="*/ 60256 w 141777"/>
              <a:gd name="csY10" fmla="*/ 85056 h 141753"/>
              <a:gd name="csX11" fmla="*/ 83294 w 141777"/>
              <a:gd name="csY11" fmla="*/ 85056 h 141753"/>
              <a:gd name="csX12" fmla="*/ 88611 w 141777"/>
              <a:gd name="csY12" fmla="*/ 90363 h 141753"/>
              <a:gd name="csX13" fmla="*/ 83294 w 141777"/>
              <a:gd name="csY13" fmla="*/ 95687 h 141753"/>
              <a:gd name="csX14" fmla="*/ 60256 w 141777"/>
              <a:gd name="csY14" fmla="*/ 95687 h 141753"/>
              <a:gd name="csX15" fmla="*/ 60256 w 141777"/>
              <a:gd name="csY15" fmla="*/ 104550 h 141753"/>
              <a:gd name="csX16" fmla="*/ 54940 w 141777"/>
              <a:gd name="csY16" fmla="*/ 109858 h 141753"/>
              <a:gd name="csX17" fmla="*/ 49623 w 141777"/>
              <a:gd name="csY17" fmla="*/ 104550 h 141753"/>
              <a:gd name="csX18" fmla="*/ 49623 w 141777"/>
              <a:gd name="csY18" fmla="*/ 95687 h 141753"/>
              <a:gd name="csX19" fmla="*/ 44306 w 141777"/>
              <a:gd name="csY19" fmla="*/ 95687 h 141753"/>
              <a:gd name="csX20" fmla="*/ 38990 w 141777"/>
              <a:gd name="csY20" fmla="*/ 90363 h 141753"/>
              <a:gd name="csX21" fmla="*/ 44306 w 141777"/>
              <a:gd name="csY21" fmla="*/ 85056 h 141753"/>
              <a:gd name="csX22" fmla="*/ 49623 w 141777"/>
              <a:gd name="csY22" fmla="*/ 85056 h 141753"/>
              <a:gd name="csX23" fmla="*/ 49623 w 141777"/>
              <a:gd name="csY23" fmla="*/ 77962 h 141753"/>
              <a:gd name="csX24" fmla="*/ 44306 w 141777"/>
              <a:gd name="csY24" fmla="*/ 77962 h 141753"/>
              <a:gd name="csX25" fmla="*/ 38990 w 141777"/>
              <a:gd name="csY25" fmla="*/ 72654 h 141753"/>
              <a:gd name="csX26" fmla="*/ 44306 w 141777"/>
              <a:gd name="csY26" fmla="*/ 67330 h 141753"/>
              <a:gd name="csX27" fmla="*/ 49623 w 141777"/>
              <a:gd name="csY27" fmla="*/ 67330 h 141753"/>
              <a:gd name="csX28" fmla="*/ 49623 w 141777"/>
              <a:gd name="csY28" fmla="*/ 40759 h 141753"/>
              <a:gd name="csX29" fmla="*/ 54940 w 141777"/>
              <a:gd name="csY29" fmla="*/ 35434 h 141753"/>
              <a:gd name="csX30" fmla="*/ 60256 w 141777"/>
              <a:gd name="csY30" fmla="*/ 46066 h 141753"/>
              <a:gd name="csX31" fmla="*/ 60256 w 141777"/>
              <a:gd name="csY31" fmla="*/ 67330 h 141753"/>
              <a:gd name="csX32" fmla="*/ 81523 w 141777"/>
              <a:gd name="csY32" fmla="*/ 67330 h 141753"/>
              <a:gd name="csX33" fmla="*/ 92157 w 141777"/>
              <a:gd name="csY33" fmla="*/ 56698 h 141753"/>
              <a:gd name="csX34" fmla="*/ 81523 w 141777"/>
              <a:gd name="csY34" fmla="*/ 46066 h 141753"/>
              <a:gd name="csX35" fmla="*/ 60256 w 141777"/>
              <a:gd name="csY35" fmla="*/ 4606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38751" y="25001"/>
                </a:moveTo>
                <a:lnTo>
                  <a:pt x="57501" y="25001"/>
                </a:lnTo>
                <a:cubicBezTo>
                  <a:pt x="65772" y="25001"/>
                  <a:pt x="72501" y="31732"/>
                  <a:pt x="72501" y="39999"/>
                </a:cubicBezTo>
                <a:cubicBezTo>
                  <a:pt x="72501" y="48279"/>
                  <a:pt x="65772" y="54998"/>
                  <a:pt x="57501" y="54998"/>
                </a:cubicBezTo>
                <a:lnTo>
                  <a:pt x="42501" y="54998"/>
                </a:lnTo>
                <a:lnTo>
                  <a:pt x="42501" y="60001"/>
                </a:lnTo>
                <a:lnTo>
                  <a:pt x="58750" y="60001"/>
                </a:lnTo>
                <a:cubicBezTo>
                  <a:pt x="60822" y="60001"/>
                  <a:pt x="62500" y="61681"/>
                  <a:pt x="62500" y="63744"/>
                </a:cubicBezTo>
                <a:cubicBezTo>
                  <a:pt x="62500" y="65820"/>
                  <a:pt x="60822" y="67500"/>
                  <a:pt x="58750" y="67500"/>
                </a:cubicBezTo>
                <a:lnTo>
                  <a:pt x="42501" y="67500"/>
                </a:lnTo>
                <a:lnTo>
                  <a:pt x="42501" y="73751"/>
                </a:lnTo>
                <a:cubicBezTo>
                  <a:pt x="42501" y="75827"/>
                  <a:pt x="40823" y="77495"/>
                  <a:pt x="38751" y="77495"/>
                </a:cubicBezTo>
                <a:cubicBezTo>
                  <a:pt x="36678" y="77495"/>
                  <a:pt x="35001" y="75827"/>
                  <a:pt x="35001" y="73751"/>
                </a:cubicBezTo>
                <a:lnTo>
                  <a:pt x="35001" y="67500"/>
                </a:lnTo>
                <a:lnTo>
                  <a:pt x="31250" y="67500"/>
                </a:lnTo>
                <a:cubicBezTo>
                  <a:pt x="29178" y="67500"/>
                  <a:pt x="27501" y="65820"/>
                  <a:pt x="27501" y="63744"/>
                </a:cubicBezTo>
                <a:cubicBezTo>
                  <a:pt x="27501" y="61681"/>
                  <a:pt x="29178" y="60001"/>
                  <a:pt x="31250" y="60001"/>
                </a:cubicBezTo>
                <a:lnTo>
                  <a:pt x="35001" y="60001"/>
                </a:lnTo>
                <a:lnTo>
                  <a:pt x="35001" y="54998"/>
                </a:lnTo>
                <a:lnTo>
                  <a:pt x="31250" y="54998"/>
                </a:lnTo>
                <a:cubicBezTo>
                  <a:pt x="29178" y="54998"/>
                  <a:pt x="27501" y="53330"/>
                  <a:pt x="27501" y="51254"/>
                </a:cubicBezTo>
                <a:cubicBezTo>
                  <a:pt x="27501" y="49178"/>
                  <a:pt x="29178" y="47499"/>
                  <a:pt x="31250" y="47499"/>
                </a:cubicBezTo>
                <a:lnTo>
                  <a:pt x="35001" y="47499"/>
                </a:lnTo>
                <a:lnTo>
                  <a:pt x="35001" y="28757"/>
                </a:lnTo>
                <a:cubicBezTo>
                  <a:pt x="35001" y="26681"/>
                  <a:pt x="36678" y="25001"/>
                  <a:pt x="38751" y="25001"/>
                </a:cubicBezTo>
                <a:close/>
                <a:moveTo>
                  <a:pt x="42501" y="32500"/>
                </a:moveTo>
                <a:lnTo>
                  <a:pt x="42501" y="47499"/>
                </a:lnTo>
                <a:lnTo>
                  <a:pt x="57501" y="47499"/>
                </a:lnTo>
                <a:cubicBezTo>
                  <a:pt x="61635" y="47499"/>
                  <a:pt x="65001" y="44139"/>
                  <a:pt x="65001" y="39999"/>
                </a:cubicBezTo>
                <a:cubicBezTo>
                  <a:pt x="65001" y="35872"/>
                  <a:pt x="61635" y="32500"/>
                  <a:pt x="57501" y="32500"/>
                </a:cubicBezTo>
                <a:lnTo>
                  <a:pt x="42501" y="3250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0" name="Красный — SVG 25">
            <a:extLst>
              <a:ext uri="{FF2B5EF4-FFF2-40B4-BE49-F238E27FC236}">
                <a16:creationId xmlns:a16="http://schemas.microsoft.com/office/drawing/2014/main" id="{BE0AD17B-6A81-E24E-BE42-83476E976A54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19497 w 141772"/>
              <a:gd name="csY0" fmla="*/ 0 h 120489"/>
              <a:gd name="csX1" fmla="*/ 0 w 141772"/>
              <a:gd name="csY1" fmla="*/ 19495 h 120489"/>
              <a:gd name="csX2" fmla="*/ 0 w 141772"/>
              <a:gd name="csY2" fmla="*/ 93918 h 120489"/>
              <a:gd name="csX3" fmla="*/ 17728 w 141772"/>
              <a:gd name="csY3" fmla="*/ 113311 h 120489"/>
              <a:gd name="csX4" fmla="*/ 18238 w 141772"/>
              <a:gd name="csY4" fmla="*/ 116050 h 120489"/>
              <a:gd name="csX5" fmla="*/ 19770 w 141772"/>
              <a:gd name="csY5" fmla="*/ 118380 h 120489"/>
              <a:gd name="csX6" fmla="*/ 22083 w 141772"/>
              <a:gd name="csY6" fmla="*/ 119945 h 120489"/>
              <a:gd name="csX7" fmla="*/ 24806 w 141772"/>
              <a:gd name="csY7" fmla="*/ 120490 h 120489"/>
              <a:gd name="csX8" fmla="*/ 29825 w 141772"/>
              <a:gd name="csY8" fmla="*/ 118414 h 120489"/>
              <a:gd name="csX9" fmla="*/ 31900 w 141772"/>
              <a:gd name="csY9" fmla="*/ 113413 h 120489"/>
              <a:gd name="csX10" fmla="*/ 109890 w 141772"/>
              <a:gd name="csY10" fmla="*/ 113413 h 120489"/>
              <a:gd name="csX11" fmla="*/ 111965 w 141772"/>
              <a:gd name="csY11" fmla="*/ 118414 h 120489"/>
              <a:gd name="csX12" fmla="*/ 116967 w 141772"/>
              <a:gd name="csY12" fmla="*/ 120490 h 120489"/>
              <a:gd name="csX13" fmla="*/ 119707 w 141772"/>
              <a:gd name="csY13" fmla="*/ 119945 h 120489"/>
              <a:gd name="csX14" fmla="*/ 122020 w 141772"/>
              <a:gd name="csY14" fmla="*/ 118380 h 120489"/>
              <a:gd name="csX15" fmla="*/ 123535 w 141772"/>
              <a:gd name="csY15" fmla="*/ 116050 h 120489"/>
              <a:gd name="csX16" fmla="*/ 124062 w 141772"/>
              <a:gd name="csY16" fmla="*/ 113311 h 120489"/>
              <a:gd name="csX17" fmla="*/ 141773 w 141772"/>
              <a:gd name="csY17" fmla="*/ 93918 h 120489"/>
              <a:gd name="csX18" fmla="*/ 141773 w 141772"/>
              <a:gd name="csY18" fmla="*/ 19495 h 120489"/>
              <a:gd name="csX19" fmla="*/ 122276 w 141772"/>
              <a:gd name="csY19" fmla="*/ 0 h 120489"/>
              <a:gd name="csX20" fmla="*/ 19497 w 141772"/>
              <a:gd name="csY20" fmla="*/ 0 h 120489"/>
              <a:gd name="csX21" fmla="*/ 88606 w 141772"/>
              <a:gd name="csY21" fmla="*/ 24802 h 120489"/>
              <a:gd name="csX22" fmla="*/ 120506 w 141772"/>
              <a:gd name="csY22" fmla="*/ 56698 h 120489"/>
              <a:gd name="csX23" fmla="*/ 88606 w 141772"/>
              <a:gd name="csY23" fmla="*/ 88594 h 120489"/>
              <a:gd name="csX24" fmla="*/ 56706 w 141772"/>
              <a:gd name="csY24" fmla="*/ 56698 h 120489"/>
              <a:gd name="csX25" fmla="*/ 88606 w 141772"/>
              <a:gd name="csY25" fmla="*/ 24802 h 120489"/>
              <a:gd name="csX26" fmla="*/ 88606 w 141772"/>
              <a:gd name="csY26" fmla="*/ 35434 h 120489"/>
              <a:gd name="csX27" fmla="*/ 73566 w 141772"/>
              <a:gd name="csY27" fmla="*/ 41660 h 120489"/>
              <a:gd name="csX28" fmla="*/ 67339 w 141772"/>
              <a:gd name="csY28" fmla="*/ 56698 h 120489"/>
              <a:gd name="csX29" fmla="*/ 73566 w 141772"/>
              <a:gd name="csY29" fmla="*/ 71736 h 120489"/>
              <a:gd name="csX30" fmla="*/ 88606 w 141772"/>
              <a:gd name="csY30" fmla="*/ 77962 h 120489"/>
              <a:gd name="csX31" fmla="*/ 103646 w 141772"/>
              <a:gd name="csY31" fmla="*/ 71736 h 120489"/>
              <a:gd name="csX32" fmla="*/ 109873 w 141772"/>
              <a:gd name="csY32" fmla="*/ 56698 h 120489"/>
              <a:gd name="csX33" fmla="*/ 103646 w 141772"/>
              <a:gd name="csY33" fmla="*/ 41660 h 120489"/>
              <a:gd name="csX34" fmla="*/ 88606 w 141772"/>
              <a:gd name="csY34" fmla="*/ 35434 h 120489"/>
              <a:gd name="csX35" fmla="*/ 26575 w 141772"/>
              <a:gd name="csY35" fmla="*/ 38990 h 120489"/>
              <a:gd name="csX36" fmla="*/ 31900 w 141772"/>
              <a:gd name="csY36" fmla="*/ 44297 h 120489"/>
              <a:gd name="csX37" fmla="*/ 31900 w 141772"/>
              <a:gd name="csY37" fmla="*/ 69099 h 120489"/>
              <a:gd name="csX38" fmla="*/ 26575 w 141772"/>
              <a:gd name="csY38" fmla="*/ 74424 h 120489"/>
              <a:gd name="csX39" fmla="*/ 21267 w 141772"/>
              <a:gd name="csY39" fmla="*/ 69099 h 120489"/>
              <a:gd name="csX40" fmla="*/ 21267 w 141772"/>
              <a:gd name="csY40" fmla="*/ 44297 h 120489"/>
              <a:gd name="csX41" fmla="*/ 26575 w 141772"/>
              <a:gd name="csY41" fmla="*/ 38990 h 120489"/>
            </a:gdLst>
            <a:ahLst/>
            <a:cxnLst/>
            <a:rect l="l" t="t" r="r" b="b"/>
            <a:pathLst>
              <a:path w="100000" h="100000">
                <a:moveTo>
                  <a:pt x="13752" y="7506"/>
                </a:moveTo>
                <a:cubicBezTo>
                  <a:pt x="6168" y="7506"/>
                  <a:pt x="0" y="13674"/>
                  <a:pt x="0" y="21257"/>
                </a:cubicBezTo>
                <a:lnTo>
                  <a:pt x="0" y="73752"/>
                </a:lnTo>
                <a:cubicBezTo>
                  <a:pt x="0" y="80915"/>
                  <a:pt x="5508" y="86807"/>
                  <a:pt x="12505" y="87431"/>
                </a:cubicBezTo>
                <a:cubicBezTo>
                  <a:pt x="12493" y="88103"/>
                  <a:pt x="12624" y="88751"/>
                  <a:pt x="12864" y="89363"/>
                </a:cubicBezTo>
                <a:cubicBezTo>
                  <a:pt x="13117" y="89974"/>
                  <a:pt x="13477" y="90539"/>
                  <a:pt x="13945" y="91006"/>
                </a:cubicBezTo>
                <a:cubicBezTo>
                  <a:pt x="14413" y="91487"/>
                  <a:pt x="14965" y="91858"/>
                  <a:pt x="15576" y="92110"/>
                </a:cubicBezTo>
                <a:cubicBezTo>
                  <a:pt x="16189" y="92362"/>
                  <a:pt x="16837" y="92495"/>
                  <a:pt x="17497" y="92495"/>
                </a:cubicBezTo>
                <a:cubicBezTo>
                  <a:pt x="18829" y="92495"/>
                  <a:pt x="20101" y="91966"/>
                  <a:pt x="21037" y="91030"/>
                </a:cubicBezTo>
                <a:cubicBezTo>
                  <a:pt x="21973" y="90094"/>
                  <a:pt x="22501" y="88823"/>
                  <a:pt x="22501" y="87503"/>
                </a:cubicBezTo>
                <a:lnTo>
                  <a:pt x="77512" y="87503"/>
                </a:lnTo>
                <a:cubicBezTo>
                  <a:pt x="77512" y="88823"/>
                  <a:pt x="78039" y="90094"/>
                  <a:pt x="78975" y="91030"/>
                </a:cubicBezTo>
                <a:cubicBezTo>
                  <a:pt x="79911" y="91966"/>
                  <a:pt x="81184" y="92495"/>
                  <a:pt x="82504" y="92495"/>
                </a:cubicBezTo>
                <a:cubicBezTo>
                  <a:pt x="83164" y="92495"/>
                  <a:pt x="83824" y="92362"/>
                  <a:pt x="84436" y="92110"/>
                </a:cubicBezTo>
                <a:cubicBezTo>
                  <a:pt x="85048" y="91858"/>
                  <a:pt x="85600" y="91487"/>
                  <a:pt x="86068" y="91006"/>
                </a:cubicBezTo>
                <a:cubicBezTo>
                  <a:pt x="86524" y="90539"/>
                  <a:pt x="86896" y="89986"/>
                  <a:pt x="87136" y="89363"/>
                </a:cubicBezTo>
                <a:cubicBezTo>
                  <a:pt x="87388" y="88751"/>
                  <a:pt x="87508" y="88103"/>
                  <a:pt x="87508" y="87431"/>
                </a:cubicBezTo>
                <a:cubicBezTo>
                  <a:pt x="94505" y="86807"/>
                  <a:pt x="100001" y="80915"/>
                  <a:pt x="100001" y="73752"/>
                </a:cubicBezTo>
                <a:lnTo>
                  <a:pt x="100001" y="21257"/>
                </a:lnTo>
                <a:cubicBezTo>
                  <a:pt x="100001" y="13674"/>
                  <a:pt x="93832" y="7506"/>
                  <a:pt x="86248" y="7506"/>
                </a:cubicBezTo>
                <a:lnTo>
                  <a:pt x="13752" y="7506"/>
                </a:lnTo>
                <a:close/>
                <a:moveTo>
                  <a:pt x="62499" y="25000"/>
                </a:moveTo>
                <a:cubicBezTo>
                  <a:pt x="74908" y="25000"/>
                  <a:pt x="85000" y="35104"/>
                  <a:pt x="85000" y="47498"/>
                </a:cubicBezTo>
                <a:cubicBezTo>
                  <a:pt x="85000" y="59906"/>
                  <a:pt x="74908" y="69997"/>
                  <a:pt x="62499" y="69997"/>
                </a:cubicBezTo>
                <a:cubicBezTo>
                  <a:pt x="50102" y="69997"/>
                  <a:pt x="39998" y="59906"/>
                  <a:pt x="39998" y="47498"/>
                </a:cubicBezTo>
                <a:cubicBezTo>
                  <a:pt x="39998" y="35104"/>
                  <a:pt x="50102" y="25000"/>
                  <a:pt x="62499" y="25000"/>
                </a:cubicBezTo>
                <a:close/>
                <a:moveTo>
                  <a:pt x="62499" y="32500"/>
                </a:moveTo>
                <a:cubicBezTo>
                  <a:pt x="58526" y="32500"/>
                  <a:pt x="54710" y="34084"/>
                  <a:pt x="51890" y="36891"/>
                </a:cubicBezTo>
                <a:cubicBezTo>
                  <a:pt x="49082" y="39711"/>
                  <a:pt x="47498" y="43527"/>
                  <a:pt x="47498" y="47498"/>
                </a:cubicBezTo>
                <a:cubicBezTo>
                  <a:pt x="47498" y="51482"/>
                  <a:pt x="49082" y="55298"/>
                  <a:pt x="51890" y="58106"/>
                </a:cubicBezTo>
                <a:cubicBezTo>
                  <a:pt x="54710" y="60925"/>
                  <a:pt x="58526" y="62497"/>
                  <a:pt x="62499" y="62497"/>
                </a:cubicBezTo>
                <a:cubicBezTo>
                  <a:pt x="66483" y="62497"/>
                  <a:pt x="70299" y="60925"/>
                  <a:pt x="73108" y="58106"/>
                </a:cubicBezTo>
                <a:cubicBezTo>
                  <a:pt x="75928" y="55298"/>
                  <a:pt x="77500" y="51482"/>
                  <a:pt x="77500" y="47498"/>
                </a:cubicBezTo>
                <a:cubicBezTo>
                  <a:pt x="77500" y="43527"/>
                  <a:pt x="75928" y="39711"/>
                  <a:pt x="73108" y="36891"/>
                </a:cubicBezTo>
                <a:cubicBezTo>
                  <a:pt x="70299" y="34084"/>
                  <a:pt x="66483" y="32500"/>
                  <a:pt x="62499" y="32500"/>
                </a:cubicBezTo>
                <a:close/>
                <a:moveTo>
                  <a:pt x="18745" y="35008"/>
                </a:moveTo>
                <a:cubicBezTo>
                  <a:pt x="20821" y="35008"/>
                  <a:pt x="22501" y="36675"/>
                  <a:pt x="22501" y="38751"/>
                </a:cubicBezTo>
                <a:lnTo>
                  <a:pt x="22501" y="56246"/>
                </a:lnTo>
                <a:cubicBezTo>
                  <a:pt x="22501" y="58321"/>
                  <a:pt x="20821" y="60002"/>
                  <a:pt x="18745" y="60002"/>
                </a:cubicBezTo>
                <a:cubicBezTo>
                  <a:pt x="16680" y="60002"/>
                  <a:pt x="15001" y="58321"/>
                  <a:pt x="15001" y="56246"/>
                </a:cubicBezTo>
                <a:lnTo>
                  <a:pt x="15001" y="38751"/>
                </a:lnTo>
                <a:cubicBezTo>
                  <a:pt x="15001" y="36675"/>
                  <a:pt x="16680" y="35008"/>
                  <a:pt x="18745" y="3500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1" name="Красный — SVG 26">
            <a:extLst>
              <a:ext uri="{FF2B5EF4-FFF2-40B4-BE49-F238E27FC236}">
                <a16:creationId xmlns:a16="http://schemas.microsoft.com/office/drawing/2014/main" id="{E5765B54-1F54-1A4D-ACD7-95B0EC46F17A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67526 w 134695"/>
              <a:gd name="csY0" fmla="*/ 2 h 159480"/>
              <a:gd name="csX1" fmla="*/ 63800 w 134695"/>
              <a:gd name="csY1" fmla="*/ 1363 h 159480"/>
              <a:gd name="csX2" fmla="*/ 5308 w 134695"/>
              <a:gd name="csY2" fmla="*/ 24804 h 159480"/>
              <a:gd name="csX3" fmla="*/ 1565 w 134695"/>
              <a:gd name="csY3" fmla="*/ 26369 h 159480"/>
              <a:gd name="csX4" fmla="*/ 0 w 134695"/>
              <a:gd name="csY4" fmla="*/ 30128 h 159480"/>
              <a:gd name="csX5" fmla="*/ 0 w 134695"/>
              <a:gd name="csY5" fmla="*/ 73575 h 159480"/>
              <a:gd name="csX6" fmla="*/ 65281 w 134695"/>
              <a:gd name="csY6" fmla="*/ 159073 h 159480"/>
              <a:gd name="csX7" fmla="*/ 67339 w 134695"/>
              <a:gd name="csY7" fmla="*/ 159481 h 159480"/>
              <a:gd name="csX8" fmla="*/ 69415 w 134695"/>
              <a:gd name="csY8" fmla="*/ 159073 h 159480"/>
              <a:gd name="csX9" fmla="*/ 134695 w 134695"/>
              <a:gd name="csY9" fmla="*/ 73575 h 159480"/>
              <a:gd name="csX10" fmla="*/ 134695 w 134695"/>
              <a:gd name="csY10" fmla="*/ 30128 h 159480"/>
              <a:gd name="csX11" fmla="*/ 133130 w 134695"/>
              <a:gd name="csY11" fmla="*/ 26369 h 159480"/>
              <a:gd name="csX12" fmla="*/ 129370 w 134695"/>
              <a:gd name="csY12" fmla="*/ 24804 h 159480"/>
              <a:gd name="csX13" fmla="*/ 70895 w 134695"/>
              <a:gd name="csY13" fmla="*/ 1363 h 159480"/>
              <a:gd name="csX14" fmla="*/ 67526 w 134695"/>
              <a:gd name="csY14" fmla="*/ 2 h 159480"/>
              <a:gd name="csX15" fmla="*/ 67339 w 134695"/>
              <a:gd name="csY15" fmla="*/ 31898 h 159480"/>
              <a:gd name="csX16" fmla="*/ 72664 w 134695"/>
              <a:gd name="csY16" fmla="*/ 37222 h 159480"/>
              <a:gd name="csX17" fmla="*/ 72664 w 134695"/>
              <a:gd name="csY17" fmla="*/ 42564 h 159480"/>
              <a:gd name="csX18" fmla="*/ 88470 w 134695"/>
              <a:gd name="csY18" fmla="*/ 56325 h 159480"/>
              <a:gd name="csX19" fmla="*/ 84676 w 134695"/>
              <a:gd name="csY19" fmla="*/ 62807 h 159480"/>
              <a:gd name="csX20" fmla="*/ 78194 w 134695"/>
              <a:gd name="csY20" fmla="*/ 59013 h 159480"/>
              <a:gd name="csX21" fmla="*/ 70759 w 134695"/>
              <a:gd name="csY21" fmla="*/ 53059 h 159480"/>
              <a:gd name="csX22" fmla="*/ 65042 w 134695"/>
              <a:gd name="csY22" fmla="*/ 53059 h 159480"/>
              <a:gd name="csX23" fmla="*/ 56536 w 134695"/>
              <a:gd name="csY23" fmla="*/ 62024 h 159480"/>
              <a:gd name="csX24" fmla="*/ 65042 w 134695"/>
              <a:gd name="csY24" fmla="*/ 70989 h 159480"/>
              <a:gd name="csX25" fmla="*/ 71559 w 134695"/>
              <a:gd name="csY25" fmla="*/ 70989 h 159480"/>
              <a:gd name="csX26" fmla="*/ 92332 w 134695"/>
              <a:gd name="csY26" fmla="*/ 92253 h 159480"/>
              <a:gd name="csX27" fmla="*/ 72664 w 134695"/>
              <a:gd name="csY27" fmla="*/ 113483 h 159480"/>
              <a:gd name="csX28" fmla="*/ 72664 w 134695"/>
              <a:gd name="csY28" fmla="*/ 118722 h 159480"/>
              <a:gd name="csX29" fmla="*/ 67339 w 134695"/>
              <a:gd name="csY29" fmla="*/ 124047 h 159480"/>
              <a:gd name="csX30" fmla="*/ 62031 w 134695"/>
              <a:gd name="csY30" fmla="*/ 118722 h 159480"/>
              <a:gd name="csX31" fmla="*/ 62031 w 134695"/>
              <a:gd name="csY31" fmla="*/ 113347 h 159480"/>
              <a:gd name="csX32" fmla="*/ 46464 w 134695"/>
              <a:gd name="csY32" fmla="*/ 99483 h 159480"/>
              <a:gd name="csX33" fmla="*/ 50326 w 134695"/>
              <a:gd name="csY33" fmla="*/ 93001 h 159480"/>
              <a:gd name="csX34" fmla="*/ 56774 w 134695"/>
              <a:gd name="csY34" fmla="*/ 96863 h 159480"/>
              <a:gd name="csX35" fmla="*/ 64226 w 134695"/>
              <a:gd name="csY35" fmla="*/ 102885 h 159480"/>
              <a:gd name="csX36" fmla="*/ 71559 w 134695"/>
              <a:gd name="csY36" fmla="*/ 102885 h 159480"/>
              <a:gd name="csX37" fmla="*/ 81698 w 134695"/>
              <a:gd name="csY37" fmla="*/ 92253 h 159480"/>
              <a:gd name="csX38" fmla="*/ 71559 w 134695"/>
              <a:gd name="csY38" fmla="*/ 81621 h 159480"/>
              <a:gd name="csX39" fmla="*/ 65042 w 134695"/>
              <a:gd name="csY39" fmla="*/ 81621 h 159480"/>
              <a:gd name="csX40" fmla="*/ 45902 w 134695"/>
              <a:gd name="csY40" fmla="*/ 62024 h 159480"/>
              <a:gd name="csX41" fmla="*/ 62031 w 134695"/>
              <a:gd name="csY41" fmla="*/ 42665 h 159480"/>
              <a:gd name="csX42" fmla="*/ 62031 w 134695"/>
              <a:gd name="csY42" fmla="*/ 37222 h 159480"/>
              <a:gd name="csX43" fmla="*/ 67339 w 134695"/>
              <a:gd name="csY43" fmla="*/ 31898 h 159480"/>
            </a:gdLst>
            <a:ahLst/>
            <a:cxnLst/>
            <a:rect l="l" t="t" r="r" b="b"/>
            <a:pathLst>
              <a:path w="100000" h="100000">
                <a:moveTo>
                  <a:pt x="50112" y="1"/>
                </a:moveTo>
                <a:cubicBezTo>
                  <a:pt x="49248" y="-20"/>
                  <a:pt x="48405" y="278"/>
                  <a:pt x="47776" y="855"/>
                </a:cubicBezTo>
                <a:cubicBezTo>
                  <a:pt x="47776" y="855"/>
                  <a:pt x="31080" y="15553"/>
                  <a:pt x="11099" y="15553"/>
                </a:cubicBezTo>
                <a:cubicBezTo>
                  <a:pt x="10224" y="15553"/>
                  <a:pt x="9371" y="15905"/>
                  <a:pt x="8752" y="16534"/>
                </a:cubicBezTo>
                <a:cubicBezTo>
                  <a:pt x="8123" y="17164"/>
                  <a:pt x="7771" y="18006"/>
                  <a:pt x="7771" y="18891"/>
                </a:cubicBezTo>
                <a:lnTo>
                  <a:pt x="7771" y="46134"/>
                </a:lnTo>
                <a:cubicBezTo>
                  <a:pt x="7771" y="60971"/>
                  <a:pt x="14641" y="85398"/>
                  <a:pt x="48704" y="99745"/>
                </a:cubicBezTo>
                <a:cubicBezTo>
                  <a:pt x="49109" y="99915"/>
                  <a:pt x="49557" y="100001"/>
                  <a:pt x="49995" y="100001"/>
                </a:cubicBezTo>
                <a:cubicBezTo>
                  <a:pt x="50443" y="100001"/>
                  <a:pt x="50880" y="99915"/>
                  <a:pt x="51296" y="99745"/>
                </a:cubicBezTo>
                <a:cubicBezTo>
                  <a:pt x="85359" y="85398"/>
                  <a:pt x="92229" y="60971"/>
                  <a:pt x="92229" y="46134"/>
                </a:cubicBezTo>
                <a:lnTo>
                  <a:pt x="92229" y="18891"/>
                </a:lnTo>
                <a:cubicBezTo>
                  <a:pt x="92229" y="18006"/>
                  <a:pt x="91878" y="17164"/>
                  <a:pt x="91248" y="16534"/>
                </a:cubicBezTo>
                <a:cubicBezTo>
                  <a:pt x="90629" y="15905"/>
                  <a:pt x="89776" y="15553"/>
                  <a:pt x="88890" y="15553"/>
                </a:cubicBezTo>
                <a:cubicBezTo>
                  <a:pt x="68909" y="15553"/>
                  <a:pt x="52224" y="855"/>
                  <a:pt x="52224" y="855"/>
                </a:cubicBezTo>
                <a:cubicBezTo>
                  <a:pt x="51638" y="332"/>
                  <a:pt x="50891" y="33"/>
                  <a:pt x="50112" y="1"/>
                </a:cubicBezTo>
                <a:close/>
                <a:moveTo>
                  <a:pt x="49995" y="20001"/>
                </a:moveTo>
                <a:cubicBezTo>
                  <a:pt x="51840" y="20001"/>
                  <a:pt x="53334" y="21494"/>
                  <a:pt x="53334" y="23340"/>
                </a:cubicBezTo>
                <a:lnTo>
                  <a:pt x="53334" y="26689"/>
                </a:lnTo>
                <a:cubicBezTo>
                  <a:pt x="58017" y="27201"/>
                  <a:pt x="62007" y="30583"/>
                  <a:pt x="63245" y="35318"/>
                </a:cubicBezTo>
                <a:cubicBezTo>
                  <a:pt x="63714" y="37089"/>
                  <a:pt x="62647" y="38913"/>
                  <a:pt x="60866" y="39382"/>
                </a:cubicBezTo>
                <a:cubicBezTo>
                  <a:pt x="59095" y="39851"/>
                  <a:pt x="57270" y="38785"/>
                  <a:pt x="56801" y="37003"/>
                </a:cubicBezTo>
                <a:cubicBezTo>
                  <a:pt x="56225" y="34806"/>
                  <a:pt x="54315" y="33270"/>
                  <a:pt x="52139" y="33270"/>
                </a:cubicBezTo>
                <a:lnTo>
                  <a:pt x="48554" y="33270"/>
                </a:lnTo>
                <a:cubicBezTo>
                  <a:pt x="45599" y="33270"/>
                  <a:pt x="43221" y="35777"/>
                  <a:pt x="43221" y="38891"/>
                </a:cubicBezTo>
                <a:cubicBezTo>
                  <a:pt x="43221" y="41985"/>
                  <a:pt x="45599" y="44513"/>
                  <a:pt x="48554" y="44513"/>
                </a:cubicBezTo>
                <a:lnTo>
                  <a:pt x="52641" y="44513"/>
                </a:lnTo>
                <a:cubicBezTo>
                  <a:pt x="59820" y="44513"/>
                  <a:pt x="65666" y="50486"/>
                  <a:pt x="65666" y="57846"/>
                </a:cubicBezTo>
                <a:cubicBezTo>
                  <a:pt x="65666" y="64960"/>
                  <a:pt x="60204" y="70774"/>
                  <a:pt x="53334" y="71158"/>
                </a:cubicBezTo>
                <a:lnTo>
                  <a:pt x="53334" y="74443"/>
                </a:lnTo>
                <a:cubicBezTo>
                  <a:pt x="53334" y="76289"/>
                  <a:pt x="51840" y="77782"/>
                  <a:pt x="49995" y="77782"/>
                </a:cubicBezTo>
                <a:cubicBezTo>
                  <a:pt x="48149" y="77782"/>
                  <a:pt x="46666" y="76289"/>
                  <a:pt x="46666" y="74443"/>
                </a:cubicBezTo>
                <a:lnTo>
                  <a:pt x="46666" y="71073"/>
                </a:lnTo>
                <a:cubicBezTo>
                  <a:pt x="42015" y="70497"/>
                  <a:pt x="38110" y="67094"/>
                  <a:pt x="36905" y="62380"/>
                </a:cubicBezTo>
                <a:cubicBezTo>
                  <a:pt x="36457" y="60577"/>
                  <a:pt x="37524" y="58785"/>
                  <a:pt x="39327" y="58315"/>
                </a:cubicBezTo>
                <a:cubicBezTo>
                  <a:pt x="41108" y="57867"/>
                  <a:pt x="42932" y="58955"/>
                  <a:pt x="43370" y="60737"/>
                </a:cubicBezTo>
                <a:cubicBezTo>
                  <a:pt x="43924" y="62955"/>
                  <a:pt x="45866" y="64513"/>
                  <a:pt x="48043" y="64513"/>
                </a:cubicBezTo>
                <a:lnTo>
                  <a:pt x="52641" y="64513"/>
                </a:lnTo>
                <a:cubicBezTo>
                  <a:pt x="56150" y="64513"/>
                  <a:pt x="58998" y="61537"/>
                  <a:pt x="58998" y="57846"/>
                </a:cubicBezTo>
                <a:cubicBezTo>
                  <a:pt x="58998" y="54155"/>
                  <a:pt x="56150" y="51179"/>
                  <a:pt x="52641" y="51179"/>
                </a:cubicBezTo>
                <a:lnTo>
                  <a:pt x="48554" y="51179"/>
                </a:lnTo>
                <a:cubicBezTo>
                  <a:pt x="41930" y="51179"/>
                  <a:pt x="36553" y="45665"/>
                  <a:pt x="36553" y="38891"/>
                </a:cubicBezTo>
                <a:cubicBezTo>
                  <a:pt x="36553" y="32758"/>
                  <a:pt x="40927" y="27691"/>
                  <a:pt x="46666" y="26753"/>
                </a:cubicBezTo>
                <a:lnTo>
                  <a:pt x="46666" y="23340"/>
                </a:lnTo>
                <a:cubicBezTo>
                  <a:pt x="46666" y="21494"/>
                  <a:pt x="48149" y="20001"/>
                  <a:pt x="49995" y="2000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2" name="Красный — SVG 27">
            <a:extLst>
              <a:ext uri="{FF2B5EF4-FFF2-40B4-BE49-F238E27FC236}">
                <a16:creationId xmlns:a16="http://schemas.microsoft.com/office/drawing/2014/main" id="{FC782011-39F1-E246-9076-298FD472D30D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12403 w 163039"/>
              <a:gd name="csY0" fmla="*/ 0 h 85055"/>
              <a:gd name="csX1" fmla="*/ 0 w 163039"/>
              <a:gd name="csY1" fmla="*/ 12401 h 85055"/>
              <a:gd name="csX2" fmla="*/ 0 w 163039"/>
              <a:gd name="csY2" fmla="*/ 72654 h 85055"/>
              <a:gd name="csX3" fmla="*/ 12403 w 163039"/>
              <a:gd name="csY3" fmla="*/ 85056 h 85055"/>
              <a:gd name="csX4" fmla="*/ 65570 w 163039"/>
              <a:gd name="csY4" fmla="*/ 85056 h 85055"/>
              <a:gd name="csX5" fmla="*/ 68343 w 163039"/>
              <a:gd name="csY5" fmla="*/ 84273 h 85055"/>
              <a:gd name="csX6" fmla="*/ 70299 w 163039"/>
              <a:gd name="csY6" fmla="*/ 82147 h 85055"/>
              <a:gd name="csX7" fmla="*/ 81052 w 163039"/>
              <a:gd name="csY7" fmla="*/ 61070 h 85055"/>
              <a:gd name="csX8" fmla="*/ 81630 w 163039"/>
              <a:gd name="csY8" fmla="*/ 58552 h 85055"/>
              <a:gd name="csX9" fmla="*/ 80950 w 163039"/>
              <a:gd name="csY9" fmla="*/ 56069 h 85055"/>
              <a:gd name="csX10" fmla="*/ 64396 w 163039"/>
              <a:gd name="csY10" fmla="*/ 26299 h 85055"/>
              <a:gd name="csX11" fmla="*/ 73855 w 163039"/>
              <a:gd name="csY11" fmla="*/ 7723 h 85055"/>
              <a:gd name="csX12" fmla="*/ 74417 w 163039"/>
              <a:gd name="csY12" fmla="*/ 5103 h 85055"/>
              <a:gd name="csX13" fmla="*/ 73651 w 163039"/>
              <a:gd name="csY13" fmla="*/ 2535 h 85055"/>
              <a:gd name="csX14" fmla="*/ 71711 w 163039"/>
              <a:gd name="csY14" fmla="*/ 680 h 85055"/>
              <a:gd name="csX15" fmla="*/ 69109 w 163039"/>
              <a:gd name="csY15" fmla="*/ 0 h 85055"/>
              <a:gd name="csX16" fmla="*/ 12403 w 163039"/>
              <a:gd name="csY16" fmla="*/ 0 h 85055"/>
              <a:gd name="csX17" fmla="*/ 97470 w 163039"/>
              <a:gd name="csY17" fmla="*/ 0 h 85055"/>
              <a:gd name="csX18" fmla="*/ 94697 w 163039"/>
              <a:gd name="csY18" fmla="*/ 782 h 85055"/>
              <a:gd name="csX19" fmla="*/ 92740 w 163039"/>
              <a:gd name="csY19" fmla="*/ 2909 h 85055"/>
              <a:gd name="csX20" fmla="*/ 82005 w 163039"/>
              <a:gd name="csY20" fmla="*/ 23986 h 85055"/>
              <a:gd name="csX21" fmla="*/ 81426 w 163039"/>
              <a:gd name="csY21" fmla="*/ 26503 h 85055"/>
              <a:gd name="csX22" fmla="*/ 82090 w 163039"/>
              <a:gd name="csY22" fmla="*/ 28987 h 85055"/>
              <a:gd name="csX23" fmla="*/ 98644 w 163039"/>
              <a:gd name="csY23" fmla="*/ 58773 h 85055"/>
              <a:gd name="csX24" fmla="*/ 89202 w 163039"/>
              <a:gd name="csY24" fmla="*/ 77332 h 85055"/>
              <a:gd name="csX25" fmla="*/ 88623 w 163039"/>
              <a:gd name="csY25" fmla="*/ 79952 h 85055"/>
              <a:gd name="csX26" fmla="*/ 89405 w 163039"/>
              <a:gd name="csY26" fmla="*/ 82521 h 85055"/>
              <a:gd name="csX27" fmla="*/ 91328 w 163039"/>
              <a:gd name="csY27" fmla="*/ 84375 h 85055"/>
              <a:gd name="csX28" fmla="*/ 93931 w 163039"/>
              <a:gd name="csY28" fmla="*/ 85056 h 85055"/>
              <a:gd name="csX29" fmla="*/ 150637 w 163039"/>
              <a:gd name="csY29" fmla="*/ 85056 h 85055"/>
              <a:gd name="csX30" fmla="*/ 163040 w 163039"/>
              <a:gd name="csY30" fmla="*/ 72654 h 85055"/>
              <a:gd name="csX31" fmla="*/ 163040 w 163039"/>
              <a:gd name="csY31" fmla="*/ 12401 h 85055"/>
              <a:gd name="csX32" fmla="*/ 150637 w 163039"/>
              <a:gd name="csY32" fmla="*/ 0 h 85055"/>
              <a:gd name="csX33" fmla="*/ 97470 w 163039"/>
              <a:gd name="csY33" fmla="*/ 0 h 85055"/>
              <a:gd name="csX34" fmla="*/ 21267 w 163039"/>
              <a:gd name="csY34" fmla="*/ 10632 h 85055"/>
              <a:gd name="csX35" fmla="*/ 60448 w 163039"/>
              <a:gd name="csY35" fmla="*/ 10632 h 85055"/>
              <a:gd name="csX36" fmla="*/ 54052 w 163039"/>
              <a:gd name="csY36" fmla="*/ 23203 h 85055"/>
              <a:gd name="csX37" fmla="*/ 46072 w 163039"/>
              <a:gd name="csY37" fmla="*/ 42528 h 85055"/>
              <a:gd name="csX38" fmla="*/ 65961 w 163039"/>
              <a:gd name="csY38" fmla="*/ 67245 h 85055"/>
              <a:gd name="csX39" fmla="*/ 62320 w 163039"/>
              <a:gd name="csY39" fmla="*/ 74424 h 85055"/>
              <a:gd name="csX40" fmla="*/ 21267 w 163039"/>
              <a:gd name="csY40" fmla="*/ 74424 h 85055"/>
              <a:gd name="csX41" fmla="*/ 10633 w 163039"/>
              <a:gd name="csY41" fmla="*/ 63792 h 85055"/>
              <a:gd name="csX42" fmla="*/ 10633 w 163039"/>
              <a:gd name="csY42" fmla="*/ 21264 h 85055"/>
              <a:gd name="csX43" fmla="*/ 21267 w 163039"/>
              <a:gd name="csY43" fmla="*/ 10632 h 85055"/>
              <a:gd name="csX44" fmla="*/ 100736 w 163039"/>
              <a:gd name="csY44" fmla="*/ 10632 h 85055"/>
              <a:gd name="csX45" fmla="*/ 141773 w 163039"/>
              <a:gd name="csY45" fmla="*/ 10632 h 85055"/>
              <a:gd name="csX46" fmla="*/ 152406 w 163039"/>
              <a:gd name="csY46" fmla="*/ 21264 h 85055"/>
              <a:gd name="csX47" fmla="*/ 152406 w 163039"/>
              <a:gd name="csY47" fmla="*/ 63792 h 85055"/>
              <a:gd name="csX48" fmla="*/ 141773 w 163039"/>
              <a:gd name="csY48" fmla="*/ 74424 h 85055"/>
              <a:gd name="csX49" fmla="*/ 102591 w 163039"/>
              <a:gd name="csY49" fmla="*/ 74424 h 85055"/>
              <a:gd name="csX50" fmla="*/ 108988 w 163039"/>
              <a:gd name="csY50" fmla="*/ 61869 h 85055"/>
              <a:gd name="csX51" fmla="*/ 116967 w 163039"/>
              <a:gd name="csY51" fmla="*/ 42528 h 85055"/>
              <a:gd name="csX52" fmla="*/ 97079 w 163039"/>
              <a:gd name="csY52" fmla="*/ 17811 h 85055"/>
              <a:gd name="csX53" fmla="*/ 100736 w 163039"/>
              <a:gd name="csY53" fmla="*/ 10632 h 85055"/>
              <a:gd name="csX54" fmla="*/ 24806 w 163039"/>
              <a:gd name="csY54" fmla="*/ 35434 h 85055"/>
              <a:gd name="csX55" fmla="*/ 19804 w 163039"/>
              <a:gd name="csY55" fmla="*/ 37510 h 85055"/>
              <a:gd name="csX56" fmla="*/ 17728 w 163039"/>
              <a:gd name="csY56" fmla="*/ 42528 h 85055"/>
              <a:gd name="csX57" fmla="*/ 19804 w 163039"/>
              <a:gd name="csY57" fmla="*/ 47546 h 85055"/>
              <a:gd name="csX58" fmla="*/ 24806 w 163039"/>
              <a:gd name="csY58" fmla="*/ 49621 h 85055"/>
              <a:gd name="csX59" fmla="*/ 29824 w 163039"/>
              <a:gd name="csY59" fmla="*/ 47546 h 85055"/>
              <a:gd name="csX60" fmla="*/ 31900 w 163039"/>
              <a:gd name="csY60" fmla="*/ 42528 h 85055"/>
              <a:gd name="csX61" fmla="*/ 29824 w 163039"/>
              <a:gd name="csY61" fmla="*/ 37510 h 85055"/>
              <a:gd name="csX62" fmla="*/ 24806 w 163039"/>
              <a:gd name="csY62" fmla="*/ 35434 h 85055"/>
              <a:gd name="csX63" fmla="*/ 138234 w 163039"/>
              <a:gd name="csY63" fmla="*/ 35434 h 85055"/>
              <a:gd name="csX64" fmla="*/ 133215 w 163039"/>
              <a:gd name="csY64" fmla="*/ 37510 h 85055"/>
              <a:gd name="csX65" fmla="*/ 131139 w 163039"/>
              <a:gd name="csY65" fmla="*/ 42528 h 85055"/>
              <a:gd name="csX66" fmla="*/ 133215 w 163039"/>
              <a:gd name="csY66" fmla="*/ 47546 h 85055"/>
              <a:gd name="csX67" fmla="*/ 138234 w 163039"/>
              <a:gd name="csY67" fmla="*/ 49621 h 85055"/>
              <a:gd name="csX68" fmla="*/ 143253 w 163039"/>
              <a:gd name="csY68" fmla="*/ 47546 h 85055"/>
              <a:gd name="csX69" fmla="*/ 145328 w 163039"/>
              <a:gd name="csY69" fmla="*/ 42528 h 85055"/>
              <a:gd name="csX70" fmla="*/ 143253 w 163039"/>
              <a:gd name="csY70" fmla="*/ 37510 h 85055"/>
              <a:gd name="csX71" fmla="*/ 138234 w 163039"/>
              <a:gd name="csY71" fmla="*/ 35434 h 85055"/>
            </a:gdLst>
            <a:ahLst/>
            <a:cxnLst/>
            <a:rect l="l" t="t" r="r" b="b"/>
            <a:pathLst>
              <a:path w="100000" h="100000">
                <a:moveTo>
                  <a:pt x="7607" y="23916"/>
                </a:moveTo>
                <a:cubicBezTo>
                  <a:pt x="3443" y="23916"/>
                  <a:pt x="0" y="27359"/>
                  <a:pt x="0" y="31522"/>
                </a:cubicBezTo>
                <a:lnTo>
                  <a:pt x="0" y="68478"/>
                </a:lnTo>
                <a:cubicBezTo>
                  <a:pt x="0" y="72642"/>
                  <a:pt x="3443" y="76085"/>
                  <a:pt x="7607" y="76085"/>
                </a:cubicBezTo>
                <a:lnTo>
                  <a:pt x="40217" y="76085"/>
                </a:lnTo>
                <a:cubicBezTo>
                  <a:pt x="40823" y="76085"/>
                  <a:pt x="41407" y="75917"/>
                  <a:pt x="41918" y="75605"/>
                </a:cubicBezTo>
                <a:cubicBezTo>
                  <a:pt x="42440" y="75292"/>
                  <a:pt x="42847" y="74832"/>
                  <a:pt x="43118" y="74301"/>
                </a:cubicBezTo>
                <a:lnTo>
                  <a:pt x="49713" y="61373"/>
                </a:lnTo>
                <a:cubicBezTo>
                  <a:pt x="49953" y="60893"/>
                  <a:pt x="50068" y="60361"/>
                  <a:pt x="50068" y="59829"/>
                </a:cubicBezTo>
                <a:cubicBezTo>
                  <a:pt x="50058" y="59297"/>
                  <a:pt x="49911" y="58775"/>
                  <a:pt x="49651" y="58306"/>
                </a:cubicBezTo>
                <a:lnTo>
                  <a:pt x="39497" y="40046"/>
                </a:lnTo>
                <a:lnTo>
                  <a:pt x="45299" y="28653"/>
                </a:lnTo>
                <a:cubicBezTo>
                  <a:pt x="45549" y="28152"/>
                  <a:pt x="45675" y="27599"/>
                  <a:pt x="45644" y="27046"/>
                </a:cubicBezTo>
                <a:cubicBezTo>
                  <a:pt x="45623" y="26493"/>
                  <a:pt x="45466" y="25950"/>
                  <a:pt x="45174" y="25471"/>
                </a:cubicBezTo>
                <a:cubicBezTo>
                  <a:pt x="44881" y="25001"/>
                  <a:pt x="44475" y="24605"/>
                  <a:pt x="43984" y="24333"/>
                </a:cubicBezTo>
                <a:cubicBezTo>
                  <a:pt x="43494" y="24062"/>
                  <a:pt x="42951" y="23916"/>
                  <a:pt x="42388" y="23916"/>
                </a:cubicBezTo>
                <a:lnTo>
                  <a:pt x="7607" y="23916"/>
                </a:lnTo>
                <a:close/>
                <a:moveTo>
                  <a:pt x="59783" y="23916"/>
                </a:moveTo>
                <a:cubicBezTo>
                  <a:pt x="59188" y="23916"/>
                  <a:pt x="58593" y="24083"/>
                  <a:pt x="58082" y="24395"/>
                </a:cubicBezTo>
                <a:cubicBezTo>
                  <a:pt x="57571" y="24709"/>
                  <a:pt x="57153" y="25168"/>
                  <a:pt x="56882" y="25700"/>
                </a:cubicBezTo>
                <a:lnTo>
                  <a:pt x="50298" y="38628"/>
                </a:lnTo>
                <a:cubicBezTo>
                  <a:pt x="50058" y="39107"/>
                  <a:pt x="49932" y="39640"/>
                  <a:pt x="49943" y="40171"/>
                </a:cubicBezTo>
                <a:cubicBezTo>
                  <a:pt x="49953" y="40704"/>
                  <a:pt x="50089" y="41225"/>
                  <a:pt x="50350" y="41695"/>
                </a:cubicBezTo>
                <a:lnTo>
                  <a:pt x="60503" y="59964"/>
                </a:lnTo>
                <a:lnTo>
                  <a:pt x="54712" y="71347"/>
                </a:lnTo>
                <a:cubicBezTo>
                  <a:pt x="54451" y="71848"/>
                  <a:pt x="54336" y="72402"/>
                  <a:pt x="54357" y="72954"/>
                </a:cubicBezTo>
                <a:cubicBezTo>
                  <a:pt x="54378" y="73508"/>
                  <a:pt x="54545" y="74050"/>
                  <a:pt x="54837" y="74530"/>
                </a:cubicBezTo>
                <a:cubicBezTo>
                  <a:pt x="55129" y="74999"/>
                  <a:pt x="55536" y="75396"/>
                  <a:pt x="56016" y="75667"/>
                </a:cubicBezTo>
                <a:cubicBezTo>
                  <a:pt x="56506" y="75938"/>
                  <a:pt x="57049" y="76085"/>
                  <a:pt x="57613" y="76085"/>
                </a:cubicBezTo>
                <a:lnTo>
                  <a:pt x="92393" y="76085"/>
                </a:lnTo>
                <a:cubicBezTo>
                  <a:pt x="96557" y="76085"/>
                  <a:pt x="100001" y="72642"/>
                  <a:pt x="100001" y="68478"/>
                </a:cubicBezTo>
                <a:lnTo>
                  <a:pt x="100001" y="31522"/>
                </a:lnTo>
                <a:cubicBezTo>
                  <a:pt x="100001" y="27359"/>
                  <a:pt x="96557" y="23916"/>
                  <a:pt x="92393" y="23916"/>
                </a:cubicBezTo>
                <a:lnTo>
                  <a:pt x="59783" y="23916"/>
                </a:lnTo>
                <a:close/>
                <a:moveTo>
                  <a:pt x="13044" y="30437"/>
                </a:moveTo>
                <a:lnTo>
                  <a:pt x="37076" y="30437"/>
                </a:lnTo>
                <a:lnTo>
                  <a:pt x="33153" y="38147"/>
                </a:lnTo>
                <a:cubicBezTo>
                  <a:pt x="30085" y="41017"/>
                  <a:pt x="28258" y="45368"/>
                  <a:pt x="28258" y="50000"/>
                </a:cubicBezTo>
                <a:cubicBezTo>
                  <a:pt x="28258" y="58055"/>
                  <a:pt x="33664" y="64649"/>
                  <a:pt x="40457" y="65160"/>
                </a:cubicBezTo>
                <a:lnTo>
                  <a:pt x="38224" y="69564"/>
                </a:lnTo>
                <a:lnTo>
                  <a:pt x="13044" y="69564"/>
                </a:lnTo>
                <a:cubicBezTo>
                  <a:pt x="13044" y="65954"/>
                  <a:pt x="10133" y="63043"/>
                  <a:pt x="6522" y="63043"/>
                </a:cubicBezTo>
                <a:lnTo>
                  <a:pt x="6522" y="36958"/>
                </a:lnTo>
                <a:cubicBezTo>
                  <a:pt x="10133" y="36958"/>
                  <a:pt x="13044" y="34047"/>
                  <a:pt x="13044" y="30437"/>
                </a:cubicBezTo>
                <a:close/>
                <a:moveTo>
                  <a:pt x="61786" y="30437"/>
                </a:moveTo>
                <a:lnTo>
                  <a:pt x="86956" y="30437"/>
                </a:lnTo>
                <a:cubicBezTo>
                  <a:pt x="86956" y="34047"/>
                  <a:pt x="89868" y="36958"/>
                  <a:pt x="93478" y="36958"/>
                </a:cubicBezTo>
                <a:lnTo>
                  <a:pt x="93478" y="63043"/>
                </a:lnTo>
                <a:cubicBezTo>
                  <a:pt x="89868" y="63043"/>
                  <a:pt x="86956" y="65954"/>
                  <a:pt x="86956" y="69564"/>
                </a:cubicBezTo>
                <a:lnTo>
                  <a:pt x="62924" y="69564"/>
                </a:lnTo>
                <a:lnTo>
                  <a:pt x="66848" y="61863"/>
                </a:lnTo>
                <a:cubicBezTo>
                  <a:pt x="69916" y="58994"/>
                  <a:pt x="71742" y="54633"/>
                  <a:pt x="71742" y="50000"/>
                </a:cubicBezTo>
                <a:cubicBezTo>
                  <a:pt x="71742" y="41945"/>
                  <a:pt x="66347" y="35351"/>
                  <a:pt x="59543" y="34840"/>
                </a:cubicBezTo>
                <a:lnTo>
                  <a:pt x="61786" y="30437"/>
                </a:lnTo>
                <a:close/>
                <a:moveTo>
                  <a:pt x="15215" y="45649"/>
                </a:moveTo>
                <a:cubicBezTo>
                  <a:pt x="14067" y="45649"/>
                  <a:pt x="12961" y="46109"/>
                  <a:pt x="12147" y="46923"/>
                </a:cubicBezTo>
                <a:cubicBezTo>
                  <a:pt x="11332" y="47746"/>
                  <a:pt x="10873" y="48842"/>
                  <a:pt x="10873" y="50000"/>
                </a:cubicBezTo>
                <a:cubicBezTo>
                  <a:pt x="10873" y="51158"/>
                  <a:pt x="11332" y="52254"/>
                  <a:pt x="12147" y="53078"/>
                </a:cubicBezTo>
                <a:cubicBezTo>
                  <a:pt x="12961" y="53892"/>
                  <a:pt x="14067" y="54351"/>
                  <a:pt x="15215" y="54351"/>
                </a:cubicBezTo>
                <a:cubicBezTo>
                  <a:pt x="16373" y="54351"/>
                  <a:pt x="17479" y="53892"/>
                  <a:pt x="18293" y="53078"/>
                </a:cubicBezTo>
                <a:cubicBezTo>
                  <a:pt x="19107" y="52254"/>
                  <a:pt x="19566" y="51158"/>
                  <a:pt x="19566" y="50000"/>
                </a:cubicBezTo>
                <a:cubicBezTo>
                  <a:pt x="19566" y="48842"/>
                  <a:pt x="19107" y="47746"/>
                  <a:pt x="18293" y="46923"/>
                </a:cubicBezTo>
                <a:cubicBezTo>
                  <a:pt x="17479" y="46109"/>
                  <a:pt x="16373" y="45649"/>
                  <a:pt x="15215" y="45649"/>
                </a:cubicBezTo>
                <a:close/>
                <a:moveTo>
                  <a:pt x="84786" y="45649"/>
                </a:moveTo>
                <a:cubicBezTo>
                  <a:pt x="83628" y="45649"/>
                  <a:pt x="82532" y="46109"/>
                  <a:pt x="81707" y="46923"/>
                </a:cubicBezTo>
                <a:cubicBezTo>
                  <a:pt x="80894" y="47746"/>
                  <a:pt x="80434" y="48842"/>
                  <a:pt x="80434" y="50000"/>
                </a:cubicBezTo>
                <a:cubicBezTo>
                  <a:pt x="80434" y="51158"/>
                  <a:pt x="80894" y="52254"/>
                  <a:pt x="81707" y="53078"/>
                </a:cubicBezTo>
                <a:cubicBezTo>
                  <a:pt x="82532" y="53892"/>
                  <a:pt x="83628" y="54351"/>
                  <a:pt x="84786" y="54351"/>
                </a:cubicBezTo>
                <a:cubicBezTo>
                  <a:pt x="85944" y="54351"/>
                  <a:pt x="87040" y="53892"/>
                  <a:pt x="87864" y="53078"/>
                </a:cubicBezTo>
                <a:cubicBezTo>
                  <a:pt x="88678" y="52254"/>
                  <a:pt x="89137" y="51158"/>
                  <a:pt x="89137" y="50000"/>
                </a:cubicBezTo>
                <a:cubicBezTo>
                  <a:pt x="89137" y="48842"/>
                  <a:pt x="88678" y="47746"/>
                  <a:pt x="87864" y="46923"/>
                </a:cubicBezTo>
                <a:cubicBezTo>
                  <a:pt x="87040" y="46109"/>
                  <a:pt x="85944" y="45649"/>
                  <a:pt x="84786" y="4564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3" name="Красный — SVG 28">
            <a:extLst>
              <a:ext uri="{FF2B5EF4-FFF2-40B4-BE49-F238E27FC236}">
                <a16:creationId xmlns:a16="http://schemas.microsoft.com/office/drawing/2014/main" id="{42C1EF49-03D5-CB44-924F-B9C7AD274E88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8864 w 138233"/>
              <a:gd name="csY0" fmla="*/ 0 h 134676"/>
              <a:gd name="csX1" fmla="*/ 0 w 138233"/>
              <a:gd name="csY1" fmla="*/ 8863 h 134676"/>
              <a:gd name="csX2" fmla="*/ 0 w 138233"/>
              <a:gd name="csY2" fmla="*/ 10632 h 134676"/>
              <a:gd name="csX3" fmla="*/ 0 w 138233"/>
              <a:gd name="csY3" fmla="*/ 124045 h 134676"/>
              <a:gd name="csX4" fmla="*/ 0 w 138233"/>
              <a:gd name="csY4" fmla="*/ 125814 h 134676"/>
              <a:gd name="csX5" fmla="*/ 8864 w 138233"/>
              <a:gd name="csY5" fmla="*/ 134677 h 134676"/>
              <a:gd name="csX6" fmla="*/ 10633 w 138233"/>
              <a:gd name="csY6" fmla="*/ 134677 h 134676"/>
              <a:gd name="csX7" fmla="*/ 58560 w 138233"/>
              <a:gd name="csY7" fmla="*/ 134677 h 134676"/>
              <a:gd name="csX8" fmla="*/ 53694 w 138233"/>
              <a:gd name="csY8" fmla="*/ 124045 h 134676"/>
              <a:gd name="csX9" fmla="*/ 21267 w 138233"/>
              <a:gd name="csY9" fmla="*/ 124045 h 134676"/>
              <a:gd name="csX10" fmla="*/ 10633 w 138233"/>
              <a:gd name="csY10" fmla="*/ 113413 h 134676"/>
              <a:gd name="csX11" fmla="*/ 10633 w 138233"/>
              <a:gd name="csY11" fmla="*/ 21264 h 134676"/>
              <a:gd name="csX12" fmla="*/ 21267 w 138233"/>
              <a:gd name="csY12" fmla="*/ 10632 h 134676"/>
              <a:gd name="csX13" fmla="*/ 53167 w 138233"/>
              <a:gd name="csY13" fmla="*/ 10632 h 134676"/>
              <a:gd name="csX14" fmla="*/ 63800 w 138233"/>
              <a:gd name="csY14" fmla="*/ 21264 h 134676"/>
              <a:gd name="csX15" fmla="*/ 63800 w 138233"/>
              <a:gd name="csY15" fmla="*/ 33733 h 134676"/>
              <a:gd name="csX16" fmla="*/ 74434 w 138233"/>
              <a:gd name="csY16" fmla="*/ 28885 h 134676"/>
              <a:gd name="csX17" fmla="*/ 74434 w 138233"/>
              <a:gd name="csY17" fmla="*/ 10632 h 134676"/>
              <a:gd name="csX18" fmla="*/ 74434 w 138233"/>
              <a:gd name="csY18" fmla="*/ 8863 h 134676"/>
              <a:gd name="csX19" fmla="*/ 65570 w 138233"/>
              <a:gd name="csY19" fmla="*/ 0 h 134676"/>
              <a:gd name="csX20" fmla="*/ 63800 w 138233"/>
              <a:gd name="csY20" fmla="*/ 0 h 134676"/>
              <a:gd name="csX21" fmla="*/ 10633 w 138233"/>
              <a:gd name="csY21" fmla="*/ 0 h 134676"/>
              <a:gd name="csX22" fmla="*/ 8864 w 138233"/>
              <a:gd name="csY22" fmla="*/ 0 h 134676"/>
              <a:gd name="csX23" fmla="*/ 37209 w 138233"/>
              <a:gd name="csY23" fmla="*/ 23033 h 134676"/>
              <a:gd name="csX24" fmla="*/ 32207 w 138233"/>
              <a:gd name="csY24" fmla="*/ 25108 h 134676"/>
              <a:gd name="csX25" fmla="*/ 30131 w 138233"/>
              <a:gd name="csY25" fmla="*/ 30127 h 134676"/>
              <a:gd name="csX26" fmla="*/ 32207 w 138233"/>
              <a:gd name="csY26" fmla="*/ 35128 h 134676"/>
              <a:gd name="csX27" fmla="*/ 37209 w 138233"/>
              <a:gd name="csY27" fmla="*/ 37203 h 134676"/>
              <a:gd name="csX28" fmla="*/ 42227 w 138233"/>
              <a:gd name="csY28" fmla="*/ 35128 h 134676"/>
              <a:gd name="csX29" fmla="*/ 44303 w 138233"/>
              <a:gd name="csY29" fmla="*/ 30127 h 134676"/>
              <a:gd name="csX30" fmla="*/ 42227 w 138233"/>
              <a:gd name="csY30" fmla="*/ 25108 h 134676"/>
              <a:gd name="csX31" fmla="*/ 37209 w 138233"/>
              <a:gd name="csY31" fmla="*/ 23033 h 134676"/>
              <a:gd name="csX32" fmla="*/ 79742 w 138233"/>
              <a:gd name="csY32" fmla="*/ 38990 h 134676"/>
              <a:gd name="csX33" fmla="*/ 63800 w 138233"/>
              <a:gd name="csY33" fmla="*/ 54929 h 134676"/>
              <a:gd name="csX34" fmla="*/ 63800 w 138233"/>
              <a:gd name="csY34" fmla="*/ 118721 h 134676"/>
              <a:gd name="csX35" fmla="*/ 79742 w 138233"/>
              <a:gd name="csY35" fmla="*/ 134677 h 134676"/>
              <a:gd name="csX36" fmla="*/ 102795 w 138233"/>
              <a:gd name="csY36" fmla="*/ 134677 h 134676"/>
              <a:gd name="csX37" fmla="*/ 102795 w 138233"/>
              <a:gd name="csY37" fmla="*/ 38990 h 134676"/>
              <a:gd name="csX38" fmla="*/ 79742 w 138233"/>
              <a:gd name="csY38" fmla="*/ 38990 h 134676"/>
              <a:gd name="csX39" fmla="*/ 113428 w 138233"/>
              <a:gd name="csY39" fmla="*/ 38990 h 134676"/>
              <a:gd name="csX40" fmla="*/ 113428 w 138233"/>
              <a:gd name="csY40" fmla="*/ 134677 h 134676"/>
              <a:gd name="csX41" fmla="*/ 122276 w 138233"/>
              <a:gd name="csY41" fmla="*/ 134677 h 134676"/>
              <a:gd name="csX42" fmla="*/ 138234 w 138233"/>
              <a:gd name="csY42" fmla="*/ 118721 h 134676"/>
              <a:gd name="csX43" fmla="*/ 138234 w 138233"/>
              <a:gd name="csY43" fmla="*/ 54929 h 134676"/>
              <a:gd name="csX44" fmla="*/ 122276 w 138233"/>
              <a:gd name="csY44" fmla="*/ 38990 h 134676"/>
              <a:gd name="csX45" fmla="*/ 113428 w 138233"/>
              <a:gd name="csY45" fmla="*/ 38990 h 134676"/>
              <a:gd name="csX46" fmla="*/ 37209 w 138233"/>
              <a:gd name="csY46" fmla="*/ 49621 h 134676"/>
              <a:gd name="csX47" fmla="*/ 17728 w 138233"/>
              <a:gd name="csY47" fmla="*/ 67330 h 134676"/>
              <a:gd name="csX48" fmla="*/ 37209 w 138233"/>
              <a:gd name="csY48" fmla="*/ 85056 h 134676"/>
              <a:gd name="csX49" fmla="*/ 53167 w 138233"/>
              <a:gd name="csY49" fmla="*/ 77503 h 134676"/>
              <a:gd name="csX50" fmla="*/ 53167 w 138233"/>
              <a:gd name="csY50" fmla="*/ 57174 h 134676"/>
              <a:gd name="csX51" fmla="*/ 37209 w 138233"/>
              <a:gd name="csY51" fmla="*/ 49621 h 134676"/>
              <a:gd name="csX52" fmla="*/ 37209 w 138233"/>
              <a:gd name="csY52" fmla="*/ 97457 h 134676"/>
              <a:gd name="csX53" fmla="*/ 32207 w 138233"/>
              <a:gd name="csY53" fmla="*/ 99532 h 134676"/>
              <a:gd name="csX54" fmla="*/ 30131 w 138233"/>
              <a:gd name="csY54" fmla="*/ 104550 h 134676"/>
              <a:gd name="csX55" fmla="*/ 32207 w 138233"/>
              <a:gd name="csY55" fmla="*/ 109552 h 134676"/>
              <a:gd name="csX56" fmla="*/ 37209 w 138233"/>
              <a:gd name="csY56" fmla="*/ 111627 h 134676"/>
              <a:gd name="csX57" fmla="*/ 42227 w 138233"/>
              <a:gd name="csY57" fmla="*/ 109552 h 134676"/>
              <a:gd name="csX58" fmla="*/ 44303 w 138233"/>
              <a:gd name="csY58" fmla="*/ 104550 h 134676"/>
              <a:gd name="csX59" fmla="*/ 42227 w 138233"/>
              <a:gd name="csY59" fmla="*/ 99532 h 134676"/>
              <a:gd name="csX60" fmla="*/ 37209 w 138233"/>
              <a:gd name="csY60" fmla="*/ 97457 h 134676"/>
            </a:gdLst>
            <a:ahLst/>
            <a:cxnLst/>
            <a:rect l="l" t="t" r="r" b="b"/>
            <a:pathLst>
              <a:path w="100000" h="100000">
                <a:moveTo>
                  <a:pt x="6412" y="1287"/>
                </a:moveTo>
                <a:cubicBezTo>
                  <a:pt x="2868" y="1287"/>
                  <a:pt x="0" y="4154"/>
                  <a:pt x="0" y="7698"/>
                </a:cubicBezTo>
                <a:lnTo>
                  <a:pt x="0" y="8978"/>
                </a:lnTo>
                <a:lnTo>
                  <a:pt x="0" y="91023"/>
                </a:lnTo>
                <a:lnTo>
                  <a:pt x="0" y="92302"/>
                </a:lnTo>
                <a:cubicBezTo>
                  <a:pt x="0" y="95834"/>
                  <a:pt x="2868" y="98714"/>
                  <a:pt x="6412" y="98714"/>
                </a:cubicBezTo>
                <a:lnTo>
                  <a:pt x="7692" y="98714"/>
                </a:lnTo>
                <a:lnTo>
                  <a:pt x="42363" y="98714"/>
                </a:lnTo>
                <a:cubicBezTo>
                  <a:pt x="40640" y="96474"/>
                  <a:pt x="39434" y="93866"/>
                  <a:pt x="38843" y="91023"/>
                </a:cubicBezTo>
                <a:lnTo>
                  <a:pt x="15385" y="91023"/>
                </a:lnTo>
                <a:cubicBezTo>
                  <a:pt x="15385" y="86765"/>
                  <a:pt x="11939" y="83331"/>
                  <a:pt x="7692" y="83331"/>
                </a:cubicBezTo>
                <a:lnTo>
                  <a:pt x="7692" y="16669"/>
                </a:lnTo>
                <a:cubicBezTo>
                  <a:pt x="11939" y="16669"/>
                  <a:pt x="15385" y="13224"/>
                  <a:pt x="15385" y="8978"/>
                </a:cubicBezTo>
                <a:lnTo>
                  <a:pt x="38462" y="8978"/>
                </a:lnTo>
                <a:cubicBezTo>
                  <a:pt x="38462" y="13224"/>
                  <a:pt x="41908" y="16669"/>
                  <a:pt x="46154" y="16669"/>
                </a:cubicBezTo>
                <a:lnTo>
                  <a:pt x="46154" y="25690"/>
                </a:lnTo>
                <a:cubicBezTo>
                  <a:pt x="48382" y="23979"/>
                  <a:pt x="51003" y="22773"/>
                  <a:pt x="53847" y="22182"/>
                </a:cubicBezTo>
                <a:lnTo>
                  <a:pt x="53847" y="8978"/>
                </a:lnTo>
                <a:lnTo>
                  <a:pt x="53847" y="7698"/>
                </a:lnTo>
                <a:cubicBezTo>
                  <a:pt x="53847" y="4154"/>
                  <a:pt x="50978" y="1287"/>
                  <a:pt x="47434" y="1287"/>
                </a:cubicBezTo>
                <a:lnTo>
                  <a:pt x="46154" y="1287"/>
                </a:lnTo>
                <a:lnTo>
                  <a:pt x="7692" y="1287"/>
                </a:lnTo>
                <a:lnTo>
                  <a:pt x="6412" y="1287"/>
                </a:lnTo>
                <a:close/>
                <a:moveTo>
                  <a:pt x="26918" y="17949"/>
                </a:moveTo>
                <a:cubicBezTo>
                  <a:pt x="25563" y="17949"/>
                  <a:pt x="24258" y="18490"/>
                  <a:pt x="23299" y="19450"/>
                </a:cubicBezTo>
                <a:cubicBezTo>
                  <a:pt x="22338" y="20410"/>
                  <a:pt x="21797" y="21714"/>
                  <a:pt x="21797" y="23081"/>
                </a:cubicBezTo>
                <a:cubicBezTo>
                  <a:pt x="21797" y="24434"/>
                  <a:pt x="22338" y="25739"/>
                  <a:pt x="23299" y="26699"/>
                </a:cubicBezTo>
                <a:cubicBezTo>
                  <a:pt x="24258" y="27671"/>
                  <a:pt x="25563" y="28200"/>
                  <a:pt x="26918" y="28200"/>
                </a:cubicBezTo>
                <a:cubicBezTo>
                  <a:pt x="28283" y="28200"/>
                  <a:pt x="29588" y="27671"/>
                  <a:pt x="30548" y="26699"/>
                </a:cubicBezTo>
                <a:cubicBezTo>
                  <a:pt x="31508" y="25739"/>
                  <a:pt x="32050" y="24434"/>
                  <a:pt x="32050" y="23081"/>
                </a:cubicBezTo>
                <a:cubicBezTo>
                  <a:pt x="32050" y="21714"/>
                  <a:pt x="31508" y="20410"/>
                  <a:pt x="30548" y="19450"/>
                </a:cubicBezTo>
                <a:cubicBezTo>
                  <a:pt x="29588" y="18490"/>
                  <a:pt x="28283" y="17949"/>
                  <a:pt x="26918" y="17949"/>
                </a:cubicBezTo>
                <a:close/>
                <a:moveTo>
                  <a:pt x="57687" y="29493"/>
                </a:moveTo>
                <a:cubicBezTo>
                  <a:pt x="51336" y="29493"/>
                  <a:pt x="46154" y="34661"/>
                  <a:pt x="46154" y="41023"/>
                </a:cubicBezTo>
                <a:lnTo>
                  <a:pt x="46154" y="87171"/>
                </a:lnTo>
                <a:cubicBezTo>
                  <a:pt x="46154" y="93533"/>
                  <a:pt x="51336" y="98714"/>
                  <a:pt x="57687" y="98714"/>
                </a:cubicBezTo>
                <a:lnTo>
                  <a:pt x="74364" y="98714"/>
                </a:lnTo>
                <a:lnTo>
                  <a:pt x="74364" y="29493"/>
                </a:lnTo>
                <a:lnTo>
                  <a:pt x="57687" y="29493"/>
                </a:lnTo>
                <a:close/>
                <a:moveTo>
                  <a:pt x="82056" y="29493"/>
                </a:moveTo>
                <a:lnTo>
                  <a:pt x="82056" y="98714"/>
                </a:lnTo>
                <a:lnTo>
                  <a:pt x="88456" y="98714"/>
                </a:lnTo>
                <a:cubicBezTo>
                  <a:pt x="94819" y="98714"/>
                  <a:pt x="100001" y="93533"/>
                  <a:pt x="100001" y="87171"/>
                </a:cubicBezTo>
                <a:lnTo>
                  <a:pt x="100001" y="41023"/>
                </a:lnTo>
                <a:cubicBezTo>
                  <a:pt x="100001" y="34661"/>
                  <a:pt x="94819" y="29493"/>
                  <a:pt x="88456" y="29493"/>
                </a:cubicBezTo>
                <a:lnTo>
                  <a:pt x="82056" y="29493"/>
                </a:lnTo>
                <a:close/>
                <a:moveTo>
                  <a:pt x="26918" y="37183"/>
                </a:moveTo>
                <a:cubicBezTo>
                  <a:pt x="19126" y="37183"/>
                  <a:pt x="12825" y="42918"/>
                  <a:pt x="12825" y="49994"/>
                </a:cubicBezTo>
                <a:cubicBezTo>
                  <a:pt x="12825" y="57070"/>
                  <a:pt x="19126" y="62817"/>
                  <a:pt x="26918" y="62817"/>
                </a:cubicBezTo>
                <a:cubicBezTo>
                  <a:pt x="31693" y="62817"/>
                  <a:pt x="35926" y="60664"/>
                  <a:pt x="38462" y="57354"/>
                </a:cubicBezTo>
                <a:lnTo>
                  <a:pt x="38462" y="42647"/>
                </a:lnTo>
                <a:cubicBezTo>
                  <a:pt x="35926" y="39337"/>
                  <a:pt x="31693" y="37183"/>
                  <a:pt x="26918" y="37183"/>
                </a:cubicBezTo>
                <a:close/>
                <a:moveTo>
                  <a:pt x="26918" y="71789"/>
                </a:moveTo>
                <a:cubicBezTo>
                  <a:pt x="25563" y="71789"/>
                  <a:pt x="24258" y="72330"/>
                  <a:pt x="23299" y="73290"/>
                </a:cubicBezTo>
                <a:cubicBezTo>
                  <a:pt x="22338" y="74250"/>
                  <a:pt x="21797" y="75554"/>
                  <a:pt x="21797" y="76920"/>
                </a:cubicBezTo>
                <a:cubicBezTo>
                  <a:pt x="21797" y="78274"/>
                  <a:pt x="22338" y="79578"/>
                  <a:pt x="23299" y="80538"/>
                </a:cubicBezTo>
                <a:cubicBezTo>
                  <a:pt x="24258" y="81510"/>
                  <a:pt x="25563" y="82039"/>
                  <a:pt x="26918" y="82039"/>
                </a:cubicBezTo>
                <a:cubicBezTo>
                  <a:pt x="28283" y="82039"/>
                  <a:pt x="29588" y="81510"/>
                  <a:pt x="30548" y="80538"/>
                </a:cubicBezTo>
                <a:cubicBezTo>
                  <a:pt x="31508" y="79578"/>
                  <a:pt x="32050" y="78274"/>
                  <a:pt x="32050" y="76920"/>
                </a:cubicBezTo>
                <a:cubicBezTo>
                  <a:pt x="32050" y="75554"/>
                  <a:pt x="31508" y="74250"/>
                  <a:pt x="30548" y="73290"/>
                </a:cubicBezTo>
                <a:cubicBezTo>
                  <a:pt x="29588" y="72330"/>
                  <a:pt x="28283" y="71789"/>
                  <a:pt x="26918" y="7178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4" name="Красный — SVG 29">
            <a:extLst>
              <a:ext uri="{FF2B5EF4-FFF2-40B4-BE49-F238E27FC236}">
                <a16:creationId xmlns:a16="http://schemas.microsoft.com/office/drawing/2014/main" id="{CD36BA39-1853-964B-8547-BC6BF8F7C2D0}"/>
              </a:ext>
            </a:extLst>
          </p:cNvPr>
          <p:cNvSpPr>
            <a:spLocks noGrp="1"/>
          </p:cNvSpPr>
          <p:nvPr/>
        </p:nvSpPr>
        <p:spPr>
          <a:xfrm>
            <a:off x="6420000" y="1410000"/>
            <a:ext cx="220000" cy="220000"/>
          </a:xfrm>
          <a:custGeom>
            <a:avLst/>
            <a:gdLst>
              <a:gd name="csX0" fmla="*/ 70895 w 141772"/>
              <a:gd name="csY0" fmla="*/ 0 h 141754"/>
              <a:gd name="csX1" fmla="*/ 21267 w 141772"/>
              <a:gd name="csY1" fmla="*/ 20311 h 141754"/>
              <a:gd name="csX2" fmla="*/ 21267 w 141772"/>
              <a:gd name="csY2" fmla="*/ 17726 h 141754"/>
              <a:gd name="csX3" fmla="*/ 20739 w 141772"/>
              <a:gd name="csY3" fmla="*/ 14953 h 141754"/>
              <a:gd name="csX4" fmla="*/ 19191 w 141772"/>
              <a:gd name="csY4" fmla="*/ 12605 h 141754"/>
              <a:gd name="csX5" fmla="*/ 16843 w 141772"/>
              <a:gd name="csY5" fmla="*/ 11057 h 141754"/>
              <a:gd name="csX6" fmla="*/ 14070 w 141772"/>
              <a:gd name="csY6" fmla="*/ 10530 h 141754"/>
              <a:gd name="csX7" fmla="*/ 9102 w 141772"/>
              <a:gd name="csY7" fmla="*/ 12690 h 141754"/>
              <a:gd name="csX8" fmla="*/ 7094 w 141772"/>
              <a:gd name="csY8" fmla="*/ 17726 h 141754"/>
              <a:gd name="csX9" fmla="*/ 7094 w 141772"/>
              <a:gd name="csY9" fmla="*/ 38990 h 141754"/>
              <a:gd name="csX10" fmla="*/ 9170 w 141772"/>
              <a:gd name="csY10" fmla="*/ 43991 h 141754"/>
              <a:gd name="csX11" fmla="*/ 14172 w 141772"/>
              <a:gd name="csY11" fmla="*/ 46066 h 141754"/>
              <a:gd name="csX12" fmla="*/ 35439 w 141772"/>
              <a:gd name="csY12" fmla="*/ 46066 h 141754"/>
              <a:gd name="csX13" fmla="*/ 38195 w 141772"/>
              <a:gd name="csY13" fmla="*/ 45556 h 141754"/>
              <a:gd name="csX14" fmla="*/ 40526 w 141772"/>
              <a:gd name="csY14" fmla="*/ 44025 h 141754"/>
              <a:gd name="csX15" fmla="*/ 42091 w 141772"/>
              <a:gd name="csY15" fmla="*/ 41711 h 141754"/>
              <a:gd name="csX16" fmla="*/ 42636 w 141772"/>
              <a:gd name="csY16" fmla="*/ 38990 h 141754"/>
              <a:gd name="csX17" fmla="*/ 42091 w 141772"/>
              <a:gd name="csY17" fmla="*/ 36251 h 141754"/>
              <a:gd name="csX18" fmla="*/ 40526 w 141772"/>
              <a:gd name="csY18" fmla="*/ 33937 h 141754"/>
              <a:gd name="csX19" fmla="*/ 38195 w 141772"/>
              <a:gd name="csY19" fmla="*/ 32406 h 141754"/>
              <a:gd name="csX20" fmla="*/ 35439 w 141772"/>
              <a:gd name="csY20" fmla="*/ 31896 h 141754"/>
              <a:gd name="csX21" fmla="*/ 29705 w 141772"/>
              <a:gd name="csY21" fmla="*/ 31896 h 141754"/>
              <a:gd name="csX22" fmla="*/ 70895 w 141772"/>
              <a:gd name="csY22" fmla="*/ 14170 h 141754"/>
              <a:gd name="csX23" fmla="*/ 127601 w 141772"/>
              <a:gd name="csY23" fmla="*/ 70885 h 141754"/>
              <a:gd name="csX24" fmla="*/ 70895 w 141772"/>
              <a:gd name="csY24" fmla="*/ 127583 h 141754"/>
              <a:gd name="csX25" fmla="*/ 68139 w 141772"/>
              <a:gd name="csY25" fmla="*/ 128094 h 141754"/>
              <a:gd name="csX26" fmla="*/ 65808 w 141772"/>
              <a:gd name="csY26" fmla="*/ 129625 h 141754"/>
              <a:gd name="csX27" fmla="*/ 64243 w 141772"/>
              <a:gd name="csY27" fmla="*/ 131938 h 141754"/>
              <a:gd name="csX28" fmla="*/ 63698 w 141772"/>
              <a:gd name="csY28" fmla="*/ 134677 h 141754"/>
              <a:gd name="csX29" fmla="*/ 64243 w 141772"/>
              <a:gd name="csY29" fmla="*/ 137399 h 141754"/>
              <a:gd name="csX30" fmla="*/ 65808 w 141772"/>
              <a:gd name="csY30" fmla="*/ 139712 h 141754"/>
              <a:gd name="csX31" fmla="*/ 68139 w 141772"/>
              <a:gd name="csY31" fmla="*/ 141243 h 141754"/>
              <a:gd name="csX32" fmla="*/ 70895 w 141772"/>
              <a:gd name="csY32" fmla="*/ 141753 h 141754"/>
              <a:gd name="csX33" fmla="*/ 141773 w 141772"/>
              <a:gd name="csY33" fmla="*/ 70885 h 141754"/>
              <a:gd name="csX34" fmla="*/ 70895 w 141772"/>
              <a:gd name="csY34" fmla="*/ 0 h 141754"/>
              <a:gd name="csX35" fmla="*/ 70793 w 141772"/>
              <a:gd name="csY35" fmla="*/ 24717 h 141754"/>
              <a:gd name="csX36" fmla="*/ 65808 w 141772"/>
              <a:gd name="csY36" fmla="*/ 26861 h 141754"/>
              <a:gd name="csX37" fmla="*/ 63800 w 141772"/>
              <a:gd name="csY37" fmla="*/ 31896 h 141754"/>
              <a:gd name="csX38" fmla="*/ 63800 w 141772"/>
              <a:gd name="csY38" fmla="*/ 32797 h 141754"/>
              <a:gd name="csX39" fmla="*/ 46072 w 141772"/>
              <a:gd name="csY39" fmla="*/ 54044 h 141754"/>
              <a:gd name="csX40" fmla="*/ 68224 w 141772"/>
              <a:gd name="csY40" fmla="*/ 76193 h 141754"/>
              <a:gd name="csX41" fmla="*/ 71779 w 141772"/>
              <a:gd name="csY41" fmla="*/ 76193 h 141754"/>
              <a:gd name="csX42" fmla="*/ 81528 w 141772"/>
              <a:gd name="csY42" fmla="*/ 85940 h 141754"/>
              <a:gd name="csX43" fmla="*/ 71779 w 141772"/>
              <a:gd name="csY43" fmla="*/ 95687 h 141754"/>
              <a:gd name="csX44" fmla="*/ 67339 w 141772"/>
              <a:gd name="csY44" fmla="*/ 95687 h 141754"/>
              <a:gd name="csX45" fmla="*/ 60483 w 141772"/>
              <a:gd name="csY45" fmla="*/ 90397 h 141754"/>
              <a:gd name="csX46" fmla="*/ 59292 w 141772"/>
              <a:gd name="csY46" fmla="*/ 87879 h 141754"/>
              <a:gd name="csX47" fmla="*/ 57233 w 141772"/>
              <a:gd name="csY47" fmla="*/ 86008 h 141754"/>
              <a:gd name="csX48" fmla="*/ 54596 w 141772"/>
              <a:gd name="csY48" fmla="*/ 85090 h 141754"/>
              <a:gd name="csX49" fmla="*/ 51823 w 141772"/>
              <a:gd name="csY49" fmla="*/ 85243 h 141754"/>
              <a:gd name="csX50" fmla="*/ 49305 w 141772"/>
              <a:gd name="csY50" fmla="*/ 86467 h 141754"/>
              <a:gd name="csX51" fmla="*/ 47467 w 141772"/>
              <a:gd name="csY51" fmla="*/ 88560 h 141754"/>
              <a:gd name="csX52" fmla="*/ 46566 w 141772"/>
              <a:gd name="csY52" fmla="*/ 91197 h 141754"/>
              <a:gd name="csX53" fmla="*/ 46770 w 141772"/>
              <a:gd name="csY53" fmla="*/ 93969 h 141754"/>
              <a:gd name="csX54" fmla="*/ 63800 w 141772"/>
              <a:gd name="csY54" fmla="*/ 109262 h 141754"/>
              <a:gd name="csX55" fmla="*/ 63800 w 141772"/>
              <a:gd name="csY55" fmla="*/ 109858 h 141754"/>
              <a:gd name="csX56" fmla="*/ 64311 w 141772"/>
              <a:gd name="csY56" fmla="*/ 112613 h 141754"/>
              <a:gd name="csX57" fmla="*/ 65842 w 141772"/>
              <a:gd name="csY57" fmla="*/ 114944 h 141754"/>
              <a:gd name="csX58" fmla="*/ 68156 w 141772"/>
              <a:gd name="csY58" fmla="*/ 116509 h 141754"/>
              <a:gd name="csX59" fmla="*/ 70895 w 141772"/>
              <a:gd name="csY59" fmla="*/ 117054 h 141754"/>
              <a:gd name="csX60" fmla="*/ 73617 w 141772"/>
              <a:gd name="csY60" fmla="*/ 116509 h 141754"/>
              <a:gd name="csX61" fmla="*/ 75931 w 141772"/>
              <a:gd name="csY61" fmla="*/ 114944 h 141754"/>
              <a:gd name="csX62" fmla="*/ 77462 w 141772"/>
              <a:gd name="csY62" fmla="*/ 112613 h 141754"/>
              <a:gd name="csX63" fmla="*/ 77973 w 141772"/>
              <a:gd name="csY63" fmla="*/ 109858 h 141754"/>
              <a:gd name="csX64" fmla="*/ 77973 w 141772"/>
              <a:gd name="csY64" fmla="*/ 108599 h 141754"/>
              <a:gd name="csX65" fmla="*/ 95700 w 141772"/>
              <a:gd name="csY65" fmla="*/ 85940 h 141754"/>
              <a:gd name="csX66" fmla="*/ 71779 w 141772"/>
              <a:gd name="csY66" fmla="*/ 62022 h 141754"/>
              <a:gd name="csX67" fmla="*/ 68224 w 141772"/>
              <a:gd name="csY67" fmla="*/ 62022 h 141754"/>
              <a:gd name="csX68" fmla="*/ 60261 w 141772"/>
              <a:gd name="csY68" fmla="*/ 54044 h 141754"/>
              <a:gd name="csX69" fmla="*/ 68224 w 141772"/>
              <a:gd name="csY69" fmla="*/ 46066 h 141754"/>
              <a:gd name="csX70" fmla="*/ 72664 w 141772"/>
              <a:gd name="csY70" fmla="*/ 46066 h 141754"/>
              <a:gd name="csX71" fmla="*/ 79504 w 141772"/>
              <a:gd name="csY71" fmla="*/ 51306 h 141754"/>
              <a:gd name="csX72" fmla="*/ 80729 w 141772"/>
              <a:gd name="csY72" fmla="*/ 53806 h 141754"/>
              <a:gd name="csX73" fmla="*/ 82804 w 141772"/>
              <a:gd name="csY73" fmla="*/ 55643 h 141754"/>
              <a:gd name="csX74" fmla="*/ 85441 w 141772"/>
              <a:gd name="csY74" fmla="*/ 56545 h 141754"/>
              <a:gd name="csX75" fmla="*/ 88215 w 141772"/>
              <a:gd name="csY75" fmla="*/ 56358 h 141754"/>
              <a:gd name="csX76" fmla="*/ 90716 w 141772"/>
              <a:gd name="csY76" fmla="*/ 55116 h 141754"/>
              <a:gd name="csX77" fmla="*/ 92536 w 141772"/>
              <a:gd name="csY77" fmla="*/ 53024 h 141754"/>
              <a:gd name="csX78" fmla="*/ 93403 w 141772"/>
              <a:gd name="csY78" fmla="*/ 50370 h 141754"/>
              <a:gd name="csX79" fmla="*/ 93200 w 141772"/>
              <a:gd name="csY79" fmla="*/ 47597 h 141754"/>
              <a:gd name="csX80" fmla="*/ 77973 w 141772"/>
              <a:gd name="csY80" fmla="*/ 32797 h 141754"/>
              <a:gd name="csX81" fmla="*/ 77973 w 141772"/>
              <a:gd name="csY81" fmla="*/ 31896 h 141754"/>
              <a:gd name="csX82" fmla="*/ 77462 w 141772"/>
              <a:gd name="csY82" fmla="*/ 29123 h 141754"/>
              <a:gd name="csX83" fmla="*/ 75897 w 141772"/>
              <a:gd name="csY83" fmla="*/ 26792 h 141754"/>
              <a:gd name="csX84" fmla="*/ 73549 w 141772"/>
              <a:gd name="csY84" fmla="*/ 25227 h 141754"/>
              <a:gd name="csX85" fmla="*/ 70793 w 141772"/>
              <a:gd name="csY85" fmla="*/ 24717 h 141754"/>
              <a:gd name="csX86" fmla="*/ 7094 w 141772"/>
              <a:gd name="csY86" fmla="*/ 63928 h 141754"/>
              <a:gd name="csX87" fmla="*/ 0 w 141772"/>
              <a:gd name="csY87" fmla="*/ 71021 h 141754"/>
              <a:gd name="csX88" fmla="*/ 7094 w 141772"/>
              <a:gd name="csY88" fmla="*/ 78098 h 141754"/>
              <a:gd name="csX89" fmla="*/ 14172 w 141772"/>
              <a:gd name="csY89" fmla="*/ 70987 h 141754"/>
              <a:gd name="csX90" fmla="*/ 7094 w 141772"/>
              <a:gd name="csY90" fmla="*/ 63928 h 141754"/>
              <a:gd name="csX91" fmla="*/ 12012 w 141772"/>
              <a:gd name="csY91" fmla="*/ 88305 h 141754"/>
              <a:gd name="csX92" fmla="*/ 9255 w 141772"/>
              <a:gd name="csY92" fmla="*/ 88849 h 141754"/>
              <a:gd name="csX93" fmla="*/ 5427 w 141772"/>
              <a:gd name="csY93" fmla="*/ 98137 h 141754"/>
              <a:gd name="csX94" fmla="*/ 11978 w 141772"/>
              <a:gd name="csY94" fmla="*/ 102492 h 141754"/>
              <a:gd name="csX95" fmla="*/ 14716 w 141772"/>
              <a:gd name="csY95" fmla="*/ 101964 h 141754"/>
              <a:gd name="csX96" fmla="*/ 18510 w 141772"/>
              <a:gd name="csY96" fmla="*/ 92676 h 141754"/>
              <a:gd name="csX97" fmla="*/ 12012 w 141772"/>
              <a:gd name="csY97" fmla="*/ 88305 h 141754"/>
              <a:gd name="csX98" fmla="*/ 25826 w 141772"/>
              <a:gd name="csY98" fmla="*/ 108956 h 141754"/>
              <a:gd name="csX99" fmla="*/ 20841 w 141772"/>
              <a:gd name="csY99" fmla="*/ 111032 h 141754"/>
              <a:gd name="csX100" fmla="*/ 20841 w 141772"/>
              <a:gd name="csY100" fmla="*/ 121068 h 141754"/>
              <a:gd name="csX101" fmla="*/ 25843 w 141772"/>
              <a:gd name="csY101" fmla="*/ 123160 h 141754"/>
              <a:gd name="csX102" fmla="*/ 30879 w 141772"/>
              <a:gd name="csY102" fmla="*/ 121068 h 141754"/>
              <a:gd name="csX103" fmla="*/ 30828 w 141772"/>
              <a:gd name="csY103" fmla="*/ 111032 h 141754"/>
              <a:gd name="csX104" fmla="*/ 25826 w 141772"/>
              <a:gd name="csY104" fmla="*/ 108956 h 141754"/>
              <a:gd name="csX105" fmla="*/ 46481 w 141772"/>
              <a:gd name="csY105" fmla="*/ 122786 h 141754"/>
              <a:gd name="csX106" fmla="*/ 39982 w 141772"/>
              <a:gd name="csY106" fmla="*/ 127158 h 141754"/>
              <a:gd name="csX107" fmla="*/ 43844 w 141772"/>
              <a:gd name="csY107" fmla="*/ 136412 h 141754"/>
              <a:gd name="csX108" fmla="*/ 46549 w 141772"/>
              <a:gd name="csY108" fmla="*/ 136939 h 141754"/>
              <a:gd name="csX109" fmla="*/ 53099 w 141772"/>
              <a:gd name="csY109" fmla="*/ 132584 h 141754"/>
              <a:gd name="csX110" fmla="*/ 49271 w 141772"/>
              <a:gd name="csY110" fmla="*/ 123296 h 141754"/>
              <a:gd name="csX111" fmla="*/ 49271 w 141772"/>
              <a:gd name="csY111" fmla="*/ 123331 h 141754"/>
              <a:gd name="csX112" fmla="*/ 46481 w 141772"/>
              <a:gd name="csY112" fmla="*/ 122786 h 141754"/>
            </a:gdLst>
            <a:ahLst/>
            <a:cxnLst/>
            <a:rect l="l" t="t" r="r" b="b"/>
            <a:pathLst>
              <a:path w="100000" h="100000">
                <a:moveTo>
                  <a:pt x="50006" y="6"/>
                </a:moveTo>
                <a:cubicBezTo>
                  <a:pt x="36398" y="6"/>
                  <a:pt x="24025" y="5478"/>
                  <a:pt x="15001" y="14333"/>
                </a:cubicBezTo>
                <a:lnTo>
                  <a:pt x="15001" y="12510"/>
                </a:lnTo>
                <a:cubicBezTo>
                  <a:pt x="15013" y="11837"/>
                  <a:pt x="14880" y="11177"/>
                  <a:pt x="14628" y="10554"/>
                </a:cubicBezTo>
                <a:cubicBezTo>
                  <a:pt x="14377" y="9929"/>
                  <a:pt x="14005" y="9378"/>
                  <a:pt x="13537" y="8897"/>
                </a:cubicBezTo>
                <a:cubicBezTo>
                  <a:pt x="13056" y="8430"/>
                  <a:pt x="12505" y="8057"/>
                  <a:pt x="11880" y="7805"/>
                </a:cubicBezTo>
                <a:cubicBezTo>
                  <a:pt x="11256" y="7554"/>
                  <a:pt x="10597" y="7422"/>
                  <a:pt x="9924" y="7434"/>
                </a:cubicBezTo>
                <a:cubicBezTo>
                  <a:pt x="8604" y="7458"/>
                  <a:pt x="7344" y="7997"/>
                  <a:pt x="6420" y="8957"/>
                </a:cubicBezTo>
                <a:cubicBezTo>
                  <a:pt x="5496" y="9905"/>
                  <a:pt x="4980" y="11177"/>
                  <a:pt x="5004" y="12510"/>
                </a:cubicBezTo>
                <a:lnTo>
                  <a:pt x="5004" y="27508"/>
                </a:lnTo>
                <a:cubicBezTo>
                  <a:pt x="5004" y="28828"/>
                  <a:pt x="5532" y="30100"/>
                  <a:pt x="6468" y="31036"/>
                </a:cubicBezTo>
                <a:cubicBezTo>
                  <a:pt x="7404" y="31972"/>
                  <a:pt x="8677" y="32499"/>
                  <a:pt x="9996" y="32499"/>
                </a:cubicBezTo>
                <a:lnTo>
                  <a:pt x="24997" y="32499"/>
                </a:lnTo>
                <a:cubicBezTo>
                  <a:pt x="25669" y="32511"/>
                  <a:pt x="26317" y="32391"/>
                  <a:pt x="26941" y="32140"/>
                </a:cubicBezTo>
                <a:cubicBezTo>
                  <a:pt x="27553" y="31899"/>
                  <a:pt x="28105" y="31527"/>
                  <a:pt x="28585" y="31060"/>
                </a:cubicBezTo>
                <a:cubicBezTo>
                  <a:pt x="29053" y="30603"/>
                  <a:pt x="29425" y="30040"/>
                  <a:pt x="29689" y="29428"/>
                </a:cubicBezTo>
                <a:cubicBezTo>
                  <a:pt x="29941" y="28828"/>
                  <a:pt x="30074" y="28168"/>
                  <a:pt x="30074" y="27508"/>
                </a:cubicBezTo>
                <a:cubicBezTo>
                  <a:pt x="30074" y="26836"/>
                  <a:pt x="29941" y="26188"/>
                  <a:pt x="29689" y="25576"/>
                </a:cubicBezTo>
                <a:cubicBezTo>
                  <a:pt x="29425" y="24964"/>
                  <a:pt x="29053" y="24412"/>
                  <a:pt x="28585" y="23944"/>
                </a:cubicBezTo>
                <a:cubicBezTo>
                  <a:pt x="28105" y="23476"/>
                  <a:pt x="27553" y="23116"/>
                  <a:pt x="26941" y="22864"/>
                </a:cubicBezTo>
                <a:cubicBezTo>
                  <a:pt x="26317" y="22612"/>
                  <a:pt x="25669" y="22492"/>
                  <a:pt x="24997" y="22504"/>
                </a:cubicBezTo>
                <a:lnTo>
                  <a:pt x="20953" y="22504"/>
                </a:lnTo>
                <a:cubicBezTo>
                  <a:pt x="28238" y="14813"/>
                  <a:pt x="38534" y="10001"/>
                  <a:pt x="50006" y="10001"/>
                </a:cubicBezTo>
                <a:cubicBezTo>
                  <a:pt x="72159" y="10001"/>
                  <a:pt x="90004" y="27856"/>
                  <a:pt x="90004" y="50006"/>
                </a:cubicBezTo>
                <a:cubicBezTo>
                  <a:pt x="90004" y="72156"/>
                  <a:pt x="72159" y="89998"/>
                  <a:pt x="50006" y="89998"/>
                </a:cubicBezTo>
                <a:cubicBezTo>
                  <a:pt x="49334" y="89986"/>
                  <a:pt x="48687" y="90106"/>
                  <a:pt x="48062" y="90358"/>
                </a:cubicBezTo>
                <a:cubicBezTo>
                  <a:pt x="47450" y="90610"/>
                  <a:pt x="46899" y="90970"/>
                  <a:pt x="46418" y="91438"/>
                </a:cubicBezTo>
                <a:cubicBezTo>
                  <a:pt x="45950" y="91906"/>
                  <a:pt x="45578" y="92458"/>
                  <a:pt x="45314" y="93070"/>
                </a:cubicBezTo>
                <a:cubicBezTo>
                  <a:pt x="45062" y="93682"/>
                  <a:pt x="44930" y="94330"/>
                  <a:pt x="44930" y="95002"/>
                </a:cubicBezTo>
                <a:cubicBezTo>
                  <a:pt x="44930" y="95661"/>
                  <a:pt x="45062" y="96322"/>
                  <a:pt x="45314" y="96922"/>
                </a:cubicBezTo>
                <a:cubicBezTo>
                  <a:pt x="45578" y="97533"/>
                  <a:pt x="45950" y="98098"/>
                  <a:pt x="46418" y="98553"/>
                </a:cubicBezTo>
                <a:cubicBezTo>
                  <a:pt x="46899" y="99022"/>
                  <a:pt x="47450" y="99393"/>
                  <a:pt x="48062" y="99633"/>
                </a:cubicBezTo>
                <a:cubicBezTo>
                  <a:pt x="48687" y="99885"/>
                  <a:pt x="49334" y="100005"/>
                  <a:pt x="50006" y="99993"/>
                </a:cubicBezTo>
                <a:cubicBezTo>
                  <a:pt x="77559" y="99993"/>
                  <a:pt x="100001" y="77556"/>
                  <a:pt x="100001" y="50006"/>
                </a:cubicBezTo>
                <a:cubicBezTo>
                  <a:pt x="100001" y="22444"/>
                  <a:pt x="77559" y="6"/>
                  <a:pt x="50006" y="6"/>
                </a:cubicBezTo>
                <a:close/>
                <a:moveTo>
                  <a:pt x="49934" y="17441"/>
                </a:moveTo>
                <a:cubicBezTo>
                  <a:pt x="48602" y="17453"/>
                  <a:pt x="47342" y="18005"/>
                  <a:pt x="46418" y="18953"/>
                </a:cubicBezTo>
                <a:cubicBezTo>
                  <a:pt x="45494" y="19900"/>
                  <a:pt x="44978" y="21185"/>
                  <a:pt x="45002" y="22504"/>
                </a:cubicBezTo>
                <a:lnTo>
                  <a:pt x="45002" y="23140"/>
                </a:lnTo>
                <a:cubicBezTo>
                  <a:pt x="37957" y="24652"/>
                  <a:pt x="32497" y="30663"/>
                  <a:pt x="32497" y="38127"/>
                </a:cubicBezTo>
                <a:cubicBezTo>
                  <a:pt x="32497" y="46694"/>
                  <a:pt x="39554" y="53750"/>
                  <a:pt x="48122" y="53750"/>
                </a:cubicBezTo>
                <a:lnTo>
                  <a:pt x="50630" y="53750"/>
                </a:lnTo>
                <a:cubicBezTo>
                  <a:pt x="54483" y="53750"/>
                  <a:pt x="57506" y="56774"/>
                  <a:pt x="57506" y="60625"/>
                </a:cubicBezTo>
                <a:cubicBezTo>
                  <a:pt x="57506" y="64477"/>
                  <a:pt x="54483" y="67500"/>
                  <a:pt x="50630" y="67500"/>
                </a:cubicBezTo>
                <a:lnTo>
                  <a:pt x="47498" y="67500"/>
                </a:lnTo>
                <a:cubicBezTo>
                  <a:pt x="45122" y="67500"/>
                  <a:pt x="43214" y="65904"/>
                  <a:pt x="42662" y="63769"/>
                </a:cubicBezTo>
                <a:cubicBezTo>
                  <a:pt x="42506" y="63132"/>
                  <a:pt x="42218" y="62521"/>
                  <a:pt x="41822" y="61992"/>
                </a:cubicBezTo>
                <a:cubicBezTo>
                  <a:pt x="41426" y="61465"/>
                  <a:pt x="40934" y="61009"/>
                  <a:pt x="40370" y="60673"/>
                </a:cubicBezTo>
                <a:cubicBezTo>
                  <a:pt x="39793" y="60337"/>
                  <a:pt x="39170" y="60121"/>
                  <a:pt x="38510" y="60025"/>
                </a:cubicBezTo>
                <a:cubicBezTo>
                  <a:pt x="37861" y="59929"/>
                  <a:pt x="37190" y="59965"/>
                  <a:pt x="36554" y="60133"/>
                </a:cubicBezTo>
                <a:cubicBezTo>
                  <a:pt x="35906" y="60301"/>
                  <a:pt x="35305" y="60589"/>
                  <a:pt x="34778" y="60997"/>
                </a:cubicBezTo>
                <a:cubicBezTo>
                  <a:pt x="34249" y="61393"/>
                  <a:pt x="33818" y="61897"/>
                  <a:pt x="33481" y="62473"/>
                </a:cubicBezTo>
                <a:cubicBezTo>
                  <a:pt x="33145" y="63036"/>
                  <a:pt x="32942" y="63673"/>
                  <a:pt x="32846" y="64333"/>
                </a:cubicBezTo>
                <a:cubicBezTo>
                  <a:pt x="32762" y="64980"/>
                  <a:pt x="32810" y="65653"/>
                  <a:pt x="32990" y="66288"/>
                </a:cubicBezTo>
                <a:cubicBezTo>
                  <a:pt x="34453" y="71939"/>
                  <a:pt x="39218" y="76067"/>
                  <a:pt x="45002" y="77075"/>
                </a:cubicBezTo>
                <a:lnTo>
                  <a:pt x="45002" y="77496"/>
                </a:lnTo>
                <a:cubicBezTo>
                  <a:pt x="44990" y="78167"/>
                  <a:pt x="45110" y="78815"/>
                  <a:pt x="45362" y="79439"/>
                </a:cubicBezTo>
                <a:cubicBezTo>
                  <a:pt x="45614" y="80051"/>
                  <a:pt x="45974" y="80603"/>
                  <a:pt x="46442" y="81083"/>
                </a:cubicBezTo>
                <a:cubicBezTo>
                  <a:pt x="46911" y="81551"/>
                  <a:pt x="47462" y="81923"/>
                  <a:pt x="48074" y="82187"/>
                </a:cubicBezTo>
                <a:cubicBezTo>
                  <a:pt x="48687" y="82439"/>
                  <a:pt x="49334" y="82571"/>
                  <a:pt x="50006" y="82571"/>
                </a:cubicBezTo>
                <a:cubicBezTo>
                  <a:pt x="50667" y="82571"/>
                  <a:pt x="51326" y="82439"/>
                  <a:pt x="51926" y="82187"/>
                </a:cubicBezTo>
                <a:cubicBezTo>
                  <a:pt x="52539" y="81923"/>
                  <a:pt x="53102" y="81551"/>
                  <a:pt x="53559" y="81083"/>
                </a:cubicBezTo>
                <a:cubicBezTo>
                  <a:pt x="54026" y="80603"/>
                  <a:pt x="54399" y="80051"/>
                  <a:pt x="54638" y="79439"/>
                </a:cubicBezTo>
                <a:cubicBezTo>
                  <a:pt x="54890" y="78815"/>
                  <a:pt x="55011" y="78167"/>
                  <a:pt x="54999" y="77496"/>
                </a:cubicBezTo>
                <a:lnTo>
                  <a:pt x="54999" y="76608"/>
                </a:lnTo>
                <a:cubicBezTo>
                  <a:pt x="62115" y="74628"/>
                  <a:pt x="67503" y="68340"/>
                  <a:pt x="67503" y="60625"/>
                </a:cubicBezTo>
                <a:cubicBezTo>
                  <a:pt x="67503" y="51362"/>
                  <a:pt x="59883" y="43754"/>
                  <a:pt x="50630" y="43754"/>
                </a:cubicBezTo>
                <a:lnTo>
                  <a:pt x="48122" y="43754"/>
                </a:lnTo>
                <a:cubicBezTo>
                  <a:pt x="44966" y="43754"/>
                  <a:pt x="42506" y="41294"/>
                  <a:pt x="42506" y="38127"/>
                </a:cubicBezTo>
                <a:cubicBezTo>
                  <a:pt x="42506" y="34959"/>
                  <a:pt x="44966" y="32499"/>
                  <a:pt x="48122" y="32499"/>
                </a:cubicBezTo>
                <a:lnTo>
                  <a:pt x="51254" y="32499"/>
                </a:lnTo>
                <a:cubicBezTo>
                  <a:pt x="53606" y="32499"/>
                  <a:pt x="55514" y="34084"/>
                  <a:pt x="56079" y="36195"/>
                </a:cubicBezTo>
                <a:cubicBezTo>
                  <a:pt x="56247" y="36831"/>
                  <a:pt x="56534" y="37431"/>
                  <a:pt x="56943" y="37959"/>
                </a:cubicBezTo>
                <a:cubicBezTo>
                  <a:pt x="57339" y="38487"/>
                  <a:pt x="57843" y="38931"/>
                  <a:pt x="58406" y="39255"/>
                </a:cubicBezTo>
                <a:cubicBezTo>
                  <a:pt x="58983" y="39591"/>
                  <a:pt x="59619" y="39807"/>
                  <a:pt x="60266" y="39891"/>
                </a:cubicBezTo>
                <a:cubicBezTo>
                  <a:pt x="60927" y="39975"/>
                  <a:pt x="61587" y="39939"/>
                  <a:pt x="62223" y="39759"/>
                </a:cubicBezTo>
                <a:cubicBezTo>
                  <a:pt x="62871" y="39591"/>
                  <a:pt x="63459" y="39291"/>
                  <a:pt x="63987" y="38883"/>
                </a:cubicBezTo>
                <a:cubicBezTo>
                  <a:pt x="64503" y="38487"/>
                  <a:pt x="64947" y="37983"/>
                  <a:pt x="65271" y="37407"/>
                </a:cubicBezTo>
                <a:cubicBezTo>
                  <a:pt x="65595" y="36831"/>
                  <a:pt x="65811" y="36195"/>
                  <a:pt x="65883" y="35535"/>
                </a:cubicBezTo>
                <a:cubicBezTo>
                  <a:pt x="65967" y="34887"/>
                  <a:pt x="65919" y="34216"/>
                  <a:pt x="65739" y="33579"/>
                </a:cubicBezTo>
                <a:cubicBezTo>
                  <a:pt x="64335" y="28408"/>
                  <a:pt x="60171" y="24496"/>
                  <a:pt x="54999" y="23140"/>
                </a:cubicBezTo>
                <a:lnTo>
                  <a:pt x="54999" y="22504"/>
                </a:lnTo>
                <a:cubicBezTo>
                  <a:pt x="55011" y="21832"/>
                  <a:pt x="54890" y="21173"/>
                  <a:pt x="54638" y="20548"/>
                </a:cubicBezTo>
                <a:cubicBezTo>
                  <a:pt x="54387" y="19936"/>
                  <a:pt x="54014" y="19373"/>
                  <a:pt x="53535" y="18904"/>
                </a:cubicBezTo>
                <a:cubicBezTo>
                  <a:pt x="53066" y="18425"/>
                  <a:pt x="52503" y="18053"/>
                  <a:pt x="51878" y="17800"/>
                </a:cubicBezTo>
                <a:cubicBezTo>
                  <a:pt x="51266" y="17549"/>
                  <a:pt x="50594" y="17429"/>
                  <a:pt x="49934" y="17441"/>
                </a:cubicBezTo>
                <a:close/>
                <a:moveTo>
                  <a:pt x="5004" y="45098"/>
                </a:moveTo>
                <a:cubicBezTo>
                  <a:pt x="2220" y="45098"/>
                  <a:pt x="0" y="47354"/>
                  <a:pt x="0" y="50102"/>
                </a:cubicBezTo>
                <a:cubicBezTo>
                  <a:pt x="0" y="52874"/>
                  <a:pt x="2244" y="55093"/>
                  <a:pt x="5004" y="55093"/>
                </a:cubicBezTo>
                <a:cubicBezTo>
                  <a:pt x="7777" y="55069"/>
                  <a:pt x="9996" y="52850"/>
                  <a:pt x="9996" y="50078"/>
                </a:cubicBezTo>
                <a:cubicBezTo>
                  <a:pt x="9996" y="47330"/>
                  <a:pt x="7753" y="45098"/>
                  <a:pt x="5004" y="45098"/>
                </a:cubicBezTo>
                <a:close/>
                <a:moveTo>
                  <a:pt x="8473" y="62293"/>
                </a:moveTo>
                <a:cubicBezTo>
                  <a:pt x="7825" y="62293"/>
                  <a:pt x="7164" y="62413"/>
                  <a:pt x="6528" y="62677"/>
                </a:cubicBezTo>
                <a:cubicBezTo>
                  <a:pt x="3973" y="63757"/>
                  <a:pt x="2772" y="66673"/>
                  <a:pt x="3828" y="69228"/>
                </a:cubicBezTo>
                <a:cubicBezTo>
                  <a:pt x="4620" y="71148"/>
                  <a:pt x="6504" y="72300"/>
                  <a:pt x="8449" y="72300"/>
                </a:cubicBezTo>
                <a:cubicBezTo>
                  <a:pt x="9108" y="72300"/>
                  <a:pt x="9757" y="72168"/>
                  <a:pt x="10380" y="71927"/>
                </a:cubicBezTo>
                <a:cubicBezTo>
                  <a:pt x="12924" y="70848"/>
                  <a:pt x="14125" y="67920"/>
                  <a:pt x="13056" y="65376"/>
                </a:cubicBezTo>
                <a:cubicBezTo>
                  <a:pt x="12265" y="63469"/>
                  <a:pt x="10417" y="62305"/>
                  <a:pt x="8473" y="62293"/>
                </a:cubicBezTo>
                <a:close/>
                <a:moveTo>
                  <a:pt x="18217" y="76859"/>
                </a:moveTo>
                <a:cubicBezTo>
                  <a:pt x="16945" y="76859"/>
                  <a:pt x="15661" y="77352"/>
                  <a:pt x="14700" y="78324"/>
                </a:cubicBezTo>
                <a:cubicBezTo>
                  <a:pt x="12732" y="80303"/>
                  <a:pt x="12756" y="83447"/>
                  <a:pt x="14700" y="85403"/>
                </a:cubicBezTo>
                <a:cubicBezTo>
                  <a:pt x="15673" y="86375"/>
                  <a:pt x="16945" y="86878"/>
                  <a:pt x="18229" y="86878"/>
                </a:cubicBezTo>
                <a:cubicBezTo>
                  <a:pt x="19501" y="86878"/>
                  <a:pt x="20809" y="86375"/>
                  <a:pt x="21781" y="85403"/>
                </a:cubicBezTo>
                <a:cubicBezTo>
                  <a:pt x="23725" y="83447"/>
                  <a:pt x="23701" y="80279"/>
                  <a:pt x="21745" y="78324"/>
                </a:cubicBezTo>
                <a:cubicBezTo>
                  <a:pt x="20773" y="77352"/>
                  <a:pt x="19501" y="76859"/>
                  <a:pt x="18217" y="76859"/>
                </a:cubicBezTo>
                <a:close/>
                <a:moveTo>
                  <a:pt x="32786" y="86614"/>
                </a:moveTo>
                <a:cubicBezTo>
                  <a:pt x="30829" y="86614"/>
                  <a:pt x="28981" y="87790"/>
                  <a:pt x="28202" y="89698"/>
                </a:cubicBezTo>
                <a:cubicBezTo>
                  <a:pt x="27146" y="92254"/>
                  <a:pt x="28369" y="95170"/>
                  <a:pt x="30926" y="96226"/>
                </a:cubicBezTo>
                <a:cubicBezTo>
                  <a:pt x="31549" y="96477"/>
                  <a:pt x="32209" y="96597"/>
                  <a:pt x="32834" y="96597"/>
                </a:cubicBezTo>
                <a:cubicBezTo>
                  <a:pt x="34802" y="96597"/>
                  <a:pt x="36650" y="95446"/>
                  <a:pt x="37454" y="93526"/>
                </a:cubicBezTo>
                <a:cubicBezTo>
                  <a:pt x="38498" y="90970"/>
                  <a:pt x="37298" y="88042"/>
                  <a:pt x="34754" y="86974"/>
                </a:cubicBezTo>
                <a:lnTo>
                  <a:pt x="34754" y="86999"/>
                </a:lnTo>
                <a:cubicBezTo>
                  <a:pt x="34105" y="86734"/>
                  <a:pt x="33446" y="86602"/>
                  <a:pt x="32786" y="8661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5" name="Красный — SVG 30">
            <a:extLst>
              <a:ext uri="{FF2B5EF4-FFF2-40B4-BE49-F238E27FC236}">
                <a16:creationId xmlns:a16="http://schemas.microsoft.com/office/drawing/2014/main" id="{6D6DB4E4-4B9F-E747-BF50-893B52F455C0}"/>
              </a:ext>
            </a:extLst>
          </p:cNvPr>
          <p:cNvSpPr>
            <a:spLocks noGrp="1"/>
          </p:cNvSpPr>
          <p:nvPr/>
        </p:nvSpPr>
        <p:spPr>
          <a:xfrm>
            <a:off x="7020000" y="1410000"/>
            <a:ext cx="220000" cy="220000"/>
          </a:xfrm>
          <a:custGeom>
            <a:avLst/>
            <a:gdLst>
              <a:gd name="csX0" fmla="*/ 13393 w 127329"/>
              <a:gd name="csY0" fmla="*/ 3613 h 127409"/>
              <a:gd name="csX1" fmla="*/ 11453 w 127329"/>
              <a:gd name="csY1" fmla="*/ 8580 h 127409"/>
              <a:gd name="csX2" fmla="*/ 11453 w 127329"/>
              <a:gd name="csY2" fmla="*/ 27735 h 127409"/>
              <a:gd name="csX3" fmla="*/ 11759 w 127329"/>
              <a:gd name="csY3" fmla="*/ 30967 h 127409"/>
              <a:gd name="csX4" fmla="*/ 13478 w 127329"/>
              <a:gd name="csY4" fmla="*/ 33723 h 127409"/>
              <a:gd name="csX5" fmla="*/ 16251 w 127329"/>
              <a:gd name="csY5" fmla="*/ 35424 h 127409"/>
              <a:gd name="csX6" fmla="*/ 19484 w 127329"/>
              <a:gd name="csY6" fmla="*/ 35713 h 127409"/>
              <a:gd name="csX7" fmla="*/ 38590 w 127329"/>
              <a:gd name="csY7" fmla="*/ 35713 h 127409"/>
              <a:gd name="csX8" fmla="*/ 41346 w 127329"/>
              <a:gd name="csY8" fmla="*/ 35220 h 127409"/>
              <a:gd name="csX9" fmla="*/ 43711 w 127329"/>
              <a:gd name="csY9" fmla="*/ 33689 h 127409"/>
              <a:gd name="csX10" fmla="*/ 45276 w 127329"/>
              <a:gd name="csY10" fmla="*/ 31375 h 127409"/>
              <a:gd name="csX11" fmla="*/ 45837 w 127329"/>
              <a:gd name="csY11" fmla="*/ 28619 h 127409"/>
              <a:gd name="csX12" fmla="*/ 45276 w 127329"/>
              <a:gd name="csY12" fmla="*/ 25881 h 127409"/>
              <a:gd name="csX13" fmla="*/ 43711 w 127329"/>
              <a:gd name="csY13" fmla="*/ 23567 h 127409"/>
              <a:gd name="csX14" fmla="*/ 41346 w 127329"/>
              <a:gd name="csY14" fmla="*/ 22036 h 127409"/>
              <a:gd name="csX15" fmla="*/ 38590 w 127329"/>
              <a:gd name="csY15" fmla="*/ 21543 h 127409"/>
              <a:gd name="csX16" fmla="*/ 37569 w 127329"/>
              <a:gd name="csY16" fmla="*/ 21543 h 127409"/>
              <a:gd name="csX17" fmla="*/ 98749 w 127329"/>
              <a:gd name="csY17" fmla="*/ 28619 h 127409"/>
              <a:gd name="csX18" fmla="*/ 112853 w 127329"/>
              <a:gd name="csY18" fmla="*/ 69055 h 127409"/>
              <a:gd name="csX19" fmla="*/ 114367 w 127329"/>
              <a:gd name="csY19" fmla="*/ 74260 h 127409"/>
              <a:gd name="csX20" fmla="*/ 116494 w 127329"/>
              <a:gd name="csY20" fmla="*/ 76046 h 127409"/>
              <a:gd name="csX21" fmla="*/ 119131 w 127329"/>
              <a:gd name="csY21" fmla="*/ 76863 h 127409"/>
              <a:gd name="csX22" fmla="*/ 121887 w 127329"/>
              <a:gd name="csY22" fmla="*/ 76625 h 127409"/>
              <a:gd name="csX23" fmla="*/ 124337 w 127329"/>
              <a:gd name="csY23" fmla="*/ 75349 h 127409"/>
              <a:gd name="csX24" fmla="*/ 126957 w 127329"/>
              <a:gd name="csY24" fmla="*/ 70586 h 127409"/>
              <a:gd name="csX25" fmla="*/ 108770 w 127329"/>
              <a:gd name="csY25" fmla="*/ 18600 h 127409"/>
              <a:gd name="csX26" fmla="*/ 25643 w 127329"/>
              <a:gd name="csY26" fmla="*/ 12578 h 127409"/>
              <a:gd name="csX27" fmla="*/ 25643 w 127329"/>
              <a:gd name="csY27" fmla="*/ 8580 h 127409"/>
              <a:gd name="csX28" fmla="*/ 24451 w 127329"/>
              <a:gd name="csY28" fmla="*/ 4549 h 127409"/>
              <a:gd name="csX29" fmla="*/ 21202 w 127329"/>
              <a:gd name="csY29" fmla="*/ 1912 h 127409"/>
              <a:gd name="csX30" fmla="*/ 17034 w 127329"/>
              <a:gd name="csY30" fmla="*/ 1555 h 127409"/>
              <a:gd name="csX31" fmla="*/ 13393 w 127329"/>
              <a:gd name="csY31" fmla="*/ 3613 h 127409"/>
              <a:gd name="csX32" fmla="*/ 2317 w 127329"/>
              <a:gd name="csY32" fmla="*/ 52588 h 127409"/>
              <a:gd name="csX33" fmla="*/ 378 w 127329"/>
              <a:gd name="csY33" fmla="*/ 56824 h 127409"/>
              <a:gd name="csX34" fmla="*/ 18548 w 127329"/>
              <a:gd name="csY34" fmla="*/ 108810 h 127409"/>
              <a:gd name="csX35" fmla="*/ 101693 w 127329"/>
              <a:gd name="csY35" fmla="*/ 114832 h 127409"/>
              <a:gd name="csX36" fmla="*/ 101693 w 127329"/>
              <a:gd name="csY36" fmla="*/ 118829 h 127409"/>
              <a:gd name="csX37" fmla="*/ 102186 w 127329"/>
              <a:gd name="csY37" fmla="*/ 121602 h 127409"/>
              <a:gd name="csX38" fmla="*/ 103717 w 127329"/>
              <a:gd name="csY38" fmla="*/ 123950 h 127409"/>
              <a:gd name="csX39" fmla="*/ 106031 w 127329"/>
              <a:gd name="csY39" fmla="*/ 125515 h 127409"/>
              <a:gd name="csX40" fmla="*/ 108770 w 127329"/>
              <a:gd name="csY40" fmla="*/ 126076 h 127409"/>
              <a:gd name="csX41" fmla="*/ 111526 w 127329"/>
              <a:gd name="csY41" fmla="*/ 125515 h 127409"/>
              <a:gd name="csX42" fmla="*/ 113840 w 127329"/>
              <a:gd name="csY42" fmla="*/ 123950 h 127409"/>
              <a:gd name="csX43" fmla="*/ 115371 w 127329"/>
              <a:gd name="csY43" fmla="*/ 121602 h 127409"/>
              <a:gd name="csX44" fmla="*/ 115864 w 127329"/>
              <a:gd name="csY44" fmla="*/ 118829 h 127409"/>
              <a:gd name="csX45" fmla="*/ 115864 w 127329"/>
              <a:gd name="csY45" fmla="*/ 99675 h 127409"/>
              <a:gd name="csX46" fmla="*/ 115558 w 127329"/>
              <a:gd name="csY46" fmla="*/ 96443 h 127409"/>
              <a:gd name="csX47" fmla="*/ 113840 w 127329"/>
              <a:gd name="csY47" fmla="*/ 93704 h 127409"/>
              <a:gd name="csX48" fmla="*/ 111067 w 127329"/>
              <a:gd name="csY48" fmla="*/ 92003 h 127409"/>
              <a:gd name="csX49" fmla="*/ 107851 w 127329"/>
              <a:gd name="csY49" fmla="*/ 91697 h 127409"/>
              <a:gd name="csX50" fmla="*/ 88728 w 127329"/>
              <a:gd name="csY50" fmla="*/ 91697 h 127409"/>
              <a:gd name="csX51" fmla="*/ 85955 w 127329"/>
              <a:gd name="csY51" fmla="*/ 92224 h 127409"/>
              <a:gd name="csX52" fmla="*/ 83607 w 127329"/>
              <a:gd name="csY52" fmla="*/ 93789 h 127409"/>
              <a:gd name="csX53" fmla="*/ 81668 w 127329"/>
              <a:gd name="csY53" fmla="*/ 97429 h 127409"/>
              <a:gd name="csX54" fmla="*/ 82093 w 127329"/>
              <a:gd name="csY54" fmla="*/ 101546 h 127409"/>
              <a:gd name="csX55" fmla="*/ 84747 w 127329"/>
              <a:gd name="csY55" fmla="*/ 104727 h 127409"/>
              <a:gd name="csX56" fmla="*/ 88728 w 127329"/>
              <a:gd name="csY56" fmla="*/ 105884 h 127409"/>
              <a:gd name="csX57" fmla="*/ 89749 w 127329"/>
              <a:gd name="csY57" fmla="*/ 105884 h 127409"/>
              <a:gd name="csX58" fmla="*/ 28569 w 127329"/>
              <a:gd name="csY58" fmla="*/ 98790 h 127409"/>
              <a:gd name="csX59" fmla="*/ 14465 w 127329"/>
              <a:gd name="csY59" fmla="*/ 58355 h 127409"/>
              <a:gd name="csX60" fmla="*/ 13648 w 127329"/>
              <a:gd name="csY60" fmla="*/ 54068 h 127409"/>
              <a:gd name="csX61" fmla="*/ 10466 w 127329"/>
              <a:gd name="csY61" fmla="*/ 51091 h 127409"/>
              <a:gd name="csX62" fmla="*/ 6145 w 127329"/>
              <a:gd name="csY62" fmla="*/ 50513 h 127409"/>
              <a:gd name="csX63" fmla="*/ 2317 w 127329"/>
              <a:gd name="csY63" fmla="*/ 52588 h 127409"/>
            </a:gdLst>
            <a:ahLst/>
            <a:cxnLst/>
            <a:rect l="l" t="t" r="r" b="b"/>
            <a:pathLst>
              <a:path w="100000" h="100000">
                <a:moveTo>
                  <a:pt x="10543" y="2836"/>
                </a:moveTo>
                <a:cubicBezTo>
                  <a:pt x="9542" y="3891"/>
                  <a:pt x="9007" y="5279"/>
                  <a:pt x="9021" y="6734"/>
                </a:cubicBezTo>
                <a:lnTo>
                  <a:pt x="9021" y="21768"/>
                </a:lnTo>
                <a:cubicBezTo>
                  <a:pt x="8914" y="22622"/>
                  <a:pt x="8994" y="23490"/>
                  <a:pt x="9261" y="24305"/>
                </a:cubicBezTo>
                <a:cubicBezTo>
                  <a:pt x="9542" y="25119"/>
                  <a:pt x="10009" y="25854"/>
                  <a:pt x="10610" y="26468"/>
                </a:cubicBezTo>
                <a:cubicBezTo>
                  <a:pt x="11224" y="27069"/>
                  <a:pt x="11958" y="27523"/>
                  <a:pt x="12786" y="27803"/>
                </a:cubicBezTo>
                <a:cubicBezTo>
                  <a:pt x="13601" y="28070"/>
                  <a:pt x="14469" y="28150"/>
                  <a:pt x="15324" y="28030"/>
                </a:cubicBezTo>
                <a:lnTo>
                  <a:pt x="30320" y="28030"/>
                </a:lnTo>
                <a:cubicBezTo>
                  <a:pt x="31067" y="28044"/>
                  <a:pt x="31802" y="27910"/>
                  <a:pt x="32483" y="27643"/>
                </a:cubicBezTo>
                <a:cubicBezTo>
                  <a:pt x="33177" y="27362"/>
                  <a:pt x="33805" y="26962"/>
                  <a:pt x="34339" y="26442"/>
                </a:cubicBezTo>
                <a:cubicBezTo>
                  <a:pt x="34859" y="25920"/>
                  <a:pt x="35287" y="25307"/>
                  <a:pt x="35567" y="24625"/>
                </a:cubicBezTo>
                <a:cubicBezTo>
                  <a:pt x="35861" y="23945"/>
                  <a:pt x="36008" y="23210"/>
                  <a:pt x="36008" y="22462"/>
                </a:cubicBezTo>
                <a:cubicBezTo>
                  <a:pt x="36008" y="21728"/>
                  <a:pt x="35861" y="20994"/>
                  <a:pt x="35567" y="20313"/>
                </a:cubicBezTo>
                <a:cubicBezTo>
                  <a:pt x="35287" y="19632"/>
                  <a:pt x="34859" y="19004"/>
                  <a:pt x="34339" y="18497"/>
                </a:cubicBezTo>
                <a:cubicBezTo>
                  <a:pt x="33805" y="17977"/>
                  <a:pt x="33177" y="17562"/>
                  <a:pt x="32483" y="17295"/>
                </a:cubicBezTo>
                <a:cubicBezTo>
                  <a:pt x="31802" y="17015"/>
                  <a:pt x="31067" y="16882"/>
                  <a:pt x="30320" y="16909"/>
                </a:cubicBezTo>
                <a:lnTo>
                  <a:pt x="29518" y="16909"/>
                </a:lnTo>
                <a:cubicBezTo>
                  <a:pt x="44554" y="7562"/>
                  <a:pt x="64451" y="9392"/>
                  <a:pt x="77537" y="22462"/>
                </a:cubicBezTo>
                <a:cubicBezTo>
                  <a:pt x="86230" y="31155"/>
                  <a:pt x="89836" y="42850"/>
                  <a:pt x="88607" y="54199"/>
                </a:cubicBezTo>
                <a:cubicBezTo>
                  <a:pt x="88447" y="55668"/>
                  <a:pt x="88874" y="57136"/>
                  <a:pt x="89795" y="58285"/>
                </a:cubicBezTo>
                <a:cubicBezTo>
                  <a:pt x="90263" y="58859"/>
                  <a:pt x="90823" y="59326"/>
                  <a:pt x="91464" y="59687"/>
                </a:cubicBezTo>
                <a:cubicBezTo>
                  <a:pt x="92106" y="60034"/>
                  <a:pt x="92813" y="60248"/>
                  <a:pt x="93534" y="60328"/>
                </a:cubicBezTo>
                <a:cubicBezTo>
                  <a:pt x="94269" y="60408"/>
                  <a:pt x="95003" y="60341"/>
                  <a:pt x="95697" y="60141"/>
                </a:cubicBezTo>
                <a:cubicBezTo>
                  <a:pt x="96405" y="59941"/>
                  <a:pt x="97060" y="59593"/>
                  <a:pt x="97620" y="59139"/>
                </a:cubicBezTo>
                <a:cubicBezTo>
                  <a:pt x="98782" y="58205"/>
                  <a:pt x="99517" y="56870"/>
                  <a:pt x="99677" y="55401"/>
                </a:cubicBezTo>
                <a:cubicBezTo>
                  <a:pt x="101239" y="40888"/>
                  <a:pt x="96552" y="25734"/>
                  <a:pt x="85402" y="14599"/>
                </a:cubicBezTo>
                <a:cubicBezTo>
                  <a:pt x="67642" y="-3159"/>
                  <a:pt x="39733" y="-4694"/>
                  <a:pt x="20158" y="9872"/>
                </a:cubicBezTo>
                <a:lnTo>
                  <a:pt x="20158" y="6734"/>
                </a:lnTo>
                <a:cubicBezTo>
                  <a:pt x="20171" y="5613"/>
                  <a:pt x="19850" y="4504"/>
                  <a:pt x="19222" y="3570"/>
                </a:cubicBezTo>
                <a:cubicBezTo>
                  <a:pt x="18609" y="2636"/>
                  <a:pt x="17714" y="1914"/>
                  <a:pt x="16672" y="1501"/>
                </a:cubicBezTo>
                <a:cubicBezTo>
                  <a:pt x="15644" y="1074"/>
                  <a:pt x="14496" y="980"/>
                  <a:pt x="13401" y="1220"/>
                </a:cubicBezTo>
                <a:cubicBezTo>
                  <a:pt x="12306" y="1461"/>
                  <a:pt x="11305" y="2021"/>
                  <a:pt x="10543" y="2836"/>
                </a:cubicBezTo>
                <a:close/>
                <a:moveTo>
                  <a:pt x="1850" y="41275"/>
                </a:moveTo>
                <a:cubicBezTo>
                  <a:pt x="982" y="42183"/>
                  <a:pt x="435" y="43358"/>
                  <a:pt x="328" y="44600"/>
                </a:cubicBezTo>
                <a:cubicBezTo>
                  <a:pt x="-1248" y="59113"/>
                  <a:pt x="3453" y="74266"/>
                  <a:pt x="14589" y="85402"/>
                </a:cubicBezTo>
                <a:cubicBezTo>
                  <a:pt x="32349" y="103160"/>
                  <a:pt x="60258" y="104695"/>
                  <a:pt x="79848" y="90129"/>
                </a:cubicBezTo>
                <a:lnTo>
                  <a:pt x="79848" y="93266"/>
                </a:lnTo>
                <a:cubicBezTo>
                  <a:pt x="79820" y="94014"/>
                  <a:pt x="79954" y="94748"/>
                  <a:pt x="80235" y="95442"/>
                </a:cubicBezTo>
                <a:cubicBezTo>
                  <a:pt x="80501" y="96124"/>
                  <a:pt x="80916" y="96751"/>
                  <a:pt x="81436" y="97285"/>
                </a:cubicBezTo>
                <a:cubicBezTo>
                  <a:pt x="81943" y="97805"/>
                  <a:pt x="82571" y="98232"/>
                  <a:pt x="83252" y="98513"/>
                </a:cubicBezTo>
                <a:cubicBezTo>
                  <a:pt x="83934" y="98807"/>
                  <a:pt x="84667" y="98954"/>
                  <a:pt x="85402" y="98954"/>
                </a:cubicBezTo>
                <a:cubicBezTo>
                  <a:pt x="86150" y="98954"/>
                  <a:pt x="86885" y="98807"/>
                  <a:pt x="87565" y="98513"/>
                </a:cubicBezTo>
                <a:cubicBezTo>
                  <a:pt x="88247" y="98232"/>
                  <a:pt x="88861" y="97805"/>
                  <a:pt x="89381" y="97285"/>
                </a:cubicBezTo>
                <a:cubicBezTo>
                  <a:pt x="89903" y="96751"/>
                  <a:pt x="90303" y="96124"/>
                  <a:pt x="90583" y="95442"/>
                </a:cubicBezTo>
                <a:cubicBezTo>
                  <a:pt x="90851" y="94748"/>
                  <a:pt x="90983" y="94014"/>
                  <a:pt x="90970" y="93266"/>
                </a:cubicBezTo>
                <a:lnTo>
                  <a:pt x="90970" y="78232"/>
                </a:lnTo>
                <a:cubicBezTo>
                  <a:pt x="91091" y="77391"/>
                  <a:pt x="90997" y="76523"/>
                  <a:pt x="90730" y="75696"/>
                </a:cubicBezTo>
                <a:cubicBezTo>
                  <a:pt x="90450" y="74881"/>
                  <a:pt x="89995" y="74146"/>
                  <a:pt x="89381" y="73546"/>
                </a:cubicBezTo>
                <a:cubicBezTo>
                  <a:pt x="88767" y="72931"/>
                  <a:pt x="88033" y="72478"/>
                  <a:pt x="87205" y="72211"/>
                </a:cubicBezTo>
                <a:cubicBezTo>
                  <a:pt x="86390" y="71931"/>
                  <a:pt x="85522" y="71850"/>
                  <a:pt x="84681" y="71971"/>
                </a:cubicBezTo>
                <a:lnTo>
                  <a:pt x="69672" y="71971"/>
                </a:lnTo>
                <a:cubicBezTo>
                  <a:pt x="68924" y="71971"/>
                  <a:pt x="68190" y="72104"/>
                  <a:pt x="67495" y="72384"/>
                </a:cubicBezTo>
                <a:cubicBezTo>
                  <a:pt x="66801" y="72664"/>
                  <a:pt x="66174" y="73078"/>
                  <a:pt x="65652" y="73613"/>
                </a:cubicBezTo>
                <a:cubicBezTo>
                  <a:pt x="64878" y="74387"/>
                  <a:pt x="64344" y="75388"/>
                  <a:pt x="64130" y="76469"/>
                </a:cubicBezTo>
                <a:cubicBezTo>
                  <a:pt x="63916" y="77564"/>
                  <a:pt x="64036" y="78686"/>
                  <a:pt x="64464" y="79701"/>
                </a:cubicBezTo>
                <a:cubicBezTo>
                  <a:pt x="64905" y="80729"/>
                  <a:pt x="65626" y="81597"/>
                  <a:pt x="66547" y="82197"/>
                </a:cubicBezTo>
                <a:cubicBezTo>
                  <a:pt x="67482" y="82799"/>
                  <a:pt x="68563" y="83119"/>
                  <a:pt x="69672" y="83106"/>
                </a:cubicBezTo>
                <a:lnTo>
                  <a:pt x="70473" y="83106"/>
                </a:lnTo>
                <a:cubicBezTo>
                  <a:pt x="55437" y="92452"/>
                  <a:pt x="35541" y="90622"/>
                  <a:pt x="22454" y="77538"/>
                </a:cubicBezTo>
                <a:cubicBezTo>
                  <a:pt x="13761" y="68846"/>
                  <a:pt x="10156" y="57163"/>
                  <a:pt x="11385" y="45801"/>
                </a:cubicBezTo>
                <a:cubicBezTo>
                  <a:pt x="11531" y="44640"/>
                  <a:pt x="11305" y="43465"/>
                  <a:pt x="10743" y="42437"/>
                </a:cubicBezTo>
                <a:cubicBezTo>
                  <a:pt x="10182" y="41422"/>
                  <a:pt x="9302" y="40594"/>
                  <a:pt x="8246" y="40100"/>
                </a:cubicBezTo>
                <a:cubicBezTo>
                  <a:pt x="7191" y="39593"/>
                  <a:pt x="6003" y="39446"/>
                  <a:pt x="4854" y="39646"/>
                </a:cubicBezTo>
                <a:cubicBezTo>
                  <a:pt x="3706" y="39860"/>
                  <a:pt x="2651" y="40434"/>
                  <a:pt x="1850" y="4127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6" name="Красный — SVG 31">
            <a:extLst>
              <a:ext uri="{FF2B5EF4-FFF2-40B4-BE49-F238E27FC236}">
                <a16:creationId xmlns:a16="http://schemas.microsoft.com/office/drawing/2014/main" id="{B1FDA2AC-4BBE-414B-AC6B-35F9DA7191B2}"/>
              </a:ext>
            </a:extLst>
          </p:cNvPr>
          <p:cNvSpPr>
            <a:spLocks noGrp="1"/>
          </p:cNvSpPr>
          <p:nvPr/>
        </p:nvSpPr>
        <p:spPr>
          <a:xfrm>
            <a:off x="7620000" y="1410000"/>
            <a:ext cx="220000" cy="220000"/>
          </a:xfrm>
          <a:custGeom>
            <a:avLst/>
            <a:gdLst>
              <a:gd name="csX0" fmla="*/ 13321 w 127360"/>
              <a:gd name="csY0" fmla="*/ 3584 h 127437"/>
              <a:gd name="csX1" fmla="*/ 11449 w 127360"/>
              <a:gd name="csY1" fmla="*/ 8517 h 127437"/>
              <a:gd name="csX2" fmla="*/ 11449 w 127360"/>
              <a:gd name="csY2" fmla="*/ 27740 h 127437"/>
              <a:gd name="csX3" fmla="*/ 17574 w 127360"/>
              <a:gd name="csY3" fmla="*/ 35735 h 127437"/>
              <a:gd name="csX4" fmla="*/ 19445 w 127360"/>
              <a:gd name="csY4" fmla="*/ 35735 h 127437"/>
              <a:gd name="csX5" fmla="*/ 38500 w 127360"/>
              <a:gd name="csY5" fmla="*/ 35735 h 127437"/>
              <a:gd name="csX6" fmla="*/ 45816 w 127360"/>
              <a:gd name="csY6" fmla="*/ 28761 h 127437"/>
              <a:gd name="csX7" fmla="*/ 38841 w 127360"/>
              <a:gd name="csY7" fmla="*/ 21446 h 127437"/>
              <a:gd name="csX8" fmla="*/ 38500 w 127360"/>
              <a:gd name="csY8" fmla="*/ 21446 h 127437"/>
              <a:gd name="csX9" fmla="*/ 37480 w 127360"/>
              <a:gd name="csY9" fmla="*/ 21446 h 127437"/>
              <a:gd name="csX10" fmla="*/ 98727 w 127360"/>
              <a:gd name="csY10" fmla="*/ 28591 h 127437"/>
              <a:gd name="csX11" fmla="*/ 112849 w 127360"/>
              <a:gd name="csY11" fmla="*/ 69077 h 127437"/>
              <a:gd name="csX12" fmla="*/ 119143 w 127360"/>
              <a:gd name="csY12" fmla="*/ 76902 h 127437"/>
              <a:gd name="csX13" fmla="*/ 126970 w 127360"/>
              <a:gd name="csY13" fmla="*/ 70608 h 127437"/>
              <a:gd name="csX14" fmla="*/ 108766 w 127360"/>
              <a:gd name="csY14" fmla="*/ 18554 h 127437"/>
              <a:gd name="csX15" fmla="*/ 25570 w 127360"/>
              <a:gd name="csY15" fmla="*/ 12600 h 127437"/>
              <a:gd name="csX16" fmla="*/ 25570 w 127360"/>
              <a:gd name="csY16" fmla="*/ 8517 h 127437"/>
              <a:gd name="csX17" fmla="*/ 18594 w 127360"/>
              <a:gd name="csY17" fmla="*/ 1373 h 127437"/>
              <a:gd name="csX18" fmla="*/ 13321 w 127360"/>
              <a:gd name="csY18" fmla="*/ 3584 h 127437"/>
              <a:gd name="csX19" fmla="*/ 2262 w 127360"/>
              <a:gd name="csY19" fmla="*/ 52576 h 127437"/>
              <a:gd name="csX20" fmla="*/ 390 w 127360"/>
              <a:gd name="csY20" fmla="*/ 56829 h 127437"/>
              <a:gd name="csX21" fmla="*/ 18594 w 127360"/>
              <a:gd name="csY21" fmla="*/ 108883 h 127437"/>
              <a:gd name="csX22" fmla="*/ 101790 w 127360"/>
              <a:gd name="csY22" fmla="*/ 114837 h 127437"/>
              <a:gd name="csX23" fmla="*/ 101790 w 127360"/>
              <a:gd name="csY23" fmla="*/ 118920 h 127437"/>
              <a:gd name="csX24" fmla="*/ 108766 w 127360"/>
              <a:gd name="csY24" fmla="*/ 126234 h 127437"/>
              <a:gd name="csX25" fmla="*/ 116081 w 127360"/>
              <a:gd name="csY25" fmla="*/ 119260 h 127437"/>
              <a:gd name="csX26" fmla="*/ 116081 w 127360"/>
              <a:gd name="csY26" fmla="*/ 118920 h 127437"/>
              <a:gd name="csX27" fmla="*/ 116081 w 127360"/>
              <a:gd name="csY27" fmla="*/ 99697 h 127437"/>
              <a:gd name="csX28" fmla="*/ 109956 w 127360"/>
              <a:gd name="csY28" fmla="*/ 91702 h 127437"/>
              <a:gd name="csX29" fmla="*/ 108085 w 127360"/>
              <a:gd name="csY29" fmla="*/ 91702 h 127437"/>
              <a:gd name="csX30" fmla="*/ 89030 w 127360"/>
              <a:gd name="csY30" fmla="*/ 91702 h 127437"/>
              <a:gd name="csX31" fmla="*/ 83926 w 127360"/>
              <a:gd name="csY31" fmla="*/ 93743 h 127437"/>
              <a:gd name="csX32" fmla="*/ 83926 w 127360"/>
              <a:gd name="csY32" fmla="*/ 103780 h 127437"/>
              <a:gd name="csX33" fmla="*/ 89030 w 127360"/>
              <a:gd name="csY33" fmla="*/ 105821 h 127437"/>
              <a:gd name="csX34" fmla="*/ 90051 w 127360"/>
              <a:gd name="csY34" fmla="*/ 105821 h 127437"/>
              <a:gd name="csX35" fmla="*/ 28803 w 127360"/>
              <a:gd name="csY35" fmla="*/ 98676 h 127437"/>
              <a:gd name="csX36" fmla="*/ 14681 w 127360"/>
              <a:gd name="csY36" fmla="*/ 58190 h 127437"/>
              <a:gd name="csX37" fmla="*/ 8557 w 127360"/>
              <a:gd name="csY37" fmla="*/ 50365 h 127437"/>
              <a:gd name="csX38" fmla="*/ 2602 w 127360"/>
              <a:gd name="csY38" fmla="*/ 52576 h 127437"/>
              <a:gd name="csX39" fmla="*/ 2262 w 127360"/>
              <a:gd name="csY39" fmla="*/ 52576 h 127437"/>
              <a:gd name="csX40" fmla="*/ 63510 w 127360"/>
              <a:gd name="csY40" fmla="*/ 36075 h 127437"/>
              <a:gd name="csX41" fmla="*/ 34928 w 127360"/>
              <a:gd name="csY41" fmla="*/ 64654 h 127437"/>
              <a:gd name="csX42" fmla="*/ 63510 w 127360"/>
              <a:gd name="csY42" fmla="*/ 93233 h 127437"/>
              <a:gd name="csX43" fmla="*/ 92092 w 127360"/>
              <a:gd name="csY43" fmla="*/ 64654 h 127437"/>
              <a:gd name="csX44" fmla="*/ 63510 w 127360"/>
              <a:gd name="csY44" fmla="*/ 36075 h 127437"/>
              <a:gd name="csX45" fmla="*/ 57215 w 127360"/>
              <a:gd name="csY45" fmla="*/ 50365 h 127437"/>
              <a:gd name="csX46" fmla="*/ 67934 w 127360"/>
              <a:gd name="csY46" fmla="*/ 50365 h 127437"/>
              <a:gd name="csX47" fmla="*/ 76440 w 127360"/>
              <a:gd name="csY47" fmla="*/ 58870 h 127437"/>
              <a:gd name="csX48" fmla="*/ 67934 w 127360"/>
              <a:gd name="csY48" fmla="*/ 67376 h 127437"/>
              <a:gd name="csX49" fmla="*/ 59427 w 127360"/>
              <a:gd name="csY49" fmla="*/ 67376 h 127437"/>
              <a:gd name="csX50" fmla="*/ 59427 w 127360"/>
              <a:gd name="csY50" fmla="*/ 70268 h 127437"/>
              <a:gd name="csX51" fmla="*/ 68784 w 127360"/>
              <a:gd name="csY51" fmla="*/ 70268 h 127437"/>
              <a:gd name="csX52" fmla="*/ 70996 w 127360"/>
              <a:gd name="csY52" fmla="*/ 72479 h 127437"/>
              <a:gd name="csX53" fmla="*/ 68784 w 127360"/>
              <a:gd name="csY53" fmla="*/ 74691 h 127437"/>
              <a:gd name="csX54" fmla="*/ 59427 w 127360"/>
              <a:gd name="csY54" fmla="*/ 74691 h 127437"/>
              <a:gd name="csX55" fmla="*/ 59427 w 127360"/>
              <a:gd name="csY55" fmla="*/ 78263 h 127437"/>
              <a:gd name="csX56" fmla="*/ 57215 w 127360"/>
              <a:gd name="csY56" fmla="*/ 80475 h 127437"/>
              <a:gd name="csX57" fmla="*/ 55003 w 127360"/>
              <a:gd name="csY57" fmla="*/ 78263 h 127437"/>
              <a:gd name="csX58" fmla="*/ 55003 w 127360"/>
              <a:gd name="csY58" fmla="*/ 74691 h 127437"/>
              <a:gd name="csX59" fmla="*/ 52792 w 127360"/>
              <a:gd name="csY59" fmla="*/ 74691 h 127437"/>
              <a:gd name="csX60" fmla="*/ 50580 w 127360"/>
              <a:gd name="csY60" fmla="*/ 72479 h 127437"/>
              <a:gd name="csX61" fmla="*/ 52792 w 127360"/>
              <a:gd name="csY61" fmla="*/ 70268 h 127437"/>
              <a:gd name="csX62" fmla="*/ 55003 w 127360"/>
              <a:gd name="csY62" fmla="*/ 70268 h 127437"/>
              <a:gd name="csX63" fmla="*/ 55003 w 127360"/>
              <a:gd name="csY63" fmla="*/ 67376 h 127437"/>
              <a:gd name="csX64" fmla="*/ 52792 w 127360"/>
              <a:gd name="csY64" fmla="*/ 67376 h 127437"/>
              <a:gd name="csX65" fmla="*/ 50580 w 127360"/>
              <a:gd name="csY65" fmla="*/ 65165 h 127437"/>
              <a:gd name="csX66" fmla="*/ 52792 w 127360"/>
              <a:gd name="csY66" fmla="*/ 62953 h 127437"/>
              <a:gd name="csX67" fmla="*/ 55003 w 127360"/>
              <a:gd name="csY67" fmla="*/ 62953 h 127437"/>
              <a:gd name="csX68" fmla="*/ 55003 w 127360"/>
              <a:gd name="csY68" fmla="*/ 52236 h 127437"/>
              <a:gd name="csX69" fmla="*/ 57215 w 127360"/>
              <a:gd name="csY69" fmla="*/ 50025 h 127437"/>
              <a:gd name="csX70" fmla="*/ 57215 w 127360"/>
              <a:gd name="csY70" fmla="*/ 50365 h 127437"/>
              <a:gd name="csX71" fmla="*/ 59257 w 127360"/>
              <a:gd name="csY71" fmla="*/ 54618 h 127437"/>
              <a:gd name="csX72" fmla="*/ 59257 w 127360"/>
              <a:gd name="csY72" fmla="*/ 63123 h 127437"/>
              <a:gd name="csX73" fmla="*/ 67763 w 127360"/>
              <a:gd name="csY73" fmla="*/ 63123 h 127437"/>
              <a:gd name="csX74" fmla="*/ 72017 w 127360"/>
              <a:gd name="csY74" fmla="*/ 58870 h 127437"/>
              <a:gd name="csX75" fmla="*/ 67763 w 127360"/>
              <a:gd name="csY75" fmla="*/ 54618 h 127437"/>
              <a:gd name="csX76" fmla="*/ 59257 w 127360"/>
              <a:gd name="csY76" fmla="*/ 54618 h 127437"/>
            </a:gdLst>
            <a:ahLst/>
            <a:cxnLst/>
            <a:rect l="l" t="t" r="r" b="b"/>
            <a:pathLst>
              <a:path w="100000" h="100000">
                <a:moveTo>
                  <a:pt x="10483" y="2812"/>
                </a:moveTo>
                <a:cubicBezTo>
                  <a:pt x="9548" y="3880"/>
                  <a:pt x="9014" y="5215"/>
                  <a:pt x="9014" y="6683"/>
                </a:cubicBezTo>
                <a:lnTo>
                  <a:pt x="9014" y="21768"/>
                </a:lnTo>
                <a:cubicBezTo>
                  <a:pt x="8613" y="24838"/>
                  <a:pt x="10750" y="27641"/>
                  <a:pt x="13821" y="28041"/>
                </a:cubicBezTo>
                <a:cubicBezTo>
                  <a:pt x="14354" y="28041"/>
                  <a:pt x="14889" y="28041"/>
                  <a:pt x="15289" y="28041"/>
                </a:cubicBezTo>
                <a:lnTo>
                  <a:pt x="30241" y="28041"/>
                </a:lnTo>
                <a:cubicBezTo>
                  <a:pt x="33312" y="28041"/>
                  <a:pt x="35849" y="25639"/>
                  <a:pt x="35982" y="22569"/>
                </a:cubicBezTo>
                <a:cubicBezTo>
                  <a:pt x="35982" y="19498"/>
                  <a:pt x="33579" y="16962"/>
                  <a:pt x="30509" y="16829"/>
                </a:cubicBezTo>
                <a:cubicBezTo>
                  <a:pt x="30509" y="16829"/>
                  <a:pt x="30375" y="16829"/>
                  <a:pt x="30241" y="16829"/>
                </a:cubicBezTo>
                <a:lnTo>
                  <a:pt x="29441" y="16829"/>
                </a:lnTo>
                <a:cubicBezTo>
                  <a:pt x="44527" y="7484"/>
                  <a:pt x="64419" y="9354"/>
                  <a:pt x="77501" y="22435"/>
                </a:cubicBezTo>
                <a:cubicBezTo>
                  <a:pt x="90586" y="35516"/>
                  <a:pt x="89784" y="42859"/>
                  <a:pt x="88583" y="54205"/>
                </a:cubicBezTo>
                <a:cubicBezTo>
                  <a:pt x="88315" y="57275"/>
                  <a:pt x="90452" y="59945"/>
                  <a:pt x="93522" y="60345"/>
                </a:cubicBezTo>
                <a:cubicBezTo>
                  <a:pt x="96593" y="60745"/>
                  <a:pt x="99264" y="58477"/>
                  <a:pt x="99664" y="55406"/>
                </a:cubicBezTo>
                <a:cubicBezTo>
                  <a:pt x="101266" y="40856"/>
                  <a:pt x="96593" y="25772"/>
                  <a:pt x="85379" y="14559"/>
                </a:cubicBezTo>
                <a:cubicBezTo>
                  <a:pt x="67489" y="-3195"/>
                  <a:pt x="39586" y="-4663"/>
                  <a:pt x="20095" y="9887"/>
                </a:cubicBezTo>
                <a:lnTo>
                  <a:pt x="20095" y="6683"/>
                </a:lnTo>
                <a:cubicBezTo>
                  <a:pt x="20095" y="3614"/>
                  <a:pt x="17692" y="1077"/>
                  <a:pt x="14621" y="1077"/>
                </a:cubicBezTo>
                <a:cubicBezTo>
                  <a:pt x="13019" y="1077"/>
                  <a:pt x="11550" y="1744"/>
                  <a:pt x="10483" y="2812"/>
                </a:cubicBezTo>
                <a:close/>
                <a:moveTo>
                  <a:pt x="1805" y="41256"/>
                </a:moveTo>
                <a:cubicBezTo>
                  <a:pt x="1004" y="42191"/>
                  <a:pt x="336" y="43392"/>
                  <a:pt x="336" y="44594"/>
                </a:cubicBezTo>
                <a:cubicBezTo>
                  <a:pt x="-1265" y="59144"/>
                  <a:pt x="3407" y="74228"/>
                  <a:pt x="14621" y="85441"/>
                </a:cubicBezTo>
                <a:cubicBezTo>
                  <a:pt x="32377" y="103195"/>
                  <a:pt x="60280" y="104663"/>
                  <a:pt x="79905" y="90113"/>
                </a:cubicBezTo>
                <a:lnTo>
                  <a:pt x="79905" y="93317"/>
                </a:lnTo>
                <a:cubicBezTo>
                  <a:pt x="79905" y="96386"/>
                  <a:pt x="82308" y="98923"/>
                  <a:pt x="85379" y="99056"/>
                </a:cubicBezTo>
                <a:cubicBezTo>
                  <a:pt x="88450" y="99189"/>
                  <a:pt x="90986" y="96653"/>
                  <a:pt x="91119" y="93583"/>
                </a:cubicBezTo>
                <a:cubicBezTo>
                  <a:pt x="91119" y="93583"/>
                  <a:pt x="91119" y="93450"/>
                  <a:pt x="91119" y="93317"/>
                </a:cubicBezTo>
                <a:lnTo>
                  <a:pt x="91119" y="78232"/>
                </a:lnTo>
                <a:cubicBezTo>
                  <a:pt x="91519" y="75163"/>
                  <a:pt x="89384" y="72359"/>
                  <a:pt x="86313" y="71959"/>
                </a:cubicBezTo>
                <a:cubicBezTo>
                  <a:pt x="85779" y="71959"/>
                  <a:pt x="85246" y="71959"/>
                  <a:pt x="84845" y="71959"/>
                </a:cubicBezTo>
                <a:lnTo>
                  <a:pt x="69892" y="71959"/>
                </a:lnTo>
                <a:cubicBezTo>
                  <a:pt x="68424" y="71959"/>
                  <a:pt x="66955" y="72492"/>
                  <a:pt x="65887" y="73560"/>
                </a:cubicBezTo>
                <a:cubicBezTo>
                  <a:pt x="63751" y="75696"/>
                  <a:pt x="63751" y="79300"/>
                  <a:pt x="65887" y="81436"/>
                </a:cubicBezTo>
                <a:cubicBezTo>
                  <a:pt x="66955" y="82504"/>
                  <a:pt x="68424" y="83038"/>
                  <a:pt x="69892" y="83038"/>
                </a:cubicBezTo>
                <a:lnTo>
                  <a:pt x="70693" y="83038"/>
                </a:lnTo>
                <a:cubicBezTo>
                  <a:pt x="55607" y="92382"/>
                  <a:pt x="35715" y="90513"/>
                  <a:pt x="22632" y="77431"/>
                </a:cubicBezTo>
                <a:cubicBezTo>
                  <a:pt x="9548" y="64349"/>
                  <a:pt x="10349" y="57008"/>
                  <a:pt x="11550" y="45662"/>
                </a:cubicBezTo>
                <a:cubicBezTo>
                  <a:pt x="11951" y="42591"/>
                  <a:pt x="9815" y="39788"/>
                  <a:pt x="6745" y="39521"/>
                </a:cubicBezTo>
                <a:cubicBezTo>
                  <a:pt x="5009" y="39255"/>
                  <a:pt x="3273" y="39922"/>
                  <a:pt x="2072" y="41256"/>
                </a:cubicBezTo>
                <a:lnTo>
                  <a:pt x="1805" y="41256"/>
                </a:lnTo>
                <a:close/>
                <a:moveTo>
                  <a:pt x="49867" y="28308"/>
                </a:moveTo>
                <a:cubicBezTo>
                  <a:pt x="37584" y="28308"/>
                  <a:pt x="27438" y="38320"/>
                  <a:pt x="27438" y="50734"/>
                </a:cubicBezTo>
                <a:cubicBezTo>
                  <a:pt x="27438" y="63149"/>
                  <a:pt x="37451" y="73160"/>
                  <a:pt x="49867" y="73160"/>
                </a:cubicBezTo>
                <a:cubicBezTo>
                  <a:pt x="62282" y="73160"/>
                  <a:pt x="72295" y="63149"/>
                  <a:pt x="72295" y="50734"/>
                </a:cubicBezTo>
                <a:cubicBezTo>
                  <a:pt x="72295" y="38320"/>
                  <a:pt x="62282" y="28308"/>
                  <a:pt x="49867" y="28308"/>
                </a:cubicBezTo>
                <a:close/>
                <a:moveTo>
                  <a:pt x="44927" y="39521"/>
                </a:moveTo>
                <a:lnTo>
                  <a:pt x="53338" y="39521"/>
                </a:lnTo>
                <a:cubicBezTo>
                  <a:pt x="57076" y="39521"/>
                  <a:pt x="60013" y="42591"/>
                  <a:pt x="60013" y="46195"/>
                </a:cubicBezTo>
                <a:cubicBezTo>
                  <a:pt x="60013" y="49800"/>
                  <a:pt x="56942" y="52870"/>
                  <a:pt x="53338" y="52870"/>
                </a:cubicBezTo>
                <a:lnTo>
                  <a:pt x="46663" y="52870"/>
                </a:lnTo>
                <a:lnTo>
                  <a:pt x="46663" y="55139"/>
                </a:lnTo>
                <a:lnTo>
                  <a:pt x="54005" y="55139"/>
                </a:lnTo>
                <a:cubicBezTo>
                  <a:pt x="54940" y="55139"/>
                  <a:pt x="55741" y="55940"/>
                  <a:pt x="55741" y="56874"/>
                </a:cubicBezTo>
                <a:cubicBezTo>
                  <a:pt x="55741" y="57809"/>
                  <a:pt x="54940" y="58610"/>
                  <a:pt x="54005" y="58610"/>
                </a:cubicBezTo>
                <a:lnTo>
                  <a:pt x="46663" y="58610"/>
                </a:lnTo>
                <a:lnTo>
                  <a:pt x="46663" y="61413"/>
                </a:lnTo>
                <a:cubicBezTo>
                  <a:pt x="46663" y="62348"/>
                  <a:pt x="45861" y="63149"/>
                  <a:pt x="44927" y="63149"/>
                </a:cubicBezTo>
                <a:cubicBezTo>
                  <a:pt x="43992" y="63149"/>
                  <a:pt x="43191" y="62348"/>
                  <a:pt x="43191" y="61413"/>
                </a:cubicBezTo>
                <a:lnTo>
                  <a:pt x="43191" y="58610"/>
                </a:lnTo>
                <a:lnTo>
                  <a:pt x="41456" y="58610"/>
                </a:lnTo>
                <a:cubicBezTo>
                  <a:pt x="40522" y="58610"/>
                  <a:pt x="39720" y="57809"/>
                  <a:pt x="39720" y="56874"/>
                </a:cubicBezTo>
                <a:cubicBezTo>
                  <a:pt x="39720" y="55940"/>
                  <a:pt x="40522" y="55139"/>
                  <a:pt x="41456" y="55139"/>
                </a:cubicBezTo>
                <a:lnTo>
                  <a:pt x="43191" y="55139"/>
                </a:lnTo>
                <a:lnTo>
                  <a:pt x="43191" y="52870"/>
                </a:lnTo>
                <a:lnTo>
                  <a:pt x="41456" y="52870"/>
                </a:lnTo>
                <a:cubicBezTo>
                  <a:pt x="40522" y="52870"/>
                  <a:pt x="39720" y="52069"/>
                  <a:pt x="39720" y="51135"/>
                </a:cubicBezTo>
                <a:cubicBezTo>
                  <a:pt x="39720" y="50200"/>
                  <a:pt x="40522" y="49399"/>
                  <a:pt x="41456" y="49399"/>
                </a:cubicBezTo>
                <a:lnTo>
                  <a:pt x="43191" y="49399"/>
                </a:lnTo>
                <a:lnTo>
                  <a:pt x="43191" y="40990"/>
                </a:lnTo>
                <a:cubicBezTo>
                  <a:pt x="43191" y="40055"/>
                  <a:pt x="43992" y="39255"/>
                  <a:pt x="44927" y="39255"/>
                </a:cubicBezTo>
                <a:lnTo>
                  <a:pt x="44927" y="39521"/>
                </a:lnTo>
                <a:close/>
                <a:moveTo>
                  <a:pt x="46529" y="42859"/>
                </a:moveTo>
                <a:lnTo>
                  <a:pt x="46529" y="49533"/>
                </a:lnTo>
                <a:lnTo>
                  <a:pt x="53204" y="49533"/>
                </a:lnTo>
                <a:cubicBezTo>
                  <a:pt x="55073" y="49533"/>
                  <a:pt x="56542" y="48065"/>
                  <a:pt x="56542" y="46195"/>
                </a:cubicBezTo>
                <a:cubicBezTo>
                  <a:pt x="56542" y="44327"/>
                  <a:pt x="55073" y="42859"/>
                  <a:pt x="53204" y="42859"/>
                </a:cubicBezTo>
                <a:lnTo>
                  <a:pt x="46529" y="4285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7" name="Красный — SVG 32">
            <a:extLst>
              <a:ext uri="{FF2B5EF4-FFF2-40B4-BE49-F238E27FC236}">
                <a16:creationId xmlns:a16="http://schemas.microsoft.com/office/drawing/2014/main" id="{A8B3AF30-8483-3B4A-9613-42FF82A990D6}"/>
              </a:ext>
            </a:extLst>
          </p:cNvPr>
          <p:cNvSpPr>
            <a:spLocks noGrp="1"/>
          </p:cNvSpPr>
          <p:nvPr/>
        </p:nvSpPr>
        <p:spPr>
          <a:xfrm>
            <a:off x="8220000" y="1410000"/>
            <a:ext cx="220000" cy="220000"/>
          </a:xfrm>
          <a:custGeom>
            <a:avLst/>
            <a:gdLst>
              <a:gd name="csX0" fmla="*/ 44509 w 136722"/>
              <a:gd name="csY0" fmla="*/ 58348 h 157522"/>
              <a:gd name="csX1" fmla="*/ 37364 w 136722"/>
              <a:gd name="csY1" fmla="*/ 65323 h 157522"/>
              <a:gd name="csX2" fmla="*/ 44339 w 136722"/>
              <a:gd name="csY2" fmla="*/ 72467 h 157522"/>
              <a:gd name="csX3" fmla="*/ 44509 w 136722"/>
              <a:gd name="csY3" fmla="*/ 72467 h 157522"/>
              <a:gd name="csX4" fmla="*/ 55738 w 136722"/>
              <a:gd name="csY4" fmla="*/ 72467 h 157522"/>
              <a:gd name="csX5" fmla="*/ 51825 w 136722"/>
              <a:gd name="csY5" fmla="*/ 76380 h 157522"/>
              <a:gd name="csX6" fmla="*/ 6059 w 136722"/>
              <a:gd name="csY6" fmla="*/ 102747 h 157522"/>
              <a:gd name="csX7" fmla="*/ 104 w 136722"/>
              <a:gd name="csY7" fmla="*/ 110742 h 157522"/>
              <a:gd name="csX8" fmla="*/ 8101 w 136722"/>
              <a:gd name="csY8" fmla="*/ 116696 h 157522"/>
              <a:gd name="csX9" fmla="*/ 8441 w 136722"/>
              <a:gd name="csY9" fmla="*/ 116696 h 157522"/>
              <a:gd name="csX10" fmla="*/ 61863 w 136722"/>
              <a:gd name="csY10" fmla="*/ 86416 h 157522"/>
              <a:gd name="csX11" fmla="*/ 65776 w 136722"/>
              <a:gd name="csY11" fmla="*/ 82504 h 157522"/>
              <a:gd name="csX12" fmla="*/ 65776 w 136722"/>
              <a:gd name="csY12" fmla="*/ 93731 h 157522"/>
              <a:gd name="csX13" fmla="*/ 72752 w 136722"/>
              <a:gd name="csY13" fmla="*/ 100876 h 157522"/>
              <a:gd name="csX14" fmla="*/ 79897 w 136722"/>
              <a:gd name="csY14" fmla="*/ 93901 h 157522"/>
              <a:gd name="csX15" fmla="*/ 79897 w 136722"/>
              <a:gd name="csY15" fmla="*/ 93731 h 157522"/>
              <a:gd name="csX16" fmla="*/ 79897 w 136722"/>
              <a:gd name="csY16" fmla="*/ 65323 h 157522"/>
              <a:gd name="csX17" fmla="*/ 72752 w 136722"/>
              <a:gd name="csY17" fmla="*/ 58178 h 157522"/>
              <a:gd name="csX18" fmla="*/ 44339 w 136722"/>
              <a:gd name="csY18" fmla="*/ 58178 h 157522"/>
              <a:gd name="csX19" fmla="*/ 44509 w 136722"/>
              <a:gd name="csY19" fmla="*/ 58348 h 157522"/>
              <a:gd name="csX20" fmla="*/ 104737 w 136722"/>
              <a:gd name="csY20" fmla="*/ 83014 h 157522"/>
              <a:gd name="csX21" fmla="*/ 97761 w 136722"/>
              <a:gd name="csY21" fmla="*/ 90159 h 157522"/>
              <a:gd name="csX22" fmla="*/ 97761 w 136722"/>
              <a:gd name="csY22" fmla="*/ 150378 h 157522"/>
              <a:gd name="csX23" fmla="*/ 104737 w 136722"/>
              <a:gd name="csY23" fmla="*/ 157523 h 157522"/>
              <a:gd name="csX24" fmla="*/ 111882 w 136722"/>
              <a:gd name="csY24" fmla="*/ 150548 h 157522"/>
              <a:gd name="csX25" fmla="*/ 111882 w 136722"/>
              <a:gd name="csY25" fmla="*/ 150378 h 157522"/>
              <a:gd name="csX26" fmla="*/ 111882 w 136722"/>
              <a:gd name="csY26" fmla="*/ 90159 h 157522"/>
              <a:gd name="csX27" fmla="*/ 104907 w 136722"/>
              <a:gd name="csY27" fmla="*/ 83014 h 157522"/>
              <a:gd name="csX28" fmla="*/ 104737 w 136722"/>
              <a:gd name="csY28" fmla="*/ 83014 h 157522"/>
              <a:gd name="csX29" fmla="*/ 72752 w 136722"/>
              <a:gd name="csY29" fmla="*/ 111423 h 157522"/>
              <a:gd name="csX30" fmla="*/ 65776 w 136722"/>
              <a:gd name="csY30" fmla="*/ 118567 h 157522"/>
              <a:gd name="csX31" fmla="*/ 65776 w 136722"/>
              <a:gd name="csY31" fmla="*/ 150378 h 157522"/>
              <a:gd name="csX32" fmla="*/ 72752 w 136722"/>
              <a:gd name="csY32" fmla="*/ 157523 h 157522"/>
              <a:gd name="csX33" fmla="*/ 79897 w 136722"/>
              <a:gd name="csY33" fmla="*/ 150548 h 157522"/>
              <a:gd name="csX34" fmla="*/ 79897 w 136722"/>
              <a:gd name="csY34" fmla="*/ 150378 h 157522"/>
              <a:gd name="csX35" fmla="*/ 79897 w 136722"/>
              <a:gd name="csY35" fmla="*/ 118567 h 157522"/>
              <a:gd name="csX36" fmla="*/ 72922 w 136722"/>
              <a:gd name="csY36" fmla="*/ 111423 h 157522"/>
              <a:gd name="csX37" fmla="*/ 72752 w 136722"/>
              <a:gd name="csY37" fmla="*/ 111423 h 157522"/>
              <a:gd name="csX38" fmla="*/ 40937 w 136722"/>
              <a:gd name="csY38" fmla="*/ 125542 h 157522"/>
              <a:gd name="csX39" fmla="*/ 33961 w 136722"/>
              <a:gd name="csY39" fmla="*/ 132687 h 157522"/>
              <a:gd name="csX40" fmla="*/ 33961 w 136722"/>
              <a:gd name="csY40" fmla="*/ 150378 h 157522"/>
              <a:gd name="csX41" fmla="*/ 40937 w 136722"/>
              <a:gd name="csY41" fmla="*/ 157523 h 157522"/>
              <a:gd name="csX42" fmla="*/ 48082 w 136722"/>
              <a:gd name="csY42" fmla="*/ 150548 h 157522"/>
              <a:gd name="csX43" fmla="*/ 48082 w 136722"/>
              <a:gd name="csY43" fmla="*/ 150378 h 157522"/>
              <a:gd name="csX44" fmla="*/ 48082 w 136722"/>
              <a:gd name="csY44" fmla="*/ 132687 h 157522"/>
              <a:gd name="csX45" fmla="*/ 41107 w 136722"/>
              <a:gd name="csY45" fmla="*/ 125542 h 157522"/>
              <a:gd name="csX46" fmla="*/ 40937 w 136722"/>
              <a:gd name="csY46" fmla="*/ 125542 h 157522"/>
              <a:gd name="csX47" fmla="*/ 8951 w 136722"/>
              <a:gd name="csY47" fmla="*/ 132687 h 157522"/>
              <a:gd name="csX48" fmla="*/ 1976 w 136722"/>
              <a:gd name="csY48" fmla="*/ 139831 h 157522"/>
              <a:gd name="csX49" fmla="*/ 1976 w 136722"/>
              <a:gd name="csY49" fmla="*/ 150378 h 157522"/>
              <a:gd name="csX50" fmla="*/ 8951 w 136722"/>
              <a:gd name="csY50" fmla="*/ 157523 h 157522"/>
              <a:gd name="csX51" fmla="*/ 16097 w 136722"/>
              <a:gd name="csY51" fmla="*/ 150548 h 157522"/>
              <a:gd name="csX52" fmla="*/ 16097 w 136722"/>
              <a:gd name="csY52" fmla="*/ 150378 h 157522"/>
              <a:gd name="csX53" fmla="*/ 16097 w 136722"/>
              <a:gd name="csY53" fmla="*/ 139831 h 157522"/>
              <a:gd name="csX54" fmla="*/ 9122 w 136722"/>
              <a:gd name="csY54" fmla="*/ 132687 h 157522"/>
              <a:gd name="csX55" fmla="*/ 8951 w 136722"/>
              <a:gd name="csY55" fmla="*/ 132687 h 157522"/>
              <a:gd name="csX56" fmla="*/ 104737 w 136722"/>
              <a:gd name="csY56" fmla="*/ 0 h 157522"/>
              <a:gd name="csX57" fmla="*/ 72752 w 136722"/>
              <a:gd name="csY57" fmla="*/ 31981 h 157522"/>
              <a:gd name="csX58" fmla="*/ 104737 w 136722"/>
              <a:gd name="csY58" fmla="*/ 63962 h 157522"/>
              <a:gd name="csX59" fmla="*/ 136722 w 136722"/>
              <a:gd name="csY59" fmla="*/ 31981 h 157522"/>
              <a:gd name="csX60" fmla="*/ 104737 w 136722"/>
              <a:gd name="csY60" fmla="*/ 0 h 157522"/>
              <a:gd name="csX61" fmla="*/ 97591 w 136722"/>
              <a:gd name="csY61" fmla="*/ 15990 h 157522"/>
              <a:gd name="csX62" fmla="*/ 109501 w 136722"/>
              <a:gd name="csY62" fmla="*/ 15990 h 157522"/>
              <a:gd name="csX63" fmla="*/ 119028 w 136722"/>
              <a:gd name="csY63" fmla="*/ 25517 h 157522"/>
              <a:gd name="csX64" fmla="*/ 109501 w 136722"/>
              <a:gd name="csY64" fmla="*/ 35043 h 157522"/>
              <a:gd name="csX65" fmla="*/ 99973 w 136722"/>
              <a:gd name="csY65" fmla="*/ 35043 h 157522"/>
              <a:gd name="csX66" fmla="*/ 99973 w 136722"/>
              <a:gd name="csY66" fmla="*/ 38275 h 157522"/>
              <a:gd name="csX67" fmla="*/ 110351 w 136722"/>
              <a:gd name="csY67" fmla="*/ 38275 h 157522"/>
              <a:gd name="csX68" fmla="*/ 112733 w 136722"/>
              <a:gd name="csY68" fmla="*/ 40657 h 157522"/>
              <a:gd name="csX69" fmla="*/ 110351 w 136722"/>
              <a:gd name="csY69" fmla="*/ 43038 h 157522"/>
              <a:gd name="csX70" fmla="*/ 99973 w 136722"/>
              <a:gd name="csY70" fmla="*/ 43038 h 157522"/>
              <a:gd name="csX71" fmla="*/ 99973 w 136722"/>
              <a:gd name="csY71" fmla="*/ 46951 h 157522"/>
              <a:gd name="csX72" fmla="*/ 97591 w 136722"/>
              <a:gd name="csY72" fmla="*/ 49332 h 157522"/>
              <a:gd name="csX73" fmla="*/ 95209 w 136722"/>
              <a:gd name="csY73" fmla="*/ 46951 h 157522"/>
              <a:gd name="csX74" fmla="*/ 95209 w 136722"/>
              <a:gd name="csY74" fmla="*/ 43038 h 157522"/>
              <a:gd name="csX75" fmla="*/ 92828 w 136722"/>
              <a:gd name="csY75" fmla="*/ 43038 h 157522"/>
              <a:gd name="csX76" fmla="*/ 90445 w 136722"/>
              <a:gd name="csY76" fmla="*/ 40657 h 157522"/>
              <a:gd name="csX77" fmla="*/ 92828 w 136722"/>
              <a:gd name="csY77" fmla="*/ 38275 h 157522"/>
              <a:gd name="csX78" fmla="*/ 95209 w 136722"/>
              <a:gd name="csY78" fmla="*/ 38275 h 157522"/>
              <a:gd name="csX79" fmla="*/ 95209 w 136722"/>
              <a:gd name="csY79" fmla="*/ 35043 h 157522"/>
              <a:gd name="csX80" fmla="*/ 92828 w 136722"/>
              <a:gd name="csY80" fmla="*/ 35043 h 157522"/>
              <a:gd name="csX81" fmla="*/ 90445 w 136722"/>
              <a:gd name="csY81" fmla="*/ 32661 h 157522"/>
              <a:gd name="csX82" fmla="*/ 92828 w 136722"/>
              <a:gd name="csY82" fmla="*/ 30280 h 157522"/>
              <a:gd name="csX83" fmla="*/ 95209 w 136722"/>
              <a:gd name="csY83" fmla="*/ 30280 h 157522"/>
              <a:gd name="csX84" fmla="*/ 95209 w 136722"/>
              <a:gd name="csY84" fmla="*/ 18372 h 157522"/>
              <a:gd name="csX85" fmla="*/ 97591 w 136722"/>
              <a:gd name="csY85" fmla="*/ 15990 h 157522"/>
              <a:gd name="csX86" fmla="*/ 99973 w 136722"/>
              <a:gd name="csY86" fmla="*/ 20753 h 157522"/>
              <a:gd name="csX87" fmla="*/ 99973 w 136722"/>
              <a:gd name="csY87" fmla="*/ 30280 h 157522"/>
              <a:gd name="csX88" fmla="*/ 109501 w 136722"/>
              <a:gd name="csY88" fmla="*/ 30280 h 157522"/>
              <a:gd name="csX89" fmla="*/ 114264 w 136722"/>
              <a:gd name="csY89" fmla="*/ 25517 h 157522"/>
              <a:gd name="csX90" fmla="*/ 109501 w 136722"/>
              <a:gd name="csY90" fmla="*/ 20753 h 157522"/>
              <a:gd name="csX91" fmla="*/ 99973 w 136722"/>
              <a:gd name="csY91" fmla="*/ 20753 h 157522"/>
            </a:gdLst>
            <a:ahLst/>
            <a:cxnLst/>
            <a:rect l="l" t="t" r="r" b="b"/>
            <a:pathLst>
              <a:path w="100000" h="100000">
                <a:moveTo>
                  <a:pt x="34858" y="37041"/>
                </a:moveTo>
                <a:cubicBezTo>
                  <a:pt x="32374" y="37041"/>
                  <a:pt x="30322" y="38985"/>
                  <a:pt x="30322" y="41469"/>
                </a:cubicBezTo>
                <a:cubicBezTo>
                  <a:pt x="30322" y="43953"/>
                  <a:pt x="32266" y="46004"/>
                  <a:pt x="34750" y="46004"/>
                </a:cubicBezTo>
                <a:cubicBezTo>
                  <a:pt x="34750" y="46004"/>
                  <a:pt x="34750" y="46004"/>
                  <a:pt x="34858" y="46004"/>
                </a:cubicBezTo>
                <a:lnTo>
                  <a:pt x="41987" y="46004"/>
                </a:lnTo>
                <a:lnTo>
                  <a:pt x="39502" y="48488"/>
                </a:lnTo>
                <a:cubicBezTo>
                  <a:pt x="30754" y="57236"/>
                  <a:pt x="22870" y="63175"/>
                  <a:pt x="10449" y="65227"/>
                </a:cubicBezTo>
                <a:cubicBezTo>
                  <a:pt x="7965" y="65551"/>
                  <a:pt x="6237" y="67819"/>
                  <a:pt x="6668" y="70303"/>
                </a:cubicBezTo>
                <a:cubicBezTo>
                  <a:pt x="6993" y="72787"/>
                  <a:pt x="9261" y="74515"/>
                  <a:pt x="11745" y="74082"/>
                </a:cubicBezTo>
                <a:cubicBezTo>
                  <a:pt x="11745" y="74082"/>
                  <a:pt x="11853" y="74082"/>
                  <a:pt x="11961" y="74082"/>
                </a:cubicBezTo>
                <a:cubicBezTo>
                  <a:pt x="26542" y="71599"/>
                  <a:pt x="36695" y="64039"/>
                  <a:pt x="45875" y="54860"/>
                </a:cubicBezTo>
                <a:lnTo>
                  <a:pt x="48359" y="52376"/>
                </a:lnTo>
                <a:lnTo>
                  <a:pt x="48359" y="59503"/>
                </a:lnTo>
                <a:cubicBezTo>
                  <a:pt x="48359" y="61988"/>
                  <a:pt x="50303" y="64039"/>
                  <a:pt x="52788" y="64039"/>
                </a:cubicBezTo>
                <a:cubicBezTo>
                  <a:pt x="55272" y="64039"/>
                  <a:pt x="57323" y="62095"/>
                  <a:pt x="57323" y="59611"/>
                </a:cubicBezTo>
                <a:cubicBezTo>
                  <a:pt x="57323" y="59611"/>
                  <a:pt x="57323" y="59611"/>
                  <a:pt x="57323" y="59503"/>
                </a:cubicBezTo>
                <a:lnTo>
                  <a:pt x="57323" y="41469"/>
                </a:lnTo>
                <a:cubicBezTo>
                  <a:pt x="57323" y="38985"/>
                  <a:pt x="55272" y="36933"/>
                  <a:pt x="52788" y="36933"/>
                </a:cubicBezTo>
                <a:lnTo>
                  <a:pt x="34750" y="36933"/>
                </a:lnTo>
                <a:lnTo>
                  <a:pt x="34858" y="37041"/>
                </a:lnTo>
                <a:close/>
                <a:moveTo>
                  <a:pt x="73093" y="52700"/>
                </a:moveTo>
                <a:cubicBezTo>
                  <a:pt x="70609" y="52700"/>
                  <a:pt x="68664" y="54752"/>
                  <a:pt x="68664" y="57236"/>
                </a:cubicBezTo>
                <a:lnTo>
                  <a:pt x="68664" y="95465"/>
                </a:lnTo>
                <a:cubicBezTo>
                  <a:pt x="68664" y="97949"/>
                  <a:pt x="70609" y="100001"/>
                  <a:pt x="73093" y="100001"/>
                </a:cubicBezTo>
                <a:cubicBezTo>
                  <a:pt x="75577" y="100001"/>
                  <a:pt x="77629" y="98057"/>
                  <a:pt x="77629" y="95573"/>
                </a:cubicBezTo>
                <a:cubicBezTo>
                  <a:pt x="77629" y="95573"/>
                  <a:pt x="77629" y="95573"/>
                  <a:pt x="77629" y="95465"/>
                </a:cubicBezTo>
                <a:lnTo>
                  <a:pt x="77629" y="57236"/>
                </a:lnTo>
                <a:cubicBezTo>
                  <a:pt x="77629" y="54752"/>
                  <a:pt x="75685" y="52700"/>
                  <a:pt x="73201" y="52700"/>
                </a:cubicBezTo>
                <a:cubicBezTo>
                  <a:pt x="73201" y="52700"/>
                  <a:pt x="73201" y="52700"/>
                  <a:pt x="73093" y="52700"/>
                </a:cubicBezTo>
                <a:close/>
                <a:moveTo>
                  <a:pt x="52788" y="70735"/>
                </a:moveTo>
                <a:cubicBezTo>
                  <a:pt x="50303" y="70735"/>
                  <a:pt x="48359" y="72787"/>
                  <a:pt x="48359" y="75270"/>
                </a:cubicBezTo>
                <a:lnTo>
                  <a:pt x="48359" y="95465"/>
                </a:lnTo>
                <a:cubicBezTo>
                  <a:pt x="48359" y="97949"/>
                  <a:pt x="50303" y="100001"/>
                  <a:pt x="52788" y="100001"/>
                </a:cubicBezTo>
                <a:cubicBezTo>
                  <a:pt x="55272" y="100001"/>
                  <a:pt x="57323" y="98057"/>
                  <a:pt x="57323" y="95573"/>
                </a:cubicBezTo>
                <a:cubicBezTo>
                  <a:pt x="57323" y="95573"/>
                  <a:pt x="57323" y="95573"/>
                  <a:pt x="57323" y="95465"/>
                </a:cubicBezTo>
                <a:lnTo>
                  <a:pt x="57323" y="75270"/>
                </a:lnTo>
                <a:cubicBezTo>
                  <a:pt x="57323" y="72787"/>
                  <a:pt x="55380" y="70735"/>
                  <a:pt x="52895" y="70735"/>
                </a:cubicBezTo>
                <a:cubicBezTo>
                  <a:pt x="52895" y="70735"/>
                  <a:pt x="52895" y="70735"/>
                  <a:pt x="52788" y="70735"/>
                </a:cubicBezTo>
                <a:close/>
                <a:moveTo>
                  <a:pt x="32590" y="79698"/>
                </a:moveTo>
                <a:cubicBezTo>
                  <a:pt x="30106" y="79698"/>
                  <a:pt x="28162" y="81750"/>
                  <a:pt x="28162" y="84234"/>
                </a:cubicBezTo>
                <a:lnTo>
                  <a:pt x="28162" y="95465"/>
                </a:lnTo>
                <a:cubicBezTo>
                  <a:pt x="28162" y="97949"/>
                  <a:pt x="30106" y="100001"/>
                  <a:pt x="32590" y="100001"/>
                </a:cubicBezTo>
                <a:cubicBezTo>
                  <a:pt x="35074" y="100001"/>
                  <a:pt x="37126" y="98057"/>
                  <a:pt x="37126" y="95573"/>
                </a:cubicBezTo>
                <a:cubicBezTo>
                  <a:pt x="37126" y="95573"/>
                  <a:pt x="37126" y="95573"/>
                  <a:pt x="37126" y="95465"/>
                </a:cubicBezTo>
                <a:lnTo>
                  <a:pt x="37126" y="84234"/>
                </a:lnTo>
                <a:cubicBezTo>
                  <a:pt x="37126" y="81750"/>
                  <a:pt x="35182" y="79698"/>
                  <a:pt x="32698" y="79698"/>
                </a:cubicBezTo>
                <a:cubicBezTo>
                  <a:pt x="32698" y="79698"/>
                  <a:pt x="32698" y="79698"/>
                  <a:pt x="32590" y="79698"/>
                </a:cubicBezTo>
                <a:close/>
                <a:moveTo>
                  <a:pt x="12285" y="84234"/>
                </a:moveTo>
                <a:cubicBezTo>
                  <a:pt x="9801" y="84234"/>
                  <a:pt x="7857" y="86286"/>
                  <a:pt x="7857" y="88769"/>
                </a:cubicBezTo>
                <a:lnTo>
                  <a:pt x="7857" y="95465"/>
                </a:lnTo>
                <a:cubicBezTo>
                  <a:pt x="7857" y="97949"/>
                  <a:pt x="9801" y="100001"/>
                  <a:pt x="12285" y="100001"/>
                </a:cubicBezTo>
                <a:cubicBezTo>
                  <a:pt x="14769" y="100001"/>
                  <a:pt x="16821" y="98057"/>
                  <a:pt x="16821" y="95573"/>
                </a:cubicBezTo>
                <a:cubicBezTo>
                  <a:pt x="16821" y="95573"/>
                  <a:pt x="16821" y="95573"/>
                  <a:pt x="16821" y="95465"/>
                </a:cubicBezTo>
                <a:lnTo>
                  <a:pt x="16821" y="88769"/>
                </a:lnTo>
                <a:cubicBezTo>
                  <a:pt x="16821" y="86286"/>
                  <a:pt x="14877" y="84234"/>
                  <a:pt x="12393" y="84234"/>
                </a:cubicBezTo>
                <a:cubicBezTo>
                  <a:pt x="12393" y="84234"/>
                  <a:pt x="12393" y="84234"/>
                  <a:pt x="12285" y="84234"/>
                </a:cubicBezTo>
                <a:close/>
                <a:moveTo>
                  <a:pt x="73093" y="0"/>
                </a:moveTo>
                <a:cubicBezTo>
                  <a:pt x="61860" y="0"/>
                  <a:pt x="52788" y="9071"/>
                  <a:pt x="52788" y="20303"/>
                </a:cubicBezTo>
                <a:cubicBezTo>
                  <a:pt x="52788" y="31533"/>
                  <a:pt x="61860" y="40605"/>
                  <a:pt x="73093" y="40605"/>
                </a:cubicBezTo>
                <a:cubicBezTo>
                  <a:pt x="84325" y="40605"/>
                  <a:pt x="93398" y="31533"/>
                  <a:pt x="93398" y="20303"/>
                </a:cubicBezTo>
                <a:cubicBezTo>
                  <a:pt x="93398" y="9071"/>
                  <a:pt x="84325" y="0"/>
                  <a:pt x="73093" y="0"/>
                </a:cubicBezTo>
                <a:close/>
                <a:moveTo>
                  <a:pt x="68556" y="10151"/>
                </a:moveTo>
                <a:lnTo>
                  <a:pt x="76117" y="10151"/>
                </a:lnTo>
                <a:cubicBezTo>
                  <a:pt x="79465" y="10151"/>
                  <a:pt x="82165" y="12851"/>
                  <a:pt x="82165" y="16199"/>
                </a:cubicBezTo>
                <a:cubicBezTo>
                  <a:pt x="82165" y="19546"/>
                  <a:pt x="79465" y="22246"/>
                  <a:pt x="76117" y="22246"/>
                </a:cubicBezTo>
                <a:lnTo>
                  <a:pt x="70068" y="22246"/>
                </a:lnTo>
                <a:lnTo>
                  <a:pt x="70068" y="24298"/>
                </a:lnTo>
                <a:lnTo>
                  <a:pt x="76657" y="24298"/>
                </a:lnTo>
                <a:cubicBezTo>
                  <a:pt x="77521" y="24298"/>
                  <a:pt x="78169" y="24946"/>
                  <a:pt x="78169" y="25810"/>
                </a:cubicBezTo>
                <a:cubicBezTo>
                  <a:pt x="78169" y="26674"/>
                  <a:pt x="77521" y="27322"/>
                  <a:pt x="76657" y="27322"/>
                </a:cubicBezTo>
                <a:lnTo>
                  <a:pt x="70068" y="27322"/>
                </a:lnTo>
                <a:lnTo>
                  <a:pt x="70068" y="29806"/>
                </a:lnTo>
                <a:cubicBezTo>
                  <a:pt x="70068" y="30670"/>
                  <a:pt x="69420" y="31318"/>
                  <a:pt x="68556" y="31318"/>
                </a:cubicBezTo>
                <a:cubicBezTo>
                  <a:pt x="67692" y="31318"/>
                  <a:pt x="67044" y="30670"/>
                  <a:pt x="67044" y="29806"/>
                </a:cubicBezTo>
                <a:lnTo>
                  <a:pt x="67044" y="27322"/>
                </a:lnTo>
                <a:lnTo>
                  <a:pt x="65532" y="27322"/>
                </a:lnTo>
                <a:cubicBezTo>
                  <a:pt x="64668" y="27322"/>
                  <a:pt x="64020" y="26674"/>
                  <a:pt x="64020" y="25810"/>
                </a:cubicBezTo>
                <a:cubicBezTo>
                  <a:pt x="64020" y="24946"/>
                  <a:pt x="64668" y="24298"/>
                  <a:pt x="65532" y="24298"/>
                </a:cubicBezTo>
                <a:lnTo>
                  <a:pt x="67044" y="24298"/>
                </a:lnTo>
                <a:lnTo>
                  <a:pt x="67044" y="22246"/>
                </a:lnTo>
                <a:lnTo>
                  <a:pt x="65532" y="22246"/>
                </a:lnTo>
                <a:cubicBezTo>
                  <a:pt x="64668" y="22246"/>
                  <a:pt x="64020" y="21598"/>
                  <a:pt x="64020" y="20734"/>
                </a:cubicBezTo>
                <a:cubicBezTo>
                  <a:pt x="64020" y="19870"/>
                  <a:pt x="64668" y="19223"/>
                  <a:pt x="65532" y="19223"/>
                </a:cubicBezTo>
                <a:lnTo>
                  <a:pt x="67044" y="19223"/>
                </a:lnTo>
                <a:lnTo>
                  <a:pt x="67044" y="11663"/>
                </a:lnTo>
                <a:cubicBezTo>
                  <a:pt x="67044" y="10799"/>
                  <a:pt x="67692" y="10151"/>
                  <a:pt x="68556" y="10151"/>
                </a:cubicBezTo>
                <a:close/>
                <a:moveTo>
                  <a:pt x="70068" y="13175"/>
                </a:moveTo>
                <a:lnTo>
                  <a:pt x="70068" y="19223"/>
                </a:lnTo>
                <a:lnTo>
                  <a:pt x="76117" y="19223"/>
                </a:lnTo>
                <a:cubicBezTo>
                  <a:pt x="77845" y="19223"/>
                  <a:pt x="79141" y="17818"/>
                  <a:pt x="79141" y="16199"/>
                </a:cubicBezTo>
                <a:cubicBezTo>
                  <a:pt x="79141" y="14579"/>
                  <a:pt x="77737" y="13175"/>
                  <a:pt x="76117" y="13175"/>
                </a:cubicBezTo>
                <a:lnTo>
                  <a:pt x="70068" y="1317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8" name="Красный — SVG 33">
            <a:extLst>
              <a:ext uri="{FF2B5EF4-FFF2-40B4-BE49-F238E27FC236}">
                <a16:creationId xmlns:a16="http://schemas.microsoft.com/office/drawing/2014/main" id="{168BBE2C-FC5E-CB4D-8C9E-B566F90FE346}"/>
              </a:ext>
            </a:extLst>
          </p:cNvPr>
          <p:cNvSpPr>
            <a:spLocks noGrp="1"/>
          </p:cNvSpPr>
          <p:nvPr/>
        </p:nvSpPr>
        <p:spPr>
          <a:xfrm>
            <a:off x="8820000" y="1410000"/>
            <a:ext cx="220000" cy="220000"/>
          </a:xfrm>
          <a:custGeom>
            <a:avLst/>
            <a:gdLst>
              <a:gd name="csX0" fmla="*/ 63800 w 141772"/>
              <a:gd name="csY0" fmla="*/ 0 h 148507"/>
              <a:gd name="csX1" fmla="*/ 51738 w 141772"/>
              <a:gd name="csY1" fmla="*/ 4168 h 148507"/>
              <a:gd name="csX2" fmla="*/ 2024 w 141772"/>
              <a:gd name="csY2" fmla="*/ 43327 h 148507"/>
              <a:gd name="csX3" fmla="*/ 221 w 141772"/>
              <a:gd name="csY3" fmla="*/ 46015 h 148507"/>
              <a:gd name="csX4" fmla="*/ 306 w 141772"/>
              <a:gd name="csY4" fmla="*/ 49247 h 148507"/>
              <a:gd name="csX5" fmla="*/ 2229 w 141772"/>
              <a:gd name="csY5" fmla="*/ 51833 h 148507"/>
              <a:gd name="csX6" fmla="*/ 5308 w 141772"/>
              <a:gd name="csY6" fmla="*/ 52820 h 148507"/>
              <a:gd name="csX7" fmla="*/ 122276 w 141772"/>
              <a:gd name="csY7" fmla="*/ 52820 h 148507"/>
              <a:gd name="csX8" fmla="*/ 125372 w 141772"/>
              <a:gd name="csY8" fmla="*/ 51833 h 148507"/>
              <a:gd name="csX9" fmla="*/ 127294 w 141772"/>
              <a:gd name="csY9" fmla="*/ 49247 h 148507"/>
              <a:gd name="csX10" fmla="*/ 127380 w 141772"/>
              <a:gd name="csY10" fmla="*/ 46015 h 148507"/>
              <a:gd name="csX11" fmla="*/ 125576 w 141772"/>
              <a:gd name="csY11" fmla="*/ 43327 h 148507"/>
              <a:gd name="csX12" fmla="*/ 75863 w 141772"/>
              <a:gd name="csY12" fmla="*/ 4168 h 148507"/>
              <a:gd name="csX13" fmla="*/ 63800 w 141772"/>
              <a:gd name="csY13" fmla="*/ 0 h 148507"/>
              <a:gd name="csX14" fmla="*/ 63800 w 141772"/>
              <a:gd name="csY14" fmla="*/ 20924 h 148507"/>
              <a:gd name="csX15" fmla="*/ 70895 w 141772"/>
              <a:gd name="csY15" fmla="*/ 28017 h 148507"/>
              <a:gd name="csX16" fmla="*/ 63800 w 141772"/>
              <a:gd name="csY16" fmla="*/ 35094 h 148507"/>
              <a:gd name="csX17" fmla="*/ 56706 w 141772"/>
              <a:gd name="csY17" fmla="*/ 28017 h 148507"/>
              <a:gd name="csX18" fmla="*/ 63800 w 141772"/>
              <a:gd name="csY18" fmla="*/ 20924 h 148507"/>
              <a:gd name="csX19" fmla="*/ 12403 w 141772"/>
              <a:gd name="csY19" fmla="*/ 59913 h 148507"/>
              <a:gd name="csX20" fmla="*/ 12403 w 141772"/>
              <a:gd name="csY20" fmla="*/ 113073 h 148507"/>
              <a:gd name="csX21" fmla="*/ 0 w 141772"/>
              <a:gd name="csY21" fmla="*/ 125474 h 148507"/>
              <a:gd name="csX22" fmla="*/ 12403 w 141772"/>
              <a:gd name="csY22" fmla="*/ 137875 h 148507"/>
              <a:gd name="csX23" fmla="*/ 56706 w 141772"/>
              <a:gd name="csY23" fmla="*/ 137875 h 148507"/>
              <a:gd name="csX24" fmla="*/ 56706 w 141772"/>
              <a:gd name="csY24" fmla="*/ 113073 h 148507"/>
              <a:gd name="csX25" fmla="*/ 46072 w 141772"/>
              <a:gd name="csY25" fmla="*/ 113073 h 148507"/>
              <a:gd name="csX26" fmla="*/ 46072 w 141772"/>
              <a:gd name="csY26" fmla="*/ 59913 h 148507"/>
              <a:gd name="csX27" fmla="*/ 35439 w 141772"/>
              <a:gd name="csY27" fmla="*/ 59913 h 148507"/>
              <a:gd name="csX28" fmla="*/ 35439 w 141772"/>
              <a:gd name="csY28" fmla="*/ 113073 h 148507"/>
              <a:gd name="csX29" fmla="*/ 23036 w 141772"/>
              <a:gd name="csY29" fmla="*/ 113073 h 148507"/>
              <a:gd name="csX30" fmla="*/ 23036 w 141772"/>
              <a:gd name="csY30" fmla="*/ 59913 h 148507"/>
              <a:gd name="csX31" fmla="*/ 12403 w 141772"/>
              <a:gd name="csY31" fmla="*/ 59913 h 148507"/>
              <a:gd name="csX32" fmla="*/ 58475 w 141772"/>
              <a:gd name="csY32" fmla="*/ 59913 h 148507"/>
              <a:gd name="csX33" fmla="*/ 58475 w 141772"/>
              <a:gd name="csY33" fmla="*/ 94326 h 148507"/>
              <a:gd name="csX34" fmla="*/ 69109 w 141772"/>
              <a:gd name="csY34" fmla="*/ 88254 h 148507"/>
              <a:gd name="csX35" fmla="*/ 69109 w 141772"/>
              <a:gd name="csY35" fmla="*/ 59913 h 148507"/>
              <a:gd name="csX36" fmla="*/ 58475 w 141772"/>
              <a:gd name="csY36" fmla="*/ 59913 h 148507"/>
              <a:gd name="csX37" fmla="*/ 81528 w 141772"/>
              <a:gd name="csY37" fmla="*/ 59913 h 148507"/>
              <a:gd name="csX38" fmla="*/ 81528 w 141772"/>
              <a:gd name="csY38" fmla="*/ 88254 h 148507"/>
              <a:gd name="csX39" fmla="*/ 92162 w 141772"/>
              <a:gd name="csY39" fmla="*/ 88254 h 148507"/>
              <a:gd name="csX40" fmla="*/ 92162 w 141772"/>
              <a:gd name="csY40" fmla="*/ 59913 h 148507"/>
              <a:gd name="csX41" fmla="*/ 81528 w 141772"/>
              <a:gd name="csY41" fmla="*/ 59913 h 148507"/>
              <a:gd name="csX42" fmla="*/ 104564 w 141772"/>
              <a:gd name="csY42" fmla="*/ 59913 h 148507"/>
              <a:gd name="csX43" fmla="*/ 104564 w 141772"/>
              <a:gd name="csY43" fmla="*/ 88254 h 148507"/>
              <a:gd name="csX44" fmla="*/ 115198 w 141772"/>
              <a:gd name="csY44" fmla="*/ 88254 h 148507"/>
              <a:gd name="csX45" fmla="*/ 115198 w 141772"/>
              <a:gd name="csY45" fmla="*/ 59913 h 148507"/>
              <a:gd name="csX46" fmla="*/ 104564 w 141772"/>
              <a:gd name="csY46" fmla="*/ 59913 h 148507"/>
              <a:gd name="csX47" fmla="*/ 72664 w 141772"/>
              <a:gd name="csY47" fmla="*/ 95347 h 148507"/>
              <a:gd name="csX48" fmla="*/ 63800 w 141772"/>
              <a:gd name="csY48" fmla="*/ 104210 h 148507"/>
              <a:gd name="csX49" fmla="*/ 63800 w 141772"/>
              <a:gd name="csY49" fmla="*/ 109518 h 148507"/>
              <a:gd name="csX50" fmla="*/ 141773 w 141772"/>
              <a:gd name="csY50" fmla="*/ 109518 h 148507"/>
              <a:gd name="csX51" fmla="*/ 141773 w 141772"/>
              <a:gd name="csY51" fmla="*/ 104210 h 148507"/>
              <a:gd name="csX52" fmla="*/ 132909 w 141772"/>
              <a:gd name="csY52" fmla="*/ 95347 h 148507"/>
              <a:gd name="csX53" fmla="*/ 72664 w 141772"/>
              <a:gd name="csY53" fmla="*/ 95347 h 148507"/>
              <a:gd name="csX54" fmla="*/ 63800 w 141772"/>
              <a:gd name="csY54" fmla="*/ 116611 h 148507"/>
              <a:gd name="csX55" fmla="*/ 63800 w 141772"/>
              <a:gd name="csY55" fmla="*/ 139644 h 148507"/>
              <a:gd name="csX56" fmla="*/ 72664 w 141772"/>
              <a:gd name="csY56" fmla="*/ 148507 h 148507"/>
              <a:gd name="csX57" fmla="*/ 132909 w 141772"/>
              <a:gd name="csY57" fmla="*/ 148507 h 148507"/>
              <a:gd name="csX58" fmla="*/ 141773 w 141772"/>
              <a:gd name="csY58" fmla="*/ 139644 h 148507"/>
              <a:gd name="csX59" fmla="*/ 141773 w 141772"/>
              <a:gd name="csY59" fmla="*/ 116611 h 148507"/>
              <a:gd name="csX60" fmla="*/ 63800 w 141772"/>
              <a:gd name="csY60" fmla="*/ 116611 h 148507"/>
            </a:gdLst>
            <a:ahLst/>
            <a:cxnLst/>
            <a:rect l="l" t="t" r="r" b="b"/>
            <a:pathLst>
              <a:path w="100000" h="100000">
                <a:moveTo>
                  <a:pt x="45229" y="0"/>
                </a:moveTo>
                <a:cubicBezTo>
                  <a:pt x="42353" y="0"/>
                  <a:pt x="39489" y="939"/>
                  <a:pt x="37106" y="2807"/>
                </a:cubicBezTo>
                <a:lnTo>
                  <a:pt x="3630" y="29175"/>
                </a:lnTo>
                <a:cubicBezTo>
                  <a:pt x="3047" y="29634"/>
                  <a:pt x="2623" y="30263"/>
                  <a:pt x="2416" y="30985"/>
                </a:cubicBezTo>
                <a:cubicBezTo>
                  <a:pt x="2210" y="31695"/>
                  <a:pt x="2222" y="32462"/>
                  <a:pt x="2474" y="33161"/>
                </a:cubicBezTo>
                <a:cubicBezTo>
                  <a:pt x="2714" y="33860"/>
                  <a:pt x="3173" y="34467"/>
                  <a:pt x="3769" y="34903"/>
                </a:cubicBezTo>
                <a:cubicBezTo>
                  <a:pt x="4376" y="35338"/>
                  <a:pt x="5109" y="35567"/>
                  <a:pt x="5842" y="35567"/>
                </a:cubicBezTo>
                <a:lnTo>
                  <a:pt x="84604" y="35567"/>
                </a:lnTo>
                <a:cubicBezTo>
                  <a:pt x="85349" y="35567"/>
                  <a:pt x="86082" y="35338"/>
                  <a:pt x="86689" y="34903"/>
                </a:cubicBezTo>
                <a:cubicBezTo>
                  <a:pt x="87284" y="34467"/>
                  <a:pt x="87743" y="33860"/>
                  <a:pt x="87983" y="33161"/>
                </a:cubicBezTo>
                <a:cubicBezTo>
                  <a:pt x="88236" y="32462"/>
                  <a:pt x="88247" y="31695"/>
                  <a:pt x="88041" y="30985"/>
                </a:cubicBezTo>
                <a:cubicBezTo>
                  <a:pt x="87835" y="30263"/>
                  <a:pt x="87411" y="29634"/>
                  <a:pt x="86827" y="29175"/>
                </a:cubicBezTo>
                <a:lnTo>
                  <a:pt x="53351" y="2807"/>
                </a:lnTo>
                <a:cubicBezTo>
                  <a:pt x="50980" y="939"/>
                  <a:pt x="48104" y="0"/>
                  <a:pt x="45229" y="0"/>
                </a:cubicBezTo>
                <a:close/>
                <a:moveTo>
                  <a:pt x="45229" y="14090"/>
                </a:moveTo>
                <a:cubicBezTo>
                  <a:pt x="47863" y="14090"/>
                  <a:pt x="50006" y="16232"/>
                  <a:pt x="50006" y="18866"/>
                </a:cubicBezTo>
                <a:cubicBezTo>
                  <a:pt x="50006" y="21501"/>
                  <a:pt x="47863" y="23631"/>
                  <a:pt x="45229" y="23631"/>
                </a:cubicBezTo>
                <a:cubicBezTo>
                  <a:pt x="42594" y="23631"/>
                  <a:pt x="40452" y="21501"/>
                  <a:pt x="40452" y="18866"/>
                </a:cubicBezTo>
                <a:cubicBezTo>
                  <a:pt x="40452" y="16232"/>
                  <a:pt x="42594" y="14090"/>
                  <a:pt x="45229" y="14090"/>
                </a:cubicBezTo>
                <a:close/>
                <a:moveTo>
                  <a:pt x="10619" y="40344"/>
                </a:moveTo>
                <a:lnTo>
                  <a:pt x="10619" y="76140"/>
                </a:lnTo>
                <a:cubicBezTo>
                  <a:pt x="6014" y="76140"/>
                  <a:pt x="2268" y="79885"/>
                  <a:pt x="2268" y="84490"/>
                </a:cubicBezTo>
                <a:cubicBezTo>
                  <a:pt x="2268" y="89095"/>
                  <a:pt x="6014" y="92841"/>
                  <a:pt x="10619" y="92841"/>
                </a:cubicBezTo>
                <a:lnTo>
                  <a:pt x="40452" y="92841"/>
                </a:lnTo>
                <a:lnTo>
                  <a:pt x="40452" y="76140"/>
                </a:lnTo>
                <a:lnTo>
                  <a:pt x="33291" y="76140"/>
                </a:lnTo>
                <a:lnTo>
                  <a:pt x="33291" y="40344"/>
                </a:lnTo>
                <a:lnTo>
                  <a:pt x="26131" y="40344"/>
                </a:lnTo>
                <a:lnTo>
                  <a:pt x="26131" y="76140"/>
                </a:lnTo>
                <a:lnTo>
                  <a:pt x="17779" y="76140"/>
                </a:lnTo>
                <a:lnTo>
                  <a:pt x="17779" y="40344"/>
                </a:lnTo>
                <a:lnTo>
                  <a:pt x="10619" y="40344"/>
                </a:lnTo>
                <a:close/>
                <a:moveTo>
                  <a:pt x="41643" y="40344"/>
                </a:moveTo>
                <a:lnTo>
                  <a:pt x="41643" y="63516"/>
                </a:lnTo>
                <a:cubicBezTo>
                  <a:pt x="43109" y="61077"/>
                  <a:pt x="45756" y="59428"/>
                  <a:pt x="48803" y="59428"/>
                </a:cubicBezTo>
                <a:lnTo>
                  <a:pt x="48803" y="40344"/>
                </a:lnTo>
                <a:lnTo>
                  <a:pt x="41643" y="40344"/>
                </a:lnTo>
                <a:close/>
                <a:moveTo>
                  <a:pt x="57166" y="40344"/>
                </a:moveTo>
                <a:lnTo>
                  <a:pt x="57166" y="59428"/>
                </a:lnTo>
                <a:lnTo>
                  <a:pt x="64327" y="59428"/>
                </a:lnTo>
                <a:lnTo>
                  <a:pt x="64327" y="40344"/>
                </a:lnTo>
                <a:lnTo>
                  <a:pt x="57166" y="40344"/>
                </a:lnTo>
                <a:close/>
                <a:moveTo>
                  <a:pt x="72678" y="40344"/>
                </a:moveTo>
                <a:lnTo>
                  <a:pt x="72678" y="59428"/>
                </a:lnTo>
                <a:lnTo>
                  <a:pt x="79838" y="59428"/>
                </a:lnTo>
                <a:lnTo>
                  <a:pt x="79838" y="40344"/>
                </a:lnTo>
                <a:lnTo>
                  <a:pt x="72678" y="40344"/>
                </a:lnTo>
                <a:close/>
                <a:moveTo>
                  <a:pt x="51197" y="64204"/>
                </a:moveTo>
                <a:cubicBezTo>
                  <a:pt x="47898" y="64204"/>
                  <a:pt x="45229" y="66873"/>
                  <a:pt x="45229" y="70172"/>
                </a:cubicBezTo>
                <a:lnTo>
                  <a:pt x="45229" y="73746"/>
                </a:lnTo>
                <a:lnTo>
                  <a:pt x="97733" y="73746"/>
                </a:lnTo>
                <a:lnTo>
                  <a:pt x="97733" y="70172"/>
                </a:lnTo>
                <a:cubicBezTo>
                  <a:pt x="97733" y="66873"/>
                  <a:pt x="95064" y="64204"/>
                  <a:pt x="91764" y="64204"/>
                </a:cubicBezTo>
                <a:lnTo>
                  <a:pt x="51197" y="64204"/>
                </a:lnTo>
                <a:close/>
                <a:moveTo>
                  <a:pt x="45229" y="78522"/>
                </a:moveTo>
                <a:lnTo>
                  <a:pt x="45229" y="94032"/>
                </a:lnTo>
                <a:cubicBezTo>
                  <a:pt x="45229" y="97331"/>
                  <a:pt x="47898" y="100000"/>
                  <a:pt x="51197" y="100000"/>
                </a:cubicBezTo>
                <a:lnTo>
                  <a:pt x="91764" y="100000"/>
                </a:lnTo>
                <a:cubicBezTo>
                  <a:pt x="95064" y="100000"/>
                  <a:pt x="97733" y="97331"/>
                  <a:pt x="97733" y="94032"/>
                </a:cubicBezTo>
                <a:lnTo>
                  <a:pt x="97733" y="78522"/>
                </a:lnTo>
                <a:lnTo>
                  <a:pt x="45229" y="7852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9" name="Белый — SVG 1">
            <a:extLst>
              <a:ext uri="{FF2B5EF4-FFF2-40B4-BE49-F238E27FC236}">
                <a16:creationId xmlns:a16="http://schemas.microsoft.com/office/drawing/2014/main" id="{B2E7A775-C7A1-2548-BD08-A86000F574D2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84182 w 141772"/>
              <a:gd name="csY0" fmla="*/ 21 h 130853"/>
              <a:gd name="csX1" fmla="*/ 72988 w 141772"/>
              <a:gd name="csY1" fmla="*/ 3797 h 130853"/>
              <a:gd name="csX2" fmla="*/ 67339 w 141772"/>
              <a:gd name="csY2" fmla="*/ 15943 h 130853"/>
              <a:gd name="csX3" fmla="*/ 67339 w 141772"/>
              <a:gd name="csY3" fmla="*/ 114897 h 130853"/>
              <a:gd name="csX4" fmla="*/ 72988 w 141772"/>
              <a:gd name="csY4" fmla="*/ 127060 h 130853"/>
              <a:gd name="csX5" fmla="*/ 83298 w 141772"/>
              <a:gd name="csY5" fmla="*/ 130853 h 130853"/>
              <a:gd name="csX6" fmla="*/ 85918 w 141772"/>
              <a:gd name="csY6" fmla="*/ 130632 h 130853"/>
              <a:gd name="csX7" fmla="*/ 111319 w 141772"/>
              <a:gd name="csY7" fmla="*/ 126396 h 130853"/>
              <a:gd name="csX8" fmla="*/ 113803 w 141772"/>
              <a:gd name="csY8" fmla="*/ 128472 h 130853"/>
              <a:gd name="csX9" fmla="*/ 116967 w 141772"/>
              <a:gd name="csY9" fmla="*/ 129220 h 130853"/>
              <a:gd name="csX10" fmla="*/ 121118 w 141772"/>
              <a:gd name="csY10" fmla="*/ 127859 h 130853"/>
              <a:gd name="csX11" fmla="*/ 123704 w 141772"/>
              <a:gd name="csY11" fmla="*/ 124338 h 130853"/>
              <a:gd name="csX12" fmla="*/ 125474 w 141772"/>
              <a:gd name="csY12" fmla="*/ 124032 h 130853"/>
              <a:gd name="csX13" fmla="*/ 141773 w 141772"/>
              <a:gd name="csY13" fmla="*/ 104792 h 130853"/>
              <a:gd name="csX14" fmla="*/ 141773 w 141772"/>
              <a:gd name="csY14" fmla="*/ 26048 h 130853"/>
              <a:gd name="csX15" fmla="*/ 125474 w 141772"/>
              <a:gd name="csY15" fmla="*/ 6808 h 130853"/>
              <a:gd name="csX16" fmla="*/ 85918 w 141772"/>
              <a:gd name="csY16" fmla="*/ 208 h 130853"/>
              <a:gd name="csX17" fmla="*/ 84182 w 141772"/>
              <a:gd name="csY17" fmla="*/ 21 h 130853"/>
              <a:gd name="csX18" fmla="*/ 19497 w 141772"/>
              <a:gd name="csY18" fmla="*/ 8713 h 130853"/>
              <a:gd name="csX19" fmla="*/ 0 w 141772"/>
              <a:gd name="csY19" fmla="*/ 28208 h 130853"/>
              <a:gd name="csX20" fmla="*/ 0 w 141772"/>
              <a:gd name="csY20" fmla="*/ 102632 h 130853"/>
              <a:gd name="csX21" fmla="*/ 17728 w 141772"/>
              <a:gd name="csY21" fmla="*/ 122041 h 130853"/>
              <a:gd name="csX22" fmla="*/ 18238 w 141772"/>
              <a:gd name="csY22" fmla="*/ 124780 h 130853"/>
              <a:gd name="csX23" fmla="*/ 19770 w 141772"/>
              <a:gd name="csY23" fmla="*/ 127111 h 130853"/>
              <a:gd name="csX24" fmla="*/ 22083 w 141772"/>
              <a:gd name="csY24" fmla="*/ 128659 h 130853"/>
              <a:gd name="csX25" fmla="*/ 24805 w 141772"/>
              <a:gd name="csY25" fmla="*/ 129220 h 130853"/>
              <a:gd name="csX26" fmla="*/ 29825 w 141772"/>
              <a:gd name="csY26" fmla="*/ 127145 h 130853"/>
              <a:gd name="csX27" fmla="*/ 31900 w 141772"/>
              <a:gd name="csY27" fmla="*/ 122126 h 130853"/>
              <a:gd name="csX28" fmla="*/ 57743 w 141772"/>
              <a:gd name="csY28" fmla="*/ 122126 h 130853"/>
              <a:gd name="csX29" fmla="*/ 56706 w 141772"/>
              <a:gd name="csY29" fmla="*/ 114897 h 130853"/>
              <a:gd name="csX30" fmla="*/ 56706 w 141772"/>
              <a:gd name="csY30" fmla="*/ 15943 h 130853"/>
              <a:gd name="csX31" fmla="*/ 57743 w 141772"/>
              <a:gd name="csY31" fmla="*/ 8713 h 130853"/>
              <a:gd name="csX32" fmla="*/ 19497 w 141772"/>
              <a:gd name="csY32" fmla="*/ 8713 h 130853"/>
              <a:gd name="csX33" fmla="*/ 106334 w 141772"/>
              <a:gd name="csY33" fmla="*/ 33532 h 130853"/>
              <a:gd name="csX34" fmla="*/ 124062 w 141772"/>
              <a:gd name="csY34" fmla="*/ 65428 h 130853"/>
              <a:gd name="csX35" fmla="*/ 106334 w 141772"/>
              <a:gd name="csY35" fmla="*/ 97324 h 130853"/>
              <a:gd name="csX36" fmla="*/ 88606 w 141772"/>
              <a:gd name="csY36" fmla="*/ 65428 h 130853"/>
              <a:gd name="csX37" fmla="*/ 106334 w 141772"/>
              <a:gd name="csY37" fmla="*/ 33532 h 130853"/>
              <a:gd name="csX38" fmla="*/ 106334 w 141772"/>
              <a:gd name="csY38" fmla="*/ 44164 h 130853"/>
              <a:gd name="csX39" fmla="*/ 101315 w 141772"/>
              <a:gd name="csY39" fmla="*/ 50391 h 130853"/>
              <a:gd name="csX40" fmla="*/ 99239 w 141772"/>
              <a:gd name="csY40" fmla="*/ 65428 h 130853"/>
              <a:gd name="csX41" fmla="*/ 101315 w 141772"/>
              <a:gd name="csY41" fmla="*/ 80466 h 130853"/>
              <a:gd name="csX42" fmla="*/ 106334 w 141772"/>
              <a:gd name="csY42" fmla="*/ 86692 h 130853"/>
              <a:gd name="csX43" fmla="*/ 111353 w 141772"/>
              <a:gd name="csY43" fmla="*/ 80466 h 130853"/>
              <a:gd name="csX44" fmla="*/ 113428 w 141772"/>
              <a:gd name="csY44" fmla="*/ 65428 h 130853"/>
              <a:gd name="csX45" fmla="*/ 111353 w 141772"/>
              <a:gd name="csY45" fmla="*/ 50391 h 130853"/>
              <a:gd name="csX46" fmla="*/ 106334 w 141772"/>
              <a:gd name="csY46" fmla="*/ 44164 h 130853"/>
            </a:gdLst>
            <a:ahLst/>
            <a:cxnLst/>
            <a:rect l="l" t="t" r="r" b="b"/>
            <a:pathLst>
              <a:path w="100000" h="100000">
                <a:moveTo>
                  <a:pt x="59378" y="3866"/>
                </a:moveTo>
                <a:cubicBezTo>
                  <a:pt x="56510" y="3722"/>
                  <a:pt x="53690" y="4645"/>
                  <a:pt x="51483" y="6529"/>
                </a:cubicBezTo>
                <a:cubicBezTo>
                  <a:pt x="48950" y="8653"/>
                  <a:pt x="47498" y="11797"/>
                  <a:pt x="47498" y="15096"/>
                </a:cubicBezTo>
                <a:lnTo>
                  <a:pt x="47498" y="84894"/>
                </a:lnTo>
                <a:cubicBezTo>
                  <a:pt x="47498" y="88194"/>
                  <a:pt x="48950" y="91350"/>
                  <a:pt x="51483" y="93474"/>
                </a:cubicBezTo>
                <a:cubicBezTo>
                  <a:pt x="53523" y="95225"/>
                  <a:pt x="56103" y="96149"/>
                  <a:pt x="58755" y="96149"/>
                </a:cubicBezTo>
                <a:cubicBezTo>
                  <a:pt x="59354" y="96149"/>
                  <a:pt x="59979" y="96089"/>
                  <a:pt x="60603" y="95993"/>
                </a:cubicBezTo>
                <a:lnTo>
                  <a:pt x="78520" y="93005"/>
                </a:lnTo>
                <a:cubicBezTo>
                  <a:pt x="78975" y="93630"/>
                  <a:pt x="79588" y="94121"/>
                  <a:pt x="80272" y="94470"/>
                </a:cubicBezTo>
                <a:cubicBezTo>
                  <a:pt x="80967" y="94817"/>
                  <a:pt x="81735" y="94997"/>
                  <a:pt x="82504" y="94997"/>
                </a:cubicBezTo>
                <a:cubicBezTo>
                  <a:pt x="83560" y="94997"/>
                  <a:pt x="84579" y="94661"/>
                  <a:pt x="85432" y="94037"/>
                </a:cubicBezTo>
                <a:cubicBezTo>
                  <a:pt x="86284" y="93426"/>
                  <a:pt x="86920" y="92550"/>
                  <a:pt x="87256" y="91554"/>
                </a:cubicBezTo>
                <a:lnTo>
                  <a:pt x="88504" y="91338"/>
                </a:lnTo>
                <a:cubicBezTo>
                  <a:pt x="95176" y="90222"/>
                  <a:pt x="100001" y="84522"/>
                  <a:pt x="100001" y="77767"/>
                </a:cubicBezTo>
                <a:lnTo>
                  <a:pt x="100001" y="22224"/>
                </a:lnTo>
                <a:cubicBezTo>
                  <a:pt x="100001" y="15480"/>
                  <a:pt x="95176" y="9781"/>
                  <a:pt x="88504" y="8653"/>
                </a:cubicBezTo>
                <a:lnTo>
                  <a:pt x="60603" y="3998"/>
                </a:lnTo>
                <a:cubicBezTo>
                  <a:pt x="60195" y="3938"/>
                  <a:pt x="59787" y="3890"/>
                  <a:pt x="59378" y="3866"/>
                </a:cubicBezTo>
                <a:close/>
                <a:moveTo>
                  <a:pt x="13752" y="9997"/>
                </a:moveTo>
                <a:cubicBezTo>
                  <a:pt x="6180" y="9997"/>
                  <a:pt x="0" y="16176"/>
                  <a:pt x="0" y="23748"/>
                </a:cubicBezTo>
                <a:lnTo>
                  <a:pt x="0" y="76243"/>
                </a:lnTo>
                <a:cubicBezTo>
                  <a:pt x="0" y="83394"/>
                  <a:pt x="5508" y="89298"/>
                  <a:pt x="12505" y="89933"/>
                </a:cubicBezTo>
                <a:cubicBezTo>
                  <a:pt x="12493" y="90594"/>
                  <a:pt x="12624" y="91253"/>
                  <a:pt x="12864" y="91865"/>
                </a:cubicBezTo>
                <a:cubicBezTo>
                  <a:pt x="13117" y="92478"/>
                  <a:pt x="13477" y="93029"/>
                  <a:pt x="13945" y="93510"/>
                </a:cubicBezTo>
                <a:cubicBezTo>
                  <a:pt x="14413" y="93977"/>
                  <a:pt x="14965" y="94349"/>
                  <a:pt x="15576" y="94602"/>
                </a:cubicBezTo>
                <a:cubicBezTo>
                  <a:pt x="16189" y="94865"/>
                  <a:pt x="16837" y="94997"/>
                  <a:pt x="17496" y="94997"/>
                </a:cubicBezTo>
                <a:cubicBezTo>
                  <a:pt x="18829" y="94997"/>
                  <a:pt x="20101" y="94470"/>
                  <a:pt x="21037" y="93534"/>
                </a:cubicBezTo>
                <a:cubicBezTo>
                  <a:pt x="21973" y="92586"/>
                  <a:pt x="22501" y="91314"/>
                  <a:pt x="22501" y="89993"/>
                </a:cubicBezTo>
                <a:lnTo>
                  <a:pt x="40729" y="89993"/>
                </a:lnTo>
                <a:cubicBezTo>
                  <a:pt x="40250" y="88350"/>
                  <a:pt x="39998" y="86622"/>
                  <a:pt x="39998" y="84894"/>
                </a:cubicBezTo>
                <a:lnTo>
                  <a:pt x="39998" y="15096"/>
                </a:lnTo>
                <a:cubicBezTo>
                  <a:pt x="39998" y="13369"/>
                  <a:pt x="40250" y="11653"/>
                  <a:pt x="40729" y="9997"/>
                </a:cubicBezTo>
                <a:lnTo>
                  <a:pt x="13752" y="9997"/>
                </a:lnTo>
                <a:close/>
                <a:moveTo>
                  <a:pt x="75004" y="27503"/>
                </a:moveTo>
                <a:cubicBezTo>
                  <a:pt x="82252" y="27503"/>
                  <a:pt x="87508" y="36970"/>
                  <a:pt x="87508" y="50001"/>
                </a:cubicBezTo>
                <a:cubicBezTo>
                  <a:pt x="87508" y="63021"/>
                  <a:pt x="82252" y="72499"/>
                  <a:pt x="75004" y="72499"/>
                </a:cubicBezTo>
                <a:cubicBezTo>
                  <a:pt x="67755" y="72499"/>
                  <a:pt x="62499" y="63021"/>
                  <a:pt x="62499" y="50001"/>
                </a:cubicBezTo>
                <a:cubicBezTo>
                  <a:pt x="62499" y="36970"/>
                  <a:pt x="67755" y="27503"/>
                  <a:pt x="75004" y="27503"/>
                </a:cubicBezTo>
                <a:close/>
                <a:moveTo>
                  <a:pt x="75004" y="35002"/>
                </a:moveTo>
                <a:cubicBezTo>
                  <a:pt x="73671" y="35002"/>
                  <a:pt x="72411" y="36575"/>
                  <a:pt x="71463" y="39395"/>
                </a:cubicBezTo>
                <a:cubicBezTo>
                  <a:pt x="70527" y="42202"/>
                  <a:pt x="69999" y="46018"/>
                  <a:pt x="69999" y="50001"/>
                </a:cubicBezTo>
                <a:cubicBezTo>
                  <a:pt x="69999" y="53973"/>
                  <a:pt x="70527" y="57788"/>
                  <a:pt x="71463" y="60608"/>
                </a:cubicBezTo>
                <a:cubicBezTo>
                  <a:pt x="72411" y="63416"/>
                  <a:pt x="73671" y="65000"/>
                  <a:pt x="75004" y="65000"/>
                </a:cubicBezTo>
                <a:cubicBezTo>
                  <a:pt x="76335" y="65000"/>
                  <a:pt x="77596" y="63416"/>
                  <a:pt x="78544" y="60608"/>
                </a:cubicBezTo>
                <a:cubicBezTo>
                  <a:pt x="79480" y="57788"/>
                  <a:pt x="80007" y="53973"/>
                  <a:pt x="80007" y="50001"/>
                </a:cubicBezTo>
                <a:cubicBezTo>
                  <a:pt x="80007" y="46018"/>
                  <a:pt x="79480" y="42202"/>
                  <a:pt x="78544" y="39395"/>
                </a:cubicBezTo>
                <a:cubicBezTo>
                  <a:pt x="77596" y="36575"/>
                  <a:pt x="76335" y="35002"/>
                  <a:pt x="75004" y="3500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0" name="Белый — SVG 2">
            <a:extLst>
              <a:ext uri="{FF2B5EF4-FFF2-40B4-BE49-F238E27FC236}">
                <a16:creationId xmlns:a16="http://schemas.microsoft.com/office/drawing/2014/main" id="{64C698F0-0916-8141-B0ED-A709F484E647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117660 w 138407"/>
              <a:gd name="csY0" fmla="*/ 15 h 127359"/>
              <a:gd name="csX1" fmla="*/ 114240 w 138407"/>
              <a:gd name="csY1" fmla="*/ 525 h 127359"/>
              <a:gd name="csX2" fmla="*/ 112571 w 138407"/>
              <a:gd name="csY2" fmla="*/ 1086 h 127359"/>
              <a:gd name="csX3" fmla="*/ 3932 w 138407"/>
              <a:gd name="csY3" fmla="*/ 39429 h 127359"/>
              <a:gd name="csX4" fmla="*/ 0 w 138407"/>
              <a:gd name="csY4" fmla="*/ 42304 h 127359"/>
              <a:gd name="csX5" fmla="*/ 27822 w 138407"/>
              <a:gd name="csY5" fmla="*/ 42304 h 127359"/>
              <a:gd name="csX6" fmla="*/ 106085 w 138407"/>
              <a:gd name="csY6" fmla="*/ 14661 h 127359"/>
              <a:gd name="csX7" fmla="*/ 116117 w 138407"/>
              <a:gd name="csY7" fmla="*/ 21755 h 127359"/>
              <a:gd name="csX8" fmla="*/ 119660 w 138407"/>
              <a:gd name="csY8" fmla="*/ 21142 h 127359"/>
              <a:gd name="csX9" fmla="*/ 127136 w 138407"/>
              <a:gd name="csY9" fmla="*/ 42304 h 127359"/>
              <a:gd name="csX10" fmla="*/ 138407 w 138407"/>
              <a:gd name="csY10" fmla="*/ 42304 h 127359"/>
              <a:gd name="csX11" fmla="*/ 126148 w 138407"/>
              <a:gd name="csY11" fmla="*/ 7567 h 127359"/>
              <a:gd name="csX12" fmla="*/ 125545 w 138407"/>
              <a:gd name="csY12" fmla="*/ 5917 h 127359"/>
              <a:gd name="csX13" fmla="*/ 121003 w 138407"/>
              <a:gd name="csY13" fmla="*/ 882 h 127359"/>
              <a:gd name="csX14" fmla="*/ 117660 w 138407"/>
              <a:gd name="csY14" fmla="*/ 15 h 127359"/>
              <a:gd name="csX15" fmla="*/ 107013 w 138407"/>
              <a:gd name="csY15" fmla="*/ 35602 h 127359"/>
              <a:gd name="csX16" fmla="*/ 104209 w 138407"/>
              <a:gd name="csY16" fmla="*/ 36010 h 127359"/>
              <a:gd name="csX17" fmla="*/ 99528 w 138407"/>
              <a:gd name="csY17" fmla="*/ 42304 h 127359"/>
              <a:gd name="csX18" fmla="*/ 113631 w 138407"/>
              <a:gd name="csY18" fmla="*/ 42304 h 127359"/>
              <a:gd name="csX19" fmla="*/ 113277 w 138407"/>
              <a:gd name="csY19" fmla="*/ 40331 h 127359"/>
              <a:gd name="csX20" fmla="*/ 107013 w 138407"/>
              <a:gd name="csY20" fmla="*/ 35602 h 127359"/>
              <a:gd name="csX21" fmla="*/ 70425 w 138407"/>
              <a:gd name="csY21" fmla="*/ 35755 h 127359"/>
              <a:gd name="csX22" fmla="*/ 65005 w 138407"/>
              <a:gd name="csY22" fmla="*/ 36674 h 127359"/>
              <a:gd name="csX23" fmla="*/ 57383 w 138407"/>
              <a:gd name="csY23" fmla="*/ 42304 h 127359"/>
              <a:gd name="csX24" fmla="*/ 84181 w 138407"/>
              <a:gd name="csY24" fmla="*/ 42304 h 127359"/>
              <a:gd name="csX25" fmla="*/ 70425 w 138407"/>
              <a:gd name="csY25" fmla="*/ 35755 h 127359"/>
              <a:gd name="csX26" fmla="*/ 11590 w 138407"/>
              <a:gd name="csY26" fmla="*/ 52936 h 127359"/>
              <a:gd name="csX27" fmla="*/ 2727 w 138407"/>
              <a:gd name="csY27" fmla="*/ 61799 h 127359"/>
              <a:gd name="csX28" fmla="*/ 2727 w 138407"/>
              <a:gd name="csY28" fmla="*/ 118497 h 127359"/>
              <a:gd name="csX29" fmla="*/ 11590 w 138407"/>
              <a:gd name="csY29" fmla="*/ 127360 h 127359"/>
              <a:gd name="csX30" fmla="*/ 128557 w 138407"/>
              <a:gd name="csY30" fmla="*/ 127360 h 127359"/>
              <a:gd name="csX31" fmla="*/ 137417 w 138407"/>
              <a:gd name="csY31" fmla="*/ 118497 h 127359"/>
              <a:gd name="csX32" fmla="*/ 137417 w 138407"/>
              <a:gd name="csY32" fmla="*/ 61799 h 127359"/>
              <a:gd name="csX33" fmla="*/ 128557 w 138407"/>
              <a:gd name="csY33" fmla="*/ 52936 h 127359"/>
              <a:gd name="csX34" fmla="*/ 11590 w 138407"/>
              <a:gd name="csY34" fmla="*/ 52936 h 127359"/>
              <a:gd name="csX35" fmla="*/ 23994 w 138407"/>
              <a:gd name="csY35" fmla="*/ 63568 h 127359"/>
              <a:gd name="csX36" fmla="*/ 116151 w 138407"/>
              <a:gd name="csY36" fmla="*/ 63568 h 127359"/>
              <a:gd name="csX37" fmla="*/ 126784 w 138407"/>
              <a:gd name="csY37" fmla="*/ 74200 h 127359"/>
              <a:gd name="csX38" fmla="*/ 126784 w 138407"/>
              <a:gd name="csY38" fmla="*/ 106096 h 127359"/>
              <a:gd name="csX39" fmla="*/ 116151 w 138407"/>
              <a:gd name="csY39" fmla="*/ 116728 h 127359"/>
              <a:gd name="csX40" fmla="*/ 23994 w 138407"/>
              <a:gd name="csY40" fmla="*/ 116728 h 127359"/>
              <a:gd name="csX41" fmla="*/ 13361 w 138407"/>
              <a:gd name="csY41" fmla="*/ 106096 h 127359"/>
              <a:gd name="csX42" fmla="*/ 13361 w 138407"/>
              <a:gd name="csY42" fmla="*/ 74200 h 127359"/>
              <a:gd name="csX43" fmla="*/ 23994 w 138407"/>
              <a:gd name="csY43" fmla="*/ 63568 h 127359"/>
              <a:gd name="csX44" fmla="*/ 70073 w 138407"/>
              <a:gd name="csY44" fmla="*/ 70662 h 127359"/>
              <a:gd name="csX45" fmla="*/ 57541 w 138407"/>
              <a:gd name="csY45" fmla="*/ 76377 h 127359"/>
              <a:gd name="csX46" fmla="*/ 52350 w 138407"/>
              <a:gd name="csY46" fmla="*/ 90156 h 127359"/>
              <a:gd name="csX47" fmla="*/ 57541 w 138407"/>
              <a:gd name="csY47" fmla="*/ 103935 h 127359"/>
              <a:gd name="csX48" fmla="*/ 70073 w 138407"/>
              <a:gd name="csY48" fmla="*/ 109651 h 127359"/>
              <a:gd name="csX49" fmla="*/ 82604 w 138407"/>
              <a:gd name="csY49" fmla="*/ 103935 h 127359"/>
              <a:gd name="csX50" fmla="*/ 87794 w 138407"/>
              <a:gd name="csY50" fmla="*/ 90156 h 127359"/>
              <a:gd name="csX51" fmla="*/ 82604 w 138407"/>
              <a:gd name="csY51" fmla="*/ 76377 h 127359"/>
              <a:gd name="csX52" fmla="*/ 70073 w 138407"/>
              <a:gd name="csY52" fmla="*/ 70662 h 127359"/>
              <a:gd name="csX53" fmla="*/ 32856 w 138407"/>
              <a:gd name="csY53" fmla="*/ 83063 h 127359"/>
              <a:gd name="csX54" fmla="*/ 27842 w 138407"/>
              <a:gd name="csY54" fmla="*/ 85138 h 127359"/>
              <a:gd name="csX55" fmla="*/ 25767 w 138407"/>
              <a:gd name="csY55" fmla="*/ 90156 h 127359"/>
              <a:gd name="csX56" fmla="*/ 27842 w 138407"/>
              <a:gd name="csY56" fmla="*/ 95158 h 127359"/>
              <a:gd name="csX57" fmla="*/ 32856 w 138407"/>
              <a:gd name="csY57" fmla="*/ 97233 h 127359"/>
              <a:gd name="csX58" fmla="*/ 37868 w 138407"/>
              <a:gd name="csY58" fmla="*/ 95158 h 127359"/>
              <a:gd name="csX59" fmla="*/ 39944 w 138407"/>
              <a:gd name="csY59" fmla="*/ 90156 h 127359"/>
              <a:gd name="csX60" fmla="*/ 37868 w 138407"/>
              <a:gd name="csY60" fmla="*/ 85138 h 127359"/>
              <a:gd name="csX61" fmla="*/ 32856 w 138407"/>
              <a:gd name="csY61" fmla="*/ 83063 h 127359"/>
              <a:gd name="csX62" fmla="*/ 107290 w 138407"/>
              <a:gd name="csY62" fmla="*/ 83063 h 127359"/>
              <a:gd name="csX63" fmla="*/ 102276 w 138407"/>
              <a:gd name="csY63" fmla="*/ 85138 h 127359"/>
              <a:gd name="csX64" fmla="*/ 100201 w 138407"/>
              <a:gd name="csY64" fmla="*/ 90156 h 127359"/>
              <a:gd name="csX65" fmla="*/ 102276 w 138407"/>
              <a:gd name="csY65" fmla="*/ 95158 h 127359"/>
              <a:gd name="csX66" fmla="*/ 107290 w 138407"/>
              <a:gd name="csY66" fmla="*/ 97233 h 127359"/>
              <a:gd name="csX67" fmla="*/ 112302 w 138407"/>
              <a:gd name="csY67" fmla="*/ 95158 h 127359"/>
              <a:gd name="csX68" fmla="*/ 114378 w 138407"/>
              <a:gd name="csY68" fmla="*/ 90156 h 127359"/>
              <a:gd name="csX69" fmla="*/ 112302 w 138407"/>
              <a:gd name="csY69" fmla="*/ 85138 h 127359"/>
              <a:gd name="csX70" fmla="*/ 107290 w 138407"/>
              <a:gd name="csY70" fmla="*/ 83063 h 127359"/>
            </a:gdLst>
            <a:ahLst/>
            <a:cxnLst/>
            <a:rect l="l" t="t" r="r" b="b"/>
            <a:pathLst>
              <a:path w="100000" h="100000">
                <a:moveTo>
                  <a:pt x="85010" y="4002"/>
                </a:moveTo>
                <a:cubicBezTo>
                  <a:pt x="84180" y="3952"/>
                  <a:pt x="83345" y="4076"/>
                  <a:pt x="82539" y="4370"/>
                </a:cubicBezTo>
                <a:lnTo>
                  <a:pt x="81333" y="4776"/>
                </a:lnTo>
                <a:lnTo>
                  <a:pt x="2841" y="32479"/>
                </a:lnTo>
                <a:cubicBezTo>
                  <a:pt x="1663" y="32897"/>
                  <a:pt x="692" y="33634"/>
                  <a:pt x="0" y="34556"/>
                </a:cubicBezTo>
                <a:lnTo>
                  <a:pt x="20102" y="34556"/>
                </a:lnTo>
                <a:lnTo>
                  <a:pt x="76647" y="14584"/>
                </a:lnTo>
                <a:cubicBezTo>
                  <a:pt x="77774" y="17730"/>
                  <a:pt x="80718" y="19709"/>
                  <a:pt x="83895" y="19709"/>
                </a:cubicBezTo>
                <a:cubicBezTo>
                  <a:pt x="84739" y="19709"/>
                  <a:pt x="85610" y="19574"/>
                  <a:pt x="86455" y="19266"/>
                </a:cubicBezTo>
                <a:lnTo>
                  <a:pt x="91857" y="34556"/>
                </a:lnTo>
                <a:lnTo>
                  <a:pt x="100000" y="34556"/>
                </a:lnTo>
                <a:lnTo>
                  <a:pt x="91143" y="9458"/>
                </a:lnTo>
                <a:lnTo>
                  <a:pt x="90707" y="8266"/>
                </a:lnTo>
                <a:cubicBezTo>
                  <a:pt x="90143" y="6656"/>
                  <a:pt x="88988" y="5366"/>
                  <a:pt x="87425" y="4628"/>
                </a:cubicBezTo>
                <a:cubicBezTo>
                  <a:pt x="86657" y="4260"/>
                  <a:pt x="85838" y="4039"/>
                  <a:pt x="85010" y="4002"/>
                </a:cubicBezTo>
                <a:close/>
                <a:moveTo>
                  <a:pt x="77318" y="29714"/>
                </a:moveTo>
                <a:cubicBezTo>
                  <a:pt x="76650" y="29677"/>
                  <a:pt x="75964" y="29763"/>
                  <a:pt x="75292" y="30009"/>
                </a:cubicBezTo>
                <a:cubicBezTo>
                  <a:pt x="73294" y="30722"/>
                  <a:pt x="72012" y="32565"/>
                  <a:pt x="71910" y="34556"/>
                </a:cubicBezTo>
                <a:lnTo>
                  <a:pt x="82099" y="34556"/>
                </a:lnTo>
                <a:cubicBezTo>
                  <a:pt x="82099" y="34077"/>
                  <a:pt x="82023" y="33610"/>
                  <a:pt x="81843" y="33131"/>
                </a:cubicBezTo>
                <a:cubicBezTo>
                  <a:pt x="81133" y="31127"/>
                  <a:pt x="79318" y="29837"/>
                  <a:pt x="77318" y="29714"/>
                </a:cubicBezTo>
                <a:close/>
                <a:moveTo>
                  <a:pt x="50883" y="29824"/>
                </a:moveTo>
                <a:cubicBezTo>
                  <a:pt x="49577" y="29824"/>
                  <a:pt x="48248" y="30058"/>
                  <a:pt x="46967" y="30488"/>
                </a:cubicBezTo>
                <a:cubicBezTo>
                  <a:pt x="44713" y="31287"/>
                  <a:pt x="42816" y="32713"/>
                  <a:pt x="41460" y="34556"/>
                </a:cubicBezTo>
                <a:lnTo>
                  <a:pt x="60821" y="34556"/>
                </a:lnTo>
                <a:cubicBezTo>
                  <a:pt x="58261" y="31569"/>
                  <a:pt x="54596" y="29824"/>
                  <a:pt x="50883" y="29824"/>
                </a:cubicBezTo>
                <a:close/>
                <a:moveTo>
                  <a:pt x="8374" y="42238"/>
                </a:moveTo>
                <a:cubicBezTo>
                  <a:pt x="4881" y="42238"/>
                  <a:pt x="1970" y="45151"/>
                  <a:pt x="1970" y="48641"/>
                </a:cubicBezTo>
                <a:lnTo>
                  <a:pt x="1970" y="89606"/>
                </a:lnTo>
                <a:cubicBezTo>
                  <a:pt x="1970" y="93109"/>
                  <a:pt x="4881" y="96010"/>
                  <a:pt x="8374" y="96010"/>
                </a:cubicBezTo>
                <a:lnTo>
                  <a:pt x="92883" y="96010"/>
                </a:lnTo>
                <a:cubicBezTo>
                  <a:pt x="96374" y="96010"/>
                  <a:pt x="99285" y="93109"/>
                  <a:pt x="99285" y="89606"/>
                </a:cubicBezTo>
                <a:lnTo>
                  <a:pt x="99285" y="48641"/>
                </a:lnTo>
                <a:cubicBezTo>
                  <a:pt x="99285" y="45151"/>
                  <a:pt x="96374" y="42238"/>
                  <a:pt x="92883" y="42238"/>
                </a:cubicBezTo>
                <a:lnTo>
                  <a:pt x="8374" y="42238"/>
                </a:lnTo>
                <a:close/>
                <a:moveTo>
                  <a:pt x="17336" y="49919"/>
                </a:moveTo>
                <a:lnTo>
                  <a:pt x="83920" y="49919"/>
                </a:lnTo>
                <a:cubicBezTo>
                  <a:pt x="83920" y="54172"/>
                  <a:pt x="87359" y="57601"/>
                  <a:pt x="91602" y="57601"/>
                </a:cubicBezTo>
                <a:lnTo>
                  <a:pt x="91602" y="80646"/>
                </a:lnTo>
                <a:cubicBezTo>
                  <a:pt x="87359" y="80646"/>
                  <a:pt x="83920" y="84088"/>
                  <a:pt x="83920" y="88328"/>
                </a:cubicBezTo>
                <a:lnTo>
                  <a:pt x="17336" y="88328"/>
                </a:lnTo>
                <a:cubicBezTo>
                  <a:pt x="17336" y="84088"/>
                  <a:pt x="13897" y="80646"/>
                  <a:pt x="9653" y="80646"/>
                </a:cubicBezTo>
                <a:lnTo>
                  <a:pt x="9653" y="57601"/>
                </a:lnTo>
                <a:cubicBezTo>
                  <a:pt x="13897" y="57601"/>
                  <a:pt x="17336" y="54172"/>
                  <a:pt x="17336" y="49919"/>
                </a:cubicBezTo>
                <a:close/>
                <a:moveTo>
                  <a:pt x="50628" y="55045"/>
                </a:moveTo>
                <a:cubicBezTo>
                  <a:pt x="47232" y="55045"/>
                  <a:pt x="43975" y="56532"/>
                  <a:pt x="41574" y="59174"/>
                </a:cubicBezTo>
                <a:cubicBezTo>
                  <a:pt x="39172" y="61805"/>
                  <a:pt x="37823" y="65393"/>
                  <a:pt x="37823" y="69129"/>
                </a:cubicBezTo>
                <a:cubicBezTo>
                  <a:pt x="37823" y="72866"/>
                  <a:pt x="39172" y="76443"/>
                  <a:pt x="41574" y="79085"/>
                </a:cubicBezTo>
                <a:cubicBezTo>
                  <a:pt x="43975" y="81728"/>
                  <a:pt x="47232" y="83215"/>
                  <a:pt x="50628" y="83215"/>
                </a:cubicBezTo>
                <a:cubicBezTo>
                  <a:pt x="54023" y="83215"/>
                  <a:pt x="57281" y="81728"/>
                  <a:pt x="59682" y="79085"/>
                </a:cubicBezTo>
                <a:cubicBezTo>
                  <a:pt x="62084" y="76443"/>
                  <a:pt x="63432" y="72866"/>
                  <a:pt x="63432" y="69129"/>
                </a:cubicBezTo>
                <a:cubicBezTo>
                  <a:pt x="63432" y="65393"/>
                  <a:pt x="62084" y="61805"/>
                  <a:pt x="59682" y="59174"/>
                </a:cubicBezTo>
                <a:cubicBezTo>
                  <a:pt x="57281" y="56532"/>
                  <a:pt x="54023" y="55045"/>
                  <a:pt x="50628" y="55045"/>
                </a:cubicBezTo>
                <a:close/>
                <a:moveTo>
                  <a:pt x="23739" y="64005"/>
                </a:moveTo>
                <a:cubicBezTo>
                  <a:pt x="22380" y="64005"/>
                  <a:pt x="21078" y="64545"/>
                  <a:pt x="20116" y="65504"/>
                </a:cubicBezTo>
                <a:cubicBezTo>
                  <a:pt x="19157" y="66463"/>
                  <a:pt x="18617" y="67765"/>
                  <a:pt x="18617" y="69129"/>
                </a:cubicBezTo>
                <a:cubicBezTo>
                  <a:pt x="18617" y="70482"/>
                  <a:pt x="19157" y="71785"/>
                  <a:pt x="20116" y="72743"/>
                </a:cubicBezTo>
                <a:cubicBezTo>
                  <a:pt x="21078" y="73714"/>
                  <a:pt x="22380" y="74243"/>
                  <a:pt x="23739" y="74243"/>
                </a:cubicBezTo>
                <a:cubicBezTo>
                  <a:pt x="25097" y="74243"/>
                  <a:pt x="26399" y="73714"/>
                  <a:pt x="27360" y="72743"/>
                </a:cubicBezTo>
                <a:cubicBezTo>
                  <a:pt x="28320" y="71785"/>
                  <a:pt x="28860" y="70482"/>
                  <a:pt x="28860" y="69129"/>
                </a:cubicBezTo>
                <a:cubicBezTo>
                  <a:pt x="28860" y="67765"/>
                  <a:pt x="28320" y="66463"/>
                  <a:pt x="27360" y="65504"/>
                </a:cubicBezTo>
                <a:cubicBezTo>
                  <a:pt x="26399" y="64545"/>
                  <a:pt x="25097" y="64005"/>
                  <a:pt x="23739" y="64005"/>
                </a:cubicBezTo>
                <a:close/>
                <a:moveTo>
                  <a:pt x="77518" y="64005"/>
                </a:moveTo>
                <a:cubicBezTo>
                  <a:pt x="76158" y="64005"/>
                  <a:pt x="74857" y="64545"/>
                  <a:pt x="73895" y="65504"/>
                </a:cubicBezTo>
                <a:cubicBezTo>
                  <a:pt x="72935" y="66463"/>
                  <a:pt x="72396" y="67765"/>
                  <a:pt x="72396" y="69129"/>
                </a:cubicBezTo>
                <a:cubicBezTo>
                  <a:pt x="72396" y="70482"/>
                  <a:pt x="72935" y="71785"/>
                  <a:pt x="73895" y="72743"/>
                </a:cubicBezTo>
                <a:cubicBezTo>
                  <a:pt x="74857" y="73714"/>
                  <a:pt x="76158" y="74243"/>
                  <a:pt x="77518" y="74243"/>
                </a:cubicBezTo>
                <a:cubicBezTo>
                  <a:pt x="78876" y="74243"/>
                  <a:pt x="80178" y="73714"/>
                  <a:pt x="81139" y="72743"/>
                </a:cubicBezTo>
                <a:cubicBezTo>
                  <a:pt x="82099" y="71785"/>
                  <a:pt x="82639" y="70482"/>
                  <a:pt x="82639" y="69129"/>
                </a:cubicBezTo>
                <a:cubicBezTo>
                  <a:pt x="82639" y="67765"/>
                  <a:pt x="82099" y="66463"/>
                  <a:pt x="81139" y="65504"/>
                </a:cubicBezTo>
                <a:cubicBezTo>
                  <a:pt x="80178" y="64545"/>
                  <a:pt x="78876" y="64005"/>
                  <a:pt x="77518" y="6400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1" name="Белый — SVG 3">
            <a:extLst>
              <a:ext uri="{FF2B5EF4-FFF2-40B4-BE49-F238E27FC236}">
                <a16:creationId xmlns:a16="http://schemas.microsoft.com/office/drawing/2014/main" id="{911E3497-C609-5D4B-A447-55DFCE60189A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69117 w 141777"/>
              <a:gd name="csY5" fmla="*/ 24802 h 141753"/>
              <a:gd name="csX6" fmla="*/ 74434 w 141777"/>
              <a:gd name="csY6" fmla="*/ 30127 h 141753"/>
              <a:gd name="csX7" fmla="*/ 74434 w 141777"/>
              <a:gd name="csY7" fmla="*/ 35434 h 141753"/>
              <a:gd name="csX8" fmla="*/ 76206 w 141777"/>
              <a:gd name="csY8" fmla="*/ 35434 h 141753"/>
              <a:gd name="csX9" fmla="*/ 95700 w 141777"/>
              <a:gd name="csY9" fmla="*/ 54929 h 141753"/>
              <a:gd name="csX10" fmla="*/ 91866 w 141777"/>
              <a:gd name="csY10" fmla="*/ 66496 h 141753"/>
              <a:gd name="csX11" fmla="*/ 102790 w 141777"/>
              <a:gd name="csY11" fmla="*/ 85056 h 141753"/>
              <a:gd name="csX12" fmla="*/ 81523 w 141777"/>
              <a:gd name="csY12" fmla="*/ 106319 h 141753"/>
              <a:gd name="csX13" fmla="*/ 74434 w 141777"/>
              <a:gd name="csY13" fmla="*/ 106319 h 141753"/>
              <a:gd name="csX14" fmla="*/ 74434 w 141777"/>
              <a:gd name="csY14" fmla="*/ 111627 h 141753"/>
              <a:gd name="csX15" fmla="*/ 69117 w 141777"/>
              <a:gd name="csY15" fmla="*/ 116951 h 141753"/>
              <a:gd name="csX16" fmla="*/ 63800 w 141777"/>
              <a:gd name="csY16" fmla="*/ 111627 h 141753"/>
              <a:gd name="csX17" fmla="*/ 63800 w 141777"/>
              <a:gd name="csY17" fmla="*/ 106319 h 141753"/>
              <a:gd name="csX18" fmla="*/ 51394 w 141777"/>
              <a:gd name="csY18" fmla="*/ 106319 h 141753"/>
              <a:gd name="csX19" fmla="*/ 46077 w 141777"/>
              <a:gd name="csY19" fmla="*/ 100995 h 141753"/>
              <a:gd name="csX20" fmla="*/ 46077 w 141777"/>
              <a:gd name="csY20" fmla="*/ 69099 h 141753"/>
              <a:gd name="csX21" fmla="*/ 46077 w 141777"/>
              <a:gd name="csY21" fmla="*/ 40759 h 141753"/>
              <a:gd name="csX22" fmla="*/ 51394 w 141777"/>
              <a:gd name="csY22" fmla="*/ 35434 h 141753"/>
              <a:gd name="csX23" fmla="*/ 63800 w 141777"/>
              <a:gd name="csY23" fmla="*/ 35434 h 141753"/>
              <a:gd name="csX24" fmla="*/ 63800 w 141777"/>
              <a:gd name="csY24" fmla="*/ 30127 h 141753"/>
              <a:gd name="csX25" fmla="*/ 69117 w 141777"/>
              <a:gd name="csY25" fmla="*/ 24802 h 141753"/>
              <a:gd name="csX26" fmla="*/ 56711 w 141777"/>
              <a:gd name="csY26" fmla="*/ 46066 h 141753"/>
              <a:gd name="csX27" fmla="*/ 56711 w 141777"/>
              <a:gd name="csY27" fmla="*/ 63792 h 141753"/>
              <a:gd name="csX28" fmla="*/ 76206 w 141777"/>
              <a:gd name="csY28" fmla="*/ 63792 h 141753"/>
              <a:gd name="csX29" fmla="*/ 85067 w 141777"/>
              <a:gd name="csY29" fmla="*/ 54929 h 141753"/>
              <a:gd name="csX30" fmla="*/ 76206 w 141777"/>
              <a:gd name="csY30" fmla="*/ 46066 h 141753"/>
              <a:gd name="csX31" fmla="*/ 56711 w 141777"/>
              <a:gd name="csY31" fmla="*/ 46066 h 141753"/>
              <a:gd name="csX32" fmla="*/ 56711 w 141777"/>
              <a:gd name="csY32" fmla="*/ 74424 h 141753"/>
              <a:gd name="csX33" fmla="*/ 56711 w 141777"/>
              <a:gd name="csY33" fmla="*/ 95687 h 141753"/>
              <a:gd name="csX34" fmla="*/ 81523 w 141777"/>
              <a:gd name="csY34" fmla="*/ 95687 h 141753"/>
              <a:gd name="csX35" fmla="*/ 92157 w 141777"/>
              <a:gd name="csY35" fmla="*/ 85056 h 141753"/>
              <a:gd name="csX36" fmla="*/ 81523 w 141777"/>
              <a:gd name="csY36" fmla="*/ 74424 h 141753"/>
              <a:gd name="csX37" fmla="*/ 76206 w 141777"/>
              <a:gd name="csY37" fmla="*/ 74424 h 141753"/>
              <a:gd name="csX38" fmla="*/ 56711 w 141777"/>
              <a:gd name="csY38" fmla="*/ 74424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48751" y="17502"/>
                </a:moveTo>
                <a:cubicBezTo>
                  <a:pt x="50823" y="17502"/>
                  <a:pt x="52501" y="19182"/>
                  <a:pt x="52501" y="21258"/>
                </a:cubicBezTo>
                <a:lnTo>
                  <a:pt x="52501" y="25001"/>
                </a:lnTo>
                <a:lnTo>
                  <a:pt x="53751" y="25001"/>
                </a:lnTo>
                <a:cubicBezTo>
                  <a:pt x="61333" y="25001"/>
                  <a:pt x="67500" y="31169"/>
                  <a:pt x="67500" y="38752"/>
                </a:cubicBezTo>
                <a:cubicBezTo>
                  <a:pt x="67500" y="41811"/>
                  <a:pt x="66488" y="44619"/>
                  <a:pt x="64796" y="46910"/>
                </a:cubicBezTo>
                <a:cubicBezTo>
                  <a:pt x="69386" y="49478"/>
                  <a:pt x="72501" y="54373"/>
                  <a:pt x="72501" y="60001"/>
                </a:cubicBezTo>
                <a:cubicBezTo>
                  <a:pt x="72501" y="68268"/>
                  <a:pt x="65772" y="74999"/>
                  <a:pt x="57501" y="74999"/>
                </a:cubicBezTo>
                <a:lnTo>
                  <a:pt x="52501" y="74999"/>
                </a:lnTo>
                <a:lnTo>
                  <a:pt x="52501" y="78743"/>
                </a:lnTo>
                <a:cubicBezTo>
                  <a:pt x="52501" y="80818"/>
                  <a:pt x="50823" y="82498"/>
                  <a:pt x="48751" y="82498"/>
                </a:cubicBezTo>
                <a:cubicBezTo>
                  <a:pt x="46678" y="82498"/>
                  <a:pt x="45000" y="80818"/>
                  <a:pt x="45000" y="78743"/>
                </a:cubicBezTo>
                <a:lnTo>
                  <a:pt x="45000" y="74999"/>
                </a:lnTo>
                <a:lnTo>
                  <a:pt x="36250" y="74999"/>
                </a:lnTo>
                <a:cubicBezTo>
                  <a:pt x="34178" y="74999"/>
                  <a:pt x="32500" y="73319"/>
                  <a:pt x="32500" y="71244"/>
                </a:cubicBezTo>
                <a:lnTo>
                  <a:pt x="32500" y="48746"/>
                </a:lnTo>
                <a:lnTo>
                  <a:pt x="32500" y="28757"/>
                </a:lnTo>
                <a:cubicBezTo>
                  <a:pt x="32500" y="26681"/>
                  <a:pt x="34178" y="25001"/>
                  <a:pt x="36250" y="25001"/>
                </a:cubicBezTo>
                <a:lnTo>
                  <a:pt x="45000" y="25001"/>
                </a:lnTo>
                <a:lnTo>
                  <a:pt x="45000" y="21258"/>
                </a:lnTo>
                <a:cubicBezTo>
                  <a:pt x="45000" y="19182"/>
                  <a:pt x="46678" y="17502"/>
                  <a:pt x="48751" y="17502"/>
                </a:cubicBezTo>
                <a:close/>
                <a:moveTo>
                  <a:pt x="40000" y="32500"/>
                </a:moveTo>
                <a:lnTo>
                  <a:pt x="40000" y="45003"/>
                </a:lnTo>
                <a:lnTo>
                  <a:pt x="53751" y="45003"/>
                </a:lnTo>
                <a:cubicBezTo>
                  <a:pt x="57195" y="45003"/>
                  <a:pt x="60001" y="42195"/>
                  <a:pt x="60001" y="38752"/>
                </a:cubicBezTo>
                <a:cubicBezTo>
                  <a:pt x="60001" y="35308"/>
                  <a:pt x="57195" y="32500"/>
                  <a:pt x="53751" y="32500"/>
                </a:cubicBezTo>
                <a:lnTo>
                  <a:pt x="40000" y="32500"/>
                </a:lnTo>
                <a:close/>
                <a:moveTo>
                  <a:pt x="40000" y="52502"/>
                </a:moveTo>
                <a:lnTo>
                  <a:pt x="40000" y="67500"/>
                </a:lnTo>
                <a:lnTo>
                  <a:pt x="57501" y="67500"/>
                </a:lnTo>
                <a:cubicBezTo>
                  <a:pt x="61635" y="67500"/>
                  <a:pt x="65001" y="64140"/>
                  <a:pt x="65001" y="60001"/>
                </a:cubicBezTo>
                <a:cubicBezTo>
                  <a:pt x="65001" y="55862"/>
                  <a:pt x="61635" y="52502"/>
                  <a:pt x="57501" y="52502"/>
                </a:cubicBezTo>
                <a:lnTo>
                  <a:pt x="53751" y="52502"/>
                </a:lnTo>
                <a:lnTo>
                  <a:pt x="40000" y="5250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2" name="Белый — SVG 4">
            <a:extLst>
              <a:ext uri="{FF2B5EF4-FFF2-40B4-BE49-F238E27FC236}">
                <a16:creationId xmlns:a16="http://schemas.microsoft.com/office/drawing/2014/main" id="{090CD789-E2AE-FC4F-B035-2BB551F11AE4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70890 w 141777"/>
              <a:gd name="csY5" fmla="*/ 31896 h 141753"/>
              <a:gd name="csX6" fmla="*/ 94676 w 141777"/>
              <a:gd name="csY6" fmla="*/ 49621 h 141753"/>
              <a:gd name="csX7" fmla="*/ 91090 w 141777"/>
              <a:gd name="csY7" fmla="*/ 56239 h 141753"/>
              <a:gd name="csX8" fmla="*/ 84485 w 141777"/>
              <a:gd name="csY8" fmla="*/ 52649 h 141753"/>
              <a:gd name="csX9" fmla="*/ 70890 w 141777"/>
              <a:gd name="csY9" fmla="*/ 42528 h 141753"/>
              <a:gd name="csX10" fmla="*/ 56711 w 141777"/>
              <a:gd name="csY10" fmla="*/ 56698 h 141753"/>
              <a:gd name="csX11" fmla="*/ 56711 w 141777"/>
              <a:gd name="csY11" fmla="*/ 58467 h 141753"/>
              <a:gd name="csX12" fmla="*/ 58256 w 141777"/>
              <a:gd name="csY12" fmla="*/ 67109 h 141753"/>
              <a:gd name="csX13" fmla="*/ 59176 w 141777"/>
              <a:gd name="csY13" fmla="*/ 70885 h 141753"/>
              <a:gd name="csX14" fmla="*/ 79750 w 141777"/>
              <a:gd name="csY14" fmla="*/ 70885 h 141753"/>
              <a:gd name="csX15" fmla="*/ 85067 w 141777"/>
              <a:gd name="csY15" fmla="*/ 76193 h 141753"/>
              <a:gd name="csX16" fmla="*/ 79750 w 141777"/>
              <a:gd name="csY16" fmla="*/ 81517 h 141753"/>
              <a:gd name="csX17" fmla="*/ 60234 w 141777"/>
              <a:gd name="csY17" fmla="*/ 81517 h 141753"/>
              <a:gd name="csX18" fmla="*/ 55542 w 141777"/>
              <a:gd name="csY18" fmla="*/ 95687 h 141753"/>
              <a:gd name="csX19" fmla="*/ 93928 w 141777"/>
              <a:gd name="csY19" fmla="*/ 95687 h 141753"/>
              <a:gd name="csX20" fmla="*/ 99244 w 141777"/>
              <a:gd name="csY20" fmla="*/ 100995 h 141753"/>
              <a:gd name="csX21" fmla="*/ 93928 w 141777"/>
              <a:gd name="csY21" fmla="*/ 106319 h 141753"/>
              <a:gd name="csX22" fmla="*/ 44306 w 141777"/>
              <a:gd name="csY22" fmla="*/ 106319 h 141753"/>
              <a:gd name="csX23" fmla="*/ 43253 w 141777"/>
              <a:gd name="csY23" fmla="*/ 106217 h 141753"/>
              <a:gd name="csX24" fmla="*/ 42624 w 141777"/>
              <a:gd name="csY24" fmla="*/ 106030 h 141753"/>
              <a:gd name="csX25" fmla="*/ 42249 w 141777"/>
              <a:gd name="csY25" fmla="*/ 105911 h 141753"/>
              <a:gd name="csX26" fmla="*/ 41329 w 141777"/>
              <a:gd name="csY26" fmla="*/ 105401 h 141753"/>
              <a:gd name="csX27" fmla="*/ 41176 w 141777"/>
              <a:gd name="csY27" fmla="*/ 105282 h 141753"/>
              <a:gd name="csX28" fmla="*/ 40512 w 141777"/>
              <a:gd name="csY28" fmla="*/ 104720 h 141753"/>
              <a:gd name="csX29" fmla="*/ 40478 w 141777"/>
              <a:gd name="csY29" fmla="*/ 104686 h 141753"/>
              <a:gd name="csX30" fmla="*/ 40443 w 141777"/>
              <a:gd name="csY30" fmla="*/ 104635 h 141753"/>
              <a:gd name="csX31" fmla="*/ 39369 w 141777"/>
              <a:gd name="csY31" fmla="*/ 102951 h 141753"/>
              <a:gd name="csX32" fmla="*/ 39328 w 141777"/>
              <a:gd name="csY32" fmla="*/ 102798 h 141753"/>
              <a:gd name="csX33" fmla="*/ 38990 w 141777"/>
              <a:gd name="csY33" fmla="*/ 100995 h 141753"/>
              <a:gd name="csX34" fmla="*/ 38996 w 141777"/>
              <a:gd name="csY34" fmla="*/ 100927 h 141753"/>
              <a:gd name="csX35" fmla="*/ 39010 w 141777"/>
              <a:gd name="csY35" fmla="*/ 100825 h 141753"/>
              <a:gd name="csX36" fmla="*/ 39418 w 141777"/>
              <a:gd name="csY36" fmla="*/ 98920 h 141753"/>
              <a:gd name="csX37" fmla="*/ 39432 w 141777"/>
              <a:gd name="csY37" fmla="*/ 98886 h 141753"/>
              <a:gd name="csX38" fmla="*/ 40602 w 141777"/>
              <a:gd name="csY38" fmla="*/ 97201 h 141753"/>
              <a:gd name="csX39" fmla="*/ 40623 w 141777"/>
              <a:gd name="csY39" fmla="*/ 97167 h 141753"/>
              <a:gd name="csX40" fmla="*/ 49567 w 141777"/>
              <a:gd name="csY40" fmla="*/ 81517 h 141753"/>
              <a:gd name="csX41" fmla="*/ 44306 w 141777"/>
              <a:gd name="csY41" fmla="*/ 81517 h 141753"/>
              <a:gd name="csX42" fmla="*/ 38990 w 141777"/>
              <a:gd name="csY42" fmla="*/ 76193 h 141753"/>
              <a:gd name="csX43" fmla="*/ 44306 w 141777"/>
              <a:gd name="csY43" fmla="*/ 70885 h 141753"/>
              <a:gd name="csX44" fmla="*/ 48238 w 141777"/>
              <a:gd name="csY44" fmla="*/ 70885 h 141753"/>
              <a:gd name="csX45" fmla="*/ 47954 w 141777"/>
              <a:gd name="csY45" fmla="*/ 69746 h 141753"/>
              <a:gd name="csX46" fmla="*/ 46077 w 141777"/>
              <a:gd name="csY46" fmla="*/ 58467 h 141753"/>
              <a:gd name="csX47" fmla="*/ 46077 w 141777"/>
              <a:gd name="csY47" fmla="*/ 56698 h 141753"/>
              <a:gd name="csX48" fmla="*/ 70890 w 141777"/>
              <a:gd name="csY48" fmla="*/ 3189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50001" y="22506"/>
                </a:moveTo>
                <a:cubicBezTo>
                  <a:pt x="57688" y="22506"/>
                  <a:pt x="64588" y="27653"/>
                  <a:pt x="66778" y="35008"/>
                </a:cubicBezTo>
                <a:cubicBezTo>
                  <a:pt x="67368" y="36988"/>
                  <a:pt x="66234" y="39075"/>
                  <a:pt x="64249" y="39676"/>
                </a:cubicBezTo>
                <a:cubicBezTo>
                  <a:pt x="62271" y="40251"/>
                  <a:pt x="60180" y="39135"/>
                  <a:pt x="59590" y="37144"/>
                </a:cubicBezTo>
                <a:cubicBezTo>
                  <a:pt x="58337" y="32944"/>
                  <a:pt x="54395" y="30005"/>
                  <a:pt x="50001" y="30005"/>
                </a:cubicBezTo>
                <a:cubicBezTo>
                  <a:pt x="44485" y="30005"/>
                  <a:pt x="40000" y="34492"/>
                  <a:pt x="40000" y="39999"/>
                </a:cubicBezTo>
                <a:lnTo>
                  <a:pt x="40000" y="41247"/>
                </a:lnTo>
                <a:cubicBezTo>
                  <a:pt x="40000" y="43095"/>
                  <a:pt x="40529" y="45159"/>
                  <a:pt x="41090" y="47343"/>
                </a:cubicBezTo>
                <a:cubicBezTo>
                  <a:pt x="41307" y="48195"/>
                  <a:pt x="41531" y="49082"/>
                  <a:pt x="41739" y="50006"/>
                </a:cubicBezTo>
                <a:lnTo>
                  <a:pt x="56250" y="50006"/>
                </a:lnTo>
                <a:cubicBezTo>
                  <a:pt x="58320" y="50006"/>
                  <a:pt x="60001" y="51674"/>
                  <a:pt x="60001" y="53750"/>
                </a:cubicBezTo>
                <a:cubicBezTo>
                  <a:pt x="60001" y="55826"/>
                  <a:pt x="58320" y="57505"/>
                  <a:pt x="56250" y="57505"/>
                </a:cubicBezTo>
                <a:lnTo>
                  <a:pt x="42485" y="57505"/>
                </a:lnTo>
                <a:cubicBezTo>
                  <a:pt x="42309" y="60577"/>
                  <a:pt x="41403" y="63924"/>
                  <a:pt x="39176" y="67500"/>
                </a:cubicBezTo>
                <a:lnTo>
                  <a:pt x="66251" y="67500"/>
                </a:lnTo>
                <a:cubicBezTo>
                  <a:pt x="68320" y="67500"/>
                  <a:pt x="70000" y="69180"/>
                  <a:pt x="70000" y="71244"/>
                </a:cubicBezTo>
                <a:cubicBezTo>
                  <a:pt x="70000" y="73319"/>
                  <a:pt x="68320" y="74999"/>
                  <a:pt x="66251" y="74999"/>
                </a:cubicBezTo>
                <a:lnTo>
                  <a:pt x="31250" y="74999"/>
                </a:lnTo>
                <a:cubicBezTo>
                  <a:pt x="31000" y="74999"/>
                  <a:pt x="30753" y="74975"/>
                  <a:pt x="30508" y="74927"/>
                </a:cubicBezTo>
                <a:cubicBezTo>
                  <a:pt x="30355" y="74891"/>
                  <a:pt x="30209" y="74843"/>
                  <a:pt x="30064" y="74795"/>
                </a:cubicBezTo>
                <a:cubicBezTo>
                  <a:pt x="29976" y="74759"/>
                  <a:pt x="29885" y="74747"/>
                  <a:pt x="29800" y="74711"/>
                </a:cubicBezTo>
                <a:cubicBezTo>
                  <a:pt x="29570" y="74603"/>
                  <a:pt x="29353" y="74495"/>
                  <a:pt x="29151" y="74351"/>
                </a:cubicBezTo>
                <a:cubicBezTo>
                  <a:pt x="29113" y="74327"/>
                  <a:pt x="29079" y="74291"/>
                  <a:pt x="29043" y="74267"/>
                </a:cubicBezTo>
                <a:cubicBezTo>
                  <a:pt x="28876" y="74147"/>
                  <a:pt x="28718" y="74016"/>
                  <a:pt x="28574" y="73871"/>
                </a:cubicBezTo>
                <a:cubicBezTo>
                  <a:pt x="28567" y="73859"/>
                  <a:pt x="28558" y="73859"/>
                  <a:pt x="28550" y="73847"/>
                </a:cubicBezTo>
                <a:cubicBezTo>
                  <a:pt x="28538" y="73835"/>
                  <a:pt x="28535" y="73823"/>
                  <a:pt x="28526" y="73811"/>
                </a:cubicBezTo>
                <a:cubicBezTo>
                  <a:pt x="28205" y="73463"/>
                  <a:pt x="27946" y="73068"/>
                  <a:pt x="27768" y="72623"/>
                </a:cubicBezTo>
                <a:cubicBezTo>
                  <a:pt x="27754" y="72587"/>
                  <a:pt x="27751" y="72551"/>
                  <a:pt x="27739" y="72515"/>
                </a:cubicBezTo>
                <a:cubicBezTo>
                  <a:pt x="27594" y="72120"/>
                  <a:pt x="27501" y="71699"/>
                  <a:pt x="27501" y="71244"/>
                </a:cubicBezTo>
                <a:cubicBezTo>
                  <a:pt x="27501" y="71232"/>
                  <a:pt x="27505" y="71220"/>
                  <a:pt x="27505" y="71196"/>
                </a:cubicBezTo>
                <a:cubicBezTo>
                  <a:pt x="27505" y="71172"/>
                  <a:pt x="27515" y="71148"/>
                  <a:pt x="27515" y="71124"/>
                </a:cubicBezTo>
                <a:cubicBezTo>
                  <a:pt x="27532" y="70643"/>
                  <a:pt x="27626" y="70188"/>
                  <a:pt x="27803" y="69780"/>
                </a:cubicBezTo>
                <a:cubicBezTo>
                  <a:pt x="27806" y="69768"/>
                  <a:pt x="27811" y="69768"/>
                  <a:pt x="27813" y="69756"/>
                </a:cubicBezTo>
                <a:cubicBezTo>
                  <a:pt x="28011" y="69300"/>
                  <a:pt x="28290" y="68904"/>
                  <a:pt x="28638" y="68568"/>
                </a:cubicBezTo>
                <a:cubicBezTo>
                  <a:pt x="28643" y="68556"/>
                  <a:pt x="28648" y="68544"/>
                  <a:pt x="28653" y="68544"/>
                </a:cubicBezTo>
                <a:cubicBezTo>
                  <a:pt x="33055" y="64320"/>
                  <a:pt x="34657" y="60805"/>
                  <a:pt x="34961" y="57505"/>
                </a:cubicBezTo>
                <a:lnTo>
                  <a:pt x="31250" y="57505"/>
                </a:lnTo>
                <a:cubicBezTo>
                  <a:pt x="29181" y="57505"/>
                  <a:pt x="27501" y="55826"/>
                  <a:pt x="27501" y="53750"/>
                </a:cubicBezTo>
                <a:cubicBezTo>
                  <a:pt x="27501" y="51674"/>
                  <a:pt x="29181" y="50006"/>
                  <a:pt x="31250" y="50006"/>
                </a:cubicBezTo>
                <a:lnTo>
                  <a:pt x="34024" y="50006"/>
                </a:lnTo>
                <a:cubicBezTo>
                  <a:pt x="33957" y="49742"/>
                  <a:pt x="33893" y="49478"/>
                  <a:pt x="33824" y="49203"/>
                </a:cubicBezTo>
                <a:cubicBezTo>
                  <a:pt x="33175" y="46670"/>
                  <a:pt x="32500" y="44043"/>
                  <a:pt x="32500" y="41247"/>
                </a:cubicBezTo>
                <a:lnTo>
                  <a:pt x="32500" y="39999"/>
                </a:lnTo>
                <a:cubicBezTo>
                  <a:pt x="32500" y="30353"/>
                  <a:pt x="40353" y="22506"/>
                  <a:pt x="50001" y="2250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3" name="Белый — SVG 5">
            <a:extLst>
              <a:ext uri="{FF2B5EF4-FFF2-40B4-BE49-F238E27FC236}">
                <a16:creationId xmlns:a16="http://schemas.microsoft.com/office/drawing/2014/main" id="{335E85D6-EA4D-7845-87AA-67DEF6FFE3C7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47842 w 127600"/>
              <a:gd name="csY0" fmla="*/ 0 h 138215"/>
              <a:gd name="csX1" fmla="*/ 28361 w 127600"/>
              <a:gd name="csY1" fmla="*/ 19495 h 138215"/>
              <a:gd name="csX2" fmla="*/ 28361 w 127600"/>
              <a:gd name="csY2" fmla="*/ 31896 h 138215"/>
              <a:gd name="csX3" fmla="*/ 15942 w 127600"/>
              <a:gd name="csY3" fmla="*/ 31896 h 138215"/>
              <a:gd name="csX4" fmla="*/ 10633 w 127600"/>
              <a:gd name="csY4" fmla="*/ 26571 h 138215"/>
              <a:gd name="csX5" fmla="*/ 15942 w 127600"/>
              <a:gd name="csY5" fmla="*/ 21264 h 138215"/>
              <a:gd name="csX6" fmla="*/ 21267 w 127600"/>
              <a:gd name="csY6" fmla="*/ 21264 h 138215"/>
              <a:gd name="csX7" fmla="*/ 21267 w 127600"/>
              <a:gd name="csY7" fmla="*/ 19495 h 138215"/>
              <a:gd name="csX8" fmla="*/ 22815 w 127600"/>
              <a:gd name="csY8" fmla="*/ 10632 h 138215"/>
              <a:gd name="csX9" fmla="*/ 15942 w 127600"/>
              <a:gd name="csY9" fmla="*/ 10632 h 138215"/>
              <a:gd name="csX10" fmla="*/ 0 w 127600"/>
              <a:gd name="csY10" fmla="*/ 26571 h 138215"/>
              <a:gd name="csX11" fmla="*/ 0 w 127600"/>
              <a:gd name="csY11" fmla="*/ 122259 h 138215"/>
              <a:gd name="csX12" fmla="*/ 15942 w 127600"/>
              <a:gd name="csY12" fmla="*/ 138215 h 138215"/>
              <a:gd name="csX13" fmla="*/ 111642 w 127600"/>
              <a:gd name="csY13" fmla="*/ 138215 h 138215"/>
              <a:gd name="csX14" fmla="*/ 127601 w 127600"/>
              <a:gd name="csY14" fmla="*/ 122259 h 138215"/>
              <a:gd name="csX15" fmla="*/ 127601 w 127600"/>
              <a:gd name="csY15" fmla="*/ 47835 h 138215"/>
              <a:gd name="csX16" fmla="*/ 113428 w 127600"/>
              <a:gd name="csY16" fmla="*/ 32083 h 138215"/>
              <a:gd name="csX17" fmla="*/ 113428 w 127600"/>
              <a:gd name="csY17" fmla="*/ 19495 h 138215"/>
              <a:gd name="csX18" fmla="*/ 93931 w 127600"/>
              <a:gd name="csY18" fmla="*/ 0 h 138215"/>
              <a:gd name="csX19" fmla="*/ 47842 w 127600"/>
              <a:gd name="csY19" fmla="*/ 0 h 138215"/>
              <a:gd name="csX20" fmla="*/ 47842 w 127600"/>
              <a:gd name="csY20" fmla="*/ 10632 h 138215"/>
              <a:gd name="csX21" fmla="*/ 53167 w 127600"/>
              <a:gd name="csY21" fmla="*/ 10632 h 138215"/>
              <a:gd name="csX22" fmla="*/ 53167 w 127600"/>
              <a:gd name="csY22" fmla="*/ 31896 h 138215"/>
              <a:gd name="csX23" fmla="*/ 38995 w 127600"/>
              <a:gd name="csY23" fmla="*/ 31896 h 138215"/>
              <a:gd name="csX24" fmla="*/ 38995 w 127600"/>
              <a:gd name="csY24" fmla="*/ 19495 h 138215"/>
              <a:gd name="csX25" fmla="*/ 47842 w 127600"/>
              <a:gd name="csY25" fmla="*/ 10632 h 138215"/>
              <a:gd name="csX26" fmla="*/ 63800 w 127600"/>
              <a:gd name="csY26" fmla="*/ 10632 h 138215"/>
              <a:gd name="csX27" fmla="*/ 93931 w 127600"/>
              <a:gd name="csY27" fmla="*/ 10632 h 138215"/>
              <a:gd name="csX28" fmla="*/ 102795 w 127600"/>
              <a:gd name="csY28" fmla="*/ 19495 h 138215"/>
              <a:gd name="csX29" fmla="*/ 102795 w 127600"/>
              <a:gd name="csY29" fmla="*/ 31896 h 138215"/>
              <a:gd name="csX30" fmla="*/ 63800 w 127600"/>
              <a:gd name="csY30" fmla="*/ 31896 h 138215"/>
              <a:gd name="csX31" fmla="*/ 63800 w 127600"/>
              <a:gd name="csY31" fmla="*/ 10632 h 138215"/>
              <a:gd name="csX32" fmla="*/ 97470 w 127600"/>
              <a:gd name="csY32" fmla="*/ 74424 h 138215"/>
              <a:gd name="csX33" fmla="*/ 106334 w 127600"/>
              <a:gd name="csY33" fmla="*/ 83286 h 138215"/>
              <a:gd name="csX34" fmla="*/ 97470 w 127600"/>
              <a:gd name="csY34" fmla="*/ 92149 h 138215"/>
              <a:gd name="csX35" fmla="*/ 88606 w 127600"/>
              <a:gd name="csY35" fmla="*/ 83286 h 138215"/>
              <a:gd name="csX36" fmla="*/ 97470 w 127600"/>
              <a:gd name="csY36" fmla="*/ 74424 h 138215"/>
            </a:gdLst>
            <a:ahLst/>
            <a:cxnLst/>
            <a:rect l="l" t="t" r="r" b="b"/>
            <a:pathLst>
              <a:path w="100000" h="100000">
                <a:moveTo>
                  <a:pt x="38454" y="0"/>
                </a:moveTo>
                <a:cubicBezTo>
                  <a:pt x="30711" y="0"/>
                  <a:pt x="24360" y="6363"/>
                  <a:pt x="24360" y="14105"/>
                </a:cubicBezTo>
                <a:lnTo>
                  <a:pt x="24360" y="23077"/>
                </a:lnTo>
                <a:lnTo>
                  <a:pt x="15374" y="23077"/>
                </a:lnTo>
                <a:cubicBezTo>
                  <a:pt x="13257" y="23077"/>
                  <a:pt x="11533" y="21354"/>
                  <a:pt x="11533" y="19224"/>
                </a:cubicBezTo>
                <a:cubicBezTo>
                  <a:pt x="11533" y="17107"/>
                  <a:pt x="13257" y="15385"/>
                  <a:pt x="15374" y="15385"/>
                </a:cubicBezTo>
                <a:lnTo>
                  <a:pt x="19227" y="15385"/>
                </a:lnTo>
                <a:lnTo>
                  <a:pt x="19227" y="14105"/>
                </a:lnTo>
                <a:cubicBezTo>
                  <a:pt x="19227" y="11853"/>
                  <a:pt x="19633" y="9699"/>
                  <a:pt x="20347" y="7692"/>
                </a:cubicBezTo>
                <a:lnTo>
                  <a:pt x="15374" y="7692"/>
                </a:lnTo>
                <a:cubicBezTo>
                  <a:pt x="9023" y="7692"/>
                  <a:pt x="3840" y="12874"/>
                  <a:pt x="3840" y="19224"/>
                </a:cubicBezTo>
                <a:lnTo>
                  <a:pt x="3840" y="88456"/>
                </a:lnTo>
                <a:cubicBezTo>
                  <a:pt x="3840" y="94831"/>
                  <a:pt x="9010" y="100000"/>
                  <a:pt x="15374" y="100000"/>
                </a:cubicBezTo>
                <a:lnTo>
                  <a:pt x="84614" y="100000"/>
                </a:lnTo>
                <a:cubicBezTo>
                  <a:pt x="90990" y="100000"/>
                  <a:pt x="96161" y="94831"/>
                  <a:pt x="96161" y="88456"/>
                </a:cubicBezTo>
                <a:lnTo>
                  <a:pt x="96161" y="34609"/>
                </a:lnTo>
                <a:cubicBezTo>
                  <a:pt x="96161" y="28677"/>
                  <a:pt x="91668" y="23853"/>
                  <a:pt x="85906" y="23212"/>
                </a:cubicBezTo>
                <a:lnTo>
                  <a:pt x="85906" y="14105"/>
                </a:lnTo>
                <a:cubicBezTo>
                  <a:pt x="85906" y="6363"/>
                  <a:pt x="79542" y="0"/>
                  <a:pt x="71800" y="0"/>
                </a:cubicBezTo>
                <a:lnTo>
                  <a:pt x="38454" y="0"/>
                </a:lnTo>
                <a:close/>
                <a:moveTo>
                  <a:pt x="38454" y="7692"/>
                </a:moveTo>
                <a:lnTo>
                  <a:pt x="42307" y="7692"/>
                </a:lnTo>
                <a:lnTo>
                  <a:pt x="42307" y="23077"/>
                </a:lnTo>
                <a:lnTo>
                  <a:pt x="32053" y="23077"/>
                </a:lnTo>
                <a:lnTo>
                  <a:pt x="32053" y="14105"/>
                </a:lnTo>
                <a:cubicBezTo>
                  <a:pt x="32053" y="10523"/>
                  <a:pt x="34872" y="7692"/>
                  <a:pt x="38454" y="7692"/>
                </a:cubicBezTo>
                <a:close/>
                <a:moveTo>
                  <a:pt x="50000" y="7692"/>
                </a:moveTo>
                <a:lnTo>
                  <a:pt x="71800" y="7692"/>
                </a:lnTo>
                <a:cubicBezTo>
                  <a:pt x="75382" y="7692"/>
                  <a:pt x="78213" y="10523"/>
                  <a:pt x="78213" y="14105"/>
                </a:cubicBezTo>
                <a:lnTo>
                  <a:pt x="78213" y="23077"/>
                </a:lnTo>
                <a:lnTo>
                  <a:pt x="50000" y="23077"/>
                </a:lnTo>
                <a:lnTo>
                  <a:pt x="50000" y="7692"/>
                </a:lnTo>
                <a:close/>
                <a:moveTo>
                  <a:pt x="74361" y="53847"/>
                </a:moveTo>
                <a:cubicBezTo>
                  <a:pt x="77906" y="53847"/>
                  <a:pt x="80774" y="56714"/>
                  <a:pt x="80774" y="60258"/>
                </a:cubicBezTo>
                <a:cubicBezTo>
                  <a:pt x="80774" y="63803"/>
                  <a:pt x="77906" y="66671"/>
                  <a:pt x="74361" y="66671"/>
                </a:cubicBezTo>
                <a:cubicBezTo>
                  <a:pt x="70815" y="66671"/>
                  <a:pt x="67947" y="63803"/>
                  <a:pt x="67947" y="60258"/>
                </a:cubicBezTo>
                <a:cubicBezTo>
                  <a:pt x="67947" y="56714"/>
                  <a:pt x="70815" y="53847"/>
                  <a:pt x="74361" y="5384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4" name="Белый — SVG 6">
            <a:extLst>
              <a:ext uri="{FF2B5EF4-FFF2-40B4-BE49-F238E27FC236}">
                <a16:creationId xmlns:a16="http://schemas.microsoft.com/office/drawing/2014/main" id="{8840E263-4F09-9041-95EA-0AE34310C914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23138 w 127600"/>
              <a:gd name="csY0" fmla="*/ 1 h 141754"/>
              <a:gd name="csX1" fmla="*/ 21080 w 127600"/>
              <a:gd name="csY1" fmla="*/ 376 h 141754"/>
              <a:gd name="csX2" fmla="*/ 19310 w 127600"/>
              <a:gd name="csY2" fmla="*/ 1532 h 141754"/>
              <a:gd name="csX3" fmla="*/ 18137 w 127600"/>
              <a:gd name="csY3" fmla="*/ 3268 h 141754"/>
              <a:gd name="csX4" fmla="*/ 17728 w 127600"/>
              <a:gd name="csY4" fmla="*/ 5326 h 141754"/>
              <a:gd name="csX5" fmla="*/ 17728 w 127600"/>
              <a:gd name="csY5" fmla="*/ 21912 h 141754"/>
              <a:gd name="csX6" fmla="*/ 0 w 127600"/>
              <a:gd name="csY6" fmla="*/ 44298 h 141754"/>
              <a:gd name="csX7" fmla="*/ 0 w 127600"/>
              <a:gd name="csY7" fmla="*/ 102783 h 141754"/>
              <a:gd name="csX8" fmla="*/ 127601 w 127600"/>
              <a:gd name="csY8" fmla="*/ 102783 h 141754"/>
              <a:gd name="csX9" fmla="*/ 127601 w 127600"/>
              <a:gd name="csY9" fmla="*/ 44298 h 141754"/>
              <a:gd name="csX10" fmla="*/ 109873 w 127600"/>
              <a:gd name="csY10" fmla="*/ 21912 h 141754"/>
              <a:gd name="csX11" fmla="*/ 109873 w 127600"/>
              <a:gd name="csY11" fmla="*/ 5326 h 141754"/>
              <a:gd name="csX12" fmla="*/ 109243 w 127600"/>
              <a:gd name="csY12" fmla="*/ 2774 h 141754"/>
              <a:gd name="csX13" fmla="*/ 107457 w 127600"/>
              <a:gd name="csY13" fmla="*/ 852 h 141754"/>
              <a:gd name="csX14" fmla="*/ 104973 w 127600"/>
              <a:gd name="csY14" fmla="*/ 18 h 141754"/>
              <a:gd name="csX15" fmla="*/ 102404 w 127600"/>
              <a:gd name="csY15" fmla="*/ 461 h 141754"/>
              <a:gd name="csX16" fmla="*/ 89116 w 127600"/>
              <a:gd name="csY16" fmla="*/ 6364 h 141754"/>
              <a:gd name="csX17" fmla="*/ 80932 w 127600"/>
              <a:gd name="csY17" fmla="*/ 903 h 141754"/>
              <a:gd name="csX18" fmla="*/ 78312 w 127600"/>
              <a:gd name="csY18" fmla="*/ 18 h 141754"/>
              <a:gd name="csX19" fmla="*/ 75607 w 127600"/>
              <a:gd name="csY19" fmla="*/ 563 h 141754"/>
              <a:gd name="csX20" fmla="*/ 63800 w 127600"/>
              <a:gd name="csY20" fmla="*/ 6466 h 141754"/>
              <a:gd name="csX21" fmla="*/ 51993 w 127600"/>
              <a:gd name="csY21" fmla="*/ 563 h 141754"/>
              <a:gd name="csX22" fmla="*/ 49288 w 127600"/>
              <a:gd name="csY22" fmla="*/ 18 h 141754"/>
              <a:gd name="csX23" fmla="*/ 46668 w 127600"/>
              <a:gd name="csY23" fmla="*/ 903 h 141754"/>
              <a:gd name="csX24" fmla="*/ 38485 w 127600"/>
              <a:gd name="csY24" fmla="*/ 6364 h 141754"/>
              <a:gd name="csX25" fmla="*/ 25197 w 127600"/>
              <a:gd name="csY25" fmla="*/ 461 h 141754"/>
              <a:gd name="csX26" fmla="*/ 23138 w 127600"/>
              <a:gd name="csY26" fmla="*/ 1 h 141754"/>
              <a:gd name="csX27" fmla="*/ 50003 w 127600"/>
              <a:gd name="csY27" fmla="*/ 11450 h 141754"/>
              <a:gd name="csX28" fmla="*/ 61419 w 127600"/>
              <a:gd name="csY28" fmla="*/ 17166 h 141754"/>
              <a:gd name="csX29" fmla="*/ 63800 w 127600"/>
              <a:gd name="csY29" fmla="*/ 17727 h 141754"/>
              <a:gd name="csX30" fmla="*/ 66182 w 127600"/>
              <a:gd name="csY30" fmla="*/ 17166 h 141754"/>
              <a:gd name="csX31" fmla="*/ 77598 w 127600"/>
              <a:gd name="csY31" fmla="*/ 11450 h 141754"/>
              <a:gd name="csX32" fmla="*/ 85663 w 127600"/>
              <a:gd name="csY32" fmla="*/ 16825 h 141754"/>
              <a:gd name="csX33" fmla="*/ 88163 w 127600"/>
              <a:gd name="csY33" fmla="*/ 17710 h 141754"/>
              <a:gd name="csX34" fmla="*/ 90767 w 127600"/>
              <a:gd name="csY34" fmla="*/ 17268 h 141754"/>
              <a:gd name="csX35" fmla="*/ 99239 w 127600"/>
              <a:gd name="csY35" fmla="*/ 13508 h 141754"/>
              <a:gd name="csX36" fmla="*/ 99239 w 127600"/>
              <a:gd name="csY36" fmla="*/ 46067 h 141754"/>
              <a:gd name="csX37" fmla="*/ 28361 w 127600"/>
              <a:gd name="csY37" fmla="*/ 46067 h 141754"/>
              <a:gd name="csX38" fmla="*/ 28361 w 127600"/>
              <a:gd name="csY38" fmla="*/ 13508 h 141754"/>
              <a:gd name="csX39" fmla="*/ 36834 w 127600"/>
              <a:gd name="csY39" fmla="*/ 17268 h 141754"/>
              <a:gd name="csX40" fmla="*/ 39437 w 127600"/>
              <a:gd name="csY40" fmla="*/ 17710 h 141754"/>
              <a:gd name="csX41" fmla="*/ 41938 w 127600"/>
              <a:gd name="csY41" fmla="*/ 16825 h 141754"/>
              <a:gd name="csX42" fmla="*/ 50003 w 127600"/>
              <a:gd name="csY42" fmla="*/ 11450 h 141754"/>
              <a:gd name="csX43" fmla="*/ 38995 w 127600"/>
              <a:gd name="csY43" fmla="*/ 60255 h 141754"/>
              <a:gd name="csX44" fmla="*/ 46072 w 127600"/>
              <a:gd name="csY44" fmla="*/ 67331 h 141754"/>
              <a:gd name="csX45" fmla="*/ 38995 w 127600"/>
              <a:gd name="csY45" fmla="*/ 74425 h 141754"/>
              <a:gd name="csX46" fmla="*/ 31900 w 127600"/>
              <a:gd name="csY46" fmla="*/ 67331 h 141754"/>
              <a:gd name="csX47" fmla="*/ 38995 w 127600"/>
              <a:gd name="csY47" fmla="*/ 60255 h 141754"/>
              <a:gd name="csX48" fmla="*/ 63800 w 127600"/>
              <a:gd name="csY48" fmla="*/ 60255 h 141754"/>
              <a:gd name="csX49" fmla="*/ 70895 w 127600"/>
              <a:gd name="csY49" fmla="*/ 67331 h 141754"/>
              <a:gd name="csX50" fmla="*/ 63800 w 127600"/>
              <a:gd name="csY50" fmla="*/ 74425 h 141754"/>
              <a:gd name="csX51" fmla="*/ 56706 w 127600"/>
              <a:gd name="csY51" fmla="*/ 67331 h 141754"/>
              <a:gd name="csX52" fmla="*/ 63800 w 127600"/>
              <a:gd name="csY52" fmla="*/ 60255 h 141754"/>
              <a:gd name="csX53" fmla="*/ 88606 w 127600"/>
              <a:gd name="csY53" fmla="*/ 60255 h 141754"/>
              <a:gd name="csX54" fmla="*/ 95700 w 127600"/>
              <a:gd name="csY54" fmla="*/ 67331 h 141754"/>
              <a:gd name="csX55" fmla="*/ 88606 w 127600"/>
              <a:gd name="csY55" fmla="*/ 74425 h 141754"/>
              <a:gd name="csX56" fmla="*/ 81528 w 127600"/>
              <a:gd name="csY56" fmla="*/ 67331 h 141754"/>
              <a:gd name="csX57" fmla="*/ 88606 w 127600"/>
              <a:gd name="csY57" fmla="*/ 60255 h 141754"/>
              <a:gd name="csX58" fmla="*/ 38995 w 127600"/>
              <a:gd name="csY58" fmla="*/ 81519 h 141754"/>
              <a:gd name="csX59" fmla="*/ 46072 w 127600"/>
              <a:gd name="csY59" fmla="*/ 88595 h 141754"/>
              <a:gd name="csX60" fmla="*/ 38995 w 127600"/>
              <a:gd name="csY60" fmla="*/ 95689 h 141754"/>
              <a:gd name="csX61" fmla="*/ 31900 w 127600"/>
              <a:gd name="csY61" fmla="*/ 88595 h 141754"/>
              <a:gd name="csX62" fmla="*/ 38995 w 127600"/>
              <a:gd name="csY62" fmla="*/ 81519 h 141754"/>
              <a:gd name="csX63" fmla="*/ 63800 w 127600"/>
              <a:gd name="csY63" fmla="*/ 81519 h 141754"/>
              <a:gd name="csX64" fmla="*/ 70895 w 127600"/>
              <a:gd name="csY64" fmla="*/ 88595 h 141754"/>
              <a:gd name="csX65" fmla="*/ 63800 w 127600"/>
              <a:gd name="csY65" fmla="*/ 95689 h 141754"/>
              <a:gd name="csX66" fmla="*/ 56706 w 127600"/>
              <a:gd name="csY66" fmla="*/ 88595 h 141754"/>
              <a:gd name="csX67" fmla="*/ 63800 w 127600"/>
              <a:gd name="csY67" fmla="*/ 81519 h 141754"/>
              <a:gd name="csX68" fmla="*/ 88606 w 127600"/>
              <a:gd name="csY68" fmla="*/ 81519 h 141754"/>
              <a:gd name="csX69" fmla="*/ 95700 w 127600"/>
              <a:gd name="csY69" fmla="*/ 88595 h 141754"/>
              <a:gd name="csX70" fmla="*/ 88606 w 127600"/>
              <a:gd name="csY70" fmla="*/ 95689 h 141754"/>
              <a:gd name="csX71" fmla="*/ 81528 w 127600"/>
              <a:gd name="csY71" fmla="*/ 88595 h 141754"/>
              <a:gd name="csX72" fmla="*/ 88606 w 127600"/>
              <a:gd name="csY72" fmla="*/ 81519 h 141754"/>
              <a:gd name="csX73" fmla="*/ 0 w 127600"/>
              <a:gd name="csY73" fmla="*/ 113415 h 141754"/>
              <a:gd name="csX74" fmla="*/ 0 w 127600"/>
              <a:gd name="csY74" fmla="*/ 118722 h 141754"/>
              <a:gd name="csX75" fmla="*/ 23036 w 127600"/>
              <a:gd name="csY75" fmla="*/ 141755 h 141754"/>
              <a:gd name="csX76" fmla="*/ 104564 w 127600"/>
              <a:gd name="csY76" fmla="*/ 141755 h 141754"/>
              <a:gd name="csX77" fmla="*/ 127601 w 127600"/>
              <a:gd name="csY77" fmla="*/ 118722 h 141754"/>
              <a:gd name="csX78" fmla="*/ 127601 w 127600"/>
              <a:gd name="csY78" fmla="*/ 113415 h 141754"/>
              <a:gd name="csX79" fmla="*/ 0 w 127600"/>
              <a:gd name="csY79" fmla="*/ 113415 h 141754"/>
              <a:gd name="csX80" fmla="*/ 63800 w 127600"/>
              <a:gd name="csY80" fmla="*/ 120491 h 141754"/>
              <a:gd name="csX81" fmla="*/ 70895 w 127600"/>
              <a:gd name="csY81" fmla="*/ 127585 h 141754"/>
              <a:gd name="csX82" fmla="*/ 63800 w 127600"/>
              <a:gd name="csY82" fmla="*/ 134678 h 141754"/>
              <a:gd name="csX83" fmla="*/ 56706 w 127600"/>
              <a:gd name="csY83" fmla="*/ 127585 h 141754"/>
              <a:gd name="csX84" fmla="*/ 63800 w 127600"/>
              <a:gd name="csY84" fmla="*/ 120491 h 141754"/>
            </a:gdLst>
            <a:ahLst/>
            <a:cxnLst/>
            <a:rect l="l" t="t" r="r" b="b"/>
            <a:pathLst>
              <a:path w="100000" h="100000">
                <a:moveTo>
                  <a:pt x="21315" y="1"/>
                </a:moveTo>
                <a:cubicBezTo>
                  <a:pt x="20811" y="-11"/>
                  <a:pt x="20319" y="85"/>
                  <a:pt x="19863" y="265"/>
                </a:cubicBezTo>
                <a:cubicBezTo>
                  <a:pt x="19395" y="457"/>
                  <a:pt x="18974" y="721"/>
                  <a:pt x="18615" y="1081"/>
                </a:cubicBezTo>
                <a:cubicBezTo>
                  <a:pt x="18267" y="1429"/>
                  <a:pt x="17978" y="1837"/>
                  <a:pt x="17787" y="2305"/>
                </a:cubicBezTo>
                <a:cubicBezTo>
                  <a:pt x="17595" y="2761"/>
                  <a:pt x="17499" y="3253"/>
                  <a:pt x="17499" y="3757"/>
                </a:cubicBezTo>
                <a:lnTo>
                  <a:pt x="17499" y="15458"/>
                </a:lnTo>
                <a:cubicBezTo>
                  <a:pt x="10333" y="17161"/>
                  <a:pt x="4992" y="23582"/>
                  <a:pt x="4992" y="31250"/>
                </a:cubicBezTo>
                <a:lnTo>
                  <a:pt x="4992" y="72508"/>
                </a:lnTo>
                <a:lnTo>
                  <a:pt x="95008" y="72508"/>
                </a:lnTo>
                <a:lnTo>
                  <a:pt x="95008" y="31250"/>
                </a:lnTo>
                <a:cubicBezTo>
                  <a:pt x="95008" y="23582"/>
                  <a:pt x="89667" y="17161"/>
                  <a:pt x="82502" y="15458"/>
                </a:cubicBezTo>
                <a:lnTo>
                  <a:pt x="82502" y="3757"/>
                </a:lnTo>
                <a:cubicBezTo>
                  <a:pt x="82502" y="3133"/>
                  <a:pt x="82346" y="2509"/>
                  <a:pt x="82058" y="1957"/>
                </a:cubicBezTo>
                <a:cubicBezTo>
                  <a:pt x="81758" y="1417"/>
                  <a:pt x="81325" y="949"/>
                  <a:pt x="80798" y="601"/>
                </a:cubicBezTo>
                <a:cubicBezTo>
                  <a:pt x="80269" y="265"/>
                  <a:pt x="79670" y="61"/>
                  <a:pt x="79045" y="13"/>
                </a:cubicBezTo>
                <a:cubicBezTo>
                  <a:pt x="78433" y="-35"/>
                  <a:pt x="77797" y="73"/>
                  <a:pt x="77233" y="325"/>
                </a:cubicBezTo>
                <a:lnTo>
                  <a:pt x="67859" y="4489"/>
                </a:lnTo>
                <a:lnTo>
                  <a:pt x="62086" y="637"/>
                </a:lnTo>
                <a:cubicBezTo>
                  <a:pt x="61534" y="265"/>
                  <a:pt x="60898" y="49"/>
                  <a:pt x="60237" y="13"/>
                </a:cubicBezTo>
                <a:cubicBezTo>
                  <a:pt x="59578" y="-35"/>
                  <a:pt x="58918" y="97"/>
                  <a:pt x="58329" y="397"/>
                </a:cubicBezTo>
                <a:lnTo>
                  <a:pt x="50000" y="4561"/>
                </a:lnTo>
                <a:lnTo>
                  <a:pt x="41671" y="397"/>
                </a:lnTo>
                <a:cubicBezTo>
                  <a:pt x="41082" y="97"/>
                  <a:pt x="40423" y="-35"/>
                  <a:pt x="39763" y="13"/>
                </a:cubicBezTo>
                <a:cubicBezTo>
                  <a:pt x="39102" y="49"/>
                  <a:pt x="38467" y="265"/>
                  <a:pt x="37914" y="637"/>
                </a:cubicBezTo>
                <a:lnTo>
                  <a:pt x="32142" y="4489"/>
                </a:lnTo>
                <a:lnTo>
                  <a:pt x="22768" y="325"/>
                </a:lnTo>
                <a:cubicBezTo>
                  <a:pt x="22312" y="121"/>
                  <a:pt x="21819" y="13"/>
                  <a:pt x="21315" y="1"/>
                </a:cubicBezTo>
                <a:close/>
                <a:moveTo>
                  <a:pt x="40267" y="8077"/>
                </a:moveTo>
                <a:lnTo>
                  <a:pt x="48320" y="12110"/>
                </a:lnTo>
                <a:cubicBezTo>
                  <a:pt x="48848" y="12362"/>
                  <a:pt x="49424" y="12505"/>
                  <a:pt x="50000" y="12505"/>
                </a:cubicBezTo>
                <a:cubicBezTo>
                  <a:pt x="50576" y="12505"/>
                  <a:pt x="51153" y="12362"/>
                  <a:pt x="51680" y="12110"/>
                </a:cubicBezTo>
                <a:lnTo>
                  <a:pt x="59734" y="8077"/>
                </a:lnTo>
                <a:lnTo>
                  <a:pt x="65423" y="11869"/>
                </a:lnTo>
                <a:cubicBezTo>
                  <a:pt x="65951" y="12218"/>
                  <a:pt x="66551" y="12434"/>
                  <a:pt x="67187" y="12493"/>
                </a:cubicBezTo>
                <a:cubicBezTo>
                  <a:pt x="67811" y="12541"/>
                  <a:pt x="68447" y="12434"/>
                  <a:pt x="69024" y="12182"/>
                </a:cubicBezTo>
                <a:lnTo>
                  <a:pt x="75000" y="9529"/>
                </a:lnTo>
                <a:lnTo>
                  <a:pt x="75000" y="32498"/>
                </a:lnTo>
                <a:lnTo>
                  <a:pt x="25000" y="32498"/>
                </a:lnTo>
                <a:lnTo>
                  <a:pt x="25000" y="9529"/>
                </a:lnTo>
                <a:lnTo>
                  <a:pt x="30977" y="12182"/>
                </a:lnTo>
                <a:cubicBezTo>
                  <a:pt x="31553" y="12434"/>
                  <a:pt x="32190" y="12541"/>
                  <a:pt x="32813" y="12493"/>
                </a:cubicBezTo>
                <a:cubicBezTo>
                  <a:pt x="33449" y="12434"/>
                  <a:pt x="34049" y="12218"/>
                  <a:pt x="34578" y="11869"/>
                </a:cubicBezTo>
                <a:lnTo>
                  <a:pt x="40267" y="8077"/>
                </a:lnTo>
                <a:close/>
                <a:moveTo>
                  <a:pt x="32501" y="42507"/>
                </a:moveTo>
                <a:cubicBezTo>
                  <a:pt x="35262" y="42507"/>
                  <a:pt x="37494" y="44739"/>
                  <a:pt x="37494" y="47498"/>
                </a:cubicBezTo>
                <a:cubicBezTo>
                  <a:pt x="37494" y="50271"/>
                  <a:pt x="35262" y="52503"/>
                  <a:pt x="32501" y="52503"/>
                </a:cubicBezTo>
                <a:cubicBezTo>
                  <a:pt x="29728" y="52503"/>
                  <a:pt x="27496" y="50271"/>
                  <a:pt x="27496" y="47498"/>
                </a:cubicBezTo>
                <a:cubicBezTo>
                  <a:pt x="27496" y="44739"/>
                  <a:pt x="29728" y="42507"/>
                  <a:pt x="32501" y="42507"/>
                </a:cubicBezTo>
                <a:close/>
                <a:moveTo>
                  <a:pt x="50000" y="42507"/>
                </a:moveTo>
                <a:cubicBezTo>
                  <a:pt x="52760" y="42507"/>
                  <a:pt x="55005" y="44739"/>
                  <a:pt x="55005" y="47498"/>
                </a:cubicBezTo>
                <a:cubicBezTo>
                  <a:pt x="55005" y="50271"/>
                  <a:pt x="52760" y="52503"/>
                  <a:pt x="50000" y="52503"/>
                </a:cubicBezTo>
                <a:cubicBezTo>
                  <a:pt x="47240" y="52503"/>
                  <a:pt x="44996" y="50271"/>
                  <a:pt x="44996" y="47498"/>
                </a:cubicBezTo>
                <a:cubicBezTo>
                  <a:pt x="44996" y="44739"/>
                  <a:pt x="47240" y="42507"/>
                  <a:pt x="50000" y="42507"/>
                </a:cubicBezTo>
                <a:close/>
                <a:moveTo>
                  <a:pt x="67499" y="42507"/>
                </a:moveTo>
                <a:cubicBezTo>
                  <a:pt x="70272" y="42507"/>
                  <a:pt x="72504" y="44739"/>
                  <a:pt x="72504" y="47498"/>
                </a:cubicBezTo>
                <a:cubicBezTo>
                  <a:pt x="72504" y="50271"/>
                  <a:pt x="70272" y="52503"/>
                  <a:pt x="67499" y="52503"/>
                </a:cubicBezTo>
                <a:cubicBezTo>
                  <a:pt x="64738" y="52503"/>
                  <a:pt x="62506" y="50271"/>
                  <a:pt x="62506" y="47498"/>
                </a:cubicBezTo>
                <a:cubicBezTo>
                  <a:pt x="62506" y="44739"/>
                  <a:pt x="64738" y="42507"/>
                  <a:pt x="67499" y="42507"/>
                </a:cubicBezTo>
                <a:close/>
                <a:moveTo>
                  <a:pt x="32501" y="57507"/>
                </a:moveTo>
                <a:cubicBezTo>
                  <a:pt x="35262" y="57507"/>
                  <a:pt x="37494" y="59739"/>
                  <a:pt x="37494" y="62499"/>
                </a:cubicBezTo>
                <a:cubicBezTo>
                  <a:pt x="37494" y="65272"/>
                  <a:pt x="35262" y="67504"/>
                  <a:pt x="32501" y="67504"/>
                </a:cubicBezTo>
                <a:cubicBezTo>
                  <a:pt x="29728" y="67504"/>
                  <a:pt x="27496" y="65272"/>
                  <a:pt x="27496" y="62499"/>
                </a:cubicBezTo>
                <a:cubicBezTo>
                  <a:pt x="27496" y="59739"/>
                  <a:pt x="29728" y="57507"/>
                  <a:pt x="32501" y="57507"/>
                </a:cubicBezTo>
                <a:close/>
                <a:moveTo>
                  <a:pt x="50000" y="57507"/>
                </a:moveTo>
                <a:cubicBezTo>
                  <a:pt x="52760" y="57507"/>
                  <a:pt x="55005" y="59739"/>
                  <a:pt x="55005" y="62499"/>
                </a:cubicBezTo>
                <a:cubicBezTo>
                  <a:pt x="55005" y="65272"/>
                  <a:pt x="52760" y="67504"/>
                  <a:pt x="50000" y="67504"/>
                </a:cubicBezTo>
                <a:cubicBezTo>
                  <a:pt x="47240" y="67504"/>
                  <a:pt x="44996" y="65272"/>
                  <a:pt x="44996" y="62499"/>
                </a:cubicBezTo>
                <a:cubicBezTo>
                  <a:pt x="44996" y="59739"/>
                  <a:pt x="47240" y="57507"/>
                  <a:pt x="50000" y="57507"/>
                </a:cubicBezTo>
                <a:close/>
                <a:moveTo>
                  <a:pt x="67499" y="57507"/>
                </a:moveTo>
                <a:cubicBezTo>
                  <a:pt x="70272" y="57507"/>
                  <a:pt x="72504" y="59739"/>
                  <a:pt x="72504" y="62499"/>
                </a:cubicBezTo>
                <a:cubicBezTo>
                  <a:pt x="72504" y="65272"/>
                  <a:pt x="70272" y="67504"/>
                  <a:pt x="67499" y="67504"/>
                </a:cubicBezTo>
                <a:cubicBezTo>
                  <a:pt x="64738" y="67504"/>
                  <a:pt x="62506" y="65272"/>
                  <a:pt x="62506" y="62499"/>
                </a:cubicBezTo>
                <a:cubicBezTo>
                  <a:pt x="62506" y="59739"/>
                  <a:pt x="64738" y="57507"/>
                  <a:pt x="67499" y="57507"/>
                </a:cubicBezTo>
                <a:close/>
                <a:moveTo>
                  <a:pt x="4992" y="80008"/>
                </a:moveTo>
                <a:lnTo>
                  <a:pt x="4992" y="83752"/>
                </a:lnTo>
                <a:cubicBezTo>
                  <a:pt x="4992" y="92716"/>
                  <a:pt x="12278" y="100001"/>
                  <a:pt x="21243" y="100001"/>
                </a:cubicBezTo>
                <a:lnTo>
                  <a:pt x="78757" y="100001"/>
                </a:lnTo>
                <a:cubicBezTo>
                  <a:pt x="87710" y="100001"/>
                  <a:pt x="95008" y="92716"/>
                  <a:pt x="95008" y="83752"/>
                </a:cubicBezTo>
                <a:lnTo>
                  <a:pt x="95008" y="80008"/>
                </a:lnTo>
                <a:lnTo>
                  <a:pt x="4992" y="80008"/>
                </a:lnTo>
                <a:close/>
                <a:moveTo>
                  <a:pt x="50000" y="85000"/>
                </a:moveTo>
                <a:cubicBezTo>
                  <a:pt x="52760" y="85000"/>
                  <a:pt x="55005" y="87244"/>
                  <a:pt x="55005" y="90005"/>
                </a:cubicBezTo>
                <a:cubicBezTo>
                  <a:pt x="55005" y="92764"/>
                  <a:pt x="52760" y="95008"/>
                  <a:pt x="50000" y="95008"/>
                </a:cubicBezTo>
                <a:cubicBezTo>
                  <a:pt x="47240" y="95008"/>
                  <a:pt x="44996" y="92764"/>
                  <a:pt x="44996" y="90005"/>
                </a:cubicBezTo>
                <a:cubicBezTo>
                  <a:pt x="44996" y="87244"/>
                  <a:pt x="47240" y="85000"/>
                  <a:pt x="50000" y="850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5" name="Белый — SVG 7">
            <a:extLst>
              <a:ext uri="{FF2B5EF4-FFF2-40B4-BE49-F238E27FC236}">
                <a16:creationId xmlns:a16="http://schemas.microsoft.com/office/drawing/2014/main" id="{DD59CE0A-DE83-714A-B7C9-52A2D55E4B8C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124062 w 134695"/>
              <a:gd name="csY0" fmla="*/ 113413 h 134677"/>
              <a:gd name="csX1" fmla="*/ 124062 w 134695"/>
              <a:gd name="csY1" fmla="*/ 124045 h 134677"/>
              <a:gd name="csX2" fmla="*/ 10633 w 134695"/>
              <a:gd name="csY2" fmla="*/ 124045 h 134677"/>
              <a:gd name="csX3" fmla="*/ 10633 w 134695"/>
              <a:gd name="csY3" fmla="*/ 113413 h 134677"/>
              <a:gd name="csX4" fmla="*/ 0 w 134695"/>
              <a:gd name="csY4" fmla="*/ 124045 h 134677"/>
              <a:gd name="csX5" fmla="*/ 10633 w 134695"/>
              <a:gd name="csY5" fmla="*/ 134677 h 134677"/>
              <a:gd name="csX6" fmla="*/ 124062 w 134695"/>
              <a:gd name="csY6" fmla="*/ 134677 h 134677"/>
              <a:gd name="csX7" fmla="*/ 134695 w 134695"/>
              <a:gd name="csY7" fmla="*/ 124045 h 134677"/>
              <a:gd name="csX8" fmla="*/ 124062 w 134695"/>
              <a:gd name="csY8" fmla="*/ 113413 h 134677"/>
              <a:gd name="csX9" fmla="*/ 124062 w 134695"/>
              <a:gd name="csY9" fmla="*/ 5325 h 134677"/>
              <a:gd name="csX10" fmla="*/ 121255 w 134695"/>
              <a:gd name="csY10" fmla="*/ 629 h 134677"/>
              <a:gd name="csX11" fmla="*/ 115793 w 134695"/>
              <a:gd name="csY11" fmla="*/ 902 h 134677"/>
              <a:gd name="csX12" fmla="*/ 102642 w 134695"/>
              <a:gd name="csY12" fmla="*/ 9662 h 134677"/>
              <a:gd name="csX13" fmla="*/ 87806 w 134695"/>
              <a:gd name="csY13" fmla="*/ 765 h 134677"/>
              <a:gd name="csX14" fmla="*/ 82328 w 134695"/>
              <a:gd name="csY14" fmla="*/ 765 h 134677"/>
              <a:gd name="csX15" fmla="*/ 67339 w 134695"/>
              <a:gd name="csY15" fmla="*/ 9747 h 134677"/>
              <a:gd name="csX16" fmla="*/ 52350 w 134695"/>
              <a:gd name="csY16" fmla="*/ 765 h 134677"/>
              <a:gd name="csX17" fmla="*/ 46889 w 134695"/>
              <a:gd name="csY17" fmla="*/ 765 h 134677"/>
              <a:gd name="csX18" fmla="*/ 32053 w 134695"/>
              <a:gd name="csY18" fmla="*/ 9662 h 134677"/>
              <a:gd name="csX19" fmla="*/ 18902 w 134695"/>
              <a:gd name="csY19" fmla="*/ 902 h 134677"/>
              <a:gd name="csX20" fmla="*/ 13440 w 134695"/>
              <a:gd name="csY20" fmla="*/ 629 h 134677"/>
              <a:gd name="csX21" fmla="*/ 10633 w 134695"/>
              <a:gd name="csY21" fmla="*/ 5325 h 134677"/>
              <a:gd name="csX22" fmla="*/ 10633 w 134695"/>
              <a:gd name="csY22" fmla="*/ 113413 h 134677"/>
              <a:gd name="csX23" fmla="*/ 124062 w 134695"/>
              <a:gd name="csY23" fmla="*/ 113413 h 134677"/>
              <a:gd name="csX24" fmla="*/ 124062 w 134695"/>
              <a:gd name="csY24" fmla="*/ 5325 h 134677"/>
              <a:gd name="csX25" fmla="*/ 62031 w 134695"/>
              <a:gd name="csY25" fmla="*/ 99226 h 134677"/>
              <a:gd name="csX26" fmla="*/ 37209 w 134695"/>
              <a:gd name="csY26" fmla="*/ 99226 h 134677"/>
              <a:gd name="csX27" fmla="*/ 31900 w 134695"/>
              <a:gd name="csY27" fmla="*/ 93918 h 134677"/>
              <a:gd name="csX28" fmla="*/ 37209 w 134695"/>
              <a:gd name="csY28" fmla="*/ 88594 h 134677"/>
              <a:gd name="csX29" fmla="*/ 62031 w 134695"/>
              <a:gd name="csY29" fmla="*/ 88594 h 134677"/>
              <a:gd name="csX30" fmla="*/ 67339 w 134695"/>
              <a:gd name="csY30" fmla="*/ 93918 h 134677"/>
              <a:gd name="csX31" fmla="*/ 62031 w 134695"/>
              <a:gd name="csY31" fmla="*/ 99226 h 134677"/>
              <a:gd name="csX32" fmla="*/ 69109 w 134695"/>
              <a:gd name="csY32" fmla="*/ 77962 h 134677"/>
              <a:gd name="csX33" fmla="*/ 37209 w 134695"/>
              <a:gd name="csY33" fmla="*/ 77962 h 134677"/>
              <a:gd name="csX34" fmla="*/ 31900 w 134695"/>
              <a:gd name="csY34" fmla="*/ 72654 h 134677"/>
              <a:gd name="csX35" fmla="*/ 37209 w 134695"/>
              <a:gd name="csY35" fmla="*/ 67330 h 134677"/>
              <a:gd name="csX36" fmla="*/ 69109 w 134695"/>
              <a:gd name="csY36" fmla="*/ 67330 h 134677"/>
              <a:gd name="csX37" fmla="*/ 74434 w 134695"/>
              <a:gd name="csY37" fmla="*/ 72654 h 134677"/>
              <a:gd name="csX38" fmla="*/ 69109 w 134695"/>
              <a:gd name="csY38" fmla="*/ 77962 h 134677"/>
              <a:gd name="csX39" fmla="*/ 97470 w 134695"/>
              <a:gd name="csY39" fmla="*/ 99226 h 134677"/>
              <a:gd name="csX40" fmla="*/ 90375 w 134695"/>
              <a:gd name="csY40" fmla="*/ 99226 h 134677"/>
              <a:gd name="csX41" fmla="*/ 85067 w 134695"/>
              <a:gd name="csY41" fmla="*/ 93918 h 134677"/>
              <a:gd name="csX42" fmla="*/ 90375 w 134695"/>
              <a:gd name="csY42" fmla="*/ 88594 h 134677"/>
              <a:gd name="csX43" fmla="*/ 97470 w 134695"/>
              <a:gd name="csY43" fmla="*/ 88594 h 134677"/>
              <a:gd name="csX44" fmla="*/ 102795 w 134695"/>
              <a:gd name="csY44" fmla="*/ 93918 h 134677"/>
              <a:gd name="csX45" fmla="*/ 97470 w 134695"/>
              <a:gd name="csY45" fmla="*/ 99226 h 134677"/>
              <a:gd name="csX46" fmla="*/ 97470 w 134695"/>
              <a:gd name="csY46" fmla="*/ 77962 h 134677"/>
              <a:gd name="csX47" fmla="*/ 90375 w 134695"/>
              <a:gd name="csY47" fmla="*/ 77962 h 134677"/>
              <a:gd name="csX48" fmla="*/ 85067 w 134695"/>
              <a:gd name="csY48" fmla="*/ 72654 h 134677"/>
              <a:gd name="csX49" fmla="*/ 90375 w 134695"/>
              <a:gd name="csY49" fmla="*/ 67330 h 134677"/>
              <a:gd name="csX50" fmla="*/ 97470 w 134695"/>
              <a:gd name="csY50" fmla="*/ 67330 h 134677"/>
              <a:gd name="csX51" fmla="*/ 102795 w 134695"/>
              <a:gd name="csY51" fmla="*/ 72654 h 134677"/>
              <a:gd name="csX52" fmla="*/ 97470 w 134695"/>
              <a:gd name="csY52" fmla="*/ 77962 h 134677"/>
              <a:gd name="csX53" fmla="*/ 97470 w 134695"/>
              <a:gd name="csY53" fmla="*/ 49622 h 134677"/>
              <a:gd name="csX54" fmla="*/ 37209 w 134695"/>
              <a:gd name="csY54" fmla="*/ 49622 h 134677"/>
              <a:gd name="csX55" fmla="*/ 31900 w 134695"/>
              <a:gd name="csY55" fmla="*/ 44297 h 134677"/>
              <a:gd name="csX56" fmla="*/ 37209 w 134695"/>
              <a:gd name="csY56" fmla="*/ 38990 h 134677"/>
              <a:gd name="csX57" fmla="*/ 97470 w 134695"/>
              <a:gd name="csY57" fmla="*/ 38990 h 134677"/>
              <a:gd name="csX58" fmla="*/ 102795 w 134695"/>
              <a:gd name="csY58" fmla="*/ 44297 h 134677"/>
              <a:gd name="csX59" fmla="*/ 97470 w 134695"/>
              <a:gd name="csY59" fmla="*/ 49622 h 134677"/>
            </a:gdLst>
            <a:ahLst/>
            <a:cxnLst/>
            <a:rect l="l" t="t" r="r" b="b"/>
            <a:pathLst>
              <a:path w="100000" h="100000">
                <a:moveTo>
                  <a:pt x="92106" y="84207"/>
                </a:moveTo>
                <a:lnTo>
                  <a:pt x="92106" y="92100"/>
                </a:lnTo>
                <a:lnTo>
                  <a:pt x="7894" y="92100"/>
                </a:lnTo>
                <a:lnTo>
                  <a:pt x="7894" y="84207"/>
                </a:lnTo>
                <a:cubicBezTo>
                  <a:pt x="3537" y="84207"/>
                  <a:pt x="0" y="87743"/>
                  <a:pt x="0" y="92100"/>
                </a:cubicBezTo>
                <a:cubicBezTo>
                  <a:pt x="0" y="96457"/>
                  <a:pt x="3537" y="99993"/>
                  <a:pt x="7894" y="99993"/>
                </a:cubicBezTo>
                <a:cubicBezTo>
                  <a:pt x="9334" y="99993"/>
                  <a:pt x="90653" y="99993"/>
                  <a:pt x="92106" y="99993"/>
                </a:cubicBezTo>
                <a:cubicBezTo>
                  <a:pt x="96464" y="99993"/>
                  <a:pt x="100000" y="96457"/>
                  <a:pt x="100000" y="92100"/>
                </a:cubicBezTo>
                <a:cubicBezTo>
                  <a:pt x="100000" y="87743"/>
                  <a:pt x="96464" y="84207"/>
                  <a:pt x="92106" y="84207"/>
                </a:cubicBezTo>
                <a:close/>
                <a:moveTo>
                  <a:pt x="92106" y="3960"/>
                </a:moveTo>
                <a:cubicBezTo>
                  <a:pt x="92106" y="2495"/>
                  <a:pt x="91297" y="1156"/>
                  <a:pt x="90022" y="474"/>
                </a:cubicBezTo>
                <a:cubicBezTo>
                  <a:pt x="88733" y="-208"/>
                  <a:pt x="87180" y="-132"/>
                  <a:pt x="85967" y="676"/>
                </a:cubicBezTo>
                <a:lnTo>
                  <a:pt x="76203" y="7180"/>
                </a:lnTo>
                <a:lnTo>
                  <a:pt x="65189" y="575"/>
                </a:lnTo>
                <a:cubicBezTo>
                  <a:pt x="63939" y="-183"/>
                  <a:pt x="62372" y="-183"/>
                  <a:pt x="61122" y="575"/>
                </a:cubicBezTo>
                <a:lnTo>
                  <a:pt x="49994" y="7243"/>
                </a:lnTo>
                <a:lnTo>
                  <a:pt x="38866" y="575"/>
                </a:lnTo>
                <a:cubicBezTo>
                  <a:pt x="37615" y="-183"/>
                  <a:pt x="36061" y="-183"/>
                  <a:pt x="34811" y="575"/>
                </a:cubicBezTo>
                <a:lnTo>
                  <a:pt x="23797" y="7180"/>
                </a:lnTo>
                <a:lnTo>
                  <a:pt x="14033" y="676"/>
                </a:lnTo>
                <a:cubicBezTo>
                  <a:pt x="12820" y="-132"/>
                  <a:pt x="11267" y="-208"/>
                  <a:pt x="9978" y="474"/>
                </a:cubicBezTo>
                <a:cubicBezTo>
                  <a:pt x="8703" y="1156"/>
                  <a:pt x="7894" y="2495"/>
                  <a:pt x="7894" y="3960"/>
                </a:cubicBezTo>
                <a:lnTo>
                  <a:pt x="7894" y="84207"/>
                </a:lnTo>
                <a:lnTo>
                  <a:pt x="92106" y="84207"/>
                </a:lnTo>
                <a:lnTo>
                  <a:pt x="92106" y="3960"/>
                </a:lnTo>
                <a:close/>
                <a:moveTo>
                  <a:pt x="46053" y="73674"/>
                </a:moveTo>
                <a:lnTo>
                  <a:pt x="27625" y="73674"/>
                </a:lnTo>
                <a:cubicBezTo>
                  <a:pt x="25452" y="73674"/>
                  <a:pt x="23683" y="71918"/>
                  <a:pt x="23683" y="69733"/>
                </a:cubicBezTo>
                <a:cubicBezTo>
                  <a:pt x="23683" y="67548"/>
                  <a:pt x="25452" y="65780"/>
                  <a:pt x="27625" y="65780"/>
                </a:cubicBezTo>
                <a:lnTo>
                  <a:pt x="46053" y="65780"/>
                </a:lnTo>
                <a:cubicBezTo>
                  <a:pt x="48238" y="65780"/>
                  <a:pt x="49994" y="67548"/>
                  <a:pt x="49994" y="69733"/>
                </a:cubicBezTo>
                <a:cubicBezTo>
                  <a:pt x="49994" y="71918"/>
                  <a:pt x="48238" y="73674"/>
                  <a:pt x="46053" y="73674"/>
                </a:cubicBezTo>
                <a:close/>
                <a:moveTo>
                  <a:pt x="51308" y="57887"/>
                </a:moveTo>
                <a:lnTo>
                  <a:pt x="27625" y="57887"/>
                </a:lnTo>
                <a:cubicBezTo>
                  <a:pt x="25452" y="57887"/>
                  <a:pt x="23683" y="56131"/>
                  <a:pt x="23683" y="53946"/>
                </a:cubicBezTo>
                <a:cubicBezTo>
                  <a:pt x="23683" y="51762"/>
                  <a:pt x="25452" y="49994"/>
                  <a:pt x="27625" y="49994"/>
                </a:cubicBezTo>
                <a:lnTo>
                  <a:pt x="51308" y="49994"/>
                </a:lnTo>
                <a:cubicBezTo>
                  <a:pt x="53493" y="49994"/>
                  <a:pt x="55261" y="51762"/>
                  <a:pt x="55261" y="53946"/>
                </a:cubicBezTo>
                <a:cubicBezTo>
                  <a:pt x="55261" y="56131"/>
                  <a:pt x="53493" y="57887"/>
                  <a:pt x="51308" y="57887"/>
                </a:cubicBezTo>
                <a:close/>
                <a:moveTo>
                  <a:pt x="72363" y="73674"/>
                </a:moveTo>
                <a:lnTo>
                  <a:pt x="67096" y="73674"/>
                </a:lnTo>
                <a:cubicBezTo>
                  <a:pt x="64924" y="73674"/>
                  <a:pt x="63155" y="71918"/>
                  <a:pt x="63155" y="69733"/>
                </a:cubicBezTo>
                <a:cubicBezTo>
                  <a:pt x="63155" y="67548"/>
                  <a:pt x="64924" y="65780"/>
                  <a:pt x="67096" y="65780"/>
                </a:cubicBezTo>
                <a:lnTo>
                  <a:pt x="72363" y="65780"/>
                </a:lnTo>
                <a:cubicBezTo>
                  <a:pt x="74548" y="65780"/>
                  <a:pt x="76317" y="67548"/>
                  <a:pt x="76317" y="69733"/>
                </a:cubicBezTo>
                <a:cubicBezTo>
                  <a:pt x="76317" y="71918"/>
                  <a:pt x="74548" y="73674"/>
                  <a:pt x="72363" y="73674"/>
                </a:cubicBezTo>
                <a:close/>
                <a:moveTo>
                  <a:pt x="72363" y="57887"/>
                </a:moveTo>
                <a:lnTo>
                  <a:pt x="67096" y="57887"/>
                </a:lnTo>
                <a:cubicBezTo>
                  <a:pt x="64924" y="57887"/>
                  <a:pt x="63155" y="56131"/>
                  <a:pt x="63155" y="53946"/>
                </a:cubicBezTo>
                <a:cubicBezTo>
                  <a:pt x="63155" y="51762"/>
                  <a:pt x="64924" y="49994"/>
                  <a:pt x="67096" y="49994"/>
                </a:cubicBezTo>
                <a:lnTo>
                  <a:pt x="72363" y="49994"/>
                </a:lnTo>
                <a:cubicBezTo>
                  <a:pt x="74548" y="49994"/>
                  <a:pt x="76317" y="51762"/>
                  <a:pt x="76317" y="53946"/>
                </a:cubicBezTo>
                <a:cubicBezTo>
                  <a:pt x="76317" y="56131"/>
                  <a:pt x="74548" y="57887"/>
                  <a:pt x="72363" y="57887"/>
                </a:cubicBezTo>
                <a:close/>
                <a:moveTo>
                  <a:pt x="72363" y="36847"/>
                </a:moveTo>
                <a:lnTo>
                  <a:pt x="27625" y="36847"/>
                </a:lnTo>
                <a:cubicBezTo>
                  <a:pt x="25452" y="36847"/>
                  <a:pt x="23683" y="35079"/>
                  <a:pt x="23683" y="32894"/>
                </a:cubicBezTo>
                <a:cubicBezTo>
                  <a:pt x="23683" y="30721"/>
                  <a:pt x="25452" y="28954"/>
                  <a:pt x="27625" y="28954"/>
                </a:cubicBezTo>
                <a:lnTo>
                  <a:pt x="72363" y="28954"/>
                </a:lnTo>
                <a:cubicBezTo>
                  <a:pt x="74548" y="28954"/>
                  <a:pt x="76317" y="30721"/>
                  <a:pt x="76317" y="32894"/>
                </a:cubicBezTo>
                <a:cubicBezTo>
                  <a:pt x="76317" y="35079"/>
                  <a:pt x="74548" y="36847"/>
                  <a:pt x="72363" y="3684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6" name="Белый — SVG 8">
            <a:extLst>
              <a:ext uri="{FF2B5EF4-FFF2-40B4-BE49-F238E27FC236}">
                <a16:creationId xmlns:a16="http://schemas.microsoft.com/office/drawing/2014/main" id="{03064222-D080-3B42-8BB7-A80F11E2E9D9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54936 w 127600"/>
              <a:gd name="csY0" fmla="*/ 0 h 141753"/>
              <a:gd name="csX1" fmla="*/ 28361 w 127600"/>
              <a:gd name="csY1" fmla="*/ 26571 h 141753"/>
              <a:gd name="csX2" fmla="*/ 29910 w 127600"/>
              <a:gd name="csY2" fmla="*/ 35434 h 141753"/>
              <a:gd name="csX3" fmla="*/ 15942 w 127600"/>
              <a:gd name="csY3" fmla="*/ 35434 h 141753"/>
              <a:gd name="csX4" fmla="*/ 10633 w 127600"/>
              <a:gd name="csY4" fmla="*/ 30127 h 141753"/>
              <a:gd name="csX5" fmla="*/ 15942 w 127600"/>
              <a:gd name="csY5" fmla="*/ 24802 h 141753"/>
              <a:gd name="csX6" fmla="*/ 21352 w 127600"/>
              <a:gd name="csY6" fmla="*/ 24802 h 141753"/>
              <a:gd name="csX7" fmla="*/ 23648 w 127600"/>
              <a:gd name="csY7" fmla="*/ 14170 h 141753"/>
              <a:gd name="csX8" fmla="*/ 15942 w 127600"/>
              <a:gd name="csY8" fmla="*/ 14170 h 141753"/>
              <a:gd name="csX9" fmla="*/ 0 w 127600"/>
              <a:gd name="csY9" fmla="*/ 30127 h 141753"/>
              <a:gd name="csX10" fmla="*/ 0 w 127600"/>
              <a:gd name="csY10" fmla="*/ 125814 h 141753"/>
              <a:gd name="csX11" fmla="*/ 15942 w 127600"/>
              <a:gd name="csY11" fmla="*/ 141753 h 141753"/>
              <a:gd name="csX12" fmla="*/ 111642 w 127600"/>
              <a:gd name="csY12" fmla="*/ 141753 h 141753"/>
              <a:gd name="csX13" fmla="*/ 127601 w 127600"/>
              <a:gd name="csY13" fmla="*/ 125814 h 141753"/>
              <a:gd name="csX14" fmla="*/ 127601 w 127600"/>
              <a:gd name="csY14" fmla="*/ 51390 h 141753"/>
              <a:gd name="csX15" fmla="*/ 113105 w 127600"/>
              <a:gd name="csY15" fmla="*/ 35587 h 141753"/>
              <a:gd name="csX16" fmla="*/ 113428 w 127600"/>
              <a:gd name="csY16" fmla="*/ 31896 h 141753"/>
              <a:gd name="csX17" fmla="*/ 88606 w 127600"/>
              <a:gd name="csY17" fmla="*/ 7094 h 141753"/>
              <a:gd name="csX18" fmla="*/ 76067 w 127600"/>
              <a:gd name="csY18" fmla="*/ 10547 h 141753"/>
              <a:gd name="csX19" fmla="*/ 54936 w 127600"/>
              <a:gd name="csY19" fmla="*/ 0 h 141753"/>
              <a:gd name="csX20" fmla="*/ 54936 w 127600"/>
              <a:gd name="csY20" fmla="*/ 10632 h 141753"/>
              <a:gd name="csX21" fmla="*/ 68224 w 127600"/>
              <a:gd name="csY21" fmla="*/ 17811 h 141753"/>
              <a:gd name="csX22" fmla="*/ 63800 w 127600"/>
              <a:gd name="csY22" fmla="*/ 31896 h 141753"/>
              <a:gd name="csX23" fmla="*/ 64089 w 127600"/>
              <a:gd name="csY23" fmla="*/ 35434 h 141753"/>
              <a:gd name="csX24" fmla="*/ 41751 w 127600"/>
              <a:gd name="csY24" fmla="*/ 35434 h 141753"/>
              <a:gd name="csX25" fmla="*/ 38995 w 127600"/>
              <a:gd name="csY25" fmla="*/ 26571 h 141753"/>
              <a:gd name="csX26" fmla="*/ 54936 w 127600"/>
              <a:gd name="csY26" fmla="*/ 10632 h 141753"/>
              <a:gd name="csX27" fmla="*/ 88606 w 127600"/>
              <a:gd name="csY27" fmla="*/ 17726 h 141753"/>
              <a:gd name="csX28" fmla="*/ 102795 w 127600"/>
              <a:gd name="csY28" fmla="*/ 31896 h 141753"/>
              <a:gd name="csX29" fmla="*/ 102318 w 127600"/>
              <a:gd name="csY29" fmla="*/ 35434 h 141753"/>
              <a:gd name="csX30" fmla="*/ 74893 w 127600"/>
              <a:gd name="csY30" fmla="*/ 35434 h 141753"/>
              <a:gd name="csX31" fmla="*/ 74434 w 127600"/>
              <a:gd name="csY31" fmla="*/ 31896 h 141753"/>
              <a:gd name="csX32" fmla="*/ 88606 w 127600"/>
              <a:gd name="csY32" fmla="*/ 17726 h 141753"/>
              <a:gd name="csX33" fmla="*/ 97470 w 127600"/>
              <a:gd name="csY33" fmla="*/ 77962 h 141753"/>
              <a:gd name="csX34" fmla="*/ 106334 w 127600"/>
              <a:gd name="csY34" fmla="*/ 86825 h 141753"/>
              <a:gd name="csX35" fmla="*/ 97470 w 127600"/>
              <a:gd name="csY35" fmla="*/ 95687 h 141753"/>
              <a:gd name="csX36" fmla="*/ 88606 w 127600"/>
              <a:gd name="csY36" fmla="*/ 86825 h 141753"/>
              <a:gd name="csX37" fmla="*/ 97470 w 127600"/>
              <a:gd name="csY37" fmla="*/ 77962 h 141753"/>
            </a:gdLst>
            <a:ahLst/>
            <a:cxnLst/>
            <a:rect l="l" t="t" r="r" b="b"/>
            <a:pathLst>
              <a:path w="100000" h="100000">
                <a:moveTo>
                  <a:pt x="43747" y="0"/>
                </a:moveTo>
                <a:cubicBezTo>
                  <a:pt x="33437" y="0"/>
                  <a:pt x="24999" y="8437"/>
                  <a:pt x="24999" y="18745"/>
                </a:cubicBezTo>
                <a:cubicBezTo>
                  <a:pt x="24999" y="20941"/>
                  <a:pt x="25396" y="23041"/>
                  <a:pt x="26092" y="24997"/>
                </a:cubicBezTo>
                <a:lnTo>
                  <a:pt x="16238" y="24997"/>
                </a:lnTo>
                <a:cubicBezTo>
                  <a:pt x="14174" y="24997"/>
                  <a:pt x="12493" y="23317"/>
                  <a:pt x="12493" y="21253"/>
                </a:cubicBezTo>
                <a:cubicBezTo>
                  <a:pt x="12493" y="19189"/>
                  <a:pt x="14174" y="17497"/>
                  <a:pt x="16238" y="17497"/>
                </a:cubicBezTo>
                <a:lnTo>
                  <a:pt x="20055" y="17497"/>
                </a:lnTo>
                <a:cubicBezTo>
                  <a:pt x="20199" y="14869"/>
                  <a:pt x="20751" y="12336"/>
                  <a:pt x="21675" y="9996"/>
                </a:cubicBezTo>
                <a:lnTo>
                  <a:pt x="16238" y="9996"/>
                </a:lnTo>
                <a:cubicBezTo>
                  <a:pt x="10045" y="9996"/>
                  <a:pt x="4992" y="15049"/>
                  <a:pt x="4992" y="21253"/>
                </a:cubicBezTo>
                <a:lnTo>
                  <a:pt x="4992" y="88756"/>
                </a:lnTo>
                <a:cubicBezTo>
                  <a:pt x="4992" y="94972"/>
                  <a:pt x="10033" y="100000"/>
                  <a:pt x="16238" y="100000"/>
                </a:cubicBezTo>
                <a:lnTo>
                  <a:pt x="83750" y="100000"/>
                </a:lnTo>
                <a:cubicBezTo>
                  <a:pt x="89967" y="100000"/>
                  <a:pt x="95009" y="94972"/>
                  <a:pt x="95009" y="88756"/>
                </a:cubicBezTo>
                <a:lnTo>
                  <a:pt x="95009" y="36253"/>
                </a:lnTo>
                <a:cubicBezTo>
                  <a:pt x="95009" y="30397"/>
                  <a:pt x="90508" y="25633"/>
                  <a:pt x="84782" y="25105"/>
                </a:cubicBezTo>
                <a:cubicBezTo>
                  <a:pt x="84914" y="24253"/>
                  <a:pt x="85010" y="23389"/>
                  <a:pt x="85010" y="22501"/>
                </a:cubicBezTo>
                <a:cubicBezTo>
                  <a:pt x="85010" y="12877"/>
                  <a:pt x="77125" y="5004"/>
                  <a:pt x="67499" y="5004"/>
                </a:cubicBezTo>
                <a:cubicBezTo>
                  <a:pt x="64271" y="5004"/>
                  <a:pt x="61258" y="5905"/>
                  <a:pt x="58654" y="7440"/>
                </a:cubicBezTo>
                <a:cubicBezTo>
                  <a:pt x="55221" y="2928"/>
                  <a:pt x="49820" y="0"/>
                  <a:pt x="43747" y="0"/>
                </a:cubicBezTo>
                <a:close/>
                <a:moveTo>
                  <a:pt x="43747" y="7500"/>
                </a:moveTo>
                <a:cubicBezTo>
                  <a:pt x="47696" y="7500"/>
                  <a:pt x="51116" y="9529"/>
                  <a:pt x="53121" y="12565"/>
                </a:cubicBezTo>
                <a:cubicBezTo>
                  <a:pt x="51153" y="15396"/>
                  <a:pt x="50000" y="18817"/>
                  <a:pt x="50000" y="22501"/>
                </a:cubicBezTo>
                <a:cubicBezTo>
                  <a:pt x="50000" y="23353"/>
                  <a:pt x="50084" y="24181"/>
                  <a:pt x="50204" y="24997"/>
                </a:cubicBezTo>
                <a:lnTo>
                  <a:pt x="34445" y="24997"/>
                </a:lnTo>
                <a:cubicBezTo>
                  <a:pt x="33234" y="23209"/>
                  <a:pt x="32501" y="21085"/>
                  <a:pt x="32501" y="18745"/>
                </a:cubicBezTo>
                <a:cubicBezTo>
                  <a:pt x="32501" y="12493"/>
                  <a:pt x="37494" y="7500"/>
                  <a:pt x="43747" y="7500"/>
                </a:cubicBezTo>
                <a:close/>
                <a:moveTo>
                  <a:pt x="67499" y="12505"/>
                </a:moveTo>
                <a:cubicBezTo>
                  <a:pt x="73068" y="12505"/>
                  <a:pt x="77509" y="16933"/>
                  <a:pt x="77509" y="22501"/>
                </a:cubicBezTo>
                <a:cubicBezTo>
                  <a:pt x="77509" y="23365"/>
                  <a:pt x="77389" y="24205"/>
                  <a:pt x="77173" y="24997"/>
                </a:cubicBezTo>
                <a:lnTo>
                  <a:pt x="57826" y="24997"/>
                </a:lnTo>
                <a:cubicBezTo>
                  <a:pt x="57622" y="24205"/>
                  <a:pt x="57502" y="23365"/>
                  <a:pt x="57502" y="22501"/>
                </a:cubicBezTo>
                <a:cubicBezTo>
                  <a:pt x="57502" y="16933"/>
                  <a:pt x="61931" y="12505"/>
                  <a:pt x="67499" y="12505"/>
                </a:cubicBezTo>
                <a:close/>
                <a:moveTo>
                  <a:pt x="73753" y="54998"/>
                </a:moveTo>
                <a:cubicBezTo>
                  <a:pt x="77209" y="54998"/>
                  <a:pt x="80006" y="57795"/>
                  <a:pt x="80006" y="61251"/>
                </a:cubicBezTo>
                <a:cubicBezTo>
                  <a:pt x="80006" y="64707"/>
                  <a:pt x="77209" y="67503"/>
                  <a:pt x="73753" y="67503"/>
                </a:cubicBezTo>
                <a:cubicBezTo>
                  <a:pt x="70296" y="67503"/>
                  <a:pt x="67499" y="64707"/>
                  <a:pt x="67499" y="61251"/>
                </a:cubicBezTo>
                <a:cubicBezTo>
                  <a:pt x="67499" y="57795"/>
                  <a:pt x="70296" y="54998"/>
                  <a:pt x="73753" y="5499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7" name="Белый — SVG 9">
            <a:extLst>
              <a:ext uri="{FF2B5EF4-FFF2-40B4-BE49-F238E27FC236}">
                <a16:creationId xmlns:a16="http://schemas.microsoft.com/office/drawing/2014/main" id="{E04015B6-7492-9842-AD36-529F58124358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70889 w 141778"/>
              <a:gd name="csY0" fmla="*/ 0 h 141753"/>
              <a:gd name="csX1" fmla="*/ 0 w 141778"/>
              <a:gd name="csY1" fmla="*/ 70885 h 141753"/>
              <a:gd name="csX2" fmla="*/ 70889 w 141778"/>
              <a:gd name="csY2" fmla="*/ 141753 h 141753"/>
              <a:gd name="csX3" fmla="*/ 141778 w 141778"/>
              <a:gd name="csY3" fmla="*/ 70885 h 141753"/>
              <a:gd name="csX4" fmla="*/ 70889 w 141778"/>
              <a:gd name="csY4" fmla="*/ 0 h 141753"/>
              <a:gd name="csX5" fmla="*/ 77978 w 141778"/>
              <a:gd name="csY5" fmla="*/ 109773 h 141753"/>
              <a:gd name="csX6" fmla="*/ 77978 w 141778"/>
              <a:gd name="csY6" fmla="*/ 113413 h 141753"/>
              <a:gd name="csX7" fmla="*/ 70889 w 141778"/>
              <a:gd name="csY7" fmla="*/ 120490 h 141753"/>
              <a:gd name="csX8" fmla="*/ 63800 w 141778"/>
              <a:gd name="csY8" fmla="*/ 113413 h 141753"/>
              <a:gd name="csX9" fmla="*/ 63800 w 141778"/>
              <a:gd name="csY9" fmla="*/ 109858 h 141753"/>
              <a:gd name="csX10" fmla="*/ 42899 w 141778"/>
              <a:gd name="csY10" fmla="*/ 94395 h 141753"/>
              <a:gd name="csX11" fmla="*/ 47382 w 141778"/>
              <a:gd name="csY11" fmla="*/ 85413 h 141753"/>
              <a:gd name="csX12" fmla="*/ 56350 w 141778"/>
              <a:gd name="csY12" fmla="*/ 89904 h 141753"/>
              <a:gd name="csX13" fmla="*/ 63800 w 141778"/>
              <a:gd name="csY13" fmla="*/ 95687 h 141753"/>
              <a:gd name="csX14" fmla="*/ 76206 w 141778"/>
              <a:gd name="csY14" fmla="*/ 95687 h 141753"/>
              <a:gd name="csX15" fmla="*/ 85067 w 141778"/>
              <a:gd name="csY15" fmla="*/ 86825 h 141753"/>
              <a:gd name="csX16" fmla="*/ 76206 w 141778"/>
              <a:gd name="csY16" fmla="*/ 77962 h 141753"/>
              <a:gd name="csX17" fmla="*/ 67345 w 141778"/>
              <a:gd name="csY17" fmla="*/ 77962 h 141753"/>
              <a:gd name="csX18" fmla="*/ 44306 w 141778"/>
              <a:gd name="csY18" fmla="*/ 54929 h 141753"/>
              <a:gd name="csX19" fmla="*/ 63800 w 141778"/>
              <a:gd name="csY19" fmla="*/ 32202 h 141753"/>
              <a:gd name="csX20" fmla="*/ 63800 w 141778"/>
              <a:gd name="csY20" fmla="*/ 28358 h 141753"/>
              <a:gd name="csX21" fmla="*/ 70889 w 141778"/>
              <a:gd name="csY21" fmla="*/ 21264 h 141753"/>
              <a:gd name="csX22" fmla="*/ 77978 w 141778"/>
              <a:gd name="csY22" fmla="*/ 28358 h 141753"/>
              <a:gd name="csX23" fmla="*/ 77978 w 141778"/>
              <a:gd name="csY23" fmla="*/ 32219 h 141753"/>
              <a:gd name="csX24" fmla="*/ 95335 w 141778"/>
              <a:gd name="csY24" fmla="*/ 47376 h 141753"/>
              <a:gd name="csX25" fmla="*/ 90852 w 141778"/>
              <a:gd name="csY25" fmla="*/ 56341 h 141753"/>
              <a:gd name="csX26" fmla="*/ 81884 w 141778"/>
              <a:gd name="csY26" fmla="*/ 51850 h 141753"/>
              <a:gd name="csX27" fmla="*/ 74434 w 141778"/>
              <a:gd name="csY27" fmla="*/ 46066 h 141753"/>
              <a:gd name="csX28" fmla="*/ 67345 w 141778"/>
              <a:gd name="csY28" fmla="*/ 46066 h 141753"/>
              <a:gd name="csX29" fmla="*/ 58484 w 141778"/>
              <a:gd name="csY29" fmla="*/ 54929 h 141753"/>
              <a:gd name="csX30" fmla="*/ 67345 w 141778"/>
              <a:gd name="csY30" fmla="*/ 63792 h 141753"/>
              <a:gd name="csX31" fmla="*/ 76206 w 141778"/>
              <a:gd name="csY31" fmla="*/ 63792 h 141753"/>
              <a:gd name="csX32" fmla="*/ 99245 w 141778"/>
              <a:gd name="csY32" fmla="*/ 86825 h 141753"/>
              <a:gd name="csX33" fmla="*/ 77978 w 141778"/>
              <a:gd name="csY33" fmla="*/ 109773 h 141753"/>
            </a:gdLst>
            <a:ahLst/>
            <a:cxnLst/>
            <a:rect l="l" t="t" r="r" b="b"/>
            <a:pathLst>
              <a:path w="100000" h="100000">
                <a:moveTo>
                  <a:pt x="50000" y="9"/>
                </a:moveTo>
                <a:cubicBezTo>
                  <a:pt x="22430" y="9"/>
                  <a:pt x="0" y="22434"/>
                  <a:pt x="0" y="50006"/>
                </a:cubicBezTo>
                <a:cubicBezTo>
                  <a:pt x="0" y="77567"/>
                  <a:pt x="22430" y="99991"/>
                  <a:pt x="50000" y="99991"/>
                </a:cubicBezTo>
                <a:cubicBezTo>
                  <a:pt x="77571" y="99991"/>
                  <a:pt x="100000" y="77567"/>
                  <a:pt x="100000" y="50006"/>
                </a:cubicBezTo>
                <a:cubicBezTo>
                  <a:pt x="100000" y="22434"/>
                  <a:pt x="77571" y="9"/>
                  <a:pt x="50000" y="9"/>
                </a:cubicBezTo>
                <a:close/>
                <a:moveTo>
                  <a:pt x="55000" y="77435"/>
                </a:moveTo>
                <a:lnTo>
                  <a:pt x="55000" y="80002"/>
                </a:lnTo>
                <a:cubicBezTo>
                  <a:pt x="55000" y="82762"/>
                  <a:pt x="52760" y="84994"/>
                  <a:pt x="50000" y="84994"/>
                </a:cubicBezTo>
                <a:cubicBezTo>
                  <a:pt x="47240" y="84994"/>
                  <a:pt x="45000" y="82762"/>
                  <a:pt x="45000" y="80002"/>
                </a:cubicBezTo>
                <a:lnTo>
                  <a:pt x="45000" y="77495"/>
                </a:lnTo>
                <a:cubicBezTo>
                  <a:pt x="37370" y="77495"/>
                  <a:pt x="32010" y="71843"/>
                  <a:pt x="30258" y="66588"/>
                </a:cubicBezTo>
                <a:cubicBezTo>
                  <a:pt x="29385" y="63960"/>
                  <a:pt x="30800" y="61128"/>
                  <a:pt x="33420" y="60253"/>
                </a:cubicBezTo>
                <a:cubicBezTo>
                  <a:pt x="36030" y="59377"/>
                  <a:pt x="38873" y="60805"/>
                  <a:pt x="39745" y="63421"/>
                </a:cubicBezTo>
                <a:cubicBezTo>
                  <a:pt x="40290" y="65052"/>
                  <a:pt x="42140" y="67500"/>
                  <a:pt x="45000" y="67500"/>
                </a:cubicBezTo>
                <a:lnTo>
                  <a:pt x="53750" y="67500"/>
                </a:lnTo>
                <a:cubicBezTo>
                  <a:pt x="57195" y="67500"/>
                  <a:pt x="60000" y="64692"/>
                  <a:pt x="60000" y="61249"/>
                </a:cubicBezTo>
                <a:cubicBezTo>
                  <a:pt x="60000" y="57806"/>
                  <a:pt x="57195" y="54998"/>
                  <a:pt x="53750" y="54998"/>
                </a:cubicBezTo>
                <a:lnTo>
                  <a:pt x="47500" y="54998"/>
                </a:lnTo>
                <a:cubicBezTo>
                  <a:pt x="38540" y="54998"/>
                  <a:pt x="31250" y="47714"/>
                  <a:pt x="31250" y="38752"/>
                </a:cubicBezTo>
                <a:cubicBezTo>
                  <a:pt x="31250" y="30652"/>
                  <a:pt x="37225" y="23934"/>
                  <a:pt x="45000" y="22722"/>
                </a:cubicBezTo>
                <a:lnTo>
                  <a:pt x="45000" y="20011"/>
                </a:lnTo>
                <a:cubicBezTo>
                  <a:pt x="45000" y="17251"/>
                  <a:pt x="47240" y="15007"/>
                  <a:pt x="50000" y="15007"/>
                </a:cubicBezTo>
                <a:cubicBezTo>
                  <a:pt x="52760" y="15007"/>
                  <a:pt x="55000" y="17251"/>
                  <a:pt x="55000" y="20011"/>
                </a:cubicBezTo>
                <a:lnTo>
                  <a:pt x="55000" y="22734"/>
                </a:lnTo>
                <a:cubicBezTo>
                  <a:pt x="61290" y="23802"/>
                  <a:pt x="65690" y="28757"/>
                  <a:pt x="67242" y="33424"/>
                </a:cubicBezTo>
                <a:cubicBezTo>
                  <a:pt x="68115" y="36040"/>
                  <a:pt x="66700" y="38872"/>
                  <a:pt x="64080" y="39748"/>
                </a:cubicBezTo>
                <a:cubicBezTo>
                  <a:pt x="61470" y="40624"/>
                  <a:pt x="58630" y="39207"/>
                  <a:pt x="57755" y="36580"/>
                </a:cubicBezTo>
                <a:cubicBezTo>
                  <a:pt x="57210" y="34948"/>
                  <a:pt x="55360" y="32500"/>
                  <a:pt x="52500" y="32500"/>
                </a:cubicBezTo>
                <a:lnTo>
                  <a:pt x="47500" y="32500"/>
                </a:lnTo>
                <a:cubicBezTo>
                  <a:pt x="44055" y="32500"/>
                  <a:pt x="41250" y="35308"/>
                  <a:pt x="41250" y="38752"/>
                </a:cubicBezTo>
                <a:cubicBezTo>
                  <a:pt x="41250" y="42195"/>
                  <a:pt x="44055" y="45003"/>
                  <a:pt x="47500" y="45003"/>
                </a:cubicBezTo>
                <a:lnTo>
                  <a:pt x="53750" y="45003"/>
                </a:lnTo>
                <a:cubicBezTo>
                  <a:pt x="62710" y="45003"/>
                  <a:pt x="70000" y="52286"/>
                  <a:pt x="70000" y="61249"/>
                </a:cubicBezTo>
                <a:cubicBezTo>
                  <a:pt x="70000" y="69792"/>
                  <a:pt x="63378" y="76799"/>
                  <a:pt x="55000" y="7743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8" name="Белый — SVG 10">
            <a:extLst>
              <a:ext uri="{FF2B5EF4-FFF2-40B4-BE49-F238E27FC236}">
                <a16:creationId xmlns:a16="http://schemas.microsoft.com/office/drawing/2014/main" id="{90553687-82AF-E744-9524-DE012E4E25A4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125831 w 148867"/>
              <a:gd name="csY0" fmla="*/ 0 h 106319"/>
              <a:gd name="csX1" fmla="*/ 23036 w 148867"/>
              <a:gd name="csY1" fmla="*/ 0 h 106319"/>
              <a:gd name="csX2" fmla="*/ 0 w 148867"/>
              <a:gd name="csY2" fmla="*/ 23033 h 106319"/>
              <a:gd name="csX3" fmla="*/ 0 w 148867"/>
              <a:gd name="csY3" fmla="*/ 83286 h 106319"/>
              <a:gd name="csX4" fmla="*/ 23036 w 148867"/>
              <a:gd name="csY4" fmla="*/ 106319 h 106319"/>
              <a:gd name="csX5" fmla="*/ 125831 w 148867"/>
              <a:gd name="csY5" fmla="*/ 106319 h 106319"/>
              <a:gd name="csX6" fmla="*/ 148867 w 148867"/>
              <a:gd name="csY6" fmla="*/ 83286 h 106319"/>
              <a:gd name="csX7" fmla="*/ 148867 w 148867"/>
              <a:gd name="csY7" fmla="*/ 23033 h 106319"/>
              <a:gd name="csX8" fmla="*/ 125831 w 148867"/>
              <a:gd name="csY8" fmla="*/ 0 h 106319"/>
              <a:gd name="csX9" fmla="*/ 37208 w 148867"/>
              <a:gd name="csY9" fmla="*/ 77962 h 106319"/>
              <a:gd name="csX10" fmla="*/ 26575 w 148867"/>
              <a:gd name="csY10" fmla="*/ 77962 h 106319"/>
              <a:gd name="csX11" fmla="*/ 21267 w 148867"/>
              <a:gd name="csY11" fmla="*/ 72654 h 106319"/>
              <a:gd name="csX12" fmla="*/ 26575 w 148867"/>
              <a:gd name="csY12" fmla="*/ 67330 h 106319"/>
              <a:gd name="csX13" fmla="*/ 37208 w 148867"/>
              <a:gd name="csY13" fmla="*/ 67330 h 106319"/>
              <a:gd name="csX14" fmla="*/ 42534 w 148867"/>
              <a:gd name="csY14" fmla="*/ 72654 h 106319"/>
              <a:gd name="csX15" fmla="*/ 37208 w 148867"/>
              <a:gd name="csY15" fmla="*/ 77962 h 106319"/>
              <a:gd name="csX16" fmla="*/ 42534 w 148867"/>
              <a:gd name="csY16" fmla="*/ 53160 h 106319"/>
              <a:gd name="csX17" fmla="*/ 28361 w 148867"/>
              <a:gd name="csY17" fmla="*/ 53160 h 106319"/>
              <a:gd name="csX18" fmla="*/ 21267 w 148867"/>
              <a:gd name="csY18" fmla="*/ 46066 h 106319"/>
              <a:gd name="csX19" fmla="*/ 21267 w 148867"/>
              <a:gd name="csY19" fmla="*/ 38990 h 106319"/>
              <a:gd name="csX20" fmla="*/ 28361 w 148867"/>
              <a:gd name="csY20" fmla="*/ 31896 h 106319"/>
              <a:gd name="csX21" fmla="*/ 42534 w 148867"/>
              <a:gd name="csY21" fmla="*/ 31896 h 106319"/>
              <a:gd name="csX22" fmla="*/ 49628 w 148867"/>
              <a:gd name="csY22" fmla="*/ 38990 h 106319"/>
              <a:gd name="csX23" fmla="*/ 49628 w 148867"/>
              <a:gd name="csY23" fmla="*/ 46066 h 106319"/>
              <a:gd name="csX24" fmla="*/ 42534 w 148867"/>
              <a:gd name="csY24" fmla="*/ 53160 h 106319"/>
              <a:gd name="csX25" fmla="*/ 65570 w 148867"/>
              <a:gd name="csY25" fmla="*/ 77962 h 106319"/>
              <a:gd name="csX26" fmla="*/ 54936 w 148867"/>
              <a:gd name="csY26" fmla="*/ 77962 h 106319"/>
              <a:gd name="csX27" fmla="*/ 49628 w 148867"/>
              <a:gd name="csY27" fmla="*/ 72654 h 106319"/>
              <a:gd name="csX28" fmla="*/ 54936 w 148867"/>
              <a:gd name="csY28" fmla="*/ 67330 h 106319"/>
              <a:gd name="csX29" fmla="*/ 65570 w 148867"/>
              <a:gd name="csY29" fmla="*/ 67330 h 106319"/>
              <a:gd name="csX30" fmla="*/ 70895 w 148867"/>
              <a:gd name="csY30" fmla="*/ 72654 h 106319"/>
              <a:gd name="csX31" fmla="*/ 65570 w 148867"/>
              <a:gd name="csY31" fmla="*/ 77962 h 106319"/>
              <a:gd name="csX32" fmla="*/ 93931 w 148867"/>
              <a:gd name="csY32" fmla="*/ 77962 h 106319"/>
              <a:gd name="csX33" fmla="*/ 83298 w 148867"/>
              <a:gd name="csY33" fmla="*/ 77962 h 106319"/>
              <a:gd name="csX34" fmla="*/ 77972 w 148867"/>
              <a:gd name="csY34" fmla="*/ 72654 h 106319"/>
              <a:gd name="csX35" fmla="*/ 83298 w 148867"/>
              <a:gd name="csY35" fmla="*/ 67330 h 106319"/>
              <a:gd name="csX36" fmla="*/ 93931 w 148867"/>
              <a:gd name="csY36" fmla="*/ 67330 h 106319"/>
              <a:gd name="csX37" fmla="*/ 99239 w 148867"/>
              <a:gd name="csY37" fmla="*/ 72654 h 106319"/>
              <a:gd name="csX38" fmla="*/ 93931 w 148867"/>
              <a:gd name="csY38" fmla="*/ 77962 h 106319"/>
              <a:gd name="csX39" fmla="*/ 122275 w 148867"/>
              <a:gd name="csY39" fmla="*/ 77962 h 106319"/>
              <a:gd name="csX40" fmla="*/ 111642 w 148867"/>
              <a:gd name="csY40" fmla="*/ 77962 h 106319"/>
              <a:gd name="csX41" fmla="*/ 106334 w 148867"/>
              <a:gd name="csY41" fmla="*/ 72654 h 106319"/>
              <a:gd name="csX42" fmla="*/ 111642 w 148867"/>
              <a:gd name="csY42" fmla="*/ 67330 h 106319"/>
              <a:gd name="csX43" fmla="*/ 122275 w 148867"/>
              <a:gd name="csY43" fmla="*/ 67330 h 106319"/>
              <a:gd name="csX44" fmla="*/ 127601 w 148867"/>
              <a:gd name="csY44" fmla="*/ 72654 h 106319"/>
              <a:gd name="csX45" fmla="*/ 122275 w 148867"/>
              <a:gd name="csY45" fmla="*/ 77962 h 106319"/>
            </a:gdLst>
            <a:ahLst/>
            <a:cxnLst/>
            <a:rect l="l" t="t" r="r" b="b"/>
            <a:pathLst>
              <a:path w="100000" h="100000">
                <a:moveTo>
                  <a:pt x="84526" y="14291"/>
                </a:moveTo>
                <a:lnTo>
                  <a:pt x="15474" y="14291"/>
                </a:lnTo>
                <a:cubicBezTo>
                  <a:pt x="6937" y="14291"/>
                  <a:pt x="0" y="21227"/>
                  <a:pt x="0" y="29763"/>
                </a:cubicBezTo>
                <a:lnTo>
                  <a:pt x="0" y="70237"/>
                </a:lnTo>
                <a:cubicBezTo>
                  <a:pt x="0" y="78762"/>
                  <a:pt x="6937" y="85709"/>
                  <a:pt x="15474" y="85709"/>
                </a:cubicBezTo>
                <a:lnTo>
                  <a:pt x="84526" y="85709"/>
                </a:lnTo>
                <a:cubicBezTo>
                  <a:pt x="93052" y="85709"/>
                  <a:pt x="100000" y="78762"/>
                  <a:pt x="100000" y="70237"/>
                </a:cubicBezTo>
                <a:lnTo>
                  <a:pt x="100000" y="29763"/>
                </a:lnTo>
                <a:cubicBezTo>
                  <a:pt x="100000" y="21227"/>
                  <a:pt x="93052" y="14291"/>
                  <a:pt x="84526" y="14291"/>
                </a:cubicBezTo>
                <a:close/>
                <a:moveTo>
                  <a:pt x="24994" y="66661"/>
                </a:moveTo>
                <a:lnTo>
                  <a:pt x="17852" y="66661"/>
                </a:lnTo>
                <a:cubicBezTo>
                  <a:pt x="15886" y="66661"/>
                  <a:pt x="14286" y="65072"/>
                  <a:pt x="14286" y="63095"/>
                </a:cubicBezTo>
                <a:cubicBezTo>
                  <a:pt x="14286" y="61118"/>
                  <a:pt x="15886" y="59519"/>
                  <a:pt x="17852" y="59519"/>
                </a:cubicBezTo>
                <a:lnTo>
                  <a:pt x="24994" y="59519"/>
                </a:lnTo>
                <a:cubicBezTo>
                  <a:pt x="26972" y="59519"/>
                  <a:pt x="28572" y="61118"/>
                  <a:pt x="28572" y="63095"/>
                </a:cubicBezTo>
                <a:cubicBezTo>
                  <a:pt x="28572" y="65072"/>
                  <a:pt x="26972" y="66661"/>
                  <a:pt x="24994" y="66661"/>
                </a:cubicBezTo>
                <a:close/>
                <a:moveTo>
                  <a:pt x="28572" y="50000"/>
                </a:moveTo>
                <a:lnTo>
                  <a:pt x="19051" y="50000"/>
                </a:lnTo>
                <a:cubicBezTo>
                  <a:pt x="16411" y="50000"/>
                  <a:pt x="14286" y="47875"/>
                  <a:pt x="14286" y="45235"/>
                </a:cubicBezTo>
                <a:lnTo>
                  <a:pt x="14286" y="40482"/>
                </a:lnTo>
                <a:cubicBezTo>
                  <a:pt x="14286" y="37842"/>
                  <a:pt x="16411" y="35716"/>
                  <a:pt x="19051" y="35716"/>
                </a:cubicBezTo>
                <a:lnTo>
                  <a:pt x="28572" y="35716"/>
                </a:lnTo>
                <a:cubicBezTo>
                  <a:pt x="31200" y="35716"/>
                  <a:pt x="33337" y="37842"/>
                  <a:pt x="33337" y="40482"/>
                </a:cubicBezTo>
                <a:lnTo>
                  <a:pt x="33337" y="45235"/>
                </a:lnTo>
                <a:cubicBezTo>
                  <a:pt x="33337" y="47875"/>
                  <a:pt x="31200" y="50000"/>
                  <a:pt x="28572" y="50000"/>
                </a:cubicBezTo>
                <a:close/>
                <a:moveTo>
                  <a:pt x="44046" y="66661"/>
                </a:moveTo>
                <a:lnTo>
                  <a:pt x="36903" y="66661"/>
                </a:lnTo>
                <a:cubicBezTo>
                  <a:pt x="34937" y="66661"/>
                  <a:pt x="33337" y="65072"/>
                  <a:pt x="33337" y="63095"/>
                </a:cubicBezTo>
                <a:cubicBezTo>
                  <a:pt x="33337" y="61118"/>
                  <a:pt x="34937" y="59519"/>
                  <a:pt x="36903" y="59519"/>
                </a:cubicBezTo>
                <a:lnTo>
                  <a:pt x="44046" y="59519"/>
                </a:lnTo>
                <a:cubicBezTo>
                  <a:pt x="46023" y="59519"/>
                  <a:pt x="47623" y="61118"/>
                  <a:pt x="47623" y="63095"/>
                </a:cubicBezTo>
                <a:cubicBezTo>
                  <a:pt x="47623" y="65072"/>
                  <a:pt x="46023" y="66661"/>
                  <a:pt x="44046" y="66661"/>
                </a:cubicBezTo>
                <a:close/>
                <a:moveTo>
                  <a:pt x="63097" y="66661"/>
                </a:moveTo>
                <a:lnTo>
                  <a:pt x="55955" y="66661"/>
                </a:lnTo>
                <a:cubicBezTo>
                  <a:pt x="53977" y="66661"/>
                  <a:pt x="52377" y="65072"/>
                  <a:pt x="52377" y="63095"/>
                </a:cubicBezTo>
                <a:cubicBezTo>
                  <a:pt x="52377" y="61118"/>
                  <a:pt x="53977" y="59519"/>
                  <a:pt x="55955" y="59519"/>
                </a:cubicBezTo>
                <a:lnTo>
                  <a:pt x="63097" y="59519"/>
                </a:lnTo>
                <a:cubicBezTo>
                  <a:pt x="65063" y="59519"/>
                  <a:pt x="66663" y="61118"/>
                  <a:pt x="66663" y="63095"/>
                </a:cubicBezTo>
                <a:cubicBezTo>
                  <a:pt x="66663" y="65072"/>
                  <a:pt x="65063" y="66661"/>
                  <a:pt x="63097" y="66661"/>
                </a:cubicBezTo>
                <a:close/>
                <a:moveTo>
                  <a:pt x="82137" y="66661"/>
                </a:moveTo>
                <a:lnTo>
                  <a:pt x="74994" y="66661"/>
                </a:lnTo>
                <a:cubicBezTo>
                  <a:pt x="73029" y="66661"/>
                  <a:pt x="71429" y="65072"/>
                  <a:pt x="71429" y="63095"/>
                </a:cubicBezTo>
                <a:cubicBezTo>
                  <a:pt x="71429" y="61118"/>
                  <a:pt x="73029" y="59519"/>
                  <a:pt x="74994" y="59519"/>
                </a:cubicBezTo>
                <a:lnTo>
                  <a:pt x="82137" y="59519"/>
                </a:lnTo>
                <a:cubicBezTo>
                  <a:pt x="84115" y="59519"/>
                  <a:pt x="85715" y="61118"/>
                  <a:pt x="85715" y="63095"/>
                </a:cubicBezTo>
                <a:cubicBezTo>
                  <a:pt x="85715" y="65072"/>
                  <a:pt x="84115" y="66661"/>
                  <a:pt x="82137" y="6666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9" name="Белый — SVG 11">
            <a:extLst>
              <a:ext uri="{FF2B5EF4-FFF2-40B4-BE49-F238E27FC236}">
                <a16:creationId xmlns:a16="http://schemas.microsoft.com/office/drawing/2014/main" id="{113F6FFF-8827-334D-89A0-A34CCF5563E7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42534 w 141772"/>
              <a:gd name="csY0" fmla="*/ 0 h 141753"/>
              <a:gd name="csX1" fmla="*/ 0 w 141772"/>
              <a:gd name="csY1" fmla="*/ 42528 h 141753"/>
              <a:gd name="csX2" fmla="*/ 42534 w 141772"/>
              <a:gd name="csY2" fmla="*/ 85056 h 141753"/>
              <a:gd name="csX3" fmla="*/ 48131 w 141772"/>
              <a:gd name="csY3" fmla="*/ 84664 h 141753"/>
              <a:gd name="csX4" fmla="*/ 84676 w 141772"/>
              <a:gd name="csY4" fmla="*/ 48124 h 141753"/>
              <a:gd name="csX5" fmla="*/ 85067 w 141772"/>
              <a:gd name="csY5" fmla="*/ 42528 h 141753"/>
              <a:gd name="csX6" fmla="*/ 42534 w 141772"/>
              <a:gd name="csY6" fmla="*/ 0 h 141753"/>
              <a:gd name="csX7" fmla="*/ 109294 w 141772"/>
              <a:gd name="csY7" fmla="*/ 0 h 141753"/>
              <a:gd name="csX8" fmla="*/ 106368 w 141772"/>
              <a:gd name="csY8" fmla="*/ 1208 h 141753"/>
              <a:gd name="csX9" fmla="*/ 98099 w 141772"/>
              <a:gd name="csY9" fmla="*/ 9475 h 141753"/>
              <a:gd name="csX10" fmla="*/ 98099 w 141772"/>
              <a:gd name="csY10" fmla="*/ 15327 h 141753"/>
              <a:gd name="csX11" fmla="*/ 106368 w 141772"/>
              <a:gd name="csY11" fmla="*/ 23594 h 141753"/>
              <a:gd name="csX12" fmla="*/ 110876 w 141772"/>
              <a:gd name="csY12" fmla="*/ 24496 h 141753"/>
              <a:gd name="csX13" fmla="*/ 113428 w 141772"/>
              <a:gd name="csY13" fmla="*/ 20669 h 141753"/>
              <a:gd name="csX14" fmla="*/ 113428 w 141772"/>
              <a:gd name="csY14" fmla="*/ 17726 h 141753"/>
              <a:gd name="csX15" fmla="*/ 115198 w 141772"/>
              <a:gd name="csY15" fmla="*/ 17726 h 141753"/>
              <a:gd name="csX16" fmla="*/ 124062 w 141772"/>
              <a:gd name="csY16" fmla="*/ 26571 h 141753"/>
              <a:gd name="csX17" fmla="*/ 124062 w 141772"/>
              <a:gd name="csY17" fmla="*/ 33665 h 141753"/>
              <a:gd name="csX18" fmla="*/ 124436 w 141772"/>
              <a:gd name="csY18" fmla="*/ 35723 h 141753"/>
              <a:gd name="csX19" fmla="*/ 125593 w 141772"/>
              <a:gd name="csY19" fmla="*/ 37476 h 141753"/>
              <a:gd name="csX20" fmla="*/ 127328 w 141772"/>
              <a:gd name="csY20" fmla="*/ 38649 h 141753"/>
              <a:gd name="csX21" fmla="*/ 129370 w 141772"/>
              <a:gd name="csY21" fmla="*/ 39057 h 141753"/>
              <a:gd name="csX22" fmla="*/ 131429 w 141772"/>
              <a:gd name="csY22" fmla="*/ 38649 h 141753"/>
              <a:gd name="csX23" fmla="*/ 133164 w 141772"/>
              <a:gd name="csY23" fmla="*/ 37476 h 141753"/>
              <a:gd name="csX24" fmla="*/ 134304 w 141772"/>
              <a:gd name="csY24" fmla="*/ 35723 h 141753"/>
              <a:gd name="csX25" fmla="*/ 134695 w 141772"/>
              <a:gd name="csY25" fmla="*/ 33665 h 141753"/>
              <a:gd name="csX26" fmla="*/ 134695 w 141772"/>
              <a:gd name="csY26" fmla="*/ 26571 h 141753"/>
              <a:gd name="csX27" fmla="*/ 115198 w 141772"/>
              <a:gd name="csY27" fmla="*/ 7094 h 141753"/>
              <a:gd name="csX28" fmla="*/ 113428 w 141772"/>
              <a:gd name="csY28" fmla="*/ 7094 h 141753"/>
              <a:gd name="csX29" fmla="*/ 113428 w 141772"/>
              <a:gd name="csY29" fmla="*/ 4134 h 141753"/>
              <a:gd name="csX30" fmla="*/ 110876 w 141772"/>
              <a:gd name="csY30" fmla="*/ 323 h 141753"/>
              <a:gd name="csX31" fmla="*/ 109294 w 141772"/>
              <a:gd name="csY31" fmla="*/ 0 h 141753"/>
              <a:gd name="csX32" fmla="*/ 42534 w 141772"/>
              <a:gd name="csY32" fmla="*/ 20379 h 141753"/>
              <a:gd name="csX33" fmla="*/ 59938 w 141772"/>
              <a:gd name="csY33" fmla="*/ 32457 h 141753"/>
              <a:gd name="csX34" fmla="*/ 57488 w 141772"/>
              <a:gd name="csY34" fmla="*/ 38241 h 141753"/>
              <a:gd name="csX35" fmla="*/ 51721 w 141772"/>
              <a:gd name="csY35" fmla="*/ 35791 h 141753"/>
              <a:gd name="csX36" fmla="*/ 42534 w 141772"/>
              <a:gd name="csY36" fmla="*/ 29242 h 141753"/>
              <a:gd name="csX37" fmla="*/ 33380 w 141772"/>
              <a:gd name="csY37" fmla="*/ 38105 h 141753"/>
              <a:gd name="csX38" fmla="*/ 38110 w 141772"/>
              <a:gd name="csY38" fmla="*/ 38105 h 141753"/>
              <a:gd name="csX39" fmla="*/ 42534 w 141772"/>
              <a:gd name="csY39" fmla="*/ 42528 h 141753"/>
              <a:gd name="csX40" fmla="*/ 38110 w 141772"/>
              <a:gd name="csY40" fmla="*/ 46951 h 141753"/>
              <a:gd name="csX41" fmla="*/ 33380 w 141772"/>
              <a:gd name="csY41" fmla="*/ 46951 h 141753"/>
              <a:gd name="csX42" fmla="*/ 42534 w 141772"/>
              <a:gd name="csY42" fmla="*/ 55814 h 141753"/>
              <a:gd name="csX43" fmla="*/ 51721 w 141772"/>
              <a:gd name="csY43" fmla="*/ 49264 h 141753"/>
              <a:gd name="csX44" fmla="*/ 57488 w 141772"/>
              <a:gd name="csY44" fmla="*/ 46815 h 141753"/>
              <a:gd name="csX45" fmla="*/ 59938 w 141772"/>
              <a:gd name="csY45" fmla="*/ 52598 h 141753"/>
              <a:gd name="csX46" fmla="*/ 42534 w 141772"/>
              <a:gd name="csY46" fmla="*/ 64676 h 141753"/>
              <a:gd name="csX47" fmla="*/ 24312 w 141772"/>
              <a:gd name="csY47" fmla="*/ 46951 h 141753"/>
              <a:gd name="csX48" fmla="*/ 22151 w 141772"/>
              <a:gd name="csY48" fmla="*/ 46951 h 141753"/>
              <a:gd name="csX49" fmla="*/ 17728 w 141772"/>
              <a:gd name="csY49" fmla="*/ 42528 h 141753"/>
              <a:gd name="csX50" fmla="*/ 22151 w 141772"/>
              <a:gd name="csY50" fmla="*/ 38105 h 141753"/>
              <a:gd name="csX51" fmla="*/ 24312 w 141772"/>
              <a:gd name="csY51" fmla="*/ 38105 h 141753"/>
              <a:gd name="csX52" fmla="*/ 42534 w 141772"/>
              <a:gd name="csY52" fmla="*/ 20379 h 141753"/>
              <a:gd name="csX53" fmla="*/ 99239 w 141772"/>
              <a:gd name="csY53" fmla="*/ 56698 h 141753"/>
              <a:gd name="csX54" fmla="*/ 56706 w 141772"/>
              <a:gd name="csY54" fmla="*/ 99226 h 141753"/>
              <a:gd name="csX55" fmla="*/ 99239 w 141772"/>
              <a:gd name="csY55" fmla="*/ 141753 h 141753"/>
              <a:gd name="csX56" fmla="*/ 141773 w 141772"/>
              <a:gd name="csY56" fmla="*/ 99226 h 141753"/>
              <a:gd name="csX57" fmla="*/ 99239 w 141772"/>
              <a:gd name="csY57" fmla="*/ 56698 h 141753"/>
              <a:gd name="csX58" fmla="*/ 99239 w 141772"/>
              <a:gd name="csY58" fmla="*/ 71055 h 141753"/>
              <a:gd name="csX59" fmla="*/ 103680 w 141772"/>
              <a:gd name="csY59" fmla="*/ 75495 h 141753"/>
              <a:gd name="csX60" fmla="*/ 103680 w 141772"/>
              <a:gd name="csY60" fmla="*/ 78098 h 141753"/>
              <a:gd name="csX61" fmla="*/ 112748 w 141772"/>
              <a:gd name="csY61" fmla="*/ 83610 h 141753"/>
              <a:gd name="csX62" fmla="*/ 111336 w 141772"/>
              <a:gd name="csY62" fmla="*/ 89700 h 141753"/>
              <a:gd name="csX63" fmla="*/ 105228 w 141772"/>
              <a:gd name="csY63" fmla="*/ 88288 h 141753"/>
              <a:gd name="csX64" fmla="*/ 101910 w 141772"/>
              <a:gd name="csY64" fmla="*/ 86825 h 141753"/>
              <a:gd name="csX65" fmla="*/ 97266 w 141772"/>
              <a:gd name="csY65" fmla="*/ 86825 h 141753"/>
              <a:gd name="csX66" fmla="*/ 93046 w 141772"/>
              <a:gd name="csY66" fmla="*/ 90788 h 141753"/>
              <a:gd name="csX67" fmla="*/ 97266 w 141772"/>
              <a:gd name="csY67" fmla="*/ 94803 h 141753"/>
              <a:gd name="csX68" fmla="*/ 102115 w 141772"/>
              <a:gd name="csY68" fmla="*/ 94803 h 141753"/>
              <a:gd name="csX69" fmla="*/ 115198 w 141772"/>
              <a:gd name="csY69" fmla="*/ 107663 h 141753"/>
              <a:gd name="csX70" fmla="*/ 103680 w 141772"/>
              <a:gd name="csY70" fmla="*/ 120354 h 141753"/>
              <a:gd name="csX71" fmla="*/ 103680 w 141772"/>
              <a:gd name="csY71" fmla="*/ 122973 h 141753"/>
              <a:gd name="csX72" fmla="*/ 99239 w 141772"/>
              <a:gd name="csY72" fmla="*/ 127396 h 141753"/>
              <a:gd name="csX73" fmla="*/ 94816 w 141772"/>
              <a:gd name="csY73" fmla="*/ 122973 h 141753"/>
              <a:gd name="csX74" fmla="*/ 94816 w 141772"/>
              <a:gd name="csY74" fmla="*/ 120422 h 141753"/>
              <a:gd name="csX75" fmla="*/ 84046 w 141772"/>
              <a:gd name="csY75" fmla="*/ 114961 h 141753"/>
              <a:gd name="csX76" fmla="*/ 85288 w 141772"/>
              <a:gd name="csY76" fmla="*/ 108837 h 141753"/>
              <a:gd name="csX77" fmla="*/ 91379 w 141772"/>
              <a:gd name="csY77" fmla="*/ 109994 h 141753"/>
              <a:gd name="csX78" fmla="*/ 95836 w 141772"/>
              <a:gd name="csY78" fmla="*/ 111627 h 141753"/>
              <a:gd name="csX79" fmla="*/ 102115 w 141772"/>
              <a:gd name="csY79" fmla="*/ 111627 h 141753"/>
              <a:gd name="csX80" fmla="*/ 106334 w 141772"/>
              <a:gd name="csY80" fmla="*/ 107663 h 141753"/>
              <a:gd name="csX81" fmla="*/ 102115 w 141772"/>
              <a:gd name="csY81" fmla="*/ 103666 h 141753"/>
              <a:gd name="csX82" fmla="*/ 97266 w 141772"/>
              <a:gd name="csY82" fmla="*/ 103666 h 141753"/>
              <a:gd name="csX83" fmla="*/ 84182 w 141772"/>
              <a:gd name="csY83" fmla="*/ 90788 h 141753"/>
              <a:gd name="csX84" fmla="*/ 94816 w 141772"/>
              <a:gd name="csY84" fmla="*/ 78217 h 141753"/>
              <a:gd name="csX85" fmla="*/ 94816 w 141772"/>
              <a:gd name="csY85" fmla="*/ 75495 h 141753"/>
              <a:gd name="csX86" fmla="*/ 99239 w 141772"/>
              <a:gd name="csY86" fmla="*/ 71055 h 141753"/>
              <a:gd name="csX87" fmla="*/ 12318 w 141772"/>
              <a:gd name="csY87" fmla="*/ 102696 h 141753"/>
              <a:gd name="csX88" fmla="*/ 8592 w 141772"/>
              <a:gd name="csY88" fmla="*/ 104312 h 141753"/>
              <a:gd name="csX89" fmla="*/ 7095 w 141772"/>
              <a:gd name="csY89" fmla="*/ 108089 h 141753"/>
              <a:gd name="csX90" fmla="*/ 7095 w 141772"/>
              <a:gd name="csY90" fmla="*/ 115182 h 141753"/>
              <a:gd name="csX91" fmla="*/ 26575 w 141772"/>
              <a:gd name="csY91" fmla="*/ 134677 h 141753"/>
              <a:gd name="csX92" fmla="*/ 28361 w 141772"/>
              <a:gd name="csY92" fmla="*/ 134677 h 141753"/>
              <a:gd name="csX93" fmla="*/ 28361 w 141772"/>
              <a:gd name="csY93" fmla="*/ 137620 h 141753"/>
              <a:gd name="csX94" fmla="*/ 30913 w 141772"/>
              <a:gd name="csY94" fmla="*/ 141447 h 141753"/>
              <a:gd name="csX95" fmla="*/ 32496 w 141772"/>
              <a:gd name="csY95" fmla="*/ 141753 h 141753"/>
              <a:gd name="csX96" fmla="*/ 35405 w 141772"/>
              <a:gd name="csY96" fmla="*/ 140546 h 141753"/>
              <a:gd name="csX97" fmla="*/ 43691 w 141772"/>
              <a:gd name="csY97" fmla="*/ 132278 h 141753"/>
              <a:gd name="csX98" fmla="*/ 43691 w 141772"/>
              <a:gd name="csY98" fmla="*/ 126426 h 141753"/>
              <a:gd name="csX99" fmla="*/ 35405 w 141772"/>
              <a:gd name="csY99" fmla="*/ 118159 h 141753"/>
              <a:gd name="csX100" fmla="*/ 30913 w 141772"/>
              <a:gd name="csY100" fmla="*/ 117274 h 141753"/>
              <a:gd name="csX101" fmla="*/ 28361 w 141772"/>
              <a:gd name="csY101" fmla="*/ 121085 h 141753"/>
              <a:gd name="csX102" fmla="*/ 28361 w 141772"/>
              <a:gd name="csY102" fmla="*/ 124045 h 141753"/>
              <a:gd name="csX103" fmla="*/ 26575 w 141772"/>
              <a:gd name="csY103" fmla="*/ 124045 h 141753"/>
              <a:gd name="csX104" fmla="*/ 17728 w 141772"/>
              <a:gd name="csY104" fmla="*/ 115182 h 141753"/>
              <a:gd name="csX105" fmla="*/ 17728 w 141772"/>
              <a:gd name="csY105" fmla="*/ 108089 h 141753"/>
              <a:gd name="csX106" fmla="*/ 17337 w 141772"/>
              <a:gd name="csY106" fmla="*/ 106013 h 141753"/>
              <a:gd name="csX107" fmla="*/ 16163 w 141772"/>
              <a:gd name="csY107" fmla="*/ 104261 h 141753"/>
              <a:gd name="csX108" fmla="*/ 14393 w 141772"/>
              <a:gd name="csY108" fmla="*/ 103087 h 141753"/>
              <a:gd name="csX109" fmla="*/ 12318 w 141772"/>
              <a:gd name="csY109" fmla="*/ 102696 h 141753"/>
            </a:gdLst>
            <a:ahLst/>
            <a:cxnLst/>
            <a:rect l="l" t="t" r="r" b="b"/>
            <a:pathLst>
              <a:path w="100000" h="100000">
                <a:moveTo>
                  <a:pt x="30002" y="7"/>
                </a:moveTo>
                <a:cubicBezTo>
                  <a:pt x="13429" y="7"/>
                  <a:pt x="0" y="13433"/>
                  <a:pt x="0" y="30004"/>
                </a:cubicBezTo>
                <a:cubicBezTo>
                  <a:pt x="0" y="46574"/>
                  <a:pt x="13429" y="60002"/>
                  <a:pt x="30002" y="60002"/>
                </a:cubicBezTo>
                <a:cubicBezTo>
                  <a:pt x="31345" y="60002"/>
                  <a:pt x="32653" y="59929"/>
                  <a:pt x="33950" y="59725"/>
                </a:cubicBezTo>
                <a:cubicBezTo>
                  <a:pt x="37478" y="47307"/>
                  <a:pt x="47306" y="37480"/>
                  <a:pt x="59727" y="33951"/>
                </a:cubicBezTo>
                <a:cubicBezTo>
                  <a:pt x="59931" y="32656"/>
                  <a:pt x="60003" y="31348"/>
                  <a:pt x="60003" y="30004"/>
                </a:cubicBezTo>
                <a:cubicBezTo>
                  <a:pt x="60003" y="13433"/>
                  <a:pt x="46574" y="7"/>
                  <a:pt x="30002" y="7"/>
                </a:cubicBezTo>
                <a:close/>
                <a:moveTo>
                  <a:pt x="77091" y="7"/>
                </a:moveTo>
                <a:cubicBezTo>
                  <a:pt x="76323" y="7"/>
                  <a:pt x="75579" y="306"/>
                  <a:pt x="75028" y="859"/>
                </a:cubicBezTo>
                <a:lnTo>
                  <a:pt x="69195" y="6690"/>
                </a:lnTo>
                <a:cubicBezTo>
                  <a:pt x="68055" y="7830"/>
                  <a:pt x="68055" y="9678"/>
                  <a:pt x="69195" y="10818"/>
                </a:cubicBezTo>
                <a:lnTo>
                  <a:pt x="75028" y="16649"/>
                </a:lnTo>
                <a:cubicBezTo>
                  <a:pt x="75856" y="17489"/>
                  <a:pt x="77103" y="17729"/>
                  <a:pt x="78207" y="17285"/>
                </a:cubicBezTo>
                <a:cubicBezTo>
                  <a:pt x="79288" y="16829"/>
                  <a:pt x="80007" y="15762"/>
                  <a:pt x="80007" y="14586"/>
                </a:cubicBezTo>
                <a:lnTo>
                  <a:pt x="80007" y="12510"/>
                </a:lnTo>
                <a:lnTo>
                  <a:pt x="81256" y="12510"/>
                </a:lnTo>
                <a:cubicBezTo>
                  <a:pt x="84748" y="12510"/>
                  <a:pt x="87508" y="15257"/>
                  <a:pt x="87508" y="18749"/>
                </a:cubicBezTo>
                <a:lnTo>
                  <a:pt x="87508" y="23753"/>
                </a:lnTo>
                <a:cubicBezTo>
                  <a:pt x="87496" y="24256"/>
                  <a:pt x="87592" y="24749"/>
                  <a:pt x="87772" y="25204"/>
                </a:cubicBezTo>
                <a:cubicBezTo>
                  <a:pt x="87964" y="25673"/>
                  <a:pt x="88240" y="26092"/>
                  <a:pt x="88588" y="26441"/>
                </a:cubicBezTo>
                <a:cubicBezTo>
                  <a:pt x="88936" y="26800"/>
                  <a:pt x="89344" y="27076"/>
                  <a:pt x="89812" y="27268"/>
                </a:cubicBezTo>
                <a:cubicBezTo>
                  <a:pt x="90268" y="27460"/>
                  <a:pt x="90760" y="27556"/>
                  <a:pt x="91252" y="27556"/>
                </a:cubicBezTo>
                <a:cubicBezTo>
                  <a:pt x="91756" y="27556"/>
                  <a:pt x="92248" y="27460"/>
                  <a:pt x="92704" y="27268"/>
                </a:cubicBezTo>
                <a:cubicBezTo>
                  <a:pt x="93160" y="27076"/>
                  <a:pt x="93581" y="26800"/>
                  <a:pt x="93928" y="26441"/>
                </a:cubicBezTo>
                <a:cubicBezTo>
                  <a:pt x="94276" y="26092"/>
                  <a:pt x="94553" y="25673"/>
                  <a:pt x="94732" y="25204"/>
                </a:cubicBezTo>
                <a:cubicBezTo>
                  <a:pt x="94924" y="24749"/>
                  <a:pt x="95008" y="24256"/>
                  <a:pt x="95008" y="23753"/>
                </a:cubicBezTo>
                <a:lnTo>
                  <a:pt x="95008" y="18749"/>
                </a:lnTo>
                <a:cubicBezTo>
                  <a:pt x="95008" y="11201"/>
                  <a:pt x="88804" y="5011"/>
                  <a:pt x="81256" y="5011"/>
                </a:cubicBezTo>
                <a:lnTo>
                  <a:pt x="80007" y="5011"/>
                </a:lnTo>
                <a:lnTo>
                  <a:pt x="80007" y="2923"/>
                </a:lnTo>
                <a:cubicBezTo>
                  <a:pt x="80007" y="1747"/>
                  <a:pt x="79288" y="679"/>
                  <a:pt x="78207" y="235"/>
                </a:cubicBezTo>
                <a:cubicBezTo>
                  <a:pt x="77848" y="79"/>
                  <a:pt x="77464" y="7"/>
                  <a:pt x="77091" y="7"/>
                </a:cubicBezTo>
                <a:close/>
                <a:moveTo>
                  <a:pt x="30002" y="14381"/>
                </a:moveTo>
                <a:cubicBezTo>
                  <a:pt x="35498" y="14381"/>
                  <a:pt x="40106" y="17561"/>
                  <a:pt x="42278" y="22901"/>
                </a:cubicBezTo>
                <a:cubicBezTo>
                  <a:pt x="42926" y="24509"/>
                  <a:pt x="42158" y="26332"/>
                  <a:pt x="40550" y="26980"/>
                </a:cubicBezTo>
                <a:cubicBezTo>
                  <a:pt x="38953" y="27629"/>
                  <a:pt x="37153" y="26848"/>
                  <a:pt x="36482" y="25252"/>
                </a:cubicBezTo>
                <a:cubicBezTo>
                  <a:pt x="34850" y="21233"/>
                  <a:pt x="31729" y="20633"/>
                  <a:pt x="30002" y="20633"/>
                </a:cubicBezTo>
                <a:cubicBezTo>
                  <a:pt x="27073" y="20633"/>
                  <a:pt x="24529" y="23285"/>
                  <a:pt x="23545" y="26884"/>
                </a:cubicBezTo>
                <a:lnTo>
                  <a:pt x="26881" y="26884"/>
                </a:lnTo>
                <a:cubicBezTo>
                  <a:pt x="28597" y="26884"/>
                  <a:pt x="30002" y="28276"/>
                  <a:pt x="30002" y="30004"/>
                </a:cubicBezTo>
                <a:cubicBezTo>
                  <a:pt x="30002" y="31732"/>
                  <a:pt x="28597" y="33124"/>
                  <a:pt x="26881" y="33124"/>
                </a:cubicBezTo>
                <a:lnTo>
                  <a:pt x="23545" y="33124"/>
                </a:lnTo>
                <a:cubicBezTo>
                  <a:pt x="24529" y="36723"/>
                  <a:pt x="27073" y="39376"/>
                  <a:pt x="30002" y="39376"/>
                </a:cubicBezTo>
                <a:cubicBezTo>
                  <a:pt x="31729" y="39376"/>
                  <a:pt x="34850" y="38775"/>
                  <a:pt x="36482" y="34755"/>
                </a:cubicBezTo>
                <a:cubicBezTo>
                  <a:pt x="37153" y="33160"/>
                  <a:pt x="38978" y="32380"/>
                  <a:pt x="40550" y="33028"/>
                </a:cubicBezTo>
                <a:cubicBezTo>
                  <a:pt x="42158" y="33676"/>
                  <a:pt x="42926" y="35500"/>
                  <a:pt x="42278" y="37107"/>
                </a:cubicBezTo>
                <a:cubicBezTo>
                  <a:pt x="40106" y="42447"/>
                  <a:pt x="35498" y="45626"/>
                  <a:pt x="30002" y="45626"/>
                </a:cubicBezTo>
                <a:cubicBezTo>
                  <a:pt x="23653" y="45626"/>
                  <a:pt x="18349" y="40251"/>
                  <a:pt x="17149" y="33124"/>
                </a:cubicBezTo>
                <a:lnTo>
                  <a:pt x="15624" y="33124"/>
                </a:lnTo>
                <a:cubicBezTo>
                  <a:pt x="13896" y="33124"/>
                  <a:pt x="12505" y="31732"/>
                  <a:pt x="12505" y="30004"/>
                </a:cubicBezTo>
                <a:cubicBezTo>
                  <a:pt x="12505" y="28276"/>
                  <a:pt x="13896" y="26884"/>
                  <a:pt x="15624" y="26884"/>
                </a:cubicBezTo>
                <a:lnTo>
                  <a:pt x="17149" y="26884"/>
                </a:lnTo>
                <a:cubicBezTo>
                  <a:pt x="18349" y="19757"/>
                  <a:pt x="23653" y="14381"/>
                  <a:pt x="30002" y="14381"/>
                </a:cubicBezTo>
                <a:close/>
                <a:moveTo>
                  <a:pt x="69999" y="39999"/>
                </a:moveTo>
                <a:cubicBezTo>
                  <a:pt x="53427" y="39999"/>
                  <a:pt x="39998" y="53426"/>
                  <a:pt x="39998" y="69997"/>
                </a:cubicBezTo>
                <a:cubicBezTo>
                  <a:pt x="39998" y="86579"/>
                  <a:pt x="53427" y="99993"/>
                  <a:pt x="69999" y="99993"/>
                </a:cubicBezTo>
                <a:cubicBezTo>
                  <a:pt x="86584" y="99993"/>
                  <a:pt x="100001" y="86579"/>
                  <a:pt x="100001" y="69997"/>
                </a:cubicBezTo>
                <a:cubicBezTo>
                  <a:pt x="100001" y="53426"/>
                  <a:pt x="86584" y="39999"/>
                  <a:pt x="69999" y="39999"/>
                </a:cubicBezTo>
                <a:close/>
                <a:moveTo>
                  <a:pt x="69999" y="50126"/>
                </a:moveTo>
                <a:cubicBezTo>
                  <a:pt x="71727" y="50126"/>
                  <a:pt x="73132" y="51530"/>
                  <a:pt x="73132" y="53258"/>
                </a:cubicBezTo>
                <a:lnTo>
                  <a:pt x="73132" y="55094"/>
                </a:lnTo>
                <a:cubicBezTo>
                  <a:pt x="77283" y="55621"/>
                  <a:pt x="79300" y="58597"/>
                  <a:pt x="79528" y="58982"/>
                </a:cubicBezTo>
                <a:cubicBezTo>
                  <a:pt x="80452" y="60421"/>
                  <a:pt x="80007" y="62353"/>
                  <a:pt x="78532" y="63277"/>
                </a:cubicBezTo>
                <a:cubicBezTo>
                  <a:pt x="77079" y="64201"/>
                  <a:pt x="75147" y="63757"/>
                  <a:pt x="74223" y="62281"/>
                </a:cubicBezTo>
                <a:cubicBezTo>
                  <a:pt x="74199" y="62257"/>
                  <a:pt x="73455" y="61249"/>
                  <a:pt x="71883" y="61249"/>
                </a:cubicBezTo>
                <a:lnTo>
                  <a:pt x="68607" y="61249"/>
                </a:lnTo>
                <a:cubicBezTo>
                  <a:pt x="66951" y="61249"/>
                  <a:pt x="65631" y="62497"/>
                  <a:pt x="65631" y="64045"/>
                </a:cubicBezTo>
                <a:cubicBezTo>
                  <a:pt x="65631" y="65629"/>
                  <a:pt x="66951" y="66877"/>
                  <a:pt x="68607" y="66877"/>
                </a:cubicBezTo>
                <a:lnTo>
                  <a:pt x="72028" y="66877"/>
                </a:lnTo>
                <a:cubicBezTo>
                  <a:pt x="77127" y="66877"/>
                  <a:pt x="81256" y="70957"/>
                  <a:pt x="81256" y="75948"/>
                </a:cubicBezTo>
                <a:cubicBezTo>
                  <a:pt x="81256" y="80580"/>
                  <a:pt x="77704" y="84347"/>
                  <a:pt x="73132" y="84899"/>
                </a:cubicBezTo>
                <a:lnTo>
                  <a:pt x="73132" y="86747"/>
                </a:lnTo>
                <a:cubicBezTo>
                  <a:pt x="73132" y="88475"/>
                  <a:pt x="71727" y="89866"/>
                  <a:pt x="69999" y="89866"/>
                </a:cubicBezTo>
                <a:cubicBezTo>
                  <a:pt x="68283" y="89866"/>
                  <a:pt x="66879" y="88475"/>
                  <a:pt x="66879" y="86747"/>
                </a:cubicBezTo>
                <a:lnTo>
                  <a:pt x="66879" y="84947"/>
                </a:lnTo>
                <a:cubicBezTo>
                  <a:pt x="63423" y="84731"/>
                  <a:pt x="60483" y="82919"/>
                  <a:pt x="59283" y="81095"/>
                </a:cubicBezTo>
                <a:cubicBezTo>
                  <a:pt x="58335" y="79668"/>
                  <a:pt x="58707" y="77724"/>
                  <a:pt x="60159" y="76776"/>
                </a:cubicBezTo>
                <a:cubicBezTo>
                  <a:pt x="61551" y="75828"/>
                  <a:pt x="63471" y="76200"/>
                  <a:pt x="64455" y="77592"/>
                </a:cubicBezTo>
                <a:cubicBezTo>
                  <a:pt x="64731" y="77928"/>
                  <a:pt x="65955" y="78744"/>
                  <a:pt x="67599" y="78744"/>
                </a:cubicBezTo>
                <a:lnTo>
                  <a:pt x="72028" y="78744"/>
                </a:lnTo>
                <a:cubicBezTo>
                  <a:pt x="73683" y="78744"/>
                  <a:pt x="75004" y="77508"/>
                  <a:pt x="75004" y="75948"/>
                </a:cubicBezTo>
                <a:cubicBezTo>
                  <a:pt x="75004" y="74376"/>
                  <a:pt x="73683" y="73128"/>
                  <a:pt x="72028" y="73128"/>
                </a:cubicBezTo>
                <a:lnTo>
                  <a:pt x="68607" y="73128"/>
                </a:lnTo>
                <a:cubicBezTo>
                  <a:pt x="63507" y="73128"/>
                  <a:pt x="59378" y="69049"/>
                  <a:pt x="59378" y="64045"/>
                </a:cubicBezTo>
                <a:cubicBezTo>
                  <a:pt x="59378" y="59653"/>
                  <a:pt x="62607" y="55982"/>
                  <a:pt x="66879" y="55178"/>
                </a:cubicBezTo>
                <a:lnTo>
                  <a:pt x="66879" y="53258"/>
                </a:lnTo>
                <a:cubicBezTo>
                  <a:pt x="66879" y="51530"/>
                  <a:pt x="68283" y="50126"/>
                  <a:pt x="69999" y="50126"/>
                </a:cubicBezTo>
                <a:close/>
                <a:moveTo>
                  <a:pt x="8689" y="72444"/>
                </a:moveTo>
                <a:cubicBezTo>
                  <a:pt x="7693" y="72456"/>
                  <a:pt x="6757" y="72876"/>
                  <a:pt x="6060" y="73584"/>
                </a:cubicBezTo>
                <a:cubicBezTo>
                  <a:pt x="5364" y="74292"/>
                  <a:pt x="4981" y="75252"/>
                  <a:pt x="5005" y="76248"/>
                </a:cubicBezTo>
                <a:lnTo>
                  <a:pt x="5005" y="81251"/>
                </a:lnTo>
                <a:cubicBezTo>
                  <a:pt x="5005" y="88799"/>
                  <a:pt x="11196" y="95002"/>
                  <a:pt x="18745" y="95002"/>
                </a:cubicBezTo>
                <a:lnTo>
                  <a:pt x="20005" y="95002"/>
                </a:lnTo>
                <a:lnTo>
                  <a:pt x="20005" y="97078"/>
                </a:lnTo>
                <a:cubicBezTo>
                  <a:pt x="20005" y="98266"/>
                  <a:pt x="20713" y="99322"/>
                  <a:pt x="21805" y="99777"/>
                </a:cubicBezTo>
                <a:cubicBezTo>
                  <a:pt x="22165" y="99922"/>
                  <a:pt x="22549" y="99993"/>
                  <a:pt x="22921" y="99993"/>
                </a:cubicBezTo>
                <a:cubicBezTo>
                  <a:pt x="23677" y="99993"/>
                  <a:pt x="24421" y="99706"/>
                  <a:pt x="24973" y="99142"/>
                </a:cubicBezTo>
                <a:lnTo>
                  <a:pt x="30818" y="93310"/>
                </a:lnTo>
                <a:cubicBezTo>
                  <a:pt x="31958" y="92170"/>
                  <a:pt x="31958" y="90323"/>
                  <a:pt x="30818" y="89182"/>
                </a:cubicBezTo>
                <a:lnTo>
                  <a:pt x="24973" y="83351"/>
                </a:lnTo>
                <a:cubicBezTo>
                  <a:pt x="24145" y="82523"/>
                  <a:pt x="22897" y="82271"/>
                  <a:pt x="21805" y="82727"/>
                </a:cubicBezTo>
                <a:cubicBezTo>
                  <a:pt x="20713" y="83171"/>
                  <a:pt x="20005" y="84239"/>
                  <a:pt x="20005" y="85415"/>
                </a:cubicBezTo>
                <a:lnTo>
                  <a:pt x="20005" y="87503"/>
                </a:lnTo>
                <a:lnTo>
                  <a:pt x="18745" y="87503"/>
                </a:lnTo>
                <a:cubicBezTo>
                  <a:pt x="15253" y="87503"/>
                  <a:pt x="12505" y="84743"/>
                  <a:pt x="12505" y="81251"/>
                </a:cubicBezTo>
                <a:lnTo>
                  <a:pt x="12505" y="76248"/>
                </a:lnTo>
                <a:cubicBezTo>
                  <a:pt x="12505" y="75744"/>
                  <a:pt x="12409" y="75252"/>
                  <a:pt x="12229" y="74784"/>
                </a:cubicBezTo>
                <a:cubicBezTo>
                  <a:pt x="12036" y="74316"/>
                  <a:pt x="11760" y="73896"/>
                  <a:pt x="11401" y="73548"/>
                </a:cubicBezTo>
                <a:cubicBezTo>
                  <a:pt x="11040" y="73188"/>
                  <a:pt x="10621" y="72912"/>
                  <a:pt x="10152" y="72720"/>
                </a:cubicBezTo>
                <a:cubicBezTo>
                  <a:pt x="9697" y="72528"/>
                  <a:pt x="9192" y="72444"/>
                  <a:pt x="8689" y="7244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0" name="Белый — SVG 12">
            <a:extLst>
              <a:ext uri="{FF2B5EF4-FFF2-40B4-BE49-F238E27FC236}">
                <a16:creationId xmlns:a16="http://schemas.microsoft.com/office/drawing/2014/main" id="{60005D0F-C217-5949-B35E-A3D85B4EAF17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72731 w 141777"/>
              <a:gd name="csY5" fmla="*/ 31896 h 141753"/>
              <a:gd name="csX6" fmla="*/ 97660 w 141777"/>
              <a:gd name="csY6" fmla="*/ 42613 h 141753"/>
              <a:gd name="csX7" fmla="*/ 97708 w 141777"/>
              <a:gd name="csY7" fmla="*/ 50132 h 141753"/>
              <a:gd name="csX8" fmla="*/ 90190 w 141777"/>
              <a:gd name="csY8" fmla="*/ 50183 h 141753"/>
              <a:gd name="csX9" fmla="*/ 72737 w 141777"/>
              <a:gd name="csY9" fmla="*/ 42528 h 141753"/>
              <a:gd name="csX10" fmla="*/ 52752 w 141777"/>
              <a:gd name="csY10" fmla="*/ 56698 h 141753"/>
              <a:gd name="csX11" fmla="*/ 69117 w 141777"/>
              <a:gd name="csY11" fmla="*/ 56698 h 141753"/>
              <a:gd name="csX12" fmla="*/ 74434 w 141777"/>
              <a:gd name="csY12" fmla="*/ 62022 h 141753"/>
              <a:gd name="csX13" fmla="*/ 69117 w 141777"/>
              <a:gd name="csY13" fmla="*/ 67330 h 141753"/>
              <a:gd name="csX14" fmla="*/ 49824 w 141777"/>
              <a:gd name="csY14" fmla="*/ 67330 h 141753"/>
              <a:gd name="csX15" fmla="*/ 49623 w 141777"/>
              <a:gd name="csY15" fmla="*/ 70885 h 141753"/>
              <a:gd name="csX16" fmla="*/ 49824 w 141777"/>
              <a:gd name="csY16" fmla="*/ 74424 h 141753"/>
              <a:gd name="csX17" fmla="*/ 69117 w 141777"/>
              <a:gd name="csY17" fmla="*/ 74424 h 141753"/>
              <a:gd name="csX18" fmla="*/ 74434 w 141777"/>
              <a:gd name="csY18" fmla="*/ 79731 h 141753"/>
              <a:gd name="csX19" fmla="*/ 69117 w 141777"/>
              <a:gd name="csY19" fmla="*/ 85056 h 141753"/>
              <a:gd name="csX20" fmla="*/ 52752 w 141777"/>
              <a:gd name="csY20" fmla="*/ 85056 h 141753"/>
              <a:gd name="csX21" fmla="*/ 72731 w 141777"/>
              <a:gd name="csY21" fmla="*/ 99226 h 141753"/>
              <a:gd name="csX22" fmla="*/ 90190 w 141777"/>
              <a:gd name="csY22" fmla="*/ 91588 h 141753"/>
              <a:gd name="csX23" fmla="*/ 97708 w 141777"/>
              <a:gd name="csY23" fmla="*/ 91639 h 141753"/>
              <a:gd name="csX24" fmla="*/ 97660 w 141777"/>
              <a:gd name="csY24" fmla="*/ 99141 h 141753"/>
              <a:gd name="csX25" fmla="*/ 72737 w 141777"/>
              <a:gd name="csY25" fmla="*/ 109858 h 141753"/>
              <a:gd name="csX26" fmla="*/ 41336 w 141777"/>
              <a:gd name="csY26" fmla="*/ 85056 h 141753"/>
              <a:gd name="csX27" fmla="*/ 33673 w 141777"/>
              <a:gd name="csY27" fmla="*/ 85056 h 141753"/>
              <a:gd name="csX28" fmla="*/ 28356 w 141777"/>
              <a:gd name="csY28" fmla="*/ 79731 h 141753"/>
              <a:gd name="csX29" fmla="*/ 33673 w 141777"/>
              <a:gd name="csY29" fmla="*/ 74424 h 141753"/>
              <a:gd name="csX30" fmla="*/ 39148 w 141777"/>
              <a:gd name="csY30" fmla="*/ 74424 h 141753"/>
              <a:gd name="csX31" fmla="*/ 38990 w 141777"/>
              <a:gd name="csY31" fmla="*/ 70885 h 141753"/>
              <a:gd name="csX32" fmla="*/ 39148 w 141777"/>
              <a:gd name="csY32" fmla="*/ 67330 h 141753"/>
              <a:gd name="csX33" fmla="*/ 33673 w 141777"/>
              <a:gd name="csY33" fmla="*/ 67330 h 141753"/>
              <a:gd name="csX34" fmla="*/ 28356 w 141777"/>
              <a:gd name="csY34" fmla="*/ 62022 h 141753"/>
              <a:gd name="csX35" fmla="*/ 33673 w 141777"/>
              <a:gd name="csY35" fmla="*/ 56698 h 141753"/>
              <a:gd name="csX36" fmla="*/ 41329 w 141777"/>
              <a:gd name="csY36" fmla="*/ 56698 h 141753"/>
              <a:gd name="csX37" fmla="*/ 72731 w 141777"/>
              <a:gd name="csY37" fmla="*/ 3189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51300" y="22506"/>
                </a:moveTo>
                <a:cubicBezTo>
                  <a:pt x="61224" y="22506"/>
                  <a:pt x="65473" y="26693"/>
                  <a:pt x="68883" y="30065"/>
                </a:cubicBezTo>
                <a:cubicBezTo>
                  <a:pt x="70358" y="31516"/>
                  <a:pt x="70372" y="33892"/>
                  <a:pt x="68917" y="35368"/>
                </a:cubicBezTo>
                <a:cubicBezTo>
                  <a:pt x="67464" y="36844"/>
                  <a:pt x="65084" y="36856"/>
                  <a:pt x="63614" y="35404"/>
                </a:cubicBezTo>
                <a:cubicBezTo>
                  <a:pt x="60561" y="32392"/>
                  <a:pt x="58151" y="30005"/>
                  <a:pt x="51304" y="30005"/>
                </a:cubicBezTo>
                <a:cubicBezTo>
                  <a:pt x="45287" y="30005"/>
                  <a:pt x="40030" y="34036"/>
                  <a:pt x="37208" y="39999"/>
                </a:cubicBezTo>
                <a:lnTo>
                  <a:pt x="48751" y="39999"/>
                </a:lnTo>
                <a:cubicBezTo>
                  <a:pt x="50821" y="39999"/>
                  <a:pt x="52501" y="41680"/>
                  <a:pt x="52501" y="43755"/>
                </a:cubicBezTo>
                <a:cubicBezTo>
                  <a:pt x="52501" y="45830"/>
                  <a:pt x="50821" y="47499"/>
                  <a:pt x="48751" y="47499"/>
                </a:cubicBezTo>
                <a:lnTo>
                  <a:pt x="35143" y="47499"/>
                </a:lnTo>
                <a:cubicBezTo>
                  <a:pt x="35057" y="48327"/>
                  <a:pt x="35001" y="49154"/>
                  <a:pt x="35001" y="50006"/>
                </a:cubicBezTo>
                <a:cubicBezTo>
                  <a:pt x="35001" y="50846"/>
                  <a:pt x="35057" y="51686"/>
                  <a:pt x="35143" y="52502"/>
                </a:cubicBezTo>
                <a:lnTo>
                  <a:pt x="48751" y="52502"/>
                </a:lnTo>
                <a:cubicBezTo>
                  <a:pt x="50821" y="52502"/>
                  <a:pt x="52501" y="54182"/>
                  <a:pt x="52501" y="56245"/>
                </a:cubicBezTo>
                <a:cubicBezTo>
                  <a:pt x="52501" y="58321"/>
                  <a:pt x="50821" y="60001"/>
                  <a:pt x="48751" y="60001"/>
                </a:cubicBezTo>
                <a:lnTo>
                  <a:pt x="37208" y="60001"/>
                </a:lnTo>
                <a:cubicBezTo>
                  <a:pt x="40033" y="65964"/>
                  <a:pt x="45281" y="69996"/>
                  <a:pt x="51300" y="69996"/>
                </a:cubicBezTo>
                <a:cubicBezTo>
                  <a:pt x="58146" y="69996"/>
                  <a:pt x="60558" y="67620"/>
                  <a:pt x="63614" y="64609"/>
                </a:cubicBezTo>
                <a:cubicBezTo>
                  <a:pt x="65084" y="63144"/>
                  <a:pt x="67464" y="63168"/>
                  <a:pt x="68917" y="64644"/>
                </a:cubicBezTo>
                <a:cubicBezTo>
                  <a:pt x="70372" y="66108"/>
                  <a:pt x="70358" y="68484"/>
                  <a:pt x="68883" y="69936"/>
                </a:cubicBezTo>
                <a:cubicBezTo>
                  <a:pt x="65473" y="73307"/>
                  <a:pt x="61227" y="77495"/>
                  <a:pt x="51304" y="77495"/>
                </a:cubicBezTo>
                <a:cubicBezTo>
                  <a:pt x="41234" y="77495"/>
                  <a:pt x="32626" y="70224"/>
                  <a:pt x="29156" y="60001"/>
                </a:cubicBezTo>
                <a:lnTo>
                  <a:pt x="23751" y="60001"/>
                </a:lnTo>
                <a:cubicBezTo>
                  <a:pt x="21681" y="60001"/>
                  <a:pt x="20000" y="58321"/>
                  <a:pt x="20000" y="56245"/>
                </a:cubicBezTo>
                <a:cubicBezTo>
                  <a:pt x="20000" y="54182"/>
                  <a:pt x="21681" y="52502"/>
                  <a:pt x="23751" y="52502"/>
                </a:cubicBezTo>
                <a:lnTo>
                  <a:pt x="27612" y="52502"/>
                </a:lnTo>
                <a:cubicBezTo>
                  <a:pt x="27547" y="51674"/>
                  <a:pt x="27501" y="50846"/>
                  <a:pt x="27501" y="50006"/>
                </a:cubicBezTo>
                <a:cubicBezTo>
                  <a:pt x="27501" y="49154"/>
                  <a:pt x="27547" y="48327"/>
                  <a:pt x="27612" y="47499"/>
                </a:cubicBezTo>
                <a:lnTo>
                  <a:pt x="23751" y="47499"/>
                </a:lnTo>
                <a:cubicBezTo>
                  <a:pt x="21681" y="47499"/>
                  <a:pt x="20000" y="45830"/>
                  <a:pt x="20000" y="43755"/>
                </a:cubicBezTo>
                <a:cubicBezTo>
                  <a:pt x="20000" y="41680"/>
                  <a:pt x="21681" y="39999"/>
                  <a:pt x="23751" y="39999"/>
                </a:cubicBezTo>
                <a:lnTo>
                  <a:pt x="29151" y="39999"/>
                </a:lnTo>
                <a:cubicBezTo>
                  <a:pt x="32624" y="29777"/>
                  <a:pt x="41231" y="22506"/>
                  <a:pt x="51300" y="2250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1" name="Белый — SVG 13">
            <a:extLst>
              <a:ext uri="{FF2B5EF4-FFF2-40B4-BE49-F238E27FC236}">
                <a16:creationId xmlns:a16="http://schemas.microsoft.com/office/drawing/2014/main" id="{7774E13C-617E-5341-9A33-32784BEBE7B7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49305 w 162933"/>
              <a:gd name="csY0" fmla="*/ 109860 h 120494"/>
              <a:gd name="csX1" fmla="*/ 45052 w 162933"/>
              <a:gd name="csY1" fmla="*/ 92152 h 120494"/>
              <a:gd name="csX2" fmla="*/ 41683 w 162933"/>
              <a:gd name="csY2" fmla="*/ 86980 h 120494"/>
              <a:gd name="csX3" fmla="*/ 35830 w 162933"/>
              <a:gd name="csY3" fmla="*/ 85058 h 120494"/>
              <a:gd name="csX4" fmla="*/ 13679 w 162933"/>
              <a:gd name="csY4" fmla="*/ 85058 h 120494"/>
              <a:gd name="csX5" fmla="*/ 7809 w 162933"/>
              <a:gd name="csY5" fmla="*/ 86980 h 120494"/>
              <a:gd name="csX6" fmla="*/ 4458 w 162933"/>
              <a:gd name="csY6" fmla="*/ 92152 h 120494"/>
              <a:gd name="csX7" fmla="*/ 204 w 162933"/>
              <a:gd name="csY7" fmla="*/ 109860 h 120494"/>
              <a:gd name="csX8" fmla="*/ 204 w 162933"/>
              <a:gd name="csY8" fmla="*/ 113586 h 120494"/>
              <a:gd name="csX9" fmla="*/ 1804 w 162933"/>
              <a:gd name="csY9" fmla="*/ 116954 h 120494"/>
              <a:gd name="csX10" fmla="*/ 5189 w 162933"/>
              <a:gd name="csY10" fmla="*/ 119591 h 120494"/>
              <a:gd name="csX11" fmla="*/ 9391 w 162933"/>
              <a:gd name="csY11" fmla="*/ 120492 h 120494"/>
              <a:gd name="csX12" fmla="*/ 40118 w 162933"/>
              <a:gd name="csY12" fmla="*/ 120492 h 120494"/>
              <a:gd name="csX13" fmla="*/ 44320 w 162933"/>
              <a:gd name="csY13" fmla="*/ 119591 h 120494"/>
              <a:gd name="csX14" fmla="*/ 47706 w 162933"/>
              <a:gd name="csY14" fmla="*/ 116954 h 120494"/>
              <a:gd name="csX15" fmla="*/ 49305 w 162933"/>
              <a:gd name="csY15" fmla="*/ 113586 h 120494"/>
              <a:gd name="csX16" fmla="*/ 49305 w 162933"/>
              <a:gd name="csY16" fmla="*/ 109860 h 120494"/>
              <a:gd name="csX17" fmla="*/ 106011 w 162933"/>
              <a:gd name="csY17" fmla="*/ 109860 h 120494"/>
              <a:gd name="csX18" fmla="*/ 101757 w 162933"/>
              <a:gd name="csY18" fmla="*/ 92152 h 120494"/>
              <a:gd name="csX19" fmla="*/ 98406 w 162933"/>
              <a:gd name="csY19" fmla="*/ 86980 h 120494"/>
              <a:gd name="csX20" fmla="*/ 92536 w 162933"/>
              <a:gd name="csY20" fmla="*/ 85058 h 120494"/>
              <a:gd name="csX21" fmla="*/ 70385 w 162933"/>
              <a:gd name="csY21" fmla="*/ 85058 h 120494"/>
              <a:gd name="csX22" fmla="*/ 64532 w 162933"/>
              <a:gd name="csY22" fmla="*/ 86980 h 120494"/>
              <a:gd name="csX23" fmla="*/ 61180 w 162933"/>
              <a:gd name="csY23" fmla="*/ 92152 h 120494"/>
              <a:gd name="csX24" fmla="*/ 56927 w 162933"/>
              <a:gd name="csY24" fmla="*/ 109860 h 120494"/>
              <a:gd name="csX25" fmla="*/ 56910 w 162933"/>
              <a:gd name="csY25" fmla="*/ 113586 h 120494"/>
              <a:gd name="csX26" fmla="*/ 58509 w 162933"/>
              <a:gd name="csY26" fmla="*/ 116954 h 120494"/>
              <a:gd name="csX27" fmla="*/ 61895 w 162933"/>
              <a:gd name="csY27" fmla="*/ 119591 h 120494"/>
              <a:gd name="csX28" fmla="*/ 66097 w 162933"/>
              <a:gd name="csY28" fmla="*/ 120492 h 120494"/>
              <a:gd name="csX29" fmla="*/ 96823 w 162933"/>
              <a:gd name="csY29" fmla="*/ 120492 h 120494"/>
              <a:gd name="csX30" fmla="*/ 101026 w 162933"/>
              <a:gd name="csY30" fmla="*/ 119591 h 120494"/>
              <a:gd name="csX31" fmla="*/ 104411 w 162933"/>
              <a:gd name="csY31" fmla="*/ 116954 h 120494"/>
              <a:gd name="csX32" fmla="*/ 106011 w 162933"/>
              <a:gd name="csY32" fmla="*/ 113586 h 120494"/>
              <a:gd name="csX33" fmla="*/ 106011 w 162933"/>
              <a:gd name="csY33" fmla="*/ 109860 h 120494"/>
              <a:gd name="csX34" fmla="*/ 162716 w 162933"/>
              <a:gd name="csY34" fmla="*/ 109860 h 120494"/>
              <a:gd name="csX35" fmla="*/ 158463 w 162933"/>
              <a:gd name="csY35" fmla="*/ 92152 h 120494"/>
              <a:gd name="csX36" fmla="*/ 155111 w 162933"/>
              <a:gd name="csY36" fmla="*/ 86980 h 120494"/>
              <a:gd name="csX37" fmla="*/ 149259 w 162933"/>
              <a:gd name="csY37" fmla="*/ 85058 h 120494"/>
              <a:gd name="csX38" fmla="*/ 127107 w 162933"/>
              <a:gd name="csY38" fmla="*/ 85058 h 120494"/>
              <a:gd name="csX39" fmla="*/ 121238 w 162933"/>
              <a:gd name="csY39" fmla="*/ 86980 h 120494"/>
              <a:gd name="csX40" fmla="*/ 117886 w 162933"/>
              <a:gd name="csY40" fmla="*/ 92152 h 120494"/>
              <a:gd name="csX41" fmla="*/ 113633 w 162933"/>
              <a:gd name="csY41" fmla="*/ 109860 h 120494"/>
              <a:gd name="csX42" fmla="*/ 113633 w 162933"/>
              <a:gd name="csY42" fmla="*/ 113586 h 120494"/>
              <a:gd name="csX43" fmla="*/ 115232 w 162933"/>
              <a:gd name="csY43" fmla="*/ 116954 h 120494"/>
              <a:gd name="csX44" fmla="*/ 118617 w 162933"/>
              <a:gd name="csY44" fmla="*/ 119591 h 120494"/>
              <a:gd name="csX45" fmla="*/ 122803 w 162933"/>
              <a:gd name="csY45" fmla="*/ 120492 h 120494"/>
              <a:gd name="csX46" fmla="*/ 153546 w 162933"/>
              <a:gd name="csY46" fmla="*/ 120492 h 120494"/>
              <a:gd name="csX47" fmla="*/ 157748 w 162933"/>
              <a:gd name="csY47" fmla="*/ 119591 h 120494"/>
              <a:gd name="csX48" fmla="*/ 161134 w 162933"/>
              <a:gd name="csY48" fmla="*/ 116954 h 120494"/>
              <a:gd name="csX49" fmla="*/ 162716 w 162933"/>
              <a:gd name="csY49" fmla="*/ 113586 h 120494"/>
              <a:gd name="csX50" fmla="*/ 162716 w 162933"/>
              <a:gd name="csY50" fmla="*/ 109860 h 120494"/>
              <a:gd name="csX51" fmla="*/ 77649 w 162933"/>
              <a:gd name="csY51" fmla="*/ 67333 h 120494"/>
              <a:gd name="csX52" fmla="*/ 73396 w 162933"/>
              <a:gd name="csY52" fmla="*/ 49624 h 120494"/>
              <a:gd name="csX53" fmla="*/ 70044 w 162933"/>
              <a:gd name="csY53" fmla="*/ 44453 h 120494"/>
              <a:gd name="csX54" fmla="*/ 64192 w 162933"/>
              <a:gd name="csY54" fmla="*/ 42530 h 120494"/>
              <a:gd name="csX55" fmla="*/ 42040 w 162933"/>
              <a:gd name="csY55" fmla="*/ 42530 h 120494"/>
              <a:gd name="csX56" fmla="*/ 36171 w 162933"/>
              <a:gd name="csY56" fmla="*/ 44453 h 120494"/>
              <a:gd name="csX57" fmla="*/ 32819 w 162933"/>
              <a:gd name="csY57" fmla="*/ 49624 h 120494"/>
              <a:gd name="csX58" fmla="*/ 28566 w 162933"/>
              <a:gd name="csY58" fmla="*/ 67333 h 120494"/>
              <a:gd name="csX59" fmla="*/ 28566 w 162933"/>
              <a:gd name="csY59" fmla="*/ 71058 h 120494"/>
              <a:gd name="csX60" fmla="*/ 30165 w 162933"/>
              <a:gd name="csY60" fmla="*/ 74426 h 120494"/>
              <a:gd name="csX61" fmla="*/ 33550 w 162933"/>
              <a:gd name="csY61" fmla="*/ 77063 h 120494"/>
              <a:gd name="csX62" fmla="*/ 37736 w 162933"/>
              <a:gd name="csY62" fmla="*/ 77965 h 120494"/>
              <a:gd name="csX63" fmla="*/ 68479 w 162933"/>
              <a:gd name="csY63" fmla="*/ 77965 h 120494"/>
              <a:gd name="csX64" fmla="*/ 72681 w 162933"/>
              <a:gd name="csY64" fmla="*/ 77063 h 120494"/>
              <a:gd name="csX65" fmla="*/ 76067 w 162933"/>
              <a:gd name="csY65" fmla="*/ 74426 h 120494"/>
              <a:gd name="csX66" fmla="*/ 77649 w 162933"/>
              <a:gd name="csY66" fmla="*/ 71058 h 120494"/>
              <a:gd name="csX67" fmla="*/ 77649 w 162933"/>
              <a:gd name="csY67" fmla="*/ 67333 h 120494"/>
              <a:gd name="csX68" fmla="*/ 106011 w 162933"/>
              <a:gd name="csY68" fmla="*/ 24805 h 120494"/>
              <a:gd name="csX69" fmla="*/ 101757 w 162933"/>
              <a:gd name="csY69" fmla="*/ 7096 h 120494"/>
              <a:gd name="csX70" fmla="*/ 98406 w 162933"/>
              <a:gd name="csY70" fmla="*/ 1925 h 120494"/>
              <a:gd name="csX71" fmla="*/ 92536 w 162933"/>
              <a:gd name="csY71" fmla="*/ 3 h 120494"/>
              <a:gd name="csX72" fmla="*/ 70385 w 162933"/>
              <a:gd name="csY72" fmla="*/ 3 h 120494"/>
              <a:gd name="csX73" fmla="*/ 64532 w 162933"/>
              <a:gd name="csY73" fmla="*/ 1925 h 120494"/>
              <a:gd name="csX74" fmla="*/ 61180 w 162933"/>
              <a:gd name="csY74" fmla="*/ 7096 h 120494"/>
              <a:gd name="csX75" fmla="*/ 56927 w 162933"/>
              <a:gd name="csY75" fmla="*/ 24805 h 120494"/>
              <a:gd name="csX76" fmla="*/ 56910 w 162933"/>
              <a:gd name="csY76" fmla="*/ 28530 h 120494"/>
              <a:gd name="csX77" fmla="*/ 58509 w 162933"/>
              <a:gd name="csY77" fmla="*/ 31899 h 120494"/>
              <a:gd name="csX78" fmla="*/ 61895 w 162933"/>
              <a:gd name="csY78" fmla="*/ 34535 h 120494"/>
              <a:gd name="csX79" fmla="*/ 66097 w 162933"/>
              <a:gd name="csY79" fmla="*/ 35437 h 120494"/>
              <a:gd name="csX80" fmla="*/ 96823 w 162933"/>
              <a:gd name="csY80" fmla="*/ 35437 h 120494"/>
              <a:gd name="csX81" fmla="*/ 101026 w 162933"/>
              <a:gd name="csY81" fmla="*/ 34535 h 120494"/>
              <a:gd name="csX82" fmla="*/ 104411 w 162933"/>
              <a:gd name="csY82" fmla="*/ 31899 h 120494"/>
              <a:gd name="csX83" fmla="*/ 106011 w 162933"/>
              <a:gd name="csY83" fmla="*/ 28530 h 120494"/>
              <a:gd name="csX84" fmla="*/ 106011 w 162933"/>
              <a:gd name="csY84" fmla="*/ 24805 h 120494"/>
              <a:gd name="csX85" fmla="*/ 134372 w 162933"/>
              <a:gd name="csY85" fmla="*/ 67333 h 120494"/>
              <a:gd name="csX86" fmla="*/ 130119 w 162933"/>
              <a:gd name="csY86" fmla="*/ 49624 h 120494"/>
              <a:gd name="csX87" fmla="*/ 126750 w 162933"/>
              <a:gd name="csY87" fmla="*/ 44453 h 120494"/>
              <a:gd name="csX88" fmla="*/ 120897 w 162933"/>
              <a:gd name="csY88" fmla="*/ 42530 h 120494"/>
              <a:gd name="csX89" fmla="*/ 98746 w 162933"/>
              <a:gd name="csY89" fmla="*/ 42530 h 120494"/>
              <a:gd name="csX90" fmla="*/ 92876 w 162933"/>
              <a:gd name="csY90" fmla="*/ 44453 h 120494"/>
              <a:gd name="csX91" fmla="*/ 89525 w 162933"/>
              <a:gd name="csY91" fmla="*/ 49624 h 120494"/>
              <a:gd name="csX92" fmla="*/ 85271 w 162933"/>
              <a:gd name="csY92" fmla="*/ 67333 h 120494"/>
              <a:gd name="csX93" fmla="*/ 85271 w 162933"/>
              <a:gd name="csY93" fmla="*/ 71058 h 120494"/>
              <a:gd name="csX94" fmla="*/ 86871 w 162933"/>
              <a:gd name="csY94" fmla="*/ 74426 h 120494"/>
              <a:gd name="csX95" fmla="*/ 90256 w 162933"/>
              <a:gd name="csY95" fmla="*/ 77063 h 120494"/>
              <a:gd name="csX96" fmla="*/ 94459 w 162933"/>
              <a:gd name="csY96" fmla="*/ 77965 h 120494"/>
              <a:gd name="csX97" fmla="*/ 125185 w 162933"/>
              <a:gd name="csY97" fmla="*/ 77965 h 120494"/>
              <a:gd name="csX98" fmla="*/ 129387 w 162933"/>
              <a:gd name="csY98" fmla="*/ 77063 h 120494"/>
              <a:gd name="csX99" fmla="*/ 132773 w 162933"/>
              <a:gd name="csY99" fmla="*/ 74426 h 120494"/>
              <a:gd name="csX100" fmla="*/ 134372 w 162933"/>
              <a:gd name="csY100" fmla="*/ 71058 h 120494"/>
              <a:gd name="csX101" fmla="*/ 134372 w 162933"/>
              <a:gd name="csY101" fmla="*/ 67333 h 120494"/>
            </a:gdLst>
            <a:ahLst/>
            <a:cxnLst/>
            <a:rect l="l" t="t" r="r" b="b"/>
            <a:pathLst>
              <a:path w="100000" h="100000">
                <a:moveTo>
                  <a:pt x="30261" y="80450"/>
                </a:moveTo>
                <a:lnTo>
                  <a:pt x="27651" y="69582"/>
                </a:lnTo>
                <a:cubicBezTo>
                  <a:pt x="27347" y="68318"/>
                  <a:pt x="26616" y="67201"/>
                  <a:pt x="25583" y="66407"/>
                </a:cubicBezTo>
                <a:cubicBezTo>
                  <a:pt x="24560" y="65614"/>
                  <a:pt x="23286" y="65196"/>
                  <a:pt x="21991" y="65228"/>
                </a:cubicBezTo>
                <a:lnTo>
                  <a:pt x="8395" y="65228"/>
                </a:lnTo>
                <a:cubicBezTo>
                  <a:pt x="7100" y="65196"/>
                  <a:pt x="5826" y="65614"/>
                  <a:pt x="4793" y="66407"/>
                </a:cubicBezTo>
                <a:cubicBezTo>
                  <a:pt x="3770" y="67201"/>
                  <a:pt x="3039" y="68318"/>
                  <a:pt x="2736" y="69582"/>
                </a:cubicBezTo>
                <a:lnTo>
                  <a:pt x="125" y="80450"/>
                </a:lnTo>
                <a:cubicBezTo>
                  <a:pt x="-42" y="81212"/>
                  <a:pt x="-42" y="81985"/>
                  <a:pt x="125" y="82737"/>
                </a:cubicBezTo>
                <a:cubicBezTo>
                  <a:pt x="292" y="83489"/>
                  <a:pt x="627" y="84198"/>
                  <a:pt x="1107" y="84804"/>
                </a:cubicBezTo>
                <a:cubicBezTo>
                  <a:pt x="1671" y="85493"/>
                  <a:pt x="2381" y="86046"/>
                  <a:pt x="3185" y="86422"/>
                </a:cubicBezTo>
                <a:cubicBezTo>
                  <a:pt x="3989" y="86808"/>
                  <a:pt x="4876" y="86996"/>
                  <a:pt x="5764" y="86975"/>
                </a:cubicBezTo>
                <a:lnTo>
                  <a:pt x="24622" y="86975"/>
                </a:lnTo>
                <a:cubicBezTo>
                  <a:pt x="25510" y="86996"/>
                  <a:pt x="26397" y="86808"/>
                  <a:pt x="27201" y="86422"/>
                </a:cubicBezTo>
                <a:cubicBezTo>
                  <a:pt x="28005" y="86046"/>
                  <a:pt x="28715" y="85493"/>
                  <a:pt x="29280" y="84804"/>
                </a:cubicBezTo>
                <a:cubicBezTo>
                  <a:pt x="29749" y="84198"/>
                  <a:pt x="30084" y="83489"/>
                  <a:pt x="30261" y="82737"/>
                </a:cubicBezTo>
                <a:cubicBezTo>
                  <a:pt x="30428" y="81985"/>
                  <a:pt x="30428" y="81212"/>
                  <a:pt x="30261" y="80450"/>
                </a:cubicBezTo>
                <a:close/>
                <a:moveTo>
                  <a:pt x="65064" y="80450"/>
                </a:moveTo>
                <a:lnTo>
                  <a:pt x="62453" y="69582"/>
                </a:lnTo>
                <a:cubicBezTo>
                  <a:pt x="62151" y="68318"/>
                  <a:pt x="61420" y="67201"/>
                  <a:pt x="60397" y="66407"/>
                </a:cubicBezTo>
                <a:cubicBezTo>
                  <a:pt x="59362" y="65614"/>
                  <a:pt x="58099" y="65196"/>
                  <a:pt x="56794" y="65228"/>
                </a:cubicBezTo>
                <a:lnTo>
                  <a:pt x="43199" y="65228"/>
                </a:lnTo>
                <a:cubicBezTo>
                  <a:pt x="41904" y="65196"/>
                  <a:pt x="40630" y="65614"/>
                  <a:pt x="39606" y="66407"/>
                </a:cubicBezTo>
                <a:cubicBezTo>
                  <a:pt x="38572" y="67201"/>
                  <a:pt x="37852" y="68318"/>
                  <a:pt x="37549" y="69582"/>
                </a:cubicBezTo>
                <a:lnTo>
                  <a:pt x="34939" y="80450"/>
                </a:lnTo>
                <a:cubicBezTo>
                  <a:pt x="34762" y="81212"/>
                  <a:pt x="34762" y="81985"/>
                  <a:pt x="34928" y="82737"/>
                </a:cubicBezTo>
                <a:cubicBezTo>
                  <a:pt x="35106" y="83489"/>
                  <a:pt x="35440" y="84198"/>
                  <a:pt x="35910" y="84804"/>
                </a:cubicBezTo>
                <a:cubicBezTo>
                  <a:pt x="36474" y="85493"/>
                  <a:pt x="37184" y="86046"/>
                  <a:pt x="37988" y="86422"/>
                </a:cubicBezTo>
                <a:cubicBezTo>
                  <a:pt x="38802" y="86808"/>
                  <a:pt x="39680" y="86996"/>
                  <a:pt x="40567" y="86975"/>
                </a:cubicBezTo>
                <a:lnTo>
                  <a:pt x="59425" y="86975"/>
                </a:lnTo>
                <a:cubicBezTo>
                  <a:pt x="60324" y="86996"/>
                  <a:pt x="61201" y="86808"/>
                  <a:pt x="62005" y="86422"/>
                </a:cubicBezTo>
                <a:cubicBezTo>
                  <a:pt x="62809" y="86046"/>
                  <a:pt x="63519" y="85493"/>
                  <a:pt x="64082" y="84804"/>
                </a:cubicBezTo>
                <a:cubicBezTo>
                  <a:pt x="64563" y="84198"/>
                  <a:pt x="64897" y="83489"/>
                  <a:pt x="65064" y="82737"/>
                </a:cubicBezTo>
                <a:cubicBezTo>
                  <a:pt x="65231" y="81985"/>
                  <a:pt x="65231" y="81212"/>
                  <a:pt x="65064" y="80450"/>
                </a:cubicBezTo>
                <a:close/>
                <a:moveTo>
                  <a:pt x="99867" y="80450"/>
                </a:moveTo>
                <a:lnTo>
                  <a:pt x="97257" y="69582"/>
                </a:lnTo>
                <a:cubicBezTo>
                  <a:pt x="96954" y="68318"/>
                  <a:pt x="96233" y="67201"/>
                  <a:pt x="95199" y="66407"/>
                </a:cubicBezTo>
                <a:cubicBezTo>
                  <a:pt x="94176" y="65614"/>
                  <a:pt x="92902" y="65196"/>
                  <a:pt x="91608" y="65228"/>
                </a:cubicBezTo>
                <a:lnTo>
                  <a:pt x="78012" y="65228"/>
                </a:lnTo>
                <a:cubicBezTo>
                  <a:pt x="76706" y="65196"/>
                  <a:pt x="75443" y="65614"/>
                  <a:pt x="74410" y="66407"/>
                </a:cubicBezTo>
                <a:cubicBezTo>
                  <a:pt x="73386" y="67201"/>
                  <a:pt x="72655" y="68318"/>
                  <a:pt x="72352" y="69582"/>
                </a:cubicBezTo>
                <a:lnTo>
                  <a:pt x="69742" y="80450"/>
                </a:lnTo>
                <a:cubicBezTo>
                  <a:pt x="69575" y="81212"/>
                  <a:pt x="69575" y="81985"/>
                  <a:pt x="69742" y="82737"/>
                </a:cubicBezTo>
                <a:cubicBezTo>
                  <a:pt x="69909" y="83489"/>
                  <a:pt x="70243" y="84198"/>
                  <a:pt x="70724" y="84804"/>
                </a:cubicBezTo>
                <a:cubicBezTo>
                  <a:pt x="71277" y="85493"/>
                  <a:pt x="71987" y="86046"/>
                  <a:pt x="72801" y="86422"/>
                </a:cubicBezTo>
                <a:cubicBezTo>
                  <a:pt x="73606" y="86808"/>
                  <a:pt x="74483" y="86996"/>
                  <a:pt x="75370" y="86975"/>
                </a:cubicBezTo>
                <a:lnTo>
                  <a:pt x="94239" y="86975"/>
                </a:lnTo>
                <a:cubicBezTo>
                  <a:pt x="95126" y="86996"/>
                  <a:pt x="96003" y="86808"/>
                  <a:pt x="96818" y="86422"/>
                </a:cubicBezTo>
                <a:cubicBezTo>
                  <a:pt x="97622" y="86046"/>
                  <a:pt x="98332" y="85493"/>
                  <a:pt x="98896" y="84804"/>
                </a:cubicBezTo>
                <a:cubicBezTo>
                  <a:pt x="99366" y="84198"/>
                  <a:pt x="99700" y="83489"/>
                  <a:pt x="99867" y="82737"/>
                </a:cubicBezTo>
                <a:cubicBezTo>
                  <a:pt x="100045" y="81985"/>
                  <a:pt x="100045" y="81212"/>
                  <a:pt x="99867" y="80450"/>
                </a:cubicBezTo>
                <a:close/>
                <a:moveTo>
                  <a:pt x="47657" y="54349"/>
                </a:moveTo>
                <a:lnTo>
                  <a:pt x="45047" y="43480"/>
                </a:lnTo>
                <a:cubicBezTo>
                  <a:pt x="44744" y="42217"/>
                  <a:pt x="44024" y="41100"/>
                  <a:pt x="42989" y="40306"/>
                </a:cubicBezTo>
                <a:cubicBezTo>
                  <a:pt x="41966" y="39513"/>
                  <a:pt x="40692" y="39095"/>
                  <a:pt x="39398" y="39126"/>
                </a:cubicBezTo>
                <a:lnTo>
                  <a:pt x="25802" y="39126"/>
                </a:lnTo>
                <a:cubicBezTo>
                  <a:pt x="24497" y="39095"/>
                  <a:pt x="23233" y="39513"/>
                  <a:pt x="22200" y="40306"/>
                </a:cubicBezTo>
                <a:cubicBezTo>
                  <a:pt x="21176" y="41100"/>
                  <a:pt x="20445" y="42217"/>
                  <a:pt x="20143" y="43480"/>
                </a:cubicBezTo>
                <a:lnTo>
                  <a:pt x="17532" y="54349"/>
                </a:lnTo>
                <a:cubicBezTo>
                  <a:pt x="17365" y="55111"/>
                  <a:pt x="17365" y="55883"/>
                  <a:pt x="17532" y="56635"/>
                </a:cubicBezTo>
                <a:cubicBezTo>
                  <a:pt x="17699" y="57387"/>
                  <a:pt x="18033" y="58097"/>
                  <a:pt x="18514" y="58702"/>
                </a:cubicBezTo>
                <a:cubicBezTo>
                  <a:pt x="19067" y="59392"/>
                  <a:pt x="19777" y="59945"/>
                  <a:pt x="20591" y="60321"/>
                </a:cubicBezTo>
                <a:cubicBezTo>
                  <a:pt x="21396" y="60707"/>
                  <a:pt x="22273" y="60895"/>
                  <a:pt x="23160" y="60874"/>
                </a:cubicBezTo>
                <a:lnTo>
                  <a:pt x="42029" y="60874"/>
                </a:lnTo>
                <a:cubicBezTo>
                  <a:pt x="42916" y="60895"/>
                  <a:pt x="43793" y="60707"/>
                  <a:pt x="44608" y="60321"/>
                </a:cubicBezTo>
                <a:cubicBezTo>
                  <a:pt x="45412" y="59945"/>
                  <a:pt x="46122" y="59392"/>
                  <a:pt x="46686" y="58702"/>
                </a:cubicBezTo>
                <a:cubicBezTo>
                  <a:pt x="47156" y="58097"/>
                  <a:pt x="47490" y="57387"/>
                  <a:pt x="47657" y="56635"/>
                </a:cubicBezTo>
                <a:cubicBezTo>
                  <a:pt x="47835" y="55883"/>
                  <a:pt x="47835" y="55111"/>
                  <a:pt x="47657" y="54349"/>
                </a:cubicBezTo>
                <a:close/>
                <a:moveTo>
                  <a:pt x="65064" y="28248"/>
                </a:moveTo>
                <a:lnTo>
                  <a:pt x="62453" y="17379"/>
                </a:lnTo>
                <a:cubicBezTo>
                  <a:pt x="62151" y="16116"/>
                  <a:pt x="61420" y="14998"/>
                  <a:pt x="60397" y="14205"/>
                </a:cubicBezTo>
                <a:cubicBezTo>
                  <a:pt x="59362" y="13411"/>
                  <a:pt x="58099" y="12994"/>
                  <a:pt x="56794" y="13025"/>
                </a:cubicBezTo>
                <a:lnTo>
                  <a:pt x="43199" y="13025"/>
                </a:lnTo>
                <a:cubicBezTo>
                  <a:pt x="41904" y="12994"/>
                  <a:pt x="40630" y="13411"/>
                  <a:pt x="39606" y="14205"/>
                </a:cubicBezTo>
                <a:cubicBezTo>
                  <a:pt x="38572" y="14998"/>
                  <a:pt x="37852" y="16116"/>
                  <a:pt x="37549" y="17379"/>
                </a:cubicBezTo>
                <a:lnTo>
                  <a:pt x="34939" y="28248"/>
                </a:lnTo>
                <a:cubicBezTo>
                  <a:pt x="34762" y="29010"/>
                  <a:pt x="34762" y="29782"/>
                  <a:pt x="34928" y="30534"/>
                </a:cubicBezTo>
                <a:cubicBezTo>
                  <a:pt x="35106" y="31286"/>
                  <a:pt x="35440" y="31996"/>
                  <a:pt x="35910" y="32601"/>
                </a:cubicBezTo>
                <a:cubicBezTo>
                  <a:pt x="36474" y="33290"/>
                  <a:pt x="37184" y="33844"/>
                  <a:pt x="37988" y="34219"/>
                </a:cubicBezTo>
                <a:cubicBezTo>
                  <a:pt x="38802" y="34606"/>
                  <a:pt x="39680" y="34794"/>
                  <a:pt x="40567" y="34773"/>
                </a:cubicBezTo>
                <a:lnTo>
                  <a:pt x="59425" y="34773"/>
                </a:lnTo>
                <a:cubicBezTo>
                  <a:pt x="60324" y="34794"/>
                  <a:pt x="61201" y="34606"/>
                  <a:pt x="62005" y="34219"/>
                </a:cubicBezTo>
                <a:cubicBezTo>
                  <a:pt x="62809" y="33844"/>
                  <a:pt x="63519" y="33290"/>
                  <a:pt x="64082" y="32601"/>
                </a:cubicBezTo>
                <a:cubicBezTo>
                  <a:pt x="64563" y="31996"/>
                  <a:pt x="64897" y="31286"/>
                  <a:pt x="65064" y="30534"/>
                </a:cubicBezTo>
                <a:cubicBezTo>
                  <a:pt x="65231" y="29782"/>
                  <a:pt x="65231" y="29010"/>
                  <a:pt x="65064" y="28248"/>
                </a:cubicBezTo>
                <a:close/>
                <a:moveTo>
                  <a:pt x="82471" y="54349"/>
                </a:moveTo>
                <a:lnTo>
                  <a:pt x="79860" y="43480"/>
                </a:lnTo>
                <a:cubicBezTo>
                  <a:pt x="79557" y="42217"/>
                  <a:pt x="78826" y="41100"/>
                  <a:pt x="77793" y="40306"/>
                </a:cubicBezTo>
                <a:cubicBezTo>
                  <a:pt x="76770" y="39513"/>
                  <a:pt x="75495" y="39095"/>
                  <a:pt x="74200" y="39126"/>
                </a:cubicBezTo>
                <a:lnTo>
                  <a:pt x="60605" y="39126"/>
                </a:lnTo>
                <a:cubicBezTo>
                  <a:pt x="59310" y="39095"/>
                  <a:pt x="58037" y="39513"/>
                  <a:pt x="57003" y="40306"/>
                </a:cubicBezTo>
                <a:cubicBezTo>
                  <a:pt x="55979" y="41100"/>
                  <a:pt x="55248" y="42217"/>
                  <a:pt x="54946" y="43480"/>
                </a:cubicBezTo>
                <a:lnTo>
                  <a:pt x="52335" y="54349"/>
                </a:lnTo>
                <a:cubicBezTo>
                  <a:pt x="52168" y="55111"/>
                  <a:pt x="52168" y="55883"/>
                  <a:pt x="52335" y="56635"/>
                </a:cubicBezTo>
                <a:cubicBezTo>
                  <a:pt x="52503" y="57387"/>
                  <a:pt x="52836" y="58097"/>
                  <a:pt x="53317" y="58702"/>
                </a:cubicBezTo>
                <a:cubicBezTo>
                  <a:pt x="53880" y="59392"/>
                  <a:pt x="54591" y="59945"/>
                  <a:pt x="55395" y="60321"/>
                </a:cubicBezTo>
                <a:cubicBezTo>
                  <a:pt x="56199" y="60707"/>
                  <a:pt x="57086" y="60895"/>
                  <a:pt x="57974" y="60874"/>
                </a:cubicBezTo>
                <a:lnTo>
                  <a:pt x="76832" y="60874"/>
                </a:lnTo>
                <a:cubicBezTo>
                  <a:pt x="77720" y="60895"/>
                  <a:pt x="78607" y="60707"/>
                  <a:pt x="79411" y="60321"/>
                </a:cubicBezTo>
                <a:cubicBezTo>
                  <a:pt x="80215" y="59945"/>
                  <a:pt x="80925" y="59392"/>
                  <a:pt x="81489" y="58702"/>
                </a:cubicBezTo>
                <a:cubicBezTo>
                  <a:pt x="81959" y="58097"/>
                  <a:pt x="82293" y="57387"/>
                  <a:pt x="82471" y="56635"/>
                </a:cubicBezTo>
                <a:cubicBezTo>
                  <a:pt x="82638" y="55883"/>
                  <a:pt x="82638" y="55111"/>
                  <a:pt x="82471" y="5434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2" name="Белый — SVG 14">
            <a:extLst>
              <a:ext uri="{FF2B5EF4-FFF2-40B4-BE49-F238E27FC236}">
                <a16:creationId xmlns:a16="http://schemas.microsoft.com/office/drawing/2014/main" id="{73AAE87E-E43E-D44D-8BF1-9098E633CED1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67254 w 134695"/>
              <a:gd name="csY0" fmla="*/ 1 h 134745"/>
              <a:gd name="csX1" fmla="*/ 64940 w 134695"/>
              <a:gd name="csY1" fmla="*/ 579 h 134745"/>
              <a:gd name="csX2" fmla="*/ 63103 w 134695"/>
              <a:gd name="csY2" fmla="*/ 2127 h 134745"/>
              <a:gd name="csX3" fmla="*/ 49407 w 134695"/>
              <a:gd name="csY3" fmla="*/ 15804 h 134745"/>
              <a:gd name="csX4" fmla="*/ 48216 w 134695"/>
              <a:gd name="csY4" fmla="*/ 17540 h 134745"/>
              <a:gd name="csX5" fmla="*/ 47774 w 134695"/>
              <a:gd name="csY5" fmla="*/ 19598 h 134745"/>
              <a:gd name="csX6" fmla="*/ 48165 w 134695"/>
              <a:gd name="csY6" fmla="*/ 21656 h 134745"/>
              <a:gd name="csX7" fmla="*/ 49339 w 134695"/>
              <a:gd name="csY7" fmla="*/ 23408 h 134745"/>
              <a:gd name="csX8" fmla="*/ 51074 w 134695"/>
              <a:gd name="csY8" fmla="*/ 24565 h 134745"/>
              <a:gd name="csX9" fmla="*/ 53150 w 134695"/>
              <a:gd name="csY9" fmla="*/ 24956 h 134745"/>
              <a:gd name="csX10" fmla="*/ 55191 w 134695"/>
              <a:gd name="csY10" fmla="*/ 24531 h 134745"/>
              <a:gd name="csX11" fmla="*/ 56927 w 134695"/>
              <a:gd name="csY11" fmla="*/ 23323 h 134745"/>
              <a:gd name="csX12" fmla="*/ 62031 w 134695"/>
              <a:gd name="csY12" fmla="*/ 18220 h 134745"/>
              <a:gd name="csX13" fmla="*/ 62031 w 134695"/>
              <a:gd name="csY13" fmla="*/ 37289 h 134745"/>
              <a:gd name="csX14" fmla="*/ 62405 w 134695"/>
              <a:gd name="csY14" fmla="*/ 39348 h 134745"/>
              <a:gd name="csX15" fmla="*/ 63562 w 134695"/>
              <a:gd name="csY15" fmla="*/ 41100 h 134745"/>
              <a:gd name="csX16" fmla="*/ 65297 w 134695"/>
              <a:gd name="csY16" fmla="*/ 42274 h 134745"/>
              <a:gd name="csX17" fmla="*/ 67339 w 134695"/>
              <a:gd name="csY17" fmla="*/ 42682 h 134745"/>
              <a:gd name="csX18" fmla="*/ 69398 w 134695"/>
              <a:gd name="csY18" fmla="*/ 42274 h 134745"/>
              <a:gd name="csX19" fmla="*/ 71133 w 134695"/>
              <a:gd name="csY19" fmla="*/ 41100 h 134745"/>
              <a:gd name="csX20" fmla="*/ 72273 w 134695"/>
              <a:gd name="csY20" fmla="*/ 39348 h 134745"/>
              <a:gd name="csX21" fmla="*/ 72664 w 134695"/>
              <a:gd name="csY21" fmla="*/ 37289 h 134745"/>
              <a:gd name="csX22" fmla="*/ 72664 w 134695"/>
              <a:gd name="csY22" fmla="*/ 18220 h 134745"/>
              <a:gd name="csX23" fmla="*/ 77768 w 134695"/>
              <a:gd name="csY23" fmla="*/ 23323 h 134745"/>
              <a:gd name="csX24" fmla="*/ 79487 w 134695"/>
              <a:gd name="csY24" fmla="*/ 24531 h 134745"/>
              <a:gd name="csX25" fmla="*/ 81545 w 134695"/>
              <a:gd name="csY25" fmla="*/ 24956 h 134745"/>
              <a:gd name="csX26" fmla="*/ 83604 w 134695"/>
              <a:gd name="csY26" fmla="*/ 24565 h 134745"/>
              <a:gd name="csX27" fmla="*/ 85356 w 134695"/>
              <a:gd name="csY27" fmla="*/ 23408 h 134745"/>
              <a:gd name="csX28" fmla="*/ 86530 w 134695"/>
              <a:gd name="csY28" fmla="*/ 21656 h 134745"/>
              <a:gd name="csX29" fmla="*/ 86922 w 134695"/>
              <a:gd name="csY29" fmla="*/ 19598 h 134745"/>
              <a:gd name="csX30" fmla="*/ 86479 w 134695"/>
              <a:gd name="csY30" fmla="*/ 17540 h 134745"/>
              <a:gd name="csX31" fmla="*/ 85288 w 134695"/>
              <a:gd name="csY31" fmla="*/ 15804 h 134745"/>
              <a:gd name="csX32" fmla="*/ 71559 w 134695"/>
              <a:gd name="csY32" fmla="*/ 2093 h 134745"/>
              <a:gd name="csX33" fmla="*/ 69653 w 134695"/>
              <a:gd name="csY33" fmla="*/ 529 h 134745"/>
              <a:gd name="csX34" fmla="*/ 67254 w 134695"/>
              <a:gd name="csY34" fmla="*/ 1 h 134745"/>
              <a:gd name="csX35" fmla="*/ 12403 w 134695"/>
              <a:gd name="csY35" fmla="*/ 49690 h 134745"/>
              <a:gd name="csX36" fmla="*/ 0 w 134695"/>
              <a:gd name="csY36" fmla="*/ 62092 h 134745"/>
              <a:gd name="csX37" fmla="*/ 0 w 134695"/>
              <a:gd name="csY37" fmla="*/ 122345 h 134745"/>
              <a:gd name="csX38" fmla="*/ 12403 w 134695"/>
              <a:gd name="csY38" fmla="*/ 134746 h 134745"/>
              <a:gd name="csX39" fmla="*/ 122276 w 134695"/>
              <a:gd name="csY39" fmla="*/ 134746 h 134745"/>
              <a:gd name="csX40" fmla="*/ 134695 w 134695"/>
              <a:gd name="csY40" fmla="*/ 122345 h 134745"/>
              <a:gd name="csX41" fmla="*/ 134695 w 134695"/>
              <a:gd name="csY41" fmla="*/ 62092 h 134745"/>
              <a:gd name="csX42" fmla="*/ 122276 w 134695"/>
              <a:gd name="csY42" fmla="*/ 49690 h 134745"/>
              <a:gd name="csX43" fmla="*/ 12403 w 134695"/>
              <a:gd name="csY43" fmla="*/ 49690 h 134745"/>
              <a:gd name="csX44" fmla="*/ 21267 w 134695"/>
              <a:gd name="csY44" fmla="*/ 60322 h 134745"/>
              <a:gd name="csX45" fmla="*/ 113428 w 134695"/>
              <a:gd name="csY45" fmla="*/ 60322 h 134745"/>
              <a:gd name="csX46" fmla="*/ 124062 w 134695"/>
              <a:gd name="csY46" fmla="*/ 70954 h 134745"/>
              <a:gd name="csX47" fmla="*/ 124062 w 134695"/>
              <a:gd name="csY47" fmla="*/ 113482 h 134745"/>
              <a:gd name="csX48" fmla="*/ 113428 w 134695"/>
              <a:gd name="csY48" fmla="*/ 124114 h 134745"/>
              <a:gd name="csX49" fmla="*/ 21267 w 134695"/>
              <a:gd name="csY49" fmla="*/ 124114 h 134745"/>
              <a:gd name="csX50" fmla="*/ 10633 w 134695"/>
              <a:gd name="csY50" fmla="*/ 113482 h 134745"/>
              <a:gd name="csX51" fmla="*/ 10633 w 134695"/>
              <a:gd name="csY51" fmla="*/ 70954 h 134745"/>
              <a:gd name="csX52" fmla="*/ 21267 w 134695"/>
              <a:gd name="csY52" fmla="*/ 60322 h 134745"/>
              <a:gd name="csX53" fmla="*/ 67339 w 134695"/>
              <a:gd name="csY53" fmla="*/ 67416 h 134745"/>
              <a:gd name="csX54" fmla="*/ 46072 w 134695"/>
              <a:gd name="csY54" fmla="*/ 92218 h 134745"/>
              <a:gd name="csX55" fmla="*/ 67339 w 134695"/>
              <a:gd name="csY55" fmla="*/ 117038 h 134745"/>
              <a:gd name="csX56" fmla="*/ 88606 w 134695"/>
              <a:gd name="csY56" fmla="*/ 92218 h 134745"/>
              <a:gd name="csX57" fmla="*/ 67339 w 134695"/>
              <a:gd name="csY57" fmla="*/ 67416 h 134745"/>
              <a:gd name="csX58" fmla="*/ 24806 w 134695"/>
              <a:gd name="csY58" fmla="*/ 85142 h 134745"/>
              <a:gd name="csX59" fmla="*/ 19803 w 134695"/>
              <a:gd name="csY59" fmla="*/ 87217 h 134745"/>
              <a:gd name="csX60" fmla="*/ 17728 w 134695"/>
              <a:gd name="csY60" fmla="*/ 92218 h 134745"/>
              <a:gd name="csX61" fmla="*/ 19803 w 134695"/>
              <a:gd name="csY61" fmla="*/ 97237 h 134745"/>
              <a:gd name="csX62" fmla="*/ 24806 w 134695"/>
              <a:gd name="csY62" fmla="*/ 99312 h 134745"/>
              <a:gd name="csX63" fmla="*/ 29825 w 134695"/>
              <a:gd name="csY63" fmla="*/ 97237 h 134745"/>
              <a:gd name="csX64" fmla="*/ 31900 w 134695"/>
              <a:gd name="csY64" fmla="*/ 92218 h 134745"/>
              <a:gd name="csX65" fmla="*/ 29825 w 134695"/>
              <a:gd name="csY65" fmla="*/ 87217 h 134745"/>
              <a:gd name="csX66" fmla="*/ 24806 w 134695"/>
              <a:gd name="csY66" fmla="*/ 85142 h 134745"/>
              <a:gd name="csX67" fmla="*/ 109873 w 134695"/>
              <a:gd name="csY67" fmla="*/ 85142 h 134745"/>
              <a:gd name="csX68" fmla="*/ 104870 w 134695"/>
              <a:gd name="csY68" fmla="*/ 87217 h 134745"/>
              <a:gd name="csX69" fmla="*/ 102795 w 134695"/>
              <a:gd name="csY69" fmla="*/ 92218 h 134745"/>
              <a:gd name="csX70" fmla="*/ 104870 w 134695"/>
              <a:gd name="csY70" fmla="*/ 97237 h 134745"/>
              <a:gd name="csX71" fmla="*/ 109873 w 134695"/>
              <a:gd name="csY71" fmla="*/ 99312 h 134745"/>
              <a:gd name="csX72" fmla="*/ 114892 w 134695"/>
              <a:gd name="csY72" fmla="*/ 97237 h 134745"/>
              <a:gd name="csX73" fmla="*/ 116967 w 134695"/>
              <a:gd name="csY73" fmla="*/ 92218 h 134745"/>
              <a:gd name="csX74" fmla="*/ 114892 w 134695"/>
              <a:gd name="csY74" fmla="*/ 87217 h 134745"/>
              <a:gd name="csX75" fmla="*/ 109873 w 134695"/>
              <a:gd name="csY75" fmla="*/ 85142 h 134745"/>
            </a:gdLst>
            <a:ahLst/>
            <a:cxnLst/>
            <a:rect l="l" t="t" r="r" b="b"/>
            <a:pathLst>
              <a:path w="100000" h="100000">
                <a:moveTo>
                  <a:pt x="49931" y="1"/>
                </a:moveTo>
                <a:cubicBezTo>
                  <a:pt x="49337" y="13"/>
                  <a:pt x="48744" y="152"/>
                  <a:pt x="48213" y="430"/>
                </a:cubicBezTo>
                <a:cubicBezTo>
                  <a:pt x="47671" y="708"/>
                  <a:pt x="47216" y="1099"/>
                  <a:pt x="46850" y="1579"/>
                </a:cubicBezTo>
                <a:lnTo>
                  <a:pt x="36686" y="11729"/>
                </a:lnTo>
                <a:cubicBezTo>
                  <a:pt x="36307" y="12095"/>
                  <a:pt x="36004" y="12537"/>
                  <a:pt x="35802" y="13017"/>
                </a:cubicBezTo>
                <a:cubicBezTo>
                  <a:pt x="35587" y="13497"/>
                  <a:pt x="35474" y="14014"/>
                  <a:pt x="35474" y="14545"/>
                </a:cubicBezTo>
                <a:cubicBezTo>
                  <a:pt x="35474" y="15062"/>
                  <a:pt x="35562" y="15580"/>
                  <a:pt x="35764" y="16072"/>
                </a:cubicBezTo>
                <a:cubicBezTo>
                  <a:pt x="35966" y="16552"/>
                  <a:pt x="36256" y="16994"/>
                  <a:pt x="36635" y="17372"/>
                </a:cubicBezTo>
                <a:cubicBezTo>
                  <a:pt x="37001" y="17739"/>
                  <a:pt x="37443" y="18029"/>
                  <a:pt x="37923" y="18231"/>
                </a:cubicBezTo>
                <a:cubicBezTo>
                  <a:pt x="38416" y="18433"/>
                  <a:pt x="38933" y="18534"/>
                  <a:pt x="39463" y="18521"/>
                </a:cubicBezTo>
                <a:cubicBezTo>
                  <a:pt x="39981" y="18521"/>
                  <a:pt x="40499" y="18407"/>
                  <a:pt x="40978" y="18205"/>
                </a:cubicBezTo>
                <a:cubicBezTo>
                  <a:pt x="41471" y="17991"/>
                  <a:pt x="41900" y="17688"/>
                  <a:pt x="42267" y="17309"/>
                </a:cubicBezTo>
                <a:lnTo>
                  <a:pt x="46054" y="13522"/>
                </a:lnTo>
                <a:lnTo>
                  <a:pt x="46054" y="27674"/>
                </a:lnTo>
                <a:cubicBezTo>
                  <a:pt x="46042" y="28192"/>
                  <a:pt x="46143" y="28722"/>
                  <a:pt x="46332" y="29202"/>
                </a:cubicBezTo>
                <a:cubicBezTo>
                  <a:pt x="46535" y="29681"/>
                  <a:pt x="46825" y="30124"/>
                  <a:pt x="47191" y="30502"/>
                </a:cubicBezTo>
                <a:cubicBezTo>
                  <a:pt x="47556" y="30868"/>
                  <a:pt x="47999" y="31171"/>
                  <a:pt x="48478" y="31373"/>
                </a:cubicBezTo>
                <a:cubicBezTo>
                  <a:pt x="48958" y="31575"/>
                  <a:pt x="49476" y="31676"/>
                  <a:pt x="49994" y="31676"/>
                </a:cubicBezTo>
                <a:cubicBezTo>
                  <a:pt x="50524" y="31676"/>
                  <a:pt x="51042" y="31575"/>
                  <a:pt x="51522" y="31373"/>
                </a:cubicBezTo>
                <a:cubicBezTo>
                  <a:pt x="52001" y="31171"/>
                  <a:pt x="52444" y="30868"/>
                  <a:pt x="52809" y="30502"/>
                </a:cubicBezTo>
                <a:cubicBezTo>
                  <a:pt x="53176" y="30124"/>
                  <a:pt x="53466" y="29681"/>
                  <a:pt x="53655" y="29202"/>
                </a:cubicBezTo>
                <a:cubicBezTo>
                  <a:pt x="53857" y="28722"/>
                  <a:pt x="53946" y="28192"/>
                  <a:pt x="53946" y="27674"/>
                </a:cubicBezTo>
                <a:lnTo>
                  <a:pt x="53946" y="13522"/>
                </a:lnTo>
                <a:lnTo>
                  <a:pt x="57733" y="17309"/>
                </a:lnTo>
                <a:cubicBezTo>
                  <a:pt x="58100" y="17688"/>
                  <a:pt x="58529" y="17991"/>
                  <a:pt x="59009" y="18205"/>
                </a:cubicBezTo>
                <a:cubicBezTo>
                  <a:pt x="59489" y="18407"/>
                  <a:pt x="60007" y="18521"/>
                  <a:pt x="60537" y="18521"/>
                </a:cubicBezTo>
                <a:cubicBezTo>
                  <a:pt x="61067" y="18534"/>
                  <a:pt x="61584" y="18433"/>
                  <a:pt x="62065" y="18231"/>
                </a:cubicBezTo>
                <a:cubicBezTo>
                  <a:pt x="62557" y="18029"/>
                  <a:pt x="62999" y="17739"/>
                  <a:pt x="63365" y="17372"/>
                </a:cubicBezTo>
                <a:cubicBezTo>
                  <a:pt x="63744" y="16994"/>
                  <a:pt x="64034" y="16552"/>
                  <a:pt x="64236" y="16072"/>
                </a:cubicBezTo>
                <a:cubicBezTo>
                  <a:pt x="64425" y="15580"/>
                  <a:pt x="64527" y="15062"/>
                  <a:pt x="64527" y="14545"/>
                </a:cubicBezTo>
                <a:cubicBezTo>
                  <a:pt x="64514" y="14014"/>
                  <a:pt x="64413" y="13497"/>
                  <a:pt x="64198" y="13017"/>
                </a:cubicBezTo>
                <a:cubicBezTo>
                  <a:pt x="63996" y="12537"/>
                  <a:pt x="63694" y="12095"/>
                  <a:pt x="63314" y="11729"/>
                </a:cubicBezTo>
                <a:lnTo>
                  <a:pt x="53126" y="1553"/>
                </a:lnTo>
                <a:cubicBezTo>
                  <a:pt x="52759" y="1061"/>
                  <a:pt x="52266" y="670"/>
                  <a:pt x="51711" y="393"/>
                </a:cubicBezTo>
                <a:cubicBezTo>
                  <a:pt x="51168" y="127"/>
                  <a:pt x="50550" y="-12"/>
                  <a:pt x="49931" y="1"/>
                </a:cubicBezTo>
                <a:close/>
                <a:moveTo>
                  <a:pt x="9223" y="36877"/>
                </a:moveTo>
                <a:cubicBezTo>
                  <a:pt x="4186" y="36877"/>
                  <a:pt x="19" y="41043"/>
                  <a:pt x="19" y="46081"/>
                </a:cubicBezTo>
                <a:lnTo>
                  <a:pt x="19" y="90797"/>
                </a:lnTo>
                <a:cubicBezTo>
                  <a:pt x="19" y="95834"/>
                  <a:pt x="4186" y="100001"/>
                  <a:pt x="9223" y="100001"/>
                </a:cubicBezTo>
                <a:lnTo>
                  <a:pt x="90765" y="100001"/>
                </a:lnTo>
                <a:cubicBezTo>
                  <a:pt x="95802" y="100001"/>
                  <a:pt x="99981" y="95834"/>
                  <a:pt x="99981" y="90797"/>
                </a:cubicBezTo>
                <a:lnTo>
                  <a:pt x="99981" y="46081"/>
                </a:lnTo>
                <a:cubicBezTo>
                  <a:pt x="99981" y="41043"/>
                  <a:pt x="95802" y="36877"/>
                  <a:pt x="90765" y="36877"/>
                </a:cubicBezTo>
                <a:lnTo>
                  <a:pt x="9223" y="36877"/>
                </a:lnTo>
                <a:close/>
                <a:moveTo>
                  <a:pt x="15802" y="44768"/>
                </a:moveTo>
                <a:lnTo>
                  <a:pt x="84198" y="44768"/>
                </a:lnTo>
                <a:cubicBezTo>
                  <a:pt x="84198" y="49136"/>
                  <a:pt x="87721" y="52658"/>
                  <a:pt x="92090" y="52658"/>
                </a:cubicBezTo>
                <a:lnTo>
                  <a:pt x="92090" y="84220"/>
                </a:lnTo>
                <a:cubicBezTo>
                  <a:pt x="87721" y="84220"/>
                  <a:pt x="84198" y="87742"/>
                  <a:pt x="84198" y="92110"/>
                </a:cubicBezTo>
                <a:lnTo>
                  <a:pt x="15802" y="92110"/>
                </a:lnTo>
                <a:cubicBezTo>
                  <a:pt x="15802" y="87742"/>
                  <a:pt x="12279" y="84220"/>
                  <a:pt x="7910" y="84220"/>
                </a:cubicBezTo>
                <a:lnTo>
                  <a:pt x="7910" y="52658"/>
                </a:lnTo>
                <a:cubicBezTo>
                  <a:pt x="12279" y="52658"/>
                  <a:pt x="15802" y="49136"/>
                  <a:pt x="15802" y="44768"/>
                </a:cubicBezTo>
                <a:close/>
                <a:moveTo>
                  <a:pt x="49994" y="50032"/>
                </a:moveTo>
                <a:cubicBezTo>
                  <a:pt x="41294" y="50032"/>
                  <a:pt x="34211" y="58289"/>
                  <a:pt x="34211" y="68439"/>
                </a:cubicBezTo>
                <a:cubicBezTo>
                  <a:pt x="34211" y="78589"/>
                  <a:pt x="41294" y="86859"/>
                  <a:pt x="49994" y="86859"/>
                </a:cubicBezTo>
                <a:cubicBezTo>
                  <a:pt x="58706" y="86859"/>
                  <a:pt x="65777" y="78589"/>
                  <a:pt x="65777" y="68439"/>
                </a:cubicBezTo>
                <a:cubicBezTo>
                  <a:pt x="65777" y="58289"/>
                  <a:pt x="58706" y="50032"/>
                  <a:pt x="49994" y="50032"/>
                </a:cubicBezTo>
                <a:close/>
                <a:moveTo>
                  <a:pt x="18428" y="63188"/>
                </a:moveTo>
                <a:cubicBezTo>
                  <a:pt x="17039" y="63188"/>
                  <a:pt x="15701" y="63730"/>
                  <a:pt x="14715" y="64727"/>
                </a:cubicBezTo>
                <a:cubicBezTo>
                  <a:pt x="13731" y="65712"/>
                  <a:pt x="13175" y="67050"/>
                  <a:pt x="13175" y="68439"/>
                </a:cubicBezTo>
                <a:cubicBezTo>
                  <a:pt x="13175" y="69840"/>
                  <a:pt x="13731" y="71179"/>
                  <a:pt x="14715" y="72164"/>
                </a:cubicBezTo>
                <a:cubicBezTo>
                  <a:pt x="15701" y="73148"/>
                  <a:pt x="17039" y="73704"/>
                  <a:pt x="18428" y="73704"/>
                </a:cubicBezTo>
                <a:cubicBezTo>
                  <a:pt x="19829" y="73704"/>
                  <a:pt x="21167" y="73148"/>
                  <a:pt x="22153" y="72164"/>
                </a:cubicBezTo>
                <a:cubicBezTo>
                  <a:pt x="23138" y="71179"/>
                  <a:pt x="23693" y="69840"/>
                  <a:pt x="23693" y="68439"/>
                </a:cubicBezTo>
                <a:cubicBezTo>
                  <a:pt x="23693" y="67050"/>
                  <a:pt x="23138" y="65712"/>
                  <a:pt x="22153" y="64727"/>
                </a:cubicBezTo>
                <a:cubicBezTo>
                  <a:pt x="21167" y="63730"/>
                  <a:pt x="19829" y="63188"/>
                  <a:pt x="18428" y="63188"/>
                </a:cubicBezTo>
                <a:close/>
                <a:moveTo>
                  <a:pt x="81560" y="63188"/>
                </a:moveTo>
                <a:cubicBezTo>
                  <a:pt x="80171" y="63188"/>
                  <a:pt x="78833" y="63730"/>
                  <a:pt x="77847" y="64727"/>
                </a:cubicBezTo>
                <a:cubicBezTo>
                  <a:pt x="76863" y="65712"/>
                  <a:pt x="76307" y="67050"/>
                  <a:pt x="76307" y="68439"/>
                </a:cubicBezTo>
                <a:cubicBezTo>
                  <a:pt x="76307" y="69840"/>
                  <a:pt x="76863" y="71179"/>
                  <a:pt x="77847" y="72164"/>
                </a:cubicBezTo>
                <a:cubicBezTo>
                  <a:pt x="78833" y="73148"/>
                  <a:pt x="80171" y="73704"/>
                  <a:pt x="81560" y="73704"/>
                </a:cubicBezTo>
                <a:cubicBezTo>
                  <a:pt x="82961" y="73704"/>
                  <a:pt x="84300" y="73148"/>
                  <a:pt x="85285" y="72164"/>
                </a:cubicBezTo>
                <a:cubicBezTo>
                  <a:pt x="86270" y="71179"/>
                  <a:pt x="86825" y="69840"/>
                  <a:pt x="86825" y="68439"/>
                </a:cubicBezTo>
                <a:cubicBezTo>
                  <a:pt x="86825" y="67050"/>
                  <a:pt x="86270" y="65712"/>
                  <a:pt x="85285" y="64727"/>
                </a:cubicBezTo>
                <a:cubicBezTo>
                  <a:pt x="84300" y="63730"/>
                  <a:pt x="82961" y="63188"/>
                  <a:pt x="81560" y="6318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3" name="Белый — SVG 15">
            <a:extLst>
              <a:ext uri="{FF2B5EF4-FFF2-40B4-BE49-F238E27FC236}">
                <a16:creationId xmlns:a16="http://schemas.microsoft.com/office/drawing/2014/main" id="{BAE34576-BF66-364F-9907-F0D83025E226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47934 w 141777"/>
              <a:gd name="csY5" fmla="*/ 31896 h 141753"/>
              <a:gd name="csX6" fmla="*/ 52308 w 141777"/>
              <a:gd name="csY6" fmla="*/ 34311 h 141753"/>
              <a:gd name="csX7" fmla="*/ 70890 w 141777"/>
              <a:gd name="csY7" fmla="*/ 62907 h 141753"/>
              <a:gd name="csX8" fmla="*/ 89470 w 141777"/>
              <a:gd name="csY8" fmla="*/ 34311 h 141753"/>
              <a:gd name="csX9" fmla="*/ 96822 w 141777"/>
              <a:gd name="csY9" fmla="*/ 32746 h 141753"/>
              <a:gd name="csX10" fmla="*/ 98387 w 141777"/>
              <a:gd name="csY10" fmla="*/ 40112 h 141753"/>
              <a:gd name="csX11" fmla="*/ 82990 w 141777"/>
              <a:gd name="csY11" fmla="*/ 63792 h 141753"/>
              <a:gd name="csX12" fmla="*/ 90384 w 141777"/>
              <a:gd name="csY12" fmla="*/ 63792 h 141753"/>
              <a:gd name="csX13" fmla="*/ 95700 w 141777"/>
              <a:gd name="csY13" fmla="*/ 69099 h 141753"/>
              <a:gd name="csX14" fmla="*/ 90384 w 141777"/>
              <a:gd name="csY14" fmla="*/ 74424 h 141753"/>
              <a:gd name="csX15" fmla="*/ 76206 w 141777"/>
              <a:gd name="csY15" fmla="*/ 74424 h 141753"/>
              <a:gd name="csX16" fmla="*/ 76206 w 141777"/>
              <a:gd name="csY16" fmla="*/ 81517 h 141753"/>
              <a:gd name="csX17" fmla="*/ 90384 w 141777"/>
              <a:gd name="csY17" fmla="*/ 81517 h 141753"/>
              <a:gd name="csX18" fmla="*/ 95700 w 141777"/>
              <a:gd name="csY18" fmla="*/ 86825 h 141753"/>
              <a:gd name="csX19" fmla="*/ 90384 w 141777"/>
              <a:gd name="csY19" fmla="*/ 92149 h 141753"/>
              <a:gd name="csX20" fmla="*/ 76206 w 141777"/>
              <a:gd name="csY20" fmla="*/ 92149 h 141753"/>
              <a:gd name="csX21" fmla="*/ 76206 w 141777"/>
              <a:gd name="csY21" fmla="*/ 108089 h 141753"/>
              <a:gd name="csX22" fmla="*/ 70890 w 141777"/>
              <a:gd name="csY22" fmla="*/ 113413 h 141753"/>
              <a:gd name="csX23" fmla="*/ 65573 w 141777"/>
              <a:gd name="csY23" fmla="*/ 108089 h 141753"/>
              <a:gd name="csX24" fmla="*/ 65573 w 141777"/>
              <a:gd name="csY24" fmla="*/ 92149 h 141753"/>
              <a:gd name="csX25" fmla="*/ 51394 w 141777"/>
              <a:gd name="csY25" fmla="*/ 92149 h 141753"/>
              <a:gd name="csX26" fmla="*/ 46077 w 141777"/>
              <a:gd name="csY26" fmla="*/ 86825 h 141753"/>
              <a:gd name="csX27" fmla="*/ 51394 w 141777"/>
              <a:gd name="csY27" fmla="*/ 81517 h 141753"/>
              <a:gd name="csX28" fmla="*/ 65573 w 141777"/>
              <a:gd name="csY28" fmla="*/ 81517 h 141753"/>
              <a:gd name="csX29" fmla="*/ 65573 w 141777"/>
              <a:gd name="csY29" fmla="*/ 74424 h 141753"/>
              <a:gd name="csX30" fmla="*/ 51394 w 141777"/>
              <a:gd name="csY30" fmla="*/ 74424 h 141753"/>
              <a:gd name="csX31" fmla="*/ 46077 w 141777"/>
              <a:gd name="csY31" fmla="*/ 69099 h 141753"/>
              <a:gd name="csX32" fmla="*/ 51394 w 141777"/>
              <a:gd name="csY32" fmla="*/ 63792 h 141753"/>
              <a:gd name="csX33" fmla="*/ 58788 w 141777"/>
              <a:gd name="csY33" fmla="*/ 63792 h 141753"/>
              <a:gd name="csX34" fmla="*/ 43393 w 141777"/>
              <a:gd name="csY34" fmla="*/ 40112 h 141753"/>
              <a:gd name="csX35" fmla="*/ 44949 w 141777"/>
              <a:gd name="csY35" fmla="*/ 32746 h 141753"/>
              <a:gd name="csX36" fmla="*/ 47934 w 141777"/>
              <a:gd name="csY36" fmla="*/ 3189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33809" y="22506"/>
                </a:moveTo>
                <a:cubicBezTo>
                  <a:pt x="35013" y="22530"/>
                  <a:pt x="36190" y="23129"/>
                  <a:pt x="36895" y="24209"/>
                </a:cubicBezTo>
                <a:lnTo>
                  <a:pt x="50001" y="44379"/>
                </a:lnTo>
                <a:lnTo>
                  <a:pt x="63106" y="24209"/>
                </a:lnTo>
                <a:cubicBezTo>
                  <a:pt x="64233" y="22482"/>
                  <a:pt x="66559" y="21977"/>
                  <a:pt x="68292" y="23105"/>
                </a:cubicBezTo>
                <a:cubicBezTo>
                  <a:pt x="70029" y="24233"/>
                  <a:pt x="70522" y="26561"/>
                  <a:pt x="69396" y="28301"/>
                </a:cubicBezTo>
                <a:lnTo>
                  <a:pt x="58536" y="45003"/>
                </a:lnTo>
                <a:lnTo>
                  <a:pt x="63751" y="45003"/>
                </a:lnTo>
                <a:cubicBezTo>
                  <a:pt x="65821" y="45003"/>
                  <a:pt x="67500" y="46682"/>
                  <a:pt x="67500" y="48746"/>
                </a:cubicBezTo>
                <a:cubicBezTo>
                  <a:pt x="67500" y="50822"/>
                  <a:pt x="65821" y="52502"/>
                  <a:pt x="63751" y="52502"/>
                </a:cubicBezTo>
                <a:lnTo>
                  <a:pt x="53751" y="52502"/>
                </a:lnTo>
                <a:lnTo>
                  <a:pt x="53751" y="57505"/>
                </a:lnTo>
                <a:lnTo>
                  <a:pt x="63751" y="57505"/>
                </a:lnTo>
                <a:cubicBezTo>
                  <a:pt x="65821" y="57505"/>
                  <a:pt x="67500" y="59173"/>
                  <a:pt x="67500" y="61249"/>
                </a:cubicBezTo>
                <a:cubicBezTo>
                  <a:pt x="67500" y="63325"/>
                  <a:pt x="65821" y="65004"/>
                  <a:pt x="63751" y="65004"/>
                </a:cubicBezTo>
                <a:lnTo>
                  <a:pt x="53751" y="65004"/>
                </a:lnTo>
                <a:lnTo>
                  <a:pt x="53751" y="76247"/>
                </a:lnTo>
                <a:cubicBezTo>
                  <a:pt x="53751" y="78323"/>
                  <a:pt x="52071" y="80002"/>
                  <a:pt x="50001" y="80002"/>
                </a:cubicBezTo>
                <a:cubicBezTo>
                  <a:pt x="47931" y="80002"/>
                  <a:pt x="46251" y="78323"/>
                  <a:pt x="46251" y="76247"/>
                </a:cubicBezTo>
                <a:lnTo>
                  <a:pt x="46251" y="65004"/>
                </a:lnTo>
                <a:lnTo>
                  <a:pt x="36250" y="65004"/>
                </a:lnTo>
                <a:cubicBezTo>
                  <a:pt x="34180" y="65004"/>
                  <a:pt x="32500" y="63325"/>
                  <a:pt x="32500" y="61249"/>
                </a:cubicBezTo>
                <a:cubicBezTo>
                  <a:pt x="32500" y="59173"/>
                  <a:pt x="34180" y="57505"/>
                  <a:pt x="36250" y="57505"/>
                </a:cubicBezTo>
                <a:lnTo>
                  <a:pt x="46251" y="57505"/>
                </a:lnTo>
                <a:lnTo>
                  <a:pt x="46251" y="52502"/>
                </a:lnTo>
                <a:lnTo>
                  <a:pt x="36250" y="52502"/>
                </a:lnTo>
                <a:cubicBezTo>
                  <a:pt x="34180" y="52502"/>
                  <a:pt x="32500" y="50822"/>
                  <a:pt x="32500" y="48746"/>
                </a:cubicBezTo>
                <a:cubicBezTo>
                  <a:pt x="32500" y="46682"/>
                  <a:pt x="34180" y="45003"/>
                  <a:pt x="36250" y="45003"/>
                </a:cubicBezTo>
                <a:lnTo>
                  <a:pt x="41465" y="45003"/>
                </a:lnTo>
                <a:lnTo>
                  <a:pt x="30607" y="28301"/>
                </a:lnTo>
                <a:cubicBezTo>
                  <a:pt x="29478" y="26561"/>
                  <a:pt x="29969" y="24233"/>
                  <a:pt x="31704" y="23105"/>
                </a:cubicBezTo>
                <a:cubicBezTo>
                  <a:pt x="32354" y="22686"/>
                  <a:pt x="33086" y="22494"/>
                  <a:pt x="33809" y="2250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4" name="Белый — SVG 16">
            <a:extLst>
              <a:ext uri="{FF2B5EF4-FFF2-40B4-BE49-F238E27FC236}">
                <a16:creationId xmlns:a16="http://schemas.microsoft.com/office/drawing/2014/main" id="{DEB438AF-6B44-9A45-B0F9-DFF10381A587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155962 w 155961"/>
              <a:gd name="csY0" fmla="*/ 23033 h 106319"/>
              <a:gd name="csX1" fmla="*/ 155962 w 155961"/>
              <a:gd name="csY1" fmla="*/ 83286 h 106319"/>
              <a:gd name="csX2" fmla="*/ 132909 w 155961"/>
              <a:gd name="csY2" fmla="*/ 106319 h 106319"/>
              <a:gd name="csX3" fmla="*/ 23036 w 155961"/>
              <a:gd name="csY3" fmla="*/ 106319 h 106319"/>
              <a:gd name="csX4" fmla="*/ 0 w 155961"/>
              <a:gd name="csY4" fmla="*/ 83286 h 106319"/>
              <a:gd name="csX5" fmla="*/ 0 w 155961"/>
              <a:gd name="csY5" fmla="*/ 23033 h 106319"/>
              <a:gd name="csX6" fmla="*/ 23036 w 155961"/>
              <a:gd name="csY6" fmla="*/ 0 h 106319"/>
              <a:gd name="csX7" fmla="*/ 132909 w 155961"/>
              <a:gd name="csY7" fmla="*/ 0 h 106319"/>
              <a:gd name="csX8" fmla="*/ 155962 w 155961"/>
              <a:gd name="csY8" fmla="*/ 23033 h 106319"/>
              <a:gd name="csX9" fmla="*/ 57777 w 155961"/>
              <a:gd name="csY9" fmla="*/ 35434 h 106319"/>
              <a:gd name="csX10" fmla="*/ 47774 w 155961"/>
              <a:gd name="csY10" fmla="*/ 35434 h 106319"/>
              <a:gd name="csX11" fmla="*/ 42431 w 155961"/>
              <a:gd name="csY11" fmla="*/ 40044 h 106319"/>
              <a:gd name="csX12" fmla="*/ 38093 w 155961"/>
              <a:gd name="csY12" fmla="*/ 56341 h 106319"/>
              <a:gd name="csX13" fmla="*/ 37430 w 155961"/>
              <a:gd name="csY13" fmla="*/ 56341 h 106319"/>
              <a:gd name="csX14" fmla="*/ 33091 w 155961"/>
              <a:gd name="csY14" fmla="*/ 40044 h 106319"/>
              <a:gd name="csX15" fmla="*/ 27749 w 155961"/>
              <a:gd name="csY15" fmla="*/ 35434 h 106319"/>
              <a:gd name="csX16" fmla="*/ 17728 w 155961"/>
              <a:gd name="csY16" fmla="*/ 35434 h 106319"/>
              <a:gd name="csX17" fmla="*/ 17728 w 155961"/>
              <a:gd name="csY17" fmla="*/ 70885 h 106319"/>
              <a:gd name="csX18" fmla="*/ 27732 w 155961"/>
              <a:gd name="csY18" fmla="*/ 70885 h 106319"/>
              <a:gd name="csX19" fmla="*/ 27732 w 155961"/>
              <a:gd name="csY19" fmla="*/ 49962 h 106319"/>
              <a:gd name="csX20" fmla="*/ 28395 w 155961"/>
              <a:gd name="csY20" fmla="*/ 49962 h 106319"/>
              <a:gd name="csX21" fmla="*/ 34078 w 155961"/>
              <a:gd name="csY21" fmla="*/ 70885 h 106319"/>
              <a:gd name="csX22" fmla="*/ 41087 w 155961"/>
              <a:gd name="csY22" fmla="*/ 70885 h 106319"/>
              <a:gd name="csX23" fmla="*/ 46770 w 155961"/>
              <a:gd name="csY23" fmla="*/ 49962 h 106319"/>
              <a:gd name="csX24" fmla="*/ 47757 w 155961"/>
              <a:gd name="csY24" fmla="*/ 49962 h 106319"/>
              <a:gd name="csX25" fmla="*/ 47757 w 155961"/>
              <a:gd name="csY25" fmla="*/ 70885 h 106319"/>
              <a:gd name="csX26" fmla="*/ 57777 w 155961"/>
              <a:gd name="csY26" fmla="*/ 70885 h 106319"/>
              <a:gd name="csX27" fmla="*/ 57777 w 155961"/>
              <a:gd name="csY27" fmla="*/ 35434 h 106319"/>
              <a:gd name="csX28" fmla="*/ 97844 w 155961"/>
              <a:gd name="csY28" fmla="*/ 35434 h 106319"/>
              <a:gd name="csX29" fmla="*/ 88827 w 155961"/>
              <a:gd name="csY29" fmla="*/ 35434 h 106319"/>
              <a:gd name="csX30" fmla="*/ 83145 w 155961"/>
              <a:gd name="csY30" fmla="*/ 39330 h 106319"/>
              <a:gd name="csX31" fmla="*/ 75148 w 155961"/>
              <a:gd name="csY31" fmla="*/ 56698 h 106319"/>
              <a:gd name="csX32" fmla="*/ 74468 w 155961"/>
              <a:gd name="csY32" fmla="*/ 56698 h 106319"/>
              <a:gd name="csX33" fmla="*/ 74468 w 155961"/>
              <a:gd name="csY33" fmla="*/ 35434 h 106319"/>
              <a:gd name="csX34" fmla="*/ 64464 w 155961"/>
              <a:gd name="csY34" fmla="*/ 35434 h 106319"/>
              <a:gd name="csX35" fmla="*/ 64464 w 155961"/>
              <a:gd name="csY35" fmla="*/ 70885 h 106319"/>
              <a:gd name="csX36" fmla="*/ 73481 w 155961"/>
              <a:gd name="csY36" fmla="*/ 70885 h 106319"/>
              <a:gd name="csX37" fmla="*/ 78823 w 155961"/>
              <a:gd name="csY37" fmla="*/ 66973 h 106319"/>
              <a:gd name="csX38" fmla="*/ 86837 w 155961"/>
              <a:gd name="csY38" fmla="*/ 49621 h 106319"/>
              <a:gd name="csX39" fmla="*/ 87823 w 155961"/>
              <a:gd name="csY39" fmla="*/ 49621 h 106319"/>
              <a:gd name="csX40" fmla="*/ 87823 w 155961"/>
              <a:gd name="csY40" fmla="*/ 70885 h 106319"/>
              <a:gd name="csX41" fmla="*/ 97844 w 155961"/>
              <a:gd name="csY41" fmla="*/ 70885 h 106319"/>
              <a:gd name="csX42" fmla="*/ 97844 w 155961"/>
              <a:gd name="csY42" fmla="*/ 35434 h 106319"/>
              <a:gd name="csX43" fmla="*/ 136567 w 155961"/>
              <a:gd name="csY43" fmla="*/ 53160 h 106319"/>
              <a:gd name="csX44" fmla="*/ 104513 w 155961"/>
              <a:gd name="csY44" fmla="*/ 53160 h 106319"/>
              <a:gd name="csX45" fmla="*/ 104513 w 155961"/>
              <a:gd name="csY45" fmla="*/ 70885 h 106319"/>
              <a:gd name="csX46" fmla="*/ 114534 w 155961"/>
              <a:gd name="csY46" fmla="*/ 70885 h 106319"/>
              <a:gd name="csX47" fmla="*/ 114534 w 155961"/>
              <a:gd name="csY47" fmla="*/ 60253 h 106319"/>
              <a:gd name="csX48" fmla="*/ 126205 w 155961"/>
              <a:gd name="csY48" fmla="*/ 60253 h 106319"/>
              <a:gd name="csX49" fmla="*/ 136567 w 155961"/>
              <a:gd name="csY49" fmla="*/ 53160 h 106319"/>
              <a:gd name="csX50" fmla="*/ 138234 w 155961"/>
              <a:gd name="csY50" fmla="*/ 47138 h 106319"/>
              <a:gd name="csX51" fmla="*/ 125882 w 155961"/>
              <a:gd name="csY51" fmla="*/ 35434 h 106319"/>
              <a:gd name="csX52" fmla="*/ 101179 w 155961"/>
              <a:gd name="csY52" fmla="*/ 35434 h 106319"/>
              <a:gd name="csX53" fmla="*/ 118532 w 155961"/>
              <a:gd name="csY53" fmla="*/ 49621 h 106319"/>
              <a:gd name="csX54" fmla="*/ 137894 w 155961"/>
              <a:gd name="csY54" fmla="*/ 49621 h 106319"/>
              <a:gd name="csX55" fmla="*/ 138234 w 155961"/>
              <a:gd name="csY55" fmla="*/ 47138 h 106319"/>
            </a:gdLst>
            <a:ahLst/>
            <a:cxnLst/>
            <a:rect l="l" t="t" r="r" b="b"/>
            <a:pathLst>
              <a:path w="100000" h="100000">
                <a:moveTo>
                  <a:pt x="100001" y="30683"/>
                </a:moveTo>
                <a:lnTo>
                  <a:pt x="100001" y="69317"/>
                </a:lnTo>
                <a:cubicBezTo>
                  <a:pt x="100001" y="77454"/>
                  <a:pt x="93368" y="84085"/>
                  <a:pt x="85219" y="84085"/>
                </a:cubicBezTo>
                <a:lnTo>
                  <a:pt x="14770" y="84085"/>
                </a:lnTo>
                <a:cubicBezTo>
                  <a:pt x="6622" y="84085"/>
                  <a:pt x="0" y="77454"/>
                  <a:pt x="0" y="69317"/>
                </a:cubicBezTo>
                <a:lnTo>
                  <a:pt x="0" y="30683"/>
                </a:lnTo>
                <a:cubicBezTo>
                  <a:pt x="0" y="22536"/>
                  <a:pt x="6622" y="15915"/>
                  <a:pt x="14770" y="15915"/>
                </a:cubicBezTo>
                <a:lnTo>
                  <a:pt x="85219" y="15915"/>
                </a:lnTo>
                <a:cubicBezTo>
                  <a:pt x="93368" y="15915"/>
                  <a:pt x="100001" y="22536"/>
                  <a:pt x="100001" y="30683"/>
                </a:cubicBezTo>
                <a:close/>
                <a:moveTo>
                  <a:pt x="37046" y="38635"/>
                </a:moveTo>
                <a:lnTo>
                  <a:pt x="30632" y="38635"/>
                </a:lnTo>
                <a:cubicBezTo>
                  <a:pt x="28919" y="38635"/>
                  <a:pt x="27632" y="39769"/>
                  <a:pt x="27206" y="41591"/>
                </a:cubicBezTo>
                <a:lnTo>
                  <a:pt x="24425" y="52040"/>
                </a:lnTo>
                <a:lnTo>
                  <a:pt x="24000" y="52040"/>
                </a:lnTo>
                <a:lnTo>
                  <a:pt x="21217" y="41591"/>
                </a:lnTo>
                <a:cubicBezTo>
                  <a:pt x="20781" y="39769"/>
                  <a:pt x="19505" y="38635"/>
                  <a:pt x="17792" y="38635"/>
                </a:cubicBezTo>
                <a:lnTo>
                  <a:pt x="11367" y="38635"/>
                </a:lnTo>
                <a:lnTo>
                  <a:pt x="11367" y="61365"/>
                </a:lnTo>
                <a:lnTo>
                  <a:pt x="17781" y="61365"/>
                </a:lnTo>
                <a:lnTo>
                  <a:pt x="17781" y="47950"/>
                </a:lnTo>
                <a:lnTo>
                  <a:pt x="18206" y="47950"/>
                </a:lnTo>
                <a:lnTo>
                  <a:pt x="21850" y="61365"/>
                </a:lnTo>
                <a:lnTo>
                  <a:pt x="26344" y="61365"/>
                </a:lnTo>
                <a:lnTo>
                  <a:pt x="29988" y="47950"/>
                </a:lnTo>
                <a:lnTo>
                  <a:pt x="30621" y="47950"/>
                </a:lnTo>
                <a:lnTo>
                  <a:pt x="30621" y="61365"/>
                </a:lnTo>
                <a:lnTo>
                  <a:pt x="37046" y="61365"/>
                </a:lnTo>
                <a:lnTo>
                  <a:pt x="37046" y="38635"/>
                </a:lnTo>
                <a:close/>
                <a:moveTo>
                  <a:pt x="62736" y="38635"/>
                </a:moveTo>
                <a:lnTo>
                  <a:pt x="56955" y="38635"/>
                </a:lnTo>
                <a:cubicBezTo>
                  <a:pt x="55460" y="38635"/>
                  <a:pt x="53955" y="39551"/>
                  <a:pt x="53311" y="41133"/>
                </a:cubicBezTo>
                <a:lnTo>
                  <a:pt x="48184" y="52269"/>
                </a:lnTo>
                <a:lnTo>
                  <a:pt x="47748" y="52269"/>
                </a:lnTo>
                <a:lnTo>
                  <a:pt x="47748" y="38635"/>
                </a:lnTo>
                <a:lnTo>
                  <a:pt x="41333" y="38635"/>
                </a:lnTo>
                <a:lnTo>
                  <a:pt x="41333" y="61365"/>
                </a:lnTo>
                <a:lnTo>
                  <a:pt x="47115" y="61365"/>
                </a:lnTo>
                <a:cubicBezTo>
                  <a:pt x="48610" y="61365"/>
                  <a:pt x="50115" y="60449"/>
                  <a:pt x="50540" y="58857"/>
                </a:cubicBezTo>
                <a:lnTo>
                  <a:pt x="55679" y="47731"/>
                </a:lnTo>
                <a:lnTo>
                  <a:pt x="56311" y="47731"/>
                </a:lnTo>
                <a:lnTo>
                  <a:pt x="56311" y="61365"/>
                </a:lnTo>
                <a:lnTo>
                  <a:pt x="62736" y="61365"/>
                </a:lnTo>
                <a:lnTo>
                  <a:pt x="62736" y="38635"/>
                </a:lnTo>
                <a:close/>
                <a:moveTo>
                  <a:pt x="87565" y="50000"/>
                </a:moveTo>
                <a:lnTo>
                  <a:pt x="67012" y="50000"/>
                </a:lnTo>
                <a:lnTo>
                  <a:pt x="67012" y="61365"/>
                </a:lnTo>
                <a:lnTo>
                  <a:pt x="73438" y="61365"/>
                </a:lnTo>
                <a:lnTo>
                  <a:pt x="73438" y="54548"/>
                </a:lnTo>
                <a:lnTo>
                  <a:pt x="80921" y="54548"/>
                </a:lnTo>
                <a:cubicBezTo>
                  <a:pt x="83921" y="54548"/>
                  <a:pt x="86495" y="52727"/>
                  <a:pt x="87565" y="50000"/>
                </a:cubicBezTo>
                <a:close/>
                <a:moveTo>
                  <a:pt x="88634" y="46139"/>
                </a:moveTo>
                <a:cubicBezTo>
                  <a:pt x="88416" y="42049"/>
                  <a:pt x="84990" y="38635"/>
                  <a:pt x="80714" y="38635"/>
                </a:cubicBezTo>
                <a:lnTo>
                  <a:pt x="64875" y="38635"/>
                </a:lnTo>
                <a:cubicBezTo>
                  <a:pt x="65943" y="43859"/>
                  <a:pt x="70438" y="47731"/>
                  <a:pt x="76001" y="47731"/>
                </a:cubicBezTo>
                <a:lnTo>
                  <a:pt x="88416" y="47731"/>
                </a:lnTo>
                <a:cubicBezTo>
                  <a:pt x="88416" y="47273"/>
                  <a:pt x="88634" y="46815"/>
                  <a:pt x="88634" y="4613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5" name="Белый — SVG 17">
            <a:extLst>
              <a:ext uri="{FF2B5EF4-FFF2-40B4-BE49-F238E27FC236}">
                <a16:creationId xmlns:a16="http://schemas.microsoft.com/office/drawing/2014/main" id="{5347878A-59B1-6347-A7EE-881B63F91295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43548 w 134341"/>
              <a:gd name="csY0" fmla="*/ 35434 h 148847"/>
              <a:gd name="csX1" fmla="*/ 90794 w 134341"/>
              <a:gd name="csY1" fmla="*/ 35434 h 148847"/>
              <a:gd name="csX2" fmla="*/ 98739 w 134341"/>
              <a:gd name="csY2" fmla="*/ 14272 h 148847"/>
              <a:gd name="csX3" fmla="*/ 98127 w 134341"/>
              <a:gd name="csY3" fmla="*/ 9373 h 148847"/>
              <a:gd name="csX4" fmla="*/ 93754 w 134341"/>
              <a:gd name="csY4" fmla="*/ 7094 h 148847"/>
              <a:gd name="csX5" fmla="*/ 80416 w 134341"/>
              <a:gd name="csY5" fmla="*/ 7094 h 148847"/>
              <a:gd name="csX6" fmla="*/ 67162 w 134341"/>
              <a:gd name="csY6" fmla="*/ 0 h 148847"/>
              <a:gd name="csX7" fmla="*/ 53926 w 134341"/>
              <a:gd name="csY7" fmla="*/ 7094 h 148847"/>
              <a:gd name="csX8" fmla="*/ 40587 w 134341"/>
              <a:gd name="csY8" fmla="*/ 7094 h 148847"/>
              <a:gd name="csX9" fmla="*/ 36215 w 134341"/>
              <a:gd name="csY9" fmla="*/ 9373 h 148847"/>
              <a:gd name="csX10" fmla="*/ 35602 w 134341"/>
              <a:gd name="csY10" fmla="*/ 14272 h 148847"/>
              <a:gd name="csX11" fmla="*/ 43548 w 134341"/>
              <a:gd name="csY11" fmla="*/ 35434 h 148847"/>
              <a:gd name="csX12" fmla="*/ 75142 w 134341"/>
              <a:gd name="csY12" fmla="*/ 100995 h 148847"/>
              <a:gd name="csX13" fmla="*/ 60085 w 134341"/>
              <a:gd name="csY13" fmla="*/ 100995 h 148847"/>
              <a:gd name="csX14" fmla="*/ 60085 w 134341"/>
              <a:gd name="csY14" fmla="*/ 113413 h 148847"/>
              <a:gd name="csX15" fmla="*/ 75142 w 134341"/>
              <a:gd name="csY15" fmla="*/ 113413 h 148847"/>
              <a:gd name="csX16" fmla="*/ 81351 w 134341"/>
              <a:gd name="csY16" fmla="*/ 107204 h 148847"/>
              <a:gd name="csX17" fmla="*/ 75142 w 134341"/>
              <a:gd name="csY17" fmla="*/ 100995 h 148847"/>
              <a:gd name="csX18" fmla="*/ 71603 w 134341"/>
              <a:gd name="csY18" fmla="*/ 77962 h 148847"/>
              <a:gd name="csX19" fmla="*/ 60085 w 134341"/>
              <a:gd name="csY19" fmla="*/ 77962 h 148847"/>
              <a:gd name="csX20" fmla="*/ 60085 w 134341"/>
              <a:gd name="csY20" fmla="*/ 90363 h 148847"/>
              <a:gd name="csX21" fmla="*/ 71603 w 134341"/>
              <a:gd name="csY21" fmla="*/ 90363 h 148847"/>
              <a:gd name="csX22" fmla="*/ 77796 w 134341"/>
              <a:gd name="csY22" fmla="*/ 84171 h 148847"/>
              <a:gd name="csX23" fmla="*/ 71603 w 134341"/>
              <a:gd name="csY23" fmla="*/ 77962 h 148847"/>
              <a:gd name="csX24" fmla="*/ 75142 w 134341"/>
              <a:gd name="csY24" fmla="*/ 100995 h 148847"/>
              <a:gd name="csX25" fmla="*/ 60085 w 134341"/>
              <a:gd name="csY25" fmla="*/ 100995 h 148847"/>
              <a:gd name="csX26" fmla="*/ 60085 w 134341"/>
              <a:gd name="csY26" fmla="*/ 113413 h 148847"/>
              <a:gd name="csX27" fmla="*/ 75142 w 134341"/>
              <a:gd name="csY27" fmla="*/ 113413 h 148847"/>
              <a:gd name="csX28" fmla="*/ 81351 w 134341"/>
              <a:gd name="csY28" fmla="*/ 107204 h 148847"/>
              <a:gd name="csX29" fmla="*/ 75142 w 134341"/>
              <a:gd name="csY29" fmla="*/ 100995 h 148847"/>
              <a:gd name="csX30" fmla="*/ 77796 w 134341"/>
              <a:gd name="csY30" fmla="*/ 84171 h 148847"/>
              <a:gd name="csX31" fmla="*/ 71603 w 134341"/>
              <a:gd name="csY31" fmla="*/ 77962 h 148847"/>
              <a:gd name="csX32" fmla="*/ 60085 w 134341"/>
              <a:gd name="csY32" fmla="*/ 77962 h 148847"/>
              <a:gd name="csX33" fmla="*/ 60085 w 134341"/>
              <a:gd name="csY33" fmla="*/ 90363 h 148847"/>
              <a:gd name="csX34" fmla="*/ 71603 w 134341"/>
              <a:gd name="csY34" fmla="*/ 90363 h 148847"/>
              <a:gd name="csX35" fmla="*/ 77796 w 134341"/>
              <a:gd name="csY35" fmla="*/ 84171 h 148847"/>
              <a:gd name="csX36" fmla="*/ 98399 w 134341"/>
              <a:gd name="csY36" fmla="*/ 46066 h 148847"/>
              <a:gd name="csX37" fmla="*/ 35943 w 134341"/>
              <a:gd name="csY37" fmla="*/ 46066 h 148847"/>
              <a:gd name="csX38" fmla="*/ 44 w 134341"/>
              <a:gd name="csY38" fmla="*/ 116492 h 148847"/>
              <a:gd name="csX39" fmla="*/ 33714 w 134341"/>
              <a:gd name="csY39" fmla="*/ 148847 h 148847"/>
              <a:gd name="csX40" fmla="*/ 100628 w 134341"/>
              <a:gd name="csY40" fmla="*/ 148847 h 148847"/>
              <a:gd name="csX41" fmla="*/ 134297 w 134341"/>
              <a:gd name="csY41" fmla="*/ 116492 h 148847"/>
              <a:gd name="csX42" fmla="*/ 98399 w 134341"/>
              <a:gd name="csY42" fmla="*/ 46066 h 148847"/>
              <a:gd name="csX43" fmla="*/ 75142 w 134341"/>
              <a:gd name="csY43" fmla="*/ 124045 h 148847"/>
              <a:gd name="csX44" fmla="*/ 72487 w 134341"/>
              <a:gd name="csY44" fmla="*/ 124045 h 148847"/>
              <a:gd name="csX45" fmla="*/ 72487 w 134341"/>
              <a:gd name="csY45" fmla="*/ 125814 h 148847"/>
              <a:gd name="csX46" fmla="*/ 67162 w 134341"/>
              <a:gd name="csY46" fmla="*/ 131122 h 148847"/>
              <a:gd name="csX47" fmla="*/ 61854 w 134341"/>
              <a:gd name="csY47" fmla="*/ 125814 h 148847"/>
              <a:gd name="csX48" fmla="*/ 61854 w 134341"/>
              <a:gd name="csY48" fmla="*/ 124045 h 148847"/>
              <a:gd name="csX49" fmla="*/ 54759 w 134341"/>
              <a:gd name="csY49" fmla="*/ 124045 h 148847"/>
              <a:gd name="csX50" fmla="*/ 49451 w 134341"/>
              <a:gd name="csY50" fmla="*/ 118721 h 148847"/>
              <a:gd name="csX51" fmla="*/ 49451 w 134341"/>
              <a:gd name="csY51" fmla="*/ 72654 h 148847"/>
              <a:gd name="csX52" fmla="*/ 54759 w 134341"/>
              <a:gd name="csY52" fmla="*/ 67330 h 148847"/>
              <a:gd name="csX53" fmla="*/ 61854 w 134341"/>
              <a:gd name="csY53" fmla="*/ 67330 h 148847"/>
              <a:gd name="csX54" fmla="*/ 61854 w 134341"/>
              <a:gd name="csY54" fmla="*/ 65561 h 148847"/>
              <a:gd name="csX55" fmla="*/ 67162 w 134341"/>
              <a:gd name="csY55" fmla="*/ 60253 h 148847"/>
              <a:gd name="csX56" fmla="*/ 72487 w 134341"/>
              <a:gd name="csY56" fmla="*/ 65561 h 148847"/>
              <a:gd name="csX57" fmla="*/ 72487 w 134341"/>
              <a:gd name="csY57" fmla="*/ 67449 h 148847"/>
              <a:gd name="csX58" fmla="*/ 88429 w 134341"/>
              <a:gd name="csY58" fmla="*/ 84171 h 148847"/>
              <a:gd name="csX59" fmla="*/ 85316 w 134341"/>
              <a:gd name="csY59" fmla="*/ 93884 h 148847"/>
              <a:gd name="csX60" fmla="*/ 91985 w 134341"/>
              <a:gd name="csY60" fmla="*/ 107204 h 148847"/>
              <a:gd name="csX61" fmla="*/ 75142 w 134341"/>
              <a:gd name="csY61" fmla="*/ 124045 h 148847"/>
              <a:gd name="csX62" fmla="*/ 75142 w 134341"/>
              <a:gd name="csY62" fmla="*/ 100995 h 148847"/>
              <a:gd name="csX63" fmla="*/ 60085 w 134341"/>
              <a:gd name="csY63" fmla="*/ 100995 h 148847"/>
              <a:gd name="csX64" fmla="*/ 60085 w 134341"/>
              <a:gd name="csY64" fmla="*/ 113413 h 148847"/>
              <a:gd name="csX65" fmla="*/ 75142 w 134341"/>
              <a:gd name="csY65" fmla="*/ 113413 h 148847"/>
              <a:gd name="csX66" fmla="*/ 81351 w 134341"/>
              <a:gd name="csY66" fmla="*/ 107204 h 148847"/>
              <a:gd name="csX67" fmla="*/ 75142 w 134341"/>
              <a:gd name="csY67" fmla="*/ 100995 h 148847"/>
              <a:gd name="csX68" fmla="*/ 77796 w 134341"/>
              <a:gd name="csY68" fmla="*/ 84171 h 148847"/>
              <a:gd name="csX69" fmla="*/ 71603 w 134341"/>
              <a:gd name="csY69" fmla="*/ 77962 h 148847"/>
              <a:gd name="csX70" fmla="*/ 60085 w 134341"/>
              <a:gd name="csY70" fmla="*/ 77962 h 148847"/>
              <a:gd name="csX71" fmla="*/ 60085 w 134341"/>
              <a:gd name="csY71" fmla="*/ 90363 h 148847"/>
              <a:gd name="csX72" fmla="*/ 71603 w 134341"/>
              <a:gd name="csY72" fmla="*/ 90363 h 148847"/>
              <a:gd name="csX73" fmla="*/ 77796 w 134341"/>
              <a:gd name="csY73" fmla="*/ 84171 h 148847"/>
            </a:gdLst>
            <a:ahLst/>
            <a:cxnLst/>
            <a:rect l="l" t="t" r="r" b="b"/>
            <a:pathLst>
              <a:path w="100000" h="100000">
                <a:moveTo>
                  <a:pt x="34130" y="23806"/>
                </a:moveTo>
                <a:lnTo>
                  <a:pt x="65871" y="23806"/>
                </a:lnTo>
                <a:lnTo>
                  <a:pt x="71209" y="9588"/>
                </a:lnTo>
                <a:cubicBezTo>
                  <a:pt x="71621" y="8491"/>
                  <a:pt x="71460" y="7257"/>
                  <a:pt x="70798" y="6297"/>
                </a:cubicBezTo>
                <a:cubicBezTo>
                  <a:pt x="70123" y="5337"/>
                  <a:pt x="69026" y="4766"/>
                  <a:pt x="67860" y="4766"/>
                </a:cubicBezTo>
                <a:lnTo>
                  <a:pt x="58899" y="4766"/>
                </a:lnTo>
                <a:cubicBezTo>
                  <a:pt x="56978" y="1897"/>
                  <a:pt x="53710" y="0"/>
                  <a:pt x="49994" y="0"/>
                </a:cubicBezTo>
                <a:cubicBezTo>
                  <a:pt x="46291" y="0"/>
                  <a:pt x="43022" y="1897"/>
                  <a:pt x="41102" y="4766"/>
                </a:cubicBezTo>
                <a:lnTo>
                  <a:pt x="32140" y="4766"/>
                </a:lnTo>
                <a:cubicBezTo>
                  <a:pt x="30963" y="4766"/>
                  <a:pt x="29866" y="5337"/>
                  <a:pt x="29203" y="6297"/>
                </a:cubicBezTo>
                <a:cubicBezTo>
                  <a:pt x="28540" y="7257"/>
                  <a:pt x="28380" y="8491"/>
                  <a:pt x="28791" y="9588"/>
                </a:cubicBezTo>
                <a:lnTo>
                  <a:pt x="34130" y="23806"/>
                </a:ln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6194"/>
                </a:lnTo>
                <a:lnTo>
                  <a:pt x="55355" y="76194"/>
                </a:lnTo>
                <a:cubicBezTo>
                  <a:pt x="57641" y="76194"/>
                  <a:pt x="59527" y="74309"/>
                  <a:pt x="59527" y="72023"/>
                </a:cubicBezTo>
                <a:cubicBezTo>
                  <a:pt x="59527" y="69737"/>
                  <a:pt x="57641" y="67852"/>
                  <a:pt x="55355" y="67852"/>
                </a:cubicBezTo>
                <a:close/>
                <a:moveTo>
                  <a:pt x="52978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2978" y="60709"/>
                </a:lnTo>
                <a:cubicBezTo>
                  <a:pt x="55263" y="60709"/>
                  <a:pt x="57139" y="58834"/>
                  <a:pt x="57139" y="56549"/>
                </a:cubicBezTo>
                <a:cubicBezTo>
                  <a:pt x="57139" y="54263"/>
                  <a:pt x="55263" y="52377"/>
                  <a:pt x="52978" y="52377"/>
                </a:cubicBez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6194"/>
                </a:lnTo>
                <a:lnTo>
                  <a:pt x="55355" y="76194"/>
                </a:lnTo>
                <a:cubicBezTo>
                  <a:pt x="57641" y="76194"/>
                  <a:pt x="59527" y="74309"/>
                  <a:pt x="59527" y="72023"/>
                </a:cubicBezTo>
                <a:cubicBezTo>
                  <a:pt x="59527" y="69737"/>
                  <a:pt x="57641" y="67852"/>
                  <a:pt x="55355" y="67852"/>
                </a:cubicBezTo>
                <a:close/>
                <a:moveTo>
                  <a:pt x="57139" y="56549"/>
                </a:moveTo>
                <a:cubicBezTo>
                  <a:pt x="57139" y="54263"/>
                  <a:pt x="55263" y="52377"/>
                  <a:pt x="52978" y="52377"/>
                </a:cubicBezTo>
                <a:lnTo>
                  <a:pt x="45240" y="52377"/>
                </a:lnTo>
                <a:lnTo>
                  <a:pt x="45240" y="60709"/>
                </a:lnTo>
                <a:lnTo>
                  <a:pt x="52978" y="60709"/>
                </a:lnTo>
                <a:cubicBezTo>
                  <a:pt x="55263" y="60709"/>
                  <a:pt x="57139" y="58834"/>
                  <a:pt x="57139" y="56549"/>
                </a:cubicBezTo>
                <a:close/>
                <a:moveTo>
                  <a:pt x="70980" y="30949"/>
                </a:moveTo>
                <a:lnTo>
                  <a:pt x="29020" y="30949"/>
                </a:lnTo>
                <a:cubicBezTo>
                  <a:pt x="19133" y="39760"/>
                  <a:pt x="4114" y="56766"/>
                  <a:pt x="4902" y="78263"/>
                </a:cubicBezTo>
                <a:cubicBezTo>
                  <a:pt x="5348" y="90457"/>
                  <a:pt x="15281" y="100000"/>
                  <a:pt x="27523" y="100000"/>
                </a:cubicBezTo>
                <a:lnTo>
                  <a:pt x="72478" y="100000"/>
                </a:lnTo>
                <a:cubicBezTo>
                  <a:pt x="84719" y="100000"/>
                  <a:pt x="94652" y="90457"/>
                  <a:pt x="95098" y="78263"/>
                </a:cubicBezTo>
                <a:cubicBezTo>
                  <a:pt x="95886" y="56766"/>
                  <a:pt x="80856" y="39760"/>
                  <a:pt x="70980" y="30949"/>
                </a:cubicBezTo>
                <a:close/>
                <a:moveTo>
                  <a:pt x="55355" y="83337"/>
                </a:moveTo>
                <a:lnTo>
                  <a:pt x="53572" y="83337"/>
                </a:lnTo>
                <a:lnTo>
                  <a:pt x="53572" y="84526"/>
                </a:lnTo>
                <a:cubicBezTo>
                  <a:pt x="53572" y="86503"/>
                  <a:pt x="51972" y="88092"/>
                  <a:pt x="49994" y="88092"/>
                </a:cubicBezTo>
                <a:cubicBezTo>
                  <a:pt x="48029" y="88092"/>
                  <a:pt x="46428" y="86503"/>
                  <a:pt x="46428" y="84526"/>
                </a:cubicBezTo>
                <a:lnTo>
                  <a:pt x="46428" y="83337"/>
                </a:lnTo>
                <a:lnTo>
                  <a:pt x="41662" y="83337"/>
                </a:lnTo>
                <a:cubicBezTo>
                  <a:pt x="39684" y="83337"/>
                  <a:pt x="38095" y="81737"/>
                  <a:pt x="38095" y="79760"/>
                </a:cubicBezTo>
                <a:lnTo>
                  <a:pt x="38095" y="48811"/>
                </a:lnTo>
                <a:cubicBezTo>
                  <a:pt x="38095" y="46834"/>
                  <a:pt x="39684" y="45234"/>
                  <a:pt x="41662" y="45234"/>
                </a:cubicBezTo>
                <a:lnTo>
                  <a:pt x="46428" y="45234"/>
                </a:lnTo>
                <a:lnTo>
                  <a:pt x="46428" y="44046"/>
                </a:lnTo>
                <a:cubicBezTo>
                  <a:pt x="46428" y="42069"/>
                  <a:pt x="48029" y="40480"/>
                  <a:pt x="49994" y="40480"/>
                </a:cubicBezTo>
                <a:cubicBezTo>
                  <a:pt x="51972" y="40480"/>
                  <a:pt x="53572" y="42069"/>
                  <a:pt x="53572" y="44046"/>
                </a:cubicBezTo>
                <a:lnTo>
                  <a:pt x="53572" y="45314"/>
                </a:lnTo>
                <a:cubicBezTo>
                  <a:pt x="59527" y="45623"/>
                  <a:pt x="64282" y="50526"/>
                  <a:pt x="64282" y="56549"/>
                </a:cubicBezTo>
                <a:cubicBezTo>
                  <a:pt x="64282" y="58971"/>
                  <a:pt x="63505" y="61212"/>
                  <a:pt x="62191" y="63074"/>
                </a:cubicBezTo>
                <a:cubicBezTo>
                  <a:pt x="64888" y="65143"/>
                  <a:pt x="66671" y="68355"/>
                  <a:pt x="66671" y="72023"/>
                </a:cubicBezTo>
                <a:cubicBezTo>
                  <a:pt x="66671" y="78263"/>
                  <a:pt x="61596" y="83337"/>
                  <a:pt x="55355" y="83337"/>
                </a:cubicBez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6194"/>
                </a:lnTo>
                <a:lnTo>
                  <a:pt x="55355" y="76194"/>
                </a:lnTo>
                <a:cubicBezTo>
                  <a:pt x="57641" y="76194"/>
                  <a:pt x="59527" y="74309"/>
                  <a:pt x="59527" y="72023"/>
                </a:cubicBezTo>
                <a:cubicBezTo>
                  <a:pt x="59527" y="69737"/>
                  <a:pt x="57641" y="67852"/>
                  <a:pt x="55355" y="67852"/>
                </a:cubicBezTo>
                <a:close/>
                <a:moveTo>
                  <a:pt x="57139" y="56549"/>
                </a:moveTo>
                <a:cubicBezTo>
                  <a:pt x="57139" y="54263"/>
                  <a:pt x="55263" y="52377"/>
                  <a:pt x="52978" y="52377"/>
                </a:cubicBezTo>
                <a:lnTo>
                  <a:pt x="45240" y="52377"/>
                </a:lnTo>
                <a:lnTo>
                  <a:pt x="45240" y="60709"/>
                </a:lnTo>
                <a:lnTo>
                  <a:pt x="52978" y="60709"/>
                </a:lnTo>
                <a:cubicBezTo>
                  <a:pt x="55263" y="60709"/>
                  <a:pt x="57139" y="58834"/>
                  <a:pt x="57139" y="5654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6" name="Белый — SVG 18">
            <a:extLst>
              <a:ext uri="{FF2B5EF4-FFF2-40B4-BE49-F238E27FC236}">
                <a16:creationId xmlns:a16="http://schemas.microsoft.com/office/drawing/2014/main" id="{0FF58167-F57A-C348-91F3-314EC5E2D792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43548 w 134341"/>
              <a:gd name="csY0" fmla="*/ 35434 h 148847"/>
              <a:gd name="csX1" fmla="*/ 90794 w 134341"/>
              <a:gd name="csY1" fmla="*/ 35434 h 148847"/>
              <a:gd name="csX2" fmla="*/ 98739 w 134341"/>
              <a:gd name="csY2" fmla="*/ 14272 h 148847"/>
              <a:gd name="csX3" fmla="*/ 98127 w 134341"/>
              <a:gd name="csY3" fmla="*/ 9373 h 148847"/>
              <a:gd name="csX4" fmla="*/ 93754 w 134341"/>
              <a:gd name="csY4" fmla="*/ 7094 h 148847"/>
              <a:gd name="csX5" fmla="*/ 80416 w 134341"/>
              <a:gd name="csY5" fmla="*/ 7094 h 148847"/>
              <a:gd name="csX6" fmla="*/ 67162 w 134341"/>
              <a:gd name="csY6" fmla="*/ 0 h 148847"/>
              <a:gd name="csX7" fmla="*/ 53926 w 134341"/>
              <a:gd name="csY7" fmla="*/ 7094 h 148847"/>
              <a:gd name="csX8" fmla="*/ 40587 w 134341"/>
              <a:gd name="csY8" fmla="*/ 7094 h 148847"/>
              <a:gd name="csX9" fmla="*/ 36215 w 134341"/>
              <a:gd name="csY9" fmla="*/ 9373 h 148847"/>
              <a:gd name="csX10" fmla="*/ 35602 w 134341"/>
              <a:gd name="csY10" fmla="*/ 14272 h 148847"/>
              <a:gd name="csX11" fmla="*/ 43548 w 134341"/>
              <a:gd name="csY11" fmla="*/ 35434 h 148847"/>
              <a:gd name="csX12" fmla="*/ 75142 w 134341"/>
              <a:gd name="csY12" fmla="*/ 77962 h 148847"/>
              <a:gd name="csX13" fmla="*/ 60085 w 134341"/>
              <a:gd name="csY13" fmla="*/ 77962 h 148847"/>
              <a:gd name="csX14" fmla="*/ 60085 w 134341"/>
              <a:gd name="csY14" fmla="*/ 90363 h 148847"/>
              <a:gd name="csX15" fmla="*/ 75142 w 134341"/>
              <a:gd name="csY15" fmla="*/ 90363 h 148847"/>
              <a:gd name="csX16" fmla="*/ 81351 w 134341"/>
              <a:gd name="csY16" fmla="*/ 84171 h 148847"/>
              <a:gd name="csX17" fmla="*/ 75142 w 134341"/>
              <a:gd name="csY17" fmla="*/ 77962 h 148847"/>
              <a:gd name="csX18" fmla="*/ 75142 w 134341"/>
              <a:gd name="csY18" fmla="*/ 77962 h 148847"/>
              <a:gd name="csX19" fmla="*/ 60085 w 134341"/>
              <a:gd name="csY19" fmla="*/ 77962 h 148847"/>
              <a:gd name="csX20" fmla="*/ 60085 w 134341"/>
              <a:gd name="csY20" fmla="*/ 90363 h 148847"/>
              <a:gd name="csX21" fmla="*/ 75142 w 134341"/>
              <a:gd name="csY21" fmla="*/ 90363 h 148847"/>
              <a:gd name="csX22" fmla="*/ 81351 w 134341"/>
              <a:gd name="csY22" fmla="*/ 84171 h 148847"/>
              <a:gd name="csX23" fmla="*/ 75142 w 134341"/>
              <a:gd name="csY23" fmla="*/ 77962 h 148847"/>
              <a:gd name="csX24" fmla="*/ 98399 w 134341"/>
              <a:gd name="csY24" fmla="*/ 46066 h 148847"/>
              <a:gd name="csX25" fmla="*/ 35943 w 134341"/>
              <a:gd name="csY25" fmla="*/ 46066 h 148847"/>
              <a:gd name="csX26" fmla="*/ 44 w 134341"/>
              <a:gd name="csY26" fmla="*/ 116492 h 148847"/>
              <a:gd name="csX27" fmla="*/ 33714 w 134341"/>
              <a:gd name="csY27" fmla="*/ 148847 h 148847"/>
              <a:gd name="csX28" fmla="*/ 100628 w 134341"/>
              <a:gd name="csY28" fmla="*/ 148847 h 148847"/>
              <a:gd name="csX29" fmla="*/ 134297 w 134341"/>
              <a:gd name="csY29" fmla="*/ 116492 h 148847"/>
              <a:gd name="csX30" fmla="*/ 98399 w 134341"/>
              <a:gd name="csY30" fmla="*/ 46066 h 148847"/>
              <a:gd name="csX31" fmla="*/ 75142 w 134341"/>
              <a:gd name="csY31" fmla="*/ 100995 h 148847"/>
              <a:gd name="csX32" fmla="*/ 60085 w 134341"/>
              <a:gd name="csY32" fmla="*/ 100995 h 148847"/>
              <a:gd name="csX33" fmla="*/ 60085 w 134341"/>
              <a:gd name="csY33" fmla="*/ 106319 h 148847"/>
              <a:gd name="csX34" fmla="*/ 65393 w 134341"/>
              <a:gd name="csY34" fmla="*/ 106319 h 148847"/>
              <a:gd name="csX35" fmla="*/ 70718 w 134341"/>
              <a:gd name="csY35" fmla="*/ 111627 h 148847"/>
              <a:gd name="csX36" fmla="*/ 65393 w 134341"/>
              <a:gd name="csY36" fmla="*/ 116951 h 148847"/>
              <a:gd name="csX37" fmla="*/ 60085 w 134341"/>
              <a:gd name="csY37" fmla="*/ 116951 h 148847"/>
              <a:gd name="csX38" fmla="*/ 60085 w 134341"/>
              <a:gd name="csY38" fmla="*/ 122259 h 148847"/>
              <a:gd name="csX39" fmla="*/ 54759 w 134341"/>
              <a:gd name="csY39" fmla="*/ 127583 h 148847"/>
              <a:gd name="csX40" fmla="*/ 49451 w 134341"/>
              <a:gd name="csY40" fmla="*/ 122259 h 148847"/>
              <a:gd name="csX41" fmla="*/ 49451 w 134341"/>
              <a:gd name="csY41" fmla="*/ 116951 h 148847"/>
              <a:gd name="csX42" fmla="*/ 47682 w 134341"/>
              <a:gd name="csY42" fmla="*/ 116951 h 148847"/>
              <a:gd name="csX43" fmla="*/ 42357 w 134341"/>
              <a:gd name="csY43" fmla="*/ 111627 h 148847"/>
              <a:gd name="csX44" fmla="*/ 47682 w 134341"/>
              <a:gd name="csY44" fmla="*/ 106319 h 148847"/>
              <a:gd name="csX45" fmla="*/ 49451 w 134341"/>
              <a:gd name="csY45" fmla="*/ 106319 h 148847"/>
              <a:gd name="csX46" fmla="*/ 49451 w 134341"/>
              <a:gd name="csY46" fmla="*/ 72654 h 148847"/>
              <a:gd name="csX47" fmla="*/ 54759 w 134341"/>
              <a:gd name="csY47" fmla="*/ 67330 h 148847"/>
              <a:gd name="csX48" fmla="*/ 75142 w 134341"/>
              <a:gd name="csY48" fmla="*/ 67330 h 148847"/>
              <a:gd name="csX49" fmla="*/ 91985 w 134341"/>
              <a:gd name="csY49" fmla="*/ 84171 h 148847"/>
              <a:gd name="csX50" fmla="*/ 75142 w 134341"/>
              <a:gd name="csY50" fmla="*/ 100995 h 148847"/>
              <a:gd name="csX51" fmla="*/ 75142 w 134341"/>
              <a:gd name="csY51" fmla="*/ 77962 h 148847"/>
              <a:gd name="csX52" fmla="*/ 60085 w 134341"/>
              <a:gd name="csY52" fmla="*/ 77962 h 148847"/>
              <a:gd name="csX53" fmla="*/ 60085 w 134341"/>
              <a:gd name="csY53" fmla="*/ 90363 h 148847"/>
              <a:gd name="csX54" fmla="*/ 75142 w 134341"/>
              <a:gd name="csY54" fmla="*/ 90363 h 148847"/>
              <a:gd name="csX55" fmla="*/ 81351 w 134341"/>
              <a:gd name="csY55" fmla="*/ 84171 h 148847"/>
              <a:gd name="csX56" fmla="*/ 75142 w 134341"/>
              <a:gd name="csY56" fmla="*/ 77962 h 148847"/>
            </a:gdLst>
            <a:ahLst/>
            <a:cxnLst/>
            <a:rect l="l" t="t" r="r" b="b"/>
            <a:pathLst>
              <a:path w="100000" h="100000">
                <a:moveTo>
                  <a:pt x="34130" y="23806"/>
                </a:moveTo>
                <a:lnTo>
                  <a:pt x="65871" y="23806"/>
                </a:lnTo>
                <a:lnTo>
                  <a:pt x="71209" y="9588"/>
                </a:lnTo>
                <a:cubicBezTo>
                  <a:pt x="71621" y="8491"/>
                  <a:pt x="71460" y="7257"/>
                  <a:pt x="70798" y="6297"/>
                </a:cubicBezTo>
                <a:cubicBezTo>
                  <a:pt x="70123" y="5337"/>
                  <a:pt x="69026" y="4766"/>
                  <a:pt x="67860" y="4766"/>
                </a:cubicBezTo>
                <a:lnTo>
                  <a:pt x="58899" y="4766"/>
                </a:lnTo>
                <a:cubicBezTo>
                  <a:pt x="56978" y="1897"/>
                  <a:pt x="53710" y="0"/>
                  <a:pt x="49994" y="0"/>
                </a:cubicBezTo>
                <a:cubicBezTo>
                  <a:pt x="46291" y="0"/>
                  <a:pt x="43022" y="1897"/>
                  <a:pt x="41102" y="4766"/>
                </a:cubicBezTo>
                <a:lnTo>
                  <a:pt x="32140" y="4766"/>
                </a:lnTo>
                <a:cubicBezTo>
                  <a:pt x="30963" y="4766"/>
                  <a:pt x="29866" y="5337"/>
                  <a:pt x="29203" y="6297"/>
                </a:cubicBezTo>
                <a:cubicBezTo>
                  <a:pt x="28540" y="7257"/>
                  <a:pt x="28380" y="8491"/>
                  <a:pt x="28791" y="9588"/>
                </a:cubicBezTo>
                <a:lnTo>
                  <a:pt x="34130" y="23806"/>
                </a:lnTo>
                <a:close/>
                <a:moveTo>
                  <a:pt x="55355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5355" y="60709"/>
                </a:lnTo>
                <a:cubicBezTo>
                  <a:pt x="57641" y="60709"/>
                  <a:pt x="59527" y="58834"/>
                  <a:pt x="59527" y="56549"/>
                </a:cubicBezTo>
                <a:cubicBezTo>
                  <a:pt x="59527" y="54263"/>
                  <a:pt x="57641" y="52377"/>
                  <a:pt x="55355" y="52377"/>
                </a:cubicBezTo>
                <a:close/>
                <a:moveTo>
                  <a:pt x="55355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5355" y="60709"/>
                </a:lnTo>
                <a:cubicBezTo>
                  <a:pt x="57641" y="60709"/>
                  <a:pt x="59527" y="58834"/>
                  <a:pt x="59527" y="56549"/>
                </a:cubicBezTo>
                <a:cubicBezTo>
                  <a:pt x="59527" y="54263"/>
                  <a:pt x="57641" y="52377"/>
                  <a:pt x="55355" y="52377"/>
                </a:cubicBezTo>
                <a:close/>
                <a:moveTo>
                  <a:pt x="70980" y="30949"/>
                </a:moveTo>
                <a:lnTo>
                  <a:pt x="29020" y="30949"/>
                </a:lnTo>
                <a:cubicBezTo>
                  <a:pt x="19133" y="39760"/>
                  <a:pt x="4114" y="56766"/>
                  <a:pt x="4902" y="78263"/>
                </a:cubicBezTo>
                <a:cubicBezTo>
                  <a:pt x="5348" y="90457"/>
                  <a:pt x="15281" y="100000"/>
                  <a:pt x="27523" y="100000"/>
                </a:cubicBezTo>
                <a:lnTo>
                  <a:pt x="72478" y="100000"/>
                </a:lnTo>
                <a:cubicBezTo>
                  <a:pt x="84719" y="100000"/>
                  <a:pt x="94652" y="90457"/>
                  <a:pt x="95098" y="78263"/>
                </a:cubicBezTo>
                <a:cubicBezTo>
                  <a:pt x="95886" y="56766"/>
                  <a:pt x="80856" y="39760"/>
                  <a:pt x="70980" y="30949"/>
                </a:cubicBez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1428"/>
                </a:lnTo>
                <a:lnTo>
                  <a:pt x="48806" y="71428"/>
                </a:lnTo>
                <a:cubicBezTo>
                  <a:pt x="50783" y="71428"/>
                  <a:pt x="52383" y="73029"/>
                  <a:pt x="52383" y="74994"/>
                </a:cubicBezTo>
                <a:cubicBezTo>
                  <a:pt x="52383" y="76972"/>
                  <a:pt x="50783" y="78571"/>
                  <a:pt x="48806" y="78571"/>
                </a:cubicBezTo>
                <a:lnTo>
                  <a:pt x="45240" y="78571"/>
                </a:lnTo>
                <a:lnTo>
                  <a:pt x="45240" y="82137"/>
                </a:lnTo>
                <a:cubicBezTo>
                  <a:pt x="45240" y="84115"/>
                  <a:pt x="43639" y="85714"/>
                  <a:pt x="41662" y="85714"/>
                </a:cubicBezTo>
                <a:cubicBezTo>
                  <a:pt x="39684" y="85714"/>
                  <a:pt x="38095" y="84115"/>
                  <a:pt x="38095" y="82137"/>
                </a:cubicBezTo>
                <a:lnTo>
                  <a:pt x="38095" y="78571"/>
                </a:lnTo>
                <a:lnTo>
                  <a:pt x="36907" y="78571"/>
                </a:lnTo>
                <a:cubicBezTo>
                  <a:pt x="34930" y="78571"/>
                  <a:pt x="33330" y="76972"/>
                  <a:pt x="33330" y="74994"/>
                </a:cubicBezTo>
                <a:cubicBezTo>
                  <a:pt x="33330" y="73029"/>
                  <a:pt x="34930" y="71428"/>
                  <a:pt x="36907" y="71428"/>
                </a:cubicBezTo>
                <a:lnTo>
                  <a:pt x="38095" y="71428"/>
                </a:lnTo>
                <a:lnTo>
                  <a:pt x="38095" y="48811"/>
                </a:lnTo>
                <a:cubicBezTo>
                  <a:pt x="38095" y="46834"/>
                  <a:pt x="39684" y="45234"/>
                  <a:pt x="41662" y="45234"/>
                </a:cubicBezTo>
                <a:lnTo>
                  <a:pt x="55355" y="45234"/>
                </a:lnTo>
                <a:cubicBezTo>
                  <a:pt x="61596" y="45234"/>
                  <a:pt x="66671" y="50309"/>
                  <a:pt x="66671" y="56549"/>
                </a:cubicBezTo>
                <a:cubicBezTo>
                  <a:pt x="66671" y="62789"/>
                  <a:pt x="61596" y="67852"/>
                  <a:pt x="55355" y="67852"/>
                </a:cubicBezTo>
                <a:close/>
                <a:moveTo>
                  <a:pt x="55355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5355" y="60709"/>
                </a:lnTo>
                <a:cubicBezTo>
                  <a:pt x="57641" y="60709"/>
                  <a:pt x="59527" y="58834"/>
                  <a:pt x="59527" y="56549"/>
                </a:cubicBezTo>
                <a:cubicBezTo>
                  <a:pt x="59527" y="54263"/>
                  <a:pt x="57641" y="52377"/>
                  <a:pt x="55355" y="5237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7" name="Белый — SVG 19">
            <a:extLst>
              <a:ext uri="{FF2B5EF4-FFF2-40B4-BE49-F238E27FC236}">
                <a16:creationId xmlns:a16="http://schemas.microsoft.com/office/drawing/2014/main" id="{468A0D23-7AD0-2247-BB43-B079E5EA94FF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54936 w 148867"/>
              <a:gd name="csY0" fmla="*/ 0 h 141753"/>
              <a:gd name="csX1" fmla="*/ 28361 w 148867"/>
              <a:gd name="csY1" fmla="*/ 26571 h 141753"/>
              <a:gd name="csX2" fmla="*/ 29552 w 148867"/>
              <a:gd name="csY2" fmla="*/ 34516 h 141753"/>
              <a:gd name="csX3" fmla="*/ 74434 w 148867"/>
              <a:gd name="csY3" fmla="*/ 21264 h 141753"/>
              <a:gd name="csX4" fmla="*/ 81035 w 148867"/>
              <a:gd name="csY4" fmla="*/ 21553 h 141753"/>
              <a:gd name="csX5" fmla="*/ 54936 w 148867"/>
              <a:gd name="csY5" fmla="*/ 0 h 141753"/>
              <a:gd name="csX6" fmla="*/ 116355 w 148867"/>
              <a:gd name="csY6" fmla="*/ 14204 h 141753"/>
              <a:gd name="csX7" fmla="*/ 115061 w 148867"/>
              <a:gd name="csY7" fmla="*/ 14238 h 141753"/>
              <a:gd name="csX8" fmla="*/ 89048 w 148867"/>
              <a:gd name="csY8" fmla="*/ 29752 h 141753"/>
              <a:gd name="csX9" fmla="*/ 89031 w 148867"/>
              <a:gd name="csY9" fmla="*/ 29752 h 141753"/>
              <a:gd name="csX10" fmla="*/ 74434 w 148867"/>
              <a:gd name="csY10" fmla="*/ 28358 h 141753"/>
              <a:gd name="csX11" fmla="*/ 15584 w 148867"/>
              <a:gd name="csY11" fmla="*/ 59896 h 141753"/>
              <a:gd name="csX12" fmla="*/ 10633 w 148867"/>
              <a:gd name="csY12" fmla="*/ 53160 h 141753"/>
              <a:gd name="csX13" fmla="*/ 14785 w 148867"/>
              <a:gd name="csY13" fmla="*/ 45505 h 141753"/>
              <a:gd name="csX14" fmla="*/ 17268 w 148867"/>
              <a:gd name="csY14" fmla="*/ 43021 h 141753"/>
              <a:gd name="csX15" fmla="*/ 17660 w 148867"/>
              <a:gd name="csY15" fmla="*/ 39517 h 141753"/>
              <a:gd name="csX16" fmla="*/ 15771 w 148867"/>
              <a:gd name="csY16" fmla="*/ 36540 h 141753"/>
              <a:gd name="csX17" fmla="*/ 12437 w 148867"/>
              <a:gd name="csY17" fmla="*/ 35400 h 141753"/>
              <a:gd name="csX18" fmla="*/ 10038 w 148867"/>
              <a:gd name="csY18" fmla="*/ 35996 h 141753"/>
              <a:gd name="csX19" fmla="*/ 0 w 148867"/>
              <a:gd name="csY19" fmla="*/ 53160 h 141753"/>
              <a:gd name="csX20" fmla="*/ 11858 w 148867"/>
              <a:gd name="csY20" fmla="*/ 69797 h 141753"/>
              <a:gd name="csX21" fmla="*/ 10633 w 148867"/>
              <a:gd name="csY21" fmla="*/ 79731 h 141753"/>
              <a:gd name="csX22" fmla="*/ 28446 w 148867"/>
              <a:gd name="csY22" fmla="*/ 115284 h 141753"/>
              <a:gd name="csX23" fmla="*/ 25707 w 148867"/>
              <a:gd name="csY23" fmla="*/ 122633 h 141753"/>
              <a:gd name="csX24" fmla="*/ 34061 w 148867"/>
              <a:gd name="csY24" fmla="*/ 140869 h 141753"/>
              <a:gd name="csX25" fmla="*/ 38995 w 148867"/>
              <a:gd name="csY25" fmla="*/ 141753 h 141753"/>
              <a:gd name="csX26" fmla="*/ 52282 w 148867"/>
              <a:gd name="csY26" fmla="*/ 132517 h 141753"/>
              <a:gd name="csX27" fmla="*/ 53830 w 148867"/>
              <a:gd name="csY27" fmla="*/ 128332 h 141753"/>
              <a:gd name="csX28" fmla="*/ 74434 w 148867"/>
              <a:gd name="csY28" fmla="*/ 131122 h 141753"/>
              <a:gd name="csX29" fmla="*/ 95037 w 148867"/>
              <a:gd name="csY29" fmla="*/ 128349 h 141753"/>
              <a:gd name="csX30" fmla="*/ 96585 w 148867"/>
              <a:gd name="csY30" fmla="*/ 132517 h 141753"/>
              <a:gd name="csX31" fmla="*/ 109873 w 148867"/>
              <a:gd name="csY31" fmla="*/ 141753 h 141753"/>
              <a:gd name="csX32" fmla="*/ 114806 w 148867"/>
              <a:gd name="csY32" fmla="*/ 140869 h 141753"/>
              <a:gd name="csX33" fmla="*/ 123160 w 148867"/>
              <a:gd name="csY33" fmla="*/ 122633 h 141753"/>
              <a:gd name="csX34" fmla="*/ 120438 w 148867"/>
              <a:gd name="csY34" fmla="*/ 115301 h 141753"/>
              <a:gd name="csX35" fmla="*/ 133453 w 148867"/>
              <a:gd name="csY35" fmla="*/ 99226 h 141753"/>
              <a:gd name="csX36" fmla="*/ 141773 w 148867"/>
              <a:gd name="csY36" fmla="*/ 99226 h 141753"/>
              <a:gd name="csX37" fmla="*/ 148867 w 148867"/>
              <a:gd name="csY37" fmla="*/ 92149 h 141753"/>
              <a:gd name="csX38" fmla="*/ 148867 w 148867"/>
              <a:gd name="csY38" fmla="*/ 74424 h 141753"/>
              <a:gd name="csX39" fmla="*/ 141773 w 148867"/>
              <a:gd name="csY39" fmla="*/ 67330 h 141753"/>
              <a:gd name="csX40" fmla="*/ 136278 w 148867"/>
              <a:gd name="csY40" fmla="*/ 67330 h 141753"/>
              <a:gd name="csX41" fmla="*/ 116406 w 148867"/>
              <a:gd name="csY41" fmla="*/ 41099 h 141753"/>
              <a:gd name="csX42" fmla="*/ 120983 w 148867"/>
              <a:gd name="csY42" fmla="*/ 20652 h 141753"/>
              <a:gd name="csX43" fmla="*/ 119707 w 148867"/>
              <a:gd name="csY43" fmla="*/ 15888 h 141753"/>
              <a:gd name="csX44" fmla="*/ 116355 w 148867"/>
              <a:gd name="csY44" fmla="*/ 14204 h 141753"/>
              <a:gd name="csX45" fmla="*/ 109873 w 148867"/>
              <a:gd name="csY45" fmla="*/ 67330 h 141753"/>
              <a:gd name="csX46" fmla="*/ 116967 w 148867"/>
              <a:gd name="csY46" fmla="*/ 74424 h 141753"/>
              <a:gd name="csX47" fmla="*/ 109873 w 148867"/>
              <a:gd name="csY47" fmla="*/ 81517 h 141753"/>
              <a:gd name="csX48" fmla="*/ 102795 w 148867"/>
              <a:gd name="csY48" fmla="*/ 74424 h 141753"/>
              <a:gd name="csX49" fmla="*/ 109873 w 148867"/>
              <a:gd name="csY49" fmla="*/ 67330 h 141753"/>
            </a:gdLst>
            <a:ahLst/>
            <a:cxnLst/>
            <a:rect l="l" t="t" r="r" b="b"/>
            <a:pathLst>
              <a:path w="100000" h="100000">
                <a:moveTo>
                  <a:pt x="36903" y="2389"/>
                </a:moveTo>
                <a:cubicBezTo>
                  <a:pt x="27040" y="2389"/>
                  <a:pt x="19051" y="10388"/>
                  <a:pt x="19051" y="20238"/>
                </a:cubicBezTo>
                <a:cubicBezTo>
                  <a:pt x="19051" y="22101"/>
                  <a:pt x="19326" y="23895"/>
                  <a:pt x="19851" y="25575"/>
                </a:cubicBezTo>
                <a:cubicBezTo>
                  <a:pt x="28069" y="20010"/>
                  <a:pt x="38571" y="16673"/>
                  <a:pt x="50000" y="16673"/>
                </a:cubicBezTo>
                <a:cubicBezTo>
                  <a:pt x="51463" y="16673"/>
                  <a:pt x="52949" y="16753"/>
                  <a:pt x="54434" y="16867"/>
                </a:cubicBezTo>
                <a:cubicBezTo>
                  <a:pt x="52857" y="8629"/>
                  <a:pt x="45611" y="2389"/>
                  <a:pt x="36903" y="2389"/>
                </a:cubicBezTo>
                <a:close/>
                <a:moveTo>
                  <a:pt x="78160" y="11931"/>
                </a:moveTo>
                <a:cubicBezTo>
                  <a:pt x="77874" y="11897"/>
                  <a:pt x="77589" y="11908"/>
                  <a:pt x="77291" y="11954"/>
                </a:cubicBezTo>
                <a:cubicBezTo>
                  <a:pt x="74400" y="12354"/>
                  <a:pt x="65074" y="14285"/>
                  <a:pt x="59817" y="22375"/>
                </a:cubicBezTo>
                <a:lnTo>
                  <a:pt x="59806" y="22375"/>
                </a:lnTo>
                <a:cubicBezTo>
                  <a:pt x="56652" y="21781"/>
                  <a:pt x="53383" y="21439"/>
                  <a:pt x="50000" y="21439"/>
                </a:cubicBezTo>
                <a:cubicBezTo>
                  <a:pt x="32195" y="21439"/>
                  <a:pt x="16937" y="30180"/>
                  <a:pt x="10468" y="42624"/>
                </a:cubicBezTo>
                <a:cubicBezTo>
                  <a:pt x="8526" y="42019"/>
                  <a:pt x="7143" y="40259"/>
                  <a:pt x="7143" y="38099"/>
                </a:cubicBezTo>
                <a:cubicBezTo>
                  <a:pt x="7143" y="34054"/>
                  <a:pt x="9932" y="32957"/>
                  <a:pt x="9932" y="32957"/>
                </a:cubicBezTo>
                <a:cubicBezTo>
                  <a:pt x="10663" y="32614"/>
                  <a:pt x="11246" y="32020"/>
                  <a:pt x="11600" y="31288"/>
                </a:cubicBezTo>
                <a:cubicBezTo>
                  <a:pt x="11954" y="30557"/>
                  <a:pt x="12046" y="29723"/>
                  <a:pt x="11863" y="28935"/>
                </a:cubicBezTo>
                <a:cubicBezTo>
                  <a:pt x="11669" y="28146"/>
                  <a:pt x="11223" y="27437"/>
                  <a:pt x="10594" y="26935"/>
                </a:cubicBezTo>
                <a:cubicBezTo>
                  <a:pt x="9955" y="26432"/>
                  <a:pt x="9166" y="26169"/>
                  <a:pt x="8354" y="26169"/>
                </a:cubicBezTo>
                <a:cubicBezTo>
                  <a:pt x="7794" y="26180"/>
                  <a:pt x="7235" y="26317"/>
                  <a:pt x="6743" y="26569"/>
                </a:cubicBezTo>
                <a:cubicBezTo>
                  <a:pt x="6743" y="26569"/>
                  <a:pt x="0" y="30237"/>
                  <a:pt x="0" y="38099"/>
                </a:cubicBezTo>
                <a:cubicBezTo>
                  <a:pt x="0" y="43241"/>
                  <a:pt x="3349" y="47629"/>
                  <a:pt x="7965" y="49275"/>
                </a:cubicBezTo>
                <a:cubicBezTo>
                  <a:pt x="7429" y="51435"/>
                  <a:pt x="7143" y="53663"/>
                  <a:pt x="7143" y="55948"/>
                </a:cubicBezTo>
                <a:cubicBezTo>
                  <a:pt x="7143" y="65227"/>
                  <a:pt x="11714" y="73637"/>
                  <a:pt x="19108" y="79830"/>
                </a:cubicBezTo>
                <a:lnTo>
                  <a:pt x="17268" y="84767"/>
                </a:lnTo>
                <a:cubicBezTo>
                  <a:pt x="15429" y="89704"/>
                  <a:pt x="17943" y="95177"/>
                  <a:pt x="22880" y="97017"/>
                </a:cubicBezTo>
                <a:cubicBezTo>
                  <a:pt x="23966" y="97416"/>
                  <a:pt x="25085" y="97611"/>
                  <a:pt x="26195" y="97611"/>
                </a:cubicBezTo>
                <a:cubicBezTo>
                  <a:pt x="30057" y="97611"/>
                  <a:pt x="33691" y="95245"/>
                  <a:pt x="35120" y="91406"/>
                </a:cubicBezTo>
                <a:lnTo>
                  <a:pt x="36160" y="88595"/>
                </a:lnTo>
                <a:cubicBezTo>
                  <a:pt x="40514" y="89795"/>
                  <a:pt x="45154" y="90469"/>
                  <a:pt x="50000" y="90469"/>
                </a:cubicBezTo>
                <a:cubicBezTo>
                  <a:pt x="54846" y="90469"/>
                  <a:pt x="59497" y="89806"/>
                  <a:pt x="63840" y="88607"/>
                </a:cubicBezTo>
                <a:lnTo>
                  <a:pt x="64880" y="91406"/>
                </a:lnTo>
                <a:cubicBezTo>
                  <a:pt x="66309" y="95245"/>
                  <a:pt x="69943" y="97611"/>
                  <a:pt x="73806" y="97611"/>
                </a:cubicBezTo>
                <a:cubicBezTo>
                  <a:pt x="74915" y="97611"/>
                  <a:pt x="76034" y="97416"/>
                  <a:pt x="77120" y="97017"/>
                </a:cubicBezTo>
                <a:cubicBezTo>
                  <a:pt x="82057" y="95177"/>
                  <a:pt x="84571" y="89704"/>
                  <a:pt x="82732" y="84767"/>
                </a:cubicBezTo>
                <a:lnTo>
                  <a:pt x="80903" y="79842"/>
                </a:lnTo>
                <a:cubicBezTo>
                  <a:pt x="84594" y="76734"/>
                  <a:pt x="87589" y="73089"/>
                  <a:pt x="89646" y="69044"/>
                </a:cubicBezTo>
                <a:lnTo>
                  <a:pt x="95235" y="69044"/>
                </a:lnTo>
                <a:cubicBezTo>
                  <a:pt x="97875" y="69044"/>
                  <a:pt x="100000" y="66918"/>
                  <a:pt x="100000" y="64290"/>
                </a:cubicBezTo>
                <a:lnTo>
                  <a:pt x="100000" y="52383"/>
                </a:lnTo>
                <a:cubicBezTo>
                  <a:pt x="100000" y="49754"/>
                  <a:pt x="97875" y="47618"/>
                  <a:pt x="95235" y="47618"/>
                </a:cubicBezTo>
                <a:lnTo>
                  <a:pt x="91543" y="47618"/>
                </a:lnTo>
                <a:cubicBezTo>
                  <a:pt x="89406" y="40670"/>
                  <a:pt x="84674" y="34568"/>
                  <a:pt x="78195" y="29997"/>
                </a:cubicBezTo>
                <a:lnTo>
                  <a:pt x="81269" y="16262"/>
                </a:lnTo>
                <a:cubicBezTo>
                  <a:pt x="81532" y="15119"/>
                  <a:pt x="81211" y="13931"/>
                  <a:pt x="80412" y="13062"/>
                </a:cubicBezTo>
                <a:cubicBezTo>
                  <a:pt x="79818" y="12422"/>
                  <a:pt x="79018" y="12022"/>
                  <a:pt x="78160" y="11931"/>
                </a:cubicBezTo>
                <a:close/>
                <a:moveTo>
                  <a:pt x="73806" y="47618"/>
                </a:moveTo>
                <a:cubicBezTo>
                  <a:pt x="76446" y="47618"/>
                  <a:pt x="78571" y="49754"/>
                  <a:pt x="78571" y="52383"/>
                </a:cubicBezTo>
                <a:cubicBezTo>
                  <a:pt x="78571" y="55011"/>
                  <a:pt x="76446" y="57148"/>
                  <a:pt x="73806" y="57148"/>
                </a:cubicBezTo>
                <a:cubicBezTo>
                  <a:pt x="71178" y="57148"/>
                  <a:pt x="69052" y="55011"/>
                  <a:pt x="69052" y="52383"/>
                </a:cubicBezTo>
                <a:cubicBezTo>
                  <a:pt x="69052" y="49754"/>
                  <a:pt x="71178" y="47618"/>
                  <a:pt x="73806" y="4761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8" name="Белый — SVG 20">
            <a:extLst>
              <a:ext uri="{FF2B5EF4-FFF2-40B4-BE49-F238E27FC236}">
                <a16:creationId xmlns:a16="http://schemas.microsoft.com/office/drawing/2014/main" id="{217C2ADC-0C62-0644-83E2-E7CAD992D95D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117665 w 148050"/>
              <a:gd name="csY0" fmla="*/ 15 h 141546"/>
              <a:gd name="csX1" fmla="*/ 114245 w 148050"/>
              <a:gd name="csY1" fmla="*/ 525 h 141546"/>
              <a:gd name="csX2" fmla="*/ 112578 w 148050"/>
              <a:gd name="csY2" fmla="*/ 1086 h 141546"/>
              <a:gd name="csX3" fmla="*/ 3930 w 148050"/>
              <a:gd name="csY3" fmla="*/ 39429 h 141546"/>
              <a:gd name="csX4" fmla="*/ 0 w 148050"/>
              <a:gd name="csY4" fmla="*/ 42304 h 141546"/>
              <a:gd name="csX5" fmla="*/ 27817 w 148050"/>
              <a:gd name="csY5" fmla="*/ 42304 h 141546"/>
              <a:gd name="csX6" fmla="*/ 106079 w 148050"/>
              <a:gd name="csY6" fmla="*/ 14661 h 141546"/>
              <a:gd name="csX7" fmla="*/ 116117 w 148050"/>
              <a:gd name="csY7" fmla="*/ 21755 h 141546"/>
              <a:gd name="csX8" fmla="*/ 119655 w 148050"/>
              <a:gd name="csY8" fmla="*/ 21142 h 141546"/>
              <a:gd name="csX9" fmla="*/ 127141 w 148050"/>
              <a:gd name="csY9" fmla="*/ 42304 h 141546"/>
              <a:gd name="csX10" fmla="*/ 138404 w 148050"/>
              <a:gd name="csY10" fmla="*/ 42304 h 141546"/>
              <a:gd name="csX11" fmla="*/ 126154 w 148050"/>
              <a:gd name="csY11" fmla="*/ 7567 h 141546"/>
              <a:gd name="csX12" fmla="*/ 125542 w 148050"/>
              <a:gd name="csY12" fmla="*/ 5917 h 141546"/>
              <a:gd name="csX13" fmla="*/ 121000 w 148050"/>
              <a:gd name="csY13" fmla="*/ 882 h 141546"/>
              <a:gd name="csX14" fmla="*/ 117665 w 148050"/>
              <a:gd name="csY14" fmla="*/ 15 h 141546"/>
              <a:gd name="csX15" fmla="*/ 107014 w 148050"/>
              <a:gd name="csY15" fmla="*/ 35602 h 141546"/>
              <a:gd name="csX16" fmla="*/ 104207 w 148050"/>
              <a:gd name="csY16" fmla="*/ 36010 h 141546"/>
              <a:gd name="csX17" fmla="*/ 99528 w 148050"/>
              <a:gd name="csY17" fmla="*/ 42304 h 141546"/>
              <a:gd name="csX18" fmla="*/ 113633 w 148050"/>
              <a:gd name="csY18" fmla="*/ 42304 h 141546"/>
              <a:gd name="csX19" fmla="*/ 113275 w 148050"/>
              <a:gd name="csY19" fmla="*/ 40331 h 141546"/>
              <a:gd name="csX20" fmla="*/ 107014 w 148050"/>
              <a:gd name="csY20" fmla="*/ 35602 h 141546"/>
              <a:gd name="csX21" fmla="*/ 70418 w 148050"/>
              <a:gd name="csY21" fmla="*/ 35755 h 141546"/>
              <a:gd name="csX22" fmla="*/ 65008 w 148050"/>
              <a:gd name="csY22" fmla="*/ 36674 h 141546"/>
              <a:gd name="csX23" fmla="*/ 57386 w 148050"/>
              <a:gd name="csY23" fmla="*/ 42304 h 141546"/>
              <a:gd name="csX24" fmla="*/ 84182 w 148050"/>
              <a:gd name="csY24" fmla="*/ 42304 h 141546"/>
              <a:gd name="csX25" fmla="*/ 70418 w 148050"/>
              <a:gd name="csY25" fmla="*/ 35755 h 141546"/>
              <a:gd name="csX26" fmla="*/ 11586 w 148050"/>
              <a:gd name="csY26" fmla="*/ 52936 h 141546"/>
              <a:gd name="csX27" fmla="*/ 2722 w 148050"/>
              <a:gd name="csY27" fmla="*/ 61799 h 141546"/>
              <a:gd name="csX28" fmla="*/ 2722 w 148050"/>
              <a:gd name="csY28" fmla="*/ 118497 h 141546"/>
              <a:gd name="csX29" fmla="*/ 11586 w 148050"/>
              <a:gd name="csY29" fmla="*/ 127360 h 141546"/>
              <a:gd name="csX30" fmla="*/ 85135 w 148050"/>
              <a:gd name="csY30" fmla="*/ 127360 h 141546"/>
              <a:gd name="csX31" fmla="*/ 79963 w 148050"/>
              <a:gd name="csY31" fmla="*/ 116728 h 141546"/>
              <a:gd name="csX32" fmla="*/ 23989 w 148050"/>
              <a:gd name="csY32" fmla="*/ 116728 h 141546"/>
              <a:gd name="csX33" fmla="*/ 13356 w 148050"/>
              <a:gd name="csY33" fmla="*/ 106096 h 141546"/>
              <a:gd name="csX34" fmla="*/ 13356 w 148050"/>
              <a:gd name="csY34" fmla="*/ 74200 h 141546"/>
              <a:gd name="csX35" fmla="*/ 23989 w 148050"/>
              <a:gd name="csY35" fmla="*/ 63568 h 141546"/>
              <a:gd name="csX36" fmla="*/ 99988 w 148050"/>
              <a:gd name="csY36" fmla="*/ 63568 h 141546"/>
              <a:gd name="csX37" fmla="*/ 107644 w 148050"/>
              <a:gd name="csY37" fmla="*/ 57121 h 141546"/>
              <a:gd name="csX38" fmla="*/ 116151 w 148050"/>
              <a:gd name="csY38" fmla="*/ 52936 h 141546"/>
              <a:gd name="csX39" fmla="*/ 11586 w 148050"/>
              <a:gd name="csY39" fmla="*/ 52936 h 141546"/>
              <a:gd name="csX40" fmla="*/ 116151 w 148050"/>
              <a:gd name="csY40" fmla="*/ 60030 h 141546"/>
              <a:gd name="csX41" fmla="*/ 113309 w 148050"/>
              <a:gd name="csY41" fmla="*/ 61374 h 141546"/>
              <a:gd name="csX42" fmla="*/ 87789 w 148050"/>
              <a:gd name="csY42" fmla="*/ 74132 h 141546"/>
              <a:gd name="csX43" fmla="*/ 84250 w 148050"/>
              <a:gd name="csY43" fmla="*/ 77670 h 141546"/>
              <a:gd name="csX44" fmla="*/ 84250 w 148050"/>
              <a:gd name="csY44" fmla="*/ 99019 h 141546"/>
              <a:gd name="csX45" fmla="*/ 115300 w 148050"/>
              <a:gd name="csY45" fmla="*/ 141445 h 141546"/>
              <a:gd name="csX46" fmla="*/ 116151 w 148050"/>
              <a:gd name="csY46" fmla="*/ 141547 h 141546"/>
              <a:gd name="csX47" fmla="*/ 117001 w 148050"/>
              <a:gd name="csY47" fmla="*/ 141445 h 141546"/>
              <a:gd name="csX48" fmla="*/ 148051 w 148050"/>
              <a:gd name="csY48" fmla="*/ 99019 h 141546"/>
              <a:gd name="csX49" fmla="*/ 148051 w 148050"/>
              <a:gd name="csY49" fmla="*/ 77670 h 141546"/>
              <a:gd name="csX50" fmla="*/ 144512 w 148050"/>
              <a:gd name="csY50" fmla="*/ 74132 h 141546"/>
              <a:gd name="csX51" fmla="*/ 118992 w 148050"/>
              <a:gd name="csY51" fmla="*/ 61374 h 141546"/>
              <a:gd name="csX52" fmla="*/ 116151 w 148050"/>
              <a:gd name="csY52" fmla="*/ 60030 h 141546"/>
              <a:gd name="csX53" fmla="*/ 70078 w 148050"/>
              <a:gd name="csY53" fmla="*/ 70662 h 141546"/>
              <a:gd name="csX54" fmla="*/ 52350 w 148050"/>
              <a:gd name="csY54" fmla="*/ 90156 h 141546"/>
              <a:gd name="csX55" fmla="*/ 70078 w 148050"/>
              <a:gd name="csY55" fmla="*/ 109651 h 141546"/>
              <a:gd name="csX56" fmla="*/ 77802 w 148050"/>
              <a:gd name="csY56" fmla="*/ 107661 h 141546"/>
              <a:gd name="csX57" fmla="*/ 77156 w 148050"/>
              <a:gd name="csY57" fmla="*/ 99019 h 141546"/>
              <a:gd name="csX58" fmla="*/ 77156 w 148050"/>
              <a:gd name="csY58" fmla="*/ 77687 h 141546"/>
              <a:gd name="csX59" fmla="*/ 78296 w 148050"/>
              <a:gd name="csY59" fmla="*/ 72924 h 141546"/>
              <a:gd name="csX60" fmla="*/ 70078 w 148050"/>
              <a:gd name="csY60" fmla="*/ 70662 h 141546"/>
              <a:gd name="csX61" fmla="*/ 32853 w 148050"/>
              <a:gd name="csY61" fmla="*/ 83063 h 141546"/>
              <a:gd name="csX62" fmla="*/ 27851 w 148050"/>
              <a:gd name="csY62" fmla="*/ 85138 h 141546"/>
              <a:gd name="csX63" fmla="*/ 25758 w 148050"/>
              <a:gd name="csY63" fmla="*/ 90156 h 141546"/>
              <a:gd name="csX64" fmla="*/ 27851 w 148050"/>
              <a:gd name="csY64" fmla="*/ 95158 h 141546"/>
              <a:gd name="csX65" fmla="*/ 32853 w 148050"/>
              <a:gd name="csY65" fmla="*/ 97233 h 141546"/>
              <a:gd name="csX66" fmla="*/ 37872 w 148050"/>
              <a:gd name="csY66" fmla="*/ 95158 h 141546"/>
              <a:gd name="csX67" fmla="*/ 39947 w 148050"/>
              <a:gd name="csY67" fmla="*/ 90156 h 141546"/>
              <a:gd name="csX68" fmla="*/ 37872 w 148050"/>
              <a:gd name="csY68" fmla="*/ 85138 h 141546"/>
              <a:gd name="csX69" fmla="*/ 32853 w 148050"/>
              <a:gd name="csY69" fmla="*/ 83063 h 141546"/>
            </a:gdLst>
            <a:ahLst/>
            <a:cxnLst/>
            <a:rect l="l" t="t" r="r" b="b"/>
            <a:pathLst>
              <a:path w="100000" h="100000">
                <a:moveTo>
                  <a:pt x="79477" y="2207"/>
                </a:moveTo>
                <a:cubicBezTo>
                  <a:pt x="78695" y="2160"/>
                  <a:pt x="77914" y="2276"/>
                  <a:pt x="77166" y="2551"/>
                </a:cubicBezTo>
                <a:lnTo>
                  <a:pt x="76041" y="2930"/>
                </a:lnTo>
                <a:lnTo>
                  <a:pt x="2655" y="28829"/>
                </a:lnTo>
                <a:cubicBezTo>
                  <a:pt x="1552" y="29220"/>
                  <a:pt x="644" y="29909"/>
                  <a:pt x="0" y="30771"/>
                </a:cubicBezTo>
                <a:lnTo>
                  <a:pt x="18789" y="30771"/>
                </a:lnTo>
                <a:lnTo>
                  <a:pt x="71651" y="12099"/>
                </a:lnTo>
                <a:cubicBezTo>
                  <a:pt x="72708" y="15041"/>
                  <a:pt x="75466" y="16891"/>
                  <a:pt x="78431" y="16891"/>
                </a:cubicBezTo>
                <a:cubicBezTo>
                  <a:pt x="79223" y="16891"/>
                  <a:pt x="80039" y="16765"/>
                  <a:pt x="80821" y="16477"/>
                </a:cubicBezTo>
                <a:lnTo>
                  <a:pt x="85877" y="30771"/>
                </a:lnTo>
                <a:lnTo>
                  <a:pt x="93485" y="30771"/>
                </a:lnTo>
                <a:lnTo>
                  <a:pt x="85210" y="7308"/>
                </a:lnTo>
                <a:lnTo>
                  <a:pt x="84797" y="6193"/>
                </a:lnTo>
                <a:cubicBezTo>
                  <a:pt x="84268" y="4688"/>
                  <a:pt x="83188" y="3482"/>
                  <a:pt x="81729" y="2792"/>
                </a:cubicBezTo>
                <a:cubicBezTo>
                  <a:pt x="81017" y="2448"/>
                  <a:pt x="80247" y="2241"/>
                  <a:pt x="79477" y="2207"/>
                </a:cubicBezTo>
                <a:close/>
                <a:moveTo>
                  <a:pt x="72282" y="26244"/>
                </a:moveTo>
                <a:cubicBezTo>
                  <a:pt x="71662" y="26209"/>
                  <a:pt x="71019" y="26290"/>
                  <a:pt x="70386" y="26519"/>
                </a:cubicBezTo>
                <a:cubicBezTo>
                  <a:pt x="68525" y="27186"/>
                  <a:pt x="67318" y="28909"/>
                  <a:pt x="67226" y="30771"/>
                </a:cubicBezTo>
                <a:lnTo>
                  <a:pt x="76753" y="30771"/>
                </a:lnTo>
                <a:cubicBezTo>
                  <a:pt x="76753" y="30323"/>
                  <a:pt x="76684" y="29886"/>
                  <a:pt x="76511" y="29438"/>
                </a:cubicBezTo>
                <a:cubicBezTo>
                  <a:pt x="75845" y="27565"/>
                  <a:pt x="74156" y="26359"/>
                  <a:pt x="72282" y="26244"/>
                </a:cubicBezTo>
                <a:close/>
                <a:moveTo>
                  <a:pt x="47564" y="26347"/>
                </a:moveTo>
                <a:cubicBezTo>
                  <a:pt x="46346" y="26347"/>
                  <a:pt x="45105" y="26565"/>
                  <a:pt x="43909" y="26968"/>
                </a:cubicBezTo>
                <a:cubicBezTo>
                  <a:pt x="41795" y="27714"/>
                  <a:pt x="40026" y="29048"/>
                  <a:pt x="38761" y="30771"/>
                </a:cubicBezTo>
                <a:lnTo>
                  <a:pt x="56861" y="30771"/>
                </a:lnTo>
                <a:cubicBezTo>
                  <a:pt x="54470" y="27978"/>
                  <a:pt x="51034" y="26347"/>
                  <a:pt x="47564" y="26347"/>
                </a:cubicBezTo>
                <a:close/>
                <a:moveTo>
                  <a:pt x="7826" y="37952"/>
                </a:moveTo>
                <a:cubicBezTo>
                  <a:pt x="4528" y="37952"/>
                  <a:pt x="1839" y="40641"/>
                  <a:pt x="1839" y="43939"/>
                </a:cubicBezTo>
                <a:lnTo>
                  <a:pt x="1839" y="82235"/>
                </a:lnTo>
                <a:cubicBezTo>
                  <a:pt x="1839" y="85544"/>
                  <a:pt x="4528" y="88222"/>
                  <a:pt x="7826" y="88222"/>
                </a:cubicBezTo>
                <a:lnTo>
                  <a:pt x="57504" y="88222"/>
                </a:lnTo>
                <a:cubicBezTo>
                  <a:pt x="56114" y="86142"/>
                  <a:pt x="54919" y="83751"/>
                  <a:pt x="54011" y="81040"/>
                </a:cubicBezTo>
                <a:lnTo>
                  <a:pt x="16203" y="81040"/>
                </a:lnTo>
                <a:cubicBezTo>
                  <a:pt x="16203" y="77076"/>
                  <a:pt x="12997" y="73859"/>
                  <a:pt x="9021" y="73859"/>
                </a:cubicBezTo>
                <a:lnTo>
                  <a:pt x="9021" y="52315"/>
                </a:lnTo>
                <a:cubicBezTo>
                  <a:pt x="12997" y="52315"/>
                  <a:pt x="16203" y="49109"/>
                  <a:pt x="16203" y="45133"/>
                </a:cubicBezTo>
                <a:lnTo>
                  <a:pt x="67537" y="45133"/>
                </a:lnTo>
                <a:cubicBezTo>
                  <a:pt x="69375" y="44157"/>
                  <a:pt x="71225" y="42767"/>
                  <a:pt x="72708" y="40779"/>
                </a:cubicBezTo>
                <a:cubicBezTo>
                  <a:pt x="74018" y="39009"/>
                  <a:pt x="76178" y="37952"/>
                  <a:pt x="78454" y="37952"/>
                </a:cubicBezTo>
                <a:lnTo>
                  <a:pt x="7826" y="37952"/>
                </a:lnTo>
                <a:close/>
                <a:moveTo>
                  <a:pt x="78454" y="42744"/>
                </a:moveTo>
                <a:cubicBezTo>
                  <a:pt x="77718" y="42744"/>
                  <a:pt x="76983" y="43042"/>
                  <a:pt x="76534" y="43651"/>
                </a:cubicBezTo>
                <a:cubicBezTo>
                  <a:pt x="70191" y="52108"/>
                  <a:pt x="59400" y="52269"/>
                  <a:pt x="59297" y="52269"/>
                </a:cubicBezTo>
                <a:cubicBezTo>
                  <a:pt x="57976" y="52269"/>
                  <a:pt x="56906" y="53337"/>
                  <a:pt x="56906" y="54659"/>
                </a:cubicBezTo>
                <a:lnTo>
                  <a:pt x="56906" y="69079"/>
                </a:lnTo>
                <a:cubicBezTo>
                  <a:pt x="56906" y="92220"/>
                  <a:pt x="77661" y="97678"/>
                  <a:pt x="77879" y="97735"/>
                </a:cubicBezTo>
                <a:cubicBezTo>
                  <a:pt x="78063" y="97781"/>
                  <a:pt x="78258" y="97804"/>
                  <a:pt x="78454" y="97804"/>
                </a:cubicBezTo>
                <a:cubicBezTo>
                  <a:pt x="78649" y="97804"/>
                  <a:pt x="78844" y="97781"/>
                  <a:pt x="79028" y="97735"/>
                </a:cubicBezTo>
                <a:cubicBezTo>
                  <a:pt x="79246" y="97678"/>
                  <a:pt x="100001" y="92220"/>
                  <a:pt x="100001" y="69079"/>
                </a:cubicBezTo>
                <a:lnTo>
                  <a:pt x="100001" y="54659"/>
                </a:lnTo>
                <a:cubicBezTo>
                  <a:pt x="100001" y="53349"/>
                  <a:pt x="98932" y="52269"/>
                  <a:pt x="97610" y="52269"/>
                </a:cubicBezTo>
                <a:cubicBezTo>
                  <a:pt x="97507" y="52269"/>
                  <a:pt x="86716" y="52108"/>
                  <a:pt x="80373" y="43651"/>
                </a:cubicBezTo>
                <a:cubicBezTo>
                  <a:pt x="79924" y="43042"/>
                  <a:pt x="79189" y="42744"/>
                  <a:pt x="78454" y="42744"/>
                </a:cubicBezTo>
                <a:close/>
                <a:moveTo>
                  <a:pt x="47334" y="49925"/>
                </a:moveTo>
                <a:cubicBezTo>
                  <a:pt x="40726" y="49925"/>
                  <a:pt x="35360" y="55807"/>
                  <a:pt x="35360" y="63092"/>
                </a:cubicBezTo>
                <a:cubicBezTo>
                  <a:pt x="35360" y="70365"/>
                  <a:pt x="40726" y="76260"/>
                  <a:pt x="47334" y="76260"/>
                </a:cubicBezTo>
                <a:cubicBezTo>
                  <a:pt x="49196" y="76260"/>
                  <a:pt x="50966" y="75778"/>
                  <a:pt x="52551" y="74916"/>
                </a:cubicBezTo>
                <a:cubicBezTo>
                  <a:pt x="52264" y="73100"/>
                  <a:pt x="52115" y="71135"/>
                  <a:pt x="52115" y="69079"/>
                </a:cubicBezTo>
                <a:lnTo>
                  <a:pt x="52115" y="54670"/>
                </a:lnTo>
                <a:cubicBezTo>
                  <a:pt x="52115" y="53521"/>
                  <a:pt x="52402" y="52418"/>
                  <a:pt x="52885" y="51453"/>
                </a:cubicBezTo>
                <a:cubicBezTo>
                  <a:pt x="51230" y="50476"/>
                  <a:pt x="49345" y="49925"/>
                  <a:pt x="47334" y="49925"/>
                </a:cubicBezTo>
                <a:close/>
                <a:moveTo>
                  <a:pt x="22190" y="58301"/>
                </a:moveTo>
                <a:cubicBezTo>
                  <a:pt x="20926" y="58301"/>
                  <a:pt x="19708" y="58806"/>
                  <a:pt x="18812" y="59703"/>
                </a:cubicBezTo>
                <a:cubicBezTo>
                  <a:pt x="17904" y="60599"/>
                  <a:pt x="17398" y="61817"/>
                  <a:pt x="17398" y="63092"/>
                </a:cubicBezTo>
                <a:cubicBezTo>
                  <a:pt x="17398" y="64357"/>
                  <a:pt x="17904" y="65574"/>
                  <a:pt x="18812" y="66471"/>
                </a:cubicBezTo>
                <a:cubicBezTo>
                  <a:pt x="19708" y="67379"/>
                  <a:pt x="20926" y="67872"/>
                  <a:pt x="22190" y="67872"/>
                </a:cubicBezTo>
                <a:cubicBezTo>
                  <a:pt x="23466" y="67872"/>
                  <a:pt x="24684" y="67379"/>
                  <a:pt x="25581" y="66471"/>
                </a:cubicBezTo>
                <a:cubicBezTo>
                  <a:pt x="26477" y="65574"/>
                  <a:pt x="26982" y="64357"/>
                  <a:pt x="26982" y="63092"/>
                </a:cubicBezTo>
                <a:cubicBezTo>
                  <a:pt x="26982" y="61817"/>
                  <a:pt x="26477" y="60599"/>
                  <a:pt x="25581" y="59703"/>
                </a:cubicBezTo>
                <a:cubicBezTo>
                  <a:pt x="24684" y="58806"/>
                  <a:pt x="23466" y="58301"/>
                  <a:pt x="22190" y="5830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9" name="Белый — SVG 21">
            <a:extLst>
              <a:ext uri="{FF2B5EF4-FFF2-40B4-BE49-F238E27FC236}">
                <a16:creationId xmlns:a16="http://schemas.microsoft.com/office/drawing/2014/main" id="{1AF3A2D7-A0EC-9046-A6AC-07243DDDDAA9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63800 w 141772"/>
              <a:gd name="csY0" fmla="*/ 0 h 145308"/>
              <a:gd name="csX1" fmla="*/ 52300 w 141772"/>
              <a:gd name="csY1" fmla="*/ 4015 h 145308"/>
              <a:gd name="csX2" fmla="*/ 10123 w 141772"/>
              <a:gd name="csY2" fmla="*/ 37220 h 145308"/>
              <a:gd name="csX3" fmla="*/ 0 w 141772"/>
              <a:gd name="csY3" fmla="*/ 58093 h 145308"/>
              <a:gd name="csX4" fmla="*/ 0 w 141772"/>
              <a:gd name="csY4" fmla="*/ 122208 h 145308"/>
              <a:gd name="csX5" fmla="*/ 12403 w 141772"/>
              <a:gd name="csY5" fmla="*/ 134609 h 145308"/>
              <a:gd name="csX6" fmla="*/ 66471 w 141772"/>
              <a:gd name="csY6" fmla="*/ 134609 h 145308"/>
              <a:gd name="csX7" fmla="*/ 56706 w 141772"/>
              <a:gd name="csY7" fmla="*/ 106319 h 145308"/>
              <a:gd name="csX8" fmla="*/ 102795 w 141772"/>
              <a:gd name="csY8" fmla="*/ 60253 h 145308"/>
              <a:gd name="csX9" fmla="*/ 127601 w 141772"/>
              <a:gd name="csY9" fmla="*/ 67534 h 145308"/>
              <a:gd name="csX10" fmla="*/ 127601 w 141772"/>
              <a:gd name="csY10" fmla="*/ 58093 h 145308"/>
              <a:gd name="csX11" fmla="*/ 117477 w 141772"/>
              <a:gd name="csY11" fmla="*/ 37220 h 145308"/>
              <a:gd name="csX12" fmla="*/ 75301 w 141772"/>
              <a:gd name="csY12" fmla="*/ 4015 h 145308"/>
              <a:gd name="csX13" fmla="*/ 63800 w 141772"/>
              <a:gd name="csY13" fmla="*/ 0 h 145308"/>
              <a:gd name="csX14" fmla="*/ 102795 w 141772"/>
              <a:gd name="csY14" fmla="*/ 67330 h 145308"/>
              <a:gd name="csX15" fmla="*/ 63800 w 141772"/>
              <a:gd name="csY15" fmla="*/ 106319 h 145308"/>
              <a:gd name="csX16" fmla="*/ 102795 w 141772"/>
              <a:gd name="csY16" fmla="*/ 145309 h 145308"/>
              <a:gd name="csX17" fmla="*/ 141773 w 141772"/>
              <a:gd name="csY17" fmla="*/ 106319 h 145308"/>
              <a:gd name="csX18" fmla="*/ 102795 w 141772"/>
              <a:gd name="csY18" fmla="*/ 67330 h 145308"/>
              <a:gd name="csX19" fmla="*/ 28361 w 141772"/>
              <a:gd name="csY19" fmla="*/ 70885 h 145308"/>
              <a:gd name="csX20" fmla="*/ 42534 w 141772"/>
              <a:gd name="csY20" fmla="*/ 70885 h 145308"/>
              <a:gd name="csX21" fmla="*/ 46072 w 141772"/>
              <a:gd name="csY21" fmla="*/ 74424 h 145308"/>
              <a:gd name="csX22" fmla="*/ 46072 w 141772"/>
              <a:gd name="csY22" fmla="*/ 95687 h 145308"/>
              <a:gd name="csX23" fmla="*/ 42534 w 141772"/>
              <a:gd name="csY23" fmla="*/ 99226 h 145308"/>
              <a:gd name="csX24" fmla="*/ 28361 w 141772"/>
              <a:gd name="csY24" fmla="*/ 99226 h 145308"/>
              <a:gd name="csX25" fmla="*/ 24806 w 141772"/>
              <a:gd name="csY25" fmla="*/ 95687 h 145308"/>
              <a:gd name="csX26" fmla="*/ 24806 w 141772"/>
              <a:gd name="csY26" fmla="*/ 74424 h 145308"/>
              <a:gd name="csX27" fmla="*/ 28361 w 141772"/>
              <a:gd name="csY27" fmla="*/ 70885 h 145308"/>
              <a:gd name="csX28" fmla="*/ 102795 w 141772"/>
              <a:gd name="csY28" fmla="*/ 77962 h 145308"/>
              <a:gd name="csX29" fmla="*/ 106334 w 141772"/>
              <a:gd name="csY29" fmla="*/ 81517 h 145308"/>
              <a:gd name="csX30" fmla="*/ 106334 w 141772"/>
              <a:gd name="csY30" fmla="*/ 85107 h 145308"/>
              <a:gd name="csX31" fmla="*/ 116406 w 141772"/>
              <a:gd name="csY31" fmla="*/ 90227 h 145308"/>
              <a:gd name="csX32" fmla="*/ 115351 w 141772"/>
              <a:gd name="csY32" fmla="*/ 95126 h 145308"/>
              <a:gd name="csX33" fmla="*/ 110451 w 141772"/>
              <a:gd name="csY33" fmla="*/ 94071 h 145308"/>
              <a:gd name="csX34" fmla="*/ 105585 w 141772"/>
              <a:gd name="csY34" fmla="*/ 92149 h 145308"/>
              <a:gd name="csX35" fmla="*/ 100124 w 141772"/>
              <a:gd name="csY35" fmla="*/ 92149 h 145308"/>
              <a:gd name="csX36" fmla="*/ 94816 w 141772"/>
              <a:gd name="csY36" fmla="*/ 97457 h 145308"/>
              <a:gd name="csX37" fmla="*/ 100124 w 141772"/>
              <a:gd name="csY37" fmla="*/ 102781 h 145308"/>
              <a:gd name="csX38" fmla="*/ 106334 w 141772"/>
              <a:gd name="csY38" fmla="*/ 102781 h 145308"/>
              <a:gd name="csX39" fmla="*/ 118737 w 141772"/>
              <a:gd name="csY39" fmla="*/ 115182 h 145308"/>
              <a:gd name="csX40" fmla="*/ 106334 w 141772"/>
              <a:gd name="csY40" fmla="*/ 127583 h 145308"/>
              <a:gd name="csX41" fmla="*/ 106334 w 141772"/>
              <a:gd name="csY41" fmla="*/ 131122 h 145308"/>
              <a:gd name="csX42" fmla="*/ 102795 w 141772"/>
              <a:gd name="csY42" fmla="*/ 134677 h 145308"/>
              <a:gd name="csX43" fmla="*/ 99239 w 141772"/>
              <a:gd name="csY43" fmla="*/ 131122 h 145308"/>
              <a:gd name="csX44" fmla="*/ 99239 w 141772"/>
              <a:gd name="csY44" fmla="*/ 127566 h 145308"/>
              <a:gd name="csX45" fmla="*/ 87874 w 141772"/>
              <a:gd name="csY45" fmla="*/ 123007 h 145308"/>
              <a:gd name="csX46" fmla="*/ 87874 w 141772"/>
              <a:gd name="csY46" fmla="*/ 117989 h 145308"/>
              <a:gd name="csX47" fmla="*/ 92893 w 141772"/>
              <a:gd name="csY47" fmla="*/ 117989 h 145308"/>
              <a:gd name="csX48" fmla="*/ 99376 w 141772"/>
              <a:gd name="csY48" fmla="*/ 120490 h 145308"/>
              <a:gd name="csX49" fmla="*/ 106334 w 141772"/>
              <a:gd name="csY49" fmla="*/ 120490 h 145308"/>
              <a:gd name="csX50" fmla="*/ 111642 w 141772"/>
              <a:gd name="csY50" fmla="*/ 115182 h 145308"/>
              <a:gd name="csX51" fmla="*/ 106334 w 141772"/>
              <a:gd name="csY51" fmla="*/ 109858 h 145308"/>
              <a:gd name="csX52" fmla="*/ 100124 w 141772"/>
              <a:gd name="csY52" fmla="*/ 109858 h 145308"/>
              <a:gd name="csX53" fmla="*/ 87721 w 141772"/>
              <a:gd name="csY53" fmla="*/ 97457 h 145308"/>
              <a:gd name="csX54" fmla="*/ 99239 w 141772"/>
              <a:gd name="csY54" fmla="*/ 85141 h 145308"/>
              <a:gd name="csX55" fmla="*/ 99239 w 141772"/>
              <a:gd name="csY55" fmla="*/ 81517 h 145308"/>
              <a:gd name="csX56" fmla="*/ 102795 w 141772"/>
              <a:gd name="csY56" fmla="*/ 77962 h 145308"/>
            </a:gdLst>
            <a:ahLst/>
            <a:cxnLst/>
            <a:rect l="l" t="t" r="r" b="b"/>
            <a:pathLst>
              <a:path w="100000" h="100000">
                <a:moveTo>
                  <a:pt x="45123" y="0"/>
                </a:moveTo>
                <a:cubicBezTo>
                  <a:pt x="42325" y="0"/>
                  <a:pt x="39539" y="925"/>
                  <a:pt x="37209" y="2763"/>
                </a:cubicBezTo>
                <a:lnTo>
                  <a:pt x="8183" y="25615"/>
                </a:lnTo>
                <a:cubicBezTo>
                  <a:pt x="3758" y="29104"/>
                  <a:pt x="1217" y="34336"/>
                  <a:pt x="1217" y="39979"/>
                </a:cubicBezTo>
                <a:lnTo>
                  <a:pt x="1217" y="84103"/>
                </a:lnTo>
                <a:cubicBezTo>
                  <a:pt x="1217" y="88809"/>
                  <a:pt x="5045" y="92637"/>
                  <a:pt x="9752" y="92637"/>
                </a:cubicBezTo>
                <a:lnTo>
                  <a:pt x="46962" y="92637"/>
                </a:lnTo>
                <a:cubicBezTo>
                  <a:pt x="42771" y="87264"/>
                  <a:pt x="40241" y="80508"/>
                  <a:pt x="40241" y="73168"/>
                </a:cubicBezTo>
                <a:cubicBezTo>
                  <a:pt x="40241" y="55655"/>
                  <a:pt x="54444" y="41466"/>
                  <a:pt x="71960" y="41466"/>
                </a:cubicBezTo>
                <a:cubicBezTo>
                  <a:pt x="78247" y="41466"/>
                  <a:pt x="84101" y="43316"/>
                  <a:pt x="89031" y="46476"/>
                </a:cubicBezTo>
                <a:lnTo>
                  <a:pt x="89031" y="39979"/>
                </a:lnTo>
                <a:cubicBezTo>
                  <a:pt x="89031" y="34336"/>
                  <a:pt x="86490" y="29104"/>
                  <a:pt x="82064" y="25615"/>
                </a:cubicBezTo>
                <a:lnTo>
                  <a:pt x="53038" y="2763"/>
                </a:lnTo>
                <a:cubicBezTo>
                  <a:pt x="50709" y="925"/>
                  <a:pt x="47922" y="0"/>
                  <a:pt x="45123" y="0"/>
                </a:cubicBezTo>
                <a:close/>
                <a:moveTo>
                  <a:pt x="71960" y="46336"/>
                </a:moveTo>
                <a:cubicBezTo>
                  <a:pt x="57137" y="46336"/>
                  <a:pt x="45123" y="58347"/>
                  <a:pt x="45123" y="73168"/>
                </a:cubicBezTo>
                <a:cubicBezTo>
                  <a:pt x="45123" y="87990"/>
                  <a:pt x="57137" y="100001"/>
                  <a:pt x="71960" y="100001"/>
                </a:cubicBezTo>
                <a:cubicBezTo>
                  <a:pt x="86771" y="100001"/>
                  <a:pt x="98784" y="87990"/>
                  <a:pt x="98784" y="73168"/>
                </a:cubicBezTo>
                <a:cubicBezTo>
                  <a:pt x="98784" y="58347"/>
                  <a:pt x="86771" y="46336"/>
                  <a:pt x="71960" y="46336"/>
                </a:cubicBezTo>
                <a:close/>
                <a:moveTo>
                  <a:pt x="20735" y="48783"/>
                </a:moveTo>
                <a:lnTo>
                  <a:pt x="30488" y="48783"/>
                </a:lnTo>
                <a:cubicBezTo>
                  <a:pt x="31834" y="48783"/>
                  <a:pt x="32923" y="49871"/>
                  <a:pt x="32923" y="51218"/>
                </a:cubicBezTo>
                <a:lnTo>
                  <a:pt x="32923" y="65851"/>
                </a:lnTo>
                <a:cubicBezTo>
                  <a:pt x="32923" y="67198"/>
                  <a:pt x="31834" y="68287"/>
                  <a:pt x="30488" y="68287"/>
                </a:cubicBezTo>
                <a:lnTo>
                  <a:pt x="20735" y="68287"/>
                </a:lnTo>
                <a:cubicBezTo>
                  <a:pt x="19388" y="68287"/>
                  <a:pt x="18288" y="67198"/>
                  <a:pt x="18288" y="65851"/>
                </a:cubicBezTo>
                <a:lnTo>
                  <a:pt x="18288" y="51218"/>
                </a:lnTo>
                <a:cubicBezTo>
                  <a:pt x="18288" y="49871"/>
                  <a:pt x="19388" y="48783"/>
                  <a:pt x="20735" y="48783"/>
                </a:cubicBezTo>
                <a:close/>
                <a:moveTo>
                  <a:pt x="71960" y="53653"/>
                </a:moveTo>
                <a:cubicBezTo>
                  <a:pt x="73306" y="53653"/>
                  <a:pt x="74395" y="54753"/>
                  <a:pt x="74395" y="56099"/>
                </a:cubicBezTo>
                <a:lnTo>
                  <a:pt x="74395" y="58570"/>
                </a:lnTo>
                <a:cubicBezTo>
                  <a:pt x="78165" y="58769"/>
                  <a:pt x="80565" y="60911"/>
                  <a:pt x="81327" y="62094"/>
                </a:cubicBezTo>
                <a:cubicBezTo>
                  <a:pt x="82053" y="63217"/>
                  <a:pt x="81724" y="64727"/>
                  <a:pt x="80601" y="65465"/>
                </a:cubicBezTo>
                <a:cubicBezTo>
                  <a:pt x="79465" y="66191"/>
                  <a:pt x="77954" y="65863"/>
                  <a:pt x="77228" y="64739"/>
                </a:cubicBezTo>
                <a:cubicBezTo>
                  <a:pt x="77217" y="64739"/>
                  <a:pt x="76162" y="63416"/>
                  <a:pt x="73880" y="63416"/>
                </a:cubicBezTo>
                <a:lnTo>
                  <a:pt x="70121" y="63416"/>
                </a:lnTo>
                <a:cubicBezTo>
                  <a:pt x="68107" y="63416"/>
                  <a:pt x="66468" y="65056"/>
                  <a:pt x="66468" y="67069"/>
                </a:cubicBezTo>
                <a:cubicBezTo>
                  <a:pt x="66468" y="69083"/>
                  <a:pt x="68107" y="70733"/>
                  <a:pt x="70121" y="70733"/>
                </a:cubicBezTo>
                <a:lnTo>
                  <a:pt x="74395" y="70733"/>
                </a:lnTo>
                <a:cubicBezTo>
                  <a:pt x="79102" y="70733"/>
                  <a:pt x="82931" y="74562"/>
                  <a:pt x="82931" y="79267"/>
                </a:cubicBezTo>
                <a:cubicBezTo>
                  <a:pt x="82931" y="83974"/>
                  <a:pt x="79102" y="87802"/>
                  <a:pt x="74395" y="87802"/>
                </a:cubicBezTo>
                <a:lnTo>
                  <a:pt x="74395" y="90237"/>
                </a:lnTo>
                <a:cubicBezTo>
                  <a:pt x="74395" y="91583"/>
                  <a:pt x="73306" y="92684"/>
                  <a:pt x="71960" y="92684"/>
                </a:cubicBezTo>
                <a:cubicBezTo>
                  <a:pt x="70601" y="92684"/>
                  <a:pt x="69512" y="91583"/>
                  <a:pt x="69512" y="90237"/>
                </a:cubicBezTo>
                <a:lnTo>
                  <a:pt x="69512" y="87790"/>
                </a:lnTo>
                <a:cubicBezTo>
                  <a:pt x="66480" y="87767"/>
                  <a:pt x="63705" y="86666"/>
                  <a:pt x="61691" y="84653"/>
                </a:cubicBezTo>
                <a:cubicBezTo>
                  <a:pt x="60743" y="83693"/>
                  <a:pt x="60743" y="82159"/>
                  <a:pt x="61691" y="81199"/>
                </a:cubicBezTo>
                <a:cubicBezTo>
                  <a:pt x="62652" y="80251"/>
                  <a:pt x="64185" y="80251"/>
                  <a:pt x="65145" y="81199"/>
                </a:cubicBezTo>
                <a:cubicBezTo>
                  <a:pt x="65930" y="81984"/>
                  <a:pt x="67347" y="82920"/>
                  <a:pt x="69607" y="82920"/>
                </a:cubicBezTo>
                <a:lnTo>
                  <a:pt x="74395" y="82920"/>
                </a:lnTo>
                <a:cubicBezTo>
                  <a:pt x="76409" y="82920"/>
                  <a:pt x="78048" y="81281"/>
                  <a:pt x="78048" y="79267"/>
                </a:cubicBezTo>
                <a:cubicBezTo>
                  <a:pt x="78048" y="77254"/>
                  <a:pt x="76409" y="75604"/>
                  <a:pt x="74395" y="75604"/>
                </a:cubicBezTo>
                <a:lnTo>
                  <a:pt x="70121" y="75604"/>
                </a:lnTo>
                <a:cubicBezTo>
                  <a:pt x="65415" y="75604"/>
                  <a:pt x="61586" y="71775"/>
                  <a:pt x="61586" y="67069"/>
                </a:cubicBezTo>
                <a:cubicBezTo>
                  <a:pt x="61586" y="62573"/>
                  <a:pt x="65098" y="58921"/>
                  <a:pt x="69512" y="58593"/>
                </a:cubicBezTo>
                <a:lnTo>
                  <a:pt x="69512" y="56099"/>
                </a:lnTo>
                <a:cubicBezTo>
                  <a:pt x="69512" y="54753"/>
                  <a:pt x="70601" y="53653"/>
                  <a:pt x="71960" y="5365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0" name="Белый — SVG 22">
            <a:extLst>
              <a:ext uri="{FF2B5EF4-FFF2-40B4-BE49-F238E27FC236}">
                <a16:creationId xmlns:a16="http://schemas.microsoft.com/office/drawing/2014/main" id="{D52FC77E-C160-1D4C-AA61-EC9C8BC62C71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63800 w 141772"/>
              <a:gd name="csY0" fmla="*/ 0 h 145240"/>
              <a:gd name="csX1" fmla="*/ 52300 w 141772"/>
              <a:gd name="csY1" fmla="*/ 4015 h 145240"/>
              <a:gd name="csX2" fmla="*/ 10123 w 141772"/>
              <a:gd name="csY2" fmla="*/ 37220 h 145240"/>
              <a:gd name="csX3" fmla="*/ 0 w 141772"/>
              <a:gd name="csY3" fmla="*/ 58093 h 145240"/>
              <a:gd name="csX4" fmla="*/ 0 w 141772"/>
              <a:gd name="csY4" fmla="*/ 122208 h 145240"/>
              <a:gd name="csX5" fmla="*/ 12403 w 141772"/>
              <a:gd name="csY5" fmla="*/ 134609 h 145240"/>
              <a:gd name="csX6" fmla="*/ 66471 w 141772"/>
              <a:gd name="csY6" fmla="*/ 134609 h 145240"/>
              <a:gd name="csX7" fmla="*/ 56706 w 141772"/>
              <a:gd name="csY7" fmla="*/ 106319 h 145240"/>
              <a:gd name="csX8" fmla="*/ 102795 w 141772"/>
              <a:gd name="csY8" fmla="*/ 60253 h 145240"/>
              <a:gd name="csX9" fmla="*/ 127601 w 141772"/>
              <a:gd name="csY9" fmla="*/ 67534 h 145240"/>
              <a:gd name="csX10" fmla="*/ 127601 w 141772"/>
              <a:gd name="csY10" fmla="*/ 58093 h 145240"/>
              <a:gd name="csX11" fmla="*/ 117477 w 141772"/>
              <a:gd name="csY11" fmla="*/ 37220 h 145240"/>
              <a:gd name="csX12" fmla="*/ 75301 w 141772"/>
              <a:gd name="csY12" fmla="*/ 4015 h 145240"/>
              <a:gd name="csX13" fmla="*/ 63800 w 141772"/>
              <a:gd name="csY13" fmla="*/ 0 h 145240"/>
              <a:gd name="csX14" fmla="*/ 102795 w 141772"/>
              <a:gd name="csY14" fmla="*/ 67279 h 145240"/>
              <a:gd name="csX15" fmla="*/ 63800 w 141772"/>
              <a:gd name="csY15" fmla="*/ 106251 h 145240"/>
              <a:gd name="csX16" fmla="*/ 102795 w 141772"/>
              <a:gd name="csY16" fmla="*/ 145241 h 145240"/>
              <a:gd name="csX17" fmla="*/ 141773 w 141772"/>
              <a:gd name="csY17" fmla="*/ 106251 h 145240"/>
              <a:gd name="csX18" fmla="*/ 102795 w 141772"/>
              <a:gd name="csY18" fmla="*/ 67279 h 145240"/>
              <a:gd name="csX19" fmla="*/ 28361 w 141772"/>
              <a:gd name="csY19" fmla="*/ 70885 h 145240"/>
              <a:gd name="csX20" fmla="*/ 42534 w 141772"/>
              <a:gd name="csY20" fmla="*/ 70885 h 145240"/>
              <a:gd name="csX21" fmla="*/ 46072 w 141772"/>
              <a:gd name="csY21" fmla="*/ 74424 h 145240"/>
              <a:gd name="csX22" fmla="*/ 46072 w 141772"/>
              <a:gd name="csY22" fmla="*/ 95687 h 145240"/>
              <a:gd name="csX23" fmla="*/ 42534 w 141772"/>
              <a:gd name="csY23" fmla="*/ 99226 h 145240"/>
              <a:gd name="csX24" fmla="*/ 28361 w 141772"/>
              <a:gd name="csY24" fmla="*/ 99226 h 145240"/>
              <a:gd name="csX25" fmla="*/ 24806 w 141772"/>
              <a:gd name="csY25" fmla="*/ 95687 h 145240"/>
              <a:gd name="csX26" fmla="*/ 24806 w 141772"/>
              <a:gd name="csY26" fmla="*/ 74424 h 145240"/>
              <a:gd name="csX27" fmla="*/ 28361 w 141772"/>
              <a:gd name="csY27" fmla="*/ 70885 h 145240"/>
              <a:gd name="csX28" fmla="*/ 86837 w 141772"/>
              <a:gd name="csY28" fmla="*/ 84987 h 145240"/>
              <a:gd name="csX29" fmla="*/ 92162 w 141772"/>
              <a:gd name="csY29" fmla="*/ 90312 h 145240"/>
              <a:gd name="csX30" fmla="*/ 86837 w 141772"/>
              <a:gd name="csY30" fmla="*/ 95619 h 145240"/>
              <a:gd name="csX31" fmla="*/ 81528 w 141772"/>
              <a:gd name="csY31" fmla="*/ 90312 h 145240"/>
              <a:gd name="csX32" fmla="*/ 86837 w 141772"/>
              <a:gd name="csY32" fmla="*/ 84987 h 145240"/>
              <a:gd name="csX33" fmla="*/ 118737 w 141772"/>
              <a:gd name="csY33" fmla="*/ 86774 h 145240"/>
              <a:gd name="csX34" fmla="*/ 121237 w 141772"/>
              <a:gd name="csY34" fmla="*/ 87811 h 145240"/>
              <a:gd name="csX35" fmla="*/ 121237 w 141772"/>
              <a:gd name="csY35" fmla="*/ 92813 h 145240"/>
              <a:gd name="csX36" fmla="*/ 89337 w 141772"/>
              <a:gd name="csY36" fmla="*/ 124709 h 145240"/>
              <a:gd name="csX37" fmla="*/ 86837 w 141772"/>
              <a:gd name="csY37" fmla="*/ 125746 h 145240"/>
              <a:gd name="csX38" fmla="*/ 84335 w 141772"/>
              <a:gd name="csY38" fmla="*/ 124709 h 145240"/>
              <a:gd name="csX39" fmla="*/ 84335 w 141772"/>
              <a:gd name="csY39" fmla="*/ 119707 h 145240"/>
              <a:gd name="csX40" fmla="*/ 116235 w 141772"/>
              <a:gd name="csY40" fmla="*/ 87811 h 145240"/>
              <a:gd name="csX41" fmla="*/ 118737 w 141772"/>
              <a:gd name="csY41" fmla="*/ 86774 h 145240"/>
              <a:gd name="csX42" fmla="*/ 118737 w 141772"/>
              <a:gd name="csY42" fmla="*/ 116883 h 145240"/>
              <a:gd name="csX43" fmla="*/ 124062 w 141772"/>
              <a:gd name="csY43" fmla="*/ 122208 h 145240"/>
              <a:gd name="csX44" fmla="*/ 118737 w 141772"/>
              <a:gd name="csY44" fmla="*/ 127515 h 145240"/>
              <a:gd name="csX45" fmla="*/ 113428 w 141772"/>
              <a:gd name="csY45" fmla="*/ 122208 h 145240"/>
              <a:gd name="csX46" fmla="*/ 118737 w 141772"/>
              <a:gd name="csY46" fmla="*/ 116883 h 145240"/>
            </a:gdLst>
            <a:ahLst/>
            <a:cxnLst/>
            <a:rect l="l" t="t" r="r" b="b"/>
            <a:pathLst>
              <a:path w="100000" h="100000">
                <a:moveTo>
                  <a:pt x="45121" y="0"/>
                </a:moveTo>
                <a:cubicBezTo>
                  <a:pt x="42322" y="0"/>
                  <a:pt x="39534" y="925"/>
                  <a:pt x="37203" y="2764"/>
                </a:cubicBezTo>
                <a:lnTo>
                  <a:pt x="8164" y="25627"/>
                </a:lnTo>
                <a:cubicBezTo>
                  <a:pt x="3736" y="29117"/>
                  <a:pt x="1194" y="34352"/>
                  <a:pt x="1194" y="39998"/>
                </a:cubicBezTo>
                <a:lnTo>
                  <a:pt x="1194" y="84142"/>
                </a:lnTo>
                <a:cubicBezTo>
                  <a:pt x="1194" y="88850"/>
                  <a:pt x="5024" y="92680"/>
                  <a:pt x="9734" y="92680"/>
                </a:cubicBezTo>
                <a:lnTo>
                  <a:pt x="46960" y="92680"/>
                </a:lnTo>
                <a:cubicBezTo>
                  <a:pt x="42767" y="87304"/>
                  <a:pt x="40237" y="80558"/>
                  <a:pt x="40237" y="73202"/>
                </a:cubicBezTo>
                <a:cubicBezTo>
                  <a:pt x="40237" y="55681"/>
                  <a:pt x="54446" y="41485"/>
                  <a:pt x="71970" y="41485"/>
                </a:cubicBezTo>
                <a:cubicBezTo>
                  <a:pt x="78260" y="41485"/>
                  <a:pt x="84117" y="43336"/>
                  <a:pt x="89049" y="46498"/>
                </a:cubicBezTo>
                <a:lnTo>
                  <a:pt x="89049" y="39998"/>
                </a:lnTo>
                <a:cubicBezTo>
                  <a:pt x="89049" y="34352"/>
                  <a:pt x="86507" y="29117"/>
                  <a:pt x="82079" y="25627"/>
                </a:cubicBezTo>
                <a:lnTo>
                  <a:pt x="53040" y="2764"/>
                </a:lnTo>
                <a:cubicBezTo>
                  <a:pt x="50709" y="925"/>
                  <a:pt x="47921" y="0"/>
                  <a:pt x="45121" y="0"/>
                </a:cubicBezTo>
                <a:close/>
                <a:moveTo>
                  <a:pt x="71970" y="46323"/>
                </a:moveTo>
                <a:cubicBezTo>
                  <a:pt x="57140" y="46323"/>
                  <a:pt x="45121" y="58339"/>
                  <a:pt x="45121" y="73155"/>
                </a:cubicBezTo>
                <a:cubicBezTo>
                  <a:pt x="45121" y="87983"/>
                  <a:pt x="57140" y="100001"/>
                  <a:pt x="71970" y="100001"/>
                </a:cubicBezTo>
                <a:cubicBezTo>
                  <a:pt x="86788" y="100001"/>
                  <a:pt x="98807" y="87983"/>
                  <a:pt x="98807" y="73155"/>
                </a:cubicBezTo>
                <a:cubicBezTo>
                  <a:pt x="98807" y="58339"/>
                  <a:pt x="86788" y="46323"/>
                  <a:pt x="71970" y="46323"/>
                </a:cubicBezTo>
                <a:close/>
                <a:moveTo>
                  <a:pt x="20721" y="48805"/>
                </a:moveTo>
                <a:lnTo>
                  <a:pt x="30479" y="48805"/>
                </a:lnTo>
                <a:cubicBezTo>
                  <a:pt x="31826" y="48805"/>
                  <a:pt x="32915" y="49895"/>
                  <a:pt x="32915" y="51242"/>
                </a:cubicBezTo>
                <a:lnTo>
                  <a:pt x="32915" y="65882"/>
                </a:lnTo>
                <a:cubicBezTo>
                  <a:pt x="32915" y="67229"/>
                  <a:pt x="31826" y="68319"/>
                  <a:pt x="30479" y="68319"/>
                </a:cubicBezTo>
                <a:lnTo>
                  <a:pt x="20721" y="68319"/>
                </a:lnTo>
                <a:cubicBezTo>
                  <a:pt x="19374" y="68319"/>
                  <a:pt x="18273" y="67229"/>
                  <a:pt x="18273" y="65882"/>
                </a:cubicBezTo>
                <a:lnTo>
                  <a:pt x="18273" y="51242"/>
                </a:lnTo>
                <a:cubicBezTo>
                  <a:pt x="18273" y="49895"/>
                  <a:pt x="19374" y="48805"/>
                  <a:pt x="20721" y="48805"/>
                </a:cubicBezTo>
                <a:close/>
                <a:moveTo>
                  <a:pt x="60983" y="58515"/>
                </a:moveTo>
                <a:cubicBezTo>
                  <a:pt x="63009" y="58515"/>
                  <a:pt x="64649" y="60155"/>
                  <a:pt x="64649" y="62181"/>
                </a:cubicBezTo>
                <a:cubicBezTo>
                  <a:pt x="64649" y="64196"/>
                  <a:pt x="63009" y="65835"/>
                  <a:pt x="60983" y="65835"/>
                </a:cubicBezTo>
                <a:cubicBezTo>
                  <a:pt x="58967" y="65835"/>
                  <a:pt x="57327" y="64196"/>
                  <a:pt x="57327" y="62181"/>
                </a:cubicBezTo>
                <a:cubicBezTo>
                  <a:pt x="57327" y="60155"/>
                  <a:pt x="58967" y="58515"/>
                  <a:pt x="60983" y="58515"/>
                </a:cubicBezTo>
                <a:close/>
                <a:moveTo>
                  <a:pt x="82946" y="59745"/>
                </a:moveTo>
                <a:cubicBezTo>
                  <a:pt x="83567" y="59745"/>
                  <a:pt x="84199" y="59979"/>
                  <a:pt x="84667" y="60459"/>
                </a:cubicBezTo>
                <a:cubicBezTo>
                  <a:pt x="85629" y="61408"/>
                  <a:pt x="85629" y="62954"/>
                  <a:pt x="84667" y="63903"/>
                </a:cubicBezTo>
                <a:lnTo>
                  <a:pt x="62704" y="85864"/>
                </a:lnTo>
                <a:cubicBezTo>
                  <a:pt x="62236" y="86344"/>
                  <a:pt x="61603" y="86578"/>
                  <a:pt x="60983" y="86578"/>
                </a:cubicBezTo>
                <a:cubicBezTo>
                  <a:pt x="60361" y="86578"/>
                  <a:pt x="59729" y="86344"/>
                  <a:pt x="59260" y="85864"/>
                </a:cubicBezTo>
                <a:cubicBezTo>
                  <a:pt x="58299" y="84915"/>
                  <a:pt x="58299" y="83369"/>
                  <a:pt x="59260" y="82420"/>
                </a:cubicBezTo>
                <a:lnTo>
                  <a:pt x="81223" y="60459"/>
                </a:lnTo>
                <a:cubicBezTo>
                  <a:pt x="81704" y="59979"/>
                  <a:pt x="82324" y="59745"/>
                  <a:pt x="82946" y="59745"/>
                </a:cubicBezTo>
                <a:close/>
                <a:moveTo>
                  <a:pt x="82946" y="80476"/>
                </a:moveTo>
                <a:cubicBezTo>
                  <a:pt x="84972" y="80476"/>
                  <a:pt x="86613" y="82116"/>
                  <a:pt x="86613" y="84142"/>
                </a:cubicBezTo>
                <a:cubicBezTo>
                  <a:pt x="86613" y="86157"/>
                  <a:pt x="84972" y="87796"/>
                  <a:pt x="82946" y="87796"/>
                </a:cubicBezTo>
                <a:cubicBezTo>
                  <a:pt x="80931" y="87796"/>
                  <a:pt x="79291" y="86157"/>
                  <a:pt x="79291" y="84142"/>
                </a:cubicBezTo>
                <a:cubicBezTo>
                  <a:pt x="79291" y="82116"/>
                  <a:pt x="80931" y="80476"/>
                  <a:pt x="82946" y="8047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1" name="Белый — SVG 23">
            <a:extLst>
              <a:ext uri="{FF2B5EF4-FFF2-40B4-BE49-F238E27FC236}">
                <a16:creationId xmlns:a16="http://schemas.microsoft.com/office/drawing/2014/main" id="{CA8DFD90-838A-1843-9D45-9B1F71D5C410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139918 w 145328"/>
              <a:gd name="csY0" fmla="*/ 1 h 131208"/>
              <a:gd name="csX1" fmla="*/ 136192 w 145328"/>
              <a:gd name="csY1" fmla="*/ 1617 h 131208"/>
              <a:gd name="csX2" fmla="*/ 134695 w 145328"/>
              <a:gd name="csY2" fmla="*/ 5394 h 131208"/>
              <a:gd name="csX3" fmla="*/ 134695 w 145328"/>
              <a:gd name="csY3" fmla="*/ 72724 h 131208"/>
              <a:gd name="csX4" fmla="*/ 135069 w 145328"/>
              <a:gd name="csY4" fmla="*/ 74782 h 131208"/>
              <a:gd name="csX5" fmla="*/ 136226 w 145328"/>
              <a:gd name="csY5" fmla="*/ 76534 h 131208"/>
              <a:gd name="csX6" fmla="*/ 137962 w 145328"/>
              <a:gd name="csY6" fmla="*/ 77708 h 131208"/>
              <a:gd name="csX7" fmla="*/ 140003 w 145328"/>
              <a:gd name="csY7" fmla="*/ 78116 h 131208"/>
              <a:gd name="csX8" fmla="*/ 142062 w 145328"/>
              <a:gd name="csY8" fmla="*/ 77708 h 131208"/>
              <a:gd name="csX9" fmla="*/ 143797 w 145328"/>
              <a:gd name="csY9" fmla="*/ 76534 h 131208"/>
              <a:gd name="csX10" fmla="*/ 144937 w 145328"/>
              <a:gd name="csY10" fmla="*/ 74782 h 131208"/>
              <a:gd name="csX11" fmla="*/ 145328 w 145328"/>
              <a:gd name="csY11" fmla="*/ 72724 h 131208"/>
              <a:gd name="csX12" fmla="*/ 145328 w 145328"/>
              <a:gd name="csY12" fmla="*/ 5394 h 131208"/>
              <a:gd name="csX13" fmla="*/ 144937 w 145328"/>
              <a:gd name="csY13" fmla="*/ 3319 h 131208"/>
              <a:gd name="csX14" fmla="*/ 143763 w 145328"/>
              <a:gd name="csY14" fmla="*/ 1549 h 131208"/>
              <a:gd name="csX15" fmla="*/ 141994 w 145328"/>
              <a:gd name="csY15" fmla="*/ 393 h 131208"/>
              <a:gd name="csX16" fmla="*/ 139918 w 145328"/>
              <a:gd name="csY16" fmla="*/ 1 h 131208"/>
              <a:gd name="csX17" fmla="*/ 5308 w 145328"/>
              <a:gd name="csY17" fmla="*/ 87 h 131208"/>
              <a:gd name="csX18" fmla="*/ 0 w 145328"/>
              <a:gd name="csY18" fmla="*/ 5394 h 131208"/>
              <a:gd name="csX19" fmla="*/ 0 w 145328"/>
              <a:gd name="csY19" fmla="*/ 69186 h 131208"/>
              <a:gd name="csX20" fmla="*/ 19497 w 145328"/>
              <a:gd name="csY20" fmla="*/ 88680 h 131208"/>
              <a:gd name="csX21" fmla="*/ 24806 w 145328"/>
              <a:gd name="csY21" fmla="*/ 88680 h 131208"/>
              <a:gd name="csX22" fmla="*/ 24806 w 145328"/>
              <a:gd name="csY22" fmla="*/ 115252 h 131208"/>
              <a:gd name="csX23" fmla="*/ 40764 w 145328"/>
              <a:gd name="csY23" fmla="*/ 131208 h 131208"/>
              <a:gd name="csX24" fmla="*/ 86837 w 145328"/>
              <a:gd name="csY24" fmla="*/ 131208 h 131208"/>
              <a:gd name="csX25" fmla="*/ 102795 w 145328"/>
              <a:gd name="csY25" fmla="*/ 115252 h 131208"/>
              <a:gd name="csX26" fmla="*/ 102795 w 145328"/>
              <a:gd name="csY26" fmla="*/ 88680 h 131208"/>
              <a:gd name="csX27" fmla="*/ 108103 w 145328"/>
              <a:gd name="csY27" fmla="*/ 88680 h 131208"/>
              <a:gd name="csX28" fmla="*/ 127601 w 145328"/>
              <a:gd name="csY28" fmla="*/ 69186 h 131208"/>
              <a:gd name="csX29" fmla="*/ 127601 w 145328"/>
              <a:gd name="csY29" fmla="*/ 5394 h 131208"/>
              <a:gd name="csX30" fmla="*/ 122276 w 145328"/>
              <a:gd name="csY30" fmla="*/ 87 h 131208"/>
              <a:gd name="csX31" fmla="*/ 5308 w 145328"/>
              <a:gd name="csY31" fmla="*/ 87 h 131208"/>
              <a:gd name="csX32" fmla="*/ 35439 w 145328"/>
              <a:gd name="csY32" fmla="*/ 7163 h 131208"/>
              <a:gd name="csX33" fmla="*/ 42534 w 145328"/>
              <a:gd name="csY33" fmla="*/ 14257 h 131208"/>
              <a:gd name="csX34" fmla="*/ 35439 w 145328"/>
              <a:gd name="csY34" fmla="*/ 21350 h 131208"/>
              <a:gd name="csX35" fmla="*/ 28361 w 145328"/>
              <a:gd name="csY35" fmla="*/ 14257 h 131208"/>
              <a:gd name="csX36" fmla="*/ 35439 w 145328"/>
              <a:gd name="csY36" fmla="*/ 7163 h 131208"/>
              <a:gd name="csX37" fmla="*/ 63800 w 145328"/>
              <a:gd name="csY37" fmla="*/ 7163 h 131208"/>
              <a:gd name="csX38" fmla="*/ 70895 w 145328"/>
              <a:gd name="csY38" fmla="*/ 14257 h 131208"/>
              <a:gd name="csX39" fmla="*/ 63800 w 145328"/>
              <a:gd name="csY39" fmla="*/ 21350 h 131208"/>
              <a:gd name="csX40" fmla="*/ 56706 w 145328"/>
              <a:gd name="csY40" fmla="*/ 14257 h 131208"/>
              <a:gd name="csX41" fmla="*/ 63800 w 145328"/>
              <a:gd name="csY41" fmla="*/ 7163 h 131208"/>
              <a:gd name="csX42" fmla="*/ 92162 w 145328"/>
              <a:gd name="csY42" fmla="*/ 7163 h 131208"/>
              <a:gd name="csX43" fmla="*/ 99239 w 145328"/>
              <a:gd name="csY43" fmla="*/ 14257 h 131208"/>
              <a:gd name="csX44" fmla="*/ 92162 w 145328"/>
              <a:gd name="csY44" fmla="*/ 21350 h 131208"/>
              <a:gd name="csX45" fmla="*/ 85067 w 145328"/>
              <a:gd name="csY45" fmla="*/ 14257 h 131208"/>
              <a:gd name="csX46" fmla="*/ 92162 w 145328"/>
              <a:gd name="csY46" fmla="*/ 7163 h 131208"/>
              <a:gd name="csX47" fmla="*/ 35439 w 145328"/>
              <a:gd name="csY47" fmla="*/ 31982 h 131208"/>
              <a:gd name="csX48" fmla="*/ 42534 w 145328"/>
              <a:gd name="csY48" fmla="*/ 39059 h 131208"/>
              <a:gd name="csX49" fmla="*/ 35439 w 145328"/>
              <a:gd name="csY49" fmla="*/ 46153 h 131208"/>
              <a:gd name="csX50" fmla="*/ 28361 w 145328"/>
              <a:gd name="csY50" fmla="*/ 39059 h 131208"/>
              <a:gd name="csX51" fmla="*/ 35439 w 145328"/>
              <a:gd name="csY51" fmla="*/ 31982 h 131208"/>
              <a:gd name="csX52" fmla="*/ 63800 w 145328"/>
              <a:gd name="csY52" fmla="*/ 31982 h 131208"/>
              <a:gd name="csX53" fmla="*/ 70895 w 145328"/>
              <a:gd name="csY53" fmla="*/ 39059 h 131208"/>
              <a:gd name="csX54" fmla="*/ 63800 w 145328"/>
              <a:gd name="csY54" fmla="*/ 46153 h 131208"/>
              <a:gd name="csX55" fmla="*/ 56706 w 145328"/>
              <a:gd name="csY55" fmla="*/ 39059 h 131208"/>
              <a:gd name="csX56" fmla="*/ 63800 w 145328"/>
              <a:gd name="csY56" fmla="*/ 31982 h 131208"/>
              <a:gd name="csX57" fmla="*/ 92162 w 145328"/>
              <a:gd name="csY57" fmla="*/ 31982 h 131208"/>
              <a:gd name="csX58" fmla="*/ 99239 w 145328"/>
              <a:gd name="csY58" fmla="*/ 39059 h 131208"/>
              <a:gd name="csX59" fmla="*/ 92162 w 145328"/>
              <a:gd name="csY59" fmla="*/ 46153 h 131208"/>
              <a:gd name="csX60" fmla="*/ 85067 w 145328"/>
              <a:gd name="csY60" fmla="*/ 39059 h 131208"/>
              <a:gd name="csX61" fmla="*/ 92162 w 145328"/>
              <a:gd name="csY61" fmla="*/ 31982 h 131208"/>
              <a:gd name="csX62" fmla="*/ 35439 w 145328"/>
              <a:gd name="csY62" fmla="*/ 65647 h 131208"/>
              <a:gd name="csX63" fmla="*/ 67339 w 145328"/>
              <a:gd name="csY63" fmla="*/ 65647 h 131208"/>
              <a:gd name="csX64" fmla="*/ 67339 w 145328"/>
              <a:gd name="csY64" fmla="*/ 120576 h 131208"/>
              <a:gd name="csX65" fmla="*/ 40764 w 145328"/>
              <a:gd name="csY65" fmla="*/ 120576 h 131208"/>
              <a:gd name="csX66" fmla="*/ 35439 w 145328"/>
              <a:gd name="csY66" fmla="*/ 115252 h 131208"/>
              <a:gd name="csX67" fmla="*/ 35439 w 145328"/>
              <a:gd name="csY67" fmla="*/ 65647 h 131208"/>
              <a:gd name="csX68" fmla="*/ 81528 w 145328"/>
              <a:gd name="csY68" fmla="*/ 65647 h 131208"/>
              <a:gd name="csX69" fmla="*/ 92162 w 145328"/>
              <a:gd name="csY69" fmla="*/ 65647 h 131208"/>
              <a:gd name="csX70" fmla="*/ 92162 w 145328"/>
              <a:gd name="csY70" fmla="*/ 115252 h 131208"/>
              <a:gd name="csX71" fmla="*/ 86837 w 145328"/>
              <a:gd name="csY71" fmla="*/ 120576 h 131208"/>
              <a:gd name="csX72" fmla="*/ 81528 w 145328"/>
              <a:gd name="csY72" fmla="*/ 120576 h 131208"/>
              <a:gd name="csX73" fmla="*/ 81528 w 145328"/>
              <a:gd name="csY73" fmla="*/ 65647 h 131208"/>
            </a:gdLst>
            <a:ahLst/>
            <a:cxnLst/>
            <a:rect l="l" t="t" r="r" b="b"/>
            <a:pathLst>
              <a:path w="100000" h="100000">
                <a:moveTo>
                  <a:pt x="96277" y="4859"/>
                </a:moveTo>
                <a:cubicBezTo>
                  <a:pt x="95306" y="4870"/>
                  <a:pt x="94393" y="5269"/>
                  <a:pt x="93714" y="5971"/>
                </a:cubicBezTo>
                <a:cubicBezTo>
                  <a:pt x="93035" y="6661"/>
                  <a:pt x="92660" y="7598"/>
                  <a:pt x="92683" y="8570"/>
                </a:cubicBezTo>
                <a:lnTo>
                  <a:pt x="92683" y="54899"/>
                </a:lnTo>
                <a:cubicBezTo>
                  <a:pt x="92672" y="55391"/>
                  <a:pt x="92765" y="55871"/>
                  <a:pt x="92941" y="56315"/>
                </a:cubicBezTo>
                <a:cubicBezTo>
                  <a:pt x="93129" y="56772"/>
                  <a:pt x="93398" y="57182"/>
                  <a:pt x="93737" y="57521"/>
                </a:cubicBezTo>
                <a:cubicBezTo>
                  <a:pt x="94077" y="57873"/>
                  <a:pt x="94475" y="58142"/>
                  <a:pt x="94931" y="58329"/>
                </a:cubicBezTo>
                <a:cubicBezTo>
                  <a:pt x="95376" y="58516"/>
                  <a:pt x="95856" y="58609"/>
                  <a:pt x="96336" y="58609"/>
                </a:cubicBezTo>
                <a:cubicBezTo>
                  <a:pt x="96828" y="58609"/>
                  <a:pt x="97308" y="58516"/>
                  <a:pt x="97753" y="58329"/>
                </a:cubicBezTo>
                <a:cubicBezTo>
                  <a:pt x="98197" y="58142"/>
                  <a:pt x="98607" y="57873"/>
                  <a:pt x="98947" y="57521"/>
                </a:cubicBezTo>
                <a:cubicBezTo>
                  <a:pt x="99286" y="57182"/>
                  <a:pt x="99555" y="56772"/>
                  <a:pt x="99731" y="56315"/>
                </a:cubicBezTo>
                <a:cubicBezTo>
                  <a:pt x="99919" y="55871"/>
                  <a:pt x="100000" y="55391"/>
                  <a:pt x="100000" y="54899"/>
                </a:cubicBezTo>
                <a:lnTo>
                  <a:pt x="100000" y="8570"/>
                </a:lnTo>
                <a:cubicBezTo>
                  <a:pt x="100000" y="8078"/>
                  <a:pt x="99907" y="7598"/>
                  <a:pt x="99731" y="7142"/>
                </a:cubicBezTo>
                <a:cubicBezTo>
                  <a:pt x="99544" y="6685"/>
                  <a:pt x="99275" y="6275"/>
                  <a:pt x="98923" y="5924"/>
                </a:cubicBezTo>
                <a:cubicBezTo>
                  <a:pt x="98572" y="5585"/>
                  <a:pt x="98163" y="5316"/>
                  <a:pt x="97706" y="5128"/>
                </a:cubicBezTo>
                <a:cubicBezTo>
                  <a:pt x="97261" y="4941"/>
                  <a:pt x="96769" y="4847"/>
                  <a:pt x="96277" y="4859"/>
                </a:cubicBezTo>
                <a:close/>
                <a:moveTo>
                  <a:pt x="3652" y="4918"/>
                </a:moveTo>
                <a:cubicBezTo>
                  <a:pt x="1639" y="4918"/>
                  <a:pt x="0" y="6545"/>
                  <a:pt x="0" y="8570"/>
                </a:cubicBezTo>
                <a:lnTo>
                  <a:pt x="0" y="52465"/>
                </a:lnTo>
                <a:cubicBezTo>
                  <a:pt x="0" y="59863"/>
                  <a:pt x="6017" y="65879"/>
                  <a:pt x="13416" y="65879"/>
                </a:cubicBezTo>
                <a:lnTo>
                  <a:pt x="17069" y="65879"/>
                </a:lnTo>
                <a:lnTo>
                  <a:pt x="17069" y="84163"/>
                </a:lnTo>
                <a:cubicBezTo>
                  <a:pt x="17069" y="90179"/>
                  <a:pt x="22032" y="95142"/>
                  <a:pt x="28050" y="95142"/>
                </a:cubicBezTo>
                <a:lnTo>
                  <a:pt x="59752" y="95142"/>
                </a:lnTo>
                <a:cubicBezTo>
                  <a:pt x="65769" y="95142"/>
                  <a:pt x="70733" y="90179"/>
                  <a:pt x="70733" y="84163"/>
                </a:cubicBezTo>
                <a:lnTo>
                  <a:pt x="70733" y="65879"/>
                </a:lnTo>
                <a:lnTo>
                  <a:pt x="74386" y="65879"/>
                </a:lnTo>
                <a:cubicBezTo>
                  <a:pt x="81785" y="65879"/>
                  <a:pt x="87802" y="59863"/>
                  <a:pt x="87802" y="52465"/>
                </a:cubicBezTo>
                <a:lnTo>
                  <a:pt x="87802" y="8570"/>
                </a:lnTo>
                <a:cubicBezTo>
                  <a:pt x="87802" y="6545"/>
                  <a:pt x="86163" y="4918"/>
                  <a:pt x="84138" y="4918"/>
                </a:cubicBezTo>
                <a:lnTo>
                  <a:pt x="3652" y="4918"/>
                </a:lnTo>
                <a:close/>
                <a:moveTo>
                  <a:pt x="24386" y="9787"/>
                </a:moveTo>
                <a:cubicBezTo>
                  <a:pt x="27090" y="9787"/>
                  <a:pt x="29268" y="11976"/>
                  <a:pt x="29268" y="14668"/>
                </a:cubicBezTo>
                <a:cubicBezTo>
                  <a:pt x="29268" y="17360"/>
                  <a:pt x="27090" y="19549"/>
                  <a:pt x="24386" y="19549"/>
                </a:cubicBezTo>
                <a:cubicBezTo>
                  <a:pt x="21693" y="19549"/>
                  <a:pt x="19515" y="17360"/>
                  <a:pt x="19515" y="14668"/>
                </a:cubicBezTo>
                <a:cubicBezTo>
                  <a:pt x="19515" y="11976"/>
                  <a:pt x="21693" y="9787"/>
                  <a:pt x="24386" y="9787"/>
                </a:cubicBezTo>
                <a:close/>
                <a:moveTo>
                  <a:pt x="43901" y="9787"/>
                </a:moveTo>
                <a:cubicBezTo>
                  <a:pt x="46593" y="9787"/>
                  <a:pt x="48783" y="11976"/>
                  <a:pt x="48783" y="14668"/>
                </a:cubicBezTo>
                <a:cubicBezTo>
                  <a:pt x="48783" y="17360"/>
                  <a:pt x="46593" y="19549"/>
                  <a:pt x="43901" y="19549"/>
                </a:cubicBezTo>
                <a:cubicBezTo>
                  <a:pt x="41208" y="19549"/>
                  <a:pt x="39019" y="17360"/>
                  <a:pt x="39019" y="14668"/>
                </a:cubicBezTo>
                <a:cubicBezTo>
                  <a:pt x="39019" y="11976"/>
                  <a:pt x="41208" y="9787"/>
                  <a:pt x="43901" y="9787"/>
                </a:cubicBezTo>
                <a:close/>
                <a:moveTo>
                  <a:pt x="63417" y="9787"/>
                </a:moveTo>
                <a:cubicBezTo>
                  <a:pt x="66109" y="9787"/>
                  <a:pt x="68286" y="11976"/>
                  <a:pt x="68286" y="14668"/>
                </a:cubicBezTo>
                <a:cubicBezTo>
                  <a:pt x="68286" y="17360"/>
                  <a:pt x="66109" y="19549"/>
                  <a:pt x="63417" y="19549"/>
                </a:cubicBezTo>
                <a:cubicBezTo>
                  <a:pt x="60712" y="19549"/>
                  <a:pt x="58534" y="17360"/>
                  <a:pt x="58534" y="14668"/>
                </a:cubicBezTo>
                <a:cubicBezTo>
                  <a:pt x="58534" y="11976"/>
                  <a:pt x="60712" y="9787"/>
                  <a:pt x="63417" y="9787"/>
                </a:cubicBezTo>
                <a:close/>
                <a:moveTo>
                  <a:pt x="24386" y="26865"/>
                </a:moveTo>
                <a:cubicBezTo>
                  <a:pt x="27090" y="26865"/>
                  <a:pt x="29268" y="29042"/>
                  <a:pt x="29268" y="31734"/>
                </a:cubicBezTo>
                <a:cubicBezTo>
                  <a:pt x="29268" y="34426"/>
                  <a:pt x="27090" y="36616"/>
                  <a:pt x="24386" y="36616"/>
                </a:cubicBezTo>
                <a:cubicBezTo>
                  <a:pt x="21693" y="36616"/>
                  <a:pt x="19515" y="34426"/>
                  <a:pt x="19515" y="31734"/>
                </a:cubicBezTo>
                <a:cubicBezTo>
                  <a:pt x="19515" y="29042"/>
                  <a:pt x="21693" y="26865"/>
                  <a:pt x="24386" y="26865"/>
                </a:cubicBezTo>
                <a:close/>
                <a:moveTo>
                  <a:pt x="43901" y="26865"/>
                </a:moveTo>
                <a:cubicBezTo>
                  <a:pt x="46593" y="26865"/>
                  <a:pt x="48783" y="29042"/>
                  <a:pt x="48783" y="31734"/>
                </a:cubicBezTo>
                <a:cubicBezTo>
                  <a:pt x="48783" y="34426"/>
                  <a:pt x="46593" y="36616"/>
                  <a:pt x="43901" y="36616"/>
                </a:cubicBezTo>
                <a:cubicBezTo>
                  <a:pt x="41208" y="36616"/>
                  <a:pt x="39019" y="34426"/>
                  <a:pt x="39019" y="31734"/>
                </a:cubicBezTo>
                <a:cubicBezTo>
                  <a:pt x="39019" y="29042"/>
                  <a:pt x="41208" y="26865"/>
                  <a:pt x="43901" y="26865"/>
                </a:cubicBezTo>
                <a:close/>
                <a:moveTo>
                  <a:pt x="63417" y="26865"/>
                </a:moveTo>
                <a:cubicBezTo>
                  <a:pt x="66109" y="26865"/>
                  <a:pt x="68286" y="29042"/>
                  <a:pt x="68286" y="31734"/>
                </a:cubicBezTo>
                <a:cubicBezTo>
                  <a:pt x="68286" y="34426"/>
                  <a:pt x="66109" y="36616"/>
                  <a:pt x="63417" y="36616"/>
                </a:cubicBezTo>
                <a:cubicBezTo>
                  <a:pt x="60712" y="36616"/>
                  <a:pt x="58534" y="34426"/>
                  <a:pt x="58534" y="31734"/>
                </a:cubicBezTo>
                <a:cubicBezTo>
                  <a:pt x="58534" y="29042"/>
                  <a:pt x="60712" y="26865"/>
                  <a:pt x="63417" y="26865"/>
                </a:cubicBezTo>
                <a:close/>
                <a:moveTo>
                  <a:pt x="24386" y="50030"/>
                </a:moveTo>
                <a:lnTo>
                  <a:pt x="46336" y="50030"/>
                </a:lnTo>
                <a:lnTo>
                  <a:pt x="46336" y="87826"/>
                </a:lnTo>
                <a:lnTo>
                  <a:pt x="28050" y="87826"/>
                </a:lnTo>
                <a:cubicBezTo>
                  <a:pt x="25978" y="87826"/>
                  <a:pt x="24386" y="86235"/>
                  <a:pt x="24386" y="84163"/>
                </a:cubicBezTo>
                <a:lnTo>
                  <a:pt x="24386" y="50030"/>
                </a:lnTo>
                <a:close/>
                <a:moveTo>
                  <a:pt x="56099" y="50030"/>
                </a:moveTo>
                <a:lnTo>
                  <a:pt x="63417" y="50030"/>
                </a:lnTo>
                <a:lnTo>
                  <a:pt x="63417" y="84163"/>
                </a:lnTo>
                <a:cubicBezTo>
                  <a:pt x="63417" y="86235"/>
                  <a:pt x="61824" y="87826"/>
                  <a:pt x="59752" y="87826"/>
                </a:cubicBezTo>
                <a:lnTo>
                  <a:pt x="56099" y="87826"/>
                </a:lnTo>
                <a:lnTo>
                  <a:pt x="56099" y="5003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2" name="Белый — SVG 24">
            <a:extLst>
              <a:ext uri="{FF2B5EF4-FFF2-40B4-BE49-F238E27FC236}">
                <a16:creationId xmlns:a16="http://schemas.microsoft.com/office/drawing/2014/main" id="{ECD41376-340D-DE4F-97F9-F9C7207730B9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54940 w 141777"/>
              <a:gd name="csY5" fmla="*/ 35434 h 141753"/>
              <a:gd name="csX6" fmla="*/ 81523 w 141777"/>
              <a:gd name="csY6" fmla="*/ 35434 h 141753"/>
              <a:gd name="csX7" fmla="*/ 102790 w 141777"/>
              <a:gd name="csY7" fmla="*/ 56698 h 141753"/>
              <a:gd name="csX8" fmla="*/ 81523 w 141777"/>
              <a:gd name="csY8" fmla="*/ 77962 h 141753"/>
              <a:gd name="csX9" fmla="*/ 60256 w 141777"/>
              <a:gd name="csY9" fmla="*/ 77962 h 141753"/>
              <a:gd name="csX10" fmla="*/ 60256 w 141777"/>
              <a:gd name="csY10" fmla="*/ 85056 h 141753"/>
              <a:gd name="csX11" fmla="*/ 83294 w 141777"/>
              <a:gd name="csY11" fmla="*/ 85056 h 141753"/>
              <a:gd name="csX12" fmla="*/ 88611 w 141777"/>
              <a:gd name="csY12" fmla="*/ 90363 h 141753"/>
              <a:gd name="csX13" fmla="*/ 83294 w 141777"/>
              <a:gd name="csY13" fmla="*/ 95687 h 141753"/>
              <a:gd name="csX14" fmla="*/ 60256 w 141777"/>
              <a:gd name="csY14" fmla="*/ 95687 h 141753"/>
              <a:gd name="csX15" fmla="*/ 60256 w 141777"/>
              <a:gd name="csY15" fmla="*/ 104550 h 141753"/>
              <a:gd name="csX16" fmla="*/ 54940 w 141777"/>
              <a:gd name="csY16" fmla="*/ 109858 h 141753"/>
              <a:gd name="csX17" fmla="*/ 49623 w 141777"/>
              <a:gd name="csY17" fmla="*/ 104550 h 141753"/>
              <a:gd name="csX18" fmla="*/ 49623 w 141777"/>
              <a:gd name="csY18" fmla="*/ 95687 h 141753"/>
              <a:gd name="csX19" fmla="*/ 44306 w 141777"/>
              <a:gd name="csY19" fmla="*/ 95687 h 141753"/>
              <a:gd name="csX20" fmla="*/ 38990 w 141777"/>
              <a:gd name="csY20" fmla="*/ 90363 h 141753"/>
              <a:gd name="csX21" fmla="*/ 44306 w 141777"/>
              <a:gd name="csY21" fmla="*/ 85056 h 141753"/>
              <a:gd name="csX22" fmla="*/ 49623 w 141777"/>
              <a:gd name="csY22" fmla="*/ 85056 h 141753"/>
              <a:gd name="csX23" fmla="*/ 49623 w 141777"/>
              <a:gd name="csY23" fmla="*/ 77962 h 141753"/>
              <a:gd name="csX24" fmla="*/ 44306 w 141777"/>
              <a:gd name="csY24" fmla="*/ 77962 h 141753"/>
              <a:gd name="csX25" fmla="*/ 38990 w 141777"/>
              <a:gd name="csY25" fmla="*/ 72654 h 141753"/>
              <a:gd name="csX26" fmla="*/ 44306 w 141777"/>
              <a:gd name="csY26" fmla="*/ 67330 h 141753"/>
              <a:gd name="csX27" fmla="*/ 49623 w 141777"/>
              <a:gd name="csY27" fmla="*/ 67330 h 141753"/>
              <a:gd name="csX28" fmla="*/ 49623 w 141777"/>
              <a:gd name="csY28" fmla="*/ 40759 h 141753"/>
              <a:gd name="csX29" fmla="*/ 54940 w 141777"/>
              <a:gd name="csY29" fmla="*/ 35434 h 141753"/>
              <a:gd name="csX30" fmla="*/ 60256 w 141777"/>
              <a:gd name="csY30" fmla="*/ 46066 h 141753"/>
              <a:gd name="csX31" fmla="*/ 60256 w 141777"/>
              <a:gd name="csY31" fmla="*/ 67330 h 141753"/>
              <a:gd name="csX32" fmla="*/ 81523 w 141777"/>
              <a:gd name="csY32" fmla="*/ 67330 h 141753"/>
              <a:gd name="csX33" fmla="*/ 92157 w 141777"/>
              <a:gd name="csY33" fmla="*/ 56698 h 141753"/>
              <a:gd name="csX34" fmla="*/ 81523 w 141777"/>
              <a:gd name="csY34" fmla="*/ 46066 h 141753"/>
              <a:gd name="csX35" fmla="*/ 60256 w 141777"/>
              <a:gd name="csY35" fmla="*/ 4606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38751" y="25001"/>
                </a:moveTo>
                <a:lnTo>
                  <a:pt x="57501" y="25001"/>
                </a:lnTo>
                <a:cubicBezTo>
                  <a:pt x="65772" y="25001"/>
                  <a:pt x="72501" y="31732"/>
                  <a:pt x="72501" y="39999"/>
                </a:cubicBezTo>
                <a:cubicBezTo>
                  <a:pt x="72501" y="48279"/>
                  <a:pt x="65772" y="54998"/>
                  <a:pt x="57501" y="54998"/>
                </a:cubicBezTo>
                <a:lnTo>
                  <a:pt x="42501" y="54998"/>
                </a:lnTo>
                <a:lnTo>
                  <a:pt x="42501" y="60001"/>
                </a:lnTo>
                <a:lnTo>
                  <a:pt x="58750" y="60001"/>
                </a:lnTo>
                <a:cubicBezTo>
                  <a:pt x="60822" y="60001"/>
                  <a:pt x="62500" y="61681"/>
                  <a:pt x="62500" y="63744"/>
                </a:cubicBezTo>
                <a:cubicBezTo>
                  <a:pt x="62500" y="65820"/>
                  <a:pt x="60822" y="67500"/>
                  <a:pt x="58750" y="67500"/>
                </a:cubicBezTo>
                <a:lnTo>
                  <a:pt x="42501" y="67500"/>
                </a:lnTo>
                <a:lnTo>
                  <a:pt x="42501" y="73751"/>
                </a:lnTo>
                <a:cubicBezTo>
                  <a:pt x="42501" y="75827"/>
                  <a:pt x="40823" y="77495"/>
                  <a:pt x="38751" y="77495"/>
                </a:cubicBezTo>
                <a:cubicBezTo>
                  <a:pt x="36678" y="77495"/>
                  <a:pt x="35001" y="75827"/>
                  <a:pt x="35001" y="73751"/>
                </a:cubicBezTo>
                <a:lnTo>
                  <a:pt x="35001" y="67500"/>
                </a:lnTo>
                <a:lnTo>
                  <a:pt x="31250" y="67500"/>
                </a:lnTo>
                <a:cubicBezTo>
                  <a:pt x="29178" y="67500"/>
                  <a:pt x="27501" y="65820"/>
                  <a:pt x="27501" y="63744"/>
                </a:cubicBezTo>
                <a:cubicBezTo>
                  <a:pt x="27501" y="61681"/>
                  <a:pt x="29178" y="60001"/>
                  <a:pt x="31250" y="60001"/>
                </a:cubicBezTo>
                <a:lnTo>
                  <a:pt x="35001" y="60001"/>
                </a:lnTo>
                <a:lnTo>
                  <a:pt x="35001" y="54998"/>
                </a:lnTo>
                <a:lnTo>
                  <a:pt x="31250" y="54998"/>
                </a:lnTo>
                <a:cubicBezTo>
                  <a:pt x="29178" y="54998"/>
                  <a:pt x="27501" y="53330"/>
                  <a:pt x="27501" y="51254"/>
                </a:cubicBezTo>
                <a:cubicBezTo>
                  <a:pt x="27501" y="49178"/>
                  <a:pt x="29178" y="47499"/>
                  <a:pt x="31250" y="47499"/>
                </a:cubicBezTo>
                <a:lnTo>
                  <a:pt x="35001" y="47499"/>
                </a:lnTo>
                <a:lnTo>
                  <a:pt x="35001" y="28757"/>
                </a:lnTo>
                <a:cubicBezTo>
                  <a:pt x="35001" y="26681"/>
                  <a:pt x="36678" y="25001"/>
                  <a:pt x="38751" y="25001"/>
                </a:cubicBezTo>
                <a:close/>
                <a:moveTo>
                  <a:pt x="42501" y="32500"/>
                </a:moveTo>
                <a:lnTo>
                  <a:pt x="42501" y="47499"/>
                </a:lnTo>
                <a:lnTo>
                  <a:pt x="57501" y="47499"/>
                </a:lnTo>
                <a:cubicBezTo>
                  <a:pt x="61635" y="47499"/>
                  <a:pt x="65001" y="44139"/>
                  <a:pt x="65001" y="39999"/>
                </a:cubicBezTo>
                <a:cubicBezTo>
                  <a:pt x="65001" y="35872"/>
                  <a:pt x="61635" y="32500"/>
                  <a:pt x="57501" y="32500"/>
                </a:cubicBezTo>
                <a:lnTo>
                  <a:pt x="42501" y="3250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3" name="Белый — SVG 25">
            <a:extLst>
              <a:ext uri="{FF2B5EF4-FFF2-40B4-BE49-F238E27FC236}">
                <a16:creationId xmlns:a16="http://schemas.microsoft.com/office/drawing/2014/main" id="{BE0AD17B-6A81-E24E-BE42-83476E976A54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19497 w 141772"/>
              <a:gd name="csY0" fmla="*/ 0 h 120489"/>
              <a:gd name="csX1" fmla="*/ 0 w 141772"/>
              <a:gd name="csY1" fmla="*/ 19495 h 120489"/>
              <a:gd name="csX2" fmla="*/ 0 w 141772"/>
              <a:gd name="csY2" fmla="*/ 93918 h 120489"/>
              <a:gd name="csX3" fmla="*/ 17728 w 141772"/>
              <a:gd name="csY3" fmla="*/ 113311 h 120489"/>
              <a:gd name="csX4" fmla="*/ 18238 w 141772"/>
              <a:gd name="csY4" fmla="*/ 116050 h 120489"/>
              <a:gd name="csX5" fmla="*/ 19770 w 141772"/>
              <a:gd name="csY5" fmla="*/ 118380 h 120489"/>
              <a:gd name="csX6" fmla="*/ 22083 w 141772"/>
              <a:gd name="csY6" fmla="*/ 119945 h 120489"/>
              <a:gd name="csX7" fmla="*/ 24806 w 141772"/>
              <a:gd name="csY7" fmla="*/ 120490 h 120489"/>
              <a:gd name="csX8" fmla="*/ 29825 w 141772"/>
              <a:gd name="csY8" fmla="*/ 118414 h 120489"/>
              <a:gd name="csX9" fmla="*/ 31900 w 141772"/>
              <a:gd name="csY9" fmla="*/ 113413 h 120489"/>
              <a:gd name="csX10" fmla="*/ 109890 w 141772"/>
              <a:gd name="csY10" fmla="*/ 113413 h 120489"/>
              <a:gd name="csX11" fmla="*/ 111965 w 141772"/>
              <a:gd name="csY11" fmla="*/ 118414 h 120489"/>
              <a:gd name="csX12" fmla="*/ 116967 w 141772"/>
              <a:gd name="csY12" fmla="*/ 120490 h 120489"/>
              <a:gd name="csX13" fmla="*/ 119707 w 141772"/>
              <a:gd name="csY13" fmla="*/ 119945 h 120489"/>
              <a:gd name="csX14" fmla="*/ 122020 w 141772"/>
              <a:gd name="csY14" fmla="*/ 118380 h 120489"/>
              <a:gd name="csX15" fmla="*/ 123535 w 141772"/>
              <a:gd name="csY15" fmla="*/ 116050 h 120489"/>
              <a:gd name="csX16" fmla="*/ 124062 w 141772"/>
              <a:gd name="csY16" fmla="*/ 113311 h 120489"/>
              <a:gd name="csX17" fmla="*/ 141773 w 141772"/>
              <a:gd name="csY17" fmla="*/ 93918 h 120489"/>
              <a:gd name="csX18" fmla="*/ 141773 w 141772"/>
              <a:gd name="csY18" fmla="*/ 19495 h 120489"/>
              <a:gd name="csX19" fmla="*/ 122276 w 141772"/>
              <a:gd name="csY19" fmla="*/ 0 h 120489"/>
              <a:gd name="csX20" fmla="*/ 19497 w 141772"/>
              <a:gd name="csY20" fmla="*/ 0 h 120489"/>
              <a:gd name="csX21" fmla="*/ 88606 w 141772"/>
              <a:gd name="csY21" fmla="*/ 24802 h 120489"/>
              <a:gd name="csX22" fmla="*/ 120506 w 141772"/>
              <a:gd name="csY22" fmla="*/ 56698 h 120489"/>
              <a:gd name="csX23" fmla="*/ 88606 w 141772"/>
              <a:gd name="csY23" fmla="*/ 88594 h 120489"/>
              <a:gd name="csX24" fmla="*/ 56706 w 141772"/>
              <a:gd name="csY24" fmla="*/ 56698 h 120489"/>
              <a:gd name="csX25" fmla="*/ 88606 w 141772"/>
              <a:gd name="csY25" fmla="*/ 24802 h 120489"/>
              <a:gd name="csX26" fmla="*/ 88606 w 141772"/>
              <a:gd name="csY26" fmla="*/ 35434 h 120489"/>
              <a:gd name="csX27" fmla="*/ 73566 w 141772"/>
              <a:gd name="csY27" fmla="*/ 41660 h 120489"/>
              <a:gd name="csX28" fmla="*/ 67339 w 141772"/>
              <a:gd name="csY28" fmla="*/ 56698 h 120489"/>
              <a:gd name="csX29" fmla="*/ 73566 w 141772"/>
              <a:gd name="csY29" fmla="*/ 71736 h 120489"/>
              <a:gd name="csX30" fmla="*/ 88606 w 141772"/>
              <a:gd name="csY30" fmla="*/ 77962 h 120489"/>
              <a:gd name="csX31" fmla="*/ 103646 w 141772"/>
              <a:gd name="csY31" fmla="*/ 71736 h 120489"/>
              <a:gd name="csX32" fmla="*/ 109873 w 141772"/>
              <a:gd name="csY32" fmla="*/ 56698 h 120489"/>
              <a:gd name="csX33" fmla="*/ 103646 w 141772"/>
              <a:gd name="csY33" fmla="*/ 41660 h 120489"/>
              <a:gd name="csX34" fmla="*/ 88606 w 141772"/>
              <a:gd name="csY34" fmla="*/ 35434 h 120489"/>
              <a:gd name="csX35" fmla="*/ 26575 w 141772"/>
              <a:gd name="csY35" fmla="*/ 38990 h 120489"/>
              <a:gd name="csX36" fmla="*/ 31900 w 141772"/>
              <a:gd name="csY36" fmla="*/ 44297 h 120489"/>
              <a:gd name="csX37" fmla="*/ 31900 w 141772"/>
              <a:gd name="csY37" fmla="*/ 69099 h 120489"/>
              <a:gd name="csX38" fmla="*/ 26575 w 141772"/>
              <a:gd name="csY38" fmla="*/ 74424 h 120489"/>
              <a:gd name="csX39" fmla="*/ 21267 w 141772"/>
              <a:gd name="csY39" fmla="*/ 69099 h 120489"/>
              <a:gd name="csX40" fmla="*/ 21267 w 141772"/>
              <a:gd name="csY40" fmla="*/ 44297 h 120489"/>
              <a:gd name="csX41" fmla="*/ 26575 w 141772"/>
              <a:gd name="csY41" fmla="*/ 38990 h 120489"/>
            </a:gdLst>
            <a:ahLst/>
            <a:cxnLst/>
            <a:rect l="l" t="t" r="r" b="b"/>
            <a:pathLst>
              <a:path w="100000" h="100000">
                <a:moveTo>
                  <a:pt x="13752" y="7506"/>
                </a:moveTo>
                <a:cubicBezTo>
                  <a:pt x="6168" y="7506"/>
                  <a:pt x="0" y="13674"/>
                  <a:pt x="0" y="21257"/>
                </a:cubicBezTo>
                <a:lnTo>
                  <a:pt x="0" y="73752"/>
                </a:lnTo>
                <a:cubicBezTo>
                  <a:pt x="0" y="80915"/>
                  <a:pt x="5508" y="86807"/>
                  <a:pt x="12505" y="87431"/>
                </a:cubicBezTo>
                <a:cubicBezTo>
                  <a:pt x="12493" y="88103"/>
                  <a:pt x="12624" y="88751"/>
                  <a:pt x="12864" y="89363"/>
                </a:cubicBezTo>
                <a:cubicBezTo>
                  <a:pt x="13117" y="89974"/>
                  <a:pt x="13477" y="90539"/>
                  <a:pt x="13945" y="91006"/>
                </a:cubicBezTo>
                <a:cubicBezTo>
                  <a:pt x="14413" y="91487"/>
                  <a:pt x="14965" y="91858"/>
                  <a:pt x="15576" y="92110"/>
                </a:cubicBezTo>
                <a:cubicBezTo>
                  <a:pt x="16189" y="92362"/>
                  <a:pt x="16837" y="92495"/>
                  <a:pt x="17497" y="92495"/>
                </a:cubicBezTo>
                <a:cubicBezTo>
                  <a:pt x="18829" y="92495"/>
                  <a:pt x="20101" y="91966"/>
                  <a:pt x="21037" y="91030"/>
                </a:cubicBezTo>
                <a:cubicBezTo>
                  <a:pt x="21973" y="90094"/>
                  <a:pt x="22501" y="88823"/>
                  <a:pt x="22501" y="87503"/>
                </a:cubicBezTo>
                <a:lnTo>
                  <a:pt x="77512" y="87503"/>
                </a:lnTo>
                <a:cubicBezTo>
                  <a:pt x="77512" y="88823"/>
                  <a:pt x="78039" y="90094"/>
                  <a:pt x="78975" y="91030"/>
                </a:cubicBezTo>
                <a:cubicBezTo>
                  <a:pt x="79911" y="91966"/>
                  <a:pt x="81184" y="92495"/>
                  <a:pt x="82504" y="92495"/>
                </a:cubicBezTo>
                <a:cubicBezTo>
                  <a:pt x="83164" y="92495"/>
                  <a:pt x="83824" y="92362"/>
                  <a:pt x="84436" y="92110"/>
                </a:cubicBezTo>
                <a:cubicBezTo>
                  <a:pt x="85048" y="91858"/>
                  <a:pt x="85600" y="91487"/>
                  <a:pt x="86068" y="91006"/>
                </a:cubicBezTo>
                <a:cubicBezTo>
                  <a:pt x="86524" y="90539"/>
                  <a:pt x="86896" y="89986"/>
                  <a:pt x="87136" y="89363"/>
                </a:cubicBezTo>
                <a:cubicBezTo>
                  <a:pt x="87388" y="88751"/>
                  <a:pt x="87508" y="88103"/>
                  <a:pt x="87508" y="87431"/>
                </a:cubicBezTo>
                <a:cubicBezTo>
                  <a:pt x="94505" y="86807"/>
                  <a:pt x="100001" y="80915"/>
                  <a:pt x="100001" y="73752"/>
                </a:cubicBezTo>
                <a:lnTo>
                  <a:pt x="100001" y="21257"/>
                </a:lnTo>
                <a:cubicBezTo>
                  <a:pt x="100001" y="13674"/>
                  <a:pt x="93832" y="7506"/>
                  <a:pt x="86248" y="7506"/>
                </a:cubicBezTo>
                <a:lnTo>
                  <a:pt x="13752" y="7506"/>
                </a:lnTo>
                <a:close/>
                <a:moveTo>
                  <a:pt x="62499" y="25000"/>
                </a:moveTo>
                <a:cubicBezTo>
                  <a:pt x="74908" y="25000"/>
                  <a:pt x="85000" y="35104"/>
                  <a:pt x="85000" y="47498"/>
                </a:cubicBezTo>
                <a:cubicBezTo>
                  <a:pt x="85000" y="59906"/>
                  <a:pt x="74908" y="69997"/>
                  <a:pt x="62499" y="69997"/>
                </a:cubicBezTo>
                <a:cubicBezTo>
                  <a:pt x="50102" y="69997"/>
                  <a:pt x="39998" y="59906"/>
                  <a:pt x="39998" y="47498"/>
                </a:cubicBezTo>
                <a:cubicBezTo>
                  <a:pt x="39998" y="35104"/>
                  <a:pt x="50102" y="25000"/>
                  <a:pt x="62499" y="25000"/>
                </a:cubicBezTo>
                <a:close/>
                <a:moveTo>
                  <a:pt x="62499" y="32500"/>
                </a:moveTo>
                <a:cubicBezTo>
                  <a:pt x="58526" y="32500"/>
                  <a:pt x="54710" y="34084"/>
                  <a:pt x="51890" y="36891"/>
                </a:cubicBezTo>
                <a:cubicBezTo>
                  <a:pt x="49082" y="39711"/>
                  <a:pt x="47498" y="43527"/>
                  <a:pt x="47498" y="47498"/>
                </a:cubicBezTo>
                <a:cubicBezTo>
                  <a:pt x="47498" y="51482"/>
                  <a:pt x="49082" y="55298"/>
                  <a:pt x="51890" y="58106"/>
                </a:cubicBezTo>
                <a:cubicBezTo>
                  <a:pt x="54710" y="60925"/>
                  <a:pt x="58526" y="62497"/>
                  <a:pt x="62499" y="62497"/>
                </a:cubicBezTo>
                <a:cubicBezTo>
                  <a:pt x="66483" y="62497"/>
                  <a:pt x="70299" y="60925"/>
                  <a:pt x="73108" y="58106"/>
                </a:cubicBezTo>
                <a:cubicBezTo>
                  <a:pt x="75928" y="55298"/>
                  <a:pt x="77500" y="51482"/>
                  <a:pt x="77500" y="47498"/>
                </a:cubicBezTo>
                <a:cubicBezTo>
                  <a:pt x="77500" y="43527"/>
                  <a:pt x="75928" y="39711"/>
                  <a:pt x="73108" y="36891"/>
                </a:cubicBezTo>
                <a:cubicBezTo>
                  <a:pt x="70299" y="34084"/>
                  <a:pt x="66483" y="32500"/>
                  <a:pt x="62499" y="32500"/>
                </a:cubicBezTo>
                <a:close/>
                <a:moveTo>
                  <a:pt x="18745" y="35008"/>
                </a:moveTo>
                <a:cubicBezTo>
                  <a:pt x="20821" y="35008"/>
                  <a:pt x="22501" y="36675"/>
                  <a:pt x="22501" y="38751"/>
                </a:cubicBezTo>
                <a:lnTo>
                  <a:pt x="22501" y="56246"/>
                </a:lnTo>
                <a:cubicBezTo>
                  <a:pt x="22501" y="58321"/>
                  <a:pt x="20821" y="60002"/>
                  <a:pt x="18745" y="60002"/>
                </a:cubicBezTo>
                <a:cubicBezTo>
                  <a:pt x="16680" y="60002"/>
                  <a:pt x="15001" y="58321"/>
                  <a:pt x="15001" y="56246"/>
                </a:cubicBezTo>
                <a:lnTo>
                  <a:pt x="15001" y="38751"/>
                </a:lnTo>
                <a:cubicBezTo>
                  <a:pt x="15001" y="36675"/>
                  <a:pt x="16680" y="35008"/>
                  <a:pt x="18745" y="3500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4" name="Белый — SVG 26">
            <a:extLst>
              <a:ext uri="{FF2B5EF4-FFF2-40B4-BE49-F238E27FC236}">
                <a16:creationId xmlns:a16="http://schemas.microsoft.com/office/drawing/2014/main" id="{E5765B54-1F54-1A4D-ACD7-95B0EC46F17A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67526 w 134695"/>
              <a:gd name="csY0" fmla="*/ 2 h 159480"/>
              <a:gd name="csX1" fmla="*/ 63800 w 134695"/>
              <a:gd name="csY1" fmla="*/ 1363 h 159480"/>
              <a:gd name="csX2" fmla="*/ 5308 w 134695"/>
              <a:gd name="csY2" fmla="*/ 24804 h 159480"/>
              <a:gd name="csX3" fmla="*/ 1565 w 134695"/>
              <a:gd name="csY3" fmla="*/ 26369 h 159480"/>
              <a:gd name="csX4" fmla="*/ 0 w 134695"/>
              <a:gd name="csY4" fmla="*/ 30128 h 159480"/>
              <a:gd name="csX5" fmla="*/ 0 w 134695"/>
              <a:gd name="csY5" fmla="*/ 73575 h 159480"/>
              <a:gd name="csX6" fmla="*/ 65281 w 134695"/>
              <a:gd name="csY6" fmla="*/ 159073 h 159480"/>
              <a:gd name="csX7" fmla="*/ 67339 w 134695"/>
              <a:gd name="csY7" fmla="*/ 159481 h 159480"/>
              <a:gd name="csX8" fmla="*/ 69415 w 134695"/>
              <a:gd name="csY8" fmla="*/ 159073 h 159480"/>
              <a:gd name="csX9" fmla="*/ 134695 w 134695"/>
              <a:gd name="csY9" fmla="*/ 73575 h 159480"/>
              <a:gd name="csX10" fmla="*/ 134695 w 134695"/>
              <a:gd name="csY10" fmla="*/ 30128 h 159480"/>
              <a:gd name="csX11" fmla="*/ 133130 w 134695"/>
              <a:gd name="csY11" fmla="*/ 26369 h 159480"/>
              <a:gd name="csX12" fmla="*/ 129370 w 134695"/>
              <a:gd name="csY12" fmla="*/ 24804 h 159480"/>
              <a:gd name="csX13" fmla="*/ 70895 w 134695"/>
              <a:gd name="csY13" fmla="*/ 1363 h 159480"/>
              <a:gd name="csX14" fmla="*/ 67526 w 134695"/>
              <a:gd name="csY14" fmla="*/ 2 h 159480"/>
              <a:gd name="csX15" fmla="*/ 67339 w 134695"/>
              <a:gd name="csY15" fmla="*/ 31898 h 159480"/>
              <a:gd name="csX16" fmla="*/ 72664 w 134695"/>
              <a:gd name="csY16" fmla="*/ 37222 h 159480"/>
              <a:gd name="csX17" fmla="*/ 72664 w 134695"/>
              <a:gd name="csY17" fmla="*/ 42564 h 159480"/>
              <a:gd name="csX18" fmla="*/ 88470 w 134695"/>
              <a:gd name="csY18" fmla="*/ 56325 h 159480"/>
              <a:gd name="csX19" fmla="*/ 84676 w 134695"/>
              <a:gd name="csY19" fmla="*/ 62807 h 159480"/>
              <a:gd name="csX20" fmla="*/ 78194 w 134695"/>
              <a:gd name="csY20" fmla="*/ 59013 h 159480"/>
              <a:gd name="csX21" fmla="*/ 70759 w 134695"/>
              <a:gd name="csY21" fmla="*/ 53059 h 159480"/>
              <a:gd name="csX22" fmla="*/ 65042 w 134695"/>
              <a:gd name="csY22" fmla="*/ 53059 h 159480"/>
              <a:gd name="csX23" fmla="*/ 56536 w 134695"/>
              <a:gd name="csY23" fmla="*/ 62024 h 159480"/>
              <a:gd name="csX24" fmla="*/ 65042 w 134695"/>
              <a:gd name="csY24" fmla="*/ 70989 h 159480"/>
              <a:gd name="csX25" fmla="*/ 71559 w 134695"/>
              <a:gd name="csY25" fmla="*/ 70989 h 159480"/>
              <a:gd name="csX26" fmla="*/ 92332 w 134695"/>
              <a:gd name="csY26" fmla="*/ 92253 h 159480"/>
              <a:gd name="csX27" fmla="*/ 72664 w 134695"/>
              <a:gd name="csY27" fmla="*/ 113483 h 159480"/>
              <a:gd name="csX28" fmla="*/ 72664 w 134695"/>
              <a:gd name="csY28" fmla="*/ 118722 h 159480"/>
              <a:gd name="csX29" fmla="*/ 67339 w 134695"/>
              <a:gd name="csY29" fmla="*/ 124047 h 159480"/>
              <a:gd name="csX30" fmla="*/ 62031 w 134695"/>
              <a:gd name="csY30" fmla="*/ 118722 h 159480"/>
              <a:gd name="csX31" fmla="*/ 62031 w 134695"/>
              <a:gd name="csY31" fmla="*/ 113347 h 159480"/>
              <a:gd name="csX32" fmla="*/ 46464 w 134695"/>
              <a:gd name="csY32" fmla="*/ 99483 h 159480"/>
              <a:gd name="csX33" fmla="*/ 50326 w 134695"/>
              <a:gd name="csY33" fmla="*/ 93001 h 159480"/>
              <a:gd name="csX34" fmla="*/ 56774 w 134695"/>
              <a:gd name="csY34" fmla="*/ 96863 h 159480"/>
              <a:gd name="csX35" fmla="*/ 64226 w 134695"/>
              <a:gd name="csY35" fmla="*/ 102885 h 159480"/>
              <a:gd name="csX36" fmla="*/ 71559 w 134695"/>
              <a:gd name="csY36" fmla="*/ 102885 h 159480"/>
              <a:gd name="csX37" fmla="*/ 81698 w 134695"/>
              <a:gd name="csY37" fmla="*/ 92253 h 159480"/>
              <a:gd name="csX38" fmla="*/ 71559 w 134695"/>
              <a:gd name="csY38" fmla="*/ 81621 h 159480"/>
              <a:gd name="csX39" fmla="*/ 65042 w 134695"/>
              <a:gd name="csY39" fmla="*/ 81621 h 159480"/>
              <a:gd name="csX40" fmla="*/ 45902 w 134695"/>
              <a:gd name="csY40" fmla="*/ 62024 h 159480"/>
              <a:gd name="csX41" fmla="*/ 62031 w 134695"/>
              <a:gd name="csY41" fmla="*/ 42665 h 159480"/>
              <a:gd name="csX42" fmla="*/ 62031 w 134695"/>
              <a:gd name="csY42" fmla="*/ 37222 h 159480"/>
              <a:gd name="csX43" fmla="*/ 67339 w 134695"/>
              <a:gd name="csY43" fmla="*/ 31898 h 159480"/>
            </a:gdLst>
            <a:ahLst/>
            <a:cxnLst/>
            <a:rect l="l" t="t" r="r" b="b"/>
            <a:pathLst>
              <a:path w="100000" h="100000">
                <a:moveTo>
                  <a:pt x="50112" y="1"/>
                </a:moveTo>
                <a:cubicBezTo>
                  <a:pt x="49248" y="-20"/>
                  <a:pt x="48405" y="278"/>
                  <a:pt x="47776" y="855"/>
                </a:cubicBezTo>
                <a:cubicBezTo>
                  <a:pt x="47776" y="855"/>
                  <a:pt x="31080" y="15553"/>
                  <a:pt x="11099" y="15553"/>
                </a:cubicBezTo>
                <a:cubicBezTo>
                  <a:pt x="10224" y="15553"/>
                  <a:pt x="9371" y="15905"/>
                  <a:pt x="8752" y="16534"/>
                </a:cubicBezTo>
                <a:cubicBezTo>
                  <a:pt x="8123" y="17164"/>
                  <a:pt x="7771" y="18006"/>
                  <a:pt x="7771" y="18891"/>
                </a:cubicBezTo>
                <a:lnTo>
                  <a:pt x="7771" y="46134"/>
                </a:lnTo>
                <a:cubicBezTo>
                  <a:pt x="7771" y="60971"/>
                  <a:pt x="14641" y="85398"/>
                  <a:pt x="48704" y="99745"/>
                </a:cubicBezTo>
                <a:cubicBezTo>
                  <a:pt x="49109" y="99915"/>
                  <a:pt x="49557" y="100001"/>
                  <a:pt x="49995" y="100001"/>
                </a:cubicBezTo>
                <a:cubicBezTo>
                  <a:pt x="50443" y="100001"/>
                  <a:pt x="50880" y="99915"/>
                  <a:pt x="51296" y="99745"/>
                </a:cubicBezTo>
                <a:cubicBezTo>
                  <a:pt x="85359" y="85398"/>
                  <a:pt x="92229" y="60971"/>
                  <a:pt x="92229" y="46134"/>
                </a:cubicBezTo>
                <a:lnTo>
                  <a:pt x="92229" y="18891"/>
                </a:lnTo>
                <a:cubicBezTo>
                  <a:pt x="92229" y="18006"/>
                  <a:pt x="91878" y="17164"/>
                  <a:pt x="91248" y="16534"/>
                </a:cubicBezTo>
                <a:cubicBezTo>
                  <a:pt x="90629" y="15905"/>
                  <a:pt x="89776" y="15553"/>
                  <a:pt x="88890" y="15553"/>
                </a:cubicBezTo>
                <a:cubicBezTo>
                  <a:pt x="68909" y="15553"/>
                  <a:pt x="52224" y="855"/>
                  <a:pt x="52224" y="855"/>
                </a:cubicBezTo>
                <a:cubicBezTo>
                  <a:pt x="51638" y="332"/>
                  <a:pt x="50891" y="33"/>
                  <a:pt x="50112" y="1"/>
                </a:cubicBezTo>
                <a:close/>
                <a:moveTo>
                  <a:pt x="49995" y="20001"/>
                </a:moveTo>
                <a:cubicBezTo>
                  <a:pt x="51840" y="20001"/>
                  <a:pt x="53334" y="21494"/>
                  <a:pt x="53334" y="23340"/>
                </a:cubicBezTo>
                <a:lnTo>
                  <a:pt x="53334" y="26689"/>
                </a:lnTo>
                <a:cubicBezTo>
                  <a:pt x="58017" y="27201"/>
                  <a:pt x="62007" y="30583"/>
                  <a:pt x="63245" y="35318"/>
                </a:cubicBezTo>
                <a:cubicBezTo>
                  <a:pt x="63714" y="37089"/>
                  <a:pt x="62647" y="38913"/>
                  <a:pt x="60866" y="39382"/>
                </a:cubicBezTo>
                <a:cubicBezTo>
                  <a:pt x="59095" y="39851"/>
                  <a:pt x="57270" y="38785"/>
                  <a:pt x="56801" y="37003"/>
                </a:cubicBezTo>
                <a:cubicBezTo>
                  <a:pt x="56225" y="34806"/>
                  <a:pt x="54315" y="33270"/>
                  <a:pt x="52139" y="33270"/>
                </a:cubicBezTo>
                <a:lnTo>
                  <a:pt x="48554" y="33270"/>
                </a:lnTo>
                <a:cubicBezTo>
                  <a:pt x="45599" y="33270"/>
                  <a:pt x="43221" y="35777"/>
                  <a:pt x="43221" y="38891"/>
                </a:cubicBezTo>
                <a:cubicBezTo>
                  <a:pt x="43221" y="41985"/>
                  <a:pt x="45599" y="44513"/>
                  <a:pt x="48554" y="44513"/>
                </a:cubicBezTo>
                <a:lnTo>
                  <a:pt x="52641" y="44513"/>
                </a:lnTo>
                <a:cubicBezTo>
                  <a:pt x="59820" y="44513"/>
                  <a:pt x="65666" y="50486"/>
                  <a:pt x="65666" y="57846"/>
                </a:cubicBezTo>
                <a:cubicBezTo>
                  <a:pt x="65666" y="64960"/>
                  <a:pt x="60204" y="70774"/>
                  <a:pt x="53334" y="71158"/>
                </a:cubicBezTo>
                <a:lnTo>
                  <a:pt x="53334" y="74443"/>
                </a:lnTo>
                <a:cubicBezTo>
                  <a:pt x="53334" y="76289"/>
                  <a:pt x="51840" y="77782"/>
                  <a:pt x="49995" y="77782"/>
                </a:cubicBezTo>
                <a:cubicBezTo>
                  <a:pt x="48149" y="77782"/>
                  <a:pt x="46666" y="76289"/>
                  <a:pt x="46666" y="74443"/>
                </a:cubicBezTo>
                <a:lnTo>
                  <a:pt x="46666" y="71073"/>
                </a:lnTo>
                <a:cubicBezTo>
                  <a:pt x="42015" y="70497"/>
                  <a:pt x="38110" y="67094"/>
                  <a:pt x="36905" y="62380"/>
                </a:cubicBezTo>
                <a:cubicBezTo>
                  <a:pt x="36457" y="60577"/>
                  <a:pt x="37524" y="58785"/>
                  <a:pt x="39327" y="58315"/>
                </a:cubicBezTo>
                <a:cubicBezTo>
                  <a:pt x="41108" y="57867"/>
                  <a:pt x="42932" y="58955"/>
                  <a:pt x="43370" y="60737"/>
                </a:cubicBezTo>
                <a:cubicBezTo>
                  <a:pt x="43924" y="62955"/>
                  <a:pt x="45866" y="64513"/>
                  <a:pt x="48043" y="64513"/>
                </a:cubicBezTo>
                <a:lnTo>
                  <a:pt x="52641" y="64513"/>
                </a:lnTo>
                <a:cubicBezTo>
                  <a:pt x="56150" y="64513"/>
                  <a:pt x="58998" y="61537"/>
                  <a:pt x="58998" y="57846"/>
                </a:cubicBezTo>
                <a:cubicBezTo>
                  <a:pt x="58998" y="54155"/>
                  <a:pt x="56150" y="51179"/>
                  <a:pt x="52641" y="51179"/>
                </a:cubicBezTo>
                <a:lnTo>
                  <a:pt x="48554" y="51179"/>
                </a:lnTo>
                <a:cubicBezTo>
                  <a:pt x="41930" y="51179"/>
                  <a:pt x="36553" y="45665"/>
                  <a:pt x="36553" y="38891"/>
                </a:cubicBezTo>
                <a:cubicBezTo>
                  <a:pt x="36553" y="32758"/>
                  <a:pt x="40927" y="27691"/>
                  <a:pt x="46666" y="26753"/>
                </a:cubicBezTo>
                <a:lnTo>
                  <a:pt x="46666" y="23340"/>
                </a:lnTo>
                <a:cubicBezTo>
                  <a:pt x="46666" y="21494"/>
                  <a:pt x="48149" y="20001"/>
                  <a:pt x="49995" y="2000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5" name="Белый — SVG 27">
            <a:extLst>
              <a:ext uri="{FF2B5EF4-FFF2-40B4-BE49-F238E27FC236}">
                <a16:creationId xmlns:a16="http://schemas.microsoft.com/office/drawing/2014/main" id="{FC782011-39F1-E246-9076-298FD472D30D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12403 w 163039"/>
              <a:gd name="csY0" fmla="*/ 0 h 85055"/>
              <a:gd name="csX1" fmla="*/ 0 w 163039"/>
              <a:gd name="csY1" fmla="*/ 12401 h 85055"/>
              <a:gd name="csX2" fmla="*/ 0 w 163039"/>
              <a:gd name="csY2" fmla="*/ 72654 h 85055"/>
              <a:gd name="csX3" fmla="*/ 12403 w 163039"/>
              <a:gd name="csY3" fmla="*/ 85056 h 85055"/>
              <a:gd name="csX4" fmla="*/ 65570 w 163039"/>
              <a:gd name="csY4" fmla="*/ 85056 h 85055"/>
              <a:gd name="csX5" fmla="*/ 68343 w 163039"/>
              <a:gd name="csY5" fmla="*/ 84273 h 85055"/>
              <a:gd name="csX6" fmla="*/ 70299 w 163039"/>
              <a:gd name="csY6" fmla="*/ 82147 h 85055"/>
              <a:gd name="csX7" fmla="*/ 81052 w 163039"/>
              <a:gd name="csY7" fmla="*/ 61070 h 85055"/>
              <a:gd name="csX8" fmla="*/ 81630 w 163039"/>
              <a:gd name="csY8" fmla="*/ 58552 h 85055"/>
              <a:gd name="csX9" fmla="*/ 80950 w 163039"/>
              <a:gd name="csY9" fmla="*/ 56069 h 85055"/>
              <a:gd name="csX10" fmla="*/ 64396 w 163039"/>
              <a:gd name="csY10" fmla="*/ 26299 h 85055"/>
              <a:gd name="csX11" fmla="*/ 73855 w 163039"/>
              <a:gd name="csY11" fmla="*/ 7723 h 85055"/>
              <a:gd name="csX12" fmla="*/ 74417 w 163039"/>
              <a:gd name="csY12" fmla="*/ 5103 h 85055"/>
              <a:gd name="csX13" fmla="*/ 73651 w 163039"/>
              <a:gd name="csY13" fmla="*/ 2535 h 85055"/>
              <a:gd name="csX14" fmla="*/ 71711 w 163039"/>
              <a:gd name="csY14" fmla="*/ 680 h 85055"/>
              <a:gd name="csX15" fmla="*/ 69109 w 163039"/>
              <a:gd name="csY15" fmla="*/ 0 h 85055"/>
              <a:gd name="csX16" fmla="*/ 12403 w 163039"/>
              <a:gd name="csY16" fmla="*/ 0 h 85055"/>
              <a:gd name="csX17" fmla="*/ 97470 w 163039"/>
              <a:gd name="csY17" fmla="*/ 0 h 85055"/>
              <a:gd name="csX18" fmla="*/ 94697 w 163039"/>
              <a:gd name="csY18" fmla="*/ 782 h 85055"/>
              <a:gd name="csX19" fmla="*/ 92740 w 163039"/>
              <a:gd name="csY19" fmla="*/ 2909 h 85055"/>
              <a:gd name="csX20" fmla="*/ 82005 w 163039"/>
              <a:gd name="csY20" fmla="*/ 23986 h 85055"/>
              <a:gd name="csX21" fmla="*/ 81426 w 163039"/>
              <a:gd name="csY21" fmla="*/ 26503 h 85055"/>
              <a:gd name="csX22" fmla="*/ 82090 w 163039"/>
              <a:gd name="csY22" fmla="*/ 28987 h 85055"/>
              <a:gd name="csX23" fmla="*/ 98644 w 163039"/>
              <a:gd name="csY23" fmla="*/ 58773 h 85055"/>
              <a:gd name="csX24" fmla="*/ 89202 w 163039"/>
              <a:gd name="csY24" fmla="*/ 77332 h 85055"/>
              <a:gd name="csX25" fmla="*/ 88623 w 163039"/>
              <a:gd name="csY25" fmla="*/ 79952 h 85055"/>
              <a:gd name="csX26" fmla="*/ 89405 w 163039"/>
              <a:gd name="csY26" fmla="*/ 82521 h 85055"/>
              <a:gd name="csX27" fmla="*/ 91328 w 163039"/>
              <a:gd name="csY27" fmla="*/ 84375 h 85055"/>
              <a:gd name="csX28" fmla="*/ 93931 w 163039"/>
              <a:gd name="csY28" fmla="*/ 85056 h 85055"/>
              <a:gd name="csX29" fmla="*/ 150637 w 163039"/>
              <a:gd name="csY29" fmla="*/ 85056 h 85055"/>
              <a:gd name="csX30" fmla="*/ 163040 w 163039"/>
              <a:gd name="csY30" fmla="*/ 72654 h 85055"/>
              <a:gd name="csX31" fmla="*/ 163040 w 163039"/>
              <a:gd name="csY31" fmla="*/ 12401 h 85055"/>
              <a:gd name="csX32" fmla="*/ 150637 w 163039"/>
              <a:gd name="csY32" fmla="*/ 0 h 85055"/>
              <a:gd name="csX33" fmla="*/ 97470 w 163039"/>
              <a:gd name="csY33" fmla="*/ 0 h 85055"/>
              <a:gd name="csX34" fmla="*/ 21267 w 163039"/>
              <a:gd name="csY34" fmla="*/ 10632 h 85055"/>
              <a:gd name="csX35" fmla="*/ 60448 w 163039"/>
              <a:gd name="csY35" fmla="*/ 10632 h 85055"/>
              <a:gd name="csX36" fmla="*/ 54052 w 163039"/>
              <a:gd name="csY36" fmla="*/ 23203 h 85055"/>
              <a:gd name="csX37" fmla="*/ 46072 w 163039"/>
              <a:gd name="csY37" fmla="*/ 42528 h 85055"/>
              <a:gd name="csX38" fmla="*/ 65961 w 163039"/>
              <a:gd name="csY38" fmla="*/ 67245 h 85055"/>
              <a:gd name="csX39" fmla="*/ 62320 w 163039"/>
              <a:gd name="csY39" fmla="*/ 74424 h 85055"/>
              <a:gd name="csX40" fmla="*/ 21267 w 163039"/>
              <a:gd name="csY40" fmla="*/ 74424 h 85055"/>
              <a:gd name="csX41" fmla="*/ 10633 w 163039"/>
              <a:gd name="csY41" fmla="*/ 63792 h 85055"/>
              <a:gd name="csX42" fmla="*/ 10633 w 163039"/>
              <a:gd name="csY42" fmla="*/ 21264 h 85055"/>
              <a:gd name="csX43" fmla="*/ 21267 w 163039"/>
              <a:gd name="csY43" fmla="*/ 10632 h 85055"/>
              <a:gd name="csX44" fmla="*/ 100736 w 163039"/>
              <a:gd name="csY44" fmla="*/ 10632 h 85055"/>
              <a:gd name="csX45" fmla="*/ 141773 w 163039"/>
              <a:gd name="csY45" fmla="*/ 10632 h 85055"/>
              <a:gd name="csX46" fmla="*/ 152406 w 163039"/>
              <a:gd name="csY46" fmla="*/ 21264 h 85055"/>
              <a:gd name="csX47" fmla="*/ 152406 w 163039"/>
              <a:gd name="csY47" fmla="*/ 63792 h 85055"/>
              <a:gd name="csX48" fmla="*/ 141773 w 163039"/>
              <a:gd name="csY48" fmla="*/ 74424 h 85055"/>
              <a:gd name="csX49" fmla="*/ 102591 w 163039"/>
              <a:gd name="csY49" fmla="*/ 74424 h 85055"/>
              <a:gd name="csX50" fmla="*/ 108988 w 163039"/>
              <a:gd name="csY50" fmla="*/ 61869 h 85055"/>
              <a:gd name="csX51" fmla="*/ 116967 w 163039"/>
              <a:gd name="csY51" fmla="*/ 42528 h 85055"/>
              <a:gd name="csX52" fmla="*/ 97079 w 163039"/>
              <a:gd name="csY52" fmla="*/ 17811 h 85055"/>
              <a:gd name="csX53" fmla="*/ 100736 w 163039"/>
              <a:gd name="csY53" fmla="*/ 10632 h 85055"/>
              <a:gd name="csX54" fmla="*/ 24806 w 163039"/>
              <a:gd name="csY54" fmla="*/ 35434 h 85055"/>
              <a:gd name="csX55" fmla="*/ 19804 w 163039"/>
              <a:gd name="csY55" fmla="*/ 37510 h 85055"/>
              <a:gd name="csX56" fmla="*/ 17728 w 163039"/>
              <a:gd name="csY56" fmla="*/ 42528 h 85055"/>
              <a:gd name="csX57" fmla="*/ 19804 w 163039"/>
              <a:gd name="csY57" fmla="*/ 47546 h 85055"/>
              <a:gd name="csX58" fmla="*/ 24806 w 163039"/>
              <a:gd name="csY58" fmla="*/ 49621 h 85055"/>
              <a:gd name="csX59" fmla="*/ 29824 w 163039"/>
              <a:gd name="csY59" fmla="*/ 47546 h 85055"/>
              <a:gd name="csX60" fmla="*/ 31900 w 163039"/>
              <a:gd name="csY60" fmla="*/ 42528 h 85055"/>
              <a:gd name="csX61" fmla="*/ 29824 w 163039"/>
              <a:gd name="csY61" fmla="*/ 37510 h 85055"/>
              <a:gd name="csX62" fmla="*/ 24806 w 163039"/>
              <a:gd name="csY62" fmla="*/ 35434 h 85055"/>
              <a:gd name="csX63" fmla="*/ 138234 w 163039"/>
              <a:gd name="csY63" fmla="*/ 35434 h 85055"/>
              <a:gd name="csX64" fmla="*/ 133215 w 163039"/>
              <a:gd name="csY64" fmla="*/ 37510 h 85055"/>
              <a:gd name="csX65" fmla="*/ 131139 w 163039"/>
              <a:gd name="csY65" fmla="*/ 42528 h 85055"/>
              <a:gd name="csX66" fmla="*/ 133215 w 163039"/>
              <a:gd name="csY66" fmla="*/ 47546 h 85055"/>
              <a:gd name="csX67" fmla="*/ 138234 w 163039"/>
              <a:gd name="csY67" fmla="*/ 49621 h 85055"/>
              <a:gd name="csX68" fmla="*/ 143253 w 163039"/>
              <a:gd name="csY68" fmla="*/ 47546 h 85055"/>
              <a:gd name="csX69" fmla="*/ 145328 w 163039"/>
              <a:gd name="csY69" fmla="*/ 42528 h 85055"/>
              <a:gd name="csX70" fmla="*/ 143253 w 163039"/>
              <a:gd name="csY70" fmla="*/ 37510 h 85055"/>
              <a:gd name="csX71" fmla="*/ 138234 w 163039"/>
              <a:gd name="csY71" fmla="*/ 35434 h 85055"/>
            </a:gdLst>
            <a:ahLst/>
            <a:cxnLst/>
            <a:rect l="l" t="t" r="r" b="b"/>
            <a:pathLst>
              <a:path w="100000" h="100000">
                <a:moveTo>
                  <a:pt x="7607" y="23916"/>
                </a:moveTo>
                <a:cubicBezTo>
                  <a:pt x="3443" y="23916"/>
                  <a:pt x="0" y="27359"/>
                  <a:pt x="0" y="31522"/>
                </a:cubicBezTo>
                <a:lnTo>
                  <a:pt x="0" y="68478"/>
                </a:lnTo>
                <a:cubicBezTo>
                  <a:pt x="0" y="72642"/>
                  <a:pt x="3443" y="76085"/>
                  <a:pt x="7607" y="76085"/>
                </a:cubicBezTo>
                <a:lnTo>
                  <a:pt x="40217" y="76085"/>
                </a:lnTo>
                <a:cubicBezTo>
                  <a:pt x="40823" y="76085"/>
                  <a:pt x="41407" y="75917"/>
                  <a:pt x="41918" y="75605"/>
                </a:cubicBezTo>
                <a:cubicBezTo>
                  <a:pt x="42440" y="75292"/>
                  <a:pt x="42847" y="74832"/>
                  <a:pt x="43118" y="74301"/>
                </a:cubicBezTo>
                <a:lnTo>
                  <a:pt x="49713" y="61373"/>
                </a:lnTo>
                <a:cubicBezTo>
                  <a:pt x="49953" y="60893"/>
                  <a:pt x="50068" y="60361"/>
                  <a:pt x="50068" y="59829"/>
                </a:cubicBezTo>
                <a:cubicBezTo>
                  <a:pt x="50058" y="59297"/>
                  <a:pt x="49911" y="58775"/>
                  <a:pt x="49651" y="58306"/>
                </a:cubicBezTo>
                <a:lnTo>
                  <a:pt x="39497" y="40046"/>
                </a:lnTo>
                <a:lnTo>
                  <a:pt x="45299" y="28653"/>
                </a:lnTo>
                <a:cubicBezTo>
                  <a:pt x="45549" y="28152"/>
                  <a:pt x="45675" y="27599"/>
                  <a:pt x="45644" y="27046"/>
                </a:cubicBezTo>
                <a:cubicBezTo>
                  <a:pt x="45623" y="26493"/>
                  <a:pt x="45466" y="25950"/>
                  <a:pt x="45174" y="25471"/>
                </a:cubicBezTo>
                <a:cubicBezTo>
                  <a:pt x="44881" y="25001"/>
                  <a:pt x="44475" y="24605"/>
                  <a:pt x="43984" y="24333"/>
                </a:cubicBezTo>
                <a:cubicBezTo>
                  <a:pt x="43494" y="24062"/>
                  <a:pt x="42951" y="23916"/>
                  <a:pt x="42388" y="23916"/>
                </a:cubicBezTo>
                <a:lnTo>
                  <a:pt x="7607" y="23916"/>
                </a:lnTo>
                <a:close/>
                <a:moveTo>
                  <a:pt x="59783" y="23916"/>
                </a:moveTo>
                <a:cubicBezTo>
                  <a:pt x="59188" y="23916"/>
                  <a:pt x="58593" y="24083"/>
                  <a:pt x="58082" y="24395"/>
                </a:cubicBezTo>
                <a:cubicBezTo>
                  <a:pt x="57571" y="24709"/>
                  <a:pt x="57153" y="25168"/>
                  <a:pt x="56882" y="25700"/>
                </a:cubicBezTo>
                <a:lnTo>
                  <a:pt x="50298" y="38628"/>
                </a:lnTo>
                <a:cubicBezTo>
                  <a:pt x="50058" y="39107"/>
                  <a:pt x="49932" y="39640"/>
                  <a:pt x="49943" y="40171"/>
                </a:cubicBezTo>
                <a:cubicBezTo>
                  <a:pt x="49953" y="40704"/>
                  <a:pt x="50089" y="41225"/>
                  <a:pt x="50350" y="41695"/>
                </a:cubicBezTo>
                <a:lnTo>
                  <a:pt x="60503" y="59964"/>
                </a:lnTo>
                <a:lnTo>
                  <a:pt x="54712" y="71347"/>
                </a:lnTo>
                <a:cubicBezTo>
                  <a:pt x="54451" y="71848"/>
                  <a:pt x="54336" y="72402"/>
                  <a:pt x="54357" y="72954"/>
                </a:cubicBezTo>
                <a:cubicBezTo>
                  <a:pt x="54378" y="73508"/>
                  <a:pt x="54545" y="74050"/>
                  <a:pt x="54837" y="74530"/>
                </a:cubicBezTo>
                <a:cubicBezTo>
                  <a:pt x="55129" y="74999"/>
                  <a:pt x="55536" y="75396"/>
                  <a:pt x="56016" y="75667"/>
                </a:cubicBezTo>
                <a:cubicBezTo>
                  <a:pt x="56506" y="75938"/>
                  <a:pt x="57049" y="76085"/>
                  <a:pt x="57613" y="76085"/>
                </a:cubicBezTo>
                <a:lnTo>
                  <a:pt x="92393" y="76085"/>
                </a:lnTo>
                <a:cubicBezTo>
                  <a:pt x="96557" y="76085"/>
                  <a:pt x="100001" y="72642"/>
                  <a:pt x="100001" y="68478"/>
                </a:cubicBezTo>
                <a:lnTo>
                  <a:pt x="100001" y="31522"/>
                </a:lnTo>
                <a:cubicBezTo>
                  <a:pt x="100001" y="27359"/>
                  <a:pt x="96557" y="23916"/>
                  <a:pt x="92393" y="23916"/>
                </a:cubicBezTo>
                <a:lnTo>
                  <a:pt x="59783" y="23916"/>
                </a:lnTo>
                <a:close/>
                <a:moveTo>
                  <a:pt x="13044" y="30437"/>
                </a:moveTo>
                <a:lnTo>
                  <a:pt x="37076" y="30437"/>
                </a:lnTo>
                <a:lnTo>
                  <a:pt x="33153" y="38147"/>
                </a:lnTo>
                <a:cubicBezTo>
                  <a:pt x="30085" y="41017"/>
                  <a:pt x="28258" y="45368"/>
                  <a:pt x="28258" y="50000"/>
                </a:cubicBezTo>
                <a:cubicBezTo>
                  <a:pt x="28258" y="58055"/>
                  <a:pt x="33664" y="64649"/>
                  <a:pt x="40457" y="65160"/>
                </a:cubicBezTo>
                <a:lnTo>
                  <a:pt x="38224" y="69564"/>
                </a:lnTo>
                <a:lnTo>
                  <a:pt x="13044" y="69564"/>
                </a:lnTo>
                <a:cubicBezTo>
                  <a:pt x="13044" y="65954"/>
                  <a:pt x="10133" y="63043"/>
                  <a:pt x="6522" y="63043"/>
                </a:cubicBezTo>
                <a:lnTo>
                  <a:pt x="6522" y="36958"/>
                </a:lnTo>
                <a:cubicBezTo>
                  <a:pt x="10133" y="36958"/>
                  <a:pt x="13044" y="34047"/>
                  <a:pt x="13044" y="30437"/>
                </a:cubicBezTo>
                <a:close/>
                <a:moveTo>
                  <a:pt x="61786" y="30437"/>
                </a:moveTo>
                <a:lnTo>
                  <a:pt x="86956" y="30437"/>
                </a:lnTo>
                <a:cubicBezTo>
                  <a:pt x="86956" y="34047"/>
                  <a:pt x="89868" y="36958"/>
                  <a:pt x="93478" y="36958"/>
                </a:cubicBezTo>
                <a:lnTo>
                  <a:pt x="93478" y="63043"/>
                </a:lnTo>
                <a:cubicBezTo>
                  <a:pt x="89868" y="63043"/>
                  <a:pt x="86956" y="65954"/>
                  <a:pt x="86956" y="69564"/>
                </a:cubicBezTo>
                <a:lnTo>
                  <a:pt x="62924" y="69564"/>
                </a:lnTo>
                <a:lnTo>
                  <a:pt x="66848" y="61863"/>
                </a:lnTo>
                <a:cubicBezTo>
                  <a:pt x="69916" y="58994"/>
                  <a:pt x="71742" y="54633"/>
                  <a:pt x="71742" y="50000"/>
                </a:cubicBezTo>
                <a:cubicBezTo>
                  <a:pt x="71742" y="41945"/>
                  <a:pt x="66347" y="35351"/>
                  <a:pt x="59543" y="34840"/>
                </a:cubicBezTo>
                <a:lnTo>
                  <a:pt x="61786" y="30437"/>
                </a:lnTo>
                <a:close/>
                <a:moveTo>
                  <a:pt x="15215" y="45649"/>
                </a:moveTo>
                <a:cubicBezTo>
                  <a:pt x="14067" y="45649"/>
                  <a:pt x="12961" y="46109"/>
                  <a:pt x="12147" y="46923"/>
                </a:cubicBezTo>
                <a:cubicBezTo>
                  <a:pt x="11332" y="47746"/>
                  <a:pt x="10873" y="48842"/>
                  <a:pt x="10873" y="50000"/>
                </a:cubicBezTo>
                <a:cubicBezTo>
                  <a:pt x="10873" y="51158"/>
                  <a:pt x="11332" y="52254"/>
                  <a:pt x="12147" y="53078"/>
                </a:cubicBezTo>
                <a:cubicBezTo>
                  <a:pt x="12961" y="53892"/>
                  <a:pt x="14067" y="54351"/>
                  <a:pt x="15215" y="54351"/>
                </a:cubicBezTo>
                <a:cubicBezTo>
                  <a:pt x="16373" y="54351"/>
                  <a:pt x="17479" y="53892"/>
                  <a:pt x="18293" y="53078"/>
                </a:cubicBezTo>
                <a:cubicBezTo>
                  <a:pt x="19107" y="52254"/>
                  <a:pt x="19566" y="51158"/>
                  <a:pt x="19566" y="50000"/>
                </a:cubicBezTo>
                <a:cubicBezTo>
                  <a:pt x="19566" y="48842"/>
                  <a:pt x="19107" y="47746"/>
                  <a:pt x="18293" y="46923"/>
                </a:cubicBezTo>
                <a:cubicBezTo>
                  <a:pt x="17479" y="46109"/>
                  <a:pt x="16373" y="45649"/>
                  <a:pt x="15215" y="45649"/>
                </a:cubicBezTo>
                <a:close/>
                <a:moveTo>
                  <a:pt x="84786" y="45649"/>
                </a:moveTo>
                <a:cubicBezTo>
                  <a:pt x="83628" y="45649"/>
                  <a:pt x="82532" y="46109"/>
                  <a:pt x="81707" y="46923"/>
                </a:cubicBezTo>
                <a:cubicBezTo>
                  <a:pt x="80894" y="47746"/>
                  <a:pt x="80434" y="48842"/>
                  <a:pt x="80434" y="50000"/>
                </a:cubicBezTo>
                <a:cubicBezTo>
                  <a:pt x="80434" y="51158"/>
                  <a:pt x="80894" y="52254"/>
                  <a:pt x="81707" y="53078"/>
                </a:cubicBezTo>
                <a:cubicBezTo>
                  <a:pt x="82532" y="53892"/>
                  <a:pt x="83628" y="54351"/>
                  <a:pt x="84786" y="54351"/>
                </a:cubicBezTo>
                <a:cubicBezTo>
                  <a:pt x="85944" y="54351"/>
                  <a:pt x="87040" y="53892"/>
                  <a:pt x="87864" y="53078"/>
                </a:cubicBezTo>
                <a:cubicBezTo>
                  <a:pt x="88678" y="52254"/>
                  <a:pt x="89137" y="51158"/>
                  <a:pt x="89137" y="50000"/>
                </a:cubicBezTo>
                <a:cubicBezTo>
                  <a:pt x="89137" y="48842"/>
                  <a:pt x="88678" y="47746"/>
                  <a:pt x="87864" y="46923"/>
                </a:cubicBezTo>
                <a:cubicBezTo>
                  <a:pt x="87040" y="46109"/>
                  <a:pt x="85944" y="45649"/>
                  <a:pt x="84786" y="4564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6" name="Белый — SVG 28">
            <a:extLst>
              <a:ext uri="{FF2B5EF4-FFF2-40B4-BE49-F238E27FC236}">
                <a16:creationId xmlns:a16="http://schemas.microsoft.com/office/drawing/2014/main" id="{42C1EF49-03D5-CB44-924F-B9C7AD274E88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8864 w 138233"/>
              <a:gd name="csY0" fmla="*/ 0 h 134676"/>
              <a:gd name="csX1" fmla="*/ 0 w 138233"/>
              <a:gd name="csY1" fmla="*/ 8863 h 134676"/>
              <a:gd name="csX2" fmla="*/ 0 w 138233"/>
              <a:gd name="csY2" fmla="*/ 10632 h 134676"/>
              <a:gd name="csX3" fmla="*/ 0 w 138233"/>
              <a:gd name="csY3" fmla="*/ 124045 h 134676"/>
              <a:gd name="csX4" fmla="*/ 0 w 138233"/>
              <a:gd name="csY4" fmla="*/ 125814 h 134676"/>
              <a:gd name="csX5" fmla="*/ 8864 w 138233"/>
              <a:gd name="csY5" fmla="*/ 134677 h 134676"/>
              <a:gd name="csX6" fmla="*/ 10633 w 138233"/>
              <a:gd name="csY6" fmla="*/ 134677 h 134676"/>
              <a:gd name="csX7" fmla="*/ 58560 w 138233"/>
              <a:gd name="csY7" fmla="*/ 134677 h 134676"/>
              <a:gd name="csX8" fmla="*/ 53694 w 138233"/>
              <a:gd name="csY8" fmla="*/ 124045 h 134676"/>
              <a:gd name="csX9" fmla="*/ 21267 w 138233"/>
              <a:gd name="csY9" fmla="*/ 124045 h 134676"/>
              <a:gd name="csX10" fmla="*/ 10633 w 138233"/>
              <a:gd name="csY10" fmla="*/ 113413 h 134676"/>
              <a:gd name="csX11" fmla="*/ 10633 w 138233"/>
              <a:gd name="csY11" fmla="*/ 21264 h 134676"/>
              <a:gd name="csX12" fmla="*/ 21267 w 138233"/>
              <a:gd name="csY12" fmla="*/ 10632 h 134676"/>
              <a:gd name="csX13" fmla="*/ 53167 w 138233"/>
              <a:gd name="csY13" fmla="*/ 10632 h 134676"/>
              <a:gd name="csX14" fmla="*/ 63800 w 138233"/>
              <a:gd name="csY14" fmla="*/ 21264 h 134676"/>
              <a:gd name="csX15" fmla="*/ 63800 w 138233"/>
              <a:gd name="csY15" fmla="*/ 33733 h 134676"/>
              <a:gd name="csX16" fmla="*/ 74434 w 138233"/>
              <a:gd name="csY16" fmla="*/ 28885 h 134676"/>
              <a:gd name="csX17" fmla="*/ 74434 w 138233"/>
              <a:gd name="csY17" fmla="*/ 10632 h 134676"/>
              <a:gd name="csX18" fmla="*/ 74434 w 138233"/>
              <a:gd name="csY18" fmla="*/ 8863 h 134676"/>
              <a:gd name="csX19" fmla="*/ 65570 w 138233"/>
              <a:gd name="csY19" fmla="*/ 0 h 134676"/>
              <a:gd name="csX20" fmla="*/ 63800 w 138233"/>
              <a:gd name="csY20" fmla="*/ 0 h 134676"/>
              <a:gd name="csX21" fmla="*/ 10633 w 138233"/>
              <a:gd name="csY21" fmla="*/ 0 h 134676"/>
              <a:gd name="csX22" fmla="*/ 8864 w 138233"/>
              <a:gd name="csY22" fmla="*/ 0 h 134676"/>
              <a:gd name="csX23" fmla="*/ 37209 w 138233"/>
              <a:gd name="csY23" fmla="*/ 23033 h 134676"/>
              <a:gd name="csX24" fmla="*/ 32207 w 138233"/>
              <a:gd name="csY24" fmla="*/ 25108 h 134676"/>
              <a:gd name="csX25" fmla="*/ 30131 w 138233"/>
              <a:gd name="csY25" fmla="*/ 30127 h 134676"/>
              <a:gd name="csX26" fmla="*/ 32207 w 138233"/>
              <a:gd name="csY26" fmla="*/ 35128 h 134676"/>
              <a:gd name="csX27" fmla="*/ 37209 w 138233"/>
              <a:gd name="csY27" fmla="*/ 37203 h 134676"/>
              <a:gd name="csX28" fmla="*/ 42227 w 138233"/>
              <a:gd name="csY28" fmla="*/ 35128 h 134676"/>
              <a:gd name="csX29" fmla="*/ 44303 w 138233"/>
              <a:gd name="csY29" fmla="*/ 30127 h 134676"/>
              <a:gd name="csX30" fmla="*/ 42227 w 138233"/>
              <a:gd name="csY30" fmla="*/ 25108 h 134676"/>
              <a:gd name="csX31" fmla="*/ 37209 w 138233"/>
              <a:gd name="csY31" fmla="*/ 23033 h 134676"/>
              <a:gd name="csX32" fmla="*/ 79742 w 138233"/>
              <a:gd name="csY32" fmla="*/ 38990 h 134676"/>
              <a:gd name="csX33" fmla="*/ 63800 w 138233"/>
              <a:gd name="csY33" fmla="*/ 54929 h 134676"/>
              <a:gd name="csX34" fmla="*/ 63800 w 138233"/>
              <a:gd name="csY34" fmla="*/ 118721 h 134676"/>
              <a:gd name="csX35" fmla="*/ 79742 w 138233"/>
              <a:gd name="csY35" fmla="*/ 134677 h 134676"/>
              <a:gd name="csX36" fmla="*/ 102795 w 138233"/>
              <a:gd name="csY36" fmla="*/ 134677 h 134676"/>
              <a:gd name="csX37" fmla="*/ 102795 w 138233"/>
              <a:gd name="csY37" fmla="*/ 38990 h 134676"/>
              <a:gd name="csX38" fmla="*/ 79742 w 138233"/>
              <a:gd name="csY38" fmla="*/ 38990 h 134676"/>
              <a:gd name="csX39" fmla="*/ 113428 w 138233"/>
              <a:gd name="csY39" fmla="*/ 38990 h 134676"/>
              <a:gd name="csX40" fmla="*/ 113428 w 138233"/>
              <a:gd name="csY40" fmla="*/ 134677 h 134676"/>
              <a:gd name="csX41" fmla="*/ 122276 w 138233"/>
              <a:gd name="csY41" fmla="*/ 134677 h 134676"/>
              <a:gd name="csX42" fmla="*/ 138234 w 138233"/>
              <a:gd name="csY42" fmla="*/ 118721 h 134676"/>
              <a:gd name="csX43" fmla="*/ 138234 w 138233"/>
              <a:gd name="csY43" fmla="*/ 54929 h 134676"/>
              <a:gd name="csX44" fmla="*/ 122276 w 138233"/>
              <a:gd name="csY44" fmla="*/ 38990 h 134676"/>
              <a:gd name="csX45" fmla="*/ 113428 w 138233"/>
              <a:gd name="csY45" fmla="*/ 38990 h 134676"/>
              <a:gd name="csX46" fmla="*/ 37209 w 138233"/>
              <a:gd name="csY46" fmla="*/ 49621 h 134676"/>
              <a:gd name="csX47" fmla="*/ 17728 w 138233"/>
              <a:gd name="csY47" fmla="*/ 67330 h 134676"/>
              <a:gd name="csX48" fmla="*/ 37209 w 138233"/>
              <a:gd name="csY48" fmla="*/ 85056 h 134676"/>
              <a:gd name="csX49" fmla="*/ 53167 w 138233"/>
              <a:gd name="csY49" fmla="*/ 77503 h 134676"/>
              <a:gd name="csX50" fmla="*/ 53167 w 138233"/>
              <a:gd name="csY50" fmla="*/ 57174 h 134676"/>
              <a:gd name="csX51" fmla="*/ 37209 w 138233"/>
              <a:gd name="csY51" fmla="*/ 49621 h 134676"/>
              <a:gd name="csX52" fmla="*/ 37209 w 138233"/>
              <a:gd name="csY52" fmla="*/ 97457 h 134676"/>
              <a:gd name="csX53" fmla="*/ 32207 w 138233"/>
              <a:gd name="csY53" fmla="*/ 99532 h 134676"/>
              <a:gd name="csX54" fmla="*/ 30131 w 138233"/>
              <a:gd name="csY54" fmla="*/ 104550 h 134676"/>
              <a:gd name="csX55" fmla="*/ 32207 w 138233"/>
              <a:gd name="csY55" fmla="*/ 109552 h 134676"/>
              <a:gd name="csX56" fmla="*/ 37209 w 138233"/>
              <a:gd name="csY56" fmla="*/ 111627 h 134676"/>
              <a:gd name="csX57" fmla="*/ 42227 w 138233"/>
              <a:gd name="csY57" fmla="*/ 109552 h 134676"/>
              <a:gd name="csX58" fmla="*/ 44303 w 138233"/>
              <a:gd name="csY58" fmla="*/ 104550 h 134676"/>
              <a:gd name="csX59" fmla="*/ 42227 w 138233"/>
              <a:gd name="csY59" fmla="*/ 99532 h 134676"/>
              <a:gd name="csX60" fmla="*/ 37209 w 138233"/>
              <a:gd name="csY60" fmla="*/ 97457 h 134676"/>
            </a:gdLst>
            <a:ahLst/>
            <a:cxnLst/>
            <a:rect l="l" t="t" r="r" b="b"/>
            <a:pathLst>
              <a:path w="100000" h="100000">
                <a:moveTo>
                  <a:pt x="6412" y="1287"/>
                </a:moveTo>
                <a:cubicBezTo>
                  <a:pt x="2868" y="1287"/>
                  <a:pt x="0" y="4154"/>
                  <a:pt x="0" y="7698"/>
                </a:cubicBezTo>
                <a:lnTo>
                  <a:pt x="0" y="8978"/>
                </a:lnTo>
                <a:lnTo>
                  <a:pt x="0" y="91023"/>
                </a:lnTo>
                <a:lnTo>
                  <a:pt x="0" y="92302"/>
                </a:lnTo>
                <a:cubicBezTo>
                  <a:pt x="0" y="95834"/>
                  <a:pt x="2868" y="98714"/>
                  <a:pt x="6412" y="98714"/>
                </a:cubicBezTo>
                <a:lnTo>
                  <a:pt x="7692" y="98714"/>
                </a:lnTo>
                <a:lnTo>
                  <a:pt x="42363" y="98714"/>
                </a:lnTo>
                <a:cubicBezTo>
                  <a:pt x="40640" y="96474"/>
                  <a:pt x="39434" y="93866"/>
                  <a:pt x="38843" y="91023"/>
                </a:cubicBezTo>
                <a:lnTo>
                  <a:pt x="15385" y="91023"/>
                </a:lnTo>
                <a:cubicBezTo>
                  <a:pt x="15385" y="86765"/>
                  <a:pt x="11939" y="83331"/>
                  <a:pt x="7692" y="83331"/>
                </a:cubicBezTo>
                <a:lnTo>
                  <a:pt x="7692" y="16669"/>
                </a:lnTo>
                <a:cubicBezTo>
                  <a:pt x="11939" y="16669"/>
                  <a:pt x="15385" y="13224"/>
                  <a:pt x="15385" y="8978"/>
                </a:cubicBezTo>
                <a:lnTo>
                  <a:pt x="38462" y="8978"/>
                </a:lnTo>
                <a:cubicBezTo>
                  <a:pt x="38462" y="13224"/>
                  <a:pt x="41908" y="16669"/>
                  <a:pt x="46154" y="16669"/>
                </a:cubicBezTo>
                <a:lnTo>
                  <a:pt x="46154" y="25690"/>
                </a:lnTo>
                <a:cubicBezTo>
                  <a:pt x="48382" y="23979"/>
                  <a:pt x="51003" y="22773"/>
                  <a:pt x="53847" y="22182"/>
                </a:cubicBezTo>
                <a:lnTo>
                  <a:pt x="53847" y="8978"/>
                </a:lnTo>
                <a:lnTo>
                  <a:pt x="53847" y="7698"/>
                </a:lnTo>
                <a:cubicBezTo>
                  <a:pt x="53847" y="4154"/>
                  <a:pt x="50978" y="1287"/>
                  <a:pt x="47434" y="1287"/>
                </a:cubicBezTo>
                <a:lnTo>
                  <a:pt x="46154" y="1287"/>
                </a:lnTo>
                <a:lnTo>
                  <a:pt x="7692" y="1287"/>
                </a:lnTo>
                <a:lnTo>
                  <a:pt x="6412" y="1287"/>
                </a:lnTo>
                <a:close/>
                <a:moveTo>
                  <a:pt x="26918" y="17949"/>
                </a:moveTo>
                <a:cubicBezTo>
                  <a:pt x="25563" y="17949"/>
                  <a:pt x="24258" y="18490"/>
                  <a:pt x="23299" y="19450"/>
                </a:cubicBezTo>
                <a:cubicBezTo>
                  <a:pt x="22338" y="20410"/>
                  <a:pt x="21797" y="21714"/>
                  <a:pt x="21797" y="23081"/>
                </a:cubicBezTo>
                <a:cubicBezTo>
                  <a:pt x="21797" y="24434"/>
                  <a:pt x="22338" y="25739"/>
                  <a:pt x="23299" y="26699"/>
                </a:cubicBezTo>
                <a:cubicBezTo>
                  <a:pt x="24258" y="27671"/>
                  <a:pt x="25563" y="28200"/>
                  <a:pt x="26918" y="28200"/>
                </a:cubicBezTo>
                <a:cubicBezTo>
                  <a:pt x="28283" y="28200"/>
                  <a:pt x="29588" y="27671"/>
                  <a:pt x="30548" y="26699"/>
                </a:cubicBezTo>
                <a:cubicBezTo>
                  <a:pt x="31508" y="25739"/>
                  <a:pt x="32050" y="24434"/>
                  <a:pt x="32050" y="23081"/>
                </a:cubicBezTo>
                <a:cubicBezTo>
                  <a:pt x="32050" y="21714"/>
                  <a:pt x="31508" y="20410"/>
                  <a:pt x="30548" y="19450"/>
                </a:cubicBezTo>
                <a:cubicBezTo>
                  <a:pt x="29588" y="18490"/>
                  <a:pt x="28283" y="17949"/>
                  <a:pt x="26918" y="17949"/>
                </a:cubicBezTo>
                <a:close/>
                <a:moveTo>
                  <a:pt x="57687" y="29493"/>
                </a:moveTo>
                <a:cubicBezTo>
                  <a:pt x="51336" y="29493"/>
                  <a:pt x="46154" y="34661"/>
                  <a:pt x="46154" y="41023"/>
                </a:cubicBezTo>
                <a:lnTo>
                  <a:pt x="46154" y="87171"/>
                </a:lnTo>
                <a:cubicBezTo>
                  <a:pt x="46154" y="93533"/>
                  <a:pt x="51336" y="98714"/>
                  <a:pt x="57687" y="98714"/>
                </a:cubicBezTo>
                <a:lnTo>
                  <a:pt x="74364" y="98714"/>
                </a:lnTo>
                <a:lnTo>
                  <a:pt x="74364" y="29493"/>
                </a:lnTo>
                <a:lnTo>
                  <a:pt x="57687" y="29493"/>
                </a:lnTo>
                <a:close/>
                <a:moveTo>
                  <a:pt x="82056" y="29493"/>
                </a:moveTo>
                <a:lnTo>
                  <a:pt x="82056" y="98714"/>
                </a:lnTo>
                <a:lnTo>
                  <a:pt x="88456" y="98714"/>
                </a:lnTo>
                <a:cubicBezTo>
                  <a:pt x="94819" y="98714"/>
                  <a:pt x="100001" y="93533"/>
                  <a:pt x="100001" y="87171"/>
                </a:cubicBezTo>
                <a:lnTo>
                  <a:pt x="100001" y="41023"/>
                </a:lnTo>
                <a:cubicBezTo>
                  <a:pt x="100001" y="34661"/>
                  <a:pt x="94819" y="29493"/>
                  <a:pt x="88456" y="29493"/>
                </a:cubicBezTo>
                <a:lnTo>
                  <a:pt x="82056" y="29493"/>
                </a:lnTo>
                <a:close/>
                <a:moveTo>
                  <a:pt x="26918" y="37183"/>
                </a:moveTo>
                <a:cubicBezTo>
                  <a:pt x="19126" y="37183"/>
                  <a:pt x="12825" y="42918"/>
                  <a:pt x="12825" y="49994"/>
                </a:cubicBezTo>
                <a:cubicBezTo>
                  <a:pt x="12825" y="57070"/>
                  <a:pt x="19126" y="62817"/>
                  <a:pt x="26918" y="62817"/>
                </a:cubicBezTo>
                <a:cubicBezTo>
                  <a:pt x="31693" y="62817"/>
                  <a:pt x="35926" y="60664"/>
                  <a:pt x="38462" y="57354"/>
                </a:cubicBezTo>
                <a:lnTo>
                  <a:pt x="38462" y="42647"/>
                </a:lnTo>
                <a:cubicBezTo>
                  <a:pt x="35926" y="39337"/>
                  <a:pt x="31693" y="37183"/>
                  <a:pt x="26918" y="37183"/>
                </a:cubicBezTo>
                <a:close/>
                <a:moveTo>
                  <a:pt x="26918" y="71789"/>
                </a:moveTo>
                <a:cubicBezTo>
                  <a:pt x="25563" y="71789"/>
                  <a:pt x="24258" y="72330"/>
                  <a:pt x="23299" y="73290"/>
                </a:cubicBezTo>
                <a:cubicBezTo>
                  <a:pt x="22338" y="74250"/>
                  <a:pt x="21797" y="75554"/>
                  <a:pt x="21797" y="76920"/>
                </a:cubicBezTo>
                <a:cubicBezTo>
                  <a:pt x="21797" y="78274"/>
                  <a:pt x="22338" y="79578"/>
                  <a:pt x="23299" y="80538"/>
                </a:cubicBezTo>
                <a:cubicBezTo>
                  <a:pt x="24258" y="81510"/>
                  <a:pt x="25563" y="82039"/>
                  <a:pt x="26918" y="82039"/>
                </a:cubicBezTo>
                <a:cubicBezTo>
                  <a:pt x="28283" y="82039"/>
                  <a:pt x="29588" y="81510"/>
                  <a:pt x="30548" y="80538"/>
                </a:cubicBezTo>
                <a:cubicBezTo>
                  <a:pt x="31508" y="79578"/>
                  <a:pt x="32050" y="78274"/>
                  <a:pt x="32050" y="76920"/>
                </a:cubicBezTo>
                <a:cubicBezTo>
                  <a:pt x="32050" y="75554"/>
                  <a:pt x="31508" y="74250"/>
                  <a:pt x="30548" y="73290"/>
                </a:cubicBezTo>
                <a:cubicBezTo>
                  <a:pt x="29588" y="72330"/>
                  <a:pt x="28283" y="71789"/>
                  <a:pt x="26918" y="7178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7" name="Белый — SVG 29">
            <a:extLst>
              <a:ext uri="{FF2B5EF4-FFF2-40B4-BE49-F238E27FC236}">
                <a16:creationId xmlns:a16="http://schemas.microsoft.com/office/drawing/2014/main" id="{CD36BA39-1853-964B-8547-BC6BF8F7C2D0}"/>
              </a:ext>
            </a:extLst>
          </p:cNvPr>
          <p:cNvSpPr>
            <a:spLocks noGrp="1"/>
          </p:cNvSpPr>
          <p:nvPr/>
        </p:nvSpPr>
        <p:spPr>
          <a:xfrm>
            <a:off x="6420000" y="5010000"/>
            <a:ext cx="220000" cy="220000"/>
          </a:xfrm>
          <a:custGeom>
            <a:avLst/>
            <a:gdLst>
              <a:gd name="csX0" fmla="*/ 70895 w 141772"/>
              <a:gd name="csY0" fmla="*/ 0 h 141754"/>
              <a:gd name="csX1" fmla="*/ 21267 w 141772"/>
              <a:gd name="csY1" fmla="*/ 20311 h 141754"/>
              <a:gd name="csX2" fmla="*/ 21267 w 141772"/>
              <a:gd name="csY2" fmla="*/ 17726 h 141754"/>
              <a:gd name="csX3" fmla="*/ 20739 w 141772"/>
              <a:gd name="csY3" fmla="*/ 14953 h 141754"/>
              <a:gd name="csX4" fmla="*/ 19191 w 141772"/>
              <a:gd name="csY4" fmla="*/ 12605 h 141754"/>
              <a:gd name="csX5" fmla="*/ 16843 w 141772"/>
              <a:gd name="csY5" fmla="*/ 11057 h 141754"/>
              <a:gd name="csX6" fmla="*/ 14070 w 141772"/>
              <a:gd name="csY6" fmla="*/ 10530 h 141754"/>
              <a:gd name="csX7" fmla="*/ 9102 w 141772"/>
              <a:gd name="csY7" fmla="*/ 12690 h 141754"/>
              <a:gd name="csX8" fmla="*/ 7094 w 141772"/>
              <a:gd name="csY8" fmla="*/ 17726 h 141754"/>
              <a:gd name="csX9" fmla="*/ 7094 w 141772"/>
              <a:gd name="csY9" fmla="*/ 38990 h 141754"/>
              <a:gd name="csX10" fmla="*/ 9170 w 141772"/>
              <a:gd name="csY10" fmla="*/ 43991 h 141754"/>
              <a:gd name="csX11" fmla="*/ 14172 w 141772"/>
              <a:gd name="csY11" fmla="*/ 46066 h 141754"/>
              <a:gd name="csX12" fmla="*/ 35439 w 141772"/>
              <a:gd name="csY12" fmla="*/ 46066 h 141754"/>
              <a:gd name="csX13" fmla="*/ 38195 w 141772"/>
              <a:gd name="csY13" fmla="*/ 45556 h 141754"/>
              <a:gd name="csX14" fmla="*/ 40526 w 141772"/>
              <a:gd name="csY14" fmla="*/ 44025 h 141754"/>
              <a:gd name="csX15" fmla="*/ 42091 w 141772"/>
              <a:gd name="csY15" fmla="*/ 41711 h 141754"/>
              <a:gd name="csX16" fmla="*/ 42636 w 141772"/>
              <a:gd name="csY16" fmla="*/ 38990 h 141754"/>
              <a:gd name="csX17" fmla="*/ 42091 w 141772"/>
              <a:gd name="csY17" fmla="*/ 36251 h 141754"/>
              <a:gd name="csX18" fmla="*/ 40526 w 141772"/>
              <a:gd name="csY18" fmla="*/ 33937 h 141754"/>
              <a:gd name="csX19" fmla="*/ 38195 w 141772"/>
              <a:gd name="csY19" fmla="*/ 32406 h 141754"/>
              <a:gd name="csX20" fmla="*/ 35439 w 141772"/>
              <a:gd name="csY20" fmla="*/ 31896 h 141754"/>
              <a:gd name="csX21" fmla="*/ 29705 w 141772"/>
              <a:gd name="csY21" fmla="*/ 31896 h 141754"/>
              <a:gd name="csX22" fmla="*/ 70895 w 141772"/>
              <a:gd name="csY22" fmla="*/ 14170 h 141754"/>
              <a:gd name="csX23" fmla="*/ 127601 w 141772"/>
              <a:gd name="csY23" fmla="*/ 70885 h 141754"/>
              <a:gd name="csX24" fmla="*/ 70895 w 141772"/>
              <a:gd name="csY24" fmla="*/ 127583 h 141754"/>
              <a:gd name="csX25" fmla="*/ 68139 w 141772"/>
              <a:gd name="csY25" fmla="*/ 128094 h 141754"/>
              <a:gd name="csX26" fmla="*/ 65808 w 141772"/>
              <a:gd name="csY26" fmla="*/ 129625 h 141754"/>
              <a:gd name="csX27" fmla="*/ 64243 w 141772"/>
              <a:gd name="csY27" fmla="*/ 131938 h 141754"/>
              <a:gd name="csX28" fmla="*/ 63698 w 141772"/>
              <a:gd name="csY28" fmla="*/ 134677 h 141754"/>
              <a:gd name="csX29" fmla="*/ 64243 w 141772"/>
              <a:gd name="csY29" fmla="*/ 137399 h 141754"/>
              <a:gd name="csX30" fmla="*/ 65808 w 141772"/>
              <a:gd name="csY30" fmla="*/ 139712 h 141754"/>
              <a:gd name="csX31" fmla="*/ 68139 w 141772"/>
              <a:gd name="csY31" fmla="*/ 141243 h 141754"/>
              <a:gd name="csX32" fmla="*/ 70895 w 141772"/>
              <a:gd name="csY32" fmla="*/ 141753 h 141754"/>
              <a:gd name="csX33" fmla="*/ 141773 w 141772"/>
              <a:gd name="csY33" fmla="*/ 70885 h 141754"/>
              <a:gd name="csX34" fmla="*/ 70895 w 141772"/>
              <a:gd name="csY34" fmla="*/ 0 h 141754"/>
              <a:gd name="csX35" fmla="*/ 70793 w 141772"/>
              <a:gd name="csY35" fmla="*/ 24717 h 141754"/>
              <a:gd name="csX36" fmla="*/ 65808 w 141772"/>
              <a:gd name="csY36" fmla="*/ 26861 h 141754"/>
              <a:gd name="csX37" fmla="*/ 63800 w 141772"/>
              <a:gd name="csY37" fmla="*/ 31896 h 141754"/>
              <a:gd name="csX38" fmla="*/ 63800 w 141772"/>
              <a:gd name="csY38" fmla="*/ 32797 h 141754"/>
              <a:gd name="csX39" fmla="*/ 46072 w 141772"/>
              <a:gd name="csY39" fmla="*/ 54044 h 141754"/>
              <a:gd name="csX40" fmla="*/ 68224 w 141772"/>
              <a:gd name="csY40" fmla="*/ 76193 h 141754"/>
              <a:gd name="csX41" fmla="*/ 71779 w 141772"/>
              <a:gd name="csY41" fmla="*/ 76193 h 141754"/>
              <a:gd name="csX42" fmla="*/ 81528 w 141772"/>
              <a:gd name="csY42" fmla="*/ 85940 h 141754"/>
              <a:gd name="csX43" fmla="*/ 71779 w 141772"/>
              <a:gd name="csY43" fmla="*/ 95687 h 141754"/>
              <a:gd name="csX44" fmla="*/ 67339 w 141772"/>
              <a:gd name="csY44" fmla="*/ 95687 h 141754"/>
              <a:gd name="csX45" fmla="*/ 60483 w 141772"/>
              <a:gd name="csY45" fmla="*/ 90397 h 141754"/>
              <a:gd name="csX46" fmla="*/ 59292 w 141772"/>
              <a:gd name="csY46" fmla="*/ 87879 h 141754"/>
              <a:gd name="csX47" fmla="*/ 57233 w 141772"/>
              <a:gd name="csY47" fmla="*/ 86008 h 141754"/>
              <a:gd name="csX48" fmla="*/ 54596 w 141772"/>
              <a:gd name="csY48" fmla="*/ 85090 h 141754"/>
              <a:gd name="csX49" fmla="*/ 51823 w 141772"/>
              <a:gd name="csY49" fmla="*/ 85243 h 141754"/>
              <a:gd name="csX50" fmla="*/ 49305 w 141772"/>
              <a:gd name="csY50" fmla="*/ 86467 h 141754"/>
              <a:gd name="csX51" fmla="*/ 47467 w 141772"/>
              <a:gd name="csY51" fmla="*/ 88560 h 141754"/>
              <a:gd name="csX52" fmla="*/ 46566 w 141772"/>
              <a:gd name="csY52" fmla="*/ 91197 h 141754"/>
              <a:gd name="csX53" fmla="*/ 46770 w 141772"/>
              <a:gd name="csY53" fmla="*/ 93969 h 141754"/>
              <a:gd name="csX54" fmla="*/ 63800 w 141772"/>
              <a:gd name="csY54" fmla="*/ 109262 h 141754"/>
              <a:gd name="csX55" fmla="*/ 63800 w 141772"/>
              <a:gd name="csY55" fmla="*/ 109858 h 141754"/>
              <a:gd name="csX56" fmla="*/ 64311 w 141772"/>
              <a:gd name="csY56" fmla="*/ 112613 h 141754"/>
              <a:gd name="csX57" fmla="*/ 65842 w 141772"/>
              <a:gd name="csY57" fmla="*/ 114944 h 141754"/>
              <a:gd name="csX58" fmla="*/ 68156 w 141772"/>
              <a:gd name="csY58" fmla="*/ 116509 h 141754"/>
              <a:gd name="csX59" fmla="*/ 70895 w 141772"/>
              <a:gd name="csY59" fmla="*/ 117054 h 141754"/>
              <a:gd name="csX60" fmla="*/ 73617 w 141772"/>
              <a:gd name="csY60" fmla="*/ 116509 h 141754"/>
              <a:gd name="csX61" fmla="*/ 75931 w 141772"/>
              <a:gd name="csY61" fmla="*/ 114944 h 141754"/>
              <a:gd name="csX62" fmla="*/ 77462 w 141772"/>
              <a:gd name="csY62" fmla="*/ 112613 h 141754"/>
              <a:gd name="csX63" fmla="*/ 77973 w 141772"/>
              <a:gd name="csY63" fmla="*/ 109858 h 141754"/>
              <a:gd name="csX64" fmla="*/ 77973 w 141772"/>
              <a:gd name="csY64" fmla="*/ 108599 h 141754"/>
              <a:gd name="csX65" fmla="*/ 95700 w 141772"/>
              <a:gd name="csY65" fmla="*/ 85940 h 141754"/>
              <a:gd name="csX66" fmla="*/ 71779 w 141772"/>
              <a:gd name="csY66" fmla="*/ 62022 h 141754"/>
              <a:gd name="csX67" fmla="*/ 68224 w 141772"/>
              <a:gd name="csY67" fmla="*/ 62022 h 141754"/>
              <a:gd name="csX68" fmla="*/ 60261 w 141772"/>
              <a:gd name="csY68" fmla="*/ 54044 h 141754"/>
              <a:gd name="csX69" fmla="*/ 68224 w 141772"/>
              <a:gd name="csY69" fmla="*/ 46066 h 141754"/>
              <a:gd name="csX70" fmla="*/ 72664 w 141772"/>
              <a:gd name="csY70" fmla="*/ 46066 h 141754"/>
              <a:gd name="csX71" fmla="*/ 79504 w 141772"/>
              <a:gd name="csY71" fmla="*/ 51306 h 141754"/>
              <a:gd name="csX72" fmla="*/ 80729 w 141772"/>
              <a:gd name="csY72" fmla="*/ 53806 h 141754"/>
              <a:gd name="csX73" fmla="*/ 82804 w 141772"/>
              <a:gd name="csY73" fmla="*/ 55643 h 141754"/>
              <a:gd name="csX74" fmla="*/ 85441 w 141772"/>
              <a:gd name="csY74" fmla="*/ 56545 h 141754"/>
              <a:gd name="csX75" fmla="*/ 88215 w 141772"/>
              <a:gd name="csY75" fmla="*/ 56358 h 141754"/>
              <a:gd name="csX76" fmla="*/ 90716 w 141772"/>
              <a:gd name="csY76" fmla="*/ 55116 h 141754"/>
              <a:gd name="csX77" fmla="*/ 92536 w 141772"/>
              <a:gd name="csY77" fmla="*/ 53024 h 141754"/>
              <a:gd name="csX78" fmla="*/ 93403 w 141772"/>
              <a:gd name="csY78" fmla="*/ 50370 h 141754"/>
              <a:gd name="csX79" fmla="*/ 93200 w 141772"/>
              <a:gd name="csY79" fmla="*/ 47597 h 141754"/>
              <a:gd name="csX80" fmla="*/ 77973 w 141772"/>
              <a:gd name="csY80" fmla="*/ 32797 h 141754"/>
              <a:gd name="csX81" fmla="*/ 77973 w 141772"/>
              <a:gd name="csY81" fmla="*/ 31896 h 141754"/>
              <a:gd name="csX82" fmla="*/ 77462 w 141772"/>
              <a:gd name="csY82" fmla="*/ 29123 h 141754"/>
              <a:gd name="csX83" fmla="*/ 75897 w 141772"/>
              <a:gd name="csY83" fmla="*/ 26792 h 141754"/>
              <a:gd name="csX84" fmla="*/ 73549 w 141772"/>
              <a:gd name="csY84" fmla="*/ 25227 h 141754"/>
              <a:gd name="csX85" fmla="*/ 70793 w 141772"/>
              <a:gd name="csY85" fmla="*/ 24717 h 141754"/>
              <a:gd name="csX86" fmla="*/ 7094 w 141772"/>
              <a:gd name="csY86" fmla="*/ 63928 h 141754"/>
              <a:gd name="csX87" fmla="*/ 0 w 141772"/>
              <a:gd name="csY87" fmla="*/ 71021 h 141754"/>
              <a:gd name="csX88" fmla="*/ 7094 w 141772"/>
              <a:gd name="csY88" fmla="*/ 78098 h 141754"/>
              <a:gd name="csX89" fmla="*/ 14172 w 141772"/>
              <a:gd name="csY89" fmla="*/ 70987 h 141754"/>
              <a:gd name="csX90" fmla="*/ 7094 w 141772"/>
              <a:gd name="csY90" fmla="*/ 63928 h 141754"/>
              <a:gd name="csX91" fmla="*/ 12012 w 141772"/>
              <a:gd name="csY91" fmla="*/ 88305 h 141754"/>
              <a:gd name="csX92" fmla="*/ 9255 w 141772"/>
              <a:gd name="csY92" fmla="*/ 88849 h 141754"/>
              <a:gd name="csX93" fmla="*/ 5427 w 141772"/>
              <a:gd name="csY93" fmla="*/ 98137 h 141754"/>
              <a:gd name="csX94" fmla="*/ 11978 w 141772"/>
              <a:gd name="csY94" fmla="*/ 102492 h 141754"/>
              <a:gd name="csX95" fmla="*/ 14716 w 141772"/>
              <a:gd name="csY95" fmla="*/ 101964 h 141754"/>
              <a:gd name="csX96" fmla="*/ 18510 w 141772"/>
              <a:gd name="csY96" fmla="*/ 92676 h 141754"/>
              <a:gd name="csX97" fmla="*/ 12012 w 141772"/>
              <a:gd name="csY97" fmla="*/ 88305 h 141754"/>
              <a:gd name="csX98" fmla="*/ 25826 w 141772"/>
              <a:gd name="csY98" fmla="*/ 108956 h 141754"/>
              <a:gd name="csX99" fmla="*/ 20841 w 141772"/>
              <a:gd name="csY99" fmla="*/ 111032 h 141754"/>
              <a:gd name="csX100" fmla="*/ 20841 w 141772"/>
              <a:gd name="csY100" fmla="*/ 121068 h 141754"/>
              <a:gd name="csX101" fmla="*/ 25843 w 141772"/>
              <a:gd name="csY101" fmla="*/ 123160 h 141754"/>
              <a:gd name="csX102" fmla="*/ 30879 w 141772"/>
              <a:gd name="csY102" fmla="*/ 121068 h 141754"/>
              <a:gd name="csX103" fmla="*/ 30828 w 141772"/>
              <a:gd name="csY103" fmla="*/ 111032 h 141754"/>
              <a:gd name="csX104" fmla="*/ 25826 w 141772"/>
              <a:gd name="csY104" fmla="*/ 108956 h 141754"/>
              <a:gd name="csX105" fmla="*/ 46481 w 141772"/>
              <a:gd name="csY105" fmla="*/ 122786 h 141754"/>
              <a:gd name="csX106" fmla="*/ 39982 w 141772"/>
              <a:gd name="csY106" fmla="*/ 127158 h 141754"/>
              <a:gd name="csX107" fmla="*/ 43844 w 141772"/>
              <a:gd name="csY107" fmla="*/ 136412 h 141754"/>
              <a:gd name="csX108" fmla="*/ 46549 w 141772"/>
              <a:gd name="csY108" fmla="*/ 136939 h 141754"/>
              <a:gd name="csX109" fmla="*/ 53099 w 141772"/>
              <a:gd name="csY109" fmla="*/ 132584 h 141754"/>
              <a:gd name="csX110" fmla="*/ 49271 w 141772"/>
              <a:gd name="csY110" fmla="*/ 123296 h 141754"/>
              <a:gd name="csX111" fmla="*/ 49271 w 141772"/>
              <a:gd name="csY111" fmla="*/ 123331 h 141754"/>
              <a:gd name="csX112" fmla="*/ 46481 w 141772"/>
              <a:gd name="csY112" fmla="*/ 122786 h 141754"/>
            </a:gdLst>
            <a:ahLst/>
            <a:cxnLst/>
            <a:rect l="l" t="t" r="r" b="b"/>
            <a:pathLst>
              <a:path w="100000" h="100000">
                <a:moveTo>
                  <a:pt x="50006" y="6"/>
                </a:moveTo>
                <a:cubicBezTo>
                  <a:pt x="36398" y="6"/>
                  <a:pt x="24025" y="5478"/>
                  <a:pt x="15001" y="14333"/>
                </a:cubicBezTo>
                <a:lnTo>
                  <a:pt x="15001" y="12510"/>
                </a:lnTo>
                <a:cubicBezTo>
                  <a:pt x="15013" y="11837"/>
                  <a:pt x="14880" y="11177"/>
                  <a:pt x="14628" y="10554"/>
                </a:cubicBezTo>
                <a:cubicBezTo>
                  <a:pt x="14377" y="9929"/>
                  <a:pt x="14005" y="9378"/>
                  <a:pt x="13537" y="8897"/>
                </a:cubicBezTo>
                <a:cubicBezTo>
                  <a:pt x="13056" y="8430"/>
                  <a:pt x="12505" y="8057"/>
                  <a:pt x="11880" y="7805"/>
                </a:cubicBezTo>
                <a:cubicBezTo>
                  <a:pt x="11256" y="7554"/>
                  <a:pt x="10597" y="7422"/>
                  <a:pt x="9924" y="7434"/>
                </a:cubicBezTo>
                <a:cubicBezTo>
                  <a:pt x="8604" y="7458"/>
                  <a:pt x="7344" y="7997"/>
                  <a:pt x="6420" y="8957"/>
                </a:cubicBezTo>
                <a:cubicBezTo>
                  <a:pt x="5496" y="9905"/>
                  <a:pt x="4980" y="11177"/>
                  <a:pt x="5004" y="12510"/>
                </a:cubicBezTo>
                <a:lnTo>
                  <a:pt x="5004" y="27508"/>
                </a:lnTo>
                <a:cubicBezTo>
                  <a:pt x="5004" y="28828"/>
                  <a:pt x="5532" y="30100"/>
                  <a:pt x="6468" y="31036"/>
                </a:cubicBezTo>
                <a:cubicBezTo>
                  <a:pt x="7404" y="31972"/>
                  <a:pt x="8677" y="32499"/>
                  <a:pt x="9996" y="32499"/>
                </a:cubicBezTo>
                <a:lnTo>
                  <a:pt x="24997" y="32499"/>
                </a:lnTo>
                <a:cubicBezTo>
                  <a:pt x="25669" y="32511"/>
                  <a:pt x="26317" y="32391"/>
                  <a:pt x="26941" y="32140"/>
                </a:cubicBezTo>
                <a:cubicBezTo>
                  <a:pt x="27553" y="31899"/>
                  <a:pt x="28105" y="31527"/>
                  <a:pt x="28585" y="31060"/>
                </a:cubicBezTo>
                <a:cubicBezTo>
                  <a:pt x="29053" y="30603"/>
                  <a:pt x="29425" y="30040"/>
                  <a:pt x="29689" y="29428"/>
                </a:cubicBezTo>
                <a:cubicBezTo>
                  <a:pt x="29941" y="28828"/>
                  <a:pt x="30074" y="28168"/>
                  <a:pt x="30074" y="27508"/>
                </a:cubicBezTo>
                <a:cubicBezTo>
                  <a:pt x="30074" y="26836"/>
                  <a:pt x="29941" y="26188"/>
                  <a:pt x="29689" y="25576"/>
                </a:cubicBezTo>
                <a:cubicBezTo>
                  <a:pt x="29425" y="24964"/>
                  <a:pt x="29053" y="24412"/>
                  <a:pt x="28585" y="23944"/>
                </a:cubicBezTo>
                <a:cubicBezTo>
                  <a:pt x="28105" y="23476"/>
                  <a:pt x="27553" y="23116"/>
                  <a:pt x="26941" y="22864"/>
                </a:cubicBezTo>
                <a:cubicBezTo>
                  <a:pt x="26317" y="22612"/>
                  <a:pt x="25669" y="22492"/>
                  <a:pt x="24997" y="22504"/>
                </a:cubicBezTo>
                <a:lnTo>
                  <a:pt x="20953" y="22504"/>
                </a:lnTo>
                <a:cubicBezTo>
                  <a:pt x="28238" y="14813"/>
                  <a:pt x="38534" y="10001"/>
                  <a:pt x="50006" y="10001"/>
                </a:cubicBezTo>
                <a:cubicBezTo>
                  <a:pt x="72159" y="10001"/>
                  <a:pt x="90004" y="27856"/>
                  <a:pt x="90004" y="50006"/>
                </a:cubicBezTo>
                <a:cubicBezTo>
                  <a:pt x="90004" y="72156"/>
                  <a:pt x="72159" y="89998"/>
                  <a:pt x="50006" y="89998"/>
                </a:cubicBezTo>
                <a:cubicBezTo>
                  <a:pt x="49334" y="89986"/>
                  <a:pt x="48687" y="90106"/>
                  <a:pt x="48062" y="90358"/>
                </a:cubicBezTo>
                <a:cubicBezTo>
                  <a:pt x="47450" y="90610"/>
                  <a:pt x="46899" y="90970"/>
                  <a:pt x="46418" y="91438"/>
                </a:cubicBezTo>
                <a:cubicBezTo>
                  <a:pt x="45950" y="91906"/>
                  <a:pt x="45578" y="92458"/>
                  <a:pt x="45314" y="93070"/>
                </a:cubicBezTo>
                <a:cubicBezTo>
                  <a:pt x="45062" y="93682"/>
                  <a:pt x="44930" y="94330"/>
                  <a:pt x="44930" y="95002"/>
                </a:cubicBezTo>
                <a:cubicBezTo>
                  <a:pt x="44930" y="95661"/>
                  <a:pt x="45062" y="96322"/>
                  <a:pt x="45314" y="96922"/>
                </a:cubicBezTo>
                <a:cubicBezTo>
                  <a:pt x="45578" y="97533"/>
                  <a:pt x="45950" y="98098"/>
                  <a:pt x="46418" y="98553"/>
                </a:cubicBezTo>
                <a:cubicBezTo>
                  <a:pt x="46899" y="99022"/>
                  <a:pt x="47450" y="99393"/>
                  <a:pt x="48062" y="99633"/>
                </a:cubicBezTo>
                <a:cubicBezTo>
                  <a:pt x="48687" y="99885"/>
                  <a:pt x="49334" y="100005"/>
                  <a:pt x="50006" y="99993"/>
                </a:cubicBezTo>
                <a:cubicBezTo>
                  <a:pt x="77559" y="99993"/>
                  <a:pt x="100001" y="77556"/>
                  <a:pt x="100001" y="50006"/>
                </a:cubicBezTo>
                <a:cubicBezTo>
                  <a:pt x="100001" y="22444"/>
                  <a:pt x="77559" y="6"/>
                  <a:pt x="50006" y="6"/>
                </a:cubicBezTo>
                <a:close/>
                <a:moveTo>
                  <a:pt x="49934" y="17441"/>
                </a:moveTo>
                <a:cubicBezTo>
                  <a:pt x="48602" y="17453"/>
                  <a:pt x="47342" y="18005"/>
                  <a:pt x="46418" y="18953"/>
                </a:cubicBezTo>
                <a:cubicBezTo>
                  <a:pt x="45494" y="19900"/>
                  <a:pt x="44978" y="21185"/>
                  <a:pt x="45002" y="22504"/>
                </a:cubicBezTo>
                <a:lnTo>
                  <a:pt x="45002" y="23140"/>
                </a:lnTo>
                <a:cubicBezTo>
                  <a:pt x="37957" y="24652"/>
                  <a:pt x="32497" y="30663"/>
                  <a:pt x="32497" y="38127"/>
                </a:cubicBezTo>
                <a:cubicBezTo>
                  <a:pt x="32497" y="46694"/>
                  <a:pt x="39554" y="53750"/>
                  <a:pt x="48122" y="53750"/>
                </a:cubicBezTo>
                <a:lnTo>
                  <a:pt x="50630" y="53750"/>
                </a:lnTo>
                <a:cubicBezTo>
                  <a:pt x="54483" y="53750"/>
                  <a:pt x="57506" y="56774"/>
                  <a:pt x="57506" y="60625"/>
                </a:cubicBezTo>
                <a:cubicBezTo>
                  <a:pt x="57506" y="64477"/>
                  <a:pt x="54483" y="67500"/>
                  <a:pt x="50630" y="67500"/>
                </a:cubicBezTo>
                <a:lnTo>
                  <a:pt x="47498" y="67500"/>
                </a:lnTo>
                <a:cubicBezTo>
                  <a:pt x="45122" y="67500"/>
                  <a:pt x="43214" y="65904"/>
                  <a:pt x="42662" y="63769"/>
                </a:cubicBezTo>
                <a:cubicBezTo>
                  <a:pt x="42506" y="63132"/>
                  <a:pt x="42218" y="62521"/>
                  <a:pt x="41822" y="61992"/>
                </a:cubicBezTo>
                <a:cubicBezTo>
                  <a:pt x="41426" y="61465"/>
                  <a:pt x="40934" y="61009"/>
                  <a:pt x="40370" y="60673"/>
                </a:cubicBezTo>
                <a:cubicBezTo>
                  <a:pt x="39793" y="60337"/>
                  <a:pt x="39170" y="60121"/>
                  <a:pt x="38510" y="60025"/>
                </a:cubicBezTo>
                <a:cubicBezTo>
                  <a:pt x="37861" y="59929"/>
                  <a:pt x="37190" y="59965"/>
                  <a:pt x="36554" y="60133"/>
                </a:cubicBezTo>
                <a:cubicBezTo>
                  <a:pt x="35906" y="60301"/>
                  <a:pt x="35305" y="60589"/>
                  <a:pt x="34778" y="60997"/>
                </a:cubicBezTo>
                <a:cubicBezTo>
                  <a:pt x="34249" y="61393"/>
                  <a:pt x="33818" y="61897"/>
                  <a:pt x="33481" y="62473"/>
                </a:cubicBezTo>
                <a:cubicBezTo>
                  <a:pt x="33145" y="63036"/>
                  <a:pt x="32942" y="63673"/>
                  <a:pt x="32846" y="64333"/>
                </a:cubicBezTo>
                <a:cubicBezTo>
                  <a:pt x="32762" y="64980"/>
                  <a:pt x="32810" y="65653"/>
                  <a:pt x="32990" y="66288"/>
                </a:cubicBezTo>
                <a:cubicBezTo>
                  <a:pt x="34453" y="71939"/>
                  <a:pt x="39218" y="76067"/>
                  <a:pt x="45002" y="77075"/>
                </a:cubicBezTo>
                <a:lnTo>
                  <a:pt x="45002" y="77496"/>
                </a:lnTo>
                <a:cubicBezTo>
                  <a:pt x="44990" y="78167"/>
                  <a:pt x="45110" y="78815"/>
                  <a:pt x="45362" y="79439"/>
                </a:cubicBezTo>
                <a:cubicBezTo>
                  <a:pt x="45614" y="80051"/>
                  <a:pt x="45974" y="80603"/>
                  <a:pt x="46442" y="81083"/>
                </a:cubicBezTo>
                <a:cubicBezTo>
                  <a:pt x="46911" y="81551"/>
                  <a:pt x="47462" y="81923"/>
                  <a:pt x="48074" y="82187"/>
                </a:cubicBezTo>
                <a:cubicBezTo>
                  <a:pt x="48687" y="82439"/>
                  <a:pt x="49334" y="82571"/>
                  <a:pt x="50006" y="82571"/>
                </a:cubicBezTo>
                <a:cubicBezTo>
                  <a:pt x="50667" y="82571"/>
                  <a:pt x="51326" y="82439"/>
                  <a:pt x="51926" y="82187"/>
                </a:cubicBezTo>
                <a:cubicBezTo>
                  <a:pt x="52539" y="81923"/>
                  <a:pt x="53102" y="81551"/>
                  <a:pt x="53559" y="81083"/>
                </a:cubicBezTo>
                <a:cubicBezTo>
                  <a:pt x="54026" y="80603"/>
                  <a:pt x="54399" y="80051"/>
                  <a:pt x="54638" y="79439"/>
                </a:cubicBezTo>
                <a:cubicBezTo>
                  <a:pt x="54890" y="78815"/>
                  <a:pt x="55011" y="78167"/>
                  <a:pt x="54999" y="77496"/>
                </a:cubicBezTo>
                <a:lnTo>
                  <a:pt x="54999" y="76608"/>
                </a:lnTo>
                <a:cubicBezTo>
                  <a:pt x="62115" y="74628"/>
                  <a:pt x="67503" y="68340"/>
                  <a:pt x="67503" y="60625"/>
                </a:cubicBezTo>
                <a:cubicBezTo>
                  <a:pt x="67503" y="51362"/>
                  <a:pt x="59883" y="43754"/>
                  <a:pt x="50630" y="43754"/>
                </a:cubicBezTo>
                <a:lnTo>
                  <a:pt x="48122" y="43754"/>
                </a:lnTo>
                <a:cubicBezTo>
                  <a:pt x="44966" y="43754"/>
                  <a:pt x="42506" y="41294"/>
                  <a:pt x="42506" y="38127"/>
                </a:cubicBezTo>
                <a:cubicBezTo>
                  <a:pt x="42506" y="34959"/>
                  <a:pt x="44966" y="32499"/>
                  <a:pt x="48122" y="32499"/>
                </a:cubicBezTo>
                <a:lnTo>
                  <a:pt x="51254" y="32499"/>
                </a:lnTo>
                <a:cubicBezTo>
                  <a:pt x="53606" y="32499"/>
                  <a:pt x="55514" y="34084"/>
                  <a:pt x="56079" y="36195"/>
                </a:cubicBezTo>
                <a:cubicBezTo>
                  <a:pt x="56247" y="36831"/>
                  <a:pt x="56534" y="37431"/>
                  <a:pt x="56943" y="37959"/>
                </a:cubicBezTo>
                <a:cubicBezTo>
                  <a:pt x="57339" y="38487"/>
                  <a:pt x="57843" y="38931"/>
                  <a:pt x="58406" y="39255"/>
                </a:cubicBezTo>
                <a:cubicBezTo>
                  <a:pt x="58983" y="39591"/>
                  <a:pt x="59619" y="39807"/>
                  <a:pt x="60266" y="39891"/>
                </a:cubicBezTo>
                <a:cubicBezTo>
                  <a:pt x="60927" y="39975"/>
                  <a:pt x="61587" y="39939"/>
                  <a:pt x="62223" y="39759"/>
                </a:cubicBezTo>
                <a:cubicBezTo>
                  <a:pt x="62871" y="39591"/>
                  <a:pt x="63459" y="39291"/>
                  <a:pt x="63987" y="38883"/>
                </a:cubicBezTo>
                <a:cubicBezTo>
                  <a:pt x="64503" y="38487"/>
                  <a:pt x="64947" y="37983"/>
                  <a:pt x="65271" y="37407"/>
                </a:cubicBezTo>
                <a:cubicBezTo>
                  <a:pt x="65595" y="36831"/>
                  <a:pt x="65811" y="36195"/>
                  <a:pt x="65883" y="35535"/>
                </a:cubicBezTo>
                <a:cubicBezTo>
                  <a:pt x="65967" y="34887"/>
                  <a:pt x="65919" y="34216"/>
                  <a:pt x="65739" y="33579"/>
                </a:cubicBezTo>
                <a:cubicBezTo>
                  <a:pt x="64335" y="28408"/>
                  <a:pt x="60171" y="24496"/>
                  <a:pt x="54999" y="23140"/>
                </a:cubicBezTo>
                <a:lnTo>
                  <a:pt x="54999" y="22504"/>
                </a:lnTo>
                <a:cubicBezTo>
                  <a:pt x="55011" y="21832"/>
                  <a:pt x="54890" y="21173"/>
                  <a:pt x="54638" y="20548"/>
                </a:cubicBezTo>
                <a:cubicBezTo>
                  <a:pt x="54387" y="19936"/>
                  <a:pt x="54014" y="19373"/>
                  <a:pt x="53535" y="18904"/>
                </a:cubicBezTo>
                <a:cubicBezTo>
                  <a:pt x="53066" y="18425"/>
                  <a:pt x="52503" y="18053"/>
                  <a:pt x="51878" y="17800"/>
                </a:cubicBezTo>
                <a:cubicBezTo>
                  <a:pt x="51266" y="17549"/>
                  <a:pt x="50594" y="17429"/>
                  <a:pt x="49934" y="17441"/>
                </a:cubicBezTo>
                <a:close/>
                <a:moveTo>
                  <a:pt x="5004" y="45098"/>
                </a:moveTo>
                <a:cubicBezTo>
                  <a:pt x="2220" y="45098"/>
                  <a:pt x="0" y="47354"/>
                  <a:pt x="0" y="50102"/>
                </a:cubicBezTo>
                <a:cubicBezTo>
                  <a:pt x="0" y="52874"/>
                  <a:pt x="2244" y="55093"/>
                  <a:pt x="5004" y="55093"/>
                </a:cubicBezTo>
                <a:cubicBezTo>
                  <a:pt x="7777" y="55069"/>
                  <a:pt x="9996" y="52850"/>
                  <a:pt x="9996" y="50078"/>
                </a:cubicBezTo>
                <a:cubicBezTo>
                  <a:pt x="9996" y="47330"/>
                  <a:pt x="7753" y="45098"/>
                  <a:pt x="5004" y="45098"/>
                </a:cubicBezTo>
                <a:close/>
                <a:moveTo>
                  <a:pt x="8473" y="62293"/>
                </a:moveTo>
                <a:cubicBezTo>
                  <a:pt x="7825" y="62293"/>
                  <a:pt x="7164" y="62413"/>
                  <a:pt x="6528" y="62677"/>
                </a:cubicBezTo>
                <a:cubicBezTo>
                  <a:pt x="3973" y="63757"/>
                  <a:pt x="2772" y="66673"/>
                  <a:pt x="3828" y="69228"/>
                </a:cubicBezTo>
                <a:cubicBezTo>
                  <a:pt x="4620" y="71148"/>
                  <a:pt x="6504" y="72300"/>
                  <a:pt x="8449" y="72300"/>
                </a:cubicBezTo>
                <a:cubicBezTo>
                  <a:pt x="9108" y="72300"/>
                  <a:pt x="9757" y="72168"/>
                  <a:pt x="10380" y="71927"/>
                </a:cubicBezTo>
                <a:cubicBezTo>
                  <a:pt x="12924" y="70848"/>
                  <a:pt x="14125" y="67920"/>
                  <a:pt x="13056" y="65376"/>
                </a:cubicBezTo>
                <a:cubicBezTo>
                  <a:pt x="12265" y="63469"/>
                  <a:pt x="10417" y="62305"/>
                  <a:pt x="8473" y="62293"/>
                </a:cubicBezTo>
                <a:close/>
                <a:moveTo>
                  <a:pt x="18217" y="76859"/>
                </a:moveTo>
                <a:cubicBezTo>
                  <a:pt x="16945" y="76859"/>
                  <a:pt x="15661" y="77352"/>
                  <a:pt x="14700" y="78324"/>
                </a:cubicBezTo>
                <a:cubicBezTo>
                  <a:pt x="12732" y="80303"/>
                  <a:pt x="12756" y="83447"/>
                  <a:pt x="14700" y="85403"/>
                </a:cubicBezTo>
                <a:cubicBezTo>
                  <a:pt x="15673" y="86375"/>
                  <a:pt x="16945" y="86878"/>
                  <a:pt x="18229" y="86878"/>
                </a:cubicBezTo>
                <a:cubicBezTo>
                  <a:pt x="19501" y="86878"/>
                  <a:pt x="20809" y="86375"/>
                  <a:pt x="21781" y="85403"/>
                </a:cubicBezTo>
                <a:cubicBezTo>
                  <a:pt x="23725" y="83447"/>
                  <a:pt x="23701" y="80279"/>
                  <a:pt x="21745" y="78324"/>
                </a:cubicBezTo>
                <a:cubicBezTo>
                  <a:pt x="20773" y="77352"/>
                  <a:pt x="19501" y="76859"/>
                  <a:pt x="18217" y="76859"/>
                </a:cubicBezTo>
                <a:close/>
                <a:moveTo>
                  <a:pt x="32786" y="86614"/>
                </a:moveTo>
                <a:cubicBezTo>
                  <a:pt x="30829" y="86614"/>
                  <a:pt x="28981" y="87790"/>
                  <a:pt x="28202" y="89698"/>
                </a:cubicBezTo>
                <a:cubicBezTo>
                  <a:pt x="27146" y="92254"/>
                  <a:pt x="28369" y="95170"/>
                  <a:pt x="30926" y="96226"/>
                </a:cubicBezTo>
                <a:cubicBezTo>
                  <a:pt x="31549" y="96477"/>
                  <a:pt x="32209" y="96597"/>
                  <a:pt x="32834" y="96597"/>
                </a:cubicBezTo>
                <a:cubicBezTo>
                  <a:pt x="34802" y="96597"/>
                  <a:pt x="36650" y="95446"/>
                  <a:pt x="37454" y="93526"/>
                </a:cubicBezTo>
                <a:cubicBezTo>
                  <a:pt x="38498" y="90970"/>
                  <a:pt x="37298" y="88042"/>
                  <a:pt x="34754" y="86974"/>
                </a:cubicBezTo>
                <a:lnTo>
                  <a:pt x="34754" y="86999"/>
                </a:lnTo>
                <a:cubicBezTo>
                  <a:pt x="34105" y="86734"/>
                  <a:pt x="33446" y="86602"/>
                  <a:pt x="32786" y="8661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8" name="Белый — SVG 30">
            <a:extLst>
              <a:ext uri="{FF2B5EF4-FFF2-40B4-BE49-F238E27FC236}">
                <a16:creationId xmlns:a16="http://schemas.microsoft.com/office/drawing/2014/main" id="{6D6DB4E4-4B9F-E747-BF50-893B52F455C0}"/>
              </a:ext>
            </a:extLst>
          </p:cNvPr>
          <p:cNvSpPr>
            <a:spLocks noGrp="1"/>
          </p:cNvSpPr>
          <p:nvPr/>
        </p:nvSpPr>
        <p:spPr>
          <a:xfrm>
            <a:off x="7020000" y="5010000"/>
            <a:ext cx="220000" cy="220000"/>
          </a:xfrm>
          <a:custGeom>
            <a:avLst/>
            <a:gdLst>
              <a:gd name="csX0" fmla="*/ 13393 w 127329"/>
              <a:gd name="csY0" fmla="*/ 3613 h 127409"/>
              <a:gd name="csX1" fmla="*/ 11453 w 127329"/>
              <a:gd name="csY1" fmla="*/ 8580 h 127409"/>
              <a:gd name="csX2" fmla="*/ 11453 w 127329"/>
              <a:gd name="csY2" fmla="*/ 27735 h 127409"/>
              <a:gd name="csX3" fmla="*/ 11759 w 127329"/>
              <a:gd name="csY3" fmla="*/ 30967 h 127409"/>
              <a:gd name="csX4" fmla="*/ 13478 w 127329"/>
              <a:gd name="csY4" fmla="*/ 33723 h 127409"/>
              <a:gd name="csX5" fmla="*/ 16251 w 127329"/>
              <a:gd name="csY5" fmla="*/ 35424 h 127409"/>
              <a:gd name="csX6" fmla="*/ 19484 w 127329"/>
              <a:gd name="csY6" fmla="*/ 35713 h 127409"/>
              <a:gd name="csX7" fmla="*/ 38590 w 127329"/>
              <a:gd name="csY7" fmla="*/ 35713 h 127409"/>
              <a:gd name="csX8" fmla="*/ 41346 w 127329"/>
              <a:gd name="csY8" fmla="*/ 35220 h 127409"/>
              <a:gd name="csX9" fmla="*/ 43711 w 127329"/>
              <a:gd name="csY9" fmla="*/ 33689 h 127409"/>
              <a:gd name="csX10" fmla="*/ 45276 w 127329"/>
              <a:gd name="csY10" fmla="*/ 31375 h 127409"/>
              <a:gd name="csX11" fmla="*/ 45837 w 127329"/>
              <a:gd name="csY11" fmla="*/ 28619 h 127409"/>
              <a:gd name="csX12" fmla="*/ 45276 w 127329"/>
              <a:gd name="csY12" fmla="*/ 25881 h 127409"/>
              <a:gd name="csX13" fmla="*/ 43711 w 127329"/>
              <a:gd name="csY13" fmla="*/ 23567 h 127409"/>
              <a:gd name="csX14" fmla="*/ 41346 w 127329"/>
              <a:gd name="csY14" fmla="*/ 22036 h 127409"/>
              <a:gd name="csX15" fmla="*/ 38590 w 127329"/>
              <a:gd name="csY15" fmla="*/ 21543 h 127409"/>
              <a:gd name="csX16" fmla="*/ 37569 w 127329"/>
              <a:gd name="csY16" fmla="*/ 21543 h 127409"/>
              <a:gd name="csX17" fmla="*/ 98749 w 127329"/>
              <a:gd name="csY17" fmla="*/ 28619 h 127409"/>
              <a:gd name="csX18" fmla="*/ 112853 w 127329"/>
              <a:gd name="csY18" fmla="*/ 69055 h 127409"/>
              <a:gd name="csX19" fmla="*/ 114367 w 127329"/>
              <a:gd name="csY19" fmla="*/ 74260 h 127409"/>
              <a:gd name="csX20" fmla="*/ 116494 w 127329"/>
              <a:gd name="csY20" fmla="*/ 76046 h 127409"/>
              <a:gd name="csX21" fmla="*/ 119131 w 127329"/>
              <a:gd name="csY21" fmla="*/ 76863 h 127409"/>
              <a:gd name="csX22" fmla="*/ 121887 w 127329"/>
              <a:gd name="csY22" fmla="*/ 76625 h 127409"/>
              <a:gd name="csX23" fmla="*/ 124337 w 127329"/>
              <a:gd name="csY23" fmla="*/ 75349 h 127409"/>
              <a:gd name="csX24" fmla="*/ 126957 w 127329"/>
              <a:gd name="csY24" fmla="*/ 70586 h 127409"/>
              <a:gd name="csX25" fmla="*/ 108770 w 127329"/>
              <a:gd name="csY25" fmla="*/ 18600 h 127409"/>
              <a:gd name="csX26" fmla="*/ 25643 w 127329"/>
              <a:gd name="csY26" fmla="*/ 12578 h 127409"/>
              <a:gd name="csX27" fmla="*/ 25643 w 127329"/>
              <a:gd name="csY27" fmla="*/ 8580 h 127409"/>
              <a:gd name="csX28" fmla="*/ 24451 w 127329"/>
              <a:gd name="csY28" fmla="*/ 4549 h 127409"/>
              <a:gd name="csX29" fmla="*/ 21202 w 127329"/>
              <a:gd name="csY29" fmla="*/ 1912 h 127409"/>
              <a:gd name="csX30" fmla="*/ 17034 w 127329"/>
              <a:gd name="csY30" fmla="*/ 1555 h 127409"/>
              <a:gd name="csX31" fmla="*/ 13393 w 127329"/>
              <a:gd name="csY31" fmla="*/ 3613 h 127409"/>
              <a:gd name="csX32" fmla="*/ 2317 w 127329"/>
              <a:gd name="csY32" fmla="*/ 52588 h 127409"/>
              <a:gd name="csX33" fmla="*/ 378 w 127329"/>
              <a:gd name="csY33" fmla="*/ 56824 h 127409"/>
              <a:gd name="csX34" fmla="*/ 18548 w 127329"/>
              <a:gd name="csY34" fmla="*/ 108810 h 127409"/>
              <a:gd name="csX35" fmla="*/ 101693 w 127329"/>
              <a:gd name="csY35" fmla="*/ 114832 h 127409"/>
              <a:gd name="csX36" fmla="*/ 101693 w 127329"/>
              <a:gd name="csY36" fmla="*/ 118829 h 127409"/>
              <a:gd name="csX37" fmla="*/ 102186 w 127329"/>
              <a:gd name="csY37" fmla="*/ 121602 h 127409"/>
              <a:gd name="csX38" fmla="*/ 103717 w 127329"/>
              <a:gd name="csY38" fmla="*/ 123950 h 127409"/>
              <a:gd name="csX39" fmla="*/ 106031 w 127329"/>
              <a:gd name="csY39" fmla="*/ 125515 h 127409"/>
              <a:gd name="csX40" fmla="*/ 108770 w 127329"/>
              <a:gd name="csY40" fmla="*/ 126076 h 127409"/>
              <a:gd name="csX41" fmla="*/ 111526 w 127329"/>
              <a:gd name="csY41" fmla="*/ 125515 h 127409"/>
              <a:gd name="csX42" fmla="*/ 113840 w 127329"/>
              <a:gd name="csY42" fmla="*/ 123950 h 127409"/>
              <a:gd name="csX43" fmla="*/ 115371 w 127329"/>
              <a:gd name="csY43" fmla="*/ 121602 h 127409"/>
              <a:gd name="csX44" fmla="*/ 115864 w 127329"/>
              <a:gd name="csY44" fmla="*/ 118829 h 127409"/>
              <a:gd name="csX45" fmla="*/ 115864 w 127329"/>
              <a:gd name="csY45" fmla="*/ 99675 h 127409"/>
              <a:gd name="csX46" fmla="*/ 115558 w 127329"/>
              <a:gd name="csY46" fmla="*/ 96443 h 127409"/>
              <a:gd name="csX47" fmla="*/ 113840 w 127329"/>
              <a:gd name="csY47" fmla="*/ 93704 h 127409"/>
              <a:gd name="csX48" fmla="*/ 111067 w 127329"/>
              <a:gd name="csY48" fmla="*/ 92003 h 127409"/>
              <a:gd name="csX49" fmla="*/ 107851 w 127329"/>
              <a:gd name="csY49" fmla="*/ 91697 h 127409"/>
              <a:gd name="csX50" fmla="*/ 88728 w 127329"/>
              <a:gd name="csY50" fmla="*/ 91697 h 127409"/>
              <a:gd name="csX51" fmla="*/ 85955 w 127329"/>
              <a:gd name="csY51" fmla="*/ 92224 h 127409"/>
              <a:gd name="csX52" fmla="*/ 83607 w 127329"/>
              <a:gd name="csY52" fmla="*/ 93789 h 127409"/>
              <a:gd name="csX53" fmla="*/ 81668 w 127329"/>
              <a:gd name="csY53" fmla="*/ 97429 h 127409"/>
              <a:gd name="csX54" fmla="*/ 82093 w 127329"/>
              <a:gd name="csY54" fmla="*/ 101546 h 127409"/>
              <a:gd name="csX55" fmla="*/ 84747 w 127329"/>
              <a:gd name="csY55" fmla="*/ 104727 h 127409"/>
              <a:gd name="csX56" fmla="*/ 88728 w 127329"/>
              <a:gd name="csY56" fmla="*/ 105884 h 127409"/>
              <a:gd name="csX57" fmla="*/ 89749 w 127329"/>
              <a:gd name="csY57" fmla="*/ 105884 h 127409"/>
              <a:gd name="csX58" fmla="*/ 28569 w 127329"/>
              <a:gd name="csY58" fmla="*/ 98790 h 127409"/>
              <a:gd name="csX59" fmla="*/ 14465 w 127329"/>
              <a:gd name="csY59" fmla="*/ 58355 h 127409"/>
              <a:gd name="csX60" fmla="*/ 13648 w 127329"/>
              <a:gd name="csY60" fmla="*/ 54068 h 127409"/>
              <a:gd name="csX61" fmla="*/ 10466 w 127329"/>
              <a:gd name="csY61" fmla="*/ 51091 h 127409"/>
              <a:gd name="csX62" fmla="*/ 6145 w 127329"/>
              <a:gd name="csY62" fmla="*/ 50513 h 127409"/>
              <a:gd name="csX63" fmla="*/ 2317 w 127329"/>
              <a:gd name="csY63" fmla="*/ 52588 h 127409"/>
            </a:gdLst>
            <a:ahLst/>
            <a:cxnLst/>
            <a:rect l="l" t="t" r="r" b="b"/>
            <a:pathLst>
              <a:path w="100000" h="100000">
                <a:moveTo>
                  <a:pt x="10543" y="2836"/>
                </a:moveTo>
                <a:cubicBezTo>
                  <a:pt x="9542" y="3891"/>
                  <a:pt x="9007" y="5279"/>
                  <a:pt x="9021" y="6734"/>
                </a:cubicBezTo>
                <a:lnTo>
                  <a:pt x="9021" y="21768"/>
                </a:lnTo>
                <a:cubicBezTo>
                  <a:pt x="8914" y="22622"/>
                  <a:pt x="8994" y="23490"/>
                  <a:pt x="9261" y="24305"/>
                </a:cubicBezTo>
                <a:cubicBezTo>
                  <a:pt x="9542" y="25119"/>
                  <a:pt x="10009" y="25854"/>
                  <a:pt x="10610" y="26468"/>
                </a:cubicBezTo>
                <a:cubicBezTo>
                  <a:pt x="11224" y="27069"/>
                  <a:pt x="11958" y="27523"/>
                  <a:pt x="12786" y="27803"/>
                </a:cubicBezTo>
                <a:cubicBezTo>
                  <a:pt x="13601" y="28070"/>
                  <a:pt x="14469" y="28150"/>
                  <a:pt x="15324" y="28030"/>
                </a:cubicBezTo>
                <a:lnTo>
                  <a:pt x="30320" y="28030"/>
                </a:lnTo>
                <a:cubicBezTo>
                  <a:pt x="31067" y="28044"/>
                  <a:pt x="31802" y="27910"/>
                  <a:pt x="32483" y="27643"/>
                </a:cubicBezTo>
                <a:cubicBezTo>
                  <a:pt x="33177" y="27362"/>
                  <a:pt x="33805" y="26962"/>
                  <a:pt x="34339" y="26442"/>
                </a:cubicBezTo>
                <a:cubicBezTo>
                  <a:pt x="34859" y="25920"/>
                  <a:pt x="35287" y="25307"/>
                  <a:pt x="35567" y="24625"/>
                </a:cubicBezTo>
                <a:cubicBezTo>
                  <a:pt x="35861" y="23945"/>
                  <a:pt x="36008" y="23210"/>
                  <a:pt x="36008" y="22462"/>
                </a:cubicBezTo>
                <a:cubicBezTo>
                  <a:pt x="36008" y="21728"/>
                  <a:pt x="35861" y="20994"/>
                  <a:pt x="35567" y="20313"/>
                </a:cubicBezTo>
                <a:cubicBezTo>
                  <a:pt x="35287" y="19632"/>
                  <a:pt x="34859" y="19004"/>
                  <a:pt x="34339" y="18497"/>
                </a:cubicBezTo>
                <a:cubicBezTo>
                  <a:pt x="33805" y="17977"/>
                  <a:pt x="33177" y="17562"/>
                  <a:pt x="32483" y="17295"/>
                </a:cubicBezTo>
                <a:cubicBezTo>
                  <a:pt x="31802" y="17015"/>
                  <a:pt x="31067" y="16882"/>
                  <a:pt x="30320" y="16909"/>
                </a:cubicBezTo>
                <a:lnTo>
                  <a:pt x="29518" y="16909"/>
                </a:lnTo>
                <a:cubicBezTo>
                  <a:pt x="44554" y="7562"/>
                  <a:pt x="64451" y="9392"/>
                  <a:pt x="77537" y="22462"/>
                </a:cubicBezTo>
                <a:cubicBezTo>
                  <a:pt x="86230" y="31155"/>
                  <a:pt x="89836" y="42850"/>
                  <a:pt x="88607" y="54199"/>
                </a:cubicBezTo>
                <a:cubicBezTo>
                  <a:pt x="88447" y="55668"/>
                  <a:pt x="88874" y="57136"/>
                  <a:pt x="89795" y="58285"/>
                </a:cubicBezTo>
                <a:cubicBezTo>
                  <a:pt x="90263" y="58859"/>
                  <a:pt x="90823" y="59326"/>
                  <a:pt x="91464" y="59687"/>
                </a:cubicBezTo>
                <a:cubicBezTo>
                  <a:pt x="92106" y="60034"/>
                  <a:pt x="92813" y="60248"/>
                  <a:pt x="93534" y="60328"/>
                </a:cubicBezTo>
                <a:cubicBezTo>
                  <a:pt x="94269" y="60408"/>
                  <a:pt x="95003" y="60341"/>
                  <a:pt x="95697" y="60141"/>
                </a:cubicBezTo>
                <a:cubicBezTo>
                  <a:pt x="96405" y="59941"/>
                  <a:pt x="97060" y="59593"/>
                  <a:pt x="97620" y="59139"/>
                </a:cubicBezTo>
                <a:cubicBezTo>
                  <a:pt x="98782" y="58205"/>
                  <a:pt x="99517" y="56870"/>
                  <a:pt x="99677" y="55401"/>
                </a:cubicBezTo>
                <a:cubicBezTo>
                  <a:pt x="101239" y="40888"/>
                  <a:pt x="96552" y="25734"/>
                  <a:pt x="85402" y="14599"/>
                </a:cubicBezTo>
                <a:cubicBezTo>
                  <a:pt x="67642" y="-3159"/>
                  <a:pt x="39733" y="-4694"/>
                  <a:pt x="20158" y="9872"/>
                </a:cubicBezTo>
                <a:lnTo>
                  <a:pt x="20158" y="6734"/>
                </a:lnTo>
                <a:cubicBezTo>
                  <a:pt x="20171" y="5613"/>
                  <a:pt x="19850" y="4504"/>
                  <a:pt x="19222" y="3570"/>
                </a:cubicBezTo>
                <a:cubicBezTo>
                  <a:pt x="18609" y="2636"/>
                  <a:pt x="17714" y="1914"/>
                  <a:pt x="16672" y="1501"/>
                </a:cubicBezTo>
                <a:cubicBezTo>
                  <a:pt x="15644" y="1074"/>
                  <a:pt x="14496" y="980"/>
                  <a:pt x="13401" y="1220"/>
                </a:cubicBezTo>
                <a:cubicBezTo>
                  <a:pt x="12306" y="1461"/>
                  <a:pt x="11305" y="2021"/>
                  <a:pt x="10543" y="2836"/>
                </a:cubicBezTo>
                <a:close/>
                <a:moveTo>
                  <a:pt x="1850" y="41275"/>
                </a:moveTo>
                <a:cubicBezTo>
                  <a:pt x="982" y="42183"/>
                  <a:pt x="435" y="43358"/>
                  <a:pt x="328" y="44600"/>
                </a:cubicBezTo>
                <a:cubicBezTo>
                  <a:pt x="-1248" y="59113"/>
                  <a:pt x="3453" y="74266"/>
                  <a:pt x="14589" y="85402"/>
                </a:cubicBezTo>
                <a:cubicBezTo>
                  <a:pt x="32349" y="103160"/>
                  <a:pt x="60258" y="104695"/>
                  <a:pt x="79848" y="90129"/>
                </a:cubicBezTo>
                <a:lnTo>
                  <a:pt x="79848" y="93266"/>
                </a:lnTo>
                <a:cubicBezTo>
                  <a:pt x="79820" y="94014"/>
                  <a:pt x="79954" y="94748"/>
                  <a:pt x="80235" y="95442"/>
                </a:cubicBezTo>
                <a:cubicBezTo>
                  <a:pt x="80501" y="96124"/>
                  <a:pt x="80916" y="96751"/>
                  <a:pt x="81436" y="97285"/>
                </a:cubicBezTo>
                <a:cubicBezTo>
                  <a:pt x="81943" y="97805"/>
                  <a:pt x="82571" y="98232"/>
                  <a:pt x="83252" y="98513"/>
                </a:cubicBezTo>
                <a:cubicBezTo>
                  <a:pt x="83934" y="98807"/>
                  <a:pt x="84667" y="98954"/>
                  <a:pt x="85402" y="98954"/>
                </a:cubicBezTo>
                <a:cubicBezTo>
                  <a:pt x="86150" y="98954"/>
                  <a:pt x="86885" y="98807"/>
                  <a:pt x="87565" y="98513"/>
                </a:cubicBezTo>
                <a:cubicBezTo>
                  <a:pt x="88247" y="98232"/>
                  <a:pt x="88861" y="97805"/>
                  <a:pt x="89381" y="97285"/>
                </a:cubicBezTo>
                <a:cubicBezTo>
                  <a:pt x="89903" y="96751"/>
                  <a:pt x="90303" y="96124"/>
                  <a:pt x="90583" y="95442"/>
                </a:cubicBezTo>
                <a:cubicBezTo>
                  <a:pt x="90851" y="94748"/>
                  <a:pt x="90983" y="94014"/>
                  <a:pt x="90970" y="93266"/>
                </a:cubicBezTo>
                <a:lnTo>
                  <a:pt x="90970" y="78232"/>
                </a:lnTo>
                <a:cubicBezTo>
                  <a:pt x="91091" y="77391"/>
                  <a:pt x="90997" y="76523"/>
                  <a:pt x="90730" y="75696"/>
                </a:cubicBezTo>
                <a:cubicBezTo>
                  <a:pt x="90450" y="74881"/>
                  <a:pt x="89995" y="74146"/>
                  <a:pt x="89381" y="73546"/>
                </a:cubicBezTo>
                <a:cubicBezTo>
                  <a:pt x="88767" y="72931"/>
                  <a:pt x="88033" y="72478"/>
                  <a:pt x="87205" y="72211"/>
                </a:cubicBezTo>
                <a:cubicBezTo>
                  <a:pt x="86390" y="71931"/>
                  <a:pt x="85522" y="71850"/>
                  <a:pt x="84681" y="71971"/>
                </a:cubicBezTo>
                <a:lnTo>
                  <a:pt x="69672" y="71971"/>
                </a:lnTo>
                <a:cubicBezTo>
                  <a:pt x="68924" y="71971"/>
                  <a:pt x="68190" y="72104"/>
                  <a:pt x="67495" y="72384"/>
                </a:cubicBezTo>
                <a:cubicBezTo>
                  <a:pt x="66801" y="72664"/>
                  <a:pt x="66174" y="73078"/>
                  <a:pt x="65652" y="73613"/>
                </a:cubicBezTo>
                <a:cubicBezTo>
                  <a:pt x="64878" y="74387"/>
                  <a:pt x="64344" y="75388"/>
                  <a:pt x="64130" y="76469"/>
                </a:cubicBezTo>
                <a:cubicBezTo>
                  <a:pt x="63916" y="77564"/>
                  <a:pt x="64036" y="78686"/>
                  <a:pt x="64464" y="79701"/>
                </a:cubicBezTo>
                <a:cubicBezTo>
                  <a:pt x="64905" y="80729"/>
                  <a:pt x="65626" y="81597"/>
                  <a:pt x="66547" y="82197"/>
                </a:cubicBezTo>
                <a:cubicBezTo>
                  <a:pt x="67482" y="82799"/>
                  <a:pt x="68563" y="83119"/>
                  <a:pt x="69672" y="83106"/>
                </a:cubicBezTo>
                <a:lnTo>
                  <a:pt x="70473" y="83106"/>
                </a:lnTo>
                <a:cubicBezTo>
                  <a:pt x="55437" y="92452"/>
                  <a:pt x="35541" y="90622"/>
                  <a:pt x="22454" y="77538"/>
                </a:cubicBezTo>
                <a:cubicBezTo>
                  <a:pt x="13761" y="68846"/>
                  <a:pt x="10156" y="57163"/>
                  <a:pt x="11385" y="45801"/>
                </a:cubicBezTo>
                <a:cubicBezTo>
                  <a:pt x="11531" y="44640"/>
                  <a:pt x="11305" y="43465"/>
                  <a:pt x="10743" y="42437"/>
                </a:cubicBezTo>
                <a:cubicBezTo>
                  <a:pt x="10182" y="41422"/>
                  <a:pt x="9302" y="40594"/>
                  <a:pt x="8246" y="40100"/>
                </a:cubicBezTo>
                <a:cubicBezTo>
                  <a:pt x="7191" y="39593"/>
                  <a:pt x="6003" y="39446"/>
                  <a:pt x="4854" y="39646"/>
                </a:cubicBezTo>
                <a:cubicBezTo>
                  <a:pt x="3706" y="39860"/>
                  <a:pt x="2651" y="40434"/>
                  <a:pt x="1850" y="4127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9" name="Белый — SVG 31">
            <a:extLst>
              <a:ext uri="{FF2B5EF4-FFF2-40B4-BE49-F238E27FC236}">
                <a16:creationId xmlns:a16="http://schemas.microsoft.com/office/drawing/2014/main" id="{B1FDA2AC-4BBE-414B-AC6B-35F9DA7191B2}"/>
              </a:ext>
            </a:extLst>
          </p:cNvPr>
          <p:cNvSpPr>
            <a:spLocks noGrp="1"/>
          </p:cNvSpPr>
          <p:nvPr/>
        </p:nvSpPr>
        <p:spPr>
          <a:xfrm>
            <a:off x="7620000" y="5010000"/>
            <a:ext cx="220000" cy="220000"/>
          </a:xfrm>
          <a:custGeom>
            <a:avLst/>
            <a:gdLst>
              <a:gd name="csX0" fmla="*/ 13321 w 127360"/>
              <a:gd name="csY0" fmla="*/ 3584 h 127437"/>
              <a:gd name="csX1" fmla="*/ 11449 w 127360"/>
              <a:gd name="csY1" fmla="*/ 8517 h 127437"/>
              <a:gd name="csX2" fmla="*/ 11449 w 127360"/>
              <a:gd name="csY2" fmla="*/ 27740 h 127437"/>
              <a:gd name="csX3" fmla="*/ 17574 w 127360"/>
              <a:gd name="csY3" fmla="*/ 35735 h 127437"/>
              <a:gd name="csX4" fmla="*/ 19445 w 127360"/>
              <a:gd name="csY4" fmla="*/ 35735 h 127437"/>
              <a:gd name="csX5" fmla="*/ 38500 w 127360"/>
              <a:gd name="csY5" fmla="*/ 35735 h 127437"/>
              <a:gd name="csX6" fmla="*/ 45816 w 127360"/>
              <a:gd name="csY6" fmla="*/ 28761 h 127437"/>
              <a:gd name="csX7" fmla="*/ 38841 w 127360"/>
              <a:gd name="csY7" fmla="*/ 21446 h 127437"/>
              <a:gd name="csX8" fmla="*/ 38500 w 127360"/>
              <a:gd name="csY8" fmla="*/ 21446 h 127437"/>
              <a:gd name="csX9" fmla="*/ 37480 w 127360"/>
              <a:gd name="csY9" fmla="*/ 21446 h 127437"/>
              <a:gd name="csX10" fmla="*/ 98727 w 127360"/>
              <a:gd name="csY10" fmla="*/ 28591 h 127437"/>
              <a:gd name="csX11" fmla="*/ 112849 w 127360"/>
              <a:gd name="csY11" fmla="*/ 69077 h 127437"/>
              <a:gd name="csX12" fmla="*/ 119143 w 127360"/>
              <a:gd name="csY12" fmla="*/ 76902 h 127437"/>
              <a:gd name="csX13" fmla="*/ 126970 w 127360"/>
              <a:gd name="csY13" fmla="*/ 70608 h 127437"/>
              <a:gd name="csX14" fmla="*/ 108766 w 127360"/>
              <a:gd name="csY14" fmla="*/ 18554 h 127437"/>
              <a:gd name="csX15" fmla="*/ 25570 w 127360"/>
              <a:gd name="csY15" fmla="*/ 12600 h 127437"/>
              <a:gd name="csX16" fmla="*/ 25570 w 127360"/>
              <a:gd name="csY16" fmla="*/ 8517 h 127437"/>
              <a:gd name="csX17" fmla="*/ 18594 w 127360"/>
              <a:gd name="csY17" fmla="*/ 1373 h 127437"/>
              <a:gd name="csX18" fmla="*/ 13321 w 127360"/>
              <a:gd name="csY18" fmla="*/ 3584 h 127437"/>
              <a:gd name="csX19" fmla="*/ 2262 w 127360"/>
              <a:gd name="csY19" fmla="*/ 52576 h 127437"/>
              <a:gd name="csX20" fmla="*/ 390 w 127360"/>
              <a:gd name="csY20" fmla="*/ 56829 h 127437"/>
              <a:gd name="csX21" fmla="*/ 18594 w 127360"/>
              <a:gd name="csY21" fmla="*/ 108883 h 127437"/>
              <a:gd name="csX22" fmla="*/ 101790 w 127360"/>
              <a:gd name="csY22" fmla="*/ 114837 h 127437"/>
              <a:gd name="csX23" fmla="*/ 101790 w 127360"/>
              <a:gd name="csY23" fmla="*/ 118920 h 127437"/>
              <a:gd name="csX24" fmla="*/ 108766 w 127360"/>
              <a:gd name="csY24" fmla="*/ 126234 h 127437"/>
              <a:gd name="csX25" fmla="*/ 116081 w 127360"/>
              <a:gd name="csY25" fmla="*/ 119260 h 127437"/>
              <a:gd name="csX26" fmla="*/ 116081 w 127360"/>
              <a:gd name="csY26" fmla="*/ 118920 h 127437"/>
              <a:gd name="csX27" fmla="*/ 116081 w 127360"/>
              <a:gd name="csY27" fmla="*/ 99697 h 127437"/>
              <a:gd name="csX28" fmla="*/ 109956 w 127360"/>
              <a:gd name="csY28" fmla="*/ 91702 h 127437"/>
              <a:gd name="csX29" fmla="*/ 108085 w 127360"/>
              <a:gd name="csY29" fmla="*/ 91702 h 127437"/>
              <a:gd name="csX30" fmla="*/ 89030 w 127360"/>
              <a:gd name="csY30" fmla="*/ 91702 h 127437"/>
              <a:gd name="csX31" fmla="*/ 83926 w 127360"/>
              <a:gd name="csY31" fmla="*/ 93743 h 127437"/>
              <a:gd name="csX32" fmla="*/ 83926 w 127360"/>
              <a:gd name="csY32" fmla="*/ 103780 h 127437"/>
              <a:gd name="csX33" fmla="*/ 89030 w 127360"/>
              <a:gd name="csY33" fmla="*/ 105821 h 127437"/>
              <a:gd name="csX34" fmla="*/ 90051 w 127360"/>
              <a:gd name="csY34" fmla="*/ 105821 h 127437"/>
              <a:gd name="csX35" fmla="*/ 28803 w 127360"/>
              <a:gd name="csY35" fmla="*/ 98676 h 127437"/>
              <a:gd name="csX36" fmla="*/ 14681 w 127360"/>
              <a:gd name="csY36" fmla="*/ 58190 h 127437"/>
              <a:gd name="csX37" fmla="*/ 8557 w 127360"/>
              <a:gd name="csY37" fmla="*/ 50365 h 127437"/>
              <a:gd name="csX38" fmla="*/ 2602 w 127360"/>
              <a:gd name="csY38" fmla="*/ 52576 h 127437"/>
              <a:gd name="csX39" fmla="*/ 2262 w 127360"/>
              <a:gd name="csY39" fmla="*/ 52576 h 127437"/>
              <a:gd name="csX40" fmla="*/ 63510 w 127360"/>
              <a:gd name="csY40" fmla="*/ 36075 h 127437"/>
              <a:gd name="csX41" fmla="*/ 34928 w 127360"/>
              <a:gd name="csY41" fmla="*/ 64654 h 127437"/>
              <a:gd name="csX42" fmla="*/ 63510 w 127360"/>
              <a:gd name="csY42" fmla="*/ 93233 h 127437"/>
              <a:gd name="csX43" fmla="*/ 92092 w 127360"/>
              <a:gd name="csY43" fmla="*/ 64654 h 127437"/>
              <a:gd name="csX44" fmla="*/ 63510 w 127360"/>
              <a:gd name="csY44" fmla="*/ 36075 h 127437"/>
              <a:gd name="csX45" fmla="*/ 57215 w 127360"/>
              <a:gd name="csY45" fmla="*/ 50365 h 127437"/>
              <a:gd name="csX46" fmla="*/ 67934 w 127360"/>
              <a:gd name="csY46" fmla="*/ 50365 h 127437"/>
              <a:gd name="csX47" fmla="*/ 76440 w 127360"/>
              <a:gd name="csY47" fmla="*/ 58870 h 127437"/>
              <a:gd name="csX48" fmla="*/ 67934 w 127360"/>
              <a:gd name="csY48" fmla="*/ 67376 h 127437"/>
              <a:gd name="csX49" fmla="*/ 59427 w 127360"/>
              <a:gd name="csY49" fmla="*/ 67376 h 127437"/>
              <a:gd name="csX50" fmla="*/ 59427 w 127360"/>
              <a:gd name="csY50" fmla="*/ 70268 h 127437"/>
              <a:gd name="csX51" fmla="*/ 68784 w 127360"/>
              <a:gd name="csY51" fmla="*/ 70268 h 127437"/>
              <a:gd name="csX52" fmla="*/ 70996 w 127360"/>
              <a:gd name="csY52" fmla="*/ 72479 h 127437"/>
              <a:gd name="csX53" fmla="*/ 68784 w 127360"/>
              <a:gd name="csY53" fmla="*/ 74691 h 127437"/>
              <a:gd name="csX54" fmla="*/ 59427 w 127360"/>
              <a:gd name="csY54" fmla="*/ 74691 h 127437"/>
              <a:gd name="csX55" fmla="*/ 59427 w 127360"/>
              <a:gd name="csY55" fmla="*/ 78263 h 127437"/>
              <a:gd name="csX56" fmla="*/ 57215 w 127360"/>
              <a:gd name="csY56" fmla="*/ 80475 h 127437"/>
              <a:gd name="csX57" fmla="*/ 55003 w 127360"/>
              <a:gd name="csY57" fmla="*/ 78263 h 127437"/>
              <a:gd name="csX58" fmla="*/ 55003 w 127360"/>
              <a:gd name="csY58" fmla="*/ 74691 h 127437"/>
              <a:gd name="csX59" fmla="*/ 52792 w 127360"/>
              <a:gd name="csY59" fmla="*/ 74691 h 127437"/>
              <a:gd name="csX60" fmla="*/ 50580 w 127360"/>
              <a:gd name="csY60" fmla="*/ 72479 h 127437"/>
              <a:gd name="csX61" fmla="*/ 52792 w 127360"/>
              <a:gd name="csY61" fmla="*/ 70268 h 127437"/>
              <a:gd name="csX62" fmla="*/ 55003 w 127360"/>
              <a:gd name="csY62" fmla="*/ 70268 h 127437"/>
              <a:gd name="csX63" fmla="*/ 55003 w 127360"/>
              <a:gd name="csY63" fmla="*/ 67376 h 127437"/>
              <a:gd name="csX64" fmla="*/ 52792 w 127360"/>
              <a:gd name="csY64" fmla="*/ 67376 h 127437"/>
              <a:gd name="csX65" fmla="*/ 50580 w 127360"/>
              <a:gd name="csY65" fmla="*/ 65165 h 127437"/>
              <a:gd name="csX66" fmla="*/ 52792 w 127360"/>
              <a:gd name="csY66" fmla="*/ 62953 h 127437"/>
              <a:gd name="csX67" fmla="*/ 55003 w 127360"/>
              <a:gd name="csY67" fmla="*/ 62953 h 127437"/>
              <a:gd name="csX68" fmla="*/ 55003 w 127360"/>
              <a:gd name="csY68" fmla="*/ 52236 h 127437"/>
              <a:gd name="csX69" fmla="*/ 57215 w 127360"/>
              <a:gd name="csY69" fmla="*/ 50025 h 127437"/>
              <a:gd name="csX70" fmla="*/ 57215 w 127360"/>
              <a:gd name="csY70" fmla="*/ 50365 h 127437"/>
              <a:gd name="csX71" fmla="*/ 59257 w 127360"/>
              <a:gd name="csY71" fmla="*/ 54618 h 127437"/>
              <a:gd name="csX72" fmla="*/ 59257 w 127360"/>
              <a:gd name="csY72" fmla="*/ 63123 h 127437"/>
              <a:gd name="csX73" fmla="*/ 67763 w 127360"/>
              <a:gd name="csY73" fmla="*/ 63123 h 127437"/>
              <a:gd name="csX74" fmla="*/ 72017 w 127360"/>
              <a:gd name="csY74" fmla="*/ 58870 h 127437"/>
              <a:gd name="csX75" fmla="*/ 67763 w 127360"/>
              <a:gd name="csY75" fmla="*/ 54618 h 127437"/>
              <a:gd name="csX76" fmla="*/ 59257 w 127360"/>
              <a:gd name="csY76" fmla="*/ 54618 h 127437"/>
            </a:gdLst>
            <a:ahLst/>
            <a:cxnLst/>
            <a:rect l="l" t="t" r="r" b="b"/>
            <a:pathLst>
              <a:path w="100000" h="100000">
                <a:moveTo>
                  <a:pt x="10483" y="2812"/>
                </a:moveTo>
                <a:cubicBezTo>
                  <a:pt x="9548" y="3880"/>
                  <a:pt x="9014" y="5215"/>
                  <a:pt x="9014" y="6683"/>
                </a:cubicBezTo>
                <a:lnTo>
                  <a:pt x="9014" y="21768"/>
                </a:lnTo>
                <a:cubicBezTo>
                  <a:pt x="8613" y="24838"/>
                  <a:pt x="10750" y="27641"/>
                  <a:pt x="13821" y="28041"/>
                </a:cubicBezTo>
                <a:cubicBezTo>
                  <a:pt x="14354" y="28041"/>
                  <a:pt x="14889" y="28041"/>
                  <a:pt x="15289" y="28041"/>
                </a:cubicBezTo>
                <a:lnTo>
                  <a:pt x="30241" y="28041"/>
                </a:lnTo>
                <a:cubicBezTo>
                  <a:pt x="33312" y="28041"/>
                  <a:pt x="35849" y="25639"/>
                  <a:pt x="35982" y="22569"/>
                </a:cubicBezTo>
                <a:cubicBezTo>
                  <a:pt x="35982" y="19498"/>
                  <a:pt x="33579" y="16962"/>
                  <a:pt x="30509" y="16829"/>
                </a:cubicBezTo>
                <a:cubicBezTo>
                  <a:pt x="30509" y="16829"/>
                  <a:pt x="30375" y="16829"/>
                  <a:pt x="30241" y="16829"/>
                </a:cubicBezTo>
                <a:lnTo>
                  <a:pt x="29441" y="16829"/>
                </a:lnTo>
                <a:cubicBezTo>
                  <a:pt x="44527" y="7484"/>
                  <a:pt x="64419" y="9354"/>
                  <a:pt x="77501" y="22435"/>
                </a:cubicBezTo>
                <a:cubicBezTo>
                  <a:pt x="90586" y="35516"/>
                  <a:pt x="89784" y="42859"/>
                  <a:pt x="88583" y="54205"/>
                </a:cubicBezTo>
                <a:cubicBezTo>
                  <a:pt x="88315" y="57275"/>
                  <a:pt x="90452" y="59945"/>
                  <a:pt x="93522" y="60345"/>
                </a:cubicBezTo>
                <a:cubicBezTo>
                  <a:pt x="96593" y="60745"/>
                  <a:pt x="99264" y="58477"/>
                  <a:pt x="99664" y="55406"/>
                </a:cubicBezTo>
                <a:cubicBezTo>
                  <a:pt x="101266" y="40856"/>
                  <a:pt x="96593" y="25772"/>
                  <a:pt x="85379" y="14559"/>
                </a:cubicBezTo>
                <a:cubicBezTo>
                  <a:pt x="67489" y="-3195"/>
                  <a:pt x="39586" y="-4663"/>
                  <a:pt x="20095" y="9887"/>
                </a:cubicBezTo>
                <a:lnTo>
                  <a:pt x="20095" y="6683"/>
                </a:lnTo>
                <a:cubicBezTo>
                  <a:pt x="20095" y="3614"/>
                  <a:pt x="17692" y="1077"/>
                  <a:pt x="14621" y="1077"/>
                </a:cubicBezTo>
                <a:cubicBezTo>
                  <a:pt x="13019" y="1077"/>
                  <a:pt x="11550" y="1744"/>
                  <a:pt x="10483" y="2812"/>
                </a:cubicBezTo>
                <a:close/>
                <a:moveTo>
                  <a:pt x="1805" y="41256"/>
                </a:moveTo>
                <a:cubicBezTo>
                  <a:pt x="1004" y="42191"/>
                  <a:pt x="336" y="43392"/>
                  <a:pt x="336" y="44594"/>
                </a:cubicBezTo>
                <a:cubicBezTo>
                  <a:pt x="-1265" y="59144"/>
                  <a:pt x="3407" y="74228"/>
                  <a:pt x="14621" y="85441"/>
                </a:cubicBezTo>
                <a:cubicBezTo>
                  <a:pt x="32377" y="103195"/>
                  <a:pt x="60280" y="104663"/>
                  <a:pt x="79905" y="90113"/>
                </a:cubicBezTo>
                <a:lnTo>
                  <a:pt x="79905" y="93317"/>
                </a:lnTo>
                <a:cubicBezTo>
                  <a:pt x="79905" y="96386"/>
                  <a:pt x="82308" y="98923"/>
                  <a:pt x="85379" y="99056"/>
                </a:cubicBezTo>
                <a:cubicBezTo>
                  <a:pt x="88450" y="99189"/>
                  <a:pt x="90986" y="96653"/>
                  <a:pt x="91119" y="93583"/>
                </a:cubicBezTo>
                <a:cubicBezTo>
                  <a:pt x="91119" y="93583"/>
                  <a:pt x="91119" y="93450"/>
                  <a:pt x="91119" y="93317"/>
                </a:cubicBezTo>
                <a:lnTo>
                  <a:pt x="91119" y="78232"/>
                </a:lnTo>
                <a:cubicBezTo>
                  <a:pt x="91519" y="75163"/>
                  <a:pt x="89384" y="72359"/>
                  <a:pt x="86313" y="71959"/>
                </a:cubicBezTo>
                <a:cubicBezTo>
                  <a:pt x="85779" y="71959"/>
                  <a:pt x="85246" y="71959"/>
                  <a:pt x="84845" y="71959"/>
                </a:cubicBezTo>
                <a:lnTo>
                  <a:pt x="69892" y="71959"/>
                </a:lnTo>
                <a:cubicBezTo>
                  <a:pt x="68424" y="71959"/>
                  <a:pt x="66955" y="72492"/>
                  <a:pt x="65887" y="73560"/>
                </a:cubicBezTo>
                <a:cubicBezTo>
                  <a:pt x="63751" y="75696"/>
                  <a:pt x="63751" y="79300"/>
                  <a:pt x="65887" y="81436"/>
                </a:cubicBezTo>
                <a:cubicBezTo>
                  <a:pt x="66955" y="82504"/>
                  <a:pt x="68424" y="83038"/>
                  <a:pt x="69892" y="83038"/>
                </a:cubicBezTo>
                <a:lnTo>
                  <a:pt x="70693" y="83038"/>
                </a:lnTo>
                <a:cubicBezTo>
                  <a:pt x="55607" y="92382"/>
                  <a:pt x="35715" y="90513"/>
                  <a:pt x="22632" y="77431"/>
                </a:cubicBezTo>
                <a:cubicBezTo>
                  <a:pt x="9548" y="64349"/>
                  <a:pt x="10349" y="57008"/>
                  <a:pt x="11550" y="45662"/>
                </a:cubicBezTo>
                <a:cubicBezTo>
                  <a:pt x="11951" y="42591"/>
                  <a:pt x="9815" y="39788"/>
                  <a:pt x="6745" y="39521"/>
                </a:cubicBezTo>
                <a:cubicBezTo>
                  <a:pt x="5009" y="39255"/>
                  <a:pt x="3273" y="39922"/>
                  <a:pt x="2072" y="41256"/>
                </a:cubicBezTo>
                <a:lnTo>
                  <a:pt x="1805" y="41256"/>
                </a:lnTo>
                <a:close/>
                <a:moveTo>
                  <a:pt x="49867" y="28308"/>
                </a:moveTo>
                <a:cubicBezTo>
                  <a:pt x="37584" y="28308"/>
                  <a:pt x="27438" y="38320"/>
                  <a:pt x="27438" y="50734"/>
                </a:cubicBezTo>
                <a:cubicBezTo>
                  <a:pt x="27438" y="63149"/>
                  <a:pt x="37451" y="73160"/>
                  <a:pt x="49867" y="73160"/>
                </a:cubicBezTo>
                <a:cubicBezTo>
                  <a:pt x="62282" y="73160"/>
                  <a:pt x="72295" y="63149"/>
                  <a:pt x="72295" y="50734"/>
                </a:cubicBezTo>
                <a:cubicBezTo>
                  <a:pt x="72295" y="38320"/>
                  <a:pt x="62282" y="28308"/>
                  <a:pt x="49867" y="28308"/>
                </a:cubicBezTo>
                <a:close/>
                <a:moveTo>
                  <a:pt x="44927" y="39521"/>
                </a:moveTo>
                <a:lnTo>
                  <a:pt x="53338" y="39521"/>
                </a:lnTo>
                <a:cubicBezTo>
                  <a:pt x="57076" y="39521"/>
                  <a:pt x="60013" y="42591"/>
                  <a:pt x="60013" y="46195"/>
                </a:cubicBezTo>
                <a:cubicBezTo>
                  <a:pt x="60013" y="49800"/>
                  <a:pt x="56942" y="52870"/>
                  <a:pt x="53338" y="52870"/>
                </a:cubicBezTo>
                <a:lnTo>
                  <a:pt x="46663" y="52870"/>
                </a:lnTo>
                <a:lnTo>
                  <a:pt x="46663" y="55139"/>
                </a:lnTo>
                <a:lnTo>
                  <a:pt x="54005" y="55139"/>
                </a:lnTo>
                <a:cubicBezTo>
                  <a:pt x="54940" y="55139"/>
                  <a:pt x="55741" y="55940"/>
                  <a:pt x="55741" y="56874"/>
                </a:cubicBezTo>
                <a:cubicBezTo>
                  <a:pt x="55741" y="57809"/>
                  <a:pt x="54940" y="58610"/>
                  <a:pt x="54005" y="58610"/>
                </a:cubicBezTo>
                <a:lnTo>
                  <a:pt x="46663" y="58610"/>
                </a:lnTo>
                <a:lnTo>
                  <a:pt x="46663" y="61413"/>
                </a:lnTo>
                <a:cubicBezTo>
                  <a:pt x="46663" y="62348"/>
                  <a:pt x="45861" y="63149"/>
                  <a:pt x="44927" y="63149"/>
                </a:cubicBezTo>
                <a:cubicBezTo>
                  <a:pt x="43992" y="63149"/>
                  <a:pt x="43191" y="62348"/>
                  <a:pt x="43191" y="61413"/>
                </a:cubicBezTo>
                <a:lnTo>
                  <a:pt x="43191" y="58610"/>
                </a:lnTo>
                <a:lnTo>
                  <a:pt x="41456" y="58610"/>
                </a:lnTo>
                <a:cubicBezTo>
                  <a:pt x="40522" y="58610"/>
                  <a:pt x="39720" y="57809"/>
                  <a:pt x="39720" y="56874"/>
                </a:cubicBezTo>
                <a:cubicBezTo>
                  <a:pt x="39720" y="55940"/>
                  <a:pt x="40522" y="55139"/>
                  <a:pt x="41456" y="55139"/>
                </a:cubicBezTo>
                <a:lnTo>
                  <a:pt x="43191" y="55139"/>
                </a:lnTo>
                <a:lnTo>
                  <a:pt x="43191" y="52870"/>
                </a:lnTo>
                <a:lnTo>
                  <a:pt x="41456" y="52870"/>
                </a:lnTo>
                <a:cubicBezTo>
                  <a:pt x="40522" y="52870"/>
                  <a:pt x="39720" y="52069"/>
                  <a:pt x="39720" y="51135"/>
                </a:cubicBezTo>
                <a:cubicBezTo>
                  <a:pt x="39720" y="50200"/>
                  <a:pt x="40522" y="49399"/>
                  <a:pt x="41456" y="49399"/>
                </a:cubicBezTo>
                <a:lnTo>
                  <a:pt x="43191" y="49399"/>
                </a:lnTo>
                <a:lnTo>
                  <a:pt x="43191" y="40990"/>
                </a:lnTo>
                <a:cubicBezTo>
                  <a:pt x="43191" y="40055"/>
                  <a:pt x="43992" y="39255"/>
                  <a:pt x="44927" y="39255"/>
                </a:cubicBezTo>
                <a:lnTo>
                  <a:pt x="44927" y="39521"/>
                </a:lnTo>
                <a:close/>
                <a:moveTo>
                  <a:pt x="46529" y="42859"/>
                </a:moveTo>
                <a:lnTo>
                  <a:pt x="46529" y="49533"/>
                </a:lnTo>
                <a:lnTo>
                  <a:pt x="53204" y="49533"/>
                </a:lnTo>
                <a:cubicBezTo>
                  <a:pt x="55073" y="49533"/>
                  <a:pt x="56542" y="48065"/>
                  <a:pt x="56542" y="46195"/>
                </a:cubicBezTo>
                <a:cubicBezTo>
                  <a:pt x="56542" y="44327"/>
                  <a:pt x="55073" y="42859"/>
                  <a:pt x="53204" y="42859"/>
                </a:cubicBezTo>
                <a:lnTo>
                  <a:pt x="46529" y="4285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0" name="Белый — SVG 32">
            <a:extLst>
              <a:ext uri="{FF2B5EF4-FFF2-40B4-BE49-F238E27FC236}">
                <a16:creationId xmlns:a16="http://schemas.microsoft.com/office/drawing/2014/main" id="{A8B3AF30-8483-3B4A-9613-42FF82A990D6}"/>
              </a:ext>
            </a:extLst>
          </p:cNvPr>
          <p:cNvSpPr>
            <a:spLocks noGrp="1"/>
          </p:cNvSpPr>
          <p:nvPr/>
        </p:nvSpPr>
        <p:spPr>
          <a:xfrm>
            <a:off x="8220000" y="5010000"/>
            <a:ext cx="220000" cy="220000"/>
          </a:xfrm>
          <a:custGeom>
            <a:avLst/>
            <a:gdLst>
              <a:gd name="csX0" fmla="*/ 44509 w 136722"/>
              <a:gd name="csY0" fmla="*/ 58348 h 157522"/>
              <a:gd name="csX1" fmla="*/ 37364 w 136722"/>
              <a:gd name="csY1" fmla="*/ 65323 h 157522"/>
              <a:gd name="csX2" fmla="*/ 44339 w 136722"/>
              <a:gd name="csY2" fmla="*/ 72467 h 157522"/>
              <a:gd name="csX3" fmla="*/ 44509 w 136722"/>
              <a:gd name="csY3" fmla="*/ 72467 h 157522"/>
              <a:gd name="csX4" fmla="*/ 55738 w 136722"/>
              <a:gd name="csY4" fmla="*/ 72467 h 157522"/>
              <a:gd name="csX5" fmla="*/ 51825 w 136722"/>
              <a:gd name="csY5" fmla="*/ 76380 h 157522"/>
              <a:gd name="csX6" fmla="*/ 6059 w 136722"/>
              <a:gd name="csY6" fmla="*/ 102747 h 157522"/>
              <a:gd name="csX7" fmla="*/ 104 w 136722"/>
              <a:gd name="csY7" fmla="*/ 110742 h 157522"/>
              <a:gd name="csX8" fmla="*/ 8101 w 136722"/>
              <a:gd name="csY8" fmla="*/ 116696 h 157522"/>
              <a:gd name="csX9" fmla="*/ 8441 w 136722"/>
              <a:gd name="csY9" fmla="*/ 116696 h 157522"/>
              <a:gd name="csX10" fmla="*/ 61863 w 136722"/>
              <a:gd name="csY10" fmla="*/ 86416 h 157522"/>
              <a:gd name="csX11" fmla="*/ 65776 w 136722"/>
              <a:gd name="csY11" fmla="*/ 82504 h 157522"/>
              <a:gd name="csX12" fmla="*/ 65776 w 136722"/>
              <a:gd name="csY12" fmla="*/ 93731 h 157522"/>
              <a:gd name="csX13" fmla="*/ 72752 w 136722"/>
              <a:gd name="csY13" fmla="*/ 100876 h 157522"/>
              <a:gd name="csX14" fmla="*/ 79897 w 136722"/>
              <a:gd name="csY14" fmla="*/ 93901 h 157522"/>
              <a:gd name="csX15" fmla="*/ 79897 w 136722"/>
              <a:gd name="csY15" fmla="*/ 93731 h 157522"/>
              <a:gd name="csX16" fmla="*/ 79897 w 136722"/>
              <a:gd name="csY16" fmla="*/ 65323 h 157522"/>
              <a:gd name="csX17" fmla="*/ 72752 w 136722"/>
              <a:gd name="csY17" fmla="*/ 58178 h 157522"/>
              <a:gd name="csX18" fmla="*/ 44339 w 136722"/>
              <a:gd name="csY18" fmla="*/ 58178 h 157522"/>
              <a:gd name="csX19" fmla="*/ 44509 w 136722"/>
              <a:gd name="csY19" fmla="*/ 58348 h 157522"/>
              <a:gd name="csX20" fmla="*/ 104737 w 136722"/>
              <a:gd name="csY20" fmla="*/ 83014 h 157522"/>
              <a:gd name="csX21" fmla="*/ 97761 w 136722"/>
              <a:gd name="csY21" fmla="*/ 90159 h 157522"/>
              <a:gd name="csX22" fmla="*/ 97761 w 136722"/>
              <a:gd name="csY22" fmla="*/ 150378 h 157522"/>
              <a:gd name="csX23" fmla="*/ 104737 w 136722"/>
              <a:gd name="csY23" fmla="*/ 157523 h 157522"/>
              <a:gd name="csX24" fmla="*/ 111882 w 136722"/>
              <a:gd name="csY24" fmla="*/ 150548 h 157522"/>
              <a:gd name="csX25" fmla="*/ 111882 w 136722"/>
              <a:gd name="csY25" fmla="*/ 150378 h 157522"/>
              <a:gd name="csX26" fmla="*/ 111882 w 136722"/>
              <a:gd name="csY26" fmla="*/ 90159 h 157522"/>
              <a:gd name="csX27" fmla="*/ 104907 w 136722"/>
              <a:gd name="csY27" fmla="*/ 83014 h 157522"/>
              <a:gd name="csX28" fmla="*/ 104737 w 136722"/>
              <a:gd name="csY28" fmla="*/ 83014 h 157522"/>
              <a:gd name="csX29" fmla="*/ 72752 w 136722"/>
              <a:gd name="csY29" fmla="*/ 111423 h 157522"/>
              <a:gd name="csX30" fmla="*/ 65776 w 136722"/>
              <a:gd name="csY30" fmla="*/ 118567 h 157522"/>
              <a:gd name="csX31" fmla="*/ 65776 w 136722"/>
              <a:gd name="csY31" fmla="*/ 150378 h 157522"/>
              <a:gd name="csX32" fmla="*/ 72752 w 136722"/>
              <a:gd name="csY32" fmla="*/ 157523 h 157522"/>
              <a:gd name="csX33" fmla="*/ 79897 w 136722"/>
              <a:gd name="csY33" fmla="*/ 150548 h 157522"/>
              <a:gd name="csX34" fmla="*/ 79897 w 136722"/>
              <a:gd name="csY34" fmla="*/ 150378 h 157522"/>
              <a:gd name="csX35" fmla="*/ 79897 w 136722"/>
              <a:gd name="csY35" fmla="*/ 118567 h 157522"/>
              <a:gd name="csX36" fmla="*/ 72922 w 136722"/>
              <a:gd name="csY36" fmla="*/ 111423 h 157522"/>
              <a:gd name="csX37" fmla="*/ 72752 w 136722"/>
              <a:gd name="csY37" fmla="*/ 111423 h 157522"/>
              <a:gd name="csX38" fmla="*/ 40937 w 136722"/>
              <a:gd name="csY38" fmla="*/ 125542 h 157522"/>
              <a:gd name="csX39" fmla="*/ 33961 w 136722"/>
              <a:gd name="csY39" fmla="*/ 132687 h 157522"/>
              <a:gd name="csX40" fmla="*/ 33961 w 136722"/>
              <a:gd name="csY40" fmla="*/ 150378 h 157522"/>
              <a:gd name="csX41" fmla="*/ 40937 w 136722"/>
              <a:gd name="csY41" fmla="*/ 157523 h 157522"/>
              <a:gd name="csX42" fmla="*/ 48082 w 136722"/>
              <a:gd name="csY42" fmla="*/ 150548 h 157522"/>
              <a:gd name="csX43" fmla="*/ 48082 w 136722"/>
              <a:gd name="csY43" fmla="*/ 150378 h 157522"/>
              <a:gd name="csX44" fmla="*/ 48082 w 136722"/>
              <a:gd name="csY44" fmla="*/ 132687 h 157522"/>
              <a:gd name="csX45" fmla="*/ 41107 w 136722"/>
              <a:gd name="csY45" fmla="*/ 125542 h 157522"/>
              <a:gd name="csX46" fmla="*/ 40937 w 136722"/>
              <a:gd name="csY46" fmla="*/ 125542 h 157522"/>
              <a:gd name="csX47" fmla="*/ 8951 w 136722"/>
              <a:gd name="csY47" fmla="*/ 132687 h 157522"/>
              <a:gd name="csX48" fmla="*/ 1976 w 136722"/>
              <a:gd name="csY48" fmla="*/ 139831 h 157522"/>
              <a:gd name="csX49" fmla="*/ 1976 w 136722"/>
              <a:gd name="csY49" fmla="*/ 150378 h 157522"/>
              <a:gd name="csX50" fmla="*/ 8951 w 136722"/>
              <a:gd name="csY50" fmla="*/ 157523 h 157522"/>
              <a:gd name="csX51" fmla="*/ 16097 w 136722"/>
              <a:gd name="csY51" fmla="*/ 150548 h 157522"/>
              <a:gd name="csX52" fmla="*/ 16097 w 136722"/>
              <a:gd name="csY52" fmla="*/ 150378 h 157522"/>
              <a:gd name="csX53" fmla="*/ 16097 w 136722"/>
              <a:gd name="csY53" fmla="*/ 139831 h 157522"/>
              <a:gd name="csX54" fmla="*/ 9122 w 136722"/>
              <a:gd name="csY54" fmla="*/ 132687 h 157522"/>
              <a:gd name="csX55" fmla="*/ 8951 w 136722"/>
              <a:gd name="csY55" fmla="*/ 132687 h 157522"/>
              <a:gd name="csX56" fmla="*/ 104737 w 136722"/>
              <a:gd name="csY56" fmla="*/ 0 h 157522"/>
              <a:gd name="csX57" fmla="*/ 72752 w 136722"/>
              <a:gd name="csY57" fmla="*/ 31981 h 157522"/>
              <a:gd name="csX58" fmla="*/ 104737 w 136722"/>
              <a:gd name="csY58" fmla="*/ 63962 h 157522"/>
              <a:gd name="csX59" fmla="*/ 136722 w 136722"/>
              <a:gd name="csY59" fmla="*/ 31981 h 157522"/>
              <a:gd name="csX60" fmla="*/ 104737 w 136722"/>
              <a:gd name="csY60" fmla="*/ 0 h 157522"/>
              <a:gd name="csX61" fmla="*/ 97591 w 136722"/>
              <a:gd name="csY61" fmla="*/ 15990 h 157522"/>
              <a:gd name="csX62" fmla="*/ 109501 w 136722"/>
              <a:gd name="csY62" fmla="*/ 15990 h 157522"/>
              <a:gd name="csX63" fmla="*/ 119028 w 136722"/>
              <a:gd name="csY63" fmla="*/ 25517 h 157522"/>
              <a:gd name="csX64" fmla="*/ 109501 w 136722"/>
              <a:gd name="csY64" fmla="*/ 35043 h 157522"/>
              <a:gd name="csX65" fmla="*/ 99973 w 136722"/>
              <a:gd name="csY65" fmla="*/ 35043 h 157522"/>
              <a:gd name="csX66" fmla="*/ 99973 w 136722"/>
              <a:gd name="csY66" fmla="*/ 38275 h 157522"/>
              <a:gd name="csX67" fmla="*/ 110351 w 136722"/>
              <a:gd name="csY67" fmla="*/ 38275 h 157522"/>
              <a:gd name="csX68" fmla="*/ 112733 w 136722"/>
              <a:gd name="csY68" fmla="*/ 40657 h 157522"/>
              <a:gd name="csX69" fmla="*/ 110351 w 136722"/>
              <a:gd name="csY69" fmla="*/ 43038 h 157522"/>
              <a:gd name="csX70" fmla="*/ 99973 w 136722"/>
              <a:gd name="csY70" fmla="*/ 43038 h 157522"/>
              <a:gd name="csX71" fmla="*/ 99973 w 136722"/>
              <a:gd name="csY71" fmla="*/ 46951 h 157522"/>
              <a:gd name="csX72" fmla="*/ 97591 w 136722"/>
              <a:gd name="csY72" fmla="*/ 49332 h 157522"/>
              <a:gd name="csX73" fmla="*/ 95209 w 136722"/>
              <a:gd name="csY73" fmla="*/ 46951 h 157522"/>
              <a:gd name="csX74" fmla="*/ 95209 w 136722"/>
              <a:gd name="csY74" fmla="*/ 43038 h 157522"/>
              <a:gd name="csX75" fmla="*/ 92828 w 136722"/>
              <a:gd name="csY75" fmla="*/ 43038 h 157522"/>
              <a:gd name="csX76" fmla="*/ 90445 w 136722"/>
              <a:gd name="csY76" fmla="*/ 40657 h 157522"/>
              <a:gd name="csX77" fmla="*/ 92828 w 136722"/>
              <a:gd name="csY77" fmla="*/ 38275 h 157522"/>
              <a:gd name="csX78" fmla="*/ 95209 w 136722"/>
              <a:gd name="csY78" fmla="*/ 38275 h 157522"/>
              <a:gd name="csX79" fmla="*/ 95209 w 136722"/>
              <a:gd name="csY79" fmla="*/ 35043 h 157522"/>
              <a:gd name="csX80" fmla="*/ 92828 w 136722"/>
              <a:gd name="csY80" fmla="*/ 35043 h 157522"/>
              <a:gd name="csX81" fmla="*/ 90445 w 136722"/>
              <a:gd name="csY81" fmla="*/ 32661 h 157522"/>
              <a:gd name="csX82" fmla="*/ 92828 w 136722"/>
              <a:gd name="csY82" fmla="*/ 30280 h 157522"/>
              <a:gd name="csX83" fmla="*/ 95209 w 136722"/>
              <a:gd name="csY83" fmla="*/ 30280 h 157522"/>
              <a:gd name="csX84" fmla="*/ 95209 w 136722"/>
              <a:gd name="csY84" fmla="*/ 18372 h 157522"/>
              <a:gd name="csX85" fmla="*/ 97591 w 136722"/>
              <a:gd name="csY85" fmla="*/ 15990 h 157522"/>
              <a:gd name="csX86" fmla="*/ 99973 w 136722"/>
              <a:gd name="csY86" fmla="*/ 20753 h 157522"/>
              <a:gd name="csX87" fmla="*/ 99973 w 136722"/>
              <a:gd name="csY87" fmla="*/ 30280 h 157522"/>
              <a:gd name="csX88" fmla="*/ 109501 w 136722"/>
              <a:gd name="csY88" fmla="*/ 30280 h 157522"/>
              <a:gd name="csX89" fmla="*/ 114264 w 136722"/>
              <a:gd name="csY89" fmla="*/ 25517 h 157522"/>
              <a:gd name="csX90" fmla="*/ 109501 w 136722"/>
              <a:gd name="csY90" fmla="*/ 20753 h 157522"/>
              <a:gd name="csX91" fmla="*/ 99973 w 136722"/>
              <a:gd name="csY91" fmla="*/ 20753 h 157522"/>
            </a:gdLst>
            <a:ahLst/>
            <a:cxnLst/>
            <a:rect l="l" t="t" r="r" b="b"/>
            <a:pathLst>
              <a:path w="100000" h="100000">
                <a:moveTo>
                  <a:pt x="34858" y="37041"/>
                </a:moveTo>
                <a:cubicBezTo>
                  <a:pt x="32374" y="37041"/>
                  <a:pt x="30322" y="38985"/>
                  <a:pt x="30322" y="41469"/>
                </a:cubicBezTo>
                <a:cubicBezTo>
                  <a:pt x="30322" y="43953"/>
                  <a:pt x="32266" y="46004"/>
                  <a:pt x="34750" y="46004"/>
                </a:cubicBezTo>
                <a:cubicBezTo>
                  <a:pt x="34750" y="46004"/>
                  <a:pt x="34750" y="46004"/>
                  <a:pt x="34858" y="46004"/>
                </a:cubicBezTo>
                <a:lnTo>
                  <a:pt x="41987" y="46004"/>
                </a:lnTo>
                <a:lnTo>
                  <a:pt x="39502" y="48488"/>
                </a:lnTo>
                <a:cubicBezTo>
                  <a:pt x="30754" y="57236"/>
                  <a:pt x="22870" y="63175"/>
                  <a:pt x="10449" y="65227"/>
                </a:cubicBezTo>
                <a:cubicBezTo>
                  <a:pt x="7965" y="65551"/>
                  <a:pt x="6237" y="67819"/>
                  <a:pt x="6668" y="70303"/>
                </a:cubicBezTo>
                <a:cubicBezTo>
                  <a:pt x="6993" y="72787"/>
                  <a:pt x="9261" y="74515"/>
                  <a:pt x="11745" y="74082"/>
                </a:cubicBezTo>
                <a:cubicBezTo>
                  <a:pt x="11745" y="74082"/>
                  <a:pt x="11853" y="74082"/>
                  <a:pt x="11961" y="74082"/>
                </a:cubicBezTo>
                <a:cubicBezTo>
                  <a:pt x="26542" y="71599"/>
                  <a:pt x="36695" y="64039"/>
                  <a:pt x="45875" y="54860"/>
                </a:cubicBezTo>
                <a:lnTo>
                  <a:pt x="48359" y="52376"/>
                </a:lnTo>
                <a:lnTo>
                  <a:pt x="48359" y="59503"/>
                </a:lnTo>
                <a:cubicBezTo>
                  <a:pt x="48359" y="61988"/>
                  <a:pt x="50303" y="64039"/>
                  <a:pt x="52788" y="64039"/>
                </a:cubicBezTo>
                <a:cubicBezTo>
                  <a:pt x="55272" y="64039"/>
                  <a:pt x="57323" y="62095"/>
                  <a:pt x="57323" y="59611"/>
                </a:cubicBezTo>
                <a:cubicBezTo>
                  <a:pt x="57323" y="59611"/>
                  <a:pt x="57323" y="59611"/>
                  <a:pt x="57323" y="59503"/>
                </a:cubicBezTo>
                <a:lnTo>
                  <a:pt x="57323" y="41469"/>
                </a:lnTo>
                <a:cubicBezTo>
                  <a:pt x="57323" y="38985"/>
                  <a:pt x="55272" y="36933"/>
                  <a:pt x="52788" y="36933"/>
                </a:cubicBezTo>
                <a:lnTo>
                  <a:pt x="34750" y="36933"/>
                </a:lnTo>
                <a:lnTo>
                  <a:pt x="34858" y="37041"/>
                </a:lnTo>
                <a:close/>
                <a:moveTo>
                  <a:pt x="73093" y="52700"/>
                </a:moveTo>
                <a:cubicBezTo>
                  <a:pt x="70609" y="52700"/>
                  <a:pt x="68664" y="54752"/>
                  <a:pt x="68664" y="57236"/>
                </a:cubicBezTo>
                <a:lnTo>
                  <a:pt x="68664" y="95465"/>
                </a:lnTo>
                <a:cubicBezTo>
                  <a:pt x="68664" y="97949"/>
                  <a:pt x="70609" y="100001"/>
                  <a:pt x="73093" y="100001"/>
                </a:cubicBezTo>
                <a:cubicBezTo>
                  <a:pt x="75577" y="100001"/>
                  <a:pt x="77629" y="98057"/>
                  <a:pt x="77629" y="95573"/>
                </a:cubicBezTo>
                <a:cubicBezTo>
                  <a:pt x="77629" y="95573"/>
                  <a:pt x="77629" y="95573"/>
                  <a:pt x="77629" y="95465"/>
                </a:cubicBezTo>
                <a:lnTo>
                  <a:pt x="77629" y="57236"/>
                </a:lnTo>
                <a:cubicBezTo>
                  <a:pt x="77629" y="54752"/>
                  <a:pt x="75685" y="52700"/>
                  <a:pt x="73201" y="52700"/>
                </a:cubicBezTo>
                <a:cubicBezTo>
                  <a:pt x="73201" y="52700"/>
                  <a:pt x="73201" y="52700"/>
                  <a:pt x="73093" y="52700"/>
                </a:cubicBezTo>
                <a:close/>
                <a:moveTo>
                  <a:pt x="52788" y="70735"/>
                </a:moveTo>
                <a:cubicBezTo>
                  <a:pt x="50303" y="70735"/>
                  <a:pt x="48359" y="72787"/>
                  <a:pt x="48359" y="75270"/>
                </a:cubicBezTo>
                <a:lnTo>
                  <a:pt x="48359" y="95465"/>
                </a:lnTo>
                <a:cubicBezTo>
                  <a:pt x="48359" y="97949"/>
                  <a:pt x="50303" y="100001"/>
                  <a:pt x="52788" y="100001"/>
                </a:cubicBezTo>
                <a:cubicBezTo>
                  <a:pt x="55272" y="100001"/>
                  <a:pt x="57323" y="98057"/>
                  <a:pt x="57323" y="95573"/>
                </a:cubicBezTo>
                <a:cubicBezTo>
                  <a:pt x="57323" y="95573"/>
                  <a:pt x="57323" y="95573"/>
                  <a:pt x="57323" y="95465"/>
                </a:cubicBezTo>
                <a:lnTo>
                  <a:pt x="57323" y="75270"/>
                </a:lnTo>
                <a:cubicBezTo>
                  <a:pt x="57323" y="72787"/>
                  <a:pt x="55380" y="70735"/>
                  <a:pt x="52895" y="70735"/>
                </a:cubicBezTo>
                <a:cubicBezTo>
                  <a:pt x="52895" y="70735"/>
                  <a:pt x="52895" y="70735"/>
                  <a:pt x="52788" y="70735"/>
                </a:cubicBezTo>
                <a:close/>
                <a:moveTo>
                  <a:pt x="32590" y="79698"/>
                </a:moveTo>
                <a:cubicBezTo>
                  <a:pt x="30106" y="79698"/>
                  <a:pt x="28162" y="81750"/>
                  <a:pt x="28162" y="84234"/>
                </a:cubicBezTo>
                <a:lnTo>
                  <a:pt x="28162" y="95465"/>
                </a:lnTo>
                <a:cubicBezTo>
                  <a:pt x="28162" y="97949"/>
                  <a:pt x="30106" y="100001"/>
                  <a:pt x="32590" y="100001"/>
                </a:cubicBezTo>
                <a:cubicBezTo>
                  <a:pt x="35074" y="100001"/>
                  <a:pt x="37126" y="98057"/>
                  <a:pt x="37126" y="95573"/>
                </a:cubicBezTo>
                <a:cubicBezTo>
                  <a:pt x="37126" y="95573"/>
                  <a:pt x="37126" y="95573"/>
                  <a:pt x="37126" y="95465"/>
                </a:cubicBezTo>
                <a:lnTo>
                  <a:pt x="37126" y="84234"/>
                </a:lnTo>
                <a:cubicBezTo>
                  <a:pt x="37126" y="81750"/>
                  <a:pt x="35182" y="79698"/>
                  <a:pt x="32698" y="79698"/>
                </a:cubicBezTo>
                <a:cubicBezTo>
                  <a:pt x="32698" y="79698"/>
                  <a:pt x="32698" y="79698"/>
                  <a:pt x="32590" y="79698"/>
                </a:cubicBezTo>
                <a:close/>
                <a:moveTo>
                  <a:pt x="12285" y="84234"/>
                </a:moveTo>
                <a:cubicBezTo>
                  <a:pt x="9801" y="84234"/>
                  <a:pt x="7857" y="86286"/>
                  <a:pt x="7857" y="88769"/>
                </a:cubicBezTo>
                <a:lnTo>
                  <a:pt x="7857" y="95465"/>
                </a:lnTo>
                <a:cubicBezTo>
                  <a:pt x="7857" y="97949"/>
                  <a:pt x="9801" y="100001"/>
                  <a:pt x="12285" y="100001"/>
                </a:cubicBezTo>
                <a:cubicBezTo>
                  <a:pt x="14769" y="100001"/>
                  <a:pt x="16821" y="98057"/>
                  <a:pt x="16821" y="95573"/>
                </a:cubicBezTo>
                <a:cubicBezTo>
                  <a:pt x="16821" y="95573"/>
                  <a:pt x="16821" y="95573"/>
                  <a:pt x="16821" y="95465"/>
                </a:cubicBezTo>
                <a:lnTo>
                  <a:pt x="16821" y="88769"/>
                </a:lnTo>
                <a:cubicBezTo>
                  <a:pt x="16821" y="86286"/>
                  <a:pt x="14877" y="84234"/>
                  <a:pt x="12393" y="84234"/>
                </a:cubicBezTo>
                <a:cubicBezTo>
                  <a:pt x="12393" y="84234"/>
                  <a:pt x="12393" y="84234"/>
                  <a:pt x="12285" y="84234"/>
                </a:cubicBezTo>
                <a:close/>
                <a:moveTo>
                  <a:pt x="73093" y="0"/>
                </a:moveTo>
                <a:cubicBezTo>
                  <a:pt x="61860" y="0"/>
                  <a:pt x="52788" y="9071"/>
                  <a:pt x="52788" y="20303"/>
                </a:cubicBezTo>
                <a:cubicBezTo>
                  <a:pt x="52788" y="31533"/>
                  <a:pt x="61860" y="40605"/>
                  <a:pt x="73093" y="40605"/>
                </a:cubicBezTo>
                <a:cubicBezTo>
                  <a:pt x="84325" y="40605"/>
                  <a:pt x="93398" y="31533"/>
                  <a:pt x="93398" y="20303"/>
                </a:cubicBezTo>
                <a:cubicBezTo>
                  <a:pt x="93398" y="9071"/>
                  <a:pt x="84325" y="0"/>
                  <a:pt x="73093" y="0"/>
                </a:cubicBezTo>
                <a:close/>
                <a:moveTo>
                  <a:pt x="68556" y="10151"/>
                </a:moveTo>
                <a:lnTo>
                  <a:pt x="76117" y="10151"/>
                </a:lnTo>
                <a:cubicBezTo>
                  <a:pt x="79465" y="10151"/>
                  <a:pt x="82165" y="12851"/>
                  <a:pt x="82165" y="16199"/>
                </a:cubicBezTo>
                <a:cubicBezTo>
                  <a:pt x="82165" y="19546"/>
                  <a:pt x="79465" y="22246"/>
                  <a:pt x="76117" y="22246"/>
                </a:cubicBezTo>
                <a:lnTo>
                  <a:pt x="70068" y="22246"/>
                </a:lnTo>
                <a:lnTo>
                  <a:pt x="70068" y="24298"/>
                </a:lnTo>
                <a:lnTo>
                  <a:pt x="76657" y="24298"/>
                </a:lnTo>
                <a:cubicBezTo>
                  <a:pt x="77521" y="24298"/>
                  <a:pt x="78169" y="24946"/>
                  <a:pt x="78169" y="25810"/>
                </a:cubicBezTo>
                <a:cubicBezTo>
                  <a:pt x="78169" y="26674"/>
                  <a:pt x="77521" y="27322"/>
                  <a:pt x="76657" y="27322"/>
                </a:cubicBezTo>
                <a:lnTo>
                  <a:pt x="70068" y="27322"/>
                </a:lnTo>
                <a:lnTo>
                  <a:pt x="70068" y="29806"/>
                </a:lnTo>
                <a:cubicBezTo>
                  <a:pt x="70068" y="30670"/>
                  <a:pt x="69420" y="31318"/>
                  <a:pt x="68556" y="31318"/>
                </a:cubicBezTo>
                <a:cubicBezTo>
                  <a:pt x="67692" y="31318"/>
                  <a:pt x="67044" y="30670"/>
                  <a:pt x="67044" y="29806"/>
                </a:cubicBezTo>
                <a:lnTo>
                  <a:pt x="67044" y="27322"/>
                </a:lnTo>
                <a:lnTo>
                  <a:pt x="65532" y="27322"/>
                </a:lnTo>
                <a:cubicBezTo>
                  <a:pt x="64668" y="27322"/>
                  <a:pt x="64020" y="26674"/>
                  <a:pt x="64020" y="25810"/>
                </a:cubicBezTo>
                <a:cubicBezTo>
                  <a:pt x="64020" y="24946"/>
                  <a:pt x="64668" y="24298"/>
                  <a:pt x="65532" y="24298"/>
                </a:cubicBezTo>
                <a:lnTo>
                  <a:pt x="67044" y="24298"/>
                </a:lnTo>
                <a:lnTo>
                  <a:pt x="67044" y="22246"/>
                </a:lnTo>
                <a:lnTo>
                  <a:pt x="65532" y="22246"/>
                </a:lnTo>
                <a:cubicBezTo>
                  <a:pt x="64668" y="22246"/>
                  <a:pt x="64020" y="21598"/>
                  <a:pt x="64020" y="20734"/>
                </a:cubicBezTo>
                <a:cubicBezTo>
                  <a:pt x="64020" y="19870"/>
                  <a:pt x="64668" y="19223"/>
                  <a:pt x="65532" y="19223"/>
                </a:cubicBezTo>
                <a:lnTo>
                  <a:pt x="67044" y="19223"/>
                </a:lnTo>
                <a:lnTo>
                  <a:pt x="67044" y="11663"/>
                </a:lnTo>
                <a:cubicBezTo>
                  <a:pt x="67044" y="10799"/>
                  <a:pt x="67692" y="10151"/>
                  <a:pt x="68556" y="10151"/>
                </a:cubicBezTo>
                <a:close/>
                <a:moveTo>
                  <a:pt x="70068" y="13175"/>
                </a:moveTo>
                <a:lnTo>
                  <a:pt x="70068" y="19223"/>
                </a:lnTo>
                <a:lnTo>
                  <a:pt x="76117" y="19223"/>
                </a:lnTo>
                <a:cubicBezTo>
                  <a:pt x="77845" y="19223"/>
                  <a:pt x="79141" y="17818"/>
                  <a:pt x="79141" y="16199"/>
                </a:cubicBezTo>
                <a:cubicBezTo>
                  <a:pt x="79141" y="14579"/>
                  <a:pt x="77737" y="13175"/>
                  <a:pt x="76117" y="13175"/>
                </a:cubicBezTo>
                <a:lnTo>
                  <a:pt x="70068" y="1317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1" name="Белый — SVG 33">
            <a:extLst>
              <a:ext uri="{FF2B5EF4-FFF2-40B4-BE49-F238E27FC236}">
                <a16:creationId xmlns:a16="http://schemas.microsoft.com/office/drawing/2014/main" id="{168BBE2C-FC5E-CB4D-8C9E-B566F90FE346}"/>
              </a:ext>
            </a:extLst>
          </p:cNvPr>
          <p:cNvSpPr>
            <a:spLocks noGrp="1"/>
          </p:cNvSpPr>
          <p:nvPr/>
        </p:nvSpPr>
        <p:spPr>
          <a:xfrm>
            <a:off x="8820000" y="5010000"/>
            <a:ext cx="220000" cy="220000"/>
          </a:xfrm>
          <a:custGeom>
            <a:avLst/>
            <a:gdLst>
              <a:gd name="csX0" fmla="*/ 63800 w 141772"/>
              <a:gd name="csY0" fmla="*/ 0 h 148507"/>
              <a:gd name="csX1" fmla="*/ 51738 w 141772"/>
              <a:gd name="csY1" fmla="*/ 4168 h 148507"/>
              <a:gd name="csX2" fmla="*/ 2024 w 141772"/>
              <a:gd name="csY2" fmla="*/ 43327 h 148507"/>
              <a:gd name="csX3" fmla="*/ 221 w 141772"/>
              <a:gd name="csY3" fmla="*/ 46015 h 148507"/>
              <a:gd name="csX4" fmla="*/ 306 w 141772"/>
              <a:gd name="csY4" fmla="*/ 49247 h 148507"/>
              <a:gd name="csX5" fmla="*/ 2229 w 141772"/>
              <a:gd name="csY5" fmla="*/ 51833 h 148507"/>
              <a:gd name="csX6" fmla="*/ 5308 w 141772"/>
              <a:gd name="csY6" fmla="*/ 52820 h 148507"/>
              <a:gd name="csX7" fmla="*/ 122276 w 141772"/>
              <a:gd name="csY7" fmla="*/ 52820 h 148507"/>
              <a:gd name="csX8" fmla="*/ 125372 w 141772"/>
              <a:gd name="csY8" fmla="*/ 51833 h 148507"/>
              <a:gd name="csX9" fmla="*/ 127294 w 141772"/>
              <a:gd name="csY9" fmla="*/ 49247 h 148507"/>
              <a:gd name="csX10" fmla="*/ 127380 w 141772"/>
              <a:gd name="csY10" fmla="*/ 46015 h 148507"/>
              <a:gd name="csX11" fmla="*/ 125576 w 141772"/>
              <a:gd name="csY11" fmla="*/ 43327 h 148507"/>
              <a:gd name="csX12" fmla="*/ 75863 w 141772"/>
              <a:gd name="csY12" fmla="*/ 4168 h 148507"/>
              <a:gd name="csX13" fmla="*/ 63800 w 141772"/>
              <a:gd name="csY13" fmla="*/ 0 h 148507"/>
              <a:gd name="csX14" fmla="*/ 63800 w 141772"/>
              <a:gd name="csY14" fmla="*/ 20924 h 148507"/>
              <a:gd name="csX15" fmla="*/ 70895 w 141772"/>
              <a:gd name="csY15" fmla="*/ 28017 h 148507"/>
              <a:gd name="csX16" fmla="*/ 63800 w 141772"/>
              <a:gd name="csY16" fmla="*/ 35094 h 148507"/>
              <a:gd name="csX17" fmla="*/ 56706 w 141772"/>
              <a:gd name="csY17" fmla="*/ 28017 h 148507"/>
              <a:gd name="csX18" fmla="*/ 63800 w 141772"/>
              <a:gd name="csY18" fmla="*/ 20924 h 148507"/>
              <a:gd name="csX19" fmla="*/ 12403 w 141772"/>
              <a:gd name="csY19" fmla="*/ 59913 h 148507"/>
              <a:gd name="csX20" fmla="*/ 12403 w 141772"/>
              <a:gd name="csY20" fmla="*/ 113073 h 148507"/>
              <a:gd name="csX21" fmla="*/ 0 w 141772"/>
              <a:gd name="csY21" fmla="*/ 125474 h 148507"/>
              <a:gd name="csX22" fmla="*/ 12403 w 141772"/>
              <a:gd name="csY22" fmla="*/ 137875 h 148507"/>
              <a:gd name="csX23" fmla="*/ 56706 w 141772"/>
              <a:gd name="csY23" fmla="*/ 137875 h 148507"/>
              <a:gd name="csX24" fmla="*/ 56706 w 141772"/>
              <a:gd name="csY24" fmla="*/ 113073 h 148507"/>
              <a:gd name="csX25" fmla="*/ 46072 w 141772"/>
              <a:gd name="csY25" fmla="*/ 113073 h 148507"/>
              <a:gd name="csX26" fmla="*/ 46072 w 141772"/>
              <a:gd name="csY26" fmla="*/ 59913 h 148507"/>
              <a:gd name="csX27" fmla="*/ 35439 w 141772"/>
              <a:gd name="csY27" fmla="*/ 59913 h 148507"/>
              <a:gd name="csX28" fmla="*/ 35439 w 141772"/>
              <a:gd name="csY28" fmla="*/ 113073 h 148507"/>
              <a:gd name="csX29" fmla="*/ 23036 w 141772"/>
              <a:gd name="csY29" fmla="*/ 113073 h 148507"/>
              <a:gd name="csX30" fmla="*/ 23036 w 141772"/>
              <a:gd name="csY30" fmla="*/ 59913 h 148507"/>
              <a:gd name="csX31" fmla="*/ 12403 w 141772"/>
              <a:gd name="csY31" fmla="*/ 59913 h 148507"/>
              <a:gd name="csX32" fmla="*/ 58475 w 141772"/>
              <a:gd name="csY32" fmla="*/ 59913 h 148507"/>
              <a:gd name="csX33" fmla="*/ 58475 w 141772"/>
              <a:gd name="csY33" fmla="*/ 94326 h 148507"/>
              <a:gd name="csX34" fmla="*/ 69109 w 141772"/>
              <a:gd name="csY34" fmla="*/ 88254 h 148507"/>
              <a:gd name="csX35" fmla="*/ 69109 w 141772"/>
              <a:gd name="csY35" fmla="*/ 59913 h 148507"/>
              <a:gd name="csX36" fmla="*/ 58475 w 141772"/>
              <a:gd name="csY36" fmla="*/ 59913 h 148507"/>
              <a:gd name="csX37" fmla="*/ 81528 w 141772"/>
              <a:gd name="csY37" fmla="*/ 59913 h 148507"/>
              <a:gd name="csX38" fmla="*/ 81528 w 141772"/>
              <a:gd name="csY38" fmla="*/ 88254 h 148507"/>
              <a:gd name="csX39" fmla="*/ 92162 w 141772"/>
              <a:gd name="csY39" fmla="*/ 88254 h 148507"/>
              <a:gd name="csX40" fmla="*/ 92162 w 141772"/>
              <a:gd name="csY40" fmla="*/ 59913 h 148507"/>
              <a:gd name="csX41" fmla="*/ 81528 w 141772"/>
              <a:gd name="csY41" fmla="*/ 59913 h 148507"/>
              <a:gd name="csX42" fmla="*/ 104564 w 141772"/>
              <a:gd name="csY42" fmla="*/ 59913 h 148507"/>
              <a:gd name="csX43" fmla="*/ 104564 w 141772"/>
              <a:gd name="csY43" fmla="*/ 88254 h 148507"/>
              <a:gd name="csX44" fmla="*/ 115198 w 141772"/>
              <a:gd name="csY44" fmla="*/ 88254 h 148507"/>
              <a:gd name="csX45" fmla="*/ 115198 w 141772"/>
              <a:gd name="csY45" fmla="*/ 59913 h 148507"/>
              <a:gd name="csX46" fmla="*/ 104564 w 141772"/>
              <a:gd name="csY46" fmla="*/ 59913 h 148507"/>
              <a:gd name="csX47" fmla="*/ 72664 w 141772"/>
              <a:gd name="csY47" fmla="*/ 95347 h 148507"/>
              <a:gd name="csX48" fmla="*/ 63800 w 141772"/>
              <a:gd name="csY48" fmla="*/ 104210 h 148507"/>
              <a:gd name="csX49" fmla="*/ 63800 w 141772"/>
              <a:gd name="csY49" fmla="*/ 109518 h 148507"/>
              <a:gd name="csX50" fmla="*/ 141773 w 141772"/>
              <a:gd name="csY50" fmla="*/ 109518 h 148507"/>
              <a:gd name="csX51" fmla="*/ 141773 w 141772"/>
              <a:gd name="csY51" fmla="*/ 104210 h 148507"/>
              <a:gd name="csX52" fmla="*/ 132909 w 141772"/>
              <a:gd name="csY52" fmla="*/ 95347 h 148507"/>
              <a:gd name="csX53" fmla="*/ 72664 w 141772"/>
              <a:gd name="csY53" fmla="*/ 95347 h 148507"/>
              <a:gd name="csX54" fmla="*/ 63800 w 141772"/>
              <a:gd name="csY54" fmla="*/ 116611 h 148507"/>
              <a:gd name="csX55" fmla="*/ 63800 w 141772"/>
              <a:gd name="csY55" fmla="*/ 139644 h 148507"/>
              <a:gd name="csX56" fmla="*/ 72664 w 141772"/>
              <a:gd name="csY56" fmla="*/ 148507 h 148507"/>
              <a:gd name="csX57" fmla="*/ 132909 w 141772"/>
              <a:gd name="csY57" fmla="*/ 148507 h 148507"/>
              <a:gd name="csX58" fmla="*/ 141773 w 141772"/>
              <a:gd name="csY58" fmla="*/ 139644 h 148507"/>
              <a:gd name="csX59" fmla="*/ 141773 w 141772"/>
              <a:gd name="csY59" fmla="*/ 116611 h 148507"/>
              <a:gd name="csX60" fmla="*/ 63800 w 141772"/>
              <a:gd name="csY60" fmla="*/ 116611 h 148507"/>
            </a:gdLst>
            <a:ahLst/>
            <a:cxnLst/>
            <a:rect l="l" t="t" r="r" b="b"/>
            <a:pathLst>
              <a:path w="100000" h="100000">
                <a:moveTo>
                  <a:pt x="45229" y="0"/>
                </a:moveTo>
                <a:cubicBezTo>
                  <a:pt x="42353" y="0"/>
                  <a:pt x="39489" y="939"/>
                  <a:pt x="37106" y="2807"/>
                </a:cubicBezTo>
                <a:lnTo>
                  <a:pt x="3630" y="29175"/>
                </a:lnTo>
                <a:cubicBezTo>
                  <a:pt x="3047" y="29634"/>
                  <a:pt x="2623" y="30263"/>
                  <a:pt x="2416" y="30985"/>
                </a:cubicBezTo>
                <a:cubicBezTo>
                  <a:pt x="2210" y="31695"/>
                  <a:pt x="2222" y="32462"/>
                  <a:pt x="2474" y="33161"/>
                </a:cubicBezTo>
                <a:cubicBezTo>
                  <a:pt x="2714" y="33860"/>
                  <a:pt x="3173" y="34467"/>
                  <a:pt x="3769" y="34903"/>
                </a:cubicBezTo>
                <a:cubicBezTo>
                  <a:pt x="4376" y="35338"/>
                  <a:pt x="5109" y="35567"/>
                  <a:pt x="5842" y="35567"/>
                </a:cubicBezTo>
                <a:lnTo>
                  <a:pt x="84604" y="35567"/>
                </a:lnTo>
                <a:cubicBezTo>
                  <a:pt x="85349" y="35567"/>
                  <a:pt x="86082" y="35338"/>
                  <a:pt x="86689" y="34903"/>
                </a:cubicBezTo>
                <a:cubicBezTo>
                  <a:pt x="87284" y="34467"/>
                  <a:pt x="87743" y="33860"/>
                  <a:pt x="87983" y="33161"/>
                </a:cubicBezTo>
                <a:cubicBezTo>
                  <a:pt x="88236" y="32462"/>
                  <a:pt x="88247" y="31695"/>
                  <a:pt x="88041" y="30985"/>
                </a:cubicBezTo>
                <a:cubicBezTo>
                  <a:pt x="87835" y="30263"/>
                  <a:pt x="87411" y="29634"/>
                  <a:pt x="86827" y="29175"/>
                </a:cubicBezTo>
                <a:lnTo>
                  <a:pt x="53351" y="2807"/>
                </a:lnTo>
                <a:cubicBezTo>
                  <a:pt x="50980" y="939"/>
                  <a:pt x="48104" y="0"/>
                  <a:pt x="45229" y="0"/>
                </a:cubicBezTo>
                <a:close/>
                <a:moveTo>
                  <a:pt x="45229" y="14090"/>
                </a:moveTo>
                <a:cubicBezTo>
                  <a:pt x="47863" y="14090"/>
                  <a:pt x="50006" y="16232"/>
                  <a:pt x="50006" y="18866"/>
                </a:cubicBezTo>
                <a:cubicBezTo>
                  <a:pt x="50006" y="21501"/>
                  <a:pt x="47863" y="23631"/>
                  <a:pt x="45229" y="23631"/>
                </a:cubicBezTo>
                <a:cubicBezTo>
                  <a:pt x="42594" y="23631"/>
                  <a:pt x="40452" y="21501"/>
                  <a:pt x="40452" y="18866"/>
                </a:cubicBezTo>
                <a:cubicBezTo>
                  <a:pt x="40452" y="16232"/>
                  <a:pt x="42594" y="14090"/>
                  <a:pt x="45229" y="14090"/>
                </a:cubicBezTo>
                <a:close/>
                <a:moveTo>
                  <a:pt x="10619" y="40344"/>
                </a:moveTo>
                <a:lnTo>
                  <a:pt x="10619" y="76140"/>
                </a:lnTo>
                <a:cubicBezTo>
                  <a:pt x="6014" y="76140"/>
                  <a:pt x="2268" y="79885"/>
                  <a:pt x="2268" y="84490"/>
                </a:cubicBezTo>
                <a:cubicBezTo>
                  <a:pt x="2268" y="89095"/>
                  <a:pt x="6014" y="92841"/>
                  <a:pt x="10619" y="92841"/>
                </a:cubicBezTo>
                <a:lnTo>
                  <a:pt x="40452" y="92841"/>
                </a:lnTo>
                <a:lnTo>
                  <a:pt x="40452" y="76140"/>
                </a:lnTo>
                <a:lnTo>
                  <a:pt x="33291" y="76140"/>
                </a:lnTo>
                <a:lnTo>
                  <a:pt x="33291" y="40344"/>
                </a:lnTo>
                <a:lnTo>
                  <a:pt x="26131" y="40344"/>
                </a:lnTo>
                <a:lnTo>
                  <a:pt x="26131" y="76140"/>
                </a:lnTo>
                <a:lnTo>
                  <a:pt x="17779" y="76140"/>
                </a:lnTo>
                <a:lnTo>
                  <a:pt x="17779" y="40344"/>
                </a:lnTo>
                <a:lnTo>
                  <a:pt x="10619" y="40344"/>
                </a:lnTo>
                <a:close/>
                <a:moveTo>
                  <a:pt x="41643" y="40344"/>
                </a:moveTo>
                <a:lnTo>
                  <a:pt x="41643" y="63516"/>
                </a:lnTo>
                <a:cubicBezTo>
                  <a:pt x="43109" y="61077"/>
                  <a:pt x="45756" y="59428"/>
                  <a:pt x="48803" y="59428"/>
                </a:cubicBezTo>
                <a:lnTo>
                  <a:pt x="48803" y="40344"/>
                </a:lnTo>
                <a:lnTo>
                  <a:pt x="41643" y="40344"/>
                </a:lnTo>
                <a:close/>
                <a:moveTo>
                  <a:pt x="57166" y="40344"/>
                </a:moveTo>
                <a:lnTo>
                  <a:pt x="57166" y="59428"/>
                </a:lnTo>
                <a:lnTo>
                  <a:pt x="64327" y="59428"/>
                </a:lnTo>
                <a:lnTo>
                  <a:pt x="64327" y="40344"/>
                </a:lnTo>
                <a:lnTo>
                  <a:pt x="57166" y="40344"/>
                </a:lnTo>
                <a:close/>
                <a:moveTo>
                  <a:pt x="72678" y="40344"/>
                </a:moveTo>
                <a:lnTo>
                  <a:pt x="72678" y="59428"/>
                </a:lnTo>
                <a:lnTo>
                  <a:pt x="79838" y="59428"/>
                </a:lnTo>
                <a:lnTo>
                  <a:pt x="79838" y="40344"/>
                </a:lnTo>
                <a:lnTo>
                  <a:pt x="72678" y="40344"/>
                </a:lnTo>
                <a:close/>
                <a:moveTo>
                  <a:pt x="51197" y="64204"/>
                </a:moveTo>
                <a:cubicBezTo>
                  <a:pt x="47898" y="64204"/>
                  <a:pt x="45229" y="66873"/>
                  <a:pt x="45229" y="70172"/>
                </a:cubicBezTo>
                <a:lnTo>
                  <a:pt x="45229" y="73746"/>
                </a:lnTo>
                <a:lnTo>
                  <a:pt x="97733" y="73746"/>
                </a:lnTo>
                <a:lnTo>
                  <a:pt x="97733" y="70172"/>
                </a:lnTo>
                <a:cubicBezTo>
                  <a:pt x="97733" y="66873"/>
                  <a:pt x="95064" y="64204"/>
                  <a:pt x="91764" y="64204"/>
                </a:cubicBezTo>
                <a:lnTo>
                  <a:pt x="51197" y="64204"/>
                </a:lnTo>
                <a:close/>
                <a:moveTo>
                  <a:pt x="45229" y="78522"/>
                </a:moveTo>
                <a:lnTo>
                  <a:pt x="45229" y="94032"/>
                </a:lnTo>
                <a:cubicBezTo>
                  <a:pt x="45229" y="97331"/>
                  <a:pt x="47898" y="100000"/>
                  <a:pt x="51197" y="100000"/>
                </a:cubicBezTo>
                <a:lnTo>
                  <a:pt x="91764" y="100000"/>
                </a:lnTo>
                <a:cubicBezTo>
                  <a:pt x="95064" y="100000"/>
                  <a:pt x="97733" y="97331"/>
                  <a:pt x="97733" y="94032"/>
                </a:cubicBezTo>
                <a:lnTo>
                  <a:pt x="97733" y="78522"/>
                </a:lnTo>
                <a:lnTo>
                  <a:pt x="45229" y="7852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2" name="Чёрный — SVG 1">
            <a:extLst>
              <a:ext uri="{FF2B5EF4-FFF2-40B4-BE49-F238E27FC236}">
                <a16:creationId xmlns:a16="http://schemas.microsoft.com/office/drawing/2014/main" id="{B2E7A775-C7A1-2548-BD08-A86000F574D2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84182 w 141772"/>
              <a:gd name="csY0" fmla="*/ 21 h 130853"/>
              <a:gd name="csX1" fmla="*/ 72988 w 141772"/>
              <a:gd name="csY1" fmla="*/ 3797 h 130853"/>
              <a:gd name="csX2" fmla="*/ 67339 w 141772"/>
              <a:gd name="csY2" fmla="*/ 15943 h 130853"/>
              <a:gd name="csX3" fmla="*/ 67339 w 141772"/>
              <a:gd name="csY3" fmla="*/ 114897 h 130853"/>
              <a:gd name="csX4" fmla="*/ 72988 w 141772"/>
              <a:gd name="csY4" fmla="*/ 127060 h 130853"/>
              <a:gd name="csX5" fmla="*/ 83298 w 141772"/>
              <a:gd name="csY5" fmla="*/ 130853 h 130853"/>
              <a:gd name="csX6" fmla="*/ 85918 w 141772"/>
              <a:gd name="csY6" fmla="*/ 130632 h 130853"/>
              <a:gd name="csX7" fmla="*/ 111319 w 141772"/>
              <a:gd name="csY7" fmla="*/ 126396 h 130853"/>
              <a:gd name="csX8" fmla="*/ 113803 w 141772"/>
              <a:gd name="csY8" fmla="*/ 128472 h 130853"/>
              <a:gd name="csX9" fmla="*/ 116967 w 141772"/>
              <a:gd name="csY9" fmla="*/ 129220 h 130853"/>
              <a:gd name="csX10" fmla="*/ 121118 w 141772"/>
              <a:gd name="csY10" fmla="*/ 127859 h 130853"/>
              <a:gd name="csX11" fmla="*/ 123704 w 141772"/>
              <a:gd name="csY11" fmla="*/ 124338 h 130853"/>
              <a:gd name="csX12" fmla="*/ 125474 w 141772"/>
              <a:gd name="csY12" fmla="*/ 124032 h 130853"/>
              <a:gd name="csX13" fmla="*/ 141773 w 141772"/>
              <a:gd name="csY13" fmla="*/ 104792 h 130853"/>
              <a:gd name="csX14" fmla="*/ 141773 w 141772"/>
              <a:gd name="csY14" fmla="*/ 26048 h 130853"/>
              <a:gd name="csX15" fmla="*/ 125474 w 141772"/>
              <a:gd name="csY15" fmla="*/ 6808 h 130853"/>
              <a:gd name="csX16" fmla="*/ 85918 w 141772"/>
              <a:gd name="csY16" fmla="*/ 208 h 130853"/>
              <a:gd name="csX17" fmla="*/ 84182 w 141772"/>
              <a:gd name="csY17" fmla="*/ 21 h 130853"/>
              <a:gd name="csX18" fmla="*/ 19497 w 141772"/>
              <a:gd name="csY18" fmla="*/ 8713 h 130853"/>
              <a:gd name="csX19" fmla="*/ 0 w 141772"/>
              <a:gd name="csY19" fmla="*/ 28208 h 130853"/>
              <a:gd name="csX20" fmla="*/ 0 w 141772"/>
              <a:gd name="csY20" fmla="*/ 102632 h 130853"/>
              <a:gd name="csX21" fmla="*/ 17728 w 141772"/>
              <a:gd name="csY21" fmla="*/ 122041 h 130853"/>
              <a:gd name="csX22" fmla="*/ 18238 w 141772"/>
              <a:gd name="csY22" fmla="*/ 124780 h 130853"/>
              <a:gd name="csX23" fmla="*/ 19770 w 141772"/>
              <a:gd name="csY23" fmla="*/ 127111 h 130853"/>
              <a:gd name="csX24" fmla="*/ 22083 w 141772"/>
              <a:gd name="csY24" fmla="*/ 128659 h 130853"/>
              <a:gd name="csX25" fmla="*/ 24805 w 141772"/>
              <a:gd name="csY25" fmla="*/ 129220 h 130853"/>
              <a:gd name="csX26" fmla="*/ 29825 w 141772"/>
              <a:gd name="csY26" fmla="*/ 127145 h 130853"/>
              <a:gd name="csX27" fmla="*/ 31900 w 141772"/>
              <a:gd name="csY27" fmla="*/ 122126 h 130853"/>
              <a:gd name="csX28" fmla="*/ 57743 w 141772"/>
              <a:gd name="csY28" fmla="*/ 122126 h 130853"/>
              <a:gd name="csX29" fmla="*/ 56706 w 141772"/>
              <a:gd name="csY29" fmla="*/ 114897 h 130853"/>
              <a:gd name="csX30" fmla="*/ 56706 w 141772"/>
              <a:gd name="csY30" fmla="*/ 15943 h 130853"/>
              <a:gd name="csX31" fmla="*/ 57743 w 141772"/>
              <a:gd name="csY31" fmla="*/ 8713 h 130853"/>
              <a:gd name="csX32" fmla="*/ 19497 w 141772"/>
              <a:gd name="csY32" fmla="*/ 8713 h 130853"/>
              <a:gd name="csX33" fmla="*/ 106334 w 141772"/>
              <a:gd name="csY33" fmla="*/ 33532 h 130853"/>
              <a:gd name="csX34" fmla="*/ 124062 w 141772"/>
              <a:gd name="csY34" fmla="*/ 65428 h 130853"/>
              <a:gd name="csX35" fmla="*/ 106334 w 141772"/>
              <a:gd name="csY35" fmla="*/ 97324 h 130853"/>
              <a:gd name="csX36" fmla="*/ 88606 w 141772"/>
              <a:gd name="csY36" fmla="*/ 65428 h 130853"/>
              <a:gd name="csX37" fmla="*/ 106334 w 141772"/>
              <a:gd name="csY37" fmla="*/ 33532 h 130853"/>
              <a:gd name="csX38" fmla="*/ 106334 w 141772"/>
              <a:gd name="csY38" fmla="*/ 44164 h 130853"/>
              <a:gd name="csX39" fmla="*/ 101315 w 141772"/>
              <a:gd name="csY39" fmla="*/ 50391 h 130853"/>
              <a:gd name="csX40" fmla="*/ 99239 w 141772"/>
              <a:gd name="csY40" fmla="*/ 65428 h 130853"/>
              <a:gd name="csX41" fmla="*/ 101315 w 141772"/>
              <a:gd name="csY41" fmla="*/ 80466 h 130853"/>
              <a:gd name="csX42" fmla="*/ 106334 w 141772"/>
              <a:gd name="csY42" fmla="*/ 86692 h 130853"/>
              <a:gd name="csX43" fmla="*/ 111353 w 141772"/>
              <a:gd name="csY43" fmla="*/ 80466 h 130853"/>
              <a:gd name="csX44" fmla="*/ 113428 w 141772"/>
              <a:gd name="csY44" fmla="*/ 65428 h 130853"/>
              <a:gd name="csX45" fmla="*/ 111353 w 141772"/>
              <a:gd name="csY45" fmla="*/ 50391 h 130853"/>
              <a:gd name="csX46" fmla="*/ 106334 w 141772"/>
              <a:gd name="csY46" fmla="*/ 44164 h 130853"/>
            </a:gdLst>
            <a:ahLst/>
            <a:cxnLst/>
            <a:rect l="l" t="t" r="r" b="b"/>
            <a:pathLst>
              <a:path w="100000" h="100000">
                <a:moveTo>
                  <a:pt x="59378" y="3866"/>
                </a:moveTo>
                <a:cubicBezTo>
                  <a:pt x="56510" y="3722"/>
                  <a:pt x="53690" y="4645"/>
                  <a:pt x="51483" y="6529"/>
                </a:cubicBezTo>
                <a:cubicBezTo>
                  <a:pt x="48950" y="8653"/>
                  <a:pt x="47498" y="11797"/>
                  <a:pt x="47498" y="15096"/>
                </a:cubicBezTo>
                <a:lnTo>
                  <a:pt x="47498" y="84894"/>
                </a:lnTo>
                <a:cubicBezTo>
                  <a:pt x="47498" y="88194"/>
                  <a:pt x="48950" y="91350"/>
                  <a:pt x="51483" y="93474"/>
                </a:cubicBezTo>
                <a:cubicBezTo>
                  <a:pt x="53523" y="95225"/>
                  <a:pt x="56103" y="96149"/>
                  <a:pt x="58755" y="96149"/>
                </a:cubicBezTo>
                <a:cubicBezTo>
                  <a:pt x="59354" y="96149"/>
                  <a:pt x="59979" y="96089"/>
                  <a:pt x="60603" y="95993"/>
                </a:cubicBezTo>
                <a:lnTo>
                  <a:pt x="78520" y="93005"/>
                </a:lnTo>
                <a:cubicBezTo>
                  <a:pt x="78975" y="93630"/>
                  <a:pt x="79588" y="94121"/>
                  <a:pt x="80272" y="94470"/>
                </a:cubicBezTo>
                <a:cubicBezTo>
                  <a:pt x="80967" y="94817"/>
                  <a:pt x="81735" y="94997"/>
                  <a:pt x="82504" y="94997"/>
                </a:cubicBezTo>
                <a:cubicBezTo>
                  <a:pt x="83560" y="94997"/>
                  <a:pt x="84579" y="94661"/>
                  <a:pt x="85432" y="94037"/>
                </a:cubicBezTo>
                <a:cubicBezTo>
                  <a:pt x="86284" y="93426"/>
                  <a:pt x="86920" y="92550"/>
                  <a:pt x="87256" y="91554"/>
                </a:cubicBezTo>
                <a:lnTo>
                  <a:pt x="88504" y="91338"/>
                </a:lnTo>
                <a:cubicBezTo>
                  <a:pt x="95176" y="90222"/>
                  <a:pt x="100001" y="84522"/>
                  <a:pt x="100001" y="77767"/>
                </a:cubicBezTo>
                <a:lnTo>
                  <a:pt x="100001" y="22224"/>
                </a:lnTo>
                <a:cubicBezTo>
                  <a:pt x="100001" y="15480"/>
                  <a:pt x="95176" y="9781"/>
                  <a:pt x="88504" y="8653"/>
                </a:cubicBezTo>
                <a:lnTo>
                  <a:pt x="60603" y="3998"/>
                </a:lnTo>
                <a:cubicBezTo>
                  <a:pt x="60195" y="3938"/>
                  <a:pt x="59787" y="3890"/>
                  <a:pt x="59378" y="3866"/>
                </a:cubicBezTo>
                <a:close/>
                <a:moveTo>
                  <a:pt x="13752" y="9997"/>
                </a:moveTo>
                <a:cubicBezTo>
                  <a:pt x="6180" y="9997"/>
                  <a:pt x="0" y="16176"/>
                  <a:pt x="0" y="23748"/>
                </a:cubicBezTo>
                <a:lnTo>
                  <a:pt x="0" y="76243"/>
                </a:lnTo>
                <a:cubicBezTo>
                  <a:pt x="0" y="83394"/>
                  <a:pt x="5508" y="89298"/>
                  <a:pt x="12505" y="89933"/>
                </a:cubicBezTo>
                <a:cubicBezTo>
                  <a:pt x="12493" y="90594"/>
                  <a:pt x="12624" y="91253"/>
                  <a:pt x="12864" y="91865"/>
                </a:cubicBezTo>
                <a:cubicBezTo>
                  <a:pt x="13117" y="92478"/>
                  <a:pt x="13477" y="93029"/>
                  <a:pt x="13945" y="93510"/>
                </a:cubicBezTo>
                <a:cubicBezTo>
                  <a:pt x="14413" y="93977"/>
                  <a:pt x="14965" y="94349"/>
                  <a:pt x="15576" y="94602"/>
                </a:cubicBezTo>
                <a:cubicBezTo>
                  <a:pt x="16189" y="94865"/>
                  <a:pt x="16837" y="94997"/>
                  <a:pt x="17496" y="94997"/>
                </a:cubicBezTo>
                <a:cubicBezTo>
                  <a:pt x="18829" y="94997"/>
                  <a:pt x="20101" y="94470"/>
                  <a:pt x="21037" y="93534"/>
                </a:cubicBezTo>
                <a:cubicBezTo>
                  <a:pt x="21973" y="92586"/>
                  <a:pt x="22501" y="91314"/>
                  <a:pt x="22501" y="89993"/>
                </a:cubicBezTo>
                <a:lnTo>
                  <a:pt x="40729" y="89993"/>
                </a:lnTo>
                <a:cubicBezTo>
                  <a:pt x="40250" y="88350"/>
                  <a:pt x="39998" y="86622"/>
                  <a:pt x="39998" y="84894"/>
                </a:cubicBezTo>
                <a:lnTo>
                  <a:pt x="39998" y="15096"/>
                </a:lnTo>
                <a:cubicBezTo>
                  <a:pt x="39998" y="13369"/>
                  <a:pt x="40250" y="11653"/>
                  <a:pt x="40729" y="9997"/>
                </a:cubicBezTo>
                <a:lnTo>
                  <a:pt x="13752" y="9997"/>
                </a:lnTo>
                <a:close/>
                <a:moveTo>
                  <a:pt x="75004" y="27503"/>
                </a:moveTo>
                <a:cubicBezTo>
                  <a:pt x="82252" y="27503"/>
                  <a:pt x="87508" y="36970"/>
                  <a:pt x="87508" y="50001"/>
                </a:cubicBezTo>
                <a:cubicBezTo>
                  <a:pt x="87508" y="63021"/>
                  <a:pt x="82252" y="72499"/>
                  <a:pt x="75004" y="72499"/>
                </a:cubicBezTo>
                <a:cubicBezTo>
                  <a:pt x="67755" y="72499"/>
                  <a:pt x="62499" y="63021"/>
                  <a:pt x="62499" y="50001"/>
                </a:cubicBezTo>
                <a:cubicBezTo>
                  <a:pt x="62499" y="36970"/>
                  <a:pt x="67755" y="27503"/>
                  <a:pt x="75004" y="27503"/>
                </a:cubicBezTo>
                <a:close/>
                <a:moveTo>
                  <a:pt x="75004" y="35002"/>
                </a:moveTo>
                <a:cubicBezTo>
                  <a:pt x="73671" y="35002"/>
                  <a:pt x="72411" y="36575"/>
                  <a:pt x="71463" y="39395"/>
                </a:cubicBezTo>
                <a:cubicBezTo>
                  <a:pt x="70527" y="42202"/>
                  <a:pt x="69999" y="46018"/>
                  <a:pt x="69999" y="50001"/>
                </a:cubicBezTo>
                <a:cubicBezTo>
                  <a:pt x="69999" y="53973"/>
                  <a:pt x="70527" y="57788"/>
                  <a:pt x="71463" y="60608"/>
                </a:cubicBezTo>
                <a:cubicBezTo>
                  <a:pt x="72411" y="63416"/>
                  <a:pt x="73671" y="65000"/>
                  <a:pt x="75004" y="65000"/>
                </a:cubicBezTo>
                <a:cubicBezTo>
                  <a:pt x="76335" y="65000"/>
                  <a:pt x="77596" y="63416"/>
                  <a:pt x="78544" y="60608"/>
                </a:cubicBezTo>
                <a:cubicBezTo>
                  <a:pt x="79480" y="57788"/>
                  <a:pt x="80007" y="53973"/>
                  <a:pt x="80007" y="50001"/>
                </a:cubicBezTo>
                <a:cubicBezTo>
                  <a:pt x="80007" y="46018"/>
                  <a:pt x="79480" y="42202"/>
                  <a:pt x="78544" y="39395"/>
                </a:cubicBezTo>
                <a:cubicBezTo>
                  <a:pt x="77596" y="36575"/>
                  <a:pt x="76335" y="35002"/>
                  <a:pt x="75004" y="3500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3" name="Чёрный — SVG 2">
            <a:extLst>
              <a:ext uri="{FF2B5EF4-FFF2-40B4-BE49-F238E27FC236}">
                <a16:creationId xmlns:a16="http://schemas.microsoft.com/office/drawing/2014/main" id="{64C698F0-0916-8141-B0ED-A709F484E647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117660 w 138407"/>
              <a:gd name="csY0" fmla="*/ 15 h 127359"/>
              <a:gd name="csX1" fmla="*/ 114240 w 138407"/>
              <a:gd name="csY1" fmla="*/ 525 h 127359"/>
              <a:gd name="csX2" fmla="*/ 112571 w 138407"/>
              <a:gd name="csY2" fmla="*/ 1086 h 127359"/>
              <a:gd name="csX3" fmla="*/ 3932 w 138407"/>
              <a:gd name="csY3" fmla="*/ 39429 h 127359"/>
              <a:gd name="csX4" fmla="*/ 0 w 138407"/>
              <a:gd name="csY4" fmla="*/ 42304 h 127359"/>
              <a:gd name="csX5" fmla="*/ 27822 w 138407"/>
              <a:gd name="csY5" fmla="*/ 42304 h 127359"/>
              <a:gd name="csX6" fmla="*/ 106085 w 138407"/>
              <a:gd name="csY6" fmla="*/ 14661 h 127359"/>
              <a:gd name="csX7" fmla="*/ 116117 w 138407"/>
              <a:gd name="csY7" fmla="*/ 21755 h 127359"/>
              <a:gd name="csX8" fmla="*/ 119660 w 138407"/>
              <a:gd name="csY8" fmla="*/ 21142 h 127359"/>
              <a:gd name="csX9" fmla="*/ 127136 w 138407"/>
              <a:gd name="csY9" fmla="*/ 42304 h 127359"/>
              <a:gd name="csX10" fmla="*/ 138407 w 138407"/>
              <a:gd name="csY10" fmla="*/ 42304 h 127359"/>
              <a:gd name="csX11" fmla="*/ 126148 w 138407"/>
              <a:gd name="csY11" fmla="*/ 7567 h 127359"/>
              <a:gd name="csX12" fmla="*/ 125545 w 138407"/>
              <a:gd name="csY12" fmla="*/ 5917 h 127359"/>
              <a:gd name="csX13" fmla="*/ 121003 w 138407"/>
              <a:gd name="csY13" fmla="*/ 882 h 127359"/>
              <a:gd name="csX14" fmla="*/ 117660 w 138407"/>
              <a:gd name="csY14" fmla="*/ 15 h 127359"/>
              <a:gd name="csX15" fmla="*/ 107013 w 138407"/>
              <a:gd name="csY15" fmla="*/ 35602 h 127359"/>
              <a:gd name="csX16" fmla="*/ 104209 w 138407"/>
              <a:gd name="csY16" fmla="*/ 36010 h 127359"/>
              <a:gd name="csX17" fmla="*/ 99528 w 138407"/>
              <a:gd name="csY17" fmla="*/ 42304 h 127359"/>
              <a:gd name="csX18" fmla="*/ 113631 w 138407"/>
              <a:gd name="csY18" fmla="*/ 42304 h 127359"/>
              <a:gd name="csX19" fmla="*/ 113277 w 138407"/>
              <a:gd name="csY19" fmla="*/ 40331 h 127359"/>
              <a:gd name="csX20" fmla="*/ 107013 w 138407"/>
              <a:gd name="csY20" fmla="*/ 35602 h 127359"/>
              <a:gd name="csX21" fmla="*/ 70425 w 138407"/>
              <a:gd name="csY21" fmla="*/ 35755 h 127359"/>
              <a:gd name="csX22" fmla="*/ 65005 w 138407"/>
              <a:gd name="csY22" fmla="*/ 36674 h 127359"/>
              <a:gd name="csX23" fmla="*/ 57383 w 138407"/>
              <a:gd name="csY23" fmla="*/ 42304 h 127359"/>
              <a:gd name="csX24" fmla="*/ 84181 w 138407"/>
              <a:gd name="csY24" fmla="*/ 42304 h 127359"/>
              <a:gd name="csX25" fmla="*/ 70425 w 138407"/>
              <a:gd name="csY25" fmla="*/ 35755 h 127359"/>
              <a:gd name="csX26" fmla="*/ 11590 w 138407"/>
              <a:gd name="csY26" fmla="*/ 52936 h 127359"/>
              <a:gd name="csX27" fmla="*/ 2727 w 138407"/>
              <a:gd name="csY27" fmla="*/ 61799 h 127359"/>
              <a:gd name="csX28" fmla="*/ 2727 w 138407"/>
              <a:gd name="csY28" fmla="*/ 118497 h 127359"/>
              <a:gd name="csX29" fmla="*/ 11590 w 138407"/>
              <a:gd name="csY29" fmla="*/ 127360 h 127359"/>
              <a:gd name="csX30" fmla="*/ 128557 w 138407"/>
              <a:gd name="csY30" fmla="*/ 127360 h 127359"/>
              <a:gd name="csX31" fmla="*/ 137417 w 138407"/>
              <a:gd name="csY31" fmla="*/ 118497 h 127359"/>
              <a:gd name="csX32" fmla="*/ 137417 w 138407"/>
              <a:gd name="csY32" fmla="*/ 61799 h 127359"/>
              <a:gd name="csX33" fmla="*/ 128557 w 138407"/>
              <a:gd name="csY33" fmla="*/ 52936 h 127359"/>
              <a:gd name="csX34" fmla="*/ 11590 w 138407"/>
              <a:gd name="csY34" fmla="*/ 52936 h 127359"/>
              <a:gd name="csX35" fmla="*/ 23994 w 138407"/>
              <a:gd name="csY35" fmla="*/ 63568 h 127359"/>
              <a:gd name="csX36" fmla="*/ 116151 w 138407"/>
              <a:gd name="csY36" fmla="*/ 63568 h 127359"/>
              <a:gd name="csX37" fmla="*/ 126784 w 138407"/>
              <a:gd name="csY37" fmla="*/ 74200 h 127359"/>
              <a:gd name="csX38" fmla="*/ 126784 w 138407"/>
              <a:gd name="csY38" fmla="*/ 106096 h 127359"/>
              <a:gd name="csX39" fmla="*/ 116151 w 138407"/>
              <a:gd name="csY39" fmla="*/ 116728 h 127359"/>
              <a:gd name="csX40" fmla="*/ 23994 w 138407"/>
              <a:gd name="csY40" fmla="*/ 116728 h 127359"/>
              <a:gd name="csX41" fmla="*/ 13361 w 138407"/>
              <a:gd name="csY41" fmla="*/ 106096 h 127359"/>
              <a:gd name="csX42" fmla="*/ 13361 w 138407"/>
              <a:gd name="csY42" fmla="*/ 74200 h 127359"/>
              <a:gd name="csX43" fmla="*/ 23994 w 138407"/>
              <a:gd name="csY43" fmla="*/ 63568 h 127359"/>
              <a:gd name="csX44" fmla="*/ 70073 w 138407"/>
              <a:gd name="csY44" fmla="*/ 70662 h 127359"/>
              <a:gd name="csX45" fmla="*/ 57541 w 138407"/>
              <a:gd name="csY45" fmla="*/ 76377 h 127359"/>
              <a:gd name="csX46" fmla="*/ 52350 w 138407"/>
              <a:gd name="csY46" fmla="*/ 90156 h 127359"/>
              <a:gd name="csX47" fmla="*/ 57541 w 138407"/>
              <a:gd name="csY47" fmla="*/ 103935 h 127359"/>
              <a:gd name="csX48" fmla="*/ 70073 w 138407"/>
              <a:gd name="csY48" fmla="*/ 109651 h 127359"/>
              <a:gd name="csX49" fmla="*/ 82604 w 138407"/>
              <a:gd name="csY49" fmla="*/ 103935 h 127359"/>
              <a:gd name="csX50" fmla="*/ 87794 w 138407"/>
              <a:gd name="csY50" fmla="*/ 90156 h 127359"/>
              <a:gd name="csX51" fmla="*/ 82604 w 138407"/>
              <a:gd name="csY51" fmla="*/ 76377 h 127359"/>
              <a:gd name="csX52" fmla="*/ 70073 w 138407"/>
              <a:gd name="csY52" fmla="*/ 70662 h 127359"/>
              <a:gd name="csX53" fmla="*/ 32856 w 138407"/>
              <a:gd name="csY53" fmla="*/ 83063 h 127359"/>
              <a:gd name="csX54" fmla="*/ 27842 w 138407"/>
              <a:gd name="csY54" fmla="*/ 85138 h 127359"/>
              <a:gd name="csX55" fmla="*/ 25767 w 138407"/>
              <a:gd name="csY55" fmla="*/ 90156 h 127359"/>
              <a:gd name="csX56" fmla="*/ 27842 w 138407"/>
              <a:gd name="csY56" fmla="*/ 95158 h 127359"/>
              <a:gd name="csX57" fmla="*/ 32856 w 138407"/>
              <a:gd name="csY57" fmla="*/ 97233 h 127359"/>
              <a:gd name="csX58" fmla="*/ 37868 w 138407"/>
              <a:gd name="csY58" fmla="*/ 95158 h 127359"/>
              <a:gd name="csX59" fmla="*/ 39944 w 138407"/>
              <a:gd name="csY59" fmla="*/ 90156 h 127359"/>
              <a:gd name="csX60" fmla="*/ 37868 w 138407"/>
              <a:gd name="csY60" fmla="*/ 85138 h 127359"/>
              <a:gd name="csX61" fmla="*/ 32856 w 138407"/>
              <a:gd name="csY61" fmla="*/ 83063 h 127359"/>
              <a:gd name="csX62" fmla="*/ 107290 w 138407"/>
              <a:gd name="csY62" fmla="*/ 83063 h 127359"/>
              <a:gd name="csX63" fmla="*/ 102276 w 138407"/>
              <a:gd name="csY63" fmla="*/ 85138 h 127359"/>
              <a:gd name="csX64" fmla="*/ 100201 w 138407"/>
              <a:gd name="csY64" fmla="*/ 90156 h 127359"/>
              <a:gd name="csX65" fmla="*/ 102276 w 138407"/>
              <a:gd name="csY65" fmla="*/ 95158 h 127359"/>
              <a:gd name="csX66" fmla="*/ 107290 w 138407"/>
              <a:gd name="csY66" fmla="*/ 97233 h 127359"/>
              <a:gd name="csX67" fmla="*/ 112302 w 138407"/>
              <a:gd name="csY67" fmla="*/ 95158 h 127359"/>
              <a:gd name="csX68" fmla="*/ 114378 w 138407"/>
              <a:gd name="csY68" fmla="*/ 90156 h 127359"/>
              <a:gd name="csX69" fmla="*/ 112302 w 138407"/>
              <a:gd name="csY69" fmla="*/ 85138 h 127359"/>
              <a:gd name="csX70" fmla="*/ 107290 w 138407"/>
              <a:gd name="csY70" fmla="*/ 83063 h 127359"/>
            </a:gdLst>
            <a:ahLst/>
            <a:cxnLst/>
            <a:rect l="l" t="t" r="r" b="b"/>
            <a:pathLst>
              <a:path w="100000" h="100000">
                <a:moveTo>
                  <a:pt x="85010" y="4002"/>
                </a:moveTo>
                <a:cubicBezTo>
                  <a:pt x="84180" y="3952"/>
                  <a:pt x="83345" y="4076"/>
                  <a:pt x="82539" y="4370"/>
                </a:cubicBezTo>
                <a:lnTo>
                  <a:pt x="81333" y="4776"/>
                </a:lnTo>
                <a:lnTo>
                  <a:pt x="2841" y="32479"/>
                </a:lnTo>
                <a:cubicBezTo>
                  <a:pt x="1663" y="32897"/>
                  <a:pt x="692" y="33634"/>
                  <a:pt x="0" y="34556"/>
                </a:cubicBezTo>
                <a:lnTo>
                  <a:pt x="20102" y="34556"/>
                </a:lnTo>
                <a:lnTo>
                  <a:pt x="76647" y="14584"/>
                </a:lnTo>
                <a:cubicBezTo>
                  <a:pt x="77774" y="17730"/>
                  <a:pt x="80718" y="19709"/>
                  <a:pt x="83895" y="19709"/>
                </a:cubicBezTo>
                <a:cubicBezTo>
                  <a:pt x="84739" y="19709"/>
                  <a:pt x="85610" y="19574"/>
                  <a:pt x="86455" y="19266"/>
                </a:cubicBezTo>
                <a:lnTo>
                  <a:pt x="91857" y="34556"/>
                </a:lnTo>
                <a:lnTo>
                  <a:pt x="100000" y="34556"/>
                </a:lnTo>
                <a:lnTo>
                  <a:pt x="91143" y="9458"/>
                </a:lnTo>
                <a:lnTo>
                  <a:pt x="90707" y="8266"/>
                </a:lnTo>
                <a:cubicBezTo>
                  <a:pt x="90143" y="6656"/>
                  <a:pt x="88988" y="5366"/>
                  <a:pt x="87425" y="4628"/>
                </a:cubicBezTo>
                <a:cubicBezTo>
                  <a:pt x="86657" y="4260"/>
                  <a:pt x="85838" y="4039"/>
                  <a:pt x="85010" y="4002"/>
                </a:cubicBezTo>
                <a:close/>
                <a:moveTo>
                  <a:pt x="77318" y="29714"/>
                </a:moveTo>
                <a:cubicBezTo>
                  <a:pt x="76650" y="29677"/>
                  <a:pt x="75964" y="29763"/>
                  <a:pt x="75292" y="30009"/>
                </a:cubicBezTo>
                <a:cubicBezTo>
                  <a:pt x="73294" y="30722"/>
                  <a:pt x="72012" y="32565"/>
                  <a:pt x="71910" y="34556"/>
                </a:cubicBezTo>
                <a:lnTo>
                  <a:pt x="82099" y="34556"/>
                </a:lnTo>
                <a:cubicBezTo>
                  <a:pt x="82099" y="34077"/>
                  <a:pt x="82023" y="33610"/>
                  <a:pt x="81843" y="33131"/>
                </a:cubicBezTo>
                <a:cubicBezTo>
                  <a:pt x="81133" y="31127"/>
                  <a:pt x="79318" y="29837"/>
                  <a:pt x="77318" y="29714"/>
                </a:cubicBezTo>
                <a:close/>
                <a:moveTo>
                  <a:pt x="50883" y="29824"/>
                </a:moveTo>
                <a:cubicBezTo>
                  <a:pt x="49577" y="29824"/>
                  <a:pt x="48248" y="30058"/>
                  <a:pt x="46967" y="30488"/>
                </a:cubicBezTo>
                <a:cubicBezTo>
                  <a:pt x="44713" y="31287"/>
                  <a:pt x="42816" y="32713"/>
                  <a:pt x="41460" y="34556"/>
                </a:cubicBezTo>
                <a:lnTo>
                  <a:pt x="60821" y="34556"/>
                </a:lnTo>
                <a:cubicBezTo>
                  <a:pt x="58261" y="31569"/>
                  <a:pt x="54596" y="29824"/>
                  <a:pt x="50883" y="29824"/>
                </a:cubicBezTo>
                <a:close/>
                <a:moveTo>
                  <a:pt x="8374" y="42238"/>
                </a:moveTo>
                <a:cubicBezTo>
                  <a:pt x="4881" y="42238"/>
                  <a:pt x="1970" y="45151"/>
                  <a:pt x="1970" y="48641"/>
                </a:cubicBezTo>
                <a:lnTo>
                  <a:pt x="1970" y="89606"/>
                </a:lnTo>
                <a:cubicBezTo>
                  <a:pt x="1970" y="93109"/>
                  <a:pt x="4881" y="96010"/>
                  <a:pt x="8374" y="96010"/>
                </a:cubicBezTo>
                <a:lnTo>
                  <a:pt x="92883" y="96010"/>
                </a:lnTo>
                <a:cubicBezTo>
                  <a:pt x="96374" y="96010"/>
                  <a:pt x="99285" y="93109"/>
                  <a:pt x="99285" y="89606"/>
                </a:cubicBezTo>
                <a:lnTo>
                  <a:pt x="99285" y="48641"/>
                </a:lnTo>
                <a:cubicBezTo>
                  <a:pt x="99285" y="45151"/>
                  <a:pt x="96374" y="42238"/>
                  <a:pt x="92883" y="42238"/>
                </a:cubicBezTo>
                <a:lnTo>
                  <a:pt x="8374" y="42238"/>
                </a:lnTo>
                <a:close/>
                <a:moveTo>
                  <a:pt x="17336" y="49919"/>
                </a:moveTo>
                <a:lnTo>
                  <a:pt x="83920" y="49919"/>
                </a:lnTo>
                <a:cubicBezTo>
                  <a:pt x="83920" y="54172"/>
                  <a:pt x="87359" y="57601"/>
                  <a:pt x="91602" y="57601"/>
                </a:cubicBezTo>
                <a:lnTo>
                  <a:pt x="91602" y="80646"/>
                </a:lnTo>
                <a:cubicBezTo>
                  <a:pt x="87359" y="80646"/>
                  <a:pt x="83920" y="84088"/>
                  <a:pt x="83920" y="88328"/>
                </a:cubicBezTo>
                <a:lnTo>
                  <a:pt x="17336" y="88328"/>
                </a:lnTo>
                <a:cubicBezTo>
                  <a:pt x="17336" y="84088"/>
                  <a:pt x="13897" y="80646"/>
                  <a:pt x="9653" y="80646"/>
                </a:cubicBezTo>
                <a:lnTo>
                  <a:pt x="9653" y="57601"/>
                </a:lnTo>
                <a:cubicBezTo>
                  <a:pt x="13897" y="57601"/>
                  <a:pt x="17336" y="54172"/>
                  <a:pt x="17336" y="49919"/>
                </a:cubicBezTo>
                <a:close/>
                <a:moveTo>
                  <a:pt x="50628" y="55045"/>
                </a:moveTo>
                <a:cubicBezTo>
                  <a:pt x="47232" y="55045"/>
                  <a:pt x="43975" y="56532"/>
                  <a:pt x="41574" y="59174"/>
                </a:cubicBezTo>
                <a:cubicBezTo>
                  <a:pt x="39172" y="61805"/>
                  <a:pt x="37823" y="65393"/>
                  <a:pt x="37823" y="69129"/>
                </a:cubicBezTo>
                <a:cubicBezTo>
                  <a:pt x="37823" y="72866"/>
                  <a:pt x="39172" y="76443"/>
                  <a:pt x="41574" y="79085"/>
                </a:cubicBezTo>
                <a:cubicBezTo>
                  <a:pt x="43975" y="81728"/>
                  <a:pt x="47232" y="83215"/>
                  <a:pt x="50628" y="83215"/>
                </a:cubicBezTo>
                <a:cubicBezTo>
                  <a:pt x="54023" y="83215"/>
                  <a:pt x="57281" y="81728"/>
                  <a:pt x="59682" y="79085"/>
                </a:cubicBezTo>
                <a:cubicBezTo>
                  <a:pt x="62084" y="76443"/>
                  <a:pt x="63432" y="72866"/>
                  <a:pt x="63432" y="69129"/>
                </a:cubicBezTo>
                <a:cubicBezTo>
                  <a:pt x="63432" y="65393"/>
                  <a:pt x="62084" y="61805"/>
                  <a:pt x="59682" y="59174"/>
                </a:cubicBezTo>
                <a:cubicBezTo>
                  <a:pt x="57281" y="56532"/>
                  <a:pt x="54023" y="55045"/>
                  <a:pt x="50628" y="55045"/>
                </a:cubicBezTo>
                <a:close/>
                <a:moveTo>
                  <a:pt x="23739" y="64005"/>
                </a:moveTo>
                <a:cubicBezTo>
                  <a:pt x="22380" y="64005"/>
                  <a:pt x="21078" y="64545"/>
                  <a:pt x="20116" y="65504"/>
                </a:cubicBezTo>
                <a:cubicBezTo>
                  <a:pt x="19157" y="66463"/>
                  <a:pt x="18617" y="67765"/>
                  <a:pt x="18617" y="69129"/>
                </a:cubicBezTo>
                <a:cubicBezTo>
                  <a:pt x="18617" y="70482"/>
                  <a:pt x="19157" y="71785"/>
                  <a:pt x="20116" y="72743"/>
                </a:cubicBezTo>
                <a:cubicBezTo>
                  <a:pt x="21078" y="73714"/>
                  <a:pt x="22380" y="74243"/>
                  <a:pt x="23739" y="74243"/>
                </a:cubicBezTo>
                <a:cubicBezTo>
                  <a:pt x="25097" y="74243"/>
                  <a:pt x="26399" y="73714"/>
                  <a:pt x="27360" y="72743"/>
                </a:cubicBezTo>
                <a:cubicBezTo>
                  <a:pt x="28320" y="71785"/>
                  <a:pt x="28860" y="70482"/>
                  <a:pt x="28860" y="69129"/>
                </a:cubicBezTo>
                <a:cubicBezTo>
                  <a:pt x="28860" y="67765"/>
                  <a:pt x="28320" y="66463"/>
                  <a:pt x="27360" y="65504"/>
                </a:cubicBezTo>
                <a:cubicBezTo>
                  <a:pt x="26399" y="64545"/>
                  <a:pt x="25097" y="64005"/>
                  <a:pt x="23739" y="64005"/>
                </a:cubicBezTo>
                <a:close/>
                <a:moveTo>
                  <a:pt x="77518" y="64005"/>
                </a:moveTo>
                <a:cubicBezTo>
                  <a:pt x="76158" y="64005"/>
                  <a:pt x="74857" y="64545"/>
                  <a:pt x="73895" y="65504"/>
                </a:cubicBezTo>
                <a:cubicBezTo>
                  <a:pt x="72935" y="66463"/>
                  <a:pt x="72396" y="67765"/>
                  <a:pt x="72396" y="69129"/>
                </a:cubicBezTo>
                <a:cubicBezTo>
                  <a:pt x="72396" y="70482"/>
                  <a:pt x="72935" y="71785"/>
                  <a:pt x="73895" y="72743"/>
                </a:cubicBezTo>
                <a:cubicBezTo>
                  <a:pt x="74857" y="73714"/>
                  <a:pt x="76158" y="74243"/>
                  <a:pt x="77518" y="74243"/>
                </a:cubicBezTo>
                <a:cubicBezTo>
                  <a:pt x="78876" y="74243"/>
                  <a:pt x="80178" y="73714"/>
                  <a:pt x="81139" y="72743"/>
                </a:cubicBezTo>
                <a:cubicBezTo>
                  <a:pt x="82099" y="71785"/>
                  <a:pt x="82639" y="70482"/>
                  <a:pt x="82639" y="69129"/>
                </a:cubicBezTo>
                <a:cubicBezTo>
                  <a:pt x="82639" y="67765"/>
                  <a:pt x="82099" y="66463"/>
                  <a:pt x="81139" y="65504"/>
                </a:cubicBezTo>
                <a:cubicBezTo>
                  <a:pt x="80178" y="64545"/>
                  <a:pt x="78876" y="64005"/>
                  <a:pt x="77518" y="6400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4" name="Чёрный — SVG 3">
            <a:extLst>
              <a:ext uri="{FF2B5EF4-FFF2-40B4-BE49-F238E27FC236}">
                <a16:creationId xmlns:a16="http://schemas.microsoft.com/office/drawing/2014/main" id="{911E3497-C609-5D4B-A447-55DFCE60189A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69117 w 141777"/>
              <a:gd name="csY5" fmla="*/ 24802 h 141753"/>
              <a:gd name="csX6" fmla="*/ 74434 w 141777"/>
              <a:gd name="csY6" fmla="*/ 30127 h 141753"/>
              <a:gd name="csX7" fmla="*/ 74434 w 141777"/>
              <a:gd name="csY7" fmla="*/ 35434 h 141753"/>
              <a:gd name="csX8" fmla="*/ 76206 w 141777"/>
              <a:gd name="csY8" fmla="*/ 35434 h 141753"/>
              <a:gd name="csX9" fmla="*/ 95700 w 141777"/>
              <a:gd name="csY9" fmla="*/ 54929 h 141753"/>
              <a:gd name="csX10" fmla="*/ 91866 w 141777"/>
              <a:gd name="csY10" fmla="*/ 66496 h 141753"/>
              <a:gd name="csX11" fmla="*/ 102790 w 141777"/>
              <a:gd name="csY11" fmla="*/ 85056 h 141753"/>
              <a:gd name="csX12" fmla="*/ 81523 w 141777"/>
              <a:gd name="csY12" fmla="*/ 106319 h 141753"/>
              <a:gd name="csX13" fmla="*/ 74434 w 141777"/>
              <a:gd name="csY13" fmla="*/ 106319 h 141753"/>
              <a:gd name="csX14" fmla="*/ 74434 w 141777"/>
              <a:gd name="csY14" fmla="*/ 111627 h 141753"/>
              <a:gd name="csX15" fmla="*/ 69117 w 141777"/>
              <a:gd name="csY15" fmla="*/ 116951 h 141753"/>
              <a:gd name="csX16" fmla="*/ 63800 w 141777"/>
              <a:gd name="csY16" fmla="*/ 111627 h 141753"/>
              <a:gd name="csX17" fmla="*/ 63800 w 141777"/>
              <a:gd name="csY17" fmla="*/ 106319 h 141753"/>
              <a:gd name="csX18" fmla="*/ 51394 w 141777"/>
              <a:gd name="csY18" fmla="*/ 106319 h 141753"/>
              <a:gd name="csX19" fmla="*/ 46077 w 141777"/>
              <a:gd name="csY19" fmla="*/ 100995 h 141753"/>
              <a:gd name="csX20" fmla="*/ 46077 w 141777"/>
              <a:gd name="csY20" fmla="*/ 69099 h 141753"/>
              <a:gd name="csX21" fmla="*/ 46077 w 141777"/>
              <a:gd name="csY21" fmla="*/ 40759 h 141753"/>
              <a:gd name="csX22" fmla="*/ 51394 w 141777"/>
              <a:gd name="csY22" fmla="*/ 35434 h 141753"/>
              <a:gd name="csX23" fmla="*/ 63800 w 141777"/>
              <a:gd name="csY23" fmla="*/ 35434 h 141753"/>
              <a:gd name="csX24" fmla="*/ 63800 w 141777"/>
              <a:gd name="csY24" fmla="*/ 30127 h 141753"/>
              <a:gd name="csX25" fmla="*/ 69117 w 141777"/>
              <a:gd name="csY25" fmla="*/ 24802 h 141753"/>
              <a:gd name="csX26" fmla="*/ 56711 w 141777"/>
              <a:gd name="csY26" fmla="*/ 46066 h 141753"/>
              <a:gd name="csX27" fmla="*/ 56711 w 141777"/>
              <a:gd name="csY27" fmla="*/ 63792 h 141753"/>
              <a:gd name="csX28" fmla="*/ 76206 w 141777"/>
              <a:gd name="csY28" fmla="*/ 63792 h 141753"/>
              <a:gd name="csX29" fmla="*/ 85067 w 141777"/>
              <a:gd name="csY29" fmla="*/ 54929 h 141753"/>
              <a:gd name="csX30" fmla="*/ 76206 w 141777"/>
              <a:gd name="csY30" fmla="*/ 46066 h 141753"/>
              <a:gd name="csX31" fmla="*/ 56711 w 141777"/>
              <a:gd name="csY31" fmla="*/ 46066 h 141753"/>
              <a:gd name="csX32" fmla="*/ 56711 w 141777"/>
              <a:gd name="csY32" fmla="*/ 74424 h 141753"/>
              <a:gd name="csX33" fmla="*/ 56711 w 141777"/>
              <a:gd name="csY33" fmla="*/ 95687 h 141753"/>
              <a:gd name="csX34" fmla="*/ 81523 w 141777"/>
              <a:gd name="csY34" fmla="*/ 95687 h 141753"/>
              <a:gd name="csX35" fmla="*/ 92157 w 141777"/>
              <a:gd name="csY35" fmla="*/ 85056 h 141753"/>
              <a:gd name="csX36" fmla="*/ 81523 w 141777"/>
              <a:gd name="csY36" fmla="*/ 74424 h 141753"/>
              <a:gd name="csX37" fmla="*/ 76206 w 141777"/>
              <a:gd name="csY37" fmla="*/ 74424 h 141753"/>
              <a:gd name="csX38" fmla="*/ 56711 w 141777"/>
              <a:gd name="csY38" fmla="*/ 74424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48751" y="17502"/>
                </a:moveTo>
                <a:cubicBezTo>
                  <a:pt x="50823" y="17502"/>
                  <a:pt x="52501" y="19182"/>
                  <a:pt x="52501" y="21258"/>
                </a:cubicBezTo>
                <a:lnTo>
                  <a:pt x="52501" y="25001"/>
                </a:lnTo>
                <a:lnTo>
                  <a:pt x="53751" y="25001"/>
                </a:lnTo>
                <a:cubicBezTo>
                  <a:pt x="61333" y="25001"/>
                  <a:pt x="67500" y="31169"/>
                  <a:pt x="67500" y="38752"/>
                </a:cubicBezTo>
                <a:cubicBezTo>
                  <a:pt x="67500" y="41811"/>
                  <a:pt x="66488" y="44619"/>
                  <a:pt x="64796" y="46910"/>
                </a:cubicBezTo>
                <a:cubicBezTo>
                  <a:pt x="69386" y="49478"/>
                  <a:pt x="72501" y="54373"/>
                  <a:pt x="72501" y="60001"/>
                </a:cubicBezTo>
                <a:cubicBezTo>
                  <a:pt x="72501" y="68268"/>
                  <a:pt x="65772" y="74999"/>
                  <a:pt x="57501" y="74999"/>
                </a:cubicBezTo>
                <a:lnTo>
                  <a:pt x="52501" y="74999"/>
                </a:lnTo>
                <a:lnTo>
                  <a:pt x="52501" y="78743"/>
                </a:lnTo>
                <a:cubicBezTo>
                  <a:pt x="52501" y="80818"/>
                  <a:pt x="50823" y="82498"/>
                  <a:pt x="48751" y="82498"/>
                </a:cubicBezTo>
                <a:cubicBezTo>
                  <a:pt x="46678" y="82498"/>
                  <a:pt x="45000" y="80818"/>
                  <a:pt x="45000" y="78743"/>
                </a:cubicBezTo>
                <a:lnTo>
                  <a:pt x="45000" y="74999"/>
                </a:lnTo>
                <a:lnTo>
                  <a:pt x="36250" y="74999"/>
                </a:lnTo>
                <a:cubicBezTo>
                  <a:pt x="34178" y="74999"/>
                  <a:pt x="32500" y="73319"/>
                  <a:pt x="32500" y="71244"/>
                </a:cubicBezTo>
                <a:lnTo>
                  <a:pt x="32500" y="48746"/>
                </a:lnTo>
                <a:lnTo>
                  <a:pt x="32500" y="28757"/>
                </a:lnTo>
                <a:cubicBezTo>
                  <a:pt x="32500" y="26681"/>
                  <a:pt x="34178" y="25001"/>
                  <a:pt x="36250" y="25001"/>
                </a:cubicBezTo>
                <a:lnTo>
                  <a:pt x="45000" y="25001"/>
                </a:lnTo>
                <a:lnTo>
                  <a:pt x="45000" y="21258"/>
                </a:lnTo>
                <a:cubicBezTo>
                  <a:pt x="45000" y="19182"/>
                  <a:pt x="46678" y="17502"/>
                  <a:pt x="48751" y="17502"/>
                </a:cubicBezTo>
                <a:close/>
                <a:moveTo>
                  <a:pt x="40000" y="32500"/>
                </a:moveTo>
                <a:lnTo>
                  <a:pt x="40000" y="45003"/>
                </a:lnTo>
                <a:lnTo>
                  <a:pt x="53751" y="45003"/>
                </a:lnTo>
                <a:cubicBezTo>
                  <a:pt x="57195" y="45003"/>
                  <a:pt x="60001" y="42195"/>
                  <a:pt x="60001" y="38752"/>
                </a:cubicBezTo>
                <a:cubicBezTo>
                  <a:pt x="60001" y="35308"/>
                  <a:pt x="57195" y="32500"/>
                  <a:pt x="53751" y="32500"/>
                </a:cubicBezTo>
                <a:lnTo>
                  <a:pt x="40000" y="32500"/>
                </a:lnTo>
                <a:close/>
                <a:moveTo>
                  <a:pt x="40000" y="52502"/>
                </a:moveTo>
                <a:lnTo>
                  <a:pt x="40000" y="67500"/>
                </a:lnTo>
                <a:lnTo>
                  <a:pt x="57501" y="67500"/>
                </a:lnTo>
                <a:cubicBezTo>
                  <a:pt x="61635" y="67500"/>
                  <a:pt x="65001" y="64140"/>
                  <a:pt x="65001" y="60001"/>
                </a:cubicBezTo>
                <a:cubicBezTo>
                  <a:pt x="65001" y="55862"/>
                  <a:pt x="61635" y="52502"/>
                  <a:pt x="57501" y="52502"/>
                </a:cubicBezTo>
                <a:lnTo>
                  <a:pt x="53751" y="52502"/>
                </a:lnTo>
                <a:lnTo>
                  <a:pt x="40000" y="5250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5" name="Чёрный — SVG 4">
            <a:extLst>
              <a:ext uri="{FF2B5EF4-FFF2-40B4-BE49-F238E27FC236}">
                <a16:creationId xmlns:a16="http://schemas.microsoft.com/office/drawing/2014/main" id="{090CD789-E2AE-FC4F-B035-2BB551F11AE4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70890 w 141777"/>
              <a:gd name="csY5" fmla="*/ 31896 h 141753"/>
              <a:gd name="csX6" fmla="*/ 94676 w 141777"/>
              <a:gd name="csY6" fmla="*/ 49621 h 141753"/>
              <a:gd name="csX7" fmla="*/ 91090 w 141777"/>
              <a:gd name="csY7" fmla="*/ 56239 h 141753"/>
              <a:gd name="csX8" fmla="*/ 84485 w 141777"/>
              <a:gd name="csY8" fmla="*/ 52649 h 141753"/>
              <a:gd name="csX9" fmla="*/ 70890 w 141777"/>
              <a:gd name="csY9" fmla="*/ 42528 h 141753"/>
              <a:gd name="csX10" fmla="*/ 56711 w 141777"/>
              <a:gd name="csY10" fmla="*/ 56698 h 141753"/>
              <a:gd name="csX11" fmla="*/ 56711 w 141777"/>
              <a:gd name="csY11" fmla="*/ 58467 h 141753"/>
              <a:gd name="csX12" fmla="*/ 58256 w 141777"/>
              <a:gd name="csY12" fmla="*/ 67109 h 141753"/>
              <a:gd name="csX13" fmla="*/ 59176 w 141777"/>
              <a:gd name="csY13" fmla="*/ 70885 h 141753"/>
              <a:gd name="csX14" fmla="*/ 79750 w 141777"/>
              <a:gd name="csY14" fmla="*/ 70885 h 141753"/>
              <a:gd name="csX15" fmla="*/ 85067 w 141777"/>
              <a:gd name="csY15" fmla="*/ 76193 h 141753"/>
              <a:gd name="csX16" fmla="*/ 79750 w 141777"/>
              <a:gd name="csY16" fmla="*/ 81517 h 141753"/>
              <a:gd name="csX17" fmla="*/ 60234 w 141777"/>
              <a:gd name="csY17" fmla="*/ 81517 h 141753"/>
              <a:gd name="csX18" fmla="*/ 55542 w 141777"/>
              <a:gd name="csY18" fmla="*/ 95687 h 141753"/>
              <a:gd name="csX19" fmla="*/ 93928 w 141777"/>
              <a:gd name="csY19" fmla="*/ 95687 h 141753"/>
              <a:gd name="csX20" fmla="*/ 99244 w 141777"/>
              <a:gd name="csY20" fmla="*/ 100995 h 141753"/>
              <a:gd name="csX21" fmla="*/ 93928 w 141777"/>
              <a:gd name="csY21" fmla="*/ 106319 h 141753"/>
              <a:gd name="csX22" fmla="*/ 44306 w 141777"/>
              <a:gd name="csY22" fmla="*/ 106319 h 141753"/>
              <a:gd name="csX23" fmla="*/ 43253 w 141777"/>
              <a:gd name="csY23" fmla="*/ 106217 h 141753"/>
              <a:gd name="csX24" fmla="*/ 42624 w 141777"/>
              <a:gd name="csY24" fmla="*/ 106030 h 141753"/>
              <a:gd name="csX25" fmla="*/ 42249 w 141777"/>
              <a:gd name="csY25" fmla="*/ 105911 h 141753"/>
              <a:gd name="csX26" fmla="*/ 41329 w 141777"/>
              <a:gd name="csY26" fmla="*/ 105401 h 141753"/>
              <a:gd name="csX27" fmla="*/ 41176 w 141777"/>
              <a:gd name="csY27" fmla="*/ 105282 h 141753"/>
              <a:gd name="csX28" fmla="*/ 40512 w 141777"/>
              <a:gd name="csY28" fmla="*/ 104720 h 141753"/>
              <a:gd name="csX29" fmla="*/ 40478 w 141777"/>
              <a:gd name="csY29" fmla="*/ 104686 h 141753"/>
              <a:gd name="csX30" fmla="*/ 40443 w 141777"/>
              <a:gd name="csY30" fmla="*/ 104635 h 141753"/>
              <a:gd name="csX31" fmla="*/ 39369 w 141777"/>
              <a:gd name="csY31" fmla="*/ 102951 h 141753"/>
              <a:gd name="csX32" fmla="*/ 39328 w 141777"/>
              <a:gd name="csY32" fmla="*/ 102798 h 141753"/>
              <a:gd name="csX33" fmla="*/ 38990 w 141777"/>
              <a:gd name="csY33" fmla="*/ 100995 h 141753"/>
              <a:gd name="csX34" fmla="*/ 38996 w 141777"/>
              <a:gd name="csY34" fmla="*/ 100927 h 141753"/>
              <a:gd name="csX35" fmla="*/ 39010 w 141777"/>
              <a:gd name="csY35" fmla="*/ 100825 h 141753"/>
              <a:gd name="csX36" fmla="*/ 39418 w 141777"/>
              <a:gd name="csY36" fmla="*/ 98920 h 141753"/>
              <a:gd name="csX37" fmla="*/ 39432 w 141777"/>
              <a:gd name="csY37" fmla="*/ 98886 h 141753"/>
              <a:gd name="csX38" fmla="*/ 40602 w 141777"/>
              <a:gd name="csY38" fmla="*/ 97201 h 141753"/>
              <a:gd name="csX39" fmla="*/ 40623 w 141777"/>
              <a:gd name="csY39" fmla="*/ 97167 h 141753"/>
              <a:gd name="csX40" fmla="*/ 49567 w 141777"/>
              <a:gd name="csY40" fmla="*/ 81517 h 141753"/>
              <a:gd name="csX41" fmla="*/ 44306 w 141777"/>
              <a:gd name="csY41" fmla="*/ 81517 h 141753"/>
              <a:gd name="csX42" fmla="*/ 38990 w 141777"/>
              <a:gd name="csY42" fmla="*/ 76193 h 141753"/>
              <a:gd name="csX43" fmla="*/ 44306 w 141777"/>
              <a:gd name="csY43" fmla="*/ 70885 h 141753"/>
              <a:gd name="csX44" fmla="*/ 48238 w 141777"/>
              <a:gd name="csY44" fmla="*/ 70885 h 141753"/>
              <a:gd name="csX45" fmla="*/ 47954 w 141777"/>
              <a:gd name="csY45" fmla="*/ 69746 h 141753"/>
              <a:gd name="csX46" fmla="*/ 46077 w 141777"/>
              <a:gd name="csY46" fmla="*/ 58467 h 141753"/>
              <a:gd name="csX47" fmla="*/ 46077 w 141777"/>
              <a:gd name="csY47" fmla="*/ 56698 h 141753"/>
              <a:gd name="csX48" fmla="*/ 70890 w 141777"/>
              <a:gd name="csY48" fmla="*/ 3189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50001" y="22506"/>
                </a:moveTo>
                <a:cubicBezTo>
                  <a:pt x="57688" y="22506"/>
                  <a:pt x="64588" y="27653"/>
                  <a:pt x="66778" y="35008"/>
                </a:cubicBezTo>
                <a:cubicBezTo>
                  <a:pt x="67368" y="36988"/>
                  <a:pt x="66234" y="39075"/>
                  <a:pt x="64249" y="39676"/>
                </a:cubicBezTo>
                <a:cubicBezTo>
                  <a:pt x="62271" y="40251"/>
                  <a:pt x="60180" y="39135"/>
                  <a:pt x="59590" y="37144"/>
                </a:cubicBezTo>
                <a:cubicBezTo>
                  <a:pt x="58337" y="32944"/>
                  <a:pt x="54395" y="30005"/>
                  <a:pt x="50001" y="30005"/>
                </a:cubicBezTo>
                <a:cubicBezTo>
                  <a:pt x="44485" y="30005"/>
                  <a:pt x="40000" y="34492"/>
                  <a:pt x="40000" y="39999"/>
                </a:cubicBezTo>
                <a:lnTo>
                  <a:pt x="40000" y="41247"/>
                </a:lnTo>
                <a:cubicBezTo>
                  <a:pt x="40000" y="43095"/>
                  <a:pt x="40529" y="45159"/>
                  <a:pt x="41090" y="47343"/>
                </a:cubicBezTo>
                <a:cubicBezTo>
                  <a:pt x="41307" y="48195"/>
                  <a:pt x="41531" y="49082"/>
                  <a:pt x="41739" y="50006"/>
                </a:cubicBezTo>
                <a:lnTo>
                  <a:pt x="56250" y="50006"/>
                </a:lnTo>
                <a:cubicBezTo>
                  <a:pt x="58320" y="50006"/>
                  <a:pt x="60001" y="51674"/>
                  <a:pt x="60001" y="53750"/>
                </a:cubicBezTo>
                <a:cubicBezTo>
                  <a:pt x="60001" y="55826"/>
                  <a:pt x="58320" y="57505"/>
                  <a:pt x="56250" y="57505"/>
                </a:cubicBezTo>
                <a:lnTo>
                  <a:pt x="42485" y="57505"/>
                </a:lnTo>
                <a:cubicBezTo>
                  <a:pt x="42309" y="60577"/>
                  <a:pt x="41403" y="63924"/>
                  <a:pt x="39176" y="67500"/>
                </a:cubicBezTo>
                <a:lnTo>
                  <a:pt x="66251" y="67500"/>
                </a:lnTo>
                <a:cubicBezTo>
                  <a:pt x="68320" y="67500"/>
                  <a:pt x="70000" y="69180"/>
                  <a:pt x="70000" y="71244"/>
                </a:cubicBezTo>
                <a:cubicBezTo>
                  <a:pt x="70000" y="73319"/>
                  <a:pt x="68320" y="74999"/>
                  <a:pt x="66251" y="74999"/>
                </a:cubicBezTo>
                <a:lnTo>
                  <a:pt x="31250" y="74999"/>
                </a:lnTo>
                <a:cubicBezTo>
                  <a:pt x="31000" y="74999"/>
                  <a:pt x="30753" y="74975"/>
                  <a:pt x="30508" y="74927"/>
                </a:cubicBezTo>
                <a:cubicBezTo>
                  <a:pt x="30355" y="74891"/>
                  <a:pt x="30209" y="74843"/>
                  <a:pt x="30064" y="74795"/>
                </a:cubicBezTo>
                <a:cubicBezTo>
                  <a:pt x="29976" y="74759"/>
                  <a:pt x="29885" y="74747"/>
                  <a:pt x="29800" y="74711"/>
                </a:cubicBezTo>
                <a:cubicBezTo>
                  <a:pt x="29570" y="74603"/>
                  <a:pt x="29353" y="74495"/>
                  <a:pt x="29151" y="74351"/>
                </a:cubicBezTo>
                <a:cubicBezTo>
                  <a:pt x="29113" y="74327"/>
                  <a:pt x="29079" y="74291"/>
                  <a:pt x="29043" y="74267"/>
                </a:cubicBezTo>
                <a:cubicBezTo>
                  <a:pt x="28876" y="74147"/>
                  <a:pt x="28718" y="74016"/>
                  <a:pt x="28574" y="73871"/>
                </a:cubicBezTo>
                <a:cubicBezTo>
                  <a:pt x="28567" y="73859"/>
                  <a:pt x="28558" y="73859"/>
                  <a:pt x="28550" y="73847"/>
                </a:cubicBezTo>
                <a:cubicBezTo>
                  <a:pt x="28538" y="73835"/>
                  <a:pt x="28535" y="73823"/>
                  <a:pt x="28526" y="73811"/>
                </a:cubicBezTo>
                <a:cubicBezTo>
                  <a:pt x="28205" y="73463"/>
                  <a:pt x="27946" y="73068"/>
                  <a:pt x="27768" y="72623"/>
                </a:cubicBezTo>
                <a:cubicBezTo>
                  <a:pt x="27754" y="72587"/>
                  <a:pt x="27751" y="72551"/>
                  <a:pt x="27739" y="72515"/>
                </a:cubicBezTo>
                <a:cubicBezTo>
                  <a:pt x="27594" y="72120"/>
                  <a:pt x="27501" y="71699"/>
                  <a:pt x="27501" y="71244"/>
                </a:cubicBezTo>
                <a:cubicBezTo>
                  <a:pt x="27501" y="71232"/>
                  <a:pt x="27505" y="71220"/>
                  <a:pt x="27505" y="71196"/>
                </a:cubicBezTo>
                <a:cubicBezTo>
                  <a:pt x="27505" y="71172"/>
                  <a:pt x="27515" y="71148"/>
                  <a:pt x="27515" y="71124"/>
                </a:cubicBezTo>
                <a:cubicBezTo>
                  <a:pt x="27532" y="70643"/>
                  <a:pt x="27626" y="70188"/>
                  <a:pt x="27803" y="69780"/>
                </a:cubicBezTo>
                <a:cubicBezTo>
                  <a:pt x="27806" y="69768"/>
                  <a:pt x="27811" y="69768"/>
                  <a:pt x="27813" y="69756"/>
                </a:cubicBezTo>
                <a:cubicBezTo>
                  <a:pt x="28011" y="69300"/>
                  <a:pt x="28290" y="68904"/>
                  <a:pt x="28638" y="68568"/>
                </a:cubicBezTo>
                <a:cubicBezTo>
                  <a:pt x="28643" y="68556"/>
                  <a:pt x="28648" y="68544"/>
                  <a:pt x="28653" y="68544"/>
                </a:cubicBezTo>
                <a:cubicBezTo>
                  <a:pt x="33055" y="64320"/>
                  <a:pt x="34657" y="60805"/>
                  <a:pt x="34961" y="57505"/>
                </a:cubicBezTo>
                <a:lnTo>
                  <a:pt x="31250" y="57505"/>
                </a:lnTo>
                <a:cubicBezTo>
                  <a:pt x="29181" y="57505"/>
                  <a:pt x="27501" y="55826"/>
                  <a:pt x="27501" y="53750"/>
                </a:cubicBezTo>
                <a:cubicBezTo>
                  <a:pt x="27501" y="51674"/>
                  <a:pt x="29181" y="50006"/>
                  <a:pt x="31250" y="50006"/>
                </a:cubicBezTo>
                <a:lnTo>
                  <a:pt x="34024" y="50006"/>
                </a:lnTo>
                <a:cubicBezTo>
                  <a:pt x="33957" y="49742"/>
                  <a:pt x="33893" y="49478"/>
                  <a:pt x="33824" y="49203"/>
                </a:cubicBezTo>
                <a:cubicBezTo>
                  <a:pt x="33175" y="46670"/>
                  <a:pt x="32500" y="44043"/>
                  <a:pt x="32500" y="41247"/>
                </a:cubicBezTo>
                <a:lnTo>
                  <a:pt x="32500" y="39999"/>
                </a:lnTo>
                <a:cubicBezTo>
                  <a:pt x="32500" y="30353"/>
                  <a:pt x="40353" y="22506"/>
                  <a:pt x="50001" y="2250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6" name="Чёрный — SVG 5">
            <a:extLst>
              <a:ext uri="{FF2B5EF4-FFF2-40B4-BE49-F238E27FC236}">
                <a16:creationId xmlns:a16="http://schemas.microsoft.com/office/drawing/2014/main" id="{335E85D6-EA4D-7845-87AA-67DEF6FFE3C7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47842 w 127600"/>
              <a:gd name="csY0" fmla="*/ 0 h 138215"/>
              <a:gd name="csX1" fmla="*/ 28361 w 127600"/>
              <a:gd name="csY1" fmla="*/ 19495 h 138215"/>
              <a:gd name="csX2" fmla="*/ 28361 w 127600"/>
              <a:gd name="csY2" fmla="*/ 31896 h 138215"/>
              <a:gd name="csX3" fmla="*/ 15942 w 127600"/>
              <a:gd name="csY3" fmla="*/ 31896 h 138215"/>
              <a:gd name="csX4" fmla="*/ 10633 w 127600"/>
              <a:gd name="csY4" fmla="*/ 26571 h 138215"/>
              <a:gd name="csX5" fmla="*/ 15942 w 127600"/>
              <a:gd name="csY5" fmla="*/ 21264 h 138215"/>
              <a:gd name="csX6" fmla="*/ 21267 w 127600"/>
              <a:gd name="csY6" fmla="*/ 21264 h 138215"/>
              <a:gd name="csX7" fmla="*/ 21267 w 127600"/>
              <a:gd name="csY7" fmla="*/ 19495 h 138215"/>
              <a:gd name="csX8" fmla="*/ 22815 w 127600"/>
              <a:gd name="csY8" fmla="*/ 10632 h 138215"/>
              <a:gd name="csX9" fmla="*/ 15942 w 127600"/>
              <a:gd name="csY9" fmla="*/ 10632 h 138215"/>
              <a:gd name="csX10" fmla="*/ 0 w 127600"/>
              <a:gd name="csY10" fmla="*/ 26571 h 138215"/>
              <a:gd name="csX11" fmla="*/ 0 w 127600"/>
              <a:gd name="csY11" fmla="*/ 122259 h 138215"/>
              <a:gd name="csX12" fmla="*/ 15942 w 127600"/>
              <a:gd name="csY12" fmla="*/ 138215 h 138215"/>
              <a:gd name="csX13" fmla="*/ 111642 w 127600"/>
              <a:gd name="csY13" fmla="*/ 138215 h 138215"/>
              <a:gd name="csX14" fmla="*/ 127601 w 127600"/>
              <a:gd name="csY14" fmla="*/ 122259 h 138215"/>
              <a:gd name="csX15" fmla="*/ 127601 w 127600"/>
              <a:gd name="csY15" fmla="*/ 47835 h 138215"/>
              <a:gd name="csX16" fmla="*/ 113428 w 127600"/>
              <a:gd name="csY16" fmla="*/ 32083 h 138215"/>
              <a:gd name="csX17" fmla="*/ 113428 w 127600"/>
              <a:gd name="csY17" fmla="*/ 19495 h 138215"/>
              <a:gd name="csX18" fmla="*/ 93931 w 127600"/>
              <a:gd name="csY18" fmla="*/ 0 h 138215"/>
              <a:gd name="csX19" fmla="*/ 47842 w 127600"/>
              <a:gd name="csY19" fmla="*/ 0 h 138215"/>
              <a:gd name="csX20" fmla="*/ 47842 w 127600"/>
              <a:gd name="csY20" fmla="*/ 10632 h 138215"/>
              <a:gd name="csX21" fmla="*/ 53167 w 127600"/>
              <a:gd name="csY21" fmla="*/ 10632 h 138215"/>
              <a:gd name="csX22" fmla="*/ 53167 w 127600"/>
              <a:gd name="csY22" fmla="*/ 31896 h 138215"/>
              <a:gd name="csX23" fmla="*/ 38995 w 127600"/>
              <a:gd name="csY23" fmla="*/ 31896 h 138215"/>
              <a:gd name="csX24" fmla="*/ 38995 w 127600"/>
              <a:gd name="csY24" fmla="*/ 19495 h 138215"/>
              <a:gd name="csX25" fmla="*/ 47842 w 127600"/>
              <a:gd name="csY25" fmla="*/ 10632 h 138215"/>
              <a:gd name="csX26" fmla="*/ 63800 w 127600"/>
              <a:gd name="csY26" fmla="*/ 10632 h 138215"/>
              <a:gd name="csX27" fmla="*/ 93931 w 127600"/>
              <a:gd name="csY27" fmla="*/ 10632 h 138215"/>
              <a:gd name="csX28" fmla="*/ 102795 w 127600"/>
              <a:gd name="csY28" fmla="*/ 19495 h 138215"/>
              <a:gd name="csX29" fmla="*/ 102795 w 127600"/>
              <a:gd name="csY29" fmla="*/ 31896 h 138215"/>
              <a:gd name="csX30" fmla="*/ 63800 w 127600"/>
              <a:gd name="csY30" fmla="*/ 31896 h 138215"/>
              <a:gd name="csX31" fmla="*/ 63800 w 127600"/>
              <a:gd name="csY31" fmla="*/ 10632 h 138215"/>
              <a:gd name="csX32" fmla="*/ 97470 w 127600"/>
              <a:gd name="csY32" fmla="*/ 74424 h 138215"/>
              <a:gd name="csX33" fmla="*/ 106334 w 127600"/>
              <a:gd name="csY33" fmla="*/ 83286 h 138215"/>
              <a:gd name="csX34" fmla="*/ 97470 w 127600"/>
              <a:gd name="csY34" fmla="*/ 92149 h 138215"/>
              <a:gd name="csX35" fmla="*/ 88606 w 127600"/>
              <a:gd name="csY35" fmla="*/ 83286 h 138215"/>
              <a:gd name="csX36" fmla="*/ 97470 w 127600"/>
              <a:gd name="csY36" fmla="*/ 74424 h 138215"/>
            </a:gdLst>
            <a:ahLst/>
            <a:cxnLst/>
            <a:rect l="l" t="t" r="r" b="b"/>
            <a:pathLst>
              <a:path w="100000" h="100000">
                <a:moveTo>
                  <a:pt x="38454" y="0"/>
                </a:moveTo>
                <a:cubicBezTo>
                  <a:pt x="30711" y="0"/>
                  <a:pt x="24360" y="6363"/>
                  <a:pt x="24360" y="14105"/>
                </a:cubicBezTo>
                <a:lnTo>
                  <a:pt x="24360" y="23077"/>
                </a:lnTo>
                <a:lnTo>
                  <a:pt x="15374" y="23077"/>
                </a:lnTo>
                <a:cubicBezTo>
                  <a:pt x="13257" y="23077"/>
                  <a:pt x="11533" y="21354"/>
                  <a:pt x="11533" y="19224"/>
                </a:cubicBezTo>
                <a:cubicBezTo>
                  <a:pt x="11533" y="17107"/>
                  <a:pt x="13257" y="15385"/>
                  <a:pt x="15374" y="15385"/>
                </a:cubicBezTo>
                <a:lnTo>
                  <a:pt x="19227" y="15385"/>
                </a:lnTo>
                <a:lnTo>
                  <a:pt x="19227" y="14105"/>
                </a:lnTo>
                <a:cubicBezTo>
                  <a:pt x="19227" y="11853"/>
                  <a:pt x="19633" y="9699"/>
                  <a:pt x="20347" y="7692"/>
                </a:cubicBezTo>
                <a:lnTo>
                  <a:pt x="15374" y="7692"/>
                </a:lnTo>
                <a:cubicBezTo>
                  <a:pt x="9023" y="7692"/>
                  <a:pt x="3840" y="12874"/>
                  <a:pt x="3840" y="19224"/>
                </a:cubicBezTo>
                <a:lnTo>
                  <a:pt x="3840" y="88456"/>
                </a:lnTo>
                <a:cubicBezTo>
                  <a:pt x="3840" y="94831"/>
                  <a:pt x="9010" y="100000"/>
                  <a:pt x="15374" y="100000"/>
                </a:cubicBezTo>
                <a:lnTo>
                  <a:pt x="84614" y="100000"/>
                </a:lnTo>
                <a:cubicBezTo>
                  <a:pt x="90990" y="100000"/>
                  <a:pt x="96161" y="94831"/>
                  <a:pt x="96161" y="88456"/>
                </a:cubicBezTo>
                <a:lnTo>
                  <a:pt x="96161" y="34609"/>
                </a:lnTo>
                <a:cubicBezTo>
                  <a:pt x="96161" y="28677"/>
                  <a:pt x="91668" y="23853"/>
                  <a:pt x="85906" y="23212"/>
                </a:cubicBezTo>
                <a:lnTo>
                  <a:pt x="85906" y="14105"/>
                </a:lnTo>
                <a:cubicBezTo>
                  <a:pt x="85906" y="6363"/>
                  <a:pt x="79542" y="0"/>
                  <a:pt x="71800" y="0"/>
                </a:cubicBezTo>
                <a:lnTo>
                  <a:pt x="38454" y="0"/>
                </a:lnTo>
                <a:close/>
                <a:moveTo>
                  <a:pt x="38454" y="7692"/>
                </a:moveTo>
                <a:lnTo>
                  <a:pt x="42307" y="7692"/>
                </a:lnTo>
                <a:lnTo>
                  <a:pt x="42307" y="23077"/>
                </a:lnTo>
                <a:lnTo>
                  <a:pt x="32053" y="23077"/>
                </a:lnTo>
                <a:lnTo>
                  <a:pt x="32053" y="14105"/>
                </a:lnTo>
                <a:cubicBezTo>
                  <a:pt x="32053" y="10523"/>
                  <a:pt x="34872" y="7692"/>
                  <a:pt x="38454" y="7692"/>
                </a:cubicBezTo>
                <a:close/>
                <a:moveTo>
                  <a:pt x="50000" y="7692"/>
                </a:moveTo>
                <a:lnTo>
                  <a:pt x="71800" y="7692"/>
                </a:lnTo>
                <a:cubicBezTo>
                  <a:pt x="75382" y="7692"/>
                  <a:pt x="78213" y="10523"/>
                  <a:pt x="78213" y="14105"/>
                </a:cubicBezTo>
                <a:lnTo>
                  <a:pt x="78213" y="23077"/>
                </a:lnTo>
                <a:lnTo>
                  <a:pt x="50000" y="23077"/>
                </a:lnTo>
                <a:lnTo>
                  <a:pt x="50000" y="7692"/>
                </a:lnTo>
                <a:close/>
                <a:moveTo>
                  <a:pt x="74361" y="53847"/>
                </a:moveTo>
                <a:cubicBezTo>
                  <a:pt x="77906" y="53847"/>
                  <a:pt x="80774" y="56714"/>
                  <a:pt x="80774" y="60258"/>
                </a:cubicBezTo>
                <a:cubicBezTo>
                  <a:pt x="80774" y="63803"/>
                  <a:pt x="77906" y="66671"/>
                  <a:pt x="74361" y="66671"/>
                </a:cubicBezTo>
                <a:cubicBezTo>
                  <a:pt x="70815" y="66671"/>
                  <a:pt x="67947" y="63803"/>
                  <a:pt x="67947" y="60258"/>
                </a:cubicBezTo>
                <a:cubicBezTo>
                  <a:pt x="67947" y="56714"/>
                  <a:pt x="70815" y="53847"/>
                  <a:pt x="74361" y="5384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7" name="Чёрный — SVG 6">
            <a:extLst>
              <a:ext uri="{FF2B5EF4-FFF2-40B4-BE49-F238E27FC236}">
                <a16:creationId xmlns:a16="http://schemas.microsoft.com/office/drawing/2014/main" id="{8840E263-4F09-9041-95EA-0AE34310C914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23138 w 127600"/>
              <a:gd name="csY0" fmla="*/ 1 h 141754"/>
              <a:gd name="csX1" fmla="*/ 21080 w 127600"/>
              <a:gd name="csY1" fmla="*/ 376 h 141754"/>
              <a:gd name="csX2" fmla="*/ 19310 w 127600"/>
              <a:gd name="csY2" fmla="*/ 1532 h 141754"/>
              <a:gd name="csX3" fmla="*/ 18137 w 127600"/>
              <a:gd name="csY3" fmla="*/ 3268 h 141754"/>
              <a:gd name="csX4" fmla="*/ 17728 w 127600"/>
              <a:gd name="csY4" fmla="*/ 5326 h 141754"/>
              <a:gd name="csX5" fmla="*/ 17728 w 127600"/>
              <a:gd name="csY5" fmla="*/ 21912 h 141754"/>
              <a:gd name="csX6" fmla="*/ 0 w 127600"/>
              <a:gd name="csY6" fmla="*/ 44298 h 141754"/>
              <a:gd name="csX7" fmla="*/ 0 w 127600"/>
              <a:gd name="csY7" fmla="*/ 102783 h 141754"/>
              <a:gd name="csX8" fmla="*/ 127601 w 127600"/>
              <a:gd name="csY8" fmla="*/ 102783 h 141754"/>
              <a:gd name="csX9" fmla="*/ 127601 w 127600"/>
              <a:gd name="csY9" fmla="*/ 44298 h 141754"/>
              <a:gd name="csX10" fmla="*/ 109873 w 127600"/>
              <a:gd name="csY10" fmla="*/ 21912 h 141754"/>
              <a:gd name="csX11" fmla="*/ 109873 w 127600"/>
              <a:gd name="csY11" fmla="*/ 5326 h 141754"/>
              <a:gd name="csX12" fmla="*/ 109243 w 127600"/>
              <a:gd name="csY12" fmla="*/ 2774 h 141754"/>
              <a:gd name="csX13" fmla="*/ 107457 w 127600"/>
              <a:gd name="csY13" fmla="*/ 852 h 141754"/>
              <a:gd name="csX14" fmla="*/ 104973 w 127600"/>
              <a:gd name="csY14" fmla="*/ 18 h 141754"/>
              <a:gd name="csX15" fmla="*/ 102404 w 127600"/>
              <a:gd name="csY15" fmla="*/ 461 h 141754"/>
              <a:gd name="csX16" fmla="*/ 89116 w 127600"/>
              <a:gd name="csY16" fmla="*/ 6364 h 141754"/>
              <a:gd name="csX17" fmla="*/ 80932 w 127600"/>
              <a:gd name="csY17" fmla="*/ 903 h 141754"/>
              <a:gd name="csX18" fmla="*/ 78312 w 127600"/>
              <a:gd name="csY18" fmla="*/ 18 h 141754"/>
              <a:gd name="csX19" fmla="*/ 75607 w 127600"/>
              <a:gd name="csY19" fmla="*/ 563 h 141754"/>
              <a:gd name="csX20" fmla="*/ 63800 w 127600"/>
              <a:gd name="csY20" fmla="*/ 6466 h 141754"/>
              <a:gd name="csX21" fmla="*/ 51993 w 127600"/>
              <a:gd name="csY21" fmla="*/ 563 h 141754"/>
              <a:gd name="csX22" fmla="*/ 49288 w 127600"/>
              <a:gd name="csY22" fmla="*/ 18 h 141754"/>
              <a:gd name="csX23" fmla="*/ 46668 w 127600"/>
              <a:gd name="csY23" fmla="*/ 903 h 141754"/>
              <a:gd name="csX24" fmla="*/ 38485 w 127600"/>
              <a:gd name="csY24" fmla="*/ 6364 h 141754"/>
              <a:gd name="csX25" fmla="*/ 25197 w 127600"/>
              <a:gd name="csY25" fmla="*/ 461 h 141754"/>
              <a:gd name="csX26" fmla="*/ 23138 w 127600"/>
              <a:gd name="csY26" fmla="*/ 1 h 141754"/>
              <a:gd name="csX27" fmla="*/ 50003 w 127600"/>
              <a:gd name="csY27" fmla="*/ 11450 h 141754"/>
              <a:gd name="csX28" fmla="*/ 61419 w 127600"/>
              <a:gd name="csY28" fmla="*/ 17166 h 141754"/>
              <a:gd name="csX29" fmla="*/ 63800 w 127600"/>
              <a:gd name="csY29" fmla="*/ 17727 h 141754"/>
              <a:gd name="csX30" fmla="*/ 66182 w 127600"/>
              <a:gd name="csY30" fmla="*/ 17166 h 141754"/>
              <a:gd name="csX31" fmla="*/ 77598 w 127600"/>
              <a:gd name="csY31" fmla="*/ 11450 h 141754"/>
              <a:gd name="csX32" fmla="*/ 85663 w 127600"/>
              <a:gd name="csY32" fmla="*/ 16825 h 141754"/>
              <a:gd name="csX33" fmla="*/ 88163 w 127600"/>
              <a:gd name="csY33" fmla="*/ 17710 h 141754"/>
              <a:gd name="csX34" fmla="*/ 90767 w 127600"/>
              <a:gd name="csY34" fmla="*/ 17268 h 141754"/>
              <a:gd name="csX35" fmla="*/ 99239 w 127600"/>
              <a:gd name="csY35" fmla="*/ 13508 h 141754"/>
              <a:gd name="csX36" fmla="*/ 99239 w 127600"/>
              <a:gd name="csY36" fmla="*/ 46067 h 141754"/>
              <a:gd name="csX37" fmla="*/ 28361 w 127600"/>
              <a:gd name="csY37" fmla="*/ 46067 h 141754"/>
              <a:gd name="csX38" fmla="*/ 28361 w 127600"/>
              <a:gd name="csY38" fmla="*/ 13508 h 141754"/>
              <a:gd name="csX39" fmla="*/ 36834 w 127600"/>
              <a:gd name="csY39" fmla="*/ 17268 h 141754"/>
              <a:gd name="csX40" fmla="*/ 39437 w 127600"/>
              <a:gd name="csY40" fmla="*/ 17710 h 141754"/>
              <a:gd name="csX41" fmla="*/ 41938 w 127600"/>
              <a:gd name="csY41" fmla="*/ 16825 h 141754"/>
              <a:gd name="csX42" fmla="*/ 50003 w 127600"/>
              <a:gd name="csY42" fmla="*/ 11450 h 141754"/>
              <a:gd name="csX43" fmla="*/ 38995 w 127600"/>
              <a:gd name="csY43" fmla="*/ 60255 h 141754"/>
              <a:gd name="csX44" fmla="*/ 46072 w 127600"/>
              <a:gd name="csY44" fmla="*/ 67331 h 141754"/>
              <a:gd name="csX45" fmla="*/ 38995 w 127600"/>
              <a:gd name="csY45" fmla="*/ 74425 h 141754"/>
              <a:gd name="csX46" fmla="*/ 31900 w 127600"/>
              <a:gd name="csY46" fmla="*/ 67331 h 141754"/>
              <a:gd name="csX47" fmla="*/ 38995 w 127600"/>
              <a:gd name="csY47" fmla="*/ 60255 h 141754"/>
              <a:gd name="csX48" fmla="*/ 63800 w 127600"/>
              <a:gd name="csY48" fmla="*/ 60255 h 141754"/>
              <a:gd name="csX49" fmla="*/ 70895 w 127600"/>
              <a:gd name="csY49" fmla="*/ 67331 h 141754"/>
              <a:gd name="csX50" fmla="*/ 63800 w 127600"/>
              <a:gd name="csY50" fmla="*/ 74425 h 141754"/>
              <a:gd name="csX51" fmla="*/ 56706 w 127600"/>
              <a:gd name="csY51" fmla="*/ 67331 h 141754"/>
              <a:gd name="csX52" fmla="*/ 63800 w 127600"/>
              <a:gd name="csY52" fmla="*/ 60255 h 141754"/>
              <a:gd name="csX53" fmla="*/ 88606 w 127600"/>
              <a:gd name="csY53" fmla="*/ 60255 h 141754"/>
              <a:gd name="csX54" fmla="*/ 95700 w 127600"/>
              <a:gd name="csY54" fmla="*/ 67331 h 141754"/>
              <a:gd name="csX55" fmla="*/ 88606 w 127600"/>
              <a:gd name="csY55" fmla="*/ 74425 h 141754"/>
              <a:gd name="csX56" fmla="*/ 81528 w 127600"/>
              <a:gd name="csY56" fmla="*/ 67331 h 141754"/>
              <a:gd name="csX57" fmla="*/ 88606 w 127600"/>
              <a:gd name="csY57" fmla="*/ 60255 h 141754"/>
              <a:gd name="csX58" fmla="*/ 38995 w 127600"/>
              <a:gd name="csY58" fmla="*/ 81519 h 141754"/>
              <a:gd name="csX59" fmla="*/ 46072 w 127600"/>
              <a:gd name="csY59" fmla="*/ 88595 h 141754"/>
              <a:gd name="csX60" fmla="*/ 38995 w 127600"/>
              <a:gd name="csY60" fmla="*/ 95689 h 141754"/>
              <a:gd name="csX61" fmla="*/ 31900 w 127600"/>
              <a:gd name="csY61" fmla="*/ 88595 h 141754"/>
              <a:gd name="csX62" fmla="*/ 38995 w 127600"/>
              <a:gd name="csY62" fmla="*/ 81519 h 141754"/>
              <a:gd name="csX63" fmla="*/ 63800 w 127600"/>
              <a:gd name="csY63" fmla="*/ 81519 h 141754"/>
              <a:gd name="csX64" fmla="*/ 70895 w 127600"/>
              <a:gd name="csY64" fmla="*/ 88595 h 141754"/>
              <a:gd name="csX65" fmla="*/ 63800 w 127600"/>
              <a:gd name="csY65" fmla="*/ 95689 h 141754"/>
              <a:gd name="csX66" fmla="*/ 56706 w 127600"/>
              <a:gd name="csY66" fmla="*/ 88595 h 141754"/>
              <a:gd name="csX67" fmla="*/ 63800 w 127600"/>
              <a:gd name="csY67" fmla="*/ 81519 h 141754"/>
              <a:gd name="csX68" fmla="*/ 88606 w 127600"/>
              <a:gd name="csY68" fmla="*/ 81519 h 141754"/>
              <a:gd name="csX69" fmla="*/ 95700 w 127600"/>
              <a:gd name="csY69" fmla="*/ 88595 h 141754"/>
              <a:gd name="csX70" fmla="*/ 88606 w 127600"/>
              <a:gd name="csY70" fmla="*/ 95689 h 141754"/>
              <a:gd name="csX71" fmla="*/ 81528 w 127600"/>
              <a:gd name="csY71" fmla="*/ 88595 h 141754"/>
              <a:gd name="csX72" fmla="*/ 88606 w 127600"/>
              <a:gd name="csY72" fmla="*/ 81519 h 141754"/>
              <a:gd name="csX73" fmla="*/ 0 w 127600"/>
              <a:gd name="csY73" fmla="*/ 113415 h 141754"/>
              <a:gd name="csX74" fmla="*/ 0 w 127600"/>
              <a:gd name="csY74" fmla="*/ 118722 h 141754"/>
              <a:gd name="csX75" fmla="*/ 23036 w 127600"/>
              <a:gd name="csY75" fmla="*/ 141755 h 141754"/>
              <a:gd name="csX76" fmla="*/ 104564 w 127600"/>
              <a:gd name="csY76" fmla="*/ 141755 h 141754"/>
              <a:gd name="csX77" fmla="*/ 127601 w 127600"/>
              <a:gd name="csY77" fmla="*/ 118722 h 141754"/>
              <a:gd name="csX78" fmla="*/ 127601 w 127600"/>
              <a:gd name="csY78" fmla="*/ 113415 h 141754"/>
              <a:gd name="csX79" fmla="*/ 0 w 127600"/>
              <a:gd name="csY79" fmla="*/ 113415 h 141754"/>
              <a:gd name="csX80" fmla="*/ 63800 w 127600"/>
              <a:gd name="csY80" fmla="*/ 120491 h 141754"/>
              <a:gd name="csX81" fmla="*/ 70895 w 127600"/>
              <a:gd name="csY81" fmla="*/ 127585 h 141754"/>
              <a:gd name="csX82" fmla="*/ 63800 w 127600"/>
              <a:gd name="csY82" fmla="*/ 134678 h 141754"/>
              <a:gd name="csX83" fmla="*/ 56706 w 127600"/>
              <a:gd name="csY83" fmla="*/ 127585 h 141754"/>
              <a:gd name="csX84" fmla="*/ 63800 w 127600"/>
              <a:gd name="csY84" fmla="*/ 120491 h 141754"/>
            </a:gdLst>
            <a:ahLst/>
            <a:cxnLst/>
            <a:rect l="l" t="t" r="r" b="b"/>
            <a:pathLst>
              <a:path w="100000" h="100000">
                <a:moveTo>
                  <a:pt x="21315" y="1"/>
                </a:moveTo>
                <a:cubicBezTo>
                  <a:pt x="20811" y="-11"/>
                  <a:pt x="20319" y="85"/>
                  <a:pt x="19863" y="265"/>
                </a:cubicBezTo>
                <a:cubicBezTo>
                  <a:pt x="19395" y="457"/>
                  <a:pt x="18974" y="721"/>
                  <a:pt x="18615" y="1081"/>
                </a:cubicBezTo>
                <a:cubicBezTo>
                  <a:pt x="18267" y="1429"/>
                  <a:pt x="17978" y="1837"/>
                  <a:pt x="17787" y="2305"/>
                </a:cubicBezTo>
                <a:cubicBezTo>
                  <a:pt x="17595" y="2761"/>
                  <a:pt x="17499" y="3253"/>
                  <a:pt x="17499" y="3757"/>
                </a:cubicBezTo>
                <a:lnTo>
                  <a:pt x="17499" y="15458"/>
                </a:lnTo>
                <a:cubicBezTo>
                  <a:pt x="10333" y="17161"/>
                  <a:pt x="4992" y="23582"/>
                  <a:pt x="4992" y="31250"/>
                </a:cubicBezTo>
                <a:lnTo>
                  <a:pt x="4992" y="72508"/>
                </a:lnTo>
                <a:lnTo>
                  <a:pt x="95008" y="72508"/>
                </a:lnTo>
                <a:lnTo>
                  <a:pt x="95008" y="31250"/>
                </a:lnTo>
                <a:cubicBezTo>
                  <a:pt x="95008" y="23582"/>
                  <a:pt x="89667" y="17161"/>
                  <a:pt x="82502" y="15458"/>
                </a:cubicBezTo>
                <a:lnTo>
                  <a:pt x="82502" y="3757"/>
                </a:lnTo>
                <a:cubicBezTo>
                  <a:pt x="82502" y="3133"/>
                  <a:pt x="82346" y="2509"/>
                  <a:pt x="82058" y="1957"/>
                </a:cubicBezTo>
                <a:cubicBezTo>
                  <a:pt x="81758" y="1417"/>
                  <a:pt x="81325" y="949"/>
                  <a:pt x="80798" y="601"/>
                </a:cubicBezTo>
                <a:cubicBezTo>
                  <a:pt x="80269" y="265"/>
                  <a:pt x="79670" y="61"/>
                  <a:pt x="79045" y="13"/>
                </a:cubicBezTo>
                <a:cubicBezTo>
                  <a:pt x="78433" y="-35"/>
                  <a:pt x="77797" y="73"/>
                  <a:pt x="77233" y="325"/>
                </a:cubicBezTo>
                <a:lnTo>
                  <a:pt x="67859" y="4489"/>
                </a:lnTo>
                <a:lnTo>
                  <a:pt x="62086" y="637"/>
                </a:lnTo>
                <a:cubicBezTo>
                  <a:pt x="61534" y="265"/>
                  <a:pt x="60898" y="49"/>
                  <a:pt x="60237" y="13"/>
                </a:cubicBezTo>
                <a:cubicBezTo>
                  <a:pt x="59578" y="-35"/>
                  <a:pt x="58918" y="97"/>
                  <a:pt x="58329" y="397"/>
                </a:cubicBezTo>
                <a:lnTo>
                  <a:pt x="50000" y="4561"/>
                </a:lnTo>
                <a:lnTo>
                  <a:pt x="41671" y="397"/>
                </a:lnTo>
                <a:cubicBezTo>
                  <a:pt x="41082" y="97"/>
                  <a:pt x="40423" y="-35"/>
                  <a:pt x="39763" y="13"/>
                </a:cubicBezTo>
                <a:cubicBezTo>
                  <a:pt x="39102" y="49"/>
                  <a:pt x="38467" y="265"/>
                  <a:pt x="37914" y="637"/>
                </a:cubicBezTo>
                <a:lnTo>
                  <a:pt x="32142" y="4489"/>
                </a:lnTo>
                <a:lnTo>
                  <a:pt x="22768" y="325"/>
                </a:lnTo>
                <a:cubicBezTo>
                  <a:pt x="22312" y="121"/>
                  <a:pt x="21819" y="13"/>
                  <a:pt x="21315" y="1"/>
                </a:cubicBezTo>
                <a:close/>
                <a:moveTo>
                  <a:pt x="40267" y="8077"/>
                </a:moveTo>
                <a:lnTo>
                  <a:pt x="48320" y="12110"/>
                </a:lnTo>
                <a:cubicBezTo>
                  <a:pt x="48848" y="12362"/>
                  <a:pt x="49424" y="12505"/>
                  <a:pt x="50000" y="12505"/>
                </a:cubicBezTo>
                <a:cubicBezTo>
                  <a:pt x="50576" y="12505"/>
                  <a:pt x="51153" y="12362"/>
                  <a:pt x="51680" y="12110"/>
                </a:cubicBezTo>
                <a:lnTo>
                  <a:pt x="59734" y="8077"/>
                </a:lnTo>
                <a:lnTo>
                  <a:pt x="65423" y="11869"/>
                </a:lnTo>
                <a:cubicBezTo>
                  <a:pt x="65951" y="12218"/>
                  <a:pt x="66551" y="12434"/>
                  <a:pt x="67187" y="12493"/>
                </a:cubicBezTo>
                <a:cubicBezTo>
                  <a:pt x="67811" y="12541"/>
                  <a:pt x="68447" y="12434"/>
                  <a:pt x="69024" y="12182"/>
                </a:cubicBezTo>
                <a:lnTo>
                  <a:pt x="75000" y="9529"/>
                </a:lnTo>
                <a:lnTo>
                  <a:pt x="75000" y="32498"/>
                </a:lnTo>
                <a:lnTo>
                  <a:pt x="25000" y="32498"/>
                </a:lnTo>
                <a:lnTo>
                  <a:pt x="25000" y="9529"/>
                </a:lnTo>
                <a:lnTo>
                  <a:pt x="30977" y="12182"/>
                </a:lnTo>
                <a:cubicBezTo>
                  <a:pt x="31553" y="12434"/>
                  <a:pt x="32190" y="12541"/>
                  <a:pt x="32813" y="12493"/>
                </a:cubicBezTo>
                <a:cubicBezTo>
                  <a:pt x="33449" y="12434"/>
                  <a:pt x="34049" y="12218"/>
                  <a:pt x="34578" y="11869"/>
                </a:cubicBezTo>
                <a:lnTo>
                  <a:pt x="40267" y="8077"/>
                </a:lnTo>
                <a:close/>
                <a:moveTo>
                  <a:pt x="32501" y="42507"/>
                </a:moveTo>
                <a:cubicBezTo>
                  <a:pt x="35262" y="42507"/>
                  <a:pt x="37494" y="44739"/>
                  <a:pt x="37494" y="47498"/>
                </a:cubicBezTo>
                <a:cubicBezTo>
                  <a:pt x="37494" y="50271"/>
                  <a:pt x="35262" y="52503"/>
                  <a:pt x="32501" y="52503"/>
                </a:cubicBezTo>
                <a:cubicBezTo>
                  <a:pt x="29728" y="52503"/>
                  <a:pt x="27496" y="50271"/>
                  <a:pt x="27496" y="47498"/>
                </a:cubicBezTo>
                <a:cubicBezTo>
                  <a:pt x="27496" y="44739"/>
                  <a:pt x="29728" y="42507"/>
                  <a:pt x="32501" y="42507"/>
                </a:cubicBezTo>
                <a:close/>
                <a:moveTo>
                  <a:pt x="50000" y="42507"/>
                </a:moveTo>
                <a:cubicBezTo>
                  <a:pt x="52760" y="42507"/>
                  <a:pt x="55005" y="44739"/>
                  <a:pt x="55005" y="47498"/>
                </a:cubicBezTo>
                <a:cubicBezTo>
                  <a:pt x="55005" y="50271"/>
                  <a:pt x="52760" y="52503"/>
                  <a:pt x="50000" y="52503"/>
                </a:cubicBezTo>
                <a:cubicBezTo>
                  <a:pt x="47240" y="52503"/>
                  <a:pt x="44996" y="50271"/>
                  <a:pt x="44996" y="47498"/>
                </a:cubicBezTo>
                <a:cubicBezTo>
                  <a:pt x="44996" y="44739"/>
                  <a:pt x="47240" y="42507"/>
                  <a:pt x="50000" y="42507"/>
                </a:cubicBezTo>
                <a:close/>
                <a:moveTo>
                  <a:pt x="67499" y="42507"/>
                </a:moveTo>
                <a:cubicBezTo>
                  <a:pt x="70272" y="42507"/>
                  <a:pt x="72504" y="44739"/>
                  <a:pt x="72504" y="47498"/>
                </a:cubicBezTo>
                <a:cubicBezTo>
                  <a:pt x="72504" y="50271"/>
                  <a:pt x="70272" y="52503"/>
                  <a:pt x="67499" y="52503"/>
                </a:cubicBezTo>
                <a:cubicBezTo>
                  <a:pt x="64738" y="52503"/>
                  <a:pt x="62506" y="50271"/>
                  <a:pt x="62506" y="47498"/>
                </a:cubicBezTo>
                <a:cubicBezTo>
                  <a:pt x="62506" y="44739"/>
                  <a:pt x="64738" y="42507"/>
                  <a:pt x="67499" y="42507"/>
                </a:cubicBezTo>
                <a:close/>
                <a:moveTo>
                  <a:pt x="32501" y="57507"/>
                </a:moveTo>
                <a:cubicBezTo>
                  <a:pt x="35262" y="57507"/>
                  <a:pt x="37494" y="59739"/>
                  <a:pt x="37494" y="62499"/>
                </a:cubicBezTo>
                <a:cubicBezTo>
                  <a:pt x="37494" y="65272"/>
                  <a:pt x="35262" y="67504"/>
                  <a:pt x="32501" y="67504"/>
                </a:cubicBezTo>
                <a:cubicBezTo>
                  <a:pt x="29728" y="67504"/>
                  <a:pt x="27496" y="65272"/>
                  <a:pt x="27496" y="62499"/>
                </a:cubicBezTo>
                <a:cubicBezTo>
                  <a:pt x="27496" y="59739"/>
                  <a:pt x="29728" y="57507"/>
                  <a:pt x="32501" y="57507"/>
                </a:cubicBezTo>
                <a:close/>
                <a:moveTo>
                  <a:pt x="50000" y="57507"/>
                </a:moveTo>
                <a:cubicBezTo>
                  <a:pt x="52760" y="57507"/>
                  <a:pt x="55005" y="59739"/>
                  <a:pt x="55005" y="62499"/>
                </a:cubicBezTo>
                <a:cubicBezTo>
                  <a:pt x="55005" y="65272"/>
                  <a:pt x="52760" y="67504"/>
                  <a:pt x="50000" y="67504"/>
                </a:cubicBezTo>
                <a:cubicBezTo>
                  <a:pt x="47240" y="67504"/>
                  <a:pt x="44996" y="65272"/>
                  <a:pt x="44996" y="62499"/>
                </a:cubicBezTo>
                <a:cubicBezTo>
                  <a:pt x="44996" y="59739"/>
                  <a:pt x="47240" y="57507"/>
                  <a:pt x="50000" y="57507"/>
                </a:cubicBezTo>
                <a:close/>
                <a:moveTo>
                  <a:pt x="67499" y="57507"/>
                </a:moveTo>
                <a:cubicBezTo>
                  <a:pt x="70272" y="57507"/>
                  <a:pt x="72504" y="59739"/>
                  <a:pt x="72504" y="62499"/>
                </a:cubicBezTo>
                <a:cubicBezTo>
                  <a:pt x="72504" y="65272"/>
                  <a:pt x="70272" y="67504"/>
                  <a:pt x="67499" y="67504"/>
                </a:cubicBezTo>
                <a:cubicBezTo>
                  <a:pt x="64738" y="67504"/>
                  <a:pt x="62506" y="65272"/>
                  <a:pt x="62506" y="62499"/>
                </a:cubicBezTo>
                <a:cubicBezTo>
                  <a:pt x="62506" y="59739"/>
                  <a:pt x="64738" y="57507"/>
                  <a:pt x="67499" y="57507"/>
                </a:cubicBezTo>
                <a:close/>
                <a:moveTo>
                  <a:pt x="4992" y="80008"/>
                </a:moveTo>
                <a:lnTo>
                  <a:pt x="4992" y="83752"/>
                </a:lnTo>
                <a:cubicBezTo>
                  <a:pt x="4992" y="92716"/>
                  <a:pt x="12278" y="100001"/>
                  <a:pt x="21243" y="100001"/>
                </a:cubicBezTo>
                <a:lnTo>
                  <a:pt x="78757" y="100001"/>
                </a:lnTo>
                <a:cubicBezTo>
                  <a:pt x="87710" y="100001"/>
                  <a:pt x="95008" y="92716"/>
                  <a:pt x="95008" y="83752"/>
                </a:cubicBezTo>
                <a:lnTo>
                  <a:pt x="95008" y="80008"/>
                </a:lnTo>
                <a:lnTo>
                  <a:pt x="4992" y="80008"/>
                </a:lnTo>
                <a:close/>
                <a:moveTo>
                  <a:pt x="50000" y="85000"/>
                </a:moveTo>
                <a:cubicBezTo>
                  <a:pt x="52760" y="85000"/>
                  <a:pt x="55005" y="87244"/>
                  <a:pt x="55005" y="90005"/>
                </a:cubicBezTo>
                <a:cubicBezTo>
                  <a:pt x="55005" y="92764"/>
                  <a:pt x="52760" y="95008"/>
                  <a:pt x="50000" y="95008"/>
                </a:cubicBezTo>
                <a:cubicBezTo>
                  <a:pt x="47240" y="95008"/>
                  <a:pt x="44996" y="92764"/>
                  <a:pt x="44996" y="90005"/>
                </a:cubicBezTo>
                <a:cubicBezTo>
                  <a:pt x="44996" y="87244"/>
                  <a:pt x="47240" y="85000"/>
                  <a:pt x="50000" y="850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8" name="Чёрный — SVG 7">
            <a:extLst>
              <a:ext uri="{FF2B5EF4-FFF2-40B4-BE49-F238E27FC236}">
                <a16:creationId xmlns:a16="http://schemas.microsoft.com/office/drawing/2014/main" id="{DD59CE0A-DE83-714A-B7C9-52A2D55E4B8C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124062 w 134695"/>
              <a:gd name="csY0" fmla="*/ 113413 h 134677"/>
              <a:gd name="csX1" fmla="*/ 124062 w 134695"/>
              <a:gd name="csY1" fmla="*/ 124045 h 134677"/>
              <a:gd name="csX2" fmla="*/ 10633 w 134695"/>
              <a:gd name="csY2" fmla="*/ 124045 h 134677"/>
              <a:gd name="csX3" fmla="*/ 10633 w 134695"/>
              <a:gd name="csY3" fmla="*/ 113413 h 134677"/>
              <a:gd name="csX4" fmla="*/ 0 w 134695"/>
              <a:gd name="csY4" fmla="*/ 124045 h 134677"/>
              <a:gd name="csX5" fmla="*/ 10633 w 134695"/>
              <a:gd name="csY5" fmla="*/ 134677 h 134677"/>
              <a:gd name="csX6" fmla="*/ 124062 w 134695"/>
              <a:gd name="csY6" fmla="*/ 134677 h 134677"/>
              <a:gd name="csX7" fmla="*/ 134695 w 134695"/>
              <a:gd name="csY7" fmla="*/ 124045 h 134677"/>
              <a:gd name="csX8" fmla="*/ 124062 w 134695"/>
              <a:gd name="csY8" fmla="*/ 113413 h 134677"/>
              <a:gd name="csX9" fmla="*/ 124062 w 134695"/>
              <a:gd name="csY9" fmla="*/ 5325 h 134677"/>
              <a:gd name="csX10" fmla="*/ 121255 w 134695"/>
              <a:gd name="csY10" fmla="*/ 629 h 134677"/>
              <a:gd name="csX11" fmla="*/ 115793 w 134695"/>
              <a:gd name="csY11" fmla="*/ 902 h 134677"/>
              <a:gd name="csX12" fmla="*/ 102642 w 134695"/>
              <a:gd name="csY12" fmla="*/ 9662 h 134677"/>
              <a:gd name="csX13" fmla="*/ 87806 w 134695"/>
              <a:gd name="csY13" fmla="*/ 765 h 134677"/>
              <a:gd name="csX14" fmla="*/ 82328 w 134695"/>
              <a:gd name="csY14" fmla="*/ 765 h 134677"/>
              <a:gd name="csX15" fmla="*/ 67339 w 134695"/>
              <a:gd name="csY15" fmla="*/ 9747 h 134677"/>
              <a:gd name="csX16" fmla="*/ 52350 w 134695"/>
              <a:gd name="csY16" fmla="*/ 765 h 134677"/>
              <a:gd name="csX17" fmla="*/ 46889 w 134695"/>
              <a:gd name="csY17" fmla="*/ 765 h 134677"/>
              <a:gd name="csX18" fmla="*/ 32053 w 134695"/>
              <a:gd name="csY18" fmla="*/ 9662 h 134677"/>
              <a:gd name="csX19" fmla="*/ 18902 w 134695"/>
              <a:gd name="csY19" fmla="*/ 902 h 134677"/>
              <a:gd name="csX20" fmla="*/ 13440 w 134695"/>
              <a:gd name="csY20" fmla="*/ 629 h 134677"/>
              <a:gd name="csX21" fmla="*/ 10633 w 134695"/>
              <a:gd name="csY21" fmla="*/ 5325 h 134677"/>
              <a:gd name="csX22" fmla="*/ 10633 w 134695"/>
              <a:gd name="csY22" fmla="*/ 113413 h 134677"/>
              <a:gd name="csX23" fmla="*/ 124062 w 134695"/>
              <a:gd name="csY23" fmla="*/ 113413 h 134677"/>
              <a:gd name="csX24" fmla="*/ 124062 w 134695"/>
              <a:gd name="csY24" fmla="*/ 5325 h 134677"/>
              <a:gd name="csX25" fmla="*/ 62031 w 134695"/>
              <a:gd name="csY25" fmla="*/ 99226 h 134677"/>
              <a:gd name="csX26" fmla="*/ 37209 w 134695"/>
              <a:gd name="csY26" fmla="*/ 99226 h 134677"/>
              <a:gd name="csX27" fmla="*/ 31900 w 134695"/>
              <a:gd name="csY27" fmla="*/ 93918 h 134677"/>
              <a:gd name="csX28" fmla="*/ 37209 w 134695"/>
              <a:gd name="csY28" fmla="*/ 88594 h 134677"/>
              <a:gd name="csX29" fmla="*/ 62031 w 134695"/>
              <a:gd name="csY29" fmla="*/ 88594 h 134677"/>
              <a:gd name="csX30" fmla="*/ 67339 w 134695"/>
              <a:gd name="csY30" fmla="*/ 93918 h 134677"/>
              <a:gd name="csX31" fmla="*/ 62031 w 134695"/>
              <a:gd name="csY31" fmla="*/ 99226 h 134677"/>
              <a:gd name="csX32" fmla="*/ 69109 w 134695"/>
              <a:gd name="csY32" fmla="*/ 77962 h 134677"/>
              <a:gd name="csX33" fmla="*/ 37209 w 134695"/>
              <a:gd name="csY33" fmla="*/ 77962 h 134677"/>
              <a:gd name="csX34" fmla="*/ 31900 w 134695"/>
              <a:gd name="csY34" fmla="*/ 72654 h 134677"/>
              <a:gd name="csX35" fmla="*/ 37209 w 134695"/>
              <a:gd name="csY35" fmla="*/ 67330 h 134677"/>
              <a:gd name="csX36" fmla="*/ 69109 w 134695"/>
              <a:gd name="csY36" fmla="*/ 67330 h 134677"/>
              <a:gd name="csX37" fmla="*/ 74434 w 134695"/>
              <a:gd name="csY37" fmla="*/ 72654 h 134677"/>
              <a:gd name="csX38" fmla="*/ 69109 w 134695"/>
              <a:gd name="csY38" fmla="*/ 77962 h 134677"/>
              <a:gd name="csX39" fmla="*/ 97470 w 134695"/>
              <a:gd name="csY39" fmla="*/ 99226 h 134677"/>
              <a:gd name="csX40" fmla="*/ 90375 w 134695"/>
              <a:gd name="csY40" fmla="*/ 99226 h 134677"/>
              <a:gd name="csX41" fmla="*/ 85067 w 134695"/>
              <a:gd name="csY41" fmla="*/ 93918 h 134677"/>
              <a:gd name="csX42" fmla="*/ 90375 w 134695"/>
              <a:gd name="csY42" fmla="*/ 88594 h 134677"/>
              <a:gd name="csX43" fmla="*/ 97470 w 134695"/>
              <a:gd name="csY43" fmla="*/ 88594 h 134677"/>
              <a:gd name="csX44" fmla="*/ 102795 w 134695"/>
              <a:gd name="csY44" fmla="*/ 93918 h 134677"/>
              <a:gd name="csX45" fmla="*/ 97470 w 134695"/>
              <a:gd name="csY45" fmla="*/ 99226 h 134677"/>
              <a:gd name="csX46" fmla="*/ 97470 w 134695"/>
              <a:gd name="csY46" fmla="*/ 77962 h 134677"/>
              <a:gd name="csX47" fmla="*/ 90375 w 134695"/>
              <a:gd name="csY47" fmla="*/ 77962 h 134677"/>
              <a:gd name="csX48" fmla="*/ 85067 w 134695"/>
              <a:gd name="csY48" fmla="*/ 72654 h 134677"/>
              <a:gd name="csX49" fmla="*/ 90375 w 134695"/>
              <a:gd name="csY49" fmla="*/ 67330 h 134677"/>
              <a:gd name="csX50" fmla="*/ 97470 w 134695"/>
              <a:gd name="csY50" fmla="*/ 67330 h 134677"/>
              <a:gd name="csX51" fmla="*/ 102795 w 134695"/>
              <a:gd name="csY51" fmla="*/ 72654 h 134677"/>
              <a:gd name="csX52" fmla="*/ 97470 w 134695"/>
              <a:gd name="csY52" fmla="*/ 77962 h 134677"/>
              <a:gd name="csX53" fmla="*/ 97470 w 134695"/>
              <a:gd name="csY53" fmla="*/ 49622 h 134677"/>
              <a:gd name="csX54" fmla="*/ 37209 w 134695"/>
              <a:gd name="csY54" fmla="*/ 49622 h 134677"/>
              <a:gd name="csX55" fmla="*/ 31900 w 134695"/>
              <a:gd name="csY55" fmla="*/ 44297 h 134677"/>
              <a:gd name="csX56" fmla="*/ 37209 w 134695"/>
              <a:gd name="csY56" fmla="*/ 38990 h 134677"/>
              <a:gd name="csX57" fmla="*/ 97470 w 134695"/>
              <a:gd name="csY57" fmla="*/ 38990 h 134677"/>
              <a:gd name="csX58" fmla="*/ 102795 w 134695"/>
              <a:gd name="csY58" fmla="*/ 44297 h 134677"/>
              <a:gd name="csX59" fmla="*/ 97470 w 134695"/>
              <a:gd name="csY59" fmla="*/ 49622 h 134677"/>
            </a:gdLst>
            <a:ahLst/>
            <a:cxnLst/>
            <a:rect l="l" t="t" r="r" b="b"/>
            <a:pathLst>
              <a:path w="100000" h="100000">
                <a:moveTo>
                  <a:pt x="92106" y="84207"/>
                </a:moveTo>
                <a:lnTo>
                  <a:pt x="92106" y="92100"/>
                </a:lnTo>
                <a:lnTo>
                  <a:pt x="7894" y="92100"/>
                </a:lnTo>
                <a:lnTo>
                  <a:pt x="7894" y="84207"/>
                </a:lnTo>
                <a:cubicBezTo>
                  <a:pt x="3537" y="84207"/>
                  <a:pt x="0" y="87743"/>
                  <a:pt x="0" y="92100"/>
                </a:cubicBezTo>
                <a:cubicBezTo>
                  <a:pt x="0" y="96457"/>
                  <a:pt x="3537" y="99993"/>
                  <a:pt x="7894" y="99993"/>
                </a:cubicBezTo>
                <a:cubicBezTo>
                  <a:pt x="9334" y="99993"/>
                  <a:pt x="90653" y="99993"/>
                  <a:pt x="92106" y="99993"/>
                </a:cubicBezTo>
                <a:cubicBezTo>
                  <a:pt x="96464" y="99993"/>
                  <a:pt x="100000" y="96457"/>
                  <a:pt x="100000" y="92100"/>
                </a:cubicBezTo>
                <a:cubicBezTo>
                  <a:pt x="100000" y="87743"/>
                  <a:pt x="96464" y="84207"/>
                  <a:pt x="92106" y="84207"/>
                </a:cubicBezTo>
                <a:close/>
                <a:moveTo>
                  <a:pt x="92106" y="3960"/>
                </a:moveTo>
                <a:cubicBezTo>
                  <a:pt x="92106" y="2495"/>
                  <a:pt x="91297" y="1156"/>
                  <a:pt x="90022" y="474"/>
                </a:cubicBezTo>
                <a:cubicBezTo>
                  <a:pt x="88733" y="-208"/>
                  <a:pt x="87180" y="-132"/>
                  <a:pt x="85967" y="676"/>
                </a:cubicBezTo>
                <a:lnTo>
                  <a:pt x="76203" y="7180"/>
                </a:lnTo>
                <a:lnTo>
                  <a:pt x="65189" y="575"/>
                </a:lnTo>
                <a:cubicBezTo>
                  <a:pt x="63939" y="-183"/>
                  <a:pt x="62372" y="-183"/>
                  <a:pt x="61122" y="575"/>
                </a:cubicBezTo>
                <a:lnTo>
                  <a:pt x="49994" y="7243"/>
                </a:lnTo>
                <a:lnTo>
                  <a:pt x="38866" y="575"/>
                </a:lnTo>
                <a:cubicBezTo>
                  <a:pt x="37615" y="-183"/>
                  <a:pt x="36061" y="-183"/>
                  <a:pt x="34811" y="575"/>
                </a:cubicBezTo>
                <a:lnTo>
                  <a:pt x="23797" y="7180"/>
                </a:lnTo>
                <a:lnTo>
                  <a:pt x="14033" y="676"/>
                </a:lnTo>
                <a:cubicBezTo>
                  <a:pt x="12820" y="-132"/>
                  <a:pt x="11267" y="-208"/>
                  <a:pt x="9978" y="474"/>
                </a:cubicBezTo>
                <a:cubicBezTo>
                  <a:pt x="8703" y="1156"/>
                  <a:pt x="7894" y="2495"/>
                  <a:pt x="7894" y="3960"/>
                </a:cubicBezTo>
                <a:lnTo>
                  <a:pt x="7894" y="84207"/>
                </a:lnTo>
                <a:lnTo>
                  <a:pt x="92106" y="84207"/>
                </a:lnTo>
                <a:lnTo>
                  <a:pt x="92106" y="3960"/>
                </a:lnTo>
                <a:close/>
                <a:moveTo>
                  <a:pt x="46053" y="73674"/>
                </a:moveTo>
                <a:lnTo>
                  <a:pt x="27625" y="73674"/>
                </a:lnTo>
                <a:cubicBezTo>
                  <a:pt x="25452" y="73674"/>
                  <a:pt x="23683" y="71918"/>
                  <a:pt x="23683" y="69733"/>
                </a:cubicBezTo>
                <a:cubicBezTo>
                  <a:pt x="23683" y="67548"/>
                  <a:pt x="25452" y="65780"/>
                  <a:pt x="27625" y="65780"/>
                </a:cubicBezTo>
                <a:lnTo>
                  <a:pt x="46053" y="65780"/>
                </a:lnTo>
                <a:cubicBezTo>
                  <a:pt x="48238" y="65780"/>
                  <a:pt x="49994" y="67548"/>
                  <a:pt x="49994" y="69733"/>
                </a:cubicBezTo>
                <a:cubicBezTo>
                  <a:pt x="49994" y="71918"/>
                  <a:pt x="48238" y="73674"/>
                  <a:pt x="46053" y="73674"/>
                </a:cubicBezTo>
                <a:close/>
                <a:moveTo>
                  <a:pt x="51308" y="57887"/>
                </a:moveTo>
                <a:lnTo>
                  <a:pt x="27625" y="57887"/>
                </a:lnTo>
                <a:cubicBezTo>
                  <a:pt x="25452" y="57887"/>
                  <a:pt x="23683" y="56131"/>
                  <a:pt x="23683" y="53946"/>
                </a:cubicBezTo>
                <a:cubicBezTo>
                  <a:pt x="23683" y="51762"/>
                  <a:pt x="25452" y="49994"/>
                  <a:pt x="27625" y="49994"/>
                </a:cubicBezTo>
                <a:lnTo>
                  <a:pt x="51308" y="49994"/>
                </a:lnTo>
                <a:cubicBezTo>
                  <a:pt x="53493" y="49994"/>
                  <a:pt x="55261" y="51762"/>
                  <a:pt x="55261" y="53946"/>
                </a:cubicBezTo>
                <a:cubicBezTo>
                  <a:pt x="55261" y="56131"/>
                  <a:pt x="53493" y="57887"/>
                  <a:pt x="51308" y="57887"/>
                </a:cubicBezTo>
                <a:close/>
                <a:moveTo>
                  <a:pt x="72363" y="73674"/>
                </a:moveTo>
                <a:lnTo>
                  <a:pt x="67096" y="73674"/>
                </a:lnTo>
                <a:cubicBezTo>
                  <a:pt x="64924" y="73674"/>
                  <a:pt x="63155" y="71918"/>
                  <a:pt x="63155" y="69733"/>
                </a:cubicBezTo>
                <a:cubicBezTo>
                  <a:pt x="63155" y="67548"/>
                  <a:pt x="64924" y="65780"/>
                  <a:pt x="67096" y="65780"/>
                </a:cubicBezTo>
                <a:lnTo>
                  <a:pt x="72363" y="65780"/>
                </a:lnTo>
                <a:cubicBezTo>
                  <a:pt x="74548" y="65780"/>
                  <a:pt x="76317" y="67548"/>
                  <a:pt x="76317" y="69733"/>
                </a:cubicBezTo>
                <a:cubicBezTo>
                  <a:pt x="76317" y="71918"/>
                  <a:pt x="74548" y="73674"/>
                  <a:pt x="72363" y="73674"/>
                </a:cubicBezTo>
                <a:close/>
                <a:moveTo>
                  <a:pt x="72363" y="57887"/>
                </a:moveTo>
                <a:lnTo>
                  <a:pt x="67096" y="57887"/>
                </a:lnTo>
                <a:cubicBezTo>
                  <a:pt x="64924" y="57887"/>
                  <a:pt x="63155" y="56131"/>
                  <a:pt x="63155" y="53946"/>
                </a:cubicBezTo>
                <a:cubicBezTo>
                  <a:pt x="63155" y="51762"/>
                  <a:pt x="64924" y="49994"/>
                  <a:pt x="67096" y="49994"/>
                </a:cubicBezTo>
                <a:lnTo>
                  <a:pt x="72363" y="49994"/>
                </a:lnTo>
                <a:cubicBezTo>
                  <a:pt x="74548" y="49994"/>
                  <a:pt x="76317" y="51762"/>
                  <a:pt x="76317" y="53946"/>
                </a:cubicBezTo>
                <a:cubicBezTo>
                  <a:pt x="76317" y="56131"/>
                  <a:pt x="74548" y="57887"/>
                  <a:pt x="72363" y="57887"/>
                </a:cubicBezTo>
                <a:close/>
                <a:moveTo>
                  <a:pt x="72363" y="36847"/>
                </a:moveTo>
                <a:lnTo>
                  <a:pt x="27625" y="36847"/>
                </a:lnTo>
                <a:cubicBezTo>
                  <a:pt x="25452" y="36847"/>
                  <a:pt x="23683" y="35079"/>
                  <a:pt x="23683" y="32894"/>
                </a:cubicBezTo>
                <a:cubicBezTo>
                  <a:pt x="23683" y="30721"/>
                  <a:pt x="25452" y="28954"/>
                  <a:pt x="27625" y="28954"/>
                </a:cubicBezTo>
                <a:lnTo>
                  <a:pt x="72363" y="28954"/>
                </a:lnTo>
                <a:cubicBezTo>
                  <a:pt x="74548" y="28954"/>
                  <a:pt x="76317" y="30721"/>
                  <a:pt x="76317" y="32894"/>
                </a:cubicBezTo>
                <a:cubicBezTo>
                  <a:pt x="76317" y="35079"/>
                  <a:pt x="74548" y="36847"/>
                  <a:pt x="72363" y="3684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9" name="Чёрный — SVG 8">
            <a:extLst>
              <a:ext uri="{FF2B5EF4-FFF2-40B4-BE49-F238E27FC236}">
                <a16:creationId xmlns:a16="http://schemas.microsoft.com/office/drawing/2014/main" id="{03064222-D080-3B42-8BB7-A80F11E2E9D9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54936 w 127600"/>
              <a:gd name="csY0" fmla="*/ 0 h 141753"/>
              <a:gd name="csX1" fmla="*/ 28361 w 127600"/>
              <a:gd name="csY1" fmla="*/ 26571 h 141753"/>
              <a:gd name="csX2" fmla="*/ 29910 w 127600"/>
              <a:gd name="csY2" fmla="*/ 35434 h 141753"/>
              <a:gd name="csX3" fmla="*/ 15942 w 127600"/>
              <a:gd name="csY3" fmla="*/ 35434 h 141753"/>
              <a:gd name="csX4" fmla="*/ 10633 w 127600"/>
              <a:gd name="csY4" fmla="*/ 30127 h 141753"/>
              <a:gd name="csX5" fmla="*/ 15942 w 127600"/>
              <a:gd name="csY5" fmla="*/ 24802 h 141753"/>
              <a:gd name="csX6" fmla="*/ 21352 w 127600"/>
              <a:gd name="csY6" fmla="*/ 24802 h 141753"/>
              <a:gd name="csX7" fmla="*/ 23648 w 127600"/>
              <a:gd name="csY7" fmla="*/ 14170 h 141753"/>
              <a:gd name="csX8" fmla="*/ 15942 w 127600"/>
              <a:gd name="csY8" fmla="*/ 14170 h 141753"/>
              <a:gd name="csX9" fmla="*/ 0 w 127600"/>
              <a:gd name="csY9" fmla="*/ 30127 h 141753"/>
              <a:gd name="csX10" fmla="*/ 0 w 127600"/>
              <a:gd name="csY10" fmla="*/ 125814 h 141753"/>
              <a:gd name="csX11" fmla="*/ 15942 w 127600"/>
              <a:gd name="csY11" fmla="*/ 141753 h 141753"/>
              <a:gd name="csX12" fmla="*/ 111642 w 127600"/>
              <a:gd name="csY12" fmla="*/ 141753 h 141753"/>
              <a:gd name="csX13" fmla="*/ 127601 w 127600"/>
              <a:gd name="csY13" fmla="*/ 125814 h 141753"/>
              <a:gd name="csX14" fmla="*/ 127601 w 127600"/>
              <a:gd name="csY14" fmla="*/ 51390 h 141753"/>
              <a:gd name="csX15" fmla="*/ 113105 w 127600"/>
              <a:gd name="csY15" fmla="*/ 35587 h 141753"/>
              <a:gd name="csX16" fmla="*/ 113428 w 127600"/>
              <a:gd name="csY16" fmla="*/ 31896 h 141753"/>
              <a:gd name="csX17" fmla="*/ 88606 w 127600"/>
              <a:gd name="csY17" fmla="*/ 7094 h 141753"/>
              <a:gd name="csX18" fmla="*/ 76067 w 127600"/>
              <a:gd name="csY18" fmla="*/ 10547 h 141753"/>
              <a:gd name="csX19" fmla="*/ 54936 w 127600"/>
              <a:gd name="csY19" fmla="*/ 0 h 141753"/>
              <a:gd name="csX20" fmla="*/ 54936 w 127600"/>
              <a:gd name="csY20" fmla="*/ 10632 h 141753"/>
              <a:gd name="csX21" fmla="*/ 68224 w 127600"/>
              <a:gd name="csY21" fmla="*/ 17811 h 141753"/>
              <a:gd name="csX22" fmla="*/ 63800 w 127600"/>
              <a:gd name="csY22" fmla="*/ 31896 h 141753"/>
              <a:gd name="csX23" fmla="*/ 64089 w 127600"/>
              <a:gd name="csY23" fmla="*/ 35434 h 141753"/>
              <a:gd name="csX24" fmla="*/ 41751 w 127600"/>
              <a:gd name="csY24" fmla="*/ 35434 h 141753"/>
              <a:gd name="csX25" fmla="*/ 38995 w 127600"/>
              <a:gd name="csY25" fmla="*/ 26571 h 141753"/>
              <a:gd name="csX26" fmla="*/ 54936 w 127600"/>
              <a:gd name="csY26" fmla="*/ 10632 h 141753"/>
              <a:gd name="csX27" fmla="*/ 88606 w 127600"/>
              <a:gd name="csY27" fmla="*/ 17726 h 141753"/>
              <a:gd name="csX28" fmla="*/ 102795 w 127600"/>
              <a:gd name="csY28" fmla="*/ 31896 h 141753"/>
              <a:gd name="csX29" fmla="*/ 102318 w 127600"/>
              <a:gd name="csY29" fmla="*/ 35434 h 141753"/>
              <a:gd name="csX30" fmla="*/ 74893 w 127600"/>
              <a:gd name="csY30" fmla="*/ 35434 h 141753"/>
              <a:gd name="csX31" fmla="*/ 74434 w 127600"/>
              <a:gd name="csY31" fmla="*/ 31896 h 141753"/>
              <a:gd name="csX32" fmla="*/ 88606 w 127600"/>
              <a:gd name="csY32" fmla="*/ 17726 h 141753"/>
              <a:gd name="csX33" fmla="*/ 97470 w 127600"/>
              <a:gd name="csY33" fmla="*/ 77962 h 141753"/>
              <a:gd name="csX34" fmla="*/ 106334 w 127600"/>
              <a:gd name="csY34" fmla="*/ 86825 h 141753"/>
              <a:gd name="csX35" fmla="*/ 97470 w 127600"/>
              <a:gd name="csY35" fmla="*/ 95687 h 141753"/>
              <a:gd name="csX36" fmla="*/ 88606 w 127600"/>
              <a:gd name="csY36" fmla="*/ 86825 h 141753"/>
              <a:gd name="csX37" fmla="*/ 97470 w 127600"/>
              <a:gd name="csY37" fmla="*/ 77962 h 141753"/>
            </a:gdLst>
            <a:ahLst/>
            <a:cxnLst/>
            <a:rect l="l" t="t" r="r" b="b"/>
            <a:pathLst>
              <a:path w="100000" h="100000">
                <a:moveTo>
                  <a:pt x="43747" y="0"/>
                </a:moveTo>
                <a:cubicBezTo>
                  <a:pt x="33437" y="0"/>
                  <a:pt x="24999" y="8437"/>
                  <a:pt x="24999" y="18745"/>
                </a:cubicBezTo>
                <a:cubicBezTo>
                  <a:pt x="24999" y="20941"/>
                  <a:pt x="25396" y="23041"/>
                  <a:pt x="26092" y="24997"/>
                </a:cubicBezTo>
                <a:lnTo>
                  <a:pt x="16238" y="24997"/>
                </a:lnTo>
                <a:cubicBezTo>
                  <a:pt x="14174" y="24997"/>
                  <a:pt x="12493" y="23317"/>
                  <a:pt x="12493" y="21253"/>
                </a:cubicBezTo>
                <a:cubicBezTo>
                  <a:pt x="12493" y="19189"/>
                  <a:pt x="14174" y="17497"/>
                  <a:pt x="16238" y="17497"/>
                </a:cubicBezTo>
                <a:lnTo>
                  <a:pt x="20055" y="17497"/>
                </a:lnTo>
                <a:cubicBezTo>
                  <a:pt x="20199" y="14869"/>
                  <a:pt x="20751" y="12336"/>
                  <a:pt x="21675" y="9996"/>
                </a:cubicBezTo>
                <a:lnTo>
                  <a:pt x="16238" y="9996"/>
                </a:lnTo>
                <a:cubicBezTo>
                  <a:pt x="10045" y="9996"/>
                  <a:pt x="4992" y="15049"/>
                  <a:pt x="4992" y="21253"/>
                </a:cubicBezTo>
                <a:lnTo>
                  <a:pt x="4992" y="88756"/>
                </a:lnTo>
                <a:cubicBezTo>
                  <a:pt x="4992" y="94972"/>
                  <a:pt x="10033" y="100000"/>
                  <a:pt x="16238" y="100000"/>
                </a:cubicBezTo>
                <a:lnTo>
                  <a:pt x="83750" y="100000"/>
                </a:lnTo>
                <a:cubicBezTo>
                  <a:pt x="89967" y="100000"/>
                  <a:pt x="95009" y="94972"/>
                  <a:pt x="95009" y="88756"/>
                </a:cubicBezTo>
                <a:lnTo>
                  <a:pt x="95009" y="36253"/>
                </a:lnTo>
                <a:cubicBezTo>
                  <a:pt x="95009" y="30397"/>
                  <a:pt x="90508" y="25633"/>
                  <a:pt x="84782" y="25105"/>
                </a:cubicBezTo>
                <a:cubicBezTo>
                  <a:pt x="84914" y="24253"/>
                  <a:pt x="85010" y="23389"/>
                  <a:pt x="85010" y="22501"/>
                </a:cubicBezTo>
                <a:cubicBezTo>
                  <a:pt x="85010" y="12877"/>
                  <a:pt x="77125" y="5004"/>
                  <a:pt x="67499" y="5004"/>
                </a:cubicBezTo>
                <a:cubicBezTo>
                  <a:pt x="64271" y="5004"/>
                  <a:pt x="61258" y="5905"/>
                  <a:pt x="58654" y="7440"/>
                </a:cubicBezTo>
                <a:cubicBezTo>
                  <a:pt x="55221" y="2928"/>
                  <a:pt x="49820" y="0"/>
                  <a:pt x="43747" y="0"/>
                </a:cubicBezTo>
                <a:close/>
                <a:moveTo>
                  <a:pt x="43747" y="7500"/>
                </a:moveTo>
                <a:cubicBezTo>
                  <a:pt x="47696" y="7500"/>
                  <a:pt x="51116" y="9529"/>
                  <a:pt x="53121" y="12565"/>
                </a:cubicBezTo>
                <a:cubicBezTo>
                  <a:pt x="51153" y="15396"/>
                  <a:pt x="50000" y="18817"/>
                  <a:pt x="50000" y="22501"/>
                </a:cubicBezTo>
                <a:cubicBezTo>
                  <a:pt x="50000" y="23353"/>
                  <a:pt x="50084" y="24181"/>
                  <a:pt x="50204" y="24997"/>
                </a:cubicBezTo>
                <a:lnTo>
                  <a:pt x="34445" y="24997"/>
                </a:lnTo>
                <a:cubicBezTo>
                  <a:pt x="33234" y="23209"/>
                  <a:pt x="32501" y="21085"/>
                  <a:pt x="32501" y="18745"/>
                </a:cubicBezTo>
                <a:cubicBezTo>
                  <a:pt x="32501" y="12493"/>
                  <a:pt x="37494" y="7500"/>
                  <a:pt x="43747" y="7500"/>
                </a:cubicBezTo>
                <a:close/>
                <a:moveTo>
                  <a:pt x="67499" y="12505"/>
                </a:moveTo>
                <a:cubicBezTo>
                  <a:pt x="73068" y="12505"/>
                  <a:pt x="77509" y="16933"/>
                  <a:pt x="77509" y="22501"/>
                </a:cubicBezTo>
                <a:cubicBezTo>
                  <a:pt x="77509" y="23365"/>
                  <a:pt x="77389" y="24205"/>
                  <a:pt x="77173" y="24997"/>
                </a:cubicBezTo>
                <a:lnTo>
                  <a:pt x="57826" y="24997"/>
                </a:lnTo>
                <a:cubicBezTo>
                  <a:pt x="57622" y="24205"/>
                  <a:pt x="57502" y="23365"/>
                  <a:pt x="57502" y="22501"/>
                </a:cubicBezTo>
                <a:cubicBezTo>
                  <a:pt x="57502" y="16933"/>
                  <a:pt x="61931" y="12505"/>
                  <a:pt x="67499" y="12505"/>
                </a:cubicBezTo>
                <a:close/>
                <a:moveTo>
                  <a:pt x="73753" y="54998"/>
                </a:moveTo>
                <a:cubicBezTo>
                  <a:pt x="77209" y="54998"/>
                  <a:pt x="80006" y="57795"/>
                  <a:pt x="80006" y="61251"/>
                </a:cubicBezTo>
                <a:cubicBezTo>
                  <a:pt x="80006" y="64707"/>
                  <a:pt x="77209" y="67503"/>
                  <a:pt x="73753" y="67503"/>
                </a:cubicBezTo>
                <a:cubicBezTo>
                  <a:pt x="70296" y="67503"/>
                  <a:pt x="67499" y="64707"/>
                  <a:pt x="67499" y="61251"/>
                </a:cubicBezTo>
                <a:cubicBezTo>
                  <a:pt x="67499" y="57795"/>
                  <a:pt x="70296" y="54998"/>
                  <a:pt x="73753" y="5499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0" name="Чёрный — SVG 9">
            <a:extLst>
              <a:ext uri="{FF2B5EF4-FFF2-40B4-BE49-F238E27FC236}">
                <a16:creationId xmlns:a16="http://schemas.microsoft.com/office/drawing/2014/main" id="{E04015B6-7492-9842-AD36-529F58124358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70889 w 141778"/>
              <a:gd name="csY0" fmla="*/ 0 h 141753"/>
              <a:gd name="csX1" fmla="*/ 0 w 141778"/>
              <a:gd name="csY1" fmla="*/ 70885 h 141753"/>
              <a:gd name="csX2" fmla="*/ 70889 w 141778"/>
              <a:gd name="csY2" fmla="*/ 141753 h 141753"/>
              <a:gd name="csX3" fmla="*/ 141778 w 141778"/>
              <a:gd name="csY3" fmla="*/ 70885 h 141753"/>
              <a:gd name="csX4" fmla="*/ 70889 w 141778"/>
              <a:gd name="csY4" fmla="*/ 0 h 141753"/>
              <a:gd name="csX5" fmla="*/ 77978 w 141778"/>
              <a:gd name="csY5" fmla="*/ 109773 h 141753"/>
              <a:gd name="csX6" fmla="*/ 77978 w 141778"/>
              <a:gd name="csY6" fmla="*/ 113413 h 141753"/>
              <a:gd name="csX7" fmla="*/ 70889 w 141778"/>
              <a:gd name="csY7" fmla="*/ 120490 h 141753"/>
              <a:gd name="csX8" fmla="*/ 63800 w 141778"/>
              <a:gd name="csY8" fmla="*/ 113413 h 141753"/>
              <a:gd name="csX9" fmla="*/ 63800 w 141778"/>
              <a:gd name="csY9" fmla="*/ 109858 h 141753"/>
              <a:gd name="csX10" fmla="*/ 42899 w 141778"/>
              <a:gd name="csY10" fmla="*/ 94395 h 141753"/>
              <a:gd name="csX11" fmla="*/ 47382 w 141778"/>
              <a:gd name="csY11" fmla="*/ 85413 h 141753"/>
              <a:gd name="csX12" fmla="*/ 56350 w 141778"/>
              <a:gd name="csY12" fmla="*/ 89904 h 141753"/>
              <a:gd name="csX13" fmla="*/ 63800 w 141778"/>
              <a:gd name="csY13" fmla="*/ 95687 h 141753"/>
              <a:gd name="csX14" fmla="*/ 76206 w 141778"/>
              <a:gd name="csY14" fmla="*/ 95687 h 141753"/>
              <a:gd name="csX15" fmla="*/ 85067 w 141778"/>
              <a:gd name="csY15" fmla="*/ 86825 h 141753"/>
              <a:gd name="csX16" fmla="*/ 76206 w 141778"/>
              <a:gd name="csY16" fmla="*/ 77962 h 141753"/>
              <a:gd name="csX17" fmla="*/ 67345 w 141778"/>
              <a:gd name="csY17" fmla="*/ 77962 h 141753"/>
              <a:gd name="csX18" fmla="*/ 44306 w 141778"/>
              <a:gd name="csY18" fmla="*/ 54929 h 141753"/>
              <a:gd name="csX19" fmla="*/ 63800 w 141778"/>
              <a:gd name="csY19" fmla="*/ 32202 h 141753"/>
              <a:gd name="csX20" fmla="*/ 63800 w 141778"/>
              <a:gd name="csY20" fmla="*/ 28358 h 141753"/>
              <a:gd name="csX21" fmla="*/ 70889 w 141778"/>
              <a:gd name="csY21" fmla="*/ 21264 h 141753"/>
              <a:gd name="csX22" fmla="*/ 77978 w 141778"/>
              <a:gd name="csY22" fmla="*/ 28358 h 141753"/>
              <a:gd name="csX23" fmla="*/ 77978 w 141778"/>
              <a:gd name="csY23" fmla="*/ 32219 h 141753"/>
              <a:gd name="csX24" fmla="*/ 95335 w 141778"/>
              <a:gd name="csY24" fmla="*/ 47376 h 141753"/>
              <a:gd name="csX25" fmla="*/ 90852 w 141778"/>
              <a:gd name="csY25" fmla="*/ 56341 h 141753"/>
              <a:gd name="csX26" fmla="*/ 81884 w 141778"/>
              <a:gd name="csY26" fmla="*/ 51850 h 141753"/>
              <a:gd name="csX27" fmla="*/ 74434 w 141778"/>
              <a:gd name="csY27" fmla="*/ 46066 h 141753"/>
              <a:gd name="csX28" fmla="*/ 67345 w 141778"/>
              <a:gd name="csY28" fmla="*/ 46066 h 141753"/>
              <a:gd name="csX29" fmla="*/ 58484 w 141778"/>
              <a:gd name="csY29" fmla="*/ 54929 h 141753"/>
              <a:gd name="csX30" fmla="*/ 67345 w 141778"/>
              <a:gd name="csY30" fmla="*/ 63792 h 141753"/>
              <a:gd name="csX31" fmla="*/ 76206 w 141778"/>
              <a:gd name="csY31" fmla="*/ 63792 h 141753"/>
              <a:gd name="csX32" fmla="*/ 99245 w 141778"/>
              <a:gd name="csY32" fmla="*/ 86825 h 141753"/>
              <a:gd name="csX33" fmla="*/ 77978 w 141778"/>
              <a:gd name="csY33" fmla="*/ 109773 h 141753"/>
            </a:gdLst>
            <a:ahLst/>
            <a:cxnLst/>
            <a:rect l="l" t="t" r="r" b="b"/>
            <a:pathLst>
              <a:path w="100000" h="100000">
                <a:moveTo>
                  <a:pt x="50000" y="9"/>
                </a:moveTo>
                <a:cubicBezTo>
                  <a:pt x="22430" y="9"/>
                  <a:pt x="0" y="22434"/>
                  <a:pt x="0" y="50006"/>
                </a:cubicBezTo>
                <a:cubicBezTo>
                  <a:pt x="0" y="77567"/>
                  <a:pt x="22430" y="99991"/>
                  <a:pt x="50000" y="99991"/>
                </a:cubicBezTo>
                <a:cubicBezTo>
                  <a:pt x="77571" y="99991"/>
                  <a:pt x="100000" y="77567"/>
                  <a:pt x="100000" y="50006"/>
                </a:cubicBezTo>
                <a:cubicBezTo>
                  <a:pt x="100000" y="22434"/>
                  <a:pt x="77571" y="9"/>
                  <a:pt x="50000" y="9"/>
                </a:cubicBezTo>
                <a:close/>
                <a:moveTo>
                  <a:pt x="55000" y="77435"/>
                </a:moveTo>
                <a:lnTo>
                  <a:pt x="55000" y="80002"/>
                </a:lnTo>
                <a:cubicBezTo>
                  <a:pt x="55000" y="82762"/>
                  <a:pt x="52760" y="84994"/>
                  <a:pt x="50000" y="84994"/>
                </a:cubicBezTo>
                <a:cubicBezTo>
                  <a:pt x="47240" y="84994"/>
                  <a:pt x="45000" y="82762"/>
                  <a:pt x="45000" y="80002"/>
                </a:cubicBezTo>
                <a:lnTo>
                  <a:pt x="45000" y="77495"/>
                </a:lnTo>
                <a:cubicBezTo>
                  <a:pt x="37370" y="77495"/>
                  <a:pt x="32010" y="71843"/>
                  <a:pt x="30258" y="66588"/>
                </a:cubicBezTo>
                <a:cubicBezTo>
                  <a:pt x="29385" y="63960"/>
                  <a:pt x="30800" y="61128"/>
                  <a:pt x="33420" y="60253"/>
                </a:cubicBezTo>
                <a:cubicBezTo>
                  <a:pt x="36030" y="59377"/>
                  <a:pt x="38873" y="60805"/>
                  <a:pt x="39745" y="63421"/>
                </a:cubicBezTo>
                <a:cubicBezTo>
                  <a:pt x="40290" y="65052"/>
                  <a:pt x="42140" y="67500"/>
                  <a:pt x="45000" y="67500"/>
                </a:cubicBezTo>
                <a:lnTo>
                  <a:pt x="53750" y="67500"/>
                </a:lnTo>
                <a:cubicBezTo>
                  <a:pt x="57195" y="67500"/>
                  <a:pt x="60000" y="64692"/>
                  <a:pt x="60000" y="61249"/>
                </a:cubicBezTo>
                <a:cubicBezTo>
                  <a:pt x="60000" y="57806"/>
                  <a:pt x="57195" y="54998"/>
                  <a:pt x="53750" y="54998"/>
                </a:cubicBezTo>
                <a:lnTo>
                  <a:pt x="47500" y="54998"/>
                </a:lnTo>
                <a:cubicBezTo>
                  <a:pt x="38540" y="54998"/>
                  <a:pt x="31250" y="47714"/>
                  <a:pt x="31250" y="38752"/>
                </a:cubicBezTo>
                <a:cubicBezTo>
                  <a:pt x="31250" y="30652"/>
                  <a:pt x="37225" y="23934"/>
                  <a:pt x="45000" y="22722"/>
                </a:cubicBezTo>
                <a:lnTo>
                  <a:pt x="45000" y="20011"/>
                </a:lnTo>
                <a:cubicBezTo>
                  <a:pt x="45000" y="17251"/>
                  <a:pt x="47240" y="15007"/>
                  <a:pt x="50000" y="15007"/>
                </a:cubicBezTo>
                <a:cubicBezTo>
                  <a:pt x="52760" y="15007"/>
                  <a:pt x="55000" y="17251"/>
                  <a:pt x="55000" y="20011"/>
                </a:cubicBezTo>
                <a:lnTo>
                  <a:pt x="55000" y="22734"/>
                </a:lnTo>
                <a:cubicBezTo>
                  <a:pt x="61290" y="23802"/>
                  <a:pt x="65690" y="28757"/>
                  <a:pt x="67242" y="33424"/>
                </a:cubicBezTo>
                <a:cubicBezTo>
                  <a:pt x="68115" y="36040"/>
                  <a:pt x="66700" y="38872"/>
                  <a:pt x="64080" y="39748"/>
                </a:cubicBezTo>
                <a:cubicBezTo>
                  <a:pt x="61470" y="40624"/>
                  <a:pt x="58630" y="39207"/>
                  <a:pt x="57755" y="36580"/>
                </a:cubicBezTo>
                <a:cubicBezTo>
                  <a:pt x="57210" y="34948"/>
                  <a:pt x="55360" y="32500"/>
                  <a:pt x="52500" y="32500"/>
                </a:cubicBezTo>
                <a:lnTo>
                  <a:pt x="47500" y="32500"/>
                </a:lnTo>
                <a:cubicBezTo>
                  <a:pt x="44055" y="32500"/>
                  <a:pt x="41250" y="35308"/>
                  <a:pt x="41250" y="38752"/>
                </a:cubicBezTo>
                <a:cubicBezTo>
                  <a:pt x="41250" y="42195"/>
                  <a:pt x="44055" y="45003"/>
                  <a:pt x="47500" y="45003"/>
                </a:cubicBezTo>
                <a:lnTo>
                  <a:pt x="53750" y="45003"/>
                </a:lnTo>
                <a:cubicBezTo>
                  <a:pt x="62710" y="45003"/>
                  <a:pt x="70000" y="52286"/>
                  <a:pt x="70000" y="61249"/>
                </a:cubicBezTo>
                <a:cubicBezTo>
                  <a:pt x="70000" y="69792"/>
                  <a:pt x="63378" y="76799"/>
                  <a:pt x="55000" y="7743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1" name="Чёрный — SVG 10">
            <a:extLst>
              <a:ext uri="{FF2B5EF4-FFF2-40B4-BE49-F238E27FC236}">
                <a16:creationId xmlns:a16="http://schemas.microsoft.com/office/drawing/2014/main" id="{90553687-82AF-E744-9524-DE012E4E25A4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125831 w 148867"/>
              <a:gd name="csY0" fmla="*/ 0 h 106319"/>
              <a:gd name="csX1" fmla="*/ 23036 w 148867"/>
              <a:gd name="csY1" fmla="*/ 0 h 106319"/>
              <a:gd name="csX2" fmla="*/ 0 w 148867"/>
              <a:gd name="csY2" fmla="*/ 23033 h 106319"/>
              <a:gd name="csX3" fmla="*/ 0 w 148867"/>
              <a:gd name="csY3" fmla="*/ 83286 h 106319"/>
              <a:gd name="csX4" fmla="*/ 23036 w 148867"/>
              <a:gd name="csY4" fmla="*/ 106319 h 106319"/>
              <a:gd name="csX5" fmla="*/ 125831 w 148867"/>
              <a:gd name="csY5" fmla="*/ 106319 h 106319"/>
              <a:gd name="csX6" fmla="*/ 148867 w 148867"/>
              <a:gd name="csY6" fmla="*/ 83286 h 106319"/>
              <a:gd name="csX7" fmla="*/ 148867 w 148867"/>
              <a:gd name="csY7" fmla="*/ 23033 h 106319"/>
              <a:gd name="csX8" fmla="*/ 125831 w 148867"/>
              <a:gd name="csY8" fmla="*/ 0 h 106319"/>
              <a:gd name="csX9" fmla="*/ 37208 w 148867"/>
              <a:gd name="csY9" fmla="*/ 77962 h 106319"/>
              <a:gd name="csX10" fmla="*/ 26575 w 148867"/>
              <a:gd name="csY10" fmla="*/ 77962 h 106319"/>
              <a:gd name="csX11" fmla="*/ 21267 w 148867"/>
              <a:gd name="csY11" fmla="*/ 72654 h 106319"/>
              <a:gd name="csX12" fmla="*/ 26575 w 148867"/>
              <a:gd name="csY12" fmla="*/ 67330 h 106319"/>
              <a:gd name="csX13" fmla="*/ 37208 w 148867"/>
              <a:gd name="csY13" fmla="*/ 67330 h 106319"/>
              <a:gd name="csX14" fmla="*/ 42534 w 148867"/>
              <a:gd name="csY14" fmla="*/ 72654 h 106319"/>
              <a:gd name="csX15" fmla="*/ 37208 w 148867"/>
              <a:gd name="csY15" fmla="*/ 77962 h 106319"/>
              <a:gd name="csX16" fmla="*/ 42534 w 148867"/>
              <a:gd name="csY16" fmla="*/ 53160 h 106319"/>
              <a:gd name="csX17" fmla="*/ 28361 w 148867"/>
              <a:gd name="csY17" fmla="*/ 53160 h 106319"/>
              <a:gd name="csX18" fmla="*/ 21267 w 148867"/>
              <a:gd name="csY18" fmla="*/ 46066 h 106319"/>
              <a:gd name="csX19" fmla="*/ 21267 w 148867"/>
              <a:gd name="csY19" fmla="*/ 38990 h 106319"/>
              <a:gd name="csX20" fmla="*/ 28361 w 148867"/>
              <a:gd name="csY20" fmla="*/ 31896 h 106319"/>
              <a:gd name="csX21" fmla="*/ 42534 w 148867"/>
              <a:gd name="csY21" fmla="*/ 31896 h 106319"/>
              <a:gd name="csX22" fmla="*/ 49628 w 148867"/>
              <a:gd name="csY22" fmla="*/ 38990 h 106319"/>
              <a:gd name="csX23" fmla="*/ 49628 w 148867"/>
              <a:gd name="csY23" fmla="*/ 46066 h 106319"/>
              <a:gd name="csX24" fmla="*/ 42534 w 148867"/>
              <a:gd name="csY24" fmla="*/ 53160 h 106319"/>
              <a:gd name="csX25" fmla="*/ 65570 w 148867"/>
              <a:gd name="csY25" fmla="*/ 77962 h 106319"/>
              <a:gd name="csX26" fmla="*/ 54936 w 148867"/>
              <a:gd name="csY26" fmla="*/ 77962 h 106319"/>
              <a:gd name="csX27" fmla="*/ 49628 w 148867"/>
              <a:gd name="csY27" fmla="*/ 72654 h 106319"/>
              <a:gd name="csX28" fmla="*/ 54936 w 148867"/>
              <a:gd name="csY28" fmla="*/ 67330 h 106319"/>
              <a:gd name="csX29" fmla="*/ 65570 w 148867"/>
              <a:gd name="csY29" fmla="*/ 67330 h 106319"/>
              <a:gd name="csX30" fmla="*/ 70895 w 148867"/>
              <a:gd name="csY30" fmla="*/ 72654 h 106319"/>
              <a:gd name="csX31" fmla="*/ 65570 w 148867"/>
              <a:gd name="csY31" fmla="*/ 77962 h 106319"/>
              <a:gd name="csX32" fmla="*/ 93931 w 148867"/>
              <a:gd name="csY32" fmla="*/ 77962 h 106319"/>
              <a:gd name="csX33" fmla="*/ 83298 w 148867"/>
              <a:gd name="csY33" fmla="*/ 77962 h 106319"/>
              <a:gd name="csX34" fmla="*/ 77972 w 148867"/>
              <a:gd name="csY34" fmla="*/ 72654 h 106319"/>
              <a:gd name="csX35" fmla="*/ 83298 w 148867"/>
              <a:gd name="csY35" fmla="*/ 67330 h 106319"/>
              <a:gd name="csX36" fmla="*/ 93931 w 148867"/>
              <a:gd name="csY36" fmla="*/ 67330 h 106319"/>
              <a:gd name="csX37" fmla="*/ 99239 w 148867"/>
              <a:gd name="csY37" fmla="*/ 72654 h 106319"/>
              <a:gd name="csX38" fmla="*/ 93931 w 148867"/>
              <a:gd name="csY38" fmla="*/ 77962 h 106319"/>
              <a:gd name="csX39" fmla="*/ 122275 w 148867"/>
              <a:gd name="csY39" fmla="*/ 77962 h 106319"/>
              <a:gd name="csX40" fmla="*/ 111642 w 148867"/>
              <a:gd name="csY40" fmla="*/ 77962 h 106319"/>
              <a:gd name="csX41" fmla="*/ 106334 w 148867"/>
              <a:gd name="csY41" fmla="*/ 72654 h 106319"/>
              <a:gd name="csX42" fmla="*/ 111642 w 148867"/>
              <a:gd name="csY42" fmla="*/ 67330 h 106319"/>
              <a:gd name="csX43" fmla="*/ 122275 w 148867"/>
              <a:gd name="csY43" fmla="*/ 67330 h 106319"/>
              <a:gd name="csX44" fmla="*/ 127601 w 148867"/>
              <a:gd name="csY44" fmla="*/ 72654 h 106319"/>
              <a:gd name="csX45" fmla="*/ 122275 w 148867"/>
              <a:gd name="csY45" fmla="*/ 77962 h 106319"/>
            </a:gdLst>
            <a:ahLst/>
            <a:cxnLst/>
            <a:rect l="l" t="t" r="r" b="b"/>
            <a:pathLst>
              <a:path w="100000" h="100000">
                <a:moveTo>
                  <a:pt x="84526" y="14291"/>
                </a:moveTo>
                <a:lnTo>
                  <a:pt x="15474" y="14291"/>
                </a:lnTo>
                <a:cubicBezTo>
                  <a:pt x="6937" y="14291"/>
                  <a:pt x="0" y="21227"/>
                  <a:pt x="0" y="29763"/>
                </a:cubicBezTo>
                <a:lnTo>
                  <a:pt x="0" y="70237"/>
                </a:lnTo>
                <a:cubicBezTo>
                  <a:pt x="0" y="78762"/>
                  <a:pt x="6937" y="85709"/>
                  <a:pt x="15474" y="85709"/>
                </a:cubicBezTo>
                <a:lnTo>
                  <a:pt x="84526" y="85709"/>
                </a:lnTo>
                <a:cubicBezTo>
                  <a:pt x="93052" y="85709"/>
                  <a:pt x="100000" y="78762"/>
                  <a:pt x="100000" y="70237"/>
                </a:cubicBezTo>
                <a:lnTo>
                  <a:pt x="100000" y="29763"/>
                </a:lnTo>
                <a:cubicBezTo>
                  <a:pt x="100000" y="21227"/>
                  <a:pt x="93052" y="14291"/>
                  <a:pt x="84526" y="14291"/>
                </a:cubicBezTo>
                <a:close/>
                <a:moveTo>
                  <a:pt x="24994" y="66661"/>
                </a:moveTo>
                <a:lnTo>
                  <a:pt x="17852" y="66661"/>
                </a:lnTo>
                <a:cubicBezTo>
                  <a:pt x="15886" y="66661"/>
                  <a:pt x="14286" y="65072"/>
                  <a:pt x="14286" y="63095"/>
                </a:cubicBezTo>
                <a:cubicBezTo>
                  <a:pt x="14286" y="61118"/>
                  <a:pt x="15886" y="59519"/>
                  <a:pt x="17852" y="59519"/>
                </a:cubicBezTo>
                <a:lnTo>
                  <a:pt x="24994" y="59519"/>
                </a:lnTo>
                <a:cubicBezTo>
                  <a:pt x="26972" y="59519"/>
                  <a:pt x="28572" y="61118"/>
                  <a:pt x="28572" y="63095"/>
                </a:cubicBezTo>
                <a:cubicBezTo>
                  <a:pt x="28572" y="65072"/>
                  <a:pt x="26972" y="66661"/>
                  <a:pt x="24994" y="66661"/>
                </a:cubicBezTo>
                <a:close/>
                <a:moveTo>
                  <a:pt x="28572" y="50000"/>
                </a:moveTo>
                <a:lnTo>
                  <a:pt x="19051" y="50000"/>
                </a:lnTo>
                <a:cubicBezTo>
                  <a:pt x="16411" y="50000"/>
                  <a:pt x="14286" y="47875"/>
                  <a:pt x="14286" y="45235"/>
                </a:cubicBezTo>
                <a:lnTo>
                  <a:pt x="14286" y="40482"/>
                </a:lnTo>
                <a:cubicBezTo>
                  <a:pt x="14286" y="37842"/>
                  <a:pt x="16411" y="35716"/>
                  <a:pt x="19051" y="35716"/>
                </a:cubicBezTo>
                <a:lnTo>
                  <a:pt x="28572" y="35716"/>
                </a:lnTo>
                <a:cubicBezTo>
                  <a:pt x="31200" y="35716"/>
                  <a:pt x="33337" y="37842"/>
                  <a:pt x="33337" y="40482"/>
                </a:cubicBezTo>
                <a:lnTo>
                  <a:pt x="33337" y="45235"/>
                </a:lnTo>
                <a:cubicBezTo>
                  <a:pt x="33337" y="47875"/>
                  <a:pt x="31200" y="50000"/>
                  <a:pt x="28572" y="50000"/>
                </a:cubicBezTo>
                <a:close/>
                <a:moveTo>
                  <a:pt x="44046" y="66661"/>
                </a:moveTo>
                <a:lnTo>
                  <a:pt x="36903" y="66661"/>
                </a:lnTo>
                <a:cubicBezTo>
                  <a:pt x="34937" y="66661"/>
                  <a:pt x="33337" y="65072"/>
                  <a:pt x="33337" y="63095"/>
                </a:cubicBezTo>
                <a:cubicBezTo>
                  <a:pt x="33337" y="61118"/>
                  <a:pt x="34937" y="59519"/>
                  <a:pt x="36903" y="59519"/>
                </a:cubicBezTo>
                <a:lnTo>
                  <a:pt x="44046" y="59519"/>
                </a:lnTo>
                <a:cubicBezTo>
                  <a:pt x="46023" y="59519"/>
                  <a:pt x="47623" y="61118"/>
                  <a:pt x="47623" y="63095"/>
                </a:cubicBezTo>
                <a:cubicBezTo>
                  <a:pt x="47623" y="65072"/>
                  <a:pt x="46023" y="66661"/>
                  <a:pt x="44046" y="66661"/>
                </a:cubicBezTo>
                <a:close/>
                <a:moveTo>
                  <a:pt x="63097" y="66661"/>
                </a:moveTo>
                <a:lnTo>
                  <a:pt x="55955" y="66661"/>
                </a:lnTo>
                <a:cubicBezTo>
                  <a:pt x="53977" y="66661"/>
                  <a:pt x="52377" y="65072"/>
                  <a:pt x="52377" y="63095"/>
                </a:cubicBezTo>
                <a:cubicBezTo>
                  <a:pt x="52377" y="61118"/>
                  <a:pt x="53977" y="59519"/>
                  <a:pt x="55955" y="59519"/>
                </a:cubicBezTo>
                <a:lnTo>
                  <a:pt x="63097" y="59519"/>
                </a:lnTo>
                <a:cubicBezTo>
                  <a:pt x="65063" y="59519"/>
                  <a:pt x="66663" y="61118"/>
                  <a:pt x="66663" y="63095"/>
                </a:cubicBezTo>
                <a:cubicBezTo>
                  <a:pt x="66663" y="65072"/>
                  <a:pt x="65063" y="66661"/>
                  <a:pt x="63097" y="66661"/>
                </a:cubicBezTo>
                <a:close/>
                <a:moveTo>
                  <a:pt x="82137" y="66661"/>
                </a:moveTo>
                <a:lnTo>
                  <a:pt x="74994" y="66661"/>
                </a:lnTo>
                <a:cubicBezTo>
                  <a:pt x="73029" y="66661"/>
                  <a:pt x="71429" y="65072"/>
                  <a:pt x="71429" y="63095"/>
                </a:cubicBezTo>
                <a:cubicBezTo>
                  <a:pt x="71429" y="61118"/>
                  <a:pt x="73029" y="59519"/>
                  <a:pt x="74994" y="59519"/>
                </a:cubicBezTo>
                <a:lnTo>
                  <a:pt x="82137" y="59519"/>
                </a:lnTo>
                <a:cubicBezTo>
                  <a:pt x="84115" y="59519"/>
                  <a:pt x="85715" y="61118"/>
                  <a:pt x="85715" y="63095"/>
                </a:cubicBezTo>
                <a:cubicBezTo>
                  <a:pt x="85715" y="65072"/>
                  <a:pt x="84115" y="66661"/>
                  <a:pt x="82137" y="6666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2" name="Чёрный — SVG 11">
            <a:extLst>
              <a:ext uri="{FF2B5EF4-FFF2-40B4-BE49-F238E27FC236}">
                <a16:creationId xmlns:a16="http://schemas.microsoft.com/office/drawing/2014/main" id="{113F6FFF-8827-334D-89A0-A34CCF5563E7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42534 w 141772"/>
              <a:gd name="csY0" fmla="*/ 0 h 141753"/>
              <a:gd name="csX1" fmla="*/ 0 w 141772"/>
              <a:gd name="csY1" fmla="*/ 42528 h 141753"/>
              <a:gd name="csX2" fmla="*/ 42534 w 141772"/>
              <a:gd name="csY2" fmla="*/ 85056 h 141753"/>
              <a:gd name="csX3" fmla="*/ 48131 w 141772"/>
              <a:gd name="csY3" fmla="*/ 84664 h 141753"/>
              <a:gd name="csX4" fmla="*/ 84676 w 141772"/>
              <a:gd name="csY4" fmla="*/ 48124 h 141753"/>
              <a:gd name="csX5" fmla="*/ 85067 w 141772"/>
              <a:gd name="csY5" fmla="*/ 42528 h 141753"/>
              <a:gd name="csX6" fmla="*/ 42534 w 141772"/>
              <a:gd name="csY6" fmla="*/ 0 h 141753"/>
              <a:gd name="csX7" fmla="*/ 109294 w 141772"/>
              <a:gd name="csY7" fmla="*/ 0 h 141753"/>
              <a:gd name="csX8" fmla="*/ 106368 w 141772"/>
              <a:gd name="csY8" fmla="*/ 1208 h 141753"/>
              <a:gd name="csX9" fmla="*/ 98099 w 141772"/>
              <a:gd name="csY9" fmla="*/ 9475 h 141753"/>
              <a:gd name="csX10" fmla="*/ 98099 w 141772"/>
              <a:gd name="csY10" fmla="*/ 15327 h 141753"/>
              <a:gd name="csX11" fmla="*/ 106368 w 141772"/>
              <a:gd name="csY11" fmla="*/ 23594 h 141753"/>
              <a:gd name="csX12" fmla="*/ 110876 w 141772"/>
              <a:gd name="csY12" fmla="*/ 24496 h 141753"/>
              <a:gd name="csX13" fmla="*/ 113428 w 141772"/>
              <a:gd name="csY13" fmla="*/ 20669 h 141753"/>
              <a:gd name="csX14" fmla="*/ 113428 w 141772"/>
              <a:gd name="csY14" fmla="*/ 17726 h 141753"/>
              <a:gd name="csX15" fmla="*/ 115198 w 141772"/>
              <a:gd name="csY15" fmla="*/ 17726 h 141753"/>
              <a:gd name="csX16" fmla="*/ 124062 w 141772"/>
              <a:gd name="csY16" fmla="*/ 26571 h 141753"/>
              <a:gd name="csX17" fmla="*/ 124062 w 141772"/>
              <a:gd name="csY17" fmla="*/ 33665 h 141753"/>
              <a:gd name="csX18" fmla="*/ 124436 w 141772"/>
              <a:gd name="csY18" fmla="*/ 35723 h 141753"/>
              <a:gd name="csX19" fmla="*/ 125593 w 141772"/>
              <a:gd name="csY19" fmla="*/ 37476 h 141753"/>
              <a:gd name="csX20" fmla="*/ 127328 w 141772"/>
              <a:gd name="csY20" fmla="*/ 38649 h 141753"/>
              <a:gd name="csX21" fmla="*/ 129370 w 141772"/>
              <a:gd name="csY21" fmla="*/ 39057 h 141753"/>
              <a:gd name="csX22" fmla="*/ 131429 w 141772"/>
              <a:gd name="csY22" fmla="*/ 38649 h 141753"/>
              <a:gd name="csX23" fmla="*/ 133164 w 141772"/>
              <a:gd name="csY23" fmla="*/ 37476 h 141753"/>
              <a:gd name="csX24" fmla="*/ 134304 w 141772"/>
              <a:gd name="csY24" fmla="*/ 35723 h 141753"/>
              <a:gd name="csX25" fmla="*/ 134695 w 141772"/>
              <a:gd name="csY25" fmla="*/ 33665 h 141753"/>
              <a:gd name="csX26" fmla="*/ 134695 w 141772"/>
              <a:gd name="csY26" fmla="*/ 26571 h 141753"/>
              <a:gd name="csX27" fmla="*/ 115198 w 141772"/>
              <a:gd name="csY27" fmla="*/ 7094 h 141753"/>
              <a:gd name="csX28" fmla="*/ 113428 w 141772"/>
              <a:gd name="csY28" fmla="*/ 7094 h 141753"/>
              <a:gd name="csX29" fmla="*/ 113428 w 141772"/>
              <a:gd name="csY29" fmla="*/ 4134 h 141753"/>
              <a:gd name="csX30" fmla="*/ 110876 w 141772"/>
              <a:gd name="csY30" fmla="*/ 323 h 141753"/>
              <a:gd name="csX31" fmla="*/ 109294 w 141772"/>
              <a:gd name="csY31" fmla="*/ 0 h 141753"/>
              <a:gd name="csX32" fmla="*/ 42534 w 141772"/>
              <a:gd name="csY32" fmla="*/ 20379 h 141753"/>
              <a:gd name="csX33" fmla="*/ 59938 w 141772"/>
              <a:gd name="csY33" fmla="*/ 32457 h 141753"/>
              <a:gd name="csX34" fmla="*/ 57488 w 141772"/>
              <a:gd name="csY34" fmla="*/ 38241 h 141753"/>
              <a:gd name="csX35" fmla="*/ 51721 w 141772"/>
              <a:gd name="csY35" fmla="*/ 35791 h 141753"/>
              <a:gd name="csX36" fmla="*/ 42534 w 141772"/>
              <a:gd name="csY36" fmla="*/ 29242 h 141753"/>
              <a:gd name="csX37" fmla="*/ 33380 w 141772"/>
              <a:gd name="csY37" fmla="*/ 38105 h 141753"/>
              <a:gd name="csX38" fmla="*/ 38110 w 141772"/>
              <a:gd name="csY38" fmla="*/ 38105 h 141753"/>
              <a:gd name="csX39" fmla="*/ 42534 w 141772"/>
              <a:gd name="csY39" fmla="*/ 42528 h 141753"/>
              <a:gd name="csX40" fmla="*/ 38110 w 141772"/>
              <a:gd name="csY40" fmla="*/ 46951 h 141753"/>
              <a:gd name="csX41" fmla="*/ 33380 w 141772"/>
              <a:gd name="csY41" fmla="*/ 46951 h 141753"/>
              <a:gd name="csX42" fmla="*/ 42534 w 141772"/>
              <a:gd name="csY42" fmla="*/ 55814 h 141753"/>
              <a:gd name="csX43" fmla="*/ 51721 w 141772"/>
              <a:gd name="csY43" fmla="*/ 49264 h 141753"/>
              <a:gd name="csX44" fmla="*/ 57488 w 141772"/>
              <a:gd name="csY44" fmla="*/ 46815 h 141753"/>
              <a:gd name="csX45" fmla="*/ 59938 w 141772"/>
              <a:gd name="csY45" fmla="*/ 52598 h 141753"/>
              <a:gd name="csX46" fmla="*/ 42534 w 141772"/>
              <a:gd name="csY46" fmla="*/ 64676 h 141753"/>
              <a:gd name="csX47" fmla="*/ 24312 w 141772"/>
              <a:gd name="csY47" fmla="*/ 46951 h 141753"/>
              <a:gd name="csX48" fmla="*/ 22151 w 141772"/>
              <a:gd name="csY48" fmla="*/ 46951 h 141753"/>
              <a:gd name="csX49" fmla="*/ 17728 w 141772"/>
              <a:gd name="csY49" fmla="*/ 42528 h 141753"/>
              <a:gd name="csX50" fmla="*/ 22151 w 141772"/>
              <a:gd name="csY50" fmla="*/ 38105 h 141753"/>
              <a:gd name="csX51" fmla="*/ 24312 w 141772"/>
              <a:gd name="csY51" fmla="*/ 38105 h 141753"/>
              <a:gd name="csX52" fmla="*/ 42534 w 141772"/>
              <a:gd name="csY52" fmla="*/ 20379 h 141753"/>
              <a:gd name="csX53" fmla="*/ 99239 w 141772"/>
              <a:gd name="csY53" fmla="*/ 56698 h 141753"/>
              <a:gd name="csX54" fmla="*/ 56706 w 141772"/>
              <a:gd name="csY54" fmla="*/ 99226 h 141753"/>
              <a:gd name="csX55" fmla="*/ 99239 w 141772"/>
              <a:gd name="csY55" fmla="*/ 141753 h 141753"/>
              <a:gd name="csX56" fmla="*/ 141773 w 141772"/>
              <a:gd name="csY56" fmla="*/ 99226 h 141753"/>
              <a:gd name="csX57" fmla="*/ 99239 w 141772"/>
              <a:gd name="csY57" fmla="*/ 56698 h 141753"/>
              <a:gd name="csX58" fmla="*/ 99239 w 141772"/>
              <a:gd name="csY58" fmla="*/ 71055 h 141753"/>
              <a:gd name="csX59" fmla="*/ 103680 w 141772"/>
              <a:gd name="csY59" fmla="*/ 75495 h 141753"/>
              <a:gd name="csX60" fmla="*/ 103680 w 141772"/>
              <a:gd name="csY60" fmla="*/ 78098 h 141753"/>
              <a:gd name="csX61" fmla="*/ 112748 w 141772"/>
              <a:gd name="csY61" fmla="*/ 83610 h 141753"/>
              <a:gd name="csX62" fmla="*/ 111336 w 141772"/>
              <a:gd name="csY62" fmla="*/ 89700 h 141753"/>
              <a:gd name="csX63" fmla="*/ 105228 w 141772"/>
              <a:gd name="csY63" fmla="*/ 88288 h 141753"/>
              <a:gd name="csX64" fmla="*/ 101910 w 141772"/>
              <a:gd name="csY64" fmla="*/ 86825 h 141753"/>
              <a:gd name="csX65" fmla="*/ 97266 w 141772"/>
              <a:gd name="csY65" fmla="*/ 86825 h 141753"/>
              <a:gd name="csX66" fmla="*/ 93046 w 141772"/>
              <a:gd name="csY66" fmla="*/ 90788 h 141753"/>
              <a:gd name="csX67" fmla="*/ 97266 w 141772"/>
              <a:gd name="csY67" fmla="*/ 94803 h 141753"/>
              <a:gd name="csX68" fmla="*/ 102115 w 141772"/>
              <a:gd name="csY68" fmla="*/ 94803 h 141753"/>
              <a:gd name="csX69" fmla="*/ 115198 w 141772"/>
              <a:gd name="csY69" fmla="*/ 107663 h 141753"/>
              <a:gd name="csX70" fmla="*/ 103680 w 141772"/>
              <a:gd name="csY70" fmla="*/ 120354 h 141753"/>
              <a:gd name="csX71" fmla="*/ 103680 w 141772"/>
              <a:gd name="csY71" fmla="*/ 122973 h 141753"/>
              <a:gd name="csX72" fmla="*/ 99239 w 141772"/>
              <a:gd name="csY72" fmla="*/ 127396 h 141753"/>
              <a:gd name="csX73" fmla="*/ 94816 w 141772"/>
              <a:gd name="csY73" fmla="*/ 122973 h 141753"/>
              <a:gd name="csX74" fmla="*/ 94816 w 141772"/>
              <a:gd name="csY74" fmla="*/ 120422 h 141753"/>
              <a:gd name="csX75" fmla="*/ 84046 w 141772"/>
              <a:gd name="csY75" fmla="*/ 114961 h 141753"/>
              <a:gd name="csX76" fmla="*/ 85288 w 141772"/>
              <a:gd name="csY76" fmla="*/ 108837 h 141753"/>
              <a:gd name="csX77" fmla="*/ 91379 w 141772"/>
              <a:gd name="csY77" fmla="*/ 109994 h 141753"/>
              <a:gd name="csX78" fmla="*/ 95836 w 141772"/>
              <a:gd name="csY78" fmla="*/ 111627 h 141753"/>
              <a:gd name="csX79" fmla="*/ 102115 w 141772"/>
              <a:gd name="csY79" fmla="*/ 111627 h 141753"/>
              <a:gd name="csX80" fmla="*/ 106334 w 141772"/>
              <a:gd name="csY80" fmla="*/ 107663 h 141753"/>
              <a:gd name="csX81" fmla="*/ 102115 w 141772"/>
              <a:gd name="csY81" fmla="*/ 103666 h 141753"/>
              <a:gd name="csX82" fmla="*/ 97266 w 141772"/>
              <a:gd name="csY82" fmla="*/ 103666 h 141753"/>
              <a:gd name="csX83" fmla="*/ 84182 w 141772"/>
              <a:gd name="csY83" fmla="*/ 90788 h 141753"/>
              <a:gd name="csX84" fmla="*/ 94816 w 141772"/>
              <a:gd name="csY84" fmla="*/ 78217 h 141753"/>
              <a:gd name="csX85" fmla="*/ 94816 w 141772"/>
              <a:gd name="csY85" fmla="*/ 75495 h 141753"/>
              <a:gd name="csX86" fmla="*/ 99239 w 141772"/>
              <a:gd name="csY86" fmla="*/ 71055 h 141753"/>
              <a:gd name="csX87" fmla="*/ 12318 w 141772"/>
              <a:gd name="csY87" fmla="*/ 102696 h 141753"/>
              <a:gd name="csX88" fmla="*/ 8592 w 141772"/>
              <a:gd name="csY88" fmla="*/ 104312 h 141753"/>
              <a:gd name="csX89" fmla="*/ 7095 w 141772"/>
              <a:gd name="csY89" fmla="*/ 108089 h 141753"/>
              <a:gd name="csX90" fmla="*/ 7095 w 141772"/>
              <a:gd name="csY90" fmla="*/ 115182 h 141753"/>
              <a:gd name="csX91" fmla="*/ 26575 w 141772"/>
              <a:gd name="csY91" fmla="*/ 134677 h 141753"/>
              <a:gd name="csX92" fmla="*/ 28361 w 141772"/>
              <a:gd name="csY92" fmla="*/ 134677 h 141753"/>
              <a:gd name="csX93" fmla="*/ 28361 w 141772"/>
              <a:gd name="csY93" fmla="*/ 137620 h 141753"/>
              <a:gd name="csX94" fmla="*/ 30913 w 141772"/>
              <a:gd name="csY94" fmla="*/ 141447 h 141753"/>
              <a:gd name="csX95" fmla="*/ 32496 w 141772"/>
              <a:gd name="csY95" fmla="*/ 141753 h 141753"/>
              <a:gd name="csX96" fmla="*/ 35405 w 141772"/>
              <a:gd name="csY96" fmla="*/ 140546 h 141753"/>
              <a:gd name="csX97" fmla="*/ 43691 w 141772"/>
              <a:gd name="csY97" fmla="*/ 132278 h 141753"/>
              <a:gd name="csX98" fmla="*/ 43691 w 141772"/>
              <a:gd name="csY98" fmla="*/ 126426 h 141753"/>
              <a:gd name="csX99" fmla="*/ 35405 w 141772"/>
              <a:gd name="csY99" fmla="*/ 118159 h 141753"/>
              <a:gd name="csX100" fmla="*/ 30913 w 141772"/>
              <a:gd name="csY100" fmla="*/ 117274 h 141753"/>
              <a:gd name="csX101" fmla="*/ 28361 w 141772"/>
              <a:gd name="csY101" fmla="*/ 121085 h 141753"/>
              <a:gd name="csX102" fmla="*/ 28361 w 141772"/>
              <a:gd name="csY102" fmla="*/ 124045 h 141753"/>
              <a:gd name="csX103" fmla="*/ 26575 w 141772"/>
              <a:gd name="csY103" fmla="*/ 124045 h 141753"/>
              <a:gd name="csX104" fmla="*/ 17728 w 141772"/>
              <a:gd name="csY104" fmla="*/ 115182 h 141753"/>
              <a:gd name="csX105" fmla="*/ 17728 w 141772"/>
              <a:gd name="csY105" fmla="*/ 108089 h 141753"/>
              <a:gd name="csX106" fmla="*/ 17337 w 141772"/>
              <a:gd name="csY106" fmla="*/ 106013 h 141753"/>
              <a:gd name="csX107" fmla="*/ 16163 w 141772"/>
              <a:gd name="csY107" fmla="*/ 104261 h 141753"/>
              <a:gd name="csX108" fmla="*/ 14393 w 141772"/>
              <a:gd name="csY108" fmla="*/ 103087 h 141753"/>
              <a:gd name="csX109" fmla="*/ 12318 w 141772"/>
              <a:gd name="csY109" fmla="*/ 102696 h 141753"/>
            </a:gdLst>
            <a:ahLst/>
            <a:cxnLst/>
            <a:rect l="l" t="t" r="r" b="b"/>
            <a:pathLst>
              <a:path w="100000" h="100000">
                <a:moveTo>
                  <a:pt x="30002" y="7"/>
                </a:moveTo>
                <a:cubicBezTo>
                  <a:pt x="13429" y="7"/>
                  <a:pt x="0" y="13433"/>
                  <a:pt x="0" y="30004"/>
                </a:cubicBezTo>
                <a:cubicBezTo>
                  <a:pt x="0" y="46574"/>
                  <a:pt x="13429" y="60002"/>
                  <a:pt x="30002" y="60002"/>
                </a:cubicBezTo>
                <a:cubicBezTo>
                  <a:pt x="31345" y="60002"/>
                  <a:pt x="32653" y="59929"/>
                  <a:pt x="33950" y="59725"/>
                </a:cubicBezTo>
                <a:cubicBezTo>
                  <a:pt x="37478" y="47307"/>
                  <a:pt x="47306" y="37480"/>
                  <a:pt x="59727" y="33951"/>
                </a:cubicBezTo>
                <a:cubicBezTo>
                  <a:pt x="59931" y="32656"/>
                  <a:pt x="60003" y="31348"/>
                  <a:pt x="60003" y="30004"/>
                </a:cubicBezTo>
                <a:cubicBezTo>
                  <a:pt x="60003" y="13433"/>
                  <a:pt x="46574" y="7"/>
                  <a:pt x="30002" y="7"/>
                </a:cubicBezTo>
                <a:close/>
                <a:moveTo>
                  <a:pt x="77091" y="7"/>
                </a:moveTo>
                <a:cubicBezTo>
                  <a:pt x="76323" y="7"/>
                  <a:pt x="75579" y="306"/>
                  <a:pt x="75028" y="859"/>
                </a:cubicBezTo>
                <a:lnTo>
                  <a:pt x="69195" y="6690"/>
                </a:lnTo>
                <a:cubicBezTo>
                  <a:pt x="68055" y="7830"/>
                  <a:pt x="68055" y="9678"/>
                  <a:pt x="69195" y="10818"/>
                </a:cubicBezTo>
                <a:lnTo>
                  <a:pt x="75028" y="16649"/>
                </a:lnTo>
                <a:cubicBezTo>
                  <a:pt x="75856" y="17489"/>
                  <a:pt x="77103" y="17729"/>
                  <a:pt x="78207" y="17285"/>
                </a:cubicBezTo>
                <a:cubicBezTo>
                  <a:pt x="79288" y="16829"/>
                  <a:pt x="80007" y="15762"/>
                  <a:pt x="80007" y="14586"/>
                </a:cubicBezTo>
                <a:lnTo>
                  <a:pt x="80007" y="12510"/>
                </a:lnTo>
                <a:lnTo>
                  <a:pt x="81256" y="12510"/>
                </a:lnTo>
                <a:cubicBezTo>
                  <a:pt x="84748" y="12510"/>
                  <a:pt x="87508" y="15257"/>
                  <a:pt x="87508" y="18749"/>
                </a:cubicBezTo>
                <a:lnTo>
                  <a:pt x="87508" y="23753"/>
                </a:lnTo>
                <a:cubicBezTo>
                  <a:pt x="87496" y="24256"/>
                  <a:pt x="87592" y="24749"/>
                  <a:pt x="87772" y="25204"/>
                </a:cubicBezTo>
                <a:cubicBezTo>
                  <a:pt x="87964" y="25673"/>
                  <a:pt x="88240" y="26092"/>
                  <a:pt x="88588" y="26441"/>
                </a:cubicBezTo>
                <a:cubicBezTo>
                  <a:pt x="88936" y="26800"/>
                  <a:pt x="89344" y="27076"/>
                  <a:pt x="89812" y="27268"/>
                </a:cubicBezTo>
                <a:cubicBezTo>
                  <a:pt x="90268" y="27460"/>
                  <a:pt x="90760" y="27556"/>
                  <a:pt x="91252" y="27556"/>
                </a:cubicBezTo>
                <a:cubicBezTo>
                  <a:pt x="91756" y="27556"/>
                  <a:pt x="92248" y="27460"/>
                  <a:pt x="92704" y="27268"/>
                </a:cubicBezTo>
                <a:cubicBezTo>
                  <a:pt x="93160" y="27076"/>
                  <a:pt x="93581" y="26800"/>
                  <a:pt x="93928" y="26441"/>
                </a:cubicBezTo>
                <a:cubicBezTo>
                  <a:pt x="94276" y="26092"/>
                  <a:pt x="94553" y="25673"/>
                  <a:pt x="94732" y="25204"/>
                </a:cubicBezTo>
                <a:cubicBezTo>
                  <a:pt x="94924" y="24749"/>
                  <a:pt x="95008" y="24256"/>
                  <a:pt x="95008" y="23753"/>
                </a:cubicBezTo>
                <a:lnTo>
                  <a:pt x="95008" y="18749"/>
                </a:lnTo>
                <a:cubicBezTo>
                  <a:pt x="95008" y="11201"/>
                  <a:pt x="88804" y="5011"/>
                  <a:pt x="81256" y="5011"/>
                </a:cubicBezTo>
                <a:lnTo>
                  <a:pt x="80007" y="5011"/>
                </a:lnTo>
                <a:lnTo>
                  <a:pt x="80007" y="2923"/>
                </a:lnTo>
                <a:cubicBezTo>
                  <a:pt x="80007" y="1747"/>
                  <a:pt x="79288" y="679"/>
                  <a:pt x="78207" y="235"/>
                </a:cubicBezTo>
                <a:cubicBezTo>
                  <a:pt x="77848" y="79"/>
                  <a:pt x="77464" y="7"/>
                  <a:pt x="77091" y="7"/>
                </a:cubicBezTo>
                <a:close/>
                <a:moveTo>
                  <a:pt x="30002" y="14381"/>
                </a:moveTo>
                <a:cubicBezTo>
                  <a:pt x="35498" y="14381"/>
                  <a:pt x="40106" y="17561"/>
                  <a:pt x="42278" y="22901"/>
                </a:cubicBezTo>
                <a:cubicBezTo>
                  <a:pt x="42926" y="24509"/>
                  <a:pt x="42158" y="26332"/>
                  <a:pt x="40550" y="26980"/>
                </a:cubicBezTo>
                <a:cubicBezTo>
                  <a:pt x="38953" y="27629"/>
                  <a:pt x="37153" y="26848"/>
                  <a:pt x="36482" y="25252"/>
                </a:cubicBezTo>
                <a:cubicBezTo>
                  <a:pt x="34850" y="21233"/>
                  <a:pt x="31729" y="20633"/>
                  <a:pt x="30002" y="20633"/>
                </a:cubicBezTo>
                <a:cubicBezTo>
                  <a:pt x="27073" y="20633"/>
                  <a:pt x="24529" y="23285"/>
                  <a:pt x="23545" y="26884"/>
                </a:cubicBezTo>
                <a:lnTo>
                  <a:pt x="26881" y="26884"/>
                </a:lnTo>
                <a:cubicBezTo>
                  <a:pt x="28597" y="26884"/>
                  <a:pt x="30002" y="28276"/>
                  <a:pt x="30002" y="30004"/>
                </a:cubicBezTo>
                <a:cubicBezTo>
                  <a:pt x="30002" y="31732"/>
                  <a:pt x="28597" y="33124"/>
                  <a:pt x="26881" y="33124"/>
                </a:cubicBezTo>
                <a:lnTo>
                  <a:pt x="23545" y="33124"/>
                </a:lnTo>
                <a:cubicBezTo>
                  <a:pt x="24529" y="36723"/>
                  <a:pt x="27073" y="39376"/>
                  <a:pt x="30002" y="39376"/>
                </a:cubicBezTo>
                <a:cubicBezTo>
                  <a:pt x="31729" y="39376"/>
                  <a:pt x="34850" y="38775"/>
                  <a:pt x="36482" y="34755"/>
                </a:cubicBezTo>
                <a:cubicBezTo>
                  <a:pt x="37153" y="33160"/>
                  <a:pt x="38978" y="32380"/>
                  <a:pt x="40550" y="33028"/>
                </a:cubicBezTo>
                <a:cubicBezTo>
                  <a:pt x="42158" y="33676"/>
                  <a:pt x="42926" y="35500"/>
                  <a:pt x="42278" y="37107"/>
                </a:cubicBezTo>
                <a:cubicBezTo>
                  <a:pt x="40106" y="42447"/>
                  <a:pt x="35498" y="45626"/>
                  <a:pt x="30002" y="45626"/>
                </a:cubicBezTo>
                <a:cubicBezTo>
                  <a:pt x="23653" y="45626"/>
                  <a:pt x="18349" y="40251"/>
                  <a:pt x="17149" y="33124"/>
                </a:cubicBezTo>
                <a:lnTo>
                  <a:pt x="15624" y="33124"/>
                </a:lnTo>
                <a:cubicBezTo>
                  <a:pt x="13896" y="33124"/>
                  <a:pt x="12505" y="31732"/>
                  <a:pt x="12505" y="30004"/>
                </a:cubicBezTo>
                <a:cubicBezTo>
                  <a:pt x="12505" y="28276"/>
                  <a:pt x="13896" y="26884"/>
                  <a:pt x="15624" y="26884"/>
                </a:cubicBezTo>
                <a:lnTo>
                  <a:pt x="17149" y="26884"/>
                </a:lnTo>
                <a:cubicBezTo>
                  <a:pt x="18349" y="19757"/>
                  <a:pt x="23653" y="14381"/>
                  <a:pt x="30002" y="14381"/>
                </a:cubicBezTo>
                <a:close/>
                <a:moveTo>
                  <a:pt x="69999" y="39999"/>
                </a:moveTo>
                <a:cubicBezTo>
                  <a:pt x="53427" y="39999"/>
                  <a:pt x="39998" y="53426"/>
                  <a:pt x="39998" y="69997"/>
                </a:cubicBezTo>
                <a:cubicBezTo>
                  <a:pt x="39998" y="86579"/>
                  <a:pt x="53427" y="99993"/>
                  <a:pt x="69999" y="99993"/>
                </a:cubicBezTo>
                <a:cubicBezTo>
                  <a:pt x="86584" y="99993"/>
                  <a:pt x="100001" y="86579"/>
                  <a:pt x="100001" y="69997"/>
                </a:cubicBezTo>
                <a:cubicBezTo>
                  <a:pt x="100001" y="53426"/>
                  <a:pt x="86584" y="39999"/>
                  <a:pt x="69999" y="39999"/>
                </a:cubicBezTo>
                <a:close/>
                <a:moveTo>
                  <a:pt x="69999" y="50126"/>
                </a:moveTo>
                <a:cubicBezTo>
                  <a:pt x="71727" y="50126"/>
                  <a:pt x="73132" y="51530"/>
                  <a:pt x="73132" y="53258"/>
                </a:cubicBezTo>
                <a:lnTo>
                  <a:pt x="73132" y="55094"/>
                </a:lnTo>
                <a:cubicBezTo>
                  <a:pt x="77283" y="55621"/>
                  <a:pt x="79300" y="58597"/>
                  <a:pt x="79528" y="58982"/>
                </a:cubicBezTo>
                <a:cubicBezTo>
                  <a:pt x="80452" y="60421"/>
                  <a:pt x="80007" y="62353"/>
                  <a:pt x="78532" y="63277"/>
                </a:cubicBezTo>
                <a:cubicBezTo>
                  <a:pt x="77079" y="64201"/>
                  <a:pt x="75147" y="63757"/>
                  <a:pt x="74223" y="62281"/>
                </a:cubicBezTo>
                <a:cubicBezTo>
                  <a:pt x="74199" y="62257"/>
                  <a:pt x="73455" y="61249"/>
                  <a:pt x="71883" y="61249"/>
                </a:cubicBezTo>
                <a:lnTo>
                  <a:pt x="68607" y="61249"/>
                </a:lnTo>
                <a:cubicBezTo>
                  <a:pt x="66951" y="61249"/>
                  <a:pt x="65631" y="62497"/>
                  <a:pt x="65631" y="64045"/>
                </a:cubicBezTo>
                <a:cubicBezTo>
                  <a:pt x="65631" y="65629"/>
                  <a:pt x="66951" y="66877"/>
                  <a:pt x="68607" y="66877"/>
                </a:cubicBezTo>
                <a:lnTo>
                  <a:pt x="72028" y="66877"/>
                </a:lnTo>
                <a:cubicBezTo>
                  <a:pt x="77127" y="66877"/>
                  <a:pt x="81256" y="70957"/>
                  <a:pt x="81256" y="75948"/>
                </a:cubicBezTo>
                <a:cubicBezTo>
                  <a:pt x="81256" y="80580"/>
                  <a:pt x="77704" y="84347"/>
                  <a:pt x="73132" y="84899"/>
                </a:cubicBezTo>
                <a:lnTo>
                  <a:pt x="73132" y="86747"/>
                </a:lnTo>
                <a:cubicBezTo>
                  <a:pt x="73132" y="88475"/>
                  <a:pt x="71727" y="89866"/>
                  <a:pt x="69999" y="89866"/>
                </a:cubicBezTo>
                <a:cubicBezTo>
                  <a:pt x="68283" y="89866"/>
                  <a:pt x="66879" y="88475"/>
                  <a:pt x="66879" y="86747"/>
                </a:cubicBezTo>
                <a:lnTo>
                  <a:pt x="66879" y="84947"/>
                </a:lnTo>
                <a:cubicBezTo>
                  <a:pt x="63423" y="84731"/>
                  <a:pt x="60483" y="82919"/>
                  <a:pt x="59283" y="81095"/>
                </a:cubicBezTo>
                <a:cubicBezTo>
                  <a:pt x="58335" y="79668"/>
                  <a:pt x="58707" y="77724"/>
                  <a:pt x="60159" y="76776"/>
                </a:cubicBezTo>
                <a:cubicBezTo>
                  <a:pt x="61551" y="75828"/>
                  <a:pt x="63471" y="76200"/>
                  <a:pt x="64455" y="77592"/>
                </a:cubicBezTo>
                <a:cubicBezTo>
                  <a:pt x="64731" y="77928"/>
                  <a:pt x="65955" y="78744"/>
                  <a:pt x="67599" y="78744"/>
                </a:cubicBezTo>
                <a:lnTo>
                  <a:pt x="72028" y="78744"/>
                </a:lnTo>
                <a:cubicBezTo>
                  <a:pt x="73683" y="78744"/>
                  <a:pt x="75004" y="77508"/>
                  <a:pt x="75004" y="75948"/>
                </a:cubicBezTo>
                <a:cubicBezTo>
                  <a:pt x="75004" y="74376"/>
                  <a:pt x="73683" y="73128"/>
                  <a:pt x="72028" y="73128"/>
                </a:cubicBezTo>
                <a:lnTo>
                  <a:pt x="68607" y="73128"/>
                </a:lnTo>
                <a:cubicBezTo>
                  <a:pt x="63507" y="73128"/>
                  <a:pt x="59378" y="69049"/>
                  <a:pt x="59378" y="64045"/>
                </a:cubicBezTo>
                <a:cubicBezTo>
                  <a:pt x="59378" y="59653"/>
                  <a:pt x="62607" y="55982"/>
                  <a:pt x="66879" y="55178"/>
                </a:cubicBezTo>
                <a:lnTo>
                  <a:pt x="66879" y="53258"/>
                </a:lnTo>
                <a:cubicBezTo>
                  <a:pt x="66879" y="51530"/>
                  <a:pt x="68283" y="50126"/>
                  <a:pt x="69999" y="50126"/>
                </a:cubicBezTo>
                <a:close/>
                <a:moveTo>
                  <a:pt x="8689" y="72444"/>
                </a:moveTo>
                <a:cubicBezTo>
                  <a:pt x="7693" y="72456"/>
                  <a:pt x="6757" y="72876"/>
                  <a:pt x="6060" y="73584"/>
                </a:cubicBezTo>
                <a:cubicBezTo>
                  <a:pt x="5364" y="74292"/>
                  <a:pt x="4981" y="75252"/>
                  <a:pt x="5005" y="76248"/>
                </a:cubicBezTo>
                <a:lnTo>
                  <a:pt x="5005" y="81251"/>
                </a:lnTo>
                <a:cubicBezTo>
                  <a:pt x="5005" y="88799"/>
                  <a:pt x="11196" y="95002"/>
                  <a:pt x="18745" y="95002"/>
                </a:cubicBezTo>
                <a:lnTo>
                  <a:pt x="20005" y="95002"/>
                </a:lnTo>
                <a:lnTo>
                  <a:pt x="20005" y="97078"/>
                </a:lnTo>
                <a:cubicBezTo>
                  <a:pt x="20005" y="98266"/>
                  <a:pt x="20713" y="99322"/>
                  <a:pt x="21805" y="99777"/>
                </a:cubicBezTo>
                <a:cubicBezTo>
                  <a:pt x="22165" y="99922"/>
                  <a:pt x="22549" y="99993"/>
                  <a:pt x="22921" y="99993"/>
                </a:cubicBezTo>
                <a:cubicBezTo>
                  <a:pt x="23677" y="99993"/>
                  <a:pt x="24421" y="99706"/>
                  <a:pt x="24973" y="99142"/>
                </a:cubicBezTo>
                <a:lnTo>
                  <a:pt x="30818" y="93310"/>
                </a:lnTo>
                <a:cubicBezTo>
                  <a:pt x="31958" y="92170"/>
                  <a:pt x="31958" y="90323"/>
                  <a:pt x="30818" y="89182"/>
                </a:cubicBezTo>
                <a:lnTo>
                  <a:pt x="24973" y="83351"/>
                </a:lnTo>
                <a:cubicBezTo>
                  <a:pt x="24145" y="82523"/>
                  <a:pt x="22897" y="82271"/>
                  <a:pt x="21805" y="82727"/>
                </a:cubicBezTo>
                <a:cubicBezTo>
                  <a:pt x="20713" y="83171"/>
                  <a:pt x="20005" y="84239"/>
                  <a:pt x="20005" y="85415"/>
                </a:cubicBezTo>
                <a:lnTo>
                  <a:pt x="20005" y="87503"/>
                </a:lnTo>
                <a:lnTo>
                  <a:pt x="18745" y="87503"/>
                </a:lnTo>
                <a:cubicBezTo>
                  <a:pt x="15253" y="87503"/>
                  <a:pt x="12505" y="84743"/>
                  <a:pt x="12505" y="81251"/>
                </a:cubicBezTo>
                <a:lnTo>
                  <a:pt x="12505" y="76248"/>
                </a:lnTo>
                <a:cubicBezTo>
                  <a:pt x="12505" y="75744"/>
                  <a:pt x="12409" y="75252"/>
                  <a:pt x="12229" y="74784"/>
                </a:cubicBezTo>
                <a:cubicBezTo>
                  <a:pt x="12036" y="74316"/>
                  <a:pt x="11760" y="73896"/>
                  <a:pt x="11401" y="73548"/>
                </a:cubicBezTo>
                <a:cubicBezTo>
                  <a:pt x="11040" y="73188"/>
                  <a:pt x="10621" y="72912"/>
                  <a:pt x="10152" y="72720"/>
                </a:cubicBezTo>
                <a:cubicBezTo>
                  <a:pt x="9697" y="72528"/>
                  <a:pt x="9192" y="72444"/>
                  <a:pt x="8689" y="7244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3" name="Чёрный — SVG 12">
            <a:extLst>
              <a:ext uri="{FF2B5EF4-FFF2-40B4-BE49-F238E27FC236}">
                <a16:creationId xmlns:a16="http://schemas.microsoft.com/office/drawing/2014/main" id="{60005D0F-C217-5949-B35E-A3D85B4EAF17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72731 w 141777"/>
              <a:gd name="csY5" fmla="*/ 31896 h 141753"/>
              <a:gd name="csX6" fmla="*/ 97660 w 141777"/>
              <a:gd name="csY6" fmla="*/ 42613 h 141753"/>
              <a:gd name="csX7" fmla="*/ 97708 w 141777"/>
              <a:gd name="csY7" fmla="*/ 50132 h 141753"/>
              <a:gd name="csX8" fmla="*/ 90190 w 141777"/>
              <a:gd name="csY8" fmla="*/ 50183 h 141753"/>
              <a:gd name="csX9" fmla="*/ 72737 w 141777"/>
              <a:gd name="csY9" fmla="*/ 42528 h 141753"/>
              <a:gd name="csX10" fmla="*/ 52752 w 141777"/>
              <a:gd name="csY10" fmla="*/ 56698 h 141753"/>
              <a:gd name="csX11" fmla="*/ 69117 w 141777"/>
              <a:gd name="csY11" fmla="*/ 56698 h 141753"/>
              <a:gd name="csX12" fmla="*/ 74434 w 141777"/>
              <a:gd name="csY12" fmla="*/ 62022 h 141753"/>
              <a:gd name="csX13" fmla="*/ 69117 w 141777"/>
              <a:gd name="csY13" fmla="*/ 67330 h 141753"/>
              <a:gd name="csX14" fmla="*/ 49824 w 141777"/>
              <a:gd name="csY14" fmla="*/ 67330 h 141753"/>
              <a:gd name="csX15" fmla="*/ 49623 w 141777"/>
              <a:gd name="csY15" fmla="*/ 70885 h 141753"/>
              <a:gd name="csX16" fmla="*/ 49824 w 141777"/>
              <a:gd name="csY16" fmla="*/ 74424 h 141753"/>
              <a:gd name="csX17" fmla="*/ 69117 w 141777"/>
              <a:gd name="csY17" fmla="*/ 74424 h 141753"/>
              <a:gd name="csX18" fmla="*/ 74434 w 141777"/>
              <a:gd name="csY18" fmla="*/ 79731 h 141753"/>
              <a:gd name="csX19" fmla="*/ 69117 w 141777"/>
              <a:gd name="csY19" fmla="*/ 85056 h 141753"/>
              <a:gd name="csX20" fmla="*/ 52752 w 141777"/>
              <a:gd name="csY20" fmla="*/ 85056 h 141753"/>
              <a:gd name="csX21" fmla="*/ 72731 w 141777"/>
              <a:gd name="csY21" fmla="*/ 99226 h 141753"/>
              <a:gd name="csX22" fmla="*/ 90190 w 141777"/>
              <a:gd name="csY22" fmla="*/ 91588 h 141753"/>
              <a:gd name="csX23" fmla="*/ 97708 w 141777"/>
              <a:gd name="csY23" fmla="*/ 91639 h 141753"/>
              <a:gd name="csX24" fmla="*/ 97660 w 141777"/>
              <a:gd name="csY24" fmla="*/ 99141 h 141753"/>
              <a:gd name="csX25" fmla="*/ 72737 w 141777"/>
              <a:gd name="csY25" fmla="*/ 109858 h 141753"/>
              <a:gd name="csX26" fmla="*/ 41336 w 141777"/>
              <a:gd name="csY26" fmla="*/ 85056 h 141753"/>
              <a:gd name="csX27" fmla="*/ 33673 w 141777"/>
              <a:gd name="csY27" fmla="*/ 85056 h 141753"/>
              <a:gd name="csX28" fmla="*/ 28356 w 141777"/>
              <a:gd name="csY28" fmla="*/ 79731 h 141753"/>
              <a:gd name="csX29" fmla="*/ 33673 w 141777"/>
              <a:gd name="csY29" fmla="*/ 74424 h 141753"/>
              <a:gd name="csX30" fmla="*/ 39148 w 141777"/>
              <a:gd name="csY30" fmla="*/ 74424 h 141753"/>
              <a:gd name="csX31" fmla="*/ 38990 w 141777"/>
              <a:gd name="csY31" fmla="*/ 70885 h 141753"/>
              <a:gd name="csX32" fmla="*/ 39148 w 141777"/>
              <a:gd name="csY32" fmla="*/ 67330 h 141753"/>
              <a:gd name="csX33" fmla="*/ 33673 w 141777"/>
              <a:gd name="csY33" fmla="*/ 67330 h 141753"/>
              <a:gd name="csX34" fmla="*/ 28356 w 141777"/>
              <a:gd name="csY34" fmla="*/ 62022 h 141753"/>
              <a:gd name="csX35" fmla="*/ 33673 w 141777"/>
              <a:gd name="csY35" fmla="*/ 56698 h 141753"/>
              <a:gd name="csX36" fmla="*/ 41329 w 141777"/>
              <a:gd name="csY36" fmla="*/ 56698 h 141753"/>
              <a:gd name="csX37" fmla="*/ 72731 w 141777"/>
              <a:gd name="csY37" fmla="*/ 3189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51300" y="22506"/>
                </a:moveTo>
                <a:cubicBezTo>
                  <a:pt x="61224" y="22506"/>
                  <a:pt x="65473" y="26693"/>
                  <a:pt x="68883" y="30065"/>
                </a:cubicBezTo>
                <a:cubicBezTo>
                  <a:pt x="70358" y="31516"/>
                  <a:pt x="70372" y="33892"/>
                  <a:pt x="68917" y="35368"/>
                </a:cubicBezTo>
                <a:cubicBezTo>
                  <a:pt x="67464" y="36844"/>
                  <a:pt x="65084" y="36856"/>
                  <a:pt x="63614" y="35404"/>
                </a:cubicBezTo>
                <a:cubicBezTo>
                  <a:pt x="60561" y="32392"/>
                  <a:pt x="58151" y="30005"/>
                  <a:pt x="51304" y="30005"/>
                </a:cubicBezTo>
                <a:cubicBezTo>
                  <a:pt x="45287" y="30005"/>
                  <a:pt x="40030" y="34036"/>
                  <a:pt x="37208" y="39999"/>
                </a:cubicBezTo>
                <a:lnTo>
                  <a:pt x="48751" y="39999"/>
                </a:lnTo>
                <a:cubicBezTo>
                  <a:pt x="50821" y="39999"/>
                  <a:pt x="52501" y="41680"/>
                  <a:pt x="52501" y="43755"/>
                </a:cubicBezTo>
                <a:cubicBezTo>
                  <a:pt x="52501" y="45830"/>
                  <a:pt x="50821" y="47499"/>
                  <a:pt x="48751" y="47499"/>
                </a:cubicBezTo>
                <a:lnTo>
                  <a:pt x="35143" y="47499"/>
                </a:lnTo>
                <a:cubicBezTo>
                  <a:pt x="35057" y="48327"/>
                  <a:pt x="35001" y="49154"/>
                  <a:pt x="35001" y="50006"/>
                </a:cubicBezTo>
                <a:cubicBezTo>
                  <a:pt x="35001" y="50846"/>
                  <a:pt x="35057" y="51686"/>
                  <a:pt x="35143" y="52502"/>
                </a:cubicBezTo>
                <a:lnTo>
                  <a:pt x="48751" y="52502"/>
                </a:lnTo>
                <a:cubicBezTo>
                  <a:pt x="50821" y="52502"/>
                  <a:pt x="52501" y="54182"/>
                  <a:pt x="52501" y="56245"/>
                </a:cubicBezTo>
                <a:cubicBezTo>
                  <a:pt x="52501" y="58321"/>
                  <a:pt x="50821" y="60001"/>
                  <a:pt x="48751" y="60001"/>
                </a:cubicBezTo>
                <a:lnTo>
                  <a:pt x="37208" y="60001"/>
                </a:lnTo>
                <a:cubicBezTo>
                  <a:pt x="40033" y="65964"/>
                  <a:pt x="45281" y="69996"/>
                  <a:pt x="51300" y="69996"/>
                </a:cubicBezTo>
                <a:cubicBezTo>
                  <a:pt x="58146" y="69996"/>
                  <a:pt x="60558" y="67620"/>
                  <a:pt x="63614" y="64609"/>
                </a:cubicBezTo>
                <a:cubicBezTo>
                  <a:pt x="65084" y="63144"/>
                  <a:pt x="67464" y="63168"/>
                  <a:pt x="68917" y="64644"/>
                </a:cubicBezTo>
                <a:cubicBezTo>
                  <a:pt x="70372" y="66108"/>
                  <a:pt x="70358" y="68484"/>
                  <a:pt x="68883" y="69936"/>
                </a:cubicBezTo>
                <a:cubicBezTo>
                  <a:pt x="65473" y="73307"/>
                  <a:pt x="61227" y="77495"/>
                  <a:pt x="51304" y="77495"/>
                </a:cubicBezTo>
                <a:cubicBezTo>
                  <a:pt x="41234" y="77495"/>
                  <a:pt x="32626" y="70224"/>
                  <a:pt x="29156" y="60001"/>
                </a:cubicBezTo>
                <a:lnTo>
                  <a:pt x="23751" y="60001"/>
                </a:lnTo>
                <a:cubicBezTo>
                  <a:pt x="21681" y="60001"/>
                  <a:pt x="20000" y="58321"/>
                  <a:pt x="20000" y="56245"/>
                </a:cubicBezTo>
                <a:cubicBezTo>
                  <a:pt x="20000" y="54182"/>
                  <a:pt x="21681" y="52502"/>
                  <a:pt x="23751" y="52502"/>
                </a:cubicBezTo>
                <a:lnTo>
                  <a:pt x="27612" y="52502"/>
                </a:lnTo>
                <a:cubicBezTo>
                  <a:pt x="27547" y="51674"/>
                  <a:pt x="27501" y="50846"/>
                  <a:pt x="27501" y="50006"/>
                </a:cubicBezTo>
                <a:cubicBezTo>
                  <a:pt x="27501" y="49154"/>
                  <a:pt x="27547" y="48327"/>
                  <a:pt x="27612" y="47499"/>
                </a:cubicBezTo>
                <a:lnTo>
                  <a:pt x="23751" y="47499"/>
                </a:lnTo>
                <a:cubicBezTo>
                  <a:pt x="21681" y="47499"/>
                  <a:pt x="20000" y="45830"/>
                  <a:pt x="20000" y="43755"/>
                </a:cubicBezTo>
                <a:cubicBezTo>
                  <a:pt x="20000" y="41680"/>
                  <a:pt x="21681" y="39999"/>
                  <a:pt x="23751" y="39999"/>
                </a:cubicBezTo>
                <a:lnTo>
                  <a:pt x="29151" y="39999"/>
                </a:lnTo>
                <a:cubicBezTo>
                  <a:pt x="32624" y="29777"/>
                  <a:pt x="41231" y="22506"/>
                  <a:pt x="51300" y="2250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4" name="Чёрный — SVG 13">
            <a:extLst>
              <a:ext uri="{FF2B5EF4-FFF2-40B4-BE49-F238E27FC236}">
                <a16:creationId xmlns:a16="http://schemas.microsoft.com/office/drawing/2014/main" id="{7774E13C-617E-5341-9A33-32784BEBE7B7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49305 w 162933"/>
              <a:gd name="csY0" fmla="*/ 109860 h 120494"/>
              <a:gd name="csX1" fmla="*/ 45052 w 162933"/>
              <a:gd name="csY1" fmla="*/ 92152 h 120494"/>
              <a:gd name="csX2" fmla="*/ 41683 w 162933"/>
              <a:gd name="csY2" fmla="*/ 86980 h 120494"/>
              <a:gd name="csX3" fmla="*/ 35830 w 162933"/>
              <a:gd name="csY3" fmla="*/ 85058 h 120494"/>
              <a:gd name="csX4" fmla="*/ 13679 w 162933"/>
              <a:gd name="csY4" fmla="*/ 85058 h 120494"/>
              <a:gd name="csX5" fmla="*/ 7809 w 162933"/>
              <a:gd name="csY5" fmla="*/ 86980 h 120494"/>
              <a:gd name="csX6" fmla="*/ 4458 w 162933"/>
              <a:gd name="csY6" fmla="*/ 92152 h 120494"/>
              <a:gd name="csX7" fmla="*/ 204 w 162933"/>
              <a:gd name="csY7" fmla="*/ 109860 h 120494"/>
              <a:gd name="csX8" fmla="*/ 204 w 162933"/>
              <a:gd name="csY8" fmla="*/ 113586 h 120494"/>
              <a:gd name="csX9" fmla="*/ 1804 w 162933"/>
              <a:gd name="csY9" fmla="*/ 116954 h 120494"/>
              <a:gd name="csX10" fmla="*/ 5189 w 162933"/>
              <a:gd name="csY10" fmla="*/ 119591 h 120494"/>
              <a:gd name="csX11" fmla="*/ 9391 w 162933"/>
              <a:gd name="csY11" fmla="*/ 120492 h 120494"/>
              <a:gd name="csX12" fmla="*/ 40118 w 162933"/>
              <a:gd name="csY12" fmla="*/ 120492 h 120494"/>
              <a:gd name="csX13" fmla="*/ 44320 w 162933"/>
              <a:gd name="csY13" fmla="*/ 119591 h 120494"/>
              <a:gd name="csX14" fmla="*/ 47706 w 162933"/>
              <a:gd name="csY14" fmla="*/ 116954 h 120494"/>
              <a:gd name="csX15" fmla="*/ 49305 w 162933"/>
              <a:gd name="csY15" fmla="*/ 113586 h 120494"/>
              <a:gd name="csX16" fmla="*/ 49305 w 162933"/>
              <a:gd name="csY16" fmla="*/ 109860 h 120494"/>
              <a:gd name="csX17" fmla="*/ 106011 w 162933"/>
              <a:gd name="csY17" fmla="*/ 109860 h 120494"/>
              <a:gd name="csX18" fmla="*/ 101757 w 162933"/>
              <a:gd name="csY18" fmla="*/ 92152 h 120494"/>
              <a:gd name="csX19" fmla="*/ 98406 w 162933"/>
              <a:gd name="csY19" fmla="*/ 86980 h 120494"/>
              <a:gd name="csX20" fmla="*/ 92536 w 162933"/>
              <a:gd name="csY20" fmla="*/ 85058 h 120494"/>
              <a:gd name="csX21" fmla="*/ 70385 w 162933"/>
              <a:gd name="csY21" fmla="*/ 85058 h 120494"/>
              <a:gd name="csX22" fmla="*/ 64532 w 162933"/>
              <a:gd name="csY22" fmla="*/ 86980 h 120494"/>
              <a:gd name="csX23" fmla="*/ 61180 w 162933"/>
              <a:gd name="csY23" fmla="*/ 92152 h 120494"/>
              <a:gd name="csX24" fmla="*/ 56927 w 162933"/>
              <a:gd name="csY24" fmla="*/ 109860 h 120494"/>
              <a:gd name="csX25" fmla="*/ 56910 w 162933"/>
              <a:gd name="csY25" fmla="*/ 113586 h 120494"/>
              <a:gd name="csX26" fmla="*/ 58509 w 162933"/>
              <a:gd name="csY26" fmla="*/ 116954 h 120494"/>
              <a:gd name="csX27" fmla="*/ 61895 w 162933"/>
              <a:gd name="csY27" fmla="*/ 119591 h 120494"/>
              <a:gd name="csX28" fmla="*/ 66097 w 162933"/>
              <a:gd name="csY28" fmla="*/ 120492 h 120494"/>
              <a:gd name="csX29" fmla="*/ 96823 w 162933"/>
              <a:gd name="csY29" fmla="*/ 120492 h 120494"/>
              <a:gd name="csX30" fmla="*/ 101026 w 162933"/>
              <a:gd name="csY30" fmla="*/ 119591 h 120494"/>
              <a:gd name="csX31" fmla="*/ 104411 w 162933"/>
              <a:gd name="csY31" fmla="*/ 116954 h 120494"/>
              <a:gd name="csX32" fmla="*/ 106011 w 162933"/>
              <a:gd name="csY32" fmla="*/ 113586 h 120494"/>
              <a:gd name="csX33" fmla="*/ 106011 w 162933"/>
              <a:gd name="csY33" fmla="*/ 109860 h 120494"/>
              <a:gd name="csX34" fmla="*/ 162716 w 162933"/>
              <a:gd name="csY34" fmla="*/ 109860 h 120494"/>
              <a:gd name="csX35" fmla="*/ 158463 w 162933"/>
              <a:gd name="csY35" fmla="*/ 92152 h 120494"/>
              <a:gd name="csX36" fmla="*/ 155111 w 162933"/>
              <a:gd name="csY36" fmla="*/ 86980 h 120494"/>
              <a:gd name="csX37" fmla="*/ 149259 w 162933"/>
              <a:gd name="csY37" fmla="*/ 85058 h 120494"/>
              <a:gd name="csX38" fmla="*/ 127107 w 162933"/>
              <a:gd name="csY38" fmla="*/ 85058 h 120494"/>
              <a:gd name="csX39" fmla="*/ 121238 w 162933"/>
              <a:gd name="csY39" fmla="*/ 86980 h 120494"/>
              <a:gd name="csX40" fmla="*/ 117886 w 162933"/>
              <a:gd name="csY40" fmla="*/ 92152 h 120494"/>
              <a:gd name="csX41" fmla="*/ 113633 w 162933"/>
              <a:gd name="csY41" fmla="*/ 109860 h 120494"/>
              <a:gd name="csX42" fmla="*/ 113633 w 162933"/>
              <a:gd name="csY42" fmla="*/ 113586 h 120494"/>
              <a:gd name="csX43" fmla="*/ 115232 w 162933"/>
              <a:gd name="csY43" fmla="*/ 116954 h 120494"/>
              <a:gd name="csX44" fmla="*/ 118617 w 162933"/>
              <a:gd name="csY44" fmla="*/ 119591 h 120494"/>
              <a:gd name="csX45" fmla="*/ 122803 w 162933"/>
              <a:gd name="csY45" fmla="*/ 120492 h 120494"/>
              <a:gd name="csX46" fmla="*/ 153546 w 162933"/>
              <a:gd name="csY46" fmla="*/ 120492 h 120494"/>
              <a:gd name="csX47" fmla="*/ 157748 w 162933"/>
              <a:gd name="csY47" fmla="*/ 119591 h 120494"/>
              <a:gd name="csX48" fmla="*/ 161134 w 162933"/>
              <a:gd name="csY48" fmla="*/ 116954 h 120494"/>
              <a:gd name="csX49" fmla="*/ 162716 w 162933"/>
              <a:gd name="csY49" fmla="*/ 113586 h 120494"/>
              <a:gd name="csX50" fmla="*/ 162716 w 162933"/>
              <a:gd name="csY50" fmla="*/ 109860 h 120494"/>
              <a:gd name="csX51" fmla="*/ 77649 w 162933"/>
              <a:gd name="csY51" fmla="*/ 67333 h 120494"/>
              <a:gd name="csX52" fmla="*/ 73396 w 162933"/>
              <a:gd name="csY52" fmla="*/ 49624 h 120494"/>
              <a:gd name="csX53" fmla="*/ 70044 w 162933"/>
              <a:gd name="csY53" fmla="*/ 44453 h 120494"/>
              <a:gd name="csX54" fmla="*/ 64192 w 162933"/>
              <a:gd name="csY54" fmla="*/ 42530 h 120494"/>
              <a:gd name="csX55" fmla="*/ 42040 w 162933"/>
              <a:gd name="csY55" fmla="*/ 42530 h 120494"/>
              <a:gd name="csX56" fmla="*/ 36171 w 162933"/>
              <a:gd name="csY56" fmla="*/ 44453 h 120494"/>
              <a:gd name="csX57" fmla="*/ 32819 w 162933"/>
              <a:gd name="csY57" fmla="*/ 49624 h 120494"/>
              <a:gd name="csX58" fmla="*/ 28566 w 162933"/>
              <a:gd name="csY58" fmla="*/ 67333 h 120494"/>
              <a:gd name="csX59" fmla="*/ 28566 w 162933"/>
              <a:gd name="csY59" fmla="*/ 71058 h 120494"/>
              <a:gd name="csX60" fmla="*/ 30165 w 162933"/>
              <a:gd name="csY60" fmla="*/ 74426 h 120494"/>
              <a:gd name="csX61" fmla="*/ 33550 w 162933"/>
              <a:gd name="csY61" fmla="*/ 77063 h 120494"/>
              <a:gd name="csX62" fmla="*/ 37736 w 162933"/>
              <a:gd name="csY62" fmla="*/ 77965 h 120494"/>
              <a:gd name="csX63" fmla="*/ 68479 w 162933"/>
              <a:gd name="csY63" fmla="*/ 77965 h 120494"/>
              <a:gd name="csX64" fmla="*/ 72681 w 162933"/>
              <a:gd name="csY64" fmla="*/ 77063 h 120494"/>
              <a:gd name="csX65" fmla="*/ 76067 w 162933"/>
              <a:gd name="csY65" fmla="*/ 74426 h 120494"/>
              <a:gd name="csX66" fmla="*/ 77649 w 162933"/>
              <a:gd name="csY66" fmla="*/ 71058 h 120494"/>
              <a:gd name="csX67" fmla="*/ 77649 w 162933"/>
              <a:gd name="csY67" fmla="*/ 67333 h 120494"/>
              <a:gd name="csX68" fmla="*/ 106011 w 162933"/>
              <a:gd name="csY68" fmla="*/ 24805 h 120494"/>
              <a:gd name="csX69" fmla="*/ 101757 w 162933"/>
              <a:gd name="csY69" fmla="*/ 7096 h 120494"/>
              <a:gd name="csX70" fmla="*/ 98406 w 162933"/>
              <a:gd name="csY70" fmla="*/ 1925 h 120494"/>
              <a:gd name="csX71" fmla="*/ 92536 w 162933"/>
              <a:gd name="csY71" fmla="*/ 3 h 120494"/>
              <a:gd name="csX72" fmla="*/ 70385 w 162933"/>
              <a:gd name="csY72" fmla="*/ 3 h 120494"/>
              <a:gd name="csX73" fmla="*/ 64532 w 162933"/>
              <a:gd name="csY73" fmla="*/ 1925 h 120494"/>
              <a:gd name="csX74" fmla="*/ 61180 w 162933"/>
              <a:gd name="csY74" fmla="*/ 7096 h 120494"/>
              <a:gd name="csX75" fmla="*/ 56927 w 162933"/>
              <a:gd name="csY75" fmla="*/ 24805 h 120494"/>
              <a:gd name="csX76" fmla="*/ 56910 w 162933"/>
              <a:gd name="csY76" fmla="*/ 28530 h 120494"/>
              <a:gd name="csX77" fmla="*/ 58509 w 162933"/>
              <a:gd name="csY77" fmla="*/ 31899 h 120494"/>
              <a:gd name="csX78" fmla="*/ 61895 w 162933"/>
              <a:gd name="csY78" fmla="*/ 34535 h 120494"/>
              <a:gd name="csX79" fmla="*/ 66097 w 162933"/>
              <a:gd name="csY79" fmla="*/ 35437 h 120494"/>
              <a:gd name="csX80" fmla="*/ 96823 w 162933"/>
              <a:gd name="csY80" fmla="*/ 35437 h 120494"/>
              <a:gd name="csX81" fmla="*/ 101026 w 162933"/>
              <a:gd name="csY81" fmla="*/ 34535 h 120494"/>
              <a:gd name="csX82" fmla="*/ 104411 w 162933"/>
              <a:gd name="csY82" fmla="*/ 31899 h 120494"/>
              <a:gd name="csX83" fmla="*/ 106011 w 162933"/>
              <a:gd name="csY83" fmla="*/ 28530 h 120494"/>
              <a:gd name="csX84" fmla="*/ 106011 w 162933"/>
              <a:gd name="csY84" fmla="*/ 24805 h 120494"/>
              <a:gd name="csX85" fmla="*/ 134372 w 162933"/>
              <a:gd name="csY85" fmla="*/ 67333 h 120494"/>
              <a:gd name="csX86" fmla="*/ 130119 w 162933"/>
              <a:gd name="csY86" fmla="*/ 49624 h 120494"/>
              <a:gd name="csX87" fmla="*/ 126750 w 162933"/>
              <a:gd name="csY87" fmla="*/ 44453 h 120494"/>
              <a:gd name="csX88" fmla="*/ 120897 w 162933"/>
              <a:gd name="csY88" fmla="*/ 42530 h 120494"/>
              <a:gd name="csX89" fmla="*/ 98746 w 162933"/>
              <a:gd name="csY89" fmla="*/ 42530 h 120494"/>
              <a:gd name="csX90" fmla="*/ 92876 w 162933"/>
              <a:gd name="csY90" fmla="*/ 44453 h 120494"/>
              <a:gd name="csX91" fmla="*/ 89525 w 162933"/>
              <a:gd name="csY91" fmla="*/ 49624 h 120494"/>
              <a:gd name="csX92" fmla="*/ 85271 w 162933"/>
              <a:gd name="csY92" fmla="*/ 67333 h 120494"/>
              <a:gd name="csX93" fmla="*/ 85271 w 162933"/>
              <a:gd name="csY93" fmla="*/ 71058 h 120494"/>
              <a:gd name="csX94" fmla="*/ 86871 w 162933"/>
              <a:gd name="csY94" fmla="*/ 74426 h 120494"/>
              <a:gd name="csX95" fmla="*/ 90256 w 162933"/>
              <a:gd name="csY95" fmla="*/ 77063 h 120494"/>
              <a:gd name="csX96" fmla="*/ 94459 w 162933"/>
              <a:gd name="csY96" fmla="*/ 77965 h 120494"/>
              <a:gd name="csX97" fmla="*/ 125185 w 162933"/>
              <a:gd name="csY97" fmla="*/ 77965 h 120494"/>
              <a:gd name="csX98" fmla="*/ 129387 w 162933"/>
              <a:gd name="csY98" fmla="*/ 77063 h 120494"/>
              <a:gd name="csX99" fmla="*/ 132773 w 162933"/>
              <a:gd name="csY99" fmla="*/ 74426 h 120494"/>
              <a:gd name="csX100" fmla="*/ 134372 w 162933"/>
              <a:gd name="csY100" fmla="*/ 71058 h 120494"/>
              <a:gd name="csX101" fmla="*/ 134372 w 162933"/>
              <a:gd name="csY101" fmla="*/ 67333 h 120494"/>
            </a:gdLst>
            <a:ahLst/>
            <a:cxnLst/>
            <a:rect l="l" t="t" r="r" b="b"/>
            <a:pathLst>
              <a:path w="100000" h="100000">
                <a:moveTo>
                  <a:pt x="30261" y="80450"/>
                </a:moveTo>
                <a:lnTo>
                  <a:pt x="27651" y="69582"/>
                </a:lnTo>
                <a:cubicBezTo>
                  <a:pt x="27347" y="68318"/>
                  <a:pt x="26616" y="67201"/>
                  <a:pt x="25583" y="66407"/>
                </a:cubicBezTo>
                <a:cubicBezTo>
                  <a:pt x="24560" y="65614"/>
                  <a:pt x="23286" y="65196"/>
                  <a:pt x="21991" y="65228"/>
                </a:cubicBezTo>
                <a:lnTo>
                  <a:pt x="8395" y="65228"/>
                </a:lnTo>
                <a:cubicBezTo>
                  <a:pt x="7100" y="65196"/>
                  <a:pt x="5826" y="65614"/>
                  <a:pt x="4793" y="66407"/>
                </a:cubicBezTo>
                <a:cubicBezTo>
                  <a:pt x="3770" y="67201"/>
                  <a:pt x="3039" y="68318"/>
                  <a:pt x="2736" y="69582"/>
                </a:cubicBezTo>
                <a:lnTo>
                  <a:pt x="125" y="80450"/>
                </a:lnTo>
                <a:cubicBezTo>
                  <a:pt x="-42" y="81212"/>
                  <a:pt x="-42" y="81985"/>
                  <a:pt x="125" y="82737"/>
                </a:cubicBezTo>
                <a:cubicBezTo>
                  <a:pt x="292" y="83489"/>
                  <a:pt x="627" y="84198"/>
                  <a:pt x="1107" y="84804"/>
                </a:cubicBezTo>
                <a:cubicBezTo>
                  <a:pt x="1671" y="85493"/>
                  <a:pt x="2381" y="86046"/>
                  <a:pt x="3185" y="86422"/>
                </a:cubicBezTo>
                <a:cubicBezTo>
                  <a:pt x="3989" y="86808"/>
                  <a:pt x="4876" y="86996"/>
                  <a:pt x="5764" y="86975"/>
                </a:cubicBezTo>
                <a:lnTo>
                  <a:pt x="24622" y="86975"/>
                </a:lnTo>
                <a:cubicBezTo>
                  <a:pt x="25510" y="86996"/>
                  <a:pt x="26397" y="86808"/>
                  <a:pt x="27201" y="86422"/>
                </a:cubicBezTo>
                <a:cubicBezTo>
                  <a:pt x="28005" y="86046"/>
                  <a:pt x="28715" y="85493"/>
                  <a:pt x="29280" y="84804"/>
                </a:cubicBezTo>
                <a:cubicBezTo>
                  <a:pt x="29749" y="84198"/>
                  <a:pt x="30084" y="83489"/>
                  <a:pt x="30261" y="82737"/>
                </a:cubicBezTo>
                <a:cubicBezTo>
                  <a:pt x="30428" y="81985"/>
                  <a:pt x="30428" y="81212"/>
                  <a:pt x="30261" y="80450"/>
                </a:cubicBezTo>
                <a:close/>
                <a:moveTo>
                  <a:pt x="65064" y="80450"/>
                </a:moveTo>
                <a:lnTo>
                  <a:pt x="62453" y="69582"/>
                </a:lnTo>
                <a:cubicBezTo>
                  <a:pt x="62151" y="68318"/>
                  <a:pt x="61420" y="67201"/>
                  <a:pt x="60397" y="66407"/>
                </a:cubicBezTo>
                <a:cubicBezTo>
                  <a:pt x="59362" y="65614"/>
                  <a:pt x="58099" y="65196"/>
                  <a:pt x="56794" y="65228"/>
                </a:cubicBezTo>
                <a:lnTo>
                  <a:pt x="43199" y="65228"/>
                </a:lnTo>
                <a:cubicBezTo>
                  <a:pt x="41904" y="65196"/>
                  <a:pt x="40630" y="65614"/>
                  <a:pt x="39606" y="66407"/>
                </a:cubicBezTo>
                <a:cubicBezTo>
                  <a:pt x="38572" y="67201"/>
                  <a:pt x="37852" y="68318"/>
                  <a:pt x="37549" y="69582"/>
                </a:cubicBezTo>
                <a:lnTo>
                  <a:pt x="34939" y="80450"/>
                </a:lnTo>
                <a:cubicBezTo>
                  <a:pt x="34762" y="81212"/>
                  <a:pt x="34762" y="81985"/>
                  <a:pt x="34928" y="82737"/>
                </a:cubicBezTo>
                <a:cubicBezTo>
                  <a:pt x="35106" y="83489"/>
                  <a:pt x="35440" y="84198"/>
                  <a:pt x="35910" y="84804"/>
                </a:cubicBezTo>
                <a:cubicBezTo>
                  <a:pt x="36474" y="85493"/>
                  <a:pt x="37184" y="86046"/>
                  <a:pt x="37988" y="86422"/>
                </a:cubicBezTo>
                <a:cubicBezTo>
                  <a:pt x="38802" y="86808"/>
                  <a:pt x="39680" y="86996"/>
                  <a:pt x="40567" y="86975"/>
                </a:cubicBezTo>
                <a:lnTo>
                  <a:pt x="59425" y="86975"/>
                </a:lnTo>
                <a:cubicBezTo>
                  <a:pt x="60324" y="86996"/>
                  <a:pt x="61201" y="86808"/>
                  <a:pt x="62005" y="86422"/>
                </a:cubicBezTo>
                <a:cubicBezTo>
                  <a:pt x="62809" y="86046"/>
                  <a:pt x="63519" y="85493"/>
                  <a:pt x="64082" y="84804"/>
                </a:cubicBezTo>
                <a:cubicBezTo>
                  <a:pt x="64563" y="84198"/>
                  <a:pt x="64897" y="83489"/>
                  <a:pt x="65064" y="82737"/>
                </a:cubicBezTo>
                <a:cubicBezTo>
                  <a:pt x="65231" y="81985"/>
                  <a:pt x="65231" y="81212"/>
                  <a:pt x="65064" y="80450"/>
                </a:cubicBezTo>
                <a:close/>
                <a:moveTo>
                  <a:pt x="99867" y="80450"/>
                </a:moveTo>
                <a:lnTo>
                  <a:pt x="97257" y="69582"/>
                </a:lnTo>
                <a:cubicBezTo>
                  <a:pt x="96954" y="68318"/>
                  <a:pt x="96233" y="67201"/>
                  <a:pt x="95199" y="66407"/>
                </a:cubicBezTo>
                <a:cubicBezTo>
                  <a:pt x="94176" y="65614"/>
                  <a:pt x="92902" y="65196"/>
                  <a:pt x="91608" y="65228"/>
                </a:cubicBezTo>
                <a:lnTo>
                  <a:pt x="78012" y="65228"/>
                </a:lnTo>
                <a:cubicBezTo>
                  <a:pt x="76706" y="65196"/>
                  <a:pt x="75443" y="65614"/>
                  <a:pt x="74410" y="66407"/>
                </a:cubicBezTo>
                <a:cubicBezTo>
                  <a:pt x="73386" y="67201"/>
                  <a:pt x="72655" y="68318"/>
                  <a:pt x="72352" y="69582"/>
                </a:cubicBezTo>
                <a:lnTo>
                  <a:pt x="69742" y="80450"/>
                </a:lnTo>
                <a:cubicBezTo>
                  <a:pt x="69575" y="81212"/>
                  <a:pt x="69575" y="81985"/>
                  <a:pt x="69742" y="82737"/>
                </a:cubicBezTo>
                <a:cubicBezTo>
                  <a:pt x="69909" y="83489"/>
                  <a:pt x="70243" y="84198"/>
                  <a:pt x="70724" y="84804"/>
                </a:cubicBezTo>
                <a:cubicBezTo>
                  <a:pt x="71277" y="85493"/>
                  <a:pt x="71987" y="86046"/>
                  <a:pt x="72801" y="86422"/>
                </a:cubicBezTo>
                <a:cubicBezTo>
                  <a:pt x="73606" y="86808"/>
                  <a:pt x="74483" y="86996"/>
                  <a:pt x="75370" y="86975"/>
                </a:cubicBezTo>
                <a:lnTo>
                  <a:pt x="94239" y="86975"/>
                </a:lnTo>
                <a:cubicBezTo>
                  <a:pt x="95126" y="86996"/>
                  <a:pt x="96003" y="86808"/>
                  <a:pt x="96818" y="86422"/>
                </a:cubicBezTo>
                <a:cubicBezTo>
                  <a:pt x="97622" y="86046"/>
                  <a:pt x="98332" y="85493"/>
                  <a:pt x="98896" y="84804"/>
                </a:cubicBezTo>
                <a:cubicBezTo>
                  <a:pt x="99366" y="84198"/>
                  <a:pt x="99700" y="83489"/>
                  <a:pt x="99867" y="82737"/>
                </a:cubicBezTo>
                <a:cubicBezTo>
                  <a:pt x="100045" y="81985"/>
                  <a:pt x="100045" y="81212"/>
                  <a:pt x="99867" y="80450"/>
                </a:cubicBezTo>
                <a:close/>
                <a:moveTo>
                  <a:pt x="47657" y="54349"/>
                </a:moveTo>
                <a:lnTo>
                  <a:pt x="45047" y="43480"/>
                </a:lnTo>
                <a:cubicBezTo>
                  <a:pt x="44744" y="42217"/>
                  <a:pt x="44024" y="41100"/>
                  <a:pt x="42989" y="40306"/>
                </a:cubicBezTo>
                <a:cubicBezTo>
                  <a:pt x="41966" y="39513"/>
                  <a:pt x="40692" y="39095"/>
                  <a:pt x="39398" y="39126"/>
                </a:cubicBezTo>
                <a:lnTo>
                  <a:pt x="25802" y="39126"/>
                </a:lnTo>
                <a:cubicBezTo>
                  <a:pt x="24497" y="39095"/>
                  <a:pt x="23233" y="39513"/>
                  <a:pt x="22200" y="40306"/>
                </a:cubicBezTo>
                <a:cubicBezTo>
                  <a:pt x="21176" y="41100"/>
                  <a:pt x="20445" y="42217"/>
                  <a:pt x="20143" y="43480"/>
                </a:cubicBezTo>
                <a:lnTo>
                  <a:pt x="17532" y="54349"/>
                </a:lnTo>
                <a:cubicBezTo>
                  <a:pt x="17365" y="55111"/>
                  <a:pt x="17365" y="55883"/>
                  <a:pt x="17532" y="56635"/>
                </a:cubicBezTo>
                <a:cubicBezTo>
                  <a:pt x="17699" y="57387"/>
                  <a:pt x="18033" y="58097"/>
                  <a:pt x="18514" y="58702"/>
                </a:cubicBezTo>
                <a:cubicBezTo>
                  <a:pt x="19067" y="59392"/>
                  <a:pt x="19777" y="59945"/>
                  <a:pt x="20591" y="60321"/>
                </a:cubicBezTo>
                <a:cubicBezTo>
                  <a:pt x="21396" y="60707"/>
                  <a:pt x="22273" y="60895"/>
                  <a:pt x="23160" y="60874"/>
                </a:cubicBezTo>
                <a:lnTo>
                  <a:pt x="42029" y="60874"/>
                </a:lnTo>
                <a:cubicBezTo>
                  <a:pt x="42916" y="60895"/>
                  <a:pt x="43793" y="60707"/>
                  <a:pt x="44608" y="60321"/>
                </a:cubicBezTo>
                <a:cubicBezTo>
                  <a:pt x="45412" y="59945"/>
                  <a:pt x="46122" y="59392"/>
                  <a:pt x="46686" y="58702"/>
                </a:cubicBezTo>
                <a:cubicBezTo>
                  <a:pt x="47156" y="58097"/>
                  <a:pt x="47490" y="57387"/>
                  <a:pt x="47657" y="56635"/>
                </a:cubicBezTo>
                <a:cubicBezTo>
                  <a:pt x="47835" y="55883"/>
                  <a:pt x="47835" y="55111"/>
                  <a:pt x="47657" y="54349"/>
                </a:cubicBezTo>
                <a:close/>
                <a:moveTo>
                  <a:pt x="65064" y="28248"/>
                </a:moveTo>
                <a:lnTo>
                  <a:pt x="62453" y="17379"/>
                </a:lnTo>
                <a:cubicBezTo>
                  <a:pt x="62151" y="16116"/>
                  <a:pt x="61420" y="14998"/>
                  <a:pt x="60397" y="14205"/>
                </a:cubicBezTo>
                <a:cubicBezTo>
                  <a:pt x="59362" y="13411"/>
                  <a:pt x="58099" y="12994"/>
                  <a:pt x="56794" y="13025"/>
                </a:cubicBezTo>
                <a:lnTo>
                  <a:pt x="43199" y="13025"/>
                </a:lnTo>
                <a:cubicBezTo>
                  <a:pt x="41904" y="12994"/>
                  <a:pt x="40630" y="13411"/>
                  <a:pt x="39606" y="14205"/>
                </a:cubicBezTo>
                <a:cubicBezTo>
                  <a:pt x="38572" y="14998"/>
                  <a:pt x="37852" y="16116"/>
                  <a:pt x="37549" y="17379"/>
                </a:cubicBezTo>
                <a:lnTo>
                  <a:pt x="34939" y="28248"/>
                </a:lnTo>
                <a:cubicBezTo>
                  <a:pt x="34762" y="29010"/>
                  <a:pt x="34762" y="29782"/>
                  <a:pt x="34928" y="30534"/>
                </a:cubicBezTo>
                <a:cubicBezTo>
                  <a:pt x="35106" y="31286"/>
                  <a:pt x="35440" y="31996"/>
                  <a:pt x="35910" y="32601"/>
                </a:cubicBezTo>
                <a:cubicBezTo>
                  <a:pt x="36474" y="33290"/>
                  <a:pt x="37184" y="33844"/>
                  <a:pt x="37988" y="34219"/>
                </a:cubicBezTo>
                <a:cubicBezTo>
                  <a:pt x="38802" y="34606"/>
                  <a:pt x="39680" y="34794"/>
                  <a:pt x="40567" y="34773"/>
                </a:cubicBezTo>
                <a:lnTo>
                  <a:pt x="59425" y="34773"/>
                </a:lnTo>
                <a:cubicBezTo>
                  <a:pt x="60324" y="34794"/>
                  <a:pt x="61201" y="34606"/>
                  <a:pt x="62005" y="34219"/>
                </a:cubicBezTo>
                <a:cubicBezTo>
                  <a:pt x="62809" y="33844"/>
                  <a:pt x="63519" y="33290"/>
                  <a:pt x="64082" y="32601"/>
                </a:cubicBezTo>
                <a:cubicBezTo>
                  <a:pt x="64563" y="31996"/>
                  <a:pt x="64897" y="31286"/>
                  <a:pt x="65064" y="30534"/>
                </a:cubicBezTo>
                <a:cubicBezTo>
                  <a:pt x="65231" y="29782"/>
                  <a:pt x="65231" y="29010"/>
                  <a:pt x="65064" y="28248"/>
                </a:cubicBezTo>
                <a:close/>
                <a:moveTo>
                  <a:pt x="82471" y="54349"/>
                </a:moveTo>
                <a:lnTo>
                  <a:pt x="79860" y="43480"/>
                </a:lnTo>
                <a:cubicBezTo>
                  <a:pt x="79557" y="42217"/>
                  <a:pt x="78826" y="41100"/>
                  <a:pt x="77793" y="40306"/>
                </a:cubicBezTo>
                <a:cubicBezTo>
                  <a:pt x="76770" y="39513"/>
                  <a:pt x="75495" y="39095"/>
                  <a:pt x="74200" y="39126"/>
                </a:cubicBezTo>
                <a:lnTo>
                  <a:pt x="60605" y="39126"/>
                </a:lnTo>
                <a:cubicBezTo>
                  <a:pt x="59310" y="39095"/>
                  <a:pt x="58037" y="39513"/>
                  <a:pt x="57003" y="40306"/>
                </a:cubicBezTo>
                <a:cubicBezTo>
                  <a:pt x="55979" y="41100"/>
                  <a:pt x="55248" y="42217"/>
                  <a:pt x="54946" y="43480"/>
                </a:cubicBezTo>
                <a:lnTo>
                  <a:pt x="52335" y="54349"/>
                </a:lnTo>
                <a:cubicBezTo>
                  <a:pt x="52168" y="55111"/>
                  <a:pt x="52168" y="55883"/>
                  <a:pt x="52335" y="56635"/>
                </a:cubicBezTo>
                <a:cubicBezTo>
                  <a:pt x="52503" y="57387"/>
                  <a:pt x="52836" y="58097"/>
                  <a:pt x="53317" y="58702"/>
                </a:cubicBezTo>
                <a:cubicBezTo>
                  <a:pt x="53880" y="59392"/>
                  <a:pt x="54591" y="59945"/>
                  <a:pt x="55395" y="60321"/>
                </a:cubicBezTo>
                <a:cubicBezTo>
                  <a:pt x="56199" y="60707"/>
                  <a:pt x="57086" y="60895"/>
                  <a:pt x="57974" y="60874"/>
                </a:cubicBezTo>
                <a:lnTo>
                  <a:pt x="76832" y="60874"/>
                </a:lnTo>
                <a:cubicBezTo>
                  <a:pt x="77720" y="60895"/>
                  <a:pt x="78607" y="60707"/>
                  <a:pt x="79411" y="60321"/>
                </a:cubicBezTo>
                <a:cubicBezTo>
                  <a:pt x="80215" y="59945"/>
                  <a:pt x="80925" y="59392"/>
                  <a:pt x="81489" y="58702"/>
                </a:cubicBezTo>
                <a:cubicBezTo>
                  <a:pt x="81959" y="58097"/>
                  <a:pt x="82293" y="57387"/>
                  <a:pt x="82471" y="56635"/>
                </a:cubicBezTo>
                <a:cubicBezTo>
                  <a:pt x="82638" y="55883"/>
                  <a:pt x="82638" y="55111"/>
                  <a:pt x="82471" y="5434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5" name="Чёрный — SVG 14">
            <a:extLst>
              <a:ext uri="{FF2B5EF4-FFF2-40B4-BE49-F238E27FC236}">
                <a16:creationId xmlns:a16="http://schemas.microsoft.com/office/drawing/2014/main" id="{73AAE87E-E43E-D44D-8BF1-9098E633CED1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67254 w 134695"/>
              <a:gd name="csY0" fmla="*/ 1 h 134745"/>
              <a:gd name="csX1" fmla="*/ 64940 w 134695"/>
              <a:gd name="csY1" fmla="*/ 579 h 134745"/>
              <a:gd name="csX2" fmla="*/ 63103 w 134695"/>
              <a:gd name="csY2" fmla="*/ 2127 h 134745"/>
              <a:gd name="csX3" fmla="*/ 49407 w 134695"/>
              <a:gd name="csY3" fmla="*/ 15804 h 134745"/>
              <a:gd name="csX4" fmla="*/ 48216 w 134695"/>
              <a:gd name="csY4" fmla="*/ 17540 h 134745"/>
              <a:gd name="csX5" fmla="*/ 47774 w 134695"/>
              <a:gd name="csY5" fmla="*/ 19598 h 134745"/>
              <a:gd name="csX6" fmla="*/ 48165 w 134695"/>
              <a:gd name="csY6" fmla="*/ 21656 h 134745"/>
              <a:gd name="csX7" fmla="*/ 49339 w 134695"/>
              <a:gd name="csY7" fmla="*/ 23408 h 134745"/>
              <a:gd name="csX8" fmla="*/ 51074 w 134695"/>
              <a:gd name="csY8" fmla="*/ 24565 h 134745"/>
              <a:gd name="csX9" fmla="*/ 53150 w 134695"/>
              <a:gd name="csY9" fmla="*/ 24956 h 134745"/>
              <a:gd name="csX10" fmla="*/ 55191 w 134695"/>
              <a:gd name="csY10" fmla="*/ 24531 h 134745"/>
              <a:gd name="csX11" fmla="*/ 56927 w 134695"/>
              <a:gd name="csY11" fmla="*/ 23323 h 134745"/>
              <a:gd name="csX12" fmla="*/ 62031 w 134695"/>
              <a:gd name="csY12" fmla="*/ 18220 h 134745"/>
              <a:gd name="csX13" fmla="*/ 62031 w 134695"/>
              <a:gd name="csY13" fmla="*/ 37289 h 134745"/>
              <a:gd name="csX14" fmla="*/ 62405 w 134695"/>
              <a:gd name="csY14" fmla="*/ 39348 h 134745"/>
              <a:gd name="csX15" fmla="*/ 63562 w 134695"/>
              <a:gd name="csY15" fmla="*/ 41100 h 134745"/>
              <a:gd name="csX16" fmla="*/ 65297 w 134695"/>
              <a:gd name="csY16" fmla="*/ 42274 h 134745"/>
              <a:gd name="csX17" fmla="*/ 67339 w 134695"/>
              <a:gd name="csY17" fmla="*/ 42682 h 134745"/>
              <a:gd name="csX18" fmla="*/ 69398 w 134695"/>
              <a:gd name="csY18" fmla="*/ 42274 h 134745"/>
              <a:gd name="csX19" fmla="*/ 71133 w 134695"/>
              <a:gd name="csY19" fmla="*/ 41100 h 134745"/>
              <a:gd name="csX20" fmla="*/ 72273 w 134695"/>
              <a:gd name="csY20" fmla="*/ 39348 h 134745"/>
              <a:gd name="csX21" fmla="*/ 72664 w 134695"/>
              <a:gd name="csY21" fmla="*/ 37289 h 134745"/>
              <a:gd name="csX22" fmla="*/ 72664 w 134695"/>
              <a:gd name="csY22" fmla="*/ 18220 h 134745"/>
              <a:gd name="csX23" fmla="*/ 77768 w 134695"/>
              <a:gd name="csY23" fmla="*/ 23323 h 134745"/>
              <a:gd name="csX24" fmla="*/ 79487 w 134695"/>
              <a:gd name="csY24" fmla="*/ 24531 h 134745"/>
              <a:gd name="csX25" fmla="*/ 81545 w 134695"/>
              <a:gd name="csY25" fmla="*/ 24956 h 134745"/>
              <a:gd name="csX26" fmla="*/ 83604 w 134695"/>
              <a:gd name="csY26" fmla="*/ 24565 h 134745"/>
              <a:gd name="csX27" fmla="*/ 85356 w 134695"/>
              <a:gd name="csY27" fmla="*/ 23408 h 134745"/>
              <a:gd name="csX28" fmla="*/ 86530 w 134695"/>
              <a:gd name="csY28" fmla="*/ 21656 h 134745"/>
              <a:gd name="csX29" fmla="*/ 86922 w 134695"/>
              <a:gd name="csY29" fmla="*/ 19598 h 134745"/>
              <a:gd name="csX30" fmla="*/ 86479 w 134695"/>
              <a:gd name="csY30" fmla="*/ 17540 h 134745"/>
              <a:gd name="csX31" fmla="*/ 85288 w 134695"/>
              <a:gd name="csY31" fmla="*/ 15804 h 134745"/>
              <a:gd name="csX32" fmla="*/ 71559 w 134695"/>
              <a:gd name="csY32" fmla="*/ 2093 h 134745"/>
              <a:gd name="csX33" fmla="*/ 69653 w 134695"/>
              <a:gd name="csY33" fmla="*/ 529 h 134745"/>
              <a:gd name="csX34" fmla="*/ 67254 w 134695"/>
              <a:gd name="csY34" fmla="*/ 1 h 134745"/>
              <a:gd name="csX35" fmla="*/ 12403 w 134695"/>
              <a:gd name="csY35" fmla="*/ 49690 h 134745"/>
              <a:gd name="csX36" fmla="*/ 0 w 134695"/>
              <a:gd name="csY36" fmla="*/ 62092 h 134745"/>
              <a:gd name="csX37" fmla="*/ 0 w 134695"/>
              <a:gd name="csY37" fmla="*/ 122345 h 134745"/>
              <a:gd name="csX38" fmla="*/ 12403 w 134695"/>
              <a:gd name="csY38" fmla="*/ 134746 h 134745"/>
              <a:gd name="csX39" fmla="*/ 122276 w 134695"/>
              <a:gd name="csY39" fmla="*/ 134746 h 134745"/>
              <a:gd name="csX40" fmla="*/ 134695 w 134695"/>
              <a:gd name="csY40" fmla="*/ 122345 h 134745"/>
              <a:gd name="csX41" fmla="*/ 134695 w 134695"/>
              <a:gd name="csY41" fmla="*/ 62092 h 134745"/>
              <a:gd name="csX42" fmla="*/ 122276 w 134695"/>
              <a:gd name="csY42" fmla="*/ 49690 h 134745"/>
              <a:gd name="csX43" fmla="*/ 12403 w 134695"/>
              <a:gd name="csY43" fmla="*/ 49690 h 134745"/>
              <a:gd name="csX44" fmla="*/ 21267 w 134695"/>
              <a:gd name="csY44" fmla="*/ 60322 h 134745"/>
              <a:gd name="csX45" fmla="*/ 113428 w 134695"/>
              <a:gd name="csY45" fmla="*/ 60322 h 134745"/>
              <a:gd name="csX46" fmla="*/ 124062 w 134695"/>
              <a:gd name="csY46" fmla="*/ 70954 h 134745"/>
              <a:gd name="csX47" fmla="*/ 124062 w 134695"/>
              <a:gd name="csY47" fmla="*/ 113482 h 134745"/>
              <a:gd name="csX48" fmla="*/ 113428 w 134695"/>
              <a:gd name="csY48" fmla="*/ 124114 h 134745"/>
              <a:gd name="csX49" fmla="*/ 21267 w 134695"/>
              <a:gd name="csY49" fmla="*/ 124114 h 134745"/>
              <a:gd name="csX50" fmla="*/ 10633 w 134695"/>
              <a:gd name="csY50" fmla="*/ 113482 h 134745"/>
              <a:gd name="csX51" fmla="*/ 10633 w 134695"/>
              <a:gd name="csY51" fmla="*/ 70954 h 134745"/>
              <a:gd name="csX52" fmla="*/ 21267 w 134695"/>
              <a:gd name="csY52" fmla="*/ 60322 h 134745"/>
              <a:gd name="csX53" fmla="*/ 67339 w 134695"/>
              <a:gd name="csY53" fmla="*/ 67416 h 134745"/>
              <a:gd name="csX54" fmla="*/ 46072 w 134695"/>
              <a:gd name="csY54" fmla="*/ 92218 h 134745"/>
              <a:gd name="csX55" fmla="*/ 67339 w 134695"/>
              <a:gd name="csY55" fmla="*/ 117038 h 134745"/>
              <a:gd name="csX56" fmla="*/ 88606 w 134695"/>
              <a:gd name="csY56" fmla="*/ 92218 h 134745"/>
              <a:gd name="csX57" fmla="*/ 67339 w 134695"/>
              <a:gd name="csY57" fmla="*/ 67416 h 134745"/>
              <a:gd name="csX58" fmla="*/ 24806 w 134695"/>
              <a:gd name="csY58" fmla="*/ 85142 h 134745"/>
              <a:gd name="csX59" fmla="*/ 19803 w 134695"/>
              <a:gd name="csY59" fmla="*/ 87217 h 134745"/>
              <a:gd name="csX60" fmla="*/ 17728 w 134695"/>
              <a:gd name="csY60" fmla="*/ 92218 h 134745"/>
              <a:gd name="csX61" fmla="*/ 19803 w 134695"/>
              <a:gd name="csY61" fmla="*/ 97237 h 134745"/>
              <a:gd name="csX62" fmla="*/ 24806 w 134695"/>
              <a:gd name="csY62" fmla="*/ 99312 h 134745"/>
              <a:gd name="csX63" fmla="*/ 29825 w 134695"/>
              <a:gd name="csY63" fmla="*/ 97237 h 134745"/>
              <a:gd name="csX64" fmla="*/ 31900 w 134695"/>
              <a:gd name="csY64" fmla="*/ 92218 h 134745"/>
              <a:gd name="csX65" fmla="*/ 29825 w 134695"/>
              <a:gd name="csY65" fmla="*/ 87217 h 134745"/>
              <a:gd name="csX66" fmla="*/ 24806 w 134695"/>
              <a:gd name="csY66" fmla="*/ 85142 h 134745"/>
              <a:gd name="csX67" fmla="*/ 109873 w 134695"/>
              <a:gd name="csY67" fmla="*/ 85142 h 134745"/>
              <a:gd name="csX68" fmla="*/ 104870 w 134695"/>
              <a:gd name="csY68" fmla="*/ 87217 h 134745"/>
              <a:gd name="csX69" fmla="*/ 102795 w 134695"/>
              <a:gd name="csY69" fmla="*/ 92218 h 134745"/>
              <a:gd name="csX70" fmla="*/ 104870 w 134695"/>
              <a:gd name="csY70" fmla="*/ 97237 h 134745"/>
              <a:gd name="csX71" fmla="*/ 109873 w 134695"/>
              <a:gd name="csY71" fmla="*/ 99312 h 134745"/>
              <a:gd name="csX72" fmla="*/ 114892 w 134695"/>
              <a:gd name="csY72" fmla="*/ 97237 h 134745"/>
              <a:gd name="csX73" fmla="*/ 116967 w 134695"/>
              <a:gd name="csY73" fmla="*/ 92218 h 134745"/>
              <a:gd name="csX74" fmla="*/ 114892 w 134695"/>
              <a:gd name="csY74" fmla="*/ 87217 h 134745"/>
              <a:gd name="csX75" fmla="*/ 109873 w 134695"/>
              <a:gd name="csY75" fmla="*/ 85142 h 134745"/>
            </a:gdLst>
            <a:ahLst/>
            <a:cxnLst/>
            <a:rect l="l" t="t" r="r" b="b"/>
            <a:pathLst>
              <a:path w="100000" h="100000">
                <a:moveTo>
                  <a:pt x="49931" y="1"/>
                </a:moveTo>
                <a:cubicBezTo>
                  <a:pt x="49337" y="13"/>
                  <a:pt x="48744" y="152"/>
                  <a:pt x="48213" y="430"/>
                </a:cubicBezTo>
                <a:cubicBezTo>
                  <a:pt x="47671" y="708"/>
                  <a:pt x="47216" y="1099"/>
                  <a:pt x="46850" y="1579"/>
                </a:cubicBezTo>
                <a:lnTo>
                  <a:pt x="36686" y="11729"/>
                </a:lnTo>
                <a:cubicBezTo>
                  <a:pt x="36307" y="12095"/>
                  <a:pt x="36004" y="12537"/>
                  <a:pt x="35802" y="13017"/>
                </a:cubicBezTo>
                <a:cubicBezTo>
                  <a:pt x="35587" y="13497"/>
                  <a:pt x="35474" y="14014"/>
                  <a:pt x="35474" y="14545"/>
                </a:cubicBezTo>
                <a:cubicBezTo>
                  <a:pt x="35474" y="15062"/>
                  <a:pt x="35562" y="15580"/>
                  <a:pt x="35764" y="16072"/>
                </a:cubicBezTo>
                <a:cubicBezTo>
                  <a:pt x="35966" y="16552"/>
                  <a:pt x="36256" y="16994"/>
                  <a:pt x="36635" y="17372"/>
                </a:cubicBezTo>
                <a:cubicBezTo>
                  <a:pt x="37001" y="17739"/>
                  <a:pt x="37443" y="18029"/>
                  <a:pt x="37923" y="18231"/>
                </a:cubicBezTo>
                <a:cubicBezTo>
                  <a:pt x="38416" y="18433"/>
                  <a:pt x="38933" y="18534"/>
                  <a:pt x="39463" y="18521"/>
                </a:cubicBezTo>
                <a:cubicBezTo>
                  <a:pt x="39981" y="18521"/>
                  <a:pt x="40499" y="18407"/>
                  <a:pt x="40978" y="18205"/>
                </a:cubicBezTo>
                <a:cubicBezTo>
                  <a:pt x="41471" y="17991"/>
                  <a:pt x="41900" y="17688"/>
                  <a:pt x="42267" y="17309"/>
                </a:cubicBezTo>
                <a:lnTo>
                  <a:pt x="46054" y="13522"/>
                </a:lnTo>
                <a:lnTo>
                  <a:pt x="46054" y="27674"/>
                </a:lnTo>
                <a:cubicBezTo>
                  <a:pt x="46042" y="28192"/>
                  <a:pt x="46143" y="28722"/>
                  <a:pt x="46332" y="29202"/>
                </a:cubicBezTo>
                <a:cubicBezTo>
                  <a:pt x="46535" y="29681"/>
                  <a:pt x="46825" y="30124"/>
                  <a:pt x="47191" y="30502"/>
                </a:cubicBezTo>
                <a:cubicBezTo>
                  <a:pt x="47556" y="30868"/>
                  <a:pt x="47999" y="31171"/>
                  <a:pt x="48478" y="31373"/>
                </a:cubicBezTo>
                <a:cubicBezTo>
                  <a:pt x="48958" y="31575"/>
                  <a:pt x="49476" y="31676"/>
                  <a:pt x="49994" y="31676"/>
                </a:cubicBezTo>
                <a:cubicBezTo>
                  <a:pt x="50524" y="31676"/>
                  <a:pt x="51042" y="31575"/>
                  <a:pt x="51522" y="31373"/>
                </a:cubicBezTo>
                <a:cubicBezTo>
                  <a:pt x="52001" y="31171"/>
                  <a:pt x="52444" y="30868"/>
                  <a:pt x="52809" y="30502"/>
                </a:cubicBezTo>
                <a:cubicBezTo>
                  <a:pt x="53176" y="30124"/>
                  <a:pt x="53466" y="29681"/>
                  <a:pt x="53655" y="29202"/>
                </a:cubicBezTo>
                <a:cubicBezTo>
                  <a:pt x="53857" y="28722"/>
                  <a:pt x="53946" y="28192"/>
                  <a:pt x="53946" y="27674"/>
                </a:cubicBezTo>
                <a:lnTo>
                  <a:pt x="53946" y="13522"/>
                </a:lnTo>
                <a:lnTo>
                  <a:pt x="57733" y="17309"/>
                </a:lnTo>
                <a:cubicBezTo>
                  <a:pt x="58100" y="17688"/>
                  <a:pt x="58529" y="17991"/>
                  <a:pt x="59009" y="18205"/>
                </a:cubicBezTo>
                <a:cubicBezTo>
                  <a:pt x="59489" y="18407"/>
                  <a:pt x="60007" y="18521"/>
                  <a:pt x="60537" y="18521"/>
                </a:cubicBezTo>
                <a:cubicBezTo>
                  <a:pt x="61067" y="18534"/>
                  <a:pt x="61584" y="18433"/>
                  <a:pt x="62065" y="18231"/>
                </a:cubicBezTo>
                <a:cubicBezTo>
                  <a:pt x="62557" y="18029"/>
                  <a:pt x="62999" y="17739"/>
                  <a:pt x="63365" y="17372"/>
                </a:cubicBezTo>
                <a:cubicBezTo>
                  <a:pt x="63744" y="16994"/>
                  <a:pt x="64034" y="16552"/>
                  <a:pt x="64236" y="16072"/>
                </a:cubicBezTo>
                <a:cubicBezTo>
                  <a:pt x="64425" y="15580"/>
                  <a:pt x="64527" y="15062"/>
                  <a:pt x="64527" y="14545"/>
                </a:cubicBezTo>
                <a:cubicBezTo>
                  <a:pt x="64514" y="14014"/>
                  <a:pt x="64413" y="13497"/>
                  <a:pt x="64198" y="13017"/>
                </a:cubicBezTo>
                <a:cubicBezTo>
                  <a:pt x="63996" y="12537"/>
                  <a:pt x="63694" y="12095"/>
                  <a:pt x="63314" y="11729"/>
                </a:cubicBezTo>
                <a:lnTo>
                  <a:pt x="53126" y="1553"/>
                </a:lnTo>
                <a:cubicBezTo>
                  <a:pt x="52759" y="1061"/>
                  <a:pt x="52266" y="670"/>
                  <a:pt x="51711" y="393"/>
                </a:cubicBezTo>
                <a:cubicBezTo>
                  <a:pt x="51168" y="127"/>
                  <a:pt x="50550" y="-12"/>
                  <a:pt x="49931" y="1"/>
                </a:cubicBezTo>
                <a:close/>
                <a:moveTo>
                  <a:pt x="9223" y="36877"/>
                </a:moveTo>
                <a:cubicBezTo>
                  <a:pt x="4186" y="36877"/>
                  <a:pt x="19" y="41043"/>
                  <a:pt x="19" y="46081"/>
                </a:cubicBezTo>
                <a:lnTo>
                  <a:pt x="19" y="90797"/>
                </a:lnTo>
                <a:cubicBezTo>
                  <a:pt x="19" y="95834"/>
                  <a:pt x="4186" y="100001"/>
                  <a:pt x="9223" y="100001"/>
                </a:cubicBezTo>
                <a:lnTo>
                  <a:pt x="90765" y="100001"/>
                </a:lnTo>
                <a:cubicBezTo>
                  <a:pt x="95802" y="100001"/>
                  <a:pt x="99981" y="95834"/>
                  <a:pt x="99981" y="90797"/>
                </a:cubicBezTo>
                <a:lnTo>
                  <a:pt x="99981" y="46081"/>
                </a:lnTo>
                <a:cubicBezTo>
                  <a:pt x="99981" y="41043"/>
                  <a:pt x="95802" y="36877"/>
                  <a:pt x="90765" y="36877"/>
                </a:cubicBezTo>
                <a:lnTo>
                  <a:pt x="9223" y="36877"/>
                </a:lnTo>
                <a:close/>
                <a:moveTo>
                  <a:pt x="15802" y="44768"/>
                </a:moveTo>
                <a:lnTo>
                  <a:pt x="84198" y="44768"/>
                </a:lnTo>
                <a:cubicBezTo>
                  <a:pt x="84198" y="49136"/>
                  <a:pt x="87721" y="52658"/>
                  <a:pt x="92090" y="52658"/>
                </a:cubicBezTo>
                <a:lnTo>
                  <a:pt x="92090" y="84220"/>
                </a:lnTo>
                <a:cubicBezTo>
                  <a:pt x="87721" y="84220"/>
                  <a:pt x="84198" y="87742"/>
                  <a:pt x="84198" y="92110"/>
                </a:cubicBezTo>
                <a:lnTo>
                  <a:pt x="15802" y="92110"/>
                </a:lnTo>
                <a:cubicBezTo>
                  <a:pt x="15802" y="87742"/>
                  <a:pt x="12279" y="84220"/>
                  <a:pt x="7910" y="84220"/>
                </a:cubicBezTo>
                <a:lnTo>
                  <a:pt x="7910" y="52658"/>
                </a:lnTo>
                <a:cubicBezTo>
                  <a:pt x="12279" y="52658"/>
                  <a:pt x="15802" y="49136"/>
                  <a:pt x="15802" y="44768"/>
                </a:cubicBezTo>
                <a:close/>
                <a:moveTo>
                  <a:pt x="49994" y="50032"/>
                </a:moveTo>
                <a:cubicBezTo>
                  <a:pt x="41294" y="50032"/>
                  <a:pt x="34211" y="58289"/>
                  <a:pt x="34211" y="68439"/>
                </a:cubicBezTo>
                <a:cubicBezTo>
                  <a:pt x="34211" y="78589"/>
                  <a:pt x="41294" y="86859"/>
                  <a:pt x="49994" y="86859"/>
                </a:cubicBezTo>
                <a:cubicBezTo>
                  <a:pt x="58706" y="86859"/>
                  <a:pt x="65777" y="78589"/>
                  <a:pt x="65777" y="68439"/>
                </a:cubicBezTo>
                <a:cubicBezTo>
                  <a:pt x="65777" y="58289"/>
                  <a:pt x="58706" y="50032"/>
                  <a:pt x="49994" y="50032"/>
                </a:cubicBezTo>
                <a:close/>
                <a:moveTo>
                  <a:pt x="18428" y="63188"/>
                </a:moveTo>
                <a:cubicBezTo>
                  <a:pt x="17039" y="63188"/>
                  <a:pt x="15701" y="63730"/>
                  <a:pt x="14715" y="64727"/>
                </a:cubicBezTo>
                <a:cubicBezTo>
                  <a:pt x="13731" y="65712"/>
                  <a:pt x="13175" y="67050"/>
                  <a:pt x="13175" y="68439"/>
                </a:cubicBezTo>
                <a:cubicBezTo>
                  <a:pt x="13175" y="69840"/>
                  <a:pt x="13731" y="71179"/>
                  <a:pt x="14715" y="72164"/>
                </a:cubicBezTo>
                <a:cubicBezTo>
                  <a:pt x="15701" y="73148"/>
                  <a:pt x="17039" y="73704"/>
                  <a:pt x="18428" y="73704"/>
                </a:cubicBezTo>
                <a:cubicBezTo>
                  <a:pt x="19829" y="73704"/>
                  <a:pt x="21167" y="73148"/>
                  <a:pt x="22153" y="72164"/>
                </a:cubicBezTo>
                <a:cubicBezTo>
                  <a:pt x="23138" y="71179"/>
                  <a:pt x="23693" y="69840"/>
                  <a:pt x="23693" y="68439"/>
                </a:cubicBezTo>
                <a:cubicBezTo>
                  <a:pt x="23693" y="67050"/>
                  <a:pt x="23138" y="65712"/>
                  <a:pt x="22153" y="64727"/>
                </a:cubicBezTo>
                <a:cubicBezTo>
                  <a:pt x="21167" y="63730"/>
                  <a:pt x="19829" y="63188"/>
                  <a:pt x="18428" y="63188"/>
                </a:cubicBezTo>
                <a:close/>
                <a:moveTo>
                  <a:pt x="81560" y="63188"/>
                </a:moveTo>
                <a:cubicBezTo>
                  <a:pt x="80171" y="63188"/>
                  <a:pt x="78833" y="63730"/>
                  <a:pt x="77847" y="64727"/>
                </a:cubicBezTo>
                <a:cubicBezTo>
                  <a:pt x="76863" y="65712"/>
                  <a:pt x="76307" y="67050"/>
                  <a:pt x="76307" y="68439"/>
                </a:cubicBezTo>
                <a:cubicBezTo>
                  <a:pt x="76307" y="69840"/>
                  <a:pt x="76863" y="71179"/>
                  <a:pt x="77847" y="72164"/>
                </a:cubicBezTo>
                <a:cubicBezTo>
                  <a:pt x="78833" y="73148"/>
                  <a:pt x="80171" y="73704"/>
                  <a:pt x="81560" y="73704"/>
                </a:cubicBezTo>
                <a:cubicBezTo>
                  <a:pt x="82961" y="73704"/>
                  <a:pt x="84300" y="73148"/>
                  <a:pt x="85285" y="72164"/>
                </a:cubicBezTo>
                <a:cubicBezTo>
                  <a:pt x="86270" y="71179"/>
                  <a:pt x="86825" y="69840"/>
                  <a:pt x="86825" y="68439"/>
                </a:cubicBezTo>
                <a:cubicBezTo>
                  <a:pt x="86825" y="67050"/>
                  <a:pt x="86270" y="65712"/>
                  <a:pt x="85285" y="64727"/>
                </a:cubicBezTo>
                <a:cubicBezTo>
                  <a:pt x="84300" y="63730"/>
                  <a:pt x="82961" y="63188"/>
                  <a:pt x="81560" y="6318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6" name="Чёрный — SVG 15">
            <a:extLst>
              <a:ext uri="{FF2B5EF4-FFF2-40B4-BE49-F238E27FC236}">
                <a16:creationId xmlns:a16="http://schemas.microsoft.com/office/drawing/2014/main" id="{BAE34576-BF66-364F-9907-F0D83025E226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47934 w 141777"/>
              <a:gd name="csY5" fmla="*/ 31896 h 141753"/>
              <a:gd name="csX6" fmla="*/ 52308 w 141777"/>
              <a:gd name="csY6" fmla="*/ 34311 h 141753"/>
              <a:gd name="csX7" fmla="*/ 70890 w 141777"/>
              <a:gd name="csY7" fmla="*/ 62907 h 141753"/>
              <a:gd name="csX8" fmla="*/ 89470 w 141777"/>
              <a:gd name="csY8" fmla="*/ 34311 h 141753"/>
              <a:gd name="csX9" fmla="*/ 96822 w 141777"/>
              <a:gd name="csY9" fmla="*/ 32746 h 141753"/>
              <a:gd name="csX10" fmla="*/ 98387 w 141777"/>
              <a:gd name="csY10" fmla="*/ 40112 h 141753"/>
              <a:gd name="csX11" fmla="*/ 82990 w 141777"/>
              <a:gd name="csY11" fmla="*/ 63792 h 141753"/>
              <a:gd name="csX12" fmla="*/ 90384 w 141777"/>
              <a:gd name="csY12" fmla="*/ 63792 h 141753"/>
              <a:gd name="csX13" fmla="*/ 95700 w 141777"/>
              <a:gd name="csY13" fmla="*/ 69099 h 141753"/>
              <a:gd name="csX14" fmla="*/ 90384 w 141777"/>
              <a:gd name="csY14" fmla="*/ 74424 h 141753"/>
              <a:gd name="csX15" fmla="*/ 76206 w 141777"/>
              <a:gd name="csY15" fmla="*/ 74424 h 141753"/>
              <a:gd name="csX16" fmla="*/ 76206 w 141777"/>
              <a:gd name="csY16" fmla="*/ 81517 h 141753"/>
              <a:gd name="csX17" fmla="*/ 90384 w 141777"/>
              <a:gd name="csY17" fmla="*/ 81517 h 141753"/>
              <a:gd name="csX18" fmla="*/ 95700 w 141777"/>
              <a:gd name="csY18" fmla="*/ 86825 h 141753"/>
              <a:gd name="csX19" fmla="*/ 90384 w 141777"/>
              <a:gd name="csY19" fmla="*/ 92149 h 141753"/>
              <a:gd name="csX20" fmla="*/ 76206 w 141777"/>
              <a:gd name="csY20" fmla="*/ 92149 h 141753"/>
              <a:gd name="csX21" fmla="*/ 76206 w 141777"/>
              <a:gd name="csY21" fmla="*/ 108089 h 141753"/>
              <a:gd name="csX22" fmla="*/ 70890 w 141777"/>
              <a:gd name="csY22" fmla="*/ 113413 h 141753"/>
              <a:gd name="csX23" fmla="*/ 65573 w 141777"/>
              <a:gd name="csY23" fmla="*/ 108089 h 141753"/>
              <a:gd name="csX24" fmla="*/ 65573 w 141777"/>
              <a:gd name="csY24" fmla="*/ 92149 h 141753"/>
              <a:gd name="csX25" fmla="*/ 51394 w 141777"/>
              <a:gd name="csY25" fmla="*/ 92149 h 141753"/>
              <a:gd name="csX26" fmla="*/ 46077 w 141777"/>
              <a:gd name="csY26" fmla="*/ 86825 h 141753"/>
              <a:gd name="csX27" fmla="*/ 51394 w 141777"/>
              <a:gd name="csY27" fmla="*/ 81517 h 141753"/>
              <a:gd name="csX28" fmla="*/ 65573 w 141777"/>
              <a:gd name="csY28" fmla="*/ 81517 h 141753"/>
              <a:gd name="csX29" fmla="*/ 65573 w 141777"/>
              <a:gd name="csY29" fmla="*/ 74424 h 141753"/>
              <a:gd name="csX30" fmla="*/ 51394 w 141777"/>
              <a:gd name="csY30" fmla="*/ 74424 h 141753"/>
              <a:gd name="csX31" fmla="*/ 46077 w 141777"/>
              <a:gd name="csY31" fmla="*/ 69099 h 141753"/>
              <a:gd name="csX32" fmla="*/ 51394 w 141777"/>
              <a:gd name="csY32" fmla="*/ 63792 h 141753"/>
              <a:gd name="csX33" fmla="*/ 58788 w 141777"/>
              <a:gd name="csY33" fmla="*/ 63792 h 141753"/>
              <a:gd name="csX34" fmla="*/ 43393 w 141777"/>
              <a:gd name="csY34" fmla="*/ 40112 h 141753"/>
              <a:gd name="csX35" fmla="*/ 44949 w 141777"/>
              <a:gd name="csY35" fmla="*/ 32746 h 141753"/>
              <a:gd name="csX36" fmla="*/ 47934 w 141777"/>
              <a:gd name="csY36" fmla="*/ 3189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33809" y="22506"/>
                </a:moveTo>
                <a:cubicBezTo>
                  <a:pt x="35013" y="22530"/>
                  <a:pt x="36190" y="23129"/>
                  <a:pt x="36895" y="24209"/>
                </a:cubicBezTo>
                <a:lnTo>
                  <a:pt x="50001" y="44379"/>
                </a:lnTo>
                <a:lnTo>
                  <a:pt x="63106" y="24209"/>
                </a:lnTo>
                <a:cubicBezTo>
                  <a:pt x="64233" y="22482"/>
                  <a:pt x="66559" y="21977"/>
                  <a:pt x="68292" y="23105"/>
                </a:cubicBezTo>
                <a:cubicBezTo>
                  <a:pt x="70029" y="24233"/>
                  <a:pt x="70522" y="26561"/>
                  <a:pt x="69396" y="28301"/>
                </a:cubicBezTo>
                <a:lnTo>
                  <a:pt x="58536" y="45003"/>
                </a:lnTo>
                <a:lnTo>
                  <a:pt x="63751" y="45003"/>
                </a:lnTo>
                <a:cubicBezTo>
                  <a:pt x="65821" y="45003"/>
                  <a:pt x="67500" y="46682"/>
                  <a:pt x="67500" y="48746"/>
                </a:cubicBezTo>
                <a:cubicBezTo>
                  <a:pt x="67500" y="50822"/>
                  <a:pt x="65821" y="52502"/>
                  <a:pt x="63751" y="52502"/>
                </a:cubicBezTo>
                <a:lnTo>
                  <a:pt x="53751" y="52502"/>
                </a:lnTo>
                <a:lnTo>
                  <a:pt x="53751" y="57505"/>
                </a:lnTo>
                <a:lnTo>
                  <a:pt x="63751" y="57505"/>
                </a:lnTo>
                <a:cubicBezTo>
                  <a:pt x="65821" y="57505"/>
                  <a:pt x="67500" y="59173"/>
                  <a:pt x="67500" y="61249"/>
                </a:cubicBezTo>
                <a:cubicBezTo>
                  <a:pt x="67500" y="63325"/>
                  <a:pt x="65821" y="65004"/>
                  <a:pt x="63751" y="65004"/>
                </a:cubicBezTo>
                <a:lnTo>
                  <a:pt x="53751" y="65004"/>
                </a:lnTo>
                <a:lnTo>
                  <a:pt x="53751" y="76247"/>
                </a:lnTo>
                <a:cubicBezTo>
                  <a:pt x="53751" y="78323"/>
                  <a:pt x="52071" y="80002"/>
                  <a:pt x="50001" y="80002"/>
                </a:cubicBezTo>
                <a:cubicBezTo>
                  <a:pt x="47931" y="80002"/>
                  <a:pt x="46251" y="78323"/>
                  <a:pt x="46251" y="76247"/>
                </a:cubicBezTo>
                <a:lnTo>
                  <a:pt x="46251" y="65004"/>
                </a:lnTo>
                <a:lnTo>
                  <a:pt x="36250" y="65004"/>
                </a:lnTo>
                <a:cubicBezTo>
                  <a:pt x="34180" y="65004"/>
                  <a:pt x="32500" y="63325"/>
                  <a:pt x="32500" y="61249"/>
                </a:cubicBezTo>
                <a:cubicBezTo>
                  <a:pt x="32500" y="59173"/>
                  <a:pt x="34180" y="57505"/>
                  <a:pt x="36250" y="57505"/>
                </a:cubicBezTo>
                <a:lnTo>
                  <a:pt x="46251" y="57505"/>
                </a:lnTo>
                <a:lnTo>
                  <a:pt x="46251" y="52502"/>
                </a:lnTo>
                <a:lnTo>
                  <a:pt x="36250" y="52502"/>
                </a:lnTo>
                <a:cubicBezTo>
                  <a:pt x="34180" y="52502"/>
                  <a:pt x="32500" y="50822"/>
                  <a:pt x="32500" y="48746"/>
                </a:cubicBezTo>
                <a:cubicBezTo>
                  <a:pt x="32500" y="46682"/>
                  <a:pt x="34180" y="45003"/>
                  <a:pt x="36250" y="45003"/>
                </a:cubicBezTo>
                <a:lnTo>
                  <a:pt x="41465" y="45003"/>
                </a:lnTo>
                <a:lnTo>
                  <a:pt x="30607" y="28301"/>
                </a:lnTo>
                <a:cubicBezTo>
                  <a:pt x="29478" y="26561"/>
                  <a:pt x="29969" y="24233"/>
                  <a:pt x="31704" y="23105"/>
                </a:cubicBezTo>
                <a:cubicBezTo>
                  <a:pt x="32354" y="22686"/>
                  <a:pt x="33086" y="22494"/>
                  <a:pt x="33809" y="2250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7" name="Чёрный — SVG 16">
            <a:extLst>
              <a:ext uri="{FF2B5EF4-FFF2-40B4-BE49-F238E27FC236}">
                <a16:creationId xmlns:a16="http://schemas.microsoft.com/office/drawing/2014/main" id="{DEB438AF-6B44-9A45-B0F9-DFF10381A587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155962 w 155961"/>
              <a:gd name="csY0" fmla="*/ 23033 h 106319"/>
              <a:gd name="csX1" fmla="*/ 155962 w 155961"/>
              <a:gd name="csY1" fmla="*/ 83286 h 106319"/>
              <a:gd name="csX2" fmla="*/ 132909 w 155961"/>
              <a:gd name="csY2" fmla="*/ 106319 h 106319"/>
              <a:gd name="csX3" fmla="*/ 23036 w 155961"/>
              <a:gd name="csY3" fmla="*/ 106319 h 106319"/>
              <a:gd name="csX4" fmla="*/ 0 w 155961"/>
              <a:gd name="csY4" fmla="*/ 83286 h 106319"/>
              <a:gd name="csX5" fmla="*/ 0 w 155961"/>
              <a:gd name="csY5" fmla="*/ 23033 h 106319"/>
              <a:gd name="csX6" fmla="*/ 23036 w 155961"/>
              <a:gd name="csY6" fmla="*/ 0 h 106319"/>
              <a:gd name="csX7" fmla="*/ 132909 w 155961"/>
              <a:gd name="csY7" fmla="*/ 0 h 106319"/>
              <a:gd name="csX8" fmla="*/ 155962 w 155961"/>
              <a:gd name="csY8" fmla="*/ 23033 h 106319"/>
              <a:gd name="csX9" fmla="*/ 57777 w 155961"/>
              <a:gd name="csY9" fmla="*/ 35434 h 106319"/>
              <a:gd name="csX10" fmla="*/ 47774 w 155961"/>
              <a:gd name="csY10" fmla="*/ 35434 h 106319"/>
              <a:gd name="csX11" fmla="*/ 42431 w 155961"/>
              <a:gd name="csY11" fmla="*/ 40044 h 106319"/>
              <a:gd name="csX12" fmla="*/ 38093 w 155961"/>
              <a:gd name="csY12" fmla="*/ 56341 h 106319"/>
              <a:gd name="csX13" fmla="*/ 37430 w 155961"/>
              <a:gd name="csY13" fmla="*/ 56341 h 106319"/>
              <a:gd name="csX14" fmla="*/ 33091 w 155961"/>
              <a:gd name="csY14" fmla="*/ 40044 h 106319"/>
              <a:gd name="csX15" fmla="*/ 27749 w 155961"/>
              <a:gd name="csY15" fmla="*/ 35434 h 106319"/>
              <a:gd name="csX16" fmla="*/ 17728 w 155961"/>
              <a:gd name="csY16" fmla="*/ 35434 h 106319"/>
              <a:gd name="csX17" fmla="*/ 17728 w 155961"/>
              <a:gd name="csY17" fmla="*/ 70885 h 106319"/>
              <a:gd name="csX18" fmla="*/ 27732 w 155961"/>
              <a:gd name="csY18" fmla="*/ 70885 h 106319"/>
              <a:gd name="csX19" fmla="*/ 27732 w 155961"/>
              <a:gd name="csY19" fmla="*/ 49962 h 106319"/>
              <a:gd name="csX20" fmla="*/ 28395 w 155961"/>
              <a:gd name="csY20" fmla="*/ 49962 h 106319"/>
              <a:gd name="csX21" fmla="*/ 34078 w 155961"/>
              <a:gd name="csY21" fmla="*/ 70885 h 106319"/>
              <a:gd name="csX22" fmla="*/ 41087 w 155961"/>
              <a:gd name="csY22" fmla="*/ 70885 h 106319"/>
              <a:gd name="csX23" fmla="*/ 46770 w 155961"/>
              <a:gd name="csY23" fmla="*/ 49962 h 106319"/>
              <a:gd name="csX24" fmla="*/ 47757 w 155961"/>
              <a:gd name="csY24" fmla="*/ 49962 h 106319"/>
              <a:gd name="csX25" fmla="*/ 47757 w 155961"/>
              <a:gd name="csY25" fmla="*/ 70885 h 106319"/>
              <a:gd name="csX26" fmla="*/ 57777 w 155961"/>
              <a:gd name="csY26" fmla="*/ 70885 h 106319"/>
              <a:gd name="csX27" fmla="*/ 57777 w 155961"/>
              <a:gd name="csY27" fmla="*/ 35434 h 106319"/>
              <a:gd name="csX28" fmla="*/ 97844 w 155961"/>
              <a:gd name="csY28" fmla="*/ 35434 h 106319"/>
              <a:gd name="csX29" fmla="*/ 88827 w 155961"/>
              <a:gd name="csY29" fmla="*/ 35434 h 106319"/>
              <a:gd name="csX30" fmla="*/ 83145 w 155961"/>
              <a:gd name="csY30" fmla="*/ 39330 h 106319"/>
              <a:gd name="csX31" fmla="*/ 75148 w 155961"/>
              <a:gd name="csY31" fmla="*/ 56698 h 106319"/>
              <a:gd name="csX32" fmla="*/ 74468 w 155961"/>
              <a:gd name="csY32" fmla="*/ 56698 h 106319"/>
              <a:gd name="csX33" fmla="*/ 74468 w 155961"/>
              <a:gd name="csY33" fmla="*/ 35434 h 106319"/>
              <a:gd name="csX34" fmla="*/ 64464 w 155961"/>
              <a:gd name="csY34" fmla="*/ 35434 h 106319"/>
              <a:gd name="csX35" fmla="*/ 64464 w 155961"/>
              <a:gd name="csY35" fmla="*/ 70885 h 106319"/>
              <a:gd name="csX36" fmla="*/ 73481 w 155961"/>
              <a:gd name="csY36" fmla="*/ 70885 h 106319"/>
              <a:gd name="csX37" fmla="*/ 78823 w 155961"/>
              <a:gd name="csY37" fmla="*/ 66973 h 106319"/>
              <a:gd name="csX38" fmla="*/ 86837 w 155961"/>
              <a:gd name="csY38" fmla="*/ 49621 h 106319"/>
              <a:gd name="csX39" fmla="*/ 87823 w 155961"/>
              <a:gd name="csY39" fmla="*/ 49621 h 106319"/>
              <a:gd name="csX40" fmla="*/ 87823 w 155961"/>
              <a:gd name="csY40" fmla="*/ 70885 h 106319"/>
              <a:gd name="csX41" fmla="*/ 97844 w 155961"/>
              <a:gd name="csY41" fmla="*/ 70885 h 106319"/>
              <a:gd name="csX42" fmla="*/ 97844 w 155961"/>
              <a:gd name="csY42" fmla="*/ 35434 h 106319"/>
              <a:gd name="csX43" fmla="*/ 136567 w 155961"/>
              <a:gd name="csY43" fmla="*/ 53160 h 106319"/>
              <a:gd name="csX44" fmla="*/ 104513 w 155961"/>
              <a:gd name="csY44" fmla="*/ 53160 h 106319"/>
              <a:gd name="csX45" fmla="*/ 104513 w 155961"/>
              <a:gd name="csY45" fmla="*/ 70885 h 106319"/>
              <a:gd name="csX46" fmla="*/ 114534 w 155961"/>
              <a:gd name="csY46" fmla="*/ 70885 h 106319"/>
              <a:gd name="csX47" fmla="*/ 114534 w 155961"/>
              <a:gd name="csY47" fmla="*/ 60253 h 106319"/>
              <a:gd name="csX48" fmla="*/ 126205 w 155961"/>
              <a:gd name="csY48" fmla="*/ 60253 h 106319"/>
              <a:gd name="csX49" fmla="*/ 136567 w 155961"/>
              <a:gd name="csY49" fmla="*/ 53160 h 106319"/>
              <a:gd name="csX50" fmla="*/ 138234 w 155961"/>
              <a:gd name="csY50" fmla="*/ 47138 h 106319"/>
              <a:gd name="csX51" fmla="*/ 125882 w 155961"/>
              <a:gd name="csY51" fmla="*/ 35434 h 106319"/>
              <a:gd name="csX52" fmla="*/ 101179 w 155961"/>
              <a:gd name="csY52" fmla="*/ 35434 h 106319"/>
              <a:gd name="csX53" fmla="*/ 118532 w 155961"/>
              <a:gd name="csY53" fmla="*/ 49621 h 106319"/>
              <a:gd name="csX54" fmla="*/ 137894 w 155961"/>
              <a:gd name="csY54" fmla="*/ 49621 h 106319"/>
              <a:gd name="csX55" fmla="*/ 138234 w 155961"/>
              <a:gd name="csY55" fmla="*/ 47138 h 106319"/>
            </a:gdLst>
            <a:ahLst/>
            <a:cxnLst/>
            <a:rect l="l" t="t" r="r" b="b"/>
            <a:pathLst>
              <a:path w="100000" h="100000">
                <a:moveTo>
                  <a:pt x="100001" y="30683"/>
                </a:moveTo>
                <a:lnTo>
                  <a:pt x="100001" y="69317"/>
                </a:lnTo>
                <a:cubicBezTo>
                  <a:pt x="100001" y="77454"/>
                  <a:pt x="93368" y="84085"/>
                  <a:pt x="85219" y="84085"/>
                </a:cubicBezTo>
                <a:lnTo>
                  <a:pt x="14770" y="84085"/>
                </a:lnTo>
                <a:cubicBezTo>
                  <a:pt x="6622" y="84085"/>
                  <a:pt x="0" y="77454"/>
                  <a:pt x="0" y="69317"/>
                </a:cubicBezTo>
                <a:lnTo>
                  <a:pt x="0" y="30683"/>
                </a:lnTo>
                <a:cubicBezTo>
                  <a:pt x="0" y="22536"/>
                  <a:pt x="6622" y="15915"/>
                  <a:pt x="14770" y="15915"/>
                </a:cubicBezTo>
                <a:lnTo>
                  <a:pt x="85219" y="15915"/>
                </a:lnTo>
                <a:cubicBezTo>
                  <a:pt x="93368" y="15915"/>
                  <a:pt x="100001" y="22536"/>
                  <a:pt x="100001" y="30683"/>
                </a:cubicBezTo>
                <a:close/>
                <a:moveTo>
                  <a:pt x="37046" y="38635"/>
                </a:moveTo>
                <a:lnTo>
                  <a:pt x="30632" y="38635"/>
                </a:lnTo>
                <a:cubicBezTo>
                  <a:pt x="28919" y="38635"/>
                  <a:pt x="27632" y="39769"/>
                  <a:pt x="27206" y="41591"/>
                </a:cubicBezTo>
                <a:lnTo>
                  <a:pt x="24425" y="52040"/>
                </a:lnTo>
                <a:lnTo>
                  <a:pt x="24000" y="52040"/>
                </a:lnTo>
                <a:lnTo>
                  <a:pt x="21217" y="41591"/>
                </a:lnTo>
                <a:cubicBezTo>
                  <a:pt x="20781" y="39769"/>
                  <a:pt x="19505" y="38635"/>
                  <a:pt x="17792" y="38635"/>
                </a:cubicBezTo>
                <a:lnTo>
                  <a:pt x="11367" y="38635"/>
                </a:lnTo>
                <a:lnTo>
                  <a:pt x="11367" y="61365"/>
                </a:lnTo>
                <a:lnTo>
                  <a:pt x="17781" y="61365"/>
                </a:lnTo>
                <a:lnTo>
                  <a:pt x="17781" y="47950"/>
                </a:lnTo>
                <a:lnTo>
                  <a:pt x="18206" y="47950"/>
                </a:lnTo>
                <a:lnTo>
                  <a:pt x="21850" y="61365"/>
                </a:lnTo>
                <a:lnTo>
                  <a:pt x="26344" y="61365"/>
                </a:lnTo>
                <a:lnTo>
                  <a:pt x="29988" y="47950"/>
                </a:lnTo>
                <a:lnTo>
                  <a:pt x="30621" y="47950"/>
                </a:lnTo>
                <a:lnTo>
                  <a:pt x="30621" y="61365"/>
                </a:lnTo>
                <a:lnTo>
                  <a:pt x="37046" y="61365"/>
                </a:lnTo>
                <a:lnTo>
                  <a:pt x="37046" y="38635"/>
                </a:lnTo>
                <a:close/>
                <a:moveTo>
                  <a:pt x="62736" y="38635"/>
                </a:moveTo>
                <a:lnTo>
                  <a:pt x="56955" y="38635"/>
                </a:lnTo>
                <a:cubicBezTo>
                  <a:pt x="55460" y="38635"/>
                  <a:pt x="53955" y="39551"/>
                  <a:pt x="53311" y="41133"/>
                </a:cubicBezTo>
                <a:lnTo>
                  <a:pt x="48184" y="52269"/>
                </a:lnTo>
                <a:lnTo>
                  <a:pt x="47748" y="52269"/>
                </a:lnTo>
                <a:lnTo>
                  <a:pt x="47748" y="38635"/>
                </a:lnTo>
                <a:lnTo>
                  <a:pt x="41333" y="38635"/>
                </a:lnTo>
                <a:lnTo>
                  <a:pt x="41333" y="61365"/>
                </a:lnTo>
                <a:lnTo>
                  <a:pt x="47115" y="61365"/>
                </a:lnTo>
                <a:cubicBezTo>
                  <a:pt x="48610" y="61365"/>
                  <a:pt x="50115" y="60449"/>
                  <a:pt x="50540" y="58857"/>
                </a:cubicBezTo>
                <a:lnTo>
                  <a:pt x="55679" y="47731"/>
                </a:lnTo>
                <a:lnTo>
                  <a:pt x="56311" y="47731"/>
                </a:lnTo>
                <a:lnTo>
                  <a:pt x="56311" y="61365"/>
                </a:lnTo>
                <a:lnTo>
                  <a:pt x="62736" y="61365"/>
                </a:lnTo>
                <a:lnTo>
                  <a:pt x="62736" y="38635"/>
                </a:lnTo>
                <a:close/>
                <a:moveTo>
                  <a:pt x="87565" y="50000"/>
                </a:moveTo>
                <a:lnTo>
                  <a:pt x="67012" y="50000"/>
                </a:lnTo>
                <a:lnTo>
                  <a:pt x="67012" y="61365"/>
                </a:lnTo>
                <a:lnTo>
                  <a:pt x="73438" y="61365"/>
                </a:lnTo>
                <a:lnTo>
                  <a:pt x="73438" y="54548"/>
                </a:lnTo>
                <a:lnTo>
                  <a:pt x="80921" y="54548"/>
                </a:lnTo>
                <a:cubicBezTo>
                  <a:pt x="83921" y="54548"/>
                  <a:pt x="86495" y="52727"/>
                  <a:pt x="87565" y="50000"/>
                </a:cubicBezTo>
                <a:close/>
                <a:moveTo>
                  <a:pt x="88634" y="46139"/>
                </a:moveTo>
                <a:cubicBezTo>
                  <a:pt x="88416" y="42049"/>
                  <a:pt x="84990" y="38635"/>
                  <a:pt x="80714" y="38635"/>
                </a:cubicBezTo>
                <a:lnTo>
                  <a:pt x="64875" y="38635"/>
                </a:lnTo>
                <a:cubicBezTo>
                  <a:pt x="65943" y="43859"/>
                  <a:pt x="70438" y="47731"/>
                  <a:pt x="76001" y="47731"/>
                </a:cubicBezTo>
                <a:lnTo>
                  <a:pt x="88416" y="47731"/>
                </a:lnTo>
                <a:cubicBezTo>
                  <a:pt x="88416" y="47273"/>
                  <a:pt x="88634" y="46815"/>
                  <a:pt x="88634" y="4613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8" name="Чёрный — SVG 17">
            <a:extLst>
              <a:ext uri="{FF2B5EF4-FFF2-40B4-BE49-F238E27FC236}">
                <a16:creationId xmlns:a16="http://schemas.microsoft.com/office/drawing/2014/main" id="{5347878A-59B1-6347-A7EE-881B63F91295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43548 w 134341"/>
              <a:gd name="csY0" fmla="*/ 35434 h 148847"/>
              <a:gd name="csX1" fmla="*/ 90794 w 134341"/>
              <a:gd name="csY1" fmla="*/ 35434 h 148847"/>
              <a:gd name="csX2" fmla="*/ 98739 w 134341"/>
              <a:gd name="csY2" fmla="*/ 14272 h 148847"/>
              <a:gd name="csX3" fmla="*/ 98127 w 134341"/>
              <a:gd name="csY3" fmla="*/ 9373 h 148847"/>
              <a:gd name="csX4" fmla="*/ 93754 w 134341"/>
              <a:gd name="csY4" fmla="*/ 7094 h 148847"/>
              <a:gd name="csX5" fmla="*/ 80416 w 134341"/>
              <a:gd name="csY5" fmla="*/ 7094 h 148847"/>
              <a:gd name="csX6" fmla="*/ 67162 w 134341"/>
              <a:gd name="csY6" fmla="*/ 0 h 148847"/>
              <a:gd name="csX7" fmla="*/ 53926 w 134341"/>
              <a:gd name="csY7" fmla="*/ 7094 h 148847"/>
              <a:gd name="csX8" fmla="*/ 40587 w 134341"/>
              <a:gd name="csY8" fmla="*/ 7094 h 148847"/>
              <a:gd name="csX9" fmla="*/ 36215 w 134341"/>
              <a:gd name="csY9" fmla="*/ 9373 h 148847"/>
              <a:gd name="csX10" fmla="*/ 35602 w 134341"/>
              <a:gd name="csY10" fmla="*/ 14272 h 148847"/>
              <a:gd name="csX11" fmla="*/ 43548 w 134341"/>
              <a:gd name="csY11" fmla="*/ 35434 h 148847"/>
              <a:gd name="csX12" fmla="*/ 75142 w 134341"/>
              <a:gd name="csY12" fmla="*/ 100995 h 148847"/>
              <a:gd name="csX13" fmla="*/ 60085 w 134341"/>
              <a:gd name="csY13" fmla="*/ 100995 h 148847"/>
              <a:gd name="csX14" fmla="*/ 60085 w 134341"/>
              <a:gd name="csY14" fmla="*/ 113413 h 148847"/>
              <a:gd name="csX15" fmla="*/ 75142 w 134341"/>
              <a:gd name="csY15" fmla="*/ 113413 h 148847"/>
              <a:gd name="csX16" fmla="*/ 81351 w 134341"/>
              <a:gd name="csY16" fmla="*/ 107204 h 148847"/>
              <a:gd name="csX17" fmla="*/ 75142 w 134341"/>
              <a:gd name="csY17" fmla="*/ 100995 h 148847"/>
              <a:gd name="csX18" fmla="*/ 71603 w 134341"/>
              <a:gd name="csY18" fmla="*/ 77962 h 148847"/>
              <a:gd name="csX19" fmla="*/ 60085 w 134341"/>
              <a:gd name="csY19" fmla="*/ 77962 h 148847"/>
              <a:gd name="csX20" fmla="*/ 60085 w 134341"/>
              <a:gd name="csY20" fmla="*/ 90363 h 148847"/>
              <a:gd name="csX21" fmla="*/ 71603 w 134341"/>
              <a:gd name="csY21" fmla="*/ 90363 h 148847"/>
              <a:gd name="csX22" fmla="*/ 77796 w 134341"/>
              <a:gd name="csY22" fmla="*/ 84171 h 148847"/>
              <a:gd name="csX23" fmla="*/ 71603 w 134341"/>
              <a:gd name="csY23" fmla="*/ 77962 h 148847"/>
              <a:gd name="csX24" fmla="*/ 75142 w 134341"/>
              <a:gd name="csY24" fmla="*/ 100995 h 148847"/>
              <a:gd name="csX25" fmla="*/ 60085 w 134341"/>
              <a:gd name="csY25" fmla="*/ 100995 h 148847"/>
              <a:gd name="csX26" fmla="*/ 60085 w 134341"/>
              <a:gd name="csY26" fmla="*/ 113413 h 148847"/>
              <a:gd name="csX27" fmla="*/ 75142 w 134341"/>
              <a:gd name="csY27" fmla="*/ 113413 h 148847"/>
              <a:gd name="csX28" fmla="*/ 81351 w 134341"/>
              <a:gd name="csY28" fmla="*/ 107204 h 148847"/>
              <a:gd name="csX29" fmla="*/ 75142 w 134341"/>
              <a:gd name="csY29" fmla="*/ 100995 h 148847"/>
              <a:gd name="csX30" fmla="*/ 77796 w 134341"/>
              <a:gd name="csY30" fmla="*/ 84171 h 148847"/>
              <a:gd name="csX31" fmla="*/ 71603 w 134341"/>
              <a:gd name="csY31" fmla="*/ 77962 h 148847"/>
              <a:gd name="csX32" fmla="*/ 60085 w 134341"/>
              <a:gd name="csY32" fmla="*/ 77962 h 148847"/>
              <a:gd name="csX33" fmla="*/ 60085 w 134341"/>
              <a:gd name="csY33" fmla="*/ 90363 h 148847"/>
              <a:gd name="csX34" fmla="*/ 71603 w 134341"/>
              <a:gd name="csY34" fmla="*/ 90363 h 148847"/>
              <a:gd name="csX35" fmla="*/ 77796 w 134341"/>
              <a:gd name="csY35" fmla="*/ 84171 h 148847"/>
              <a:gd name="csX36" fmla="*/ 98399 w 134341"/>
              <a:gd name="csY36" fmla="*/ 46066 h 148847"/>
              <a:gd name="csX37" fmla="*/ 35943 w 134341"/>
              <a:gd name="csY37" fmla="*/ 46066 h 148847"/>
              <a:gd name="csX38" fmla="*/ 44 w 134341"/>
              <a:gd name="csY38" fmla="*/ 116492 h 148847"/>
              <a:gd name="csX39" fmla="*/ 33714 w 134341"/>
              <a:gd name="csY39" fmla="*/ 148847 h 148847"/>
              <a:gd name="csX40" fmla="*/ 100628 w 134341"/>
              <a:gd name="csY40" fmla="*/ 148847 h 148847"/>
              <a:gd name="csX41" fmla="*/ 134297 w 134341"/>
              <a:gd name="csY41" fmla="*/ 116492 h 148847"/>
              <a:gd name="csX42" fmla="*/ 98399 w 134341"/>
              <a:gd name="csY42" fmla="*/ 46066 h 148847"/>
              <a:gd name="csX43" fmla="*/ 75142 w 134341"/>
              <a:gd name="csY43" fmla="*/ 124045 h 148847"/>
              <a:gd name="csX44" fmla="*/ 72487 w 134341"/>
              <a:gd name="csY44" fmla="*/ 124045 h 148847"/>
              <a:gd name="csX45" fmla="*/ 72487 w 134341"/>
              <a:gd name="csY45" fmla="*/ 125814 h 148847"/>
              <a:gd name="csX46" fmla="*/ 67162 w 134341"/>
              <a:gd name="csY46" fmla="*/ 131122 h 148847"/>
              <a:gd name="csX47" fmla="*/ 61854 w 134341"/>
              <a:gd name="csY47" fmla="*/ 125814 h 148847"/>
              <a:gd name="csX48" fmla="*/ 61854 w 134341"/>
              <a:gd name="csY48" fmla="*/ 124045 h 148847"/>
              <a:gd name="csX49" fmla="*/ 54759 w 134341"/>
              <a:gd name="csY49" fmla="*/ 124045 h 148847"/>
              <a:gd name="csX50" fmla="*/ 49451 w 134341"/>
              <a:gd name="csY50" fmla="*/ 118721 h 148847"/>
              <a:gd name="csX51" fmla="*/ 49451 w 134341"/>
              <a:gd name="csY51" fmla="*/ 72654 h 148847"/>
              <a:gd name="csX52" fmla="*/ 54759 w 134341"/>
              <a:gd name="csY52" fmla="*/ 67330 h 148847"/>
              <a:gd name="csX53" fmla="*/ 61854 w 134341"/>
              <a:gd name="csY53" fmla="*/ 67330 h 148847"/>
              <a:gd name="csX54" fmla="*/ 61854 w 134341"/>
              <a:gd name="csY54" fmla="*/ 65561 h 148847"/>
              <a:gd name="csX55" fmla="*/ 67162 w 134341"/>
              <a:gd name="csY55" fmla="*/ 60253 h 148847"/>
              <a:gd name="csX56" fmla="*/ 72487 w 134341"/>
              <a:gd name="csY56" fmla="*/ 65561 h 148847"/>
              <a:gd name="csX57" fmla="*/ 72487 w 134341"/>
              <a:gd name="csY57" fmla="*/ 67449 h 148847"/>
              <a:gd name="csX58" fmla="*/ 88429 w 134341"/>
              <a:gd name="csY58" fmla="*/ 84171 h 148847"/>
              <a:gd name="csX59" fmla="*/ 85316 w 134341"/>
              <a:gd name="csY59" fmla="*/ 93884 h 148847"/>
              <a:gd name="csX60" fmla="*/ 91985 w 134341"/>
              <a:gd name="csY60" fmla="*/ 107204 h 148847"/>
              <a:gd name="csX61" fmla="*/ 75142 w 134341"/>
              <a:gd name="csY61" fmla="*/ 124045 h 148847"/>
              <a:gd name="csX62" fmla="*/ 75142 w 134341"/>
              <a:gd name="csY62" fmla="*/ 100995 h 148847"/>
              <a:gd name="csX63" fmla="*/ 60085 w 134341"/>
              <a:gd name="csY63" fmla="*/ 100995 h 148847"/>
              <a:gd name="csX64" fmla="*/ 60085 w 134341"/>
              <a:gd name="csY64" fmla="*/ 113413 h 148847"/>
              <a:gd name="csX65" fmla="*/ 75142 w 134341"/>
              <a:gd name="csY65" fmla="*/ 113413 h 148847"/>
              <a:gd name="csX66" fmla="*/ 81351 w 134341"/>
              <a:gd name="csY66" fmla="*/ 107204 h 148847"/>
              <a:gd name="csX67" fmla="*/ 75142 w 134341"/>
              <a:gd name="csY67" fmla="*/ 100995 h 148847"/>
              <a:gd name="csX68" fmla="*/ 77796 w 134341"/>
              <a:gd name="csY68" fmla="*/ 84171 h 148847"/>
              <a:gd name="csX69" fmla="*/ 71603 w 134341"/>
              <a:gd name="csY69" fmla="*/ 77962 h 148847"/>
              <a:gd name="csX70" fmla="*/ 60085 w 134341"/>
              <a:gd name="csY70" fmla="*/ 77962 h 148847"/>
              <a:gd name="csX71" fmla="*/ 60085 w 134341"/>
              <a:gd name="csY71" fmla="*/ 90363 h 148847"/>
              <a:gd name="csX72" fmla="*/ 71603 w 134341"/>
              <a:gd name="csY72" fmla="*/ 90363 h 148847"/>
              <a:gd name="csX73" fmla="*/ 77796 w 134341"/>
              <a:gd name="csY73" fmla="*/ 84171 h 148847"/>
            </a:gdLst>
            <a:ahLst/>
            <a:cxnLst/>
            <a:rect l="l" t="t" r="r" b="b"/>
            <a:pathLst>
              <a:path w="100000" h="100000">
                <a:moveTo>
                  <a:pt x="34130" y="23806"/>
                </a:moveTo>
                <a:lnTo>
                  <a:pt x="65871" y="23806"/>
                </a:lnTo>
                <a:lnTo>
                  <a:pt x="71209" y="9588"/>
                </a:lnTo>
                <a:cubicBezTo>
                  <a:pt x="71621" y="8491"/>
                  <a:pt x="71460" y="7257"/>
                  <a:pt x="70798" y="6297"/>
                </a:cubicBezTo>
                <a:cubicBezTo>
                  <a:pt x="70123" y="5337"/>
                  <a:pt x="69026" y="4766"/>
                  <a:pt x="67860" y="4766"/>
                </a:cubicBezTo>
                <a:lnTo>
                  <a:pt x="58899" y="4766"/>
                </a:lnTo>
                <a:cubicBezTo>
                  <a:pt x="56978" y="1897"/>
                  <a:pt x="53710" y="0"/>
                  <a:pt x="49994" y="0"/>
                </a:cubicBezTo>
                <a:cubicBezTo>
                  <a:pt x="46291" y="0"/>
                  <a:pt x="43022" y="1897"/>
                  <a:pt x="41102" y="4766"/>
                </a:cubicBezTo>
                <a:lnTo>
                  <a:pt x="32140" y="4766"/>
                </a:lnTo>
                <a:cubicBezTo>
                  <a:pt x="30963" y="4766"/>
                  <a:pt x="29866" y="5337"/>
                  <a:pt x="29203" y="6297"/>
                </a:cubicBezTo>
                <a:cubicBezTo>
                  <a:pt x="28540" y="7257"/>
                  <a:pt x="28380" y="8491"/>
                  <a:pt x="28791" y="9588"/>
                </a:cubicBezTo>
                <a:lnTo>
                  <a:pt x="34130" y="23806"/>
                </a:ln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6194"/>
                </a:lnTo>
                <a:lnTo>
                  <a:pt x="55355" y="76194"/>
                </a:lnTo>
                <a:cubicBezTo>
                  <a:pt x="57641" y="76194"/>
                  <a:pt x="59527" y="74309"/>
                  <a:pt x="59527" y="72023"/>
                </a:cubicBezTo>
                <a:cubicBezTo>
                  <a:pt x="59527" y="69737"/>
                  <a:pt x="57641" y="67852"/>
                  <a:pt x="55355" y="67852"/>
                </a:cubicBezTo>
                <a:close/>
                <a:moveTo>
                  <a:pt x="52978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2978" y="60709"/>
                </a:lnTo>
                <a:cubicBezTo>
                  <a:pt x="55263" y="60709"/>
                  <a:pt x="57139" y="58834"/>
                  <a:pt x="57139" y="56549"/>
                </a:cubicBezTo>
                <a:cubicBezTo>
                  <a:pt x="57139" y="54263"/>
                  <a:pt x="55263" y="52377"/>
                  <a:pt x="52978" y="52377"/>
                </a:cubicBez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6194"/>
                </a:lnTo>
                <a:lnTo>
                  <a:pt x="55355" y="76194"/>
                </a:lnTo>
                <a:cubicBezTo>
                  <a:pt x="57641" y="76194"/>
                  <a:pt x="59527" y="74309"/>
                  <a:pt x="59527" y="72023"/>
                </a:cubicBezTo>
                <a:cubicBezTo>
                  <a:pt x="59527" y="69737"/>
                  <a:pt x="57641" y="67852"/>
                  <a:pt x="55355" y="67852"/>
                </a:cubicBezTo>
                <a:close/>
                <a:moveTo>
                  <a:pt x="57139" y="56549"/>
                </a:moveTo>
                <a:cubicBezTo>
                  <a:pt x="57139" y="54263"/>
                  <a:pt x="55263" y="52377"/>
                  <a:pt x="52978" y="52377"/>
                </a:cubicBezTo>
                <a:lnTo>
                  <a:pt x="45240" y="52377"/>
                </a:lnTo>
                <a:lnTo>
                  <a:pt x="45240" y="60709"/>
                </a:lnTo>
                <a:lnTo>
                  <a:pt x="52978" y="60709"/>
                </a:lnTo>
                <a:cubicBezTo>
                  <a:pt x="55263" y="60709"/>
                  <a:pt x="57139" y="58834"/>
                  <a:pt x="57139" y="56549"/>
                </a:cubicBezTo>
                <a:close/>
                <a:moveTo>
                  <a:pt x="70980" y="30949"/>
                </a:moveTo>
                <a:lnTo>
                  <a:pt x="29020" y="30949"/>
                </a:lnTo>
                <a:cubicBezTo>
                  <a:pt x="19133" y="39760"/>
                  <a:pt x="4114" y="56766"/>
                  <a:pt x="4902" y="78263"/>
                </a:cubicBezTo>
                <a:cubicBezTo>
                  <a:pt x="5348" y="90457"/>
                  <a:pt x="15281" y="100000"/>
                  <a:pt x="27523" y="100000"/>
                </a:cubicBezTo>
                <a:lnTo>
                  <a:pt x="72478" y="100000"/>
                </a:lnTo>
                <a:cubicBezTo>
                  <a:pt x="84719" y="100000"/>
                  <a:pt x="94652" y="90457"/>
                  <a:pt x="95098" y="78263"/>
                </a:cubicBezTo>
                <a:cubicBezTo>
                  <a:pt x="95886" y="56766"/>
                  <a:pt x="80856" y="39760"/>
                  <a:pt x="70980" y="30949"/>
                </a:cubicBezTo>
                <a:close/>
                <a:moveTo>
                  <a:pt x="55355" y="83337"/>
                </a:moveTo>
                <a:lnTo>
                  <a:pt x="53572" y="83337"/>
                </a:lnTo>
                <a:lnTo>
                  <a:pt x="53572" y="84526"/>
                </a:lnTo>
                <a:cubicBezTo>
                  <a:pt x="53572" y="86503"/>
                  <a:pt x="51972" y="88092"/>
                  <a:pt x="49994" y="88092"/>
                </a:cubicBezTo>
                <a:cubicBezTo>
                  <a:pt x="48029" y="88092"/>
                  <a:pt x="46428" y="86503"/>
                  <a:pt x="46428" y="84526"/>
                </a:cubicBezTo>
                <a:lnTo>
                  <a:pt x="46428" y="83337"/>
                </a:lnTo>
                <a:lnTo>
                  <a:pt x="41662" y="83337"/>
                </a:lnTo>
                <a:cubicBezTo>
                  <a:pt x="39684" y="83337"/>
                  <a:pt x="38095" y="81737"/>
                  <a:pt x="38095" y="79760"/>
                </a:cubicBezTo>
                <a:lnTo>
                  <a:pt x="38095" y="48811"/>
                </a:lnTo>
                <a:cubicBezTo>
                  <a:pt x="38095" y="46834"/>
                  <a:pt x="39684" y="45234"/>
                  <a:pt x="41662" y="45234"/>
                </a:cubicBezTo>
                <a:lnTo>
                  <a:pt x="46428" y="45234"/>
                </a:lnTo>
                <a:lnTo>
                  <a:pt x="46428" y="44046"/>
                </a:lnTo>
                <a:cubicBezTo>
                  <a:pt x="46428" y="42069"/>
                  <a:pt x="48029" y="40480"/>
                  <a:pt x="49994" y="40480"/>
                </a:cubicBezTo>
                <a:cubicBezTo>
                  <a:pt x="51972" y="40480"/>
                  <a:pt x="53572" y="42069"/>
                  <a:pt x="53572" y="44046"/>
                </a:cubicBezTo>
                <a:lnTo>
                  <a:pt x="53572" y="45314"/>
                </a:lnTo>
                <a:cubicBezTo>
                  <a:pt x="59527" y="45623"/>
                  <a:pt x="64282" y="50526"/>
                  <a:pt x="64282" y="56549"/>
                </a:cubicBezTo>
                <a:cubicBezTo>
                  <a:pt x="64282" y="58971"/>
                  <a:pt x="63505" y="61212"/>
                  <a:pt x="62191" y="63074"/>
                </a:cubicBezTo>
                <a:cubicBezTo>
                  <a:pt x="64888" y="65143"/>
                  <a:pt x="66671" y="68355"/>
                  <a:pt x="66671" y="72023"/>
                </a:cubicBezTo>
                <a:cubicBezTo>
                  <a:pt x="66671" y="78263"/>
                  <a:pt x="61596" y="83337"/>
                  <a:pt x="55355" y="83337"/>
                </a:cubicBez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6194"/>
                </a:lnTo>
                <a:lnTo>
                  <a:pt x="55355" y="76194"/>
                </a:lnTo>
                <a:cubicBezTo>
                  <a:pt x="57641" y="76194"/>
                  <a:pt x="59527" y="74309"/>
                  <a:pt x="59527" y="72023"/>
                </a:cubicBezTo>
                <a:cubicBezTo>
                  <a:pt x="59527" y="69737"/>
                  <a:pt x="57641" y="67852"/>
                  <a:pt x="55355" y="67852"/>
                </a:cubicBezTo>
                <a:close/>
                <a:moveTo>
                  <a:pt x="57139" y="56549"/>
                </a:moveTo>
                <a:cubicBezTo>
                  <a:pt x="57139" y="54263"/>
                  <a:pt x="55263" y="52377"/>
                  <a:pt x="52978" y="52377"/>
                </a:cubicBezTo>
                <a:lnTo>
                  <a:pt x="45240" y="52377"/>
                </a:lnTo>
                <a:lnTo>
                  <a:pt x="45240" y="60709"/>
                </a:lnTo>
                <a:lnTo>
                  <a:pt x="52978" y="60709"/>
                </a:lnTo>
                <a:cubicBezTo>
                  <a:pt x="55263" y="60709"/>
                  <a:pt x="57139" y="58834"/>
                  <a:pt x="57139" y="5654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9" name="Чёрный — SVG 18">
            <a:extLst>
              <a:ext uri="{FF2B5EF4-FFF2-40B4-BE49-F238E27FC236}">
                <a16:creationId xmlns:a16="http://schemas.microsoft.com/office/drawing/2014/main" id="{0FF58167-F57A-C348-91F3-314EC5E2D792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43548 w 134341"/>
              <a:gd name="csY0" fmla="*/ 35434 h 148847"/>
              <a:gd name="csX1" fmla="*/ 90794 w 134341"/>
              <a:gd name="csY1" fmla="*/ 35434 h 148847"/>
              <a:gd name="csX2" fmla="*/ 98739 w 134341"/>
              <a:gd name="csY2" fmla="*/ 14272 h 148847"/>
              <a:gd name="csX3" fmla="*/ 98127 w 134341"/>
              <a:gd name="csY3" fmla="*/ 9373 h 148847"/>
              <a:gd name="csX4" fmla="*/ 93754 w 134341"/>
              <a:gd name="csY4" fmla="*/ 7094 h 148847"/>
              <a:gd name="csX5" fmla="*/ 80416 w 134341"/>
              <a:gd name="csY5" fmla="*/ 7094 h 148847"/>
              <a:gd name="csX6" fmla="*/ 67162 w 134341"/>
              <a:gd name="csY6" fmla="*/ 0 h 148847"/>
              <a:gd name="csX7" fmla="*/ 53926 w 134341"/>
              <a:gd name="csY7" fmla="*/ 7094 h 148847"/>
              <a:gd name="csX8" fmla="*/ 40587 w 134341"/>
              <a:gd name="csY8" fmla="*/ 7094 h 148847"/>
              <a:gd name="csX9" fmla="*/ 36215 w 134341"/>
              <a:gd name="csY9" fmla="*/ 9373 h 148847"/>
              <a:gd name="csX10" fmla="*/ 35602 w 134341"/>
              <a:gd name="csY10" fmla="*/ 14272 h 148847"/>
              <a:gd name="csX11" fmla="*/ 43548 w 134341"/>
              <a:gd name="csY11" fmla="*/ 35434 h 148847"/>
              <a:gd name="csX12" fmla="*/ 75142 w 134341"/>
              <a:gd name="csY12" fmla="*/ 77962 h 148847"/>
              <a:gd name="csX13" fmla="*/ 60085 w 134341"/>
              <a:gd name="csY13" fmla="*/ 77962 h 148847"/>
              <a:gd name="csX14" fmla="*/ 60085 w 134341"/>
              <a:gd name="csY14" fmla="*/ 90363 h 148847"/>
              <a:gd name="csX15" fmla="*/ 75142 w 134341"/>
              <a:gd name="csY15" fmla="*/ 90363 h 148847"/>
              <a:gd name="csX16" fmla="*/ 81351 w 134341"/>
              <a:gd name="csY16" fmla="*/ 84171 h 148847"/>
              <a:gd name="csX17" fmla="*/ 75142 w 134341"/>
              <a:gd name="csY17" fmla="*/ 77962 h 148847"/>
              <a:gd name="csX18" fmla="*/ 75142 w 134341"/>
              <a:gd name="csY18" fmla="*/ 77962 h 148847"/>
              <a:gd name="csX19" fmla="*/ 60085 w 134341"/>
              <a:gd name="csY19" fmla="*/ 77962 h 148847"/>
              <a:gd name="csX20" fmla="*/ 60085 w 134341"/>
              <a:gd name="csY20" fmla="*/ 90363 h 148847"/>
              <a:gd name="csX21" fmla="*/ 75142 w 134341"/>
              <a:gd name="csY21" fmla="*/ 90363 h 148847"/>
              <a:gd name="csX22" fmla="*/ 81351 w 134341"/>
              <a:gd name="csY22" fmla="*/ 84171 h 148847"/>
              <a:gd name="csX23" fmla="*/ 75142 w 134341"/>
              <a:gd name="csY23" fmla="*/ 77962 h 148847"/>
              <a:gd name="csX24" fmla="*/ 98399 w 134341"/>
              <a:gd name="csY24" fmla="*/ 46066 h 148847"/>
              <a:gd name="csX25" fmla="*/ 35943 w 134341"/>
              <a:gd name="csY25" fmla="*/ 46066 h 148847"/>
              <a:gd name="csX26" fmla="*/ 44 w 134341"/>
              <a:gd name="csY26" fmla="*/ 116492 h 148847"/>
              <a:gd name="csX27" fmla="*/ 33714 w 134341"/>
              <a:gd name="csY27" fmla="*/ 148847 h 148847"/>
              <a:gd name="csX28" fmla="*/ 100628 w 134341"/>
              <a:gd name="csY28" fmla="*/ 148847 h 148847"/>
              <a:gd name="csX29" fmla="*/ 134297 w 134341"/>
              <a:gd name="csY29" fmla="*/ 116492 h 148847"/>
              <a:gd name="csX30" fmla="*/ 98399 w 134341"/>
              <a:gd name="csY30" fmla="*/ 46066 h 148847"/>
              <a:gd name="csX31" fmla="*/ 75142 w 134341"/>
              <a:gd name="csY31" fmla="*/ 100995 h 148847"/>
              <a:gd name="csX32" fmla="*/ 60085 w 134341"/>
              <a:gd name="csY32" fmla="*/ 100995 h 148847"/>
              <a:gd name="csX33" fmla="*/ 60085 w 134341"/>
              <a:gd name="csY33" fmla="*/ 106319 h 148847"/>
              <a:gd name="csX34" fmla="*/ 65393 w 134341"/>
              <a:gd name="csY34" fmla="*/ 106319 h 148847"/>
              <a:gd name="csX35" fmla="*/ 70718 w 134341"/>
              <a:gd name="csY35" fmla="*/ 111627 h 148847"/>
              <a:gd name="csX36" fmla="*/ 65393 w 134341"/>
              <a:gd name="csY36" fmla="*/ 116951 h 148847"/>
              <a:gd name="csX37" fmla="*/ 60085 w 134341"/>
              <a:gd name="csY37" fmla="*/ 116951 h 148847"/>
              <a:gd name="csX38" fmla="*/ 60085 w 134341"/>
              <a:gd name="csY38" fmla="*/ 122259 h 148847"/>
              <a:gd name="csX39" fmla="*/ 54759 w 134341"/>
              <a:gd name="csY39" fmla="*/ 127583 h 148847"/>
              <a:gd name="csX40" fmla="*/ 49451 w 134341"/>
              <a:gd name="csY40" fmla="*/ 122259 h 148847"/>
              <a:gd name="csX41" fmla="*/ 49451 w 134341"/>
              <a:gd name="csY41" fmla="*/ 116951 h 148847"/>
              <a:gd name="csX42" fmla="*/ 47682 w 134341"/>
              <a:gd name="csY42" fmla="*/ 116951 h 148847"/>
              <a:gd name="csX43" fmla="*/ 42357 w 134341"/>
              <a:gd name="csY43" fmla="*/ 111627 h 148847"/>
              <a:gd name="csX44" fmla="*/ 47682 w 134341"/>
              <a:gd name="csY44" fmla="*/ 106319 h 148847"/>
              <a:gd name="csX45" fmla="*/ 49451 w 134341"/>
              <a:gd name="csY45" fmla="*/ 106319 h 148847"/>
              <a:gd name="csX46" fmla="*/ 49451 w 134341"/>
              <a:gd name="csY46" fmla="*/ 72654 h 148847"/>
              <a:gd name="csX47" fmla="*/ 54759 w 134341"/>
              <a:gd name="csY47" fmla="*/ 67330 h 148847"/>
              <a:gd name="csX48" fmla="*/ 75142 w 134341"/>
              <a:gd name="csY48" fmla="*/ 67330 h 148847"/>
              <a:gd name="csX49" fmla="*/ 91985 w 134341"/>
              <a:gd name="csY49" fmla="*/ 84171 h 148847"/>
              <a:gd name="csX50" fmla="*/ 75142 w 134341"/>
              <a:gd name="csY50" fmla="*/ 100995 h 148847"/>
              <a:gd name="csX51" fmla="*/ 75142 w 134341"/>
              <a:gd name="csY51" fmla="*/ 77962 h 148847"/>
              <a:gd name="csX52" fmla="*/ 60085 w 134341"/>
              <a:gd name="csY52" fmla="*/ 77962 h 148847"/>
              <a:gd name="csX53" fmla="*/ 60085 w 134341"/>
              <a:gd name="csY53" fmla="*/ 90363 h 148847"/>
              <a:gd name="csX54" fmla="*/ 75142 w 134341"/>
              <a:gd name="csY54" fmla="*/ 90363 h 148847"/>
              <a:gd name="csX55" fmla="*/ 81351 w 134341"/>
              <a:gd name="csY55" fmla="*/ 84171 h 148847"/>
              <a:gd name="csX56" fmla="*/ 75142 w 134341"/>
              <a:gd name="csY56" fmla="*/ 77962 h 148847"/>
            </a:gdLst>
            <a:ahLst/>
            <a:cxnLst/>
            <a:rect l="l" t="t" r="r" b="b"/>
            <a:pathLst>
              <a:path w="100000" h="100000">
                <a:moveTo>
                  <a:pt x="34130" y="23806"/>
                </a:moveTo>
                <a:lnTo>
                  <a:pt x="65871" y="23806"/>
                </a:lnTo>
                <a:lnTo>
                  <a:pt x="71209" y="9588"/>
                </a:lnTo>
                <a:cubicBezTo>
                  <a:pt x="71621" y="8491"/>
                  <a:pt x="71460" y="7257"/>
                  <a:pt x="70798" y="6297"/>
                </a:cubicBezTo>
                <a:cubicBezTo>
                  <a:pt x="70123" y="5337"/>
                  <a:pt x="69026" y="4766"/>
                  <a:pt x="67860" y="4766"/>
                </a:cubicBezTo>
                <a:lnTo>
                  <a:pt x="58899" y="4766"/>
                </a:lnTo>
                <a:cubicBezTo>
                  <a:pt x="56978" y="1897"/>
                  <a:pt x="53710" y="0"/>
                  <a:pt x="49994" y="0"/>
                </a:cubicBezTo>
                <a:cubicBezTo>
                  <a:pt x="46291" y="0"/>
                  <a:pt x="43022" y="1897"/>
                  <a:pt x="41102" y="4766"/>
                </a:cubicBezTo>
                <a:lnTo>
                  <a:pt x="32140" y="4766"/>
                </a:lnTo>
                <a:cubicBezTo>
                  <a:pt x="30963" y="4766"/>
                  <a:pt x="29866" y="5337"/>
                  <a:pt x="29203" y="6297"/>
                </a:cubicBezTo>
                <a:cubicBezTo>
                  <a:pt x="28540" y="7257"/>
                  <a:pt x="28380" y="8491"/>
                  <a:pt x="28791" y="9588"/>
                </a:cubicBezTo>
                <a:lnTo>
                  <a:pt x="34130" y="23806"/>
                </a:lnTo>
                <a:close/>
                <a:moveTo>
                  <a:pt x="55355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5355" y="60709"/>
                </a:lnTo>
                <a:cubicBezTo>
                  <a:pt x="57641" y="60709"/>
                  <a:pt x="59527" y="58834"/>
                  <a:pt x="59527" y="56549"/>
                </a:cubicBezTo>
                <a:cubicBezTo>
                  <a:pt x="59527" y="54263"/>
                  <a:pt x="57641" y="52377"/>
                  <a:pt x="55355" y="52377"/>
                </a:cubicBezTo>
                <a:close/>
                <a:moveTo>
                  <a:pt x="55355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5355" y="60709"/>
                </a:lnTo>
                <a:cubicBezTo>
                  <a:pt x="57641" y="60709"/>
                  <a:pt x="59527" y="58834"/>
                  <a:pt x="59527" y="56549"/>
                </a:cubicBezTo>
                <a:cubicBezTo>
                  <a:pt x="59527" y="54263"/>
                  <a:pt x="57641" y="52377"/>
                  <a:pt x="55355" y="52377"/>
                </a:cubicBezTo>
                <a:close/>
                <a:moveTo>
                  <a:pt x="70980" y="30949"/>
                </a:moveTo>
                <a:lnTo>
                  <a:pt x="29020" y="30949"/>
                </a:lnTo>
                <a:cubicBezTo>
                  <a:pt x="19133" y="39760"/>
                  <a:pt x="4114" y="56766"/>
                  <a:pt x="4902" y="78263"/>
                </a:cubicBezTo>
                <a:cubicBezTo>
                  <a:pt x="5348" y="90457"/>
                  <a:pt x="15281" y="100000"/>
                  <a:pt x="27523" y="100000"/>
                </a:cubicBezTo>
                <a:lnTo>
                  <a:pt x="72478" y="100000"/>
                </a:lnTo>
                <a:cubicBezTo>
                  <a:pt x="84719" y="100000"/>
                  <a:pt x="94652" y="90457"/>
                  <a:pt x="95098" y="78263"/>
                </a:cubicBezTo>
                <a:cubicBezTo>
                  <a:pt x="95886" y="56766"/>
                  <a:pt x="80856" y="39760"/>
                  <a:pt x="70980" y="30949"/>
                </a:cubicBezTo>
                <a:close/>
                <a:moveTo>
                  <a:pt x="55355" y="67852"/>
                </a:moveTo>
                <a:lnTo>
                  <a:pt x="45240" y="67852"/>
                </a:lnTo>
                <a:lnTo>
                  <a:pt x="45240" y="71428"/>
                </a:lnTo>
                <a:lnTo>
                  <a:pt x="48806" y="71428"/>
                </a:lnTo>
                <a:cubicBezTo>
                  <a:pt x="50783" y="71428"/>
                  <a:pt x="52383" y="73029"/>
                  <a:pt x="52383" y="74994"/>
                </a:cubicBezTo>
                <a:cubicBezTo>
                  <a:pt x="52383" y="76972"/>
                  <a:pt x="50783" y="78571"/>
                  <a:pt x="48806" y="78571"/>
                </a:cubicBezTo>
                <a:lnTo>
                  <a:pt x="45240" y="78571"/>
                </a:lnTo>
                <a:lnTo>
                  <a:pt x="45240" y="82137"/>
                </a:lnTo>
                <a:cubicBezTo>
                  <a:pt x="45240" y="84115"/>
                  <a:pt x="43639" y="85714"/>
                  <a:pt x="41662" y="85714"/>
                </a:cubicBezTo>
                <a:cubicBezTo>
                  <a:pt x="39684" y="85714"/>
                  <a:pt x="38095" y="84115"/>
                  <a:pt x="38095" y="82137"/>
                </a:cubicBezTo>
                <a:lnTo>
                  <a:pt x="38095" y="78571"/>
                </a:lnTo>
                <a:lnTo>
                  <a:pt x="36907" y="78571"/>
                </a:lnTo>
                <a:cubicBezTo>
                  <a:pt x="34930" y="78571"/>
                  <a:pt x="33330" y="76972"/>
                  <a:pt x="33330" y="74994"/>
                </a:cubicBezTo>
                <a:cubicBezTo>
                  <a:pt x="33330" y="73029"/>
                  <a:pt x="34930" y="71428"/>
                  <a:pt x="36907" y="71428"/>
                </a:cubicBezTo>
                <a:lnTo>
                  <a:pt x="38095" y="71428"/>
                </a:lnTo>
                <a:lnTo>
                  <a:pt x="38095" y="48811"/>
                </a:lnTo>
                <a:cubicBezTo>
                  <a:pt x="38095" y="46834"/>
                  <a:pt x="39684" y="45234"/>
                  <a:pt x="41662" y="45234"/>
                </a:cubicBezTo>
                <a:lnTo>
                  <a:pt x="55355" y="45234"/>
                </a:lnTo>
                <a:cubicBezTo>
                  <a:pt x="61596" y="45234"/>
                  <a:pt x="66671" y="50309"/>
                  <a:pt x="66671" y="56549"/>
                </a:cubicBezTo>
                <a:cubicBezTo>
                  <a:pt x="66671" y="62789"/>
                  <a:pt x="61596" y="67852"/>
                  <a:pt x="55355" y="67852"/>
                </a:cubicBezTo>
                <a:close/>
                <a:moveTo>
                  <a:pt x="55355" y="52377"/>
                </a:moveTo>
                <a:lnTo>
                  <a:pt x="45240" y="52377"/>
                </a:lnTo>
                <a:lnTo>
                  <a:pt x="45240" y="60709"/>
                </a:lnTo>
                <a:lnTo>
                  <a:pt x="55355" y="60709"/>
                </a:lnTo>
                <a:cubicBezTo>
                  <a:pt x="57641" y="60709"/>
                  <a:pt x="59527" y="58834"/>
                  <a:pt x="59527" y="56549"/>
                </a:cubicBezTo>
                <a:cubicBezTo>
                  <a:pt x="59527" y="54263"/>
                  <a:pt x="57641" y="52377"/>
                  <a:pt x="55355" y="5237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0" name="Чёрный — SVG 19">
            <a:extLst>
              <a:ext uri="{FF2B5EF4-FFF2-40B4-BE49-F238E27FC236}">
                <a16:creationId xmlns:a16="http://schemas.microsoft.com/office/drawing/2014/main" id="{468A0D23-7AD0-2247-BB43-B079E5EA94FF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54936 w 148867"/>
              <a:gd name="csY0" fmla="*/ 0 h 141753"/>
              <a:gd name="csX1" fmla="*/ 28361 w 148867"/>
              <a:gd name="csY1" fmla="*/ 26571 h 141753"/>
              <a:gd name="csX2" fmla="*/ 29552 w 148867"/>
              <a:gd name="csY2" fmla="*/ 34516 h 141753"/>
              <a:gd name="csX3" fmla="*/ 74434 w 148867"/>
              <a:gd name="csY3" fmla="*/ 21264 h 141753"/>
              <a:gd name="csX4" fmla="*/ 81035 w 148867"/>
              <a:gd name="csY4" fmla="*/ 21553 h 141753"/>
              <a:gd name="csX5" fmla="*/ 54936 w 148867"/>
              <a:gd name="csY5" fmla="*/ 0 h 141753"/>
              <a:gd name="csX6" fmla="*/ 116355 w 148867"/>
              <a:gd name="csY6" fmla="*/ 14204 h 141753"/>
              <a:gd name="csX7" fmla="*/ 115061 w 148867"/>
              <a:gd name="csY7" fmla="*/ 14238 h 141753"/>
              <a:gd name="csX8" fmla="*/ 89048 w 148867"/>
              <a:gd name="csY8" fmla="*/ 29752 h 141753"/>
              <a:gd name="csX9" fmla="*/ 89031 w 148867"/>
              <a:gd name="csY9" fmla="*/ 29752 h 141753"/>
              <a:gd name="csX10" fmla="*/ 74434 w 148867"/>
              <a:gd name="csY10" fmla="*/ 28358 h 141753"/>
              <a:gd name="csX11" fmla="*/ 15584 w 148867"/>
              <a:gd name="csY11" fmla="*/ 59896 h 141753"/>
              <a:gd name="csX12" fmla="*/ 10633 w 148867"/>
              <a:gd name="csY12" fmla="*/ 53160 h 141753"/>
              <a:gd name="csX13" fmla="*/ 14785 w 148867"/>
              <a:gd name="csY13" fmla="*/ 45505 h 141753"/>
              <a:gd name="csX14" fmla="*/ 17268 w 148867"/>
              <a:gd name="csY14" fmla="*/ 43021 h 141753"/>
              <a:gd name="csX15" fmla="*/ 17660 w 148867"/>
              <a:gd name="csY15" fmla="*/ 39517 h 141753"/>
              <a:gd name="csX16" fmla="*/ 15771 w 148867"/>
              <a:gd name="csY16" fmla="*/ 36540 h 141753"/>
              <a:gd name="csX17" fmla="*/ 12437 w 148867"/>
              <a:gd name="csY17" fmla="*/ 35400 h 141753"/>
              <a:gd name="csX18" fmla="*/ 10038 w 148867"/>
              <a:gd name="csY18" fmla="*/ 35996 h 141753"/>
              <a:gd name="csX19" fmla="*/ 0 w 148867"/>
              <a:gd name="csY19" fmla="*/ 53160 h 141753"/>
              <a:gd name="csX20" fmla="*/ 11858 w 148867"/>
              <a:gd name="csY20" fmla="*/ 69797 h 141753"/>
              <a:gd name="csX21" fmla="*/ 10633 w 148867"/>
              <a:gd name="csY21" fmla="*/ 79731 h 141753"/>
              <a:gd name="csX22" fmla="*/ 28446 w 148867"/>
              <a:gd name="csY22" fmla="*/ 115284 h 141753"/>
              <a:gd name="csX23" fmla="*/ 25707 w 148867"/>
              <a:gd name="csY23" fmla="*/ 122633 h 141753"/>
              <a:gd name="csX24" fmla="*/ 34061 w 148867"/>
              <a:gd name="csY24" fmla="*/ 140869 h 141753"/>
              <a:gd name="csX25" fmla="*/ 38995 w 148867"/>
              <a:gd name="csY25" fmla="*/ 141753 h 141753"/>
              <a:gd name="csX26" fmla="*/ 52282 w 148867"/>
              <a:gd name="csY26" fmla="*/ 132517 h 141753"/>
              <a:gd name="csX27" fmla="*/ 53830 w 148867"/>
              <a:gd name="csY27" fmla="*/ 128332 h 141753"/>
              <a:gd name="csX28" fmla="*/ 74434 w 148867"/>
              <a:gd name="csY28" fmla="*/ 131122 h 141753"/>
              <a:gd name="csX29" fmla="*/ 95037 w 148867"/>
              <a:gd name="csY29" fmla="*/ 128349 h 141753"/>
              <a:gd name="csX30" fmla="*/ 96585 w 148867"/>
              <a:gd name="csY30" fmla="*/ 132517 h 141753"/>
              <a:gd name="csX31" fmla="*/ 109873 w 148867"/>
              <a:gd name="csY31" fmla="*/ 141753 h 141753"/>
              <a:gd name="csX32" fmla="*/ 114806 w 148867"/>
              <a:gd name="csY32" fmla="*/ 140869 h 141753"/>
              <a:gd name="csX33" fmla="*/ 123160 w 148867"/>
              <a:gd name="csY33" fmla="*/ 122633 h 141753"/>
              <a:gd name="csX34" fmla="*/ 120438 w 148867"/>
              <a:gd name="csY34" fmla="*/ 115301 h 141753"/>
              <a:gd name="csX35" fmla="*/ 133453 w 148867"/>
              <a:gd name="csY35" fmla="*/ 99226 h 141753"/>
              <a:gd name="csX36" fmla="*/ 141773 w 148867"/>
              <a:gd name="csY36" fmla="*/ 99226 h 141753"/>
              <a:gd name="csX37" fmla="*/ 148867 w 148867"/>
              <a:gd name="csY37" fmla="*/ 92149 h 141753"/>
              <a:gd name="csX38" fmla="*/ 148867 w 148867"/>
              <a:gd name="csY38" fmla="*/ 74424 h 141753"/>
              <a:gd name="csX39" fmla="*/ 141773 w 148867"/>
              <a:gd name="csY39" fmla="*/ 67330 h 141753"/>
              <a:gd name="csX40" fmla="*/ 136278 w 148867"/>
              <a:gd name="csY40" fmla="*/ 67330 h 141753"/>
              <a:gd name="csX41" fmla="*/ 116406 w 148867"/>
              <a:gd name="csY41" fmla="*/ 41099 h 141753"/>
              <a:gd name="csX42" fmla="*/ 120983 w 148867"/>
              <a:gd name="csY42" fmla="*/ 20652 h 141753"/>
              <a:gd name="csX43" fmla="*/ 119707 w 148867"/>
              <a:gd name="csY43" fmla="*/ 15888 h 141753"/>
              <a:gd name="csX44" fmla="*/ 116355 w 148867"/>
              <a:gd name="csY44" fmla="*/ 14204 h 141753"/>
              <a:gd name="csX45" fmla="*/ 109873 w 148867"/>
              <a:gd name="csY45" fmla="*/ 67330 h 141753"/>
              <a:gd name="csX46" fmla="*/ 116967 w 148867"/>
              <a:gd name="csY46" fmla="*/ 74424 h 141753"/>
              <a:gd name="csX47" fmla="*/ 109873 w 148867"/>
              <a:gd name="csY47" fmla="*/ 81517 h 141753"/>
              <a:gd name="csX48" fmla="*/ 102795 w 148867"/>
              <a:gd name="csY48" fmla="*/ 74424 h 141753"/>
              <a:gd name="csX49" fmla="*/ 109873 w 148867"/>
              <a:gd name="csY49" fmla="*/ 67330 h 141753"/>
            </a:gdLst>
            <a:ahLst/>
            <a:cxnLst/>
            <a:rect l="l" t="t" r="r" b="b"/>
            <a:pathLst>
              <a:path w="100000" h="100000">
                <a:moveTo>
                  <a:pt x="36903" y="2389"/>
                </a:moveTo>
                <a:cubicBezTo>
                  <a:pt x="27040" y="2389"/>
                  <a:pt x="19051" y="10388"/>
                  <a:pt x="19051" y="20238"/>
                </a:cubicBezTo>
                <a:cubicBezTo>
                  <a:pt x="19051" y="22101"/>
                  <a:pt x="19326" y="23895"/>
                  <a:pt x="19851" y="25575"/>
                </a:cubicBezTo>
                <a:cubicBezTo>
                  <a:pt x="28069" y="20010"/>
                  <a:pt x="38571" y="16673"/>
                  <a:pt x="50000" y="16673"/>
                </a:cubicBezTo>
                <a:cubicBezTo>
                  <a:pt x="51463" y="16673"/>
                  <a:pt x="52949" y="16753"/>
                  <a:pt x="54434" y="16867"/>
                </a:cubicBezTo>
                <a:cubicBezTo>
                  <a:pt x="52857" y="8629"/>
                  <a:pt x="45611" y="2389"/>
                  <a:pt x="36903" y="2389"/>
                </a:cubicBezTo>
                <a:close/>
                <a:moveTo>
                  <a:pt x="78160" y="11931"/>
                </a:moveTo>
                <a:cubicBezTo>
                  <a:pt x="77874" y="11897"/>
                  <a:pt x="77589" y="11908"/>
                  <a:pt x="77291" y="11954"/>
                </a:cubicBezTo>
                <a:cubicBezTo>
                  <a:pt x="74400" y="12354"/>
                  <a:pt x="65074" y="14285"/>
                  <a:pt x="59817" y="22375"/>
                </a:cubicBezTo>
                <a:lnTo>
                  <a:pt x="59806" y="22375"/>
                </a:lnTo>
                <a:cubicBezTo>
                  <a:pt x="56652" y="21781"/>
                  <a:pt x="53383" y="21439"/>
                  <a:pt x="50000" y="21439"/>
                </a:cubicBezTo>
                <a:cubicBezTo>
                  <a:pt x="32195" y="21439"/>
                  <a:pt x="16937" y="30180"/>
                  <a:pt x="10468" y="42624"/>
                </a:cubicBezTo>
                <a:cubicBezTo>
                  <a:pt x="8526" y="42019"/>
                  <a:pt x="7143" y="40259"/>
                  <a:pt x="7143" y="38099"/>
                </a:cubicBezTo>
                <a:cubicBezTo>
                  <a:pt x="7143" y="34054"/>
                  <a:pt x="9932" y="32957"/>
                  <a:pt x="9932" y="32957"/>
                </a:cubicBezTo>
                <a:cubicBezTo>
                  <a:pt x="10663" y="32614"/>
                  <a:pt x="11246" y="32020"/>
                  <a:pt x="11600" y="31288"/>
                </a:cubicBezTo>
                <a:cubicBezTo>
                  <a:pt x="11954" y="30557"/>
                  <a:pt x="12046" y="29723"/>
                  <a:pt x="11863" y="28935"/>
                </a:cubicBezTo>
                <a:cubicBezTo>
                  <a:pt x="11669" y="28146"/>
                  <a:pt x="11223" y="27437"/>
                  <a:pt x="10594" y="26935"/>
                </a:cubicBezTo>
                <a:cubicBezTo>
                  <a:pt x="9955" y="26432"/>
                  <a:pt x="9166" y="26169"/>
                  <a:pt x="8354" y="26169"/>
                </a:cubicBezTo>
                <a:cubicBezTo>
                  <a:pt x="7794" y="26180"/>
                  <a:pt x="7235" y="26317"/>
                  <a:pt x="6743" y="26569"/>
                </a:cubicBezTo>
                <a:cubicBezTo>
                  <a:pt x="6743" y="26569"/>
                  <a:pt x="0" y="30237"/>
                  <a:pt x="0" y="38099"/>
                </a:cubicBezTo>
                <a:cubicBezTo>
                  <a:pt x="0" y="43241"/>
                  <a:pt x="3349" y="47629"/>
                  <a:pt x="7965" y="49275"/>
                </a:cubicBezTo>
                <a:cubicBezTo>
                  <a:pt x="7429" y="51435"/>
                  <a:pt x="7143" y="53663"/>
                  <a:pt x="7143" y="55948"/>
                </a:cubicBezTo>
                <a:cubicBezTo>
                  <a:pt x="7143" y="65227"/>
                  <a:pt x="11714" y="73637"/>
                  <a:pt x="19108" y="79830"/>
                </a:cubicBezTo>
                <a:lnTo>
                  <a:pt x="17268" y="84767"/>
                </a:lnTo>
                <a:cubicBezTo>
                  <a:pt x="15429" y="89704"/>
                  <a:pt x="17943" y="95177"/>
                  <a:pt x="22880" y="97017"/>
                </a:cubicBezTo>
                <a:cubicBezTo>
                  <a:pt x="23966" y="97416"/>
                  <a:pt x="25085" y="97611"/>
                  <a:pt x="26195" y="97611"/>
                </a:cubicBezTo>
                <a:cubicBezTo>
                  <a:pt x="30057" y="97611"/>
                  <a:pt x="33691" y="95245"/>
                  <a:pt x="35120" y="91406"/>
                </a:cubicBezTo>
                <a:lnTo>
                  <a:pt x="36160" y="88595"/>
                </a:lnTo>
                <a:cubicBezTo>
                  <a:pt x="40514" y="89795"/>
                  <a:pt x="45154" y="90469"/>
                  <a:pt x="50000" y="90469"/>
                </a:cubicBezTo>
                <a:cubicBezTo>
                  <a:pt x="54846" y="90469"/>
                  <a:pt x="59497" y="89806"/>
                  <a:pt x="63840" y="88607"/>
                </a:cubicBezTo>
                <a:lnTo>
                  <a:pt x="64880" y="91406"/>
                </a:lnTo>
                <a:cubicBezTo>
                  <a:pt x="66309" y="95245"/>
                  <a:pt x="69943" y="97611"/>
                  <a:pt x="73806" y="97611"/>
                </a:cubicBezTo>
                <a:cubicBezTo>
                  <a:pt x="74915" y="97611"/>
                  <a:pt x="76034" y="97416"/>
                  <a:pt x="77120" y="97017"/>
                </a:cubicBezTo>
                <a:cubicBezTo>
                  <a:pt x="82057" y="95177"/>
                  <a:pt x="84571" y="89704"/>
                  <a:pt x="82732" y="84767"/>
                </a:cubicBezTo>
                <a:lnTo>
                  <a:pt x="80903" y="79842"/>
                </a:lnTo>
                <a:cubicBezTo>
                  <a:pt x="84594" y="76734"/>
                  <a:pt x="87589" y="73089"/>
                  <a:pt x="89646" y="69044"/>
                </a:cubicBezTo>
                <a:lnTo>
                  <a:pt x="95235" y="69044"/>
                </a:lnTo>
                <a:cubicBezTo>
                  <a:pt x="97875" y="69044"/>
                  <a:pt x="100000" y="66918"/>
                  <a:pt x="100000" y="64290"/>
                </a:cubicBezTo>
                <a:lnTo>
                  <a:pt x="100000" y="52383"/>
                </a:lnTo>
                <a:cubicBezTo>
                  <a:pt x="100000" y="49754"/>
                  <a:pt x="97875" y="47618"/>
                  <a:pt x="95235" y="47618"/>
                </a:cubicBezTo>
                <a:lnTo>
                  <a:pt x="91543" y="47618"/>
                </a:lnTo>
                <a:cubicBezTo>
                  <a:pt x="89406" y="40670"/>
                  <a:pt x="84674" y="34568"/>
                  <a:pt x="78195" y="29997"/>
                </a:cubicBezTo>
                <a:lnTo>
                  <a:pt x="81269" y="16262"/>
                </a:lnTo>
                <a:cubicBezTo>
                  <a:pt x="81532" y="15119"/>
                  <a:pt x="81211" y="13931"/>
                  <a:pt x="80412" y="13062"/>
                </a:cubicBezTo>
                <a:cubicBezTo>
                  <a:pt x="79818" y="12422"/>
                  <a:pt x="79018" y="12022"/>
                  <a:pt x="78160" y="11931"/>
                </a:cubicBezTo>
                <a:close/>
                <a:moveTo>
                  <a:pt x="73806" y="47618"/>
                </a:moveTo>
                <a:cubicBezTo>
                  <a:pt x="76446" y="47618"/>
                  <a:pt x="78571" y="49754"/>
                  <a:pt x="78571" y="52383"/>
                </a:cubicBezTo>
                <a:cubicBezTo>
                  <a:pt x="78571" y="55011"/>
                  <a:pt x="76446" y="57148"/>
                  <a:pt x="73806" y="57148"/>
                </a:cubicBezTo>
                <a:cubicBezTo>
                  <a:pt x="71178" y="57148"/>
                  <a:pt x="69052" y="55011"/>
                  <a:pt x="69052" y="52383"/>
                </a:cubicBezTo>
                <a:cubicBezTo>
                  <a:pt x="69052" y="49754"/>
                  <a:pt x="71178" y="47618"/>
                  <a:pt x="73806" y="4761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1" name="Чёрный — SVG 20">
            <a:extLst>
              <a:ext uri="{FF2B5EF4-FFF2-40B4-BE49-F238E27FC236}">
                <a16:creationId xmlns:a16="http://schemas.microsoft.com/office/drawing/2014/main" id="{217C2ADC-0C62-0644-83E2-E7CAD992D95D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117665 w 148050"/>
              <a:gd name="csY0" fmla="*/ 15 h 141546"/>
              <a:gd name="csX1" fmla="*/ 114245 w 148050"/>
              <a:gd name="csY1" fmla="*/ 525 h 141546"/>
              <a:gd name="csX2" fmla="*/ 112578 w 148050"/>
              <a:gd name="csY2" fmla="*/ 1086 h 141546"/>
              <a:gd name="csX3" fmla="*/ 3930 w 148050"/>
              <a:gd name="csY3" fmla="*/ 39429 h 141546"/>
              <a:gd name="csX4" fmla="*/ 0 w 148050"/>
              <a:gd name="csY4" fmla="*/ 42304 h 141546"/>
              <a:gd name="csX5" fmla="*/ 27817 w 148050"/>
              <a:gd name="csY5" fmla="*/ 42304 h 141546"/>
              <a:gd name="csX6" fmla="*/ 106079 w 148050"/>
              <a:gd name="csY6" fmla="*/ 14661 h 141546"/>
              <a:gd name="csX7" fmla="*/ 116117 w 148050"/>
              <a:gd name="csY7" fmla="*/ 21755 h 141546"/>
              <a:gd name="csX8" fmla="*/ 119655 w 148050"/>
              <a:gd name="csY8" fmla="*/ 21142 h 141546"/>
              <a:gd name="csX9" fmla="*/ 127141 w 148050"/>
              <a:gd name="csY9" fmla="*/ 42304 h 141546"/>
              <a:gd name="csX10" fmla="*/ 138404 w 148050"/>
              <a:gd name="csY10" fmla="*/ 42304 h 141546"/>
              <a:gd name="csX11" fmla="*/ 126154 w 148050"/>
              <a:gd name="csY11" fmla="*/ 7567 h 141546"/>
              <a:gd name="csX12" fmla="*/ 125542 w 148050"/>
              <a:gd name="csY12" fmla="*/ 5917 h 141546"/>
              <a:gd name="csX13" fmla="*/ 121000 w 148050"/>
              <a:gd name="csY13" fmla="*/ 882 h 141546"/>
              <a:gd name="csX14" fmla="*/ 117665 w 148050"/>
              <a:gd name="csY14" fmla="*/ 15 h 141546"/>
              <a:gd name="csX15" fmla="*/ 107014 w 148050"/>
              <a:gd name="csY15" fmla="*/ 35602 h 141546"/>
              <a:gd name="csX16" fmla="*/ 104207 w 148050"/>
              <a:gd name="csY16" fmla="*/ 36010 h 141546"/>
              <a:gd name="csX17" fmla="*/ 99528 w 148050"/>
              <a:gd name="csY17" fmla="*/ 42304 h 141546"/>
              <a:gd name="csX18" fmla="*/ 113633 w 148050"/>
              <a:gd name="csY18" fmla="*/ 42304 h 141546"/>
              <a:gd name="csX19" fmla="*/ 113275 w 148050"/>
              <a:gd name="csY19" fmla="*/ 40331 h 141546"/>
              <a:gd name="csX20" fmla="*/ 107014 w 148050"/>
              <a:gd name="csY20" fmla="*/ 35602 h 141546"/>
              <a:gd name="csX21" fmla="*/ 70418 w 148050"/>
              <a:gd name="csY21" fmla="*/ 35755 h 141546"/>
              <a:gd name="csX22" fmla="*/ 65008 w 148050"/>
              <a:gd name="csY22" fmla="*/ 36674 h 141546"/>
              <a:gd name="csX23" fmla="*/ 57386 w 148050"/>
              <a:gd name="csY23" fmla="*/ 42304 h 141546"/>
              <a:gd name="csX24" fmla="*/ 84182 w 148050"/>
              <a:gd name="csY24" fmla="*/ 42304 h 141546"/>
              <a:gd name="csX25" fmla="*/ 70418 w 148050"/>
              <a:gd name="csY25" fmla="*/ 35755 h 141546"/>
              <a:gd name="csX26" fmla="*/ 11586 w 148050"/>
              <a:gd name="csY26" fmla="*/ 52936 h 141546"/>
              <a:gd name="csX27" fmla="*/ 2722 w 148050"/>
              <a:gd name="csY27" fmla="*/ 61799 h 141546"/>
              <a:gd name="csX28" fmla="*/ 2722 w 148050"/>
              <a:gd name="csY28" fmla="*/ 118497 h 141546"/>
              <a:gd name="csX29" fmla="*/ 11586 w 148050"/>
              <a:gd name="csY29" fmla="*/ 127360 h 141546"/>
              <a:gd name="csX30" fmla="*/ 85135 w 148050"/>
              <a:gd name="csY30" fmla="*/ 127360 h 141546"/>
              <a:gd name="csX31" fmla="*/ 79963 w 148050"/>
              <a:gd name="csY31" fmla="*/ 116728 h 141546"/>
              <a:gd name="csX32" fmla="*/ 23989 w 148050"/>
              <a:gd name="csY32" fmla="*/ 116728 h 141546"/>
              <a:gd name="csX33" fmla="*/ 13356 w 148050"/>
              <a:gd name="csY33" fmla="*/ 106096 h 141546"/>
              <a:gd name="csX34" fmla="*/ 13356 w 148050"/>
              <a:gd name="csY34" fmla="*/ 74200 h 141546"/>
              <a:gd name="csX35" fmla="*/ 23989 w 148050"/>
              <a:gd name="csY35" fmla="*/ 63568 h 141546"/>
              <a:gd name="csX36" fmla="*/ 99988 w 148050"/>
              <a:gd name="csY36" fmla="*/ 63568 h 141546"/>
              <a:gd name="csX37" fmla="*/ 107644 w 148050"/>
              <a:gd name="csY37" fmla="*/ 57121 h 141546"/>
              <a:gd name="csX38" fmla="*/ 116151 w 148050"/>
              <a:gd name="csY38" fmla="*/ 52936 h 141546"/>
              <a:gd name="csX39" fmla="*/ 11586 w 148050"/>
              <a:gd name="csY39" fmla="*/ 52936 h 141546"/>
              <a:gd name="csX40" fmla="*/ 116151 w 148050"/>
              <a:gd name="csY40" fmla="*/ 60030 h 141546"/>
              <a:gd name="csX41" fmla="*/ 113309 w 148050"/>
              <a:gd name="csY41" fmla="*/ 61374 h 141546"/>
              <a:gd name="csX42" fmla="*/ 87789 w 148050"/>
              <a:gd name="csY42" fmla="*/ 74132 h 141546"/>
              <a:gd name="csX43" fmla="*/ 84250 w 148050"/>
              <a:gd name="csY43" fmla="*/ 77670 h 141546"/>
              <a:gd name="csX44" fmla="*/ 84250 w 148050"/>
              <a:gd name="csY44" fmla="*/ 99019 h 141546"/>
              <a:gd name="csX45" fmla="*/ 115300 w 148050"/>
              <a:gd name="csY45" fmla="*/ 141445 h 141546"/>
              <a:gd name="csX46" fmla="*/ 116151 w 148050"/>
              <a:gd name="csY46" fmla="*/ 141547 h 141546"/>
              <a:gd name="csX47" fmla="*/ 117001 w 148050"/>
              <a:gd name="csY47" fmla="*/ 141445 h 141546"/>
              <a:gd name="csX48" fmla="*/ 148051 w 148050"/>
              <a:gd name="csY48" fmla="*/ 99019 h 141546"/>
              <a:gd name="csX49" fmla="*/ 148051 w 148050"/>
              <a:gd name="csY49" fmla="*/ 77670 h 141546"/>
              <a:gd name="csX50" fmla="*/ 144512 w 148050"/>
              <a:gd name="csY50" fmla="*/ 74132 h 141546"/>
              <a:gd name="csX51" fmla="*/ 118992 w 148050"/>
              <a:gd name="csY51" fmla="*/ 61374 h 141546"/>
              <a:gd name="csX52" fmla="*/ 116151 w 148050"/>
              <a:gd name="csY52" fmla="*/ 60030 h 141546"/>
              <a:gd name="csX53" fmla="*/ 70078 w 148050"/>
              <a:gd name="csY53" fmla="*/ 70662 h 141546"/>
              <a:gd name="csX54" fmla="*/ 52350 w 148050"/>
              <a:gd name="csY54" fmla="*/ 90156 h 141546"/>
              <a:gd name="csX55" fmla="*/ 70078 w 148050"/>
              <a:gd name="csY55" fmla="*/ 109651 h 141546"/>
              <a:gd name="csX56" fmla="*/ 77802 w 148050"/>
              <a:gd name="csY56" fmla="*/ 107661 h 141546"/>
              <a:gd name="csX57" fmla="*/ 77156 w 148050"/>
              <a:gd name="csY57" fmla="*/ 99019 h 141546"/>
              <a:gd name="csX58" fmla="*/ 77156 w 148050"/>
              <a:gd name="csY58" fmla="*/ 77687 h 141546"/>
              <a:gd name="csX59" fmla="*/ 78296 w 148050"/>
              <a:gd name="csY59" fmla="*/ 72924 h 141546"/>
              <a:gd name="csX60" fmla="*/ 70078 w 148050"/>
              <a:gd name="csY60" fmla="*/ 70662 h 141546"/>
              <a:gd name="csX61" fmla="*/ 32853 w 148050"/>
              <a:gd name="csY61" fmla="*/ 83063 h 141546"/>
              <a:gd name="csX62" fmla="*/ 27851 w 148050"/>
              <a:gd name="csY62" fmla="*/ 85138 h 141546"/>
              <a:gd name="csX63" fmla="*/ 25758 w 148050"/>
              <a:gd name="csY63" fmla="*/ 90156 h 141546"/>
              <a:gd name="csX64" fmla="*/ 27851 w 148050"/>
              <a:gd name="csY64" fmla="*/ 95158 h 141546"/>
              <a:gd name="csX65" fmla="*/ 32853 w 148050"/>
              <a:gd name="csY65" fmla="*/ 97233 h 141546"/>
              <a:gd name="csX66" fmla="*/ 37872 w 148050"/>
              <a:gd name="csY66" fmla="*/ 95158 h 141546"/>
              <a:gd name="csX67" fmla="*/ 39947 w 148050"/>
              <a:gd name="csY67" fmla="*/ 90156 h 141546"/>
              <a:gd name="csX68" fmla="*/ 37872 w 148050"/>
              <a:gd name="csY68" fmla="*/ 85138 h 141546"/>
              <a:gd name="csX69" fmla="*/ 32853 w 148050"/>
              <a:gd name="csY69" fmla="*/ 83063 h 141546"/>
            </a:gdLst>
            <a:ahLst/>
            <a:cxnLst/>
            <a:rect l="l" t="t" r="r" b="b"/>
            <a:pathLst>
              <a:path w="100000" h="100000">
                <a:moveTo>
                  <a:pt x="79477" y="2207"/>
                </a:moveTo>
                <a:cubicBezTo>
                  <a:pt x="78695" y="2160"/>
                  <a:pt x="77914" y="2276"/>
                  <a:pt x="77166" y="2551"/>
                </a:cubicBezTo>
                <a:lnTo>
                  <a:pt x="76041" y="2930"/>
                </a:lnTo>
                <a:lnTo>
                  <a:pt x="2655" y="28829"/>
                </a:lnTo>
                <a:cubicBezTo>
                  <a:pt x="1552" y="29220"/>
                  <a:pt x="644" y="29909"/>
                  <a:pt x="0" y="30771"/>
                </a:cubicBezTo>
                <a:lnTo>
                  <a:pt x="18789" y="30771"/>
                </a:lnTo>
                <a:lnTo>
                  <a:pt x="71651" y="12099"/>
                </a:lnTo>
                <a:cubicBezTo>
                  <a:pt x="72708" y="15041"/>
                  <a:pt x="75466" y="16891"/>
                  <a:pt x="78431" y="16891"/>
                </a:cubicBezTo>
                <a:cubicBezTo>
                  <a:pt x="79223" y="16891"/>
                  <a:pt x="80039" y="16765"/>
                  <a:pt x="80821" y="16477"/>
                </a:cubicBezTo>
                <a:lnTo>
                  <a:pt x="85877" y="30771"/>
                </a:lnTo>
                <a:lnTo>
                  <a:pt x="93485" y="30771"/>
                </a:lnTo>
                <a:lnTo>
                  <a:pt x="85210" y="7308"/>
                </a:lnTo>
                <a:lnTo>
                  <a:pt x="84797" y="6193"/>
                </a:lnTo>
                <a:cubicBezTo>
                  <a:pt x="84268" y="4688"/>
                  <a:pt x="83188" y="3482"/>
                  <a:pt x="81729" y="2792"/>
                </a:cubicBezTo>
                <a:cubicBezTo>
                  <a:pt x="81017" y="2448"/>
                  <a:pt x="80247" y="2241"/>
                  <a:pt x="79477" y="2207"/>
                </a:cubicBezTo>
                <a:close/>
                <a:moveTo>
                  <a:pt x="72282" y="26244"/>
                </a:moveTo>
                <a:cubicBezTo>
                  <a:pt x="71662" y="26209"/>
                  <a:pt x="71019" y="26290"/>
                  <a:pt x="70386" y="26519"/>
                </a:cubicBezTo>
                <a:cubicBezTo>
                  <a:pt x="68525" y="27186"/>
                  <a:pt x="67318" y="28909"/>
                  <a:pt x="67226" y="30771"/>
                </a:cubicBezTo>
                <a:lnTo>
                  <a:pt x="76753" y="30771"/>
                </a:lnTo>
                <a:cubicBezTo>
                  <a:pt x="76753" y="30323"/>
                  <a:pt x="76684" y="29886"/>
                  <a:pt x="76511" y="29438"/>
                </a:cubicBezTo>
                <a:cubicBezTo>
                  <a:pt x="75845" y="27565"/>
                  <a:pt x="74156" y="26359"/>
                  <a:pt x="72282" y="26244"/>
                </a:cubicBezTo>
                <a:close/>
                <a:moveTo>
                  <a:pt x="47564" y="26347"/>
                </a:moveTo>
                <a:cubicBezTo>
                  <a:pt x="46346" y="26347"/>
                  <a:pt x="45105" y="26565"/>
                  <a:pt x="43909" y="26968"/>
                </a:cubicBezTo>
                <a:cubicBezTo>
                  <a:pt x="41795" y="27714"/>
                  <a:pt x="40026" y="29048"/>
                  <a:pt x="38761" y="30771"/>
                </a:cubicBezTo>
                <a:lnTo>
                  <a:pt x="56861" y="30771"/>
                </a:lnTo>
                <a:cubicBezTo>
                  <a:pt x="54470" y="27978"/>
                  <a:pt x="51034" y="26347"/>
                  <a:pt x="47564" y="26347"/>
                </a:cubicBezTo>
                <a:close/>
                <a:moveTo>
                  <a:pt x="7826" y="37952"/>
                </a:moveTo>
                <a:cubicBezTo>
                  <a:pt x="4528" y="37952"/>
                  <a:pt x="1839" y="40641"/>
                  <a:pt x="1839" y="43939"/>
                </a:cubicBezTo>
                <a:lnTo>
                  <a:pt x="1839" y="82235"/>
                </a:lnTo>
                <a:cubicBezTo>
                  <a:pt x="1839" y="85544"/>
                  <a:pt x="4528" y="88222"/>
                  <a:pt x="7826" y="88222"/>
                </a:cubicBezTo>
                <a:lnTo>
                  <a:pt x="57504" y="88222"/>
                </a:lnTo>
                <a:cubicBezTo>
                  <a:pt x="56114" y="86142"/>
                  <a:pt x="54919" y="83751"/>
                  <a:pt x="54011" y="81040"/>
                </a:cubicBezTo>
                <a:lnTo>
                  <a:pt x="16203" y="81040"/>
                </a:lnTo>
                <a:cubicBezTo>
                  <a:pt x="16203" y="77076"/>
                  <a:pt x="12997" y="73859"/>
                  <a:pt x="9021" y="73859"/>
                </a:cubicBezTo>
                <a:lnTo>
                  <a:pt x="9021" y="52315"/>
                </a:lnTo>
                <a:cubicBezTo>
                  <a:pt x="12997" y="52315"/>
                  <a:pt x="16203" y="49109"/>
                  <a:pt x="16203" y="45133"/>
                </a:cubicBezTo>
                <a:lnTo>
                  <a:pt x="67537" y="45133"/>
                </a:lnTo>
                <a:cubicBezTo>
                  <a:pt x="69375" y="44157"/>
                  <a:pt x="71225" y="42767"/>
                  <a:pt x="72708" y="40779"/>
                </a:cubicBezTo>
                <a:cubicBezTo>
                  <a:pt x="74018" y="39009"/>
                  <a:pt x="76178" y="37952"/>
                  <a:pt x="78454" y="37952"/>
                </a:cubicBezTo>
                <a:lnTo>
                  <a:pt x="7826" y="37952"/>
                </a:lnTo>
                <a:close/>
                <a:moveTo>
                  <a:pt x="78454" y="42744"/>
                </a:moveTo>
                <a:cubicBezTo>
                  <a:pt x="77718" y="42744"/>
                  <a:pt x="76983" y="43042"/>
                  <a:pt x="76534" y="43651"/>
                </a:cubicBezTo>
                <a:cubicBezTo>
                  <a:pt x="70191" y="52108"/>
                  <a:pt x="59400" y="52269"/>
                  <a:pt x="59297" y="52269"/>
                </a:cubicBezTo>
                <a:cubicBezTo>
                  <a:pt x="57976" y="52269"/>
                  <a:pt x="56906" y="53337"/>
                  <a:pt x="56906" y="54659"/>
                </a:cubicBezTo>
                <a:lnTo>
                  <a:pt x="56906" y="69079"/>
                </a:lnTo>
                <a:cubicBezTo>
                  <a:pt x="56906" y="92220"/>
                  <a:pt x="77661" y="97678"/>
                  <a:pt x="77879" y="97735"/>
                </a:cubicBezTo>
                <a:cubicBezTo>
                  <a:pt x="78063" y="97781"/>
                  <a:pt x="78258" y="97804"/>
                  <a:pt x="78454" y="97804"/>
                </a:cubicBezTo>
                <a:cubicBezTo>
                  <a:pt x="78649" y="97804"/>
                  <a:pt x="78844" y="97781"/>
                  <a:pt x="79028" y="97735"/>
                </a:cubicBezTo>
                <a:cubicBezTo>
                  <a:pt x="79246" y="97678"/>
                  <a:pt x="100001" y="92220"/>
                  <a:pt x="100001" y="69079"/>
                </a:cubicBezTo>
                <a:lnTo>
                  <a:pt x="100001" y="54659"/>
                </a:lnTo>
                <a:cubicBezTo>
                  <a:pt x="100001" y="53349"/>
                  <a:pt x="98932" y="52269"/>
                  <a:pt x="97610" y="52269"/>
                </a:cubicBezTo>
                <a:cubicBezTo>
                  <a:pt x="97507" y="52269"/>
                  <a:pt x="86716" y="52108"/>
                  <a:pt x="80373" y="43651"/>
                </a:cubicBezTo>
                <a:cubicBezTo>
                  <a:pt x="79924" y="43042"/>
                  <a:pt x="79189" y="42744"/>
                  <a:pt x="78454" y="42744"/>
                </a:cubicBezTo>
                <a:close/>
                <a:moveTo>
                  <a:pt x="47334" y="49925"/>
                </a:moveTo>
                <a:cubicBezTo>
                  <a:pt x="40726" y="49925"/>
                  <a:pt x="35360" y="55807"/>
                  <a:pt x="35360" y="63092"/>
                </a:cubicBezTo>
                <a:cubicBezTo>
                  <a:pt x="35360" y="70365"/>
                  <a:pt x="40726" y="76260"/>
                  <a:pt x="47334" y="76260"/>
                </a:cubicBezTo>
                <a:cubicBezTo>
                  <a:pt x="49196" y="76260"/>
                  <a:pt x="50966" y="75778"/>
                  <a:pt x="52551" y="74916"/>
                </a:cubicBezTo>
                <a:cubicBezTo>
                  <a:pt x="52264" y="73100"/>
                  <a:pt x="52115" y="71135"/>
                  <a:pt x="52115" y="69079"/>
                </a:cubicBezTo>
                <a:lnTo>
                  <a:pt x="52115" y="54670"/>
                </a:lnTo>
                <a:cubicBezTo>
                  <a:pt x="52115" y="53521"/>
                  <a:pt x="52402" y="52418"/>
                  <a:pt x="52885" y="51453"/>
                </a:cubicBezTo>
                <a:cubicBezTo>
                  <a:pt x="51230" y="50476"/>
                  <a:pt x="49345" y="49925"/>
                  <a:pt x="47334" y="49925"/>
                </a:cubicBezTo>
                <a:close/>
                <a:moveTo>
                  <a:pt x="22190" y="58301"/>
                </a:moveTo>
                <a:cubicBezTo>
                  <a:pt x="20926" y="58301"/>
                  <a:pt x="19708" y="58806"/>
                  <a:pt x="18812" y="59703"/>
                </a:cubicBezTo>
                <a:cubicBezTo>
                  <a:pt x="17904" y="60599"/>
                  <a:pt x="17398" y="61817"/>
                  <a:pt x="17398" y="63092"/>
                </a:cubicBezTo>
                <a:cubicBezTo>
                  <a:pt x="17398" y="64357"/>
                  <a:pt x="17904" y="65574"/>
                  <a:pt x="18812" y="66471"/>
                </a:cubicBezTo>
                <a:cubicBezTo>
                  <a:pt x="19708" y="67379"/>
                  <a:pt x="20926" y="67872"/>
                  <a:pt x="22190" y="67872"/>
                </a:cubicBezTo>
                <a:cubicBezTo>
                  <a:pt x="23466" y="67872"/>
                  <a:pt x="24684" y="67379"/>
                  <a:pt x="25581" y="66471"/>
                </a:cubicBezTo>
                <a:cubicBezTo>
                  <a:pt x="26477" y="65574"/>
                  <a:pt x="26982" y="64357"/>
                  <a:pt x="26982" y="63092"/>
                </a:cubicBezTo>
                <a:cubicBezTo>
                  <a:pt x="26982" y="61817"/>
                  <a:pt x="26477" y="60599"/>
                  <a:pt x="25581" y="59703"/>
                </a:cubicBezTo>
                <a:cubicBezTo>
                  <a:pt x="24684" y="58806"/>
                  <a:pt x="23466" y="58301"/>
                  <a:pt x="22190" y="5830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2" name="Чёрный — SVG 21">
            <a:extLst>
              <a:ext uri="{FF2B5EF4-FFF2-40B4-BE49-F238E27FC236}">
                <a16:creationId xmlns:a16="http://schemas.microsoft.com/office/drawing/2014/main" id="{1AF3A2D7-A0EC-9046-A6AC-07243DDDDAA9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63800 w 141772"/>
              <a:gd name="csY0" fmla="*/ 0 h 145308"/>
              <a:gd name="csX1" fmla="*/ 52300 w 141772"/>
              <a:gd name="csY1" fmla="*/ 4015 h 145308"/>
              <a:gd name="csX2" fmla="*/ 10123 w 141772"/>
              <a:gd name="csY2" fmla="*/ 37220 h 145308"/>
              <a:gd name="csX3" fmla="*/ 0 w 141772"/>
              <a:gd name="csY3" fmla="*/ 58093 h 145308"/>
              <a:gd name="csX4" fmla="*/ 0 w 141772"/>
              <a:gd name="csY4" fmla="*/ 122208 h 145308"/>
              <a:gd name="csX5" fmla="*/ 12403 w 141772"/>
              <a:gd name="csY5" fmla="*/ 134609 h 145308"/>
              <a:gd name="csX6" fmla="*/ 66471 w 141772"/>
              <a:gd name="csY6" fmla="*/ 134609 h 145308"/>
              <a:gd name="csX7" fmla="*/ 56706 w 141772"/>
              <a:gd name="csY7" fmla="*/ 106319 h 145308"/>
              <a:gd name="csX8" fmla="*/ 102795 w 141772"/>
              <a:gd name="csY8" fmla="*/ 60253 h 145308"/>
              <a:gd name="csX9" fmla="*/ 127601 w 141772"/>
              <a:gd name="csY9" fmla="*/ 67534 h 145308"/>
              <a:gd name="csX10" fmla="*/ 127601 w 141772"/>
              <a:gd name="csY10" fmla="*/ 58093 h 145308"/>
              <a:gd name="csX11" fmla="*/ 117477 w 141772"/>
              <a:gd name="csY11" fmla="*/ 37220 h 145308"/>
              <a:gd name="csX12" fmla="*/ 75301 w 141772"/>
              <a:gd name="csY12" fmla="*/ 4015 h 145308"/>
              <a:gd name="csX13" fmla="*/ 63800 w 141772"/>
              <a:gd name="csY13" fmla="*/ 0 h 145308"/>
              <a:gd name="csX14" fmla="*/ 102795 w 141772"/>
              <a:gd name="csY14" fmla="*/ 67330 h 145308"/>
              <a:gd name="csX15" fmla="*/ 63800 w 141772"/>
              <a:gd name="csY15" fmla="*/ 106319 h 145308"/>
              <a:gd name="csX16" fmla="*/ 102795 w 141772"/>
              <a:gd name="csY16" fmla="*/ 145309 h 145308"/>
              <a:gd name="csX17" fmla="*/ 141773 w 141772"/>
              <a:gd name="csY17" fmla="*/ 106319 h 145308"/>
              <a:gd name="csX18" fmla="*/ 102795 w 141772"/>
              <a:gd name="csY18" fmla="*/ 67330 h 145308"/>
              <a:gd name="csX19" fmla="*/ 28361 w 141772"/>
              <a:gd name="csY19" fmla="*/ 70885 h 145308"/>
              <a:gd name="csX20" fmla="*/ 42534 w 141772"/>
              <a:gd name="csY20" fmla="*/ 70885 h 145308"/>
              <a:gd name="csX21" fmla="*/ 46072 w 141772"/>
              <a:gd name="csY21" fmla="*/ 74424 h 145308"/>
              <a:gd name="csX22" fmla="*/ 46072 w 141772"/>
              <a:gd name="csY22" fmla="*/ 95687 h 145308"/>
              <a:gd name="csX23" fmla="*/ 42534 w 141772"/>
              <a:gd name="csY23" fmla="*/ 99226 h 145308"/>
              <a:gd name="csX24" fmla="*/ 28361 w 141772"/>
              <a:gd name="csY24" fmla="*/ 99226 h 145308"/>
              <a:gd name="csX25" fmla="*/ 24806 w 141772"/>
              <a:gd name="csY25" fmla="*/ 95687 h 145308"/>
              <a:gd name="csX26" fmla="*/ 24806 w 141772"/>
              <a:gd name="csY26" fmla="*/ 74424 h 145308"/>
              <a:gd name="csX27" fmla="*/ 28361 w 141772"/>
              <a:gd name="csY27" fmla="*/ 70885 h 145308"/>
              <a:gd name="csX28" fmla="*/ 102795 w 141772"/>
              <a:gd name="csY28" fmla="*/ 77962 h 145308"/>
              <a:gd name="csX29" fmla="*/ 106334 w 141772"/>
              <a:gd name="csY29" fmla="*/ 81517 h 145308"/>
              <a:gd name="csX30" fmla="*/ 106334 w 141772"/>
              <a:gd name="csY30" fmla="*/ 85107 h 145308"/>
              <a:gd name="csX31" fmla="*/ 116406 w 141772"/>
              <a:gd name="csY31" fmla="*/ 90227 h 145308"/>
              <a:gd name="csX32" fmla="*/ 115351 w 141772"/>
              <a:gd name="csY32" fmla="*/ 95126 h 145308"/>
              <a:gd name="csX33" fmla="*/ 110451 w 141772"/>
              <a:gd name="csY33" fmla="*/ 94071 h 145308"/>
              <a:gd name="csX34" fmla="*/ 105585 w 141772"/>
              <a:gd name="csY34" fmla="*/ 92149 h 145308"/>
              <a:gd name="csX35" fmla="*/ 100124 w 141772"/>
              <a:gd name="csY35" fmla="*/ 92149 h 145308"/>
              <a:gd name="csX36" fmla="*/ 94816 w 141772"/>
              <a:gd name="csY36" fmla="*/ 97457 h 145308"/>
              <a:gd name="csX37" fmla="*/ 100124 w 141772"/>
              <a:gd name="csY37" fmla="*/ 102781 h 145308"/>
              <a:gd name="csX38" fmla="*/ 106334 w 141772"/>
              <a:gd name="csY38" fmla="*/ 102781 h 145308"/>
              <a:gd name="csX39" fmla="*/ 118737 w 141772"/>
              <a:gd name="csY39" fmla="*/ 115182 h 145308"/>
              <a:gd name="csX40" fmla="*/ 106334 w 141772"/>
              <a:gd name="csY40" fmla="*/ 127583 h 145308"/>
              <a:gd name="csX41" fmla="*/ 106334 w 141772"/>
              <a:gd name="csY41" fmla="*/ 131122 h 145308"/>
              <a:gd name="csX42" fmla="*/ 102795 w 141772"/>
              <a:gd name="csY42" fmla="*/ 134677 h 145308"/>
              <a:gd name="csX43" fmla="*/ 99239 w 141772"/>
              <a:gd name="csY43" fmla="*/ 131122 h 145308"/>
              <a:gd name="csX44" fmla="*/ 99239 w 141772"/>
              <a:gd name="csY44" fmla="*/ 127566 h 145308"/>
              <a:gd name="csX45" fmla="*/ 87874 w 141772"/>
              <a:gd name="csY45" fmla="*/ 123007 h 145308"/>
              <a:gd name="csX46" fmla="*/ 87874 w 141772"/>
              <a:gd name="csY46" fmla="*/ 117989 h 145308"/>
              <a:gd name="csX47" fmla="*/ 92893 w 141772"/>
              <a:gd name="csY47" fmla="*/ 117989 h 145308"/>
              <a:gd name="csX48" fmla="*/ 99376 w 141772"/>
              <a:gd name="csY48" fmla="*/ 120490 h 145308"/>
              <a:gd name="csX49" fmla="*/ 106334 w 141772"/>
              <a:gd name="csY49" fmla="*/ 120490 h 145308"/>
              <a:gd name="csX50" fmla="*/ 111642 w 141772"/>
              <a:gd name="csY50" fmla="*/ 115182 h 145308"/>
              <a:gd name="csX51" fmla="*/ 106334 w 141772"/>
              <a:gd name="csY51" fmla="*/ 109858 h 145308"/>
              <a:gd name="csX52" fmla="*/ 100124 w 141772"/>
              <a:gd name="csY52" fmla="*/ 109858 h 145308"/>
              <a:gd name="csX53" fmla="*/ 87721 w 141772"/>
              <a:gd name="csY53" fmla="*/ 97457 h 145308"/>
              <a:gd name="csX54" fmla="*/ 99239 w 141772"/>
              <a:gd name="csY54" fmla="*/ 85141 h 145308"/>
              <a:gd name="csX55" fmla="*/ 99239 w 141772"/>
              <a:gd name="csY55" fmla="*/ 81517 h 145308"/>
              <a:gd name="csX56" fmla="*/ 102795 w 141772"/>
              <a:gd name="csY56" fmla="*/ 77962 h 145308"/>
            </a:gdLst>
            <a:ahLst/>
            <a:cxnLst/>
            <a:rect l="l" t="t" r="r" b="b"/>
            <a:pathLst>
              <a:path w="100000" h="100000">
                <a:moveTo>
                  <a:pt x="45123" y="0"/>
                </a:moveTo>
                <a:cubicBezTo>
                  <a:pt x="42325" y="0"/>
                  <a:pt x="39539" y="925"/>
                  <a:pt x="37209" y="2763"/>
                </a:cubicBezTo>
                <a:lnTo>
                  <a:pt x="8183" y="25615"/>
                </a:lnTo>
                <a:cubicBezTo>
                  <a:pt x="3758" y="29104"/>
                  <a:pt x="1217" y="34336"/>
                  <a:pt x="1217" y="39979"/>
                </a:cubicBezTo>
                <a:lnTo>
                  <a:pt x="1217" y="84103"/>
                </a:lnTo>
                <a:cubicBezTo>
                  <a:pt x="1217" y="88809"/>
                  <a:pt x="5045" y="92637"/>
                  <a:pt x="9752" y="92637"/>
                </a:cubicBezTo>
                <a:lnTo>
                  <a:pt x="46962" y="92637"/>
                </a:lnTo>
                <a:cubicBezTo>
                  <a:pt x="42771" y="87264"/>
                  <a:pt x="40241" y="80508"/>
                  <a:pt x="40241" y="73168"/>
                </a:cubicBezTo>
                <a:cubicBezTo>
                  <a:pt x="40241" y="55655"/>
                  <a:pt x="54444" y="41466"/>
                  <a:pt x="71960" y="41466"/>
                </a:cubicBezTo>
                <a:cubicBezTo>
                  <a:pt x="78247" y="41466"/>
                  <a:pt x="84101" y="43316"/>
                  <a:pt x="89031" y="46476"/>
                </a:cubicBezTo>
                <a:lnTo>
                  <a:pt x="89031" y="39979"/>
                </a:lnTo>
                <a:cubicBezTo>
                  <a:pt x="89031" y="34336"/>
                  <a:pt x="86490" y="29104"/>
                  <a:pt x="82064" y="25615"/>
                </a:cubicBezTo>
                <a:lnTo>
                  <a:pt x="53038" y="2763"/>
                </a:lnTo>
                <a:cubicBezTo>
                  <a:pt x="50709" y="925"/>
                  <a:pt x="47922" y="0"/>
                  <a:pt x="45123" y="0"/>
                </a:cubicBezTo>
                <a:close/>
                <a:moveTo>
                  <a:pt x="71960" y="46336"/>
                </a:moveTo>
                <a:cubicBezTo>
                  <a:pt x="57137" y="46336"/>
                  <a:pt x="45123" y="58347"/>
                  <a:pt x="45123" y="73168"/>
                </a:cubicBezTo>
                <a:cubicBezTo>
                  <a:pt x="45123" y="87990"/>
                  <a:pt x="57137" y="100001"/>
                  <a:pt x="71960" y="100001"/>
                </a:cubicBezTo>
                <a:cubicBezTo>
                  <a:pt x="86771" y="100001"/>
                  <a:pt x="98784" y="87990"/>
                  <a:pt x="98784" y="73168"/>
                </a:cubicBezTo>
                <a:cubicBezTo>
                  <a:pt x="98784" y="58347"/>
                  <a:pt x="86771" y="46336"/>
                  <a:pt x="71960" y="46336"/>
                </a:cubicBezTo>
                <a:close/>
                <a:moveTo>
                  <a:pt x="20735" y="48783"/>
                </a:moveTo>
                <a:lnTo>
                  <a:pt x="30488" y="48783"/>
                </a:lnTo>
                <a:cubicBezTo>
                  <a:pt x="31834" y="48783"/>
                  <a:pt x="32923" y="49871"/>
                  <a:pt x="32923" y="51218"/>
                </a:cubicBezTo>
                <a:lnTo>
                  <a:pt x="32923" y="65851"/>
                </a:lnTo>
                <a:cubicBezTo>
                  <a:pt x="32923" y="67198"/>
                  <a:pt x="31834" y="68287"/>
                  <a:pt x="30488" y="68287"/>
                </a:cubicBezTo>
                <a:lnTo>
                  <a:pt x="20735" y="68287"/>
                </a:lnTo>
                <a:cubicBezTo>
                  <a:pt x="19388" y="68287"/>
                  <a:pt x="18288" y="67198"/>
                  <a:pt x="18288" y="65851"/>
                </a:cubicBezTo>
                <a:lnTo>
                  <a:pt x="18288" y="51218"/>
                </a:lnTo>
                <a:cubicBezTo>
                  <a:pt x="18288" y="49871"/>
                  <a:pt x="19388" y="48783"/>
                  <a:pt x="20735" y="48783"/>
                </a:cubicBezTo>
                <a:close/>
                <a:moveTo>
                  <a:pt x="71960" y="53653"/>
                </a:moveTo>
                <a:cubicBezTo>
                  <a:pt x="73306" y="53653"/>
                  <a:pt x="74395" y="54753"/>
                  <a:pt x="74395" y="56099"/>
                </a:cubicBezTo>
                <a:lnTo>
                  <a:pt x="74395" y="58570"/>
                </a:lnTo>
                <a:cubicBezTo>
                  <a:pt x="78165" y="58769"/>
                  <a:pt x="80565" y="60911"/>
                  <a:pt x="81327" y="62094"/>
                </a:cubicBezTo>
                <a:cubicBezTo>
                  <a:pt x="82053" y="63217"/>
                  <a:pt x="81724" y="64727"/>
                  <a:pt x="80601" y="65465"/>
                </a:cubicBezTo>
                <a:cubicBezTo>
                  <a:pt x="79465" y="66191"/>
                  <a:pt x="77954" y="65863"/>
                  <a:pt x="77228" y="64739"/>
                </a:cubicBezTo>
                <a:cubicBezTo>
                  <a:pt x="77217" y="64739"/>
                  <a:pt x="76162" y="63416"/>
                  <a:pt x="73880" y="63416"/>
                </a:cubicBezTo>
                <a:lnTo>
                  <a:pt x="70121" y="63416"/>
                </a:lnTo>
                <a:cubicBezTo>
                  <a:pt x="68107" y="63416"/>
                  <a:pt x="66468" y="65056"/>
                  <a:pt x="66468" y="67069"/>
                </a:cubicBezTo>
                <a:cubicBezTo>
                  <a:pt x="66468" y="69083"/>
                  <a:pt x="68107" y="70733"/>
                  <a:pt x="70121" y="70733"/>
                </a:cubicBezTo>
                <a:lnTo>
                  <a:pt x="74395" y="70733"/>
                </a:lnTo>
                <a:cubicBezTo>
                  <a:pt x="79102" y="70733"/>
                  <a:pt x="82931" y="74562"/>
                  <a:pt x="82931" y="79267"/>
                </a:cubicBezTo>
                <a:cubicBezTo>
                  <a:pt x="82931" y="83974"/>
                  <a:pt x="79102" y="87802"/>
                  <a:pt x="74395" y="87802"/>
                </a:cubicBezTo>
                <a:lnTo>
                  <a:pt x="74395" y="90237"/>
                </a:lnTo>
                <a:cubicBezTo>
                  <a:pt x="74395" y="91583"/>
                  <a:pt x="73306" y="92684"/>
                  <a:pt x="71960" y="92684"/>
                </a:cubicBezTo>
                <a:cubicBezTo>
                  <a:pt x="70601" y="92684"/>
                  <a:pt x="69512" y="91583"/>
                  <a:pt x="69512" y="90237"/>
                </a:cubicBezTo>
                <a:lnTo>
                  <a:pt x="69512" y="87790"/>
                </a:lnTo>
                <a:cubicBezTo>
                  <a:pt x="66480" y="87767"/>
                  <a:pt x="63705" y="86666"/>
                  <a:pt x="61691" y="84653"/>
                </a:cubicBezTo>
                <a:cubicBezTo>
                  <a:pt x="60743" y="83693"/>
                  <a:pt x="60743" y="82159"/>
                  <a:pt x="61691" y="81199"/>
                </a:cubicBezTo>
                <a:cubicBezTo>
                  <a:pt x="62652" y="80251"/>
                  <a:pt x="64185" y="80251"/>
                  <a:pt x="65145" y="81199"/>
                </a:cubicBezTo>
                <a:cubicBezTo>
                  <a:pt x="65930" y="81984"/>
                  <a:pt x="67347" y="82920"/>
                  <a:pt x="69607" y="82920"/>
                </a:cubicBezTo>
                <a:lnTo>
                  <a:pt x="74395" y="82920"/>
                </a:lnTo>
                <a:cubicBezTo>
                  <a:pt x="76409" y="82920"/>
                  <a:pt x="78048" y="81281"/>
                  <a:pt x="78048" y="79267"/>
                </a:cubicBezTo>
                <a:cubicBezTo>
                  <a:pt x="78048" y="77254"/>
                  <a:pt x="76409" y="75604"/>
                  <a:pt x="74395" y="75604"/>
                </a:cubicBezTo>
                <a:lnTo>
                  <a:pt x="70121" y="75604"/>
                </a:lnTo>
                <a:cubicBezTo>
                  <a:pt x="65415" y="75604"/>
                  <a:pt x="61586" y="71775"/>
                  <a:pt x="61586" y="67069"/>
                </a:cubicBezTo>
                <a:cubicBezTo>
                  <a:pt x="61586" y="62573"/>
                  <a:pt x="65098" y="58921"/>
                  <a:pt x="69512" y="58593"/>
                </a:cubicBezTo>
                <a:lnTo>
                  <a:pt x="69512" y="56099"/>
                </a:lnTo>
                <a:cubicBezTo>
                  <a:pt x="69512" y="54753"/>
                  <a:pt x="70601" y="53653"/>
                  <a:pt x="71960" y="5365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3" name="Чёрный — SVG 22">
            <a:extLst>
              <a:ext uri="{FF2B5EF4-FFF2-40B4-BE49-F238E27FC236}">
                <a16:creationId xmlns:a16="http://schemas.microsoft.com/office/drawing/2014/main" id="{D52FC77E-C160-1D4C-AA61-EC9C8BC62C71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63800 w 141772"/>
              <a:gd name="csY0" fmla="*/ 0 h 145240"/>
              <a:gd name="csX1" fmla="*/ 52300 w 141772"/>
              <a:gd name="csY1" fmla="*/ 4015 h 145240"/>
              <a:gd name="csX2" fmla="*/ 10123 w 141772"/>
              <a:gd name="csY2" fmla="*/ 37220 h 145240"/>
              <a:gd name="csX3" fmla="*/ 0 w 141772"/>
              <a:gd name="csY3" fmla="*/ 58093 h 145240"/>
              <a:gd name="csX4" fmla="*/ 0 w 141772"/>
              <a:gd name="csY4" fmla="*/ 122208 h 145240"/>
              <a:gd name="csX5" fmla="*/ 12403 w 141772"/>
              <a:gd name="csY5" fmla="*/ 134609 h 145240"/>
              <a:gd name="csX6" fmla="*/ 66471 w 141772"/>
              <a:gd name="csY6" fmla="*/ 134609 h 145240"/>
              <a:gd name="csX7" fmla="*/ 56706 w 141772"/>
              <a:gd name="csY7" fmla="*/ 106319 h 145240"/>
              <a:gd name="csX8" fmla="*/ 102795 w 141772"/>
              <a:gd name="csY8" fmla="*/ 60253 h 145240"/>
              <a:gd name="csX9" fmla="*/ 127601 w 141772"/>
              <a:gd name="csY9" fmla="*/ 67534 h 145240"/>
              <a:gd name="csX10" fmla="*/ 127601 w 141772"/>
              <a:gd name="csY10" fmla="*/ 58093 h 145240"/>
              <a:gd name="csX11" fmla="*/ 117477 w 141772"/>
              <a:gd name="csY11" fmla="*/ 37220 h 145240"/>
              <a:gd name="csX12" fmla="*/ 75301 w 141772"/>
              <a:gd name="csY12" fmla="*/ 4015 h 145240"/>
              <a:gd name="csX13" fmla="*/ 63800 w 141772"/>
              <a:gd name="csY13" fmla="*/ 0 h 145240"/>
              <a:gd name="csX14" fmla="*/ 102795 w 141772"/>
              <a:gd name="csY14" fmla="*/ 67279 h 145240"/>
              <a:gd name="csX15" fmla="*/ 63800 w 141772"/>
              <a:gd name="csY15" fmla="*/ 106251 h 145240"/>
              <a:gd name="csX16" fmla="*/ 102795 w 141772"/>
              <a:gd name="csY16" fmla="*/ 145241 h 145240"/>
              <a:gd name="csX17" fmla="*/ 141773 w 141772"/>
              <a:gd name="csY17" fmla="*/ 106251 h 145240"/>
              <a:gd name="csX18" fmla="*/ 102795 w 141772"/>
              <a:gd name="csY18" fmla="*/ 67279 h 145240"/>
              <a:gd name="csX19" fmla="*/ 28361 w 141772"/>
              <a:gd name="csY19" fmla="*/ 70885 h 145240"/>
              <a:gd name="csX20" fmla="*/ 42534 w 141772"/>
              <a:gd name="csY20" fmla="*/ 70885 h 145240"/>
              <a:gd name="csX21" fmla="*/ 46072 w 141772"/>
              <a:gd name="csY21" fmla="*/ 74424 h 145240"/>
              <a:gd name="csX22" fmla="*/ 46072 w 141772"/>
              <a:gd name="csY22" fmla="*/ 95687 h 145240"/>
              <a:gd name="csX23" fmla="*/ 42534 w 141772"/>
              <a:gd name="csY23" fmla="*/ 99226 h 145240"/>
              <a:gd name="csX24" fmla="*/ 28361 w 141772"/>
              <a:gd name="csY24" fmla="*/ 99226 h 145240"/>
              <a:gd name="csX25" fmla="*/ 24806 w 141772"/>
              <a:gd name="csY25" fmla="*/ 95687 h 145240"/>
              <a:gd name="csX26" fmla="*/ 24806 w 141772"/>
              <a:gd name="csY26" fmla="*/ 74424 h 145240"/>
              <a:gd name="csX27" fmla="*/ 28361 w 141772"/>
              <a:gd name="csY27" fmla="*/ 70885 h 145240"/>
              <a:gd name="csX28" fmla="*/ 86837 w 141772"/>
              <a:gd name="csY28" fmla="*/ 84987 h 145240"/>
              <a:gd name="csX29" fmla="*/ 92162 w 141772"/>
              <a:gd name="csY29" fmla="*/ 90312 h 145240"/>
              <a:gd name="csX30" fmla="*/ 86837 w 141772"/>
              <a:gd name="csY30" fmla="*/ 95619 h 145240"/>
              <a:gd name="csX31" fmla="*/ 81528 w 141772"/>
              <a:gd name="csY31" fmla="*/ 90312 h 145240"/>
              <a:gd name="csX32" fmla="*/ 86837 w 141772"/>
              <a:gd name="csY32" fmla="*/ 84987 h 145240"/>
              <a:gd name="csX33" fmla="*/ 118737 w 141772"/>
              <a:gd name="csY33" fmla="*/ 86774 h 145240"/>
              <a:gd name="csX34" fmla="*/ 121237 w 141772"/>
              <a:gd name="csY34" fmla="*/ 87811 h 145240"/>
              <a:gd name="csX35" fmla="*/ 121237 w 141772"/>
              <a:gd name="csY35" fmla="*/ 92813 h 145240"/>
              <a:gd name="csX36" fmla="*/ 89337 w 141772"/>
              <a:gd name="csY36" fmla="*/ 124709 h 145240"/>
              <a:gd name="csX37" fmla="*/ 86837 w 141772"/>
              <a:gd name="csY37" fmla="*/ 125746 h 145240"/>
              <a:gd name="csX38" fmla="*/ 84335 w 141772"/>
              <a:gd name="csY38" fmla="*/ 124709 h 145240"/>
              <a:gd name="csX39" fmla="*/ 84335 w 141772"/>
              <a:gd name="csY39" fmla="*/ 119707 h 145240"/>
              <a:gd name="csX40" fmla="*/ 116235 w 141772"/>
              <a:gd name="csY40" fmla="*/ 87811 h 145240"/>
              <a:gd name="csX41" fmla="*/ 118737 w 141772"/>
              <a:gd name="csY41" fmla="*/ 86774 h 145240"/>
              <a:gd name="csX42" fmla="*/ 118737 w 141772"/>
              <a:gd name="csY42" fmla="*/ 116883 h 145240"/>
              <a:gd name="csX43" fmla="*/ 124062 w 141772"/>
              <a:gd name="csY43" fmla="*/ 122208 h 145240"/>
              <a:gd name="csX44" fmla="*/ 118737 w 141772"/>
              <a:gd name="csY44" fmla="*/ 127515 h 145240"/>
              <a:gd name="csX45" fmla="*/ 113428 w 141772"/>
              <a:gd name="csY45" fmla="*/ 122208 h 145240"/>
              <a:gd name="csX46" fmla="*/ 118737 w 141772"/>
              <a:gd name="csY46" fmla="*/ 116883 h 145240"/>
            </a:gdLst>
            <a:ahLst/>
            <a:cxnLst/>
            <a:rect l="l" t="t" r="r" b="b"/>
            <a:pathLst>
              <a:path w="100000" h="100000">
                <a:moveTo>
                  <a:pt x="45121" y="0"/>
                </a:moveTo>
                <a:cubicBezTo>
                  <a:pt x="42322" y="0"/>
                  <a:pt x="39534" y="925"/>
                  <a:pt x="37203" y="2764"/>
                </a:cubicBezTo>
                <a:lnTo>
                  <a:pt x="8164" y="25627"/>
                </a:lnTo>
                <a:cubicBezTo>
                  <a:pt x="3736" y="29117"/>
                  <a:pt x="1194" y="34352"/>
                  <a:pt x="1194" y="39998"/>
                </a:cubicBezTo>
                <a:lnTo>
                  <a:pt x="1194" y="84142"/>
                </a:lnTo>
                <a:cubicBezTo>
                  <a:pt x="1194" y="88850"/>
                  <a:pt x="5024" y="92680"/>
                  <a:pt x="9734" y="92680"/>
                </a:cubicBezTo>
                <a:lnTo>
                  <a:pt x="46960" y="92680"/>
                </a:lnTo>
                <a:cubicBezTo>
                  <a:pt x="42767" y="87304"/>
                  <a:pt x="40237" y="80558"/>
                  <a:pt x="40237" y="73202"/>
                </a:cubicBezTo>
                <a:cubicBezTo>
                  <a:pt x="40237" y="55681"/>
                  <a:pt x="54446" y="41485"/>
                  <a:pt x="71970" y="41485"/>
                </a:cubicBezTo>
                <a:cubicBezTo>
                  <a:pt x="78260" y="41485"/>
                  <a:pt x="84117" y="43336"/>
                  <a:pt x="89049" y="46498"/>
                </a:cubicBezTo>
                <a:lnTo>
                  <a:pt x="89049" y="39998"/>
                </a:lnTo>
                <a:cubicBezTo>
                  <a:pt x="89049" y="34352"/>
                  <a:pt x="86507" y="29117"/>
                  <a:pt x="82079" y="25627"/>
                </a:cubicBezTo>
                <a:lnTo>
                  <a:pt x="53040" y="2764"/>
                </a:lnTo>
                <a:cubicBezTo>
                  <a:pt x="50709" y="925"/>
                  <a:pt x="47921" y="0"/>
                  <a:pt x="45121" y="0"/>
                </a:cubicBezTo>
                <a:close/>
                <a:moveTo>
                  <a:pt x="71970" y="46323"/>
                </a:moveTo>
                <a:cubicBezTo>
                  <a:pt x="57140" y="46323"/>
                  <a:pt x="45121" y="58339"/>
                  <a:pt x="45121" y="73155"/>
                </a:cubicBezTo>
                <a:cubicBezTo>
                  <a:pt x="45121" y="87983"/>
                  <a:pt x="57140" y="100001"/>
                  <a:pt x="71970" y="100001"/>
                </a:cubicBezTo>
                <a:cubicBezTo>
                  <a:pt x="86788" y="100001"/>
                  <a:pt x="98807" y="87983"/>
                  <a:pt x="98807" y="73155"/>
                </a:cubicBezTo>
                <a:cubicBezTo>
                  <a:pt x="98807" y="58339"/>
                  <a:pt x="86788" y="46323"/>
                  <a:pt x="71970" y="46323"/>
                </a:cubicBezTo>
                <a:close/>
                <a:moveTo>
                  <a:pt x="20721" y="48805"/>
                </a:moveTo>
                <a:lnTo>
                  <a:pt x="30479" y="48805"/>
                </a:lnTo>
                <a:cubicBezTo>
                  <a:pt x="31826" y="48805"/>
                  <a:pt x="32915" y="49895"/>
                  <a:pt x="32915" y="51242"/>
                </a:cubicBezTo>
                <a:lnTo>
                  <a:pt x="32915" y="65882"/>
                </a:lnTo>
                <a:cubicBezTo>
                  <a:pt x="32915" y="67229"/>
                  <a:pt x="31826" y="68319"/>
                  <a:pt x="30479" y="68319"/>
                </a:cubicBezTo>
                <a:lnTo>
                  <a:pt x="20721" y="68319"/>
                </a:lnTo>
                <a:cubicBezTo>
                  <a:pt x="19374" y="68319"/>
                  <a:pt x="18273" y="67229"/>
                  <a:pt x="18273" y="65882"/>
                </a:cubicBezTo>
                <a:lnTo>
                  <a:pt x="18273" y="51242"/>
                </a:lnTo>
                <a:cubicBezTo>
                  <a:pt x="18273" y="49895"/>
                  <a:pt x="19374" y="48805"/>
                  <a:pt x="20721" y="48805"/>
                </a:cubicBezTo>
                <a:close/>
                <a:moveTo>
                  <a:pt x="60983" y="58515"/>
                </a:moveTo>
                <a:cubicBezTo>
                  <a:pt x="63009" y="58515"/>
                  <a:pt x="64649" y="60155"/>
                  <a:pt x="64649" y="62181"/>
                </a:cubicBezTo>
                <a:cubicBezTo>
                  <a:pt x="64649" y="64196"/>
                  <a:pt x="63009" y="65835"/>
                  <a:pt x="60983" y="65835"/>
                </a:cubicBezTo>
                <a:cubicBezTo>
                  <a:pt x="58967" y="65835"/>
                  <a:pt x="57327" y="64196"/>
                  <a:pt x="57327" y="62181"/>
                </a:cubicBezTo>
                <a:cubicBezTo>
                  <a:pt x="57327" y="60155"/>
                  <a:pt x="58967" y="58515"/>
                  <a:pt x="60983" y="58515"/>
                </a:cubicBezTo>
                <a:close/>
                <a:moveTo>
                  <a:pt x="82946" y="59745"/>
                </a:moveTo>
                <a:cubicBezTo>
                  <a:pt x="83567" y="59745"/>
                  <a:pt x="84199" y="59979"/>
                  <a:pt x="84667" y="60459"/>
                </a:cubicBezTo>
                <a:cubicBezTo>
                  <a:pt x="85629" y="61408"/>
                  <a:pt x="85629" y="62954"/>
                  <a:pt x="84667" y="63903"/>
                </a:cubicBezTo>
                <a:lnTo>
                  <a:pt x="62704" y="85864"/>
                </a:lnTo>
                <a:cubicBezTo>
                  <a:pt x="62236" y="86344"/>
                  <a:pt x="61603" y="86578"/>
                  <a:pt x="60983" y="86578"/>
                </a:cubicBezTo>
                <a:cubicBezTo>
                  <a:pt x="60361" y="86578"/>
                  <a:pt x="59729" y="86344"/>
                  <a:pt x="59260" y="85864"/>
                </a:cubicBezTo>
                <a:cubicBezTo>
                  <a:pt x="58299" y="84915"/>
                  <a:pt x="58299" y="83369"/>
                  <a:pt x="59260" y="82420"/>
                </a:cubicBezTo>
                <a:lnTo>
                  <a:pt x="81223" y="60459"/>
                </a:lnTo>
                <a:cubicBezTo>
                  <a:pt x="81704" y="59979"/>
                  <a:pt x="82324" y="59745"/>
                  <a:pt x="82946" y="59745"/>
                </a:cubicBezTo>
                <a:close/>
                <a:moveTo>
                  <a:pt x="82946" y="80476"/>
                </a:moveTo>
                <a:cubicBezTo>
                  <a:pt x="84972" y="80476"/>
                  <a:pt x="86613" y="82116"/>
                  <a:pt x="86613" y="84142"/>
                </a:cubicBezTo>
                <a:cubicBezTo>
                  <a:pt x="86613" y="86157"/>
                  <a:pt x="84972" y="87796"/>
                  <a:pt x="82946" y="87796"/>
                </a:cubicBezTo>
                <a:cubicBezTo>
                  <a:pt x="80931" y="87796"/>
                  <a:pt x="79291" y="86157"/>
                  <a:pt x="79291" y="84142"/>
                </a:cubicBezTo>
                <a:cubicBezTo>
                  <a:pt x="79291" y="82116"/>
                  <a:pt x="80931" y="80476"/>
                  <a:pt x="82946" y="8047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4" name="Чёрный — SVG 23">
            <a:extLst>
              <a:ext uri="{FF2B5EF4-FFF2-40B4-BE49-F238E27FC236}">
                <a16:creationId xmlns:a16="http://schemas.microsoft.com/office/drawing/2014/main" id="{CA8DFD90-838A-1843-9D45-9B1F71D5C410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139918 w 145328"/>
              <a:gd name="csY0" fmla="*/ 1 h 131208"/>
              <a:gd name="csX1" fmla="*/ 136192 w 145328"/>
              <a:gd name="csY1" fmla="*/ 1617 h 131208"/>
              <a:gd name="csX2" fmla="*/ 134695 w 145328"/>
              <a:gd name="csY2" fmla="*/ 5394 h 131208"/>
              <a:gd name="csX3" fmla="*/ 134695 w 145328"/>
              <a:gd name="csY3" fmla="*/ 72724 h 131208"/>
              <a:gd name="csX4" fmla="*/ 135069 w 145328"/>
              <a:gd name="csY4" fmla="*/ 74782 h 131208"/>
              <a:gd name="csX5" fmla="*/ 136226 w 145328"/>
              <a:gd name="csY5" fmla="*/ 76534 h 131208"/>
              <a:gd name="csX6" fmla="*/ 137962 w 145328"/>
              <a:gd name="csY6" fmla="*/ 77708 h 131208"/>
              <a:gd name="csX7" fmla="*/ 140003 w 145328"/>
              <a:gd name="csY7" fmla="*/ 78116 h 131208"/>
              <a:gd name="csX8" fmla="*/ 142062 w 145328"/>
              <a:gd name="csY8" fmla="*/ 77708 h 131208"/>
              <a:gd name="csX9" fmla="*/ 143797 w 145328"/>
              <a:gd name="csY9" fmla="*/ 76534 h 131208"/>
              <a:gd name="csX10" fmla="*/ 144937 w 145328"/>
              <a:gd name="csY10" fmla="*/ 74782 h 131208"/>
              <a:gd name="csX11" fmla="*/ 145328 w 145328"/>
              <a:gd name="csY11" fmla="*/ 72724 h 131208"/>
              <a:gd name="csX12" fmla="*/ 145328 w 145328"/>
              <a:gd name="csY12" fmla="*/ 5394 h 131208"/>
              <a:gd name="csX13" fmla="*/ 144937 w 145328"/>
              <a:gd name="csY13" fmla="*/ 3319 h 131208"/>
              <a:gd name="csX14" fmla="*/ 143763 w 145328"/>
              <a:gd name="csY14" fmla="*/ 1549 h 131208"/>
              <a:gd name="csX15" fmla="*/ 141994 w 145328"/>
              <a:gd name="csY15" fmla="*/ 393 h 131208"/>
              <a:gd name="csX16" fmla="*/ 139918 w 145328"/>
              <a:gd name="csY16" fmla="*/ 1 h 131208"/>
              <a:gd name="csX17" fmla="*/ 5308 w 145328"/>
              <a:gd name="csY17" fmla="*/ 87 h 131208"/>
              <a:gd name="csX18" fmla="*/ 0 w 145328"/>
              <a:gd name="csY18" fmla="*/ 5394 h 131208"/>
              <a:gd name="csX19" fmla="*/ 0 w 145328"/>
              <a:gd name="csY19" fmla="*/ 69186 h 131208"/>
              <a:gd name="csX20" fmla="*/ 19497 w 145328"/>
              <a:gd name="csY20" fmla="*/ 88680 h 131208"/>
              <a:gd name="csX21" fmla="*/ 24806 w 145328"/>
              <a:gd name="csY21" fmla="*/ 88680 h 131208"/>
              <a:gd name="csX22" fmla="*/ 24806 w 145328"/>
              <a:gd name="csY22" fmla="*/ 115252 h 131208"/>
              <a:gd name="csX23" fmla="*/ 40764 w 145328"/>
              <a:gd name="csY23" fmla="*/ 131208 h 131208"/>
              <a:gd name="csX24" fmla="*/ 86837 w 145328"/>
              <a:gd name="csY24" fmla="*/ 131208 h 131208"/>
              <a:gd name="csX25" fmla="*/ 102795 w 145328"/>
              <a:gd name="csY25" fmla="*/ 115252 h 131208"/>
              <a:gd name="csX26" fmla="*/ 102795 w 145328"/>
              <a:gd name="csY26" fmla="*/ 88680 h 131208"/>
              <a:gd name="csX27" fmla="*/ 108103 w 145328"/>
              <a:gd name="csY27" fmla="*/ 88680 h 131208"/>
              <a:gd name="csX28" fmla="*/ 127601 w 145328"/>
              <a:gd name="csY28" fmla="*/ 69186 h 131208"/>
              <a:gd name="csX29" fmla="*/ 127601 w 145328"/>
              <a:gd name="csY29" fmla="*/ 5394 h 131208"/>
              <a:gd name="csX30" fmla="*/ 122276 w 145328"/>
              <a:gd name="csY30" fmla="*/ 87 h 131208"/>
              <a:gd name="csX31" fmla="*/ 5308 w 145328"/>
              <a:gd name="csY31" fmla="*/ 87 h 131208"/>
              <a:gd name="csX32" fmla="*/ 35439 w 145328"/>
              <a:gd name="csY32" fmla="*/ 7163 h 131208"/>
              <a:gd name="csX33" fmla="*/ 42534 w 145328"/>
              <a:gd name="csY33" fmla="*/ 14257 h 131208"/>
              <a:gd name="csX34" fmla="*/ 35439 w 145328"/>
              <a:gd name="csY34" fmla="*/ 21350 h 131208"/>
              <a:gd name="csX35" fmla="*/ 28361 w 145328"/>
              <a:gd name="csY35" fmla="*/ 14257 h 131208"/>
              <a:gd name="csX36" fmla="*/ 35439 w 145328"/>
              <a:gd name="csY36" fmla="*/ 7163 h 131208"/>
              <a:gd name="csX37" fmla="*/ 63800 w 145328"/>
              <a:gd name="csY37" fmla="*/ 7163 h 131208"/>
              <a:gd name="csX38" fmla="*/ 70895 w 145328"/>
              <a:gd name="csY38" fmla="*/ 14257 h 131208"/>
              <a:gd name="csX39" fmla="*/ 63800 w 145328"/>
              <a:gd name="csY39" fmla="*/ 21350 h 131208"/>
              <a:gd name="csX40" fmla="*/ 56706 w 145328"/>
              <a:gd name="csY40" fmla="*/ 14257 h 131208"/>
              <a:gd name="csX41" fmla="*/ 63800 w 145328"/>
              <a:gd name="csY41" fmla="*/ 7163 h 131208"/>
              <a:gd name="csX42" fmla="*/ 92162 w 145328"/>
              <a:gd name="csY42" fmla="*/ 7163 h 131208"/>
              <a:gd name="csX43" fmla="*/ 99239 w 145328"/>
              <a:gd name="csY43" fmla="*/ 14257 h 131208"/>
              <a:gd name="csX44" fmla="*/ 92162 w 145328"/>
              <a:gd name="csY44" fmla="*/ 21350 h 131208"/>
              <a:gd name="csX45" fmla="*/ 85067 w 145328"/>
              <a:gd name="csY45" fmla="*/ 14257 h 131208"/>
              <a:gd name="csX46" fmla="*/ 92162 w 145328"/>
              <a:gd name="csY46" fmla="*/ 7163 h 131208"/>
              <a:gd name="csX47" fmla="*/ 35439 w 145328"/>
              <a:gd name="csY47" fmla="*/ 31982 h 131208"/>
              <a:gd name="csX48" fmla="*/ 42534 w 145328"/>
              <a:gd name="csY48" fmla="*/ 39059 h 131208"/>
              <a:gd name="csX49" fmla="*/ 35439 w 145328"/>
              <a:gd name="csY49" fmla="*/ 46153 h 131208"/>
              <a:gd name="csX50" fmla="*/ 28361 w 145328"/>
              <a:gd name="csY50" fmla="*/ 39059 h 131208"/>
              <a:gd name="csX51" fmla="*/ 35439 w 145328"/>
              <a:gd name="csY51" fmla="*/ 31982 h 131208"/>
              <a:gd name="csX52" fmla="*/ 63800 w 145328"/>
              <a:gd name="csY52" fmla="*/ 31982 h 131208"/>
              <a:gd name="csX53" fmla="*/ 70895 w 145328"/>
              <a:gd name="csY53" fmla="*/ 39059 h 131208"/>
              <a:gd name="csX54" fmla="*/ 63800 w 145328"/>
              <a:gd name="csY54" fmla="*/ 46153 h 131208"/>
              <a:gd name="csX55" fmla="*/ 56706 w 145328"/>
              <a:gd name="csY55" fmla="*/ 39059 h 131208"/>
              <a:gd name="csX56" fmla="*/ 63800 w 145328"/>
              <a:gd name="csY56" fmla="*/ 31982 h 131208"/>
              <a:gd name="csX57" fmla="*/ 92162 w 145328"/>
              <a:gd name="csY57" fmla="*/ 31982 h 131208"/>
              <a:gd name="csX58" fmla="*/ 99239 w 145328"/>
              <a:gd name="csY58" fmla="*/ 39059 h 131208"/>
              <a:gd name="csX59" fmla="*/ 92162 w 145328"/>
              <a:gd name="csY59" fmla="*/ 46153 h 131208"/>
              <a:gd name="csX60" fmla="*/ 85067 w 145328"/>
              <a:gd name="csY60" fmla="*/ 39059 h 131208"/>
              <a:gd name="csX61" fmla="*/ 92162 w 145328"/>
              <a:gd name="csY61" fmla="*/ 31982 h 131208"/>
              <a:gd name="csX62" fmla="*/ 35439 w 145328"/>
              <a:gd name="csY62" fmla="*/ 65647 h 131208"/>
              <a:gd name="csX63" fmla="*/ 67339 w 145328"/>
              <a:gd name="csY63" fmla="*/ 65647 h 131208"/>
              <a:gd name="csX64" fmla="*/ 67339 w 145328"/>
              <a:gd name="csY64" fmla="*/ 120576 h 131208"/>
              <a:gd name="csX65" fmla="*/ 40764 w 145328"/>
              <a:gd name="csY65" fmla="*/ 120576 h 131208"/>
              <a:gd name="csX66" fmla="*/ 35439 w 145328"/>
              <a:gd name="csY66" fmla="*/ 115252 h 131208"/>
              <a:gd name="csX67" fmla="*/ 35439 w 145328"/>
              <a:gd name="csY67" fmla="*/ 65647 h 131208"/>
              <a:gd name="csX68" fmla="*/ 81528 w 145328"/>
              <a:gd name="csY68" fmla="*/ 65647 h 131208"/>
              <a:gd name="csX69" fmla="*/ 92162 w 145328"/>
              <a:gd name="csY69" fmla="*/ 65647 h 131208"/>
              <a:gd name="csX70" fmla="*/ 92162 w 145328"/>
              <a:gd name="csY70" fmla="*/ 115252 h 131208"/>
              <a:gd name="csX71" fmla="*/ 86837 w 145328"/>
              <a:gd name="csY71" fmla="*/ 120576 h 131208"/>
              <a:gd name="csX72" fmla="*/ 81528 w 145328"/>
              <a:gd name="csY72" fmla="*/ 120576 h 131208"/>
              <a:gd name="csX73" fmla="*/ 81528 w 145328"/>
              <a:gd name="csY73" fmla="*/ 65647 h 131208"/>
            </a:gdLst>
            <a:ahLst/>
            <a:cxnLst/>
            <a:rect l="l" t="t" r="r" b="b"/>
            <a:pathLst>
              <a:path w="100000" h="100000">
                <a:moveTo>
                  <a:pt x="96277" y="4859"/>
                </a:moveTo>
                <a:cubicBezTo>
                  <a:pt x="95306" y="4870"/>
                  <a:pt x="94393" y="5269"/>
                  <a:pt x="93714" y="5971"/>
                </a:cubicBezTo>
                <a:cubicBezTo>
                  <a:pt x="93035" y="6661"/>
                  <a:pt x="92660" y="7598"/>
                  <a:pt x="92683" y="8570"/>
                </a:cubicBezTo>
                <a:lnTo>
                  <a:pt x="92683" y="54899"/>
                </a:lnTo>
                <a:cubicBezTo>
                  <a:pt x="92672" y="55391"/>
                  <a:pt x="92765" y="55871"/>
                  <a:pt x="92941" y="56315"/>
                </a:cubicBezTo>
                <a:cubicBezTo>
                  <a:pt x="93129" y="56772"/>
                  <a:pt x="93398" y="57182"/>
                  <a:pt x="93737" y="57521"/>
                </a:cubicBezTo>
                <a:cubicBezTo>
                  <a:pt x="94077" y="57873"/>
                  <a:pt x="94475" y="58142"/>
                  <a:pt x="94931" y="58329"/>
                </a:cubicBezTo>
                <a:cubicBezTo>
                  <a:pt x="95376" y="58516"/>
                  <a:pt x="95856" y="58609"/>
                  <a:pt x="96336" y="58609"/>
                </a:cubicBezTo>
                <a:cubicBezTo>
                  <a:pt x="96828" y="58609"/>
                  <a:pt x="97308" y="58516"/>
                  <a:pt x="97753" y="58329"/>
                </a:cubicBezTo>
                <a:cubicBezTo>
                  <a:pt x="98197" y="58142"/>
                  <a:pt x="98607" y="57873"/>
                  <a:pt x="98947" y="57521"/>
                </a:cubicBezTo>
                <a:cubicBezTo>
                  <a:pt x="99286" y="57182"/>
                  <a:pt x="99555" y="56772"/>
                  <a:pt x="99731" y="56315"/>
                </a:cubicBezTo>
                <a:cubicBezTo>
                  <a:pt x="99919" y="55871"/>
                  <a:pt x="100000" y="55391"/>
                  <a:pt x="100000" y="54899"/>
                </a:cubicBezTo>
                <a:lnTo>
                  <a:pt x="100000" y="8570"/>
                </a:lnTo>
                <a:cubicBezTo>
                  <a:pt x="100000" y="8078"/>
                  <a:pt x="99907" y="7598"/>
                  <a:pt x="99731" y="7142"/>
                </a:cubicBezTo>
                <a:cubicBezTo>
                  <a:pt x="99544" y="6685"/>
                  <a:pt x="99275" y="6275"/>
                  <a:pt x="98923" y="5924"/>
                </a:cubicBezTo>
                <a:cubicBezTo>
                  <a:pt x="98572" y="5585"/>
                  <a:pt x="98163" y="5316"/>
                  <a:pt x="97706" y="5128"/>
                </a:cubicBezTo>
                <a:cubicBezTo>
                  <a:pt x="97261" y="4941"/>
                  <a:pt x="96769" y="4847"/>
                  <a:pt x="96277" y="4859"/>
                </a:cubicBezTo>
                <a:close/>
                <a:moveTo>
                  <a:pt x="3652" y="4918"/>
                </a:moveTo>
                <a:cubicBezTo>
                  <a:pt x="1639" y="4918"/>
                  <a:pt x="0" y="6545"/>
                  <a:pt x="0" y="8570"/>
                </a:cubicBezTo>
                <a:lnTo>
                  <a:pt x="0" y="52465"/>
                </a:lnTo>
                <a:cubicBezTo>
                  <a:pt x="0" y="59863"/>
                  <a:pt x="6017" y="65879"/>
                  <a:pt x="13416" y="65879"/>
                </a:cubicBezTo>
                <a:lnTo>
                  <a:pt x="17069" y="65879"/>
                </a:lnTo>
                <a:lnTo>
                  <a:pt x="17069" y="84163"/>
                </a:lnTo>
                <a:cubicBezTo>
                  <a:pt x="17069" y="90179"/>
                  <a:pt x="22032" y="95142"/>
                  <a:pt x="28050" y="95142"/>
                </a:cubicBezTo>
                <a:lnTo>
                  <a:pt x="59752" y="95142"/>
                </a:lnTo>
                <a:cubicBezTo>
                  <a:pt x="65769" y="95142"/>
                  <a:pt x="70733" y="90179"/>
                  <a:pt x="70733" y="84163"/>
                </a:cubicBezTo>
                <a:lnTo>
                  <a:pt x="70733" y="65879"/>
                </a:lnTo>
                <a:lnTo>
                  <a:pt x="74386" y="65879"/>
                </a:lnTo>
                <a:cubicBezTo>
                  <a:pt x="81785" y="65879"/>
                  <a:pt x="87802" y="59863"/>
                  <a:pt x="87802" y="52465"/>
                </a:cubicBezTo>
                <a:lnTo>
                  <a:pt x="87802" y="8570"/>
                </a:lnTo>
                <a:cubicBezTo>
                  <a:pt x="87802" y="6545"/>
                  <a:pt x="86163" y="4918"/>
                  <a:pt x="84138" y="4918"/>
                </a:cubicBezTo>
                <a:lnTo>
                  <a:pt x="3652" y="4918"/>
                </a:lnTo>
                <a:close/>
                <a:moveTo>
                  <a:pt x="24386" y="9787"/>
                </a:moveTo>
                <a:cubicBezTo>
                  <a:pt x="27090" y="9787"/>
                  <a:pt x="29268" y="11976"/>
                  <a:pt x="29268" y="14668"/>
                </a:cubicBezTo>
                <a:cubicBezTo>
                  <a:pt x="29268" y="17360"/>
                  <a:pt x="27090" y="19549"/>
                  <a:pt x="24386" y="19549"/>
                </a:cubicBezTo>
                <a:cubicBezTo>
                  <a:pt x="21693" y="19549"/>
                  <a:pt x="19515" y="17360"/>
                  <a:pt x="19515" y="14668"/>
                </a:cubicBezTo>
                <a:cubicBezTo>
                  <a:pt x="19515" y="11976"/>
                  <a:pt x="21693" y="9787"/>
                  <a:pt x="24386" y="9787"/>
                </a:cubicBezTo>
                <a:close/>
                <a:moveTo>
                  <a:pt x="43901" y="9787"/>
                </a:moveTo>
                <a:cubicBezTo>
                  <a:pt x="46593" y="9787"/>
                  <a:pt x="48783" y="11976"/>
                  <a:pt x="48783" y="14668"/>
                </a:cubicBezTo>
                <a:cubicBezTo>
                  <a:pt x="48783" y="17360"/>
                  <a:pt x="46593" y="19549"/>
                  <a:pt x="43901" y="19549"/>
                </a:cubicBezTo>
                <a:cubicBezTo>
                  <a:pt x="41208" y="19549"/>
                  <a:pt x="39019" y="17360"/>
                  <a:pt x="39019" y="14668"/>
                </a:cubicBezTo>
                <a:cubicBezTo>
                  <a:pt x="39019" y="11976"/>
                  <a:pt x="41208" y="9787"/>
                  <a:pt x="43901" y="9787"/>
                </a:cubicBezTo>
                <a:close/>
                <a:moveTo>
                  <a:pt x="63417" y="9787"/>
                </a:moveTo>
                <a:cubicBezTo>
                  <a:pt x="66109" y="9787"/>
                  <a:pt x="68286" y="11976"/>
                  <a:pt x="68286" y="14668"/>
                </a:cubicBezTo>
                <a:cubicBezTo>
                  <a:pt x="68286" y="17360"/>
                  <a:pt x="66109" y="19549"/>
                  <a:pt x="63417" y="19549"/>
                </a:cubicBezTo>
                <a:cubicBezTo>
                  <a:pt x="60712" y="19549"/>
                  <a:pt x="58534" y="17360"/>
                  <a:pt x="58534" y="14668"/>
                </a:cubicBezTo>
                <a:cubicBezTo>
                  <a:pt x="58534" y="11976"/>
                  <a:pt x="60712" y="9787"/>
                  <a:pt x="63417" y="9787"/>
                </a:cubicBezTo>
                <a:close/>
                <a:moveTo>
                  <a:pt x="24386" y="26865"/>
                </a:moveTo>
                <a:cubicBezTo>
                  <a:pt x="27090" y="26865"/>
                  <a:pt x="29268" y="29042"/>
                  <a:pt x="29268" y="31734"/>
                </a:cubicBezTo>
                <a:cubicBezTo>
                  <a:pt x="29268" y="34426"/>
                  <a:pt x="27090" y="36616"/>
                  <a:pt x="24386" y="36616"/>
                </a:cubicBezTo>
                <a:cubicBezTo>
                  <a:pt x="21693" y="36616"/>
                  <a:pt x="19515" y="34426"/>
                  <a:pt x="19515" y="31734"/>
                </a:cubicBezTo>
                <a:cubicBezTo>
                  <a:pt x="19515" y="29042"/>
                  <a:pt x="21693" y="26865"/>
                  <a:pt x="24386" y="26865"/>
                </a:cubicBezTo>
                <a:close/>
                <a:moveTo>
                  <a:pt x="43901" y="26865"/>
                </a:moveTo>
                <a:cubicBezTo>
                  <a:pt x="46593" y="26865"/>
                  <a:pt x="48783" y="29042"/>
                  <a:pt x="48783" y="31734"/>
                </a:cubicBezTo>
                <a:cubicBezTo>
                  <a:pt x="48783" y="34426"/>
                  <a:pt x="46593" y="36616"/>
                  <a:pt x="43901" y="36616"/>
                </a:cubicBezTo>
                <a:cubicBezTo>
                  <a:pt x="41208" y="36616"/>
                  <a:pt x="39019" y="34426"/>
                  <a:pt x="39019" y="31734"/>
                </a:cubicBezTo>
                <a:cubicBezTo>
                  <a:pt x="39019" y="29042"/>
                  <a:pt x="41208" y="26865"/>
                  <a:pt x="43901" y="26865"/>
                </a:cubicBezTo>
                <a:close/>
                <a:moveTo>
                  <a:pt x="63417" y="26865"/>
                </a:moveTo>
                <a:cubicBezTo>
                  <a:pt x="66109" y="26865"/>
                  <a:pt x="68286" y="29042"/>
                  <a:pt x="68286" y="31734"/>
                </a:cubicBezTo>
                <a:cubicBezTo>
                  <a:pt x="68286" y="34426"/>
                  <a:pt x="66109" y="36616"/>
                  <a:pt x="63417" y="36616"/>
                </a:cubicBezTo>
                <a:cubicBezTo>
                  <a:pt x="60712" y="36616"/>
                  <a:pt x="58534" y="34426"/>
                  <a:pt x="58534" y="31734"/>
                </a:cubicBezTo>
                <a:cubicBezTo>
                  <a:pt x="58534" y="29042"/>
                  <a:pt x="60712" y="26865"/>
                  <a:pt x="63417" y="26865"/>
                </a:cubicBezTo>
                <a:close/>
                <a:moveTo>
                  <a:pt x="24386" y="50030"/>
                </a:moveTo>
                <a:lnTo>
                  <a:pt x="46336" y="50030"/>
                </a:lnTo>
                <a:lnTo>
                  <a:pt x="46336" y="87826"/>
                </a:lnTo>
                <a:lnTo>
                  <a:pt x="28050" y="87826"/>
                </a:lnTo>
                <a:cubicBezTo>
                  <a:pt x="25978" y="87826"/>
                  <a:pt x="24386" y="86235"/>
                  <a:pt x="24386" y="84163"/>
                </a:cubicBezTo>
                <a:lnTo>
                  <a:pt x="24386" y="50030"/>
                </a:lnTo>
                <a:close/>
                <a:moveTo>
                  <a:pt x="56099" y="50030"/>
                </a:moveTo>
                <a:lnTo>
                  <a:pt x="63417" y="50030"/>
                </a:lnTo>
                <a:lnTo>
                  <a:pt x="63417" y="84163"/>
                </a:lnTo>
                <a:cubicBezTo>
                  <a:pt x="63417" y="86235"/>
                  <a:pt x="61824" y="87826"/>
                  <a:pt x="59752" y="87826"/>
                </a:cubicBezTo>
                <a:lnTo>
                  <a:pt x="56099" y="87826"/>
                </a:lnTo>
                <a:lnTo>
                  <a:pt x="56099" y="5003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5" name="Чёрный — SVG 24">
            <a:extLst>
              <a:ext uri="{FF2B5EF4-FFF2-40B4-BE49-F238E27FC236}">
                <a16:creationId xmlns:a16="http://schemas.microsoft.com/office/drawing/2014/main" id="{ECD41376-340D-DE4F-97F9-F9C7207730B9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3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54940 w 141777"/>
              <a:gd name="csY5" fmla="*/ 35434 h 141753"/>
              <a:gd name="csX6" fmla="*/ 81523 w 141777"/>
              <a:gd name="csY6" fmla="*/ 35434 h 141753"/>
              <a:gd name="csX7" fmla="*/ 102790 w 141777"/>
              <a:gd name="csY7" fmla="*/ 56698 h 141753"/>
              <a:gd name="csX8" fmla="*/ 81523 w 141777"/>
              <a:gd name="csY8" fmla="*/ 77962 h 141753"/>
              <a:gd name="csX9" fmla="*/ 60256 w 141777"/>
              <a:gd name="csY9" fmla="*/ 77962 h 141753"/>
              <a:gd name="csX10" fmla="*/ 60256 w 141777"/>
              <a:gd name="csY10" fmla="*/ 85056 h 141753"/>
              <a:gd name="csX11" fmla="*/ 83294 w 141777"/>
              <a:gd name="csY11" fmla="*/ 85056 h 141753"/>
              <a:gd name="csX12" fmla="*/ 88611 w 141777"/>
              <a:gd name="csY12" fmla="*/ 90363 h 141753"/>
              <a:gd name="csX13" fmla="*/ 83294 w 141777"/>
              <a:gd name="csY13" fmla="*/ 95687 h 141753"/>
              <a:gd name="csX14" fmla="*/ 60256 w 141777"/>
              <a:gd name="csY14" fmla="*/ 95687 h 141753"/>
              <a:gd name="csX15" fmla="*/ 60256 w 141777"/>
              <a:gd name="csY15" fmla="*/ 104550 h 141753"/>
              <a:gd name="csX16" fmla="*/ 54940 w 141777"/>
              <a:gd name="csY16" fmla="*/ 109858 h 141753"/>
              <a:gd name="csX17" fmla="*/ 49623 w 141777"/>
              <a:gd name="csY17" fmla="*/ 104550 h 141753"/>
              <a:gd name="csX18" fmla="*/ 49623 w 141777"/>
              <a:gd name="csY18" fmla="*/ 95687 h 141753"/>
              <a:gd name="csX19" fmla="*/ 44306 w 141777"/>
              <a:gd name="csY19" fmla="*/ 95687 h 141753"/>
              <a:gd name="csX20" fmla="*/ 38990 w 141777"/>
              <a:gd name="csY20" fmla="*/ 90363 h 141753"/>
              <a:gd name="csX21" fmla="*/ 44306 w 141777"/>
              <a:gd name="csY21" fmla="*/ 85056 h 141753"/>
              <a:gd name="csX22" fmla="*/ 49623 w 141777"/>
              <a:gd name="csY22" fmla="*/ 85056 h 141753"/>
              <a:gd name="csX23" fmla="*/ 49623 w 141777"/>
              <a:gd name="csY23" fmla="*/ 77962 h 141753"/>
              <a:gd name="csX24" fmla="*/ 44306 w 141777"/>
              <a:gd name="csY24" fmla="*/ 77962 h 141753"/>
              <a:gd name="csX25" fmla="*/ 38990 w 141777"/>
              <a:gd name="csY25" fmla="*/ 72654 h 141753"/>
              <a:gd name="csX26" fmla="*/ 44306 w 141777"/>
              <a:gd name="csY26" fmla="*/ 67330 h 141753"/>
              <a:gd name="csX27" fmla="*/ 49623 w 141777"/>
              <a:gd name="csY27" fmla="*/ 67330 h 141753"/>
              <a:gd name="csX28" fmla="*/ 49623 w 141777"/>
              <a:gd name="csY28" fmla="*/ 40759 h 141753"/>
              <a:gd name="csX29" fmla="*/ 54940 w 141777"/>
              <a:gd name="csY29" fmla="*/ 35434 h 141753"/>
              <a:gd name="csX30" fmla="*/ 60256 w 141777"/>
              <a:gd name="csY30" fmla="*/ 46066 h 141753"/>
              <a:gd name="csX31" fmla="*/ 60256 w 141777"/>
              <a:gd name="csY31" fmla="*/ 67330 h 141753"/>
              <a:gd name="csX32" fmla="*/ 81523 w 141777"/>
              <a:gd name="csY32" fmla="*/ 67330 h 141753"/>
              <a:gd name="csX33" fmla="*/ 92157 w 141777"/>
              <a:gd name="csY33" fmla="*/ 56698 h 141753"/>
              <a:gd name="csX34" fmla="*/ 81523 w 141777"/>
              <a:gd name="csY34" fmla="*/ 46066 h 141753"/>
              <a:gd name="csX35" fmla="*/ 60256 w 141777"/>
              <a:gd name="csY35" fmla="*/ 46066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38751" y="25001"/>
                </a:moveTo>
                <a:lnTo>
                  <a:pt x="57501" y="25001"/>
                </a:lnTo>
                <a:cubicBezTo>
                  <a:pt x="65772" y="25001"/>
                  <a:pt x="72501" y="31732"/>
                  <a:pt x="72501" y="39999"/>
                </a:cubicBezTo>
                <a:cubicBezTo>
                  <a:pt x="72501" y="48279"/>
                  <a:pt x="65772" y="54998"/>
                  <a:pt x="57501" y="54998"/>
                </a:cubicBezTo>
                <a:lnTo>
                  <a:pt x="42501" y="54998"/>
                </a:lnTo>
                <a:lnTo>
                  <a:pt x="42501" y="60001"/>
                </a:lnTo>
                <a:lnTo>
                  <a:pt x="58750" y="60001"/>
                </a:lnTo>
                <a:cubicBezTo>
                  <a:pt x="60822" y="60001"/>
                  <a:pt x="62500" y="61681"/>
                  <a:pt x="62500" y="63744"/>
                </a:cubicBezTo>
                <a:cubicBezTo>
                  <a:pt x="62500" y="65820"/>
                  <a:pt x="60822" y="67500"/>
                  <a:pt x="58750" y="67500"/>
                </a:cubicBezTo>
                <a:lnTo>
                  <a:pt x="42501" y="67500"/>
                </a:lnTo>
                <a:lnTo>
                  <a:pt x="42501" y="73751"/>
                </a:lnTo>
                <a:cubicBezTo>
                  <a:pt x="42501" y="75827"/>
                  <a:pt x="40823" y="77495"/>
                  <a:pt x="38751" y="77495"/>
                </a:cubicBezTo>
                <a:cubicBezTo>
                  <a:pt x="36678" y="77495"/>
                  <a:pt x="35001" y="75827"/>
                  <a:pt x="35001" y="73751"/>
                </a:cubicBezTo>
                <a:lnTo>
                  <a:pt x="35001" y="67500"/>
                </a:lnTo>
                <a:lnTo>
                  <a:pt x="31250" y="67500"/>
                </a:lnTo>
                <a:cubicBezTo>
                  <a:pt x="29178" y="67500"/>
                  <a:pt x="27501" y="65820"/>
                  <a:pt x="27501" y="63744"/>
                </a:cubicBezTo>
                <a:cubicBezTo>
                  <a:pt x="27501" y="61681"/>
                  <a:pt x="29178" y="60001"/>
                  <a:pt x="31250" y="60001"/>
                </a:cubicBezTo>
                <a:lnTo>
                  <a:pt x="35001" y="60001"/>
                </a:lnTo>
                <a:lnTo>
                  <a:pt x="35001" y="54998"/>
                </a:lnTo>
                <a:lnTo>
                  <a:pt x="31250" y="54998"/>
                </a:lnTo>
                <a:cubicBezTo>
                  <a:pt x="29178" y="54998"/>
                  <a:pt x="27501" y="53330"/>
                  <a:pt x="27501" y="51254"/>
                </a:cubicBezTo>
                <a:cubicBezTo>
                  <a:pt x="27501" y="49178"/>
                  <a:pt x="29178" y="47499"/>
                  <a:pt x="31250" y="47499"/>
                </a:cubicBezTo>
                <a:lnTo>
                  <a:pt x="35001" y="47499"/>
                </a:lnTo>
                <a:lnTo>
                  <a:pt x="35001" y="28757"/>
                </a:lnTo>
                <a:cubicBezTo>
                  <a:pt x="35001" y="26681"/>
                  <a:pt x="36678" y="25001"/>
                  <a:pt x="38751" y="25001"/>
                </a:cubicBezTo>
                <a:close/>
                <a:moveTo>
                  <a:pt x="42501" y="32500"/>
                </a:moveTo>
                <a:lnTo>
                  <a:pt x="42501" y="47499"/>
                </a:lnTo>
                <a:lnTo>
                  <a:pt x="57501" y="47499"/>
                </a:lnTo>
                <a:cubicBezTo>
                  <a:pt x="61635" y="47499"/>
                  <a:pt x="65001" y="44139"/>
                  <a:pt x="65001" y="39999"/>
                </a:cubicBezTo>
                <a:cubicBezTo>
                  <a:pt x="65001" y="35872"/>
                  <a:pt x="61635" y="32500"/>
                  <a:pt x="57501" y="32500"/>
                </a:cubicBezTo>
                <a:lnTo>
                  <a:pt x="42501" y="3250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6" name="Чёрный — SVG 25">
            <a:extLst>
              <a:ext uri="{FF2B5EF4-FFF2-40B4-BE49-F238E27FC236}">
                <a16:creationId xmlns:a16="http://schemas.microsoft.com/office/drawing/2014/main" id="{BE0AD17B-6A81-E24E-BE42-83476E976A54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19497 w 141772"/>
              <a:gd name="csY0" fmla="*/ 0 h 120489"/>
              <a:gd name="csX1" fmla="*/ 0 w 141772"/>
              <a:gd name="csY1" fmla="*/ 19495 h 120489"/>
              <a:gd name="csX2" fmla="*/ 0 w 141772"/>
              <a:gd name="csY2" fmla="*/ 93918 h 120489"/>
              <a:gd name="csX3" fmla="*/ 17728 w 141772"/>
              <a:gd name="csY3" fmla="*/ 113311 h 120489"/>
              <a:gd name="csX4" fmla="*/ 18238 w 141772"/>
              <a:gd name="csY4" fmla="*/ 116050 h 120489"/>
              <a:gd name="csX5" fmla="*/ 19770 w 141772"/>
              <a:gd name="csY5" fmla="*/ 118380 h 120489"/>
              <a:gd name="csX6" fmla="*/ 22083 w 141772"/>
              <a:gd name="csY6" fmla="*/ 119945 h 120489"/>
              <a:gd name="csX7" fmla="*/ 24806 w 141772"/>
              <a:gd name="csY7" fmla="*/ 120490 h 120489"/>
              <a:gd name="csX8" fmla="*/ 29825 w 141772"/>
              <a:gd name="csY8" fmla="*/ 118414 h 120489"/>
              <a:gd name="csX9" fmla="*/ 31900 w 141772"/>
              <a:gd name="csY9" fmla="*/ 113413 h 120489"/>
              <a:gd name="csX10" fmla="*/ 109890 w 141772"/>
              <a:gd name="csY10" fmla="*/ 113413 h 120489"/>
              <a:gd name="csX11" fmla="*/ 111965 w 141772"/>
              <a:gd name="csY11" fmla="*/ 118414 h 120489"/>
              <a:gd name="csX12" fmla="*/ 116967 w 141772"/>
              <a:gd name="csY12" fmla="*/ 120490 h 120489"/>
              <a:gd name="csX13" fmla="*/ 119707 w 141772"/>
              <a:gd name="csY13" fmla="*/ 119945 h 120489"/>
              <a:gd name="csX14" fmla="*/ 122020 w 141772"/>
              <a:gd name="csY14" fmla="*/ 118380 h 120489"/>
              <a:gd name="csX15" fmla="*/ 123535 w 141772"/>
              <a:gd name="csY15" fmla="*/ 116050 h 120489"/>
              <a:gd name="csX16" fmla="*/ 124062 w 141772"/>
              <a:gd name="csY16" fmla="*/ 113311 h 120489"/>
              <a:gd name="csX17" fmla="*/ 141773 w 141772"/>
              <a:gd name="csY17" fmla="*/ 93918 h 120489"/>
              <a:gd name="csX18" fmla="*/ 141773 w 141772"/>
              <a:gd name="csY18" fmla="*/ 19495 h 120489"/>
              <a:gd name="csX19" fmla="*/ 122276 w 141772"/>
              <a:gd name="csY19" fmla="*/ 0 h 120489"/>
              <a:gd name="csX20" fmla="*/ 19497 w 141772"/>
              <a:gd name="csY20" fmla="*/ 0 h 120489"/>
              <a:gd name="csX21" fmla="*/ 88606 w 141772"/>
              <a:gd name="csY21" fmla="*/ 24802 h 120489"/>
              <a:gd name="csX22" fmla="*/ 120506 w 141772"/>
              <a:gd name="csY22" fmla="*/ 56698 h 120489"/>
              <a:gd name="csX23" fmla="*/ 88606 w 141772"/>
              <a:gd name="csY23" fmla="*/ 88594 h 120489"/>
              <a:gd name="csX24" fmla="*/ 56706 w 141772"/>
              <a:gd name="csY24" fmla="*/ 56698 h 120489"/>
              <a:gd name="csX25" fmla="*/ 88606 w 141772"/>
              <a:gd name="csY25" fmla="*/ 24802 h 120489"/>
              <a:gd name="csX26" fmla="*/ 88606 w 141772"/>
              <a:gd name="csY26" fmla="*/ 35434 h 120489"/>
              <a:gd name="csX27" fmla="*/ 73566 w 141772"/>
              <a:gd name="csY27" fmla="*/ 41660 h 120489"/>
              <a:gd name="csX28" fmla="*/ 67339 w 141772"/>
              <a:gd name="csY28" fmla="*/ 56698 h 120489"/>
              <a:gd name="csX29" fmla="*/ 73566 w 141772"/>
              <a:gd name="csY29" fmla="*/ 71736 h 120489"/>
              <a:gd name="csX30" fmla="*/ 88606 w 141772"/>
              <a:gd name="csY30" fmla="*/ 77962 h 120489"/>
              <a:gd name="csX31" fmla="*/ 103646 w 141772"/>
              <a:gd name="csY31" fmla="*/ 71736 h 120489"/>
              <a:gd name="csX32" fmla="*/ 109873 w 141772"/>
              <a:gd name="csY32" fmla="*/ 56698 h 120489"/>
              <a:gd name="csX33" fmla="*/ 103646 w 141772"/>
              <a:gd name="csY33" fmla="*/ 41660 h 120489"/>
              <a:gd name="csX34" fmla="*/ 88606 w 141772"/>
              <a:gd name="csY34" fmla="*/ 35434 h 120489"/>
              <a:gd name="csX35" fmla="*/ 26575 w 141772"/>
              <a:gd name="csY35" fmla="*/ 38990 h 120489"/>
              <a:gd name="csX36" fmla="*/ 31900 w 141772"/>
              <a:gd name="csY36" fmla="*/ 44297 h 120489"/>
              <a:gd name="csX37" fmla="*/ 31900 w 141772"/>
              <a:gd name="csY37" fmla="*/ 69099 h 120489"/>
              <a:gd name="csX38" fmla="*/ 26575 w 141772"/>
              <a:gd name="csY38" fmla="*/ 74424 h 120489"/>
              <a:gd name="csX39" fmla="*/ 21267 w 141772"/>
              <a:gd name="csY39" fmla="*/ 69099 h 120489"/>
              <a:gd name="csX40" fmla="*/ 21267 w 141772"/>
              <a:gd name="csY40" fmla="*/ 44297 h 120489"/>
              <a:gd name="csX41" fmla="*/ 26575 w 141772"/>
              <a:gd name="csY41" fmla="*/ 38990 h 120489"/>
            </a:gdLst>
            <a:ahLst/>
            <a:cxnLst/>
            <a:rect l="l" t="t" r="r" b="b"/>
            <a:pathLst>
              <a:path w="100000" h="100000">
                <a:moveTo>
                  <a:pt x="13752" y="7506"/>
                </a:moveTo>
                <a:cubicBezTo>
                  <a:pt x="6168" y="7506"/>
                  <a:pt x="0" y="13674"/>
                  <a:pt x="0" y="21257"/>
                </a:cubicBezTo>
                <a:lnTo>
                  <a:pt x="0" y="73752"/>
                </a:lnTo>
                <a:cubicBezTo>
                  <a:pt x="0" y="80915"/>
                  <a:pt x="5508" y="86807"/>
                  <a:pt x="12505" y="87431"/>
                </a:cubicBezTo>
                <a:cubicBezTo>
                  <a:pt x="12493" y="88103"/>
                  <a:pt x="12624" y="88751"/>
                  <a:pt x="12864" y="89363"/>
                </a:cubicBezTo>
                <a:cubicBezTo>
                  <a:pt x="13117" y="89974"/>
                  <a:pt x="13477" y="90539"/>
                  <a:pt x="13945" y="91006"/>
                </a:cubicBezTo>
                <a:cubicBezTo>
                  <a:pt x="14413" y="91487"/>
                  <a:pt x="14965" y="91858"/>
                  <a:pt x="15576" y="92110"/>
                </a:cubicBezTo>
                <a:cubicBezTo>
                  <a:pt x="16189" y="92362"/>
                  <a:pt x="16837" y="92495"/>
                  <a:pt x="17497" y="92495"/>
                </a:cubicBezTo>
                <a:cubicBezTo>
                  <a:pt x="18829" y="92495"/>
                  <a:pt x="20101" y="91966"/>
                  <a:pt x="21037" y="91030"/>
                </a:cubicBezTo>
                <a:cubicBezTo>
                  <a:pt x="21973" y="90094"/>
                  <a:pt x="22501" y="88823"/>
                  <a:pt x="22501" y="87503"/>
                </a:cubicBezTo>
                <a:lnTo>
                  <a:pt x="77512" y="87503"/>
                </a:lnTo>
                <a:cubicBezTo>
                  <a:pt x="77512" y="88823"/>
                  <a:pt x="78039" y="90094"/>
                  <a:pt x="78975" y="91030"/>
                </a:cubicBezTo>
                <a:cubicBezTo>
                  <a:pt x="79911" y="91966"/>
                  <a:pt x="81184" y="92495"/>
                  <a:pt x="82504" y="92495"/>
                </a:cubicBezTo>
                <a:cubicBezTo>
                  <a:pt x="83164" y="92495"/>
                  <a:pt x="83824" y="92362"/>
                  <a:pt x="84436" y="92110"/>
                </a:cubicBezTo>
                <a:cubicBezTo>
                  <a:pt x="85048" y="91858"/>
                  <a:pt x="85600" y="91487"/>
                  <a:pt x="86068" y="91006"/>
                </a:cubicBezTo>
                <a:cubicBezTo>
                  <a:pt x="86524" y="90539"/>
                  <a:pt x="86896" y="89986"/>
                  <a:pt x="87136" y="89363"/>
                </a:cubicBezTo>
                <a:cubicBezTo>
                  <a:pt x="87388" y="88751"/>
                  <a:pt x="87508" y="88103"/>
                  <a:pt x="87508" y="87431"/>
                </a:cubicBezTo>
                <a:cubicBezTo>
                  <a:pt x="94505" y="86807"/>
                  <a:pt x="100001" y="80915"/>
                  <a:pt x="100001" y="73752"/>
                </a:cubicBezTo>
                <a:lnTo>
                  <a:pt x="100001" y="21257"/>
                </a:lnTo>
                <a:cubicBezTo>
                  <a:pt x="100001" y="13674"/>
                  <a:pt x="93832" y="7506"/>
                  <a:pt x="86248" y="7506"/>
                </a:cubicBezTo>
                <a:lnTo>
                  <a:pt x="13752" y="7506"/>
                </a:lnTo>
                <a:close/>
                <a:moveTo>
                  <a:pt x="62499" y="25000"/>
                </a:moveTo>
                <a:cubicBezTo>
                  <a:pt x="74908" y="25000"/>
                  <a:pt x="85000" y="35104"/>
                  <a:pt x="85000" y="47498"/>
                </a:cubicBezTo>
                <a:cubicBezTo>
                  <a:pt x="85000" y="59906"/>
                  <a:pt x="74908" y="69997"/>
                  <a:pt x="62499" y="69997"/>
                </a:cubicBezTo>
                <a:cubicBezTo>
                  <a:pt x="50102" y="69997"/>
                  <a:pt x="39998" y="59906"/>
                  <a:pt x="39998" y="47498"/>
                </a:cubicBezTo>
                <a:cubicBezTo>
                  <a:pt x="39998" y="35104"/>
                  <a:pt x="50102" y="25000"/>
                  <a:pt x="62499" y="25000"/>
                </a:cubicBezTo>
                <a:close/>
                <a:moveTo>
                  <a:pt x="62499" y="32500"/>
                </a:moveTo>
                <a:cubicBezTo>
                  <a:pt x="58526" y="32500"/>
                  <a:pt x="54710" y="34084"/>
                  <a:pt x="51890" y="36891"/>
                </a:cubicBezTo>
                <a:cubicBezTo>
                  <a:pt x="49082" y="39711"/>
                  <a:pt x="47498" y="43527"/>
                  <a:pt x="47498" y="47498"/>
                </a:cubicBezTo>
                <a:cubicBezTo>
                  <a:pt x="47498" y="51482"/>
                  <a:pt x="49082" y="55298"/>
                  <a:pt x="51890" y="58106"/>
                </a:cubicBezTo>
                <a:cubicBezTo>
                  <a:pt x="54710" y="60925"/>
                  <a:pt x="58526" y="62497"/>
                  <a:pt x="62499" y="62497"/>
                </a:cubicBezTo>
                <a:cubicBezTo>
                  <a:pt x="66483" y="62497"/>
                  <a:pt x="70299" y="60925"/>
                  <a:pt x="73108" y="58106"/>
                </a:cubicBezTo>
                <a:cubicBezTo>
                  <a:pt x="75928" y="55298"/>
                  <a:pt x="77500" y="51482"/>
                  <a:pt x="77500" y="47498"/>
                </a:cubicBezTo>
                <a:cubicBezTo>
                  <a:pt x="77500" y="43527"/>
                  <a:pt x="75928" y="39711"/>
                  <a:pt x="73108" y="36891"/>
                </a:cubicBezTo>
                <a:cubicBezTo>
                  <a:pt x="70299" y="34084"/>
                  <a:pt x="66483" y="32500"/>
                  <a:pt x="62499" y="32500"/>
                </a:cubicBezTo>
                <a:close/>
                <a:moveTo>
                  <a:pt x="18745" y="35008"/>
                </a:moveTo>
                <a:cubicBezTo>
                  <a:pt x="20821" y="35008"/>
                  <a:pt x="22501" y="36675"/>
                  <a:pt x="22501" y="38751"/>
                </a:cubicBezTo>
                <a:lnTo>
                  <a:pt x="22501" y="56246"/>
                </a:lnTo>
                <a:cubicBezTo>
                  <a:pt x="22501" y="58321"/>
                  <a:pt x="20821" y="60002"/>
                  <a:pt x="18745" y="60002"/>
                </a:cubicBezTo>
                <a:cubicBezTo>
                  <a:pt x="16680" y="60002"/>
                  <a:pt x="15001" y="58321"/>
                  <a:pt x="15001" y="56246"/>
                </a:cubicBezTo>
                <a:lnTo>
                  <a:pt x="15001" y="38751"/>
                </a:lnTo>
                <a:cubicBezTo>
                  <a:pt x="15001" y="36675"/>
                  <a:pt x="16680" y="35008"/>
                  <a:pt x="18745" y="3500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7" name="Чёрный — SVG 26">
            <a:extLst>
              <a:ext uri="{FF2B5EF4-FFF2-40B4-BE49-F238E27FC236}">
                <a16:creationId xmlns:a16="http://schemas.microsoft.com/office/drawing/2014/main" id="{E5765B54-1F54-1A4D-ACD7-95B0EC46F17A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67526 w 134695"/>
              <a:gd name="csY0" fmla="*/ 2 h 159480"/>
              <a:gd name="csX1" fmla="*/ 63800 w 134695"/>
              <a:gd name="csY1" fmla="*/ 1363 h 159480"/>
              <a:gd name="csX2" fmla="*/ 5308 w 134695"/>
              <a:gd name="csY2" fmla="*/ 24804 h 159480"/>
              <a:gd name="csX3" fmla="*/ 1565 w 134695"/>
              <a:gd name="csY3" fmla="*/ 26369 h 159480"/>
              <a:gd name="csX4" fmla="*/ 0 w 134695"/>
              <a:gd name="csY4" fmla="*/ 30128 h 159480"/>
              <a:gd name="csX5" fmla="*/ 0 w 134695"/>
              <a:gd name="csY5" fmla="*/ 73575 h 159480"/>
              <a:gd name="csX6" fmla="*/ 65281 w 134695"/>
              <a:gd name="csY6" fmla="*/ 159073 h 159480"/>
              <a:gd name="csX7" fmla="*/ 67339 w 134695"/>
              <a:gd name="csY7" fmla="*/ 159481 h 159480"/>
              <a:gd name="csX8" fmla="*/ 69415 w 134695"/>
              <a:gd name="csY8" fmla="*/ 159073 h 159480"/>
              <a:gd name="csX9" fmla="*/ 134695 w 134695"/>
              <a:gd name="csY9" fmla="*/ 73575 h 159480"/>
              <a:gd name="csX10" fmla="*/ 134695 w 134695"/>
              <a:gd name="csY10" fmla="*/ 30128 h 159480"/>
              <a:gd name="csX11" fmla="*/ 133130 w 134695"/>
              <a:gd name="csY11" fmla="*/ 26369 h 159480"/>
              <a:gd name="csX12" fmla="*/ 129370 w 134695"/>
              <a:gd name="csY12" fmla="*/ 24804 h 159480"/>
              <a:gd name="csX13" fmla="*/ 70895 w 134695"/>
              <a:gd name="csY13" fmla="*/ 1363 h 159480"/>
              <a:gd name="csX14" fmla="*/ 67526 w 134695"/>
              <a:gd name="csY14" fmla="*/ 2 h 159480"/>
              <a:gd name="csX15" fmla="*/ 67339 w 134695"/>
              <a:gd name="csY15" fmla="*/ 31898 h 159480"/>
              <a:gd name="csX16" fmla="*/ 72664 w 134695"/>
              <a:gd name="csY16" fmla="*/ 37222 h 159480"/>
              <a:gd name="csX17" fmla="*/ 72664 w 134695"/>
              <a:gd name="csY17" fmla="*/ 42564 h 159480"/>
              <a:gd name="csX18" fmla="*/ 88470 w 134695"/>
              <a:gd name="csY18" fmla="*/ 56325 h 159480"/>
              <a:gd name="csX19" fmla="*/ 84676 w 134695"/>
              <a:gd name="csY19" fmla="*/ 62807 h 159480"/>
              <a:gd name="csX20" fmla="*/ 78194 w 134695"/>
              <a:gd name="csY20" fmla="*/ 59013 h 159480"/>
              <a:gd name="csX21" fmla="*/ 70759 w 134695"/>
              <a:gd name="csY21" fmla="*/ 53059 h 159480"/>
              <a:gd name="csX22" fmla="*/ 65042 w 134695"/>
              <a:gd name="csY22" fmla="*/ 53059 h 159480"/>
              <a:gd name="csX23" fmla="*/ 56536 w 134695"/>
              <a:gd name="csY23" fmla="*/ 62024 h 159480"/>
              <a:gd name="csX24" fmla="*/ 65042 w 134695"/>
              <a:gd name="csY24" fmla="*/ 70989 h 159480"/>
              <a:gd name="csX25" fmla="*/ 71559 w 134695"/>
              <a:gd name="csY25" fmla="*/ 70989 h 159480"/>
              <a:gd name="csX26" fmla="*/ 92332 w 134695"/>
              <a:gd name="csY26" fmla="*/ 92253 h 159480"/>
              <a:gd name="csX27" fmla="*/ 72664 w 134695"/>
              <a:gd name="csY27" fmla="*/ 113483 h 159480"/>
              <a:gd name="csX28" fmla="*/ 72664 w 134695"/>
              <a:gd name="csY28" fmla="*/ 118722 h 159480"/>
              <a:gd name="csX29" fmla="*/ 67339 w 134695"/>
              <a:gd name="csY29" fmla="*/ 124047 h 159480"/>
              <a:gd name="csX30" fmla="*/ 62031 w 134695"/>
              <a:gd name="csY30" fmla="*/ 118722 h 159480"/>
              <a:gd name="csX31" fmla="*/ 62031 w 134695"/>
              <a:gd name="csY31" fmla="*/ 113347 h 159480"/>
              <a:gd name="csX32" fmla="*/ 46464 w 134695"/>
              <a:gd name="csY32" fmla="*/ 99483 h 159480"/>
              <a:gd name="csX33" fmla="*/ 50326 w 134695"/>
              <a:gd name="csY33" fmla="*/ 93001 h 159480"/>
              <a:gd name="csX34" fmla="*/ 56774 w 134695"/>
              <a:gd name="csY34" fmla="*/ 96863 h 159480"/>
              <a:gd name="csX35" fmla="*/ 64226 w 134695"/>
              <a:gd name="csY35" fmla="*/ 102885 h 159480"/>
              <a:gd name="csX36" fmla="*/ 71559 w 134695"/>
              <a:gd name="csY36" fmla="*/ 102885 h 159480"/>
              <a:gd name="csX37" fmla="*/ 81698 w 134695"/>
              <a:gd name="csY37" fmla="*/ 92253 h 159480"/>
              <a:gd name="csX38" fmla="*/ 71559 w 134695"/>
              <a:gd name="csY38" fmla="*/ 81621 h 159480"/>
              <a:gd name="csX39" fmla="*/ 65042 w 134695"/>
              <a:gd name="csY39" fmla="*/ 81621 h 159480"/>
              <a:gd name="csX40" fmla="*/ 45902 w 134695"/>
              <a:gd name="csY40" fmla="*/ 62024 h 159480"/>
              <a:gd name="csX41" fmla="*/ 62031 w 134695"/>
              <a:gd name="csY41" fmla="*/ 42665 h 159480"/>
              <a:gd name="csX42" fmla="*/ 62031 w 134695"/>
              <a:gd name="csY42" fmla="*/ 37222 h 159480"/>
              <a:gd name="csX43" fmla="*/ 67339 w 134695"/>
              <a:gd name="csY43" fmla="*/ 31898 h 159480"/>
            </a:gdLst>
            <a:ahLst/>
            <a:cxnLst/>
            <a:rect l="l" t="t" r="r" b="b"/>
            <a:pathLst>
              <a:path w="100000" h="100000">
                <a:moveTo>
                  <a:pt x="50112" y="1"/>
                </a:moveTo>
                <a:cubicBezTo>
                  <a:pt x="49248" y="-20"/>
                  <a:pt x="48405" y="278"/>
                  <a:pt x="47776" y="855"/>
                </a:cubicBezTo>
                <a:cubicBezTo>
                  <a:pt x="47776" y="855"/>
                  <a:pt x="31080" y="15553"/>
                  <a:pt x="11099" y="15553"/>
                </a:cubicBezTo>
                <a:cubicBezTo>
                  <a:pt x="10224" y="15553"/>
                  <a:pt x="9371" y="15905"/>
                  <a:pt x="8752" y="16534"/>
                </a:cubicBezTo>
                <a:cubicBezTo>
                  <a:pt x="8123" y="17164"/>
                  <a:pt x="7771" y="18006"/>
                  <a:pt x="7771" y="18891"/>
                </a:cubicBezTo>
                <a:lnTo>
                  <a:pt x="7771" y="46134"/>
                </a:lnTo>
                <a:cubicBezTo>
                  <a:pt x="7771" y="60971"/>
                  <a:pt x="14641" y="85398"/>
                  <a:pt x="48704" y="99745"/>
                </a:cubicBezTo>
                <a:cubicBezTo>
                  <a:pt x="49109" y="99915"/>
                  <a:pt x="49557" y="100001"/>
                  <a:pt x="49995" y="100001"/>
                </a:cubicBezTo>
                <a:cubicBezTo>
                  <a:pt x="50443" y="100001"/>
                  <a:pt x="50880" y="99915"/>
                  <a:pt x="51296" y="99745"/>
                </a:cubicBezTo>
                <a:cubicBezTo>
                  <a:pt x="85359" y="85398"/>
                  <a:pt x="92229" y="60971"/>
                  <a:pt x="92229" y="46134"/>
                </a:cubicBezTo>
                <a:lnTo>
                  <a:pt x="92229" y="18891"/>
                </a:lnTo>
                <a:cubicBezTo>
                  <a:pt x="92229" y="18006"/>
                  <a:pt x="91878" y="17164"/>
                  <a:pt x="91248" y="16534"/>
                </a:cubicBezTo>
                <a:cubicBezTo>
                  <a:pt x="90629" y="15905"/>
                  <a:pt x="89776" y="15553"/>
                  <a:pt x="88890" y="15553"/>
                </a:cubicBezTo>
                <a:cubicBezTo>
                  <a:pt x="68909" y="15553"/>
                  <a:pt x="52224" y="855"/>
                  <a:pt x="52224" y="855"/>
                </a:cubicBezTo>
                <a:cubicBezTo>
                  <a:pt x="51638" y="332"/>
                  <a:pt x="50891" y="33"/>
                  <a:pt x="50112" y="1"/>
                </a:cubicBezTo>
                <a:close/>
                <a:moveTo>
                  <a:pt x="49995" y="20001"/>
                </a:moveTo>
                <a:cubicBezTo>
                  <a:pt x="51840" y="20001"/>
                  <a:pt x="53334" y="21494"/>
                  <a:pt x="53334" y="23340"/>
                </a:cubicBezTo>
                <a:lnTo>
                  <a:pt x="53334" y="26689"/>
                </a:lnTo>
                <a:cubicBezTo>
                  <a:pt x="58017" y="27201"/>
                  <a:pt x="62007" y="30583"/>
                  <a:pt x="63245" y="35318"/>
                </a:cubicBezTo>
                <a:cubicBezTo>
                  <a:pt x="63714" y="37089"/>
                  <a:pt x="62647" y="38913"/>
                  <a:pt x="60866" y="39382"/>
                </a:cubicBezTo>
                <a:cubicBezTo>
                  <a:pt x="59095" y="39851"/>
                  <a:pt x="57270" y="38785"/>
                  <a:pt x="56801" y="37003"/>
                </a:cubicBezTo>
                <a:cubicBezTo>
                  <a:pt x="56225" y="34806"/>
                  <a:pt x="54315" y="33270"/>
                  <a:pt x="52139" y="33270"/>
                </a:cubicBezTo>
                <a:lnTo>
                  <a:pt x="48554" y="33270"/>
                </a:lnTo>
                <a:cubicBezTo>
                  <a:pt x="45599" y="33270"/>
                  <a:pt x="43221" y="35777"/>
                  <a:pt x="43221" y="38891"/>
                </a:cubicBezTo>
                <a:cubicBezTo>
                  <a:pt x="43221" y="41985"/>
                  <a:pt x="45599" y="44513"/>
                  <a:pt x="48554" y="44513"/>
                </a:cubicBezTo>
                <a:lnTo>
                  <a:pt x="52641" y="44513"/>
                </a:lnTo>
                <a:cubicBezTo>
                  <a:pt x="59820" y="44513"/>
                  <a:pt x="65666" y="50486"/>
                  <a:pt x="65666" y="57846"/>
                </a:cubicBezTo>
                <a:cubicBezTo>
                  <a:pt x="65666" y="64960"/>
                  <a:pt x="60204" y="70774"/>
                  <a:pt x="53334" y="71158"/>
                </a:cubicBezTo>
                <a:lnTo>
                  <a:pt x="53334" y="74443"/>
                </a:lnTo>
                <a:cubicBezTo>
                  <a:pt x="53334" y="76289"/>
                  <a:pt x="51840" y="77782"/>
                  <a:pt x="49995" y="77782"/>
                </a:cubicBezTo>
                <a:cubicBezTo>
                  <a:pt x="48149" y="77782"/>
                  <a:pt x="46666" y="76289"/>
                  <a:pt x="46666" y="74443"/>
                </a:cubicBezTo>
                <a:lnTo>
                  <a:pt x="46666" y="71073"/>
                </a:lnTo>
                <a:cubicBezTo>
                  <a:pt x="42015" y="70497"/>
                  <a:pt x="38110" y="67094"/>
                  <a:pt x="36905" y="62380"/>
                </a:cubicBezTo>
                <a:cubicBezTo>
                  <a:pt x="36457" y="60577"/>
                  <a:pt x="37524" y="58785"/>
                  <a:pt x="39327" y="58315"/>
                </a:cubicBezTo>
                <a:cubicBezTo>
                  <a:pt x="41108" y="57867"/>
                  <a:pt x="42932" y="58955"/>
                  <a:pt x="43370" y="60737"/>
                </a:cubicBezTo>
                <a:cubicBezTo>
                  <a:pt x="43924" y="62955"/>
                  <a:pt x="45866" y="64513"/>
                  <a:pt x="48043" y="64513"/>
                </a:cubicBezTo>
                <a:lnTo>
                  <a:pt x="52641" y="64513"/>
                </a:lnTo>
                <a:cubicBezTo>
                  <a:pt x="56150" y="64513"/>
                  <a:pt x="58998" y="61537"/>
                  <a:pt x="58998" y="57846"/>
                </a:cubicBezTo>
                <a:cubicBezTo>
                  <a:pt x="58998" y="54155"/>
                  <a:pt x="56150" y="51179"/>
                  <a:pt x="52641" y="51179"/>
                </a:cubicBezTo>
                <a:lnTo>
                  <a:pt x="48554" y="51179"/>
                </a:lnTo>
                <a:cubicBezTo>
                  <a:pt x="41930" y="51179"/>
                  <a:pt x="36553" y="45665"/>
                  <a:pt x="36553" y="38891"/>
                </a:cubicBezTo>
                <a:cubicBezTo>
                  <a:pt x="36553" y="32758"/>
                  <a:pt x="40927" y="27691"/>
                  <a:pt x="46666" y="26753"/>
                </a:cubicBezTo>
                <a:lnTo>
                  <a:pt x="46666" y="23340"/>
                </a:lnTo>
                <a:cubicBezTo>
                  <a:pt x="46666" y="21494"/>
                  <a:pt x="48149" y="20001"/>
                  <a:pt x="49995" y="2000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8" name="Чёрный — SVG 27">
            <a:extLst>
              <a:ext uri="{FF2B5EF4-FFF2-40B4-BE49-F238E27FC236}">
                <a16:creationId xmlns:a16="http://schemas.microsoft.com/office/drawing/2014/main" id="{FC782011-39F1-E246-9076-298FD472D30D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12403 w 163039"/>
              <a:gd name="csY0" fmla="*/ 0 h 85055"/>
              <a:gd name="csX1" fmla="*/ 0 w 163039"/>
              <a:gd name="csY1" fmla="*/ 12401 h 85055"/>
              <a:gd name="csX2" fmla="*/ 0 w 163039"/>
              <a:gd name="csY2" fmla="*/ 72654 h 85055"/>
              <a:gd name="csX3" fmla="*/ 12403 w 163039"/>
              <a:gd name="csY3" fmla="*/ 85056 h 85055"/>
              <a:gd name="csX4" fmla="*/ 65570 w 163039"/>
              <a:gd name="csY4" fmla="*/ 85056 h 85055"/>
              <a:gd name="csX5" fmla="*/ 68343 w 163039"/>
              <a:gd name="csY5" fmla="*/ 84273 h 85055"/>
              <a:gd name="csX6" fmla="*/ 70299 w 163039"/>
              <a:gd name="csY6" fmla="*/ 82147 h 85055"/>
              <a:gd name="csX7" fmla="*/ 81052 w 163039"/>
              <a:gd name="csY7" fmla="*/ 61070 h 85055"/>
              <a:gd name="csX8" fmla="*/ 81630 w 163039"/>
              <a:gd name="csY8" fmla="*/ 58552 h 85055"/>
              <a:gd name="csX9" fmla="*/ 80950 w 163039"/>
              <a:gd name="csY9" fmla="*/ 56069 h 85055"/>
              <a:gd name="csX10" fmla="*/ 64396 w 163039"/>
              <a:gd name="csY10" fmla="*/ 26299 h 85055"/>
              <a:gd name="csX11" fmla="*/ 73855 w 163039"/>
              <a:gd name="csY11" fmla="*/ 7723 h 85055"/>
              <a:gd name="csX12" fmla="*/ 74417 w 163039"/>
              <a:gd name="csY12" fmla="*/ 5103 h 85055"/>
              <a:gd name="csX13" fmla="*/ 73651 w 163039"/>
              <a:gd name="csY13" fmla="*/ 2535 h 85055"/>
              <a:gd name="csX14" fmla="*/ 71711 w 163039"/>
              <a:gd name="csY14" fmla="*/ 680 h 85055"/>
              <a:gd name="csX15" fmla="*/ 69109 w 163039"/>
              <a:gd name="csY15" fmla="*/ 0 h 85055"/>
              <a:gd name="csX16" fmla="*/ 12403 w 163039"/>
              <a:gd name="csY16" fmla="*/ 0 h 85055"/>
              <a:gd name="csX17" fmla="*/ 97470 w 163039"/>
              <a:gd name="csY17" fmla="*/ 0 h 85055"/>
              <a:gd name="csX18" fmla="*/ 94697 w 163039"/>
              <a:gd name="csY18" fmla="*/ 782 h 85055"/>
              <a:gd name="csX19" fmla="*/ 92740 w 163039"/>
              <a:gd name="csY19" fmla="*/ 2909 h 85055"/>
              <a:gd name="csX20" fmla="*/ 82005 w 163039"/>
              <a:gd name="csY20" fmla="*/ 23986 h 85055"/>
              <a:gd name="csX21" fmla="*/ 81426 w 163039"/>
              <a:gd name="csY21" fmla="*/ 26503 h 85055"/>
              <a:gd name="csX22" fmla="*/ 82090 w 163039"/>
              <a:gd name="csY22" fmla="*/ 28987 h 85055"/>
              <a:gd name="csX23" fmla="*/ 98644 w 163039"/>
              <a:gd name="csY23" fmla="*/ 58773 h 85055"/>
              <a:gd name="csX24" fmla="*/ 89202 w 163039"/>
              <a:gd name="csY24" fmla="*/ 77332 h 85055"/>
              <a:gd name="csX25" fmla="*/ 88623 w 163039"/>
              <a:gd name="csY25" fmla="*/ 79952 h 85055"/>
              <a:gd name="csX26" fmla="*/ 89405 w 163039"/>
              <a:gd name="csY26" fmla="*/ 82521 h 85055"/>
              <a:gd name="csX27" fmla="*/ 91328 w 163039"/>
              <a:gd name="csY27" fmla="*/ 84375 h 85055"/>
              <a:gd name="csX28" fmla="*/ 93931 w 163039"/>
              <a:gd name="csY28" fmla="*/ 85056 h 85055"/>
              <a:gd name="csX29" fmla="*/ 150637 w 163039"/>
              <a:gd name="csY29" fmla="*/ 85056 h 85055"/>
              <a:gd name="csX30" fmla="*/ 163040 w 163039"/>
              <a:gd name="csY30" fmla="*/ 72654 h 85055"/>
              <a:gd name="csX31" fmla="*/ 163040 w 163039"/>
              <a:gd name="csY31" fmla="*/ 12401 h 85055"/>
              <a:gd name="csX32" fmla="*/ 150637 w 163039"/>
              <a:gd name="csY32" fmla="*/ 0 h 85055"/>
              <a:gd name="csX33" fmla="*/ 97470 w 163039"/>
              <a:gd name="csY33" fmla="*/ 0 h 85055"/>
              <a:gd name="csX34" fmla="*/ 21267 w 163039"/>
              <a:gd name="csY34" fmla="*/ 10632 h 85055"/>
              <a:gd name="csX35" fmla="*/ 60448 w 163039"/>
              <a:gd name="csY35" fmla="*/ 10632 h 85055"/>
              <a:gd name="csX36" fmla="*/ 54052 w 163039"/>
              <a:gd name="csY36" fmla="*/ 23203 h 85055"/>
              <a:gd name="csX37" fmla="*/ 46072 w 163039"/>
              <a:gd name="csY37" fmla="*/ 42528 h 85055"/>
              <a:gd name="csX38" fmla="*/ 65961 w 163039"/>
              <a:gd name="csY38" fmla="*/ 67245 h 85055"/>
              <a:gd name="csX39" fmla="*/ 62320 w 163039"/>
              <a:gd name="csY39" fmla="*/ 74424 h 85055"/>
              <a:gd name="csX40" fmla="*/ 21267 w 163039"/>
              <a:gd name="csY40" fmla="*/ 74424 h 85055"/>
              <a:gd name="csX41" fmla="*/ 10633 w 163039"/>
              <a:gd name="csY41" fmla="*/ 63792 h 85055"/>
              <a:gd name="csX42" fmla="*/ 10633 w 163039"/>
              <a:gd name="csY42" fmla="*/ 21264 h 85055"/>
              <a:gd name="csX43" fmla="*/ 21267 w 163039"/>
              <a:gd name="csY43" fmla="*/ 10632 h 85055"/>
              <a:gd name="csX44" fmla="*/ 100736 w 163039"/>
              <a:gd name="csY44" fmla="*/ 10632 h 85055"/>
              <a:gd name="csX45" fmla="*/ 141773 w 163039"/>
              <a:gd name="csY45" fmla="*/ 10632 h 85055"/>
              <a:gd name="csX46" fmla="*/ 152406 w 163039"/>
              <a:gd name="csY46" fmla="*/ 21264 h 85055"/>
              <a:gd name="csX47" fmla="*/ 152406 w 163039"/>
              <a:gd name="csY47" fmla="*/ 63792 h 85055"/>
              <a:gd name="csX48" fmla="*/ 141773 w 163039"/>
              <a:gd name="csY48" fmla="*/ 74424 h 85055"/>
              <a:gd name="csX49" fmla="*/ 102591 w 163039"/>
              <a:gd name="csY49" fmla="*/ 74424 h 85055"/>
              <a:gd name="csX50" fmla="*/ 108988 w 163039"/>
              <a:gd name="csY50" fmla="*/ 61869 h 85055"/>
              <a:gd name="csX51" fmla="*/ 116967 w 163039"/>
              <a:gd name="csY51" fmla="*/ 42528 h 85055"/>
              <a:gd name="csX52" fmla="*/ 97079 w 163039"/>
              <a:gd name="csY52" fmla="*/ 17811 h 85055"/>
              <a:gd name="csX53" fmla="*/ 100736 w 163039"/>
              <a:gd name="csY53" fmla="*/ 10632 h 85055"/>
              <a:gd name="csX54" fmla="*/ 24806 w 163039"/>
              <a:gd name="csY54" fmla="*/ 35434 h 85055"/>
              <a:gd name="csX55" fmla="*/ 19804 w 163039"/>
              <a:gd name="csY55" fmla="*/ 37510 h 85055"/>
              <a:gd name="csX56" fmla="*/ 17728 w 163039"/>
              <a:gd name="csY56" fmla="*/ 42528 h 85055"/>
              <a:gd name="csX57" fmla="*/ 19804 w 163039"/>
              <a:gd name="csY57" fmla="*/ 47546 h 85055"/>
              <a:gd name="csX58" fmla="*/ 24806 w 163039"/>
              <a:gd name="csY58" fmla="*/ 49621 h 85055"/>
              <a:gd name="csX59" fmla="*/ 29824 w 163039"/>
              <a:gd name="csY59" fmla="*/ 47546 h 85055"/>
              <a:gd name="csX60" fmla="*/ 31900 w 163039"/>
              <a:gd name="csY60" fmla="*/ 42528 h 85055"/>
              <a:gd name="csX61" fmla="*/ 29824 w 163039"/>
              <a:gd name="csY61" fmla="*/ 37510 h 85055"/>
              <a:gd name="csX62" fmla="*/ 24806 w 163039"/>
              <a:gd name="csY62" fmla="*/ 35434 h 85055"/>
              <a:gd name="csX63" fmla="*/ 138234 w 163039"/>
              <a:gd name="csY63" fmla="*/ 35434 h 85055"/>
              <a:gd name="csX64" fmla="*/ 133215 w 163039"/>
              <a:gd name="csY64" fmla="*/ 37510 h 85055"/>
              <a:gd name="csX65" fmla="*/ 131139 w 163039"/>
              <a:gd name="csY65" fmla="*/ 42528 h 85055"/>
              <a:gd name="csX66" fmla="*/ 133215 w 163039"/>
              <a:gd name="csY66" fmla="*/ 47546 h 85055"/>
              <a:gd name="csX67" fmla="*/ 138234 w 163039"/>
              <a:gd name="csY67" fmla="*/ 49621 h 85055"/>
              <a:gd name="csX68" fmla="*/ 143253 w 163039"/>
              <a:gd name="csY68" fmla="*/ 47546 h 85055"/>
              <a:gd name="csX69" fmla="*/ 145328 w 163039"/>
              <a:gd name="csY69" fmla="*/ 42528 h 85055"/>
              <a:gd name="csX70" fmla="*/ 143253 w 163039"/>
              <a:gd name="csY70" fmla="*/ 37510 h 85055"/>
              <a:gd name="csX71" fmla="*/ 138234 w 163039"/>
              <a:gd name="csY71" fmla="*/ 35434 h 85055"/>
            </a:gdLst>
            <a:ahLst/>
            <a:cxnLst/>
            <a:rect l="l" t="t" r="r" b="b"/>
            <a:pathLst>
              <a:path w="100000" h="100000">
                <a:moveTo>
                  <a:pt x="7607" y="23916"/>
                </a:moveTo>
                <a:cubicBezTo>
                  <a:pt x="3443" y="23916"/>
                  <a:pt x="0" y="27359"/>
                  <a:pt x="0" y="31522"/>
                </a:cubicBezTo>
                <a:lnTo>
                  <a:pt x="0" y="68478"/>
                </a:lnTo>
                <a:cubicBezTo>
                  <a:pt x="0" y="72642"/>
                  <a:pt x="3443" y="76085"/>
                  <a:pt x="7607" y="76085"/>
                </a:cubicBezTo>
                <a:lnTo>
                  <a:pt x="40217" y="76085"/>
                </a:lnTo>
                <a:cubicBezTo>
                  <a:pt x="40823" y="76085"/>
                  <a:pt x="41407" y="75917"/>
                  <a:pt x="41918" y="75605"/>
                </a:cubicBezTo>
                <a:cubicBezTo>
                  <a:pt x="42440" y="75292"/>
                  <a:pt x="42847" y="74832"/>
                  <a:pt x="43118" y="74301"/>
                </a:cubicBezTo>
                <a:lnTo>
                  <a:pt x="49713" y="61373"/>
                </a:lnTo>
                <a:cubicBezTo>
                  <a:pt x="49953" y="60893"/>
                  <a:pt x="50068" y="60361"/>
                  <a:pt x="50068" y="59829"/>
                </a:cubicBezTo>
                <a:cubicBezTo>
                  <a:pt x="50058" y="59297"/>
                  <a:pt x="49911" y="58775"/>
                  <a:pt x="49651" y="58306"/>
                </a:cubicBezTo>
                <a:lnTo>
                  <a:pt x="39497" y="40046"/>
                </a:lnTo>
                <a:lnTo>
                  <a:pt x="45299" y="28653"/>
                </a:lnTo>
                <a:cubicBezTo>
                  <a:pt x="45549" y="28152"/>
                  <a:pt x="45675" y="27599"/>
                  <a:pt x="45644" y="27046"/>
                </a:cubicBezTo>
                <a:cubicBezTo>
                  <a:pt x="45623" y="26493"/>
                  <a:pt x="45466" y="25950"/>
                  <a:pt x="45174" y="25471"/>
                </a:cubicBezTo>
                <a:cubicBezTo>
                  <a:pt x="44881" y="25001"/>
                  <a:pt x="44475" y="24605"/>
                  <a:pt x="43984" y="24333"/>
                </a:cubicBezTo>
                <a:cubicBezTo>
                  <a:pt x="43494" y="24062"/>
                  <a:pt x="42951" y="23916"/>
                  <a:pt x="42388" y="23916"/>
                </a:cubicBezTo>
                <a:lnTo>
                  <a:pt x="7607" y="23916"/>
                </a:lnTo>
                <a:close/>
                <a:moveTo>
                  <a:pt x="59783" y="23916"/>
                </a:moveTo>
                <a:cubicBezTo>
                  <a:pt x="59188" y="23916"/>
                  <a:pt x="58593" y="24083"/>
                  <a:pt x="58082" y="24395"/>
                </a:cubicBezTo>
                <a:cubicBezTo>
                  <a:pt x="57571" y="24709"/>
                  <a:pt x="57153" y="25168"/>
                  <a:pt x="56882" y="25700"/>
                </a:cubicBezTo>
                <a:lnTo>
                  <a:pt x="50298" y="38628"/>
                </a:lnTo>
                <a:cubicBezTo>
                  <a:pt x="50058" y="39107"/>
                  <a:pt x="49932" y="39640"/>
                  <a:pt x="49943" y="40171"/>
                </a:cubicBezTo>
                <a:cubicBezTo>
                  <a:pt x="49953" y="40704"/>
                  <a:pt x="50089" y="41225"/>
                  <a:pt x="50350" y="41695"/>
                </a:cubicBezTo>
                <a:lnTo>
                  <a:pt x="60503" y="59964"/>
                </a:lnTo>
                <a:lnTo>
                  <a:pt x="54712" y="71347"/>
                </a:lnTo>
                <a:cubicBezTo>
                  <a:pt x="54451" y="71848"/>
                  <a:pt x="54336" y="72402"/>
                  <a:pt x="54357" y="72954"/>
                </a:cubicBezTo>
                <a:cubicBezTo>
                  <a:pt x="54378" y="73508"/>
                  <a:pt x="54545" y="74050"/>
                  <a:pt x="54837" y="74530"/>
                </a:cubicBezTo>
                <a:cubicBezTo>
                  <a:pt x="55129" y="74999"/>
                  <a:pt x="55536" y="75396"/>
                  <a:pt x="56016" y="75667"/>
                </a:cubicBezTo>
                <a:cubicBezTo>
                  <a:pt x="56506" y="75938"/>
                  <a:pt x="57049" y="76085"/>
                  <a:pt x="57613" y="76085"/>
                </a:cubicBezTo>
                <a:lnTo>
                  <a:pt x="92393" y="76085"/>
                </a:lnTo>
                <a:cubicBezTo>
                  <a:pt x="96557" y="76085"/>
                  <a:pt x="100001" y="72642"/>
                  <a:pt x="100001" y="68478"/>
                </a:cubicBezTo>
                <a:lnTo>
                  <a:pt x="100001" y="31522"/>
                </a:lnTo>
                <a:cubicBezTo>
                  <a:pt x="100001" y="27359"/>
                  <a:pt x="96557" y="23916"/>
                  <a:pt x="92393" y="23916"/>
                </a:cubicBezTo>
                <a:lnTo>
                  <a:pt x="59783" y="23916"/>
                </a:lnTo>
                <a:close/>
                <a:moveTo>
                  <a:pt x="13044" y="30437"/>
                </a:moveTo>
                <a:lnTo>
                  <a:pt x="37076" y="30437"/>
                </a:lnTo>
                <a:lnTo>
                  <a:pt x="33153" y="38147"/>
                </a:lnTo>
                <a:cubicBezTo>
                  <a:pt x="30085" y="41017"/>
                  <a:pt x="28258" y="45368"/>
                  <a:pt x="28258" y="50000"/>
                </a:cubicBezTo>
                <a:cubicBezTo>
                  <a:pt x="28258" y="58055"/>
                  <a:pt x="33664" y="64649"/>
                  <a:pt x="40457" y="65160"/>
                </a:cubicBezTo>
                <a:lnTo>
                  <a:pt x="38224" y="69564"/>
                </a:lnTo>
                <a:lnTo>
                  <a:pt x="13044" y="69564"/>
                </a:lnTo>
                <a:cubicBezTo>
                  <a:pt x="13044" y="65954"/>
                  <a:pt x="10133" y="63043"/>
                  <a:pt x="6522" y="63043"/>
                </a:cubicBezTo>
                <a:lnTo>
                  <a:pt x="6522" y="36958"/>
                </a:lnTo>
                <a:cubicBezTo>
                  <a:pt x="10133" y="36958"/>
                  <a:pt x="13044" y="34047"/>
                  <a:pt x="13044" y="30437"/>
                </a:cubicBezTo>
                <a:close/>
                <a:moveTo>
                  <a:pt x="61786" y="30437"/>
                </a:moveTo>
                <a:lnTo>
                  <a:pt x="86956" y="30437"/>
                </a:lnTo>
                <a:cubicBezTo>
                  <a:pt x="86956" y="34047"/>
                  <a:pt x="89868" y="36958"/>
                  <a:pt x="93478" y="36958"/>
                </a:cubicBezTo>
                <a:lnTo>
                  <a:pt x="93478" y="63043"/>
                </a:lnTo>
                <a:cubicBezTo>
                  <a:pt x="89868" y="63043"/>
                  <a:pt x="86956" y="65954"/>
                  <a:pt x="86956" y="69564"/>
                </a:cubicBezTo>
                <a:lnTo>
                  <a:pt x="62924" y="69564"/>
                </a:lnTo>
                <a:lnTo>
                  <a:pt x="66848" y="61863"/>
                </a:lnTo>
                <a:cubicBezTo>
                  <a:pt x="69916" y="58994"/>
                  <a:pt x="71742" y="54633"/>
                  <a:pt x="71742" y="50000"/>
                </a:cubicBezTo>
                <a:cubicBezTo>
                  <a:pt x="71742" y="41945"/>
                  <a:pt x="66347" y="35351"/>
                  <a:pt x="59543" y="34840"/>
                </a:cubicBezTo>
                <a:lnTo>
                  <a:pt x="61786" y="30437"/>
                </a:lnTo>
                <a:close/>
                <a:moveTo>
                  <a:pt x="15215" y="45649"/>
                </a:moveTo>
                <a:cubicBezTo>
                  <a:pt x="14067" y="45649"/>
                  <a:pt x="12961" y="46109"/>
                  <a:pt x="12147" y="46923"/>
                </a:cubicBezTo>
                <a:cubicBezTo>
                  <a:pt x="11332" y="47746"/>
                  <a:pt x="10873" y="48842"/>
                  <a:pt x="10873" y="50000"/>
                </a:cubicBezTo>
                <a:cubicBezTo>
                  <a:pt x="10873" y="51158"/>
                  <a:pt x="11332" y="52254"/>
                  <a:pt x="12147" y="53078"/>
                </a:cubicBezTo>
                <a:cubicBezTo>
                  <a:pt x="12961" y="53892"/>
                  <a:pt x="14067" y="54351"/>
                  <a:pt x="15215" y="54351"/>
                </a:cubicBezTo>
                <a:cubicBezTo>
                  <a:pt x="16373" y="54351"/>
                  <a:pt x="17479" y="53892"/>
                  <a:pt x="18293" y="53078"/>
                </a:cubicBezTo>
                <a:cubicBezTo>
                  <a:pt x="19107" y="52254"/>
                  <a:pt x="19566" y="51158"/>
                  <a:pt x="19566" y="50000"/>
                </a:cubicBezTo>
                <a:cubicBezTo>
                  <a:pt x="19566" y="48842"/>
                  <a:pt x="19107" y="47746"/>
                  <a:pt x="18293" y="46923"/>
                </a:cubicBezTo>
                <a:cubicBezTo>
                  <a:pt x="17479" y="46109"/>
                  <a:pt x="16373" y="45649"/>
                  <a:pt x="15215" y="45649"/>
                </a:cubicBezTo>
                <a:close/>
                <a:moveTo>
                  <a:pt x="84786" y="45649"/>
                </a:moveTo>
                <a:cubicBezTo>
                  <a:pt x="83628" y="45649"/>
                  <a:pt x="82532" y="46109"/>
                  <a:pt x="81707" y="46923"/>
                </a:cubicBezTo>
                <a:cubicBezTo>
                  <a:pt x="80894" y="47746"/>
                  <a:pt x="80434" y="48842"/>
                  <a:pt x="80434" y="50000"/>
                </a:cubicBezTo>
                <a:cubicBezTo>
                  <a:pt x="80434" y="51158"/>
                  <a:pt x="80894" y="52254"/>
                  <a:pt x="81707" y="53078"/>
                </a:cubicBezTo>
                <a:cubicBezTo>
                  <a:pt x="82532" y="53892"/>
                  <a:pt x="83628" y="54351"/>
                  <a:pt x="84786" y="54351"/>
                </a:cubicBezTo>
                <a:cubicBezTo>
                  <a:pt x="85944" y="54351"/>
                  <a:pt x="87040" y="53892"/>
                  <a:pt x="87864" y="53078"/>
                </a:cubicBezTo>
                <a:cubicBezTo>
                  <a:pt x="88678" y="52254"/>
                  <a:pt x="89137" y="51158"/>
                  <a:pt x="89137" y="50000"/>
                </a:cubicBezTo>
                <a:cubicBezTo>
                  <a:pt x="89137" y="48842"/>
                  <a:pt x="88678" y="47746"/>
                  <a:pt x="87864" y="46923"/>
                </a:cubicBezTo>
                <a:cubicBezTo>
                  <a:pt x="87040" y="46109"/>
                  <a:pt x="85944" y="45649"/>
                  <a:pt x="84786" y="4564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9" name="Чёрный — SVG 28">
            <a:extLst>
              <a:ext uri="{FF2B5EF4-FFF2-40B4-BE49-F238E27FC236}">
                <a16:creationId xmlns:a16="http://schemas.microsoft.com/office/drawing/2014/main" id="{42C1EF49-03D5-CB44-924F-B9C7AD274E88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8864 w 138233"/>
              <a:gd name="csY0" fmla="*/ 0 h 134676"/>
              <a:gd name="csX1" fmla="*/ 0 w 138233"/>
              <a:gd name="csY1" fmla="*/ 8863 h 134676"/>
              <a:gd name="csX2" fmla="*/ 0 w 138233"/>
              <a:gd name="csY2" fmla="*/ 10632 h 134676"/>
              <a:gd name="csX3" fmla="*/ 0 w 138233"/>
              <a:gd name="csY3" fmla="*/ 124045 h 134676"/>
              <a:gd name="csX4" fmla="*/ 0 w 138233"/>
              <a:gd name="csY4" fmla="*/ 125814 h 134676"/>
              <a:gd name="csX5" fmla="*/ 8864 w 138233"/>
              <a:gd name="csY5" fmla="*/ 134677 h 134676"/>
              <a:gd name="csX6" fmla="*/ 10633 w 138233"/>
              <a:gd name="csY6" fmla="*/ 134677 h 134676"/>
              <a:gd name="csX7" fmla="*/ 58560 w 138233"/>
              <a:gd name="csY7" fmla="*/ 134677 h 134676"/>
              <a:gd name="csX8" fmla="*/ 53694 w 138233"/>
              <a:gd name="csY8" fmla="*/ 124045 h 134676"/>
              <a:gd name="csX9" fmla="*/ 21267 w 138233"/>
              <a:gd name="csY9" fmla="*/ 124045 h 134676"/>
              <a:gd name="csX10" fmla="*/ 10633 w 138233"/>
              <a:gd name="csY10" fmla="*/ 113413 h 134676"/>
              <a:gd name="csX11" fmla="*/ 10633 w 138233"/>
              <a:gd name="csY11" fmla="*/ 21264 h 134676"/>
              <a:gd name="csX12" fmla="*/ 21267 w 138233"/>
              <a:gd name="csY12" fmla="*/ 10632 h 134676"/>
              <a:gd name="csX13" fmla="*/ 53167 w 138233"/>
              <a:gd name="csY13" fmla="*/ 10632 h 134676"/>
              <a:gd name="csX14" fmla="*/ 63800 w 138233"/>
              <a:gd name="csY14" fmla="*/ 21264 h 134676"/>
              <a:gd name="csX15" fmla="*/ 63800 w 138233"/>
              <a:gd name="csY15" fmla="*/ 33733 h 134676"/>
              <a:gd name="csX16" fmla="*/ 74434 w 138233"/>
              <a:gd name="csY16" fmla="*/ 28885 h 134676"/>
              <a:gd name="csX17" fmla="*/ 74434 w 138233"/>
              <a:gd name="csY17" fmla="*/ 10632 h 134676"/>
              <a:gd name="csX18" fmla="*/ 74434 w 138233"/>
              <a:gd name="csY18" fmla="*/ 8863 h 134676"/>
              <a:gd name="csX19" fmla="*/ 65570 w 138233"/>
              <a:gd name="csY19" fmla="*/ 0 h 134676"/>
              <a:gd name="csX20" fmla="*/ 63800 w 138233"/>
              <a:gd name="csY20" fmla="*/ 0 h 134676"/>
              <a:gd name="csX21" fmla="*/ 10633 w 138233"/>
              <a:gd name="csY21" fmla="*/ 0 h 134676"/>
              <a:gd name="csX22" fmla="*/ 8864 w 138233"/>
              <a:gd name="csY22" fmla="*/ 0 h 134676"/>
              <a:gd name="csX23" fmla="*/ 37209 w 138233"/>
              <a:gd name="csY23" fmla="*/ 23033 h 134676"/>
              <a:gd name="csX24" fmla="*/ 32207 w 138233"/>
              <a:gd name="csY24" fmla="*/ 25108 h 134676"/>
              <a:gd name="csX25" fmla="*/ 30131 w 138233"/>
              <a:gd name="csY25" fmla="*/ 30127 h 134676"/>
              <a:gd name="csX26" fmla="*/ 32207 w 138233"/>
              <a:gd name="csY26" fmla="*/ 35128 h 134676"/>
              <a:gd name="csX27" fmla="*/ 37209 w 138233"/>
              <a:gd name="csY27" fmla="*/ 37203 h 134676"/>
              <a:gd name="csX28" fmla="*/ 42227 w 138233"/>
              <a:gd name="csY28" fmla="*/ 35128 h 134676"/>
              <a:gd name="csX29" fmla="*/ 44303 w 138233"/>
              <a:gd name="csY29" fmla="*/ 30127 h 134676"/>
              <a:gd name="csX30" fmla="*/ 42227 w 138233"/>
              <a:gd name="csY30" fmla="*/ 25108 h 134676"/>
              <a:gd name="csX31" fmla="*/ 37209 w 138233"/>
              <a:gd name="csY31" fmla="*/ 23033 h 134676"/>
              <a:gd name="csX32" fmla="*/ 79742 w 138233"/>
              <a:gd name="csY32" fmla="*/ 38990 h 134676"/>
              <a:gd name="csX33" fmla="*/ 63800 w 138233"/>
              <a:gd name="csY33" fmla="*/ 54929 h 134676"/>
              <a:gd name="csX34" fmla="*/ 63800 w 138233"/>
              <a:gd name="csY34" fmla="*/ 118721 h 134676"/>
              <a:gd name="csX35" fmla="*/ 79742 w 138233"/>
              <a:gd name="csY35" fmla="*/ 134677 h 134676"/>
              <a:gd name="csX36" fmla="*/ 102795 w 138233"/>
              <a:gd name="csY36" fmla="*/ 134677 h 134676"/>
              <a:gd name="csX37" fmla="*/ 102795 w 138233"/>
              <a:gd name="csY37" fmla="*/ 38990 h 134676"/>
              <a:gd name="csX38" fmla="*/ 79742 w 138233"/>
              <a:gd name="csY38" fmla="*/ 38990 h 134676"/>
              <a:gd name="csX39" fmla="*/ 113428 w 138233"/>
              <a:gd name="csY39" fmla="*/ 38990 h 134676"/>
              <a:gd name="csX40" fmla="*/ 113428 w 138233"/>
              <a:gd name="csY40" fmla="*/ 134677 h 134676"/>
              <a:gd name="csX41" fmla="*/ 122276 w 138233"/>
              <a:gd name="csY41" fmla="*/ 134677 h 134676"/>
              <a:gd name="csX42" fmla="*/ 138234 w 138233"/>
              <a:gd name="csY42" fmla="*/ 118721 h 134676"/>
              <a:gd name="csX43" fmla="*/ 138234 w 138233"/>
              <a:gd name="csY43" fmla="*/ 54929 h 134676"/>
              <a:gd name="csX44" fmla="*/ 122276 w 138233"/>
              <a:gd name="csY44" fmla="*/ 38990 h 134676"/>
              <a:gd name="csX45" fmla="*/ 113428 w 138233"/>
              <a:gd name="csY45" fmla="*/ 38990 h 134676"/>
              <a:gd name="csX46" fmla="*/ 37209 w 138233"/>
              <a:gd name="csY46" fmla="*/ 49621 h 134676"/>
              <a:gd name="csX47" fmla="*/ 17728 w 138233"/>
              <a:gd name="csY47" fmla="*/ 67330 h 134676"/>
              <a:gd name="csX48" fmla="*/ 37209 w 138233"/>
              <a:gd name="csY48" fmla="*/ 85056 h 134676"/>
              <a:gd name="csX49" fmla="*/ 53167 w 138233"/>
              <a:gd name="csY49" fmla="*/ 77503 h 134676"/>
              <a:gd name="csX50" fmla="*/ 53167 w 138233"/>
              <a:gd name="csY50" fmla="*/ 57174 h 134676"/>
              <a:gd name="csX51" fmla="*/ 37209 w 138233"/>
              <a:gd name="csY51" fmla="*/ 49621 h 134676"/>
              <a:gd name="csX52" fmla="*/ 37209 w 138233"/>
              <a:gd name="csY52" fmla="*/ 97457 h 134676"/>
              <a:gd name="csX53" fmla="*/ 32207 w 138233"/>
              <a:gd name="csY53" fmla="*/ 99532 h 134676"/>
              <a:gd name="csX54" fmla="*/ 30131 w 138233"/>
              <a:gd name="csY54" fmla="*/ 104550 h 134676"/>
              <a:gd name="csX55" fmla="*/ 32207 w 138233"/>
              <a:gd name="csY55" fmla="*/ 109552 h 134676"/>
              <a:gd name="csX56" fmla="*/ 37209 w 138233"/>
              <a:gd name="csY56" fmla="*/ 111627 h 134676"/>
              <a:gd name="csX57" fmla="*/ 42227 w 138233"/>
              <a:gd name="csY57" fmla="*/ 109552 h 134676"/>
              <a:gd name="csX58" fmla="*/ 44303 w 138233"/>
              <a:gd name="csY58" fmla="*/ 104550 h 134676"/>
              <a:gd name="csX59" fmla="*/ 42227 w 138233"/>
              <a:gd name="csY59" fmla="*/ 99532 h 134676"/>
              <a:gd name="csX60" fmla="*/ 37209 w 138233"/>
              <a:gd name="csY60" fmla="*/ 97457 h 134676"/>
            </a:gdLst>
            <a:ahLst/>
            <a:cxnLst/>
            <a:rect l="l" t="t" r="r" b="b"/>
            <a:pathLst>
              <a:path w="100000" h="100000">
                <a:moveTo>
                  <a:pt x="6412" y="1287"/>
                </a:moveTo>
                <a:cubicBezTo>
                  <a:pt x="2868" y="1287"/>
                  <a:pt x="0" y="4154"/>
                  <a:pt x="0" y="7698"/>
                </a:cubicBezTo>
                <a:lnTo>
                  <a:pt x="0" y="8978"/>
                </a:lnTo>
                <a:lnTo>
                  <a:pt x="0" y="91023"/>
                </a:lnTo>
                <a:lnTo>
                  <a:pt x="0" y="92302"/>
                </a:lnTo>
                <a:cubicBezTo>
                  <a:pt x="0" y="95834"/>
                  <a:pt x="2868" y="98714"/>
                  <a:pt x="6412" y="98714"/>
                </a:cubicBezTo>
                <a:lnTo>
                  <a:pt x="7692" y="98714"/>
                </a:lnTo>
                <a:lnTo>
                  <a:pt x="42363" y="98714"/>
                </a:lnTo>
                <a:cubicBezTo>
                  <a:pt x="40640" y="96474"/>
                  <a:pt x="39434" y="93866"/>
                  <a:pt x="38843" y="91023"/>
                </a:cubicBezTo>
                <a:lnTo>
                  <a:pt x="15385" y="91023"/>
                </a:lnTo>
                <a:cubicBezTo>
                  <a:pt x="15385" y="86765"/>
                  <a:pt x="11939" y="83331"/>
                  <a:pt x="7692" y="83331"/>
                </a:cubicBezTo>
                <a:lnTo>
                  <a:pt x="7692" y="16669"/>
                </a:lnTo>
                <a:cubicBezTo>
                  <a:pt x="11939" y="16669"/>
                  <a:pt x="15385" y="13224"/>
                  <a:pt x="15385" y="8978"/>
                </a:cubicBezTo>
                <a:lnTo>
                  <a:pt x="38462" y="8978"/>
                </a:lnTo>
                <a:cubicBezTo>
                  <a:pt x="38462" y="13224"/>
                  <a:pt x="41908" y="16669"/>
                  <a:pt x="46154" y="16669"/>
                </a:cubicBezTo>
                <a:lnTo>
                  <a:pt x="46154" y="25690"/>
                </a:lnTo>
                <a:cubicBezTo>
                  <a:pt x="48382" y="23979"/>
                  <a:pt x="51003" y="22773"/>
                  <a:pt x="53847" y="22182"/>
                </a:cubicBezTo>
                <a:lnTo>
                  <a:pt x="53847" y="8978"/>
                </a:lnTo>
                <a:lnTo>
                  <a:pt x="53847" y="7698"/>
                </a:lnTo>
                <a:cubicBezTo>
                  <a:pt x="53847" y="4154"/>
                  <a:pt x="50978" y="1287"/>
                  <a:pt x="47434" y="1287"/>
                </a:cubicBezTo>
                <a:lnTo>
                  <a:pt x="46154" y="1287"/>
                </a:lnTo>
                <a:lnTo>
                  <a:pt x="7692" y="1287"/>
                </a:lnTo>
                <a:lnTo>
                  <a:pt x="6412" y="1287"/>
                </a:lnTo>
                <a:close/>
                <a:moveTo>
                  <a:pt x="26918" y="17949"/>
                </a:moveTo>
                <a:cubicBezTo>
                  <a:pt x="25563" y="17949"/>
                  <a:pt x="24258" y="18490"/>
                  <a:pt x="23299" y="19450"/>
                </a:cubicBezTo>
                <a:cubicBezTo>
                  <a:pt x="22338" y="20410"/>
                  <a:pt x="21797" y="21714"/>
                  <a:pt x="21797" y="23081"/>
                </a:cubicBezTo>
                <a:cubicBezTo>
                  <a:pt x="21797" y="24434"/>
                  <a:pt x="22338" y="25739"/>
                  <a:pt x="23299" y="26699"/>
                </a:cubicBezTo>
                <a:cubicBezTo>
                  <a:pt x="24258" y="27671"/>
                  <a:pt x="25563" y="28200"/>
                  <a:pt x="26918" y="28200"/>
                </a:cubicBezTo>
                <a:cubicBezTo>
                  <a:pt x="28283" y="28200"/>
                  <a:pt x="29588" y="27671"/>
                  <a:pt x="30548" y="26699"/>
                </a:cubicBezTo>
                <a:cubicBezTo>
                  <a:pt x="31508" y="25739"/>
                  <a:pt x="32050" y="24434"/>
                  <a:pt x="32050" y="23081"/>
                </a:cubicBezTo>
                <a:cubicBezTo>
                  <a:pt x="32050" y="21714"/>
                  <a:pt x="31508" y="20410"/>
                  <a:pt x="30548" y="19450"/>
                </a:cubicBezTo>
                <a:cubicBezTo>
                  <a:pt x="29588" y="18490"/>
                  <a:pt x="28283" y="17949"/>
                  <a:pt x="26918" y="17949"/>
                </a:cubicBezTo>
                <a:close/>
                <a:moveTo>
                  <a:pt x="57687" y="29493"/>
                </a:moveTo>
                <a:cubicBezTo>
                  <a:pt x="51336" y="29493"/>
                  <a:pt x="46154" y="34661"/>
                  <a:pt x="46154" y="41023"/>
                </a:cubicBezTo>
                <a:lnTo>
                  <a:pt x="46154" y="87171"/>
                </a:lnTo>
                <a:cubicBezTo>
                  <a:pt x="46154" y="93533"/>
                  <a:pt x="51336" y="98714"/>
                  <a:pt x="57687" y="98714"/>
                </a:cubicBezTo>
                <a:lnTo>
                  <a:pt x="74364" y="98714"/>
                </a:lnTo>
                <a:lnTo>
                  <a:pt x="74364" y="29493"/>
                </a:lnTo>
                <a:lnTo>
                  <a:pt x="57687" y="29493"/>
                </a:lnTo>
                <a:close/>
                <a:moveTo>
                  <a:pt x="82056" y="29493"/>
                </a:moveTo>
                <a:lnTo>
                  <a:pt x="82056" y="98714"/>
                </a:lnTo>
                <a:lnTo>
                  <a:pt x="88456" y="98714"/>
                </a:lnTo>
                <a:cubicBezTo>
                  <a:pt x="94819" y="98714"/>
                  <a:pt x="100001" y="93533"/>
                  <a:pt x="100001" y="87171"/>
                </a:cubicBezTo>
                <a:lnTo>
                  <a:pt x="100001" y="41023"/>
                </a:lnTo>
                <a:cubicBezTo>
                  <a:pt x="100001" y="34661"/>
                  <a:pt x="94819" y="29493"/>
                  <a:pt x="88456" y="29493"/>
                </a:cubicBezTo>
                <a:lnTo>
                  <a:pt x="82056" y="29493"/>
                </a:lnTo>
                <a:close/>
                <a:moveTo>
                  <a:pt x="26918" y="37183"/>
                </a:moveTo>
                <a:cubicBezTo>
                  <a:pt x="19126" y="37183"/>
                  <a:pt x="12825" y="42918"/>
                  <a:pt x="12825" y="49994"/>
                </a:cubicBezTo>
                <a:cubicBezTo>
                  <a:pt x="12825" y="57070"/>
                  <a:pt x="19126" y="62817"/>
                  <a:pt x="26918" y="62817"/>
                </a:cubicBezTo>
                <a:cubicBezTo>
                  <a:pt x="31693" y="62817"/>
                  <a:pt x="35926" y="60664"/>
                  <a:pt x="38462" y="57354"/>
                </a:cubicBezTo>
                <a:lnTo>
                  <a:pt x="38462" y="42647"/>
                </a:lnTo>
                <a:cubicBezTo>
                  <a:pt x="35926" y="39337"/>
                  <a:pt x="31693" y="37183"/>
                  <a:pt x="26918" y="37183"/>
                </a:cubicBezTo>
                <a:close/>
                <a:moveTo>
                  <a:pt x="26918" y="71789"/>
                </a:moveTo>
                <a:cubicBezTo>
                  <a:pt x="25563" y="71789"/>
                  <a:pt x="24258" y="72330"/>
                  <a:pt x="23299" y="73290"/>
                </a:cubicBezTo>
                <a:cubicBezTo>
                  <a:pt x="22338" y="74250"/>
                  <a:pt x="21797" y="75554"/>
                  <a:pt x="21797" y="76920"/>
                </a:cubicBezTo>
                <a:cubicBezTo>
                  <a:pt x="21797" y="78274"/>
                  <a:pt x="22338" y="79578"/>
                  <a:pt x="23299" y="80538"/>
                </a:cubicBezTo>
                <a:cubicBezTo>
                  <a:pt x="24258" y="81510"/>
                  <a:pt x="25563" y="82039"/>
                  <a:pt x="26918" y="82039"/>
                </a:cubicBezTo>
                <a:cubicBezTo>
                  <a:pt x="28283" y="82039"/>
                  <a:pt x="29588" y="81510"/>
                  <a:pt x="30548" y="80538"/>
                </a:cubicBezTo>
                <a:cubicBezTo>
                  <a:pt x="31508" y="79578"/>
                  <a:pt x="32050" y="78274"/>
                  <a:pt x="32050" y="76920"/>
                </a:cubicBezTo>
                <a:cubicBezTo>
                  <a:pt x="32050" y="75554"/>
                  <a:pt x="31508" y="74250"/>
                  <a:pt x="30548" y="73290"/>
                </a:cubicBezTo>
                <a:cubicBezTo>
                  <a:pt x="29588" y="72330"/>
                  <a:pt x="28283" y="71789"/>
                  <a:pt x="26918" y="7178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0" name="Чёрный — SVG 29">
            <a:extLst>
              <a:ext uri="{FF2B5EF4-FFF2-40B4-BE49-F238E27FC236}">
                <a16:creationId xmlns:a16="http://schemas.microsoft.com/office/drawing/2014/main" id="{CD36BA39-1853-964B-8547-BC6BF8F7C2D0}"/>
              </a:ext>
            </a:extLst>
          </p:cNvPr>
          <p:cNvSpPr>
            <a:spLocks noGrp="1"/>
          </p:cNvSpPr>
          <p:nvPr/>
        </p:nvSpPr>
        <p:spPr>
          <a:xfrm>
            <a:off x="6420000" y="3210000"/>
            <a:ext cx="220000" cy="220000"/>
          </a:xfrm>
          <a:custGeom>
            <a:avLst/>
            <a:gdLst>
              <a:gd name="csX0" fmla="*/ 70895 w 141772"/>
              <a:gd name="csY0" fmla="*/ 0 h 141754"/>
              <a:gd name="csX1" fmla="*/ 21267 w 141772"/>
              <a:gd name="csY1" fmla="*/ 20311 h 141754"/>
              <a:gd name="csX2" fmla="*/ 21267 w 141772"/>
              <a:gd name="csY2" fmla="*/ 17726 h 141754"/>
              <a:gd name="csX3" fmla="*/ 20739 w 141772"/>
              <a:gd name="csY3" fmla="*/ 14953 h 141754"/>
              <a:gd name="csX4" fmla="*/ 19191 w 141772"/>
              <a:gd name="csY4" fmla="*/ 12605 h 141754"/>
              <a:gd name="csX5" fmla="*/ 16843 w 141772"/>
              <a:gd name="csY5" fmla="*/ 11057 h 141754"/>
              <a:gd name="csX6" fmla="*/ 14070 w 141772"/>
              <a:gd name="csY6" fmla="*/ 10530 h 141754"/>
              <a:gd name="csX7" fmla="*/ 9102 w 141772"/>
              <a:gd name="csY7" fmla="*/ 12690 h 141754"/>
              <a:gd name="csX8" fmla="*/ 7094 w 141772"/>
              <a:gd name="csY8" fmla="*/ 17726 h 141754"/>
              <a:gd name="csX9" fmla="*/ 7094 w 141772"/>
              <a:gd name="csY9" fmla="*/ 38990 h 141754"/>
              <a:gd name="csX10" fmla="*/ 9170 w 141772"/>
              <a:gd name="csY10" fmla="*/ 43991 h 141754"/>
              <a:gd name="csX11" fmla="*/ 14172 w 141772"/>
              <a:gd name="csY11" fmla="*/ 46066 h 141754"/>
              <a:gd name="csX12" fmla="*/ 35439 w 141772"/>
              <a:gd name="csY12" fmla="*/ 46066 h 141754"/>
              <a:gd name="csX13" fmla="*/ 38195 w 141772"/>
              <a:gd name="csY13" fmla="*/ 45556 h 141754"/>
              <a:gd name="csX14" fmla="*/ 40526 w 141772"/>
              <a:gd name="csY14" fmla="*/ 44025 h 141754"/>
              <a:gd name="csX15" fmla="*/ 42091 w 141772"/>
              <a:gd name="csY15" fmla="*/ 41711 h 141754"/>
              <a:gd name="csX16" fmla="*/ 42636 w 141772"/>
              <a:gd name="csY16" fmla="*/ 38990 h 141754"/>
              <a:gd name="csX17" fmla="*/ 42091 w 141772"/>
              <a:gd name="csY17" fmla="*/ 36251 h 141754"/>
              <a:gd name="csX18" fmla="*/ 40526 w 141772"/>
              <a:gd name="csY18" fmla="*/ 33937 h 141754"/>
              <a:gd name="csX19" fmla="*/ 38195 w 141772"/>
              <a:gd name="csY19" fmla="*/ 32406 h 141754"/>
              <a:gd name="csX20" fmla="*/ 35439 w 141772"/>
              <a:gd name="csY20" fmla="*/ 31896 h 141754"/>
              <a:gd name="csX21" fmla="*/ 29705 w 141772"/>
              <a:gd name="csY21" fmla="*/ 31896 h 141754"/>
              <a:gd name="csX22" fmla="*/ 70895 w 141772"/>
              <a:gd name="csY22" fmla="*/ 14170 h 141754"/>
              <a:gd name="csX23" fmla="*/ 127601 w 141772"/>
              <a:gd name="csY23" fmla="*/ 70885 h 141754"/>
              <a:gd name="csX24" fmla="*/ 70895 w 141772"/>
              <a:gd name="csY24" fmla="*/ 127583 h 141754"/>
              <a:gd name="csX25" fmla="*/ 68139 w 141772"/>
              <a:gd name="csY25" fmla="*/ 128094 h 141754"/>
              <a:gd name="csX26" fmla="*/ 65808 w 141772"/>
              <a:gd name="csY26" fmla="*/ 129625 h 141754"/>
              <a:gd name="csX27" fmla="*/ 64243 w 141772"/>
              <a:gd name="csY27" fmla="*/ 131938 h 141754"/>
              <a:gd name="csX28" fmla="*/ 63698 w 141772"/>
              <a:gd name="csY28" fmla="*/ 134677 h 141754"/>
              <a:gd name="csX29" fmla="*/ 64243 w 141772"/>
              <a:gd name="csY29" fmla="*/ 137399 h 141754"/>
              <a:gd name="csX30" fmla="*/ 65808 w 141772"/>
              <a:gd name="csY30" fmla="*/ 139712 h 141754"/>
              <a:gd name="csX31" fmla="*/ 68139 w 141772"/>
              <a:gd name="csY31" fmla="*/ 141243 h 141754"/>
              <a:gd name="csX32" fmla="*/ 70895 w 141772"/>
              <a:gd name="csY32" fmla="*/ 141753 h 141754"/>
              <a:gd name="csX33" fmla="*/ 141773 w 141772"/>
              <a:gd name="csY33" fmla="*/ 70885 h 141754"/>
              <a:gd name="csX34" fmla="*/ 70895 w 141772"/>
              <a:gd name="csY34" fmla="*/ 0 h 141754"/>
              <a:gd name="csX35" fmla="*/ 70793 w 141772"/>
              <a:gd name="csY35" fmla="*/ 24717 h 141754"/>
              <a:gd name="csX36" fmla="*/ 65808 w 141772"/>
              <a:gd name="csY36" fmla="*/ 26861 h 141754"/>
              <a:gd name="csX37" fmla="*/ 63800 w 141772"/>
              <a:gd name="csY37" fmla="*/ 31896 h 141754"/>
              <a:gd name="csX38" fmla="*/ 63800 w 141772"/>
              <a:gd name="csY38" fmla="*/ 32797 h 141754"/>
              <a:gd name="csX39" fmla="*/ 46072 w 141772"/>
              <a:gd name="csY39" fmla="*/ 54044 h 141754"/>
              <a:gd name="csX40" fmla="*/ 68224 w 141772"/>
              <a:gd name="csY40" fmla="*/ 76193 h 141754"/>
              <a:gd name="csX41" fmla="*/ 71779 w 141772"/>
              <a:gd name="csY41" fmla="*/ 76193 h 141754"/>
              <a:gd name="csX42" fmla="*/ 81528 w 141772"/>
              <a:gd name="csY42" fmla="*/ 85940 h 141754"/>
              <a:gd name="csX43" fmla="*/ 71779 w 141772"/>
              <a:gd name="csY43" fmla="*/ 95687 h 141754"/>
              <a:gd name="csX44" fmla="*/ 67339 w 141772"/>
              <a:gd name="csY44" fmla="*/ 95687 h 141754"/>
              <a:gd name="csX45" fmla="*/ 60483 w 141772"/>
              <a:gd name="csY45" fmla="*/ 90397 h 141754"/>
              <a:gd name="csX46" fmla="*/ 59292 w 141772"/>
              <a:gd name="csY46" fmla="*/ 87879 h 141754"/>
              <a:gd name="csX47" fmla="*/ 57233 w 141772"/>
              <a:gd name="csY47" fmla="*/ 86008 h 141754"/>
              <a:gd name="csX48" fmla="*/ 54596 w 141772"/>
              <a:gd name="csY48" fmla="*/ 85090 h 141754"/>
              <a:gd name="csX49" fmla="*/ 51823 w 141772"/>
              <a:gd name="csY49" fmla="*/ 85243 h 141754"/>
              <a:gd name="csX50" fmla="*/ 49305 w 141772"/>
              <a:gd name="csY50" fmla="*/ 86467 h 141754"/>
              <a:gd name="csX51" fmla="*/ 47467 w 141772"/>
              <a:gd name="csY51" fmla="*/ 88560 h 141754"/>
              <a:gd name="csX52" fmla="*/ 46566 w 141772"/>
              <a:gd name="csY52" fmla="*/ 91197 h 141754"/>
              <a:gd name="csX53" fmla="*/ 46770 w 141772"/>
              <a:gd name="csY53" fmla="*/ 93969 h 141754"/>
              <a:gd name="csX54" fmla="*/ 63800 w 141772"/>
              <a:gd name="csY54" fmla="*/ 109262 h 141754"/>
              <a:gd name="csX55" fmla="*/ 63800 w 141772"/>
              <a:gd name="csY55" fmla="*/ 109858 h 141754"/>
              <a:gd name="csX56" fmla="*/ 64311 w 141772"/>
              <a:gd name="csY56" fmla="*/ 112613 h 141754"/>
              <a:gd name="csX57" fmla="*/ 65842 w 141772"/>
              <a:gd name="csY57" fmla="*/ 114944 h 141754"/>
              <a:gd name="csX58" fmla="*/ 68156 w 141772"/>
              <a:gd name="csY58" fmla="*/ 116509 h 141754"/>
              <a:gd name="csX59" fmla="*/ 70895 w 141772"/>
              <a:gd name="csY59" fmla="*/ 117054 h 141754"/>
              <a:gd name="csX60" fmla="*/ 73617 w 141772"/>
              <a:gd name="csY60" fmla="*/ 116509 h 141754"/>
              <a:gd name="csX61" fmla="*/ 75931 w 141772"/>
              <a:gd name="csY61" fmla="*/ 114944 h 141754"/>
              <a:gd name="csX62" fmla="*/ 77462 w 141772"/>
              <a:gd name="csY62" fmla="*/ 112613 h 141754"/>
              <a:gd name="csX63" fmla="*/ 77973 w 141772"/>
              <a:gd name="csY63" fmla="*/ 109858 h 141754"/>
              <a:gd name="csX64" fmla="*/ 77973 w 141772"/>
              <a:gd name="csY64" fmla="*/ 108599 h 141754"/>
              <a:gd name="csX65" fmla="*/ 95700 w 141772"/>
              <a:gd name="csY65" fmla="*/ 85940 h 141754"/>
              <a:gd name="csX66" fmla="*/ 71779 w 141772"/>
              <a:gd name="csY66" fmla="*/ 62022 h 141754"/>
              <a:gd name="csX67" fmla="*/ 68224 w 141772"/>
              <a:gd name="csY67" fmla="*/ 62022 h 141754"/>
              <a:gd name="csX68" fmla="*/ 60261 w 141772"/>
              <a:gd name="csY68" fmla="*/ 54044 h 141754"/>
              <a:gd name="csX69" fmla="*/ 68224 w 141772"/>
              <a:gd name="csY69" fmla="*/ 46066 h 141754"/>
              <a:gd name="csX70" fmla="*/ 72664 w 141772"/>
              <a:gd name="csY70" fmla="*/ 46066 h 141754"/>
              <a:gd name="csX71" fmla="*/ 79504 w 141772"/>
              <a:gd name="csY71" fmla="*/ 51306 h 141754"/>
              <a:gd name="csX72" fmla="*/ 80729 w 141772"/>
              <a:gd name="csY72" fmla="*/ 53806 h 141754"/>
              <a:gd name="csX73" fmla="*/ 82804 w 141772"/>
              <a:gd name="csY73" fmla="*/ 55643 h 141754"/>
              <a:gd name="csX74" fmla="*/ 85441 w 141772"/>
              <a:gd name="csY74" fmla="*/ 56545 h 141754"/>
              <a:gd name="csX75" fmla="*/ 88215 w 141772"/>
              <a:gd name="csY75" fmla="*/ 56358 h 141754"/>
              <a:gd name="csX76" fmla="*/ 90716 w 141772"/>
              <a:gd name="csY76" fmla="*/ 55116 h 141754"/>
              <a:gd name="csX77" fmla="*/ 92536 w 141772"/>
              <a:gd name="csY77" fmla="*/ 53024 h 141754"/>
              <a:gd name="csX78" fmla="*/ 93403 w 141772"/>
              <a:gd name="csY78" fmla="*/ 50370 h 141754"/>
              <a:gd name="csX79" fmla="*/ 93200 w 141772"/>
              <a:gd name="csY79" fmla="*/ 47597 h 141754"/>
              <a:gd name="csX80" fmla="*/ 77973 w 141772"/>
              <a:gd name="csY80" fmla="*/ 32797 h 141754"/>
              <a:gd name="csX81" fmla="*/ 77973 w 141772"/>
              <a:gd name="csY81" fmla="*/ 31896 h 141754"/>
              <a:gd name="csX82" fmla="*/ 77462 w 141772"/>
              <a:gd name="csY82" fmla="*/ 29123 h 141754"/>
              <a:gd name="csX83" fmla="*/ 75897 w 141772"/>
              <a:gd name="csY83" fmla="*/ 26792 h 141754"/>
              <a:gd name="csX84" fmla="*/ 73549 w 141772"/>
              <a:gd name="csY84" fmla="*/ 25227 h 141754"/>
              <a:gd name="csX85" fmla="*/ 70793 w 141772"/>
              <a:gd name="csY85" fmla="*/ 24717 h 141754"/>
              <a:gd name="csX86" fmla="*/ 7094 w 141772"/>
              <a:gd name="csY86" fmla="*/ 63928 h 141754"/>
              <a:gd name="csX87" fmla="*/ 0 w 141772"/>
              <a:gd name="csY87" fmla="*/ 71021 h 141754"/>
              <a:gd name="csX88" fmla="*/ 7094 w 141772"/>
              <a:gd name="csY88" fmla="*/ 78098 h 141754"/>
              <a:gd name="csX89" fmla="*/ 14172 w 141772"/>
              <a:gd name="csY89" fmla="*/ 70987 h 141754"/>
              <a:gd name="csX90" fmla="*/ 7094 w 141772"/>
              <a:gd name="csY90" fmla="*/ 63928 h 141754"/>
              <a:gd name="csX91" fmla="*/ 12012 w 141772"/>
              <a:gd name="csY91" fmla="*/ 88305 h 141754"/>
              <a:gd name="csX92" fmla="*/ 9255 w 141772"/>
              <a:gd name="csY92" fmla="*/ 88849 h 141754"/>
              <a:gd name="csX93" fmla="*/ 5427 w 141772"/>
              <a:gd name="csY93" fmla="*/ 98137 h 141754"/>
              <a:gd name="csX94" fmla="*/ 11978 w 141772"/>
              <a:gd name="csY94" fmla="*/ 102492 h 141754"/>
              <a:gd name="csX95" fmla="*/ 14716 w 141772"/>
              <a:gd name="csY95" fmla="*/ 101964 h 141754"/>
              <a:gd name="csX96" fmla="*/ 18510 w 141772"/>
              <a:gd name="csY96" fmla="*/ 92676 h 141754"/>
              <a:gd name="csX97" fmla="*/ 12012 w 141772"/>
              <a:gd name="csY97" fmla="*/ 88305 h 141754"/>
              <a:gd name="csX98" fmla="*/ 25826 w 141772"/>
              <a:gd name="csY98" fmla="*/ 108956 h 141754"/>
              <a:gd name="csX99" fmla="*/ 20841 w 141772"/>
              <a:gd name="csY99" fmla="*/ 111032 h 141754"/>
              <a:gd name="csX100" fmla="*/ 20841 w 141772"/>
              <a:gd name="csY100" fmla="*/ 121068 h 141754"/>
              <a:gd name="csX101" fmla="*/ 25843 w 141772"/>
              <a:gd name="csY101" fmla="*/ 123160 h 141754"/>
              <a:gd name="csX102" fmla="*/ 30879 w 141772"/>
              <a:gd name="csY102" fmla="*/ 121068 h 141754"/>
              <a:gd name="csX103" fmla="*/ 30828 w 141772"/>
              <a:gd name="csY103" fmla="*/ 111032 h 141754"/>
              <a:gd name="csX104" fmla="*/ 25826 w 141772"/>
              <a:gd name="csY104" fmla="*/ 108956 h 141754"/>
              <a:gd name="csX105" fmla="*/ 46481 w 141772"/>
              <a:gd name="csY105" fmla="*/ 122786 h 141754"/>
              <a:gd name="csX106" fmla="*/ 39982 w 141772"/>
              <a:gd name="csY106" fmla="*/ 127158 h 141754"/>
              <a:gd name="csX107" fmla="*/ 43844 w 141772"/>
              <a:gd name="csY107" fmla="*/ 136412 h 141754"/>
              <a:gd name="csX108" fmla="*/ 46549 w 141772"/>
              <a:gd name="csY108" fmla="*/ 136939 h 141754"/>
              <a:gd name="csX109" fmla="*/ 53099 w 141772"/>
              <a:gd name="csY109" fmla="*/ 132584 h 141754"/>
              <a:gd name="csX110" fmla="*/ 49271 w 141772"/>
              <a:gd name="csY110" fmla="*/ 123296 h 141754"/>
              <a:gd name="csX111" fmla="*/ 49271 w 141772"/>
              <a:gd name="csY111" fmla="*/ 123331 h 141754"/>
              <a:gd name="csX112" fmla="*/ 46481 w 141772"/>
              <a:gd name="csY112" fmla="*/ 122786 h 141754"/>
            </a:gdLst>
            <a:ahLst/>
            <a:cxnLst/>
            <a:rect l="l" t="t" r="r" b="b"/>
            <a:pathLst>
              <a:path w="100000" h="100000">
                <a:moveTo>
                  <a:pt x="50006" y="6"/>
                </a:moveTo>
                <a:cubicBezTo>
                  <a:pt x="36398" y="6"/>
                  <a:pt x="24025" y="5478"/>
                  <a:pt x="15001" y="14333"/>
                </a:cubicBezTo>
                <a:lnTo>
                  <a:pt x="15001" y="12510"/>
                </a:lnTo>
                <a:cubicBezTo>
                  <a:pt x="15013" y="11837"/>
                  <a:pt x="14880" y="11177"/>
                  <a:pt x="14628" y="10554"/>
                </a:cubicBezTo>
                <a:cubicBezTo>
                  <a:pt x="14377" y="9929"/>
                  <a:pt x="14005" y="9378"/>
                  <a:pt x="13537" y="8897"/>
                </a:cubicBezTo>
                <a:cubicBezTo>
                  <a:pt x="13056" y="8430"/>
                  <a:pt x="12505" y="8057"/>
                  <a:pt x="11880" y="7805"/>
                </a:cubicBezTo>
                <a:cubicBezTo>
                  <a:pt x="11256" y="7554"/>
                  <a:pt x="10597" y="7422"/>
                  <a:pt x="9924" y="7434"/>
                </a:cubicBezTo>
                <a:cubicBezTo>
                  <a:pt x="8604" y="7458"/>
                  <a:pt x="7344" y="7997"/>
                  <a:pt x="6420" y="8957"/>
                </a:cubicBezTo>
                <a:cubicBezTo>
                  <a:pt x="5496" y="9905"/>
                  <a:pt x="4980" y="11177"/>
                  <a:pt x="5004" y="12510"/>
                </a:cubicBezTo>
                <a:lnTo>
                  <a:pt x="5004" y="27508"/>
                </a:lnTo>
                <a:cubicBezTo>
                  <a:pt x="5004" y="28828"/>
                  <a:pt x="5532" y="30100"/>
                  <a:pt x="6468" y="31036"/>
                </a:cubicBezTo>
                <a:cubicBezTo>
                  <a:pt x="7404" y="31972"/>
                  <a:pt x="8677" y="32499"/>
                  <a:pt x="9996" y="32499"/>
                </a:cubicBezTo>
                <a:lnTo>
                  <a:pt x="24997" y="32499"/>
                </a:lnTo>
                <a:cubicBezTo>
                  <a:pt x="25669" y="32511"/>
                  <a:pt x="26317" y="32391"/>
                  <a:pt x="26941" y="32140"/>
                </a:cubicBezTo>
                <a:cubicBezTo>
                  <a:pt x="27553" y="31899"/>
                  <a:pt x="28105" y="31527"/>
                  <a:pt x="28585" y="31060"/>
                </a:cubicBezTo>
                <a:cubicBezTo>
                  <a:pt x="29053" y="30603"/>
                  <a:pt x="29425" y="30040"/>
                  <a:pt x="29689" y="29428"/>
                </a:cubicBezTo>
                <a:cubicBezTo>
                  <a:pt x="29941" y="28828"/>
                  <a:pt x="30074" y="28168"/>
                  <a:pt x="30074" y="27508"/>
                </a:cubicBezTo>
                <a:cubicBezTo>
                  <a:pt x="30074" y="26836"/>
                  <a:pt x="29941" y="26188"/>
                  <a:pt x="29689" y="25576"/>
                </a:cubicBezTo>
                <a:cubicBezTo>
                  <a:pt x="29425" y="24964"/>
                  <a:pt x="29053" y="24412"/>
                  <a:pt x="28585" y="23944"/>
                </a:cubicBezTo>
                <a:cubicBezTo>
                  <a:pt x="28105" y="23476"/>
                  <a:pt x="27553" y="23116"/>
                  <a:pt x="26941" y="22864"/>
                </a:cubicBezTo>
                <a:cubicBezTo>
                  <a:pt x="26317" y="22612"/>
                  <a:pt x="25669" y="22492"/>
                  <a:pt x="24997" y="22504"/>
                </a:cubicBezTo>
                <a:lnTo>
                  <a:pt x="20953" y="22504"/>
                </a:lnTo>
                <a:cubicBezTo>
                  <a:pt x="28238" y="14813"/>
                  <a:pt x="38534" y="10001"/>
                  <a:pt x="50006" y="10001"/>
                </a:cubicBezTo>
                <a:cubicBezTo>
                  <a:pt x="72159" y="10001"/>
                  <a:pt x="90004" y="27856"/>
                  <a:pt x="90004" y="50006"/>
                </a:cubicBezTo>
                <a:cubicBezTo>
                  <a:pt x="90004" y="72156"/>
                  <a:pt x="72159" y="89998"/>
                  <a:pt x="50006" y="89998"/>
                </a:cubicBezTo>
                <a:cubicBezTo>
                  <a:pt x="49334" y="89986"/>
                  <a:pt x="48687" y="90106"/>
                  <a:pt x="48062" y="90358"/>
                </a:cubicBezTo>
                <a:cubicBezTo>
                  <a:pt x="47450" y="90610"/>
                  <a:pt x="46899" y="90970"/>
                  <a:pt x="46418" y="91438"/>
                </a:cubicBezTo>
                <a:cubicBezTo>
                  <a:pt x="45950" y="91906"/>
                  <a:pt x="45578" y="92458"/>
                  <a:pt x="45314" y="93070"/>
                </a:cubicBezTo>
                <a:cubicBezTo>
                  <a:pt x="45062" y="93682"/>
                  <a:pt x="44930" y="94330"/>
                  <a:pt x="44930" y="95002"/>
                </a:cubicBezTo>
                <a:cubicBezTo>
                  <a:pt x="44930" y="95661"/>
                  <a:pt x="45062" y="96322"/>
                  <a:pt x="45314" y="96922"/>
                </a:cubicBezTo>
                <a:cubicBezTo>
                  <a:pt x="45578" y="97533"/>
                  <a:pt x="45950" y="98098"/>
                  <a:pt x="46418" y="98553"/>
                </a:cubicBezTo>
                <a:cubicBezTo>
                  <a:pt x="46899" y="99022"/>
                  <a:pt x="47450" y="99393"/>
                  <a:pt x="48062" y="99633"/>
                </a:cubicBezTo>
                <a:cubicBezTo>
                  <a:pt x="48687" y="99885"/>
                  <a:pt x="49334" y="100005"/>
                  <a:pt x="50006" y="99993"/>
                </a:cubicBezTo>
                <a:cubicBezTo>
                  <a:pt x="77559" y="99993"/>
                  <a:pt x="100001" y="77556"/>
                  <a:pt x="100001" y="50006"/>
                </a:cubicBezTo>
                <a:cubicBezTo>
                  <a:pt x="100001" y="22444"/>
                  <a:pt x="77559" y="6"/>
                  <a:pt x="50006" y="6"/>
                </a:cubicBezTo>
                <a:close/>
                <a:moveTo>
                  <a:pt x="49934" y="17441"/>
                </a:moveTo>
                <a:cubicBezTo>
                  <a:pt x="48602" y="17453"/>
                  <a:pt x="47342" y="18005"/>
                  <a:pt x="46418" y="18953"/>
                </a:cubicBezTo>
                <a:cubicBezTo>
                  <a:pt x="45494" y="19900"/>
                  <a:pt x="44978" y="21185"/>
                  <a:pt x="45002" y="22504"/>
                </a:cubicBezTo>
                <a:lnTo>
                  <a:pt x="45002" y="23140"/>
                </a:lnTo>
                <a:cubicBezTo>
                  <a:pt x="37957" y="24652"/>
                  <a:pt x="32497" y="30663"/>
                  <a:pt x="32497" y="38127"/>
                </a:cubicBezTo>
                <a:cubicBezTo>
                  <a:pt x="32497" y="46694"/>
                  <a:pt x="39554" y="53750"/>
                  <a:pt x="48122" y="53750"/>
                </a:cubicBezTo>
                <a:lnTo>
                  <a:pt x="50630" y="53750"/>
                </a:lnTo>
                <a:cubicBezTo>
                  <a:pt x="54483" y="53750"/>
                  <a:pt x="57506" y="56774"/>
                  <a:pt x="57506" y="60625"/>
                </a:cubicBezTo>
                <a:cubicBezTo>
                  <a:pt x="57506" y="64477"/>
                  <a:pt x="54483" y="67500"/>
                  <a:pt x="50630" y="67500"/>
                </a:cubicBezTo>
                <a:lnTo>
                  <a:pt x="47498" y="67500"/>
                </a:lnTo>
                <a:cubicBezTo>
                  <a:pt x="45122" y="67500"/>
                  <a:pt x="43214" y="65904"/>
                  <a:pt x="42662" y="63769"/>
                </a:cubicBezTo>
                <a:cubicBezTo>
                  <a:pt x="42506" y="63132"/>
                  <a:pt x="42218" y="62521"/>
                  <a:pt x="41822" y="61992"/>
                </a:cubicBezTo>
                <a:cubicBezTo>
                  <a:pt x="41426" y="61465"/>
                  <a:pt x="40934" y="61009"/>
                  <a:pt x="40370" y="60673"/>
                </a:cubicBezTo>
                <a:cubicBezTo>
                  <a:pt x="39793" y="60337"/>
                  <a:pt x="39170" y="60121"/>
                  <a:pt x="38510" y="60025"/>
                </a:cubicBezTo>
                <a:cubicBezTo>
                  <a:pt x="37861" y="59929"/>
                  <a:pt x="37190" y="59965"/>
                  <a:pt x="36554" y="60133"/>
                </a:cubicBezTo>
                <a:cubicBezTo>
                  <a:pt x="35906" y="60301"/>
                  <a:pt x="35305" y="60589"/>
                  <a:pt x="34778" y="60997"/>
                </a:cubicBezTo>
                <a:cubicBezTo>
                  <a:pt x="34249" y="61393"/>
                  <a:pt x="33818" y="61897"/>
                  <a:pt x="33481" y="62473"/>
                </a:cubicBezTo>
                <a:cubicBezTo>
                  <a:pt x="33145" y="63036"/>
                  <a:pt x="32942" y="63673"/>
                  <a:pt x="32846" y="64333"/>
                </a:cubicBezTo>
                <a:cubicBezTo>
                  <a:pt x="32762" y="64980"/>
                  <a:pt x="32810" y="65653"/>
                  <a:pt x="32990" y="66288"/>
                </a:cubicBezTo>
                <a:cubicBezTo>
                  <a:pt x="34453" y="71939"/>
                  <a:pt x="39218" y="76067"/>
                  <a:pt x="45002" y="77075"/>
                </a:cubicBezTo>
                <a:lnTo>
                  <a:pt x="45002" y="77496"/>
                </a:lnTo>
                <a:cubicBezTo>
                  <a:pt x="44990" y="78167"/>
                  <a:pt x="45110" y="78815"/>
                  <a:pt x="45362" y="79439"/>
                </a:cubicBezTo>
                <a:cubicBezTo>
                  <a:pt x="45614" y="80051"/>
                  <a:pt x="45974" y="80603"/>
                  <a:pt x="46442" y="81083"/>
                </a:cubicBezTo>
                <a:cubicBezTo>
                  <a:pt x="46911" y="81551"/>
                  <a:pt x="47462" y="81923"/>
                  <a:pt x="48074" y="82187"/>
                </a:cubicBezTo>
                <a:cubicBezTo>
                  <a:pt x="48687" y="82439"/>
                  <a:pt x="49334" y="82571"/>
                  <a:pt x="50006" y="82571"/>
                </a:cubicBezTo>
                <a:cubicBezTo>
                  <a:pt x="50667" y="82571"/>
                  <a:pt x="51326" y="82439"/>
                  <a:pt x="51926" y="82187"/>
                </a:cubicBezTo>
                <a:cubicBezTo>
                  <a:pt x="52539" y="81923"/>
                  <a:pt x="53102" y="81551"/>
                  <a:pt x="53559" y="81083"/>
                </a:cubicBezTo>
                <a:cubicBezTo>
                  <a:pt x="54026" y="80603"/>
                  <a:pt x="54399" y="80051"/>
                  <a:pt x="54638" y="79439"/>
                </a:cubicBezTo>
                <a:cubicBezTo>
                  <a:pt x="54890" y="78815"/>
                  <a:pt x="55011" y="78167"/>
                  <a:pt x="54999" y="77496"/>
                </a:cubicBezTo>
                <a:lnTo>
                  <a:pt x="54999" y="76608"/>
                </a:lnTo>
                <a:cubicBezTo>
                  <a:pt x="62115" y="74628"/>
                  <a:pt x="67503" y="68340"/>
                  <a:pt x="67503" y="60625"/>
                </a:cubicBezTo>
                <a:cubicBezTo>
                  <a:pt x="67503" y="51362"/>
                  <a:pt x="59883" y="43754"/>
                  <a:pt x="50630" y="43754"/>
                </a:cubicBezTo>
                <a:lnTo>
                  <a:pt x="48122" y="43754"/>
                </a:lnTo>
                <a:cubicBezTo>
                  <a:pt x="44966" y="43754"/>
                  <a:pt x="42506" y="41294"/>
                  <a:pt x="42506" y="38127"/>
                </a:cubicBezTo>
                <a:cubicBezTo>
                  <a:pt x="42506" y="34959"/>
                  <a:pt x="44966" y="32499"/>
                  <a:pt x="48122" y="32499"/>
                </a:cubicBezTo>
                <a:lnTo>
                  <a:pt x="51254" y="32499"/>
                </a:lnTo>
                <a:cubicBezTo>
                  <a:pt x="53606" y="32499"/>
                  <a:pt x="55514" y="34084"/>
                  <a:pt x="56079" y="36195"/>
                </a:cubicBezTo>
                <a:cubicBezTo>
                  <a:pt x="56247" y="36831"/>
                  <a:pt x="56534" y="37431"/>
                  <a:pt x="56943" y="37959"/>
                </a:cubicBezTo>
                <a:cubicBezTo>
                  <a:pt x="57339" y="38487"/>
                  <a:pt x="57843" y="38931"/>
                  <a:pt x="58406" y="39255"/>
                </a:cubicBezTo>
                <a:cubicBezTo>
                  <a:pt x="58983" y="39591"/>
                  <a:pt x="59619" y="39807"/>
                  <a:pt x="60266" y="39891"/>
                </a:cubicBezTo>
                <a:cubicBezTo>
                  <a:pt x="60927" y="39975"/>
                  <a:pt x="61587" y="39939"/>
                  <a:pt x="62223" y="39759"/>
                </a:cubicBezTo>
                <a:cubicBezTo>
                  <a:pt x="62871" y="39591"/>
                  <a:pt x="63459" y="39291"/>
                  <a:pt x="63987" y="38883"/>
                </a:cubicBezTo>
                <a:cubicBezTo>
                  <a:pt x="64503" y="38487"/>
                  <a:pt x="64947" y="37983"/>
                  <a:pt x="65271" y="37407"/>
                </a:cubicBezTo>
                <a:cubicBezTo>
                  <a:pt x="65595" y="36831"/>
                  <a:pt x="65811" y="36195"/>
                  <a:pt x="65883" y="35535"/>
                </a:cubicBezTo>
                <a:cubicBezTo>
                  <a:pt x="65967" y="34887"/>
                  <a:pt x="65919" y="34216"/>
                  <a:pt x="65739" y="33579"/>
                </a:cubicBezTo>
                <a:cubicBezTo>
                  <a:pt x="64335" y="28408"/>
                  <a:pt x="60171" y="24496"/>
                  <a:pt x="54999" y="23140"/>
                </a:cubicBezTo>
                <a:lnTo>
                  <a:pt x="54999" y="22504"/>
                </a:lnTo>
                <a:cubicBezTo>
                  <a:pt x="55011" y="21832"/>
                  <a:pt x="54890" y="21173"/>
                  <a:pt x="54638" y="20548"/>
                </a:cubicBezTo>
                <a:cubicBezTo>
                  <a:pt x="54387" y="19936"/>
                  <a:pt x="54014" y="19373"/>
                  <a:pt x="53535" y="18904"/>
                </a:cubicBezTo>
                <a:cubicBezTo>
                  <a:pt x="53066" y="18425"/>
                  <a:pt x="52503" y="18053"/>
                  <a:pt x="51878" y="17800"/>
                </a:cubicBezTo>
                <a:cubicBezTo>
                  <a:pt x="51266" y="17549"/>
                  <a:pt x="50594" y="17429"/>
                  <a:pt x="49934" y="17441"/>
                </a:cubicBezTo>
                <a:close/>
                <a:moveTo>
                  <a:pt x="5004" y="45098"/>
                </a:moveTo>
                <a:cubicBezTo>
                  <a:pt x="2220" y="45098"/>
                  <a:pt x="0" y="47354"/>
                  <a:pt x="0" y="50102"/>
                </a:cubicBezTo>
                <a:cubicBezTo>
                  <a:pt x="0" y="52874"/>
                  <a:pt x="2244" y="55093"/>
                  <a:pt x="5004" y="55093"/>
                </a:cubicBezTo>
                <a:cubicBezTo>
                  <a:pt x="7777" y="55069"/>
                  <a:pt x="9996" y="52850"/>
                  <a:pt x="9996" y="50078"/>
                </a:cubicBezTo>
                <a:cubicBezTo>
                  <a:pt x="9996" y="47330"/>
                  <a:pt x="7753" y="45098"/>
                  <a:pt x="5004" y="45098"/>
                </a:cubicBezTo>
                <a:close/>
                <a:moveTo>
                  <a:pt x="8473" y="62293"/>
                </a:moveTo>
                <a:cubicBezTo>
                  <a:pt x="7825" y="62293"/>
                  <a:pt x="7164" y="62413"/>
                  <a:pt x="6528" y="62677"/>
                </a:cubicBezTo>
                <a:cubicBezTo>
                  <a:pt x="3973" y="63757"/>
                  <a:pt x="2772" y="66673"/>
                  <a:pt x="3828" y="69228"/>
                </a:cubicBezTo>
                <a:cubicBezTo>
                  <a:pt x="4620" y="71148"/>
                  <a:pt x="6504" y="72300"/>
                  <a:pt x="8449" y="72300"/>
                </a:cubicBezTo>
                <a:cubicBezTo>
                  <a:pt x="9108" y="72300"/>
                  <a:pt x="9757" y="72168"/>
                  <a:pt x="10380" y="71927"/>
                </a:cubicBezTo>
                <a:cubicBezTo>
                  <a:pt x="12924" y="70848"/>
                  <a:pt x="14125" y="67920"/>
                  <a:pt x="13056" y="65376"/>
                </a:cubicBezTo>
                <a:cubicBezTo>
                  <a:pt x="12265" y="63469"/>
                  <a:pt x="10417" y="62305"/>
                  <a:pt x="8473" y="62293"/>
                </a:cubicBezTo>
                <a:close/>
                <a:moveTo>
                  <a:pt x="18217" y="76859"/>
                </a:moveTo>
                <a:cubicBezTo>
                  <a:pt x="16945" y="76859"/>
                  <a:pt x="15661" y="77352"/>
                  <a:pt x="14700" y="78324"/>
                </a:cubicBezTo>
                <a:cubicBezTo>
                  <a:pt x="12732" y="80303"/>
                  <a:pt x="12756" y="83447"/>
                  <a:pt x="14700" y="85403"/>
                </a:cubicBezTo>
                <a:cubicBezTo>
                  <a:pt x="15673" y="86375"/>
                  <a:pt x="16945" y="86878"/>
                  <a:pt x="18229" y="86878"/>
                </a:cubicBezTo>
                <a:cubicBezTo>
                  <a:pt x="19501" y="86878"/>
                  <a:pt x="20809" y="86375"/>
                  <a:pt x="21781" y="85403"/>
                </a:cubicBezTo>
                <a:cubicBezTo>
                  <a:pt x="23725" y="83447"/>
                  <a:pt x="23701" y="80279"/>
                  <a:pt x="21745" y="78324"/>
                </a:cubicBezTo>
                <a:cubicBezTo>
                  <a:pt x="20773" y="77352"/>
                  <a:pt x="19501" y="76859"/>
                  <a:pt x="18217" y="76859"/>
                </a:cubicBezTo>
                <a:close/>
                <a:moveTo>
                  <a:pt x="32786" y="86614"/>
                </a:moveTo>
                <a:cubicBezTo>
                  <a:pt x="30829" y="86614"/>
                  <a:pt x="28981" y="87790"/>
                  <a:pt x="28202" y="89698"/>
                </a:cubicBezTo>
                <a:cubicBezTo>
                  <a:pt x="27146" y="92254"/>
                  <a:pt x="28369" y="95170"/>
                  <a:pt x="30926" y="96226"/>
                </a:cubicBezTo>
                <a:cubicBezTo>
                  <a:pt x="31549" y="96477"/>
                  <a:pt x="32209" y="96597"/>
                  <a:pt x="32834" y="96597"/>
                </a:cubicBezTo>
                <a:cubicBezTo>
                  <a:pt x="34802" y="96597"/>
                  <a:pt x="36650" y="95446"/>
                  <a:pt x="37454" y="93526"/>
                </a:cubicBezTo>
                <a:cubicBezTo>
                  <a:pt x="38498" y="90970"/>
                  <a:pt x="37298" y="88042"/>
                  <a:pt x="34754" y="86974"/>
                </a:cubicBezTo>
                <a:lnTo>
                  <a:pt x="34754" y="86999"/>
                </a:lnTo>
                <a:cubicBezTo>
                  <a:pt x="34105" y="86734"/>
                  <a:pt x="33446" y="86602"/>
                  <a:pt x="32786" y="8661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1" name="Чёрный — SVG 30">
            <a:extLst>
              <a:ext uri="{FF2B5EF4-FFF2-40B4-BE49-F238E27FC236}">
                <a16:creationId xmlns:a16="http://schemas.microsoft.com/office/drawing/2014/main" id="{6D6DB4E4-4B9F-E747-BF50-893B52F455C0}"/>
              </a:ext>
            </a:extLst>
          </p:cNvPr>
          <p:cNvSpPr>
            <a:spLocks noGrp="1"/>
          </p:cNvSpPr>
          <p:nvPr/>
        </p:nvSpPr>
        <p:spPr>
          <a:xfrm>
            <a:off x="7020000" y="3210000"/>
            <a:ext cx="220000" cy="220000"/>
          </a:xfrm>
          <a:custGeom>
            <a:avLst/>
            <a:gdLst>
              <a:gd name="csX0" fmla="*/ 13393 w 127329"/>
              <a:gd name="csY0" fmla="*/ 3613 h 127409"/>
              <a:gd name="csX1" fmla="*/ 11453 w 127329"/>
              <a:gd name="csY1" fmla="*/ 8580 h 127409"/>
              <a:gd name="csX2" fmla="*/ 11453 w 127329"/>
              <a:gd name="csY2" fmla="*/ 27735 h 127409"/>
              <a:gd name="csX3" fmla="*/ 11759 w 127329"/>
              <a:gd name="csY3" fmla="*/ 30967 h 127409"/>
              <a:gd name="csX4" fmla="*/ 13478 w 127329"/>
              <a:gd name="csY4" fmla="*/ 33723 h 127409"/>
              <a:gd name="csX5" fmla="*/ 16251 w 127329"/>
              <a:gd name="csY5" fmla="*/ 35424 h 127409"/>
              <a:gd name="csX6" fmla="*/ 19484 w 127329"/>
              <a:gd name="csY6" fmla="*/ 35713 h 127409"/>
              <a:gd name="csX7" fmla="*/ 38590 w 127329"/>
              <a:gd name="csY7" fmla="*/ 35713 h 127409"/>
              <a:gd name="csX8" fmla="*/ 41346 w 127329"/>
              <a:gd name="csY8" fmla="*/ 35220 h 127409"/>
              <a:gd name="csX9" fmla="*/ 43711 w 127329"/>
              <a:gd name="csY9" fmla="*/ 33689 h 127409"/>
              <a:gd name="csX10" fmla="*/ 45276 w 127329"/>
              <a:gd name="csY10" fmla="*/ 31375 h 127409"/>
              <a:gd name="csX11" fmla="*/ 45837 w 127329"/>
              <a:gd name="csY11" fmla="*/ 28619 h 127409"/>
              <a:gd name="csX12" fmla="*/ 45276 w 127329"/>
              <a:gd name="csY12" fmla="*/ 25881 h 127409"/>
              <a:gd name="csX13" fmla="*/ 43711 w 127329"/>
              <a:gd name="csY13" fmla="*/ 23567 h 127409"/>
              <a:gd name="csX14" fmla="*/ 41346 w 127329"/>
              <a:gd name="csY14" fmla="*/ 22036 h 127409"/>
              <a:gd name="csX15" fmla="*/ 38590 w 127329"/>
              <a:gd name="csY15" fmla="*/ 21543 h 127409"/>
              <a:gd name="csX16" fmla="*/ 37569 w 127329"/>
              <a:gd name="csY16" fmla="*/ 21543 h 127409"/>
              <a:gd name="csX17" fmla="*/ 98749 w 127329"/>
              <a:gd name="csY17" fmla="*/ 28619 h 127409"/>
              <a:gd name="csX18" fmla="*/ 112853 w 127329"/>
              <a:gd name="csY18" fmla="*/ 69055 h 127409"/>
              <a:gd name="csX19" fmla="*/ 114367 w 127329"/>
              <a:gd name="csY19" fmla="*/ 74260 h 127409"/>
              <a:gd name="csX20" fmla="*/ 116494 w 127329"/>
              <a:gd name="csY20" fmla="*/ 76046 h 127409"/>
              <a:gd name="csX21" fmla="*/ 119131 w 127329"/>
              <a:gd name="csY21" fmla="*/ 76863 h 127409"/>
              <a:gd name="csX22" fmla="*/ 121887 w 127329"/>
              <a:gd name="csY22" fmla="*/ 76625 h 127409"/>
              <a:gd name="csX23" fmla="*/ 124337 w 127329"/>
              <a:gd name="csY23" fmla="*/ 75349 h 127409"/>
              <a:gd name="csX24" fmla="*/ 126957 w 127329"/>
              <a:gd name="csY24" fmla="*/ 70586 h 127409"/>
              <a:gd name="csX25" fmla="*/ 108770 w 127329"/>
              <a:gd name="csY25" fmla="*/ 18600 h 127409"/>
              <a:gd name="csX26" fmla="*/ 25643 w 127329"/>
              <a:gd name="csY26" fmla="*/ 12578 h 127409"/>
              <a:gd name="csX27" fmla="*/ 25643 w 127329"/>
              <a:gd name="csY27" fmla="*/ 8580 h 127409"/>
              <a:gd name="csX28" fmla="*/ 24451 w 127329"/>
              <a:gd name="csY28" fmla="*/ 4549 h 127409"/>
              <a:gd name="csX29" fmla="*/ 21202 w 127329"/>
              <a:gd name="csY29" fmla="*/ 1912 h 127409"/>
              <a:gd name="csX30" fmla="*/ 17034 w 127329"/>
              <a:gd name="csY30" fmla="*/ 1555 h 127409"/>
              <a:gd name="csX31" fmla="*/ 13393 w 127329"/>
              <a:gd name="csY31" fmla="*/ 3613 h 127409"/>
              <a:gd name="csX32" fmla="*/ 2317 w 127329"/>
              <a:gd name="csY32" fmla="*/ 52588 h 127409"/>
              <a:gd name="csX33" fmla="*/ 378 w 127329"/>
              <a:gd name="csY33" fmla="*/ 56824 h 127409"/>
              <a:gd name="csX34" fmla="*/ 18548 w 127329"/>
              <a:gd name="csY34" fmla="*/ 108810 h 127409"/>
              <a:gd name="csX35" fmla="*/ 101693 w 127329"/>
              <a:gd name="csY35" fmla="*/ 114832 h 127409"/>
              <a:gd name="csX36" fmla="*/ 101693 w 127329"/>
              <a:gd name="csY36" fmla="*/ 118829 h 127409"/>
              <a:gd name="csX37" fmla="*/ 102186 w 127329"/>
              <a:gd name="csY37" fmla="*/ 121602 h 127409"/>
              <a:gd name="csX38" fmla="*/ 103717 w 127329"/>
              <a:gd name="csY38" fmla="*/ 123950 h 127409"/>
              <a:gd name="csX39" fmla="*/ 106031 w 127329"/>
              <a:gd name="csY39" fmla="*/ 125515 h 127409"/>
              <a:gd name="csX40" fmla="*/ 108770 w 127329"/>
              <a:gd name="csY40" fmla="*/ 126076 h 127409"/>
              <a:gd name="csX41" fmla="*/ 111526 w 127329"/>
              <a:gd name="csY41" fmla="*/ 125515 h 127409"/>
              <a:gd name="csX42" fmla="*/ 113840 w 127329"/>
              <a:gd name="csY42" fmla="*/ 123950 h 127409"/>
              <a:gd name="csX43" fmla="*/ 115371 w 127329"/>
              <a:gd name="csY43" fmla="*/ 121602 h 127409"/>
              <a:gd name="csX44" fmla="*/ 115864 w 127329"/>
              <a:gd name="csY44" fmla="*/ 118829 h 127409"/>
              <a:gd name="csX45" fmla="*/ 115864 w 127329"/>
              <a:gd name="csY45" fmla="*/ 99675 h 127409"/>
              <a:gd name="csX46" fmla="*/ 115558 w 127329"/>
              <a:gd name="csY46" fmla="*/ 96443 h 127409"/>
              <a:gd name="csX47" fmla="*/ 113840 w 127329"/>
              <a:gd name="csY47" fmla="*/ 93704 h 127409"/>
              <a:gd name="csX48" fmla="*/ 111067 w 127329"/>
              <a:gd name="csY48" fmla="*/ 92003 h 127409"/>
              <a:gd name="csX49" fmla="*/ 107851 w 127329"/>
              <a:gd name="csY49" fmla="*/ 91697 h 127409"/>
              <a:gd name="csX50" fmla="*/ 88728 w 127329"/>
              <a:gd name="csY50" fmla="*/ 91697 h 127409"/>
              <a:gd name="csX51" fmla="*/ 85955 w 127329"/>
              <a:gd name="csY51" fmla="*/ 92224 h 127409"/>
              <a:gd name="csX52" fmla="*/ 83607 w 127329"/>
              <a:gd name="csY52" fmla="*/ 93789 h 127409"/>
              <a:gd name="csX53" fmla="*/ 81668 w 127329"/>
              <a:gd name="csY53" fmla="*/ 97429 h 127409"/>
              <a:gd name="csX54" fmla="*/ 82093 w 127329"/>
              <a:gd name="csY54" fmla="*/ 101546 h 127409"/>
              <a:gd name="csX55" fmla="*/ 84747 w 127329"/>
              <a:gd name="csY55" fmla="*/ 104727 h 127409"/>
              <a:gd name="csX56" fmla="*/ 88728 w 127329"/>
              <a:gd name="csY56" fmla="*/ 105884 h 127409"/>
              <a:gd name="csX57" fmla="*/ 89749 w 127329"/>
              <a:gd name="csY57" fmla="*/ 105884 h 127409"/>
              <a:gd name="csX58" fmla="*/ 28569 w 127329"/>
              <a:gd name="csY58" fmla="*/ 98790 h 127409"/>
              <a:gd name="csX59" fmla="*/ 14465 w 127329"/>
              <a:gd name="csY59" fmla="*/ 58355 h 127409"/>
              <a:gd name="csX60" fmla="*/ 13648 w 127329"/>
              <a:gd name="csY60" fmla="*/ 54068 h 127409"/>
              <a:gd name="csX61" fmla="*/ 10466 w 127329"/>
              <a:gd name="csY61" fmla="*/ 51091 h 127409"/>
              <a:gd name="csX62" fmla="*/ 6145 w 127329"/>
              <a:gd name="csY62" fmla="*/ 50513 h 127409"/>
              <a:gd name="csX63" fmla="*/ 2317 w 127329"/>
              <a:gd name="csY63" fmla="*/ 52588 h 127409"/>
            </a:gdLst>
            <a:ahLst/>
            <a:cxnLst/>
            <a:rect l="l" t="t" r="r" b="b"/>
            <a:pathLst>
              <a:path w="100000" h="100000">
                <a:moveTo>
                  <a:pt x="10543" y="2836"/>
                </a:moveTo>
                <a:cubicBezTo>
                  <a:pt x="9542" y="3891"/>
                  <a:pt x="9007" y="5279"/>
                  <a:pt x="9021" y="6734"/>
                </a:cubicBezTo>
                <a:lnTo>
                  <a:pt x="9021" y="21768"/>
                </a:lnTo>
                <a:cubicBezTo>
                  <a:pt x="8914" y="22622"/>
                  <a:pt x="8994" y="23490"/>
                  <a:pt x="9261" y="24305"/>
                </a:cubicBezTo>
                <a:cubicBezTo>
                  <a:pt x="9542" y="25119"/>
                  <a:pt x="10009" y="25854"/>
                  <a:pt x="10610" y="26468"/>
                </a:cubicBezTo>
                <a:cubicBezTo>
                  <a:pt x="11224" y="27069"/>
                  <a:pt x="11958" y="27523"/>
                  <a:pt x="12786" y="27803"/>
                </a:cubicBezTo>
                <a:cubicBezTo>
                  <a:pt x="13601" y="28070"/>
                  <a:pt x="14469" y="28150"/>
                  <a:pt x="15324" y="28030"/>
                </a:cubicBezTo>
                <a:lnTo>
                  <a:pt x="30320" y="28030"/>
                </a:lnTo>
                <a:cubicBezTo>
                  <a:pt x="31067" y="28044"/>
                  <a:pt x="31802" y="27910"/>
                  <a:pt x="32483" y="27643"/>
                </a:cubicBezTo>
                <a:cubicBezTo>
                  <a:pt x="33177" y="27362"/>
                  <a:pt x="33805" y="26962"/>
                  <a:pt x="34339" y="26442"/>
                </a:cubicBezTo>
                <a:cubicBezTo>
                  <a:pt x="34859" y="25920"/>
                  <a:pt x="35287" y="25307"/>
                  <a:pt x="35567" y="24625"/>
                </a:cubicBezTo>
                <a:cubicBezTo>
                  <a:pt x="35861" y="23945"/>
                  <a:pt x="36008" y="23210"/>
                  <a:pt x="36008" y="22462"/>
                </a:cubicBezTo>
                <a:cubicBezTo>
                  <a:pt x="36008" y="21728"/>
                  <a:pt x="35861" y="20994"/>
                  <a:pt x="35567" y="20313"/>
                </a:cubicBezTo>
                <a:cubicBezTo>
                  <a:pt x="35287" y="19632"/>
                  <a:pt x="34859" y="19004"/>
                  <a:pt x="34339" y="18497"/>
                </a:cubicBezTo>
                <a:cubicBezTo>
                  <a:pt x="33805" y="17977"/>
                  <a:pt x="33177" y="17562"/>
                  <a:pt x="32483" y="17295"/>
                </a:cubicBezTo>
                <a:cubicBezTo>
                  <a:pt x="31802" y="17015"/>
                  <a:pt x="31067" y="16882"/>
                  <a:pt x="30320" y="16909"/>
                </a:cubicBezTo>
                <a:lnTo>
                  <a:pt x="29518" y="16909"/>
                </a:lnTo>
                <a:cubicBezTo>
                  <a:pt x="44554" y="7562"/>
                  <a:pt x="64451" y="9392"/>
                  <a:pt x="77537" y="22462"/>
                </a:cubicBezTo>
                <a:cubicBezTo>
                  <a:pt x="86230" y="31155"/>
                  <a:pt x="89836" y="42850"/>
                  <a:pt x="88607" y="54199"/>
                </a:cubicBezTo>
                <a:cubicBezTo>
                  <a:pt x="88447" y="55668"/>
                  <a:pt x="88874" y="57136"/>
                  <a:pt x="89795" y="58285"/>
                </a:cubicBezTo>
                <a:cubicBezTo>
                  <a:pt x="90263" y="58859"/>
                  <a:pt x="90823" y="59326"/>
                  <a:pt x="91464" y="59687"/>
                </a:cubicBezTo>
                <a:cubicBezTo>
                  <a:pt x="92106" y="60034"/>
                  <a:pt x="92813" y="60248"/>
                  <a:pt x="93534" y="60328"/>
                </a:cubicBezTo>
                <a:cubicBezTo>
                  <a:pt x="94269" y="60408"/>
                  <a:pt x="95003" y="60341"/>
                  <a:pt x="95697" y="60141"/>
                </a:cubicBezTo>
                <a:cubicBezTo>
                  <a:pt x="96405" y="59941"/>
                  <a:pt x="97060" y="59593"/>
                  <a:pt x="97620" y="59139"/>
                </a:cubicBezTo>
                <a:cubicBezTo>
                  <a:pt x="98782" y="58205"/>
                  <a:pt x="99517" y="56870"/>
                  <a:pt x="99677" y="55401"/>
                </a:cubicBezTo>
                <a:cubicBezTo>
                  <a:pt x="101239" y="40888"/>
                  <a:pt x="96552" y="25734"/>
                  <a:pt x="85402" y="14599"/>
                </a:cubicBezTo>
                <a:cubicBezTo>
                  <a:pt x="67642" y="-3159"/>
                  <a:pt x="39733" y="-4694"/>
                  <a:pt x="20158" y="9872"/>
                </a:cubicBezTo>
                <a:lnTo>
                  <a:pt x="20158" y="6734"/>
                </a:lnTo>
                <a:cubicBezTo>
                  <a:pt x="20171" y="5613"/>
                  <a:pt x="19850" y="4504"/>
                  <a:pt x="19222" y="3570"/>
                </a:cubicBezTo>
                <a:cubicBezTo>
                  <a:pt x="18609" y="2636"/>
                  <a:pt x="17714" y="1914"/>
                  <a:pt x="16672" y="1501"/>
                </a:cubicBezTo>
                <a:cubicBezTo>
                  <a:pt x="15644" y="1074"/>
                  <a:pt x="14496" y="980"/>
                  <a:pt x="13401" y="1220"/>
                </a:cubicBezTo>
                <a:cubicBezTo>
                  <a:pt x="12306" y="1461"/>
                  <a:pt x="11305" y="2021"/>
                  <a:pt x="10543" y="2836"/>
                </a:cubicBezTo>
                <a:close/>
                <a:moveTo>
                  <a:pt x="1850" y="41275"/>
                </a:moveTo>
                <a:cubicBezTo>
                  <a:pt x="982" y="42183"/>
                  <a:pt x="435" y="43358"/>
                  <a:pt x="328" y="44600"/>
                </a:cubicBezTo>
                <a:cubicBezTo>
                  <a:pt x="-1248" y="59113"/>
                  <a:pt x="3453" y="74266"/>
                  <a:pt x="14589" y="85402"/>
                </a:cubicBezTo>
                <a:cubicBezTo>
                  <a:pt x="32349" y="103160"/>
                  <a:pt x="60258" y="104695"/>
                  <a:pt x="79848" y="90129"/>
                </a:cubicBezTo>
                <a:lnTo>
                  <a:pt x="79848" y="93266"/>
                </a:lnTo>
                <a:cubicBezTo>
                  <a:pt x="79820" y="94014"/>
                  <a:pt x="79954" y="94748"/>
                  <a:pt x="80235" y="95442"/>
                </a:cubicBezTo>
                <a:cubicBezTo>
                  <a:pt x="80501" y="96124"/>
                  <a:pt x="80916" y="96751"/>
                  <a:pt x="81436" y="97285"/>
                </a:cubicBezTo>
                <a:cubicBezTo>
                  <a:pt x="81943" y="97805"/>
                  <a:pt x="82571" y="98232"/>
                  <a:pt x="83252" y="98513"/>
                </a:cubicBezTo>
                <a:cubicBezTo>
                  <a:pt x="83934" y="98807"/>
                  <a:pt x="84667" y="98954"/>
                  <a:pt x="85402" y="98954"/>
                </a:cubicBezTo>
                <a:cubicBezTo>
                  <a:pt x="86150" y="98954"/>
                  <a:pt x="86885" y="98807"/>
                  <a:pt x="87565" y="98513"/>
                </a:cubicBezTo>
                <a:cubicBezTo>
                  <a:pt x="88247" y="98232"/>
                  <a:pt x="88861" y="97805"/>
                  <a:pt x="89381" y="97285"/>
                </a:cubicBezTo>
                <a:cubicBezTo>
                  <a:pt x="89903" y="96751"/>
                  <a:pt x="90303" y="96124"/>
                  <a:pt x="90583" y="95442"/>
                </a:cubicBezTo>
                <a:cubicBezTo>
                  <a:pt x="90851" y="94748"/>
                  <a:pt x="90983" y="94014"/>
                  <a:pt x="90970" y="93266"/>
                </a:cubicBezTo>
                <a:lnTo>
                  <a:pt x="90970" y="78232"/>
                </a:lnTo>
                <a:cubicBezTo>
                  <a:pt x="91091" y="77391"/>
                  <a:pt x="90997" y="76523"/>
                  <a:pt x="90730" y="75696"/>
                </a:cubicBezTo>
                <a:cubicBezTo>
                  <a:pt x="90450" y="74881"/>
                  <a:pt x="89995" y="74146"/>
                  <a:pt x="89381" y="73546"/>
                </a:cubicBezTo>
                <a:cubicBezTo>
                  <a:pt x="88767" y="72931"/>
                  <a:pt x="88033" y="72478"/>
                  <a:pt x="87205" y="72211"/>
                </a:cubicBezTo>
                <a:cubicBezTo>
                  <a:pt x="86390" y="71931"/>
                  <a:pt x="85522" y="71850"/>
                  <a:pt x="84681" y="71971"/>
                </a:cubicBezTo>
                <a:lnTo>
                  <a:pt x="69672" y="71971"/>
                </a:lnTo>
                <a:cubicBezTo>
                  <a:pt x="68924" y="71971"/>
                  <a:pt x="68190" y="72104"/>
                  <a:pt x="67495" y="72384"/>
                </a:cubicBezTo>
                <a:cubicBezTo>
                  <a:pt x="66801" y="72664"/>
                  <a:pt x="66174" y="73078"/>
                  <a:pt x="65652" y="73613"/>
                </a:cubicBezTo>
                <a:cubicBezTo>
                  <a:pt x="64878" y="74387"/>
                  <a:pt x="64344" y="75388"/>
                  <a:pt x="64130" y="76469"/>
                </a:cubicBezTo>
                <a:cubicBezTo>
                  <a:pt x="63916" y="77564"/>
                  <a:pt x="64036" y="78686"/>
                  <a:pt x="64464" y="79701"/>
                </a:cubicBezTo>
                <a:cubicBezTo>
                  <a:pt x="64905" y="80729"/>
                  <a:pt x="65626" y="81597"/>
                  <a:pt x="66547" y="82197"/>
                </a:cubicBezTo>
                <a:cubicBezTo>
                  <a:pt x="67482" y="82799"/>
                  <a:pt x="68563" y="83119"/>
                  <a:pt x="69672" y="83106"/>
                </a:cubicBezTo>
                <a:lnTo>
                  <a:pt x="70473" y="83106"/>
                </a:lnTo>
                <a:cubicBezTo>
                  <a:pt x="55437" y="92452"/>
                  <a:pt x="35541" y="90622"/>
                  <a:pt x="22454" y="77538"/>
                </a:cubicBezTo>
                <a:cubicBezTo>
                  <a:pt x="13761" y="68846"/>
                  <a:pt x="10156" y="57163"/>
                  <a:pt x="11385" y="45801"/>
                </a:cubicBezTo>
                <a:cubicBezTo>
                  <a:pt x="11531" y="44640"/>
                  <a:pt x="11305" y="43465"/>
                  <a:pt x="10743" y="42437"/>
                </a:cubicBezTo>
                <a:cubicBezTo>
                  <a:pt x="10182" y="41422"/>
                  <a:pt x="9302" y="40594"/>
                  <a:pt x="8246" y="40100"/>
                </a:cubicBezTo>
                <a:cubicBezTo>
                  <a:pt x="7191" y="39593"/>
                  <a:pt x="6003" y="39446"/>
                  <a:pt x="4854" y="39646"/>
                </a:cubicBezTo>
                <a:cubicBezTo>
                  <a:pt x="3706" y="39860"/>
                  <a:pt x="2651" y="40434"/>
                  <a:pt x="1850" y="4127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2" name="Чёрный — SVG 31">
            <a:extLst>
              <a:ext uri="{FF2B5EF4-FFF2-40B4-BE49-F238E27FC236}">
                <a16:creationId xmlns:a16="http://schemas.microsoft.com/office/drawing/2014/main" id="{B1FDA2AC-4BBE-414B-AC6B-35F9DA7191B2}"/>
              </a:ext>
            </a:extLst>
          </p:cNvPr>
          <p:cNvSpPr>
            <a:spLocks noGrp="1"/>
          </p:cNvSpPr>
          <p:nvPr/>
        </p:nvSpPr>
        <p:spPr>
          <a:xfrm>
            <a:off x="7620000" y="3210000"/>
            <a:ext cx="220000" cy="220000"/>
          </a:xfrm>
          <a:custGeom>
            <a:avLst/>
            <a:gdLst>
              <a:gd name="csX0" fmla="*/ 13321 w 127360"/>
              <a:gd name="csY0" fmla="*/ 3584 h 127437"/>
              <a:gd name="csX1" fmla="*/ 11449 w 127360"/>
              <a:gd name="csY1" fmla="*/ 8517 h 127437"/>
              <a:gd name="csX2" fmla="*/ 11449 w 127360"/>
              <a:gd name="csY2" fmla="*/ 27740 h 127437"/>
              <a:gd name="csX3" fmla="*/ 17574 w 127360"/>
              <a:gd name="csY3" fmla="*/ 35735 h 127437"/>
              <a:gd name="csX4" fmla="*/ 19445 w 127360"/>
              <a:gd name="csY4" fmla="*/ 35735 h 127437"/>
              <a:gd name="csX5" fmla="*/ 38500 w 127360"/>
              <a:gd name="csY5" fmla="*/ 35735 h 127437"/>
              <a:gd name="csX6" fmla="*/ 45816 w 127360"/>
              <a:gd name="csY6" fmla="*/ 28761 h 127437"/>
              <a:gd name="csX7" fmla="*/ 38841 w 127360"/>
              <a:gd name="csY7" fmla="*/ 21446 h 127437"/>
              <a:gd name="csX8" fmla="*/ 38500 w 127360"/>
              <a:gd name="csY8" fmla="*/ 21446 h 127437"/>
              <a:gd name="csX9" fmla="*/ 37480 w 127360"/>
              <a:gd name="csY9" fmla="*/ 21446 h 127437"/>
              <a:gd name="csX10" fmla="*/ 98727 w 127360"/>
              <a:gd name="csY10" fmla="*/ 28591 h 127437"/>
              <a:gd name="csX11" fmla="*/ 112849 w 127360"/>
              <a:gd name="csY11" fmla="*/ 69077 h 127437"/>
              <a:gd name="csX12" fmla="*/ 119143 w 127360"/>
              <a:gd name="csY12" fmla="*/ 76902 h 127437"/>
              <a:gd name="csX13" fmla="*/ 126970 w 127360"/>
              <a:gd name="csY13" fmla="*/ 70608 h 127437"/>
              <a:gd name="csX14" fmla="*/ 108766 w 127360"/>
              <a:gd name="csY14" fmla="*/ 18554 h 127437"/>
              <a:gd name="csX15" fmla="*/ 25570 w 127360"/>
              <a:gd name="csY15" fmla="*/ 12600 h 127437"/>
              <a:gd name="csX16" fmla="*/ 25570 w 127360"/>
              <a:gd name="csY16" fmla="*/ 8517 h 127437"/>
              <a:gd name="csX17" fmla="*/ 18594 w 127360"/>
              <a:gd name="csY17" fmla="*/ 1373 h 127437"/>
              <a:gd name="csX18" fmla="*/ 13321 w 127360"/>
              <a:gd name="csY18" fmla="*/ 3584 h 127437"/>
              <a:gd name="csX19" fmla="*/ 2262 w 127360"/>
              <a:gd name="csY19" fmla="*/ 52576 h 127437"/>
              <a:gd name="csX20" fmla="*/ 390 w 127360"/>
              <a:gd name="csY20" fmla="*/ 56829 h 127437"/>
              <a:gd name="csX21" fmla="*/ 18594 w 127360"/>
              <a:gd name="csY21" fmla="*/ 108883 h 127437"/>
              <a:gd name="csX22" fmla="*/ 101790 w 127360"/>
              <a:gd name="csY22" fmla="*/ 114837 h 127437"/>
              <a:gd name="csX23" fmla="*/ 101790 w 127360"/>
              <a:gd name="csY23" fmla="*/ 118920 h 127437"/>
              <a:gd name="csX24" fmla="*/ 108766 w 127360"/>
              <a:gd name="csY24" fmla="*/ 126234 h 127437"/>
              <a:gd name="csX25" fmla="*/ 116081 w 127360"/>
              <a:gd name="csY25" fmla="*/ 119260 h 127437"/>
              <a:gd name="csX26" fmla="*/ 116081 w 127360"/>
              <a:gd name="csY26" fmla="*/ 118920 h 127437"/>
              <a:gd name="csX27" fmla="*/ 116081 w 127360"/>
              <a:gd name="csY27" fmla="*/ 99697 h 127437"/>
              <a:gd name="csX28" fmla="*/ 109956 w 127360"/>
              <a:gd name="csY28" fmla="*/ 91702 h 127437"/>
              <a:gd name="csX29" fmla="*/ 108085 w 127360"/>
              <a:gd name="csY29" fmla="*/ 91702 h 127437"/>
              <a:gd name="csX30" fmla="*/ 89030 w 127360"/>
              <a:gd name="csY30" fmla="*/ 91702 h 127437"/>
              <a:gd name="csX31" fmla="*/ 83926 w 127360"/>
              <a:gd name="csY31" fmla="*/ 93743 h 127437"/>
              <a:gd name="csX32" fmla="*/ 83926 w 127360"/>
              <a:gd name="csY32" fmla="*/ 103780 h 127437"/>
              <a:gd name="csX33" fmla="*/ 89030 w 127360"/>
              <a:gd name="csY33" fmla="*/ 105821 h 127437"/>
              <a:gd name="csX34" fmla="*/ 90051 w 127360"/>
              <a:gd name="csY34" fmla="*/ 105821 h 127437"/>
              <a:gd name="csX35" fmla="*/ 28803 w 127360"/>
              <a:gd name="csY35" fmla="*/ 98676 h 127437"/>
              <a:gd name="csX36" fmla="*/ 14681 w 127360"/>
              <a:gd name="csY36" fmla="*/ 58190 h 127437"/>
              <a:gd name="csX37" fmla="*/ 8557 w 127360"/>
              <a:gd name="csY37" fmla="*/ 50365 h 127437"/>
              <a:gd name="csX38" fmla="*/ 2602 w 127360"/>
              <a:gd name="csY38" fmla="*/ 52576 h 127437"/>
              <a:gd name="csX39" fmla="*/ 2262 w 127360"/>
              <a:gd name="csY39" fmla="*/ 52576 h 127437"/>
              <a:gd name="csX40" fmla="*/ 63510 w 127360"/>
              <a:gd name="csY40" fmla="*/ 36075 h 127437"/>
              <a:gd name="csX41" fmla="*/ 34928 w 127360"/>
              <a:gd name="csY41" fmla="*/ 64654 h 127437"/>
              <a:gd name="csX42" fmla="*/ 63510 w 127360"/>
              <a:gd name="csY42" fmla="*/ 93233 h 127437"/>
              <a:gd name="csX43" fmla="*/ 92092 w 127360"/>
              <a:gd name="csY43" fmla="*/ 64654 h 127437"/>
              <a:gd name="csX44" fmla="*/ 63510 w 127360"/>
              <a:gd name="csY44" fmla="*/ 36075 h 127437"/>
              <a:gd name="csX45" fmla="*/ 57215 w 127360"/>
              <a:gd name="csY45" fmla="*/ 50365 h 127437"/>
              <a:gd name="csX46" fmla="*/ 67934 w 127360"/>
              <a:gd name="csY46" fmla="*/ 50365 h 127437"/>
              <a:gd name="csX47" fmla="*/ 76440 w 127360"/>
              <a:gd name="csY47" fmla="*/ 58870 h 127437"/>
              <a:gd name="csX48" fmla="*/ 67934 w 127360"/>
              <a:gd name="csY48" fmla="*/ 67376 h 127437"/>
              <a:gd name="csX49" fmla="*/ 59427 w 127360"/>
              <a:gd name="csY49" fmla="*/ 67376 h 127437"/>
              <a:gd name="csX50" fmla="*/ 59427 w 127360"/>
              <a:gd name="csY50" fmla="*/ 70268 h 127437"/>
              <a:gd name="csX51" fmla="*/ 68784 w 127360"/>
              <a:gd name="csY51" fmla="*/ 70268 h 127437"/>
              <a:gd name="csX52" fmla="*/ 70996 w 127360"/>
              <a:gd name="csY52" fmla="*/ 72479 h 127437"/>
              <a:gd name="csX53" fmla="*/ 68784 w 127360"/>
              <a:gd name="csY53" fmla="*/ 74691 h 127437"/>
              <a:gd name="csX54" fmla="*/ 59427 w 127360"/>
              <a:gd name="csY54" fmla="*/ 74691 h 127437"/>
              <a:gd name="csX55" fmla="*/ 59427 w 127360"/>
              <a:gd name="csY55" fmla="*/ 78263 h 127437"/>
              <a:gd name="csX56" fmla="*/ 57215 w 127360"/>
              <a:gd name="csY56" fmla="*/ 80475 h 127437"/>
              <a:gd name="csX57" fmla="*/ 55003 w 127360"/>
              <a:gd name="csY57" fmla="*/ 78263 h 127437"/>
              <a:gd name="csX58" fmla="*/ 55003 w 127360"/>
              <a:gd name="csY58" fmla="*/ 74691 h 127437"/>
              <a:gd name="csX59" fmla="*/ 52792 w 127360"/>
              <a:gd name="csY59" fmla="*/ 74691 h 127437"/>
              <a:gd name="csX60" fmla="*/ 50580 w 127360"/>
              <a:gd name="csY60" fmla="*/ 72479 h 127437"/>
              <a:gd name="csX61" fmla="*/ 52792 w 127360"/>
              <a:gd name="csY61" fmla="*/ 70268 h 127437"/>
              <a:gd name="csX62" fmla="*/ 55003 w 127360"/>
              <a:gd name="csY62" fmla="*/ 70268 h 127437"/>
              <a:gd name="csX63" fmla="*/ 55003 w 127360"/>
              <a:gd name="csY63" fmla="*/ 67376 h 127437"/>
              <a:gd name="csX64" fmla="*/ 52792 w 127360"/>
              <a:gd name="csY64" fmla="*/ 67376 h 127437"/>
              <a:gd name="csX65" fmla="*/ 50580 w 127360"/>
              <a:gd name="csY65" fmla="*/ 65165 h 127437"/>
              <a:gd name="csX66" fmla="*/ 52792 w 127360"/>
              <a:gd name="csY66" fmla="*/ 62953 h 127437"/>
              <a:gd name="csX67" fmla="*/ 55003 w 127360"/>
              <a:gd name="csY67" fmla="*/ 62953 h 127437"/>
              <a:gd name="csX68" fmla="*/ 55003 w 127360"/>
              <a:gd name="csY68" fmla="*/ 52236 h 127437"/>
              <a:gd name="csX69" fmla="*/ 57215 w 127360"/>
              <a:gd name="csY69" fmla="*/ 50025 h 127437"/>
              <a:gd name="csX70" fmla="*/ 57215 w 127360"/>
              <a:gd name="csY70" fmla="*/ 50365 h 127437"/>
              <a:gd name="csX71" fmla="*/ 59257 w 127360"/>
              <a:gd name="csY71" fmla="*/ 54618 h 127437"/>
              <a:gd name="csX72" fmla="*/ 59257 w 127360"/>
              <a:gd name="csY72" fmla="*/ 63123 h 127437"/>
              <a:gd name="csX73" fmla="*/ 67763 w 127360"/>
              <a:gd name="csY73" fmla="*/ 63123 h 127437"/>
              <a:gd name="csX74" fmla="*/ 72017 w 127360"/>
              <a:gd name="csY74" fmla="*/ 58870 h 127437"/>
              <a:gd name="csX75" fmla="*/ 67763 w 127360"/>
              <a:gd name="csY75" fmla="*/ 54618 h 127437"/>
              <a:gd name="csX76" fmla="*/ 59257 w 127360"/>
              <a:gd name="csY76" fmla="*/ 54618 h 127437"/>
            </a:gdLst>
            <a:ahLst/>
            <a:cxnLst/>
            <a:rect l="l" t="t" r="r" b="b"/>
            <a:pathLst>
              <a:path w="100000" h="100000">
                <a:moveTo>
                  <a:pt x="10483" y="2812"/>
                </a:moveTo>
                <a:cubicBezTo>
                  <a:pt x="9548" y="3880"/>
                  <a:pt x="9014" y="5215"/>
                  <a:pt x="9014" y="6683"/>
                </a:cubicBezTo>
                <a:lnTo>
                  <a:pt x="9014" y="21768"/>
                </a:lnTo>
                <a:cubicBezTo>
                  <a:pt x="8613" y="24838"/>
                  <a:pt x="10750" y="27641"/>
                  <a:pt x="13821" y="28041"/>
                </a:cubicBezTo>
                <a:cubicBezTo>
                  <a:pt x="14354" y="28041"/>
                  <a:pt x="14889" y="28041"/>
                  <a:pt x="15289" y="28041"/>
                </a:cubicBezTo>
                <a:lnTo>
                  <a:pt x="30241" y="28041"/>
                </a:lnTo>
                <a:cubicBezTo>
                  <a:pt x="33312" y="28041"/>
                  <a:pt x="35849" y="25639"/>
                  <a:pt x="35982" y="22569"/>
                </a:cubicBezTo>
                <a:cubicBezTo>
                  <a:pt x="35982" y="19498"/>
                  <a:pt x="33579" y="16962"/>
                  <a:pt x="30509" y="16829"/>
                </a:cubicBezTo>
                <a:cubicBezTo>
                  <a:pt x="30509" y="16829"/>
                  <a:pt x="30375" y="16829"/>
                  <a:pt x="30241" y="16829"/>
                </a:cubicBezTo>
                <a:lnTo>
                  <a:pt x="29441" y="16829"/>
                </a:lnTo>
                <a:cubicBezTo>
                  <a:pt x="44527" y="7484"/>
                  <a:pt x="64419" y="9354"/>
                  <a:pt x="77501" y="22435"/>
                </a:cubicBezTo>
                <a:cubicBezTo>
                  <a:pt x="90586" y="35516"/>
                  <a:pt x="89784" y="42859"/>
                  <a:pt x="88583" y="54205"/>
                </a:cubicBezTo>
                <a:cubicBezTo>
                  <a:pt x="88315" y="57275"/>
                  <a:pt x="90452" y="59945"/>
                  <a:pt x="93522" y="60345"/>
                </a:cubicBezTo>
                <a:cubicBezTo>
                  <a:pt x="96593" y="60745"/>
                  <a:pt x="99264" y="58477"/>
                  <a:pt x="99664" y="55406"/>
                </a:cubicBezTo>
                <a:cubicBezTo>
                  <a:pt x="101266" y="40856"/>
                  <a:pt x="96593" y="25772"/>
                  <a:pt x="85379" y="14559"/>
                </a:cubicBezTo>
                <a:cubicBezTo>
                  <a:pt x="67489" y="-3195"/>
                  <a:pt x="39586" y="-4663"/>
                  <a:pt x="20095" y="9887"/>
                </a:cubicBezTo>
                <a:lnTo>
                  <a:pt x="20095" y="6683"/>
                </a:lnTo>
                <a:cubicBezTo>
                  <a:pt x="20095" y="3614"/>
                  <a:pt x="17692" y="1077"/>
                  <a:pt x="14621" y="1077"/>
                </a:cubicBezTo>
                <a:cubicBezTo>
                  <a:pt x="13019" y="1077"/>
                  <a:pt x="11550" y="1744"/>
                  <a:pt x="10483" y="2812"/>
                </a:cubicBezTo>
                <a:close/>
                <a:moveTo>
                  <a:pt x="1805" y="41256"/>
                </a:moveTo>
                <a:cubicBezTo>
                  <a:pt x="1004" y="42191"/>
                  <a:pt x="336" y="43392"/>
                  <a:pt x="336" y="44594"/>
                </a:cubicBezTo>
                <a:cubicBezTo>
                  <a:pt x="-1265" y="59144"/>
                  <a:pt x="3407" y="74228"/>
                  <a:pt x="14621" y="85441"/>
                </a:cubicBezTo>
                <a:cubicBezTo>
                  <a:pt x="32377" y="103195"/>
                  <a:pt x="60280" y="104663"/>
                  <a:pt x="79905" y="90113"/>
                </a:cubicBezTo>
                <a:lnTo>
                  <a:pt x="79905" y="93317"/>
                </a:lnTo>
                <a:cubicBezTo>
                  <a:pt x="79905" y="96386"/>
                  <a:pt x="82308" y="98923"/>
                  <a:pt x="85379" y="99056"/>
                </a:cubicBezTo>
                <a:cubicBezTo>
                  <a:pt x="88450" y="99189"/>
                  <a:pt x="90986" y="96653"/>
                  <a:pt x="91119" y="93583"/>
                </a:cubicBezTo>
                <a:cubicBezTo>
                  <a:pt x="91119" y="93583"/>
                  <a:pt x="91119" y="93450"/>
                  <a:pt x="91119" y="93317"/>
                </a:cubicBezTo>
                <a:lnTo>
                  <a:pt x="91119" y="78232"/>
                </a:lnTo>
                <a:cubicBezTo>
                  <a:pt x="91519" y="75163"/>
                  <a:pt x="89384" y="72359"/>
                  <a:pt x="86313" y="71959"/>
                </a:cubicBezTo>
                <a:cubicBezTo>
                  <a:pt x="85779" y="71959"/>
                  <a:pt x="85246" y="71959"/>
                  <a:pt x="84845" y="71959"/>
                </a:cubicBezTo>
                <a:lnTo>
                  <a:pt x="69892" y="71959"/>
                </a:lnTo>
                <a:cubicBezTo>
                  <a:pt x="68424" y="71959"/>
                  <a:pt x="66955" y="72492"/>
                  <a:pt x="65887" y="73560"/>
                </a:cubicBezTo>
                <a:cubicBezTo>
                  <a:pt x="63751" y="75696"/>
                  <a:pt x="63751" y="79300"/>
                  <a:pt x="65887" y="81436"/>
                </a:cubicBezTo>
                <a:cubicBezTo>
                  <a:pt x="66955" y="82504"/>
                  <a:pt x="68424" y="83038"/>
                  <a:pt x="69892" y="83038"/>
                </a:cubicBezTo>
                <a:lnTo>
                  <a:pt x="70693" y="83038"/>
                </a:lnTo>
                <a:cubicBezTo>
                  <a:pt x="55607" y="92382"/>
                  <a:pt x="35715" y="90513"/>
                  <a:pt x="22632" y="77431"/>
                </a:cubicBezTo>
                <a:cubicBezTo>
                  <a:pt x="9548" y="64349"/>
                  <a:pt x="10349" y="57008"/>
                  <a:pt x="11550" y="45662"/>
                </a:cubicBezTo>
                <a:cubicBezTo>
                  <a:pt x="11951" y="42591"/>
                  <a:pt x="9815" y="39788"/>
                  <a:pt x="6745" y="39521"/>
                </a:cubicBezTo>
                <a:cubicBezTo>
                  <a:pt x="5009" y="39255"/>
                  <a:pt x="3273" y="39922"/>
                  <a:pt x="2072" y="41256"/>
                </a:cubicBezTo>
                <a:lnTo>
                  <a:pt x="1805" y="41256"/>
                </a:lnTo>
                <a:close/>
                <a:moveTo>
                  <a:pt x="49867" y="28308"/>
                </a:moveTo>
                <a:cubicBezTo>
                  <a:pt x="37584" y="28308"/>
                  <a:pt x="27438" y="38320"/>
                  <a:pt x="27438" y="50734"/>
                </a:cubicBezTo>
                <a:cubicBezTo>
                  <a:pt x="27438" y="63149"/>
                  <a:pt x="37451" y="73160"/>
                  <a:pt x="49867" y="73160"/>
                </a:cubicBezTo>
                <a:cubicBezTo>
                  <a:pt x="62282" y="73160"/>
                  <a:pt x="72295" y="63149"/>
                  <a:pt x="72295" y="50734"/>
                </a:cubicBezTo>
                <a:cubicBezTo>
                  <a:pt x="72295" y="38320"/>
                  <a:pt x="62282" y="28308"/>
                  <a:pt x="49867" y="28308"/>
                </a:cubicBezTo>
                <a:close/>
                <a:moveTo>
                  <a:pt x="44927" y="39521"/>
                </a:moveTo>
                <a:lnTo>
                  <a:pt x="53338" y="39521"/>
                </a:lnTo>
                <a:cubicBezTo>
                  <a:pt x="57076" y="39521"/>
                  <a:pt x="60013" y="42591"/>
                  <a:pt x="60013" y="46195"/>
                </a:cubicBezTo>
                <a:cubicBezTo>
                  <a:pt x="60013" y="49800"/>
                  <a:pt x="56942" y="52870"/>
                  <a:pt x="53338" y="52870"/>
                </a:cubicBezTo>
                <a:lnTo>
                  <a:pt x="46663" y="52870"/>
                </a:lnTo>
                <a:lnTo>
                  <a:pt x="46663" y="55139"/>
                </a:lnTo>
                <a:lnTo>
                  <a:pt x="54005" y="55139"/>
                </a:lnTo>
                <a:cubicBezTo>
                  <a:pt x="54940" y="55139"/>
                  <a:pt x="55741" y="55940"/>
                  <a:pt x="55741" y="56874"/>
                </a:cubicBezTo>
                <a:cubicBezTo>
                  <a:pt x="55741" y="57809"/>
                  <a:pt x="54940" y="58610"/>
                  <a:pt x="54005" y="58610"/>
                </a:cubicBezTo>
                <a:lnTo>
                  <a:pt x="46663" y="58610"/>
                </a:lnTo>
                <a:lnTo>
                  <a:pt x="46663" y="61413"/>
                </a:lnTo>
                <a:cubicBezTo>
                  <a:pt x="46663" y="62348"/>
                  <a:pt x="45861" y="63149"/>
                  <a:pt x="44927" y="63149"/>
                </a:cubicBezTo>
                <a:cubicBezTo>
                  <a:pt x="43992" y="63149"/>
                  <a:pt x="43191" y="62348"/>
                  <a:pt x="43191" y="61413"/>
                </a:cubicBezTo>
                <a:lnTo>
                  <a:pt x="43191" y="58610"/>
                </a:lnTo>
                <a:lnTo>
                  <a:pt x="41456" y="58610"/>
                </a:lnTo>
                <a:cubicBezTo>
                  <a:pt x="40522" y="58610"/>
                  <a:pt x="39720" y="57809"/>
                  <a:pt x="39720" y="56874"/>
                </a:cubicBezTo>
                <a:cubicBezTo>
                  <a:pt x="39720" y="55940"/>
                  <a:pt x="40522" y="55139"/>
                  <a:pt x="41456" y="55139"/>
                </a:cubicBezTo>
                <a:lnTo>
                  <a:pt x="43191" y="55139"/>
                </a:lnTo>
                <a:lnTo>
                  <a:pt x="43191" y="52870"/>
                </a:lnTo>
                <a:lnTo>
                  <a:pt x="41456" y="52870"/>
                </a:lnTo>
                <a:cubicBezTo>
                  <a:pt x="40522" y="52870"/>
                  <a:pt x="39720" y="52069"/>
                  <a:pt x="39720" y="51135"/>
                </a:cubicBezTo>
                <a:cubicBezTo>
                  <a:pt x="39720" y="50200"/>
                  <a:pt x="40522" y="49399"/>
                  <a:pt x="41456" y="49399"/>
                </a:cubicBezTo>
                <a:lnTo>
                  <a:pt x="43191" y="49399"/>
                </a:lnTo>
                <a:lnTo>
                  <a:pt x="43191" y="40990"/>
                </a:lnTo>
                <a:cubicBezTo>
                  <a:pt x="43191" y="40055"/>
                  <a:pt x="43992" y="39255"/>
                  <a:pt x="44927" y="39255"/>
                </a:cubicBezTo>
                <a:lnTo>
                  <a:pt x="44927" y="39521"/>
                </a:lnTo>
                <a:close/>
                <a:moveTo>
                  <a:pt x="46529" y="42859"/>
                </a:moveTo>
                <a:lnTo>
                  <a:pt x="46529" y="49533"/>
                </a:lnTo>
                <a:lnTo>
                  <a:pt x="53204" y="49533"/>
                </a:lnTo>
                <a:cubicBezTo>
                  <a:pt x="55073" y="49533"/>
                  <a:pt x="56542" y="48065"/>
                  <a:pt x="56542" y="46195"/>
                </a:cubicBezTo>
                <a:cubicBezTo>
                  <a:pt x="56542" y="44327"/>
                  <a:pt x="55073" y="42859"/>
                  <a:pt x="53204" y="42859"/>
                </a:cubicBezTo>
                <a:lnTo>
                  <a:pt x="46529" y="4285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3" name="Чёрный — SVG 32">
            <a:extLst>
              <a:ext uri="{FF2B5EF4-FFF2-40B4-BE49-F238E27FC236}">
                <a16:creationId xmlns:a16="http://schemas.microsoft.com/office/drawing/2014/main" id="{A8B3AF30-8483-3B4A-9613-42FF82A990D6}"/>
              </a:ext>
            </a:extLst>
          </p:cNvPr>
          <p:cNvSpPr>
            <a:spLocks noGrp="1"/>
          </p:cNvSpPr>
          <p:nvPr/>
        </p:nvSpPr>
        <p:spPr>
          <a:xfrm>
            <a:off x="8220000" y="3210000"/>
            <a:ext cx="220000" cy="220000"/>
          </a:xfrm>
          <a:custGeom>
            <a:avLst/>
            <a:gdLst>
              <a:gd name="csX0" fmla="*/ 44509 w 136722"/>
              <a:gd name="csY0" fmla="*/ 58348 h 157522"/>
              <a:gd name="csX1" fmla="*/ 37364 w 136722"/>
              <a:gd name="csY1" fmla="*/ 65323 h 157522"/>
              <a:gd name="csX2" fmla="*/ 44339 w 136722"/>
              <a:gd name="csY2" fmla="*/ 72467 h 157522"/>
              <a:gd name="csX3" fmla="*/ 44509 w 136722"/>
              <a:gd name="csY3" fmla="*/ 72467 h 157522"/>
              <a:gd name="csX4" fmla="*/ 55738 w 136722"/>
              <a:gd name="csY4" fmla="*/ 72467 h 157522"/>
              <a:gd name="csX5" fmla="*/ 51825 w 136722"/>
              <a:gd name="csY5" fmla="*/ 76380 h 157522"/>
              <a:gd name="csX6" fmla="*/ 6059 w 136722"/>
              <a:gd name="csY6" fmla="*/ 102747 h 157522"/>
              <a:gd name="csX7" fmla="*/ 104 w 136722"/>
              <a:gd name="csY7" fmla="*/ 110742 h 157522"/>
              <a:gd name="csX8" fmla="*/ 8101 w 136722"/>
              <a:gd name="csY8" fmla="*/ 116696 h 157522"/>
              <a:gd name="csX9" fmla="*/ 8441 w 136722"/>
              <a:gd name="csY9" fmla="*/ 116696 h 157522"/>
              <a:gd name="csX10" fmla="*/ 61863 w 136722"/>
              <a:gd name="csY10" fmla="*/ 86416 h 157522"/>
              <a:gd name="csX11" fmla="*/ 65776 w 136722"/>
              <a:gd name="csY11" fmla="*/ 82504 h 157522"/>
              <a:gd name="csX12" fmla="*/ 65776 w 136722"/>
              <a:gd name="csY12" fmla="*/ 93731 h 157522"/>
              <a:gd name="csX13" fmla="*/ 72752 w 136722"/>
              <a:gd name="csY13" fmla="*/ 100876 h 157522"/>
              <a:gd name="csX14" fmla="*/ 79897 w 136722"/>
              <a:gd name="csY14" fmla="*/ 93901 h 157522"/>
              <a:gd name="csX15" fmla="*/ 79897 w 136722"/>
              <a:gd name="csY15" fmla="*/ 93731 h 157522"/>
              <a:gd name="csX16" fmla="*/ 79897 w 136722"/>
              <a:gd name="csY16" fmla="*/ 65323 h 157522"/>
              <a:gd name="csX17" fmla="*/ 72752 w 136722"/>
              <a:gd name="csY17" fmla="*/ 58178 h 157522"/>
              <a:gd name="csX18" fmla="*/ 44339 w 136722"/>
              <a:gd name="csY18" fmla="*/ 58178 h 157522"/>
              <a:gd name="csX19" fmla="*/ 44509 w 136722"/>
              <a:gd name="csY19" fmla="*/ 58348 h 157522"/>
              <a:gd name="csX20" fmla="*/ 104737 w 136722"/>
              <a:gd name="csY20" fmla="*/ 83014 h 157522"/>
              <a:gd name="csX21" fmla="*/ 97761 w 136722"/>
              <a:gd name="csY21" fmla="*/ 90159 h 157522"/>
              <a:gd name="csX22" fmla="*/ 97761 w 136722"/>
              <a:gd name="csY22" fmla="*/ 150378 h 157522"/>
              <a:gd name="csX23" fmla="*/ 104737 w 136722"/>
              <a:gd name="csY23" fmla="*/ 157523 h 157522"/>
              <a:gd name="csX24" fmla="*/ 111882 w 136722"/>
              <a:gd name="csY24" fmla="*/ 150548 h 157522"/>
              <a:gd name="csX25" fmla="*/ 111882 w 136722"/>
              <a:gd name="csY25" fmla="*/ 150378 h 157522"/>
              <a:gd name="csX26" fmla="*/ 111882 w 136722"/>
              <a:gd name="csY26" fmla="*/ 90159 h 157522"/>
              <a:gd name="csX27" fmla="*/ 104907 w 136722"/>
              <a:gd name="csY27" fmla="*/ 83014 h 157522"/>
              <a:gd name="csX28" fmla="*/ 104737 w 136722"/>
              <a:gd name="csY28" fmla="*/ 83014 h 157522"/>
              <a:gd name="csX29" fmla="*/ 72752 w 136722"/>
              <a:gd name="csY29" fmla="*/ 111423 h 157522"/>
              <a:gd name="csX30" fmla="*/ 65776 w 136722"/>
              <a:gd name="csY30" fmla="*/ 118567 h 157522"/>
              <a:gd name="csX31" fmla="*/ 65776 w 136722"/>
              <a:gd name="csY31" fmla="*/ 150378 h 157522"/>
              <a:gd name="csX32" fmla="*/ 72752 w 136722"/>
              <a:gd name="csY32" fmla="*/ 157523 h 157522"/>
              <a:gd name="csX33" fmla="*/ 79897 w 136722"/>
              <a:gd name="csY33" fmla="*/ 150548 h 157522"/>
              <a:gd name="csX34" fmla="*/ 79897 w 136722"/>
              <a:gd name="csY34" fmla="*/ 150378 h 157522"/>
              <a:gd name="csX35" fmla="*/ 79897 w 136722"/>
              <a:gd name="csY35" fmla="*/ 118567 h 157522"/>
              <a:gd name="csX36" fmla="*/ 72922 w 136722"/>
              <a:gd name="csY36" fmla="*/ 111423 h 157522"/>
              <a:gd name="csX37" fmla="*/ 72752 w 136722"/>
              <a:gd name="csY37" fmla="*/ 111423 h 157522"/>
              <a:gd name="csX38" fmla="*/ 40937 w 136722"/>
              <a:gd name="csY38" fmla="*/ 125542 h 157522"/>
              <a:gd name="csX39" fmla="*/ 33961 w 136722"/>
              <a:gd name="csY39" fmla="*/ 132687 h 157522"/>
              <a:gd name="csX40" fmla="*/ 33961 w 136722"/>
              <a:gd name="csY40" fmla="*/ 150378 h 157522"/>
              <a:gd name="csX41" fmla="*/ 40937 w 136722"/>
              <a:gd name="csY41" fmla="*/ 157523 h 157522"/>
              <a:gd name="csX42" fmla="*/ 48082 w 136722"/>
              <a:gd name="csY42" fmla="*/ 150548 h 157522"/>
              <a:gd name="csX43" fmla="*/ 48082 w 136722"/>
              <a:gd name="csY43" fmla="*/ 150378 h 157522"/>
              <a:gd name="csX44" fmla="*/ 48082 w 136722"/>
              <a:gd name="csY44" fmla="*/ 132687 h 157522"/>
              <a:gd name="csX45" fmla="*/ 41107 w 136722"/>
              <a:gd name="csY45" fmla="*/ 125542 h 157522"/>
              <a:gd name="csX46" fmla="*/ 40937 w 136722"/>
              <a:gd name="csY46" fmla="*/ 125542 h 157522"/>
              <a:gd name="csX47" fmla="*/ 8951 w 136722"/>
              <a:gd name="csY47" fmla="*/ 132687 h 157522"/>
              <a:gd name="csX48" fmla="*/ 1976 w 136722"/>
              <a:gd name="csY48" fmla="*/ 139831 h 157522"/>
              <a:gd name="csX49" fmla="*/ 1976 w 136722"/>
              <a:gd name="csY49" fmla="*/ 150378 h 157522"/>
              <a:gd name="csX50" fmla="*/ 8951 w 136722"/>
              <a:gd name="csY50" fmla="*/ 157523 h 157522"/>
              <a:gd name="csX51" fmla="*/ 16097 w 136722"/>
              <a:gd name="csY51" fmla="*/ 150548 h 157522"/>
              <a:gd name="csX52" fmla="*/ 16097 w 136722"/>
              <a:gd name="csY52" fmla="*/ 150378 h 157522"/>
              <a:gd name="csX53" fmla="*/ 16097 w 136722"/>
              <a:gd name="csY53" fmla="*/ 139831 h 157522"/>
              <a:gd name="csX54" fmla="*/ 9122 w 136722"/>
              <a:gd name="csY54" fmla="*/ 132687 h 157522"/>
              <a:gd name="csX55" fmla="*/ 8951 w 136722"/>
              <a:gd name="csY55" fmla="*/ 132687 h 157522"/>
              <a:gd name="csX56" fmla="*/ 104737 w 136722"/>
              <a:gd name="csY56" fmla="*/ 0 h 157522"/>
              <a:gd name="csX57" fmla="*/ 72752 w 136722"/>
              <a:gd name="csY57" fmla="*/ 31981 h 157522"/>
              <a:gd name="csX58" fmla="*/ 104737 w 136722"/>
              <a:gd name="csY58" fmla="*/ 63962 h 157522"/>
              <a:gd name="csX59" fmla="*/ 136722 w 136722"/>
              <a:gd name="csY59" fmla="*/ 31981 h 157522"/>
              <a:gd name="csX60" fmla="*/ 104737 w 136722"/>
              <a:gd name="csY60" fmla="*/ 0 h 157522"/>
              <a:gd name="csX61" fmla="*/ 97591 w 136722"/>
              <a:gd name="csY61" fmla="*/ 15990 h 157522"/>
              <a:gd name="csX62" fmla="*/ 109501 w 136722"/>
              <a:gd name="csY62" fmla="*/ 15990 h 157522"/>
              <a:gd name="csX63" fmla="*/ 119028 w 136722"/>
              <a:gd name="csY63" fmla="*/ 25517 h 157522"/>
              <a:gd name="csX64" fmla="*/ 109501 w 136722"/>
              <a:gd name="csY64" fmla="*/ 35043 h 157522"/>
              <a:gd name="csX65" fmla="*/ 99973 w 136722"/>
              <a:gd name="csY65" fmla="*/ 35043 h 157522"/>
              <a:gd name="csX66" fmla="*/ 99973 w 136722"/>
              <a:gd name="csY66" fmla="*/ 38275 h 157522"/>
              <a:gd name="csX67" fmla="*/ 110351 w 136722"/>
              <a:gd name="csY67" fmla="*/ 38275 h 157522"/>
              <a:gd name="csX68" fmla="*/ 112733 w 136722"/>
              <a:gd name="csY68" fmla="*/ 40657 h 157522"/>
              <a:gd name="csX69" fmla="*/ 110351 w 136722"/>
              <a:gd name="csY69" fmla="*/ 43038 h 157522"/>
              <a:gd name="csX70" fmla="*/ 99973 w 136722"/>
              <a:gd name="csY70" fmla="*/ 43038 h 157522"/>
              <a:gd name="csX71" fmla="*/ 99973 w 136722"/>
              <a:gd name="csY71" fmla="*/ 46951 h 157522"/>
              <a:gd name="csX72" fmla="*/ 97591 w 136722"/>
              <a:gd name="csY72" fmla="*/ 49332 h 157522"/>
              <a:gd name="csX73" fmla="*/ 95209 w 136722"/>
              <a:gd name="csY73" fmla="*/ 46951 h 157522"/>
              <a:gd name="csX74" fmla="*/ 95209 w 136722"/>
              <a:gd name="csY74" fmla="*/ 43038 h 157522"/>
              <a:gd name="csX75" fmla="*/ 92828 w 136722"/>
              <a:gd name="csY75" fmla="*/ 43038 h 157522"/>
              <a:gd name="csX76" fmla="*/ 90445 w 136722"/>
              <a:gd name="csY76" fmla="*/ 40657 h 157522"/>
              <a:gd name="csX77" fmla="*/ 92828 w 136722"/>
              <a:gd name="csY77" fmla="*/ 38275 h 157522"/>
              <a:gd name="csX78" fmla="*/ 95209 w 136722"/>
              <a:gd name="csY78" fmla="*/ 38275 h 157522"/>
              <a:gd name="csX79" fmla="*/ 95209 w 136722"/>
              <a:gd name="csY79" fmla="*/ 35043 h 157522"/>
              <a:gd name="csX80" fmla="*/ 92828 w 136722"/>
              <a:gd name="csY80" fmla="*/ 35043 h 157522"/>
              <a:gd name="csX81" fmla="*/ 90445 w 136722"/>
              <a:gd name="csY81" fmla="*/ 32661 h 157522"/>
              <a:gd name="csX82" fmla="*/ 92828 w 136722"/>
              <a:gd name="csY82" fmla="*/ 30280 h 157522"/>
              <a:gd name="csX83" fmla="*/ 95209 w 136722"/>
              <a:gd name="csY83" fmla="*/ 30280 h 157522"/>
              <a:gd name="csX84" fmla="*/ 95209 w 136722"/>
              <a:gd name="csY84" fmla="*/ 18372 h 157522"/>
              <a:gd name="csX85" fmla="*/ 97591 w 136722"/>
              <a:gd name="csY85" fmla="*/ 15990 h 157522"/>
              <a:gd name="csX86" fmla="*/ 99973 w 136722"/>
              <a:gd name="csY86" fmla="*/ 20753 h 157522"/>
              <a:gd name="csX87" fmla="*/ 99973 w 136722"/>
              <a:gd name="csY87" fmla="*/ 30280 h 157522"/>
              <a:gd name="csX88" fmla="*/ 109501 w 136722"/>
              <a:gd name="csY88" fmla="*/ 30280 h 157522"/>
              <a:gd name="csX89" fmla="*/ 114264 w 136722"/>
              <a:gd name="csY89" fmla="*/ 25517 h 157522"/>
              <a:gd name="csX90" fmla="*/ 109501 w 136722"/>
              <a:gd name="csY90" fmla="*/ 20753 h 157522"/>
              <a:gd name="csX91" fmla="*/ 99973 w 136722"/>
              <a:gd name="csY91" fmla="*/ 20753 h 157522"/>
            </a:gdLst>
            <a:ahLst/>
            <a:cxnLst/>
            <a:rect l="l" t="t" r="r" b="b"/>
            <a:pathLst>
              <a:path w="100000" h="100000">
                <a:moveTo>
                  <a:pt x="34858" y="37041"/>
                </a:moveTo>
                <a:cubicBezTo>
                  <a:pt x="32374" y="37041"/>
                  <a:pt x="30322" y="38985"/>
                  <a:pt x="30322" y="41469"/>
                </a:cubicBezTo>
                <a:cubicBezTo>
                  <a:pt x="30322" y="43953"/>
                  <a:pt x="32266" y="46004"/>
                  <a:pt x="34750" y="46004"/>
                </a:cubicBezTo>
                <a:cubicBezTo>
                  <a:pt x="34750" y="46004"/>
                  <a:pt x="34750" y="46004"/>
                  <a:pt x="34858" y="46004"/>
                </a:cubicBezTo>
                <a:lnTo>
                  <a:pt x="41987" y="46004"/>
                </a:lnTo>
                <a:lnTo>
                  <a:pt x="39502" y="48488"/>
                </a:lnTo>
                <a:cubicBezTo>
                  <a:pt x="30754" y="57236"/>
                  <a:pt x="22870" y="63175"/>
                  <a:pt x="10449" y="65227"/>
                </a:cubicBezTo>
                <a:cubicBezTo>
                  <a:pt x="7965" y="65551"/>
                  <a:pt x="6237" y="67819"/>
                  <a:pt x="6668" y="70303"/>
                </a:cubicBezTo>
                <a:cubicBezTo>
                  <a:pt x="6993" y="72787"/>
                  <a:pt x="9261" y="74515"/>
                  <a:pt x="11745" y="74082"/>
                </a:cubicBezTo>
                <a:cubicBezTo>
                  <a:pt x="11745" y="74082"/>
                  <a:pt x="11853" y="74082"/>
                  <a:pt x="11961" y="74082"/>
                </a:cubicBezTo>
                <a:cubicBezTo>
                  <a:pt x="26542" y="71599"/>
                  <a:pt x="36695" y="64039"/>
                  <a:pt x="45875" y="54860"/>
                </a:cubicBezTo>
                <a:lnTo>
                  <a:pt x="48359" y="52376"/>
                </a:lnTo>
                <a:lnTo>
                  <a:pt x="48359" y="59503"/>
                </a:lnTo>
                <a:cubicBezTo>
                  <a:pt x="48359" y="61988"/>
                  <a:pt x="50303" y="64039"/>
                  <a:pt x="52788" y="64039"/>
                </a:cubicBezTo>
                <a:cubicBezTo>
                  <a:pt x="55272" y="64039"/>
                  <a:pt x="57323" y="62095"/>
                  <a:pt x="57323" y="59611"/>
                </a:cubicBezTo>
                <a:cubicBezTo>
                  <a:pt x="57323" y="59611"/>
                  <a:pt x="57323" y="59611"/>
                  <a:pt x="57323" y="59503"/>
                </a:cubicBezTo>
                <a:lnTo>
                  <a:pt x="57323" y="41469"/>
                </a:lnTo>
                <a:cubicBezTo>
                  <a:pt x="57323" y="38985"/>
                  <a:pt x="55272" y="36933"/>
                  <a:pt x="52788" y="36933"/>
                </a:cubicBezTo>
                <a:lnTo>
                  <a:pt x="34750" y="36933"/>
                </a:lnTo>
                <a:lnTo>
                  <a:pt x="34858" y="37041"/>
                </a:lnTo>
                <a:close/>
                <a:moveTo>
                  <a:pt x="73093" y="52700"/>
                </a:moveTo>
                <a:cubicBezTo>
                  <a:pt x="70609" y="52700"/>
                  <a:pt x="68664" y="54752"/>
                  <a:pt x="68664" y="57236"/>
                </a:cubicBezTo>
                <a:lnTo>
                  <a:pt x="68664" y="95465"/>
                </a:lnTo>
                <a:cubicBezTo>
                  <a:pt x="68664" y="97949"/>
                  <a:pt x="70609" y="100001"/>
                  <a:pt x="73093" y="100001"/>
                </a:cubicBezTo>
                <a:cubicBezTo>
                  <a:pt x="75577" y="100001"/>
                  <a:pt x="77629" y="98057"/>
                  <a:pt x="77629" y="95573"/>
                </a:cubicBezTo>
                <a:cubicBezTo>
                  <a:pt x="77629" y="95573"/>
                  <a:pt x="77629" y="95573"/>
                  <a:pt x="77629" y="95465"/>
                </a:cubicBezTo>
                <a:lnTo>
                  <a:pt x="77629" y="57236"/>
                </a:lnTo>
                <a:cubicBezTo>
                  <a:pt x="77629" y="54752"/>
                  <a:pt x="75685" y="52700"/>
                  <a:pt x="73201" y="52700"/>
                </a:cubicBezTo>
                <a:cubicBezTo>
                  <a:pt x="73201" y="52700"/>
                  <a:pt x="73201" y="52700"/>
                  <a:pt x="73093" y="52700"/>
                </a:cubicBezTo>
                <a:close/>
                <a:moveTo>
                  <a:pt x="52788" y="70735"/>
                </a:moveTo>
                <a:cubicBezTo>
                  <a:pt x="50303" y="70735"/>
                  <a:pt x="48359" y="72787"/>
                  <a:pt x="48359" y="75270"/>
                </a:cubicBezTo>
                <a:lnTo>
                  <a:pt x="48359" y="95465"/>
                </a:lnTo>
                <a:cubicBezTo>
                  <a:pt x="48359" y="97949"/>
                  <a:pt x="50303" y="100001"/>
                  <a:pt x="52788" y="100001"/>
                </a:cubicBezTo>
                <a:cubicBezTo>
                  <a:pt x="55272" y="100001"/>
                  <a:pt x="57323" y="98057"/>
                  <a:pt x="57323" y="95573"/>
                </a:cubicBezTo>
                <a:cubicBezTo>
                  <a:pt x="57323" y="95573"/>
                  <a:pt x="57323" y="95573"/>
                  <a:pt x="57323" y="95465"/>
                </a:cubicBezTo>
                <a:lnTo>
                  <a:pt x="57323" y="75270"/>
                </a:lnTo>
                <a:cubicBezTo>
                  <a:pt x="57323" y="72787"/>
                  <a:pt x="55380" y="70735"/>
                  <a:pt x="52895" y="70735"/>
                </a:cubicBezTo>
                <a:cubicBezTo>
                  <a:pt x="52895" y="70735"/>
                  <a:pt x="52895" y="70735"/>
                  <a:pt x="52788" y="70735"/>
                </a:cubicBezTo>
                <a:close/>
                <a:moveTo>
                  <a:pt x="32590" y="79698"/>
                </a:moveTo>
                <a:cubicBezTo>
                  <a:pt x="30106" y="79698"/>
                  <a:pt x="28162" y="81750"/>
                  <a:pt x="28162" y="84234"/>
                </a:cubicBezTo>
                <a:lnTo>
                  <a:pt x="28162" y="95465"/>
                </a:lnTo>
                <a:cubicBezTo>
                  <a:pt x="28162" y="97949"/>
                  <a:pt x="30106" y="100001"/>
                  <a:pt x="32590" y="100001"/>
                </a:cubicBezTo>
                <a:cubicBezTo>
                  <a:pt x="35074" y="100001"/>
                  <a:pt x="37126" y="98057"/>
                  <a:pt x="37126" y="95573"/>
                </a:cubicBezTo>
                <a:cubicBezTo>
                  <a:pt x="37126" y="95573"/>
                  <a:pt x="37126" y="95573"/>
                  <a:pt x="37126" y="95465"/>
                </a:cubicBezTo>
                <a:lnTo>
                  <a:pt x="37126" y="84234"/>
                </a:lnTo>
                <a:cubicBezTo>
                  <a:pt x="37126" y="81750"/>
                  <a:pt x="35182" y="79698"/>
                  <a:pt x="32698" y="79698"/>
                </a:cubicBezTo>
                <a:cubicBezTo>
                  <a:pt x="32698" y="79698"/>
                  <a:pt x="32698" y="79698"/>
                  <a:pt x="32590" y="79698"/>
                </a:cubicBezTo>
                <a:close/>
                <a:moveTo>
                  <a:pt x="12285" y="84234"/>
                </a:moveTo>
                <a:cubicBezTo>
                  <a:pt x="9801" y="84234"/>
                  <a:pt x="7857" y="86286"/>
                  <a:pt x="7857" y="88769"/>
                </a:cubicBezTo>
                <a:lnTo>
                  <a:pt x="7857" y="95465"/>
                </a:lnTo>
                <a:cubicBezTo>
                  <a:pt x="7857" y="97949"/>
                  <a:pt x="9801" y="100001"/>
                  <a:pt x="12285" y="100001"/>
                </a:cubicBezTo>
                <a:cubicBezTo>
                  <a:pt x="14769" y="100001"/>
                  <a:pt x="16821" y="98057"/>
                  <a:pt x="16821" y="95573"/>
                </a:cubicBezTo>
                <a:cubicBezTo>
                  <a:pt x="16821" y="95573"/>
                  <a:pt x="16821" y="95573"/>
                  <a:pt x="16821" y="95465"/>
                </a:cubicBezTo>
                <a:lnTo>
                  <a:pt x="16821" y="88769"/>
                </a:lnTo>
                <a:cubicBezTo>
                  <a:pt x="16821" y="86286"/>
                  <a:pt x="14877" y="84234"/>
                  <a:pt x="12393" y="84234"/>
                </a:cubicBezTo>
                <a:cubicBezTo>
                  <a:pt x="12393" y="84234"/>
                  <a:pt x="12393" y="84234"/>
                  <a:pt x="12285" y="84234"/>
                </a:cubicBezTo>
                <a:close/>
                <a:moveTo>
                  <a:pt x="73093" y="0"/>
                </a:moveTo>
                <a:cubicBezTo>
                  <a:pt x="61860" y="0"/>
                  <a:pt x="52788" y="9071"/>
                  <a:pt x="52788" y="20303"/>
                </a:cubicBezTo>
                <a:cubicBezTo>
                  <a:pt x="52788" y="31533"/>
                  <a:pt x="61860" y="40605"/>
                  <a:pt x="73093" y="40605"/>
                </a:cubicBezTo>
                <a:cubicBezTo>
                  <a:pt x="84325" y="40605"/>
                  <a:pt x="93398" y="31533"/>
                  <a:pt x="93398" y="20303"/>
                </a:cubicBezTo>
                <a:cubicBezTo>
                  <a:pt x="93398" y="9071"/>
                  <a:pt x="84325" y="0"/>
                  <a:pt x="73093" y="0"/>
                </a:cubicBezTo>
                <a:close/>
                <a:moveTo>
                  <a:pt x="68556" y="10151"/>
                </a:moveTo>
                <a:lnTo>
                  <a:pt x="76117" y="10151"/>
                </a:lnTo>
                <a:cubicBezTo>
                  <a:pt x="79465" y="10151"/>
                  <a:pt x="82165" y="12851"/>
                  <a:pt x="82165" y="16199"/>
                </a:cubicBezTo>
                <a:cubicBezTo>
                  <a:pt x="82165" y="19546"/>
                  <a:pt x="79465" y="22246"/>
                  <a:pt x="76117" y="22246"/>
                </a:cubicBezTo>
                <a:lnTo>
                  <a:pt x="70068" y="22246"/>
                </a:lnTo>
                <a:lnTo>
                  <a:pt x="70068" y="24298"/>
                </a:lnTo>
                <a:lnTo>
                  <a:pt x="76657" y="24298"/>
                </a:lnTo>
                <a:cubicBezTo>
                  <a:pt x="77521" y="24298"/>
                  <a:pt x="78169" y="24946"/>
                  <a:pt x="78169" y="25810"/>
                </a:cubicBezTo>
                <a:cubicBezTo>
                  <a:pt x="78169" y="26674"/>
                  <a:pt x="77521" y="27322"/>
                  <a:pt x="76657" y="27322"/>
                </a:cubicBezTo>
                <a:lnTo>
                  <a:pt x="70068" y="27322"/>
                </a:lnTo>
                <a:lnTo>
                  <a:pt x="70068" y="29806"/>
                </a:lnTo>
                <a:cubicBezTo>
                  <a:pt x="70068" y="30670"/>
                  <a:pt x="69420" y="31318"/>
                  <a:pt x="68556" y="31318"/>
                </a:cubicBezTo>
                <a:cubicBezTo>
                  <a:pt x="67692" y="31318"/>
                  <a:pt x="67044" y="30670"/>
                  <a:pt x="67044" y="29806"/>
                </a:cubicBezTo>
                <a:lnTo>
                  <a:pt x="67044" y="27322"/>
                </a:lnTo>
                <a:lnTo>
                  <a:pt x="65532" y="27322"/>
                </a:lnTo>
                <a:cubicBezTo>
                  <a:pt x="64668" y="27322"/>
                  <a:pt x="64020" y="26674"/>
                  <a:pt x="64020" y="25810"/>
                </a:cubicBezTo>
                <a:cubicBezTo>
                  <a:pt x="64020" y="24946"/>
                  <a:pt x="64668" y="24298"/>
                  <a:pt x="65532" y="24298"/>
                </a:cubicBezTo>
                <a:lnTo>
                  <a:pt x="67044" y="24298"/>
                </a:lnTo>
                <a:lnTo>
                  <a:pt x="67044" y="22246"/>
                </a:lnTo>
                <a:lnTo>
                  <a:pt x="65532" y="22246"/>
                </a:lnTo>
                <a:cubicBezTo>
                  <a:pt x="64668" y="22246"/>
                  <a:pt x="64020" y="21598"/>
                  <a:pt x="64020" y="20734"/>
                </a:cubicBezTo>
                <a:cubicBezTo>
                  <a:pt x="64020" y="19870"/>
                  <a:pt x="64668" y="19223"/>
                  <a:pt x="65532" y="19223"/>
                </a:cubicBezTo>
                <a:lnTo>
                  <a:pt x="67044" y="19223"/>
                </a:lnTo>
                <a:lnTo>
                  <a:pt x="67044" y="11663"/>
                </a:lnTo>
                <a:cubicBezTo>
                  <a:pt x="67044" y="10799"/>
                  <a:pt x="67692" y="10151"/>
                  <a:pt x="68556" y="10151"/>
                </a:cubicBezTo>
                <a:close/>
                <a:moveTo>
                  <a:pt x="70068" y="13175"/>
                </a:moveTo>
                <a:lnTo>
                  <a:pt x="70068" y="19223"/>
                </a:lnTo>
                <a:lnTo>
                  <a:pt x="76117" y="19223"/>
                </a:lnTo>
                <a:cubicBezTo>
                  <a:pt x="77845" y="19223"/>
                  <a:pt x="79141" y="17818"/>
                  <a:pt x="79141" y="16199"/>
                </a:cubicBezTo>
                <a:cubicBezTo>
                  <a:pt x="79141" y="14579"/>
                  <a:pt x="77737" y="13175"/>
                  <a:pt x="76117" y="13175"/>
                </a:cubicBezTo>
                <a:lnTo>
                  <a:pt x="70068" y="1317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4" name="Чёрный — SVG 33">
            <a:extLst>
              <a:ext uri="{FF2B5EF4-FFF2-40B4-BE49-F238E27FC236}">
                <a16:creationId xmlns:a16="http://schemas.microsoft.com/office/drawing/2014/main" id="{168BBE2C-FC5E-CB4D-8C9E-B566F90FE346}"/>
              </a:ext>
            </a:extLst>
          </p:cNvPr>
          <p:cNvSpPr>
            <a:spLocks noGrp="1"/>
          </p:cNvSpPr>
          <p:nvPr/>
        </p:nvSpPr>
        <p:spPr>
          <a:xfrm>
            <a:off x="8820000" y="3210000"/>
            <a:ext cx="220000" cy="220000"/>
          </a:xfrm>
          <a:custGeom>
            <a:avLst/>
            <a:gdLst>
              <a:gd name="csX0" fmla="*/ 63800 w 141772"/>
              <a:gd name="csY0" fmla="*/ 0 h 148507"/>
              <a:gd name="csX1" fmla="*/ 51738 w 141772"/>
              <a:gd name="csY1" fmla="*/ 4168 h 148507"/>
              <a:gd name="csX2" fmla="*/ 2024 w 141772"/>
              <a:gd name="csY2" fmla="*/ 43327 h 148507"/>
              <a:gd name="csX3" fmla="*/ 221 w 141772"/>
              <a:gd name="csY3" fmla="*/ 46015 h 148507"/>
              <a:gd name="csX4" fmla="*/ 306 w 141772"/>
              <a:gd name="csY4" fmla="*/ 49247 h 148507"/>
              <a:gd name="csX5" fmla="*/ 2229 w 141772"/>
              <a:gd name="csY5" fmla="*/ 51833 h 148507"/>
              <a:gd name="csX6" fmla="*/ 5308 w 141772"/>
              <a:gd name="csY6" fmla="*/ 52820 h 148507"/>
              <a:gd name="csX7" fmla="*/ 122276 w 141772"/>
              <a:gd name="csY7" fmla="*/ 52820 h 148507"/>
              <a:gd name="csX8" fmla="*/ 125372 w 141772"/>
              <a:gd name="csY8" fmla="*/ 51833 h 148507"/>
              <a:gd name="csX9" fmla="*/ 127294 w 141772"/>
              <a:gd name="csY9" fmla="*/ 49247 h 148507"/>
              <a:gd name="csX10" fmla="*/ 127380 w 141772"/>
              <a:gd name="csY10" fmla="*/ 46015 h 148507"/>
              <a:gd name="csX11" fmla="*/ 125576 w 141772"/>
              <a:gd name="csY11" fmla="*/ 43327 h 148507"/>
              <a:gd name="csX12" fmla="*/ 75863 w 141772"/>
              <a:gd name="csY12" fmla="*/ 4168 h 148507"/>
              <a:gd name="csX13" fmla="*/ 63800 w 141772"/>
              <a:gd name="csY13" fmla="*/ 0 h 148507"/>
              <a:gd name="csX14" fmla="*/ 63800 w 141772"/>
              <a:gd name="csY14" fmla="*/ 20924 h 148507"/>
              <a:gd name="csX15" fmla="*/ 70895 w 141772"/>
              <a:gd name="csY15" fmla="*/ 28017 h 148507"/>
              <a:gd name="csX16" fmla="*/ 63800 w 141772"/>
              <a:gd name="csY16" fmla="*/ 35094 h 148507"/>
              <a:gd name="csX17" fmla="*/ 56706 w 141772"/>
              <a:gd name="csY17" fmla="*/ 28017 h 148507"/>
              <a:gd name="csX18" fmla="*/ 63800 w 141772"/>
              <a:gd name="csY18" fmla="*/ 20924 h 148507"/>
              <a:gd name="csX19" fmla="*/ 12403 w 141772"/>
              <a:gd name="csY19" fmla="*/ 59913 h 148507"/>
              <a:gd name="csX20" fmla="*/ 12403 w 141772"/>
              <a:gd name="csY20" fmla="*/ 113073 h 148507"/>
              <a:gd name="csX21" fmla="*/ 0 w 141772"/>
              <a:gd name="csY21" fmla="*/ 125474 h 148507"/>
              <a:gd name="csX22" fmla="*/ 12403 w 141772"/>
              <a:gd name="csY22" fmla="*/ 137875 h 148507"/>
              <a:gd name="csX23" fmla="*/ 56706 w 141772"/>
              <a:gd name="csY23" fmla="*/ 137875 h 148507"/>
              <a:gd name="csX24" fmla="*/ 56706 w 141772"/>
              <a:gd name="csY24" fmla="*/ 113073 h 148507"/>
              <a:gd name="csX25" fmla="*/ 46072 w 141772"/>
              <a:gd name="csY25" fmla="*/ 113073 h 148507"/>
              <a:gd name="csX26" fmla="*/ 46072 w 141772"/>
              <a:gd name="csY26" fmla="*/ 59913 h 148507"/>
              <a:gd name="csX27" fmla="*/ 35439 w 141772"/>
              <a:gd name="csY27" fmla="*/ 59913 h 148507"/>
              <a:gd name="csX28" fmla="*/ 35439 w 141772"/>
              <a:gd name="csY28" fmla="*/ 113073 h 148507"/>
              <a:gd name="csX29" fmla="*/ 23036 w 141772"/>
              <a:gd name="csY29" fmla="*/ 113073 h 148507"/>
              <a:gd name="csX30" fmla="*/ 23036 w 141772"/>
              <a:gd name="csY30" fmla="*/ 59913 h 148507"/>
              <a:gd name="csX31" fmla="*/ 12403 w 141772"/>
              <a:gd name="csY31" fmla="*/ 59913 h 148507"/>
              <a:gd name="csX32" fmla="*/ 58475 w 141772"/>
              <a:gd name="csY32" fmla="*/ 59913 h 148507"/>
              <a:gd name="csX33" fmla="*/ 58475 w 141772"/>
              <a:gd name="csY33" fmla="*/ 94326 h 148507"/>
              <a:gd name="csX34" fmla="*/ 69109 w 141772"/>
              <a:gd name="csY34" fmla="*/ 88254 h 148507"/>
              <a:gd name="csX35" fmla="*/ 69109 w 141772"/>
              <a:gd name="csY35" fmla="*/ 59913 h 148507"/>
              <a:gd name="csX36" fmla="*/ 58475 w 141772"/>
              <a:gd name="csY36" fmla="*/ 59913 h 148507"/>
              <a:gd name="csX37" fmla="*/ 81528 w 141772"/>
              <a:gd name="csY37" fmla="*/ 59913 h 148507"/>
              <a:gd name="csX38" fmla="*/ 81528 w 141772"/>
              <a:gd name="csY38" fmla="*/ 88254 h 148507"/>
              <a:gd name="csX39" fmla="*/ 92162 w 141772"/>
              <a:gd name="csY39" fmla="*/ 88254 h 148507"/>
              <a:gd name="csX40" fmla="*/ 92162 w 141772"/>
              <a:gd name="csY40" fmla="*/ 59913 h 148507"/>
              <a:gd name="csX41" fmla="*/ 81528 w 141772"/>
              <a:gd name="csY41" fmla="*/ 59913 h 148507"/>
              <a:gd name="csX42" fmla="*/ 104564 w 141772"/>
              <a:gd name="csY42" fmla="*/ 59913 h 148507"/>
              <a:gd name="csX43" fmla="*/ 104564 w 141772"/>
              <a:gd name="csY43" fmla="*/ 88254 h 148507"/>
              <a:gd name="csX44" fmla="*/ 115198 w 141772"/>
              <a:gd name="csY44" fmla="*/ 88254 h 148507"/>
              <a:gd name="csX45" fmla="*/ 115198 w 141772"/>
              <a:gd name="csY45" fmla="*/ 59913 h 148507"/>
              <a:gd name="csX46" fmla="*/ 104564 w 141772"/>
              <a:gd name="csY46" fmla="*/ 59913 h 148507"/>
              <a:gd name="csX47" fmla="*/ 72664 w 141772"/>
              <a:gd name="csY47" fmla="*/ 95347 h 148507"/>
              <a:gd name="csX48" fmla="*/ 63800 w 141772"/>
              <a:gd name="csY48" fmla="*/ 104210 h 148507"/>
              <a:gd name="csX49" fmla="*/ 63800 w 141772"/>
              <a:gd name="csY49" fmla="*/ 109518 h 148507"/>
              <a:gd name="csX50" fmla="*/ 141773 w 141772"/>
              <a:gd name="csY50" fmla="*/ 109518 h 148507"/>
              <a:gd name="csX51" fmla="*/ 141773 w 141772"/>
              <a:gd name="csY51" fmla="*/ 104210 h 148507"/>
              <a:gd name="csX52" fmla="*/ 132909 w 141772"/>
              <a:gd name="csY52" fmla="*/ 95347 h 148507"/>
              <a:gd name="csX53" fmla="*/ 72664 w 141772"/>
              <a:gd name="csY53" fmla="*/ 95347 h 148507"/>
              <a:gd name="csX54" fmla="*/ 63800 w 141772"/>
              <a:gd name="csY54" fmla="*/ 116611 h 148507"/>
              <a:gd name="csX55" fmla="*/ 63800 w 141772"/>
              <a:gd name="csY55" fmla="*/ 139644 h 148507"/>
              <a:gd name="csX56" fmla="*/ 72664 w 141772"/>
              <a:gd name="csY56" fmla="*/ 148507 h 148507"/>
              <a:gd name="csX57" fmla="*/ 132909 w 141772"/>
              <a:gd name="csY57" fmla="*/ 148507 h 148507"/>
              <a:gd name="csX58" fmla="*/ 141773 w 141772"/>
              <a:gd name="csY58" fmla="*/ 139644 h 148507"/>
              <a:gd name="csX59" fmla="*/ 141773 w 141772"/>
              <a:gd name="csY59" fmla="*/ 116611 h 148507"/>
              <a:gd name="csX60" fmla="*/ 63800 w 141772"/>
              <a:gd name="csY60" fmla="*/ 116611 h 148507"/>
            </a:gdLst>
            <a:ahLst/>
            <a:cxnLst/>
            <a:rect l="l" t="t" r="r" b="b"/>
            <a:pathLst>
              <a:path w="100000" h="100000">
                <a:moveTo>
                  <a:pt x="45229" y="0"/>
                </a:moveTo>
                <a:cubicBezTo>
                  <a:pt x="42353" y="0"/>
                  <a:pt x="39489" y="939"/>
                  <a:pt x="37106" y="2807"/>
                </a:cubicBezTo>
                <a:lnTo>
                  <a:pt x="3630" y="29175"/>
                </a:lnTo>
                <a:cubicBezTo>
                  <a:pt x="3047" y="29634"/>
                  <a:pt x="2623" y="30263"/>
                  <a:pt x="2416" y="30985"/>
                </a:cubicBezTo>
                <a:cubicBezTo>
                  <a:pt x="2210" y="31695"/>
                  <a:pt x="2222" y="32462"/>
                  <a:pt x="2474" y="33161"/>
                </a:cubicBezTo>
                <a:cubicBezTo>
                  <a:pt x="2714" y="33860"/>
                  <a:pt x="3173" y="34467"/>
                  <a:pt x="3769" y="34903"/>
                </a:cubicBezTo>
                <a:cubicBezTo>
                  <a:pt x="4376" y="35338"/>
                  <a:pt x="5109" y="35567"/>
                  <a:pt x="5842" y="35567"/>
                </a:cubicBezTo>
                <a:lnTo>
                  <a:pt x="84604" y="35567"/>
                </a:lnTo>
                <a:cubicBezTo>
                  <a:pt x="85349" y="35567"/>
                  <a:pt x="86082" y="35338"/>
                  <a:pt x="86689" y="34903"/>
                </a:cubicBezTo>
                <a:cubicBezTo>
                  <a:pt x="87284" y="34467"/>
                  <a:pt x="87743" y="33860"/>
                  <a:pt x="87983" y="33161"/>
                </a:cubicBezTo>
                <a:cubicBezTo>
                  <a:pt x="88236" y="32462"/>
                  <a:pt x="88247" y="31695"/>
                  <a:pt x="88041" y="30985"/>
                </a:cubicBezTo>
                <a:cubicBezTo>
                  <a:pt x="87835" y="30263"/>
                  <a:pt x="87411" y="29634"/>
                  <a:pt x="86827" y="29175"/>
                </a:cubicBezTo>
                <a:lnTo>
                  <a:pt x="53351" y="2807"/>
                </a:lnTo>
                <a:cubicBezTo>
                  <a:pt x="50980" y="939"/>
                  <a:pt x="48104" y="0"/>
                  <a:pt x="45229" y="0"/>
                </a:cubicBezTo>
                <a:close/>
                <a:moveTo>
                  <a:pt x="45229" y="14090"/>
                </a:moveTo>
                <a:cubicBezTo>
                  <a:pt x="47863" y="14090"/>
                  <a:pt x="50006" y="16232"/>
                  <a:pt x="50006" y="18866"/>
                </a:cubicBezTo>
                <a:cubicBezTo>
                  <a:pt x="50006" y="21501"/>
                  <a:pt x="47863" y="23631"/>
                  <a:pt x="45229" y="23631"/>
                </a:cubicBezTo>
                <a:cubicBezTo>
                  <a:pt x="42594" y="23631"/>
                  <a:pt x="40452" y="21501"/>
                  <a:pt x="40452" y="18866"/>
                </a:cubicBezTo>
                <a:cubicBezTo>
                  <a:pt x="40452" y="16232"/>
                  <a:pt x="42594" y="14090"/>
                  <a:pt x="45229" y="14090"/>
                </a:cubicBezTo>
                <a:close/>
                <a:moveTo>
                  <a:pt x="10619" y="40344"/>
                </a:moveTo>
                <a:lnTo>
                  <a:pt x="10619" y="76140"/>
                </a:lnTo>
                <a:cubicBezTo>
                  <a:pt x="6014" y="76140"/>
                  <a:pt x="2268" y="79885"/>
                  <a:pt x="2268" y="84490"/>
                </a:cubicBezTo>
                <a:cubicBezTo>
                  <a:pt x="2268" y="89095"/>
                  <a:pt x="6014" y="92841"/>
                  <a:pt x="10619" y="92841"/>
                </a:cubicBezTo>
                <a:lnTo>
                  <a:pt x="40452" y="92841"/>
                </a:lnTo>
                <a:lnTo>
                  <a:pt x="40452" y="76140"/>
                </a:lnTo>
                <a:lnTo>
                  <a:pt x="33291" y="76140"/>
                </a:lnTo>
                <a:lnTo>
                  <a:pt x="33291" y="40344"/>
                </a:lnTo>
                <a:lnTo>
                  <a:pt x="26131" y="40344"/>
                </a:lnTo>
                <a:lnTo>
                  <a:pt x="26131" y="76140"/>
                </a:lnTo>
                <a:lnTo>
                  <a:pt x="17779" y="76140"/>
                </a:lnTo>
                <a:lnTo>
                  <a:pt x="17779" y="40344"/>
                </a:lnTo>
                <a:lnTo>
                  <a:pt x="10619" y="40344"/>
                </a:lnTo>
                <a:close/>
                <a:moveTo>
                  <a:pt x="41643" y="40344"/>
                </a:moveTo>
                <a:lnTo>
                  <a:pt x="41643" y="63516"/>
                </a:lnTo>
                <a:cubicBezTo>
                  <a:pt x="43109" y="61077"/>
                  <a:pt x="45756" y="59428"/>
                  <a:pt x="48803" y="59428"/>
                </a:cubicBezTo>
                <a:lnTo>
                  <a:pt x="48803" y="40344"/>
                </a:lnTo>
                <a:lnTo>
                  <a:pt x="41643" y="40344"/>
                </a:lnTo>
                <a:close/>
                <a:moveTo>
                  <a:pt x="57166" y="40344"/>
                </a:moveTo>
                <a:lnTo>
                  <a:pt x="57166" y="59428"/>
                </a:lnTo>
                <a:lnTo>
                  <a:pt x="64327" y="59428"/>
                </a:lnTo>
                <a:lnTo>
                  <a:pt x="64327" y="40344"/>
                </a:lnTo>
                <a:lnTo>
                  <a:pt x="57166" y="40344"/>
                </a:lnTo>
                <a:close/>
                <a:moveTo>
                  <a:pt x="72678" y="40344"/>
                </a:moveTo>
                <a:lnTo>
                  <a:pt x="72678" y="59428"/>
                </a:lnTo>
                <a:lnTo>
                  <a:pt x="79838" y="59428"/>
                </a:lnTo>
                <a:lnTo>
                  <a:pt x="79838" y="40344"/>
                </a:lnTo>
                <a:lnTo>
                  <a:pt x="72678" y="40344"/>
                </a:lnTo>
                <a:close/>
                <a:moveTo>
                  <a:pt x="51197" y="64204"/>
                </a:moveTo>
                <a:cubicBezTo>
                  <a:pt x="47898" y="64204"/>
                  <a:pt x="45229" y="66873"/>
                  <a:pt x="45229" y="70172"/>
                </a:cubicBezTo>
                <a:lnTo>
                  <a:pt x="45229" y="73746"/>
                </a:lnTo>
                <a:lnTo>
                  <a:pt x="97733" y="73746"/>
                </a:lnTo>
                <a:lnTo>
                  <a:pt x="97733" y="70172"/>
                </a:lnTo>
                <a:cubicBezTo>
                  <a:pt x="97733" y="66873"/>
                  <a:pt x="95064" y="64204"/>
                  <a:pt x="91764" y="64204"/>
                </a:cubicBezTo>
                <a:lnTo>
                  <a:pt x="51197" y="64204"/>
                </a:lnTo>
                <a:close/>
                <a:moveTo>
                  <a:pt x="45229" y="78522"/>
                </a:moveTo>
                <a:lnTo>
                  <a:pt x="45229" y="94032"/>
                </a:lnTo>
                <a:cubicBezTo>
                  <a:pt x="45229" y="97331"/>
                  <a:pt x="47898" y="100000"/>
                  <a:pt x="51197" y="100000"/>
                </a:cubicBezTo>
                <a:lnTo>
                  <a:pt x="91764" y="100000"/>
                </a:lnTo>
                <a:cubicBezTo>
                  <a:pt x="95064" y="100000"/>
                  <a:pt x="97733" y="97331"/>
                  <a:pt x="97733" y="94032"/>
                </a:cubicBezTo>
                <a:lnTo>
                  <a:pt x="97733" y="78522"/>
                </a:lnTo>
                <a:lnTo>
                  <a:pt x="45229" y="7852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6788683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9BF3F37-C4AE-914D-A7F3-A84A01CEAC3A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5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341D534-D99D-C147-95DE-75F508F153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252000"/>
            <a:ext cx="9533300" cy="393698"/>
          </a:xfrm>
        </p:spPr>
        <p:txBody>
          <a:bodyPr/>
          <a:lstStyle/>
          <a:p>
            <a:r>
              <a:t>Сельское хозяйство</a:t>
            </a:r>
          </a:p>
        </p:txBody>
      </p:sp>
      <p:sp>
        <p:nvSpPr>
          <p:cNvPr id="158" name="Красный — SVG 1">
            <a:extLst>
              <a:ext uri="{FF2B5EF4-FFF2-40B4-BE49-F238E27FC236}">
                <a16:creationId xmlns:a16="http://schemas.microsoft.com/office/drawing/2014/main" id="{5BF21850-A381-474B-BE95-B00937D6795C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83251 w 141743"/>
              <a:gd name="csY0" fmla="*/ 106544 h 130580"/>
              <a:gd name="csX1" fmla="*/ 77943 w 141743"/>
              <a:gd name="csY1" fmla="*/ 101237 h 130580"/>
              <a:gd name="csX2" fmla="*/ 83251 w 141743"/>
              <a:gd name="csY2" fmla="*/ 95912 h 130580"/>
              <a:gd name="csX3" fmla="*/ 126364 w 141743"/>
              <a:gd name="csY3" fmla="*/ 95912 h 130580"/>
              <a:gd name="csX4" fmla="*/ 141744 w 141743"/>
              <a:gd name="csY4" fmla="*/ 64016 h 130580"/>
              <a:gd name="csX5" fmla="*/ 102749 w 141743"/>
              <a:gd name="csY5" fmla="*/ 25027 h 130580"/>
              <a:gd name="csX6" fmla="*/ 80036 w 141743"/>
              <a:gd name="csY6" fmla="*/ 33056 h 130580"/>
              <a:gd name="csX7" fmla="*/ 78658 w 141743"/>
              <a:gd name="csY7" fmla="*/ 33941 h 130580"/>
              <a:gd name="csX8" fmla="*/ 87539 w 141743"/>
              <a:gd name="csY8" fmla="*/ 15211 h 130580"/>
              <a:gd name="csX9" fmla="*/ 103940 w 141743"/>
              <a:gd name="csY9" fmla="*/ 10823 h 130580"/>
              <a:gd name="csX10" fmla="*/ 109810 w 141743"/>
              <a:gd name="csY10" fmla="*/ 6127 h 130580"/>
              <a:gd name="csX11" fmla="*/ 105114 w 141743"/>
              <a:gd name="csY11" fmla="*/ 259 h 130580"/>
              <a:gd name="csX12" fmla="*/ 80410 w 141743"/>
              <a:gd name="csY12" fmla="*/ 7301 h 130580"/>
              <a:gd name="csX13" fmla="*/ 73077 w 141743"/>
              <a:gd name="csY13" fmla="*/ 17015 h 130580"/>
              <a:gd name="csX14" fmla="*/ 72635 w 141743"/>
              <a:gd name="csY14" fmla="*/ 16419 h 130580"/>
              <a:gd name="csX15" fmla="*/ 51351 w 141743"/>
              <a:gd name="csY15" fmla="*/ 7318 h 130580"/>
              <a:gd name="csX16" fmla="*/ 46060 w 141743"/>
              <a:gd name="csY16" fmla="*/ 12609 h 130580"/>
              <a:gd name="csX17" fmla="*/ 51334 w 141743"/>
              <a:gd name="csY17" fmla="*/ 17950 h 130580"/>
              <a:gd name="csX18" fmla="*/ 64639 w 141743"/>
              <a:gd name="csY18" fmla="*/ 23428 h 130580"/>
              <a:gd name="csX19" fmla="*/ 67446 w 141743"/>
              <a:gd name="csY19" fmla="*/ 35540 h 130580"/>
              <a:gd name="csX20" fmla="*/ 60981 w 141743"/>
              <a:gd name="csY20" fmla="*/ 32546 h 130580"/>
              <a:gd name="csX21" fmla="*/ 38115 w 141743"/>
              <a:gd name="csY21" fmla="*/ 25044 h 130580"/>
              <a:gd name="csX22" fmla="*/ 8750 w 141743"/>
              <a:gd name="csY22" fmla="*/ 40779 h 130580"/>
              <a:gd name="csX23" fmla="*/ 1877 w 141743"/>
              <a:gd name="csY23" fmla="*/ 53384 h 130580"/>
              <a:gd name="csX24" fmla="*/ 37179 w 141743"/>
              <a:gd name="csY24" fmla="*/ 53384 h 130580"/>
              <a:gd name="csX25" fmla="*/ 42487 w 141743"/>
              <a:gd name="csY25" fmla="*/ 58709 h 130580"/>
              <a:gd name="csX26" fmla="*/ 37179 w 141743"/>
              <a:gd name="csY26" fmla="*/ 64016 h 130580"/>
              <a:gd name="csX27" fmla="*/ 5 w 141743"/>
              <a:gd name="csY27" fmla="*/ 64016 h 130580"/>
              <a:gd name="csX28" fmla="*/ 1179 w 141743"/>
              <a:gd name="csY28" fmla="*/ 73968 h 130580"/>
              <a:gd name="csX29" fmla="*/ 65013 w 141743"/>
              <a:gd name="csY29" fmla="*/ 129322 h 130580"/>
              <a:gd name="csX30" fmla="*/ 71087 w 141743"/>
              <a:gd name="csY30" fmla="*/ 130581 h 130580"/>
              <a:gd name="csX31" fmla="*/ 76871 w 141743"/>
              <a:gd name="csY31" fmla="*/ 129492 h 130580"/>
              <a:gd name="csX32" fmla="*/ 115356 w 141743"/>
              <a:gd name="csY32" fmla="*/ 106544 h 130580"/>
              <a:gd name="csX33" fmla="*/ 83251 w 141743"/>
              <a:gd name="csY33" fmla="*/ 106544 h 130580"/>
              <a:gd name="csX34" fmla="*/ 54907 w 141743"/>
              <a:gd name="csY34" fmla="*/ 81742 h 130580"/>
              <a:gd name="csX35" fmla="*/ 49582 w 141743"/>
              <a:gd name="csY35" fmla="*/ 76417 h 130580"/>
              <a:gd name="csX36" fmla="*/ 54907 w 141743"/>
              <a:gd name="csY36" fmla="*/ 71110 h 130580"/>
              <a:gd name="csX37" fmla="*/ 93885 w 141743"/>
              <a:gd name="csY37" fmla="*/ 71110 h 130580"/>
              <a:gd name="csX38" fmla="*/ 99210 w 141743"/>
              <a:gd name="csY38" fmla="*/ 76417 h 130580"/>
              <a:gd name="csX39" fmla="*/ 93885 w 141743"/>
              <a:gd name="csY39" fmla="*/ 81742 h 130580"/>
              <a:gd name="csX40" fmla="*/ 54907 w 141743"/>
              <a:gd name="csY40" fmla="*/ 81742 h 130580"/>
            </a:gdLst>
            <a:ahLst/>
            <a:cxnLst/>
            <a:rect l="l" t="t" r="r" b="b"/>
            <a:pathLst>
              <a:path w="100000" h="100000">
                <a:moveTo>
                  <a:pt x="58734" y="79105"/>
                </a:moveTo>
                <a:cubicBezTo>
                  <a:pt x="56669" y="79105"/>
                  <a:pt x="54989" y="77424"/>
                  <a:pt x="54989" y="75361"/>
                </a:cubicBezTo>
                <a:cubicBezTo>
                  <a:pt x="54989" y="73284"/>
                  <a:pt x="56669" y="71604"/>
                  <a:pt x="58734" y="71604"/>
                </a:cubicBezTo>
                <a:lnTo>
                  <a:pt x="89150" y="71604"/>
                </a:lnTo>
                <a:cubicBezTo>
                  <a:pt x="95727" y="64283"/>
                  <a:pt x="100001" y="56398"/>
                  <a:pt x="100001" y="49101"/>
                </a:cubicBezTo>
                <a:cubicBezTo>
                  <a:pt x="100001" y="33931"/>
                  <a:pt x="87661" y="21594"/>
                  <a:pt x="72490" y="21594"/>
                </a:cubicBezTo>
                <a:cubicBezTo>
                  <a:pt x="66681" y="21594"/>
                  <a:pt x="61291" y="23503"/>
                  <a:pt x="56466" y="27259"/>
                </a:cubicBezTo>
                <a:cubicBezTo>
                  <a:pt x="56166" y="27499"/>
                  <a:pt x="55829" y="27691"/>
                  <a:pt x="55493" y="27883"/>
                </a:cubicBezTo>
                <a:cubicBezTo>
                  <a:pt x="56190" y="23803"/>
                  <a:pt x="57834" y="18162"/>
                  <a:pt x="61759" y="14669"/>
                </a:cubicBezTo>
                <a:cubicBezTo>
                  <a:pt x="64687" y="12053"/>
                  <a:pt x="68481" y="11033"/>
                  <a:pt x="73330" y="11573"/>
                </a:cubicBezTo>
                <a:cubicBezTo>
                  <a:pt x="75382" y="11777"/>
                  <a:pt x="77231" y="10325"/>
                  <a:pt x="77471" y="8260"/>
                </a:cubicBezTo>
                <a:cubicBezTo>
                  <a:pt x="77699" y="6209"/>
                  <a:pt x="76210" y="4348"/>
                  <a:pt x="74158" y="4120"/>
                </a:cubicBezTo>
                <a:cubicBezTo>
                  <a:pt x="67148" y="3352"/>
                  <a:pt x="61291" y="5009"/>
                  <a:pt x="56729" y="9089"/>
                </a:cubicBezTo>
                <a:cubicBezTo>
                  <a:pt x="54521" y="11081"/>
                  <a:pt x="52841" y="13457"/>
                  <a:pt x="51556" y="15942"/>
                </a:cubicBezTo>
                <a:cubicBezTo>
                  <a:pt x="51449" y="15797"/>
                  <a:pt x="51352" y="15653"/>
                  <a:pt x="51244" y="15521"/>
                </a:cubicBezTo>
                <a:cubicBezTo>
                  <a:pt x="45735" y="9173"/>
                  <a:pt x="36613" y="9101"/>
                  <a:pt x="36228" y="9101"/>
                </a:cubicBezTo>
                <a:cubicBezTo>
                  <a:pt x="34164" y="9101"/>
                  <a:pt x="32495" y="10769"/>
                  <a:pt x="32495" y="12833"/>
                </a:cubicBezTo>
                <a:cubicBezTo>
                  <a:pt x="32483" y="14898"/>
                  <a:pt x="34152" y="16578"/>
                  <a:pt x="36216" y="16602"/>
                </a:cubicBezTo>
                <a:cubicBezTo>
                  <a:pt x="36276" y="16602"/>
                  <a:pt x="42362" y="16697"/>
                  <a:pt x="45603" y="20466"/>
                </a:cubicBezTo>
                <a:cubicBezTo>
                  <a:pt x="47319" y="22471"/>
                  <a:pt x="47955" y="25362"/>
                  <a:pt x="47583" y="29011"/>
                </a:cubicBezTo>
                <a:cubicBezTo>
                  <a:pt x="45987" y="28627"/>
                  <a:pt x="44427" y="27943"/>
                  <a:pt x="43022" y="26899"/>
                </a:cubicBezTo>
                <a:cubicBezTo>
                  <a:pt x="38161" y="23250"/>
                  <a:pt x="32699" y="21582"/>
                  <a:pt x="26890" y="21606"/>
                </a:cubicBezTo>
                <a:cubicBezTo>
                  <a:pt x="18944" y="21774"/>
                  <a:pt x="11395" y="25819"/>
                  <a:pt x="6173" y="32707"/>
                </a:cubicBezTo>
                <a:cubicBezTo>
                  <a:pt x="3964" y="35612"/>
                  <a:pt x="2368" y="38589"/>
                  <a:pt x="1324" y="41600"/>
                </a:cubicBezTo>
                <a:lnTo>
                  <a:pt x="26230" y="41600"/>
                </a:lnTo>
                <a:cubicBezTo>
                  <a:pt x="28295" y="41600"/>
                  <a:pt x="29975" y="43281"/>
                  <a:pt x="29975" y="45357"/>
                </a:cubicBezTo>
                <a:cubicBezTo>
                  <a:pt x="29975" y="47421"/>
                  <a:pt x="28295" y="49101"/>
                  <a:pt x="26230" y="49101"/>
                </a:cubicBezTo>
                <a:lnTo>
                  <a:pt x="4" y="49101"/>
                </a:lnTo>
                <a:cubicBezTo>
                  <a:pt x="-32" y="51418"/>
                  <a:pt x="207" y="53758"/>
                  <a:pt x="832" y="56122"/>
                </a:cubicBezTo>
                <a:cubicBezTo>
                  <a:pt x="6089" y="76140"/>
                  <a:pt x="34080" y="90098"/>
                  <a:pt x="45867" y="95175"/>
                </a:cubicBezTo>
                <a:cubicBezTo>
                  <a:pt x="47223" y="95762"/>
                  <a:pt x="48675" y="96063"/>
                  <a:pt x="50152" y="96063"/>
                </a:cubicBezTo>
                <a:cubicBezTo>
                  <a:pt x="51520" y="96063"/>
                  <a:pt x="52901" y="95799"/>
                  <a:pt x="54233" y="95295"/>
                </a:cubicBezTo>
                <a:cubicBezTo>
                  <a:pt x="63655" y="91718"/>
                  <a:pt x="73354" y="85909"/>
                  <a:pt x="81384" y="79105"/>
                </a:cubicBezTo>
                <a:lnTo>
                  <a:pt x="58734" y="79105"/>
                </a:lnTo>
                <a:close/>
                <a:moveTo>
                  <a:pt x="38737" y="61607"/>
                </a:moveTo>
                <a:cubicBezTo>
                  <a:pt x="36661" y="61607"/>
                  <a:pt x="34980" y="59926"/>
                  <a:pt x="34980" y="57850"/>
                </a:cubicBezTo>
                <a:cubicBezTo>
                  <a:pt x="34980" y="55786"/>
                  <a:pt x="36661" y="54106"/>
                  <a:pt x="38737" y="54106"/>
                </a:cubicBezTo>
                <a:lnTo>
                  <a:pt x="66236" y="54106"/>
                </a:lnTo>
                <a:cubicBezTo>
                  <a:pt x="68312" y="54106"/>
                  <a:pt x="69993" y="55786"/>
                  <a:pt x="69993" y="57850"/>
                </a:cubicBezTo>
                <a:cubicBezTo>
                  <a:pt x="69993" y="59926"/>
                  <a:pt x="68312" y="61607"/>
                  <a:pt x="66236" y="61607"/>
                </a:cubicBezTo>
                <a:lnTo>
                  <a:pt x="38737" y="6160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9" name="Красный — SVG 2">
            <a:extLst>
              <a:ext uri="{FF2B5EF4-FFF2-40B4-BE49-F238E27FC236}">
                <a16:creationId xmlns:a16="http://schemas.microsoft.com/office/drawing/2014/main" id="{6AE6B072-7817-BE4E-A86C-B8A069694330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108089 h 127583"/>
              <a:gd name="csX4" fmla="*/ 19497 w 127600"/>
              <a:gd name="csY4" fmla="*/ 127583 h 127583"/>
              <a:gd name="csX5" fmla="*/ 108103 w 127600"/>
              <a:gd name="csY5" fmla="*/ 127583 h 127583"/>
              <a:gd name="csX6" fmla="*/ 127601 w 127600"/>
              <a:gd name="csY6" fmla="*/ 108089 h 127583"/>
              <a:gd name="csX7" fmla="*/ 127601 w 127600"/>
              <a:gd name="csY7" fmla="*/ 19495 h 127583"/>
              <a:gd name="csX8" fmla="*/ 108103 w 127600"/>
              <a:gd name="csY8" fmla="*/ 0 h 127583"/>
              <a:gd name="csX9" fmla="*/ 59105 w 127600"/>
              <a:gd name="csY9" fmla="*/ 40946 h 127583"/>
              <a:gd name="csX10" fmla="*/ 74434 w 127600"/>
              <a:gd name="csY10" fmla="*/ 28358 h 127583"/>
              <a:gd name="csX11" fmla="*/ 74434 w 127600"/>
              <a:gd name="csY11" fmla="*/ 46066 h 127583"/>
              <a:gd name="csX12" fmla="*/ 63987 w 127600"/>
              <a:gd name="csY12" fmla="*/ 57327 h 127583"/>
              <a:gd name="csX13" fmla="*/ 59105 w 127600"/>
              <a:gd name="csY13" fmla="*/ 40946 h 127583"/>
              <a:gd name="csX14" fmla="*/ 49628 w 127600"/>
              <a:gd name="csY14" fmla="*/ 46066 h 127583"/>
              <a:gd name="csX15" fmla="*/ 56127 w 127600"/>
              <a:gd name="csY15" fmla="*/ 62022 h 127583"/>
              <a:gd name="csX16" fmla="*/ 47808 w 127600"/>
              <a:gd name="csY16" fmla="*/ 75699 h 127583"/>
              <a:gd name="csX17" fmla="*/ 40407 w 127600"/>
              <a:gd name="csY17" fmla="*/ 61614 h 127583"/>
              <a:gd name="csX18" fmla="*/ 49628 w 127600"/>
              <a:gd name="csY18" fmla="*/ 46066 h 127583"/>
              <a:gd name="csX19" fmla="*/ 29722 w 127600"/>
              <a:gd name="csY19" fmla="*/ 93782 h 127583"/>
              <a:gd name="csX20" fmla="*/ 22322 w 127600"/>
              <a:gd name="csY20" fmla="*/ 79714 h 127583"/>
              <a:gd name="csX21" fmla="*/ 31900 w 127600"/>
              <a:gd name="csY21" fmla="*/ 63792 h 127583"/>
              <a:gd name="csX22" fmla="*/ 38025 w 127600"/>
              <a:gd name="csY22" fmla="*/ 80122 h 127583"/>
              <a:gd name="csX23" fmla="*/ 29722 w 127600"/>
              <a:gd name="csY23" fmla="*/ 93782 h 127583"/>
              <a:gd name="csX24" fmla="*/ 48318 w 127600"/>
              <a:gd name="csY24" fmla="*/ 105707 h 127583"/>
              <a:gd name="csX25" fmla="*/ 34248 w 127600"/>
              <a:gd name="csY25" fmla="*/ 98307 h 127583"/>
              <a:gd name="csX26" fmla="*/ 47910 w 127600"/>
              <a:gd name="csY26" fmla="*/ 89989 h 127583"/>
              <a:gd name="csX27" fmla="*/ 63800 w 127600"/>
              <a:gd name="csY27" fmla="*/ 95687 h 127583"/>
              <a:gd name="csX28" fmla="*/ 48318 w 127600"/>
              <a:gd name="csY28" fmla="*/ 105707 h 127583"/>
              <a:gd name="csX29" fmla="*/ 66420 w 127600"/>
              <a:gd name="csY29" fmla="*/ 87607 h 127583"/>
              <a:gd name="csX30" fmla="*/ 52333 w 127600"/>
              <a:gd name="csY30" fmla="*/ 80207 h 127583"/>
              <a:gd name="csX31" fmla="*/ 66012 w 127600"/>
              <a:gd name="csY31" fmla="*/ 71906 h 127583"/>
              <a:gd name="csX32" fmla="*/ 81528 w 127600"/>
              <a:gd name="csY32" fmla="*/ 77962 h 127583"/>
              <a:gd name="csX33" fmla="*/ 66420 w 127600"/>
              <a:gd name="csY33" fmla="*/ 87607 h 127583"/>
              <a:gd name="csX34" fmla="*/ 87092 w 127600"/>
              <a:gd name="csY34" fmla="*/ 68929 h 127583"/>
              <a:gd name="csX35" fmla="*/ 70708 w 127600"/>
              <a:gd name="csY35" fmla="*/ 64047 h 127583"/>
              <a:gd name="csX36" fmla="*/ 81528 w 127600"/>
              <a:gd name="csY36" fmla="*/ 53160 h 127583"/>
              <a:gd name="csX37" fmla="*/ 99239 w 127600"/>
              <a:gd name="csY37" fmla="*/ 53160 h 127583"/>
              <a:gd name="csX38" fmla="*/ 87092 w 127600"/>
              <a:gd name="csY38" fmla="*/ 68929 h 127583"/>
              <a:gd name="csX39" fmla="*/ 101230 w 127600"/>
              <a:gd name="csY39" fmla="*/ 40469 h 127583"/>
              <a:gd name="csX40" fmla="*/ 84165 w 127600"/>
              <a:gd name="csY40" fmla="*/ 44127 h 127583"/>
              <a:gd name="csX41" fmla="*/ 87398 w 127600"/>
              <a:gd name="csY41" fmla="*/ 27218 h 127583"/>
              <a:gd name="csX42" fmla="*/ 106334 w 127600"/>
              <a:gd name="csY42" fmla="*/ 21264 h 127583"/>
              <a:gd name="csX43" fmla="*/ 101230 w 127600"/>
              <a:gd name="csY43" fmla="*/ 40469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  <a:moveTo>
                  <a:pt x="46321" y="32096"/>
                </a:moveTo>
                <a:cubicBezTo>
                  <a:pt x="47853" y="26043"/>
                  <a:pt x="53747" y="22591"/>
                  <a:pt x="58334" y="22231"/>
                </a:cubicBezTo>
                <a:cubicBezTo>
                  <a:pt x="58720" y="21870"/>
                  <a:pt x="61400" y="27909"/>
                  <a:pt x="58334" y="36109"/>
                </a:cubicBezTo>
                <a:cubicBezTo>
                  <a:pt x="56040" y="42174"/>
                  <a:pt x="51294" y="45281"/>
                  <a:pt x="50147" y="44934"/>
                </a:cubicBezTo>
                <a:cubicBezTo>
                  <a:pt x="49000" y="44574"/>
                  <a:pt x="44414" y="39588"/>
                  <a:pt x="46321" y="32096"/>
                </a:cubicBezTo>
                <a:close/>
                <a:moveTo>
                  <a:pt x="38893" y="36109"/>
                </a:moveTo>
                <a:cubicBezTo>
                  <a:pt x="38893" y="36109"/>
                  <a:pt x="43987" y="39228"/>
                  <a:pt x="43987" y="48613"/>
                </a:cubicBezTo>
                <a:cubicBezTo>
                  <a:pt x="43987" y="55066"/>
                  <a:pt x="39734" y="59332"/>
                  <a:pt x="37467" y="59332"/>
                </a:cubicBezTo>
                <a:cubicBezTo>
                  <a:pt x="35213" y="59332"/>
                  <a:pt x="31667" y="57346"/>
                  <a:pt x="31667" y="48293"/>
                </a:cubicBezTo>
                <a:cubicBezTo>
                  <a:pt x="31680" y="39228"/>
                  <a:pt x="38893" y="36109"/>
                  <a:pt x="38893" y="36109"/>
                </a:cubicBezTo>
                <a:close/>
                <a:moveTo>
                  <a:pt x="23293" y="73504"/>
                </a:moveTo>
                <a:cubicBezTo>
                  <a:pt x="21027" y="73504"/>
                  <a:pt x="17494" y="71531"/>
                  <a:pt x="17494" y="62478"/>
                </a:cubicBezTo>
                <a:cubicBezTo>
                  <a:pt x="17494" y="53413"/>
                  <a:pt x="25000" y="50000"/>
                  <a:pt x="25000" y="50000"/>
                </a:cubicBezTo>
                <a:cubicBezTo>
                  <a:pt x="25000" y="50000"/>
                  <a:pt x="29800" y="53413"/>
                  <a:pt x="29800" y="62798"/>
                </a:cubicBezTo>
                <a:cubicBezTo>
                  <a:pt x="29813" y="69251"/>
                  <a:pt x="25560" y="73504"/>
                  <a:pt x="23293" y="73504"/>
                </a:cubicBezTo>
                <a:close/>
                <a:moveTo>
                  <a:pt x="37867" y="82849"/>
                </a:moveTo>
                <a:cubicBezTo>
                  <a:pt x="28813" y="82849"/>
                  <a:pt x="26840" y="79316"/>
                  <a:pt x="26840" y="77050"/>
                </a:cubicBezTo>
                <a:cubicBezTo>
                  <a:pt x="26840" y="74783"/>
                  <a:pt x="31093" y="70531"/>
                  <a:pt x="37547" y="70531"/>
                </a:cubicBezTo>
                <a:cubicBezTo>
                  <a:pt x="46933" y="70531"/>
                  <a:pt x="50000" y="74996"/>
                  <a:pt x="50000" y="74996"/>
                </a:cubicBezTo>
                <a:cubicBezTo>
                  <a:pt x="50000" y="74996"/>
                  <a:pt x="46933" y="82849"/>
                  <a:pt x="37867" y="82849"/>
                </a:cubicBezTo>
                <a:close/>
                <a:moveTo>
                  <a:pt x="52053" y="68664"/>
                </a:moveTo>
                <a:cubicBezTo>
                  <a:pt x="42987" y="68664"/>
                  <a:pt x="41013" y="65131"/>
                  <a:pt x="41013" y="62865"/>
                </a:cubicBezTo>
                <a:cubicBezTo>
                  <a:pt x="41013" y="60598"/>
                  <a:pt x="45280" y="56359"/>
                  <a:pt x="51734" y="56359"/>
                </a:cubicBezTo>
                <a:cubicBezTo>
                  <a:pt x="61120" y="56359"/>
                  <a:pt x="63893" y="61105"/>
                  <a:pt x="63893" y="61105"/>
                </a:cubicBezTo>
                <a:cubicBezTo>
                  <a:pt x="63893" y="61105"/>
                  <a:pt x="61120" y="68664"/>
                  <a:pt x="52053" y="68664"/>
                </a:cubicBezTo>
                <a:close/>
                <a:moveTo>
                  <a:pt x="68254" y="54026"/>
                </a:moveTo>
                <a:cubicBezTo>
                  <a:pt x="60760" y="55933"/>
                  <a:pt x="55774" y="51347"/>
                  <a:pt x="55414" y="50200"/>
                </a:cubicBezTo>
                <a:cubicBezTo>
                  <a:pt x="55053" y="49054"/>
                  <a:pt x="57827" y="43961"/>
                  <a:pt x="63893" y="41668"/>
                </a:cubicBezTo>
                <a:cubicBezTo>
                  <a:pt x="72093" y="38615"/>
                  <a:pt x="78134" y="41281"/>
                  <a:pt x="77774" y="41668"/>
                </a:cubicBezTo>
                <a:cubicBezTo>
                  <a:pt x="77427" y="46254"/>
                  <a:pt x="74307" y="52493"/>
                  <a:pt x="68254" y="54026"/>
                </a:cubicBezTo>
                <a:close/>
                <a:moveTo>
                  <a:pt x="79334" y="31722"/>
                </a:moveTo>
                <a:cubicBezTo>
                  <a:pt x="73547" y="37455"/>
                  <a:pt x="67040" y="35295"/>
                  <a:pt x="65960" y="34589"/>
                </a:cubicBezTo>
                <a:cubicBezTo>
                  <a:pt x="64867" y="33509"/>
                  <a:pt x="63067" y="27057"/>
                  <a:pt x="68494" y="21337"/>
                </a:cubicBezTo>
                <a:cubicBezTo>
                  <a:pt x="73187" y="16671"/>
                  <a:pt x="83334" y="16671"/>
                  <a:pt x="83334" y="16671"/>
                </a:cubicBezTo>
                <a:cubicBezTo>
                  <a:pt x="83334" y="16671"/>
                  <a:pt x="83680" y="27057"/>
                  <a:pt x="79334" y="3172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0" name="Красный — SVG 3">
            <a:extLst>
              <a:ext uri="{FF2B5EF4-FFF2-40B4-BE49-F238E27FC236}">
                <a16:creationId xmlns:a16="http://schemas.microsoft.com/office/drawing/2014/main" id="{1EBDD098-13C8-3C4D-905C-EC8CAEF8F4A7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95700 w 145328"/>
              <a:gd name="csY0" fmla="*/ 0 h 159479"/>
              <a:gd name="csX1" fmla="*/ 85067 w 145328"/>
              <a:gd name="csY1" fmla="*/ 10632 h 159479"/>
              <a:gd name="csX2" fmla="*/ 91941 w 145328"/>
              <a:gd name="csY2" fmla="*/ 20549 h 159479"/>
              <a:gd name="csX3" fmla="*/ 112289 w 145328"/>
              <a:gd name="csY3" fmla="*/ 10632 h 159479"/>
              <a:gd name="csX4" fmla="*/ 128349 w 145328"/>
              <a:gd name="csY4" fmla="*/ 16246 h 159479"/>
              <a:gd name="csX5" fmla="*/ 131139 w 145328"/>
              <a:gd name="csY5" fmla="*/ 10632 h 159479"/>
              <a:gd name="csX6" fmla="*/ 124062 w 145328"/>
              <a:gd name="csY6" fmla="*/ 3538 h 159479"/>
              <a:gd name="csX7" fmla="*/ 119655 w 145328"/>
              <a:gd name="csY7" fmla="*/ 5120 h 159479"/>
              <a:gd name="csX8" fmla="*/ 111642 w 145328"/>
              <a:gd name="csY8" fmla="*/ 0 h 159479"/>
              <a:gd name="csX9" fmla="*/ 104139 w 145328"/>
              <a:gd name="csY9" fmla="*/ 4219 h 159479"/>
              <a:gd name="csX10" fmla="*/ 95700 w 145328"/>
              <a:gd name="csY10" fmla="*/ 0 h 159479"/>
              <a:gd name="csX11" fmla="*/ 112289 w 145328"/>
              <a:gd name="csY11" fmla="*/ 17726 h 159479"/>
              <a:gd name="csX12" fmla="*/ 93625 w 145328"/>
              <a:gd name="csY12" fmla="*/ 33903 h 159479"/>
              <a:gd name="csX13" fmla="*/ 89423 w 145328"/>
              <a:gd name="csY13" fmla="*/ 63230 h 159479"/>
              <a:gd name="csX14" fmla="*/ 53167 w 145328"/>
              <a:gd name="csY14" fmla="*/ 92132 h 159479"/>
              <a:gd name="csX15" fmla="*/ 53167 w 145328"/>
              <a:gd name="csY15" fmla="*/ 85056 h 159479"/>
              <a:gd name="csX16" fmla="*/ 38995 w 145328"/>
              <a:gd name="csY16" fmla="*/ 70885 h 159479"/>
              <a:gd name="csX17" fmla="*/ 28361 w 145328"/>
              <a:gd name="csY17" fmla="*/ 75682 h 159479"/>
              <a:gd name="csX18" fmla="*/ 28361 w 145328"/>
              <a:gd name="csY18" fmla="*/ 74424 h 159479"/>
              <a:gd name="csX19" fmla="*/ 14172 w 145328"/>
              <a:gd name="csY19" fmla="*/ 60253 h 159479"/>
              <a:gd name="csX20" fmla="*/ 0 w 145328"/>
              <a:gd name="csY20" fmla="*/ 74424 h 159479"/>
              <a:gd name="csX21" fmla="*/ 0 w 145328"/>
              <a:gd name="csY21" fmla="*/ 93918 h 159479"/>
              <a:gd name="csX22" fmla="*/ 63800 w 145328"/>
              <a:gd name="csY22" fmla="*/ 159479 h 159479"/>
              <a:gd name="csX23" fmla="*/ 101349 w 145328"/>
              <a:gd name="csY23" fmla="*/ 148677 h 159479"/>
              <a:gd name="csX24" fmla="*/ 107116 w 145328"/>
              <a:gd name="csY24" fmla="*/ 122429 h 159479"/>
              <a:gd name="csX25" fmla="*/ 91464 w 145328"/>
              <a:gd name="csY25" fmla="*/ 106251 h 159479"/>
              <a:gd name="csX26" fmla="*/ 88674 w 145328"/>
              <a:gd name="csY26" fmla="*/ 102084 h 159479"/>
              <a:gd name="csX27" fmla="*/ 92842 w 145328"/>
              <a:gd name="csY27" fmla="*/ 99294 h 159479"/>
              <a:gd name="csX28" fmla="*/ 113905 w 145328"/>
              <a:gd name="csY28" fmla="*/ 120388 h 159479"/>
              <a:gd name="csX29" fmla="*/ 114789 w 145328"/>
              <a:gd name="csY29" fmla="*/ 136990 h 159479"/>
              <a:gd name="csX30" fmla="*/ 131139 w 145328"/>
              <a:gd name="csY30" fmla="*/ 92149 h 159479"/>
              <a:gd name="csX31" fmla="*/ 131139 w 145328"/>
              <a:gd name="csY31" fmla="*/ 60253 h 159479"/>
              <a:gd name="csX32" fmla="*/ 143593 w 145328"/>
              <a:gd name="csY32" fmla="*/ 47801 h 159479"/>
              <a:gd name="csX33" fmla="*/ 145329 w 145328"/>
              <a:gd name="csY33" fmla="*/ 43616 h 159479"/>
              <a:gd name="csX34" fmla="*/ 140837 w 145328"/>
              <a:gd name="csY34" fmla="*/ 37867 h 159479"/>
              <a:gd name="csX35" fmla="*/ 131139 w 145328"/>
              <a:gd name="csY35" fmla="*/ 35434 h 159479"/>
              <a:gd name="csX36" fmla="*/ 131088 w 145328"/>
              <a:gd name="csY36" fmla="*/ 35944 h 159479"/>
              <a:gd name="csX37" fmla="*/ 112289 w 145328"/>
              <a:gd name="csY37" fmla="*/ 17726 h 159479"/>
              <a:gd name="csX38" fmla="*/ 111642 w 145328"/>
              <a:gd name="csY38" fmla="*/ 35434 h 159479"/>
              <a:gd name="csX39" fmla="*/ 116967 w 145328"/>
              <a:gd name="csY39" fmla="*/ 40759 h 159479"/>
              <a:gd name="csX40" fmla="*/ 111642 w 145328"/>
              <a:gd name="csY40" fmla="*/ 46066 h 159479"/>
              <a:gd name="csX41" fmla="*/ 106334 w 145328"/>
              <a:gd name="csY41" fmla="*/ 40759 h 159479"/>
              <a:gd name="csX42" fmla="*/ 111642 w 145328"/>
              <a:gd name="csY42" fmla="*/ 35434 h 159479"/>
            </a:gdLst>
            <a:ahLst/>
            <a:cxnLst/>
            <a:rect l="l" t="t" r="r" b="b"/>
            <a:pathLst>
              <a:path w="100000" h="100000">
                <a:moveTo>
                  <a:pt x="64445" y="0"/>
                </a:moveTo>
                <a:cubicBezTo>
                  <a:pt x="60764" y="0"/>
                  <a:pt x="57777" y="2987"/>
                  <a:pt x="57777" y="6667"/>
                </a:cubicBezTo>
                <a:cubicBezTo>
                  <a:pt x="57777" y="9515"/>
                  <a:pt x="59580" y="11936"/>
                  <a:pt x="62087" y="12885"/>
                </a:cubicBezTo>
                <a:cubicBezTo>
                  <a:pt x="65106" y="9088"/>
                  <a:pt x="69747" y="6667"/>
                  <a:pt x="74847" y="6667"/>
                </a:cubicBezTo>
                <a:cubicBezTo>
                  <a:pt x="78644" y="6667"/>
                  <a:pt x="82143" y="7989"/>
                  <a:pt x="84917" y="10187"/>
                </a:cubicBezTo>
                <a:cubicBezTo>
                  <a:pt x="85973" y="9365"/>
                  <a:pt x="86666" y="8106"/>
                  <a:pt x="86666" y="6667"/>
                </a:cubicBezTo>
                <a:cubicBezTo>
                  <a:pt x="86666" y="4213"/>
                  <a:pt x="84682" y="2218"/>
                  <a:pt x="82229" y="2218"/>
                </a:cubicBezTo>
                <a:cubicBezTo>
                  <a:pt x="81173" y="2218"/>
                  <a:pt x="80223" y="2603"/>
                  <a:pt x="79465" y="3210"/>
                </a:cubicBezTo>
                <a:cubicBezTo>
                  <a:pt x="78580" y="1322"/>
                  <a:pt x="76671" y="0"/>
                  <a:pt x="74441" y="0"/>
                </a:cubicBezTo>
                <a:cubicBezTo>
                  <a:pt x="72446" y="0"/>
                  <a:pt x="70707" y="1067"/>
                  <a:pt x="69736" y="2645"/>
                </a:cubicBezTo>
                <a:cubicBezTo>
                  <a:pt x="68510" y="1045"/>
                  <a:pt x="66610" y="0"/>
                  <a:pt x="64445" y="0"/>
                </a:cubicBezTo>
                <a:close/>
                <a:moveTo>
                  <a:pt x="74847" y="11115"/>
                </a:moveTo>
                <a:cubicBezTo>
                  <a:pt x="69000" y="11115"/>
                  <a:pt x="63965" y="15477"/>
                  <a:pt x="63143" y="21259"/>
                </a:cubicBezTo>
                <a:lnTo>
                  <a:pt x="60509" y="39648"/>
                </a:lnTo>
                <a:cubicBezTo>
                  <a:pt x="58983" y="50357"/>
                  <a:pt x="47600" y="57589"/>
                  <a:pt x="37775" y="57771"/>
                </a:cubicBezTo>
                <a:lnTo>
                  <a:pt x="37775" y="53334"/>
                </a:lnTo>
                <a:cubicBezTo>
                  <a:pt x="37775" y="48426"/>
                  <a:pt x="33785" y="44448"/>
                  <a:pt x="28888" y="44448"/>
                </a:cubicBezTo>
                <a:cubicBezTo>
                  <a:pt x="26231" y="44448"/>
                  <a:pt x="23842" y="45611"/>
                  <a:pt x="22220" y="47456"/>
                </a:cubicBezTo>
                <a:lnTo>
                  <a:pt x="22220" y="46667"/>
                </a:lnTo>
                <a:cubicBezTo>
                  <a:pt x="22220" y="41760"/>
                  <a:pt x="18230" y="37781"/>
                  <a:pt x="13323" y="37781"/>
                </a:cubicBezTo>
                <a:cubicBezTo>
                  <a:pt x="8427" y="37781"/>
                  <a:pt x="4437" y="41760"/>
                  <a:pt x="4437" y="46667"/>
                </a:cubicBezTo>
                <a:lnTo>
                  <a:pt x="4437" y="58891"/>
                </a:lnTo>
                <a:cubicBezTo>
                  <a:pt x="4437" y="83094"/>
                  <a:pt x="20887" y="100000"/>
                  <a:pt x="44442" y="100000"/>
                </a:cubicBezTo>
                <a:cubicBezTo>
                  <a:pt x="53296" y="100000"/>
                  <a:pt x="61340" y="97526"/>
                  <a:pt x="67987" y="93227"/>
                </a:cubicBezTo>
                <a:cubicBezTo>
                  <a:pt x="72009" y="88715"/>
                  <a:pt x="73385" y="82656"/>
                  <a:pt x="71603" y="76768"/>
                </a:cubicBezTo>
                <a:cubicBezTo>
                  <a:pt x="70003" y="71477"/>
                  <a:pt x="66152" y="67499"/>
                  <a:pt x="61788" y="66624"/>
                </a:cubicBezTo>
                <a:cubicBezTo>
                  <a:pt x="60583" y="66379"/>
                  <a:pt x="59804" y="65216"/>
                  <a:pt x="60039" y="64011"/>
                </a:cubicBezTo>
                <a:cubicBezTo>
                  <a:pt x="60284" y="62805"/>
                  <a:pt x="61458" y="62016"/>
                  <a:pt x="62652" y="62261"/>
                </a:cubicBezTo>
                <a:cubicBezTo>
                  <a:pt x="68702" y="63477"/>
                  <a:pt x="73758" y="68544"/>
                  <a:pt x="75860" y="75488"/>
                </a:cubicBezTo>
                <a:cubicBezTo>
                  <a:pt x="76916" y="78976"/>
                  <a:pt x="77054" y="82517"/>
                  <a:pt x="76414" y="85898"/>
                </a:cubicBezTo>
                <a:cubicBezTo>
                  <a:pt x="82837" y="78528"/>
                  <a:pt x="86666" y="68790"/>
                  <a:pt x="86666" y="57781"/>
                </a:cubicBezTo>
                <a:lnTo>
                  <a:pt x="86666" y="37781"/>
                </a:lnTo>
                <a:lnTo>
                  <a:pt x="94475" y="29973"/>
                </a:lnTo>
                <a:cubicBezTo>
                  <a:pt x="95169" y="29280"/>
                  <a:pt x="95564" y="28331"/>
                  <a:pt x="95564" y="27349"/>
                </a:cubicBezTo>
                <a:cubicBezTo>
                  <a:pt x="95564" y="25643"/>
                  <a:pt x="94401" y="24149"/>
                  <a:pt x="92747" y="23744"/>
                </a:cubicBezTo>
                <a:lnTo>
                  <a:pt x="86666" y="22219"/>
                </a:lnTo>
                <a:lnTo>
                  <a:pt x="86634" y="22538"/>
                </a:lnTo>
                <a:cubicBezTo>
                  <a:pt x="86421" y="16203"/>
                  <a:pt x="81225" y="11115"/>
                  <a:pt x="74847" y="11115"/>
                </a:cubicBezTo>
                <a:close/>
                <a:moveTo>
                  <a:pt x="74441" y="22219"/>
                </a:moveTo>
                <a:cubicBezTo>
                  <a:pt x="76286" y="22219"/>
                  <a:pt x="77780" y="23712"/>
                  <a:pt x="77780" y="25558"/>
                </a:cubicBezTo>
                <a:cubicBezTo>
                  <a:pt x="77780" y="27392"/>
                  <a:pt x="76286" y="28885"/>
                  <a:pt x="74441" y="28885"/>
                </a:cubicBezTo>
                <a:cubicBezTo>
                  <a:pt x="72606" y="28885"/>
                  <a:pt x="71112" y="27392"/>
                  <a:pt x="71112" y="25558"/>
                </a:cubicBezTo>
                <a:cubicBezTo>
                  <a:pt x="71112" y="23712"/>
                  <a:pt x="72606" y="22219"/>
                  <a:pt x="74441" y="2221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1" name="Красный — SVG 4">
            <a:extLst>
              <a:ext uri="{FF2B5EF4-FFF2-40B4-BE49-F238E27FC236}">
                <a16:creationId xmlns:a16="http://schemas.microsoft.com/office/drawing/2014/main" id="{552B4DD6-89F0-7E4E-BE18-85058890314A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52301 w 113143"/>
              <a:gd name="csY0" fmla="*/ 0 h 159240"/>
              <a:gd name="csX1" fmla="*/ 27068 w 113143"/>
              <a:gd name="csY1" fmla="*/ 21026 h 159240"/>
              <a:gd name="csX2" fmla="*/ 52301 w 113143"/>
              <a:gd name="csY2" fmla="*/ 21026 h 159240"/>
              <a:gd name="csX3" fmla="*/ 52301 w 113143"/>
              <a:gd name="csY3" fmla="*/ 0 h 159240"/>
              <a:gd name="csX4" fmla="*/ 59515 w 113143"/>
              <a:gd name="csY4" fmla="*/ 34 h 159240"/>
              <a:gd name="csX5" fmla="*/ 59411 w 113143"/>
              <a:gd name="csY5" fmla="*/ 21026 h 159240"/>
              <a:gd name="csX6" fmla="*/ 85489 w 113143"/>
              <a:gd name="csY6" fmla="*/ 21026 h 159240"/>
              <a:gd name="csX7" fmla="*/ 59515 w 113143"/>
              <a:gd name="csY7" fmla="*/ 34 h 159240"/>
              <a:gd name="csX8" fmla="*/ 23863 w 113143"/>
              <a:gd name="csY8" fmla="*/ 28085 h 159240"/>
              <a:gd name="csX9" fmla="*/ 18540 w 113143"/>
              <a:gd name="csY9" fmla="*/ 49366 h 159240"/>
              <a:gd name="csX10" fmla="*/ 52301 w 113143"/>
              <a:gd name="csY10" fmla="*/ 49366 h 159240"/>
              <a:gd name="csX11" fmla="*/ 52274 w 113143"/>
              <a:gd name="csY11" fmla="*/ 28102 h 159240"/>
              <a:gd name="csX12" fmla="*/ 23947 w 113143"/>
              <a:gd name="csY12" fmla="*/ 28102 h 159240"/>
              <a:gd name="csX13" fmla="*/ 23863 w 113143"/>
              <a:gd name="csY13" fmla="*/ 28085 h 159240"/>
              <a:gd name="csX14" fmla="*/ 59391 w 113143"/>
              <a:gd name="csY14" fmla="*/ 28102 h 159240"/>
              <a:gd name="csX15" fmla="*/ 59391 w 113143"/>
              <a:gd name="csY15" fmla="*/ 49366 h 159240"/>
              <a:gd name="csX16" fmla="*/ 93423 w 113143"/>
              <a:gd name="csY16" fmla="*/ 49366 h 159240"/>
              <a:gd name="csX17" fmla="*/ 88528 w 113143"/>
              <a:gd name="csY17" fmla="*/ 28102 h 159240"/>
              <a:gd name="csX18" fmla="*/ 59391 w 113143"/>
              <a:gd name="csY18" fmla="*/ 28102 h 159240"/>
              <a:gd name="csX19" fmla="*/ 9152 w 113143"/>
              <a:gd name="csY19" fmla="*/ 55609 h 159240"/>
              <a:gd name="csX20" fmla="*/ 7767 w 113143"/>
              <a:gd name="csY20" fmla="*/ 55762 h 159240"/>
              <a:gd name="csX21" fmla="*/ 733 w 113143"/>
              <a:gd name="csY21" fmla="*/ 63315 h 159240"/>
              <a:gd name="csX22" fmla="*/ 21599 w 113143"/>
              <a:gd name="csY22" fmla="*/ 143387 h 159240"/>
              <a:gd name="csX23" fmla="*/ 52281 w 113143"/>
              <a:gd name="csY23" fmla="*/ 159071 h 159240"/>
              <a:gd name="csX24" fmla="*/ 52301 w 113143"/>
              <a:gd name="csY24" fmla="*/ 159241 h 159240"/>
              <a:gd name="csX25" fmla="*/ 59391 w 113143"/>
              <a:gd name="csY25" fmla="*/ 159241 h 159240"/>
              <a:gd name="csX26" fmla="*/ 59397 w 113143"/>
              <a:gd name="csY26" fmla="*/ 159139 h 159240"/>
              <a:gd name="csX27" fmla="*/ 90876 w 113143"/>
              <a:gd name="csY27" fmla="*/ 143455 h 159240"/>
              <a:gd name="csX28" fmla="*/ 112447 w 113143"/>
              <a:gd name="csY28" fmla="*/ 63315 h 159240"/>
              <a:gd name="csX29" fmla="*/ 105420 w 113143"/>
              <a:gd name="csY29" fmla="*/ 55762 h 159240"/>
              <a:gd name="csX30" fmla="*/ 100013 w 113143"/>
              <a:gd name="csY30" fmla="*/ 56358 h 159240"/>
              <a:gd name="csX31" fmla="*/ 58969 w 113143"/>
              <a:gd name="csY31" fmla="*/ 132568 h 159240"/>
              <a:gd name="csX32" fmla="*/ 58788 w 113143"/>
              <a:gd name="csY32" fmla="*/ 132806 h 159240"/>
              <a:gd name="csX33" fmla="*/ 58531 w 113143"/>
              <a:gd name="csY33" fmla="*/ 133163 h 159240"/>
              <a:gd name="csX34" fmla="*/ 58110 w 113143"/>
              <a:gd name="csY34" fmla="*/ 133571 h 159240"/>
              <a:gd name="csX35" fmla="*/ 57936 w 113143"/>
              <a:gd name="csY35" fmla="*/ 133741 h 159240"/>
              <a:gd name="csX36" fmla="*/ 57812 w 113143"/>
              <a:gd name="csY36" fmla="*/ 133809 h 159240"/>
              <a:gd name="csX37" fmla="*/ 57141 w 113143"/>
              <a:gd name="csY37" fmla="*/ 134150 h 159240"/>
              <a:gd name="csX38" fmla="*/ 56857 w 113143"/>
              <a:gd name="csY38" fmla="*/ 134269 h 159240"/>
              <a:gd name="csX39" fmla="*/ 55874 w 113143"/>
              <a:gd name="csY39" fmla="*/ 134422 h 159240"/>
              <a:gd name="csX40" fmla="*/ 55847 w 113143"/>
              <a:gd name="csY40" fmla="*/ 134422 h 159240"/>
              <a:gd name="csX41" fmla="*/ 55840 w 113143"/>
              <a:gd name="csY41" fmla="*/ 134422 h 159240"/>
              <a:gd name="csX42" fmla="*/ 54649 w 113143"/>
              <a:gd name="csY42" fmla="*/ 134201 h 159240"/>
              <a:gd name="csX43" fmla="*/ 54399 w 113143"/>
              <a:gd name="csY43" fmla="*/ 134098 h 159240"/>
              <a:gd name="csX44" fmla="*/ 54164 w 113143"/>
              <a:gd name="csY44" fmla="*/ 134014 h 159240"/>
              <a:gd name="csX45" fmla="*/ 53762 w 113143"/>
              <a:gd name="csY45" fmla="*/ 133673 h 159240"/>
              <a:gd name="csX46" fmla="*/ 53327 w 113143"/>
              <a:gd name="csY46" fmla="*/ 133384 h 159240"/>
              <a:gd name="csX47" fmla="*/ 53118 w 113143"/>
              <a:gd name="csY47" fmla="*/ 133146 h 159240"/>
              <a:gd name="csX48" fmla="*/ 53070 w 113143"/>
              <a:gd name="csY48" fmla="*/ 133078 h 159240"/>
              <a:gd name="csX49" fmla="*/ 53007 w 113143"/>
              <a:gd name="csY49" fmla="*/ 132959 h 159240"/>
              <a:gd name="csX50" fmla="*/ 52766 w 113143"/>
              <a:gd name="csY50" fmla="*/ 132482 h 159240"/>
              <a:gd name="csX51" fmla="*/ 52703 w 113143"/>
              <a:gd name="csY51" fmla="*/ 132517 h 159240"/>
              <a:gd name="csX52" fmla="*/ 13077 w 113143"/>
              <a:gd name="csY52" fmla="*/ 56324 h 159240"/>
              <a:gd name="csX53" fmla="*/ 9152 w 113143"/>
              <a:gd name="csY53" fmla="*/ 55609 h 159240"/>
              <a:gd name="csX54" fmla="*/ 21136 w 113143"/>
              <a:gd name="csY54" fmla="*/ 56460 h 159240"/>
              <a:gd name="csX55" fmla="*/ 32191 w 113143"/>
              <a:gd name="csY55" fmla="*/ 77724 h 159240"/>
              <a:gd name="csX56" fmla="*/ 52301 w 113143"/>
              <a:gd name="csY56" fmla="*/ 77724 h 159240"/>
              <a:gd name="csX57" fmla="*/ 52301 w 113143"/>
              <a:gd name="csY57" fmla="*/ 56460 h 159240"/>
              <a:gd name="csX58" fmla="*/ 21136 w 113143"/>
              <a:gd name="csY58" fmla="*/ 56460 h 159240"/>
              <a:gd name="csX59" fmla="*/ 59391 w 113143"/>
              <a:gd name="csY59" fmla="*/ 56460 h 159240"/>
              <a:gd name="csX60" fmla="*/ 59391 w 113143"/>
              <a:gd name="csY60" fmla="*/ 77724 h 159240"/>
              <a:gd name="csX61" fmla="*/ 80450 w 113143"/>
              <a:gd name="csY61" fmla="*/ 77724 h 159240"/>
              <a:gd name="csX62" fmla="*/ 91900 w 113143"/>
              <a:gd name="csY62" fmla="*/ 56460 h 159240"/>
              <a:gd name="csX63" fmla="*/ 59391 w 113143"/>
              <a:gd name="csY63" fmla="*/ 56460 h 159240"/>
              <a:gd name="csX64" fmla="*/ 35881 w 113143"/>
              <a:gd name="csY64" fmla="*/ 84817 h 159240"/>
              <a:gd name="csX65" fmla="*/ 52301 w 113143"/>
              <a:gd name="csY65" fmla="*/ 116713 h 159240"/>
              <a:gd name="csX66" fmla="*/ 52301 w 113143"/>
              <a:gd name="csY66" fmla="*/ 84817 h 159240"/>
              <a:gd name="csX67" fmla="*/ 35881 w 113143"/>
              <a:gd name="csY67" fmla="*/ 84817 h 159240"/>
              <a:gd name="csX68" fmla="*/ 59391 w 113143"/>
              <a:gd name="csY68" fmla="*/ 84817 h 159240"/>
              <a:gd name="csX69" fmla="*/ 59391 w 113143"/>
              <a:gd name="csY69" fmla="*/ 116713 h 159240"/>
              <a:gd name="csX70" fmla="*/ 76629 w 113143"/>
              <a:gd name="csY70" fmla="*/ 84817 h 159240"/>
              <a:gd name="csX71" fmla="*/ 59391 w 113143"/>
              <a:gd name="csY71" fmla="*/ 84817 h 159240"/>
            </a:gdLst>
            <a:ahLst/>
            <a:cxnLst/>
            <a:rect l="l" t="t" r="r" b="b"/>
            <a:pathLst>
              <a:path w="100000" h="100000">
                <a:moveTo>
                  <a:pt x="47318" y="0"/>
                </a:moveTo>
                <a:cubicBezTo>
                  <a:pt x="41364" y="823"/>
                  <a:pt x="35664" y="5117"/>
                  <a:pt x="31472" y="13204"/>
                </a:cubicBezTo>
                <a:lnTo>
                  <a:pt x="47318" y="13204"/>
                </a:lnTo>
                <a:cubicBezTo>
                  <a:pt x="47318" y="13204"/>
                  <a:pt x="47292" y="4647"/>
                  <a:pt x="47318" y="0"/>
                </a:cubicBezTo>
                <a:close/>
                <a:moveTo>
                  <a:pt x="51848" y="21"/>
                </a:moveTo>
                <a:cubicBezTo>
                  <a:pt x="51824" y="4209"/>
                  <a:pt x="51806" y="8621"/>
                  <a:pt x="51783" y="13204"/>
                </a:cubicBezTo>
                <a:lnTo>
                  <a:pt x="68160" y="13204"/>
                </a:lnTo>
                <a:cubicBezTo>
                  <a:pt x="63185" y="3269"/>
                  <a:pt x="56187" y="630"/>
                  <a:pt x="51848" y="21"/>
                </a:cubicBezTo>
                <a:close/>
                <a:moveTo>
                  <a:pt x="29460" y="17637"/>
                </a:moveTo>
                <a:cubicBezTo>
                  <a:pt x="28001" y="21440"/>
                  <a:pt x="26871" y="25906"/>
                  <a:pt x="26117" y="31001"/>
                </a:cubicBezTo>
                <a:lnTo>
                  <a:pt x="47318" y="31001"/>
                </a:lnTo>
                <a:cubicBezTo>
                  <a:pt x="47318" y="31001"/>
                  <a:pt x="47277" y="22444"/>
                  <a:pt x="47301" y="17648"/>
                </a:cubicBezTo>
                <a:lnTo>
                  <a:pt x="29512" y="17648"/>
                </a:lnTo>
                <a:cubicBezTo>
                  <a:pt x="29494" y="17648"/>
                  <a:pt x="29477" y="17637"/>
                  <a:pt x="29460" y="17637"/>
                </a:cubicBezTo>
                <a:close/>
                <a:moveTo>
                  <a:pt x="51771" y="17648"/>
                </a:moveTo>
                <a:lnTo>
                  <a:pt x="51771" y="31001"/>
                </a:lnTo>
                <a:lnTo>
                  <a:pt x="73142" y="31001"/>
                </a:lnTo>
                <a:cubicBezTo>
                  <a:pt x="72449" y="25724"/>
                  <a:pt x="71386" y="21312"/>
                  <a:pt x="70068" y="17648"/>
                </a:cubicBezTo>
                <a:lnTo>
                  <a:pt x="51771" y="17648"/>
                </a:lnTo>
                <a:close/>
                <a:moveTo>
                  <a:pt x="20221" y="34922"/>
                </a:moveTo>
                <a:cubicBezTo>
                  <a:pt x="19934" y="34932"/>
                  <a:pt x="19644" y="34964"/>
                  <a:pt x="19352" y="35018"/>
                </a:cubicBezTo>
                <a:cubicBezTo>
                  <a:pt x="16974" y="35499"/>
                  <a:pt x="15238" y="37357"/>
                  <a:pt x="14934" y="39761"/>
                </a:cubicBezTo>
                <a:cubicBezTo>
                  <a:pt x="13028" y="54770"/>
                  <a:pt x="16975" y="77492"/>
                  <a:pt x="28038" y="90045"/>
                </a:cubicBezTo>
                <a:cubicBezTo>
                  <a:pt x="33369" y="96101"/>
                  <a:pt x="39847" y="99381"/>
                  <a:pt x="47306" y="99894"/>
                </a:cubicBezTo>
                <a:lnTo>
                  <a:pt x="47318" y="100001"/>
                </a:lnTo>
                <a:lnTo>
                  <a:pt x="51771" y="100001"/>
                </a:lnTo>
                <a:lnTo>
                  <a:pt x="51774" y="99937"/>
                </a:lnTo>
                <a:cubicBezTo>
                  <a:pt x="59362" y="99648"/>
                  <a:pt x="66018" y="96358"/>
                  <a:pt x="71543" y="90087"/>
                </a:cubicBezTo>
                <a:cubicBezTo>
                  <a:pt x="82859" y="77246"/>
                  <a:pt x="86967" y="54578"/>
                  <a:pt x="85089" y="39761"/>
                </a:cubicBezTo>
                <a:cubicBezTo>
                  <a:pt x="84783" y="37368"/>
                  <a:pt x="83051" y="35499"/>
                  <a:pt x="80676" y="35018"/>
                </a:cubicBezTo>
                <a:cubicBezTo>
                  <a:pt x="79487" y="34783"/>
                  <a:pt x="78312" y="34932"/>
                  <a:pt x="77281" y="35392"/>
                </a:cubicBezTo>
                <a:lnTo>
                  <a:pt x="51506" y="83250"/>
                </a:lnTo>
                <a:cubicBezTo>
                  <a:pt x="51474" y="83304"/>
                  <a:pt x="51427" y="83347"/>
                  <a:pt x="51392" y="83400"/>
                </a:cubicBezTo>
                <a:cubicBezTo>
                  <a:pt x="51341" y="83485"/>
                  <a:pt x="51291" y="83549"/>
                  <a:pt x="51231" y="83624"/>
                </a:cubicBezTo>
                <a:cubicBezTo>
                  <a:pt x="51148" y="83720"/>
                  <a:pt x="51062" y="83806"/>
                  <a:pt x="50966" y="83880"/>
                </a:cubicBezTo>
                <a:cubicBezTo>
                  <a:pt x="50928" y="83923"/>
                  <a:pt x="50900" y="83955"/>
                  <a:pt x="50857" y="83987"/>
                </a:cubicBezTo>
                <a:cubicBezTo>
                  <a:pt x="50833" y="84008"/>
                  <a:pt x="50804" y="84008"/>
                  <a:pt x="50779" y="84030"/>
                </a:cubicBezTo>
                <a:cubicBezTo>
                  <a:pt x="50645" y="84115"/>
                  <a:pt x="50505" y="84191"/>
                  <a:pt x="50358" y="84244"/>
                </a:cubicBezTo>
                <a:cubicBezTo>
                  <a:pt x="50297" y="84265"/>
                  <a:pt x="50239" y="84297"/>
                  <a:pt x="50179" y="84319"/>
                </a:cubicBezTo>
                <a:cubicBezTo>
                  <a:pt x="49976" y="84383"/>
                  <a:pt x="49774" y="84415"/>
                  <a:pt x="49562" y="84415"/>
                </a:cubicBezTo>
                <a:cubicBezTo>
                  <a:pt x="49556" y="84415"/>
                  <a:pt x="49549" y="84415"/>
                  <a:pt x="49545" y="84415"/>
                </a:cubicBezTo>
                <a:lnTo>
                  <a:pt x="49541" y="84415"/>
                </a:lnTo>
                <a:cubicBezTo>
                  <a:pt x="49288" y="84415"/>
                  <a:pt x="49037" y="84361"/>
                  <a:pt x="48793" y="84276"/>
                </a:cubicBezTo>
                <a:cubicBezTo>
                  <a:pt x="48739" y="84255"/>
                  <a:pt x="48689" y="84233"/>
                  <a:pt x="48636" y="84211"/>
                </a:cubicBezTo>
                <a:cubicBezTo>
                  <a:pt x="48587" y="84191"/>
                  <a:pt x="48537" y="84180"/>
                  <a:pt x="48488" y="84159"/>
                </a:cubicBezTo>
                <a:cubicBezTo>
                  <a:pt x="48388" y="84104"/>
                  <a:pt x="48325" y="84008"/>
                  <a:pt x="48236" y="83944"/>
                </a:cubicBezTo>
                <a:cubicBezTo>
                  <a:pt x="48147" y="83880"/>
                  <a:pt x="48043" y="83838"/>
                  <a:pt x="47963" y="83763"/>
                </a:cubicBezTo>
                <a:cubicBezTo>
                  <a:pt x="47915" y="83720"/>
                  <a:pt x="47874" y="83667"/>
                  <a:pt x="47831" y="83613"/>
                </a:cubicBezTo>
                <a:cubicBezTo>
                  <a:pt x="47821" y="83592"/>
                  <a:pt x="47810" y="83581"/>
                  <a:pt x="47801" y="83571"/>
                </a:cubicBezTo>
                <a:cubicBezTo>
                  <a:pt x="47787" y="83549"/>
                  <a:pt x="47775" y="83517"/>
                  <a:pt x="47762" y="83496"/>
                </a:cubicBezTo>
                <a:cubicBezTo>
                  <a:pt x="47698" y="83411"/>
                  <a:pt x="47661" y="83304"/>
                  <a:pt x="47610" y="83196"/>
                </a:cubicBezTo>
                <a:lnTo>
                  <a:pt x="47571" y="83218"/>
                </a:lnTo>
                <a:lnTo>
                  <a:pt x="22686" y="35371"/>
                </a:lnTo>
                <a:cubicBezTo>
                  <a:pt x="21925" y="35040"/>
                  <a:pt x="21085" y="34879"/>
                  <a:pt x="20221" y="34922"/>
                </a:cubicBezTo>
                <a:close/>
                <a:moveTo>
                  <a:pt x="27747" y="35456"/>
                </a:moveTo>
                <a:lnTo>
                  <a:pt x="34689" y="48809"/>
                </a:lnTo>
                <a:lnTo>
                  <a:pt x="47318" y="48809"/>
                </a:lnTo>
                <a:cubicBezTo>
                  <a:pt x="47318" y="48809"/>
                  <a:pt x="47296" y="40402"/>
                  <a:pt x="47318" y="35456"/>
                </a:cubicBezTo>
                <a:lnTo>
                  <a:pt x="27747" y="35456"/>
                </a:lnTo>
                <a:close/>
                <a:moveTo>
                  <a:pt x="51771" y="35456"/>
                </a:moveTo>
                <a:lnTo>
                  <a:pt x="51771" y="48809"/>
                </a:lnTo>
                <a:lnTo>
                  <a:pt x="64995" y="48809"/>
                </a:lnTo>
                <a:lnTo>
                  <a:pt x="72186" y="35456"/>
                </a:lnTo>
                <a:lnTo>
                  <a:pt x="51771" y="35456"/>
                </a:lnTo>
                <a:close/>
                <a:moveTo>
                  <a:pt x="37007" y="53264"/>
                </a:moveTo>
                <a:lnTo>
                  <a:pt x="47318" y="73294"/>
                </a:lnTo>
                <a:cubicBezTo>
                  <a:pt x="47279" y="68893"/>
                  <a:pt x="47296" y="62141"/>
                  <a:pt x="47318" y="53264"/>
                </a:cubicBezTo>
                <a:lnTo>
                  <a:pt x="37007" y="53264"/>
                </a:lnTo>
                <a:close/>
                <a:moveTo>
                  <a:pt x="51771" y="53264"/>
                </a:moveTo>
                <a:lnTo>
                  <a:pt x="51771" y="73294"/>
                </a:lnTo>
                <a:lnTo>
                  <a:pt x="62596" y="53264"/>
                </a:lnTo>
                <a:lnTo>
                  <a:pt x="51771" y="5326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2" name="Красный — SVG 5">
            <a:extLst>
              <a:ext uri="{FF2B5EF4-FFF2-40B4-BE49-F238E27FC236}">
                <a16:creationId xmlns:a16="http://schemas.microsoft.com/office/drawing/2014/main" id="{93975ACC-44AA-824F-BAEF-4D52BDFA76F8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56719 w 113437"/>
              <a:gd name="csY0" fmla="*/ 0 h 170008"/>
              <a:gd name="csX1" fmla="*/ 52537 w 113437"/>
              <a:gd name="csY1" fmla="*/ 1922 h 170008"/>
              <a:gd name="csX2" fmla="*/ 22410 w 113437"/>
              <a:gd name="csY2" fmla="*/ 40333 h 170008"/>
              <a:gd name="csX3" fmla="*/ 22410 w 113437"/>
              <a:gd name="csY3" fmla="*/ 46883 h 170008"/>
              <a:gd name="csX4" fmla="*/ 27580 w 113437"/>
              <a:gd name="csY4" fmla="*/ 50931 h 170008"/>
              <a:gd name="csX5" fmla="*/ 29035 w 113437"/>
              <a:gd name="csY5" fmla="*/ 51680 h 170008"/>
              <a:gd name="csX6" fmla="*/ 56719 w 113437"/>
              <a:gd name="csY6" fmla="*/ 56596 h 170008"/>
              <a:gd name="csX7" fmla="*/ 84403 w 113437"/>
              <a:gd name="csY7" fmla="*/ 51680 h 170008"/>
              <a:gd name="csX8" fmla="*/ 85856 w 113437"/>
              <a:gd name="csY8" fmla="*/ 50931 h 170008"/>
              <a:gd name="csX9" fmla="*/ 91028 w 113437"/>
              <a:gd name="csY9" fmla="*/ 46883 h 170008"/>
              <a:gd name="csX10" fmla="*/ 91028 w 113437"/>
              <a:gd name="csY10" fmla="*/ 40333 h 170008"/>
              <a:gd name="csX11" fmla="*/ 60899 w 113437"/>
              <a:gd name="csY11" fmla="*/ 1922 h 170008"/>
              <a:gd name="csX12" fmla="*/ 56719 w 113437"/>
              <a:gd name="csY12" fmla="*/ 0 h 170008"/>
              <a:gd name="csX13" fmla="*/ 25207 w 113437"/>
              <a:gd name="csY13" fmla="*/ 57736 h 170008"/>
              <a:gd name="csX14" fmla="*/ 11458 w 113437"/>
              <a:gd name="csY14" fmla="*/ 79425 h 170008"/>
              <a:gd name="csX15" fmla="*/ 11388 w 113437"/>
              <a:gd name="csY15" fmla="*/ 84987 h 170008"/>
              <a:gd name="csX16" fmla="*/ 12128 w 113437"/>
              <a:gd name="csY16" fmla="*/ 86025 h 170008"/>
              <a:gd name="csX17" fmla="*/ 12697 w 113437"/>
              <a:gd name="csY17" fmla="*/ 86654 h 170008"/>
              <a:gd name="csX18" fmla="*/ 14082 w 113437"/>
              <a:gd name="csY18" fmla="*/ 88032 h 170008"/>
              <a:gd name="csX19" fmla="*/ 15853 w 113437"/>
              <a:gd name="csY19" fmla="*/ 89478 h 170008"/>
              <a:gd name="csX20" fmla="*/ 16060 w 113437"/>
              <a:gd name="csY20" fmla="*/ 89631 h 170008"/>
              <a:gd name="csX21" fmla="*/ 18720 w 113437"/>
              <a:gd name="csY21" fmla="*/ 91367 h 170008"/>
              <a:gd name="csX22" fmla="*/ 19750 w 113437"/>
              <a:gd name="csY22" fmla="*/ 91928 h 170008"/>
              <a:gd name="csX23" fmla="*/ 19750 w 113437"/>
              <a:gd name="csY23" fmla="*/ 91962 h 170008"/>
              <a:gd name="csX24" fmla="*/ 56719 w 113437"/>
              <a:gd name="csY24" fmla="*/ 99124 h 170008"/>
              <a:gd name="csX25" fmla="*/ 93686 w 113437"/>
              <a:gd name="csY25" fmla="*/ 91962 h 170008"/>
              <a:gd name="csX26" fmla="*/ 93686 w 113437"/>
              <a:gd name="csY26" fmla="*/ 91928 h 170008"/>
              <a:gd name="csX27" fmla="*/ 94717 w 113437"/>
              <a:gd name="csY27" fmla="*/ 91367 h 170008"/>
              <a:gd name="csX28" fmla="*/ 97376 w 113437"/>
              <a:gd name="csY28" fmla="*/ 89631 h 170008"/>
              <a:gd name="csX29" fmla="*/ 97583 w 113437"/>
              <a:gd name="csY29" fmla="*/ 89478 h 170008"/>
              <a:gd name="csX30" fmla="*/ 99356 w 113437"/>
              <a:gd name="csY30" fmla="*/ 88032 h 170008"/>
              <a:gd name="csX31" fmla="*/ 100741 w 113437"/>
              <a:gd name="csY31" fmla="*/ 86654 h 170008"/>
              <a:gd name="csX32" fmla="*/ 101308 w 113437"/>
              <a:gd name="csY32" fmla="*/ 86025 h 170008"/>
              <a:gd name="csX33" fmla="*/ 102049 w 113437"/>
              <a:gd name="csY33" fmla="*/ 84987 h 170008"/>
              <a:gd name="csX34" fmla="*/ 101980 w 113437"/>
              <a:gd name="csY34" fmla="*/ 79425 h 170008"/>
              <a:gd name="csX35" fmla="*/ 88231 w 113437"/>
              <a:gd name="csY35" fmla="*/ 57736 h 170008"/>
              <a:gd name="csX36" fmla="*/ 77986 w 113437"/>
              <a:gd name="csY36" fmla="*/ 61410 h 170008"/>
              <a:gd name="csX37" fmla="*/ 70474 w 113437"/>
              <a:gd name="csY37" fmla="*/ 62839 h 170008"/>
              <a:gd name="csX38" fmla="*/ 56719 w 113437"/>
              <a:gd name="csY38" fmla="*/ 63689 h 170008"/>
              <a:gd name="csX39" fmla="*/ 42964 w 113437"/>
              <a:gd name="csY39" fmla="*/ 62839 h 170008"/>
              <a:gd name="csX40" fmla="*/ 35452 w 113437"/>
              <a:gd name="csY40" fmla="*/ 61410 h 170008"/>
              <a:gd name="csX41" fmla="*/ 25207 w 113437"/>
              <a:gd name="csY41" fmla="*/ 57736 h 170008"/>
              <a:gd name="csX42" fmla="*/ 15922 w 113437"/>
              <a:gd name="csY42" fmla="*/ 98035 h 170008"/>
              <a:gd name="csX43" fmla="*/ 825 w 113437"/>
              <a:gd name="csY43" fmla="*/ 122191 h 170008"/>
              <a:gd name="csX44" fmla="*/ 1745 w 113437"/>
              <a:gd name="csY44" fmla="*/ 128927 h 170008"/>
              <a:gd name="csX45" fmla="*/ 5822 w 113437"/>
              <a:gd name="csY45" fmla="*/ 131972 h 170008"/>
              <a:gd name="csX46" fmla="*/ 8163 w 113437"/>
              <a:gd name="csY46" fmla="*/ 133469 h 170008"/>
              <a:gd name="csX47" fmla="*/ 9153 w 113437"/>
              <a:gd name="csY47" fmla="*/ 134031 h 170008"/>
              <a:gd name="csX48" fmla="*/ 11063 w 113437"/>
              <a:gd name="csY48" fmla="*/ 135102 h 170008"/>
              <a:gd name="csX49" fmla="*/ 11312 w 113437"/>
              <a:gd name="csY49" fmla="*/ 135204 h 170008"/>
              <a:gd name="csX50" fmla="*/ 26411 w 113437"/>
              <a:gd name="csY50" fmla="*/ 141158 h 170008"/>
              <a:gd name="csX51" fmla="*/ 28329 w 113437"/>
              <a:gd name="csY51" fmla="*/ 141686 h 170008"/>
              <a:gd name="csX52" fmla="*/ 34496 w 113437"/>
              <a:gd name="csY52" fmla="*/ 143114 h 170008"/>
              <a:gd name="csX53" fmla="*/ 36339 w 113437"/>
              <a:gd name="csY53" fmla="*/ 143455 h 170008"/>
              <a:gd name="csX54" fmla="*/ 38996 w 113437"/>
              <a:gd name="csY54" fmla="*/ 143897 h 170008"/>
              <a:gd name="csX55" fmla="*/ 56719 w 113437"/>
              <a:gd name="csY55" fmla="*/ 145207 h 170008"/>
              <a:gd name="csX56" fmla="*/ 74440 w 113437"/>
              <a:gd name="csY56" fmla="*/ 143897 h 170008"/>
              <a:gd name="csX57" fmla="*/ 77099 w 113437"/>
              <a:gd name="csY57" fmla="*/ 143455 h 170008"/>
              <a:gd name="csX58" fmla="*/ 78940 w 113437"/>
              <a:gd name="csY58" fmla="*/ 143114 h 170008"/>
              <a:gd name="csX59" fmla="*/ 85109 w 113437"/>
              <a:gd name="csY59" fmla="*/ 141686 h 170008"/>
              <a:gd name="csX60" fmla="*/ 87027 w 113437"/>
              <a:gd name="csY60" fmla="*/ 141158 h 170008"/>
              <a:gd name="csX61" fmla="*/ 102124 w 113437"/>
              <a:gd name="csY61" fmla="*/ 135204 h 170008"/>
              <a:gd name="csX62" fmla="*/ 102374 w 113437"/>
              <a:gd name="csY62" fmla="*/ 135102 h 170008"/>
              <a:gd name="csX63" fmla="*/ 104285 w 113437"/>
              <a:gd name="csY63" fmla="*/ 134031 h 170008"/>
              <a:gd name="csX64" fmla="*/ 105275 w 113437"/>
              <a:gd name="csY64" fmla="*/ 133469 h 170008"/>
              <a:gd name="csX65" fmla="*/ 107615 w 113437"/>
              <a:gd name="csY65" fmla="*/ 131972 h 170008"/>
              <a:gd name="csX66" fmla="*/ 111693 w 113437"/>
              <a:gd name="csY66" fmla="*/ 128927 h 170008"/>
              <a:gd name="csX67" fmla="*/ 112613 w 113437"/>
              <a:gd name="csY67" fmla="*/ 122191 h 170008"/>
              <a:gd name="csX68" fmla="*/ 97514 w 113437"/>
              <a:gd name="csY68" fmla="*/ 98035 h 170008"/>
              <a:gd name="csX69" fmla="*/ 87552 w 113437"/>
              <a:gd name="csY69" fmla="*/ 102203 h 170008"/>
              <a:gd name="csX70" fmla="*/ 80359 w 113437"/>
              <a:gd name="csY70" fmla="*/ 104057 h 170008"/>
              <a:gd name="csX71" fmla="*/ 56719 w 113437"/>
              <a:gd name="csY71" fmla="*/ 106217 h 170008"/>
              <a:gd name="csX72" fmla="*/ 33077 w 113437"/>
              <a:gd name="csY72" fmla="*/ 104057 h 170008"/>
              <a:gd name="csX73" fmla="*/ 25884 w 113437"/>
              <a:gd name="csY73" fmla="*/ 102203 h 170008"/>
              <a:gd name="csX74" fmla="*/ 15922 w 113437"/>
              <a:gd name="csY74" fmla="*/ 98035 h 170008"/>
              <a:gd name="csX75" fmla="*/ 38996 w 113437"/>
              <a:gd name="csY75" fmla="*/ 151076 h 170008"/>
              <a:gd name="csX76" fmla="*/ 38996 w 113437"/>
              <a:gd name="csY76" fmla="*/ 164685 h 170008"/>
              <a:gd name="csX77" fmla="*/ 44313 w 113437"/>
              <a:gd name="csY77" fmla="*/ 170009 h 170008"/>
              <a:gd name="csX78" fmla="*/ 69123 w 113437"/>
              <a:gd name="csY78" fmla="*/ 170009 h 170008"/>
              <a:gd name="csX79" fmla="*/ 74440 w 113437"/>
              <a:gd name="csY79" fmla="*/ 164685 h 170008"/>
              <a:gd name="csX80" fmla="*/ 74440 w 113437"/>
              <a:gd name="csY80" fmla="*/ 151076 h 170008"/>
              <a:gd name="csX81" fmla="*/ 56719 w 113437"/>
              <a:gd name="csY81" fmla="*/ 152283 h 170008"/>
              <a:gd name="csX82" fmla="*/ 38996 w 113437"/>
              <a:gd name="csY82" fmla="*/ 151076 h 170008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49062" y="0"/>
                  <a:pt x="48124" y="380"/>
                  <a:pt x="47540" y="1131"/>
                </a:cubicBezTo>
                <a:lnTo>
                  <a:pt x="29819" y="23724"/>
                </a:lnTo>
                <a:cubicBezTo>
                  <a:pt x="28922" y="24855"/>
                  <a:pt x="28922" y="26456"/>
                  <a:pt x="29819" y="27577"/>
                </a:cubicBezTo>
                <a:cubicBezTo>
                  <a:pt x="30111" y="27957"/>
                  <a:pt x="30984" y="28917"/>
                  <a:pt x="32861" y="29958"/>
                </a:cubicBezTo>
                <a:cubicBezTo>
                  <a:pt x="33132" y="30108"/>
                  <a:pt x="33403" y="30249"/>
                  <a:pt x="33716" y="30399"/>
                </a:cubicBezTo>
                <a:cubicBezTo>
                  <a:pt x="36719" y="31849"/>
                  <a:pt x="41765" y="33290"/>
                  <a:pt x="50000" y="33290"/>
                </a:cubicBezTo>
                <a:cubicBezTo>
                  <a:pt x="58235" y="33290"/>
                  <a:pt x="63282" y="31849"/>
                  <a:pt x="66284" y="30399"/>
                </a:cubicBezTo>
                <a:cubicBezTo>
                  <a:pt x="66597" y="30249"/>
                  <a:pt x="66868" y="30108"/>
                  <a:pt x="67139" y="29958"/>
                </a:cubicBezTo>
                <a:cubicBezTo>
                  <a:pt x="69015" y="28917"/>
                  <a:pt x="69889" y="27957"/>
                  <a:pt x="70181" y="27577"/>
                </a:cubicBezTo>
                <a:cubicBezTo>
                  <a:pt x="71078" y="26456"/>
                  <a:pt x="71078" y="24855"/>
                  <a:pt x="70181" y="23724"/>
                </a:cubicBezTo>
                <a:lnTo>
                  <a:pt x="52459" y="1131"/>
                </a:lnTo>
                <a:cubicBezTo>
                  <a:pt x="51875" y="380"/>
                  <a:pt x="50938" y="0"/>
                  <a:pt x="50000" y="0"/>
                </a:cubicBezTo>
                <a:close/>
                <a:moveTo>
                  <a:pt x="31465" y="33961"/>
                </a:moveTo>
                <a:lnTo>
                  <a:pt x="23377" y="46718"/>
                </a:lnTo>
                <a:cubicBezTo>
                  <a:pt x="22752" y="47719"/>
                  <a:pt x="22732" y="48969"/>
                  <a:pt x="23336" y="49990"/>
                </a:cubicBezTo>
                <a:cubicBezTo>
                  <a:pt x="23399" y="50091"/>
                  <a:pt x="23543" y="50301"/>
                  <a:pt x="23772" y="50601"/>
                </a:cubicBezTo>
                <a:cubicBezTo>
                  <a:pt x="23876" y="50721"/>
                  <a:pt x="23981" y="50841"/>
                  <a:pt x="24106" y="50971"/>
                </a:cubicBezTo>
                <a:cubicBezTo>
                  <a:pt x="24314" y="51221"/>
                  <a:pt x="24586" y="51491"/>
                  <a:pt x="24921" y="51781"/>
                </a:cubicBezTo>
                <a:cubicBezTo>
                  <a:pt x="25212" y="52052"/>
                  <a:pt x="25566" y="52322"/>
                  <a:pt x="25963" y="52632"/>
                </a:cubicBezTo>
                <a:cubicBezTo>
                  <a:pt x="26004" y="52682"/>
                  <a:pt x="26044" y="52702"/>
                  <a:pt x="26084" y="52722"/>
                </a:cubicBezTo>
                <a:cubicBezTo>
                  <a:pt x="26544" y="53052"/>
                  <a:pt x="27065" y="53392"/>
                  <a:pt x="27649" y="53743"/>
                </a:cubicBezTo>
                <a:cubicBezTo>
                  <a:pt x="27836" y="53853"/>
                  <a:pt x="28047" y="53973"/>
                  <a:pt x="28255" y="54073"/>
                </a:cubicBezTo>
                <a:lnTo>
                  <a:pt x="28255" y="54093"/>
                </a:lnTo>
                <a:cubicBezTo>
                  <a:pt x="32133" y="56204"/>
                  <a:pt x="38804" y="58305"/>
                  <a:pt x="50000" y="58305"/>
                </a:cubicBezTo>
                <a:cubicBezTo>
                  <a:pt x="61196" y="58305"/>
                  <a:pt x="67867" y="56204"/>
                  <a:pt x="71745" y="54093"/>
                </a:cubicBezTo>
                <a:lnTo>
                  <a:pt x="71745" y="54073"/>
                </a:lnTo>
                <a:cubicBezTo>
                  <a:pt x="71953" y="53973"/>
                  <a:pt x="72164" y="53853"/>
                  <a:pt x="72351" y="53743"/>
                </a:cubicBezTo>
                <a:cubicBezTo>
                  <a:pt x="72935" y="53392"/>
                  <a:pt x="73457" y="53052"/>
                  <a:pt x="73915" y="52722"/>
                </a:cubicBezTo>
                <a:cubicBezTo>
                  <a:pt x="73957" y="52702"/>
                  <a:pt x="73995" y="52682"/>
                  <a:pt x="74037" y="52632"/>
                </a:cubicBezTo>
                <a:cubicBezTo>
                  <a:pt x="74433" y="52322"/>
                  <a:pt x="74787" y="52052"/>
                  <a:pt x="75080" y="51781"/>
                </a:cubicBezTo>
                <a:cubicBezTo>
                  <a:pt x="75413" y="51491"/>
                  <a:pt x="75686" y="51221"/>
                  <a:pt x="75894" y="50971"/>
                </a:cubicBezTo>
                <a:cubicBezTo>
                  <a:pt x="76020" y="50841"/>
                  <a:pt x="76124" y="50721"/>
                  <a:pt x="76228" y="50601"/>
                </a:cubicBezTo>
                <a:cubicBezTo>
                  <a:pt x="76457" y="50301"/>
                  <a:pt x="76601" y="50091"/>
                  <a:pt x="76664" y="49990"/>
                </a:cubicBezTo>
                <a:cubicBezTo>
                  <a:pt x="77268" y="48969"/>
                  <a:pt x="77248" y="47719"/>
                  <a:pt x="76623" y="46718"/>
                </a:cubicBezTo>
                <a:lnTo>
                  <a:pt x="68536" y="33961"/>
                </a:lnTo>
                <a:cubicBezTo>
                  <a:pt x="66972" y="34751"/>
                  <a:pt x="64990" y="35521"/>
                  <a:pt x="62510" y="36122"/>
                </a:cubicBezTo>
                <a:cubicBezTo>
                  <a:pt x="61196" y="36462"/>
                  <a:pt x="59717" y="36732"/>
                  <a:pt x="58091" y="36962"/>
                </a:cubicBezTo>
                <a:cubicBezTo>
                  <a:pt x="55735" y="37272"/>
                  <a:pt x="53064" y="37462"/>
                  <a:pt x="50000" y="37462"/>
                </a:cubicBezTo>
                <a:cubicBezTo>
                  <a:pt x="46935" y="37462"/>
                  <a:pt x="44265" y="37272"/>
                  <a:pt x="41909" y="36962"/>
                </a:cubicBezTo>
                <a:cubicBezTo>
                  <a:pt x="40283" y="36732"/>
                  <a:pt x="38804" y="36462"/>
                  <a:pt x="37491" y="36122"/>
                </a:cubicBezTo>
                <a:cubicBezTo>
                  <a:pt x="35010" y="35521"/>
                  <a:pt x="33028" y="34751"/>
                  <a:pt x="31465" y="33961"/>
                </a:cubicBezTo>
                <a:close/>
                <a:moveTo>
                  <a:pt x="26003" y="57665"/>
                </a:moveTo>
                <a:lnTo>
                  <a:pt x="17123" y="71874"/>
                </a:lnTo>
                <a:cubicBezTo>
                  <a:pt x="16310" y="73154"/>
                  <a:pt x="16538" y="74815"/>
                  <a:pt x="17664" y="75836"/>
                </a:cubicBezTo>
                <a:cubicBezTo>
                  <a:pt x="17768" y="75946"/>
                  <a:pt x="18561" y="76646"/>
                  <a:pt x="20062" y="77627"/>
                </a:cubicBezTo>
                <a:cubicBezTo>
                  <a:pt x="20479" y="77897"/>
                  <a:pt x="20939" y="78197"/>
                  <a:pt x="21439" y="78507"/>
                </a:cubicBezTo>
                <a:cubicBezTo>
                  <a:pt x="21626" y="78607"/>
                  <a:pt x="21812" y="78737"/>
                  <a:pt x="22022" y="78838"/>
                </a:cubicBezTo>
                <a:cubicBezTo>
                  <a:pt x="22376" y="79028"/>
                  <a:pt x="22749" y="79238"/>
                  <a:pt x="23145" y="79468"/>
                </a:cubicBezTo>
                <a:cubicBezTo>
                  <a:pt x="23186" y="79488"/>
                  <a:pt x="23229" y="79508"/>
                  <a:pt x="23292" y="79528"/>
                </a:cubicBezTo>
                <a:cubicBezTo>
                  <a:pt x="25543" y="80699"/>
                  <a:pt x="28503" y="81970"/>
                  <a:pt x="32173" y="83030"/>
                </a:cubicBezTo>
                <a:cubicBezTo>
                  <a:pt x="32528" y="83150"/>
                  <a:pt x="32905" y="83240"/>
                  <a:pt x="33301" y="83341"/>
                </a:cubicBezTo>
                <a:cubicBezTo>
                  <a:pt x="34447" y="83631"/>
                  <a:pt x="35657" y="83931"/>
                  <a:pt x="36929" y="84181"/>
                </a:cubicBezTo>
                <a:cubicBezTo>
                  <a:pt x="37283" y="84241"/>
                  <a:pt x="37637" y="84301"/>
                  <a:pt x="38013" y="84381"/>
                </a:cubicBezTo>
                <a:cubicBezTo>
                  <a:pt x="38533" y="84491"/>
                  <a:pt x="39054" y="84571"/>
                  <a:pt x="39575" y="84641"/>
                </a:cubicBezTo>
                <a:cubicBezTo>
                  <a:pt x="42703" y="85121"/>
                  <a:pt x="46163" y="85412"/>
                  <a:pt x="50000" y="85412"/>
                </a:cubicBezTo>
                <a:cubicBezTo>
                  <a:pt x="53836" y="85412"/>
                  <a:pt x="57296" y="85121"/>
                  <a:pt x="60424" y="84641"/>
                </a:cubicBezTo>
                <a:cubicBezTo>
                  <a:pt x="60946" y="84571"/>
                  <a:pt x="61467" y="84491"/>
                  <a:pt x="61988" y="84381"/>
                </a:cubicBezTo>
                <a:cubicBezTo>
                  <a:pt x="62363" y="84301"/>
                  <a:pt x="62717" y="84241"/>
                  <a:pt x="63071" y="84181"/>
                </a:cubicBezTo>
                <a:cubicBezTo>
                  <a:pt x="64343" y="83931"/>
                  <a:pt x="65553" y="83631"/>
                  <a:pt x="66700" y="83341"/>
                </a:cubicBezTo>
                <a:cubicBezTo>
                  <a:pt x="67096" y="83240"/>
                  <a:pt x="67473" y="83150"/>
                  <a:pt x="67828" y="83030"/>
                </a:cubicBezTo>
                <a:cubicBezTo>
                  <a:pt x="71496" y="81970"/>
                  <a:pt x="74456" y="80699"/>
                  <a:pt x="76708" y="79528"/>
                </a:cubicBezTo>
                <a:cubicBezTo>
                  <a:pt x="76771" y="79508"/>
                  <a:pt x="76813" y="79488"/>
                  <a:pt x="76855" y="79468"/>
                </a:cubicBezTo>
                <a:cubicBezTo>
                  <a:pt x="77251" y="79238"/>
                  <a:pt x="77625" y="79028"/>
                  <a:pt x="77979" y="78838"/>
                </a:cubicBezTo>
                <a:cubicBezTo>
                  <a:pt x="78187" y="78737"/>
                  <a:pt x="78373" y="78607"/>
                  <a:pt x="78561" y="78507"/>
                </a:cubicBezTo>
                <a:cubicBezTo>
                  <a:pt x="79062" y="78197"/>
                  <a:pt x="79520" y="77897"/>
                  <a:pt x="79938" y="77627"/>
                </a:cubicBezTo>
                <a:cubicBezTo>
                  <a:pt x="81439" y="76646"/>
                  <a:pt x="82232" y="75946"/>
                  <a:pt x="82336" y="75836"/>
                </a:cubicBezTo>
                <a:cubicBezTo>
                  <a:pt x="83462" y="74815"/>
                  <a:pt x="83690" y="73154"/>
                  <a:pt x="82878" y="71874"/>
                </a:cubicBezTo>
                <a:lnTo>
                  <a:pt x="73996" y="57665"/>
                </a:lnTo>
                <a:cubicBezTo>
                  <a:pt x="72433" y="58535"/>
                  <a:pt x="70492" y="59386"/>
                  <a:pt x="68136" y="60117"/>
                </a:cubicBezTo>
                <a:cubicBezTo>
                  <a:pt x="66865" y="60517"/>
                  <a:pt x="65449" y="60897"/>
                  <a:pt x="63906" y="61207"/>
                </a:cubicBezTo>
                <a:cubicBezTo>
                  <a:pt x="60153" y="61978"/>
                  <a:pt x="55567" y="62478"/>
                  <a:pt x="50000" y="62478"/>
                </a:cubicBezTo>
                <a:cubicBezTo>
                  <a:pt x="44433" y="62478"/>
                  <a:pt x="39847" y="61978"/>
                  <a:pt x="36094" y="61207"/>
                </a:cubicBezTo>
                <a:cubicBezTo>
                  <a:pt x="34551" y="60897"/>
                  <a:pt x="33135" y="60517"/>
                  <a:pt x="31863" y="60117"/>
                </a:cubicBezTo>
                <a:cubicBezTo>
                  <a:pt x="29507" y="59386"/>
                  <a:pt x="27568" y="58535"/>
                  <a:pt x="26003" y="57665"/>
                </a:cubicBezTo>
                <a:close/>
                <a:moveTo>
                  <a:pt x="39575" y="88864"/>
                </a:moveTo>
                <a:lnTo>
                  <a:pt x="39575" y="96869"/>
                </a:lnTo>
                <a:cubicBezTo>
                  <a:pt x="39575" y="98599"/>
                  <a:pt x="40972" y="100001"/>
                  <a:pt x="42703" y="100001"/>
                </a:cubicBezTo>
                <a:lnTo>
                  <a:pt x="57296" y="100001"/>
                </a:lnTo>
                <a:cubicBezTo>
                  <a:pt x="59028" y="100001"/>
                  <a:pt x="60424" y="98599"/>
                  <a:pt x="60424" y="96869"/>
                </a:cubicBezTo>
                <a:lnTo>
                  <a:pt x="60424" y="88864"/>
                </a:lnTo>
                <a:cubicBezTo>
                  <a:pt x="57276" y="89304"/>
                  <a:pt x="53794" y="89574"/>
                  <a:pt x="50000" y="89574"/>
                </a:cubicBezTo>
                <a:cubicBezTo>
                  <a:pt x="46205" y="89574"/>
                  <a:pt x="42724" y="89304"/>
                  <a:pt x="39575" y="8886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3" name="Красный — SVG 6">
            <a:extLst>
              <a:ext uri="{FF2B5EF4-FFF2-40B4-BE49-F238E27FC236}">
                <a16:creationId xmlns:a16="http://schemas.microsoft.com/office/drawing/2014/main" id="{1FF837D5-B46A-D045-878B-50505F8F7750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155386 w 155951"/>
              <a:gd name="csY0" fmla="*/ 73811 h 155923"/>
              <a:gd name="csX1" fmla="*/ 132350 w 155951"/>
              <a:gd name="csY1" fmla="*/ 27745 h 155923"/>
              <a:gd name="csX2" fmla="*/ 129968 w 155951"/>
              <a:gd name="csY2" fmla="*/ 25364 h 155923"/>
              <a:gd name="csX3" fmla="*/ 80357 w 155951"/>
              <a:gd name="csY3" fmla="*/ 561 h 155923"/>
              <a:gd name="csX4" fmla="*/ 75593 w 155951"/>
              <a:gd name="csY4" fmla="*/ 561 h 155923"/>
              <a:gd name="csX5" fmla="*/ 25982 w 155951"/>
              <a:gd name="csY5" fmla="*/ 25364 h 155923"/>
              <a:gd name="csX6" fmla="*/ 23600 w 155951"/>
              <a:gd name="csY6" fmla="*/ 27745 h 155923"/>
              <a:gd name="csX7" fmla="*/ 564 w 155951"/>
              <a:gd name="csY7" fmla="*/ 73811 h 155923"/>
              <a:gd name="csX8" fmla="*/ 785 w 155951"/>
              <a:gd name="csY8" fmla="*/ 78983 h 155923"/>
              <a:gd name="csX9" fmla="*/ 5310 w 155951"/>
              <a:gd name="csY9" fmla="*/ 81500 h 155923"/>
              <a:gd name="csX10" fmla="*/ 12405 w 155951"/>
              <a:gd name="csY10" fmla="*/ 81500 h 155923"/>
              <a:gd name="csX11" fmla="*/ 12405 w 155951"/>
              <a:gd name="csY11" fmla="*/ 150616 h 155923"/>
              <a:gd name="csX12" fmla="*/ 17713 w 155951"/>
              <a:gd name="csY12" fmla="*/ 155924 h 155923"/>
              <a:gd name="csX13" fmla="*/ 138236 w 155951"/>
              <a:gd name="csY13" fmla="*/ 155924 h 155923"/>
              <a:gd name="csX14" fmla="*/ 143544 w 155951"/>
              <a:gd name="csY14" fmla="*/ 150616 h 155923"/>
              <a:gd name="csX15" fmla="*/ 143544 w 155951"/>
              <a:gd name="csY15" fmla="*/ 81500 h 155923"/>
              <a:gd name="csX16" fmla="*/ 150639 w 155951"/>
              <a:gd name="csY16" fmla="*/ 81500 h 155923"/>
              <a:gd name="csX17" fmla="*/ 155182 w 155951"/>
              <a:gd name="csY17" fmla="*/ 78983 h 155923"/>
              <a:gd name="csX18" fmla="*/ 155386 w 155951"/>
              <a:gd name="csY18" fmla="*/ 73811 h 155923"/>
              <a:gd name="csX19" fmla="*/ 42536 w 155951"/>
              <a:gd name="csY19" fmla="*/ 93969 h 155923"/>
              <a:gd name="csX20" fmla="*/ 70030 w 155951"/>
              <a:gd name="csY20" fmla="*/ 118721 h 155923"/>
              <a:gd name="csX21" fmla="*/ 42536 w 155951"/>
              <a:gd name="csY21" fmla="*/ 143455 h 155923"/>
              <a:gd name="csX22" fmla="*/ 42536 w 155951"/>
              <a:gd name="csY22" fmla="*/ 93969 h 155923"/>
              <a:gd name="csX23" fmla="*/ 50481 w 155951"/>
              <a:gd name="csY23" fmla="*/ 86825 h 155923"/>
              <a:gd name="csX24" fmla="*/ 105468 w 155951"/>
              <a:gd name="csY24" fmla="*/ 86825 h 155923"/>
              <a:gd name="csX25" fmla="*/ 77975 w 155951"/>
              <a:gd name="csY25" fmla="*/ 111559 h 155923"/>
              <a:gd name="csX26" fmla="*/ 50481 w 155951"/>
              <a:gd name="csY26" fmla="*/ 86825 h 155923"/>
              <a:gd name="csX27" fmla="*/ 77975 w 155951"/>
              <a:gd name="csY27" fmla="*/ 125865 h 155923"/>
              <a:gd name="csX28" fmla="*/ 101538 w 155951"/>
              <a:gd name="csY28" fmla="*/ 147061 h 155923"/>
              <a:gd name="csX29" fmla="*/ 54411 w 155951"/>
              <a:gd name="csY29" fmla="*/ 147061 h 155923"/>
              <a:gd name="csX30" fmla="*/ 77975 w 155951"/>
              <a:gd name="csY30" fmla="*/ 125865 h 155923"/>
              <a:gd name="csX31" fmla="*/ 85920 w 155951"/>
              <a:gd name="csY31" fmla="*/ 118721 h 155923"/>
              <a:gd name="csX32" fmla="*/ 113414 w 155951"/>
              <a:gd name="csY32" fmla="*/ 93969 h 155923"/>
              <a:gd name="csX33" fmla="*/ 113414 w 155951"/>
              <a:gd name="csY33" fmla="*/ 143455 h 155923"/>
              <a:gd name="csX34" fmla="*/ 85920 w 155951"/>
              <a:gd name="csY34" fmla="*/ 118721 h 155923"/>
              <a:gd name="csX35" fmla="*/ 65572 w 155951"/>
              <a:gd name="csY35" fmla="*/ 40742 h 155923"/>
              <a:gd name="csX36" fmla="*/ 69111 w 155951"/>
              <a:gd name="csY36" fmla="*/ 37203 h 155923"/>
              <a:gd name="csX37" fmla="*/ 86839 w 155951"/>
              <a:gd name="csY37" fmla="*/ 37203 h 155923"/>
              <a:gd name="csX38" fmla="*/ 90378 w 155951"/>
              <a:gd name="csY38" fmla="*/ 40742 h 155923"/>
              <a:gd name="csX39" fmla="*/ 90378 w 155951"/>
              <a:gd name="csY39" fmla="*/ 58467 h 155923"/>
              <a:gd name="csX40" fmla="*/ 86839 w 155951"/>
              <a:gd name="csY40" fmla="*/ 62005 h 155923"/>
              <a:gd name="csX41" fmla="*/ 69111 w 155951"/>
              <a:gd name="csY41" fmla="*/ 62005 h 155923"/>
              <a:gd name="csX42" fmla="*/ 65572 w 155951"/>
              <a:gd name="csY42" fmla="*/ 58467 h 155923"/>
              <a:gd name="csX43" fmla="*/ 65572 w 155951"/>
              <a:gd name="csY43" fmla="*/ 40742 h 155923"/>
            </a:gdLst>
            <a:ahLst/>
            <a:cxnLst/>
            <a:rect l="l" t="t" r="r" b="b"/>
            <a:pathLst>
              <a:path w="100000" h="100000">
                <a:moveTo>
                  <a:pt x="99638" y="47339"/>
                </a:moveTo>
                <a:lnTo>
                  <a:pt x="84866" y="17800"/>
                </a:lnTo>
                <a:cubicBezTo>
                  <a:pt x="84550" y="17134"/>
                  <a:pt x="84005" y="16589"/>
                  <a:pt x="83339" y="16273"/>
                </a:cubicBezTo>
                <a:lnTo>
                  <a:pt x="51527" y="369"/>
                </a:lnTo>
                <a:cubicBezTo>
                  <a:pt x="50567" y="-111"/>
                  <a:pt x="49432" y="-111"/>
                  <a:pt x="48472" y="369"/>
                </a:cubicBezTo>
                <a:lnTo>
                  <a:pt x="16660" y="16273"/>
                </a:lnTo>
                <a:cubicBezTo>
                  <a:pt x="15995" y="16589"/>
                  <a:pt x="15449" y="17134"/>
                  <a:pt x="15133" y="17800"/>
                </a:cubicBezTo>
                <a:lnTo>
                  <a:pt x="362" y="47339"/>
                </a:lnTo>
                <a:cubicBezTo>
                  <a:pt x="-162" y="48386"/>
                  <a:pt x="-119" y="49662"/>
                  <a:pt x="503" y="50655"/>
                </a:cubicBezTo>
                <a:cubicBezTo>
                  <a:pt x="1136" y="51659"/>
                  <a:pt x="2227" y="52269"/>
                  <a:pt x="3405" y="52269"/>
                </a:cubicBezTo>
                <a:lnTo>
                  <a:pt x="7954" y="52269"/>
                </a:lnTo>
                <a:lnTo>
                  <a:pt x="7954" y="96588"/>
                </a:lnTo>
                <a:cubicBezTo>
                  <a:pt x="7954" y="98475"/>
                  <a:pt x="9471" y="99992"/>
                  <a:pt x="11358" y="99992"/>
                </a:cubicBezTo>
                <a:lnTo>
                  <a:pt x="88641" y="99992"/>
                </a:lnTo>
                <a:cubicBezTo>
                  <a:pt x="90528" y="99992"/>
                  <a:pt x="92044" y="98475"/>
                  <a:pt x="92044" y="96588"/>
                </a:cubicBezTo>
                <a:lnTo>
                  <a:pt x="92044" y="52269"/>
                </a:lnTo>
                <a:lnTo>
                  <a:pt x="96594" y="52269"/>
                </a:lnTo>
                <a:cubicBezTo>
                  <a:pt x="97772" y="52269"/>
                  <a:pt x="98863" y="51659"/>
                  <a:pt x="99507" y="50655"/>
                </a:cubicBezTo>
                <a:cubicBezTo>
                  <a:pt x="100117" y="49662"/>
                  <a:pt x="100162" y="48386"/>
                  <a:pt x="99638" y="47339"/>
                </a:cubicBezTo>
                <a:close/>
                <a:moveTo>
                  <a:pt x="27275" y="60264"/>
                </a:moveTo>
                <a:lnTo>
                  <a:pt x="44905" y="76136"/>
                </a:lnTo>
                <a:lnTo>
                  <a:pt x="27275" y="91996"/>
                </a:lnTo>
                <a:lnTo>
                  <a:pt x="27275" y="60264"/>
                </a:lnTo>
                <a:close/>
                <a:moveTo>
                  <a:pt x="32370" y="55684"/>
                </a:moveTo>
                <a:lnTo>
                  <a:pt x="67629" y="55684"/>
                </a:lnTo>
                <a:lnTo>
                  <a:pt x="50000" y="71544"/>
                </a:lnTo>
                <a:lnTo>
                  <a:pt x="32370" y="55684"/>
                </a:lnTo>
                <a:close/>
                <a:moveTo>
                  <a:pt x="50000" y="80717"/>
                </a:moveTo>
                <a:lnTo>
                  <a:pt x="65109" y="94308"/>
                </a:lnTo>
                <a:lnTo>
                  <a:pt x="34890" y="94308"/>
                </a:lnTo>
                <a:lnTo>
                  <a:pt x="50000" y="80717"/>
                </a:lnTo>
                <a:close/>
                <a:moveTo>
                  <a:pt x="55094" y="76136"/>
                </a:moveTo>
                <a:lnTo>
                  <a:pt x="72724" y="60264"/>
                </a:lnTo>
                <a:lnTo>
                  <a:pt x="72724" y="91996"/>
                </a:lnTo>
                <a:lnTo>
                  <a:pt x="55094" y="76136"/>
                </a:lnTo>
                <a:close/>
                <a:moveTo>
                  <a:pt x="42047" y="26134"/>
                </a:moveTo>
                <a:cubicBezTo>
                  <a:pt x="42047" y="24890"/>
                  <a:pt x="43072" y="23865"/>
                  <a:pt x="44316" y="23865"/>
                </a:cubicBezTo>
                <a:lnTo>
                  <a:pt x="55684" y="23865"/>
                </a:lnTo>
                <a:cubicBezTo>
                  <a:pt x="56927" y="23865"/>
                  <a:pt x="57953" y="24890"/>
                  <a:pt x="57953" y="26134"/>
                </a:cubicBezTo>
                <a:lnTo>
                  <a:pt x="57953" y="37500"/>
                </a:lnTo>
                <a:cubicBezTo>
                  <a:pt x="57953" y="38754"/>
                  <a:pt x="56927" y="39768"/>
                  <a:pt x="55684" y="39768"/>
                </a:cubicBezTo>
                <a:lnTo>
                  <a:pt x="44316" y="39768"/>
                </a:lnTo>
                <a:cubicBezTo>
                  <a:pt x="43072" y="39768"/>
                  <a:pt x="42047" y="38754"/>
                  <a:pt x="42047" y="37500"/>
                </a:cubicBezTo>
                <a:lnTo>
                  <a:pt x="42047" y="2613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4" name="Красный — SVG 7">
            <a:extLst>
              <a:ext uri="{FF2B5EF4-FFF2-40B4-BE49-F238E27FC236}">
                <a16:creationId xmlns:a16="http://schemas.microsoft.com/office/drawing/2014/main" id="{613BB695-72A9-954F-A86A-8893D6D7CE5F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9408 w 127647"/>
              <a:gd name="csY0" fmla="*/ 66267 h 145834"/>
              <a:gd name="csX1" fmla="*/ 118192 w 127647"/>
              <a:gd name="csY1" fmla="*/ 66267 h 145834"/>
              <a:gd name="csX2" fmla="*/ 127175 w 127647"/>
              <a:gd name="csY2" fmla="*/ 45327 h 145834"/>
              <a:gd name="csX3" fmla="*/ 126716 w 127647"/>
              <a:gd name="csY3" fmla="*/ 40308 h 145834"/>
              <a:gd name="csX4" fmla="*/ 122276 w 127647"/>
              <a:gd name="csY4" fmla="*/ 37910 h 145834"/>
              <a:gd name="csX5" fmla="*/ 116525 w 127647"/>
              <a:gd name="csY5" fmla="*/ 37910 h 145834"/>
              <a:gd name="csX6" fmla="*/ 115640 w 127647"/>
              <a:gd name="csY6" fmla="*/ 36209 h 145834"/>
              <a:gd name="csX7" fmla="*/ 95820 w 127647"/>
              <a:gd name="csY7" fmla="*/ 11066 h 145834"/>
              <a:gd name="csX8" fmla="*/ 85101 w 127647"/>
              <a:gd name="csY8" fmla="*/ 5470 h 145834"/>
              <a:gd name="csX9" fmla="*/ 73804 w 127647"/>
              <a:gd name="csY9" fmla="*/ 9774 h 145834"/>
              <a:gd name="csX10" fmla="*/ 67968 w 127647"/>
              <a:gd name="csY10" fmla="*/ 9774 h 145834"/>
              <a:gd name="csX11" fmla="*/ 62524 w 127647"/>
              <a:gd name="csY11" fmla="*/ 4313 h 145834"/>
              <a:gd name="csX12" fmla="*/ 51363 w 127647"/>
              <a:gd name="csY12" fmla="*/ 26 h 145834"/>
              <a:gd name="csX13" fmla="*/ 40679 w 127647"/>
              <a:gd name="csY13" fmla="*/ 5402 h 145834"/>
              <a:gd name="csX14" fmla="*/ 15380 w 127647"/>
              <a:gd name="csY14" fmla="*/ 36328 h 145834"/>
              <a:gd name="csX15" fmla="*/ 14495 w 127647"/>
              <a:gd name="csY15" fmla="*/ 37927 h 145834"/>
              <a:gd name="csX16" fmla="*/ 5308 w 127647"/>
              <a:gd name="csY16" fmla="*/ 37927 h 145834"/>
              <a:gd name="csX17" fmla="*/ 885 w 127647"/>
              <a:gd name="csY17" fmla="*/ 40308 h 145834"/>
              <a:gd name="csX18" fmla="*/ 425 w 127647"/>
              <a:gd name="csY18" fmla="*/ 45327 h 145834"/>
              <a:gd name="csX19" fmla="*/ 9408 w 127647"/>
              <a:gd name="csY19" fmla="*/ 66267 h 145834"/>
              <a:gd name="csX20" fmla="*/ 48914 w 127647"/>
              <a:gd name="csY20" fmla="*/ 12138 h 145834"/>
              <a:gd name="csX21" fmla="*/ 51891 w 127647"/>
              <a:gd name="csY21" fmla="*/ 10641 h 145834"/>
              <a:gd name="csX22" fmla="*/ 55004 w 127647"/>
              <a:gd name="csY22" fmla="*/ 11832 h 145834"/>
              <a:gd name="csX23" fmla="*/ 60466 w 127647"/>
              <a:gd name="csY23" fmla="*/ 17293 h 145834"/>
              <a:gd name="csX24" fmla="*/ 81324 w 127647"/>
              <a:gd name="csY24" fmla="*/ 17293 h 145834"/>
              <a:gd name="csX25" fmla="*/ 84471 w 127647"/>
              <a:gd name="csY25" fmla="*/ 16085 h 145834"/>
              <a:gd name="csX26" fmla="*/ 87466 w 127647"/>
              <a:gd name="csY26" fmla="*/ 17650 h 145834"/>
              <a:gd name="csX27" fmla="*/ 103442 w 127647"/>
              <a:gd name="csY27" fmla="*/ 37910 h 145834"/>
              <a:gd name="csX28" fmla="*/ 27817 w 127647"/>
              <a:gd name="csY28" fmla="*/ 37910 h 145834"/>
              <a:gd name="csX29" fmla="*/ 48914 w 127647"/>
              <a:gd name="csY29" fmla="*/ 12138 h 145834"/>
              <a:gd name="csX30" fmla="*/ 118141 w 127647"/>
              <a:gd name="csY30" fmla="*/ 73361 h 145834"/>
              <a:gd name="csX31" fmla="*/ 9391 w 127647"/>
              <a:gd name="csY31" fmla="*/ 73361 h 145834"/>
              <a:gd name="csX32" fmla="*/ 0 w 127647"/>
              <a:gd name="csY32" fmla="*/ 126351 h 145834"/>
              <a:gd name="csX33" fmla="*/ 6618 w 127647"/>
              <a:gd name="csY33" fmla="*/ 140980 h 145834"/>
              <a:gd name="csX34" fmla="*/ 19497 w 127647"/>
              <a:gd name="csY34" fmla="*/ 145828 h 145834"/>
              <a:gd name="csX35" fmla="*/ 21998 w 127647"/>
              <a:gd name="csY35" fmla="*/ 145675 h 145834"/>
              <a:gd name="csX36" fmla="*/ 56399 w 127647"/>
              <a:gd name="csY36" fmla="*/ 141235 h 145834"/>
              <a:gd name="csX37" fmla="*/ 71201 w 127647"/>
              <a:gd name="csY37" fmla="*/ 141235 h 145834"/>
              <a:gd name="csX38" fmla="*/ 105619 w 127647"/>
              <a:gd name="csY38" fmla="*/ 145675 h 145834"/>
              <a:gd name="csX39" fmla="*/ 122037 w 127647"/>
              <a:gd name="csY39" fmla="*/ 140266 h 145834"/>
              <a:gd name="csX40" fmla="*/ 127584 w 127647"/>
              <a:gd name="csY40" fmla="*/ 125874 h 145834"/>
              <a:gd name="csX41" fmla="*/ 118141 w 127647"/>
              <a:gd name="csY41" fmla="*/ 73361 h 145834"/>
            </a:gdLst>
            <a:ahLst/>
            <a:cxnLst/>
            <a:rect l="l" t="t" r="r" b="b"/>
            <a:pathLst>
              <a:path w="100000" h="100000">
                <a:moveTo>
                  <a:pt x="12687" y="45440"/>
                </a:moveTo>
                <a:lnTo>
                  <a:pt x="87281" y="45440"/>
                </a:lnTo>
                <a:lnTo>
                  <a:pt x="93441" y="31081"/>
                </a:lnTo>
                <a:cubicBezTo>
                  <a:pt x="93919" y="29950"/>
                  <a:pt x="93803" y="28666"/>
                  <a:pt x="93126" y="27640"/>
                </a:cubicBezTo>
                <a:cubicBezTo>
                  <a:pt x="92461" y="26613"/>
                  <a:pt x="91306" y="25995"/>
                  <a:pt x="90082" y="25995"/>
                </a:cubicBezTo>
                <a:lnTo>
                  <a:pt x="86138" y="25995"/>
                </a:lnTo>
                <a:cubicBezTo>
                  <a:pt x="86009" y="25587"/>
                  <a:pt x="85811" y="25190"/>
                  <a:pt x="85531" y="24829"/>
                </a:cubicBezTo>
                <a:lnTo>
                  <a:pt x="71940" y="7588"/>
                </a:lnTo>
                <a:cubicBezTo>
                  <a:pt x="70155" y="5325"/>
                  <a:pt x="67472" y="3926"/>
                  <a:pt x="64590" y="3751"/>
                </a:cubicBezTo>
                <a:cubicBezTo>
                  <a:pt x="61697" y="3599"/>
                  <a:pt x="58885" y="4661"/>
                  <a:pt x="56844" y="6702"/>
                </a:cubicBezTo>
                <a:cubicBezTo>
                  <a:pt x="55736" y="7799"/>
                  <a:pt x="53951" y="7799"/>
                  <a:pt x="52842" y="6702"/>
                </a:cubicBezTo>
                <a:lnTo>
                  <a:pt x="49109" y="2957"/>
                </a:lnTo>
                <a:cubicBezTo>
                  <a:pt x="47091" y="951"/>
                  <a:pt x="44279" y="-157"/>
                  <a:pt x="41456" y="18"/>
                </a:cubicBezTo>
                <a:cubicBezTo>
                  <a:pt x="38609" y="158"/>
                  <a:pt x="35938" y="1500"/>
                  <a:pt x="34130" y="3704"/>
                </a:cubicBezTo>
                <a:lnTo>
                  <a:pt x="16782" y="24911"/>
                </a:lnTo>
                <a:cubicBezTo>
                  <a:pt x="16502" y="25249"/>
                  <a:pt x="16315" y="25622"/>
                  <a:pt x="16175" y="26007"/>
                </a:cubicBezTo>
                <a:lnTo>
                  <a:pt x="9875" y="26007"/>
                </a:lnTo>
                <a:cubicBezTo>
                  <a:pt x="8651" y="26007"/>
                  <a:pt x="7508" y="26613"/>
                  <a:pt x="6842" y="27640"/>
                </a:cubicBezTo>
                <a:cubicBezTo>
                  <a:pt x="6166" y="28666"/>
                  <a:pt x="6049" y="29961"/>
                  <a:pt x="6527" y="31081"/>
                </a:cubicBezTo>
                <a:lnTo>
                  <a:pt x="12687" y="45440"/>
                </a:lnTo>
                <a:close/>
                <a:moveTo>
                  <a:pt x="39776" y="8323"/>
                </a:moveTo>
                <a:cubicBezTo>
                  <a:pt x="40289" y="7694"/>
                  <a:pt x="41013" y="7332"/>
                  <a:pt x="41818" y="7297"/>
                </a:cubicBezTo>
                <a:cubicBezTo>
                  <a:pt x="42623" y="7250"/>
                  <a:pt x="43381" y="7541"/>
                  <a:pt x="43952" y="8113"/>
                </a:cubicBezTo>
                <a:lnTo>
                  <a:pt x="47698" y="11858"/>
                </a:lnTo>
                <a:cubicBezTo>
                  <a:pt x="51641" y="15800"/>
                  <a:pt x="58057" y="15800"/>
                  <a:pt x="62000" y="11858"/>
                </a:cubicBezTo>
                <a:cubicBezTo>
                  <a:pt x="62782" y="11076"/>
                  <a:pt x="63692" y="11006"/>
                  <a:pt x="64158" y="11030"/>
                </a:cubicBezTo>
                <a:cubicBezTo>
                  <a:pt x="64637" y="11065"/>
                  <a:pt x="65523" y="11239"/>
                  <a:pt x="66212" y="12103"/>
                </a:cubicBezTo>
                <a:lnTo>
                  <a:pt x="77167" y="25995"/>
                </a:lnTo>
                <a:lnTo>
                  <a:pt x="25310" y="25995"/>
                </a:lnTo>
                <a:lnTo>
                  <a:pt x="39776" y="8323"/>
                </a:lnTo>
                <a:close/>
                <a:moveTo>
                  <a:pt x="87246" y="50304"/>
                </a:moveTo>
                <a:lnTo>
                  <a:pt x="12675" y="50304"/>
                </a:lnTo>
                <a:cubicBezTo>
                  <a:pt x="10645" y="59986"/>
                  <a:pt x="6236" y="81601"/>
                  <a:pt x="6236" y="86640"/>
                </a:cubicBezTo>
                <a:cubicBezTo>
                  <a:pt x="6236" y="90478"/>
                  <a:pt x="7892" y="94129"/>
                  <a:pt x="10774" y="96672"/>
                </a:cubicBezTo>
                <a:cubicBezTo>
                  <a:pt x="13235" y="98829"/>
                  <a:pt x="16374" y="99996"/>
                  <a:pt x="19605" y="99996"/>
                </a:cubicBezTo>
                <a:cubicBezTo>
                  <a:pt x="20177" y="99996"/>
                  <a:pt x="20749" y="99961"/>
                  <a:pt x="21320" y="99891"/>
                </a:cubicBezTo>
                <a:lnTo>
                  <a:pt x="44909" y="96846"/>
                </a:lnTo>
                <a:cubicBezTo>
                  <a:pt x="46671" y="96625"/>
                  <a:pt x="53309" y="96625"/>
                  <a:pt x="55059" y="96846"/>
                </a:cubicBezTo>
                <a:lnTo>
                  <a:pt x="78660" y="99891"/>
                </a:lnTo>
                <a:cubicBezTo>
                  <a:pt x="82731" y="100416"/>
                  <a:pt x="86943" y="99028"/>
                  <a:pt x="89918" y="96182"/>
                </a:cubicBezTo>
                <a:cubicBezTo>
                  <a:pt x="92647" y="93557"/>
                  <a:pt x="94036" y="89965"/>
                  <a:pt x="93721" y="86313"/>
                </a:cubicBezTo>
                <a:cubicBezTo>
                  <a:pt x="93231" y="80656"/>
                  <a:pt x="89089" y="59566"/>
                  <a:pt x="87246" y="503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5" name="Красный — SVG 8">
            <a:extLst>
              <a:ext uri="{FF2B5EF4-FFF2-40B4-BE49-F238E27FC236}">
                <a16:creationId xmlns:a16="http://schemas.microsoft.com/office/drawing/2014/main" id="{FC93E8F3-2D87-BB44-9BEF-ED3DC33D40D4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108188 w 148867"/>
              <a:gd name="csY0" fmla="*/ 6 h 145314"/>
              <a:gd name="csX1" fmla="*/ 84165 w 148867"/>
              <a:gd name="csY1" fmla="*/ 11539 h 145314"/>
              <a:gd name="csX2" fmla="*/ 67339 w 148867"/>
              <a:gd name="csY2" fmla="*/ 35457 h 145314"/>
              <a:gd name="csX3" fmla="*/ 67339 w 148867"/>
              <a:gd name="csY3" fmla="*/ 70891 h 145314"/>
              <a:gd name="csX4" fmla="*/ 60261 w 148867"/>
              <a:gd name="csY4" fmla="*/ 70891 h 145314"/>
              <a:gd name="csX5" fmla="*/ 60261 w 148867"/>
              <a:gd name="csY5" fmla="*/ 83292 h 145314"/>
              <a:gd name="csX6" fmla="*/ 47842 w 148867"/>
              <a:gd name="csY6" fmla="*/ 95693 h 145314"/>
              <a:gd name="csX7" fmla="*/ 38995 w 148867"/>
              <a:gd name="csY7" fmla="*/ 95693 h 145314"/>
              <a:gd name="csX8" fmla="*/ 38995 w 148867"/>
              <a:gd name="csY8" fmla="*/ 98109 h 145314"/>
              <a:gd name="csX9" fmla="*/ 42534 w 148867"/>
              <a:gd name="csY9" fmla="*/ 108111 h 145314"/>
              <a:gd name="csX10" fmla="*/ 42534 w 148867"/>
              <a:gd name="csY10" fmla="*/ 136452 h 145314"/>
              <a:gd name="csX11" fmla="*/ 39828 w 148867"/>
              <a:gd name="csY11" fmla="*/ 145315 h 145314"/>
              <a:gd name="csX12" fmla="*/ 91872 w 148867"/>
              <a:gd name="csY12" fmla="*/ 145315 h 145314"/>
              <a:gd name="csX13" fmla="*/ 111250 w 148867"/>
              <a:gd name="csY13" fmla="*/ 127980 h 145314"/>
              <a:gd name="csX14" fmla="*/ 116406 w 148867"/>
              <a:gd name="csY14" fmla="*/ 81523 h 145314"/>
              <a:gd name="csX15" fmla="*/ 118737 w 148867"/>
              <a:gd name="csY15" fmla="*/ 81523 h 145314"/>
              <a:gd name="csX16" fmla="*/ 124062 w 148867"/>
              <a:gd name="csY16" fmla="*/ 76216 h 145314"/>
              <a:gd name="csX17" fmla="*/ 118737 w 148867"/>
              <a:gd name="csY17" fmla="*/ 70891 h 145314"/>
              <a:gd name="csX18" fmla="*/ 77973 w 148867"/>
              <a:gd name="csY18" fmla="*/ 70891 h 145314"/>
              <a:gd name="csX19" fmla="*/ 77973 w 148867"/>
              <a:gd name="csY19" fmla="*/ 62028 h 145314"/>
              <a:gd name="csX20" fmla="*/ 77973 w 148867"/>
              <a:gd name="csY20" fmla="*/ 35457 h 145314"/>
              <a:gd name="csX21" fmla="*/ 90375 w 148867"/>
              <a:gd name="csY21" fmla="*/ 21270 h 145314"/>
              <a:gd name="csX22" fmla="*/ 115385 w 148867"/>
              <a:gd name="csY22" fmla="*/ 28959 h 145314"/>
              <a:gd name="csX23" fmla="*/ 116372 w 148867"/>
              <a:gd name="csY23" fmla="*/ 33875 h 145314"/>
              <a:gd name="csX24" fmla="*/ 111455 w 148867"/>
              <a:gd name="csY24" fmla="*/ 34862 h 145314"/>
              <a:gd name="csX25" fmla="*/ 90375 w 148867"/>
              <a:gd name="csY25" fmla="*/ 28363 h 145314"/>
              <a:gd name="csX26" fmla="*/ 85067 w 148867"/>
              <a:gd name="csY26" fmla="*/ 35457 h 145314"/>
              <a:gd name="csX27" fmla="*/ 85067 w 148867"/>
              <a:gd name="csY27" fmla="*/ 39012 h 145314"/>
              <a:gd name="csX28" fmla="*/ 94220 w 148867"/>
              <a:gd name="csY28" fmla="*/ 53693 h 145314"/>
              <a:gd name="csX29" fmla="*/ 108103 w 148867"/>
              <a:gd name="csY29" fmla="*/ 56721 h 145314"/>
              <a:gd name="csX30" fmla="*/ 123960 w 148867"/>
              <a:gd name="csY30" fmla="*/ 52417 h 145314"/>
              <a:gd name="csX31" fmla="*/ 132909 w 148867"/>
              <a:gd name="csY31" fmla="*/ 49627 h 145314"/>
              <a:gd name="csX32" fmla="*/ 140599 w 148867"/>
              <a:gd name="csY32" fmla="*/ 52281 h 145314"/>
              <a:gd name="csX33" fmla="*/ 146060 w 148867"/>
              <a:gd name="csY33" fmla="*/ 52536 h 145314"/>
              <a:gd name="csX34" fmla="*/ 148867 w 148867"/>
              <a:gd name="csY34" fmla="*/ 47858 h 145314"/>
              <a:gd name="csX35" fmla="*/ 108188 w 148867"/>
              <a:gd name="csY35" fmla="*/ 6 h 145314"/>
              <a:gd name="csX36" fmla="*/ 26575 w 148867"/>
              <a:gd name="csY36" fmla="*/ 3561 h 145314"/>
              <a:gd name="csX37" fmla="*/ 24533 w 148867"/>
              <a:gd name="csY37" fmla="*/ 3969 h 145314"/>
              <a:gd name="csX38" fmla="*/ 0 w 148867"/>
              <a:gd name="csY38" fmla="*/ 40764 h 145314"/>
              <a:gd name="csX39" fmla="*/ 0 w 148867"/>
              <a:gd name="csY39" fmla="*/ 83292 h 145314"/>
              <a:gd name="csX40" fmla="*/ 5308 w 148867"/>
              <a:gd name="csY40" fmla="*/ 88617 h 145314"/>
              <a:gd name="csX41" fmla="*/ 21267 w 148867"/>
              <a:gd name="csY41" fmla="*/ 88617 h 145314"/>
              <a:gd name="csX42" fmla="*/ 21267 w 148867"/>
              <a:gd name="csY42" fmla="*/ 67353 h 145314"/>
              <a:gd name="csX43" fmla="*/ 26575 w 148867"/>
              <a:gd name="csY43" fmla="*/ 62028 h 145314"/>
              <a:gd name="csX44" fmla="*/ 31900 w 148867"/>
              <a:gd name="csY44" fmla="*/ 67353 h 145314"/>
              <a:gd name="csX45" fmla="*/ 31900 w 148867"/>
              <a:gd name="csY45" fmla="*/ 88617 h 145314"/>
              <a:gd name="csX46" fmla="*/ 47842 w 148867"/>
              <a:gd name="csY46" fmla="*/ 88617 h 145314"/>
              <a:gd name="csX47" fmla="*/ 53167 w 148867"/>
              <a:gd name="csY47" fmla="*/ 83292 h 145314"/>
              <a:gd name="csX48" fmla="*/ 53167 w 148867"/>
              <a:gd name="csY48" fmla="*/ 40764 h 145314"/>
              <a:gd name="csX49" fmla="*/ 28634 w 148867"/>
              <a:gd name="csY49" fmla="*/ 3969 h 145314"/>
              <a:gd name="csX50" fmla="*/ 26575 w 148867"/>
              <a:gd name="csY50" fmla="*/ 3561 h 145314"/>
              <a:gd name="csX51" fmla="*/ 31900 w 148867"/>
              <a:gd name="csY51" fmla="*/ 88617 h 145314"/>
              <a:gd name="csX52" fmla="*/ 21267 w 148867"/>
              <a:gd name="csY52" fmla="*/ 88617 h 145314"/>
              <a:gd name="csX53" fmla="*/ 21267 w 148867"/>
              <a:gd name="csY53" fmla="*/ 101052 h 145314"/>
              <a:gd name="csX54" fmla="*/ 17728 w 148867"/>
              <a:gd name="csY54" fmla="*/ 108111 h 145314"/>
              <a:gd name="csX55" fmla="*/ 17728 w 148867"/>
              <a:gd name="csY55" fmla="*/ 136452 h 145314"/>
              <a:gd name="csX56" fmla="*/ 26575 w 148867"/>
              <a:gd name="csY56" fmla="*/ 145315 h 145314"/>
              <a:gd name="csX57" fmla="*/ 35439 w 148867"/>
              <a:gd name="csY57" fmla="*/ 136452 h 145314"/>
              <a:gd name="csX58" fmla="*/ 35439 w 148867"/>
              <a:gd name="csY58" fmla="*/ 108111 h 145314"/>
              <a:gd name="csX59" fmla="*/ 31900 w 148867"/>
              <a:gd name="csY59" fmla="*/ 101052 h 145314"/>
              <a:gd name="csX60" fmla="*/ 31900 w 148867"/>
              <a:gd name="csY60" fmla="*/ 88617 h 145314"/>
            </a:gdLst>
            <a:ahLst/>
            <a:cxnLst/>
            <a:rect l="l" t="t" r="r" b="b"/>
            <a:pathLst>
              <a:path w="100000" h="100000">
                <a:moveTo>
                  <a:pt x="72674" y="1197"/>
                </a:moveTo>
                <a:cubicBezTo>
                  <a:pt x="65714" y="1072"/>
                  <a:pt x="59806" y="3997"/>
                  <a:pt x="56537" y="8945"/>
                </a:cubicBezTo>
                <a:cubicBezTo>
                  <a:pt x="50526" y="10682"/>
                  <a:pt x="45234" y="16189"/>
                  <a:pt x="45234" y="25011"/>
                </a:cubicBezTo>
                <a:lnTo>
                  <a:pt x="45234" y="48814"/>
                </a:lnTo>
                <a:lnTo>
                  <a:pt x="40480" y="48814"/>
                </a:lnTo>
                <a:lnTo>
                  <a:pt x="40480" y="57144"/>
                </a:lnTo>
                <a:cubicBezTo>
                  <a:pt x="40480" y="61738"/>
                  <a:pt x="36743" y="65474"/>
                  <a:pt x="32137" y="65474"/>
                </a:cubicBezTo>
                <a:lnTo>
                  <a:pt x="26195" y="65474"/>
                </a:lnTo>
                <a:lnTo>
                  <a:pt x="26195" y="67097"/>
                </a:lnTo>
                <a:cubicBezTo>
                  <a:pt x="27726" y="68983"/>
                  <a:pt x="28572" y="71325"/>
                  <a:pt x="28572" y="73816"/>
                </a:cubicBezTo>
                <a:lnTo>
                  <a:pt x="28572" y="92854"/>
                </a:lnTo>
                <a:cubicBezTo>
                  <a:pt x="28572" y="95059"/>
                  <a:pt x="27897" y="97104"/>
                  <a:pt x="26754" y="98807"/>
                </a:cubicBezTo>
                <a:lnTo>
                  <a:pt x="61714" y="98807"/>
                </a:lnTo>
                <a:cubicBezTo>
                  <a:pt x="68400" y="98807"/>
                  <a:pt x="74000" y="93802"/>
                  <a:pt x="74731" y="87163"/>
                </a:cubicBezTo>
                <a:lnTo>
                  <a:pt x="78195" y="55956"/>
                </a:lnTo>
                <a:lnTo>
                  <a:pt x="79760" y="55956"/>
                </a:lnTo>
                <a:cubicBezTo>
                  <a:pt x="81737" y="55956"/>
                  <a:pt x="83337" y="54356"/>
                  <a:pt x="83337" y="52391"/>
                </a:cubicBezTo>
                <a:cubicBezTo>
                  <a:pt x="83337" y="50414"/>
                  <a:pt x="81737" y="48814"/>
                  <a:pt x="79760" y="48814"/>
                </a:cubicBezTo>
                <a:lnTo>
                  <a:pt x="52378" y="48814"/>
                </a:lnTo>
                <a:lnTo>
                  <a:pt x="52378" y="42860"/>
                </a:lnTo>
                <a:lnTo>
                  <a:pt x="52378" y="25011"/>
                </a:lnTo>
                <a:cubicBezTo>
                  <a:pt x="52378" y="18761"/>
                  <a:pt x="56571" y="15481"/>
                  <a:pt x="60709" y="15481"/>
                </a:cubicBezTo>
                <a:cubicBezTo>
                  <a:pt x="69669" y="15481"/>
                  <a:pt x="77200" y="20440"/>
                  <a:pt x="77509" y="20646"/>
                </a:cubicBezTo>
                <a:cubicBezTo>
                  <a:pt x="78606" y="21377"/>
                  <a:pt x="78903" y="22852"/>
                  <a:pt x="78172" y="23949"/>
                </a:cubicBezTo>
                <a:cubicBezTo>
                  <a:pt x="77440" y="25034"/>
                  <a:pt x="75977" y="25331"/>
                  <a:pt x="74869" y="24612"/>
                </a:cubicBezTo>
                <a:cubicBezTo>
                  <a:pt x="74800" y="24565"/>
                  <a:pt x="68194" y="20246"/>
                  <a:pt x="60709" y="20246"/>
                </a:cubicBezTo>
                <a:cubicBezTo>
                  <a:pt x="59063" y="20246"/>
                  <a:pt x="57143" y="21492"/>
                  <a:pt x="57143" y="25011"/>
                </a:cubicBezTo>
                <a:lnTo>
                  <a:pt x="57143" y="27399"/>
                </a:lnTo>
                <a:cubicBezTo>
                  <a:pt x="57143" y="31593"/>
                  <a:pt x="59555" y="35455"/>
                  <a:pt x="63291" y="37261"/>
                </a:cubicBezTo>
                <a:cubicBezTo>
                  <a:pt x="66069" y="38609"/>
                  <a:pt x="69211" y="39295"/>
                  <a:pt x="72617" y="39295"/>
                </a:cubicBezTo>
                <a:cubicBezTo>
                  <a:pt x="77155" y="39295"/>
                  <a:pt x="80537" y="37695"/>
                  <a:pt x="83269" y="36404"/>
                </a:cubicBezTo>
                <a:cubicBezTo>
                  <a:pt x="85486" y="35353"/>
                  <a:pt x="87246" y="34530"/>
                  <a:pt x="89280" y="34530"/>
                </a:cubicBezTo>
                <a:cubicBezTo>
                  <a:pt x="91292" y="34530"/>
                  <a:pt x="93703" y="35822"/>
                  <a:pt x="94446" y="36313"/>
                </a:cubicBezTo>
                <a:cubicBezTo>
                  <a:pt x="95543" y="37044"/>
                  <a:pt x="96960" y="37113"/>
                  <a:pt x="98114" y="36484"/>
                </a:cubicBezTo>
                <a:cubicBezTo>
                  <a:pt x="99269" y="35867"/>
                  <a:pt x="100000" y="34655"/>
                  <a:pt x="100000" y="33342"/>
                </a:cubicBezTo>
                <a:cubicBezTo>
                  <a:pt x="100000" y="12761"/>
                  <a:pt x="85920" y="1426"/>
                  <a:pt x="72674" y="1197"/>
                </a:cubicBezTo>
                <a:close/>
                <a:moveTo>
                  <a:pt x="17852" y="3585"/>
                </a:moveTo>
                <a:cubicBezTo>
                  <a:pt x="17394" y="3585"/>
                  <a:pt x="16926" y="3677"/>
                  <a:pt x="16480" y="3859"/>
                </a:cubicBezTo>
                <a:cubicBezTo>
                  <a:pt x="15817" y="4134"/>
                  <a:pt x="0" y="10921"/>
                  <a:pt x="0" y="28576"/>
                </a:cubicBezTo>
                <a:lnTo>
                  <a:pt x="0" y="57144"/>
                </a:lnTo>
                <a:cubicBezTo>
                  <a:pt x="0" y="59121"/>
                  <a:pt x="1600" y="60721"/>
                  <a:pt x="3566" y="60721"/>
                </a:cubicBezTo>
                <a:lnTo>
                  <a:pt x="14286" y="60721"/>
                </a:lnTo>
                <a:lnTo>
                  <a:pt x="14286" y="46437"/>
                </a:lnTo>
                <a:cubicBezTo>
                  <a:pt x="14286" y="44460"/>
                  <a:pt x="15885" y="42860"/>
                  <a:pt x="17852" y="42860"/>
                </a:cubicBezTo>
                <a:cubicBezTo>
                  <a:pt x="19828" y="42860"/>
                  <a:pt x="21429" y="44460"/>
                  <a:pt x="21429" y="46437"/>
                </a:cubicBezTo>
                <a:lnTo>
                  <a:pt x="21429" y="60721"/>
                </a:lnTo>
                <a:lnTo>
                  <a:pt x="32137" y="60721"/>
                </a:lnTo>
                <a:cubicBezTo>
                  <a:pt x="34114" y="60721"/>
                  <a:pt x="35714" y="59121"/>
                  <a:pt x="35714" y="57144"/>
                </a:cubicBezTo>
                <a:lnTo>
                  <a:pt x="35714" y="28576"/>
                </a:lnTo>
                <a:cubicBezTo>
                  <a:pt x="35714" y="10921"/>
                  <a:pt x="19897" y="4134"/>
                  <a:pt x="19235" y="3859"/>
                </a:cubicBezTo>
                <a:cubicBezTo>
                  <a:pt x="18789" y="3677"/>
                  <a:pt x="18320" y="3585"/>
                  <a:pt x="17852" y="3585"/>
                </a:cubicBezTo>
                <a:close/>
                <a:moveTo>
                  <a:pt x="21429" y="60721"/>
                </a:moveTo>
                <a:lnTo>
                  <a:pt x="14286" y="60721"/>
                </a:lnTo>
                <a:lnTo>
                  <a:pt x="14286" y="69074"/>
                </a:lnTo>
                <a:cubicBezTo>
                  <a:pt x="12846" y="70160"/>
                  <a:pt x="11909" y="71873"/>
                  <a:pt x="11909" y="73816"/>
                </a:cubicBezTo>
                <a:lnTo>
                  <a:pt x="11909" y="92854"/>
                </a:lnTo>
                <a:cubicBezTo>
                  <a:pt x="11909" y="96145"/>
                  <a:pt x="14571" y="98807"/>
                  <a:pt x="17852" y="98807"/>
                </a:cubicBezTo>
                <a:cubicBezTo>
                  <a:pt x="21143" y="98807"/>
                  <a:pt x="23806" y="96145"/>
                  <a:pt x="23806" y="92854"/>
                </a:cubicBezTo>
                <a:lnTo>
                  <a:pt x="23806" y="73816"/>
                </a:lnTo>
                <a:cubicBezTo>
                  <a:pt x="23806" y="71873"/>
                  <a:pt x="22869" y="70171"/>
                  <a:pt x="21429" y="69074"/>
                </a:cubicBezTo>
                <a:lnTo>
                  <a:pt x="21429" y="6072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6" name="Красный — SVG 9">
            <a:extLst>
              <a:ext uri="{FF2B5EF4-FFF2-40B4-BE49-F238E27FC236}">
                <a16:creationId xmlns:a16="http://schemas.microsoft.com/office/drawing/2014/main" id="{ABBABDBC-4B3E-8943-8EA4-36151457F5C1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59002 w 134695"/>
              <a:gd name="csY0" fmla="*/ 13 h 141766"/>
              <a:gd name="csX1" fmla="*/ 56178 w 134695"/>
              <a:gd name="csY1" fmla="*/ 1833 h 141766"/>
              <a:gd name="csX2" fmla="*/ 49628 w 134695"/>
              <a:gd name="csY2" fmla="*/ 24628 h 141766"/>
              <a:gd name="csX3" fmla="*/ 50887 w 134695"/>
              <a:gd name="csY3" fmla="*/ 33508 h 141766"/>
              <a:gd name="csX4" fmla="*/ 61095 w 134695"/>
              <a:gd name="csY4" fmla="*/ 44361 h 141766"/>
              <a:gd name="csX5" fmla="*/ 69075 w 134695"/>
              <a:gd name="csY5" fmla="*/ 46079 h 141766"/>
              <a:gd name="csX6" fmla="*/ 72987 w 134695"/>
              <a:gd name="csY6" fmla="*/ 45636 h 141766"/>
              <a:gd name="csX7" fmla="*/ 73107 w 134695"/>
              <a:gd name="csY7" fmla="*/ 45841 h 141766"/>
              <a:gd name="csX8" fmla="*/ 77139 w 134695"/>
              <a:gd name="csY8" fmla="*/ 54754 h 141766"/>
              <a:gd name="csX9" fmla="*/ 81392 w 134695"/>
              <a:gd name="csY9" fmla="*/ 77975 h 141766"/>
              <a:gd name="csX10" fmla="*/ 38808 w 134695"/>
              <a:gd name="csY10" fmla="*/ 77975 h 141766"/>
              <a:gd name="csX11" fmla="*/ 33738 w 134695"/>
              <a:gd name="csY11" fmla="*/ 58633 h 141766"/>
              <a:gd name="csX12" fmla="*/ 37583 w 134695"/>
              <a:gd name="csY12" fmla="*/ 53104 h 141766"/>
              <a:gd name="csX13" fmla="*/ 37821 w 134695"/>
              <a:gd name="csY13" fmla="*/ 39717 h 141766"/>
              <a:gd name="csX14" fmla="*/ 13423 w 134695"/>
              <a:gd name="csY14" fmla="*/ 21413 h 141766"/>
              <a:gd name="csX15" fmla="*/ 9238 w 134695"/>
              <a:gd name="csY15" fmla="*/ 23216 h 141766"/>
              <a:gd name="csX16" fmla="*/ 3539 w 134695"/>
              <a:gd name="csY16" fmla="*/ 44293 h 141766"/>
              <a:gd name="csX17" fmla="*/ 4696 w 134695"/>
              <a:gd name="csY17" fmla="*/ 52356 h 141766"/>
              <a:gd name="csX18" fmla="*/ 14002 w 134695"/>
              <a:gd name="csY18" fmla="*/ 62222 h 141766"/>
              <a:gd name="csX19" fmla="*/ 21267 w 134695"/>
              <a:gd name="csY19" fmla="*/ 63804 h 141766"/>
              <a:gd name="csX20" fmla="*/ 25520 w 134695"/>
              <a:gd name="csY20" fmla="*/ 63209 h 141766"/>
              <a:gd name="csX21" fmla="*/ 24516 w 134695"/>
              <a:gd name="csY21" fmla="*/ 63940 h 141766"/>
              <a:gd name="csX22" fmla="*/ 28157 w 134695"/>
              <a:gd name="csY22" fmla="*/ 77975 h 141766"/>
              <a:gd name="csX23" fmla="*/ 5308 w 134695"/>
              <a:gd name="csY23" fmla="*/ 77975 h 141766"/>
              <a:gd name="csX24" fmla="*/ 0 w 134695"/>
              <a:gd name="csY24" fmla="*/ 83282 h 141766"/>
              <a:gd name="csX25" fmla="*/ 0 w 134695"/>
              <a:gd name="csY25" fmla="*/ 106315 h 141766"/>
              <a:gd name="csX26" fmla="*/ 14172 w 134695"/>
              <a:gd name="csY26" fmla="*/ 106315 h 141766"/>
              <a:gd name="csX27" fmla="*/ 17728 w 134695"/>
              <a:gd name="csY27" fmla="*/ 109870 h 141766"/>
              <a:gd name="csX28" fmla="*/ 14172 w 134695"/>
              <a:gd name="csY28" fmla="*/ 113409 h 141766"/>
              <a:gd name="csX29" fmla="*/ 0 w 134695"/>
              <a:gd name="csY29" fmla="*/ 113409 h 141766"/>
              <a:gd name="csX30" fmla="*/ 0 w 134695"/>
              <a:gd name="csY30" fmla="*/ 136442 h 141766"/>
              <a:gd name="csX31" fmla="*/ 5308 w 134695"/>
              <a:gd name="csY31" fmla="*/ 141766 h 141766"/>
              <a:gd name="csX32" fmla="*/ 129370 w 134695"/>
              <a:gd name="csY32" fmla="*/ 141766 h 141766"/>
              <a:gd name="csX33" fmla="*/ 134695 w 134695"/>
              <a:gd name="csY33" fmla="*/ 136442 h 141766"/>
              <a:gd name="csX34" fmla="*/ 134695 w 134695"/>
              <a:gd name="csY34" fmla="*/ 113409 h 141766"/>
              <a:gd name="csX35" fmla="*/ 120506 w 134695"/>
              <a:gd name="csY35" fmla="*/ 113409 h 141766"/>
              <a:gd name="csX36" fmla="*/ 116967 w 134695"/>
              <a:gd name="csY36" fmla="*/ 109870 h 141766"/>
              <a:gd name="csX37" fmla="*/ 120506 w 134695"/>
              <a:gd name="csY37" fmla="*/ 106315 h 141766"/>
              <a:gd name="csX38" fmla="*/ 134695 w 134695"/>
              <a:gd name="csY38" fmla="*/ 106315 h 141766"/>
              <a:gd name="csX39" fmla="*/ 134695 w 134695"/>
              <a:gd name="csY39" fmla="*/ 83282 h 141766"/>
              <a:gd name="csX40" fmla="*/ 129370 w 134695"/>
              <a:gd name="csY40" fmla="*/ 77975 h 141766"/>
              <a:gd name="csX41" fmla="*/ 92876 w 134695"/>
              <a:gd name="csY41" fmla="*/ 77975 h 141766"/>
              <a:gd name="csX42" fmla="*/ 93420 w 134695"/>
              <a:gd name="csY42" fmla="*/ 76103 h 141766"/>
              <a:gd name="csX43" fmla="*/ 105296 w 134695"/>
              <a:gd name="csY43" fmla="*/ 61202 h 141766"/>
              <a:gd name="csX44" fmla="*/ 113445 w 134695"/>
              <a:gd name="csY44" fmla="*/ 63787 h 141766"/>
              <a:gd name="csX45" fmla="*/ 120506 w 134695"/>
              <a:gd name="csY45" fmla="*/ 61899 h 141766"/>
              <a:gd name="csX46" fmla="*/ 123858 w 134695"/>
              <a:gd name="csY46" fmla="*/ 59212 h 141766"/>
              <a:gd name="csX47" fmla="*/ 131105 w 134695"/>
              <a:gd name="csY47" fmla="*/ 39461 h 141766"/>
              <a:gd name="csX48" fmla="*/ 130272 w 134695"/>
              <a:gd name="csY48" fmla="*/ 36655 h 141766"/>
              <a:gd name="csX49" fmla="*/ 127601 w 134695"/>
              <a:gd name="csY49" fmla="*/ 35447 h 141766"/>
              <a:gd name="csX50" fmla="*/ 113428 w 134695"/>
              <a:gd name="csY50" fmla="*/ 35447 h 141766"/>
              <a:gd name="csX51" fmla="*/ 113411 w 134695"/>
              <a:gd name="csY51" fmla="*/ 35447 h 141766"/>
              <a:gd name="csX52" fmla="*/ 106334 w 134695"/>
              <a:gd name="csY52" fmla="*/ 37335 h 141766"/>
              <a:gd name="csX53" fmla="*/ 99665 w 134695"/>
              <a:gd name="csY53" fmla="*/ 52713 h 141766"/>
              <a:gd name="csX54" fmla="*/ 99409 w 134695"/>
              <a:gd name="csY54" fmla="*/ 52339 h 141766"/>
              <a:gd name="csX55" fmla="*/ 89848 w 134695"/>
              <a:gd name="csY55" fmla="*/ 61185 h 141766"/>
              <a:gd name="csX56" fmla="*/ 87194 w 134695"/>
              <a:gd name="csY56" fmla="*/ 51284 h 141766"/>
              <a:gd name="csX57" fmla="*/ 82430 w 134695"/>
              <a:gd name="csY57" fmla="*/ 40771 h 141766"/>
              <a:gd name="csX58" fmla="*/ 86989 w 134695"/>
              <a:gd name="csY58" fmla="*/ 34341 h 141766"/>
              <a:gd name="csX59" fmla="*/ 87245 w 134695"/>
              <a:gd name="csY59" fmla="*/ 19644 h 141766"/>
              <a:gd name="csX60" fmla="*/ 60177 w 134695"/>
              <a:gd name="csY60" fmla="*/ 115 h 141766"/>
              <a:gd name="csX61" fmla="*/ 59002 w 134695"/>
              <a:gd name="csY61" fmla="*/ 13 h 141766"/>
              <a:gd name="csX62" fmla="*/ 14172 w 134695"/>
              <a:gd name="csY62" fmla="*/ 88607 h 141766"/>
              <a:gd name="csX63" fmla="*/ 35439 w 134695"/>
              <a:gd name="csY63" fmla="*/ 88607 h 141766"/>
              <a:gd name="csX64" fmla="*/ 38995 w 134695"/>
              <a:gd name="csY64" fmla="*/ 92145 h 141766"/>
              <a:gd name="csX65" fmla="*/ 35439 w 134695"/>
              <a:gd name="csY65" fmla="*/ 95683 h 141766"/>
              <a:gd name="csX66" fmla="*/ 14172 w 134695"/>
              <a:gd name="csY66" fmla="*/ 95683 h 141766"/>
              <a:gd name="csX67" fmla="*/ 10633 w 134695"/>
              <a:gd name="csY67" fmla="*/ 92145 h 141766"/>
              <a:gd name="csX68" fmla="*/ 14172 w 134695"/>
              <a:gd name="csY68" fmla="*/ 88607 h 141766"/>
              <a:gd name="csX69" fmla="*/ 56706 w 134695"/>
              <a:gd name="csY69" fmla="*/ 88607 h 141766"/>
              <a:gd name="csX70" fmla="*/ 77973 w 134695"/>
              <a:gd name="csY70" fmla="*/ 88607 h 141766"/>
              <a:gd name="csX71" fmla="*/ 81528 w 134695"/>
              <a:gd name="csY71" fmla="*/ 92145 h 141766"/>
              <a:gd name="csX72" fmla="*/ 77973 w 134695"/>
              <a:gd name="csY72" fmla="*/ 95683 h 141766"/>
              <a:gd name="csX73" fmla="*/ 56706 w 134695"/>
              <a:gd name="csY73" fmla="*/ 95683 h 141766"/>
              <a:gd name="csX74" fmla="*/ 53167 w 134695"/>
              <a:gd name="csY74" fmla="*/ 92145 h 141766"/>
              <a:gd name="csX75" fmla="*/ 56706 w 134695"/>
              <a:gd name="csY75" fmla="*/ 88607 h 141766"/>
              <a:gd name="csX76" fmla="*/ 99239 w 134695"/>
              <a:gd name="csY76" fmla="*/ 88607 h 141766"/>
              <a:gd name="csX77" fmla="*/ 120506 w 134695"/>
              <a:gd name="csY77" fmla="*/ 88607 h 141766"/>
              <a:gd name="csX78" fmla="*/ 124062 w 134695"/>
              <a:gd name="csY78" fmla="*/ 92145 h 141766"/>
              <a:gd name="csX79" fmla="*/ 120506 w 134695"/>
              <a:gd name="csY79" fmla="*/ 95683 h 141766"/>
              <a:gd name="csX80" fmla="*/ 99239 w 134695"/>
              <a:gd name="csY80" fmla="*/ 95683 h 141766"/>
              <a:gd name="csX81" fmla="*/ 95700 w 134695"/>
              <a:gd name="csY81" fmla="*/ 92145 h 141766"/>
              <a:gd name="csX82" fmla="*/ 99239 w 134695"/>
              <a:gd name="csY82" fmla="*/ 88607 h 141766"/>
              <a:gd name="csX83" fmla="*/ 35439 w 134695"/>
              <a:gd name="csY83" fmla="*/ 106315 h 141766"/>
              <a:gd name="csX84" fmla="*/ 56706 w 134695"/>
              <a:gd name="csY84" fmla="*/ 106315 h 141766"/>
              <a:gd name="csX85" fmla="*/ 60261 w 134695"/>
              <a:gd name="csY85" fmla="*/ 109870 h 141766"/>
              <a:gd name="csX86" fmla="*/ 56706 w 134695"/>
              <a:gd name="csY86" fmla="*/ 113409 h 141766"/>
              <a:gd name="csX87" fmla="*/ 35439 w 134695"/>
              <a:gd name="csY87" fmla="*/ 113409 h 141766"/>
              <a:gd name="csX88" fmla="*/ 31900 w 134695"/>
              <a:gd name="csY88" fmla="*/ 109870 h 141766"/>
              <a:gd name="csX89" fmla="*/ 35439 w 134695"/>
              <a:gd name="csY89" fmla="*/ 106315 h 141766"/>
              <a:gd name="csX90" fmla="*/ 77973 w 134695"/>
              <a:gd name="csY90" fmla="*/ 106315 h 141766"/>
              <a:gd name="csX91" fmla="*/ 99239 w 134695"/>
              <a:gd name="csY91" fmla="*/ 106315 h 141766"/>
              <a:gd name="csX92" fmla="*/ 102795 w 134695"/>
              <a:gd name="csY92" fmla="*/ 109870 h 141766"/>
              <a:gd name="csX93" fmla="*/ 99239 w 134695"/>
              <a:gd name="csY93" fmla="*/ 113409 h 141766"/>
              <a:gd name="csX94" fmla="*/ 77973 w 134695"/>
              <a:gd name="csY94" fmla="*/ 113409 h 141766"/>
              <a:gd name="csX95" fmla="*/ 74434 w 134695"/>
              <a:gd name="csY95" fmla="*/ 109870 h 141766"/>
              <a:gd name="csX96" fmla="*/ 77973 w 134695"/>
              <a:gd name="csY96" fmla="*/ 106315 h 141766"/>
              <a:gd name="csX97" fmla="*/ 14172 w 134695"/>
              <a:gd name="csY97" fmla="*/ 124041 h 141766"/>
              <a:gd name="csX98" fmla="*/ 35439 w 134695"/>
              <a:gd name="csY98" fmla="*/ 124041 h 141766"/>
              <a:gd name="csX99" fmla="*/ 38995 w 134695"/>
              <a:gd name="csY99" fmla="*/ 127579 h 141766"/>
              <a:gd name="csX100" fmla="*/ 35439 w 134695"/>
              <a:gd name="csY100" fmla="*/ 131134 h 141766"/>
              <a:gd name="csX101" fmla="*/ 14172 w 134695"/>
              <a:gd name="csY101" fmla="*/ 131134 h 141766"/>
              <a:gd name="csX102" fmla="*/ 10633 w 134695"/>
              <a:gd name="csY102" fmla="*/ 127579 h 141766"/>
              <a:gd name="csX103" fmla="*/ 14172 w 134695"/>
              <a:gd name="csY103" fmla="*/ 124041 h 141766"/>
              <a:gd name="csX104" fmla="*/ 56706 w 134695"/>
              <a:gd name="csY104" fmla="*/ 124041 h 141766"/>
              <a:gd name="csX105" fmla="*/ 77973 w 134695"/>
              <a:gd name="csY105" fmla="*/ 124041 h 141766"/>
              <a:gd name="csX106" fmla="*/ 81528 w 134695"/>
              <a:gd name="csY106" fmla="*/ 127579 h 141766"/>
              <a:gd name="csX107" fmla="*/ 77973 w 134695"/>
              <a:gd name="csY107" fmla="*/ 131134 h 141766"/>
              <a:gd name="csX108" fmla="*/ 56706 w 134695"/>
              <a:gd name="csY108" fmla="*/ 131134 h 141766"/>
              <a:gd name="csX109" fmla="*/ 53167 w 134695"/>
              <a:gd name="csY109" fmla="*/ 127579 h 141766"/>
              <a:gd name="csX110" fmla="*/ 56706 w 134695"/>
              <a:gd name="csY110" fmla="*/ 124041 h 141766"/>
              <a:gd name="csX111" fmla="*/ 99239 w 134695"/>
              <a:gd name="csY111" fmla="*/ 124041 h 141766"/>
              <a:gd name="csX112" fmla="*/ 120506 w 134695"/>
              <a:gd name="csY112" fmla="*/ 124041 h 141766"/>
              <a:gd name="csX113" fmla="*/ 124062 w 134695"/>
              <a:gd name="csY113" fmla="*/ 127579 h 141766"/>
              <a:gd name="csX114" fmla="*/ 120506 w 134695"/>
              <a:gd name="csY114" fmla="*/ 131134 h 141766"/>
              <a:gd name="csX115" fmla="*/ 99239 w 134695"/>
              <a:gd name="csY115" fmla="*/ 131134 h 141766"/>
              <a:gd name="csX116" fmla="*/ 95700 w 134695"/>
              <a:gd name="csY116" fmla="*/ 127579 h 141766"/>
              <a:gd name="csX117" fmla="*/ 99239 w 134695"/>
              <a:gd name="csY117" fmla="*/ 124041 h 141766"/>
            </a:gdLst>
            <a:ahLst/>
            <a:cxnLst/>
            <a:rect l="l" t="t" r="r" b="b"/>
            <a:pathLst>
              <a:path w="100000" h="100000">
                <a:moveTo>
                  <a:pt x="44113" y="9"/>
                </a:moveTo>
                <a:cubicBezTo>
                  <a:pt x="43286" y="69"/>
                  <a:pt x="42530" y="537"/>
                  <a:pt x="42121" y="1293"/>
                </a:cubicBezTo>
                <a:cubicBezTo>
                  <a:pt x="41929" y="1641"/>
                  <a:pt x="37501" y="9801"/>
                  <a:pt x="37501" y="17372"/>
                </a:cubicBezTo>
                <a:cubicBezTo>
                  <a:pt x="37501" y="18872"/>
                  <a:pt x="37741" y="21920"/>
                  <a:pt x="38389" y="23636"/>
                </a:cubicBezTo>
                <a:cubicBezTo>
                  <a:pt x="39685" y="27068"/>
                  <a:pt x="42242" y="29779"/>
                  <a:pt x="45590" y="31292"/>
                </a:cubicBezTo>
                <a:cubicBezTo>
                  <a:pt x="47390" y="32095"/>
                  <a:pt x="49298" y="32504"/>
                  <a:pt x="51219" y="32504"/>
                </a:cubicBezTo>
                <a:cubicBezTo>
                  <a:pt x="52143" y="32504"/>
                  <a:pt x="53054" y="32384"/>
                  <a:pt x="53978" y="32191"/>
                </a:cubicBezTo>
                <a:cubicBezTo>
                  <a:pt x="54002" y="32240"/>
                  <a:pt x="54039" y="32288"/>
                  <a:pt x="54063" y="32336"/>
                </a:cubicBezTo>
                <a:cubicBezTo>
                  <a:pt x="54063" y="32336"/>
                  <a:pt x="55382" y="34207"/>
                  <a:pt x="56907" y="38623"/>
                </a:cubicBezTo>
                <a:cubicBezTo>
                  <a:pt x="58215" y="42391"/>
                  <a:pt x="59547" y="47863"/>
                  <a:pt x="59907" y="55003"/>
                </a:cubicBezTo>
                <a:lnTo>
                  <a:pt x="29869" y="55003"/>
                </a:lnTo>
                <a:cubicBezTo>
                  <a:pt x="29400" y="47551"/>
                  <a:pt x="27576" y="43387"/>
                  <a:pt x="26292" y="41359"/>
                </a:cubicBezTo>
                <a:cubicBezTo>
                  <a:pt x="27420" y="40243"/>
                  <a:pt x="28356" y="38923"/>
                  <a:pt x="29004" y="37459"/>
                </a:cubicBezTo>
                <a:cubicBezTo>
                  <a:pt x="30336" y="34424"/>
                  <a:pt x="30396" y="31064"/>
                  <a:pt x="29172" y="28016"/>
                </a:cubicBezTo>
                <a:cubicBezTo>
                  <a:pt x="25656" y="19292"/>
                  <a:pt x="12515" y="15272"/>
                  <a:pt x="11962" y="15104"/>
                </a:cubicBezTo>
                <a:cubicBezTo>
                  <a:pt x="10798" y="14756"/>
                  <a:pt x="9551" y="15296"/>
                  <a:pt x="9010" y="16376"/>
                </a:cubicBezTo>
                <a:cubicBezTo>
                  <a:pt x="8842" y="16712"/>
                  <a:pt x="4990" y="24488"/>
                  <a:pt x="4990" y="31244"/>
                </a:cubicBezTo>
                <a:cubicBezTo>
                  <a:pt x="4990" y="32228"/>
                  <a:pt x="5146" y="35167"/>
                  <a:pt x="5806" y="36931"/>
                </a:cubicBezTo>
                <a:cubicBezTo>
                  <a:pt x="6994" y="40051"/>
                  <a:pt x="9323" y="42523"/>
                  <a:pt x="12371" y="43891"/>
                </a:cubicBezTo>
                <a:cubicBezTo>
                  <a:pt x="14003" y="44635"/>
                  <a:pt x="15743" y="45007"/>
                  <a:pt x="17495" y="45007"/>
                </a:cubicBezTo>
                <a:cubicBezTo>
                  <a:pt x="18503" y="45007"/>
                  <a:pt x="19499" y="44827"/>
                  <a:pt x="20495" y="44587"/>
                </a:cubicBezTo>
                <a:lnTo>
                  <a:pt x="19787" y="45102"/>
                </a:lnTo>
                <a:cubicBezTo>
                  <a:pt x="20112" y="45547"/>
                  <a:pt x="21851" y="48198"/>
                  <a:pt x="22356" y="55003"/>
                </a:cubicBezTo>
                <a:lnTo>
                  <a:pt x="6238" y="55003"/>
                </a:lnTo>
                <a:cubicBezTo>
                  <a:pt x="4174" y="55003"/>
                  <a:pt x="2494" y="56682"/>
                  <a:pt x="2494" y="58746"/>
                </a:cubicBezTo>
                <a:lnTo>
                  <a:pt x="2494" y="74993"/>
                </a:lnTo>
                <a:lnTo>
                  <a:pt x="12491" y="74993"/>
                </a:lnTo>
                <a:cubicBezTo>
                  <a:pt x="13871" y="74993"/>
                  <a:pt x="14999" y="76121"/>
                  <a:pt x="14999" y="77501"/>
                </a:cubicBezTo>
                <a:cubicBezTo>
                  <a:pt x="14999" y="78881"/>
                  <a:pt x="13871" y="79997"/>
                  <a:pt x="12491" y="79997"/>
                </a:cubicBezTo>
                <a:lnTo>
                  <a:pt x="2494" y="79997"/>
                </a:lnTo>
                <a:lnTo>
                  <a:pt x="2494" y="96245"/>
                </a:lnTo>
                <a:cubicBezTo>
                  <a:pt x="2494" y="98320"/>
                  <a:pt x="4174" y="100000"/>
                  <a:pt x="6238" y="100000"/>
                </a:cubicBezTo>
                <a:lnTo>
                  <a:pt x="93750" y="100000"/>
                </a:lnTo>
                <a:cubicBezTo>
                  <a:pt x="95826" y="100000"/>
                  <a:pt x="97506" y="98320"/>
                  <a:pt x="97506" y="96245"/>
                </a:cubicBezTo>
                <a:lnTo>
                  <a:pt x="97506" y="79997"/>
                </a:lnTo>
                <a:lnTo>
                  <a:pt x="87497" y="79997"/>
                </a:lnTo>
                <a:cubicBezTo>
                  <a:pt x="86117" y="79997"/>
                  <a:pt x="85001" y="78881"/>
                  <a:pt x="85001" y="77501"/>
                </a:cubicBezTo>
                <a:cubicBezTo>
                  <a:pt x="85001" y="76121"/>
                  <a:pt x="86117" y="74993"/>
                  <a:pt x="87497" y="74993"/>
                </a:cubicBezTo>
                <a:lnTo>
                  <a:pt x="97506" y="74993"/>
                </a:lnTo>
                <a:lnTo>
                  <a:pt x="97506" y="58746"/>
                </a:lnTo>
                <a:cubicBezTo>
                  <a:pt x="97506" y="56682"/>
                  <a:pt x="95826" y="55003"/>
                  <a:pt x="93750" y="55003"/>
                </a:cubicBezTo>
                <a:lnTo>
                  <a:pt x="68007" y="55003"/>
                </a:lnTo>
                <a:cubicBezTo>
                  <a:pt x="68115" y="54570"/>
                  <a:pt x="68211" y="54174"/>
                  <a:pt x="68391" y="53682"/>
                </a:cubicBezTo>
                <a:cubicBezTo>
                  <a:pt x="69436" y="50683"/>
                  <a:pt x="71644" y="46783"/>
                  <a:pt x="76768" y="43171"/>
                </a:cubicBezTo>
                <a:cubicBezTo>
                  <a:pt x="78461" y="44347"/>
                  <a:pt x="80465" y="44995"/>
                  <a:pt x="82517" y="44995"/>
                </a:cubicBezTo>
                <a:cubicBezTo>
                  <a:pt x="84221" y="44995"/>
                  <a:pt x="85925" y="44563"/>
                  <a:pt x="87497" y="43663"/>
                </a:cubicBezTo>
                <a:cubicBezTo>
                  <a:pt x="88481" y="43099"/>
                  <a:pt x="89250" y="42379"/>
                  <a:pt x="89862" y="41767"/>
                </a:cubicBezTo>
                <a:cubicBezTo>
                  <a:pt x="93498" y="38131"/>
                  <a:pt x="94842" y="28879"/>
                  <a:pt x="94974" y="27835"/>
                </a:cubicBezTo>
                <a:cubicBezTo>
                  <a:pt x="95070" y="27116"/>
                  <a:pt x="94854" y="26396"/>
                  <a:pt x="94386" y="25856"/>
                </a:cubicBezTo>
                <a:cubicBezTo>
                  <a:pt x="93906" y="25316"/>
                  <a:pt x="93222" y="25004"/>
                  <a:pt x="92502" y="25004"/>
                </a:cubicBezTo>
                <a:lnTo>
                  <a:pt x="82505" y="25004"/>
                </a:lnTo>
                <a:lnTo>
                  <a:pt x="82493" y="25004"/>
                </a:lnTo>
                <a:cubicBezTo>
                  <a:pt x="80740" y="25004"/>
                  <a:pt x="79025" y="25460"/>
                  <a:pt x="77501" y="26336"/>
                </a:cubicBezTo>
                <a:cubicBezTo>
                  <a:pt x="73624" y="28579"/>
                  <a:pt x="71860" y="33031"/>
                  <a:pt x="72796" y="37183"/>
                </a:cubicBezTo>
                <a:lnTo>
                  <a:pt x="72616" y="36919"/>
                </a:lnTo>
                <a:cubicBezTo>
                  <a:pt x="69784" y="38887"/>
                  <a:pt x="67600" y="41023"/>
                  <a:pt x="65872" y="43159"/>
                </a:cubicBezTo>
                <a:cubicBezTo>
                  <a:pt x="65307" y="40531"/>
                  <a:pt x="64672" y="38119"/>
                  <a:pt x="63999" y="36175"/>
                </a:cubicBezTo>
                <a:cubicBezTo>
                  <a:pt x="62499" y="31843"/>
                  <a:pt x="61107" y="29516"/>
                  <a:pt x="60639" y="28759"/>
                </a:cubicBezTo>
                <a:cubicBezTo>
                  <a:pt x="61995" y="27488"/>
                  <a:pt x="63099" y="25940"/>
                  <a:pt x="63855" y="24224"/>
                </a:cubicBezTo>
                <a:cubicBezTo>
                  <a:pt x="65319" y="20888"/>
                  <a:pt x="65379" y="17204"/>
                  <a:pt x="64035" y="13857"/>
                </a:cubicBezTo>
                <a:cubicBezTo>
                  <a:pt x="60135" y="4161"/>
                  <a:pt x="45566" y="237"/>
                  <a:pt x="44942" y="81"/>
                </a:cubicBezTo>
                <a:cubicBezTo>
                  <a:pt x="44666" y="9"/>
                  <a:pt x="44378" y="-15"/>
                  <a:pt x="44113" y="9"/>
                </a:cubicBezTo>
                <a:close/>
                <a:moveTo>
                  <a:pt x="12491" y="62502"/>
                </a:moveTo>
                <a:lnTo>
                  <a:pt x="27492" y="62502"/>
                </a:lnTo>
                <a:cubicBezTo>
                  <a:pt x="28872" y="62502"/>
                  <a:pt x="30000" y="63618"/>
                  <a:pt x="30000" y="64998"/>
                </a:cubicBezTo>
                <a:cubicBezTo>
                  <a:pt x="30000" y="66378"/>
                  <a:pt x="28872" y="67494"/>
                  <a:pt x="27492" y="67494"/>
                </a:cubicBezTo>
                <a:lnTo>
                  <a:pt x="12491" y="67494"/>
                </a:lnTo>
                <a:cubicBezTo>
                  <a:pt x="11111" y="67494"/>
                  <a:pt x="9994" y="66378"/>
                  <a:pt x="9994" y="64998"/>
                </a:cubicBezTo>
                <a:cubicBezTo>
                  <a:pt x="9994" y="63618"/>
                  <a:pt x="11111" y="62502"/>
                  <a:pt x="12491" y="62502"/>
                </a:cubicBezTo>
                <a:close/>
                <a:moveTo>
                  <a:pt x="42494" y="62502"/>
                </a:moveTo>
                <a:lnTo>
                  <a:pt x="57495" y="62502"/>
                </a:lnTo>
                <a:cubicBezTo>
                  <a:pt x="58875" y="62502"/>
                  <a:pt x="60003" y="63618"/>
                  <a:pt x="60003" y="64998"/>
                </a:cubicBezTo>
                <a:cubicBezTo>
                  <a:pt x="60003" y="66378"/>
                  <a:pt x="58875" y="67494"/>
                  <a:pt x="57495" y="67494"/>
                </a:cubicBezTo>
                <a:lnTo>
                  <a:pt x="42494" y="67494"/>
                </a:lnTo>
                <a:cubicBezTo>
                  <a:pt x="41113" y="67494"/>
                  <a:pt x="39997" y="66378"/>
                  <a:pt x="39997" y="64998"/>
                </a:cubicBezTo>
                <a:cubicBezTo>
                  <a:pt x="39997" y="63618"/>
                  <a:pt x="41113" y="62502"/>
                  <a:pt x="42494" y="62502"/>
                </a:cubicBezTo>
                <a:close/>
                <a:moveTo>
                  <a:pt x="72496" y="62502"/>
                </a:moveTo>
                <a:lnTo>
                  <a:pt x="87497" y="62502"/>
                </a:lnTo>
                <a:cubicBezTo>
                  <a:pt x="88877" y="62502"/>
                  <a:pt x="90006" y="63618"/>
                  <a:pt x="90006" y="64998"/>
                </a:cubicBezTo>
                <a:cubicBezTo>
                  <a:pt x="90006" y="66378"/>
                  <a:pt x="88877" y="67494"/>
                  <a:pt x="87497" y="67494"/>
                </a:cubicBezTo>
                <a:lnTo>
                  <a:pt x="72496" y="67494"/>
                </a:lnTo>
                <a:cubicBezTo>
                  <a:pt x="71116" y="67494"/>
                  <a:pt x="70000" y="66378"/>
                  <a:pt x="70000" y="64998"/>
                </a:cubicBezTo>
                <a:cubicBezTo>
                  <a:pt x="70000" y="63618"/>
                  <a:pt x="71116" y="62502"/>
                  <a:pt x="72496" y="62502"/>
                </a:cubicBezTo>
                <a:close/>
                <a:moveTo>
                  <a:pt x="27492" y="74993"/>
                </a:moveTo>
                <a:lnTo>
                  <a:pt x="42494" y="74993"/>
                </a:lnTo>
                <a:cubicBezTo>
                  <a:pt x="43873" y="74993"/>
                  <a:pt x="45001" y="76121"/>
                  <a:pt x="45001" y="77501"/>
                </a:cubicBezTo>
                <a:cubicBezTo>
                  <a:pt x="45001" y="78881"/>
                  <a:pt x="43873" y="79997"/>
                  <a:pt x="42494" y="79997"/>
                </a:cubicBezTo>
                <a:lnTo>
                  <a:pt x="27492" y="79997"/>
                </a:lnTo>
                <a:cubicBezTo>
                  <a:pt x="26112" y="79997"/>
                  <a:pt x="24996" y="78881"/>
                  <a:pt x="24996" y="77501"/>
                </a:cubicBezTo>
                <a:cubicBezTo>
                  <a:pt x="24996" y="76121"/>
                  <a:pt x="26112" y="74993"/>
                  <a:pt x="27492" y="74993"/>
                </a:cubicBezTo>
                <a:close/>
                <a:moveTo>
                  <a:pt x="57495" y="74993"/>
                </a:moveTo>
                <a:lnTo>
                  <a:pt x="72496" y="74993"/>
                </a:lnTo>
                <a:cubicBezTo>
                  <a:pt x="73876" y="74993"/>
                  <a:pt x="75004" y="76121"/>
                  <a:pt x="75004" y="77501"/>
                </a:cubicBezTo>
                <a:cubicBezTo>
                  <a:pt x="75004" y="78881"/>
                  <a:pt x="73876" y="79997"/>
                  <a:pt x="72496" y="79997"/>
                </a:cubicBezTo>
                <a:lnTo>
                  <a:pt x="57495" y="79997"/>
                </a:lnTo>
                <a:cubicBezTo>
                  <a:pt x="56115" y="79997"/>
                  <a:pt x="54999" y="78881"/>
                  <a:pt x="54999" y="77501"/>
                </a:cubicBezTo>
                <a:cubicBezTo>
                  <a:pt x="54999" y="76121"/>
                  <a:pt x="56115" y="74993"/>
                  <a:pt x="57495" y="74993"/>
                </a:cubicBezTo>
                <a:close/>
                <a:moveTo>
                  <a:pt x="12491" y="87497"/>
                </a:moveTo>
                <a:lnTo>
                  <a:pt x="27492" y="87497"/>
                </a:lnTo>
                <a:cubicBezTo>
                  <a:pt x="28872" y="87497"/>
                  <a:pt x="30000" y="88613"/>
                  <a:pt x="30000" y="89993"/>
                </a:cubicBezTo>
                <a:cubicBezTo>
                  <a:pt x="30000" y="91372"/>
                  <a:pt x="28872" y="92500"/>
                  <a:pt x="27492" y="92500"/>
                </a:cubicBezTo>
                <a:lnTo>
                  <a:pt x="12491" y="92500"/>
                </a:lnTo>
                <a:cubicBezTo>
                  <a:pt x="11111" y="92500"/>
                  <a:pt x="9994" y="91372"/>
                  <a:pt x="9994" y="89993"/>
                </a:cubicBezTo>
                <a:cubicBezTo>
                  <a:pt x="9994" y="88613"/>
                  <a:pt x="11111" y="87497"/>
                  <a:pt x="12491" y="87497"/>
                </a:cubicBezTo>
                <a:close/>
                <a:moveTo>
                  <a:pt x="42494" y="87497"/>
                </a:moveTo>
                <a:lnTo>
                  <a:pt x="57495" y="87497"/>
                </a:lnTo>
                <a:cubicBezTo>
                  <a:pt x="58875" y="87497"/>
                  <a:pt x="60003" y="88613"/>
                  <a:pt x="60003" y="89993"/>
                </a:cubicBezTo>
                <a:cubicBezTo>
                  <a:pt x="60003" y="91372"/>
                  <a:pt x="58875" y="92500"/>
                  <a:pt x="57495" y="92500"/>
                </a:cubicBezTo>
                <a:lnTo>
                  <a:pt x="42494" y="92500"/>
                </a:lnTo>
                <a:cubicBezTo>
                  <a:pt x="41113" y="92500"/>
                  <a:pt x="39997" y="91372"/>
                  <a:pt x="39997" y="89993"/>
                </a:cubicBezTo>
                <a:cubicBezTo>
                  <a:pt x="39997" y="88613"/>
                  <a:pt x="41113" y="87497"/>
                  <a:pt x="42494" y="87497"/>
                </a:cubicBezTo>
                <a:close/>
                <a:moveTo>
                  <a:pt x="72496" y="87497"/>
                </a:moveTo>
                <a:lnTo>
                  <a:pt x="87497" y="87497"/>
                </a:lnTo>
                <a:cubicBezTo>
                  <a:pt x="88877" y="87497"/>
                  <a:pt x="90006" y="88613"/>
                  <a:pt x="90006" y="89993"/>
                </a:cubicBezTo>
                <a:cubicBezTo>
                  <a:pt x="90006" y="91372"/>
                  <a:pt x="88877" y="92500"/>
                  <a:pt x="87497" y="92500"/>
                </a:cubicBezTo>
                <a:lnTo>
                  <a:pt x="72496" y="92500"/>
                </a:lnTo>
                <a:cubicBezTo>
                  <a:pt x="71116" y="92500"/>
                  <a:pt x="70000" y="91372"/>
                  <a:pt x="70000" y="89993"/>
                </a:cubicBezTo>
                <a:cubicBezTo>
                  <a:pt x="70000" y="88613"/>
                  <a:pt x="71116" y="87497"/>
                  <a:pt x="72496" y="8749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7" name="Красный — SVG 10">
            <a:extLst>
              <a:ext uri="{FF2B5EF4-FFF2-40B4-BE49-F238E27FC236}">
                <a16:creationId xmlns:a16="http://schemas.microsoft.com/office/drawing/2014/main" id="{C1055098-70A7-5F46-B285-531AA675B1E2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69090 w 134662"/>
              <a:gd name="csY0" fmla="*/ 4 h 134647"/>
              <a:gd name="csX1" fmla="*/ 34365 w 134662"/>
              <a:gd name="csY1" fmla="*/ 10007 h 134647"/>
              <a:gd name="csX2" fmla="*/ 31927 w 134662"/>
              <a:gd name="csY2" fmla="*/ 13783 h 134647"/>
              <a:gd name="csX3" fmla="*/ 33236 w 134662"/>
              <a:gd name="csY3" fmla="*/ 18070 h 134647"/>
              <a:gd name="csX4" fmla="*/ 62091 w 134662"/>
              <a:gd name="csY4" fmla="*/ 37003 h 134647"/>
              <a:gd name="csX5" fmla="*/ 60228 w 134662"/>
              <a:gd name="csY5" fmla="*/ 47857 h 134647"/>
              <a:gd name="csX6" fmla="*/ 64333 w 134662"/>
              <a:gd name="csY6" fmla="*/ 67947 h 134647"/>
              <a:gd name="csX7" fmla="*/ 66708 w 134662"/>
              <a:gd name="csY7" fmla="*/ 70328 h 134647"/>
              <a:gd name="csX8" fmla="*/ 86811 w 134662"/>
              <a:gd name="csY8" fmla="*/ 74428 h 134647"/>
              <a:gd name="csX9" fmla="*/ 97654 w 134662"/>
              <a:gd name="csY9" fmla="*/ 72574 h 134647"/>
              <a:gd name="csX10" fmla="*/ 116593 w 134662"/>
              <a:gd name="csY10" fmla="*/ 101425 h 134647"/>
              <a:gd name="csX11" fmla="*/ 120139 w 134662"/>
              <a:gd name="csY11" fmla="*/ 102785 h 134647"/>
              <a:gd name="csX12" fmla="*/ 120879 w 134662"/>
              <a:gd name="csY12" fmla="*/ 102717 h 134647"/>
              <a:gd name="csX13" fmla="*/ 124645 w 134662"/>
              <a:gd name="csY13" fmla="*/ 100285 h 134647"/>
              <a:gd name="csX14" fmla="*/ 134661 w 134662"/>
              <a:gd name="csY14" fmla="*/ 65565 h 134647"/>
              <a:gd name="csX15" fmla="*/ 119016 w 134662"/>
              <a:gd name="csY15" fmla="*/ 23173 h 134647"/>
              <a:gd name="csX16" fmla="*/ 133104 w 134662"/>
              <a:gd name="csY16" fmla="*/ 9071 h 134647"/>
              <a:gd name="csX17" fmla="*/ 133104 w 134662"/>
              <a:gd name="csY17" fmla="*/ 1569 h 134647"/>
              <a:gd name="csX18" fmla="*/ 125586 w 134662"/>
              <a:gd name="csY18" fmla="*/ 1569 h 134647"/>
              <a:gd name="csX19" fmla="*/ 111499 w 134662"/>
              <a:gd name="csY19" fmla="*/ 15654 h 134647"/>
              <a:gd name="csX20" fmla="*/ 69090 w 134662"/>
              <a:gd name="csY20" fmla="*/ 4 h 134647"/>
              <a:gd name="csX21" fmla="*/ 29020 w 134662"/>
              <a:gd name="csY21" fmla="*/ 23939 h 134647"/>
              <a:gd name="csX22" fmla="*/ 10787 w 134662"/>
              <a:gd name="csY22" fmla="*/ 51786 h 134647"/>
              <a:gd name="csX23" fmla="*/ 12163 w 134662"/>
              <a:gd name="csY23" fmla="*/ 56923 h 134647"/>
              <a:gd name="csX24" fmla="*/ 46050 w 134662"/>
              <a:gd name="csY24" fmla="*/ 63796 h 134647"/>
              <a:gd name="csX25" fmla="*/ 55015 w 134662"/>
              <a:gd name="csY25" fmla="*/ 62605 h 134647"/>
              <a:gd name="csX26" fmla="*/ 53140 w 134662"/>
              <a:gd name="csY26" fmla="*/ 47857 h 134647"/>
              <a:gd name="csX27" fmla="*/ 53756 w 134662"/>
              <a:gd name="csY27" fmla="*/ 41205 h 134647"/>
              <a:gd name="csX28" fmla="*/ 29020 w 134662"/>
              <a:gd name="csY28" fmla="*/ 23939 h 134647"/>
              <a:gd name="csX29" fmla="*/ 8757 w 134662"/>
              <a:gd name="csY29" fmla="*/ 63320 h 134647"/>
              <a:gd name="csX30" fmla="*/ 0 w 134662"/>
              <a:gd name="csY30" fmla="*/ 90997 h 134647"/>
              <a:gd name="csX31" fmla="*/ 3566 w 134662"/>
              <a:gd name="csY31" fmla="*/ 95998 h 134647"/>
              <a:gd name="csX32" fmla="*/ 23525 w 134662"/>
              <a:gd name="csY32" fmla="*/ 99230 h 134647"/>
              <a:gd name="csX33" fmla="*/ 26500 w 134662"/>
              <a:gd name="csY33" fmla="*/ 99111 h 134647"/>
              <a:gd name="csX34" fmla="*/ 24783 w 134662"/>
              <a:gd name="csY34" fmla="*/ 84516 h 134647"/>
              <a:gd name="csX35" fmla="*/ 26715 w 134662"/>
              <a:gd name="csY35" fmla="*/ 69563 h 134647"/>
              <a:gd name="csX36" fmla="*/ 8757 w 134662"/>
              <a:gd name="csY36" fmla="*/ 63320 h 134647"/>
              <a:gd name="csX37" fmla="*/ 57223 w 134662"/>
              <a:gd name="csY37" fmla="*/ 69359 h 134647"/>
              <a:gd name="csX38" fmla="*/ 46050 w 134662"/>
              <a:gd name="csY38" fmla="*/ 70890 h 134647"/>
              <a:gd name="csX39" fmla="*/ 33867 w 134662"/>
              <a:gd name="csY39" fmla="*/ 70413 h 134647"/>
              <a:gd name="csX40" fmla="*/ 31873 w 134662"/>
              <a:gd name="csY40" fmla="*/ 84482 h 134647"/>
              <a:gd name="csX41" fmla="*/ 33362 w 134662"/>
              <a:gd name="csY41" fmla="*/ 97325 h 134647"/>
              <a:gd name="csX42" fmla="*/ 34884 w 134662"/>
              <a:gd name="csY42" fmla="*/ 99842 h 134647"/>
              <a:gd name="csX43" fmla="*/ 34884 w 134662"/>
              <a:gd name="csY43" fmla="*/ 99859 h 134647"/>
              <a:gd name="csX44" fmla="*/ 34932 w 134662"/>
              <a:gd name="csY44" fmla="*/ 99893 h 134647"/>
              <a:gd name="csX45" fmla="*/ 34939 w 134662"/>
              <a:gd name="csY45" fmla="*/ 99893 h 134647"/>
              <a:gd name="csX46" fmla="*/ 34946 w 134662"/>
              <a:gd name="csY46" fmla="*/ 99910 h 134647"/>
              <a:gd name="csX47" fmla="*/ 34952 w 134662"/>
              <a:gd name="csY47" fmla="*/ 99910 h 134647"/>
              <a:gd name="csX48" fmla="*/ 34961 w 134662"/>
              <a:gd name="csY48" fmla="*/ 99928 h 134647"/>
              <a:gd name="csX49" fmla="*/ 35687 w 134662"/>
              <a:gd name="csY49" fmla="*/ 100523 h 134647"/>
              <a:gd name="csX50" fmla="*/ 37328 w 134662"/>
              <a:gd name="csY50" fmla="*/ 101288 h 134647"/>
              <a:gd name="csX51" fmla="*/ 50169 w 134662"/>
              <a:gd name="csY51" fmla="*/ 102768 h 134647"/>
              <a:gd name="csX52" fmla="*/ 50397 w 134662"/>
              <a:gd name="csY52" fmla="*/ 102768 h 134647"/>
              <a:gd name="csX53" fmla="*/ 64229 w 134662"/>
              <a:gd name="csY53" fmla="*/ 100778 h 134647"/>
              <a:gd name="csX54" fmla="*/ 63773 w 134662"/>
              <a:gd name="csY54" fmla="*/ 88598 h 134647"/>
              <a:gd name="csX55" fmla="*/ 65282 w 134662"/>
              <a:gd name="csY55" fmla="*/ 77422 h 134647"/>
              <a:gd name="csX56" fmla="*/ 63543 w 134662"/>
              <a:gd name="csY56" fmla="*/ 76656 h 134647"/>
              <a:gd name="csX57" fmla="*/ 57992 w 134662"/>
              <a:gd name="csY57" fmla="*/ 71111 h 134647"/>
              <a:gd name="csX58" fmla="*/ 57223 w 134662"/>
              <a:gd name="csY58" fmla="*/ 69359 h 134647"/>
              <a:gd name="csX59" fmla="*/ 72052 w 134662"/>
              <a:gd name="csY59" fmla="*/ 79633 h 134647"/>
              <a:gd name="csX60" fmla="*/ 70861 w 134662"/>
              <a:gd name="csY60" fmla="*/ 88598 h 134647"/>
              <a:gd name="csX61" fmla="*/ 77736 w 134662"/>
              <a:gd name="csY61" fmla="*/ 122484 h 134647"/>
              <a:gd name="csX62" fmla="*/ 81494 w 134662"/>
              <a:gd name="csY62" fmla="*/ 124049 h 134647"/>
              <a:gd name="csX63" fmla="*/ 82872 w 134662"/>
              <a:gd name="csY63" fmla="*/ 123862 h 134647"/>
              <a:gd name="csX64" fmla="*/ 110730 w 134662"/>
              <a:gd name="csY64" fmla="*/ 105626 h 134647"/>
              <a:gd name="csX65" fmla="*/ 93458 w 134662"/>
              <a:gd name="csY65" fmla="*/ 80892 h 134647"/>
              <a:gd name="csX66" fmla="*/ 86811 w 134662"/>
              <a:gd name="csY66" fmla="*/ 81522 h 134647"/>
              <a:gd name="csX67" fmla="*/ 72052 w 134662"/>
              <a:gd name="csY67" fmla="*/ 79633 h 134647"/>
              <a:gd name="csX68" fmla="*/ 4071 w 134662"/>
              <a:gd name="csY68" fmla="*/ 103568 h 134647"/>
              <a:gd name="csX69" fmla="*/ 3517 w 134662"/>
              <a:gd name="csY69" fmla="*/ 111444 h 134647"/>
              <a:gd name="csX70" fmla="*/ 5538 w 134662"/>
              <a:gd name="csY70" fmla="*/ 125648 h 134647"/>
              <a:gd name="csX71" fmla="*/ 8993 w 134662"/>
              <a:gd name="csY71" fmla="*/ 129119 h 134647"/>
              <a:gd name="csX72" fmla="*/ 23211 w 134662"/>
              <a:gd name="csY72" fmla="*/ 131126 h 134647"/>
              <a:gd name="csX73" fmla="*/ 23717 w 134662"/>
              <a:gd name="csY73" fmla="*/ 131126 h 134647"/>
              <a:gd name="csX74" fmla="*/ 31090 w 134662"/>
              <a:gd name="csY74" fmla="*/ 130582 h 134647"/>
              <a:gd name="csX75" fmla="*/ 28564 w 134662"/>
              <a:gd name="csY75" fmla="*/ 106086 h 134647"/>
              <a:gd name="csX76" fmla="*/ 23462 w 134662"/>
              <a:gd name="csY76" fmla="*/ 106324 h 134647"/>
              <a:gd name="csX77" fmla="*/ 4071 w 134662"/>
              <a:gd name="csY77" fmla="*/ 103568 h 134647"/>
              <a:gd name="csX78" fmla="*/ 65088 w 134662"/>
              <a:gd name="csY78" fmla="*/ 107940 h 134647"/>
              <a:gd name="csX79" fmla="*/ 50356 w 134662"/>
              <a:gd name="csY79" fmla="*/ 109862 h 134647"/>
              <a:gd name="csX80" fmla="*/ 50135 w 134662"/>
              <a:gd name="csY80" fmla="*/ 109862 h 134647"/>
              <a:gd name="csX81" fmla="*/ 35534 w 134662"/>
              <a:gd name="csY81" fmla="*/ 108144 h 134647"/>
              <a:gd name="csX82" fmla="*/ 38663 w 134662"/>
              <a:gd name="csY82" fmla="*/ 131075 h 134647"/>
              <a:gd name="csX83" fmla="*/ 43662 w 134662"/>
              <a:gd name="csY83" fmla="*/ 134647 h 134647"/>
              <a:gd name="csX84" fmla="*/ 43704 w 134662"/>
              <a:gd name="csY84" fmla="*/ 134647 h 134647"/>
              <a:gd name="csX85" fmla="*/ 71346 w 134662"/>
              <a:gd name="csY85" fmla="*/ 125904 h 134647"/>
              <a:gd name="csX86" fmla="*/ 65088 w 134662"/>
              <a:gd name="csY86" fmla="*/ 107940 h 134647"/>
            </a:gdLst>
            <a:ahLst/>
            <a:cxnLst/>
            <a:rect l="l" t="t" r="r" b="b"/>
            <a:pathLst>
              <a:path w="100000" h="100000">
                <a:moveTo>
                  <a:pt x="51306" y="9"/>
                </a:moveTo>
                <a:cubicBezTo>
                  <a:pt x="42207" y="9"/>
                  <a:pt x="33290" y="2573"/>
                  <a:pt x="25519" y="7437"/>
                </a:cubicBezTo>
                <a:cubicBezTo>
                  <a:pt x="24532" y="8055"/>
                  <a:pt x="23872" y="9079"/>
                  <a:pt x="23709" y="10241"/>
                </a:cubicBezTo>
                <a:cubicBezTo>
                  <a:pt x="23546" y="11390"/>
                  <a:pt x="23903" y="12553"/>
                  <a:pt x="24681" y="13424"/>
                </a:cubicBezTo>
                <a:cubicBezTo>
                  <a:pt x="25052" y="13841"/>
                  <a:pt x="33108" y="22709"/>
                  <a:pt x="46109" y="27484"/>
                </a:cubicBezTo>
                <a:cubicBezTo>
                  <a:pt x="45392" y="29720"/>
                  <a:pt x="44725" y="32613"/>
                  <a:pt x="44725" y="35544"/>
                </a:cubicBezTo>
                <a:cubicBezTo>
                  <a:pt x="44725" y="44260"/>
                  <a:pt x="47650" y="50210"/>
                  <a:pt x="47774" y="50463"/>
                </a:cubicBezTo>
                <a:cubicBezTo>
                  <a:pt x="48159" y="51233"/>
                  <a:pt x="48774" y="51840"/>
                  <a:pt x="49537" y="52231"/>
                </a:cubicBezTo>
                <a:cubicBezTo>
                  <a:pt x="49788" y="52357"/>
                  <a:pt x="55738" y="55276"/>
                  <a:pt x="64466" y="55276"/>
                </a:cubicBezTo>
                <a:cubicBezTo>
                  <a:pt x="67395" y="55276"/>
                  <a:pt x="70280" y="54606"/>
                  <a:pt x="72518" y="53899"/>
                </a:cubicBezTo>
                <a:cubicBezTo>
                  <a:pt x="77302" y="66897"/>
                  <a:pt x="86169" y="74957"/>
                  <a:pt x="86582" y="75324"/>
                </a:cubicBezTo>
                <a:cubicBezTo>
                  <a:pt x="87311" y="75980"/>
                  <a:pt x="88248" y="76334"/>
                  <a:pt x="89215" y="76334"/>
                </a:cubicBezTo>
                <a:cubicBezTo>
                  <a:pt x="89398" y="76334"/>
                  <a:pt x="89583" y="76321"/>
                  <a:pt x="89765" y="76283"/>
                </a:cubicBezTo>
                <a:cubicBezTo>
                  <a:pt x="90918" y="76132"/>
                  <a:pt x="91943" y="75463"/>
                  <a:pt x="92561" y="74477"/>
                </a:cubicBezTo>
                <a:cubicBezTo>
                  <a:pt x="97428" y="66708"/>
                  <a:pt x="99999" y="57790"/>
                  <a:pt x="99999" y="48694"/>
                </a:cubicBezTo>
                <a:cubicBezTo>
                  <a:pt x="99999" y="36694"/>
                  <a:pt x="95611" y="25703"/>
                  <a:pt x="88381" y="17214"/>
                </a:cubicBezTo>
                <a:lnTo>
                  <a:pt x="98843" y="6742"/>
                </a:lnTo>
                <a:cubicBezTo>
                  <a:pt x="100386" y="5213"/>
                  <a:pt x="100386" y="2700"/>
                  <a:pt x="98843" y="1171"/>
                </a:cubicBezTo>
                <a:cubicBezTo>
                  <a:pt x="97301" y="-383"/>
                  <a:pt x="94803" y="-383"/>
                  <a:pt x="93260" y="1171"/>
                </a:cubicBezTo>
                <a:lnTo>
                  <a:pt x="82799" y="11630"/>
                </a:lnTo>
                <a:cubicBezTo>
                  <a:pt x="74300" y="4392"/>
                  <a:pt x="63311" y="9"/>
                  <a:pt x="51306" y="9"/>
                </a:cubicBezTo>
                <a:close/>
                <a:moveTo>
                  <a:pt x="21550" y="17783"/>
                </a:moveTo>
                <a:cubicBezTo>
                  <a:pt x="11538" y="25905"/>
                  <a:pt x="8183" y="37818"/>
                  <a:pt x="8010" y="38462"/>
                </a:cubicBezTo>
                <a:cubicBezTo>
                  <a:pt x="7644" y="39826"/>
                  <a:pt x="8036" y="41279"/>
                  <a:pt x="9032" y="42277"/>
                </a:cubicBezTo>
                <a:cubicBezTo>
                  <a:pt x="10230" y="43477"/>
                  <a:pt x="15583" y="47380"/>
                  <a:pt x="34197" y="47380"/>
                </a:cubicBezTo>
                <a:cubicBezTo>
                  <a:pt x="35553" y="47380"/>
                  <a:pt x="38081" y="47077"/>
                  <a:pt x="40854" y="46496"/>
                </a:cubicBezTo>
                <a:cubicBezTo>
                  <a:pt x="40110" y="43604"/>
                  <a:pt x="39462" y="39902"/>
                  <a:pt x="39462" y="35544"/>
                </a:cubicBezTo>
                <a:cubicBezTo>
                  <a:pt x="39462" y="33838"/>
                  <a:pt x="39642" y="32171"/>
                  <a:pt x="39919" y="30604"/>
                </a:cubicBezTo>
                <a:cubicBezTo>
                  <a:pt x="30264" y="26120"/>
                  <a:pt x="23730" y="19993"/>
                  <a:pt x="21550" y="17783"/>
                </a:cubicBezTo>
                <a:close/>
                <a:moveTo>
                  <a:pt x="6503" y="47027"/>
                </a:moveTo>
                <a:cubicBezTo>
                  <a:pt x="49" y="56451"/>
                  <a:pt x="-2" y="66998"/>
                  <a:pt x="0" y="67580"/>
                </a:cubicBezTo>
                <a:cubicBezTo>
                  <a:pt x="7" y="69260"/>
                  <a:pt x="1066" y="70737"/>
                  <a:pt x="2648" y="71294"/>
                </a:cubicBezTo>
                <a:cubicBezTo>
                  <a:pt x="3059" y="71433"/>
                  <a:pt x="9683" y="73694"/>
                  <a:pt x="17470" y="73694"/>
                </a:cubicBezTo>
                <a:cubicBezTo>
                  <a:pt x="18196" y="73694"/>
                  <a:pt x="18938" y="73643"/>
                  <a:pt x="19679" y="73605"/>
                </a:cubicBezTo>
                <a:cubicBezTo>
                  <a:pt x="19533" y="73049"/>
                  <a:pt x="18436" y="68717"/>
                  <a:pt x="18404" y="62767"/>
                </a:cubicBezTo>
                <a:cubicBezTo>
                  <a:pt x="18394" y="60872"/>
                  <a:pt x="18555" y="56602"/>
                  <a:pt x="19839" y="51663"/>
                </a:cubicBezTo>
                <a:cubicBezTo>
                  <a:pt x="12921" y="50602"/>
                  <a:pt x="8843" y="48808"/>
                  <a:pt x="6503" y="47027"/>
                </a:cubicBezTo>
                <a:close/>
                <a:moveTo>
                  <a:pt x="42494" y="51512"/>
                </a:moveTo>
                <a:cubicBezTo>
                  <a:pt x="39012" y="52294"/>
                  <a:pt x="35850" y="52648"/>
                  <a:pt x="34197" y="52648"/>
                </a:cubicBezTo>
                <a:cubicBezTo>
                  <a:pt x="30825" y="52648"/>
                  <a:pt x="27825" y="52521"/>
                  <a:pt x="25150" y="52294"/>
                </a:cubicBezTo>
                <a:cubicBezTo>
                  <a:pt x="24105" y="55971"/>
                  <a:pt x="23653" y="59647"/>
                  <a:pt x="23669" y="62742"/>
                </a:cubicBezTo>
                <a:cubicBezTo>
                  <a:pt x="23698" y="68186"/>
                  <a:pt x="24729" y="72115"/>
                  <a:pt x="24775" y="72279"/>
                </a:cubicBezTo>
                <a:cubicBezTo>
                  <a:pt x="24948" y="72923"/>
                  <a:pt x="25431" y="73656"/>
                  <a:pt x="25905" y="74148"/>
                </a:cubicBezTo>
                <a:lnTo>
                  <a:pt x="25905" y="74161"/>
                </a:lnTo>
                <a:cubicBezTo>
                  <a:pt x="25915" y="74161"/>
                  <a:pt x="25928" y="74173"/>
                  <a:pt x="25941" y="74186"/>
                </a:cubicBezTo>
                <a:lnTo>
                  <a:pt x="25946" y="74186"/>
                </a:lnTo>
                <a:lnTo>
                  <a:pt x="25951" y="74199"/>
                </a:lnTo>
                <a:lnTo>
                  <a:pt x="25955" y="74199"/>
                </a:lnTo>
                <a:lnTo>
                  <a:pt x="25962" y="74212"/>
                </a:lnTo>
                <a:cubicBezTo>
                  <a:pt x="26130" y="74376"/>
                  <a:pt x="26312" y="74528"/>
                  <a:pt x="26501" y="74654"/>
                </a:cubicBezTo>
                <a:cubicBezTo>
                  <a:pt x="26873" y="74906"/>
                  <a:pt x="27282" y="75096"/>
                  <a:pt x="27720" y="75222"/>
                </a:cubicBezTo>
                <a:cubicBezTo>
                  <a:pt x="27882" y="75260"/>
                  <a:pt x="31806" y="76296"/>
                  <a:pt x="37255" y="76321"/>
                </a:cubicBezTo>
                <a:lnTo>
                  <a:pt x="37425" y="76321"/>
                </a:lnTo>
                <a:cubicBezTo>
                  <a:pt x="40487" y="76321"/>
                  <a:pt x="44096" y="75867"/>
                  <a:pt x="47696" y="74843"/>
                </a:cubicBezTo>
                <a:cubicBezTo>
                  <a:pt x="47480" y="72165"/>
                  <a:pt x="47358" y="69171"/>
                  <a:pt x="47358" y="65798"/>
                </a:cubicBezTo>
                <a:cubicBezTo>
                  <a:pt x="47358" y="64144"/>
                  <a:pt x="47709" y="60973"/>
                  <a:pt x="48478" y="57499"/>
                </a:cubicBezTo>
                <a:cubicBezTo>
                  <a:pt x="47801" y="57221"/>
                  <a:pt x="47343" y="57019"/>
                  <a:pt x="47187" y="56930"/>
                </a:cubicBezTo>
                <a:cubicBezTo>
                  <a:pt x="45406" y="56047"/>
                  <a:pt x="43954" y="54593"/>
                  <a:pt x="43065" y="52813"/>
                </a:cubicBezTo>
                <a:cubicBezTo>
                  <a:pt x="42986" y="52661"/>
                  <a:pt x="42771" y="52193"/>
                  <a:pt x="42494" y="51512"/>
                </a:cubicBezTo>
                <a:close/>
                <a:moveTo>
                  <a:pt x="53506" y="59141"/>
                </a:moveTo>
                <a:cubicBezTo>
                  <a:pt x="52919" y="61921"/>
                  <a:pt x="52621" y="64447"/>
                  <a:pt x="52621" y="65798"/>
                </a:cubicBezTo>
                <a:cubicBezTo>
                  <a:pt x="52621" y="84418"/>
                  <a:pt x="56529" y="89762"/>
                  <a:pt x="57727" y="90962"/>
                </a:cubicBezTo>
                <a:cubicBezTo>
                  <a:pt x="58480" y="91708"/>
                  <a:pt x="59484" y="92124"/>
                  <a:pt x="60517" y="92124"/>
                </a:cubicBezTo>
                <a:cubicBezTo>
                  <a:pt x="60860" y="92124"/>
                  <a:pt x="61205" y="92074"/>
                  <a:pt x="61541" y="91985"/>
                </a:cubicBezTo>
                <a:cubicBezTo>
                  <a:pt x="62187" y="91809"/>
                  <a:pt x="74103" y="88461"/>
                  <a:pt x="82228" y="78443"/>
                </a:cubicBezTo>
                <a:cubicBezTo>
                  <a:pt x="80010" y="76271"/>
                  <a:pt x="73884" y="69727"/>
                  <a:pt x="69402" y="60076"/>
                </a:cubicBezTo>
                <a:cubicBezTo>
                  <a:pt x="67833" y="60354"/>
                  <a:pt x="66166" y="60544"/>
                  <a:pt x="64466" y="60544"/>
                </a:cubicBezTo>
                <a:cubicBezTo>
                  <a:pt x="60105" y="60544"/>
                  <a:pt x="56397" y="59887"/>
                  <a:pt x="53506" y="59141"/>
                </a:cubicBezTo>
                <a:close/>
                <a:moveTo>
                  <a:pt x="3023" y="76915"/>
                </a:moveTo>
                <a:cubicBezTo>
                  <a:pt x="2765" y="78798"/>
                  <a:pt x="2596" y="80730"/>
                  <a:pt x="2612" y="82764"/>
                </a:cubicBezTo>
                <a:cubicBezTo>
                  <a:pt x="2664" y="88714"/>
                  <a:pt x="4052" y="93135"/>
                  <a:pt x="4113" y="93312"/>
                </a:cubicBezTo>
                <a:cubicBezTo>
                  <a:pt x="4500" y="94537"/>
                  <a:pt x="5460" y="95497"/>
                  <a:pt x="6678" y="95889"/>
                </a:cubicBezTo>
                <a:cubicBezTo>
                  <a:pt x="6863" y="95940"/>
                  <a:pt x="11284" y="97329"/>
                  <a:pt x="17236" y="97380"/>
                </a:cubicBezTo>
                <a:lnTo>
                  <a:pt x="17612" y="97380"/>
                </a:lnTo>
                <a:cubicBezTo>
                  <a:pt x="19507" y="97380"/>
                  <a:pt x="21316" y="97216"/>
                  <a:pt x="23087" y="96976"/>
                </a:cubicBezTo>
                <a:cubicBezTo>
                  <a:pt x="22103" y="93502"/>
                  <a:pt x="20527" y="86427"/>
                  <a:pt x="21212" y="78785"/>
                </a:cubicBezTo>
                <a:cubicBezTo>
                  <a:pt x="19927" y="78899"/>
                  <a:pt x="18662" y="78962"/>
                  <a:pt x="17423" y="78962"/>
                </a:cubicBezTo>
                <a:cubicBezTo>
                  <a:pt x="11290" y="78962"/>
                  <a:pt x="5918" y="77724"/>
                  <a:pt x="3023" y="76915"/>
                </a:cubicBezTo>
                <a:close/>
                <a:moveTo>
                  <a:pt x="48334" y="80162"/>
                </a:moveTo>
                <a:cubicBezTo>
                  <a:pt x="43526" y="81412"/>
                  <a:pt x="39358" y="81589"/>
                  <a:pt x="37394" y="81589"/>
                </a:cubicBezTo>
                <a:lnTo>
                  <a:pt x="37230" y="81589"/>
                </a:lnTo>
                <a:cubicBezTo>
                  <a:pt x="31263" y="81564"/>
                  <a:pt x="26927" y="80452"/>
                  <a:pt x="26388" y="80313"/>
                </a:cubicBezTo>
                <a:cubicBezTo>
                  <a:pt x="25885" y="89017"/>
                  <a:pt x="28553" y="96899"/>
                  <a:pt x="28711" y="97342"/>
                </a:cubicBezTo>
                <a:cubicBezTo>
                  <a:pt x="29262" y="98933"/>
                  <a:pt x="30749" y="99982"/>
                  <a:pt x="32423" y="99994"/>
                </a:cubicBezTo>
                <a:lnTo>
                  <a:pt x="32455" y="99994"/>
                </a:lnTo>
                <a:cubicBezTo>
                  <a:pt x="33299" y="99994"/>
                  <a:pt x="43688" y="99856"/>
                  <a:pt x="52982" y="93502"/>
                </a:cubicBezTo>
                <a:cubicBezTo>
                  <a:pt x="51205" y="91165"/>
                  <a:pt x="49404" y="87084"/>
                  <a:pt x="48334" y="8016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8" name="Красный — SVG 11">
            <a:extLst>
              <a:ext uri="{FF2B5EF4-FFF2-40B4-BE49-F238E27FC236}">
                <a16:creationId xmlns:a16="http://schemas.microsoft.com/office/drawing/2014/main" id="{F254C223-8260-7149-94F2-4ED53746E4F4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76475 w 155999"/>
              <a:gd name="csY0" fmla="*/ 3 h 163088"/>
              <a:gd name="csX1" fmla="*/ 73736 w 155999"/>
              <a:gd name="csY1" fmla="*/ 633 h 163088"/>
              <a:gd name="csX2" fmla="*/ 71694 w 155999"/>
              <a:gd name="csY2" fmla="*/ 2572 h 163088"/>
              <a:gd name="csX3" fmla="*/ 53984 w 155999"/>
              <a:gd name="csY3" fmla="*/ 30930 h 163088"/>
              <a:gd name="csX4" fmla="*/ 53184 w 155999"/>
              <a:gd name="csY4" fmla="*/ 32869 h 163088"/>
              <a:gd name="csX5" fmla="*/ 53201 w 155999"/>
              <a:gd name="csY5" fmla="*/ 34995 h 163088"/>
              <a:gd name="csX6" fmla="*/ 54052 w 155999"/>
              <a:gd name="csY6" fmla="*/ 36917 h 163088"/>
              <a:gd name="csX7" fmla="*/ 55583 w 155999"/>
              <a:gd name="csY7" fmla="*/ 38381 h 163088"/>
              <a:gd name="csX8" fmla="*/ 57556 w 155999"/>
              <a:gd name="csY8" fmla="*/ 39112 h 163088"/>
              <a:gd name="csX9" fmla="*/ 59666 w 155999"/>
              <a:gd name="csY9" fmla="*/ 39027 h 163088"/>
              <a:gd name="csX10" fmla="*/ 61588 w 155999"/>
              <a:gd name="csY10" fmla="*/ 38125 h 163088"/>
              <a:gd name="csX11" fmla="*/ 62984 w 155999"/>
              <a:gd name="csY11" fmla="*/ 36560 h 163088"/>
              <a:gd name="csX12" fmla="*/ 80712 w 155999"/>
              <a:gd name="csY12" fmla="*/ 8203 h 163088"/>
              <a:gd name="csX13" fmla="*/ 81562 w 155999"/>
              <a:gd name="csY13" fmla="*/ 5583 h 163088"/>
              <a:gd name="csX14" fmla="*/ 80967 w 155999"/>
              <a:gd name="csY14" fmla="*/ 2878 h 163088"/>
              <a:gd name="csX15" fmla="*/ 79112 w 155999"/>
              <a:gd name="csY15" fmla="*/ 837 h 163088"/>
              <a:gd name="csX16" fmla="*/ 76475 w 155999"/>
              <a:gd name="csY16" fmla="*/ 3 h 163088"/>
              <a:gd name="csX17" fmla="*/ 150909 w 155999"/>
              <a:gd name="csY17" fmla="*/ 3559 h 163088"/>
              <a:gd name="csX18" fmla="*/ 148170 w 155999"/>
              <a:gd name="csY18" fmla="*/ 4171 h 163088"/>
              <a:gd name="csX19" fmla="*/ 146128 w 155999"/>
              <a:gd name="csY19" fmla="*/ 6110 h 163088"/>
              <a:gd name="csX20" fmla="*/ 128417 w 155999"/>
              <a:gd name="csY20" fmla="*/ 34468 h 163088"/>
              <a:gd name="csX21" fmla="*/ 127618 w 155999"/>
              <a:gd name="csY21" fmla="*/ 36424 h 163088"/>
              <a:gd name="csX22" fmla="*/ 127635 w 155999"/>
              <a:gd name="csY22" fmla="*/ 38534 h 163088"/>
              <a:gd name="csX23" fmla="*/ 128485 w 155999"/>
              <a:gd name="csY23" fmla="*/ 40473 h 163088"/>
              <a:gd name="csX24" fmla="*/ 130016 w 155999"/>
              <a:gd name="csY24" fmla="*/ 41919 h 163088"/>
              <a:gd name="csX25" fmla="*/ 131990 w 155999"/>
              <a:gd name="csY25" fmla="*/ 42667 h 163088"/>
              <a:gd name="csX26" fmla="*/ 134100 w 155999"/>
              <a:gd name="csY26" fmla="*/ 42582 h 163088"/>
              <a:gd name="csX27" fmla="*/ 136022 w 155999"/>
              <a:gd name="csY27" fmla="*/ 41681 h 163088"/>
              <a:gd name="csX28" fmla="*/ 137417 w 155999"/>
              <a:gd name="csY28" fmla="*/ 40099 h 163088"/>
              <a:gd name="csX29" fmla="*/ 155145 w 155999"/>
              <a:gd name="csY29" fmla="*/ 11741 h 163088"/>
              <a:gd name="csX30" fmla="*/ 155996 w 155999"/>
              <a:gd name="csY30" fmla="*/ 9121 h 163088"/>
              <a:gd name="csX31" fmla="*/ 155401 w 155999"/>
              <a:gd name="csY31" fmla="*/ 6417 h 163088"/>
              <a:gd name="csX32" fmla="*/ 153546 w 155999"/>
              <a:gd name="csY32" fmla="*/ 4375 h 163088"/>
              <a:gd name="csX33" fmla="*/ 150909 w 155999"/>
              <a:gd name="csY33" fmla="*/ 3559 h 163088"/>
              <a:gd name="csX34" fmla="*/ 111914 w 155999"/>
              <a:gd name="csY34" fmla="*/ 7097 h 163088"/>
              <a:gd name="csX35" fmla="*/ 109175 w 155999"/>
              <a:gd name="csY35" fmla="*/ 7727 h 163088"/>
              <a:gd name="csX36" fmla="*/ 107150 w 155999"/>
              <a:gd name="csY36" fmla="*/ 9666 h 163088"/>
              <a:gd name="csX37" fmla="*/ 89423 w 155999"/>
              <a:gd name="csY37" fmla="*/ 38006 h 163088"/>
              <a:gd name="csX38" fmla="*/ 88623 w 155999"/>
              <a:gd name="csY38" fmla="*/ 39962 h 163088"/>
              <a:gd name="csX39" fmla="*/ 88657 w 155999"/>
              <a:gd name="csY39" fmla="*/ 42072 h 163088"/>
              <a:gd name="csX40" fmla="*/ 89491 w 155999"/>
              <a:gd name="csY40" fmla="*/ 44011 h 163088"/>
              <a:gd name="csX41" fmla="*/ 91022 w 155999"/>
              <a:gd name="csY41" fmla="*/ 45457 h 163088"/>
              <a:gd name="csX42" fmla="*/ 93012 w 155999"/>
              <a:gd name="csY42" fmla="*/ 46206 h 163088"/>
              <a:gd name="csX43" fmla="*/ 95122 w 155999"/>
              <a:gd name="csY43" fmla="*/ 46120 h 163088"/>
              <a:gd name="csX44" fmla="*/ 97028 w 155999"/>
              <a:gd name="csY44" fmla="*/ 45219 h 163088"/>
              <a:gd name="csX45" fmla="*/ 98440 w 155999"/>
              <a:gd name="csY45" fmla="*/ 43637 h 163088"/>
              <a:gd name="csX46" fmla="*/ 116151 w 155999"/>
              <a:gd name="csY46" fmla="*/ 15296 h 163088"/>
              <a:gd name="csX47" fmla="*/ 117001 w 155999"/>
              <a:gd name="csY47" fmla="*/ 12660 h 163088"/>
              <a:gd name="csX48" fmla="*/ 116406 w 155999"/>
              <a:gd name="csY48" fmla="*/ 9972 h 163088"/>
              <a:gd name="csX49" fmla="*/ 114551 w 155999"/>
              <a:gd name="csY49" fmla="*/ 7931 h 163088"/>
              <a:gd name="csX50" fmla="*/ 111914 w 155999"/>
              <a:gd name="csY50" fmla="*/ 7097 h 163088"/>
              <a:gd name="csX51" fmla="*/ 43027 w 155999"/>
              <a:gd name="csY51" fmla="*/ 55017 h 163088"/>
              <a:gd name="csX52" fmla="*/ 32785 w 155999"/>
              <a:gd name="csY52" fmla="*/ 56208 h 163088"/>
              <a:gd name="csX53" fmla="*/ 0 w 155999"/>
              <a:gd name="csY53" fmla="*/ 103227 h 163088"/>
              <a:gd name="csX54" fmla="*/ 2841 w 155999"/>
              <a:gd name="csY54" fmla="*/ 107939 h 163088"/>
              <a:gd name="csX55" fmla="*/ 8336 w 155999"/>
              <a:gd name="csY55" fmla="*/ 107616 h 163088"/>
              <a:gd name="csX56" fmla="*/ 28361 w 155999"/>
              <a:gd name="csY56" fmla="*/ 108721 h 163088"/>
              <a:gd name="csX57" fmla="*/ 41785 w 155999"/>
              <a:gd name="csY57" fmla="*/ 111732 h 163088"/>
              <a:gd name="csX58" fmla="*/ 67373 w 155999"/>
              <a:gd name="csY58" fmla="*/ 97647 h 163088"/>
              <a:gd name="csX59" fmla="*/ 67339 w 155999"/>
              <a:gd name="csY59" fmla="*/ 97562 h 163088"/>
              <a:gd name="csX60" fmla="*/ 60091 w 155999"/>
              <a:gd name="csY60" fmla="*/ 83987 h 163088"/>
              <a:gd name="csX61" fmla="*/ 38603 w 155999"/>
              <a:gd name="csY61" fmla="*/ 92068 h 163088"/>
              <a:gd name="csX62" fmla="*/ 33839 w 155999"/>
              <a:gd name="csY62" fmla="*/ 93633 h 163088"/>
              <a:gd name="csX63" fmla="*/ 32274 w 155999"/>
              <a:gd name="csY63" fmla="*/ 88869 h 163088"/>
              <a:gd name="csX64" fmla="*/ 61742 w 155999"/>
              <a:gd name="csY64" fmla="*/ 77098 h 163088"/>
              <a:gd name="csX65" fmla="*/ 70844 w 155999"/>
              <a:gd name="csY65" fmla="*/ 83358 h 163088"/>
              <a:gd name="csX66" fmla="*/ 70861 w 155999"/>
              <a:gd name="csY66" fmla="*/ 83494 h 163088"/>
              <a:gd name="csX67" fmla="*/ 74434 w 155999"/>
              <a:gd name="csY67" fmla="*/ 99331 h 163088"/>
              <a:gd name="csX68" fmla="*/ 74434 w 155999"/>
              <a:gd name="csY68" fmla="*/ 157781 h 163088"/>
              <a:gd name="csX69" fmla="*/ 79742 w 155999"/>
              <a:gd name="csY69" fmla="*/ 163089 h 163088"/>
              <a:gd name="csX70" fmla="*/ 85067 w 155999"/>
              <a:gd name="csY70" fmla="*/ 157781 h 163088"/>
              <a:gd name="csX71" fmla="*/ 85067 w 155999"/>
              <a:gd name="csY71" fmla="*/ 127689 h 163088"/>
              <a:gd name="csX72" fmla="*/ 92060 w 155999"/>
              <a:gd name="csY72" fmla="*/ 110729 h 163088"/>
              <a:gd name="csX73" fmla="*/ 92060 w 155999"/>
              <a:gd name="csY73" fmla="*/ 110831 h 163088"/>
              <a:gd name="csX74" fmla="*/ 97351 w 155999"/>
              <a:gd name="csY74" fmla="*/ 107496 h 163088"/>
              <a:gd name="csX75" fmla="*/ 126563 w 155999"/>
              <a:gd name="csY75" fmla="*/ 112770 h 163088"/>
              <a:gd name="csX76" fmla="*/ 126563 w 155999"/>
              <a:gd name="csY76" fmla="*/ 117788 h 163088"/>
              <a:gd name="csX77" fmla="*/ 121544 w 155999"/>
              <a:gd name="csY77" fmla="*/ 117788 h 163088"/>
              <a:gd name="csX78" fmla="*/ 100056 w 155999"/>
              <a:gd name="csY78" fmla="*/ 114046 h 163088"/>
              <a:gd name="csX79" fmla="*/ 94356 w 155999"/>
              <a:gd name="csY79" fmla="*/ 119132 h 163088"/>
              <a:gd name="csX80" fmla="*/ 94850 w 155999"/>
              <a:gd name="csY80" fmla="*/ 120085 h 163088"/>
              <a:gd name="csX81" fmla="*/ 118379 w 155999"/>
              <a:gd name="csY81" fmla="*/ 132996 h 163088"/>
              <a:gd name="csX82" fmla="*/ 130799 w 155999"/>
              <a:gd name="csY82" fmla="*/ 130053 h 163088"/>
              <a:gd name="csX83" fmla="*/ 147728 w 155999"/>
              <a:gd name="csY83" fmla="*/ 128573 h 163088"/>
              <a:gd name="csX84" fmla="*/ 153155 w 155999"/>
              <a:gd name="csY84" fmla="*/ 128811 h 163088"/>
              <a:gd name="csX85" fmla="*/ 155962 w 155999"/>
              <a:gd name="csY85" fmla="*/ 124133 h 163088"/>
              <a:gd name="csX86" fmla="*/ 127635 w 155999"/>
              <a:gd name="csY86" fmla="*/ 84378 h 163088"/>
              <a:gd name="csX87" fmla="*/ 96194 w 155999"/>
              <a:gd name="csY87" fmla="*/ 95317 h 163088"/>
              <a:gd name="csX88" fmla="*/ 95564 w 155999"/>
              <a:gd name="csY88" fmla="*/ 96490 h 163088"/>
              <a:gd name="csX89" fmla="*/ 89916 w 155999"/>
              <a:gd name="csY89" fmla="*/ 99144 h 163088"/>
              <a:gd name="csX90" fmla="*/ 85067 w 155999"/>
              <a:gd name="csY90" fmla="*/ 102699 h 163088"/>
              <a:gd name="csX91" fmla="*/ 85067 w 155999"/>
              <a:gd name="csY91" fmla="*/ 99331 h 163088"/>
              <a:gd name="csX92" fmla="*/ 69721 w 155999"/>
              <a:gd name="csY92" fmla="*/ 69766 h 163088"/>
              <a:gd name="csX93" fmla="*/ 66250 w 155999"/>
              <a:gd name="csY93" fmla="*/ 68643 h 163088"/>
              <a:gd name="csX94" fmla="*/ 43027 w 155999"/>
              <a:gd name="csY94" fmla="*/ 55017 h 163088"/>
            </a:gdLst>
            <a:ahLst/>
            <a:cxnLst/>
            <a:rect l="l" t="t" r="r" b="b"/>
            <a:pathLst>
              <a:path w="100000" h="100000">
                <a:moveTo>
                  <a:pt x="49065" y="2"/>
                </a:moveTo>
                <a:cubicBezTo>
                  <a:pt x="48481" y="-19"/>
                  <a:pt x="47897" y="117"/>
                  <a:pt x="47386" y="388"/>
                </a:cubicBezTo>
                <a:cubicBezTo>
                  <a:pt x="46875" y="670"/>
                  <a:pt x="46437" y="1077"/>
                  <a:pt x="46134" y="1577"/>
                </a:cubicBezTo>
                <a:lnTo>
                  <a:pt x="35275" y="18965"/>
                </a:lnTo>
                <a:cubicBezTo>
                  <a:pt x="35024" y="19320"/>
                  <a:pt x="34857" y="19726"/>
                  <a:pt x="34784" y="20154"/>
                </a:cubicBezTo>
                <a:cubicBezTo>
                  <a:pt x="34701" y="20592"/>
                  <a:pt x="34701" y="21030"/>
                  <a:pt x="34794" y="21458"/>
                </a:cubicBezTo>
                <a:cubicBezTo>
                  <a:pt x="34888" y="21875"/>
                  <a:pt x="35065" y="22282"/>
                  <a:pt x="35316" y="22636"/>
                </a:cubicBezTo>
                <a:cubicBezTo>
                  <a:pt x="35566" y="23002"/>
                  <a:pt x="35890" y="23304"/>
                  <a:pt x="36255" y="23534"/>
                </a:cubicBezTo>
                <a:cubicBezTo>
                  <a:pt x="36620" y="23763"/>
                  <a:pt x="37037" y="23920"/>
                  <a:pt x="37465" y="23982"/>
                </a:cubicBezTo>
                <a:cubicBezTo>
                  <a:pt x="37903" y="24055"/>
                  <a:pt x="38341" y="24034"/>
                  <a:pt x="38759" y="23930"/>
                </a:cubicBezTo>
                <a:cubicBezTo>
                  <a:pt x="39187" y="23826"/>
                  <a:pt x="39583" y="23638"/>
                  <a:pt x="39937" y="23377"/>
                </a:cubicBezTo>
                <a:cubicBezTo>
                  <a:pt x="40282" y="23116"/>
                  <a:pt x="40573" y="22793"/>
                  <a:pt x="40793" y="22417"/>
                </a:cubicBezTo>
                <a:lnTo>
                  <a:pt x="51663" y="5030"/>
                </a:lnTo>
                <a:cubicBezTo>
                  <a:pt x="51976" y="4550"/>
                  <a:pt x="52153" y="3997"/>
                  <a:pt x="52184" y="3423"/>
                </a:cubicBezTo>
                <a:cubicBezTo>
                  <a:pt x="52205" y="2849"/>
                  <a:pt x="52080" y="2276"/>
                  <a:pt x="51820" y="1765"/>
                </a:cubicBezTo>
                <a:cubicBezTo>
                  <a:pt x="51559" y="1254"/>
                  <a:pt x="51162" y="826"/>
                  <a:pt x="50682" y="513"/>
                </a:cubicBezTo>
                <a:cubicBezTo>
                  <a:pt x="50192" y="211"/>
                  <a:pt x="49639" y="34"/>
                  <a:pt x="49065" y="2"/>
                </a:cubicBezTo>
                <a:close/>
                <a:moveTo>
                  <a:pt x="94706" y="2182"/>
                </a:moveTo>
                <a:cubicBezTo>
                  <a:pt x="94121" y="2151"/>
                  <a:pt x="93538" y="2286"/>
                  <a:pt x="93026" y="2558"/>
                </a:cubicBezTo>
                <a:cubicBezTo>
                  <a:pt x="92515" y="2839"/>
                  <a:pt x="92076" y="3246"/>
                  <a:pt x="91774" y="3746"/>
                </a:cubicBezTo>
                <a:lnTo>
                  <a:pt x="80914" y="21135"/>
                </a:lnTo>
                <a:cubicBezTo>
                  <a:pt x="80664" y="21499"/>
                  <a:pt x="80497" y="21907"/>
                  <a:pt x="80424" y="22334"/>
                </a:cubicBezTo>
                <a:cubicBezTo>
                  <a:pt x="80340" y="22762"/>
                  <a:pt x="80340" y="23200"/>
                  <a:pt x="80435" y="23628"/>
                </a:cubicBezTo>
                <a:cubicBezTo>
                  <a:pt x="80529" y="24055"/>
                  <a:pt x="80706" y="24451"/>
                  <a:pt x="80956" y="24817"/>
                </a:cubicBezTo>
                <a:cubicBezTo>
                  <a:pt x="81207" y="25171"/>
                  <a:pt x="81530" y="25474"/>
                  <a:pt x="81895" y="25703"/>
                </a:cubicBezTo>
                <a:cubicBezTo>
                  <a:pt x="82260" y="25933"/>
                  <a:pt x="82677" y="26089"/>
                  <a:pt x="83105" y="26162"/>
                </a:cubicBezTo>
                <a:cubicBezTo>
                  <a:pt x="83544" y="26224"/>
                  <a:pt x="83981" y="26214"/>
                  <a:pt x="84399" y="26110"/>
                </a:cubicBezTo>
                <a:cubicBezTo>
                  <a:pt x="84826" y="26006"/>
                  <a:pt x="85223" y="25818"/>
                  <a:pt x="85577" y="25557"/>
                </a:cubicBezTo>
                <a:cubicBezTo>
                  <a:pt x="85922" y="25296"/>
                  <a:pt x="86214" y="24963"/>
                  <a:pt x="86433" y="24587"/>
                </a:cubicBezTo>
                <a:lnTo>
                  <a:pt x="97303" y="7199"/>
                </a:lnTo>
                <a:cubicBezTo>
                  <a:pt x="97616" y="6719"/>
                  <a:pt x="97794" y="6167"/>
                  <a:pt x="97825" y="5593"/>
                </a:cubicBezTo>
                <a:cubicBezTo>
                  <a:pt x="97846" y="5019"/>
                  <a:pt x="97721" y="4445"/>
                  <a:pt x="97460" y="3935"/>
                </a:cubicBezTo>
                <a:cubicBezTo>
                  <a:pt x="97199" y="3423"/>
                  <a:pt x="96803" y="2996"/>
                  <a:pt x="96323" y="2683"/>
                </a:cubicBezTo>
                <a:cubicBezTo>
                  <a:pt x="95832" y="2380"/>
                  <a:pt x="95280" y="2203"/>
                  <a:pt x="94706" y="2182"/>
                </a:cubicBezTo>
                <a:close/>
                <a:moveTo>
                  <a:pt x="70795" y="4352"/>
                </a:moveTo>
                <a:cubicBezTo>
                  <a:pt x="70211" y="4331"/>
                  <a:pt x="69638" y="4456"/>
                  <a:pt x="69116" y="4738"/>
                </a:cubicBezTo>
                <a:cubicBezTo>
                  <a:pt x="68604" y="5009"/>
                  <a:pt x="68177" y="5426"/>
                  <a:pt x="67874" y="5927"/>
                </a:cubicBezTo>
                <a:lnTo>
                  <a:pt x="57005" y="23304"/>
                </a:lnTo>
                <a:cubicBezTo>
                  <a:pt x="56764" y="23669"/>
                  <a:pt x="56597" y="24076"/>
                  <a:pt x="56514" y="24503"/>
                </a:cubicBezTo>
                <a:cubicBezTo>
                  <a:pt x="56431" y="24931"/>
                  <a:pt x="56441" y="25369"/>
                  <a:pt x="56535" y="25797"/>
                </a:cubicBezTo>
                <a:cubicBezTo>
                  <a:pt x="56618" y="26224"/>
                  <a:pt x="56795" y="26632"/>
                  <a:pt x="57046" y="26986"/>
                </a:cubicBezTo>
                <a:cubicBezTo>
                  <a:pt x="57296" y="27340"/>
                  <a:pt x="57620" y="27643"/>
                  <a:pt x="57985" y="27873"/>
                </a:cubicBezTo>
                <a:cubicBezTo>
                  <a:pt x="58360" y="28112"/>
                  <a:pt x="58767" y="28258"/>
                  <a:pt x="59205" y="28332"/>
                </a:cubicBezTo>
                <a:cubicBezTo>
                  <a:pt x="59633" y="28405"/>
                  <a:pt x="60071" y="28384"/>
                  <a:pt x="60499" y="28279"/>
                </a:cubicBezTo>
                <a:cubicBezTo>
                  <a:pt x="60916" y="28175"/>
                  <a:pt x="61313" y="27987"/>
                  <a:pt x="61668" y="27727"/>
                </a:cubicBezTo>
                <a:cubicBezTo>
                  <a:pt x="62012" y="27466"/>
                  <a:pt x="62314" y="27132"/>
                  <a:pt x="62533" y="26757"/>
                </a:cubicBezTo>
                <a:lnTo>
                  <a:pt x="73393" y="9379"/>
                </a:lnTo>
                <a:cubicBezTo>
                  <a:pt x="73706" y="8889"/>
                  <a:pt x="73883" y="8336"/>
                  <a:pt x="73914" y="7763"/>
                </a:cubicBezTo>
                <a:cubicBezTo>
                  <a:pt x="73946" y="7189"/>
                  <a:pt x="73821" y="6625"/>
                  <a:pt x="73550" y="6114"/>
                </a:cubicBezTo>
                <a:cubicBezTo>
                  <a:pt x="73288" y="5603"/>
                  <a:pt x="72892" y="5165"/>
                  <a:pt x="72412" y="4863"/>
                </a:cubicBezTo>
                <a:cubicBezTo>
                  <a:pt x="71933" y="4550"/>
                  <a:pt x="71369" y="4372"/>
                  <a:pt x="70795" y="4352"/>
                </a:cubicBezTo>
                <a:close/>
                <a:moveTo>
                  <a:pt x="28556" y="33735"/>
                </a:moveTo>
                <a:cubicBezTo>
                  <a:pt x="26532" y="33662"/>
                  <a:pt x="24425" y="33902"/>
                  <a:pt x="22276" y="34465"/>
                </a:cubicBezTo>
                <a:cubicBezTo>
                  <a:pt x="12282" y="37093"/>
                  <a:pt x="2173" y="46992"/>
                  <a:pt x="2173" y="63295"/>
                </a:cubicBezTo>
                <a:cubicBezTo>
                  <a:pt x="2173" y="64515"/>
                  <a:pt x="2852" y="65621"/>
                  <a:pt x="3915" y="66185"/>
                </a:cubicBezTo>
                <a:cubicBezTo>
                  <a:pt x="4980" y="66747"/>
                  <a:pt x="6283" y="66664"/>
                  <a:pt x="7285" y="65986"/>
                </a:cubicBezTo>
                <a:cubicBezTo>
                  <a:pt x="10603" y="63712"/>
                  <a:pt x="14952" y="65142"/>
                  <a:pt x="19563" y="66664"/>
                </a:cubicBezTo>
                <a:cubicBezTo>
                  <a:pt x="22453" y="67613"/>
                  <a:pt x="25166" y="68510"/>
                  <a:pt x="27795" y="68510"/>
                </a:cubicBezTo>
                <a:cubicBezTo>
                  <a:pt x="34220" y="68510"/>
                  <a:pt x="40355" y="65131"/>
                  <a:pt x="43484" y="59874"/>
                </a:cubicBezTo>
                <a:cubicBezTo>
                  <a:pt x="43484" y="59853"/>
                  <a:pt x="43463" y="59843"/>
                  <a:pt x="43463" y="59822"/>
                </a:cubicBezTo>
                <a:cubicBezTo>
                  <a:pt x="43463" y="52562"/>
                  <a:pt x="40115" y="51759"/>
                  <a:pt x="39019" y="51498"/>
                </a:cubicBezTo>
                <a:cubicBezTo>
                  <a:pt x="33897" y="50278"/>
                  <a:pt x="26720" y="54732"/>
                  <a:pt x="25843" y="56453"/>
                </a:cubicBezTo>
                <a:cubicBezTo>
                  <a:pt x="25301" y="57527"/>
                  <a:pt x="23997" y="57955"/>
                  <a:pt x="22922" y="57413"/>
                </a:cubicBezTo>
                <a:cubicBezTo>
                  <a:pt x="21859" y="56870"/>
                  <a:pt x="21431" y="55556"/>
                  <a:pt x="21963" y="54491"/>
                </a:cubicBezTo>
                <a:cubicBezTo>
                  <a:pt x="23737" y="51008"/>
                  <a:pt x="32990" y="45584"/>
                  <a:pt x="40031" y="47274"/>
                </a:cubicBezTo>
                <a:cubicBezTo>
                  <a:pt x="41669" y="47660"/>
                  <a:pt x="43943" y="48650"/>
                  <a:pt x="45612" y="51112"/>
                </a:cubicBezTo>
                <a:cubicBezTo>
                  <a:pt x="45612" y="51144"/>
                  <a:pt x="45623" y="51164"/>
                  <a:pt x="45623" y="51196"/>
                </a:cubicBezTo>
                <a:cubicBezTo>
                  <a:pt x="47313" y="53146"/>
                  <a:pt x="47814" y="55910"/>
                  <a:pt x="47814" y="60906"/>
                </a:cubicBezTo>
                <a:lnTo>
                  <a:pt x="47814" y="96746"/>
                </a:lnTo>
                <a:cubicBezTo>
                  <a:pt x="47814" y="98550"/>
                  <a:pt x="49274" y="100001"/>
                  <a:pt x="51068" y="100001"/>
                </a:cubicBezTo>
                <a:cubicBezTo>
                  <a:pt x="52873" y="100001"/>
                  <a:pt x="54334" y="98550"/>
                  <a:pt x="54334" y="96746"/>
                </a:cubicBezTo>
                <a:lnTo>
                  <a:pt x="54334" y="78295"/>
                </a:lnTo>
                <a:cubicBezTo>
                  <a:pt x="54334" y="74070"/>
                  <a:pt x="55878" y="70398"/>
                  <a:pt x="58621" y="67895"/>
                </a:cubicBezTo>
                <a:cubicBezTo>
                  <a:pt x="58621" y="67916"/>
                  <a:pt x="58621" y="67937"/>
                  <a:pt x="58621" y="67958"/>
                </a:cubicBezTo>
                <a:cubicBezTo>
                  <a:pt x="59675" y="67029"/>
                  <a:pt x="60791" y="66351"/>
                  <a:pt x="61866" y="65913"/>
                </a:cubicBezTo>
                <a:cubicBezTo>
                  <a:pt x="68302" y="63254"/>
                  <a:pt x="76637" y="66007"/>
                  <a:pt x="79777" y="69147"/>
                </a:cubicBezTo>
                <a:cubicBezTo>
                  <a:pt x="80622" y="70002"/>
                  <a:pt x="80622" y="71368"/>
                  <a:pt x="79777" y="72224"/>
                </a:cubicBezTo>
                <a:cubicBezTo>
                  <a:pt x="78933" y="73069"/>
                  <a:pt x="77555" y="73069"/>
                  <a:pt x="76700" y="72224"/>
                </a:cubicBezTo>
                <a:cubicBezTo>
                  <a:pt x="74770" y="70294"/>
                  <a:pt x="68302" y="67947"/>
                  <a:pt x="63524" y="69929"/>
                </a:cubicBezTo>
                <a:cubicBezTo>
                  <a:pt x="62001" y="70566"/>
                  <a:pt x="60843" y="71609"/>
                  <a:pt x="60029" y="73048"/>
                </a:cubicBezTo>
                <a:cubicBezTo>
                  <a:pt x="60134" y="73246"/>
                  <a:pt x="60217" y="73444"/>
                  <a:pt x="60332" y="73632"/>
                </a:cubicBezTo>
                <a:cubicBezTo>
                  <a:pt x="63044" y="78378"/>
                  <a:pt x="68855" y="81549"/>
                  <a:pt x="74759" y="81549"/>
                </a:cubicBezTo>
                <a:cubicBezTo>
                  <a:pt x="77221" y="81549"/>
                  <a:pt x="79715" y="80683"/>
                  <a:pt x="82375" y="79744"/>
                </a:cubicBezTo>
                <a:cubicBezTo>
                  <a:pt x="86996" y="78117"/>
                  <a:pt x="90220" y="77179"/>
                  <a:pt x="92755" y="78837"/>
                </a:cubicBezTo>
                <a:cubicBezTo>
                  <a:pt x="93756" y="79504"/>
                  <a:pt x="95039" y="79546"/>
                  <a:pt x="96083" y="78983"/>
                </a:cubicBezTo>
                <a:cubicBezTo>
                  <a:pt x="97147" y="78420"/>
                  <a:pt x="97804" y="77314"/>
                  <a:pt x="97804" y="76114"/>
                </a:cubicBezTo>
                <a:cubicBezTo>
                  <a:pt x="97804" y="61605"/>
                  <a:pt x="88457" y="53908"/>
                  <a:pt x="80435" y="51738"/>
                </a:cubicBezTo>
                <a:cubicBezTo>
                  <a:pt x="72391" y="49537"/>
                  <a:pt x="64828" y="52187"/>
                  <a:pt x="61156" y="58445"/>
                </a:cubicBezTo>
                <a:cubicBezTo>
                  <a:pt x="61031" y="58685"/>
                  <a:pt x="60874" y="58925"/>
                  <a:pt x="60770" y="59164"/>
                </a:cubicBezTo>
                <a:cubicBezTo>
                  <a:pt x="59571" y="59582"/>
                  <a:pt x="58412" y="60145"/>
                  <a:pt x="57307" y="60792"/>
                </a:cubicBezTo>
                <a:cubicBezTo>
                  <a:pt x="56243" y="61449"/>
                  <a:pt x="55241" y="62169"/>
                  <a:pt x="54334" y="62972"/>
                </a:cubicBezTo>
                <a:lnTo>
                  <a:pt x="54334" y="60906"/>
                </a:lnTo>
                <a:cubicBezTo>
                  <a:pt x="54334" y="53845"/>
                  <a:pt x="53614" y="47128"/>
                  <a:pt x="44924" y="42778"/>
                </a:cubicBezTo>
                <a:cubicBezTo>
                  <a:pt x="44485" y="42570"/>
                  <a:pt x="43745" y="42309"/>
                  <a:pt x="42796" y="42090"/>
                </a:cubicBezTo>
                <a:cubicBezTo>
                  <a:pt x="39895" y="36937"/>
                  <a:pt x="34628" y="33964"/>
                  <a:pt x="28556" y="3373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9" name="Красный — SVG 12">
            <a:extLst>
              <a:ext uri="{FF2B5EF4-FFF2-40B4-BE49-F238E27FC236}">
                <a16:creationId xmlns:a16="http://schemas.microsoft.com/office/drawing/2014/main" id="{F51FEAAE-1CF4-424C-8310-ABBFC8E43613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108106 w 155956"/>
              <a:gd name="csY0" fmla="*/ 138215 h 148847"/>
              <a:gd name="csX1" fmla="*/ 95700 w 155956"/>
              <a:gd name="csY1" fmla="*/ 122259 h 148847"/>
              <a:gd name="csX2" fmla="*/ 96714 w 155956"/>
              <a:gd name="csY2" fmla="*/ 116900 h 148847"/>
              <a:gd name="csX3" fmla="*/ 95700 w 155956"/>
              <a:gd name="csY3" fmla="*/ 116951 h 148847"/>
              <a:gd name="csX4" fmla="*/ 77978 w 155956"/>
              <a:gd name="csY4" fmla="*/ 112665 h 148847"/>
              <a:gd name="csX5" fmla="*/ 60256 w 155956"/>
              <a:gd name="csY5" fmla="*/ 116951 h 148847"/>
              <a:gd name="csX6" fmla="*/ 59242 w 155956"/>
              <a:gd name="csY6" fmla="*/ 116900 h 148847"/>
              <a:gd name="csX7" fmla="*/ 60256 w 155956"/>
              <a:gd name="csY7" fmla="*/ 122259 h 148847"/>
              <a:gd name="csX8" fmla="*/ 47850 w 155956"/>
              <a:gd name="csY8" fmla="*/ 138215 h 148847"/>
              <a:gd name="csX9" fmla="*/ 42534 w 155956"/>
              <a:gd name="csY9" fmla="*/ 143523 h 148847"/>
              <a:gd name="csX10" fmla="*/ 47850 w 155956"/>
              <a:gd name="csY10" fmla="*/ 148847 h 148847"/>
              <a:gd name="csX11" fmla="*/ 108106 w 155956"/>
              <a:gd name="csY11" fmla="*/ 148847 h 148847"/>
              <a:gd name="csX12" fmla="*/ 113423 w 155956"/>
              <a:gd name="csY12" fmla="*/ 143523 h 148847"/>
              <a:gd name="csX13" fmla="*/ 108106 w 155956"/>
              <a:gd name="csY13" fmla="*/ 138215 h 148847"/>
              <a:gd name="csX14" fmla="*/ 140595 w 155956"/>
              <a:gd name="csY14" fmla="*/ 52105 h 148847"/>
              <a:gd name="csX15" fmla="*/ 141778 w 155956"/>
              <a:gd name="csY15" fmla="*/ 44297 h 148847"/>
              <a:gd name="csX16" fmla="*/ 115418 w 155956"/>
              <a:gd name="csY16" fmla="*/ 17726 h 148847"/>
              <a:gd name="csX17" fmla="*/ 90384 w 155956"/>
              <a:gd name="csY17" fmla="*/ 0 h 148847"/>
              <a:gd name="csX18" fmla="*/ 77978 w 155956"/>
              <a:gd name="csY18" fmla="*/ 3079 h 148847"/>
              <a:gd name="csX19" fmla="*/ 65573 w 155956"/>
              <a:gd name="csY19" fmla="*/ 0 h 148847"/>
              <a:gd name="csX20" fmla="*/ 40538 w 155956"/>
              <a:gd name="csY20" fmla="*/ 17726 h 148847"/>
              <a:gd name="csX21" fmla="*/ 14178 w 155956"/>
              <a:gd name="csY21" fmla="*/ 44297 h 148847"/>
              <a:gd name="csX22" fmla="*/ 15362 w 155956"/>
              <a:gd name="csY22" fmla="*/ 52105 h 148847"/>
              <a:gd name="csX23" fmla="*/ 0 w 155956"/>
              <a:gd name="csY23" fmla="*/ 76193 h 148847"/>
              <a:gd name="csX24" fmla="*/ 26583 w 155956"/>
              <a:gd name="csY24" fmla="*/ 102781 h 148847"/>
              <a:gd name="csX25" fmla="*/ 37603 w 155956"/>
              <a:gd name="csY25" fmla="*/ 100383 h 148847"/>
              <a:gd name="csX26" fmla="*/ 60256 w 155956"/>
              <a:gd name="csY26" fmla="*/ 109858 h 148847"/>
              <a:gd name="csX27" fmla="*/ 77978 w 155956"/>
              <a:gd name="csY27" fmla="*/ 104465 h 148847"/>
              <a:gd name="csX28" fmla="*/ 95700 w 155956"/>
              <a:gd name="csY28" fmla="*/ 109858 h 148847"/>
              <a:gd name="csX29" fmla="*/ 118353 w 155956"/>
              <a:gd name="csY29" fmla="*/ 100383 h 148847"/>
              <a:gd name="csX30" fmla="*/ 129373 w 155956"/>
              <a:gd name="csY30" fmla="*/ 102781 h 148847"/>
              <a:gd name="csX31" fmla="*/ 155956 w 155956"/>
              <a:gd name="csY31" fmla="*/ 76193 h 148847"/>
              <a:gd name="csX32" fmla="*/ 140595 w 155956"/>
              <a:gd name="csY32" fmla="*/ 52105 h 148847"/>
            </a:gdLst>
            <a:ahLst/>
            <a:cxnLst/>
            <a:rect l="l" t="t" r="r" b="b"/>
            <a:pathLst>
              <a:path w="100000" h="100000">
                <a:moveTo>
                  <a:pt x="69318" y="90904"/>
                </a:moveTo>
                <a:cubicBezTo>
                  <a:pt x="61455" y="90904"/>
                  <a:pt x="61363" y="80781"/>
                  <a:pt x="61363" y="80672"/>
                </a:cubicBezTo>
                <a:cubicBezTo>
                  <a:pt x="61363" y="79418"/>
                  <a:pt x="61618" y="78283"/>
                  <a:pt x="62014" y="77236"/>
                </a:cubicBezTo>
                <a:cubicBezTo>
                  <a:pt x="61798" y="77247"/>
                  <a:pt x="61582" y="77269"/>
                  <a:pt x="61363" y="77269"/>
                </a:cubicBezTo>
                <a:cubicBezTo>
                  <a:pt x="57382" y="77269"/>
                  <a:pt x="53496" y="76320"/>
                  <a:pt x="50000" y="74521"/>
                </a:cubicBezTo>
                <a:cubicBezTo>
                  <a:pt x="46505" y="76320"/>
                  <a:pt x="42618" y="77269"/>
                  <a:pt x="38637" y="77269"/>
                </a:cubicBezTo>
                <a:cubicBezTo>
                  <a:pt x="38419" y="77269"/>
                  <a:pt x="38202" y="77247"/>
                  <a:pt x="37986" y="77236"/>
                </a:cubicBezTo>
                <a:cubicBezTo>
                  <a:pt x="38382" y="78283"/>
                  <a:pt x="38637" y="79418"/>
                  <a:pt x="38637" y="80672"/>
                </a:cubicBezTo>
                <a:cubicBezTo>
                  <a:pt x="38637" y="80781"/>
                  <a:pt x="38545" y="90904"/>
                  <a:pt x="30682" y="90904"/>
                </a:cubicBezTo>
                <a:cubicBezTo>
                  <a:pt x="28798" y="90904"/>
                  <a:pt x="27273" y="92431"/>
                  <a:pt x="27273" y="94307"/>
                </a:cubicBezTo>
                <a:cubicBezTo>
                  <a:pt x="27273" y="96194"/>
                  <a:pt x="28798" y="97721"/>
                  <a:pt x="30682" y="97721"/>
                </a:cubicBezTo>
                <a:lnTo>
                  <a:pt x="69318" y="97721"/>
                </a:lnTo>
                <a:cubicBezTo>
                  <a:pt x="71202" y="97721"/>
                  <a:pt x="72728" y="96194"/>
                  <a:pt x="72728" y="94307"/>
                </a:cubicBezTo>
                <a:cubicBezTo>
                  <a:pt x="72728" y="92431"/>
                  <a:pt x="71202" y="90904"/>
                  <a:pt x="69318" y="90904"/>
                </a:cubicBezTo>
                <a:close/>
                <a:moveTo>
                  <a:pt x="90150" y="35689"/>
                </a:moveTo>
                <a:cubicBezTo>
                  <a:pt x="90650" y="34075"/>
                  <a:pt x="90909" y="32384"/>
                  <a:pt x="90909" y="30683"/>
                </a:cubicBezTo>
                <a:cubicBezTo>
                  <a:pt x="90909" y="21335"/>
                  <a:pt x="83339" y="13721"/>
                  <a:pt x="74007" y="13645"/>
                </a:cubicBezTo>
                <a:cubicBezTo>
                  <a:pt x="71634" y="6980"/>
                  <a:pt x="65216" y="2279"/>
                  <a:pt x="57955" y="2279"/>
                </a:cubicBezTo>
                <a:cubicBezTo>
                  <a:pt x="55157" y="2279"/>
                  <a:pt x="52446" y="2956"/>
                  <a:pt x="50000" y="4253"/>
                </a:cubicBezTo>
                <a:cubicBezTo>
                  <a:pt x="47554" y="2956"/>
                  <a:pt x="44843" y="2279"/>
                  <a:pt x="42046" y="2279"/>
                </a:cubicBezTo>
                <a:cubicBezTo>
                  <a:pt x="34784" y="2279"/>
                  <a:pt x="28366" y="6980"/>
                  <a:pt x="25993" y="13645"/>
                </a:cubicBezTo>
                <a:cubicBezTo>
                  <a:pt x="16661" y="13721"/>
                  <a:pt x="9091" y="21335"/>
                  <a:pt x="9091" y="30683"/>
                </a:cubicBezTo>
                <a:cubicBezTo>
                  <a:pt x="9091" y="32384"/>
                  <a:pt x="9350" y="34075"/>
                  <a:pt x="9850" y="35689"/>
                </a:cubicBezTo>
                <a:cubicBezTo>
                  <a:pt x="3961" y="38427"/>
                  <a:pt x="0" y="44394"/>
                  <a:pt x="0" y="51135"/>
                </a:cubicBezTo>
                <a:cubicBezTo>
                  <a:pt x="0" y="60537"/>
                  <a:pt x="7646" y="68183"/>
                  <a:pt x="17045" y="68183"/>
                </a:cubicBezTo>
                <a:cubicBezTo>
                  <a:pt x="19507" y="68183"/>
                  <a:pt x="21905" y="67659"/>
                  <a:pt x="24111" y="66645"/>
                </a:cubicBezTo>
                <a:cubicBezTo>
                  <a:pt x="27927" y="70496"/>
                  <a:pt x="33168" y="72721"/>
                  <a:pt x="38637" y="72721"/>
                </a:cubicBezTo>
                <a:cubicBezTo>
                  <a:pt x="42702" y="72721"/>
                  <a:pt x="46648" y="71510"/>
                  <a:pt x="50000" y="69263"/>
                </a:cubicBezTo>
                <a:cubicBezTo>
                  <a:pt x="53352" y="71510"/>
                  <a:pt x="57298" y="72721"/>
                  <a:pt x="61363" y="72721"/>
                </a:cubicBezTo>
                <a:cubicBezTo>
                  <a:pt x="66832" y="72721"/>
                  <a:pt x="72073" y="70496"/>
                  <a:pt x="75889" y="66645"/>
                </a:cubicBezTo>
                <a:cubicBezTo>
                  <a:pt x="78096" y="67659"/>
                  <a:pt x="80493" y="68183"/>
                  <a:pt x="82955" y="68183"/>
                </a:cubicBezTo>
                <a:cubicBezTo>
                  <a:pt x="92355" y="68183"/>
                  <a:pt x="100000" y="60537"/>
                  <a:pt x="100000" y="51135"/>
                </a:cubicBezTo>
                <a:cubicBezTo>
                  <a:pt x="100000" y="44394"/>
                  <a:pt x="96039" y="38427"/>
                  <a:pt x="90150" y="3568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0" name="Красный — SVG 13">
            <a:extLst>
              <a:ext uri="{FF2B5EF4-FFF2-40B4-BE49-F238E27FC236}">
                <a16:creationId xmlns:a16="http://schemas.microsoft.com/office/drawing/2014/main" id="{0D32D127-7D20-A34E-AB14-E9751635787B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113428 w 138234"/>
              <a:gd name="csY0" fmla="*/ 72654 h 148847"/>
              <a:gd name="csX1" fmla="*/ 129234 w 138234"/>
              <a:gd name="csY1" fmla="*/ 49979 h 148847"/>
              <a:gd name="csX2" fmla="*/ 136176 w 138234"/>
              <a:gd name="csY2" fmla="*/ 44960 h 148847"/>
              <a:gd name="csX3" fmla="*/ 138132 w 138234"/>
              <a:gd name="csY3" fmla="*/ 39721 h 148847"/>
              <a:gd name="csX4" fmla="*/ 134593 w 138234"/>
              <a:gd name="csY4" fmla="*/ 21995 h 148847"/>
              <a:gd name="csX5" fmla="*/ 129370 w 138234"/>
              <a:gd name="csY5" fmla="*/ 17726 h 148847"/>
              <a:gd name="csX6" fmla="*/ 83842 w 138234"/>
              <a:gd name="csY6" fmla="*/ 1922 h 148847"/>
              <a:gd name="csX7" fmla="*/ 79759 w 138234"/>
              <a:gd name="csY7" fmla="*/ 0 h 148847"/>
              <a:gd name="csX8" fmla="*/ 58492 w 138234"/>
              <a:gd name="csY8" fmla="*/ 0 h 148847"/>
              <a:gd name="csX9" fmla="*/ 54392 w 138234"/>
              <a:gd name="csY9" fmla="*/ 1922 h 148847"/>
              <a:gd name="csX10" fmla="*/ 8864 w 138234"/>
              <a:gd name="csY10" fmla="*/ 17726 h 148847"/>
              <a:gd name="csX11" fmla="*/ 3641 w 138234"/>
              <a:gd name="csY11" fmla="*/ 21995 h 148847"/>
              <a:gd name="csX12" fmla="*/ 102 w 138234"/>
              <a:gd name="csY12" fmla="*/ 39721 h 148847"/>
              <a:gd name="csX13" fmla="*/ 2042 w 138234"/>
              <a:gd name="csY13" fmla="*/ 44943 h 148847"/>
              <a:gd name="csX14" fmla="*/ 5768 w 138234"/>
              <a:gd name="csY14" fmla="*/ 47801 h 148847"/>
              <a:gd name="csX15" fmla="*/ 21267 w 138234"/>
              <a:gd name="csY15" fmla="*/ 72654 h 148847"/>
              <a:gd name="csX16" fmla="*/ 2161 w 138234"/>
              <a:gd name="csY16" fmla="*/ 105673 h 148847"/>
              <a:gd name="csX17" fmla="*/ 987 w 138234"/>
              <a:gd name="csY17" fmla="*/ 112801 h 148847"/>
              <a:gd name="csX18" fmla="*/ 11518 w 138234"/>
              <a:gd name="csY18" fmla="*/ 128740 h 148847"/>
              <a:gd name="csX19" fmla="*/ 15959 w 138234"/>
              <a:gd name="csY19" fmla="*/ 131122 h 148847"/>
              <a:gd name="csX20" fmla="*/ 65349 w 138234"/>
              <a:gd name="csY20" fmla="*/ 147299 h 148847"/>
              <a:gd name="csX21" fmla="*/ 69125 w 138234"/>
              <a:gd name="csY21" fmla="*/ 148847 h 148847"/>
              <a:gd name="csX22" fmla="*/ 72886 w 138234"/>
              <a:gd name="csY22" fmla="*/ 147299 h 148847"/>
              <a:gd name="csX23" fmla="*/ 122292 w 138234"/>
              <a:gd name="csY23" fmla="*/ 131122 h 148847"/>
              <a:gd name="csX24" fmla="*/ 126546 w 138234"/>
              <a:gd name="csY24" fmla="*/ 128995 h 148847"/>
              <a:gd name="csX25" fmla="*/ 137179 w 138234"/>
              <a:gd name="csY25" fmla="*/ 114825 h 148847"/>
              <a:gd name="csX26" fmla="*/ 136227 w 138234"/>
              <a:gd name="csY26" fmla="*/ 107476 h 148847"/>
              <a:gd name="csX27" fmla="*/ 113428 w 138234"/>
              <a:gd name="csY27" fmla="*/ 72654 h 148847"/>
            </a:gdLst>
            <a:ahLst/>
            <a:cxnLst/>
            <a:rect l="l" t="t" r="r" b="b"/>
            <a:pathLst>
              <a:path w="100000" h="100000">
                <a:moveTo>
                  <a:pt x="79769" y="48811"/>
                </a:moveTo>
                <a:cubicBezTo>
                  <a:pt x="79769" y="40983"/>
                  <a:pt x="83988" y="38046"/>
                  <a:pt x="90388" y="33577"/>
                </a:cubicBezTo>
                <a:cubicBezTo>
                  <a:pt x="91909" y="32515"/>
                  <a:pt x="93486" y="31417"/>
                  <a:pt x="95052" y="30206"/>
                </a:cubicBezTo>
                <a:cubicBezTo>
                  <a:pt x="96127" y="29383"/>
                  <a:pt x="96629" y="28011"/>
                  <a:pt x="96366" y="26686"/>
                </a:cubicBezTo>
                <a:lnTo>
                  <a:pt x="93989" y="14777"/>
                </a:lnTo>
                <a:cubicBezTo>
                  <a:pt x="93646" y="13109"/>
                  <a:pt x="92183" y="11909"/>
                  <a:pt x="90480" y="11909"/>
                </a:cubicBezTo>
                <a:cubicBezTo>
                  <a:pt x="76650" y="11909"/>
                  <a:pt x="65494" y="8034"/>
                  <a:pt x="59893" y="1291"/>
                </a:cubicBezTo>
                <a:cubicBezTo>
                  <a:pt x="59218" y="469"/>
                  <a:pt x="58201" y="0"/>
                  <a:pt x="57150" y="0"/>
                </a:cubicBezTo>
                <a:lnTo>
                  <a:pt x="42862" y="0"/>
                </a:lnTo>
                <a:cubicBezTo>
                  <a:pt x="41799" y="0"/>
                  <a:pt x="40782" y="469"/>
                  <a:pt x="40107" y="1291"/>
                </a:cubicBezTo>
                <a:cubicBezTo>
                  <a:pt x="34507" y="8034"/>
                  <a:pt x="23363" y="11909"/>
                  <a:pt x="9520" y="11909"/>
                </a:cubicBezTo>
                <a:cubicBezTo>
                  <a:pt x="7817" y="11909"/>
                  <a:pt x="6354" y="13109"/>
                  <a:pt x="6011" y="14777"/>
                </a:cubicBezTo>
                <a:lnTo>
                  <a:pt x="3634" y="26686"/>
                </a:lnTo>
                <a:cubicBezTo>
                  <a:pt x="3371" y="28011"/>
                  <a:pt x="3874" y="29371"/>
                  <a:pt x="4937" y="30194"/>
                </a:cubicBezTo>
                <a:cubicBezTo>
                  <a:pt x="5794" y="30869"/>
                  <a:pt x="6629" y="31497"/>
                  <a:pt x="7440" y="32114"/>
                </a:cubicBezTo>
                <a:cubicBezTo>
                  <a:pt x="14150" y="37211"/>
                  <a:pt x="17853" y="40023"/>
                  <a:pt x="17853" y="48811"/>
                </a:cubicBezTo>
                <a:cubicBezTo>
                  <a:pt x="17853" y="58960"/>
                  <a:pt x="12938" y="64823"/>
                  <a:pt x="5017" y="70994"/>
                </a:cubicBezTo>
                <a:cubicBezTo>
                  <a:pt x="3554" y="72137"/>
                  <a:pt x="3200" y="74217"/>
                  <a:pt x="4228" y="75783"/>
                </a:cubicBezTo>
                <a:lnTo>
                  <a:pt x="11303" y="86491"/>
                </a:lnTo>
                <a:cubicBezTo>
                  <a:pt x="11955" y="87497"/>
                  <a:pt x="13086" y="88092"/>
                  <a:pt x="14287" y="88092"/>
                </a:cubicBezTo>
                <a:cubicBezTo>
                  <a:pt x="32746" y="88092"/>
                  <a:pt x="42519" y="94000"/>
                  <a:pt x="47469" y="98960"/>
                </a:cubicBezTo>
                <a:cubicBezTo>
                  <a:pt x="48177" y="99657"/>
                  <a:pt x="49092" y="100000"/>
                  <a:pt x="50005" y="100000"/>
                </a:cubicBezTo>
                <a:cubicBezTo>
                  <a:pt x="50920" y="100000"/>
                  <a:pt x="51835" y="99657"/>
                  <a:pt x="52532" y="98960"/>
                </a:cubicBezTo>
                <a:cubicBezTo>
                  <a:pt x="57481" y="94000"/>
                  <a:pt x="67265" y="88092"/>
                  <a:pt x="85725" y="88092"/>
                </a:cubicBezTo>
                <a:cubicBezTo>
                  <a:pt x="86845" y="88092"/>
                  <a:pt x="87908" y="87566"/>
                  <a:pt x="88583" y="86663"/>
                </a:cubicBezTo>
                <a:lnTo>
                  <a:pt x="95726" y="77143"/>
                </a:lnTo>
                <a:cubicBezTo>
                  <a:pt x="96880" y="75600"/>
                  <a:pt x="96595" y="73406"/>
                  <a:pt x="95087" y="72206"/>
                </a:cubicBezTo>
                <a:cubicBezTo>
                  <a:pt x="87131" y="65863"/>
                  <a:pt x="79769" y="58640"/>
                  <a:pt x="79769" y="4881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1" name="Красный — SVG 14">
            <a:extLst>
              <a:ext uri="{FF2B5EF4-FFF2-40B4-BE49-F238E27FC236}">
                <a16:creationId xmlns:a16="http://schemas.microsoft.com/office/drawing/2014/main" id="{F1958B26-5187-8B4D-90D1-CBD5D99A8239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16622 w 141124"/>
              <a:gd name="csY0" fmla="*/ 0 h 155906"/>
              <a:gd name="csX1" fmla="*/ 4900 w 141124"/>
              <a:gd name="csY1" fmla="*/ 4814 h 155906"/>
              <a:gd name="csX2" fmla="*/ 0 w 141124"/>
              <a:gd name="csY2" fmla="*/ 16501 h 155906"/>
              <a:gd name="csX3" fmla="*/ 0 w 141124"/>
              <a:gd name="csY3" fmla="*/ 139406 h 155906"/>
              <a:gd name="csX4" fmla="*/ 4883 w 141124"/>
              <a:gd name="csY4" fmla="*/ 151093 h 155906"/>
              <a:gd name="csX5" fmla="*/ 16622 w 141124"/>
              <a:gd name="csY5" fmla="*/ 155907 h 155906"/>
              <a:gd name="csX6" fmla="*/ 114636 w 141124"/>
              <a:gd name="csY6" fmla="*/ 155907 h 155906"/>
              <a:gd name="csX7" fmla="*/ 126376 w 141124"/>
              <a:gd name="csY7" fmla="*/ 151093 h 155906"/>
              <a:gd name="csX8" fmla="*/ 131275 w 141124"/>
              <a:gd name="csY8" fmla="*/ 139406 h 155906"/>
              <a:gd name="csX9" fmla="*/ 131174 w 141124"/>
              <a:gd name="csY9" fmla="*/ 53738 h 155906"/>
              <a:gd name="csX10" fmla="*/ 131088 w 141124"/>
              <a:gd name="csY10" fmla="*/ 52939 h 155906"/>
              <a:gd name="csX11" fmla="*/ 139901 w 141124"/>
              <a:gd name="csY11" fmla="*/ 42324 h 155906"/>
              <a:gd name="csX12" fmla="*/ 141109 w 141124"/>
              <a:gd name="csY12" fmla="*/ 38530 h 155906"/>
              <a:gd name="csX13" fmla="*/ 139340 w 141124"/>
              <a:gd name="csY13" fmla="*/ 34941 h 155906"/>
              <a:gd name="csX14" fmla="*/ 116678 w 141124"/>
              <a:gd name="csY14" fmla="*/ 14953 h 155906"/>
              <a:gd name="csX15" fmla="*/ 113292 w 141124"/>
              <a:gd name="csY15" fmla="*/ 13626 h 155906"/>
              <a:gd name="csX16" fmla="*/ 110961 w 141124"/>
              <a:gd name="csY16" fmla="*/ 14102 h 155906"/>
              <a:gd name="csX17" fmla="*/ 109073 w 141124"/>
              <a:gd name="csY17" fmla="*/ 15531 h 155906"/>
              <a:gd name="csX18" fmla="*/ 101009 w 141124"/>
              <a:gd name="csY18" fmla="*/ 25261 h 155906"/>
              <a:gd name="csX19" fmla="*/ 99018 w 141124"/>
              <a:gd name="csY19" fmla="*/ 24836 h 155906"/>
              <a:gd name="csX20" fmla="*/ 77956 w 141124"/>
              <a:gd name="csY20" fmla="*/ 24836 h 155906"/>
              <a:gd name="csX21" fmla="*/ 77973 w 141124"/>
              <a:gd name="csY21" fmla="*/ 16501 h 155906"/>
              <a:gd name="csX22" fmla="*/ 73073 w 141124"/>
              <a:gd name="csY22" fmla="*/ 4831 h 155906"/>
              <a:gd name="csX23" fmla="*/ 61350 w 141124"/>
              <a:gd name="csY23" fmla="*/ 17 h 155906"/>
              <a:gd name="csX24" fmla="*/ 16622 w 141124"/>
              <a:gd name="csY24" fmla="*/ 0 h 155906"/>
              <a:gd name="csX25" fmla="*/ 26626 w 141124"/>
              <a:gd name="csY25" fmla="*/ 14204 h 155906"/>
              <a:gd name="csX26" fmla="*/ 51380 w 141124"/>
              <a:gd name="csY26" fmla="*/ 14204 h 155906"/>
              <a:gd name="csX27" fmla="*/ 56757 w 141124"/>
              <a:gd name="csY27" fmla="*/ 19529 h 155906"/>
              <a:gd name="csX28" fmla="*/ 51380 w 141124"/>
              <a:gd name="csY28" fmla="*/ 24870 h 155906"/>
              <a:gd name="csX29" fmla="*/ 26626 w 141124"/>
              <a:gd name="csY29" fmla="*/ 24870 h 155906"/>
              <a:gd name="csX30" fmla="*/ 21233 w 141124"/>
              <a:gd name="csY30" fmla="*/ 19529 h 155906"/>
              <a:gd name="csX31" fmla="*/ 26626 w 141124"/>
              <a:gd name="csY31" fmla="*/ 14204 h 155906"/>
              <a:gd name="csX32" fmla="*/ 113752 w 141124"/>
              <a:gd name="csY32" fmla="*/ 26537 h 155906"/>
              <a:gd name="csX33" fmla="*/ 128434 w 141124"/>
              <a:gd name="csY33" fmla="*/ 39500 h 155906"/>
              <a:gd name="csX34" fmla="*/ 124079 w 141124"/>
              <a:gd name="csY34" fmla="*/ 44739 h 155906"/>
              <a:gd name="csX35" fmla="*/ 109396 w 141124"/>
              <a:gd name="csY35" fmla="*/ 31777 h 155906"/>
              <a:gd name="csX36" fmla="*/ 113752 w 141124"/>
              <a:gd name="csY36" fmla="*/ 26537 h 155906"/>
              <a:gd name="csX37" fmla="*/ 24890 w 141124"/>
              <a:gd name="csY37" fmla="*/ 60236 h 155906"/>
              <a:gd name="csX38" fmla="*/ 106266 w 141124"/>
              <a:gd name="csY38" fmla="*/ 60236 h 155906"/>
              <a:gd name="csX39" fmla="*/ 109805 w 141124"/>
              <a:gd name="csY39" fmla="*/ 63775 h 155906"/>
              <a:gd name="csX40" fmla="*/ 109805 w 141124"/>
              <a:gd name="csY40" fmla="*/ 131054 h 155906"/>
              <a:gd name="csX41" fmla="*/ 106266 w 141124"/>
              <a:gd name="csY41" fmla="*/ 134609 h 155906"/>
              <a:gd name="csX42" fmla="*/ 24890 w 141124"/>
              <a:gd name="csY42" fmla="*/ 134609 h 155906"/>
              <a:gd name="csX43" fmla="*/ 21335 w 141124"/>
              <a:gd name="csY43" fmla="*/ 131054 h 155906"/>
              <a:gd name="csX44" fmla="*/ 21335 w 141124"/>
              <a:gd name="csY44" fmla="*/ 63775 h 155906"/>
              <a:gd name="csX45" fmla="*/ 24890 w 141124"/>
              <a:gd name="csY45" fmla="*/ 60236 h 155906"/>
              <a:gd name="csX46" fmla="*/ 58305 w 141124"/>
              <a:gd name="csY46" fmla="*/ 77877 h 155906"/>
              <a:gd name="csX47" fmla="*/ 46957 w 141124"/>
              <a:gd name="csY47" fmla="*/ 78812 h 155906"/>
              <a:gd name="csX48" fmla="*/ 43861 w 141124"/>
              <a:gd name="csY48" fmla="*/ 80752 h 155906"/>
              <a:gd name="csX49" fmla="*/ 42738 w 141124"/>
              <a:gd name="csY49" fmla="*/ 84239 h 155906"/>
              <a:gd name="csX50" fmla="*/ 44337 w 141124"/>
              <a:gd name="csY50" fmla="*/ 95058 h 155906"/>
              <a:gd name="csX51" fmla="*/ 53932 w 141124"/>
              <a:gd name="csY51" fmla="*/ 113141 h 155906"/>
              <a:gd name="csX52" fmla="*/ 78228 w 141124"/>
              <a:gd name="csY52" fmla="*/ 114995 h 155906"/>
              <a:gd name="csX53" fmla="*/ 81222 w 141124"/>
              <a:gd name="csY53" fmla="*/ 118414 h 155906"/>
              <a:gd name="csX54" fmla="*/ 82804 w 141124"/>
              <a:gd name="csY54" fmla="*/ 119758 h 155906"/>
              <a:gd name="csX55" fmla="*/ 84778 w 141124"/>
              <a:gd name="csY55" fmla="*/ 120405 h 155906"/>
              <a:gd name="csX56" fmla="*/ 86854 w 141124"/>
              <a:gd name="csY56" fmla="*/ 120235 h 155906"/>
              <a:gd name="csX57" fmla="*/ 88691 w 141124"/>
              <a:gd name="csY57" fmla="*/ 119299 h 155906"/>
              <a:gd name="csX58" fmla="*/ 90035 w 141124"/>
              <a:gd name="csY58" fmla="*/ 117717 h 155906"/>
              <a:gd name="csX59" fmla="*/ 90682 w 141124"/>
              <a:gd name="csY59" fmla="*/ 115744 h 155906"/>
              <a:gd name="csX60" fmla="*/ 90511 w 141124"/>
              <a:gd name="csY60" fmla="*/ 113685 h 155906"/>
              <a:gd name="csX61" fmla="*/ 89575 w 141124"/>
              <a:gd name="csY61" fmla="*/ 111831 h 155906"/>
              <a:gd name="csX62" fmla="*/ 84999 w 141124"/>
              <a:gd name="csY62" fmla="*/ 106711 h 155906"/>
              <a:gd name="csX63" fmla="*/ 86700 w 141124"/>
              <a:gd name="csY63" fmla="*/ 99090 h 155906"/>
              <a:gd name="csX64" fmla="*/ 80320 w 141124"/>
              <a:gd name="csY64" fmla="*/ 85192 h 155906"/>
              <a:gd name="csX65" fmla="*/ 58305 w 141124"/>
              <a:gd name="csY65" fmla="*/ 77877 h 155906"/>
              <a:gd name="csX66" fmla="*/ 58067 w 141124"/>
              <a:gd name="csY66" fmla="*/ 88781 h 155906"/>
              <a:gd name="csX67" fmla="*/ 73804 w 141124"/>
              <a:gd name="csY67" fmla="*/ 93595 h 155906"/>
              <a:gd name="csX68" fmla="*/ 73804 w 141124"/>
              <a:gd name="csY68" fmla="*/ 93595 h 155906"/>
              <a:gd name="csX69" fmla="*/ 76067 w 141124"/>
              <a:gd name="csY69" fmla="*/ 98852 h 155906"/>
              <a:gd name="csX70" fmla="*/ 76033 w 141124"/>
              <a:gd name="csY70" fmla="*/ 99175 h 155906"/>
              <a:gd name="csX71" fmla="*/ 68989 w 141124"/>
              <a:gd name="csY71" fmla="*/ 94752 h 155906"/>
              <a:gd name="csX72" fmla="*/ 66437 w 141124"/>
              <a:gd name="csY72" fmla="*/ 94071 h 155906"/>
              <a:gd name="csX73" fmla="*/ 63137 w 141124"/>
              <a:gd name="csY73" fmla="*/ 95177 h 155906"/>
              <a:gd name="csX74" fmla="*/ 61231 w 141124"/>
              <a:gd name="csY74" fmla="*/ 98086 h 155906"/>
              <a:gd name="csX75" fmla="*/ 61520 w 141124"/>
              <a:gd name="csY75" fmla="*/ 101539 h 155906"/>
              <a:gd name="csX76" fmla="*/ 63902 w 141124"/>
              <a:gd name="csY76" fmla="*/ 104091 h 155906"/>
              <a:gd name="csX77" fmla="*/ 69449 w 141124"/>
              <a:gd name="csY77" fmla="*/ 107493 h 155906"/>
              <a:gd name="csX78" fmla="*/ 60789 w 141124"/>
              <a:gd name="csY78" fmla="*/ 105027 h 155906"/>
              <a:gd name="csX79" fmla="*/ 54681 w 141124"/>
              <a:gd name="csY79" fmla="*/ 92625 h 155906"/>
              <a:gd name="csX80" fmla="*/ 54137 w 141124"/>
              <a:gd name="csY80" fmla="*/ 88968 h 155906"/>
              <a:gd name="csX81" fmla="*/ 58067 w 141124"/>
              <a:gd name="csY81" fmla="*/ 88781 h 155906"/>
            </a:gdLst>
            <a:ahLst/>
            <a:cxnLst/>
            <a:rect l="l" t="t" r="r" b="b"/>
            <a:pathLst>
              <a:path w="100000" h="100000">
                <a:moveTo>
                  <a:pt x="15402" y="0"/>
                </a:moveTo>
                <a:cubicBezTo>
                  <a:pt x="12565" y="0"/>
                  <a:pt x="9891" y="1102"/>
                  <a:pt x="7884" y="3088"/>
                </a:cubicBezTo>
                <a:cubicBezTo>
                  <a:pt x="5886" y="5052"/>
                  <a:pt x="4741" y="7791"/>
                  <a:pt x="4741" y="10584"/>
                </a:cubicBezTo>
                <a:lnTo>
                  <a:pt x="4741" y="89417"/>
                </a:lnTo>
                <a:cubicBezTo>
                  <a:pt x="4741" y="92210"/>
                  <a:pt x="5886" y="94949"/>
                  <a:pt x="7873" y="96913"/>
                </a:cubicBezTo>
                <a:cubicBezTo>
                  <a:pt x="9880" y="98910"/>
                  <a:pt x="12565" y="100001"/>
                  <a:pt x="15402" y="100001"/>
                </a:cubicBezTo>
                <a:lnTo>
                  <a:pt x="78270" y="100001"/>
                </a:lnTo>
                <a:cubicBezTo>
                  <a:pt x="81118" y="100001"/>
                  <a:pt x="83792" y="98899"/>
                  <a:pt x="85800" y="96913"/>
                </a:cubicBezTo>
                <a:cubicBezTo>
                  <a:pt x="87796" y="94949"/>
                  <a:pt x="88942" y="92210"/>
                  <a:pt x="88942" y="89417"/>
                </a:cubicBezTo>
                <a:cubicBezTo>
                  <a:pt x="88942" y="74839"/>
                  <a:pt x="88877" y="34468"/>
                  <a:pt x="88877" y="34468"/>
                </a:cubicBezTo>
                <a:cubicBezTo>
                  <a:pt x="88877" y="34294"/>
                  <a:pt x="88844" y="34130"/>
                  <a:pt x="88822" y="33956"/>
                </a:cubicBezTo>
                <a:lnTo>
                  <a:pt x="94475" y="27147"/>
                </a:lnTo>
                <a:cubicBezTo>
                  <a:pt x="95043" y="26470"/>
                  <a:pt x="95315" y="25597"/>
                  <a:pt x="95250" y="24714"/>
                </a:cubicBezTo>
                <a:cubicBezTo>
                  <a:pt x="95184" y="23830"/>
                  <a:pt x="94781" y="23000"/>
                  <a:pt x="94115" y="22412"/>
                </a:cubicBezTo>
                <a:lnTo>
                  <a:pt x="79579" y="9591"/>
                </a:lnTo>
                <a:cubicBezTo>
                  <a:pt x="78979" y="9056"/>
                  <a:pt x="78204" y="8762"/>
                  <a:pt x="77408" y="8740"/>
                </a:cubicBezTo>
                <a:cubicBezTo>
                  <a:pt x="76884" y="8729"/>
                  <a:pt x="76382" y="8827"/>
                  <a:pt x="75912" y="9045"/>
                </a:cubicBezTo>
                <a:cubicBezTo>
                  <a:pt x="75444" y="9252"/>
                  <a:pt x="75029" y="9569"/>
                  <a:pt x="74701" y="9962"/>
                </a:cubicBezTo>
                <a:lnTo>
                  <a:pt x="69529" y="16203"/>
                </a:lnTo>
                <a:cubicBezTo>
                  <a:pt x="69125" y="16039"/>
                  <a:pt x="68689" y="15930"/>
                  <a:pt x="68252" y="15930"/>
                </a:cubicBezTo>
                <a:lnTo>
                  <a:pt x="54743" y="15930"/>
                </a:lnTo>
                <a:lnTo>
                  <a:pt x="54754" y="10584"/>
                </a:lnTo>
                <a:cubicBezTo>
                  <a:pt x="54754" y="7758"/>
                  <a:pt x="53640" y="5095"/>
                  <a:pt x="51611" y="3099"/>
                </a:cubicBezTo>
                <a:cubicBezTo>
                  <a:pt x="49602" y="1102"/>
                  <a:pt x="46929" y="11"/>
                  <a:pt x="44091" y="11"/>
                </a:cubicBezTo>
                <a:lnTo>
                  <a:pt x="15402" y="0"/>
                </a:lnTo>
                <a:close/>
                <a:moveTo>
                  <a:pt x="21819" y="9111"/>
                </a:moveTo>
                <a:lnTo>
                  <a:pt x="37696" y="9111"/>
                </a:lnTo>
                <a:cubicBezTo>
                  <a:pt x="39607" y="9111"/>
                  <a:pt x="41145" y="10638"/>
                  <a:pt x="41145" y="12526"/>
                </a:cubicBezTo>
                <a:cubicBezTo>
                  <a:pt x="41145" y="14414"/>
                  <a:pt x="39607" y="15952"/>
                  <a:pt x="37696" y="15952"/>
                </a:cubicBezTo>
                <a:lnTo>
                  <a:pt x="21819" y="15952"/>
                </a:lnTo>
                <a:cubicBezTo>
                  <a:pt x="19909" y="15952"/>
                  <a:pt x="18360" y="14414"/>
                  <a:pt x="18360" y="12526"/>
                </a:cubicBezTo>
                <a:cubicBezTo>
                  <a:pt x="18360" y="10638"/>
                  <a:pt x="19909" y="9111"/>
                  <a:pt x="21819" y="9111"/>
                </a:cubicBezTo>
                <a:close/>
                <a:moveTo>
                  <a:pt x="77703" y="17021"/>
                </a:moveTo>
                <a:lnTo>
                  <a:pt x="87120" y="25336"/>
                </a:lnTo>
                <a:lnTo>
                  <a:pt x="84326" y="28696"/>
                </a:lnTo>
                <a:lnTo>
                  <a:pt x="74909" y="20382"/>
                </a:lnTo>
                <a:lnTo>
                  <a:pt x="77703" y="17021"/>
                </a:lnTo>
                <a:close/>
                <a:moveTo>
                  <a:pt x="20705" y="38636"/>
                </a:moveTo>
                <a:lnTo>
                  <a:pt x="72901" y="38636"/>
                </a:lnTo>
                <a:cubicBezTo>
                  <a:pt x="74156" y="38636"/>
                  <a:pt x="75171" y="39651"/>
                  <a:pt x="75171" y="40906"/>
                </a:cubicBezTo>
                <a:lnTo>
                  <a:pt x="75171" y="84060"/>
                </a:lnTo>
                <a:cubicBezTo>
                  <a:pt x="75171" y="85314"/>
                  <a:pt x="74156" y="86340"/>
                  <a:pt x="72901" y="86340"/>
                </a:cubicBezTo>
                <a:lnTo>
                  <a:pt x="20705" y="86340"/>
                </a:lnTo>
                <a:cubicBezTo>
                  <a:pt x="19451" y="86340"/>
                  <a:pt x="18425" y="85314"/>
                  <a:pt x="18425" y="84060"/>
                </a:cubicBezTo>
                <a:lnTo>
                  <a:pt x="18425" y="40906"/>
                </a:lnTo>
                <a:cubicBezTo>
                  <a:pt x="18425" y="39651"/>
                  <a:pt x="19451" y="38636"/>
                  <a:pt x="20705" y="38636"/>
                </a:cubicBezTo>
                <a:close/>
                <a:moveTo>
                  <a:pt x="42138" y="49951"/>
                </a:moveTo>
                <a:cubicBezTo>
                  <a:pt x="37937" y="49810"/>
                  <a:pt x="34859" y="50551"/>
                  <a:pt x="34859" y="50551"/>
                </a:cubicBezTo>
                <a:cubicBezTo>
                  <a:pt x="34074" y="50726"/>
                  <a:pt x="33364" y="51162"/>
                  <a:pt x="32874" y="51795"/>
                </a:cubicBezTo>
                <a:cubicBezTo>
                  <a:pt x="32371" y="52439"/>
                  <a:pt x="32121" y="53224"/>
                  <a:pt x="32153" y="54032"/>
                </a:cubicBezTo>
                <a:cubicBezTo>
                  <a:pt x="32153" y="54032"/>
                  <a:pt x="32295" y="57196"/>
                  <a:pt x="33179" y="60971"/>
                </a:cubicBezTo>
                <a:cubicBezTo>
                  <a:pt x="34063" y="64747"/>
                  <a:pt x="35580" y="69395"/>
                  <a:pt x="39333" y="72570"/>
                </a:cubicBezTo>
                <a:cubicBezTo>
                  <a:pt x="43699" y="76269"/>
                  <a:pt x="50170" y="77032"/>
                  <a:pt x="54917" y="73759"/>
                </a:cubicBezTo>
                <a:cubicBezTo>
                  <a:pt x="55594" y="74479"/>
                  <a:pt x="56248" y="75200"/>
                  <a:pt x="56837" y="75952"/>
                </a:cubicBezTo>
                <a:cubicBezTo>
                  <a:pt x="57121" y="76302"/>
                  <a:pt x="57460" y="76596"/>
                  <a:pt x="57852" y="76814"/>
                </a:cubicBezTo>
                <a:cubicBezTo>
                  <a:pt x="58245" y="77032"/>
                  <a:pt x="58671" y="77175"/>
                  <a:pt x="59118" y="77229"/>
                </a:cubicBezTo>
                <a:cubicBezTo>
                  <a:pt x="59565" y="77284"/>
                  <a:pt x="60013" y="77251"/>
                  <a:pt x="60450" y="77120"/>
                </a:cubicBezTo>
                <a:cubicBezTo>
                  <a:pt x="60875" y="77000"/>
                  <a:pt x="61279" y="76792"/>
                  <a:pt x="61628" y="76520"/>
                </a:cubicBezTo>
                <a:cubicBezTo>
                  <a:pt x="61977" y="76247"/>
                  <a:pt x="62272" y="75898"/>
                  <a:pt x="62490" y="75505"/>
                </a:cubicBezTo>
                <a:cubicBezTo>
                  <a:pt x="62708" y="75112"/>
                  <a:pt x="62850" y="74687"/>
                  <a:pt x="62905" y="74240"/>
                </a:cubicBezTo>
                <a:cubicBezTo>
                  <a:pt x="62960" y="73792"/>
                  <a:pt x="62927" y="73345"/>
                  <a:pt x="62796" y="72919"/>
                </a:cubicBezTo>
                <a:cubicBezTo>
                  <a:pt x="62676" y="72483"/>
                  <a:pt x="62468" y="72079"/>
                  <a:pt x="62195" y="71730"/>
                </a:cubicBezTo>
                <a:cubicBezTo>
                  <a:pt x="61301" y="70595"/>
                  <a:pt x="60307" y="69504"/>
                  <a:pt x="59260" y="68446"/>
                </a:cubicBezTo>
                <a:cubicBezTo>
                  <a:pt x="59937" y="66896"/>
                  <a:pt x="60307" y="65237"/>
                  <a:pt x="60351" y="63558"/>
                </a:cubicBezTo>
                <a:cubicBezTo>
                  <a:pt x="60417" y="60316"/>
                  <a:pt x="59140" y="56869"/>
                  <a:pt x="56259" y="54643"/>
                </a:cubicBezTo>
                <a:cubicBezTo>
                  <a:pt x="51698" y="51108"/>
                  <a:pt x="46350" y="50093"/>
                  <a:pt x="42138" y="49951"/>
                </a:cubicBezTo>
                <a:close/>
                <a:moveTo>
                  <a:pt x="41986" y="56945"/>
                </a:moveTo>
                <a:cubicBezTo>
                  <a:pt x="45216" y="57076"/>
                  <a:pt x="49166" y="57785"/>
                  <a:pt x="52079" y="60033"/>
                </a:cubicBezTo>
                <a:lnTo>
                  <a:pt x="52079" y="60033"/>
                </a:lnTo>
                <a:cubicBezTo>
                  <a:pt x="53106" y="60830"/>
                  <a:pt x="53564" y="61953"/>
                  <a:pt x="53531" y="63405"/>
                </a:cubicBezTo>
                <a:cubicBezTo>
                  <a:pt x="53531" y="63470"/>
                  <a:pt x="53509" y="63547"/>
                  <a:pt x="53509" y="63612"/>
                </a:cubicBezTo>
                <a:cubicBezTo>
                  <a:pt x="52090" y="62619"/>
                  <a:pt x="50606" y="61659"/>
                  <a:pt x="48991" y="60775"/>
                </a:cubicBezTo>
                <a:cubicBezTo>
                  <a:pt x="48489" y="60502"/>
                  <a:pt x="47933" y="60350"/>
                  <a:pt x="47354" y="60338"/>
                </a:cubicBezTo>
                <a:cubicBezTo>
                  <a:pt x="46591" y="60327"/>
                  <a:pt x="45848" y="60579"/>
                  <a:pt x="45238" y="61048"/>
                </a:cubicBezTo>
                <a:cubicBezTo>
                  <a:pt x="44637" y="61517"/>
                  <a:pt x="44200" y="62171"/>
                  <a:pt x="44015" y="62914"/>
                </a:cubicBezTo>
                <a:cubicBezTo>
                  <a:pt x="43830" y="63656"/>
                  <a:pt x="43895" y="64430"/>
                  <a:pt x="44200" y="65128"/>
                </a:cubicBezTo>
                <a:cubicBezTo>
                  <a:pt x="44517" y="65838"/>
                  <a:pt x="45052" y="66405"/>
                  <a:pt x="45728" y="66765"/>
                </a:cubicBezTo>
                <a:cubicBezTo>
                  <a:pt x="47005" y="67464"/>
                  <a:pt x="48173" y="68194"/>
                  <a:pt x="49286" y="68947"/>
                </a:cubicBezTo>
                <a:cubicBezTo>
                  <a:pt x="47485" y="69384"/>
                  <a:pt x="45477" y="68849"/>
                  <a:pt x="43731" y="67366"/>
                </a:cubicBezTo>
                <a:cubicBezTo>
                  <a:pt x="42018" y="65914"/>
                  <a:pt x="40545" y="62521"/>
                  <a:pt x="39814" y="59411"/>
                </a:cubicBezTo>
                <a:cubicBezTo>
                  <a:pt x="39508" y="58123"/>
                  <a:pt x="39596" y="58025"/>
                  <a:pt x="39465" y="57065"/>
                </a:cubicBezTo>
                <a:cubicBezTo>
                  <a:pt x="40458" y="57000"/>
                  <a:pt x="40567" y="56880"/>
                  <a:pt x="41986" y="5694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2" name="Красный — SVG 15">
            <a:extLst>
              <a:ext uri="{FF2B5EF4-FFF2-40B4-BE49-F238E27FC236}">
                <a16:creationId xmlns:a16="http://schemas.microsoft.com/office/drawing/2014/main" id="{8E3FC167-3E53-5C4B-A61C-1FAEE4F42D68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47501 w 148867"/>
              <a:gd name="csY0" fmla="*/ 113430 h 148847"/>
              <a:gd name="csX1" fmla="*/ 48131 w 148867"/>
              <a:gd name="csY1" fmla="*/ 130339 h 148847"/>
              <a:gd name="csX2" fmla="*/ 73685 w 148867"/>
              <a:gd name="csY2" fmla="*/ 148847 h 148847"/>
              <a:gd name="csX3" fmla="*/ 74417 w 148867"/>
              <a:gd name="csY3" fmla="*/ 148847 h 148847"/>
              <a:gd name="csX4" fmla="*/ 88351 w 148867"/>
              <a:gd name="csY4" fmla="*/ 145207 h 148847"/>
              <a:gd name="csX5" fmla="*/ 101145 w 148867"/>
              <a:gd name="csY5" fmla="*/ 113498 h 148847"/>
              <a:gd name="csX6" fmla="*/ 95564 w 148867"/>
              <a:gd name="csY6" fmla="*/ 92149 h 148847"/>
              <a:gd name="csX7" fmla="*/ 53201 w 148867"/>
              <a:gd name="csY7" fmla="*/ 92149 h 148847"/>
              <a:gd name="csX8" fmla="*/ 47501 w 148867"/>
              <a:gd name="csY8" fmla="*/ 113430 h 148847"/>
              <a:gd name="csX9" fmla="*/ 76203 w 148867"/>
              <a:gd name="csY9" fmla="*/ 0 h 148847"/>
              <a:gd name="csX10" fmla="*/ 72664 w 148867"/>
              <a:gd name="csY10" fmla="*/ 0 h 148847"/>
              <a:gd name="csX11" fmla="*/ 0 w 148867"/>
              <a:gd name="csY11" fmla="*/ 72654 h 148847"/>
              <a:gd name="csX12" fmla="*/ 12403 w 148867"/>
              <a:gd name="csY12" fmla="*/ 85056 h 148847"/>
              <a:gd name="csX13" fmla="*/ 136464 w 148867"/>
              <a:gd name="csY13" fmla="*/ 85056 h 148847"/>
              <a:gd name="csX14" fmla="*/ 148867 w 148867"/>
              <a:gd name="csY14" fmla="*/ 72654 h 148847"/>
              <a:gd name="csX15" fmla="*/ 76203 w 148867"/>
              <a:gd name="csY15" fmla="*/ 0 h 148847"/>
            </a:gdLst>
            <a:ahLst/>
            <a:cxnLst/>
            <a:rect l="l" t="t" r="r" b="b"/>
            <a:pathLst>
              <a:path w="100000" h="100000">
                <a:moveTo>
                  <a:pt x="31908" y="76202"/>
                </a:moveTo>
                <a:cubicBezTo>
                  <a:pt x="30834" y="80179"/>
                  <a:pt x="30983" y="84110"/>
                  <a:pt x="32332" y="87561"/>
                </a:cubicBezTo>
                <a:cubicBezTo>
                  <a:pt x="35200" y="94920"/>
                  <a:pt x="41931" y="99799"/>
                  <a:pt x="49497" y="99993"/>
                </a:cubicBezTo>
                <a:cubicBezTo>
                  <a:pt x="49657" y="99993"/>
                  <a:pt x="49829" y="99993"/>
                  <a:pt x="49989" y="99993"/>
                </a:cubicBezTo>
                <a:cubicBezTo>
                  <a:pt x="53269" y="99993"/>
                  <a:pt x="56491" y="99148"/>
                  <a:pt x="59349" y="97548"/>
                </a:cubicBezTo>
                <a:cubicBezTo>
                  <a:pt x="66617" y="93446"/>
                  <a:pt x="70149" y="84692"/>
                  <a:pt x="67943" y="76248"/>
                </a:cubicBezTo>
                <a:lnTo>
                  <a:pt x="64194" y="61907"/>
                </a:lnTo>
                <a:lnTo>
                  <a:pt x="35737" y="61907"/>
                </a:lnTo>
                <a:lnTo>
                  <a:pt x="31908" y="76202"/>
                </a:lnTo>
                <a:close/>
                <a:moveTo>
                  <a:pt x="51189" y="7"/>
                </a:moveTo>
                <a:lnTo>
                  <a:pt x="48811" y="7"/>
                </a:lnTo>
                <a:cubicBezTo>
                  <a:pt x="21897" y="7"/>
                  <a:pt x="0" y="21901"/>
                  <a:pt x="0" y="48811"/>
                </a:cubicBezTo>
                <a:cubicBezTo>
                  <a:pt x="0" y="53405"/>
                  <a:pt x="3737" y="57142"/>
                  <a:pt x="8332" y="57142"/>
                </a:cubicBezTo>
                <a:lnTo>
                  <a:pt x="91668" y="57142"/>
                </a:lnTo>
                <a:cubicBezTo>
                  <a:pt x="96263" y="57142"/>
                  <a:pt x="100000" y="53405"/>
                  <a:pt x="100000" y="48811"/>
                </a:cubicBezTo>
                <a:cubicBezTo>
                  <a:pt x="100000" y="21901"/>
                  <a:pt x="78103" y="7"/>
                  <a:pt x="51189" y="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3" name="Красный — SVG 16">
            <a:extLst>
              <a:ext uri="{FF2B5EF4-FFF2-40B4-BE49-F238E27FC236}">
                <a16:creationId xmlns:a16="http://schemas.microsoft.com/office/drawing/2014/main" id="{1EF2555E-58A9-A146-ABAE-26B99F7EC954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131216 w 145324"/>
              <a:gd name="csY0" fmla="*/ 30028 h 148884"/>
              <a:gd name="csX1" fmla="*/ 104792 w 145324"/>
              <a:gd name="csY1" fmla="*/ 21659 h 148884"/>
              <a:gd name="csX2" fmla="*/ 104786 w 145324"/>
              <a:gd name="csY2" fmla="*/ 21659 h 148884"/>
              <a:gd name="csX3" fmla="*/ 118612 w 145324"/>
              <a:gd name="csY3" fmla="*/ 14225 h 148884"/>
              <a:gd name="csX4" fmla="*/ 118740 w 145324"/>
              <a:gd name="csY4" fmla="*/ 14225 h 148884"/>
              <a:gd name="csX5" fmla="*/ 123985 w 145324"/>
              <a:gd name="csY5" fmla="*/ 9768 h 148884"/>
              <a:gd name="csX6" fmla="*/ 120390 w 145324"/>
              <a:gd name="csY6" fmla="*/ 3848 h 148884"/>
              <a:gd name="csX7" fmla="*/ 75065 w 145324"/>
              <a:gd name="csY7" fmla="*/ 6723 h 148884"/>
              <a:gd name="csX8" fmla="*/ 66281 w 145324"/>
              <a:gd name="csY8" fmla="*/ 20621 h 148884"/>
              <a:gd name="csX9" fmla="*/ 22517 w 145324"/>
              <a:gd name="csY9" fmla="*/ 16164 h 148884"/>
              <a:gd name="csX10" fmla="*/ 0 w 145324"/>
              <a:gd name="csY10" fmla="*/ 54967 h 148884"/>
              <a:gd name="csX11" fmla="*/ 3147 w 145324"/>
              <a:gd name="csY11" fmla="*/ 59832 h 148884"/>
              <a:gd name="csX12" fmla="*/ 8861 w 145324"/>
              <a:gd name="csY12" fmla="*/ 58930 h 148884"/>
              <a:gd name="csX13" fmla="*/ 35168 w 145324"/>
              <a:gd name="csY13" fmla="*/ 48332 h 148884"/>
              <a:gd name="csX14" fmla="*/ 10509 w 145324"/>
              <a:gd name="csY14" fmla="*/ 69851 h 148884"/>
              <a:gd name="csX15" fmla="*/ 22824 w 145324"/>
              <a:gd name="csY15" fmla="*/ 115441 h 148884"/>
              <a:gd name="csX16" fmla="*/ 28618 w 145324"/>
              <a:gd name="csY16" fmla="*/ 116598 h 148884"/>
              <a:gd name="csX17" fmla="*/ 31900 w 145324"/>
              <a:gd name="csY17" fmla="*/ 111681 h 148884"/>
              <a:gd name="csX18" fmla="*/ 58359 w 145324"/>
              <a:gd name="csY18" fmla="*/ 77387 h 148884"/>
              <a:gd name="csX19" fmla="*/ 19278 w 145324"/>
              <a:gd name="csY19" fmla="*/ 139818 h 148884"/>
              <a:gd name="csX20" fmla="*/ 18126 w 145324"/>
              <a:gd name="csY20" fmla="*/ 145619 h 148884"/>
              <a:gd name="csX21" fmla="*/ 23040 w 145324"/>
              <a:gd name="csY21" fmla="*/ 148885 h 148884"/>
              <a:gd name="csX22" fmla="*/ 67344 w 145324"/>
              <a:gd name="csY22" fmla="*/ 148885 h 148884"/>
              <a:gd name="csX23" fmla="*/ 70655 w 145324"/>
              <a:gd name="csY23" fmla="*/ 147728 h 148884"/>
              <a:gd name="csX24" fmla="*/ 87849 w 145324"/>
              <a:gd name="csY24" fmla="*/ 78204 h 148884"/>
              <a:gd name="csX25" fmla="*/ 99244 w 145324"/>
              <a:gd name="csY25" fmla="*/ 122313 h 148884"/>
              <a:gd name="csX26" fmla="*/ 102431 w 145324"/>
              <a:gd name="csY26" fmla="*/ 127179 h 148884"/>
              <a:gd name="csX27" fmla="*/ 108173 w 145324"/>
              <a:gd name="csY27" fmla="*/ 126209 h 148884"/>
              <a:gd name="csX28" fmla="*/ 123844 w 145324"/>
              <a:gd name="csY28" fmla="*/ 70838 h 148884"/>
              <a:gd name="csX29" fmla="*/ 108991 w 145324"/>
              <a:gd name="csY29" fmla="*/ 51530 h 148884"/>
              <a:gd name="csX30" fmla="*/ 127934 w 145324"/>
              <a:gd name="csY30" fmla="*/ 60988 h 148884"/>
              <a:gd name="csX31" fmla="*/ 135980 w 145324"/>
              <a:gd name="csY31" fmla="*/ 69069 h 148884"/>
              <a:gd name="csX32" fmla="*/ 141846 w 145324"/>
              <a:gd name="csY32" fmla="*/ 70600 h 148884"/>
              <a:gd name="csX33" fmla="*/ 145323 w 145324"/>
              <a:gd name="csY33" fmla="*/ 65632 h 148884"/>
              <a:gd name="csX34" fmla="*/ 131216 w 145324"/>
              <a:gd name="csY34" fmla="*/ 30028 h 148884"/>
            </a:gdLst>
            <a:ahLst/>
            <a:cxnLst/>
            <a:rect l="l" t="t" r="r" b="b"/>
            <a:pathLst>
              <a:path w="100000" h="100000">
                <a:moveTo>
                  <a:pt x="89329" y="20169"/>
                </a:moveTo>
                <a:cubicBezTo>
                  <a:pt x="83813" y="15747"/>
                  <a:pt x="77147" y="14548"/>
                  <a:pt x="71581" y="14548"/>
                </a:cubicBezTo>
                <a:lnTo>
                  <a:pt x="71577" y="14548"/>
                </a:lnTo>
                <a:cubicBezTo>
                  <a:pt x="74690" y="11668"/>
                  <a:pt x="78154" y="9554"/>
                  <a:pt x="80863" y="9554"/>
                </a:cubicBezTo>
                <a:cubicBezTo>
                  <a:pt x="80889" y="9554"/>
                  <a:pt x="80918" y="9554"/>
                  <a:pt x="80949" y="9554"/>
                </a:cubicBezTo>
                <a:cubicBezTo>
                  <a:pt x="82694" y="9554"/>
                  <a:pt x="84186" y="8286"/>
                  <a:pt x="84472" y="6561"/>
                </a:cubicBezTo>
                <a:cubicBezTo>
                  <a:pt x="84758" y="4824"/>
                  <a:pt x="83732" y="3133"/>
                  <a:pt x="82057" y="2585"/>
                </a:cubicBezTo>
                <a:cubicBezTo>
                  <a:pt x="69724" y="-1449"/>
                  <a:pt x="58349" y="-729"/>
                  <a:pt x="51614" y="4516"/>
                </a:cubicBezTo>
                <a:cubicBezTo>
                  <a:pt x="49328" y="6298"/>
                  <a:pt x="46795" y="9223"/>
                  <a:pt x="45714" y="13850"/>
                </a:cubicBezTo>
                <a:cubicBezTo>
                  <a:pt x="31918" y="5578"/>
                  <a:pt x="21564" y="8263"/>
                  <a:pt x="16319" y="10857"/>
                </a:cubicBezTo>
                <a:cubicBezTo>
                  <a:pt x="7131" y="15416"/>
                  <a:pt x="1196" y="25641"/>
                  <a:pt x="1196" y="36919"/>
                </a:cubicBezTo>
                <a:cubicBezTo>
                  <a:pt x="1196" y="38336"/>
                  <a:pt x="2024" y="39604"/>
                  <a:pt x="3309" y="40187"/>
                </a:cubicBezTo>
                <a:cubicBezTo>
                  <a:pt x="4595" y="40758"/>
                  <a:pt x="6103" y="40518"/>
                  <a:pt x="7147" y="39581"/>
                </a:cubicBezTo>
                <a:cubicBezTo>
                  <a:pt x="10618" y="36485"/>
                  <a:pt x="17811" y="33423"/>
                  <a:pt x="24817" y="32463"/>
                </a:cubicBezTo>
                <a:cubicBezTo>
                  <a:pt x="17864" y="35354"/>
                  <a:pt x="11526" y="40301"/>
                  <a:pt x="8254" y="46916"/>
                </a:cubicBezTo>
                <a:cubicBezTo>
                  <a:pt x="5496" y="52492"/>
                  <a:pt x="2900" y="63895"/>
                  <a:pt x="16526" y="77538"/>
                </a:cubicBezTo>
                <a:cubicBezTo>
                  <a:pt x="17548" y="78554"/>
                  <a:pt x="19084" y="78863"/>
                  <a:pt x="20417" y="78315"/>
                </a:cubicBezTo>
                <a:cubicBezTo>
                  <a:pt x="21753" y="77754"/>
                  <a:pt x="22622" y="76452"/>
                  <a:pt x="22622" y="75012"/>
                </a:cubicBezTo>
                <a:cubicBezTo>
                  <a:pt x="22622" y="62615"/>
                  <a:pt x="29524" y="56400"/>
                  <a:pt x="40393" y="51978"/>
                </a:cubicBezTo>
                <a:cubicBezTo>
                  <a:pt x="35075" y="69425"/>
                  <a:pt x="16917" y="91077"/>
                  <a:pt x="14144" y="93911"/>
                </a:cubicBezTo>
                <a:cubicBezTo>
                  <a:pt x="13122" y="94928"/>
                  <a:pt x="12816" y="96470"/>
                  <a:pt x="13370" y="97807"/>
                </a:cubicBezTo>
                <a:cubicBezTo>
                  <a:pt x="13926" y="99132"/>
                  <a:pt x="15227" y="100001"/>
                  <a:pt x="16671" y="100001"/>
                </a:cubicBezTo>
                <a:lnTo>
                  <a:pt x="46428" y="100001"/>
                </a:lnTo>
                <a:cubicBezTo>
                  <a:pt x="47236" y="100001"/>
                  <a:pt x="48019" y="99727"/>
                  <a:pt x="48652" y="99224"/>
                </a:cubicBezTo>
                <a:cubicBezTo>
                  <a:pt x="53975" y="94996"/>
                  <a:pt x="58671" y="66226"/>
                  <a:pt x="60201" y="52527"/>
                </a:cubicBezTo>
                <a:cubicBezTo>
                  <a:pt x="66966" y="58902"/>
                  <a:pt x="67854" y="72099"/>
                  <a:pt x="67854" y="82153"/>
                </a:cubicBezTo>
                <a:cubicBezTo>
                  <a:pt x="67854" y="83570"/>
                  <a:pt x="68698" y="84850"/>
                  <a:pt x="69995" y="85422"/>
                </a:cubicBezTo>
                <a:cubicBezTo>
                  <a:pt x="71295" y="85992"/>
                  <a:pt x="72809" y="85741"/>
                  <a:pt x="73851" y="84770"/>
                </a:cubicBezTo>
                <a:cubicBezTo>
                  <a:pt x="90526" y="69334"/>
                  <a:pt x="87603" y="54846"/>
                  <a:pt x="84377" y="47579"/>
                </a:cubicBezTo>
                <a:cubicBezTo>
                  <a:pt x="82101" y="42449"/>
                  <a:pt x="78301" y="37844"/>
                  <a:pt x="74401" y="34611"/>
                </a:cubicBezTo>
                <a:cubicBezTo>
                  <a:pt x="77563" y="35171"/>
                  <a:pt x="81762" y="36907"/>
                  <a:pt x="87124" y="40963"/>
                </a:cubicBezTo>
                <a:cubicBezTo>
                  <a:pt x="88429" y="41946"/>
                  <a:pt x="90895" y="44494"/>
                  <a:pt x="92528" y="46391"/>
                </a:cubicBezTo>
                <a:cubicBezTo>
                  <a:pt x="93500" y="47522"/>
                  <a:pt x="95077" y="47933"/>
                  <a:pt x="96468" y="47419"/>
                </a:cubicBezTo>
                <a:cubicBezTo>
                  <a:pt x="97868" y="46905"/>
                  <a:pt x="98798" y="45568"/>
                  <a:pt x="98804" y="44083"/>
                </a:cubicBezTo>
                <a:cubicBezTo>
                  <a:pt x="98846" y="33297"/>
                  <a:pt x="95659" y="25253"/>
                  <a:pt x="89329" y="2016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4" name="Красный — SVG 17">
            <a:extLst>
              <a:ext uri="{FF2B5EF4-FFF2-40B4-BE49-F238E27FC236}">
                <a16:creationId xmlns:a16="http://schemas.microsoft.com/office/drawing/2014/main" id="{AD8111B1-B15B-1F4F-9535-FA5C74A1BE26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140003 w 152406"/>
              <a:gd name="csY0" fmla="*/ 57344 h 135306"/>
              <a:gd name="csX1" fmla="*/ 134100 w 152406"/>
              <a:gd name="csY1" fmla="*/ 57344 h 135306"/>
              <a:gd name="csX2" fmla="*/ 124062 w 152406"/>
              <a:gd name="csY2" fmla="*/ 35451 h 135306"/>
              <a:gd name="csX3" fmla="*/ 124062 w 152406"/>
              <a:gd name="csY3" fmla="*/ 1769 h 135306"/>
              <a:gd name="csX4" fmla="*/ 122275 w 152406"/>
              <a:gd name="csY4" fmla="*/ 0 h 135306"/>
              <a:gd name="csX5" fmla="*/ 94918 w 152406"/>
              <a:gd name="csY5" fmla="*/ 15582 h 135306"/>
              <a:gd name="csX6" fmla="*/ 69108 w 152406"/>
              <a:gd name="csY6" fmla="*/ 11261 h 135306"/>
              <a:gd name="csX7" fmla="*/ 22253 w 152406"/>
              <a:gd name="csY7" fmla="*/ 28919 h 135306"/>
              <a:gd name="csX8" fmla="*/ 10633 w 152406"/>
              <a:gd name="csY8" fmla="*/ 13014 h 135306"/>
              <a:gd name="csX9" fmla="*/ 5308 w 152406"/>
              <a:gd name="csY9" fmla="*/ 7723 h 135306"/>
              <a:gd name="csX10" fmla="*/ 0 w 152406"/>
              <a:gd name="csY10" fmla="*/ 13031 h 135306"/>
              <a:gd name="csX11" fmla="*/ 14717 w 152406"/>
              <a:gd name="csY11" fmla="*/ 38139 h 135306"/>
              <a:gd name="csX12" fmla="*/ 7095 w 152406"/>
              <a:gd name="csY12" fmla="*/ 64421 h 135306"/>
              <a:gd name="csX13" fmla="*/ 10599 w 152406"/>
              <a:gd name="csY13" fmla="*/ 81109 h 135306"/>
              <a:gd name="csX14" fmla="*/ 18119 w 152406"/>
              <a:gd name="csY14" fmla="*/ 130900 h 135306"/>
              <a:gd name="csX15" fmla="*/ 26745 w 152406"/>
              <a:gd name="csY15" fmla="*/ 135306 h 135306"/>
              <a:gd name="csX16" fmla="*/ 34537 w 152406"/>
              <a:gd name="csY16" fmla="*/ 131836 h 135306"/>
              <a:gd name="csX17" fmla="*/ 37225 w 152406"/>
              <a:gd name="csY17" fmla="*/ 123654 h 135306"/>
              <a:gd name="csX18" fmla="*/ 43912 w 152406"/>
              <a:gd name="csY18" fmla="*/ 102815 h 135306"/>
              <a:gd name="csX19" fmla="*/ 82515 w 152406"/>
              <a:gd name="csY19" fmla="*/ 113226 h 135306"/>
              <a:gd name="csX20" fmla="*/ 96755 w 152406"/>
              <a:gd name="csY20" fmla="*/ 131054 h 135306"/>
              <a:gd name="csX21" fmla="*/ 105619 w 152406"/>
              <a:gd name="csY21" fmla="*/ 135306 h 135306"/>
              <a:gd name="csX22" fmla="*/ 114772 w 152406"/>
              <a:gd name="csY22" fmla="*/ 130645 h 135306"/>
              <a:gd name="csX23" fmla="*/ 116406 w 152406"/>
              <a:gd name="csY23" fmla="*/ 120507 h 135306"/>
              <a:gd name="csX24" fmla="*/ 110009 w 152406"/>
              <a:gd name="csY24" fmla="*/ 100638 h 135306"/>
              <a:gd name="csX25" fmla="*/ 141671 w 152406"/>
              <a:gd name="csY25" fmla="*/ 86365 h 135306"/>
              <a:gd name="csX26" fmla="*/ 152406 w 152406"/>
              <a:gd name="csY26" fmla="*/ 69746 h 135306"/>
              <a:gd name="csX27" fmla="*/ 140003 w 152406"/>
              <a:gd name="csY27" fmla="*/ 57344 h 135306"/>
              <a:gd name="csX28" fmla="*/ 115198 w 152406"/>
              <a:gd name="csY28" fmla="*/ 64421 h 135306"/>
              <a:gd name="csX29" fmla="*/ 109873 w 152406"/>
              <a:gd name="csY29" fmla="*/ 59114 h 135306"/>
              <a:gd name="csX30" fmla="*/ 115198 w 152406"/>
              <a:gd name="csY30" fmla="*/ 53789 h 135306"/>
              <a:gd name="csX31" fmla="*/ 120506 w 152406"/>
              <a:gd name="csY31" fmla="*/ 59114 h 135306"/>
              <a:gd name="csX32" fmla="*/ 115198 w 152406"/>
              <a:gd name="csY32" fmla="*/ 64421 h 135306"/>
            </a:gdLst>
            <a:ahLst/>
            <a:cxnLst/>
            <a:rect l="l" t="t" r="r" b="b"/>
            <a:pathLst>
              <a:path w="100000" h="100000">
                <a:moveTo>
                  <a:pt x="91862" y="43236"/>
                </a:moveTo>
                <a:lnTo>
                  <a:pt x="87989" y="43236"/>
                </a:lnTo>
                <a:cubicBezTo>
                  <a:pt x="87151" y="38146"/>
                  <a:pt x="84885" y="33213"/>
                  <a:pt x="81402" y="28871"/>
                </a:cubicBezTo>
                <a:lnTo>
                  <a:pt x="81402" y="6771"/>
                </a:lnTo>
                <a:cubicBezTo>
                  <a:pt x="81402" y="6134"/>
                  <a:pt x="80877" y="5610"/>
                  <a:pt x="80230" y="5610"/>
                </a:cubicBezTo>
                <a:cubicBezTo>
                  <a:pt x="71289" y="5610"/>
                  <a:pt x="64992" y="12274"/>
                  <a:pt x="62280" y="15834"/>
                </a:cubicBezTo>
                <a:cubicBezTo>
                  <a:pt x="56876" y="13959"/>
                  <a:pt x="51183" y="12999"/>
                  <a:pt x="45345" y="12999"/>
                </a:cubicBezTo>
                <a:cubicBezTo>
                  <a:pt x="32797" y="12999"/>
                  <a:pt x="21947" y="17419"/>
                  <a:pt x="14601" y="24585"/>
                </a:cubicBezTo>
                <a:cubicBezTo>
                  <a:pt x="7290" y="24172"/>
                  <a:pt x="6988" y="15198"/>
                  <a:pt x="6977" y="14149"/>
                </a:cubicBezTo>
                <a:cubicBezTo>
                  <a:pt x="6966" y="12229"/>
                  <a:pt x="5414" y="10677"/>
                  <a:pt x="3483" y="10677"/>
                </a:cubicBezTo>
                <a:cubicBezTo>
                  <a:pt x="1563" y="10677"/>
                  <a:pt x="0" y="12240"/>
                  <a:pt x="0" y="14160"/>
                </a:cubicBezTo>
                <a:cubicBezTo>
                  <a:pt x="0" y="19149"/>
                  <a:pt x="2166" y="27777"/>
                  <a:pt x="9656" y="30635"/>
                </a:cubicBezTo>
                <a:cubicBezTo>
                  <a:pt x="6464" y="35669"/>
                  <a:pt x="4655" y="41517"/>
                  <a:pt x="4655" y="47879"/>
                </a:cubicBezTo>
                <a:cubicBezTo>
                  <a:pt x="4655" y="51641"/>
                  <a:pt x="5425" y="55325"/>
                  <a:pt x="6954" y="58829"/>
                </a:cubicBezTo>
                <a:cubicBezTo>
                  <a:pt x="6743" y="61687"/>
                  <a:pt x="5448" y="82335"/>
                  <a:pt x="11889" y="91499"/>
                </a:cubicBezTo>
                <a:cubicBezTo>
                  <a:pt x="13173" y="93307"/>
                  <a:pt x="15282" y="94390"/>
                  <a:pt x="17549" y="94390"/>
                </a:cubicBezTo>
                <a:cubicBezTo>
                  <a:pt x="19491" y="94390"/>
                  <a:pt x="21355" y="93565"/>
                  <a:pt x="22661" y="92113"/>
                </a:cubicBezTo>
                <a:cubicBezTo>
                  <a:pt x="23979" y="90662"/>
                  <a:pt x="24626" y="88698"/>
                  <a:pt x="24425" y="86745"/>
                </a:cubicBezTo>
                <a:cubicBezTo>
                  <a:pt x="23476" y="77134"/>
                  <a:pt x="27272" y="73953"/>
                  <a:pt x="28813" y="73071"/>
                </a:cubicBezTo>
                <a:cubicBezTo>
                  <a:pt x="35923" y="80059"/>
                  <a:pt x="48850" y="80427"/>
                  <a:pt x="54142" y="79902"/>
                </a:cubicBezTo>
                <a:lnTo>
                  <a:pt x="63485" y="91600"/>
                </a:lnTo>
                <a:cubicBezTo>
                  <a:pt x="64914" y="93374"/>
                  <a:pt x="67024" y="94390"/>
                  <a:pt x="69301" y="94390"/>
                </a:cubicBezTo>
                <a:cubicBezTo>
                  <a:pt x="71701" y="94390"/>
                  <a:pt x="73901" y="93274"/>
                  <a:pt x="75307" y="91332"/>
                </a:cubicBezTo>
                <a:cubicBezTo>
                  <a:pt x="76725" y="89390"/>
                  <a:pt x="77116" y="86968"/>
                  <a:pt x="76379" y="84680"/>
                </a:cubicBezTo>
                <a:lnTo>
                  <a:pt x="72182" y="71643"/>
                </a:lnTo>
                <a:lnTo>
                  <a:pt x="92956" y="62278"/>
                </a:lnTo>
                <a:cubicBezTo>
                  <a:pt x="97243" y="60347"/>
                  <a:pt x="100000" y="56061"/>
                  <a:pt x="100000" y="51373"/>
                </a:cubicBezTo>
                <a:cubicBezTo>
                  <a:pt x="100000" y="46886"/>
                  <a:pt x="96350" y="43236"/>
                  <a:pt x="91862" y="43236"/>
                </a:cubicBezTo>
                <a:close/>
                <a:moveTo>
                  <a:pt x="75586" y="47879"/>
                </a:moveTo>
                <a:cubicBezTo>
                  <a:pt x="73655" y="47879"/>
                  <a:pt x="72092" y="46316"/>
                  <a:pt x="72092" y="44397"/>
                </a:cubicBezTo>
                <a:cubicBezTo>
                  <a:pt x="72092" y="42466"/>
                  <a:pt x="73655" y="40903"/>
                  <a:pt x="75586" y="40903"/>
                </a:cubicBezTo>
                <a:cubicBezTo>
                  <a:pt x="77506" y="40903"/>
                  <a:pt x="79069" y="42466"/>
                  <a:pt x="79069" y="44397"/>
                </a:cubicBezTo>
                <a:cubicBezTo>
                  <a:pt x="79069" y="46316"/>
                  <a:pt x="77506" y="47879"/>
                  <a:pt x="75586" y="4787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5" name="Красный — SVG 18">
            <a:extLst>
              <a:ext uri="{FF2B5EF4-FFF2-40B4-BE49-F238E27FC236}">
                <a16:creationId xmlns:a16="http://schemas.microsoft.com/office/drawing/2014/main" id="{9B4D6BD1-28B4-2F42-972A-16B8F898E05F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44286 w 148867"/>
              <a:gd name="csY0" fmla="*/ 18 h 138216"/>
              <a:gd name="csX1" fmla="*/ 35337 w 148867"/>
              <a:gd name="csY1" fmla="*/ 1022 h 138216"/>
              <a:gd name="csX2" fmla="*/ 7026 w 148867"/>
              <a:gd name="csY2" fmla="*/ 41610 h 138216"/>
              <a:gd name="csX3" fmla="*/ 9868 w 148867"/>
              <a:gd name="csY3" fmla="*/ 46323 h 138216"/>
              <a:gd name="csX4" fmla="*/ 15363 w 148867"/>
              <a:gd name="csY4" fmla="*/ 45982 h 138216"/>
              <a:gd name="csX5" fmla="*/ 31526 w 148867"/>
              <a:gd name="csY5" fmla="*/ 47037 h 138216"/>
              <a:gd name="csX6" fmla="*/ 43095 w 148867"/>
              <a:gd name="csY6" fmla="*/ 49623 h 138216"/>
              <a:gd name="csX7" fmla="*/ 64940 w 148867"/>
              <a:gd name="csY7" fmla="*/ 37834 h 138216"/>
              <a:gd name="csX8" fmla="*/ 67883 w 148867"/>
              <a:gd name="csY8" fmla="*/ 26250 h 138216"/>
              <a:gd name="csX9" fmla="*/ 70895 w 148867"/>
              <a:gd name="csY9" fmla="*/ 38633 h 138216"/>
              <a:gd name="csX10" fmla="*/ 70895 w 148867"/>
              <a:gd name="csY10" fmla="*/ 62874 h 138216"/>
              <a:gd name="csX11" fmla="*/ 70895 w 148867"/>
              <a:gd name="csY11" fmla="*/ 77980 h 138216"/>
              <a:gd name="csX12" fmla="*/ 5308 w 148867"/>
              <a:gd name="csY12" fmla="*/ 77980 h 138216"/>
              <a:gd name="csX13" fmla="*/ 0 w 148867"/>
              <a:gd name="csY13" fmla="*/ 83288 h 138216"/>
              <a:gd name="csX14" fmla="*/ 0 w 148867"/>
              <a:gd name="csY14" fmla="*/ 118739 h 138216"/>
              <a:gd name="csX15" fmla="*/ 19497 w 148867"/>
              <a:gd name="csY15" fmla="*/ 138217 h 138216"/>
              <a:gd name="csX16" fmla="*/ 129370 w 148867"/>
              <a:gd name="csY16" fmla="*/ 138217 h 138216"/>
              <a:gd name="csX17" fmla="*/ 148867 w 148867"/>
              <a:gd name="csY17" fmla="*/ 118739 h 138216"/>
              <a:gd name="csX18" fmla="*/ 148867 w 148867"/>
              <a:gd name="csY18" fmla="*/ 83288 h 138216"/>
              <a:gd name="csX19" fmla="*/ 143542 w 148867"/>
              <a:gd name="csY19" fmla="*/ 77980 h 138216"/>
              <a:gd name="csX20" fmla="*/ 81528 w 148867"/>
              <a:gd name="csY20" fmla="*/ 77980 h 138216"/>
              <a:gd name="csX21" fmla="*/ 81528 w 148867"/>
              <a:gd name="csY21" fmla="*/ 62874 h 138216"/>
              <a:gd name="csX22" fmla="*/ 83349 w 148867"/>
              <a:gd name="csY22" fmla="*/ 53518 h 138216"/>
              <a:gd name="csX23" fmla="*/ 85867 w 148867"/>
              <a:gd name="csY23" fmla="*/ 49215 h 138216"/>
              <a:gd name="csX24" fmla="*/ 89967 w 148867"/>
              <a:gd name="csY24" fmla="*/ 58520 h 138216"/>
              <a:gd name="csX25" fmla="*/ 89984 w 148867"/>
              <a:gd name="csY25" fmla="*/ 58520 h 138216"/>
              <a:gd name="csX26" fmla="*/ 95803 w 148867"/>
              <a:gd name="csY26" fmla="*/ 63606 h 138216"/>
              <a:gd name="csX27" fmla="*/ 108937 w 148867"/>
              <a:gd name="csY27" fmla="*/ 67348 h 138216"/>
              <a:gd name="csX28" fmla="*/ 119791 w 148867"/>
              <a:gd name="csY28" fmla="*/ 64762 h 138216"/>
              <a:gd name="csX29" fmla="*/ 133521 w 148867"/>
              <a:gd name="csY29" fmla="*/ 63419 h 138216"/>
              <a:gd name="csX30" fmla="*/ 138982 w 148867"/>
              <a:gd name="csY30" fmla="*/ 63674 h 138216"/>
              <a:gd name="csX31" fmla="*/ 141773 w 148867"/>
              <a:gd name="csY31" fmla="*/ 58979 h 138216"/>
              <a:gd name="csX32" fmla="*/ 116967 w 148867"/>
              <a:gd name="csY32" fmla="*/ 24089 h 138216"/>
              <a:gd name="csX33" fmla="*/ 89474 w 148867"/>
              <a:gd name="csY33" fmla="*/ 33615 h 138216"/>
              <a:gd name="csX34" fmla="*/ 88674 w 148867"/>
              <a:gd name="csY34" fmla="*/ 34908 h 138216"/>
              <a:gd name="csX35" fmla="*/ 87636 w 148867"/>
              <a:gd name="csY35" fmla="*/ 35180 h 138216"/>
              <a:gd name="csX36" fmla="*/ 81528 w 148867"/>
              <a:gd name="csY36" fmla="*/ 39382 h 138216"/>
              <a:gd name="csX37" fmla="*/ 81528 w 148867"/>
              <a:gd name="csY37" fmla="*/ 38633 h 138216"/>
              <a:gd name="csX38" fmla="*/ 73600 w 148867"/>
              <a:gd name="csY38" fmla="*/ 16740 h 138216"/>
              <a:gd name="csX39" fmla="*/ 64583 w 148867"/>
              <a:gd name="csY39" fmla="*/ 12198 h 138216"/>
              <a:gd name="csX40" fmla="*/ 64515 w 148867"/>
              <a:gd name="csY40" fmla="*/ 12045 h 138216"/>
              <a:gd name="csX41" fmla="*/ 44286 w 148867"/>
              <a:gd name="csY41" fmla="*/ 18 h 138216"/>
            </a:gdLst>
            <a:ahLst/>
            <a:cxnLst/>
            <a:rect l="l" t="t" r="r" b="b"/>
            <a:pathLst>
              <a:path w="100000" h="100000">
                <a:moveTo>
                  <a:pt x="29749" y="3589"/>
                </a:moveTo>
                <a:cubicBezTo>
                  <a:pt x="27806" y="3521"/>
                  <a:pt x="25794" y="3738"/>
                  <a:pt x="23737" y="4264"/>
                </a:cubicBezTo>
                <a:cubicBezTo>
                  <a:pt x="14274" y="6732"/>
                  <a:pt x="4720" y="16113"/>
                  <a:pt x="4720" y="31528"/>
                </a:cubicBezTo>
                <a:cubicBezTo>
                  <a:pt x="4720" y="32854"/>
                  <a:pt x="5451" y="34077"/>
                  <a:pt x="6629" y="34694"/>
                </a:cubicBezTo>
                <a:cubicBezTo>
                  <a:pt x="7806" y="35300"/>
                  <a:pt x="9223" y="35220"/>
                  <a:pt x="10320" y="34465"/>
                </a:cubicBezTo>
                <a:cubicBezTo>
                  <a:pt x="12960" y="32648"/>
                  <a:pt x="16331" y="33563"/>
                  <a:pt x="21177" y="35174"/>
                </a:cubicBezTo>
                <a:cubicBezTo>
                  <a:pt x="23874" y="36065"/>
                  <a:pt x="26423" y="36911"/>
                  <a:pt x="28949" y="36911"/>
                </a:cubicBezTo>
                <a:cubicBezTo>
                  <a:pt x="35269" y="36911"/>
                  <a:pt x="41029" y="33803"/>
                  <a:pt x="43623" y="28992"/>
                </a:cubicBezTo>
                <a:cubicBezTo>
                  <a:pt x="45063" y="26318"/>
                  <a:pt x="45577" y="23644"/>
                  <a:pt x="45600" y="21211"/>
                </a:cubicBezTo>
                <a:cubicBezTo>
                  <a:pt x="46652" y="22662"/>
                  <a:pt x="47623" y="25095"/>
                  <a:pt x="47623" y="29529"/>
                </a:cubicBezTo>
                <a:lnTo>
                  <a:pt x="47623" y="45812"/>
                </a:lnTo>
                <a:lnTo>
                  <a:pt x="47623" y="55960"/>
                </a:lnTo>
                <a:lnTo>
                  <a:pt x="3566" y="55960"/>
                </a:lnTo>
                <a:cubicBezTo>
                  <a:pt x="1600" y="55960"/>
                  <a:pt x="0" y="57560"/>
                  <a:pt x="0" y="59525"/>
                </a:cubicBezTo>
                <a:lnTo>
                  <a:pt x="0" y="83339"/>
                </a:lnTo>
                <a:cubicBezTo>
                  <a:pt x="0" y="90561"/>
                  <a:pt x="5874" y="96423"/>
                  <a:pt x="13097" y="96423"/>
                </a:cubicBezTo>
                <a:lnTo>
                  <a:pt x="86903" y="96423"/>
                </a:lnTo>
                <a:cubicBezTo>
                  <a:pt x="94126" y="96423"/>
                  <a:pt x="100000" y="90561"/>
                  <a:pt x="100000" y="83339"/>
                </a:cubicBezTo>
                <a:lnTo>
                  <a:pt x="100000" y="59525"/>
                </a:lnTo>
                <a:cubicBezTo>
                  <a:pt x="100000" y="57560"/>
                  <a:pt x="98401" y="55960"/>
                  <a:pt x="96423" y="55960"/>
                </a:cubicBezTo>
                <a:lnTo>
                  <a:pt x="54766" y="55960"/>
                </a:lnTo>
                <a:lnTo>
                  <a:pt x="54766" y="45812"/>
                </a:lnTo>
                <a:cubicBezTo>
                  <a:pt x="54766" y="44670"/>
                  <a:pt x="54995" y="41962"/>
                  <a:pt x="55989" y="39528"/>
                </a:cubicBezTo>
                <a:cubicBezTo>
                  <a:pt x="56423" y="38476"/>
                  <a:pt x="56983" y="37505"/>
                  <a:pt x="57680" y="36637"/>
                </a:cubicBezTo>
                <a:cubicBezTo>
                  <a:pt x="58000" y="38682"/>
                  <a:pt x="58834" y="40819"/>
                  <a:pt x="60434" y="42888"/>
                </a:cubicBezTo>
                <a:lnTo>
                  <a:pt x="60446" y="42888"/>
                </a:lnTo>
                <a:cubicBezTo>
                  <a:pt x="61451" y="44179"/>
                  <a:pt x="62766" y="45321"/>
                  <a:pt x="64355" y="46304"/>
                </a:cubicBezTo>
                <a:cubicBezTo>
                  <a:pt x="66983" y="47927"/>
                  <a:pt x="70114" y="48818"/>
                  <a:pt x="73177" y="48818"/>
                </a:cubicBezTo>
                <a:cubicBezTo>
                  <a:pt x="75577" y="48818"/>
                  <a:pt x="77954" y="47972"/>
                  <a:pt x="80468" y="47081"/>
                </a:cubicBezTo>
                <a:cubicBezTo>
                  <a:pt x="84640" y="45607"/>
                  <a:pt x="87532" y="44750"/>
                  <a:pt x="89691" y="46178"/>
                </a:cubicBezTo>
                <a:cubicBezTo>
                  <a:pt x="90788" y="46909"/>
                  <a:pt x="92206" y="46966"/>
                  <a:pt x="93360" y="46350"/>
                </a:cubicBezTo>
                <a:cubicBezTo>
                  <a:pt x="94515" y="45721"/>
                  <a:pt x="95235" y="44510"/>
                  <a:pt x="95235" y="43196"/>
                </a:cubicBezTo>
                <a:cubicBezTo>
                  <a:pt x="95235" y="29209"/>
                  <a:pt x="86263" y="21827"/>
                  <a:pt x="78571" y="19759"/>
                </a:cubicBezTo>
                <a:cubicBezTo>
                  <a:pt x="70891" y="17691"/>
                  <a:pt x="63669" y="20205"/>
                  <a:pt x="60103" y="26158"/>
                </a:cubicBezTo>
                <a:cubicBezTo>
                  <a:pt x="59920" y="26409"/>
                  <a:pt x="59749" y="26730"/>
                  <a:pt x="59566" y="27026"/>
                </a:cubicBezTo>
                <a:cubicBezTo>
                  <a:pt x="59337" y="27061"/>
                  <a:pt x="59097" y="27129"/>
                  <a:pt x="58869" y="27209"/>
                </a:cubicBezTo>
                <a:cubicBezTo>
                  <a:pt x="57166" y="27872"/>
                  <a:pt x="56012" y="28992"/>
                  <a:pt x="54766" y="30032"/>
                </a:cubicBezTo>
                <a:lnTo>
                  <a:pt x="54766" y="29529"/>
                </a:lnTo>
                <a:cubicBezTo>
                  <a:pt x="54766" y="22170"/>
                  <a:pt x="52274" y="17417"/>
                  <a:pt x="49440" y="14822"/>
                </a:cubicBezTo>
                <a:cubicBezTo>
                  <a:pt x="46709" y="12320"/>
                  <a:pt x="43623" y="11806"/>
                  <a:pt x="43383" y="11771"/>
                </a:cubicBezTo>
                <a:cubicBezTo>
                  <a:pt x="43372" y="11760"/>
                  <a:pt x="43337" y="11680"/>
                  <a:pt x="43337" y="11668"/>
                </a:cubicBezTo>
                <a:cubicBezTo>
                  <a:pt x="40560" y="6698"/>
                  <a:pt x="35543" y="3818"/>
                  <a:pt x="29749" y="358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6" name="Красный — SVG 19">
            <a:extLst>
              <a:ext uri="{FF2B5EF4-FFF2-40B4-BE49-F238E27FC236}">
                <a16:creationId xmlns:a16="http://schemas.microsoft.com/office/drawing/2014/main" id="{ACB88B85-326C-5F45-A704-645939D5FF6F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70214 w 141882"/>
              <a:gd name="csY0" fmla="*/ 1 h 152080"/>
              <a:gd name="csX1" fmla="*/ 33039 w 141882"/>
              <a:gd name="csY1" fmla="*/ 23714 h 152080"/>
              <a:gd name="csX2" fmla="*/ 18697 w 141882"/>
              <a:gd name="csY2" fmla="*/ 46033 h 152080"/>
              <a:gd name="csX3" fmla="*/ 13474 w 141882"/>
              <a:gd name="csY3" fmla="*/ 45319 h 152080"/>
              <a:gd name="csX4" fmla="*/ 9153 w 141882"/>
              <a:gd name="csY4" fmla="*/ 46509 h 152080"/>
              <a:gd name="csX5" fmla="*/ 7281 w 141882"/>
              <a:gd name="csY5" fmla="*/ 50558 h 152080"/>
              <a:gd name="csX6" fmla="*/ 7281 w 141882"/>
              <a:gd name="csY6" fmla="*/ 51987 h 152080"/>
              <a:gd name="csX7" fmla="*/ 7281 w 141882"/>
              <a:gd name="csY7" fmla="*/ 58587 h 152080"/>
              <a:gd name="csX8" fmla="*/ 10497 w 141882"/>
              <a:gd name="csY8" fmla="*/ 76041 h 152080"/>
              <a:gd name="csX9" fmla="*/ 68751 w 141882"/>
              <a:gd name="csY9" fmla="*/ 81399 h 152080"/>
              <a:gd name="csX10" fmla="*/ 128434 w 141882"/>
              <a:gd name="csY10" fmla="*/ 75666 h 152080"/>
              <a:gd name="csX11" fmla="*/ 131411 w 141882"/>
              <a:gd name="csY11" fmla="*/ 51068 h 152080"/>
              <a:gd name="csX12" fmla="*/ 131411 w 141882"/>
              <a:gd name="csY12" fmla="*/ 50575 h 152080"/>
              <a:gd name="csX13" fmla="*/ 129539 w 141882"/>
              <a:gd name="csY13" fmla="*/ 46509 h 152080"/>
              <a:gd name="csX14" fmla="*/ 125235 w 141882"/>
              <a:gd name="csY14" fmla="*/ 45319 h 152080"/>
              <a:gd name="csX15" fmla="*/ 120284 w 141882"/>
              <a:gd name="csY15" fmla="*/ 46050 h 152080"/>
              <a:gd name="csX16" fmla="*/ 107286 w 141882"/>
              <a:gd name="csY16" fmla="*/ 23681 h 152080"/>
              <a:gd name="csX17" fmla="*/ 70214 w 141882"/>
              <a:gd name="csY17" fmla="*/ 1 h 152080"/>
              <a:gd name="csX18" fmla="*/ 70299 w 141882"/>
              <a:gd name="csY18" fmla="*/ 10633 h 152080"/>
              <a:gd name="csX19" fmla="*/ 98728 w 141882"/>
              <a:gd name="csY19" fmla="*/ 29992 h 152080"/>
              <a:gd name="csX20" fmla="*/ 109191 w 141882"/>
              <a:gd name="csY20" fmla="*/ 47445 h 152080"/>
              <a:gd name="csX21" fmla="*/ 30096 w 141882"/>
              <a:gd name="csY21" fmla="*/ 47326 h 152080"/>
              <a:gd name="csX22" fmla="*/ 41376 w 141882"/>
              <a:gd name="csY22" fmla="*/ 30298 h 152080"/>
              <a:gd name="csX23" fmla="*/ 70299 w 141882"/>
              <a:gd name="csY23" fmla="*/ 10633 h 152080"/>
              <a:gd name="csX24" fmla="*/ 60159 w 141882"/>
              <a:gd name="csY24" fmla="*/ 21146 h 152080"/>
              <a:gd name="csX25" fmla="*/ 57726 w 141882"/>
              <a:gd name="csY25" fmla="*/ 22371 h 152080"/>
              <a:gd name="csX26" fmla="*/ 58100 w 141882"/>
              <a:gd name="csY26" fmla="*/ 27372 h 152080"/>
              <a:gd name="csX27" fmla="*/ 63119 w 141882"/>
              <a:gd name="csY27" fmla="*/ 27015 h 152080"/>
              <a:gd name="csX28" fmla="*/ 62745 w 141882"/>
              <a:gd name="csY28" fmla="*/ 21997 h 152080"/>
              <a:gd name="csX29" fmla="*/ 60159 w 141882"/>
              <a:gd name="csY29" fmla="*/ 21146 h 152080"/>
              <a:gd name="csX30" fmla="*/ 77904 w 141882"/>
              <a:gd name="csY30" fmla="*/ 24735 h 152080"/>
              <a:gd name="csX31" fmla="*/ 75539 w 141882"/>
              <a:gd name="csY31" fmla="*/ 25926 h 152080"/>
              <a:gd name="csX32" fmla="*/ 75897 w 141882"/>
              <a:gd name="csY32" fmla="*/ 30808 h 152080"/>
              <a:gd name="csX33" fmla="*/ 80779 w 141882"/>
              <a:gd name="csY33" fmla="*/ 30451 h 152080"/>
              <a:gd name="csX34" fmla="*/ 80422 w 141882"/>
              <a:gd name="csY34" fmla="*/ 25569 h 152080"/>
              <a:gd name="csX35" fmla="*/ 77904 w 141882"/>
              <a:gd name="csY35" fmla="*/ 24735 h 152080"/>
              <a:gd name="csX36" fmla="*/ 88707 w 141882"/>
              <a:gd name="csY36" fmla="*/ 35367 h 152080"/>
              <a:gd name="csX37" fmla="*/ 86343 w 141882"/>
              <a:gd name="csY37" fmla="*/ 36558 h 152080"/>
              <a:gd name="csX38" fmla="*/ 86700 w 141882"/>
              <a:gd name="csY38" fmla="*/ 41440 h 152080"/>
              <a:gd name="csX39" fmla="*/ 91600 w 141882"/>
              <a:gd name="csY39" fmla="*/ 41083 h 152080"/>
              <a:gd name="csX40" fmla="*/ 91226 w 141882"/>
              <a:gd name="csY40" fmla="*/ 36201 h 152080"/>
              <a:gd name="csX41" fmla="*/ 88707 w 141882"/>
              <a:gd name="csY41" fmla="*/ 35367 h 152080"/>
              <a:gd name="csX42" fmla="*/ 46191 w 141882"/>
              <a:gd name="csY42" fmla="*/ 35503 h 152080"/>
              <a:gd name="csX43" fmla="*/ 43809 w 141882"/>
              <a:gd name="csY43" fmla="*/ 36711 h 152080"/>
              <a:gd name="csX44" fmla="*/ 44166 w 141882"/>
              <a:gd name="csY44" fmla="*/ 41644 h 152080"/>
              <a:gd name="csX45" fmla="*/ 49100 w 141882"/>
              <a:gd name="csY45" fmla="*/ 41270 h 152080"/>
              <a:gd name="csX46" fmla="*/ 48726 w 141882"/>
              <a:gd name="csY46" fmla="*/ 36354 h 152080"/>
              <a:gd name="csX47" fmla="*/ 46191 w 141882"/>
              <a:gd name="csY47" fmla="*/ 35503 h 152080"/>
              <a:gd name="csX48" fmla="*/ 67288 w 141882"/>
              <a:gd name="csY48" fmla="*/ 38974 h 152080"/>
              <a:gd name="csX49" fmla="*/ 64923 w 141882"/>
              <a:gd name="csY49" fmla="*/ 40164 h 152080"/>
              <a:gd name="csX50" fmla="*/ 65280 w 141882"/>
              <a:gd name="csY50" fmla="*/ 45029 h 152080"/>
              <a:gd name="csX51" fmla="*/ 70163 w 141882"/>
              <a:gd name="csY51" fmla="*/ 44672 h 152080"/>
              <a:gd name="csX52" fmla="*/ 69789 w 141882"/>
              <a:gd name="csY52" fmla="*/ 39790 h 152080"/>
              <a:gd name="csX53" fmla="*/ 67288 w 141882"/>
              <a:gd name="csY53" fmla="*/ 38974 h 152080"/>
              <a:gd name="csX54" fmla="*/ 127413 w 141882"/>
              <a:gd name="csY54" fmla="*/ 83304 h 152080"/>
              <a:gd name="csX55" fmla="*/ 68751 w 141882"/>
              <a:gd name="csY55" fmla="*/ 88476 h 152080"/>
              <a:gd name="csX56" fmla="*/ 11943 w 141882"/>
              <a:gd name="csY56" fmla="*/ 83713 h 152080"/>
              <a:gd name="csX57" fmla="*/ 10939 w 141882"/>
              <a:gd name="csY57" fmla="*/ 108889 h 152080"/>
              <a:gd name="csX58" fmla="*/ 5597 w 141882"/>
              <a:gd name="csY58" fmla="*/ 122294 h 152080"/>
              <a:gd name="csX59" fmla="*/ 3147 w 141882"/>
              <a:gd name="csY59" fmla="*/ 144783 h 152080"/>
              <a:gd name="csX60" fmla="*/ 16383 w 141882"/>
              <a:gd name="csY60" fmla="*/ 147964 h 152080"/>
              <a:gd name="csX61" fmla="*/ 32121 w 141882"/>
              <a:gd name="csY61" fmla="*/ 149444 h 152080"/>
              <a:gd name="csX62" fmla="*/ 62694 w 141882"/>
              <a:gd name="csY62" fmla="*/ 152080 h 152080"/>
              <a:gd name="csX63" fmla="*/ 97690 w 141882"/>
              <a:gd name="csY63" fmla="*/ 149529 h 152080"/>
              <a:gd name="csX64" fmla="*/ 106333 w 141882"/>
              <a:gd name="csY64" fmla="*/ 149427 h 152080"/>
              <a:gd name="csX65" fmla="*/ 108035 w 141882"/>
              <a:gd name="csY65" fmla="*/ 149597 h 152080"/>
              <a:gd name="csX66" fmla="*/ 138744 w 141882"/>
              <a:gd name="csY66" fmla="*/ 144783 h 152080"/>
              <a:gd name="csX67" fmla="*/ 136413 w 141882"/>
              <a:gd name="csY67" fmla="*/ 122634 h 152080"/>
              <a:gd name="csX68" fmla="*/ 131139 w 141882"/>
              <a:gd name="csY68" fmla="*/ 109553 h 152080"/>
              <a:gd name="csX69" fmla="*/ 127413 w 141882"/>
              <a:gd name="csY69" fmla="*/ 83304 h 152080"/>
              <a:gd name="csX70" fmla="*/ 58713 w 141882"/>
              <a:gd name="csY70" fmla="*/ 96488 h 152080"/>
              <a:gd name="csX71" fmla="*/ 80150 w 141882"/>
              <a:gd name="csY71" fmla="*/ 102476 h 152080"/>
              <a:gd name="csX72" fmla="*/ 85135 w 141882"/>
              <a:gd name="csY72" fmla="*/ 112274 h 152080"/>
              <a:gd name="csX73" fmla="*/ 83536 w 141882"/>
              <a:gd name="csY73" fmla="*/ 120134 h 152080"/>
              <a:gd name="csX74" fmla="*/ 88112 w 141882"/>
              <a:gd name="csY74" fmla="*/ 125271 h 152080"/>
              <a:gd name="csX75" fmla="*/ 87465 w 141882"/>
              <a:gd name="csY75" fmla="*/ 130238 h 152080"/>
              <a:gd name="csX76" fmla="*/ 85305 w 141882"/>
              <a:gd name="csY76" fmla="*/ 130970 h 152080"/>
              <a:gd name="csX77" fmla="*/ 82498 w 141882"/>
              <a:gd name="csY77" fmla="*/ 129592 h 152080"/>
              <a:gd name="csX78" fmla="*/ 79197 w 141882"/>
              <a:gd name="csY78" fmla="*/ 125781 h 152080"/>
              <a:gd name="csX79" fmla="*/ 69908 w 141882"/>
              <a:gd name="csY79" fmla="*/ 129115 h 152080"/>
              <a:gd name="csX80" fmla="*/ 58934 w 141882"/>
              <a:gd name="csY80" fmla="*/ 124914 h 152080"/>
              <a:gd name="csX81" fmla="*/ 49815 w 141882"/>
              <a:gd name="csY81" fmla="*/ 100792 h 152080"/>
              <a:gd name="csX82" fmla="*/ 52622 w 141882"/>
              <a:gd name="csY82" fmla="*/ 97169 h 152080"/>
              <a:gd name="csX83" fmla="*/ 58713 w 141882"/>
              <a:gd name="csY83" fmla="*/ 96488 h 152080"/>
            </a:gdLst>
            <a:ahLst/>
            <a:cxnLst/>
            <a:rect l="l" t="t" r="r" b="b"/>
            <a:pathLst>
              <a:path w="100000" h="100000">
                <a:moveTo>
                  <a:pt x="49522" y="1"/>
                </a:moveTo>
                <a:cubicBezTo>
                  <a:pt x="39151" y="90"/>
                  <a:pt x="30940" y="8177"/>
                  <a:pt x="25078" y="15593"/>
                </a:cubicBezTo>
                <a:cubicBezTo>
                  <a:pt x="19328" y="22864"/>
                  <a:pt x="15782" y="29989"/>
                  <a:pt x="15647" y="30269"/>
                </a:cubicBezTo>
                <a:cubicBezTo>
                  <a:pt x="14417" y="30090"/>
                  <a:pt x="12257" y="29811"/>
                  <a:pt x="12213" y="29799"/>
                </a:cubicBezTo>
                <a:cubicBezTo>
                  <a:pt x="11206" y="29643"/>
                  <a:pt x="10155" y="29922"/>
                  <a:pt x="9371" y="30582"/>
                </a:cubicBezTo>
                <a:cubicBezTo>
                  <a:pt x="8588" y="31242"/>
                  <a:pt x="8140" y="32226"/>
                  <a:pt x="8140" y="33244"/>
                </a:cubicBezTo>
                <a:lnTo>
                  <a:pt x="8140" y="34184"/>
                </a:lnTo>
                <a:cubicBezTo>
                  <a:pt x="8129" y="35448"/>
                  <a:pt x="8118" y="37450"/>
                  <a:pt x="8140" y="38524"/>
                </a:cubicBezTo>
                <a:cubicBezTo>
                  <a:pt x="8231" y="43692"/>
                  <a:pt x="8678" y="47528"/>
                  <a:pt x="10255" y="50001"/>
                </a:cubicBezTo>
                <a:cubicBezTo>
                  <a:pt x="16464" y="51689"/>
                  <a:pt x="27953" y="53524"/>
                  <a:pt x="48560" y="53524"/>
                </a:cubicBezTo>
                <a:cubicBezTo>
                  <a:pt x="70051" y="53524"/>
                  <a:pt x="81640" y="51589"/>
                  <a:pt x="87804" y="49754"/>
                </a:cubicBezTo>
                <a:cubicBezTo>
                  <a:pt x="89695" y="46589"/>
                  <a:pt x="89751" y="41365"/>
                  <a:pt x="89762" y="33580"/>
                </a:cubicBezTo>
                <a:lnTo>
                  <a:pt x="89762" y="33256"/>
                </a:lnTo>
                <a:cubicBezTo>
                  <a:pt x="89762" y="32226"/>
                  <a:pt x="89315" y="31253"/>
                  <a:pt x="88531" y="30582"/>
                </a:cubicBezTo>
                <a:cubicBezTo>
                  <a:pt x="87749" y="29922"/>
                  <a:pt x="86719" y="29643"/>
                  <a:pt x="85701" y="29799"/>
                </a:cubicBezTo>
                <a:cubicBezTo>
                  <a:pt x="84616" y="29978"/>
                  <a:pt x="83530" y="30124"/>
                  <a:pt x="82445" y="30280"/>
                </a:cubicBezTo>
                <a:cubicBezTo>
                  <a:pt x="82132" y="29554"/>
                  <a:pt x="79134" y="22685"/>
                  <a:pt x="73899" y="15571"/>
                </a:cubicBezTo>
                <a:cubicBezTo>
                  <a:pt x="68383" y="8077"/>
                  <a:pt x="60262" y="-89"/>
                  <a:pt x="49522" y="1"/>
                </a:cubicBezTo>
                <a:close/>
                <a:moveTo>
                  <a:pt x="49578" y="6992"/>
                </a:moveTo>
                <a:cubicBezTo>
                  <a:pt x="56547" y="6936"/>
                  <a:pt x="63316" y="12976"/>
                  <a:pt x="68271" y="19721"/>
                </a:cubicBezTo>
                <a:cubicBezTo>
                  <a:pt x="71627" y="24285"/>
                  <a:pt x="73932" y="28703"/>
                  <a:pt x="75151" y="31197"/>
                </a:cubicBezTo>
                <a:cubicBezTo>
                  <a:pt x="54266" y="33434"/>
                  <a:pt x="34766" y="32282"/>
                  <a:pt x="23142" y="31119"/>
                </a:cubicBezTo>
                <a:cubicBezTo>
                  <a:pt x="24552" y="28592"/>
                  <a:pt x="27069" y="24340"/>
                  <a:pt x="30560" y="19922"/>
                </a:cubicBezTo>
                <a:cubicBezTo>
                  <a:pt x="35896" y="13166"/>
                  <a:pt x="43100" y="7048"/>
                  <a:pt x="49578" y="6992"/>
                </a:cubicBezTo>
                <a:close/>
                <a:moveTo>
                  <a:pt x="42910" y="13905"/>
                </a:moveTo>
                <a:cubicBezTo>
                  <a:pt x="42317" y="13949"/>
                  <a:pt x="41736" y="14218"/>
                  <a:pt x="41310" y="14710"/>
                </a:cubicBezTo>
                <a:cubicBezTo>
                  <a:pt x="40471" y="15683"/>
                  <a:pt x="40583" y="17159"/>
                  <a:pt x="41556" y="17998"/>
                </a:cubicBezTo>
                <a:cubicBezTo>
                  <a:pt x="42541" y="18849"/>
                  <a:pt x="44006" y="18737"/>
                  <a:pt x="44857" y="17764"/>
                </a:cubicBezTo>
                <a:cubicBezTo>
                  <a:pt x="45696" y="16791"/>
                  <a:pt x="45584" y="15302"/>
                  <a:pt x="44611" y="14464"/>
                </a:cubicBezTo>
                <a:cubicBezTo>
                  <a:pt x="44118" y="14050"/>
                  <a:pt x="43514" y="13860"/>
                  <a:pt x="42910" y="13905"/>
                </a:cubicBezTo>
                <a:close/>
                <a:moveTo>
                  <a:pt x="54579" y="16264"/>
                </a:moveTo>
                <a:cubicBezTo>
                  <a:pt x="53997" y="16309"/>
                  <a:pt x="53438" y="16577"/>
                  <a:pt x="53023" y="17048"/>
                </a:cubicBezTo>
                <a:cubicBezTo>
                  <a:pt x="52207" y="17998"/>
                  <a:pt x="52307" y="19441"/>
                  <a:pt x="53259" y="20258"/>
                </a:cubicBezTo>
                <a:cubicBezTo>
                  <a:pt x="54209" y="21074"/>
                  <a:pt x="55652" y="20974"/>
                  <a:pt x="56469" y="20023"/>
                </a:cubicBezTo>
                <a:cubicBezTo>
                  <a:pt x="57286" y="19072"/>
                  <a:pt x="57185" y="17630"/>
                  <a:pt x="56234" y="16813"/>
                </a:cubicBezTo>
                <a:cubicBezTo>
                  <a:pt x="55753" y="16399"/>
                  <a:pt x="55160" y="16220"/>
                  <a:pt x="54579" y="16264"/>
                </a:cubicBezTo>
                <a:close/>
                <a:moveTo>
                  <a:pt x="61682" y="23256"/>
                </a:moveTo>
                <a:cubicBezTo>
                  <a:pt x="61101" y="23300"/>
                  <a:pt x="60530" y="23558"/>
                  <a:pt x="60128" y="24039"/>
                </a:cubicBezTo>
                <a:cubicBezTo>
                  <a:pt x="59300" y="24989"/>
                  <a:pt x="59411" y="26432"/>
                  <a:pt x="60362" y="27249"/>
                </a:cubicBezTo>
                <a:cubicBezTo>
                  <a:pt x="61324" y="28077"/>
                  <a:pt x="62756" y="27965"/>
                  <a:pt x="63584" y="27014"/>
                </a:cubicBezTo>
                <a:cubicBezTo>
                  <a:pt x="64401" y="26063"/>
                  <a:pt x="64289" y="24621"/>
                  <a:pt x="63338" y="23804"/>
                </a:cubicBezTo>
                <a:cubicBezTo>
                  <a:pt x="62857" y="23390"/>
                  <a:pt x="62264" y="23211"/>
                  <a:pt x="61682" y="23256"/>
                </a:cubicBezTo>
                <a:close/>
                <a:moveTo>
                  <a:pt x="33726" y="23345"/>
                </a:moveTo>
                <a:cubicBezTo>
                  <a:pt x="33144" y="23390"/>
                  <a:pt x="32574" y="23659"/>
                  <a:pt x="32159" y="24139"/>
                </a:cubicBezTo>
                <a:cubicBezTo>
                  <a:pt x="31332" y="25101"/>
                  <a:pt x="31432" y="26555"/>
                  <a:pt x="32394" y="27383"/>
                </a:cubicBezTo>
                <a:cubicBezTo>
                  <a:pt x="33357" y="28211"/>
                  <a:pt x="34811" y="28099"/>
                  <a:pt x="35638" y="27137"/>
                </a:cubicBezTo>
                <a:cubicBezTo>
                  <a:pt x="36466" y="26175"/>
                  <a:pt x="36355" y="24732"/>
                  <a:pt x="35393" y="23905"/>
                </a:cubicBezTo>
                <a:cubicBezTo>
                  <a:pt x="34911" y="23490"/>
                  <a:pt x="34319" y="23311"/>
                  <a:pt x="33726" y="23345"/>
                </a:cubicBezTo>
                <a:close/>
                <a:moveTo>
                  <a:pt x="47598" y="25627"/>
                </a:moveTo>
                <a:cubicBezTo>
                  <a:pt x="47016" y="25672"/>
                  <a:pt x="46445" y="25929"/>
                  <a:pt x="46043" y="26410"/>
                </a:cubicBezTo>
                <a:cubicBezTo>
                  <a:pt x="45226" y="27361"/>
                  <a:pt x="45327" y="28793"/>
                  <a:pt x="46278" y="29609"/>
                </a:cubicBezTo>
                <a:cubicBezTo>
                  <a:pt x="47228" y="30425"/>
                  <a:pt x="48661" y="30325"/>
                  <a:pt x="49488" y="29374"/>
                </a:cubicBezTo>
                <a:cubicBezTo>
                  <a:pt x="50305" y="28423"/>
                  <a:pt x="50193" y="26992"/>
                  <a:pt x="49243" y="26164"/>
                </a:cubicBezTo>
                <a:cubicBezTo>
                  <a:pt x="48772" y="25761"/>
                  <a:pt x="48168" y="25582"/>
                  <a:pt x="47598" y="25627"/>
                </a:cubicBezTo>
                <a:close/>
                <a:moveTo>
                  <a:pt x="87133" y="54776"/>
                </a:moveTo>
                <a:cubicBezTo>
                  <a:pt x="79850" y="56645"/>
                  <a:pt x="67969" y="58177"/>
                  <a:pt x="48560" y="58177"/>
                </a:cubicBezTo>
                <a:cubicBezTo>
                  <a:pt x="29944" y="58177"/>
                  <a:pt x="18354" y="56700"/>
                  <a:pt x="11206" y="55045"/>
                </a:cubicBezTo>
                <a:cubicBezTo>
                  <a:pt x="10904" y="58826"/>
                  <a:pt x="10546" y="64754"/>
                  <a:pt x="10546" y="71600"/>
                </a:cubicBezTo>
                <a:cubicBezTo>
                  <a:pt x="10546" y="74027"/>
                  <a:pt x="8689" y="77416"/>
                  <a:pt x="7033" y="80414"/>
                </a:cubicBezTo>
                <a:cubicBezTo>
                  <a:pt x="4304" y="85392"/>
                  <a:pt x="1205" y="91029"/>
                  <a:pt x="5422" y="95202"/>
                </a:cubicBezTo>
                <a:cubicBezTo>
                  <a:pt x="7548" y="97294"/>
                  <a:pt x="10590" y="97294"/>
                  <a:pt x="14125" y="97294"/>
                </a:cubicBezTo>
                <a:cubicBezTo>
                  <a:pt x="16967" y="97294"/>
                  <a:pt x="20491" y="97294"/>
                  <a:pt x="24474" y="98267"/>
                </a:cubicBezTo>
                <a:cubicBezTo>
                  <a:pt x="29139" y="99430"/>
                  <a:pt x="36589" y="100000"/>
                  <a:pt x="44577" y="100000"/>
                </a:cubicBezTo>
                <a:cubicBezTo>
                  <a:pt x="52420" y="100000"/>
                  <a:pt x="60799" y="99441"/>
                  <a:pt x="67589" y="98323"/>
                </a:cubicBezTo>
                <a:cubicBezTo>
                  <a:pt x="69972" y="97931"/>
                  <a:pt x="71214" y="98065"/>
                  <a:pt x="73272" y="98256"/>
                </a:cubicBezTo>
                <a:lnTo>
                  <a:pt x="74391" y="98367"/>
                </a:lnTo>
                <a:cubicBezTo>
                  <a:pt x="86059" y="99396"/>
                  <a:pt x="91149" y="98591"/>
                  <a:pt x="94584" y="95202"/>
                </a:cubicBezTo>
                <a:cubicBezTo>
                  <a:pt x="98824" y="91018"/>
                  <a:pt x="95624" y="85258"/>
                  <a:pt x="93051" y="80638"/>
                </a:cubicBezTo>
                <a:cubicBezTo>
                  <a:pt x="91440" y="77741"/>
                  <a:pt x="89605" y="74463"/>
                  <a:pt x="89583" y="72036"/>
                </a:cubicBezTo>
                <a:cubicBezTo>
                  <a:pt x="89527" y="66086"/>
                  <a:pt x="88173" y="59195"/>
                  <a:pt x="87133" y="54776"/>
                </a:cubicBezTo>
                <a:close/>
                <a:moveTo>
                  <a:pt x="41959" y="63446"/>
                </a:moveTo>
                <a:cubicBezTo>
                  <a:pt x="45752" y="63300"/>
                  <a:pt x="51513" y="63804"/>
                  <a:pt x="56055" y="67383"/>
                </a:cubicBezTo>
                <a:cubicBezTo>
                  <a:pt x="58002" y="68916"/>
                  <a:pt x="59165" y="71197"/>
                  <a:pt x="59333" y="73826"/>
                </a:cubicBezTo>
                <a:cubicBezTo>
                  <a:pt x="59445" y="75604"/>
                  <a:pt x="59042" y="77372"/>
                  <a:pt x="58282" y="78994"/>
                </a:cubicBezTo>
                <a:cubicBezTo>
                  <a:pt x="59356" y="80056"/>
                  <a:pt x="60373" y="81164"/>
                  <a:pt x="61291" y="82372"/>
                </a:cubicBezTo>
                <a:cubicBezTo>
                  <a:pt x="62074" y="83390"/>
                  <a:pt x="61884" y="84855"/>
                  <a:pt x="60865" y="85638"/>
                </a:cubicBezTo>
                <a:cubicBezTo>
                  <a:pt x="60441" y="85962"/>
                  <a:pt x="59937" y="86119"/>
                  <a:pt x="59445" y="86119"/>
                </a:cubicBezTo>
                <a:cubicBezTo>
                  <a:pt x="58751" y="86119"/>
                  <a:pt x="58058" y="85805"/>
                  <a:pt x="57599" y="85213"/>
                </a:cubicBezTo>
                <a:cubicBezTo>
                  <a:pt x="56917" y="84329"/>
                  <a:pt x="56190" y="83501"/>
                  <a:pt x="55429" y="82707"/>
                </a:cubicBezTo>
                <a:cubicBezTo>
                  <a:pt x="53661" y="84139"/>
                  <a:pt x="51524" y="84899"/>
                  <a:pt x="49321" y="84899"/>
                </a:cubicBezTo>
                <a:cubicBezTo>
                  <a:pt x="46815" y="84899"/>
                  <a:pt x="44253" y="83982"/>
                  <a:pt x="42105" y="82137"/>
                </a:cubicBezTo>
                <a:cubicBezTo>
                  <a:pt x="36735" y="77517"/>
                  <a:pt x="36153" y="67405"/>
                  <a:pt x="36109" y="66276"/>
                </a:cubicBezTo>
                <a:cubicBezTo>
                  <a:pt x="36064" y="65135"/>
                  <a:pt x="36836" y="64128"/>
                  <a:pt x="37954" y="63893"/>
                </a:cubicBezTo>
                <a:cubicBezTo>
                  <a:pt x="38111" y="63859"/>
                  <a:pt x="39677" y="63535"/>
                  <a:pt x="41959" y="6344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7" name="Красный — SVG 20">
            <a:extLst>
              <a:ext uri="{FF2B5EF4-FFF2-40B4-BE49-F238E27FC236}">
                <a16:creationId xmlns:a16="http://schemas.microsoft.com/office/drawing/2014/main" id="{171019F5-4D1B-6044-8758-BBAF5322D6D3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40533 w 155956"/>
              <a:gd name="csY0" fmla="*/ 27 h 134687"/>
              <a:gd name="csX1" fmla="*/ 32787 w 155956"/>
              <a:gd name="csY1" fmla="*/ 1184 h 134687"/>
              <a:gd name="csX2" fmla="*/ 0 w 155956"/>
              <a:gd name="csY2" fmla="*/ 48220 h 134687"/>
              <a:gd name="csX3" fmla="*/ 2838 w 155956"/>
              <a:gd name="csY3" fmla="*/ 52932 h 134687"/>
              <a:gd name="csX4" fmla="*/ 8328 w 155956"/>
              <a:gd name="csY4" fmla="*/ 52609 h 134687"/>
              <a:gd name="csX5" fmla="*/ 28356 w 155956"/>
              <a:gd name="csY5" fmla="*/ 53714 h 134687"/>
              <a:gd name="csX6" fmla="*/ 41787 w 155956"/>
              <a:gd name="csY6" fmla="*/ 56725 h 134687"/>
              <a:gd name="csX7" fmla="*/ 67366 w 155956"/>
              <a:gd name="csY7" fmla="*/ 42640 h 134687"/>
              <a:gd name="csX8" fmla="*/ 67344 w 155956"/>
              <a:gd name="csY8" fmla="*/ 42555 h 134687"/>
              <a:gd name="csX9" fmla="*/ 60090 w 155956"/>
              <a:gd name="csY9" fmla="*/ 28980 h 134687"/>
              <a:gd name="csX10" fmla="*/ 38609 w 155956"/>
              <a:gd name="csY10" fmla="*/ 37061 h 134687"/>
              <a:gd name="csX11" fmla="*/ 33845 w 155956"/>
              <a:gd name="csY11" fmla="*/ 38608 h 134687"/>
              <a:gd name="csX12" fmla="*/ 32281 w 155956"/>
              <a:gd name="csY12" fmla="*/ 33845 h 134687"/>
              <a:gd name="csX13" fmla="*/ 61737 w 155956"/>
              <a:gd name="csY13" fmla="*/ 22074 h 134687"/>
              <a:gd name="csX14" fmla="*/ 70840 w 155956"/>
              <a:gd name="csY14" fmla="*/ 28351 h 134687"/>
              <a:gd name="csX15" fmla="*/ 70854 w 155956"/>
              <a:gd name="csY15" fmla="*/ 28470 h 134687"/>
              <a:gd name="csX16" fmla="*/ 74434 w 155956"/>
              <a:gd name="csY16" fmla="*/ 44324 h 134687"/>
              <a:gd name="csX17" fmla="*/ 74434 w 155956"/>
              <a:gd name="csY17" fmla="*/ 99372 h 134687"/>
              <a:gd name="csX18" fmla="*/ 55824 w 155956"/>
              <a:gd name="csY18" fmla="*/ 90390 h 134687"/>
              <a:gd name="csX19" fmla="*/ 34697 w 155956"/>
              <a:gd name="csY19" fmla="*/ 103149 h 134687"/>
              <a:gd name="csX20" fmla="*/ 23040 w 155956"/>
              <a:gd name="csY20" fmla="*/ 99253 h 134687"/>
              <a:gd name="csX21" fmla="*/ 3648 w 155956"/>
              <a:gd name="csY21" fmla="*/ 116979 h 134687"/>
              <a:gd name="csX22" fmla="*/ 3544 w 155956"/>
              <a:gd name="csY22" fmla="*/ 116979 h 134687"/>
              <a:gd name="csX23" fmla="*/ 3544 w 155956"/>
              <a:gd name="csY23" fmla="*/ 127611 h 134687"/>
              <a:gd name="csX24" fmla="*/ 10633 w 155956"/>
              <a:gd name="csY24" fmla="*/ 134687 h 134687"/>
              <a:gd name="csX25" fmla="*/ 145323 w 155956"/>
              <a:gd name="csY25" fmla="*/ 134687 h 134687"/>
              <a:gd name="csX26" fmla="*/ 152411 w 155956"/>
              <a:gd name="csY26" fmla="*/ 127611 h 134687"/>
              <a:gd name="csX27" fmla="*/ 152411 w 155956"/>
              <a:gd name="csY27" fmla="*/ 116979 h 134687"/>
              <a:gd name="csX28" fmla="*/ 152391 w 155956"/>
              <a:gd name="csY28" fmla="*/ 116979 h 134687"/>
              <a:gd name="csX29" fmla="*/ 139784 w 155956"/>
              <a:gd name="csY29" fmla="*/ 104560 h 134687"/>
              <a:gd name="csX30" fmla="*/ 129380 w 155956"/>
              <a:gd name="csY30" fmla="*/ 110055 h 134687"/>
              <a:gd name="csX31" fmla="*/ 118961 w 155956"/>
              <a:gd name="csY31" fmla="*/ 104560 h 134687"/>
              <a:gd name="csX32" fmla="*/ 110245 w 155956"/>
              <a:gd name="csY32" fmla="*/ 108082 h 134687"/>
              <a:gd name="csX33" fmla="*/ 110232 w 155956"/>
              <a:gd name="csY33" fmla="*/ 108082 h 134687"/>
              <a:gd name="csX34" fmla="*/ 93928 w 155956"/>
              <a:gd name="csY34" fmla="*/ 99253 h 134687"/>
              <a:gd name="csX35" fmla="*/ 85067 w 155956"/>
              <a:gd name="csY35" fmla="*/ 101379 h 134687"/>
              <a:gd name="csX36" fmla="*/ 85067 w 155956"/>
              <a:gd name="csY36" fmla="*/ 72665 h 134687"/>
              <a:gd name="csX37" fmla="*/ 92053 w 155956"/>
              <a:gd name="csY37" fmla="*/ 55739 h 134687"/>
              <a:gd name="csX38" fmla="*/ 92060 w 155956"/>
              <a:gd name="csY38" fmla="*/ 55824 h 134687"/>
              <a:gd name="csX39" fmla="*/ 97347 w 155956"/>
              <a:gd name="csY39" fmla="*/ 52489 h 134687"/>
              <a:gd name="csX40" fmla="*/ 126563 w 155956"/>
              <a:gd name="csY40" fmla="*/ 57763 h 134687"/>
              <a:gd name="csX41" fmla="*/ 126563 w 155956"/>
              <a:gd name="csY41" fmla="*/ 62764 h 134687"/>
              <a:gd name="csX42" fmla="*/ 121551 w 155956"/>
              <a:gd name="csY42" fmla="*/ 62764 h 134687"/>
              <a:gd name="csX43" fmla="*/ 100061 w 155956"/>
              <a:gd name="csY43" fmla="*/ 59039 h 134687"/>
              <a:gd name="csX44" fmla="*/ 94365 w 155956"/>
              <a:gd name="csY44" fmla="*/ 64125 h 134687"/>
              <a:gd name="csX45" fmla="*/ 94850 w 155956"/>
              <a:gd name="csY45" fmla="*/ 65078 h 134687"/>
              <a:gd name="csX46" fmla="*/ 118386 w 155956"/>
              <a:gd name="csY46" fmla="*/ 77989 h 134687"/>
              <a:gd name="csX47" fmla="*/ 130792 w 155956"/>
              <a:gd name="csY47" fmla="*/ 75046 h 134687"/>
              <a:gd name="csX48" fmla="*/ 147733 w 155956"/>
              <a:gd name="csY48" fmla="*/ 73549 h 134687"/>
              <a:gd name="csX49" fmla="*/ 153160 w 155956"/>
              <a:gd name="csY49" fmla="*/ 73804 h 134687"/>
              <a:gd name="csX50" fmla="*/ 155957 w 155956"/>
              <a:gd name="csY50" fmla="*/ 69126 h 134687"/>
              <a:gd name="csX51" fmla="*/ 127635 w 155956"/>
              <a:gd name="csY51" fmla="*/ 29354 h 134687"/>
              <a:gd name="csX52" fmla="*/ 96199 w 155956"/>
              <a:gd name="csY52" fmla="*/ 40309 h 134687"/>
              <a:gd name="csX53" fmla="*/ 95563 w 155956"/>
              <a:gd name="csY53" fmla="*/ 41483 h 134687"/>
              <a:gd name="csX54" fmla="*/ 89919 w 155956"/>
              <a:gd name="csY54" fmla="*/ 44137 h 134687"/>
              <a:gd name="csX55" fmla="*/ 85067 w 155956"/>
              <a:gd name="csY55" fmla="*/ 47675 h 134687"/>
              <a:gd name="csX56" fmla="*/ 85067 w 155956"/>
              <a:gd name="csY56" fmla="*/ 44324 h 134687"/>
              <a:gd name="csX57" fmla="*/ 69719 w 155956"/>
              <a:gd name="csY57" fmla="*/ 14759 h 134687"/>
              <a:gd name="csX58" fmla="*/ 66243 w 155956"/>
              <a:gd name="csY58" fmla="*/ 13619 h 134687"/>
              <a:gd name="csX59" fmla="*/ 40533 w 155956"/>
              <a:gd name="csY59" fmla="*/ 27 h 134687"/>
            </a:gdLst>
            <a:ahLst/>
            <a:cxnLst/>
            <a:rect l="l" t="t" r="r" b="b"/>
            <a:pathLst>
              <a:path w="100000" h="100000">
                <a:moveTo>
                  <a:pt x="25990" y="6836"/>
                </a:moveTo>
                <a:cubicBezTo>
                  <a:pt x="24370" y="6891"/>
                  <a:pt x="22706" y="7142"/>
                  <a:pt x="21023" y="7578"/>
                </a:cubicBezTo>
                <a:cubicBezTo>
                  <a:pt x="10568" y="10327"/>
                  <a:pt x="0" y="20689"/>
                  <a:pt x="0" y="37738"/>
                </a:cubicBezTo>
                <a:cubicBezTo>
                  <a:pt x="0" y="39003"/>
                  <a:pt x="706" y="40170"/>
                  <a:pt x="1820" y="40759"/>
                </a:cubicBezTo>
                <a:cubicBezTo>
                  <a:pt x="2934" y="41348"/>
                  <a:pt x="4295" y="41261"/>
                  <a:pt x="5340" y="40552"/>
                </a:cubicBezTo>
                <a:cubicBezTo>
                  <a:pt x="8818" y="38163"/>
                  <a:pt x="13363" y="39669"/>
                  <a:pt x="18182" y="41261"/>
                </a:cubicBezTo>
                <a:cubicBezTo>
                  <a:pt x="21204" y="42264"/>
                  <a:pt x="24044" y="43191"/>
                  <a:pt x="26794" y="43191"/>
                </a:cubicBezTo>
                <a:cubicBezTo>
                  <a:pt x="33509" y="43191"/>
                  <a:pt x="39929" y="39658"/>
                  <a:pt x="43196" y="34160"/>
                </a:cubicBezTo>
                <a:cubicBezTo>
                  <a:pt x="43196" y="34138"/>
                  <a:pt x="43181" y="34116"/>
                  <a:pt x="43181" y="34105"/>
                </a:cubicBezTo>
                <a:cubicBezTo>
                  <a:pt x="43181" y="26514"/>
                  <a:pt x="39680" y="25674"/>
                  <a:pt x="38530" y="25401"/>
                </a:cubicBezTo>
                <a:cubicBezTo>
                  <a:pt x="33175" y="24125"/>
                  <a:pt x="25667" y="28783"/>
                  <a:pt x="24756" y="30583"/>
                </a:cubicBezTo>
                <a:cubicBezTo>
                  <a:pt x="24188" y="31695"/>
                  <a:pt x="22825" y="32153"/>
                  <a:pt x="21702" y="31575"/>
                </a:cubicBezTo>
                <a:cubicBezTo>
                  <a:pt x="20581" y="31019"/>
                  <a:pt x="20133" y="29645"/>
                  <a:pt x="20699" y="28521"/>
                </a:cubicBezTo>
                <a:cubicBezTo>
                  <a:pt x="22544" y="24889"/>
                  <a:pt x="32230" y="19217"/>
                  <a:pt x="39586" y="20973"/>
                </a:cubicBezTo>
                <a:cubicBezTo>
                  <a:pt x="41304" y="21387"/>
                  <a:pt x="43682" y="22423"/>
                  <a:pt x="45423" y="24998"/>
                </a:cubicBezTo>
                <a:cubicBezTo>
                  <a:pt x="45426" y="25020"/>
                  <a:pt x="45431" y="25052"/>
                  <a:pt x="45432" y="25074"/>
                </a:cubicBezTo>
                <a:cubicBezTo>
                  <a:pt x="47205" y="27125"/>
                  <a:pt x="47728" y="30015"/>
                  <a:pt x="47728" y="35240"/>
                </a:cubicBezTo>
                <a:lnTo>
                  <a:pt x="47728" y="70537"/>
                </a:lnTo>
                <a:cubicBezTo>
                  <a:pt x="44917" y="67035"/>
                  <a:pt x="40635" y="64778"/>
                  <a:pt x="35795" y="64778"/>
                </a:cubicBezTo>
                <a:cubicBezTo>
                  <a:pt x="29910" y="64778"/>
                  <a:pt x="24793" y="68094"/>
                  <a:pt x="22248" y="72959"/>
                </a:cubicBezTo>
                <a:cubicBezTo>
                  <a:pt x="20179" y="71388"/>
                  <a:pt x="17591" y="70461"/>
                  <a:pt x="14773" y="70461"/>
                </a:cubicBezTo>
                <a:cubicBezTo>
                  <a:pt x="8250" y="70461"/>
                  <a:pt x="2907" y="75434"/>
                  <a:pt x="2339" y="81827"/>
                </a:cubicBezTo>
                <a:lnTo>
                  <a:pt x="2272" y="81827"/>
                </a:lnTo>
                <a:lnTo>
                  <a:pt x="2272" y="88644"/>
                </a:lnTo>
                <a:cubicBezTo>
                  <a:pt x="2272" y="91152"/>
                  <a:pt x="4307" y="93181"/>
                  <a:pt x="6818" y="93181"/>
                </a:cubicBezTo>
                <a:lnTo>
                  <a:pt x="93182" y="93181"/>
                </a:lnTo>
                <a:cubicBezTo>
                  <a:pt x="95694" y="93181"/>
                  <a:pt x="97727" y="91152"/>
                  <a:pt x="97727" y="88644"/>
                </a:cubicBezTo>
                <a:lnTo>
                  <a:pt x="97727" y="81827"/>
                </a:lnTo>
                <a:lnTo>
                  <a:pt x="97714" y="81827"/>
                </a:lnTo>
                <a:cubicBezTo>
                  <a:pt x="97637" y="77420"/>
                  <a:pt x="94054" y="73863"/>
                  <a:pt x="89630" y="73863"/>
                </a:cubicBezTo>
                <a:cubicBezTo>
                  <a:pt x="86858" y="73863"/>
                  <a:pt x="84415" y="75260"/>
                  <a:pt x="82959" y="77387"/>
                </a:cubicBezTo>
                <a:cubicBezTo>
                  <a:pt x="81500" y="75271"/>
                  <a:pt x="79054" y="73863"/>
                  <a:pt x="76279" y="73863"/>
                </a:cubicBezTo>
                <a:cubicBezTo>
                  <a:pt x="74106" y="73863"/>
                  <a:pt x="72144" y="74736"/>
                  <a:pt x="70690" y="76122"/>
                </a:cubicBezTo>
                <a:cubicBezTo>
                  <a:pt x="70688" y="76122"/>
                  <a:pt x="70683" y="76122"/>
                  <a:pt x="70681" y="76122"/>
                </a:cubicBezTo>
                <a:cubicBezTo>
                  <a:pt x="68453" y="72707"/>
                  <a:pt x="64614" y="70461"/>
                  <a:pt x="60227" y="70461"/>
                </a:cubicBezTo>
                <a:cubicBezTo>
                  <a:pt x="58177" y="70461"/>
                  <a:pt x="56249" y="70952"/>
                  <a:pt x="54546" y="71824"/>
                </a:cubicBezTo>
                <a:lnTo>
                  <a:pt x="54546" y="53412"/>
                </a:lnTo>
                <a:cubicBezTo>
                  <a:pt x="54546" y="49005"/>
                  <a:pt x="56161" y="45166"/>
                  <a:pt x="59025" y="42559"/>
                </a:cubicBezTo>
                <a:cubicBezTo>
                  <a:pt x="59027" y="42570"/>
                  <a:pt x="59027" y="42592"/>
                  <a:pt x="59029" y="42614"/>
                </a:cubicBezTo>
                <a:cubicBezTo>
                  <a:pt x="60128" y="41643"/>
                  <a:pt x="61301" y="40945"/>
                  <a:pt x="62420" y="40475"/>
                </a:cubicBezTo>
                <a:cubicBezTo>
                  <a:pt x="69148" y="37694"/>
                  <a:pt x="77864" y="40574"/>
                  <a:pt x="81153" y="43857"/>
                </a:cubicBezTo>
                <a:cubicBezTo>
                  <a:pt x="82041" y="44741"/>
                  <a:pt x="82041" y="46180"/>
                  <a:pt x="81153" y="47064"/>
                </a:cubicBezTo>
                <a:cubicBezTo>
                  <a:pt x="80264" y="47958"/>
                  <a:pt x="78827" y="47958"/>
                  <a:pt x="77939" y="47064"/>
                </a:cubicBezTo>
                <a:cubicBezTo>
                  <a:pt x="75919" y="45046"/>
                  <a:pt x="69148" y="42603"/>
                  <a:pt x="64160" y="44675"/>
                </a:cubicBezTo>
                <a:cubicBezTo>
                  <a:pt x="62565" y="45330"/>
                  <a:pt x="61353" y="46442"/>
                  <a:pt x="60507" y="47936"/>
                </a:cubicBezTo>
                <a:cubicBezTo>
                  <a:pt x="60612" y="48143"/>
                  <a:pt x="60702" y="48350"/>
                  <a:pt x="60818" y="48547"/>
                </a:cubicBezTo>
                <a:cubicBezTo>
                  <a:pt x="63659" y="53510"/>
                  <a:pt x="69728" y="56826"/>
                  <a:pt x="75910" y="56826"/>
                </a:cubicBezTo>
                <a:cubicBezTo>
                  <a:pt x="78478" y="56826"/>
                  <a:pt x="81091" y="55910"/>
                  <a:pt x="83865" y="54939"/>
                </a:cubicBezTo>
                <a:cubicBezTo>
                  <a:pt x="88705" y="53238"/>
                  <a:pt x="92068" y="52256"/>
                  <a:pt x="94727" y="53979"/>
                </a:cubicBezTo>
                <a:cubicBezTo>
                  <a:pt x="95772" y="54688"/>
                  <a:pt x="97116" y="54732"/>
                  <a:pt x="98207" y="54143"/>
                </a:cubicBezTo>
                <a:cubicBezTo>
                  <a:pt x="99321" y="53554"/>
                  <a:pt x="100001" y="52398"/>
                  <a:pt x="100001" y="51143"/>
                </a:cubicBezTo>
                <a:cubicBezTo>
                  <a:pt x="100001" y="35960"/>
                  <a:pt x="90227" y="27921"/>
                  <a:pt x="81840" y="25641"/>
                </a:cubicBezTo>
                <a:cubicBezTo>
                  <a:pt x="73432" y="23350"/>
                  <a:pt x="65524" y="26121"/>
                  <a:pt x="61683" y="32665"/>
                </a:cubicBezTo>
                <a:cubicBezTo>
                  <a:pt x="61547" y="32917"/>
                  <a:pt x="61389" y="33167"/>
                  <a:pt x="61276" y="33418"/>
                </a:cubicBezTo>
                <a:cubicBezTo>
                  <a:pt x="60025" y="33844"/>
                  <a:pt x="58817" y="34443"/>
                  <a:pt x="57657" y="35120"/>
                </a:cubicBezTo>
                <a:cubicBezTo>
                  <a:pt x="56544" y="35807"/>
                  <a:pt x="55500" y="36549"/>
                  <a:pt x="54546" y="37388"/>
                </a:cubicBezTo>
                <a:lnTo>
                  <a:pt x="54546" y="35240"/>
                </a:lnTo>
                <a:cubicBezTo>
                  <a:pt x="54546" y="27856"/>
                  <a:pt x="53795" y="20831"/>
                  <a:pt x="44704" y="16282"/>
                </a:cubicBezTo>
                <a:cubicBezTo>
                  <a:pt x="44250" y="16054"/>
                  <a:pt x="43476" y="15780"/>
                  <a:pt x="42475" y="15552"/>
                </a:cubicBezTo>
                <a:cubicBezTo>
                  <a:pt x="39189" y="9727"/>
                  <a:pt x="33008" y="6553"/>
                  <a:pt x="25990" y="683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8" name="Красный — SVG 21">
            <a:extLst>
              <a:ext uri="{FF2B5EF4-FFF2-40B4-BE49-F238E27FC236}">
                <a16:creationId xmlns:a16="http://schemas.microsoft.com/office/drawing/2014/main" id="{13ABDED4-0628-764B-B873-0B723B8F9AE0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79742 w 127600"/>
              <a:gd name="csY0" fmla="*/ 0 h 152385"/>
              <a:gd name="csX1" fmla="*/ 74434 w 127600"/>
              <a:gd name="csY1" fmla="*/ 5307 h 152385"/>
              <a:gd name="csX2" fmla="*/ 79742 w 127600"/>
              <a:gd name="csY2" fmla="*/ 10632 h 152385"/>
              <a:gd name="csX3" fmla="*/ 118737 w 127600"/>
              <a:gd name="csY3" fmla="*/ 10632 h 152385"/>
              <a:gd name="csX4" fmla="*/ 124062 w 127600"/>
              <a:gd name="csY4" fmla="*/ 5307 h 152385"/>
              <a:gd name="csX5" fmla="*/ 118737 w 127600"/>
              <a:gd name="csY5" fmla="*/ 0 h 152385"/>
              <a:gd name="csX6" fmla="*/ 79742 w 127600"/>
              <a:gd name="csY6" fmla="*/ 0 h 152385"/>
              <a:gd name="csX7" fmla="*/ 81188 w 127600"/>
              <a:gd name="csY7" fmla="*/ 17726 h 152385"/>
              <a:gd name="csX8" fmla="*/ 78364 w 127600"/>
              <a:gd name="csY8" fmla="*/ 38751 h 152385"/>
              <a:gd name="csX9" fmla="*/ 76475 w 127600"/>
              <a:gd name="csY9" fmla="*/ 42409 h 152385"/>
              <a:gd name="csX10" fmla="*/ 72273 w 127600"/>
              <a:gd name="csY10" fmla="*/ 52071 h 152385"/>
              <a:gd name="csX11" fmla="*/ 82651 w 127600"/>
              <a:gd name="csY11" fmla="*/ 53500 h 152385"/>
              <a:gd name="csX12" fmla="*/ 92162 w 127600"/>
              <a:gd name="csY12" fmla="*/ 65561 h 152385"/>
              <a:gd name="csX13" fmla="*/ 86190 w 127600"/>
              <a:gd name="csY13" fmla="*/ 87743 h 152385"/>
              <a:gd name="csX14" fmla="*/ 92144 w 127600"/>
              <a:gd name="csY14" fmla="*/ 113838 h 152385"/>
              <a:gd name="csX15" fmla="*/ 76628 w 127600"/>
              <a:gd name="csY15" fmla="*/ 148626 h 152385"/>
              <a:gd name="csX16" fmla="*/ 86837 w 127600"/>
              <a:gd name="csY16" fmla="*/ 152385 h 152385"/>
              <a:gd name="csX17" fmla="*/ 111642 w 127600"/>
              <a:gd name="csY17" fmla="*/ 152385 h 152385"/>
              <a:gd name="csX18" fmla="*/ 127601 w 127600"/>
              <a:gd name="csY18" fmla="*/ 136446 h 152385"/>
              <a:gd name="csX19" fmla="*/ 127601 w 127600"/>
              <a:gd name="csY19" fmla="*/ 62022 h 152385"/>
              <a:gd name="csX20" fmla="*/ 122020 w 127600"/>
              <a:gd name="csY20" fmla="*/ 42392 h 152385"/>
              <a:gd name="csX21" fmla="*/ 120047 w 127600"/>
              <a:gd name="csY21" fmla="*/ 38530 h 152385"/>
              <a:gd name="csX22" fmla="*/ 117307 w 127600"/>
              <a:gd name="csY22" fmla="*/ 17726 h 152385"/>
              <a:gd name="csX23" fmla="*/ 81188 w 127600"/>
              <a:gd name="csY23" fmla="*/ 17726 h 152385"/>
              <a:gd name="csX24" fmla="*/ 44303 w 127600"/>
              <a:gd name="csY24" fmla="*/ 46066 h 152385"/>
              <a:gd name="csX25" fmla="*/ 27102 w 127600"/>
              <a:gd name="csY25" fmla="*/ 59335 h 152385"/>
              <a:gd name="csX26" fmla="*/ 20127 w 127600"/>
              <a:gd name="csY26" fmla="*/ 58756 h 152385"/>
              <a:gd name="csX27" fmla="*/ 7333 w 127600"/>
              <a:gd name="csY27" fmla="*/ 60475 h 152385"/>
              <a:gd name="csX28" fmla="*/ 3539 w 127600"/>
              <a:gd name="csY28" fmla="*/ 65561 h 152385"/>
              <a:gd name="csX29" fmla="*/ 6737 w 127600"/>
              <a:gd name="csY29" fmla="*/ 81041 h 152385"/>
              <a:gd name="csX30" fmla="*/ 9698 w 127600"/>
              <a:gd name="csY30" fmla="*/ 78915 h 152385"/>
              <a:gd name="csX31" fmla="*/ 39080 w 127600"/>
              <a:gd name="csY31" fmla="*/ 76125 h 152385"/>
              <a:gd name="csX32" fmla="*/ 42159 w 127600"/>
              <a:gd name="csY32" fmla="*/ 74679 h 152385"/>
              <a:gd name="csX33" fmla="*/ 79861 w 127600"/>
              <a:gd name="csY33" fmla="*/ 80258 h 152385"/>
              <a:gd name="csX34" fmla="*/ 81460 w 127600"/>
              <a:gd name="csY34" fmla="*/ 81789 h 152385"/>
              <a:gd name="csX35" fmla="*/ 85067 w 127600"/>
              <a:gd name="csY35" fmla="*/ 65561 h 152385"/>
              <a:gd name="csX36" fmla="*/ 80984 w 127600"/>
              <a:gd name="csY36" fmla="*/ 60389 h 152385"/>
              <a:gd name="csX37" fmla="*/ 68343 w 127600"/>
              <a:gd name="csY37" fmla="*/ 59028 h 152385"/>
              <a:gd name="csX38" fmla="*/ 61282 w 127600"/>
              <a:gd name="csY38" fmla="*/ 59539 h 152385"/>
              <a:gd name="csX39" fmla="*/ 44303 w 127600"/>
              <a:gd name="csY39" fmla="*/ 46066 h 152385"/>
              <a:gd name="csX40" fmla="*/ 55719 w 127600"/>
              <a:gd name="csY40" fmla="*/ 79816 h 152385"/>
              <a:gd name="csX41" fmla="*/ 47178 w 127600"/>
              <a:gd name="csY41" fmla="*/ 80854 h 152385"/>
              <a:gd name="csX42" fmla="*/ 52571 w 127600"/>
              <a:gd name="csY42" fmla="*/ 86638 h 152385"/>
              <a:gd name="csX43" fmla="*/ 51585 w 127600"/>
              <a:gd name="csY43" fmla="*/ 91554 h 152385"/>
              <a:gd name="csX44" fmla="*/ 49628 w 127600"/>
              <a:gd name="csY44" fmla="*/ 92149 h 152385"/>
              <a:gd name="csX45" fmla="*/ 46668 w 127600"/>
              <a:gd name="csY45" fmla="*/ 90567 h 152385"/>
              <a:gd name="csX46" fmla="*/ 31305 w 127600"/>
              <a:gd name="csY46" fmla="*/ 81806 h 152385"/>
              <a:gd name="csX47" fmla="*/ 13423 w 127600"/>
              <a:gd name="csY47" fmla="*/ 84953 h 152385"/>
              <a:gd name="csX48" fmla="*/ 0 w 127600"/>
              <a:gd name="csY48" fmla="*/ 113413 h 152385"/>
              <a:gd name="csX49" fmla="*/ 31900 w 127600"/>
              <a:gd name="csY49" fmla="*/ 148728 h 152385"/>
              <a:gd name="csX50" fmla="*/ 40747 w 127600"/>
              <a:gd name="csY50" fmla="*/ 146891 h 152385"/>
              <a:gd name="csX51" fmla="*/ 42516 w 127600"/>
              <a:gd name="csY51" fmla="*/ 145870 h 152385"/>
              <a:gd name="csX52" fmla="*/ 44286 w 127600"/>
              <a:gd name="csY52" fmla="*/ 146891 h 152385"/>
              <a:gd name="csX53" fmla="*/ 53167 w 127600"/>
              <a:gd name="csY53" fmla="*/ 148728 h 152385"/>
              <a:gd name="csX54" fmla="*/ 85067 w 127600"/>
              <a:gd name="csY54" fmla="*/ 113600 h 152385"/>
              <a:gd name="csX55" fmla="*/ 75250 w 127600"/>
              <a:gd name="csY55" fmla="*/ 85651 h 152385"/>
              <a:gd name="csX56" fmla="*/ 55719 w 127600"/>
              <a:gd name="csY56" fmla="*/ 79816 h 152385"/>
            </a:gdLst>
            <a:ahLst/>
            <a:cxnLst/>
            <a:rect l="l" t="t" r="r" b="b"/>
            <a:pathLst>
              <a:path w="100000" h="100000">
                <a:moveTo>
                  <a:pt x="60462" y="0"/>
                </a:moveTo>
                <a:cubicBezTo>
                  <a:pt x="58541" y="0"/>
                  <a:pt x="56978" y="1563"/>
                  <a:pt x="56978" y="3483"/>
                </a:cubicBezTo>
                <a:cubicBezTo>
                  <a:pt x="56978" y="5414"/>
                  <a:pt x="58541" y="6977"/>
                  <a:pt x="60462" y="6977"/>
                </a:cubicBezTo>
                <a:lnTo>
                  <a:pt x="86051" y="6977"/>
                </a:lnTo>
                <a:cubicBezTo>
                  <a:pt x="87983" y="6977"/>
                  <a:pt x="89546" y="5414"/>
                  <a:pt x="89546" y="3483"/>
                </a:cubicBezTo>
                <a:cubicBezTo>
                  <a:pt x="89546" y="1563"/>
                  <a:pt x="87983" y="0"/>
                  <a:pt x="86051" y="0"/>
                </a:cubicBezTo>
                <a:lnTo>
                  <a:pt x="60462" y="0"/>
                </a:lnTo>
                <a:close/>
                <a:moveTo>
                  <a:pt x="61411" y="11632"/>
                </a:moveTo>
                <a:cubicBezTo>
                  <a:pt x="61098" y="16677"/>
                  <a:pt x="60451" y="22729"/>
                  <a:pt x="59557" y="25430"/>
                </a:cubicBezTo>
                <a:cubicBezTo>
                  <a:pt x="59323" y="26111"/>
                  <a:pt x="58943" y="26848"/>
                  <a:pt x="58318" y="27830"/>
                </a:cubicBezTo>
                <a:cubicBezTo>
                  <a:pt x="57079" y="29773"/>
                  <a:pt x="56163" y="31916"/>
                  <a:pt x="55560" y="34171"/>
                </a:cubicBezTo>
                <a:cubicBezTo>
                  <a:pt x="59077" y="34383"/>
                  <a:pt x="61756" y="34963"/>
                  <a:pt x="62371" y="35108"/>
                </a:cubicBezTo>
                <a:cubicBezTo>
                  <a:pt x="66044" y="35990"/>
                  <a:pt x="68612" y="39250"/>
                  <a:pt x="68612" y="43023"/>
                </a:cubicBezTo>
                <a:cubicBezTo>
                  <a:pt x="68612" y="49800"/>
                  <a:pt x="66714" y="54476"/>
                  <a:pt x="64693" y="57580"/>
                </a:cubicBezTo>
                <a:cubicBezTo>
                  <a:pt x="68980" y="64557"/>
                  <a:pt x="68735" y="72795"/>
                  <a:pt x="68600" y="74704"/>
                </a:cubicBezTo>
                <a:cubicBezTo>
                  <a:pt x="68567" y="84852"/>
                  <a:pt x="64827" y="92822"/>
                  <a:pt x="58418" y="97533"/>
                </a:cubicBezTo>
                <a:cubicBezTo>
                  <a:pt x="60227" y="99063"/>
                  <a:pt x="62560" y="100000"/>
                  <a:pt x="65118" y="100000"/>
                </a:cubicBezTo>
                <a:lnTo>
                  <a:pt x="81395" y="100000"/>
                </a:lnTo>
                <a:cubicBezTo>
                  <a:pt x="87168" y="100000"/>
                  <a:pt x="91868" y="95312"/>
                  <a:pt x="91868" y="89540"/>
                </a:cubicBezTo>
                <a:lnTo>
                  <a:pt x="91868" y="40701"/>
                </a:lnTo>
                <a:cubicBezTo>
                  <a:pt x="91868" y="36024"/>
                  <a:pt x="90606" y="31581"/>
                  <a:pt x="88206" y="27819"/>
                </a:cubicBezTo>
                <a:cubicBezTo>
                  <a:pt x="87569" y="26848"/>
                  <a:pt x="87190" y="26111"/>
                  <a:pt x="86911" y="25285"/>
                </a:cubicBezTo>
                <a:cubicBezTo>
                  <a:pt x="86051" y="22683"/>
                  <a:pt x="85415" y="16667"/>
                  <a:pt x="85113" y="11632"/>
                </a:cubicBezTo>
                <a:lnTo>
                  <a:pt x="61411" y="11632"/>
                </a:lnTo>
                <a:close/>
                <a:moveTo>
                  <a:pt x="37205" y="30230"/>
                </a:moveTo>
                <a:cubicBezTo>
                  <a:pt x="32963" y="30230"/>
                  <a:pt x="28732" y="33568"/>
                  <a:pt x="25918" y="38938"/>
                </a:cubicBezTo>
                <a:cubicBezTo>
                  <a:pt x="24344" y="38669"/>
                  <a:pt x="22791" y="38558"/>
                  <a:pt x="21340" y="38558"/>
                </a:cubicBezTo>
                <a:cubicBezTo>
                  <a:pt x="16751" y="38558"/>
                  <a:pt x="13168" y="39618"/>
                  <a:pt x="12945" y="39686"/>
                </a:cubicBezTo>
                <a:cubicBezTo>
                  <a:pt x="11471" y="40132"/>
                  <a:pt x="10455" y="41482"/>
                  <a:pt x="10455" y="43023"/>
                </a:cubicBezTo>
                <a:cubicBezTo>
                  <a:pt x="10455" y="47444"/>
                  <a:pt x="11381" y="50759"/>
                  <a:pt x="12553" y="53182"/>
                </a:cubicBezTo>
                <a:cubicBezTo>
                  <a:pt x="13156" y="52679"/>
                  <a:pt x="13804" y="52222"/>
                  <a:pt x="14497" y="51787"/>
                </a:cubicBezTo>
                <a:cubicBezTo>
                  <a:pt x="19699" y="48571"/>
                  <a:pt x="26186" y="47957"/>
                  <a:pt x="33778" y="49956"/>
                </a:cubicBezTo>
                <a:cubicBezTo>
                  <a:pt x="34381" y="49520"/>
                  <a:pt x="35073" y="49196"/>
                  <a:pt x="35798" y="49007"/>
                </a:cubicBezTo>
                <a:cubicBezTo>
                  <a:pt x="46282" y="46383"/>
                  <a:pt x="54611" y="47622"/>
                  <a:pt x="60540" y="52668"/>
                </a:cubicBezTo>
                <a:cubicBezTo>
                  <a:pt x="60908" y="52992"/>
                  <a:pt x="61254" y="53338"/>
                  <a:pt x="61589" y="53673"/>
                </a:cubicBezTo>
                <a:cubicBezTo>
                  <a:pt x="62884" y="51217"/>
                  <a:pt x="63956" y="47768"/>
                  <a:pt x="63956" y="43023"/>
                </a:cubicBezTo>
                <a:cubicBezTo>
                  <a:pt x="63956" y="41415"/>
                  <a:pt x="62851" y="40009"/>
                  <a:pt x="61277" y="39629"/>
                </a:cubicBezTo>
                <a:cubicBezTo>
                  <a:pt x="61053" y="39573"/>
                  <a:pt x="57458" y="38736"/>
                  <a:pt x="52981" y="38736"/>
                </a:cubicBezTo>
                <a:cubicBezTo>
                  <a:pt x="51507" y="38736"/>
                  <a:pt x="49933" y="38826"/>
                  <a:pt x="48348" y="39071"/>
                </a:cubicBezTo>
                <a:cubicBezTo>
                  <a:pt x="44920" y="33133"/>
                  <a:pt x="41258" y="30230"/>
                  <a:pt x="37205" y="30230"/>
                </a:cubicBezTo>
                <a:close/>
                <a:moveTo>
                  <a:pt x="44697" y="52378"/>
                </a:moveTo>
                <a:cubicBezTo>
                  <a:pt x="42933" y="52445"/>
                  <a:pt x="41069" y="52668"/>
                  <a:pt x="39092" y="53059"/>
                </a:cubicBezTo>
                <a:cubicBezTo>
                  <a:pt x="40388" y="54075"/>
                  <a:pt x="41604" y="55314"/>
                  <a:pt x="42631" y="56855"/>
                </a:cubicBezTo>
                <a:cubicBezTo>
                  <a:pt x="43346" y="57926"/>
                  <a:pt x="43056" y="59366"/>
                  <a:pt x="41984" y="60081"/>
                </a:cubicBezTo>
                <a:cubicBezTo>
                  <a:pt x="41593" y="60337"/>
                  <a:pt x="41147" y="60471"/>
                  <a:pt x="40700" y="60471"/>
                </a:cubicBezTo>
                <a:cubicBezTo>
                  <a:pt x="39952" y="60471"/>
                  <a:pt x="39204" y="60103"/>
                  <a:pt x="38757" y="59433"/>
                </a:cubicBezTo>
                <a:cubicBezTo>
                  <a:pt x="36056" y="55381"/>
                  <a:pt x="31333" y="54086"/>
                  <a:pt x="28676" y="53684"/>
                </a:cubicBezTo>
                <a:cubicBezTo>
                  <a:pt x="24076" y="53081"/>
                  <a:pt x="20145" y="53774"/>
                  <a:pt x="16941" y="55749"/>
                </a:cubicBezTo>
                <a:cubicBezTo>
                  <a:pt x="8233" y="61130"/>
                  <a:pt x="8132" y="73879"/>
                  <a:pt x="8132" y="74425"/>
                </a:cubicBezTo>
                <a:cubicBezTo>
                  <a:pt x="8132" y="88714"/>
                  <a:pt x="16149" y="97600"/>
                  <a:pt x="29066" y="97600"/>
                </a:cubicBezTo>
                <a:cubicBezTo>
                  <a:pt x="31567" y="97600"/>
                  <a:pt x="33465" y="97210"/>
                  <a:pt x="34872" y="96395"/>
                </a:cubicBezTo>
                <a:lnTo>
                  <a:pt x="36033" y="95725"/>
                </a:lnTo>
                <a:lnTo>
                  <a:pt x="37194" y="96395"/>
                </a:lnTo>
                <a:cubicBezTo>
                  <a:pt x="38601" y="97199"/>
                  <a:pt x="40499" y="97600"/>
                  <a:pt x="43022" y="97600"/>
                </a:cubicBezTo>
                <a:cubicBezTo>
                  <a:pt x="55884" y="97600"/>
                  <a:pt x="63911" y="88770"/>
                  <a:pt x="63956" y="74548"/>
                </a:cubicBezTo>
                <a:cubicBezTo>
                  <a:pt x="64045" y="73175"/>
                  <a:pt x="64559" y="62224"/>
                  <a:pt x="57514" y="56207"/>
                </a:cubicBezTo>
                <a:cubicBezTo>
                  <a:pt x="54277" y="53449"/>
                  <a:pt x="49978" y="52177"/>
                  <a:pt x="44697" y="5237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9" name="Красный — SVG 22">
            <a:extLst>
              <a:ext uri="{FF2B5EF4-FFF2-40B4-BE49-F238E27FC236}">
                <a16:creationId xmlns:a16="http://schemas.microsoft.com/office/drawing/2014/main" id="{6D0B6FF1-4A2F-B74B-84F1-EC3DA408F3D1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101543 w 154260"/>
              <a:gd name="csY0" fmla="*/ 0 h 155925"/>
              <a:gd name="csX1" fmla="*/ 95272 w 154260"/>
              <a:gd name="csY1" fmla="*/ 2518 h 155925"/>
              <a:gd name="csX2" fmla="*/ 90260 w 154260"/>
              <a:gd name="csY2" fmla="*/ 7519 h 155925"/>
              <a:gd name="csX3" fmla="*/ 90260 w 154260"/>
              <a:gd name="csY3" fmla="*/ 40112 h 155925"/>
              <a:gd name="csX4" fmla="*/ 99037 w 154260"/>
              <a:gd name="csY4" fmla="*/ 48873 h 155925"/>
              <a:gd name="csX5" fmla="*/ 99113 w 154260"/>
              <a:gd name="csY5" fmla="*/ 48924 h 155925"/>
              <a:gd name="csX6" fmla="*/ 94108 w 154260"/>
              <a:gd name="csY6" fmla="*/ 53959 h 155925"/>
              <a:gd name="csX7" fmla="*/ 94026 w 154260"/>
              <a:gd name="csY7" fmla="*/ 53891 h 155925"/>
              <a:gd name="csX8" fmla="*/ 85254 w 154260"/>
              <a:gd name="csY8" fmla="*/ 45113 h 155925"/>
              <a:gd name="csX9" fmla="*/ 76484 w 154260"/>
              <a:gd name="csY9" fmla="*/ 25074 h 155925"/>
              <a:gd name="csX10" fmla="*/ 70211 w 154260"/>
              <a:gd name="csY10" fmla="*/ 27575 h 155925"/>
              <a:gd name="csX11" fmla="*/ 65199 w 154260"/>
              <a:gd name="csY11" fmla="*/ 32593 h 155925"/>
              <a:gd name="csX12" fmla="*/ 65199 w 154260"/>
              <a:gd name="csY12" fmla="*/ 65170 h 155925"/>
              <a:gd name="csX13" fmla="*/ 73978 w 154260"/>
              <a:gd name="csY13" fmla="*/ 73930 h 155925"/>
              <a:gd name="csX14" fmla="*/ 74109 w 154260"/>
              <a:gd name="csY14" fmla="*/ 74032 h 155925"/>
              <a:gd name="csX15" fmla="*/ 69090 w 154260"/>
              <a:gd name="csY15" fmla="*/ 79068 h 155925"/>
              <a:gd name="csX16" fmla="*/ 68959 w 154260"/>
              <a:gd name="csY16" fmla="*/ 78949 h 155925"/>
              <a:gd name="csX17" fmla="*/ 60187 w 154260"/>
              <a:gd name="csY17" fmla="*/ 70171 h 155925"/>
              <a:gd name="csX18" fmla="*/ 51416 w 154260"/>
              <a:gd name="csY18" fmla="*/ 50132 h 155925"/>
              <a:gd name="csX19" fmla="*/ 45150 w 154260"/>
              <a:gd name="csY19" fmla="*/ 52632 h 155925"/>
              <a:gd name="csX20" fmla="*/ 40138 w 154260"/>
              <a:gd name="csY20" fmla="*/ 57651 h 155925"/>
              <a:gd name="csX21" fmla="*/ 40138 w 154260"/>
              <a:gd name="csY21" fmla="*/ 90227 h 155925"/>
              <a:gd name="csX22" fmla="*/ 48910 w 154260"/>
              <a:gd name="csY22" fmla="*/ 98988 h 155925"/>
              <a:gd name="csX23" fmla="*/ 49097 w 154260"/>
              <a:gd name="csY23" fmla="*/ 99141 h 155925"/>
              <a:gd name="csX24" fmla="*/ 44079 w 154260"/>
              <a:gd name="csY24" fmla="*/ 104176 h 155925"/>
              <a:gd name="csX25" fmla="*/ 43891 w 154260"/>
              <a:gd name="csY25" fmla="*/ 104006 h 155925"/>
              <a:gd name="csX26" fmla="*/ 35119 w 154260"/>
              <a:gd name="csY26" fmla="*/ 95245 h 155925"/>
              <a:gd name="csX27" fmla="*/ 26349 w 154260"/>
              <a:gd name="csY27" fmla="*/ 75189 h 155925"/>
              <a:gd name="csX28" fmla="*/ 20083 w 154260"/>
              <a:gd name="csY28" fmla="*/ 77690 h 155925"/>
              <a:gd name="csX29" fmla="*/ 15071 w 154260"/>
              <a:gd name="csY29" fmla="*/ 82708 h 155925"/>
              <a:gd name="csX30" fmla="*/ 15071 w 154260"/>
              <a:gd name="csY30" fmla="*/ 115284 h 155925"/>
              <a:gd name="csX31" fmla="*/ 23843 w 154260"/>
              <a:gd name="csY31" fmla="*/ 124045 h 155925"/>
              <a:gd name="csX32" fmla="*/ 24091 w 154260"/>
              <a:gd name="csY32" fmla="*/ 124232 h 155925"/>
              <a:gd name="csX33" fmla="*/ 1627 w 154260"/>
              <a:gd name="csY33" fmla="*/ 146789 h 155925"/>
              <a:gd name="csX34" fmla="*/ 432 w 154260"/>
              <a:gd name="csY34" fmla="*/ 148507 h 155925"/>
              <a:gd name="csX35" fmla="*/ 0 w 154260"/>
              <a:gd name="csY35" fmla="*/ 150565 h 155925"/>
              <a:gd name="csX36" fmla="*/ 398 w 154260"/>
              <a:gd name="csY36" fmla="*/ 152624 h 155925"/>
              <a:gd name="csX37" fmla="*/ 1564 w 154260"/>
              <a:gd name="csY37" fmla="*/ 154376 h 155925"/>
              <a:gd name="csX38" fmla="*/ 3316 w 154260"/>
              <a:gd name="csY38" fmla="*/ 155533 h 155925"/>
              <a:gd name="csX39" fmla="*/ 5382 w 154260"/>
              <a:gd name="csY39" fmla="*/ 155924 h 155925"/>
              <a:gd name="csX40" fmla="*/ 7435 w 154260"/>
              <a:gd name="csY40" fmla="*/ 155482 h 155925"/>
              <a:gd name="csX41" fmla="*/ 9160 w 154260"/>
              <a:gd name="csY41" fmla="*/ 154291 h 155925"/>
              <a:gd name="csX42" fmla="*/ 31575 w 154260"/>
              <a:gd name="csY42" fmla="*/ 131785 h 155925"/>
              <a:gd name="csX43" fmla="*/ 38879 w 154260"/>
              <a:gd name="csY43" fmla="*/ 139083 h 155925"/>
              <a:gd name="csX44" fmla="*/ 55175 w 154260"/>
              <a:gd name="csY44" fmla="*/ 145802 h 155925"/>
              <a:gd name="csX45" fmla="*/ 71465 w 154260"/>
              <a:gd name="csY45" fmla="*/ 139083 h 155925"/>
              <a:gd name="csX46" fmla="*/ 76477 w 154260"/>
              <a:gd name="csY46" fmla="*/ 134081 h 155925"/>
              <a:gd name="csX47" fmla="*/ 79080 w 154260"/>
              <a:gd name="csY47" fmla="*/ 127821 h 155925"/>
              <a:gd name="csX48" fmla="*/ 58935 w 154260"/>
              <a:gd name="csY48" fmla="*/ 119044 h 155925"/>
              <a:gd name="csX49" fmla="*/ 51588 w 154260"/>
              <a:gd name="csY49" fmla="*/ 111695 h 155925"/>
              <a:gd name="csX50" fmla="*/ 56594 w 154260"/>
              <a:gd name="csY50" fmla="*/ 106677 h 155925"/>
              <a:gd name="csX51" fmla="*/ 63947 w 154260"/>
              <a:gd name="csY51" fmla="*/ 114025 h 155925"/>
              <a:gd name="csX52" fmla="*/ 80235 w 154260"/>
              <a:gd name="csY52" fmla="*/ 120745 h 155925"/>
              <a:gd name="csX53" fmla="*/ 96524 w 154260"/>
              <a:gd name="csY53" fmla="*/ 114025 h 155925"/>
              <a:gd name="csX54" fmla="*/ 101536 w 154260"/>
              <a:gd name="csY54" fmla="*/ 109007 h 155925"/>
              <a:gd name="csX55" fmla="*/ 104146 w 154260"/>
              <a:gd name="csY55" fmla="*/ 102747 h 155925"/>
              <a:gd name="csX56" fmla="*/ 84002 w 154260"/>
              <a:gd name="csY56" fmla="*/ 93986 h 155925"/>
              <a:gd name="csX57" fmla="*/ 76601 w 154260"/>
              <a:gd name="csY57" fmla="*/ 86587 h 155925"/>
              <a:gd name="csX58" fmla="*/ 81607 w 154260"/>
              <a:gd name="csY58" fmla="*/ 81568 h 155925"/>
              <a:gd name="csX59" fmla="*/ 89014 w 154260"/>
              <a:gd name="csY59" fmla="*/ 88968 h 155925"/>
              <a:gd name="csX60" fmla="*/ 105303 w 154260"/>
              <a:gd name="csY60" fmla="*/ 95687 h 155925"/>
              <a:gd name="csX61" fmla="*/ 121592 w 154260"/>
              <a:gd name="csY61" fmla="*/ 88968 h 155925"/>
              <a:gd name="csX62" fmla="*/ 126604 w 154260"/>
              <a:gd name="csY62" fmla="*/ 83950 h 155925"/>
              <a:gd name="csX63" fmla="*/ 129214 w 154260"/>
              <a:gd name="csY63" fmla="*/ 77690 h 155925"/>
              <a:gd name="csX64" fmla="*/ 109061 w 154260"/>
              <a:gd name="csY64" fmla="*/ 68929 h 155925"/>
              <a:gd name="csX65" fmla="*/ 101620 w 154260"/>
              <a:gd name="csY65" fmla="*/ 61478 h 155925"/>
              <a:gd name="csX66" fmla="*/ 106618 w 154260"/>
              <a:gd name="csY66" fmla="*/ 56460 h 155925"/>
              <a:gd name="csX67" fmla="*/ 114073 w 154260"/>
              <a:gd name="csY67" fmla="*/ 63911 h 155925"/>
              <a:gd name="csX68" fmla="*/ 130364 w 154260"/>
              <a:gd name="csY68" fmla="*/ 70647 h 155925"/>
              <a:gd name="csX69" fmla="*/ 146652 w 154260"/>
              <a:gd name="csY69" fmla="*/ 63911 h 155925"/>
              <a:gd name="csX70" fmla="*/ 151664 w 154260"/>
              <a:gd name="csY70" fmla="*/ 58892 h 155925"/>
              <a:gd name="csX71" fmla="*/ 154261 w 154260"/>
              <a:gd name="csY71" fmla="*/ 52632 h 155925"/>
              <a:gd name="csX72" fmla="*/ 151664 w 154260"/>
              <a:gd name="csY72" fmla="*/ 46372 h 155925"/>
              <a:gd name="csX73" fmla="*/ 142894 w 154260"/>
              <a:gd name="csY73" fmla="*/ 37595 h 155925"/>
              <a:gd name="csX74" fmla="*/ 131582 w 154260"/>
              <a:gd name="csY74" fmla="*/ 31402 h 155925"/>
              <a:gd name="csX75" fmla="*/ 141647 w 154260"/>
              <a:gd name="csY75" fmla="*/ 21298 h 155925"/>
              <a:gd name="csX76" fmla="*/ 143146 w 154260"/>
              <a:gd name="csY76" fmla="*/ 18542 h 155925"/>
              <a:gd name="csX77" fmla="*/ 142823 w 154260"/>
              <a:gd name="csY77" fmla="*/ 15412 h 155925"/>
              <a:gd name="csX78" fmla="*/ 140793 w 154260"/>
              <a:gd name="csY78" fmla="*/ 13014 h 155925"/>
              <a:gd name="csX79" fmla="*/ 137765 w 154260"/>
              <a:gd name="csY79" fmla="*/ 12180 h 155925"/>
              <a:gd name="csX80" fmla="*/ 134115 w 154260"/>
              <a:gd name="csY80" fmla="*/ 13796 h 155925"/>
              <a:gd name="csX81" fmla="*/ 123143 w 154260"/>
              <a:gd name="csY81" fmla="*/ 24802 h 155925"/>
              <a:gd name="csX82" fmla="*/ 116573 w 154260"/>
              <a:gd name="csY82" fmla="*/ 11278 h 155925"/>
              <a:gd name="csX83" fmla="*/ 107809 w 154260"/>
              <a:gd name="csY83" fmla="*/ 2518 h 155925"/>
              <a:gd name="csX84" fmla="*/ 101543 w 154260"/>
              <a:gd name="csY84" fmla="*/ 0 h 155925"/>
            </a:gdLst>
            <a:ahLst/>
            <a:cxnLst/>
            <a:rect l="l" t="t" r="r" b="b"/>
            <a:pathLst>
              <a:path w="100000" h="100000">
                <a:moveTo>
                  <a:pt x="65657" y="0"/>
                </a:moveTo>
                <a:cubicBezTo>
                  <a:pt x="64184" y="0"/>
                  <a:pt x="62709" y="535"/>
                  <a:pt x="61635" y="1615"/>
                </a:cubicBezTo>
                <a:lnTo>
                  <a:pt x="58421" y="4822"/>
                </a:lnTo>
                <a:cubicBezTo>
                  <a:pt x="52658" y="10583"/>
                  <a:pt x="52658" y="19965"/>
                  <a:pt x="58421" y="25725"/>
                </a:cubicBezTo>
                <a:lnTo>
                  <a:pt x="64050" y="31344"/>
                </a:lnTo>
                <a:cubicBezTo>
                  <a:pt x="64065" y="31355"/>
                  <a:pt x="64084" y="31366"/>
                  <a:pt x="64098" y="31377"/>
                </a:cubicBezTo>
                <a:lnTo>
                  <a:pt x="60889" y="34606"/>
                </a:lnTo>
                <a:cubicBezTo>
                  <a:pt x="60873" y="34584"/>
                  <a:pt x="60851" y="34573"/>
                  <a:pt x="60836" y="34562"/>
                </a:cubicBezTo>
                <a:lnTo>
                  <a:pt x="55210" y="28932"/>
                </a:lnTo>
                <a:cubicBezTo>
                  <a:pt x="51755" y="25485"/>
                  <a:pt x="49779" y="20936"/>
                  <a:pt x="49586" y="16081"/>
                </a:cubicBezTo>
                <a:cubicBezTo>
                  <a:pt x="48122" y="16059"/>
                  <a:pt x="46641" y="16605"/>
                  <a:pt x="45563" y="17685"/>
                </a:cubicBezTo>
                <a:lnTo>
                  <a:pt x="42348" y="20903"/>
                </a:lnTo>
                <a:cubicBezTo>
                  <a:pt x="36595" y="26653"/>
                  <a:pt x="36595" y="36035"/>
                  <a:pt x="42348" y="41796"/>
                </a:cubicBezTo>
                <a:lnTo>
                  <a:pt x="47979" y="47414"/>
                </a:lnTo>
                <a:cubicBezTo>
                  <a:pt x="48004" y="47436"/>
                  <a:pt x="48036" y="47457"/>
                  <a:pt x="48063" y="47479"/>
                </a:cubicBezTo>
                <a:lnTo>
                  <a:pt x="44844" y="50709"/>
                </a:lnTo>
                <a:cubicBezTo>
                  <a:pt x="44816" y="50687"/>
                  <a:pt x="44786" y="50665"/>
                  <a:pt x="44760" y="50633"/>
                </a:cubicBezTo>
                <a:lnTo>
                  <a:pt x="39134" y="45003"/>
                </a:lnTo>
                <a:cubicBezTo>
                  <a:pt x="35679" y="41544"/>
                  <a:pt x="33702" y="37006"/>
                  <a:pt x="33509" y="32151"/>
                </a:cubicBezTo>
                <a:cubicBezTo>
                  <a:pt x="32045" y="32130"/>
                  <a:pt x="30568" y="32675"/>
                  <a:pt x="29490" y="33755"/>
                </a:cubicBezTo>
                <a:lnTo>
                  <a:pt x="26276" y="36974"/>
                </a:lnTo>
                <a:cubicBezTo>
                  <a:pt x="20522" y="42723"/>
                  <a:pt x="20522" y="52105"/>
                  <a:pt x="26276" y="57866"/>
                </a:cubicBezTo>
                <a:lnTo>
                  <a:pt x="31902" y="63484"/>
                </a:lnTo>
                <a:cubicBezTo>
                  <a:pt x="31939" y="63517"/>
                  <a:pt x="31984" y="63539"/>
                  <a:pt x="32021" y="63582"/>
                </a:cubicBezTo>
                <a:lnTo>
                  <a:pt x="28803" y="66812"/>
                </a:lnTo>
                <a:cubicBezTo>
                  <a:pt x="28764" y="66768"/>
                  <a:pt x="28720" y="66746"/>
                  <a:pt x="28683" y="66703"/>
                </a:cubicBezTo>
                <a:lnTo>
                  <a:pt x="23057" y="61084"/>
                </a:lnTo>
                <a:cubicBezTo>
                  <a:pt x="19603" y="57626"/>
                  <a:pt x="17625" y="53076"/>
                  <a:pt x="17432" y="48221"/>
                </a:cubicBezTo>
                <a:cubicBezTo>
                  <a:pt x="15968" y="48199"/>
                  <a:pt x="14492" y="48745"/>
                  <a:pt x="13414" y="49825"/>
                </a:cubicBezTo>
                <a:lnTo>
                  <a:pt x="10199" y="53043"/>
                </a:lnTo>
                <a:cubicBezTo>
                  <a:pt x="4447" y="58793"/>
                  <a:pt x="4447" y="68186"/>
                  <a:pt x="10199" y="73936"/>
                </a:cubicBezTo>
                <a:lnTo>
                  <a:pt x="15825" y="79554"/>
                </a:lnTo>
                <a:cubicBezTo>
                  <a:pt x="15874" y="79609"/>
                  <a:pt x="15936" y="79631"/>
                  <a:pt x="15984" y="79674"/>
                </a:cubicBezTo>
                <a:lnTo>
                  <a:pt x="1577" y="94141"/>
                </a:lnTo>
                <a:cubicBezTo>
                  <a:pt x="1251" y="94457"/>
                  <a:pt x="990" y="94828"/>
                  <a:pt x="811" y="95243"/>
                </a:cubicBezTo>
                <a:cubicBezTo>
                  <a:pt x="632" y="95668"/>
                  <a:pt x="538" y="96115"/>
                  <a:pt x="534" y="96562"/>
                </a:cubicBezTo>
                <a:cubicBezTo>
                  <a:pt x="531" y="97021"/>
                  <a:pt x="617" y="97468"/>
                  <a:pt x="789" y="97883"/>
                </a:cubicBezTo>
                <a:cubicBezTo>
                  <a:pt x="962" y="98308"/>
                  <a:pt x="1216" y="98690"/>
                  <a:pt x="1537" y="99007"/>
                </a:cubicBezTo>
                <a:cubicBezTo>
                  <a:pt x="1859" y="99334"/>
                  <a:pt x="2241" y="99584"/>
                  <a:pt x="2661" y="99749"/>
                </a:cubicBezTo>
                <a:cubicBezTo>
                  <a:pt x="3081" y="99923"/>
                  <a:pt x="3532" y="100010"/>
                  <a:pt x="3986" y="99999"/>
                </a:cubicBezTo>
                <a:cubicBezTo>
                  <a:pt x="4438" y="99999"/>
                  <a:pt x="4887" y="99901"/>
                  <a:pt x="5302" y="99716"/>
                </a:cubicBezTo>
                <a:cubicBezTo>
                  <a:pt x="5719" y="99541"/>
                  <a:pt x="6094" y="99279"/>
                  <a:pt x="6409" y="98952"/>
                </a:cubicBezTo>
                <a:lnTo>
                  <a:pt x="20784" y="84518"/>
                </a:lnTo>
                <a:lnTo>
                  <a:pt x="25468" y="89199"/>
                </a:lnTo>
                <a:cubicBezTo>
                  <a:pt x="28343" y="92079"/>
                  <a:pt x="32142" y="93519"/>
                  <a:pt x="35920" y="93508"/>
                </a:cubicBezTo>
                <a:cubicBezTo>
                  <a:pt x="39698" y="93519"/>
                  <a:pt x="43489" y="92079"/>
                  <a:pt x="46367" y="89199"/>
                </a:cubicBezTo>
                <a:lnTo>
                  <a:pt x="49581" y="85991"/>
                </a:lnTo>
                <a:cubicBezTo>
                  <a:pt x="50658" y="84911"/>
                  <a:pt x="51251" y="83482"/>
                  <a:pt x="51251" y="81976"/>
                </a:cubicBezTo>
                <a:cubicBezTo>
                  <a:pt x="46365" y="81780"/>
                  <a:pt x="41802" y="79816"/>
                  <a:pt x="38331" y="76347"/>
                </a:cubicBezTo>
                <a:lnTo>
                  <a:pt x="33619" y="71634"/>
                </a:lnTo>
                <a:lnTo>
                  <a:pt x="36830" y="68416"/>
                </a:lnTo>
                <a:lnTo>
                  <a:pt x="41545" y="73128"/>
                </a:lnTo>
                <a:cubicBezTo>
                  <a:pt x="44420" y="76008"/>
                  <a:pt x="48214" y="77449"/>
                  <a:pt x="51991" y="77438"/>
                </a:cubicBezTo>
                <a:cubicBezTo>
                  <a:pt x="55770" y="77449"/>
                  <a:pt x="59561" y="76008"/>
                  <a:pt x="62438" y="73128"/>
                </a:cubicBezTo>
                <a:lnTo>
                  <a:pt x="65652" y="69910"/>
                </a:lnTo>
                <a:cubicBezTo>
                  <a:pt x="66730" y="68841"/>
                  <a:pt x="67324" y="67412"/>
                  <a:pt x="67326" y="65895"/>
                </a:cubicBezTo>
                <a:cubicBezTo>
                  <a:pt x="62441" y="65710"/>
                  <a:pt x="57878" y="63746"/>
                  <a:pt x="54407" y="60276"/>
                </a:cubicBezTo>
                <a:lnTo>
                  <a:pt x="49661" y="55531"/>
                </a:lnTo>
                <a:lnTo>
                  <a:pt x="52871" y="52312"/>
                </a:lnTo>
                <a:lnTo>
                  <a:pt x="57622" y="57058"/>
                </a:lnTo>
                <a:cubicBezTo>
                  <a:pt x="60497" y="59938"/>
                  <a:pt x="64290" y="61378"/>
                  <a:pt x="68068" y="61367"/>
                </a:cubicBezTo>
                <a:cubicBezTo>
                  <a:pt x="71846" y="61378"/>
                  <a:pt x="75637" y="59938"/>
                  <a:pt x="78515" y="57058"/>
                </a:cubicBezTo>
                <a:lnTo>
                  <a:pt x="81729" y="53840"/>
                </a:lnTo>
                <a:cubicBezTo>
                  <a:pt x="82805" y="52771"/>
                  <a:pt x="83399" y="51341"/>
                  <a:pt x="83403" y="49825"/>
                </a:cubicBezTo>
                <a:cubicBezTo>
                  <a:pt x="78518" y="49640"/>
                  <a:pt x="73951" y="47675"/>
                  <a:pt x="70478" y="44207"/>
                </a:cubicBezTo>
                <a:lnTo>
                  <a:pt x="65706" y="39428"/>
                </a:lnTo>
                <a:lnTo>
                  <a:pt x="68912" y="36210"/>
                </a:lnTo>
                <a:lnTo>
                  <a:pt x="73693" y="40988"/>
                </a:lnTo>
                <a:cubicBezTo>
                  <a:pt x="76574" y="43869"/>
                  <a:pt x="80358" y="45308"/>
                  <a:pt x="84141" y="45308"/>
                </a:cubicBezTo>
                <a:cubicBezTo>
                  <a:pt x="87923" y="45308"/>
                  <a:pt x="91708" y="43869"/>
                  <a:pt x="94587" y="40988"/>
                </a:cubicBezTo>
                <a:lnTo>
                  <a:pt x="97801" y="37769"/>
                </a:lnTo>
                <a:cubicBezTo>
                  <a:pt x="98874" y="36700"/>
                  <a:pt x="99467" y="35271"/>
                  <a:pt x="99467" y="33755"/>
                </a:cubicBezTo>
                <a:cubicBezTo>
                  <a:pt x="99467" y="32239"/>
                  <a:pt x="98874" y="30809"/>
                  <a:pt x="97801" y="29740"/>
                </a:cubicBezTo>
                <a:lnTo>
                  <a:pt x="92177" y="24111"/>
                </a:lnTo>
                <a:cubicBezTo>
                  <a:pt x="90155" y="22092"/>
                  <a:pt x="87648" y="20739"/>
                  <a:pt x="84922" y="20139"/>
                </a:cubicBezTo>
                <a:lnTo>
                  <a:pt x="91377" y="13659"/>
                </a:lnTo>
                <a:cubicBezTo>
                  <a:pt x="91868" y="13179"/>
                  <a:pt x="92203" y="12557"/>
                  <a:pt x="92338" y="11892"/>
                </a:cubicBezTo>
                <a:cubicBezTo>
                  <a:pt x="92472" y="11215"/>
                  <a:pt x="92401" y="10517"/>
                  <a:pt x="92131" y="9884"/>
                </a:cubicBezTo>
                <a:cubicBezTo>
                  <a:pt x="91861" y="9251"/>
                  <a:pt x="91408" y="8717"/>
                  <a:pt x="90829" y="8346"/>
                </a:cubicBezTo>
                <a:cubicBezTo>
                  <a:pt x="90250" y="7975"/>
                  <a:pt x="89574" y="7790"/>
                  <a:pt x="88887" y="7811"/>
                </a:cubicBezTo>
                <a:cubicBezTo>
                  <a:pt x="88002" y="7844"/>
                  <a:pt x="87163" y="8215"/>
                  <a:pt x="86546" y="8848"/>
                </a:cubicBezTo>
                <a:lnTo>
                  <a:pt x="79510" y="15906"/>
                </a:lnTo>
                <a:cubicBezTo>
                  <a:pt x="79120" y="12634"/>
                  <a:pt x="77665" y="9601"/>
                  <a:pt x="75296" y="7233"/>
                </a:cubicBezTo>
                <a:lnTo>
                  <a:pt x="69675" y="1615"/>
                </a:lnTo>
                <a:cubicBezTo>
                  <a:pt x="68604" y="535"/>
                  <a:pt x="67130" y="0"/>
                  <a:pt x="65657" y="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0" name="Красный — SVG 23">
            <a:extLst>
              <a:ext uri="{FF2B5EF4-FFF2-40B4-BE49-F238E27FC236}">
                <a16:creationId xmlns:a16="http://schemas.microsoft.com/office/drawing/2014/main" id="{BE2DB9F9-2C9E-7E42-A54E-47259A93A95C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134610 w 134695"/>
              <a:gd name="csY0" fmla="*/ 73471 h 148847"/>
              <a:gd name="csX1" fmla="*/ 98355 w 134695"/>
              <a:gd name="csY1" fmla="*/ 38990 h 148847"/>
              <a:gd name="csX2" fmla="*/ 73651 w 134695"/>
              <a:gd name="csY2" fmla="*/ 43974 h 148847"/>
              <a:gd name="csX3" fmla="*/ 72409 w 134695"/>
              <a:gd name="csY3" fmla="*/ 44484 h 148847"/>
              <a:gd name="csX4" fmla="*/ 69262 w 134695"/>
              <a:gd name="csY4" fmla="*/ 29072 h 148847"/>
              <a:gd name="csX5" fmla="*/ 79742 w 134695"/>
              <a:gd name="csY5" fmla="*/ 31896 h 148847"/>
              <a:gd name="csX6" fmla="*/ 101740 w 134695"/>
              <a:gd name="csY6" fmla="*/ 19120 h 148847"/>
              <a:gd name="csX7" fmla="*/ 101740 w 134695"/>
              <a:gd name="csY7" fmla="*/ 12775 h 148847"/>
              <a:gd name="csX8" fmla="*/ 79742 w 134695"/>
              <a:gd name="csY8" fmla="*/ 0 h 148847"/>
              <a:gd name="csX9" fmla="*/ 57760 w 134695"/>
              <a:gd name="csY9" fmla="*/ 12775 h 148847"/>
              <a:gd name="csX10" fmla="*/ 57624 w 134695"/>
              <a:gd name="csY10" fmla="*/ 13031 h 148847"/>
              <a:gd name="csX11" fmla="*/ 37208 w 134695"/>
              <a:gd name="csY11" fmla="*/ 7094 h 148847"/>
              <a:gd name="csX12" fmla="*/ 31900 w 134695"/>
              <a:gd name="csY12" fmla="*/ 12401 h 148847"/>
              <a:gd name="csX13" fmla="*/ 37208 w 134695"/>
              <a:gd name="csY13" fmla="*/ 17726 h 148847"/>
              <a:gd name="csX14" fmla="*/ 61674 w 134695"/>
              <a:gd name="csY14" fmla="*/ 44229 h 148847"/>
              <a:gd name="csX15" fmla="*/ 61027 w 134695"/>
              <a:gd name="csY15" fmla="*/ 43974 h 148847"/>
              <a:gd name="csX16" fmla="*/ 36324 w 134695"/>
              <a:gd name="csY16" fmla="*/ 38990 h 148847"/>
              <a:gd name="csX17" fmla="*/ 0 w 134695"/>
              <a:gd name="csY17" fmla="*/ 74492 h 148847"/>
              <a:gd name="csX18" fmla="*/ 17 w 134695"/>
              <a:gd name="csY18" fmla="*/ 78030 h 148847"/>
              <a:gd name="csX19" fmla="*/ 52316 w 134695"/>
              <a:gd name="csY19" fmla="*/ 148847 h 148847"/>
              <a:gd name="csX20" fmla="*/ 53252 w 134695"/>
              <a:gd name="csY20" fmla="*/ 148847 h 148847"/>
              <a:gd name="csX21" fmla="*/ 67356 w 134695"/>
              <a:gd name="csY21" fmla="*/ 143608 h 148847"/>
              <a:gd name="csX22" fmla="*/ 81443 w 134695"/>
              <a:gd name="csY22" fmla="*/ 148847 h 148847"/>
              <a:gd name="csX23" fmla="*/ 82379 w 134695"/>
              <a:gd name="csY23" fmla="*/ 148847 h 148847"/>
              <a:gd name="csX24" fmla="*/ 134678 w 134695"/>
              <a:gd name="csY24" fmla="*/ 77979 h 148847"/>
              <a:gd name="csX25" fmla="*/ 134678 w 134695"/>
              <a:gd name="csY25" fmla="*/ 75342 h 148847"/>
              <a:gd name="csX26" fmla="*/ 134695 w 134695"/>
              <a:gd name="csY26" fmla="*/ 75087 h 148847"/>
              <a:gd name="csX27" fmla="*/ 134695 w 134695"/>
              <a:gd name="csY27" fmla="*/ 74321 h 148847"/>
              <a:gd name="csX28" fmla="*/ 134610 w 134695"/>
              <a:gd name="csY28" fmla="*/ 73471 h 148847"/>
            </a:gdLst>
            <a:ahLst/>
            <a:cxnLst/>
            <a:rect l="l" t="t" r="r" b="b"/>
            <a:pathLst>
              <a:path w="100000" h="100000">
                <a:moveTo>
                  <a:pt x="95189" y="49360"/>
                </a:moveTo>
                <a:cubicBezTo>
                  <a:pt x="94286" y="38206"/>
                  <a:pt x="84353" y="26195"/>
                  <a:pt x="70832" y="26195"/>
                </a:cubicBezTo>
                <a:cubicBezTo>
                  <a:pt x="61984" y="26195"/>
                  <a:pt x="57515" y="28126"/>
                  <a:pt x="54235" y="29543"/>
                </a:cubicBezTo>
                <a:cubicBezTo>
                  <a:pt x="53927" y="29669"/>
                  <a:pt x="53675" y="29772"/>
                  <a:pt x="53400" y="29886"/>
                </a:cubicBezTo>
                <a:cubicBezTo>
                  <a:pt x="53081" y="25817"/>
                  <a:pt x="52326" y="22412"/>
                  <a:pt x="51286" y="19531"/>
                </a:cubicBezTo>
                <a:cubicBezTo>
                  <a:pt x="53343" y="20640"/>
                  <a:pt x="55732" y="21429"/>
                  <a:pt x="58327" y="21429"/>
                </a:cubicBezTo>
                <a:cubicBezTo>
                  <a:pt x="66465" y="21429"/>
                  <a:pt x="72443" y="13726"/>
                  <a:pt x="73106" y="12845"/>
                </a:cubicBezTo>
                <a:cubicBezTo>
                  <a:pt x="74043" y="11588"/>
                  <a:pt x="74043" y="9840"/>
                  <a:pt x="73106" y="8583"/>
                </a:cubicBezTo>
                <a:cubicBezTo>
                  <a:pt x="72443" y="7703"/>
                  <a:pt x="66465" y="0"/>
                  <a:pt x="58327" y="0"/>
                </a:cubicBezTo>
                <a:cubicBezTo>
                  <a:pt x="50200" y="0"/>
                  <a:pt x="44222" y="7703"/>
                  <a:pt x="43559" y="8583"/>
                </a:cubicBezTo>
                <a:cubicBezTo>
                  <a:pt x="43525" y="8628"/>
                  <a:pt x="43514" y="8697"/>
                  <a:pt x="43467" y="8755"/>
                </a:cubicBezTo>
                <a:cubicBezTo>
                  <a:pt x="38941" y="5565"/>
                  <a:pt x="33752" y="4766"/>
                  <a:pt x="29751" y="4766"/>
                </a:cubicBezTo>
                <a:cubicBezTo>
                  <a:pt x="27786" y="4766"/>
                  <a:pt x="26185" y="6354"/>
                  <a:pt x="26185" y="8331"/>
                </a:cubicBezTo>
                <a:cubicBezTo>
                  <a:pt x="26185" y="10309"/>
                  <a:pt x="27786" y="11909"/>
                  <a:pt x="29751" y="11909"/>
                </a:cubicBezTo>
                <a:cubicBezTo>
                  <a:pt x="33558" y="11909"/>
                  <a:pt x="44520" y="11943"/>
                  <a:pt x="46188" y="29714"/>
                </a:cubicBezTo>
                <a:cubicBezTo>
                  <a:pt x="46039" y="29657"/>
                  <a:pt x="45914" y="29612"/>
                  <a:pt x="45754" y="29543"/>
                </a:cubicBezTo>
                <a:cubicBezTo>
                  <a:pt x="42485" y="28126"/>
                  <a:pt x="38004" y="26195"/>
                  <a:pt x="29157" y="26195"/>
                </a:cubicBezTo>
                <a:cubicBezTo>
                  <a:pt x="16584" y="26195"/>
                  <a:pt x="5176" y="37280"/>
                  <a:pt x="4754" y="50046"/>
                </a:cubicBezTo>
                <a:lnTo>
                  <a:pt x="4765" y="52423"/>
                </a:lnTo>
                <a:cubicBezTo>
                  <a:pt x="5119" y="78663"/>
                  <a:pt x="20882" y="100000"/>
                  <a:pt x="39901" y="100000"/>
                </a:cubicBezTo>
                <a:lnTo>
                  <a:pt x="40530" y="100000"/>
                </a:lnTo>
                <a:cubicBezTo>
                  <a:pt x="44371" y="100000"/>
                  <a:pt x="47789" y="98103"/>
                  <a:pt x="50006" y="96480"/>
                </a:cubicBezTo>
                <a:cubicBezTo>
                  <a:pt x="52212" y="98103"/>
                  <a:pt x="55618" y="100000"/>
                  <a:pt x="59470" y="100000"/>
                </a:cubicBezTo>
                <a:lnTo>
                  <a:pt x="60099" y="100000"/>
                </a:lnTo>
                <a:cubicBezTo>
                  <a:pt x="79118" y="100000"/>
                  <a:pt x="94881" y="78663"/>
                  <a:pt x="95235" y="52389"/>
                </a:cubicBezTo>
                <a:lnTo>
                  <a:pt x="95235" y="50617"/>
                </a:lnTo>
                <a:cubicBezTo>
                  <a:pt x="95235" y="50560"/>
                  <a:pt x="95246" y="50503"/>
                  <a:pt x="95246" y="50446"/>
                </a:cubicBezTo>
                <a:lnTo>
                  <a:pt x="95246" y="49931"/>
                </a:lnTo>
                <a:cubicBezTo>
                  <a:pt x="95235" y="49737"/>
                  <a:pt x="95223" y="49543"/>
                  <a:pt x="95189" y="4936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1" name="Красный — SVG 24">
            <a:extLst>
              <a:ext uri="{FF2B5EF4-FFF2-40B4-BE49-F238E27FC236}">
                <a16:creationId xmlns:a16="http://schemas.microsoft.com/office/drawing/2014/main" id="{2259FC18-BCC3-5C49-BC12-56C6E6C1DF1F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24543 w 159500"/>
              <a:gd name="csY0" fmla="*/ 1 h 170112"/>
              <a:gd name="csX1" fmla="*/ 22195 w 159500"/>
              <a:gd name="csY1" fmla="*/ 562 h 170112"/>
              <a:gd name="csX2" fmla="*/ 77 w 159500"/>
              <a:gd name="csY2" fmla="*/ 37544 h 170112"/>
              <a:gd name="csX3" fmla="*/ 16053 w 159500"/>
              <a:gd name="csY3" fmla="*/ 63742 h 170112"/>
              <a:gd name="csX4" fmla="*/ 28949 w 159500"/>
              <a:gd name="csY4" fmla="*/ 70240 h 170112"/>
              <a:gd name="csX5" fmla="*/ 28864 w 159500"/>
              <a:gd name="csY5" fmla="*/ 70597 h 170112"/>
              <a:gd name="csX6" fmla="*/ 17720 w 159500"/>
              <a:gd name="csY6" fmla="*/ 70597 h 170112"/>
              <a:gd name="csX7" fmla="*/ 4620 w 159500"/>
              <a:gd name="csY7" fmla="*/ 81518 h 170112"/>
              <a:gd name="csX8" fmla="*/ 12361 w 159500"/>
              <a:gd name="csY8" fmla="*/ 100639 h 170112"/>
              <a:gd name="csX9" fmla="*/ 34768 w 159500"/>
              <a:gd name="csY9" fmla="*/ 99159 h 170112"/>
              <a:gd name="csX10" fmla="*/ 36129 w 159500"/>
              <a:gd name="csY10" fmla="*/ 102000 h 170112"/>
              <a:gd name="csX11" fmla="*/ 47732 w 159500"/>
              <a:gd name="csY11" fmla="*/ 142044 h 170112"/>
              <a:gd name="csX12" fmla="*/ 47970 w 159500"/>
              <a:gd name="csY12" fmla="*/ 143507 h 170112"/>
              <a:gd name="csX13" fmla="*/ 47851 w 159500"/>
              <a:gd name="csY13" fmla="*/ 145310 h 170112"/>
              <a:gd name="csX14" fmla="*/ 57804 w 159500"/>
              <a:gd name="csY14" fmla="*/ 163376 h 170112"/>
              <a:gd name="csX15" fmla="*/ 79751 w 159500"/>
              <a:gd name="csY15" fmla="*/ 170112 h 170112"/>
              <a:gd name="csX16" fmla="*/ 101681 w 159500"/>
              <a:gd name="csY16" fmla="*/ 163376 h 170112"/>
              <a:gd name="csX17" fmla="*/ 111651 w 159500"/>
              <a:gd name="csY17" fmla="*/ 145310 h 170112"/>
              <a:gd name="csX18" fmla="*/ 111311 w 159500"/>
              <a:gd name="csY18" fmla="*/ 141925 h 170112"/>
              <a:gd name="csX19" fmla="*/ 122914 w 159500"/>
              <a:gd name="csY19" fmla="*/ 102000 h 170112"/>
              <a:gd name="csX20" fmla="*/ 124343 w 159500"/>
              <a:gd name="csY20" fmla="*/ 99040 h 170112"/>
              <a:gd name="csX21" fmla="*/ 147209 w 159500"/>
              <a:gd name="csY21" fmla="*/ 100775 h 170112"/>
              <a:gd name="csX22" fmla="*/ 154899 w 159500"/>
              <a:gd name="csY22" fmla="*/ 81484 h 170112"/>
              <a:gd name="csX23" fmla="*/ 141765 w 159500"/>
              <a:gd name="csY23" fmla="*/ 70444 h 170112"/>
              <a:gd name="csX24" fmla="*/ 129754 w 159500"/>
              <a:gd name="csY24" fmla="*/ 70529 h 170112"/>
              <a:gd name="csX25" fmla="*/ 129754 w 159500"/>
              <a:gd name="csY25" fmla="*/ 70495 h 170112"/>
              <a:gd name="csX26" fmla="*/ 143432 w 159500"/>
              <a:gd name="csY26" fmla="*/ 63742 h 170112"/>
              <a:gd name="csX27" fmla="*/ 159425 w 159500"/>
              <a:gd name="csY27" fmla="*/ 37544 h 170112"/>
              <a:gd name="csX28" fmla="*/ 137307 w 159500"/>
              <a:gd name="csY28" fmla="*/ 562 h 170112"/>
              <a:gd name="csX29" fmla="*/ 134738 w 159500"/>
              <a:gd name="csY29" fmla="*/ 1 h 170112"/>
              <a:gd name="csX30" fmla="*/ 132016 w 159500"/>
              <a:gd name="csY30" fmla="*/ 869 h 170112"/>
              <a:gd name="csX31" fmla="*/ 130145 w 159500"/>
              <a:gd name="csY31" fmla="*/ 2978 h 170112"/>
              <a:gd name="csX32" fmla="*/ 129617 w 159500"/>
              <a:gd name="csY32" fmla="*/ 5768 h 170112"/>
              <a:gd name="csX33" fmla="*/ 130604 w 159500"/>
              <a:gd name="csY33" fmla="*/ 8439 h 170112"/>
              <a:gd name="csX34" fmla="*/ 133752 w 159500"/>
              <a:gd name="csY34" fmla="*/ 24769 h 170112"/>
              <a:gd name="csX35" fmla="*/ 111498 w 159500"/>
              <a:gd name="csY35" fmla="*/ 38991 h 170112"/>
              <a:gd name="csX36" fmla="*/ 109780 w 159500"/>
              <a:gd name="csY36" fmla="*/ 39331 h 170112"/>
              <a:gd name="csX37" fmla="*/ 79530 w 159500"/>
              <a:gd name="csY37" fmla="*/ 28648 h 170112"/>
              <a:gd name="csX38" fmla="*/ 49093 w 159500"/>
              <a:gd name="csY38" fmla="*/ 39586 h 170112"/>
              <a:gd name="csX39" fmla="*/ 46796 w 159500"/>
              <a:gd name="csY39" fmla="*/ 38991 h 170112"/>
              <a:gd name="csX40" fmla="*/ 25734 w 159500"/>
              <a:gd name="csY40" fmla="*/ 24769 h 170112"/>
              <a:gd name="csX41" fmla="*/ 28881 w 159500"/>
              <a:gd name="csY41" fmla="*/ 8439 h 170112"/>
              <a:gd name="csX42" fmla="*/ 29868 w 159500"/>
              <a:gd name="csY42" fmla="*/ 5717 h 170112"/>
              <a:gd name="csX43" fmla="*/ 29306 w 159500"/>
              <a:gd name="csY43" fmla="*/ 2893 h 170112"/>
              <a:gd name="csX44" fmla="*/ 27333 w 159500"/>
              <a:gd name="csY44" fmla="*/ 766 h 170112"/>
              <a:gd name="csX45" fmla="*/ 24543 w 159500"/>
              <a:gd name="csY45" fmla="*/ 1 h 170112"/>
              <a:gd name="csX46" fmla="*/ 14828 w 159500"/>
              <a:gd name="csY46" fmla="*/ 21962 h 170112"/>
              <a:gd name="csX47" fmla="*/ 15730 w 159500"/>
              <a:gd name="csY47" fmla="*/ 28392 h 170112"/>
              <a:gd name="csX48" fmla="*/ 39548 w 159500"/>
              <a:gd name="csY48" fmla="*/ 48483 h 170112"/>
              <a:gd name="csX49" fmla="*/ 32148 w 159500"/>
              <a:gd name="csY49" fmla="*/ 60067 h 170112"/>
              <a:gd name="csX50" fmla="*/ 22076 w 159500"/>
              <a:gd name="csY50" fmla="*/ 54981 h 170112"/>
              <a:gd name="csX51" fmla="*/ 10677 w 159500"/>
              <a:gd name="csY51" fmla="*/ 36881 h 170112"/>
              <a:gd name="csX52" fmla="*/ 14828 w 159500"/>
              <a:gd name="csY52" fmla="*/ 21962 h 170112"/>
              <a:gd name="csX53" fmla="*/ 144657 w 159500"/>
              <a:gd name="csY53" fmla="*/ 21962 h 170112"/>
              <a:gd name="csX54" fmla="*/ 148808 w 159500"/>
              <a:gd name="csY54" fmla="*/ 36881 h 170112"/>
              <a:gd name="csX55" fmla="*/ 137410 w 159500"/>
              <a:gd name="csY55" fmla="*/ 54981 h 170112"/>
              <a:gd name="csX56" fmla="*/ 126742 w 159500"/>
              <a:gd name="csY56" fmla="*/ 60288 h 170112"/>
              <a:gd name="csX57" fmla="*/ 119460 w 159500"/>
              <a:gd name="csY57" fmla="*/ 48449 h 170112"/>
              <a:gd name="csX58" fmla="*/ 143756 w 159500"/>
              <a:gd name="csY58" fmla="*/ 28392 h 170112"/>
              <a:gd name="csX59" fmla="*/ 144657 w 159500"/>
              <a:gd name="csY59" fmla="*/ 21962 h 170112"/>
              <a:gd name="csX60" fmla="*/ 58484 w 159500"/>
              <a:gd name="csY60" fmla="*/ 88595 h 170112"/>
              <a:gd name="csX61" fmla="*/ 65562 w 159500"/>
              <a:gd name="csY61" fmla="*/ 93919 h 170112"/>
              <a:gd name="csX62" fmla="*/ 58484 w 159500"/>
              <a:gd name="csY62" fmla="*/ 99227 h 170112"/>
              <a:gd name="csX63" fmla="*/ 51390 w 159500"/>
              <a:gd name="csY63" fmla="*/ 93919 h 170112"/>
              <a:gd name="csX64" fmla="*/ 58484 w 159500"/>
              <a:gd name="csY64" fmla="*/ 88595 h 170112"/>
              <a:gd name="csX65" fmla="*/ 101018 w 159500"/>
              <a:gd name="csY65" fmla="*/ 88595 h 170112"/>
              <a:gd name="csX66" fmla="*/ 108096 w 159500"/>
              <a:gd name="csY66" fmla="*/ 93919 h 170112"/>
              <a:gd name="csX67" fmla="*/ 101018 w 159500"/>
              <a:gd name="csY67" fmla="*/ 99227 h 170112"/>
              <a:gd name="csX68" fmla="*/ 93923 w 159500"/>
              <a:gd name="csY68" fmla="*/ 93919 h 170112"/>
              <a:gd name="csX69" fmla="*/ 101018 w 159500"/>
              <a:gd name="csY69" fmla="*/ 88595 h 170112"/>
              <a:gd name="csX70" fmla="*/ 79751 w 159500"/>
              <a:gd name="csY70" fmla="*/ 131123 h 170112"/>
              <a:gd name="csX71" fmla="*/ 95403 w 159500"/>
              <a:gd name="csY71" fmla="*/ 135801 h 170112"/>
              <a:gd name="csX72" fmla="*/ 101018 w 159500"/>
              <a:gd name="csY72" fmla="*/ 145310 h 170112"/>
              <a:gd name="csX73" fmla="*/ 97343 w 159500"/>
              <a:gd name="csY73" fmla="*/ 153084 h 170112"/>
              <a:gd name="csX74" fmla="*/ 95506 w 159500"/>
              <a:gd name="csY74" fmla="*/ 150039 h 170112"/>
              <a:gd name="csX75" fmla="*/ 92154 w 159500"/>
              <a:gd name="csY75" fmla="*/ 148848 h 170112"/>
              <a:gd name="csX76" fmla="*/ 89126 w 159500"/>
              <a:gd name="csY76" fmla="*/ 149784 h 170112"/>
              <a:gd name="csX77" fmla="*/ 87186 w 159500"/>
              <a:gd name="csY77" fmla="*/ 152267 h 170112"/>
              <a:gd name="csX78" fmla="*/ 86982 w 159500"/>
              <a:gd name="csY78" fmla="*/ 155432 h 170112"/>
              <a:gd name="csX79" fmla="*/ 88615 w 159500"/>
              <a:gd name="csY79" fmla="*/ 158136 h 170112"/>
              <a:gd name="csX80" fmla="*/ 79751 w 159500"/>
              <a:gd name="csY80" fmla="*/ 159480 h 170112"/>
              <a:gd name="csX81" fmla="*/ 70870 w 159500"/>
              <a:gd name="csY81" fmla="*/ 158136 h 170112"/>
              <a:gd name="csX82" fmla="*/ 72486 w 159500"/>
              <a:gd name="csY82" fmla="*/ 155432 h 170112"/>
              <a:gd name="csX83" fmla="*/ 72299 w 159500"/>
              <a:gd name="csY83" fmla="*/ 152285 h 170112"/>
              <a:gd name="csX84" fmla="*/ 70360 w 159500"/>
              <a:gd name="csY84" fmla="*/ 149784 h 170112"/>
              <a:gd name="csX85" fmla="*/ 67331 w 159500"/>
              <a:gd name="csY85" fmla="*/ 148848 h 170112"/>
              <a:gd name="csX86" fmla="*/ 63980 w 159500"/>
              <a:gd name="csY86" fmla="*/ 150039 h 170112"/>
              <a:gd name="csX87" fmla="*/ 62142 w 159500"/>
              <a:gd name="csY87" fmla="*/ 153084 h 170112"/>
              <a:gd name="csX88" fmla="*/ 58484 w 159500"/>
              <a:gd name="csY88" fmla="*/ 145310 h 170112"/>
              <a:gd name="csX89" fmla="*/ 64099 w 159500"/>
              <a:gd name="csY89" fmla="*/ 135801 h 170112"/>
              <a:gd name="csX90" fmla="*/ 79751 w 159500"/>
              <a:gd name="csY90" fmla="*/ 131123 h 170112"/>
            </a:gdLst>
            <a:ahLst/>
            <a:cxnLst/>
            <a:rect l="l" t="t" r="r" b="b"/>
            <a:pathLst>
              <a:path w="100000" h="100000">
                <a:moveTo>
                  <a:pt x="17547" y="1"/>
                </a:moveTo>
                <a:cubicBezTo>
                  <a:pt x="17066" y="1"/>
                  <a:pt x="16596" y="121"/>
                  <a:pt x="16166" y="330"/>
                </a:cubicBezTo>
                <a:cubicBezTo>
                  <a:pt x="16166" y="330"/>
                  <a:pt x="2224" y="7360"/>
                  <a:pt x="3164" y="22070"/>
                </a:cubicBezTo>
                <a:cubicBezTo>
                  <a:pt x="3635" y="29521"/>
                  <a:pt x="8315" y="34551"/>
                  <a:pt x="12556" y="37471"/>
                </a:cubicBezTo>
                <a:cubicBezTo>
                  <a:pt x="15686" y="39630"/>
                  <a:pt x="18736" y="40820"/>
                  <a:pt x="20137" y="41290"/>
                </a:cubicBezTo>
                <a:cubicBezTo>
                  <a:pt x="20127" y="41360"/>
                  <a:pt x="20097" y="41430"/>
                  <a:pt x="20087" y="41500"/>
                </a:cubicBezTo>
                <a:lnTo>
                  <a:pt x="13536" y="41500"/>
                </a:lnTo>
                <a:cubicBezTo>
                  <a:pt x="10086" y="41500"/>
                  <a:pt x="6925" y="44140"/>
                  <a:pt x="5835" y="47920"/>
                </a:cubicBezTo>
                <a:cubicBezTo>
                  <a:pt x="4595" y="52240"/>
                  <a:pt x="6385" y="56660"/>
                  <a:pt x="10386" y="59160"/>
                </a:cubicBezTo>
                <a:cubicBezTo>
                  <a:pt x="14176" y="61530"/>
                  <a:pt x="19247" y="59901"/>
                  <a:pt x="23557" y="58290"/>
                </a:cubicBezTo>
                <a:cubicBezTo>
                  <a:pt x="23827" y="58850"/>
                  <a:pt x="24097" y="59410"/>
                  <a:pt x="24357" y="59960"/>
                </a:cubicBezTo>
                <a:cubicBezTo>
                  <a:pt x="28018" y="67490"/>
                  <a:pt x="31178" y="73990"/>
                  <a:pt x="31178" y="83500"/>
                </a:cubicBezTo>
                <a:cubicBezTo>
                  <a:pt x="31178" y="83800"/>
                  <a:pt x="31238" y="84090"/>
                  <a:pt x="31318" y="84360"/>
                </a:cubicBezTo>
                <a:cubicBezTo>
                  <a:pt x="31288" y="84710"/>
                  <a:pt x="31248" y="85060"/>
                  <a:pt x="31248" y="85420"/>
                </a:cubicBezTo>
                <a:cubicBezTo>
                  <a:pt x="31248" y="89730"/>
                  <a:pt x="33658" y="93520"/>
                  <a:pt x="37099" y="96040"/>
                </a:cubicBezTo>
                <a:cubicBezTo>
                  <a:pt x="40540" y="98560"/>
                  <a:pt x="45060" y="100000"/>
                  <a:pt x="50001" y="100000"/>
                </a:cubicBezTo>
                <a:cubicBezTo>
                  <a:pt x="54931" y="100000"/>
                  <a:pt x="59452" y="98560"/>
                  <a:pt x="62892" y="96040"/>
                </a:cubicBezTo>
                <a:cubicBezTo>
                  <a:pt x="66333" y="93520"/>
                  <a:pt x="68753" y="89730"/>
                  <a:pt x="68753" y="85420"/>
                </a:cubicBezTo>
                <a:cubicBezTo>
                  <a:pt x="68753" y="84740"/>
                  <a:pt x="68673" y="84080"/>
                  <a:pt x="68553" y="83430"/>
                </a:cubicBezTo>
                <a:cubicBezTo>
                  <a:pt x="68573" y="73960"/>
                  <a:pt x="71723" y="67470"/>
                  <a:pt x="75374" y="59960"/>
                </a:cubicBezTo>
                <a:cubicBezTo>
                  <a:pt x="75654" y="59390"/>
                  <a:pt x="75924" y="58800"/>
                  <a:pt x="76214" y="58220"/>
                </a:cubicBezTo>
                <a:cubicBezTo>
                  <a:pt x="80595" y="59911"/>
                  <a:pt x="85785" y="61671"/>
                  <a:pt x="89656" y="59240"/>
                </a:cubicBezTo>
                <a:cubicBezTo>
                  <a:pt x="93657" y="56740"/>
                  <a:pt x="95437" y="52290"/>
                  <a:pt x="94176" y="47900"/>
                </a:cubicBezTo>
                <a:cubicBezTo>
                  <a:pt x="93066" y="44020"/>
                  <a:pt x="89966" y="41410"/>
                  <a:pt x="86455" y="41410"/>
                </a:cubicBezTo>
                <a:cubicBezTo>
                  <a:pt x="84235" y="41410"/>
                  <a:pt x="81475" y="41440"/>
                  <a:pt x="79395" y="41460"/>
                </a:cubicBezTo>
                <a:cubicBezTo>
                  <a:pt x="79395" y="41460"/>
                  <a:pt x="79395" y="41450"/>
                  <a:pt x="79395" y="41440"/>
                </a:cubicBezTo>
                <a:cubicBezTo>
                  <a:pt x="80195" y="41201"/>
                  <a:pt x="83695" y="40051"/>
                  <a:pt x="87435" y="37471"/>
                </a:cubicBezTo>
                <a:cubicBezTo>
                  <a:pt x="91676" y="34551"/>
                  <a:pt x="96357" y="29521"/>
                  <a:pt x="96837" y="22070"/>
                </a:cubicBezTo>
                <a:cubicBezTo>
                  <a:pt x="97767" y="7360"/>
                  <a:pt x="83835" y="330"/>
                  <a:pt x="83835" y="330"/>
                </a:cubicBezTo>
                <a:cubicBezTo>
                  <a:pt x="83365" y="101"/>
                  <a:pt x="82845" y="-9"/>
                  <a:pt x="82325" y="1"/>
                </a:cubicBezTo>
                <a:cubicBezTo>
                  <a:pt x="81755" y="21"/>
                  <a:pt x="81205" y="200"/>
                  <a:pt x="80724" y="511"/>
                </a:cubicBezTo>
                <a:cubicBezTo>
                  <a:pt x="80255" y="811"/>
                  <a:pt x="79874" y="1240"/>
                  <a:pt x="79625" y="1751"/>
                </a:cubicBezTo>
                <a:cubicBezTo>
                  <a:pt x="79374" y="2261"/>
                  <a:pt x="79264" y="2830"/>
                  <a:pt x="79314" y="3391"/>
                </a:cubicBezTo>
                <a:cubicBezTo>
                  <a:pt x="79364" y="3960"/>
                  <a:pt x="79565" y="4501"/>
                  <a:pt x="79894" y="4961"/>
                </a:cubicBezTo>
                <a:cubicBezTo>
                  <a:pt x="79894" y="4961"/>
                  <a:pt x="83325" y="10190"/>
                  <a:pt x="81745" y="14560"/>
                </a:cubicBezTo>
                <a:cubicBezTo>
                  <a:pt x="78855" y="22550"/>
                  <a:pt x="68663" y="22921"/>
                  <a:pt x="68663" y="22921"/>
                </a:cubicBezTo>
                <a:cubicBezTo>
                  <a:pt x="68313" y="22931"/>
                  <a:pt x="67973" y="22991"/>
                  <a:pt x="67653" y="23121"/>
                </a:cubicBezTo>
                <a:cubicBezTo>
                  <a:pt x="62312" y="19170"/>
                  <a:pt x="55901" y="16841"/>
                  <a:pt x="49871" y="16841"/>
                </a:cubicBezTo>
                <a:cubicBezTo>
                  <a:pt x="43890" y="16841"/>
                  <a:pt x="37399" y="19250"/>
                  <a:pt x="31978" y="23271"/>
                </a:cubicBezTo>
                <a:cubicBezTo>
                  <a:pt x="31558" y="23051"/>
                  <a:pt x="31098" y="22931"/>
                  <a:pt x="30628" y="22921"/>
                </a:cubicBezTo>
                <a:cubicBezTo>
                  <a:pt x="30628" y="22921"/>
                  <a:pt x="21177" y="22670"/>
                  <a:pt x="18247" y="14560"/>
                </a:cubicBezTo>
                <a:cubicBezTo>
                  <a:pt x="16667" y="10190"/>
                  <a:pt x="20097" y="4961"/>
                  <a:pt x="20097" y="4961"/>
                </a:cubicBezTo>
                <a:cubicBezTo>
                  <a:pt x="20437" y="4491"/>
                  <a:pt x="20637" y="3940"/>
                  <a:pt x="20677" y="3361"/>
                </a:cubicBezTo>
                <a:cubicBezTo>
                  <a:pt x="20727" y="2791"/>
                  <a:pt x="20607" y="2210"/>
                  <a:pt x="20347" y="1701"/>
                </a:cubicBezTo>
                <a:cubicBezTo>
                  <a:pt x="20077" y="1180"/>
                  <a:pt x="19677" y="751"/>
                  <a:pt x="19187" y="450"/>
                </a:cubicBezTo>
                <a:cubicBezTo>
                  <a:pt x="18697" y="150"/>
                  <a:pt x="18126" y="1"/>
                  <a:pt x="17547" y="1"/>
                </a:cubicBezTo>
                <a:close/>
                <a:moveTo>
                  <a:pt x="11836" y="12910"/>
                </a:moveTo>
                <a:cubicBezTo>
                  <a:pt x="11926" y="14151"/>
                  <a:pt x="11896" y="15370"/>
                  <a:pt x="12366" y="16690"/>
                </a:cubicBezTo>
                <a:cubicBezTo>
                  <a:pt x="15206" y="24540"/>
                  <a:pt x="21967" y="27421"/>
                  <a:pt x="26367" y="28501"/>
                </a:cubicBezTo>
                <a:cubicBezTo>
                  <a:pt x="24617" y="30570"/>
                  <a:pt x="23127" y="32851"/>
                  <a:pt x="22017" y="35310"/>
                </a:cubicBezTo>
                <a:cubicBezTo>
                  <a:pt x="21257" y="35070"/>
                  <a:pt x="18917" y="34270"/>
                  <a:pt x="16096" y="32320"/>
                </a:cubicBezTo>
                <a:cubicBezTo>
                  <a:pt x="12786" y="30040"/>
                  <a:pt x="9725" y="26731"/>
                  <a:pt x="9396" y="21680"/>
                </a:cubicBezTo>
                <a:cubicBezTo>
                  <a:pt x="9165" y="18030"/>
                  <a:pt x="10356" y="15271"/>
                  <a:pt x="11836" y="12910"/>
                </a:cubicBezTo>
                <a:close/>
                <a:moveTo>
                  <a:pt x="88155" y="12910"/>
                </a:moveTo>
                <a:cubicBezTo>
                  <a:pt x="89636" y="15271"/>
                  <a:pt x="90826" y="18030"/>
                  <a:pt x="90596" y="21680"/>
                </a:cubicBezTo>
                <a:cubicBezTo>
                  <a:pt x="90276" y="26731"/>
                  <a:pt x="87205" y="30040"/>
                  <a:pt x="83895" y="32320"/>
                </a:cubicBezTo>
                <a:cubicBezTo>
                  <a:pt x="80794" y="34460"/>
                  <a:pt x="78004" y="35320"/>
                  <a:pt x="77624" y="35440"/>
                </a:cubicBezTo>
                <a:cubicBezTo>
                  <a:pt x="76544" y="32921"/>
                  <a:pt x="75084" y="30590"/>
                  <a:pt x="73343" y="28481"/>
                </a:cubicBezTo>
                <a:cubicBezTo>
                  <a:pt x="77944" y="27380"/>
                  <a:pt x="84815" y="24470"/>
                  <a:pt x="87626" y="16690"/>
                </a:cubicBezTo>
                <a:cubicBezTo>
                  <a:pt x="88095" y="15370"/>
                  <a:pt x="88066" y="14151"/>
                  <a:pt x="88155" y="12910"/>
                </a:cubicBezTo>
                <a:close/>
                <a:moveTo>
                  <a:pt x="37499" y="52080"/>
                </a:moveTo>
                <a:cubicBezTo>
                  <a:pt x="39800" y="52080"/>
                  <a:pt x="41660" y="53480"/>
                  <a:pt x="41660" y="55210"/>
                </a:cubicBezTo>
                <a:cubicBezTo>
                  <a:pt x="41660" y="56930"/>
                  <a:pt x="39800" y="58330"/>
                  <a:pt x="37499" y="58330"/>
                </a:cubicBezTo>
                <a:cubicBezTo>
                  <a:pt x="35189" y="58330"/>
                  <a:pt x="33329" y="56930"/>
                  <a:pt x="33329" y="55210"/>
                </a:cubicBezTo>
                <a:cubicBezTo>
                  <a:pt x="33329" y="53480"/>
                  <a:pt x="35189" y="52080"/>
                  <a:pt x="37499" y="52080"/>
                </a:cubicBezTo>
                <a:close/>
                <a:moveTo>
                  <a:pt x="62502" y="52080"/>
                </a:moveTo>
                <a:cubicBezTo>
                  <a:pt x="64803" y="52080"/>
                  <a:pt x="66663" y="53480"/>
                  <a:pt x="66663" y="55210"/>
                </a:cubicBezTo>
                <a:cubicBezTo>
                  <a:pt x="66663" y="56930"/>
                  <a:pt x="64803" y="58330"/>
                  <a:pt x="62502" y="58330"/>
                </a:cubicBezTo>
                <a:cubicBezTo>
                  <a:pt x="60192" y="58330"/>
                  <a:pt x="58332" y="56930"/>
                  <a:pt x="58332" y="55210"/>
                </a:cubicBezTo>
                <a:cubicBezTo>
                  <a:pt x="58332" y="53480"/>
                  <a:pt x="60192" y="52080"/>
                  <a:pt x="62502" y="52080"/>
                </a:cubicBezTo>
                <a:close/>
                <a:moveTo>
                  <a:pt x="50001" y="77080"/>
                </a:moveTo>
                <a:cubicBezTo>
                  <a:pt x="53691" y="77080"/>
                  <a:pt x="56981" y="78210"/>
                  <a:pt x="59202" y="79830"/>
                </a:cubicBezTo>
                <a:cubicBezTo>
                  <a:pt x="61412" y="81460"/>
                  <a:pt x="62502" y="83400"/>
                  <a:pt x="62502" y="85420"/>
                </a:cubicBezTo>
                <a:cubicBezTo>
                  <a:pt x="62502" y="87030"/>
                  <a:pt x="61762" y="88590"/>
                  <a:pt x="60342" y="89990"/>
                </a:cubicBezTo>
                <a:cubicBezTo>
                  <a:pt x="60202" y="89290"/>
                  <a:pt x="59812" y="88660"/>
                  <a:pt x="59262" y="88200"/>
                </a:cubicBezTo>
                <a:cubicBezTo>
                  <a:pt x="58702" y="87750"/>
                  <a:pt x="58012" y="87500"/>
                  <a:pt x="57292" y="87500"/>
                </a:cubicBezTo>
                <a:cubicBezTo>
                  <a:pt x="56652" y="87500"/>
                  <a:pt x="56041" y="87690"/>
                  <a:pt x="55512" y="88050"/>
                </a:cubicBezTo>
                <a:cubicBezTo>
                  <a:pt x="54991" y="88410"/>
                  <a:pt x="54591" y="88920"/>
                  <a:pt x="54371" y="89510"/>
                </a:cubicBezTo>
                <a:cubicBezTo>
                  <a:pt x="54141" y="90110"/>
                  <a:pt x="54101" y="90750"/>
                  <a:pt x="54251" y="91370"/>
                </a:cubicBezTo>
                <a:cubicBezTo>
                  <a:pt x="54401" y="91980"/>
                  <a:pt x="54741" y="92540"/>
                  <a:pt x="55211" y="92960"/>
                </a:cubicBezTo>
                <a:cubicBezTo>
                  <a:pt x="53631" y="93460"/>
                  <a:pt x="51871" y="93750"/>
                  <a:pt x="50001" y="93750"/>
                </a:cubicBezTo>
                <a:cubicBezTo>
                  <a:pt x="48121" y="93750"/>
                  <a:pt x="46350" y="93460"/>
                  <a:pt x="44780" y="92960"/>
                </a:cubicBezTo>
                <a:cubicBezTo>
                  <a:pt x="45250" y="92540"/>
                  <a:pt x="45580" y="91990"/>
                  <a:pt x="45730" y="91370"/>
                </a:cubicBezTo>
                <a:cubicBezTo>
                  <a:pt x="45880" y="90760"/>
                  <a:pt x="45850" y="90110"/>
                  <a:pt x="45620" y="89520"/>
                </a:cubicBezTo>
                <a:cubicBezTo>
                  <a:pt x="45400" y="88920"/>
                  <a:pt x="45000" y="88410"/>
                  <a:pt x="44480" y="88050"/>
                </a:cubicBezTo>
                <a:cubicBezTo>
                  <a:pt x="43960" y="87690"/>
                  <a:pt x="43340" y="87500"/>
                  <a:pt x="42700" y="87500"/>
                </a:cubicBezTo>
                <a:cubicBezTo>
                  <a:pt x="41989" y="87500"/>
                  <a:pt x="41290" y="87750"/>
                  <a:pt x="40730" y="88200"/>
                </a:cubicBezTo>
                <a:cubicBezTo>
                  <a:pt x="40179" y="88660"/>
                  <a:pt x="39789" y="89290"/>
                  <a:pt x="39649" y="89990"/>
                </a:cubicBezTo>
                <a:cubicBezTo>
                  <a:pt x="38229" y="88590"/>
                  <a:pt x="37499" y="87030"/>
                  <a:pt x="37499" y="85420"/>
                </a:cubicBezTo>
                <a:cubicBezTo>
                  <a:pt x="37499" y="83400"/>
                  <a:pt x="38579" y="81460"/>
                  <a:pt x="40800" y="79830"/>
                </a:cubicBezTo>
                <a:cubicBezTo>
                  <a:pt x="43010" y="78210"/>
                  <a:pt x="46300" y="77080"/>
                  <a:pt x="50001" y="7708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2" name="Красный — SVG 25">
            <a:extLst>
              <a:ext uri="{FF2B5EF4-FFF2-40B4-BE49-F238E27FC236}">
                <a16:creationId xmlns:a16="http://schemas.microsoft.com/office/drawing/2014/main" id="{E0BBEC26-2BE0-484C-90CE-2012F183CC15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70896 w 141553"/>
              <a:gd name="csY0" fmla="*/ 0 h 143522"/>
              <a:gd name="csX1" fmla="*/ 41684 w 141553"/>
              <a:gd name="csY1" fmla="*/ 13456 h 143522"/>
              <a:gd name="csX2" fmla="*/ 5326 w 141553"/>
              <a:gd name="csY2" fmla="*/ 1769 h 143522"/>
              <a:gd name="csX3" fmla="*/ 1 w 141553"/>
              <a:gd name="csY3" fmla="*/ 7094 h 143522"/>
              <a:gd name="csX4" fmla="*/ 1 w 141553"/>
              <a:gd name="csY4" fmla="*/ 7893 h 143522"/>
              <a:gd name="csX5" fmla="*/ 18001 w 141553"/>
              <a:gd name="csY5" fmla="*/ 55082 h 143522"/>
              <a:gd name="csX6" fmla="*/ 18376 w 141553"/>
              <a:gd name="csY6" fmla="*/ 55269 h 143522"/>
              <a:gd name="csX7" fmla="*/ 5326 w 141553"/>
              <a:gd name="csY7" fmla="*/ 88509 h 143522"/>
              <a:gd name="csX8" fmla="*/ 70896 w 141553"/>
              <a:gd name="csY8" fmla="*/ 143523 h 143522"/>
              <a:gd name="csX9" fmla="*/ 136466 w 141553"/>
              <a:gd name="csY9" fmla="*/ 88509 h 143522"/>
              <a:gd name="csX10" fmla="*/ 124658 w 141553"/>
              <a:gd name="csY10" fmla="*/ 58705 h 143522"/>
              <a:gd name="csX11" fmla="*/ 122668 w 141553"/>
              <a:gd name="csY11" fmla="*/ 55507 h 143522"/>
              <a:gd name="csX12" fmla="*/ 123552 w 141553"/>
              <a:gd name="csY12" fmla="*/ 55082 h 143522"/>
              <a:gd name="csX13" fmla="*/ 141553 w 141553"/>
              <a:gd name="csY13" fmla="*/ 7893 h 143522"/>
              <a:gd name="csX14" fmla="*/ 141553 w 141553"/>
              <a:gd name="csY14" fmla="*/ 7094 h 143522"/>
              <a:gd name="csX15" fmla="*/ 136244 w 141553"/>
              <a:gd name="csY15" fmla="*/ 1769 h 143522"/>
              <a:gd name="csX16" fmla="*/ 100176 w 141553"/>
              <a:gd name="csY16" fmla="*/ 13081 h 143522"/>
              <a:gd name="csX17" fmla="*/ 70896 w 141553"/>
              <a:gd name="csY17" fmla="*/ 0 h 143522"/>
              <a:gd name="csX18" fmla="*/ 54937 w 141553"/>
              <a:gd name="csY18" fmla="*/ 40759 h 143522"/>
              <a:gd name="csX19" fmla="*/ 60263 w 141553"/>
              <a:gd name="csY19" fmla="*/ 46066 h 143522"/>
              <a:gd name="csX20" fmla="*/ 54937 w 141553"/>
              <a:gd name="csY20" fmla="*/ 51390 h 143522"/>
              <a:gd name="csX21" fmla="*/ 49629 w 141553"/>
              <a:gd name="csY21" fmla="*/ 46066 h 143522"/>
              <a:gd name="csX22" fmla="*/ 54937 w 141553"/>
              <a:gd name="csY22" fmla="*/ 40759 h 143522"/>
              <a:gd name="csX23" fmla="*/ 86838 w 141553"/>
              <a:gd name="csY23" fmla="*/ 40759 h 143522"/>
              <a:gd name="csX24" fmla="*/ 92163 w 141553"/>
              <a:gd name="csY24" fmla="*/ 46066 h 143522"/>
              <a:gd name="csX25" fmla="*/ 86838 w 141553"/>
              <a:gd name="csY25" fmla="*/ 51390 h 143522"/>
              <a:gd name="csX26" fmla="*/ 81529 w 141553"/>
              <a:gd name="csY26" fmla="*/ 46066 h 143522"/>
              <a:gd name="csX27" fmla="*/ 86838 w 141553"/>
              <a:gd name="csY27" fmla="*/ 40759 h 143522"/>
              <a:gd name="csX28" fmla="*/ 115556 w 141553"/>
              <a:gd name="csY28" fmla="*/ 42511 h 143522"/>
              <a:gd name="csX29" fmla="*/ 117751 w 141553"/>
              <a:gd name="csY29" fmla="*/ 46151 h 143522"/>
              <a:gd name="csX30" fmla="*/ 117462 w 141553"/>
              <a:gd name="csY30" fmla="*/ 46355 h 143522"/>
              <a:gd name="csX31" fmla="*/ 117462 w 141553"/>
              <a:gd name="csY31" fmla="*/ 46372 h 143522"/>
              <a:gd name="csX32" fmla="*/ 115556 w 141553"/>
              <a:gd name="csY32" fmla="*/ 42511 h 143522"/>
              <a:gd name="csX33" fmla="*/ 24143 w 141553"/>
              <a:gd name="csY33" fmla="*/ 45573 h 143522"/>
              <a:gd name="csX34" fmla="*/ 23820 w 141553"/>
              <a:gd name="csY34" fmla="*/ 46151 h 143522"/>
              <a:gd name="csX35" fmla="*/ 23803 w 141553"/>
              <a:gd name="csY35" fmla="*/ 46134 h 143522"/>
              <a:gd name="csX36" fmla="*/ 24143 w 141553"/>
              <a:gd name="csY36" fmla="*/ 45573 h 143522"/>
              <a:gd name="csX37" fmla="*/ 71083 w 141553"/>
              <a:gd name="csY37" fmla="*/ 66224 h 143522"/>
              <a:gd name="csX38" fmla="*/ 102796 w 141553"/>
              <a:gd name="csY38" fmla="*/ 93272 h 143522"/>
              <a:gd name="csX39" fmla="*/ 70709 w 141553"/>
              <a:gd name="csY39" fmla="*/ 119860 h 143522"/>
              <a:gd name="csX40" fmla="*/ 38996 w 141553"/>
              <a:gd name="csY40" fmla="*/ 92830 h 143522"/>
              <a:gd name="csX41" fmla="*/ 71083 w 141553"/>
              <a:gd name="csY41" fmla="*/ 66224 h 143522"/>
              <a:gd name="csX42" fmla="*/ 56707 w 141553"/>
              <a:gd name="csY42" fmla="*/ 86825 h 143522"/>
              <a:gd name="csX43" fmla="*/ 51705 w 141553"/>
              <a:gd name="csY43" fmla="*/ 88900 h 143522"/>
              <a:gd name="csX44" fmla="*/ 49629 w 141553"/>
              <a:gd name="csY44" fmla="*/ 93918 h 143522"/>
              <a:gd name="csX45" fmla="*/ 51705 w 141553"/>
              <a:gd name="csY45" fmla="*/ 98920 h 143522"/>
              <a:gd name="csX46" fmla="*/ 56707 w 141553"/>
              <a:gd name="csY46" fmla="*/ 100995 h 143522"/>
              <a:gd name="csX47" fmla="*/ 61726 w 141553"/>
              <a:gd name="csY47" fmla="*/ 98920 h 143522"/>
              <a:gd name="csX48" fmla="*/ 63801 w 141553"/>
              <a:gd name="csY48" fmla="*/ 93918 h 143522"/>
              <a:gd name="csX49" fmla="*/ 61726 w 141553"/>
              <a:gd name="csY49" fmla="*/ 88900 h 143522"/>
              <a:gd name="csX50" fmla="*/ 56707 w 141553"/>
              <a:gd name="csY50" fmla="*/ 86825 h 143522"/>
              <a:gd name="csX51" fmla="*/ 85068 w 141553"/>
              <a:gd name="csY51" fmla="*/ 86825 h 143522"/>
              <a:gd name="csX52" fmla="*/ 80049 w 141553"/>
              <a:gd name="csY52" fmla="*/ 88900 h 143522"/>
              <a:gd name="csX53" fmla="*/ 77973 w 141553"/>
              <a:gd name="csY53" fmla="*/ 93918 h 143522"/>
              <a:gd name="csX54" fmla="*/ 80049 w 141553"/>
              <a:gd name="csY54" fmla="*/ 98920 h 143522"/>
              <a:gd name="csX55" fmla="*/ 85068 w 141553"/>
              <a:gd name="csY55" fmla="*/ 100995 h 143522"/>
              <a:gd name="csX56" fmla="*/ 90087 w 141553"/>
              <a:gd name="csY56" fmla="*/ 98920 h 143522"/>
              <a:gd name="csX57" fmla="*/ 92163 w 141553"/>
              <a:gd name="csY57" fmla="*/ 93918 h 143522"/>
              <a:gd name="csX58" fmla="*/ 90087 w 141553"/>
              <a:gd name="csY58" fmla="*/ 88900 h 143522"/>
              <a:gd name="csX59" fmla="*/ 85068 w 141553"/>
              <a:gd name="csY59" fmla="*/ 86825 h 143522"/>
            </a:gdLst>
            <a:ahLst/>
            <a:cxnLst/>
            <a:rect l="l" t="t" r="r" b="b"/>
            <a:pathLst>
              <a:path w="100000" h="100000">
                <a:moveTo>
                  <a:pt x="50083" y="0"/>
                </a:moveTo>
                <a:cubicBezTo>
                  <a:pt x="40920" y="0"/>
                  <a:pt x="34447" y="3995"/>
                  <a:pt x="29730" y="9376"/>
                </a:cubicBezTo>
                <a:cubicBezTo>
                  <a:pt x="24549" y="3912"/>
                  <a:pt x="16240" y="1233"/>
                  <a:pt x="4397" y="1233"/>
                </a:cubicBezTo>
                <a:cubicBezTo>
                  <a:pt x="2346" y="1233"/>
                  <a:pt x="687" y="2892"/>
                  <a:pt x="687" y="4943"/>
                </a:cubicBezTo>
                <a:lnTo>
                  <a:pt x="687" y="5500"/>
                </a:lnTo>
                <a:cubicBezTo>
                  <a:pt x="675" y="13322"/>
                  <a:pt x="663" y="29608"/>
                  <a:pt x="13228" y="38379"/>
                </a:cubicBezTo>
                <a:cubicBezTo>
                  <a:pt x="13311" y="38438"/>
                  <a:pt x="13406" y="38462"/>
                  <a:pt x="13490" y="38509"/>
                </a:cubicBezTo>
                <a:cubicBezTo>
                  <a:pt x="8961" y="45905"/>
                  <a:pt x="4397" y="53562"/>
                  <a:pt x="4397" y="61669"/>
                </a:cubicBezTo>
                <a:cubicBezTo>
                  <a:pt x="4397" y="83170"/>
                  <a:pt x="24454" y="100001"/>
                  <a:pt x="50083" y="100001"/>
                </a:cubicBezTo>
                <a:cubicBezTo>
                  <a:pt x="75700" y="100001"/>
                  <a:pt x="95770" y="83170"/>
                  <a:pt x="95770" y="61669"/>
                </a:cubicBezTo>
                <a:cubicBezTo>
                  <a:pt x="95770" y="54013"/>
                  <a:pt x="91774" y="47648"/>
                  <a:pt x="87542" y="40903"/>
                </a:cubicBezTo>
                <a:cubicBezTo>
                  <a:pt x="87080" y="40169"/>
                  <a:pt x="86618" y="39422"/>
                  <a:pt x="86156" y="38675"/>
                </a:cubicBezTo>
                <a:cubicBezTo>
                  <a:pt x="86369" y="38580"/>
                  <a:pt x="86582" y="38521"/>
                  <a:pt x="86772" y="38379"/>
                </a:cubicBezTo>
                <a:cubicBezTo>
                  <a:pt x="99350" y="29596"/>
                  <a:pt x="99326" y="13322"/>
                  <a:pt x="99314" y="5500"/>
                </a:cubicBezTo>
                <a:lnTo>
                  <a:pt x="99314" y="4943"/>
                </a:lnTo>
                <a:cubicBezTo>
                  <a:pt x="99314" y="2892"/>
                  <a:pt x="97654" y="1233"/>
                  <a:pt x="95615" y="1233"/>
                </a:cubicBezTo>
                <a:cubicBezTo>
                  <a:pt x="83939" y="1233"/>
                  <a:pt x="75677" y="3829"/>
                  <a:pt x="70484" y="9114"/>
                </a:cubicBezTo>
                <a:cubicBezTo>
                  <a:pt x="65031" y="3165"/>
                  <a:pt x="58109" y="0"/>
                  <a:pt x="50083" y="0"/>
                </a:cubicBezTo>
                <a:close/>
                <a:moveTo>
                  <a:pt x="38964" y="28399"/>
                </a:moveTo>
                <a:cubicBezTo>
                  <a:pt x="41015" y="28399"/>
                  <a:pt x="42675" y="30058"/>
                  <a:pt x="42675" y="32097"/>
                </a:cubicBezTo>
                <a:cubicBezTo>
                  <a:pt x="42675" y="34147"/>
                  <a:pt x="41015" y="35806"/>
                  <a:pt x="38964" y="35806"/>
                </a:cubicBezTo>
                <a:cubicBezTo>
                  <a:pt x="36925" y="35806"/>
                  <a:pt x="35265" y="34147"/>
                  <a:pt x="35265" y="32097"/>
                </a:cubicBezTo>
                <a:cubicBezTo>
                  <a:pt x="35265" y="30058"/>
                  <a:pt x="36925" y="28399"/>
                  <a:pt x="38964" y="28399"/>
                </a:cubicBezTo>
                <a:close/>
                <a:moveTo>
                  <a:pt x="61191" y="28399"/>
                </a:moveTo>
                <a:cubicBezTo>
                  <a:pt x="63242" y="28399"/>
                  <a:pt x="64901" y="30058"/>
                  <a:pt x="64901" y="32097"/>
                </a:cubicBezTo>
                <a:cubicBezTo>
                  <a:pt x="64901" y="34147"/>
                  <a:pt x="63242" y="35806"/>
                  <a:pt x="61191" y="35806"/>
                </a:cubicBezTo>
                <a:cubicBezTo>
                  <a:pt x="59152" y="35806"/>
                  <a:pt x="57492" y="34147"/>
                  <a:pt x="57492" y="32097"/>
                </a:cubicBezTo>
                <a:cubicBezTo>
                  <a:pt x="57492" y="30058"/>
                  <a:pt x="59152" y="28399"/>
                  <a:pt x="61191" y="28399"/>
                </a:cubicBezTo>
                <a:close/>
                <a:moveTo>
                  <a:pt x="81200" y="29620"/>
                </a:moveTo>
                <a:lnTo>
                  <a:pt x="82730" y="32156"/>
                </a:lnTo>
                <a:cubicBezTo>
                  <a:pt x="82659" y="32203"/>
                  <a:pt x="82600" y="32251"/>
                  <a:pt x="82528" y="32298"/>
                </a:cubicBezTo>
                <a:lnTo>
                  <a:pt x="82528" y="32310"/>
                </a:lnTo>
                <a:cubicBezTo>
                  <a:pt x="82078" y="31421"/>
                  <a:pt x="81616" y="30533"/>
                  <a:pt x="81200" y="29620"/>
                </a:cubicBezTo>
                <a:close/>
                <a:moveTo>
                  <a:pt x="17508" y="31753"/>
                </a:moveTo>
                <a:cubicBezTo>
                  <a:pt x="17437" y="31884"/>
                  <a:pt x="17354" y="32026"/>
                  <a:pt x="17283" y="32156"/>
                </a:cubicBezTo>
                <a:lnTo>
                  <a:pt x="17271" y="32144"/>
                </a:lnTo>
                <a:lnTo>
                  <a:pt x="17508" y="31753"/>
                </a:lnTo>
                <a:close/>
                <a:moveTo>
                  <a:pt x="50214" y="46142"/>
                </a:moveTo>
                <a:cubicBezTo>
                  <a:pt x="62495" y="46225"/>
                  <a:pt x="72381" y="54664"/>
                  <a:pt x="72310" y="64988"/>
                </a:cubicBezTo>
                <a:cubicBezTo>
                  <a:pt x="72239" y="75300"/>
                  <a:pt x="62222" y="83608"/>
                  <a:pt x="49953" y="83513"/>
                </a:cubicBezTo>
                <a:cubicBezTo>
                  <a:pt x="37672" y="83430"/>
                  <a:pt x="27786" y="74991"/>
                  <a:pt x="27857" y="64680"/>
                </a:cubicBezTo>
                <a:cubicBezTo>
                  <a:pt x="27928" y="54356"/>
                  <a:pt x="37944" y="46059"/>
                  <a:pt x="50214" y="46142"/>
                </a:cubicBezTo>
                <a:close/>
                <a:moveTo>
                  <a:pt x="40197" y="60496"/>
                </a:moveTo>
                <a:cubicBezTo>
                  <a:pt x="38893" y="60496"/>
                  <a:pt x="37636" y="61017"/>
                  <a:pt x="36712" y="61942"/>
                </a:cubicBezTo>
                <a:cubicBezTo>
                  <a:pt x="35787" y="62866"/>
                  <a:pt x="35265" y="64123"/>
                  <a:pt x="35265" y="65438"/>
                </a:cubicBezTo>
                <a:cubicBezTo>
                  <a:pt x="35265" y="66742"/>
                  <a:pt x="35787" y="67999"/>
                  <a:pt x="36712" y="68923"/>
                </a:cubicBezTo>
                <a:cubicBezTo>
                  <a:pt x="37636" y="69859"/>
                  <a:pt x="38893" y="70369"/>
                  <a:pt x="40197" y="70369"/>
                </a:cubicBezTo>
                <a:cubicBezTo>
                  <a:pt x="41512" y="70369"/>
                  <a:pt x="42769" y="69859"/>
                  <a:pt x="43694" y="68923"/>
                </a:cubicBezTo>
                <a:cubicBezTo>
                  <a:pt x="44619" y="67999"/>
                  <a:pt x="45140" y="66742"/>
                  <a:pt x="45140" y="65438"/>
                </a:cubicBezTo>
                <a:cubicBezTo>
                  <a:pt x="45140" y="64123"/>
                  <a:pt x="44619" y="62866"/>
                  <a:pt x="43694" y="61942"/>
                </a:cubicBezTo>
                <a:cubicBezTo>
                  <a:pt x="42769" y="61017"/>
                  <a:pt x="41512" y="60496"/>
                  <a:pt x="40197" y="60496"/>
                </a:cubicBezTo>
                <a:close/>
                <a:moveTo>
                  <a:pt x="59958" y="60496"/>
                </a:moveTo>
                <a:cubicBezTo>
                  <a:pt x="58654" y="60496"/>
                  <a:pt x="57397" y="61017"/>
                  <a:pt x="56461" y="61942"/>
                </a:cubicBezTo>
                <a:cubicBezTo>
                  <a:pt x="55536" y="62866"/>
                  <a:pt x="55014" y="64123"/>
                  <a:pt x="55014" y="65438"/>
                </a:cubicBezTo>
                <a:cubicBezTo>
                  <a:pt x="55014" y="66742"/>
                  <a:pt x="55536" y="67999"/>
                  <a:pt x="56461" y="68923"/>
                </a:cubicBezTo>
                <a:cubicBezTo>
                  <a:pt x="57397" y="69859"/>
                  <a:pt x="58654" y="70369"/>
                  <a:pt x="59958" y="70369"/>
                </a:cubicBezTo>
                <a:cubicBezTo>
                  <a:pt x="61274" y="70369"/>
                  <a:pt x="62530" y="69859"/>
                  <a:pt x="63455" y="68923"/>
                </a:cubicBezTo>
                <a:cubicBezTo>
                  <a:pt x="64379" y="67999"/>
                  <a:pt x="64901" y="66742"/>
                  <a:pt x="64901" y="65438"/>
                </a:cubicBezTo>
                <a:cubicBezTo>
                  <a:pt x="64901" y="64123"/>
                  <a:pt x="64379" y="62866"/>
                  <a:pt x="63455" y="61942"/>
                </a:cubicBezTo>
                <a:cubicBezTo>
                  <a:pt x="62530" y="61017"/>
                  <a:pt x="61274" y="60496"/>
                  <a:pt x="59958" y="6049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3" name="Белый — SVG 1">
            <a:extLst>
              <a:ext uri="{FF2B5EF4-FFF2-40B4-BE49-F238E27FC236}">
                <a16:creationId xmlns:a16="http://schemas.microsoft.com/office/drawing/2014/main" id="{5BF21850-A381-474B-BE95-B00937D6795C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83251 w 141743"/>
              <a:gd name="csY0" fmla="*/ 106544 h 130580"/>
              <a:gd name="csX1" fmla="*/ 77943 w 141743"/>
              <a:gd name="csY1" fmla="*/ 101237 h 130580"/>
              <a:gd name="csX2" fmla="*/ 83251 w 141743"/>
              <a:gd name="csY2" fmla="*/ 95912 h 130580"/>
              <a:gd name="csX3" fmla="*/ 126364 w 141743"/>
              <a:gd name="csY3" fmla="*/ 95912 h 130580"/>
              <a:gd name="csX4" fmla="*/ 141744 w 141743"/>
              <a:gd name="csY4" fmla="*/ 64016 h 130580"/>
              <a:gd name="csX5" fmla="*/ 102749 w 141743"/>
              <a:gd name="csY5" fmla="*/ 25027 h 130580"/>
              <a:gd name="csX6" fmla="*/ 80036 w 141743"/>
              <a:gd name="csY6" fmla="*/ 33056 h 130580"/>
              <a:gd name="csX7" fmla="*/ 78658 w 141743"/>
              <a:gd name="csY7" fmla="*/ 33941 h 130580"/>
              <a:gd name="csX8" fmla="*/ 87539 w 141743"/>
              <a:gd name="csY8" fmla="*/ 15211 h 130580"/>
              <a:gd name="csX9" fmla="*/ 103940 w 141743"/>
              <a:gd name="csY9" fmla="*/ 10823 h 130580"/>
              <a:gd name="csX10" fmla="*/ 109810 w 141743"/>
              <a:gd name="csY10" fmla="*/ 6127 h 130580"/>
              <a:gd name="csX11" fmla="*/ 105114 w 141743"/>
              <a:gd name="csY11" fmla="*/ 259 h 130580"/>
              <a:gd name="csX12" fmla="*/ 80410 w 141743"/>
              <a:gd name="csY12" fmla="*/ 7301 h 130580"/>
              <a:gd name="csX13" fmla="*/ 73077 w 141743"/>
              <a:gd name="csY13" fmla="*/ 17015 h 130580"/>
              <a:gd name="csX14" fmla="*/ 72635 w 141743"/>
              <a:gd name="csY14" fmla="*/ 16419 h 130580"/>
              <a:gd name="csX15" fmla="*/ 51351 w 141743"/>
              <a:gd name="csY15" fmla="*/ 7318 h 130580"/>
              <a:gd name="csX16" fmla="*/ 46060 w 141743"/>
              <a:gd name="csY16" fmla="*/ 12609 h 130580"/>
              <a:gd name="csX17" fmla="*/ 51334 w 141743"/>
              <a:gd name="csY17" fmla="*/ 17950 h 130580"/>
              <a:gd name="csX18" fmla="*/ 64639 w 141743"/>
              <a:gd name="csY18" fmla="*/ 23428 h 130580"/>
              <a:gd name="csX19" fmla="*/ 67446 w 141743"/>
              <a:gd name="csY19" fmla="*/ 35540 h 130580"/>
              <a:gd name="csX20" fmla="*/ 60981 w 141743"/>
              <a:gd name="csY20" fmla="*/ 32546 h 130580"/>
              <a:gd name="csX21" fmla="*/ 38115 w 141743"/>
              <a:gd name="csY21" fmla="*/ 25044 h 130580"/>
              <a:gd name="csX22" fmla="*/ 8750 w 141743"/>
              <a:gd name="csY22" fmla="*/ 40779 h 130580"/>
              <a:gd name="csX23" fmla="*/ 1877 w 141743"/>
              <a:gd name="csY23" fmla="*/ 53384 h 130580"/>
              <a:gd name="csX24" fmla="*/ 37179 w 141743"/>
              <a:gd name="csY24" fmla="*/ 53384 h 130580"/>
              <a:gd name="csX25" fmla="*/ 42487 w 141743"/>
              <a:gd name="csY25" fmla="*/ 58709 h 130580"/>
              <a:gd name="csX26" fmla="*/ 37179 w 141743"/>
              <a:gd name="csY26" fmla="*/ 64016 h 130580"/>
              <a:gd name="csX27" fmla="*/ 5 w 141743"/>
              <a:gd name="csY27" fmla="*/ 64016 h 130580"/>
              <a:gd name="csX28" fmla="*/ 1179 w 141743"/>
              <a:gd name="csY28" fmla="*/ 73968 h 130580"/>
              <a:gd name="csX29" fmla="*/ 65013 w 141743"/>
              <a:gd name="csY29" fmla="*/ 129322 h 130580"/>
              <a:gd name="csX30" fmla="*/ 71087 w 141743"/>
              <a:gd name="csY30" fmla="*/ 130581 h 130580"/>
              <a:gd name="csX31" fmla="*/ 76871 w 141743"/>
              <a:gd name="csY31" fmla="*/ 129492 h 130580"/>
              <a:gd name="csX32" fmla="*/ 115356 w 141743"/>
              <a:gd name="csY32" fmla="*/ 106544 h 130580"/>
              <a:gd name="csX33" fmla="*/ 83251 w 141743"/>
              <a:gd name="csY33" fmla="*/ 106544 h 130580"/>
              <a:gd name="csX34" fmla="*/ 54907 w 141743"/>
              <a:gd name="csY34" fmla="*/ 81742 h 130580"/>
              <a:gd name="csX35" fmla="*/ 49582 w 141743"/>
              <a:gd name="csY35" fmla="*/ 76417 h 130580"/>
              <a:gd name="csX36" fmla="*/ 54907 w 141743"/>
              <a:gd name="csY36" fmla="*/ 71110 h 130580"/>
              <a:gd name="csX37" fmla="*/ 93885 w 141743"/>
              <a:gd name="csY37" fmla="*/ 71110 h 130580"/>
              <a:gd name="csX38" fmla="*/ 99210 w 141743"/>
              <a:gd name="csY38" fmla="*/ 76417 h 130580"/>
              <a:gd name="csX39" fmla="*/ 93885 w 141743"/>
              <a:gd name="csY39" fmla="*/ 81742 h 130580"/>
              <a:gd name="csX40" fmla="*/ 54907 w 141743"/>
              <a:gd name="csY40" fmla="*/ 81742 h 130580"/>
            </a:gdLst>
            <a:ahLst/>
            <a:cxnLst/>
            <a:rect l="l" t="t" r="r" b="b"/>
            <a:pathLst>
              <a:path w="100000" h="100000">
                <a:moveTo>
                  <a:pt x="58734" y="79105"/>
                </a:moveTo>
                <a:cubicBezTo>
                  <a:pt x="56669" y="79105"/>
                  <a:pt x="54989" y="77424"/>
                  <a:pt x="54989" y="75361"/>
                </a:cubicBezTo>
                <a:cubicBezTo>
                  <a:pt x="54989" y="73284"/>
                  <a:pt x="56669" y="71604"/>
                  <a:pt x="58734" y="71604"/>
                </a:cubicBezTo>
                <a:lnTo>
                  <a:pt x="89150" y="71604"/>
                </a:lnTo>
                <a:cubicBezTo>
                  <a:pt x="95727" y="64283"/>
                  <a:pt x="100001" y="56398"/>
                  <a:pt x="100001" y="49101"/>
                </a:cubicBezTo>
                <a:cubicBezTo>
                  <a:pt x="100001" y="33931"/>
                  <a:pt x="87661" y="21594"/>
                  <a:pt x="72490" y="21594"/>
                </a:cubicBezTo>
                <a:cubicBezTo>
                  <a:pt x="66681" y="21594"/>
                  <a:pt x="61291" y="23503"/>
                  <a:pt x="56466" y="27259"/>
                </a:cubicBezTo>
                <a:cubicBezTo>
                  <a:pt x="56166" y="27499"/>
                  <a:pt x="55829" y="27691"/>
                  <a:pt x="55493" y="27883"/>
                </a:cubicBezTo>
                <a:cubicBezTo>
                  <a:pt x="56190" y="23803"/>
                  <a:pt x="57834" y="18162"/>
                  <a:pt x="61759" y="14669"/>
                </a:cubicBezTo>
                <a:cubicBezTo>
                  <a:pt x="64687" y="12053"/>
                  <a:pt x="68481" y="11033"/>
                  <a:pt x="73330" y="11573"/>
                </a:cubicBezTo>
                <a:cubicBezTo>
                  <a:pt x="75382" y="11777"/>
                  <a:pt x="77231" y="10325"/>
                  <a:pt x="77471" y="8260"/>
                </a:cubicBezTo>
                <a:cubicBezTo>
                  <a:pt x="77699" y="6209"/>
                  <a:pt x="76210" y="4348"/>
                  <a:pt x="74158" y="4120"/>
                </a:cubicBezTo>
                <a:cubicBezTo>
                  <a:pt x="67148" y="3352"/>
                  <a:pt x="61291" y="5009"/>
                  <a:pt x="56729" y="9089"/>
                </a:cubicBezTo>
                <a:cubicBezTo>
                  <a:pt x="54521" y="11081"/>
                  <a:pt x="52841" y="13457"/>
                  <a:pt x="51556" y="15942"/>
                </a:cubicBezTo>
                <a:cubicBezTo>
                  <a:pt x="51449" y="15797"/>
                  <a:pt x="51352" y="15653"/>
                  <a:pt x="51244" y="15521"/>
                </a:cubicBezTo>
                <a:cubicBezTo>
                  <a:pt x="45735" y="9173"/>
                  <a:pt x="36613" y="9101"/>
                  <a:pt x="36228" y="9101"/>
                </a:cubicBezTo>
                <a:cubicBezTo>
                  <a:pt x="34164" y="9101"/>
                  <a:pt x="32495" y="10769"/>
                  <a:pt x="32495" y="12833"/>
                </a:cubicBezTo>
                <a:cubicBezTo>
                  <a:pt x="32483" y="14898"/>
                  <a:pt x="34152" y="16578"/>
                  <a:pt x="36216" y="16602"/>
                </a:cubicBezTo>
                <a:cubicBezTo>
                  <a:pt x="36276" y="16602"/>
                  <a:pt x="42362" y="16697"/>
                  <a:pt x="45603" y="20466"/>
                </a:cubicBezTo>
                <a:cubicBezTo>
                  <a:pt x="47319" y="22471"/>
                  <a:pt x="47955" y="25362"/>
                  <a:pt x="47583" y="29011"/>
                </a:cubicBezTo>
                <a:cubicBezTo>
                  <a:pt x="45987" y="28627"/>
                  <a:pt x="44427" y="27943"/>
                  <a:pt x="43022" y="26899"/>
                </a:cubicBezTo>
                <a:cubicBezTo>
                  <a:pt x="38161" y="23250"/>
                  <a:pt x="32699" y="21582"/>
                  <a:pt x="26890" y="21606"/>
                </a:cubicBezTo>
                <a:cubicBezTo>
                  <a:pt x="18944" y="21774"/>
                  <a:pt x="11395" y="25819"/>
                  <a:pt x="6173" y="32707"/>
                </a:cubicBezTo>
                <a:cubicBezTo>
                  <a:pt x="3964" y="35612"/>
                  <a:pt x="2368" y="38589"/>
                  <a:pt x="1324" y="41600"/>
                </a:cubicBezTo>
                <a:lnTo>
                  <a:pt x="26230" y="41600"/>
                </a:lnTo>
                <a:cubicBezTo>
                  <a:pt x="28295" y="41600"/>
                  <a:pt x="29975" y="43281"/>
                  <a:pt x="29975" y="45357"/>
                </a:cubicBezTo>
                <a:cubicBezTo>
                  <a:pt x="29975" y="47421"/>
                  <a:pt x="28295" y="49101"/>
                  <a:pt x="26230" y="49101"/>
                </a:cubicBezTo>
                <a:lnTo>
                  <a:pt x="4" y="49101"/>
                </a:lnTo>
                <a:cubicBezTo>
                  <a:pt x="-32" y="51418"/>
                  <a:pt x="207" y="53758"/>
                  <a:pt x="832" y="56122"/>
                </a:cubicBezTo>
                <a:cubicBezTo>
                  <a:pt x="6089" y="76140"/>
                  <a:pt x="34080" y="90098"/>
                  <a:pt x="45867" y="95175"/>
                </a:cubicBezTo>
                <a:cubicBezTo>
                  <a:pt x="47223" y="95762"/>
                  <a:pt x="48675" y="96063"/>
                  <a:pt x="50152" y="96063"/>
                </a:cubicBezTo>
                <a:cubicBezTo>
                  <a:pt x="51520" y="96063"/>
                  <a:pt x="52901" y="95799"/>
                  <a:pt x="54233" y="95295"/>
                </a:cubicBezTo>
                <a:cubicBezTo>
                  <a:pt x="63655" y="91718"/>
                  <a:pt x="73354" y="85909"/>
                  <a:pt x="81384" y="79105"/>
                </a:cubicBezTo>
                <a:lnTo>
                  <a:pt x="58734" y="79105"/>
                </a:lnTo>
                <a:close/>
                <a:moveTo>
                  <a:pt x="38737" y="61607"/>
                </a:moveTo>
                <a:cubicBezTo>
                  <a:pt x="36661" y="61607"/>
                  <a:pt x="34980" y="59926"/>
                  <a:pt x="34980" y="57850"/>
                </a:cubicBezTo>
                <a:cubicBezTo>
                  <a:pt x="34980" y="55786"/>
                  <a:pt x="36661" y="54106"/>
                  <a:pt x="38737" y="54106"/>
                </a:cubicBezTo>
                <a:lnTo>
                  <a:pt x="66236" y="54106"/>
                </a:lnTo>
                <a:cubicBezTo>
                  <a:pt x="68312" y="54106"/>
                  <a:pt x="69993" y="55786"/>
                  <a:pt x="69993" y="57850"/>
                </a:cubicBezTo>
                <a:cubicBezTo>
                  <a:pt x="69993" y="59926"/>
                  <a:pt x="68312" y="61607"/>
                  <a:pt x="66236" y="61607"/>
                </a:cubicBezTo>
                <a:lnTo>
                  <a:pt x="38737" y="6160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4" name="Белый — SVG 2">
            <a:extLst>
              <a:ext uri="{FF2B5EF4-FFF2-40B4-BE49-F238E27FC236}">
                <a16:creationId xmlns:a16="http://schemas.microsoft.com/office/drawing/2014/main" id="{6AE6B072-7817-BE4E-A86C-B8A069694330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108089 h 127583"/>
              <a:gd name="csX4" fmla="*/ 19497 w 127600"/>
              <a:gd name="csY4" fmla="*/ 127583 h 127583"/>
              <a:gd name="csX5" fmla="*/ 108103 w 127600"/>
              <a:gd name="csY5" fmla="*/ 127583 h 127583"/>
              <a:gd name="csX6" fmla="*/ 127601 w 127600"/>
              <a:gd name="csY6" fmla="*/ 108089 h 127583"/>
              <a:gd name="csX7" fmla="*/ 127601 w 127600"/>
              <a:gd name="csY7" fmla="*/ 19495 h 127583"/>
              <a:gd name="csX8" fmla="*/ 108103 w 127600"/>
              <a:gd name="csY8" fmla="*/ 0 h 127583"/>
              <a:gd name="csX9" fmla="*/ 59105 w 127600"/>
              <a:gd name="csY9" fmla="*/ 40946 h 127583"/>
              <a:gd name="csX10" fmla="*/ 74434 w 127600"/>
              <a:gd name="csY10" fmla="*/ 28358 h 127583"/>
              <a:gd name="csX11" fmla="*/ 74434 w 127600"/>
              <a:gd name="csY11" fmla="*/ 46066 h 127583"/>
              <a:gd name="csX12" fmla="*/ 63987 w 127600"/>
              <a:gd name="csY12" fmla="*/ 57327 h 127583"/>
              <a:gd name="csX13" fmla="*/ 59105 w 127600"/>
              <a:gd name="csY13" fmla="*/ 40946 h 127583"/>
              <a:gd name="csX14" fmla="*/ 49628 w 127600"/>
              <a:gd name="csY14" fmla="*/ 46066 h 127583"/>
              <a:gd name="csX15" fmla="*/ 56127 w 127600"/>
              <a:gd name="csY15" fmla="*/ 62022 h 127583"/>
              <a:gd name="csX16" fmla="*/ 47808 w 127600"/>
              <a:gd name="csY16" fmla="*/ 75699 h 127583"/>
              <a:gd name="csX17" fmla="*/ 40407 w 127600"/>
              <a:gd name="csY17" fmla="*/ 61614 h 127583"/>
              <a:gd name="csX18" fmla="*/ 49628 w 127600"/>
              <a:gd name="csY18" fmla="*/ 46066 h 127583"/>
              <a:gd name="csX19" fmla="*/ 29722 w 127600"/>
              <a:gd name="csY19" fmla="*/ 93782 h 127583"/>
              <a:gd name="csX20" fmla="*/ 22322 w 127600"/>
              <a:gd name="csY20" fmla="*/ 79714 h 127583"/>
              <a:gd name="csX21" fmla="*/ 31900 w 127600"/>
              <a:gd name="csY21" fmla="*/ 63792 h 127583"/>
              <a:gd name="csX22" fmla="*/ 38025 w 127600"/>
              <a:gd name="csY22" fmla="*/ 80122 h 127583"/>
              <a:gd name="csX23" fmla="*/ 29722 w 127600"/>
              <a:gd name="csY23" fmla="*/ 93782 h 127583"/>
              <a:gd name="csX24" fmla="*/ 48318 w 127600"/>
              <a:gd name="csY24" fmla="*/ 105707 h 127583"/>
              <a:gd name="csX25" fmla="*/ 34248 w 127600"/>
              <a:gd name="csY25" fmla="*/ 98307 h 127583"/>
              <a:gd name="csX26" fmla="*/ 47910 w 127600"/>
              <a:gd name="csY26" fmla="*/ 89989 h 127583"/>
              <a:gd name="csX27" fmla="*/ 63800 w 127600"/>
              <a:gd name="csY27" fmla="*/ 95687 h 127583"/>
              <a:gd name="csX28" fmla="*/ 48318 w 127600"/>
              <a:gd name="csY28" fmla="*/ 105707 h 127583"/>
              <a:gd name="csX29" fmla="*/ 66420 w 127600"/>
              <a:gd name="csY29" fmla="*/ 87607 h 127583"/>
              <a:gd name="csX30" fmla="*/ 52333 w 127600"/>
              <a:gd name="csY30" fmla="*/ 80207 h 127583"/>
              <a:gd name="csX31" fmla="*/ 66012 w 127600"/>
              <a:gd name="csY31" fmla="*/ 71906 h 127583"/>
              <a:gd name="csX32" fmla="*/ 81528 w 127600"/>
              <a:gd name="csY32" fmla="*/ 77962 h 127583"/>
              <a:gd name="csX33" fmla="*/ 66420 w 127600"/>
              <a:gd name="csY33" fmla="*/ 87607 h 127583"/>
              <a:gd name="csX34" fmla="*/ 87092 w 127600"/>
              <a:gd name="csY34" fmla="*/ 68929 h 127583"/>
              <a:gd name="csX35" fmla="*/ 70708 w 127600"/>
              <a:gd name="csY35" fmla="*/ 64047 h 127583"/>
              <a:gd name="csX36" fmla="*/ 81528 w 127600"/>
              <a:gd name="csY36" fmla="*/ 53160 h 127583"/>
              <a:gd name="csX37" fmla="*/ 99239 w 127600"/>
              <a:gd name="csY37" fmla="*/ 53160 h 127583"/>
              <a:gd name="csX38" fmla="*/ 87092 w 127600"/>
              <a:gd name="csY38" fmla="*/ 68929 h 127583"/>
              <a:gd name="csX39" fmla="*/ 101230 w 127600"/>
              <a:gd name="csY39" fmla="*/ 40469 h 127583"/>
              <a:gd name="csX40" fmla="*/ 84165 w 127600"/>
              <a:gd name="csY40" fmla="*/ 44127 h 127583"/>
              <a:gd name="csX41" fmla="*/ 87398 w 127600"/>
              <a:gd name="csY41" fmla="*/ 27218 h 127583"/>
              <a:gd name="csX42" fmla="*/ 106334 w 127600"/>
              <a:gd name="csY42" fmla="*/ 21264 h 127583"/>
              <a:gd name="csX43" fmla="*/ 101230 w 127600"/>
              <a:gd name="csY43" fmla="*/ 40469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  <a:moveTo>
                  <a:pt x="46321" y="32096"/>
                </a:moveTo>
                <a:cubicBezTo>
                  <a:pt x="47853" y="26043"/>
                  <a:pt x="53747" y="22591"/>
                  <a:pt x="58334" y="22231"/>
                </a:cubicBezTo>
                <a:cubicBezTo>
                  <a:pt x="58720" y="21870"/>
                  <a:pt x="61400" y="27909"/>
                  <a:pt x="58334" y="36109"/>
                </a:cubicBezTo>
                <a:cubicBezTo>
                  <a:pt x="56040" y="42174"/>
                  <a:pt x="51294" y="45281"/>
                  <a:pt x="50147" y="44934"/>
                </a:cubicBezTo>
                <a:cubicBezTo>
                  <a:pt x="49000" y="44574"/>
                  <a:pt x="44414" y="39588"/>
                  <a:pt x="46321" y="32096"/>
                </a:cubicBezTo>
                <a:close/>
                <a:moveTo>
                  <a:pt x="38893" y="36109"/>
                </a:moveTo>
                <a:cubicBezTo>
                  <a:pt x="38893" y="36109"/>
                  <a:pt x="43987" y="39228"/>
                  <a:pt x="43987" y="48613"/>
                </a:cubicBezTo>
                <a:cubicBezTo>
                  <a:pt x="43987" y="55066"/>
                  <a:pt x="39734" y="59332"/>
                  <a:pt x="37467" y="59332"/>
                </a:cubicBezTo>
                <a:cubicBezTo>
                  <a:pt x="35213" y="59332"/>
                  <a:pt x="31667" y="57346"/>
                  <a:pt x="31667" y="48293"/>
                </a:cubicBezTo>
                <a:cubicBezTo>
                  <a:pt x="31680" y="39228"/>
                  <a:pt x="38893" y="36109"/>
                  <a:pt x="38893" y="36109"/>
                </a:cubicBezTo>
                <a:close/>
                <a:moveTo>
                  <a:pt x="23293" y="73504"/>
                </a:moveTo>
                <a:cubicBezTo>
                  <a:pt x="21027" y="73504"/>
                  <a:pt x="17494" y="71531"/>
                  <a:pt x="17494" y="62478"/>
                </a:cubicBezTo>
                <a:cubicBezTo>
                  <a:pt x="17494" y="53413"/>
                  <a:pt x="25000" y="50000"/>
                  <a:pt x="25000" y="50000"/>
                </a:cubicBezTo>
                <a:cubicBezTo>
                  <a:pt x="25000" y="50000"/>
                  <a:pt x="29800" y="53413"/>
                  <a:pt x="29800" y="62798"/>
                </a:cubicBezTo>
                <a:cubicBezTo>
                  <a:pt x="29813" y="69251"/>
                  <a:pt x="25560" y="73504"/>
                  <a:pt x="23293" y="73504"/>
                </a:cubicBezTo>
                <a:close/>
                <a:moveTo>
                  <a:pt x="37867" y="82849"/>
                </a:moveTo>
                <a:cubicBezTo>
                  <a:pt x="28813" y="82849"/>
                  <a:pt x="26840" y="79316"/>
                  <a:pt x="26840" y="77050"/>
                </a:cubicBezTo>
                <a:cubicBezTo>
                  <a:pt x="26840" y="74783"/>
                  <a:pt x="31093" y="70531"/>
                  <a:pt x="37547" y="70531"/>
                </a:cubicBezTo>
                <a:cubicBezTo>
                  <a:pt x="46933" y="70531"/>
                  <a:pt x="50000" y="74996"/>
                  <a:pt x="50000" y="74996"/>
                </a:cubicBezTo>
                <a:cubicBezTo>
                  <a:pt x="50000" y="74996"/>
                  <a:pt x="46933" y="82849"/>
                  <a:pt x="37867" y="82849"/>
                </a:cubicBezTo>
                <a:close/>
                <a:moveTo>
                  <a:pt x="52053" y="68664"/>
                </a:moveTo>
                <a:cubicBezTo>
                  <a:pt x="42987" y="68664"/>
                  <a:pt x="41013" y="65131"/>
                  <a:pt x="41013" y="62865"/>
                </a:cubicBezTo>
                <a:cubicBezTo>
                  <a:pt x="41013" y="60598"/>
                  <a:pt x="45280" y="56359"/>
                  <a:pt x="51734" y="56359"/>
                </a:cubicBezTo>
                <a:cubicBezTo>
                  <a:pt x="61120" y="56359"/>
                  <a:pt x="63893" y="61105"/>
                  <a:pt x="63893" y="61105"/>
                </a:cubicBezTo>
                <a:cubicBezTo>
                  <a:pt x="63893" y="61105"/>
                  <a:pt x="61120" y="68664"/>
                  <a:pt x="52053" y="68664"/>
                </a:cubicBezTo>
                <a:close/>
                <a:moveTo>
                  <a:pt x="68254" y="54026"/>
                </a:moveTo>
                <a:cubicBezTo>
                  <a:pt x="60760" y="55933"/>
                  <a:pt x="55774" y="51347"/>
                  <a:pt x="55414" y="50200"/>
                </a:cubicBezTo>
                <a:cubicBezTo>
                  <a:pt x="55053" y="49054"/>
                  <a:pt x="57827" y="43961"/>
                  <a:pt x="63893" y="41668"/>
                </a:cubicBezTo>
                <a:cubicBezTo>
                  <a:pt x="72093" y="38615"/>
                  <a:pt x="78134" y="41281"/>
                  <a:pt x="77774" y="41668"/>
                </a:cubicBezTo>
                <a:cubicBezTo>
                  <a:pt x="77427" y="46254"/>
                  <a:pt x="74307" y="52493"/>
                  <a:pt x="68254" y="54026"/>
                </a:cubicBezTo>
                <a:close/>
                <a:moveTo>
                  <a:pt x="79334" y="31722"/>
                </a:moveTo>
                <a:cubicBezTo>
                  <a:pt x="73547" y="37455"/>
                  <a:pt x="67040" y="35295"/>
                  <a:pt x="65960" y="34589"/>
                </a:cubicBezTo>
                <a:cubicBezTo>
                  <a:pt x="64867" y="33509"/>
                  <a:pt x="63067" y="27057"/>
                  <a:pt x="68494" y="21337"/>
                </a:cubicBezTo>
                <a:cubicBezTo>
                  <a:pt x="73187" y="16671"/>
                  <a:pt x="83334" y="16671"/>
                  <a:pt x="83334" y="16671"/>
                </a:cubicBezTo>
                <a:cubicBezTo>
                  <a:pt x="83334" y="16671"/>
                  <a:pt x="83680" y="27057"/>
                  <a:pt x="79334" y="3172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5" name="Белый — SVG 3">
            <a:extLst>
              <a:ext uri="{FF2B5EF4-FFF2-40B4-BE49-F238E27FC236}">
                <a16:creationId xmlns:a16="http://schemas.microsoft.com/office/drawing/2014/main" id="{1EBDD098-13C8-3C4D-905C-EC8CAEF8F4A7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95700 w 145328"/>
              <a:gd name="csY0" fmla="*/ 0 h 159479"/>
              <a:gd name="csX1" fmla="*/ 85067 w 145328"/>
              <a:gd name="csY1" fmla="*/ 10632 h 159479"/>
              <a:gd name="csX2" fmla="*/ 91941 w 145328"/>
              <a:gd name="csY2" fmla="*/ 20549 h 159479"/>
              <a:gd name="csX3" fmla="*/ 112289 w 145328"/>
              <a:gd name="csY3" fmla="*/ 10632 h 159479"/>
              <a:gd name="csX4" fmla="*/ 128349 w 145328"/>
              <a:gd name="csY4" fmla="*/ 16246 h 159479"/>
              <a:gd name="csX5" fmla="*/ 131139 w 145328"/>
              <a:gd name="csY5" fmla="*/ 10632 h 159479"/>
              <a:gd name="csX6" fmla="*/ 124062 w 145328"/>
              <a:gd name="csY6" fmla="*/ 3538 h 159479"/>
              <a:gd name="csX7" fmla="*/ 119655 w 145328"/>
              <a:gd name="csY7" fmla="*/ 5120 h 159479"/>
              <a:gd name="csX8" fmla="*/ 111642 w 145328"/>
              <a:gd name="csY8" fmla="*/ 0 h 159479"/>
              <a:gd name="csX9" fmla="*/ 104139 w 145328"/>
              <a:gd name="csY9" fmla="*/ 4219 h 159479"/>
              <a:gd name="csX10" fmla="*/ 95700 w 145328"/>
              <a:gd name="csY10" fmla="*/ 0 h 159479"/>
              <a:gd name="csX11" fmla="*/ 112289 w 145328"/>
              <a:gd name="csY11" fmla="*/ 17726 h 159479"/>
              <a:gd name="csX12" fmla="*/ 93625 w 145328"/>
              <a:gd name="csY12" fmla="*/ 33903 h 159479"/>
              <a:gd name="csX13" fmla="*/ 89423 w 145328"/>
              <a:gd name="csY13" fmla="*/ 63230 h 159479"/>
              <a:gd name="csX14" fmla="*/ 53167 w 145328"/>
              <a:gd name="csY14" fmla="*/ 92132 h 159479"/>
              <a:gd name="csX15" fmla="*/ 53167 w 145328"/>
              <a:gd name="csY15" fmla="*/ 85056 h 159479"/>
              <a:gd name="csX16" fmla="*/ 38995 w 145328"/>
              <a:gd name="csY16" fmla="*/ 70885 h 159479"/>
              <a:gd name="csX17" fmla="*/ 28361 w 145328"/>
              <a:gd name="csY17" fmla="*/ 75682 h 159479"/>
              <a:gd name="csX18" fmla="*/ 28361 w 145328"/>
              <a:gd name="csY18" fmla="*/ 74424 h 159479"/>
              <a:gd name="csX19" fmla="*/ 14172 w 145328"/>
              <a:gd name="csY19" fmla="*/ 60253 h 159479"/>
              <a:gd name="csX20" fmla="*/ 0 w 145328"/>
              <a:gd name="csY20" fmla="*/ 74424 h 159479"/>
              <a:gd name="csX21" fmla="*/ 0 w 145328"/>
              <a:gd name="csY21" fmla="*/ 93918 h 159479"/>
              <a:gd name="csX22" fmla="*/ 63800 w 145328"/>
              <a:gd name="csY22" fmla="*/ 159479 h 159479"/>
              <a:gd name="csX23" fmla="*/ 101349 w 145328"/>
              <a:gd name="csY23" fmla="*/ 148677 h 159479"/>
              <a:gd name="csX24" fmla="*/ 107116 w 145328"/>
              <a:gd name="csY24" fmla="*/ 122429 h 159479"/>
              <a:gd name="csX25" fmla="*/ 91464 w 145328"/>
              <a:gd name="csY25" fmla="*/ 106251 h 159479"/>
              <a:gd name="csX26" fmla="*/ 88674 w 145328"/>
              <a:gd name="csY26" fmla="*/ 102084 h 159479"/>
              <a:gd name="csX27" fmla="*/ 92842 w 145328"/>
              <a:gd name="csY27" fmla="*/ 99294 h 159479"/>
              <a:gd name="csX28" fmla="*/ 113905 w 145328"/>
              <a:gd name="csY28" fmla="*/ 120388 h 159479"/>
              <a:gd name="csX29" fmla="*/ 114789 w 145328"/>
              <a:gd name="csY29" fmla="*/ 136990 h 159479"/>
              <a:gd name="csX30" fmla="*/ 131139 w 145328"/>
              <a:gd name="csY30" fmla="*/ 92149 h 159479"/>
              <a:gd name="csX31" fmla="*/ 131139 w 145328"/>
              <a:gd name="csY31" fmla="*/ 60253 h 159479"/>
              <a:gd name="csX32" fmla="*/ 143593 w 145328"/>
              <a:gd name="csY32" fmla="*/ 47801 h 159479"/>
              <a:gd name="csX33" fmla="*/ 145329 w 145328"/>
              <a:gd name="csY33" fmla="*/ 43616 h 159479"/>
              <a:gd name="csX34" fmla="*/ 140837 w 145328"/>
              <a:gd name="csY34" fmla="*/ 37867 h 159479"/>
              <a:gd name="csX35" fmla="*/ 131139 w 145328"/>
              <a:gd name="csY35" fmla="*/ 35434 h 159479"/>
              <a:gd name="csX36" fmla="*/ 131088 w 145328"/>
              <a:gd name="csY36" fmla="*/ 35944 h 159479"/>
              <a:gd name="csX37" fmla="*/ 112289 w 145328"/>
              <a:gd name="csY37" fmla="*/ 17726 h 159479"/>
              <a:gd name="csX38" fmla="*/ 111642 w 145328"/>
              <a:gd name="csY38" fmla="*/ 35434 h 159479"/>
              <a:gd name="csX39" fmla="*/ 116967 w 145328"/>
              <a:gd name="csY39" fmla="*/ 40759 h 159479"/>
              <a:gd name="csX40" fmla="*/ 111642 w 145328"/>
              <a:gd name="csY40" fmla="*/ 46066 h 159479"/>
              <a:gd name="csX41" fmla="*/ 106334 w 145328"/>
              <a:gd name="csY41" fmla="*/ 40759 h 159479"/>
              <a:gd name="csX42" fmla="*/ 111642 w 145328"/>
              <a:gd name="csY42" fmla="*/ 35434 h 159479"/>
            </a:gdLst>
            <a:ahLst/>
            <a:cxnLst/>
            <a:rect l="l" t="t" r="r" b="b"/>
            <a:pathLst>
              <a:path w="100000" h="100000">
                <a:moveTo>
                  <a:pt x="64445" y="0"/>
                </a:moveTo>
                <a:cubicBezTo>
                  <a:pt x="60764" y="0"/>
                  <a:pt x="57777" y="2987"/>
                  <a:pt x="57777" y="6667"/>
                </a:cubicBezTo>
                <a:cubicBezTo>
                  <a:pt x="57777" y="9515"/>
                  <a:pt x="59580" y="11936"/>
                  <a:pt x="62087" y="12885"/>
                </a:cubicBezTo>
                <a:cubicBezTo>
                  <a:pt x="65106" y="9088"/>
                  <a:pt x="69747" y="6667"/>
                  <a:pt x="74847" y="6667"/>
                </a:cubicBezTo>
                <a:cubicBezTo>
                  <a:pt x="78644" y="6667"/>
                  <a:pt x="82143" y="7989"/>
                  <a:pt x="84917" y="10187"/>
                </a:cubicBezTo>
                <a:cubicBezTo>
                  <a:pt x="85973" y="9365"/>
                  <a:pt x="86666" y="8106"/>
                  <a:pt x="86666" y="6667"/>
                </a:cubicBezTo>
                <a:cubicBezTo>
                  <a:pt x="86666" y="4213"/>
                  <a:pt x="84682" y="2218"/>
                  <a:pt x="82229" y="2218"/>
                </a:cubicBezTo>
                <a:cubicBezTo>
                  <a:pt x="81173" y="2218"/>
                  <a:pt x="80223" y="2603"/>
                  <a:pt x="79465" y="3210"/>
                </a:cubicBezTo>
                <a:cubicBezTo>
                  <a:pt x="78580" y="1322"/>
                  <a:pt x="76671" y="0"/>
                  <a:pt x="74441" y="0"/>
                </a:cubicBezTo>
                <a:cubicBezTo>
                  <a:pt x="72446" y="0"/>
                  <a:pt x="70707" y="1067"/>
                  <a:pt x="69736" y="2645"/>
                </a:cubicBezTo>
                <a:cubicBezTo>
                  <a:pt x="68510" y="1045"/>
                  <a:pt x="66610" y="0"/>
                  <a:pt x="64445" y="0"/>
                </a:cubicBezTo>
                <a:close/>
                <a:moveTo>
                  <a:pt x="74847" y="11115"/>
                </a:moveTo>
                <a:cubicBezTo>
                  <a:pt x="69000" y="11115"/>
                  <a:pt x="63965" y="15477"/>
                  <a:pt x="63143" y="21259"/>
                </a:cubicBezTo>
                <a:lnTo>
                  <a:pt x="60509" y="39648"/>
                </a:lnTo>
                <a:cubicBezTo>
                  <a:pt x="58983" y="50357"/>
                  <a:pt x="47600" y="57589"/>
                  <a:pt x="37775" y="57771"/>
                </a:cubicBezTo>
                <a:lnTo>
                  <a:pt x="37775" y="53334"/>
                </a:lnTo>
                <a:cubicBezTo>
                  <a:pt x="37775" y="48426"/>
                  <a:pt x="33785" y="44448"/>
                  <a:pt x="28888" y="44448"/>
                </a:cubicBezTo>
                <a:cubicBezTo>
                  <a:pt x="26231" y="44448"/>
                  <a:pt x="23842" y="45611"/>
                  <a:pt x="22220" y="47456"/>
                </a:cubicBezTo>
                <a:lnTo>
                  <a:pt x="22220" y="46667"/>
                </a:lnTo>
                <a:cubicBezTo>
                  <a:pt x="22220" y="41760"/>
                  <a:pt x="18230" y="37781"/>
                  <a:pt x="13323" y="37781"/>
                </a:cubicBezTo>
                <a:cubicBezTo>
                  <a:pt x="8427" y="37781"/>
                  <a:pt x="4437" y="41760"/>
                  <a:pt x="4437" y="46667"/>
                </a:cubicBezTo>
                <a:lnTo>
                  <a:pt x="4437" y="58891"/>
                </a:lnTo>
                <a:cubicBezTo>
                  <a:pt x="4437" y="83094"/>
                  <a:pt x="20887" y="100000"/>
                  <a:pt x="44442" y="100000"/>
                </a:cubicBezTo>
                <a:cubicBezTo>
                  <a:pt x="53296" y="100000"/>
                  <a:pt x="61340" y="97526"/>
                  <a:pt x="67987" y="93227"/>
                </a:cubicBezTo>
                <a:cubicBezTo>
                  <a:pt x="72009" y="88715"/>
                  <a:pt x="73385" y="82656"/>
                  <a:pt x="71603" y="76768"/>
                </a:cubicBezTo>
                <a:cubicBezTo>
                  <a:pt x="70003" y="71477"/>
                  <a:pt x="66152" y="67499"/>
                  <a:pt x="61788" y="66624"/>
                </a:cubicBezTo>
                <a:cubicBezTo>
                  <a:pt x="60583" y="66379"/>
                  <a:pt x="59804" y="65216"/>
                  <a:pt x="60039" y="64011"/>
                </a:cubicBezTo>
                <a:cubicBezTo>
                  <a:pt x="60284" y="62805"/>
                  <a:pt x="61458" y="62016"/>
                  <a:pt x="62652" y="62261"/>
                </a:cubicBezTo>
                <a:cubicBezTo>
                  <a:pt x="68702" y="63477"/>
                  <a:pt x="73758" y="68544"/>
                  <a:pt x="75860" y="75488"/>
                </a:cubicBezTo>
                <a:cubicBezTo>
                  <a:pt x="76916" y="78976"/>
                  <a:pt x="77054" y="82517"/>
                  <a:pt x="76414" y="85898"/>
                </a:cubicBezTo>
                <a:cubicBezTo>
                  <a:pt x="82837" y="78528"/>
                  <a:pt x="86666" y="68790"/>
                  <a:pt x="86666" y="57781"/>
                </a:cubicBezTo>
                <a:lnTo>
                  <a:pt x="86666" y="37781"/>
                </a:lnTo>
                <a:lnTo>
                  <a:pt x="94475" y="29973"/>
                </a:lnTo>
                <a:cubicBezTo>
                  <a:pt x="95169" y="29280"/>
                  <a:pt x="95564" y="28331"/>
                  <a:pt x="95564" y="27349"/>
                </a:cubicBezTo>
                <a:cubicBezTo>
                  <a:pt x="95564" y="25643"/>
                  <a:pt x="94401" y="24149"/>
                  <a:pt x="92747" y="23744"/>
                </a:cubicBezTo>
                <a:lnTo>
                  <a:pt x="86666" y="22219"/>
                </a:lnTo>
                <a:lnTo>
                  <a:pt x="86634" y="22538"/>
                </a:lnTo>
                <a:cubicBezTo>
                  <a:pt x="86421" y="16203"/>
                  <a:pt x="81225" y="11115"/>
                  <a:pt x="74847" y="11115"/>
                </a:cubicBezTo>
                <a:close/>
                <a:moveTo>
                  <a:pt x="74441" y="22219"/>
                </a:moveTo>
                <a:cubicBezTo>
                  <a:pt x="76286" y="22219"/>
                  <a:pt x="77780" y="23712"/>
                  <a:pt x="77780" y="25558"/>
                </a:cubicBezTo>
                <a:cubicBezTo>
                  <a:pt x="77780" y="27392"/>
                  <a:pt x="76286" y="28885"/>
                  <a:pt x="74441" y="28885"/>
                </a:cubicBezTo>
                <a:cubicBezTo>
                  <a:pt x="72606" y="28885"/>
                  <a:pt x="71112" y="27392"/>
                  <a:pt x="71112" y="25558"/>
                </a:cubicBezTo>
                <a:cubicBezTo>
                  <a:pt x="71112" y="23712"/>
                  <a:pt x="72606" y="22219"/>
                  <a:pt x="74441" y="2221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6" name="Белый — SVG 4">
            <a:extLst>
              <a:ext uri="{FF2B5EF4-FFF2-40B4-BE49-F238E27FC236}">
                <a16:creationId xmlns:a16="http://schemas.microsoft.com/office/drawing/2014/main" id="{552B4DD6-89F0-7E4E-BE18-85058890314A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52301 w 113143"/>
              <a:gd name="csY0" fmla="*/ 0 h 159240"/>
              <a:gd name="csX1" fmla="*/ 27068 w 113143"/>
              <a:gd name="csY1" fmla="*/ 21026 h 159240"/>
              <a:gd name="csX2" fmla="*/ 52301 w 113143"/>
              <a:gd name="csY2" fmla="*/ 21026 h 159240"/>
              <a:gd name="csX3" fmla="*/ 52301 w 113143"/>
              <a:gd name="csY3" fmla="*/ 0 h 159240"/>
              <a:gd name="csX4" fmla="*/ 59515 w 113143"/>
              <a:gd name="csY4" fmla="*/ 34 h 159240"/>
              <a:gd name="csX5" fmla="*/ 59411 w 113143"/>
              <a:gd name="csY5" fmla="*/ 21026 h 159240"/>
              <a:gd name="csX6" fmla="*/ 85489 w 113143"/>
              <a:gd name="csY6" fmla="*/ 21026 h 159240"/>
              <a:gd name="csX7" fmla="*/ 59515 w 113143"/>
              <a:gd name="csY7" fmla="*/ 34 h 159240"/>
              <a:gd name="csX8" fmla="*/ 23863 w 113143"/>
              <a:gd name="csY8" fmla="*/ 28085 h 159240"/>
              <a:gd name="csX9" fmla="*/ 18540 w 113143"/>
              <a:gd name="csY9" fmla="*/ 49366 h 159240"/>
              <a:gd name="csX10" fmla="*/ 52301 w 113143"/>
              <a:gd name="csY10" fmla="*/ 49366 h 159240"/>
              <a:gd name="csX11" fmla="*/ 52274 w 113143"/>
              <a:gd name="csY11" fmla="*/ 28102 h 159240"/>
              <a:gd name="csX12" fmla="*/ 23947 w 113143"/>
              <a:gd name="csY12" fmla="*/ 28102 h 159240"/>
              <a:gd name="csX13" fmla="*/ 23863 w 113143"/>
              <a:gd name="csY13" fmla="*/ 28085 h 159240"/>
              <a:gd name="csX14" fmla="*/ 59391 w 113143"/>
              <a:gd name="csY14" fmla="*/ 28102 h 159240"/>
              <a:gd name="csX15" fmla="*/ 59391 w 113143"/>
              <a:gd name="csY15" fmla="*/ 49366 h 159240"/>
              <a:gd name="csX16" fmla="*/ 93423 w 113143"/>
              <a:gd name="csY16" fmla="*/ 49366 h 159240"/>
              <a:gd name="csX17" fmla="*/ 88528 w 113143"/>
              <a:gd name="csY17" fmla="*/ 28102 h 159240"/>
              <a:gd name="csX18" fmla="*/ 59391 w 113143"/>
              <a:gd name="csY18" fmla="*/ 28102 h 159240"/>
              <a:gd name="csX19" fmla="*/ 9152 w 113143"/>
              <a:gd name="csY19" fmla="*/ 55609 h 159240"/>
              <a:gd name="csX20" fmla="*/ 7767 w 113143"/>
              <a:gd name="csY20" fmla="*/ 55762 h 159240"/>
              <a:gd name="csX21" fmla="*/ 733 w 113143"/>
              <a:gd name="csY21" fmla="*/ 63315 h 159240"/>
              <a:gd name="csX22" fmla="*/ 21599 w 113143"/>
              <a:gd name="csY22" fmla="*/ 143387 h 159240"/>
              <a:gd name="csX23" fmla="*/ 52281 w 113143"/>
              <a:gd name="csY23" fmla="*/ 159071 h 159240"/>
              <a:gd name="csX24" fmla="*/ 52301 w 113143"/>
              <a:gd name="csY24" fmla="*/ 159241 h 159240"/>
              <a:gd name="csX25" fmla="*/ 59391 w 113143"/>
              <a:gd name="csY25" fmla="*/ 159241 h 159240"/>
              <a:gd name="csX26" fmla="*/ 59397 w 113143"/>
              <a:gd name="csY26" fmla="*/ 159139 h 159240"/>
              <a:gd name="csX27" fmla="*/ 90876 w 113143"/>
              <a:gd name="csY27" fmla="*/ 143455 h 159240"/>
              <a:gd name="csX28" fmla="*/ 112447 w 113143"/>
              <a:gd name="csY28" fmla="*/ 63315 h 159240"/>
              <a:gd name="csX29" fmla="*/ 105420 w 113143"/>
              <a:gd name="csY29" fmla="*/ 55762 h 159240"/>
              <a:gd name="csX30" fmla="*/ 100013 w 113143"/>
              <a:gd name="csY30" fmla="*/ 56358 h 159240"/>
              <a:gd name="csX31" fmla="*/ 58969 w 113143"/>
              <a:gd name="csY31" fmla="*/ 132568 h 159240"/>
              <a:gd name="csX32" fmla="*/ 58788 w 113143"/>
              <a:gd name="csY32" fmla="*/ 132806 h 159240"/>
              <a:gd name="csX33" fmla="*/ 58531 w 113143"/>
              <a:gd name="csY33" fmla="*/ 133163 h 159240"/>
              <a:gd name="csX34" fmla="*/ 58110 w 113143"/>
              <a:gd name="csY34" fmla="*/ 133571 h 159240"/>
              <a:gd name="csX35" fmla="*/ 57936 w 113143"/>
              <a:gd name="csY35" fmla="*/ 133741 h 159240"/>
              <a:gd name="csX36" fmla="*/ 57812 w 113143"/>
              <a:gd name="csY36" fmla="*/ 133809 h 159240"/>
              <a:gd name="csX37" fmla="*/ 57141 w 113143"/>
              <a:gd name="csY37" fmla="*/ 134150 h 159240"/>
              <a:gd name="csX38" fmla="*/ 56857 w 113143"/>
              <a:gd name="csY38" fmla="*/ 134269 h 159240"/>
              <a:gd name="csX39" fmla="*/ 55874 w 113143"/>
              <a:gd name="csY39" fmla="*/ 134422 h 159240"/>
              <a:gd name="csX40" fmla="*/ 55847 w 113143"/>
              <a:gd name="csY40" fmla="*/ 134422 h 159240"/>
              <a:gd name="csX41" fmla="*/ 55840 w 113143"/>
              <a:gd name="csY41" fmla="*/ 134422 h 159240"/>
              <a:gd name="csX42" fmla="*/ 54649 w 113143"/>
              <a:gd name="csY42" fmla="*/ 134201 h 159240"/>
              <a:gd name="csX43" fmla="*/ 54399 w 113143"/>
              <a:gd name="csY43" fmla="*/ 134098 h 159240"/>
              <a:gd name="csX44" fmla="*/ 54164 w 113143"/>
              <a:gd name="csY44" fmla="*/ 134014 h 159240"/>
              <a:gd name="csX45" fmla="*/ 53762 w 113143"/>
              <a:gd name="csY45" fmla="*/ 133673 h 159240"/>
              <a:gd name="csX46" fmla="*/ 53327 w 113143"/>
              <a:gd name="csY46" fmla="*/ 133384 h 159240"/>
              <a:gd name="csX47" fmla="*/ 53118 w 113143"/>
              <a:gd name="csY47" fmla="*/ 133146 h 159240"/>
              <a:gd name="csX48" fmla="*/ 53070 w 113143"/>
              <a:gd name="csY48" fmla="*/ 133078 h 159240"/>
              <a:gd name="csX49" fmla="*/ 53007 w 113143"/>
              <a:gd name="csY49" fmla="*/ 132959 h 159240"/>
              <a:gd name="csX50" fmla="*/ 52766 w 113143"/>
              <a:gd name="csY50" fmla="*/ 132482 h 159240"/>
              <a:gd name="csX51" fmla="*/ 52703 w 113143"/>
              <a:gd name="csY51" fmla="*/ 132517 h 159240"/>
              <a:gd name="csX52" fmla="*/ 13077 w 113143"/>
              <a:gd name="csY52" fmla="*/ 56324 h 159240"/>
              <a:gd name="csX53" fmla="*/ 9152 w 113143"/>
              <a:gd name="csY53" fmla="*/ 55609 h 159240"/>
              <a:gd name="csX54" fmla="*/ 21136 w 113143"/>
              <a:gd name="csY54" fmla="*/ 56460 h 159240"/>
              <a:gd name="csX55" fmla="*/ 32191 w 113143"/>
              <a:gd name="csY55" fmla="*/ 77724 h 159240"/>
              <a:gd name="csX56" fmla="*/ 52301 w 113143"/>
              <a:gd name="csY56" fmla="*/ 77724 h 159240"/>
              <a:gd name="csX57" fmla="*/ 52301 w 113143"/>
              <a:gd name="csY57" fmla="*/ 56460 h 159240"/>
              <a:gd name="csX58" fmla="*/ 21136 w 113143"/>
              <a:gd name="csY58" fmla="*/ 56460 h 159240"/>
              <a:gd name="csX59" fmla="*/ 59391 w 113143"/>
              <a:gd name="csY59" fmla="*/ 56460 h 159240"/>
              <a:gd name="csX60" fmla="*/ 59391 w 113143"/>
              <a:gd name="csY60" fmla="*/ 77724 h 159240"/>
              <a:gd name="csX61" fmla="*/ 80450 w 113143"/>
              <a:gd name="csY61" fmla="*/ 77724 h 159240"/>
              <a:gd name="csX62" fmla="*/ 91900 w 113143"/>
              <a:gd name="csY62" fmla="*/ 56460 h 159240"/>
              <a:gd name="csX63" fmla="*/ 59391 w 113143"/>
              <a:gd name="csY63" fmla="*/ 56460 h 159240"/>
              <a:gd name="csX64" fmla="*/ 35881 w 113143"/>
              <a:gd name="csY64" fmla="*/ 84817 h 159240"/>
              <a:gd name="csX65" fmla="*/ 52301 w 113143"/>
              <a:gd name="csY65" fmla="*/ 116713 h 159240"/>
              <a:gd name="csX66" fmla="*/ 52301 w 113143"/>
              <a:gd name="csY66" fmla="*/ 84817 h 159240"/>
              <a:gd name="csX67" fmla="*/ 35881 w 113143"/>
              <a:gd name="csY67" fmla="*/ 84817 h 159240"/>
              <a:gd name="csX68" fmla="*/ 59391 w 113143"/>
              <a:gd name="csY68" fmla="*/ 84817 h 159240"/>
              <a:gd name="csX69" fmla="*/ 59391 w 113143"/>
              <a:gd name="csY69" fmla="*/ 116713 h 159240"/>
              <a:gd name="csX70" fmla="*/ 76629 w 113143"/>
              <a:gd name="csY70" fmla="*/ 84817 h 159240"/>
              <a:gd name="csX71" fmla="*/ 59391 w 113143"/>
              <a:gd name="csY71" fmla="*/ 84817 h 159240"/>
            </a:gdLst>
            <a:ahLst/>
            <a:cxnLst/>
            <a:rect l="l" t="t" r="r" b="b"/>
            <a:pathLst>
              <a:path w="100000" h="100000">
                <a:moveTo>
                  <a:pt x="47318" y="0"/>
                </a:moveTo>
                <a:cubicBezTo>
                  <a:pt x="41364" y="823"/>
                  <a:pt x="35664" y="5117"/>
                  <a:pt x="31472" y="13204"/>
                </a:cubicBezTo>
                <a:lnTo>
                  <a:pt x="47318" y="13204"/>
                </a:lnTo>
                <a:cubicBezTo>
                  <a:pt x="47318" y="13204"/>
                  <a:pt x="47292" y="4647"/>
                  <a:pt x="47318" y="0"/>
                </a:cubicBezTo>
                <a:close/>
                <a:moveTo>
                  <a:pt x="51848" y="21"/>
                </a:moveTo>
                <a:cubicBezTo>
                  <a:pt x="51824" y="4209"/>
                  <a:pt x="51806" y="8621"/>
                  <a:pt x="51783" y="13204"/>
                </a:cubicBezTo>
                <a:lnTo>
                  <a:pt x="68160" y="13204"/>
                </a:lnTo>
                <a:cubicBezTo>
                  <a:pt x="63185" y="3269"/>
                  <a:pt x="56187" y="630"/>
                  <a:pt x="51848" y="21"/>
                </a:cubicBezTo>
                <a:close/>
                <a:moveTo>
                  <a:pt x="29460" y="17637"/>
                </a:moveTo>
                <a:cubicBezTo>
                  <a:pt x="28001" y="21440"/>
                  <a:pt x="26871" y="25906"/>
                  <a:pt x="26117" y="31001"/>
                </a:cubicBezTo>
                <a:lnTo>
                  <a:pt x="47318" y="31001"/>
                </a:lnTo>
                <a:cubicBezTo>
                  <a:pt x="47318" y="31001"/>
                  <a:pt x="47277" y="22444"/>
                  <a:pt x="47301" y="17648"/>
                </a:cubicBezTo>
                <a:lnTo>
                  <a:pt x="29512" y="17648"/>
                </a:lnTo>
                <a:cubicBezTo>
                  <a:pt x="29494" y="17648"/>
                  <a:pt x="29477" y="17637"/>
                  <a:pt x="29460" y="17637"/>
                </a:cubicBezTo>
                <a:close/>
                <a:moveTo>
                  <a:pt x="51771" y="17648"/>
                </a:moveTo>
                <a:lnTo>
                  <a:pt x="51771" y="31001"/>
                </a:lnTo>
                <a:lnTo>
                  <a:pt x="73142" y="31001"/>
                </a:lnTo>
                <a:cubicBezTo>
                  <a:pt x="72449" y="25724"/>
                  <a:pt x="71386" y="21312"/>
                  <a:pt x="70068" y="17648"/>
                </a:cubicBezTo>
                <a:lnTo>
                  <a:pt x="51771" y="17648"/>
                </a:lnTo>
                <a:close/>
                <a:moveTo>
                  <a:pt x="20221" y="34922"/>
                </a:moveTo>
                <a:cubicBezTo>
                  <a:pt x="19934" y="34932"/>
                  <a:pt x="19644" y="34964"/>
                  <a:pt x="19352" y="35018"/>
                </a:cubicBezTo>
                <a:cubicBezTo>
                  <a:pt x="16974" y="35499"/>
                  <a:pt x="15238" y="37357"/>
                  <a:pt x="14934" y="39761"/>
                </a:cubicBezTo>
                <a:cubicBezTo>
                  <a:pt x="13028" y="54770"/>
                  <a:pt x="16975" y="77492"/>
                  <a:pt x="28038" y="90045"/>
                </a:cubicBezTo>
                <a:cubicBezTo>
                  <a:pt x="33369" y="96101"/>
                  <a:pt x="39847" y="99381"/>
                  <a:pt x="47306" y="99894"/>
                </a:cubicBezTo>
                <a:lnTo>
                  <a:pt x="47318" y="100001"/>
                </a:lnTo>
                <a:lnTo>
                  <a:pt x="51771" y="100001"/>
                </a:lnTo>
                <a:lnTo>
                  <a:pt x="51774" y="99937"/>
                </a:lnTo>
                <a:cubicBezTo>
                  <a:pt x="59362" y="99648"/>
                  <a:pt x="66018" y="96358"/>
                  <a:pt x="71543" y="90087"/>
                </a:cubicBezTo>
                <a:cubicBezTo>
                  <a:pt x="82859" y="77246"/>
                  <a:pt x="86967" y="54578"/>
                  <a:pt x="85089" y="39761"/>
                </a:cubicBezTo>
                <a:cubicBezTo>
                  <a:pt x="84783" y="37368"/>
                  <a:pt x="83051" y="35499"/>
                  <a:pt x="80676" y="35018"/>
                </a:cubicBezTo>
                <a:cubicBezTo>
                  <a:pt x="79487" y="34783"/>
                  <a:pt x="78312" y="34932"/>
                  <a:pt x="77281" y="35392"/>
                </a:cubicBezTo>
                <a:lnTo>
                  <a:pt x="51506" y="83250"/>
                </a:lnTo>
                <a:cubicBezTo>
                  <a:pt x="51474" y="83304"/>
                  <a:pt x="51427" y="83347"/>
                  <a:pt x="51392" y="83400"/>
                </a:cubicBezTo>
                <a:cubicBezTo>
                  <a:pt x="51341" y="83485"/>
                  <a:pt x="51291" y="83549"/>
                  <a:pt x="51231" y="83624"/>
                </a:cubicBezTo>
                <a:cubicBezTo>
                  <a:pt x="51148" y="83720"/>
                  <a:pt x="51062" y="83806"/>
                  <a:pt x="50966" y="83880"/>
                </a:cubicBezTo>
                <a:cubicBezTo>
                  <a:pt x="50928" y="83923"/>
                  <a:pt x="50900" y="83955"/>
                  <a:pt x="50857" y="83987"/>
                </a:cubicBezTo>
                <a:cubicBezTo>
                  <a:pt x="50833" y="84008"/>
                  <a:pt x="50804" y="84008"/>
                  <a:pt x="50779" y="84030"/>
                </a:cubicBezTo>
                <a:cubicBezTo>
                  <a:pt x="50645" y="84115"/>
                  <a:pt x="50505" y="84191"/>
                  <a:pt x="50358" y="84244"/>
                </a:cubicBezTo>
                <a:cubicBezTo>
                  <a:pt x="50297" y="84265"/>
                  <a:pt x="50239" y="84297"/>
                  <a:pt x="50179" y="84319"/>
                </a:cubicBezTo>
                <a:cubicBezTo>
                  <a:pt x="49976" y="84383"/>
                  <a:pt x="49774" y="84415"/>
                  <a:pt x="49562" y="84415"/>
                </a:cubicBezTo>
                <a:cubicBezTo>
                  <a:pt x="49556" y="84415"/>
                  <a:pt x="49549" y="84415"/>
                  <a:pt x="49545" y="84415"/>
                </a:cubicBezTo>
                <a:lnTo>
                  <a:pt x="49541" y="84415"/>
                </a:lnTo>
                <a:cubicBezTo>
                  <a:pt x="49288" y="84415"/>
                  <a:pt x="49037" y="84361"/>
                  <a:pt x="48793" y="84276"/>
                </a:cubicBezTo>
                <a:cubicBezTo>
                  <a:pt x="48739" y="84255"/>
                  <a:pt x="48689" y="84233"/>
                  <a:pt x="48636" y="84211"/>
                </a:cubicBezTo>
                <a:cubicBezTo>
                  <a:pt x="48587" y="84191"/>
                  <a:pt x="48537" y="84180"/>
                  <a:pt x="48488" y="84159"/>
                </a:cubicBezTo>
                <a:cubicBezTo>
                  <a:pt x="48388" y="84104"/>
                  <a:pt x="48325" y="84008"/>
                  <a:pt x="48236" y="83944"/>
                </a:cubicBezTo>
                <a:cubicBezTo>
                  <a:pt x="48147" y="83880"/>
                  <a:pt x="48043" y="83838"/>
                  <a:pt x="47963" y="83763"/>
                </a:cubicBezTo>
                <a:cubicBezTo>
                  <a:pt x="47915" y="83720"/>
                  <a:pt x="47874" y="83667"/>
                  <a:pt x="47831" y="83613"/>
                </a:cubicBezTo>
                <a:cubicBezTo>
                  <a:pt x="47821" y="83592"/>
                  <a:pt x="47810" y="83581"/>
                  <a:pt x="47801" y="83571"/>
                </a:cubicBezTo>
                <a:cubicBezTo>
                  <a:pt x="47787" y="83549"/>
                  <a:pt x="47775" y="83517"/>
                  <a:pt x="47762" y="83496"/>
                </a:cubicBezTo>
                <a:cubicBezTo>
                  <a:pt x="47698" y="83411"/>
                  <a:pt x="47661" y="83304"/>
                  <a:pt x="47610" y="83196"/>
                </a:cubicBezTo>
                <a:lnTo>
                  <a:pt x="47571" y="83218"/>
                </a:lnTo>
                <a:lnTo>
                  <a:pt x="22686" y="35371"/>
                </a:lnTo>
                <a:cubicBezTo>
                  <a:pt x="21925" y="35040"/>
                  <a:pt x="21085" y="34879"/>
                  <a:pt x="20221" y="34922"/>
                </a:cubicBezTo>
                <a:close/>
                <a:moveTo>
                  <a:pt x="27747" y="35456"/>
                </a:moveTo>
                <a:lnTo>
                  <a:pt x="34689" y="48809"/>
                </a:lnTo>
                <a:lnTo>
                  <a:pt x="47318" y="48809"/>
                </a:lnTo>
                <a:cubicBezTo>
                  <a:pt x="47318" y="48809"/>
                  <a:pt x="47296" y="40402"/>
                  <a:pt x="47318" y="35456"/>
                </a:cubicBezTo>
                <a:lnTo>
                  <a:pt x="27747" y="35456"/>
                </a:lnTo>
                <a:close/>
                <a:moveTo>
                  <a:pt x="51771" y="35456"/>
                </a:moveTo>
                <a:lnTo>
                  <a:pt x="51771" y="48809"/>
                </a:lnTo>
                <a:lnTo>
                  <a:pt x="64995" y="48809"/>
                </a:lnTo>
                <a:lnTo>
                  <a:pt x="72186" y="35456"/>
                </a:lnTo>
                <a:lnTo>
                  <a:pt x="51771" y="35456"/>
                </a:lnTo>
                <a:close/>
                <a:moveTo>
                  <a:pt x="37007" y="53264"/>
                </a:moveTo>
                <a:lnTo>
                  <a:pt x="47318" y="73294"/>
                </a:lnTo>
                <a:cubicBezTo>
                  <a:pt x="47279" y="68893"/>
                  <a:pt x="47296" y="62141"/>
                  <a:pt x="47318" y="53264"/>
                </a:cubicBezTo>
                <a:lnTo>
                  <a:pt x="37007" y="53264"/>
                </a:lnTo>
                <a:close/>
                <a:moveTo>
                  <a:pt x="51771" y="53264"/>
                </a:moveTo>
                <a:lnTo>
                  <a:pt x="51771" y="73294"/>
                </a:lnTo>
                <a:lnTo>
                  <a:pt x="62596" y="53264"/>
                </a:lnTo>
                <a:lnTo>
                  <a:pt x="51771" y="5326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7" name="Белый — SVG 5">
            <a:extLst>
              <a:ext uri="{FF2B5EF4-FFF2-40B4-BE49-F238E27FC236}">
                <a16:creationId xmlns:a16="http://schemas.microsoft.com/office/drawing/2014/main" id="{93975ACC-44AA-824F-BAEF-4D52BDFA76F8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56719 w 113437"/>
              <a:gd name="csY0" fmla="*/ 0 h 170008"/>
              <a:gd name="csX1" fmla="*/ 52537 w 113437"/>
              <a:gd name="csY1" fmla="*/ 1922 h 170008"/>
              <a:gd name="csX2" fmla="*/ 22410 w 113437"/>
              <a:gd name="csY2" fmla="*/ 40333 h 170008"/>
              <a:gd name="csX3" fmla="*/ 22410 w 113437"/>
              <a:gd name="csY3" fmla="*/ 46883 h 170008"/>
              <a:gd name="csX4" fmla="*/ 27580 w 113437"/>
              <a:gd name="csY4" fmla="*/ 50931 h 170008"/>
              <a:gd name="csX5" fmla="*/ 29035 w 113437"/>
              <a:gd name="csY5" fmla="*/ 51680 h 170008"/>
              <a:gd name="csX6" fmla="*/ 56719 w 113437"/>
              <a:gd name="csY6" fmla="*/ 56596 h 170008"/>
              <a:gd name="csX7" fmla="*/ 84403 w 113437"/>
              <a:gd name="csY7" fmla="*/ 51680 h 170008"/>
              <a:gd name="csX8" fmla="*/ 85856 w 113437"/>
              <a:gd name="csY8" fmla="*/ 50931 h 170008"/>
              <a:gd name="csX9" fmla="*/ 91028 w 113437"/>
              <a:gd name="csY9" fmla="*/ 46883 h 170008"/>
              <a:gd name="csX10" fmla="*/ 91028 w 113437"/>
              <a:gd name="csY10" fmla="*/ 40333 h 170008"/>
              <a:gd name="csX11" fmla="*/ 60899 w 113437"/>
              <a:gd name="csY11" fmla="*/ 1922 h 170008"/>
              <a:gd name="csX12" fmla="*/ 56719 w 113437"/>
              <a:gd name="csY12" fmla="*/ 0 h 170008"/>
              <a:gd name="csX13" fmla="*/ 25207 w 113437"/>
              <a:gd name="csY13" fmla="*/ 57736 h 170008"/>
              <a:gd name="csX14" fmla="*/ 11458 w 113437"/>
              <a:gd name="csY14" fmla="*/ 79425 h 170008"/>
              <a:gd name="csX15" fmla="*/ 11388 w 113437"/>
              <a:gd name="csY15" fmla="*/ 84987 h 170008"/>
              <a:gd name="csX16" fmla="*/ 12128 w 113437"/>
              <a:gd name="csY16" fmla="*/ 86025 h 170008"/>
              <a:gd name="csX17" fmla="*/ 12697 w 113437"/>
              <a:gd name="csY17" fmla="*/ 86654 h 170008"/>
              <a:gd name="csX18" fmla="*/ 14082 w 113437"/>
              <a:gd name="csY18" fmla="*/ 88032 h 170008"/>
              <a:gd name="csX19" fmla="*/ 15853 w 113437"/>
              <a:gd name="csY19" fmla="*/ 89478 h 170008"/>
              <a:gd name="csX20" fmla="*/ 16060 w 113437"/>
              <a:gd name="csY20" fmla="*/ 89631 h 170008"/>
              <a:gd name="csX21" fmla="*/ 18720 w 113437"/>
              <a:gd name="csY21" fmla="*/ 91367 h 170008"/>
              <a:gd name="csX22" fmla="*/ 19750 w 113437"/>
              <a:gd name="csY22" fmla="*/ 91928 h 170008"/>
              <a:gd name="csX23" fmla="*/ 19750 w 113437"/>
              <a:gd name="csY23" fmla="*/ 91962 h 170008"/>
              <a:gd name="csX24" fmla="*/ 56719 w 113437"/>
              <a:gd name="csY24" fmla="*/ 99124 h 170008"/>
              <a:gd name="csX25" fmla="*/ 93686 w 113437"/>
              <a:gd name="csY25" fmla="*/ 91962 h 170008"/>
              <a:gd name="csX26" fmla="*/ 93686 w 113437"/>
              <a:gd name="csY26" fmla="*/ 91928 h 170008"/>
              <a:gd name="csX27" fmla="*/ 94717 w 113437"/>
              <a:gd name="csY27" fmla="*/ 91367 h 170008"/>
              <a:gd name="csX28" fmla="*/ 97376 w 113437"/>
              <a:gd name="csY28" fmla="*/ 89631 h 170008"/>
              <a:gd name="csX29" fmla="*/ 97583 w 113437"/>
              <a:gd name="csY29" fmla="*/ 89478 h 170008"/>
              <a:gd name="csX30" fmla="*/ 99356 w 113437"/>
              <a:gd name="csY30" fmla="*/ 88032 h 170008"/>
              <a:gd name="csX31" fmla="*/ 100741 w 113437"/>
              <a:gd name="csY31" fmla="*/ 86654 h 170008"/>
              <a:gd name="csX32" fmla="*/ 101308 w 113437"/>
              <a:gd name="csY32" fmla="*/ 86025 h 170008"/>
              <a:gd name="csX33" fmla="*/ 102049 w 113437"/>
              <a:gd name="csY33" fmla="*/ 84987 h 170008"/>
              <a:gd name="csX34" fmla="*/ 101980 w 113437"/>
              <a:gd name="csY34" fmla="*/ 79425 h 170008"/>
              <a:gd name="csX35" fmla="*/ 88231 w 113437"/>
              <a:gd name="csY35" fmla="*/ 57736 h 170008"/>
              <a:gd name="csX36" fmla="*/ 77986 w 113437"/>
              <a:gd name="csY36" fmla="*/ 61410 h 170008"/>
              <a:gd name="csX37" fmla="*/ 70474 w 113437"/>
              <a:gd name="csY37" fmla="*/ 62839 h 170008"/>
              <a:gd name="csX38" fmla="*/ 56719 w 113437"/>
              <a:gd name="csY38" fmla="*/ 63689 h 170008"/>
              <a:gd name="csX39" fmla="*/ 42964 w 113437"/>
              <a:gd name="csY39" fmla="*/ 62839 h 170008"/>
              <a:gd name="csX40" fmla="*/ 35452 w 113437"/>
              <a:gd name="csY40" fmla="*/ 61410 h 170008"/>
              <a:gd name="csX41" fmla="*/ 25207 w 113437"/>
              <a:gd name="csY41" fmla="*/ 57736 h 170008"/>
              <a:gd name="csX42" fmla="*/ 15922 w 113437"/>
              <a:gd name="csY42" fmla="*/ 98035 h 170008"/>
              <a:gd name="csX43" fmla="*/ 825 w 113437"/>
              <a:gd name="csY43" fmla="*/ 122191 h 170008"/>
              <a:gd name="csX44" fmla="*/ 1745 w 113437"/>
              <a:gd name="csY44" fmla="*/ 128927 h 170008"/>
              <a:gd name="csX45" fmla="*/ 5822 w 113437"/>
              <a:gd name="csY45" fmla="*/ 131972 h 170008"/>
              <a:gd name="csX46" fmla="*/ 8163 w 113437"/>
              <a:gd name="csY46" fmla="*/ 133469 h 170008"/>
              <a:gd name="csX47" fmla="*/ 9153 w 113437"/>
              <a:gd name="csY47" fmla="*/ 134031 h 170008"/>
              <a:gd name="csX48" fmla="*/ 11063 w 113437"/>
              <a:gd name="csY48" fmla="*/ 135102 h 170008"/>
              <a:gd name="csX49" fmla="*/ 11312 w 113437"/>
              <a:gd name="csY49" fmla="*/ 135204 h 170008"/>
              <a:gd name="csX50" fmla="*/ 26411 w 113437"/>
              <a:gd name="csY50" fmla="*/ 141158 h 170008"/>
              <a:gd name="csX51" fmla="*/ 28329 w 113437"/>
              <a:gd name="csY51" fmla="*/ 141686 h 170008"/>
              <a:gd name="csX52" fmla="*/ 34496 w 113437"/>
              <a:gd name="csY52" fmla="*/ 143114 h 170008"/>
              <a:gd name="csX53" fmla="*/ 36339 w 113437"/>
              <a:gd name="csY53" fmla="*/ 143455 h 170008"/>
              <a:gd name="csX54" fmla="*/ 38996 w 113437"/>
              <a:gd name="csY54" fmla="*/ 143897 h 170008"/>
              <a:gd name="csX55" fmla="*/ 56719 w 113437"/>
              <a:gd name="csY55" fmla="*/ 145207 h 170008"/>
              <a:gd name="csX56" fmla="*/ 74440 w 113437"/>
              <a:gd name="csY56" fmla="*/ 143897 h 170008"/>
              <a:gd name="csX57" fmla="*/ 77099 w 113437"/>
              <a:gd name="csY57" fmla="*/ 143455 h 170008"/>
              <a:gd name="csX58" fmla="*/ 78940 w 113437"/>
              <a:gd name="csY58" fmla="*/ 143114 h 170008"/>
              <a:gd name="csX59" fmla="*/ 85109 w 113437"/>
              <a:gd name="csY59" fmla="*/ 141686 h 170008"/>
              <a:gd name="csX60" fmla="*/ 87027 w 113437"/>
              <a:gd name="csY60" fmla="*/ 141158 h 170008"/>
              <a:gd name="csX61" fmla="*/ 102124 w 113437"/>
              <a:gd name="csY61" fmla="*/ 135204 h 170008"/>
              <a:gd name="csX62" fmla="*/ 102374 w 113437"/>
              <a:gd name="csY62" fmla="*/ 135102 h 170008"/>
              <a:gd name="csX63" fmla="*/ 104285 w 113437"/>
              <a:gd name="csY63" fmla="*/ 134031 h 170008"/>
              <a:gd name="csX64" fmla="*/ 105275 w 113437"/>
              <a:gd name="csY64" fmla="*/ 133469 h 170008"/>
              <a:gd name="csX65" fmla="*/ 107615 w 113437"/>
              <a:gd name="csY65" fmla="*/ 131972 h 170008"/>
              <a:gd name="csX66" fmla="*/ 111693 w 113437"/>
              <a:gd name="csY66" fmla="*/ 128927 h 170008"/>
              <a:gd name="csX67" fmla="*/ 112613 w 113437"/>
              <a:gd name="csY67" fmla="*/ 122191 h 170008"/>
              <a:gd name="csX68" fmla="*/ 97514 w 113437"/>
              <a:gd name="csY68" fmla="*/ 98035 h 170008"/>
              <a:gd name="csX69" fmla="*/ 87552 w 113437"/>
              <a:gd name="csY69" fmla="*/ 102203 h 170008"/>
              <a:gd name="csX70" fmla="*/ 80359 w 113437"/>
              <a:gd name="csY70" fmla="*/ 104057 h 170008"/>
              <a:gd name="csX71" fmla="*/ 56719 w 113437"/>
              <a:gd name="csY71" fmla="*/ 106217 h 170008"/>
              <a:gd name="csX72" fmla="*/ 33077 w 113437"/>
              <a:gd name="csY72" fmla="*/ 104057 h 170008"/>
              <a:gd name="csX73" fmla="*/ 25884 w 113437"/>
              <a:gd name="csY73" fmla="*/ 102203 h 170008"/>
              <a:gd name="csX74" fmla="*/ 15922 w 113437"/>
              <a:gd name="csY74" fmla="*/ 98035 h 170008"/>
              <a:gd name="csX75" fmla="*/ 38996 w 113437"/>
              <a:gd name="csY75" fmla="*/ 151076 h 170008"/>
              <a:gd name="csX76" fmla="*/ 38996 w 113437"/>
              <a:gd name="csY76" fmla="*/ 164685 h 170008"/>
              <a:gd name="csX77" fmla="*/ 44313 w 113437"/>
              <a:gd name="csY77" fmla="*/ 170009 h 170008"/>
              <a:gd name="csX78" fmla="*/ 69123 w 113437"/>
              <a:gd name="csY78" fmla="*/ 170009 h 170008"/>
              <a:gd name="csX79" fmla="*/ 74440 w 113437"/>
              <a:gd name="csY79" fmla="*/ 164685 h 170008"/>
              <a:gd name="csX80" fmla="*/ 74440 w 113437"/>
              <a:gd name="csY80" fmla="*/ 151076 h 170008"/>
              <a:gd name="csX81" fmla="*/ 56719 w 113437"/>
              <a:gd name="csY81" fmla="*/ 152283 h 170008"/>
              <a:gd name="csX82" fmla="*/ 38996 w 113437"/>
              <a:gd name="csY82" fmla="*/ 151076 h 170008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49062" y="0"/>
                  <a:pt x="48124" y="380"/>
                  <a:pt x="47540" y="1131"/>
                </a:cubicBezTo>
                <a:lnTo>
                  <a:pt x="29819" y="23724"/>
                </a:lnTo>
                <a:cubicBezTo>
                  <a:pt x="28922" y="24855"/>
                  <a:pt x="28922" y="26456"/>
                  <a:pt x="29819" y="27577"/>
                </a:cubicBezTo>
                <a:cubicBezTo>
                  <a:pt x="30111" y="27957"/>
                  <a:pt x="30984" y="28917"/>
                  <a:pt x="32861" y="29958"/>
                </a:cubicBezTo>
                <a:cubicBezTo>
                  <a:pt x="33132" y="30108"/>
                  <a:pt x="33403" y="30249"/>
                  <a:pt x="33716" y="30399"/>
                </a:cubicBezTo>
                <a:cubicBezTo>
                  <a:pt x="36719" y="31849"/>
                  <a:pt x="41765" y="33290"/>
                  <a:pt x="50000" y="33290"/>
                </a:cubicBezTo>
                <a:cubicBezTo>
                  <a:pt x="58235" y="33290"/>
                  <a:pt x="63282" y="31849"/>
                  <a:pt x="66284" y="30399"/>
                </a:cubicBezTo>
                <a:cubicBezTo>
                  <a:pt x="66597" y="30249"/>
                  <a:pt x="66868" y="30108"/>
                  <a:pt x="67139" y="29958"/>
                </a:cubicBezTo>
                <a:cubicBezTo>
                  <a:pt x="69015" y="28917"/>
                  <a:pt x="69889" y="27957"/>
                  <a:pt x="70181" y="27577"/>
                </a:cubicBezTo>
                <a:cubicBezTo>
                  <a:pt x="71078" y="26456"/>
                  <a:pt x="71078" y="24855"/>
                  <a:pt x="70181" y="23724"/>
                </a:cubicBezTo>
                <a:lnTo>
                  <a:pt x="52459" y="1131"/>
                </a:lnTo>
                <a:cubicBezTo>
                  <a:pt x="51875" y="380"/>
                  <a:pt x="50938" y="0"/>
                  <a:pt x="50000" y="0"/>
                </a:cubicBezTo>
                <a:close/>
                <a:moveTo>
                  <a:pt x="31465" y="33961"/>
                </a:moveTo>
                <a:lnTo>
                  <a:pt x="23377" y="46718"/>
                </a:lnTo>
                <a:cubicBezTo>
                  <a:pt x="22752" y="47719"/>
                  <a:pt x="22732" y="48969"/>
                  <a:pt x="23336" y="49990"/>
                </a:cubicBezTo>
                <a:cubicBezTo>
                  <a:pt x="23399" y="50091"/>
                  <a:pt x="23543" y="50301"/>
                  <a:pt x="23772" y="50601"/>
                </a:cubicBezTo>
                <a:cubicBezTo>
                  <a:pt x="23876" y="50721"/>
                  <a:pt x="23981" y="50841"/>
                  <a:pt x="24106" y="50971"/>
                </a:cubicBezTo>
                <a:cubicBezTo>
                  <a:pt x="24314" y="51221"/>
                  <a:pt x="24586" y="51491"/>
                  <a:pt x="24921" y="51781"/>
                </a:cubicBezTo>
                <a:cubicBezTo>
                  <a:pt x="25212" y="52052"/>
                  <a:pt x="25566" y="52322"/>
                  <a:pt x="25963" y="52632"/>
                </a:cubicBezTo>
                <a:cubicBezTo>
                  <a:pt x="26004" y="52682"/>
                  <a:pt x="26044" y="52702"/>
                  <a:pt x="26084" y="52722"/>
                </a:cubicBezTo>
                <a:cubicBezTo>
                  <a:pt x="26544" y="53052"/>
                  <a:pt x="27065" y="53392"/>
                  <a:pt x="27649" y="53743"/>
                </a:cubicBezTo>
                <a:cubicBezTo>
                  <a:pt x="27836" y="53853"/>
                  <a:pt x="28047" y="53973"/>
                  <a:pt x="28255" y="54073"/>
                </a:cubicBezTo>
                <a:lnTo>
                  <a:pt x="28255" y="54093"/>
                </a:lnTo>
                <a:cubicBezTo>
                  <a:pt x="32133" y="56204"/>
                  <a:pt x="38804" y="58305"/>
                  <a:pt x="50000" y="58305"/>
                </a:cubicBezTo>
                <a:cubicBezTo>
                  <a:pt x="61196" y="58305"/>
                  <a:pt x="67867" y="56204"/>
                  <a:pt x="71745" y="54093"/>
                </a:cubicBezTo>
                <a:lnTo>
                  <a:pt x="71745" y="54073"/>
                </a:lnTo>
                <a:cubicBezTo>
                  <a:pt x="71953" y="53973"/>
                  <a:pt x="72164" y="53853"/>
                  <a:pt x="72351" y="53743"/>
                </a:cubicBezTo>
                <a:cubicBezTo>
                  <a:pt x="72935" y="53392"/>
                  <a:pt x="73457" y="53052"/>
                  <a:pt x="73915" y="52722"/>
                </a:cubicBezTo>
                <a:cubicBezTo>
                  <a:pt x="73957" y="52702"/>
                  <a:pt x="73995" y="52682"/>
                  <a:pt x="74037" y="52632"/>
                </a:cubicBezTo>
                <a:cubicBezTo>
                  <a:pt x="74433" y="52322"/>
                  <a:pt x="74787" y="52052"/>
                  <a:pt x="75080" y="51781"/>
                </a:cubicBezTo>
                <a:cubicBezTo>
                  <a:pt x="75413" y="51491"/>
                  <a:pt x="75686" y="51221"/>
                  <a:pt x="75894" y="50971"/>
                </a:cubicBezTo>
                <a:cubicBezTo>
                  <a:pt x="76020" y="50841"/>
                  <a:pt x="76124" y="50721"/>
                  <a:pt x="76228" y="50601"/>
                </a:cubicBezTo>
                <a:cubicBezTo>
                  <a:pt x="76457" y="50301"/>
                  <a:pt x="76601" y="50091"/>
                  <a:pt x="76664" y="49990"/>
                </a:cubicBezTo>
                <a:cubicBezTo>
                  <a:pt x="77268" y="48969"/>
                  <a:pt x="77248" y="47719"/>
                  <a:pt x="76623" y="46718"/>
                </a:cubicBezTo>
                <a:lnTo>
                  <a:pt x="68536" y="33961"/>
                </a:lnTo>
                <a:cubicBezTo>
                  <a:pt x="66972" y="34751"/>
                  <a:pt x="64990" y="35521"/>
                  <a:pt x="62510" y="36122"/>
                </a:cubicBezTo>
                <a:cubicBezTo>
                  <a:pt x="61196" y="36462"/>
                  <a:pt x="59717" y="36732"/>
                  <a:pt x="58091" y="36962"/>
                </a:cubicBezTo>
                <a:cubicBezTo>
                  <a:pt x="55735" y="37272"/>
                  <a:pt x="53064" y="37462"/>
                  <a:pt x="50000" y="37462"/>
                </a:cubicBezTo>
                <a:cubicBezTo>
                  <a:pt x="46935" y="37462"/>
                  <a:pt x="44265" y="37272"/>
                  <a:pt x="41909" y="36962"/>
                </a:cubicBezTo>
                <a:cubicBezTo>
                  <a:pt x="40283" y="36732"/>
                  <a:pt x="38804" y="36462"/>
                  <a:pt x="37491" y="36122"/>
                </a:cubicBezTo>
                <a:cubicBezTo>
                  <a:pt x="35010" y="35521"/>
                  <a:pt x="33028" y="34751"/>
                  <a:pt x="31465" y="33961"/>
                </a:cubicBezTo>
                <a:close/>
                <a:moveTo>
                  <a:pt x="26003" y="57665"/>
                </a:moveTo>
                <a:lnTo>
                  <a:pt x="17123" y="71874"/>
                </a:lnTo>
                <a:cubicBezTo>
                  <a:pt x="16310" y="73154"/>
                  <a:pt x="16538" y="74815"/>
                  <a:pt x="17664" y="75836"/>
                </a:cubicBezTo>
                <a:cubicBezTo>
                  <a:pt x="17768" y="75946"/>
                  <a:pt x="18561" y="76646"/>
                  <a:pt x="20062" y="77627"/>
                </a:cubicBezTo>
                <a:cubicBezTo>
                  <a:pt x="20479" y="77897"/>
                  <a:pt x="20939" y="78197"/>
                  <a:pt x="21439" y="78507"/>
                </a:cubicBezTo>
                <a:cubicBezTo>
                  <a:pt x="21626" y="78607"/>
                  <a:pt x="21812" y="78737"/>
                  <a:pt x="22022" y="78838"/>
                </a:cubicBezTo>
                <a:cubicBezTo>
                  <a:pt x="22376" y="79028"/>
                  <a:pt x="22749" y="79238"/>
                  <a:pt x="23145" y="79468"/>
                </a:cubicBezTo>
                <a:cubicBezTo>
                  <a:pt x="23186" y="79488"/>
                  <a:pt x="23229" y="79508"/>
                  <a:pt x="23292" y="79528"/>
                </a:cubicBezTo>
                <a:cubicBezTo>
                  <a:pt x="25543" y="80699"/>
                  <a:pt x="28503" y="81970"/>
                  <a:pt x="32173" y="83030"/>
                </a:cubicBezTo>
                <a:cubicBezTo>
                  <a:pt x="32528" y="83150"/>
                  <a:pt x="32905" y="83240"/>
                  <a:pt x="33301" y="83341"/>
                </a:cubicBezTo>
                <a:cubicBezTo>
                  <a:pt x="34447" y="83631"/>
                  <a:pt x="35657" y="83931"/>
                  <a:pt x="36929" y="84181"/>
                </a:cubicBezTo>
                <a:cubicBezTo>
                  <a:pt x="37283" y="84241"/>
                  <a:pt x="37637" y="84301"/>
                  <a:pt x="38013" y="84381"/>
                </a:cubicBezTo>
                <a:cubicBezTo>
                  <a:pt x="38533" y="84491"/>
                  <a:pt x="39054" y="84571"/>
                  <a:pt x="39575" y="84641"/>
                </a:cubicBezTo>
                <a:cubicBezTo>
                  <a:pt x="42703" y="85121"/>
                  <a:pt x="46163" y="85412"/>
                  <a:pt x="50000" y="85412"/>
                </a:cubicBezTo>
                <a:cubicBezTo>
                  <a:pt x="53836" y="85412"/>
                  <a:pt x="57296" y="85121"/>
                  <a:pt x="60424" y="84641"/>
                </a:cubicBezTo>
                <a:cubicBezTo>
                  <a:pt x="60946" y="84571"/>
                  <a:pt x="61467" y="84491"/>
                  <a:pt x="61988" y="84381"/>
                </a:cubicBezTo>
                <a:cubicBezTo>
                  <a:pt x="62363" y="84301"/>
                  <a:pt x="62717" y="84241"/>
                  <a:pt x="63071" y="84181"/>
                </a:cubicBezTo>
                <a:cubicBezTo>
                  <a:pt x="64343" y="83931"/>
                  <a:pt x="65553" y="83631"/>
                  <a:pt x="66700" y="83341"/>
                </a:cubicBezTo>
                <a:cubicBezTo>
                  <a:pt x="67096" y="83240"/>
                  <a:pt x="67473" y="83150"/>
                  <a:pt x="67828" y="83030"/>
                </a:cubicBezTo>
                <a:cubicBezTo>
                  <a:pt x="71496" y="81970"/>
                  <a:pt x="74456" y="80699"/>
                  <a:pt x="76708" y="79528"/>
                </a:cubicBezTo>
                <a:cubicBezTo>
                  <a:pt x="76771" y="79508"/>
                  <a:pt x="76813" y="79488"/>
                  <a:pt x="76855" y="79468"/>
                </a:cubicBezTo>
                <a:cubicBezTo>
                  <a:pt x="77251" y="79238"/>
                  <a:pt x="77625" y="79028"/>
                  <a:pt x="77979" y="78838"/>
                </a:cubicBezTo>
                <a:cubicBezTo>
                  <a:pt x="78187" y="78737"/>
                  <a:pt x="78373" y="78607"/>
                  <a:pt x="78561" y="78507"/>
                </a:cubicBezTo>
                <a:cubicBezTo>
                  <a:pt x="79062" y="78197"/>
                  <a:pt x="79520" y="77897"/>
                  <a:pt x="79938" y="77627"/>
                </a:cubicBezTo>
                <a:cubicBezTo>
                  <a:pt x="81439" y="76646"/>
                  <a:pt x="82232" y="75946"/>
                  <a:pt x="82336" y="75836"/>
                </a:cubicBezTo>
                <a:cubicBezTo>
                  <a:pt x="83462" y="74815"/>
                  <a:pt x="83690" y="73154"/>
                  <a:pt x="82878" y="71874"/>
                </a:cubicBezTo>
                <a:lnTo>
                  <a:pt x="73996" y="57665"/>
                </a:lnTo>
                <a:cubicBezTo>
                  <a:pt x="72433" y="58535"/>
                  <a:pt x="70492" y="59386"/>
                  <a:pt x="68136" y="60117"/>
                </a:cubicBezTo>
                <a:cubicBezTo>
                  <a:pt x="66865" y="60517"/>
                  <a:pt x="65449" y="60897"/>
                  <a:pt x="63906" y="61207"/>
                </a:cubicBezTo>
                <a:cubicBezTo>
                  <a:pt x="60153" y="61978"/>
                  <a:pt x="55567" y="62478"/>
                  <a:pt x="50000" y="62478"/>
                </a:cubicBezTo>
                <a:cubicBezTo>
                  <a:pt x="44433" y="62478"/>
                  <a:pt x="39847" y="61978"/>
                  <a:pt x="36094" y="61207"/>
                </a:cubicBezTo>
                <a:cubicBezTo>
                  <a:pt x="34551" y="60897"/>
                  <a:pt x="33135" y="60517"/>
                  <a:pt x="31863" y="60117"/>
                </a:cubicBezTo>
                <a:cubicBezTo>
                  <a:pt x="29507" y="59386"/>
                  <a:pt x="27568" y="58535"/>
                  <a:pt x="26003" y="57665"/>
                </a:cubicBezTo>
                <a:close/>
                <a:moveTo>
                  <a:pt x="39575" y="88864"/>
                </a:moveTo>
                <a:lnTo>
                  <a:pt x="39575" y="96869"/>
                </a:lnTo>
                <a:cubicBezTo>
                  <a:pt x="39575" y="98599"/>
                  <a:pt x="40972" y="100001"/>
                  <a:pt x="42703" y="100001"/>
                </a:cubicBezTo>
                <a:lnTo>
                  <a:pt x="57296" y="100001"/>
                </a:lnTo>
                <a:cubicBezTo>
                  <a:pt x="59028" y="100001"/>
                  <a:pt x="60424" y="98599"/>
                  <a:pt x="60424" y="96869"/>
                </a:cubicBezTo>
                <a:lnTo>
                  <a:pt x="60424" y="88864"/>
                </a:lnTo>
                <a:cubicBezTo>
                  <a:pt x="57276" y="89304"/>
                  <a:pt x="53794" y="89574"/>
                  <a:pt x="50000" y="89574"/>
                </a:cubicBezTo>
                <a:cubicBezTo>
                  <a:pt x="46205" y="89574"/>
                  <a:pt x="42724" y="89304"/>
                  <a:pt x="39575" y="8886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8" name="Белый — SVG 6">
            <a:extLst>
              <a:ext uri="{FF2B5EF4-FFF2-40B4-BE49-F238E27FC236}">
                <a16:creationId xmlns:a16="http://schemas.microsoft.com/office/drawing/2014/main" id="{1FF837D5-B46A-D045-878B-50505F8F7750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155386 w 155951"/>
              <a:gd name="csY0" fmla="*/ 73811 h 155923"/>
              <a:gd name="csX1" fmla="*/ 132350 w 155951"/>
              <a:gd name="csY1" fmla="*/ 27745 h 155923"/>
              <a:gd name="csX2" fmla="*/ 129968 w 155951"/>
              <a:gd name="csY2" fmla="*/ 25364 h 155923"/>
              <a:gd name="csX3" fmla="*/ 80357 w 155951"/>
              <a:gd name="csY3" fmla="*/ 561 h 155923"/>
              <a:gd name="csX4" fmla="*/ 75593 w 155951"/>
              <a:gd name="csY4" fmla="*/ 561 h 155923"/>
              <a:gd name="csX5" fmla="*/ 25982 w 155951"/>
              <a:gd name="csY5" fmla="*/ 25364 h 155923"/>
              <a:gd name="csX6" fmla="*/ 23600 w 155951"/>
              <a:gd name="csY6" fmla="*/ 27745 h 155923"/>
              <a:gd name="csX7" fmla="*/ 564 w 155951"/>
              <a:gd name="csY7" fmla="*/ 73811 h 155923"/>
              <a:gd name="csX8" fmla="*/ 785 w 155951"/>
              <a:gd name="csY8" fmla="*/ 78983 h 155923"/>
              <a:gd name="csX9" fmla="*/ 5310 w 155951"/>
              <a:gd name="csY9" fmla="*/ 81500 h 155923"/>
              <a:gd name="csX10" fmla="*/ 12405 w 155951"/>
              <a:gd name="csY10" fmla="*/ 81500 h 155923"/>
              <a:gd name="csX11" fmla="*/ 12405 w 155951"/>
              <a:gd name="csY11" fmla="*/ 150616 h 155923"/>
              <a:gd name="csX12" fmla="*/ 17713 w 155951"/>
              <a:gd name="csY12" fmla="*/ 155924 h 155923"/>
              <a:gd name="csX13" fmla="*/ 138236 w 155951"/>
              <a:gd name="csY13" fmla="*/ 155924 h 155923"/>
              <a:gd name="csX14" fmla="*/ 143544 w 155951"/>
              <a:gd name="csY14" fmla="*/ 150616 h 155923"/>
              <a:gd name="csX15" fmla="*/ 143544 w 155951"/>
              <a:gd name="csY15" fmla="*/ 81500 h 155923"/>
              <a:gd name="csX16" fmla="*/ 150639 w 155951"/>
              <a:gd name="csY16" fmla="*/ 81500 h 155923"/>
              <a:gd name="csX17" fmla="*/ 155182 w 155951"/>
              <a:gd name="csY17" fmla="*/ 78983 h 155923"/>
              <a:gd name="csX18" fmla="*/ 155386 w 155951"/>
              <a:gd name="csY18" fmla="*/ 73811 h 155923"/>
              <a:gd name="csX19" fmla="*/ 42536 w 155951"/>
              <a:gd name="csY19" fmla="*/ 93969 h 155923"/>
              <a:gd name="csX20" fmla="*/ 70030 w 155951"/>
              <a:gd name="csY20" fmla="*/ 118721 h 155923"/>
              <a:gd name="csX21" fmla="*/ 42536 w 155951"/>
              <a:gd name="csY21" fmla="*/ 143455 h 155923"/>
              <a:gd name="csX22" fmla="*/ 42536 w 155951"/>
              <a:gd name="csY22" fmla="*/ 93969 h 155923"/>
              <a:gd name="csX23" fmla="*/ 50481 w 155951"/>
              <a:gd name="csY23" fmla="*/ 86825 h 155923"/>
              <a:gd name="csX24" fmla="*/ 105468 w 155951"/>
              <a:gd name="csY24" fmla="*/ 86825 h 155923"/>
              <a:gd name="csX25" fmla="*/ 77975 w 155951"/>
              <a:gd name="csY25" fmla="*/ 111559 h 155923"/>
              <a:gd name="csX26" fmla="*/ 50481 w 155951"/>
              <a:gd name="csY26" fmla="*/ 86825 h 155923"/>
              <a:gd name="csX27" fmla="*/ 77975 w 155951"/>
              <a:gd name="csY27" fmla="*/ 125865 h 155923"/>
              <a:gd name="csX28" fmla="*/ 101538 w 155951"/>
              <a:gd name="csY28" fmla="*/ 147061 h 155923"/>
              <a:gd name="csX29" fmla="*/ 54411 w 155951"/>
              <a:gd name="csY29" fmla="*/ 147061 h 155923"/>
              <a:gd name="csX30" fmla="*/ 77975 w 155951"/>
              <a:gd name="csY30" fmla="*/ 125865 h 155923"/>
              <a:gd name="csX31" fmla="*/ 85920 w 155951"/>
              <a:gd name="csY31" fmla="*/ 118721 h 155923"/>
              <a:gd name="csX32" fmla="*/ 113414 w 155951"/>
              <a:gd name="csY32" fmla="*/ 93969 h 155923"/>
              <a:gd name="csX33" fmla="*/ 113414 w 155951"/>
              <a:gd name="csY33" fmla="*/ 143455 h 155923"/>
              <a:gd name="csX34" fmla="*/ 85920 w 155951"/>
              <a:gd name="csY34" fmla="*/ 118721 h 155923"/>
              <a:gd name="csX35" fmla="*/ 65572 w 155951"/>
              <a:gd name="csY35" fmla="*/ 40742 h 155923"/>
              <a:gd name="csX36" fmla="*/ 69111 w 155951"/>
              <a:gd name="csY36" fmla="*/ 37203 h 155923"/>
              <a:gd name="csX37" fmla="*/ 86839 w 155951"/>
              <a:gd name="csY37" fmla="*/ 37203 h 155923"/>
              <a:gd name="csX38" fmla="*/ 90378 w 155951"/>
              <a:gd name="csY38" fmla="*/ 40742 h 155923"/>
              <a:gd name="csX39" fmla="*/ 90378 w 155951"/>
              <a:gd name="csY39" fmla="*/ 58467 h 155923"/>
              <a:gd name="csX40" fmla="*/ 86839 w 155951"/>
              <a:gd name="csY40" fmla="*/ 62005 h 155923"/>
              <a:gd name="csX41" fmla="*/ 69111 w 155951"/>
              <a:gd name="csY41" fmla="*/ 62005 h 155923"/>
              <a:gd name="csX42" fmla="*/ 65572 w 155951"/>
              <a:gd name="csY42" fmla="*/ 58467 h 155923"/>
              <a:gd name="csX43" fmla="*/ 65572 w 155951"/>
              <a:gd name="csY43" fmla="*/ 40742 h 155923"/>
            </a:gdLst>
            <a:ahLst/>
            <a:cxnLst/>
            <a:rect l="l" t="t" r="r" b="b"/>
            <a:pathLst>
              <a:path w="100000" h="100000">
                <a:moveTo>
                  <a:pt x="99638" y="47339"/>
                </a:moveTo>
                <a:lnTo>
                  <a:pt x="84866" y="17800"/>
                </a:lnTo>
                <a:cubicBezTo>
                  <a:pt x="84550" y="17134"/>
                  <a:pt x="84005" y="16589"/>
                  <a:pt x="83339" y="16273"/>
                </a:cubicBezTo>
                <a:lnTo>
                  <a:pt x="51527" y="369"/>
                </a:lnTo>
                <a:cubicBezTo>
                  <a:pt x="50567" y="-111"/>
                  <a:pt x="49432" y="-111"/>
                  <a:pt x="48472" y="369"/>
                </a:cubicBezTo>
                <a:lnTo>
                  <a:pt x="16660" y="16273"/>
                </a:lnTo>
                <a:cubicBezTo>
                  <a:pt x="15995" y="16589"/>
                  <a:pt x="15449" y="17134"/>
                  <a:pt x="15133" y="17800"/>
                </a:cubicBezTo>
                <a:lnTo>
                  <a:pt x="362" y="47339"/>
                </a:lnTo>
                <a:cubicBezTo>
                  <a:pt x="-162" y="48386"/>
                  <a:pt x="-119" y="49662"/>
                  <a:pt x="503" y="50655"/>
                </a:cubicBezTo>
                <a:cubicBezTo>
                  <a:pt x="1136" y="51659"/>
                  <a:pt x="2227" y="52269"/>
                  <a:pt x="3405" y="52269"/>
                </a:cubicBezTo>
                <a:lnTo>
                  <a:pt x="7954" y="52269"/>
                </a:lnTo>
                <a:lnTo>
                  <a:pt x="7954" y="96588"/>
                </a:lnTo>
                <a:cubicBezTo>
                  <a:pt x="7954" y="98475"/>
                  <a:pt x="9471" y="99992"/>
                  <a:pt x="11358" y="99992"/>
                </a:cubicBezTo>
                <a:lnTo>
                  <a:pt x="88641" y="99992"/>
                </a:lnTo>
                <a:cubicBezTo>
                  <a:pt x="90528" y="99992"/>
                  <a:pt x="92044" y="98475"/>
                  <a:pt x="92044" y="96588"/>
                </a:cubicBezTo>
                <a:lnTo>
                  <a:pt x="92044" y="52269"/>
                </a:lnTo>
                <a:lnTo>
                  <a:pt x="96594" y="52269"/>
                </a:lnTo>
                <a:cubicBezTo>
                  <a:pt x="97772" y="52269"/>
                  <a:pt x="98863" y="51659"/>
                  <a:pt x="99507" y="50655"/>
                </a:cubicBezTo>
                <a:cubicBezTo>
                  <a:pt x="100117" y="49662"/>
                  <a:pt x="100162" y="48386"/>
                  <a:pt x="99638" y="47339"/>
                </a:cubicBezTo>
                <a:close/>
                <a:moveTo>
                  <a:pt x="27275" y="60264"/>
                </a:moveTo>
                <a:lnTo>
                  <a:pt x="44905" y="76136"/>
                </a:lnTo>
                <a:lnTo>
                  <a:pt x="27275" y="91996"/>
                </a:lnTo>
                <a:lnTo>
                  <a:pt x="27275" y="60264"/>
                </a:lnTo>
                <a:close/>
                <a:moveTo>
                  <a:pt x="32370" y="55684"/>
                </a:moveTo>
                <a:lnTo>
                  <a:pt x="67629" y="55684"/>
                </a:lnTo>
                <a:lnTo>
                  <a:pt x="50000" y="71544"/>
                </a:lnTo>
                <a:lnTo>
                  <a:pt x="32370" y="55684"/>
                </a:lnTo>
                <a:close/>
                <a:moveTo>
                  <a:pt x="50000" y="80717"/>
                </a:moveTo>
                <a:lnTo>
                  <a:pt x="65109" y="94308"/>
                </a:lnTo>
                <a:lnTo>
                  <a:pt x="34890" y="94308"/>
                </a:lnTo>
                <a:lnTo>
                  <a:pt x="50000" y="80717"/>
                </a:lnTo>
                <a:close/>
                <a:moveTo>
                  <a:pt x="55094" y="76136"/>
                </a:moveTo>
                <a:lnTo>
                  <a:pt x="72724" y="60264"/>
                </a:lnTo>
                <a:lnTo>
                  <a:pt x="72724" y="91996"/>
                </a:lnTo>
                <a:lnTo>
                  <a:pt x="55094" y="76136"/>
                </a:lnTo>
                <a:close/>
                <a:moveTo>
                  <a:pt x="42047" y="26134"/>
                </a:moveTo>
                <a:cubicBezTo>
                  <a:pt x="42047" y="24890"/>
                  <a:pt x="43072" y="23865"/>
                  <a:pt x="44316" y="23865"/>
                </a:cubicBezTo>
                <a:lnTo>
                  <a:pt x="55684" y="23865"/>
                </a:lnTo>
                <a:cubicBezTo>
                  <a:pt x="56927" y="23865"/>
                  <a:pt x="57953" y="24890"/>
                  <a:pt x="57953" y="26134"/>
                </a:cubicBezTo>
                <a:lnTo>
                  <a:pt x="57953" y="37500"/>
                </a:lnTo>
                <a:cubicBezTo>
                  <a:pt x="57953" y="38754"/>
                  <a:pt x="56927" y="39768"/>
                  <a:pt x="55684" y="39768"/>
                </a:cubicBezTo>
                <a:lnTo>
                  <a:pt x="44316" y="39768"/>
                </a:lnTo>
                <a:cubicBezTo>
                  <a:pt x="43072" y="39768"/>
                  <a:pt x="42047" y="38754"/>
                  <a:pt x="42047" y="37500"/>
                </a:cubicBezTo>
                <a:lnTo>
                  <a:pt x="42047" y="2613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9" name="Белый — SVG 7">
            <a:extLst>
              <a:ext uri="{FF2B5EF4-FFF2-40B4-BE49-F238E27FC236}">
                <a16:creationId xmlns:a16="http://schemas.microsoft.com/office/drawing/2014/main" id="{613BB695-72A9-954F-A86A-8893D6D7CE5F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9408 w 127647"/>
              <a:gd name="csY0" fmla="*/ 66267 h 145834"/>
              <a:gd name="csX1" fmla="*/ 118192 w 127647"/>
              <a:gd name="csY1" fmla="*/ 66267 h 145834"/>
              <a:gd name="csX2" fmla="*/ 127175 w 127647"/>
              <a:gd name="csY2" fmla="*/ 45327 h 145834"/>
              <a:gd name="csX3" fmla="*/ 126716 w 127647"/>
              <a:gd name="csY3" fmla="*/ 40308 h 145834"/>
              <a:gd name="csX4" fmla="*/ 122276 w 127647"/>
              <a:gd name="csY4" fmla="*/ 37910 h 145834"/>
              <a:gd name="csX5" fmla="*/ 116525 w 127647"/>
              <a:gd name="csY5" fmla="*/ 37910 h 145834"/>
              <a:gd name="csX6" fmla="*/ 115640 w 127647"/>
              <a:gd name="csY6" fmla="*/ 36209 h 145834"/>
              <a:gd name="csX7" fmla="*/ 95820 w 127647"/>
              <a:gd name="csY7" fmla="*/ 11066 h 145834"/>
              <a:gd name="csX8" fmla="*/ 85101 w 127647"/>
              <a:gd name="csY8" fmla="*/ 5470 h 145834"/>
              <a:gd name="csX9" fmla="*/ 73804 w 127647"/>
              <a:gd name="csY9" fmla="*/ 9774 h 145834"/>
              <a:gd name="csX10" fmla="*/ 67968 w 127647"/>
              <a:gd name="csY10" fmla="*/ 9774 h 145834"/>
              <a:gd name="csX11" fmla="*/ 62524 w 127647"/>
              <a:gd name="csY11" fmla="*/ 4313 h 145834"/>
              <a:gd name="csX12" fmla="*/ 51363 w 127647"/>
              <a:gd name="csY12" fmla="*/ 26 h 145834"/>
              <a:gd name="csX13" fmla="*/ 40679 w 127647"/>
              <a:gd name="csY13" fmla="*/ 5402 h 145834"/>
              <a:gd name="csX14" fmla="*/ 15380 w 127647"/>
              <a:gd name="csY14" fmla="*/ 36328 h 145834"/>
              <a:gd name="csX15" fmla="*/ 14495 w 127647"/>
              <a:gd name="csY15" fmla="*/ 37927 h 145834"/>
              <a:gd name="csX16" fmla="*/ 5308 w 127647"/>
              <a:gd name="csY16" fmla="*/ 37927 h 145834"/>
              <a:gd name="csX17" fmla="*/ 885 w 127647"/>
              <a:gd name="csY17" fmla="*/ 40308 h 145834"/>
              <a:gd name="csX18" fmla="*/ 425 w 127647"/>
              <a:gd name="csY18" fmla="*/ 45327 h 145834"/>
              <a:gd name="csX19" fmla="*/ 9408 w 127647"/>
              <a:gd name="csY19" fmla="*/ 66267 h 145834"/>
              <a:gd name="csX20" fmla="*/ 48914 w 127647"/>
              <a:gd name="csY20" fmla="*/ 12138 h 145834"/>
              <a:gd name="csX21" fmla="*/ 51891 w 127647"/>
              <a:gd name="csY21" fmla="*/ 10641 h 145834"/>
              <a:gd name="csX22" fmla="*/ 55004 w 127647"/>
              <a:gd name="csY22" fmla="*/ 11832 h 145834"/>
              <a:gd name="csX23" fmla="*/ 60466 w 127647"/>
              <a:gd name="csY23" fmla="*/ 17293 h 145834"/>
              <a:gd name="csX24" fmla="*/ 81324 w 127647"/>
              <a:gd name="csY24" fmla="*/ 17293 h 145834"/>
              <a:gd name="csX25" fmla="*/ 84471 w 127647"/>
              <a:gd name="csY25" fmla="*/ 16085 h 145834"/>
              <a:gd name="csX26" fmla="*/ 87466 w 127647"/>
              <a:gd name="csY26" fmla="*/ 17650 h 145834"/>
              <a:gd name="csX27" fmla="*/ 103442 w 127647"/>
              <a:gd name="csY27" fmla="*/ 37910 h 145834"/>
              <a:gd name="csX28" fmla="*/ 27817 w 127647"/>
              <a:gd name="csY28" fmla="*/ 37910 h 145834"/>
              <a:gd name="csX29" fmla="*/ 48914 w 127647"/>
              <a:gd name="csY29" fmla="*/ 12138 h 145834"/>
              <a:gd name="csX30" fmla="*/ 118141 w 127647"/>
              <a:gd name="csY30" fmla="*/ 73361 h 145834"/>
              <a:gd name="csX31" fmla="*/ 9391 w 127647"/>
              <a:gd name="csY31" fmla="*/ 73361 h 145834"/>
              <a:gd name="csX32" fmla="*/ 0 w 127647"/>
              <a:gd name="csY32" fmla="*/ 126351 h 145834"/>
              <a:gd name="csX33" fmla="*/ 6618 w 127647"/>
              <a:gd name="csY33" fmla="*/ 140980 h 145834"/>
              <a:gd name="csX34" fmla="*/ 19497 w 127647"/>
              <a:gd name="csY34" fmla="*/ 145828 h 145834"/>
              <a:gd name="csX35" fmla="*/ 21998 w 127647"/>
              <a:gd name="csY35" fmla="*/ 145675 h 145834"/>
              <a:gd name="csX36" fmla="*/ 56399 w 127647"/>
              <a:gd name="csY36" fmla="*/ 141235 h 145834"/>
              <a:gd name="csX37" fmla="*/ 71201 w 127647"/>
              <a:gd name="csY37" fmla="*/ 141235 h 145834"/>
              <a:gd name="csX38" fmla="*/ 105619 w 127647"/>
              <a:gd name="csY38" fmla="*/ 145675 h 145834"/>
              <a:gd name="csX39" fmla="*/ 122037 w 127647"/>
              <a:gd name="csY39" fmla="*/ 140266 h 145834"/>
              <a:gd name="csX40" fmla="*/ 127584 w 127647"/>
              <a:gd name="csY40" fmla="*/ 125874 h 145834"/>
              <a:gd name="csX41" fmla="*/ 118141 w 127647"/>
              <a:gd name="csY41" fmla="*/ 73361 h 145834"/>
            </a:gdLst>
            <a:ahLst/>
            <a:cxnLst/>
            <a:rect l="l" t="t" r="r" b="b"/>
            <a:pathLst>
              <a:path w="100000" h="100000">
                <a:moveTo>
                  <a:pt x="12687" y="45440"/>
                </a:moveTo>
                <a:lnTo>
                  <a:pt x="87281" y="45440"/>
                </a:lnTo>
                <a:lnTo>
                  <a:pt x="93441" y="31081"/>
                </a:lnTo>
                <a:cubicBezTo>
                  <a:pt x="93919" y="29950"/>
                  <a:pt x="93803" y="28666"/>
                  <a:pt x="93126" y="27640"/>
                </a:cubicBezTo>
                <a:cubicBezTo>
                  <a:pt x="92461" y="26613"/>
                  <a:pt x="91306" y="25995"/>
                  <a:pt x="90082" y="25995"/>
                </a:cubicBezTo>
                <a:lnTo>
                  <a:pt x="86138" y="25995"/>
                </a:lnTo>
                <a:cubicBezTo>
                  <a:pt x="86009" y="25587"/>
                  <a:pt x="85811" y="25190"/>
                  <a:pt x="85531" y="24829"/>
                </a:cubicBezTo>
                <a:lnTo>
                  <a:pt x="71940" y="7588"/>
                </a:lnTo>
                <a:cubicBezTo>
                  <a:pt x="70155" y="5325"/>
                  <a:pt x="67472" y="3926"/>
                  <a:pt x="64590" y="3751"/>
                </a:cubicBezTo>
                <a:cubicBezTo>
                  <a:pt x="61697" y="3599"/>
                  <a:pt x="58885" y="4661"/>
                  <a:pt x="56844" y="6702"/>
                </a:cubicBezTo>
                <a:cubicBezTo>
                  <a:pt x="55736" y="7799"/>
                  <a:pt x="53951" y="7799"/>
                  <a:pt x="52842" y="6702"/>
                </a:cubicBezTo>
                <a:lnTo>
                  <a:pt x="49109" y="2957"/>
                </a:lnTo>
                <a:cubicBezTo>
                  <a:pt x="47091" y="951"/>
                  <a:pt x="44279" y="-157"/>
                  <a:pt x="41456" y="18"/>
                </a:cubicBezTo>
                <a:cubicBezTo>
                  <a:pt x="38609" y="158"/>
                  <a:pt x="35938" y="1500"/>
                  <a:pt x="34130" y="3704"/>
                </a:cubicBezTo>
                <a:lnTo>
                  <a:pt x="16782" y="24911"/>
                </a:lnTo>
                <a:cubicBezTo>
                  <a:pt x="16502" y="25249"/>
                  <a:pt x="16315" y="25622"/>
                  <a:pt x="16175" y="26007"/>
                </a:cubicBezTo>
                <a:lnTo>
                  <a:pt x="9875" y="26007"/>
                </a:lnTo>
                <a:cubicBezTo>
                  <a:pt x="8651" y="26007"/>
                  <a:pt x="7508" y="26613"/>
                  <a:pt x="6842" y="27640"/>
                </a:cubicBezTo>
                <a:cubicBezTo>
                  <a:pt x="6166" y="28666"/>
                  <a:pt x="6049" y="29961"/>
                  <a:pt x="6527" y="31081"/>
                </a:cubicBezTo>
                <a:lnTo>
                  <a:pt x="12687" y="45440"/>
                </a:lnTo>
                <a:close/>
                <a:moveTo>
                  <a:pt x="39776" y="8323"/>
                </a:moveTo>
                <a:cubicBezTo>
                  <a:pt x="40289" y="7694"/>
                  <a:pt x="41013" y="7332"/>
                  <a:pt x="41818" y="7297"/>
                </a:cubicBezTo>
                <a:cubicBezTo>
                  <a:pt x="42623" y="7250"/>
                  <a:pt x="43381" y="7541"/>
                  <a:pt x="43952" y="8113"/>
                </a:cubicBezTo>
                <a:lnTo>
                  <a:pt x="47698" y="11858"/>
                </a:lnTo>
                <a:cubicBezTo>
                  <a:pt x="51641" y="15800"/>
                  <a:pt x="58057" y="15800"/>
                  <a:pt x="62000" y="11858"/>
                </a:cubicBezTo>
                <a:cubicBezTo>
                  <a:pt x="62782" y="11076"/>
                  <a:pt x="63692" y="11006"/>
                  <a:pt x="64158" y="11030"/>
                </a:cubicBezTo>
                <a:cubicBezTo>
                  <a:pt x="64637" y="11065"/>
                  <a:pt x="65523" y="11239"/>
                  <a:pt x="66212" y="12103"/>
                </a:cubicBezTo>
                <a:lnTo>
                  <a:pt x="77167" y="25995"/>
                </a:lnTo>
                <a:lnTo>
                  <a:pt x="25310" y="25995"/>
                </a:lnTo>
                <a:lnTo>
                  <a:pt x="39776" y="8323"/>
                </a:lnTo>
                <a:close/>
                <a:moveTo>
                  <a:pt x="87246" y="50304"/>
                </a:moveTo>
                <a:lnTo>
                  <a:pt x="12675" y="50304"/>
                </a:lnTo>
                <a:cubicBezTo>
                  <a:pt x="10645" y="59986"/>
                  <a:pt x="6236" y="81601"/>
                  <a:pt x="6236" y="86640"/>
                </a:cubicBezTo>
                <a:cubicBezTo>
                  <a:pt x="6236" y="90478"/>
                  <a:pt x="7892" y="94129"/>
                  <a:pt x="10774" y="96672"/>
                </a:cubicBezTo>
                <a:cubicBezTo>
                  <a:pt x="13235" y="98829"/>
                  <a:pt x="16374" y="99996"/>
                  <a:pt x="19605" y="99996"/>
                </a:cubicBezTo>
                <a:cubicBezTo>
                  <a:pt x="20177" y="99996"/>
                  <a:pt x="20749" y="99961"/>
                  <a:pt x="21320" y="99891"/>
                </a:cubicBezTo>
                <a:lnTo>
                  <a:pt x="44909" y="96846"/>
                </a:lnTo>
                <a:cubicBezTo>
                  <a:pt x="46671" y="96625"/>
                  <a:pt x="53309" y="96625"/>
                  <a:pt x="55059" y="96846"/>
                </a:cubicBezTo>
                <a:lnTo>
                  <a:pt x="78660" y="99891"/>
                </a:lnTo>
                <a:cubicBezTo>
                  <a:pt x="82731" y="100416"/>
                  <a:pt x="86943" y="99028"/>
                  <a:pt x="89918" y="96182"/>
                </a:cubicBezTo>
                <a:cubicBezTo>
                  <a:pt x="92647" y="93557"/>
                  <a:pt x="94036" y="89965"/>
                  <a:pt x="93721" y="86313"/>
                </a:cubicBezTo>
                <a:cubicBezTo>
                  <a:pt x="93231" y="80656"/>
                  <a:pt x="89089" y="59566"/>
                  <a:pt x="87246" y="503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0" name="Белый — SVG 8">
            <a:extLst>
              <a:ext uri="{FF2B5EF4-FFF2-40B4-BE49-F238E27FC236}">
                <a16:creationId xmlns:a16="http://schemas.microsoft.com/office/drawing/2014/main" id="{FC93E8F3-2D87-BB44-9BEF-ED3DC33D40D4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108188 w 148867"/>
              <a:gd name="csY0" fmla="*/ 6 h 145314"/>
              <a:gd name="csX1" fmla="*/ 84165 w 148867"/>
              <a:gd name="csY1" fmla="*/ 11539 h 145314"/>
              <a:gd name="csX2" fmla="*/ 67339 w 148867"/>
              <a:gd name="csY2" fmla="*/ 35457 h 145314"/>
              <a:gd name="csX3" fmla="*/ 67339 w 148867"/>
              <a:gd name="csY3" fmla="*/ 70891 h 145314"/>
              <a:gd name="csX4" fmla="*/ 60261 w 148867"/>
              <a:gd name="csY4" fmla="*/ 70891 h 145314"/>
              <a:gd name="csX5" fmla="*/ 60261 w 148867"/>
              <a:gd name="csY5" fmla="*/ 83292 h 145314"/>
              <a:gd name="csX6" fmla="*/ 47842 w 148867"/>
              <a:gd name="csY6" fmla="*/ 95693 h 145314"/>
              <a:gd name="csX7" fmla="*/ 38995 w 148867"/>
              <a:gd name="csY7" fmla="*/ 95693 h 145314"/>
              <a:gd name="csX8" fmla="*/ 38995 w 148867"/>
              <a:gd name="csY8" fmla="*/ 98109 h 145314"/>
              <a:gd name="csX9" fmla="*/ 42534 w 148867"/>
              <a:gd name="csY9" fmla="*/ 108111 h 145314"/>
              <a:gd name="csX10" fmla="*/ 42534 w 148867"/>
              <a:gd name="csY10" fmla="*/ 136452 h 145314"/>
              <a:gd name="csX11" fmla="*/ 39828 w 148867"/>
              <a:gd name="csY11" fmla="*/ 145315 h 145314"/>
              <a:gd name="csX12" fmla="*/ 91872 w 148867"/>
              <a:gd name="csY12" fmla="*/ 145315 h 145314"/>
              <a:gd name="csX13" fmla="*/ 111250 w 148867"/>
              <a:gd name="csY13" fmla="*/ 127980 h 145314"/>
              <a:gd name="csX14" fmla="*/ 116406 w 148867"/>
              <a:gd name="csY14" fmla="*/ 81523 h 145314"/>
              <a:gd name="csX15" fmla="*/ 118737 w 148867"/>
              <a:gd name="csY15" fmla="*/ 81523 h 145314"/>
              <a:gd name="csX16" fmla="*/ 124062 w 148867"/>
              <a:gd name="csY16" fmla="*/ 76216 h 145314"/>
              <a:gd name="csX17" fmla="*/ 118737 w 148867"/>
              <a:gd name="csY17" fmla="*/ 70891 h 145314"/>
              <a:gd name="csX18" fmla="*/ 77973 w 148867"/>
              <a:gd name="csY18" fmla="*/ 70891 h 145314"/>
              <a:gd name="csX19" fmla="*/ 77973 w 148867"/>
              <a:gd name="csY19" fmla="*/ 62028 h 145314"/>
              <a:gd name="csX20" fmla="*/ 77973 w 148867"/>
              <a:gd name="csY20" fmla="*/ 35457 h 145314"/>
              <a:gd name="csX21" fmla="*/ 90375 w 148867"/>
              <a:gd name="csY21" fmla="*/ 21270 h 145314"/>
              <a:gd name="csX22" fmla="*/ 115385 w 148867"/>
              <a:gd name="csY22" fmla="*/ 28959 h 145314"/>
              <a:gd name="csX23" fmla="*/ 116372 w 148867"/>
              <a:gd name="csY23" fmla="*/ 33875 h 145314"/>
              <a:gd name="csX24" fmla="*/ 111455 w 148867"/>
              <a:gd name="csY24" fmla="*/ 34862 h 145314"/>
              <a:gd name="csX25" fmla="*/ 90375 w 148867"/>
              <a:gd name="csY25" fmla="*/ 28363 h 145314"/>
              <a:gd name="csX26" fmla="*/ 85067 w 148867"/>
              <a:gd name="csY26" fmla="*/ 35457 h 145314"/>
              <a:gd name="csX27" fmla="*/ 85067 w 148867"/>
              <a:gd name="csY27" fmla="*/ 39012 h 145314"/>
              <a:gd name="csX28" fmla="*/ 94220 w 148867"/>
              <a:gd name="csY28" fmla="*/ 53693 h 145314"/>
              <a:gd name="csX29" fmla="*/ 108103 w 148867"/>
              <a:gd name="csY29" fmla="*/ 56721 h 145314"/>
              <a:gd name="csX30" fmla="*/ 123960 w 148867"/>
              <a:gd name="csY30" fmla="*/ 52417 h 145314"/>
              <a:gd name="csX31" fmla="*/ 132909 w 148867"/>
              <a:gd name="csY31" fmla="*/ 49627 h 145314"/>
              <a:gd name="csX32" fmla="*/ 140599 w 148867"/>
              <a:gd name="csY32" fmla="*/ 52281 h 145314"/>
              <a:gd name="csX33" fmla="*/ 146060 w 148867"/>
              <a:gd name="csY33" fmla="*/ 52536 h 145314"/>
              <a:gd name="csX34" fmla="*/ 148867 w 148867"/>
              <a:gd name="csY34" fmla="*/ 47858 h 145314"/>
              <a:gd name="csX35" fmla="*/ 108188 w 148867"/>
              <a:gd name="csY35" fmla="*/ 6 h 145314"/>
              <a:gd name="csX36" fmla="*/ 26575 w 148867"/>
              <a:gd name="csY36" fmla="*/ 3561 h 145314"/>
              <a:gd name="csX37" fmla="*/ 24533 w 148867"/>
              <a:gd name="csY37" fmla="*/ 3969 h 145314"/>
              <a:gd name="csX38" fmla="*/ 0 w 148867"/>
              <a:gd name="csY38" fmla="*/ 40764 h 145314"/>
              <a:gd name="csX39" fmla="*/ 0 w 148867"/>
              <a:gd name="csY39" fmla="*/ 83292 h 145314"/>
              <a:gd name="csX40" fmla="*/ 5308 w 148867"/>
              <a:gd name="csY40" fmla="*/ 88617 h 145314"/>
              <a:gd name="csX41" fmla="*/ 21267 w 148867"/>
              <a:gd name="csY41" fmla="*/ 88617 h 145314"/>
              <a:gd name="csX42" fmla="*/ 21267 w 148867"/>
              <a:gd name="csY42" fmla="*/ 67353 h 145314"/>
              <a:gd name="csX43" fmla="*/ 26575 w 148867"/>
              <a:gd name="csY43" fmla="*/ 62028 h 145314"/>
              <a:gd name="csX44" fmla="*/ 31900 w 148867"/>
              <a:gd name="csY44" fmla="*/ 67353 h 145314"/>
              <a:gd name="csX45" fmla="*/ 31900 w 148867"/>
              <a:gd name="csY45" fmla="*/ 88617 h 145314"/>
              <a:gd name="csX46" fmla="*/ 47842 w 148867"/>
              <a:gd name="csY46" fmla="*/ 88617 h 145314"/>
              <a:gd name="csX47" fmla="*/ 53167 w 148867"/>
              <a:gd name="csY47" fmla="*/ 83292 h 145314"/>
              <a:gd name="csX48" fmla="*/ 53167 w 148867"/>
              <a:gd name="csY48" fmla="*/ 40764 h 145314"/>
              <a:gd name="csX49" fmla="*/ 28634 w 148867"/>
              <a:gd name="csY49" fmla="*/ 3969 h 145314"/>
              <a:gd name="csX50" fmla="*/ 26575 w 148867"/>
              <a:gd name="csY50" fmla="*/ 3561 h 145314"/>
              <a:gd name="csX51" fmla="*/ 31900 w 148867"/>
              <a:gd name="csY51" fmla="*/ 88617 h 145314"/>
              <a:gd name="csX52" fmla="*/ 21267 w 148867"/>
              <a:gd name="csY52" fmla="*/ 88617 h 145314"/>
              <a:gd name="csX53" fmla="*/ 21267 w 148867"/>
              <a:gd name="csY53" fmla="*/ 101052 h 145314"/>
              <a:gd name="csX54" fmla="*/ 17728 w 148867"/>
              <a:gd name="csY54" fmla="*/ 108111 h 145314"/>
              <a:gd name="csX55" fmla="*/ 17728 w 148867"/>
              <a:gd name="csY55" fmla="*/ 136452 h 145314"/>
              <a:gd name="csX56" fmla="*/ 26575 w 148867"/>
              <a:gd name="csY56" fmla="*/ 145315 h 145314"/>
              <a:gd name="csX57" fmla="*/ 35439 w 148867"/>
              <a:gd name="csY57" fmla="*/ 136452 h 145314"/>
              <a:gd name="csX58" fmla="*/ 35439 w 148867"/>
              <a:gd name="csY58" fmla="*/ 108111 h 145314"/>
              <a:gd name="csX59" fmla="*/ 31900 w 148867"/>
              <a:gd name="csY59" fmla="*/ 101052 h 145314"/>
              <a:gd name="csX60" fmla="*/ 31900 w 148867"/>
              <a:gd name="csY60" fmla="*/ 88617 h 145314"/>
            </a:gdLst>
            <a:ahLst/>
            <a:cxnLst/>
            <a:rect l="l" t="t" r="r" b="b"/>
            <a:pathLst>
              <a:path w="100000" h="100000">
                <a:moveTo>
                  <a:pt x="72674" y="1197"/>
                </a:moveTo>
                <a:cubicBezTo>
                  <a:pt x="65714" y="1072"/>
                  <a:pt x="59806" y="3997"/>
                  <a:pt x="56537" y="8945"/>
                </a:cubicBezTo>
                <a:cubicBezTo>
                  <a:pt x="50526" y="10682"/>
                  <a:pt x="45234" y="16189"/>
                  <a:pt x="45234" y="25011"/>
                </a:cubicBezTo>
                <a:lnTo>
                  <a:pt x="45234" y="48814"/>
                </a:lnTo>
                <a:lnTo>
                  <a:pt x="40480" y="48814"/>
                </a:lnTo>
                <a:lnTo>
                  <a:pt x="40480" y="57144"/>
                </a:lnTo>
                <a:cubicBezTo>
                  <a:pt x="40480" y="61738"/>
                  <a:pt x="36743" y="65474"/>
                  <a:pt x="32137" y="65474"/>
                </a:cubicBezTo>
                <a:lnTo>
                  <a:pt x="26195" y="65474"/>
                </a:lnTo>
                <a:lnTo>
                  <a:pt x="26195" y="67097"/>
                </a:lnTo>
                <a:cubicBezTo>
                  <a:pt x="27726" y="68983"/>
                  <a:pt x="28572" y="71325"/>
                  <a:pt x="28572" y="73816"/>
                </a:cubicBezTo>
                <a:lnTo>
                  <a:pt x="28572" y="92854"/>
                </a:lnTo>
                <a:cubicBezTo>
                  <a:pt x="28572" y="95059"/>
                  <a:pt x="27897" y="97104"/>
                  <a:pt x="26754" y="98807"/>
                </a:cubicBezTo>
                <a:lnTo>
                  <a:pt x="61714" y="98807"/>
                </a:lnTo>
                <a:cubicBezTo>
                  <a:pt x="68400" y="98807"/>
                  <a:pt x="74000" y="93802"/>
                  <a:pt x="74731" y="87163"/>
                </a:cubicBezTo>
                <a:lnTo>
                  <a:pt x="78195" y="55956"/>
                </a:lnTo>
                <a:lnTo>
                  <a:pt x="79760" y="55956"/>
                </a:lnTo>
                <a:cubicBezTo>
                  <a:pt x="81737" y="55956"/>
                  <a:pt x="83337" y="54356"/>
                  <a:pt x="83337" y="52391"/>
                </a:cubicBezTo>
                <a:cubicBezTo>
                  <a:pt x="83337" y="50414"/>
                  <a:pt x="81737" y="48814"/>
                  <a:pt x="79760" y="48814"/>
                </a:cubicBezTo>
                <a:lnTo>
                  <a:pt x="52378" y="48814"/>
                </a:lnTo>
                <a:lnTo>
                  <a:pt x="52378" y="42860"/>
                </a:lnTo>
                <a:lnTo>
                  <a:pt x="52378" y="25011"/>
                </a:lnTo>
                <a:cubicBezTo>
                  <a:pt x="52378" y="18761"/>
                  <a:pt x="56571" y="15481"/>
                  <a:pt x="60709" y="15481"/>
                </a:cubicBezTo>
                <a:cubicBezTo>
                  <a:pt x="69669" y="15481"/>
                  <a:pt x="77200" y="20440"/>
                  <a:pt x="77509" y="20646"/>
                </a:cubicBezTo>
                <a:cubicBezTo>
                  <a:pt x="78606" y="21377"/>
                  <a:pt x="78903" y="22852"/>
                  <a:pt x="78172" y="23949"/>
                </a:cubicBezTo>
                <a:cubicBezTo>
                  <a:pt x="77440" y="25034"/>
                  <a:pt x="75977" y="25331"/>
                  <a:pt x="74869" y="24612"/>
                </a:cubicBezTo>
                <a:cubicBezTo>
                  <a:pt x="74800" y="24565"/>
                  <a:pt x="68194" y="20246"/>
                  <a:pt x="60709" y="20246"/>
                </a:cubicBezTo>
                <a:cubicBezTo>
                  <a:pt x="59063" y="20246"/>
                  <a:pt x="57143" y="21492"/>
                  <a:pt x="57143" y="25011"/>
                </a:cubicBezTo>
                <a:lnTo>
                  <a:pt x="57143" y="27399"/>
                </a:lnTo>
                <a:cubicBezTo>
                  <a:pt x="57143" y="31593"/>
                  <a:pt x="59555" y="35455"/>
                  <a:pt x="63291" y="37261"/>
                </a:cubicBezTo>
                <a:cubicBezTo>
                  <a:pt x="66069" y="38609"/>
                  <a:pt x="69211" y="39295"/>
                  <a:pt x="72617" y="39295"/>
                </a:cubicBezTo>
                <a:cubicBezTo>
                  <a:pt x="77155" y="39295"/>
                  <a:pt x="80537" y="37695"/>
                  <a:pt x="83269" y="36404"/>
                </a:cubicBezTo>
                <a:cubicBezTo>
                  <a:pt x="85486" y="35353"/>
                  <a:pt x="87246" y="34530"/>
                  <a:pt x="89280" y="34530"/>
                </a:cubicBezTo>
                <a:cubicBezTo>
                  <a:pt x="91292" y="34530"/>
                  <a:pt x="93703" y="35822"/>
                  <a:pt x="94446" y="36313"/>
                </a:cubicBezTo>
                <a:cubicBezTo>
                  <a:pt x="95543" y="37044"/>
                  <a:pt x="96960" y="37113"/>
                  <a:pt x="98114" y="36484"/>
                </a:cubicBezTo>
                <a:cubicBezTo>
                  <a:pt x="99269" y="35867"/>
                  <a:pt x="100000" y="34655"/>
                  <a:pt x="100000" y="33342"/>
                </a:cubicBezTo>
                <a:cubicBezTo>
                  <a:pt x="100000" y="12761"/>
                  <a:pt x="85920" y="1426"/>
                  <a:pt x="72674" y="1197"/>
                </a:cubicBezTo>
                <a:close/>
                <a:moveTo>
                  <a:pt x="17852" y="3585"/>
                </a:moveTo>
                <a:cubicBezTo>
                  <a:pt x="17394" y="3585"/>
                  <a:pt x="16926" y="3677"/>
                  <a:pt x="16480" y="3859"/>
                </a:cubicBezTo>
                <a:cubicBezTo>
                  <a:pt x="15817" y="4134"/>
                  <a:pt x="0" y="10921"/>
                  <a:pt x="0" y="28576"/>
                </a:cubicBezTo>
                <a:lnTo>
                  <a:pt x="0" y="57144"/>
                </a:lnTo>
                <a:cubicBezTo>
                  <a:pt x="0" y="59121"/>
                  <a:pt x="1600" y="60721"/>
                  <a:pt x="3566" y="60721"/>
                </a:cubicBezTo>
                <a:lnTo>
                  <a:pt x="14286" y="60721"/>
                </a:lnTo>
                <a:lnTo>
                  <a:pt x="14286" y="46437"/>
                </a:lnTo>
                <a:cubicBezTo>
                  <a:pt x="14286" y="44460"/>
                  <a:pt x="15885" y="42860"/>
                  <a:pt x="17852" y="42860"/>
                </a:cubicBezTo>
                <a:cubicBezTo>
                  <a:pt x="19828" y="42860"/>
                  <a:pt x="21429" y="44460"/>
                  <a:pt x="21429" y="46437"/>
                </a:cubicBezTo>
                <a:lnTo>
                  <a:pt x="21429" y="60721"/>
                </a:lnTo>
                <a:lnTo>
                  <a:pt x="32137" y="60721"/>
                </a:lnTo>
                <a:cubicBezTo>
                  <a:pt x="34114" y="60721"/>
                  <a:pt x="35714" y="59121"/>
                  <a:pt x="35714" y="57144"/>
                </a:cubicBezTo>
                <a:lnTo>
                  <a:pt x="35714" y="28576"/>
                </a:lnTo>
                <a:cubicBezTo>
                  <a:pt x="35714" y="10921"/>
                  <a:pt x="19897" y="4134"/>
                  <a:pt x="19235" y="3859"/>
                </a:cubicBezTo>
                <a:cubicBezTo>
                  <a:pt x="18789" y="3677"/>
                  <a:pt x="18320" y="3585"/>
                  <a:pt x="17852" y="3585"/>
                </a:cubicBezTo>
                <a:close/>
                <a:moveTo>
                  <a:pt x="21429" y="60721"/>
                </a:moveTo>
                <a:lnTo>
                  <a:pt x="14286" y="60721"/>
                </a:lnTo>
                <a:lnTo>
                  <a:pt x="14286" y="69074"/>
                </a:lnTo>
                <a:cubicBezTo>
                  <a:pt x="12846" y="70160"/>
                  <a:pt x="11909" y="71873"/>
                  <a:pt x="11909" y="73816"/>
                </a:cubicBezTo>
                <a:lnTo>
                  <a:pt x="11909" y="92854"/>
                </a:lnTo>
                <a:cubicBezTo>
                  <a:pt x="11909" y="96145"/>
                  <a:pt x="14571" y="98807"/>
                  <a:pt x="17852" y="98807"/>
                </a:cubicBezTo>
                <a:cubicBezTo>
                  <a:pt x="21143" y="98807"/>
                  <a:pt x="23806" y="96145"/>
                  <a:pt x="23806" y="92854"/>
                </a:cubicBezTo>
                <a:lnTo>
                  <a:pt x="23806" y="73816"/>
                </a:lnTo>
                <a:cubicBezTo>
                  <a:pt x="23806" y="71873"/>
                  <a:pt x="22869" y="70171"/>
                  <a:pt x="21429" y="69074"/>
                </a:cubicBezTo>
                <a:lnTo>
                  <a:pt x="21429" y="6072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1" name="Белый — SVG 9">
            <a:extLst>
              <a:ext uri="{FF2B5EF4-FFF2-40B4-BE49-F238E27FC236}">
                <a16:creationId xmlns:a16="http://schemas.microsoft.com/office/drawing/2014/main" id="{ABBABDBC-4B3E-8943-8EA4-36151457F5C1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59002 w 134695"/>
              <a:gd name="csY0" fmla="*/ 13 h 141766"/>
              <a:gd name="csX1" fmla="*/ 56178 w 134695"/>
              <a:gd name="csY1" fmla="*/ 1833 h 141766"/>
              <a:gd name="csX2" fmla="*/ 49628 w 134695"/>
              <a:gd name="csY2" fmla="*/ 24628 h 141766"/>
              <a:gd name="csX3" fmla="*/ 50887 w 134695"/>
              <a:gd name="csY3" fmla="*/ 33508 h 141766"/>
              <a:gd name="csX4" fmla="*/ 61095 w 134695"/>
              <a:gd name="csY4" fmla="*/ 44361 h 141766"/>
              <a:gd name="csX5" fmla="*/ 69075 w 134695"/>
              <a:gd name="csY5" fmla="*/ 46079 h 141766"/>
              <a:gd name="csX6" fmla="*/ 72987 w 134695"/>
              <a:gd name="csY6" fmla="*/ 45636 h 141766"/>
              <a:gd name="csX7" fmla="*/ 73107 w 134695"/>
              <a:gd name="csY7" fmla="*/ 45841 h 141766"/>
              <a:gd name="csX8" fmla="*/ 77139 w 134695"/>
              <a:gd name="csY8" fmla="*/ 54754 h 141766"/>
              <a:gd name="csX9" fmla="*/ 81392 w 134695"/>
              <a:gd name="csY9" fmla="*/ 77975 h 141766"/>
              <a:gd name="csX10" fmla="*/ 38808 w 134695"/>
              <a:gd name="csY10" fmla="*/ 77975 h 141766"/>
              <a:gd name="csX11" fmla="*/ 33738 w 134695"/>
              <a:gd name="csY11" fmla="*/ 58633 h 141766"/>
              <a:gd name="csX12" fmla="*/ 37583 w 134695"/>
              <a:gd name="csY12" fmla="*/ 53104 h 141766"/>
              <a:gd name="csX13" fmla="*/ 37821 w 134695"/>
              <a:gd name="csY13" fmla="*/ 39717 h 141766"/>
              <a:gd name="csX14" fmla="*/ 13423 w 134695"/>
              <a:gd name="csY14" fmla="*/ 21413 h 141766"/>
              <a:gd name="csX15" fmla="*/ 9238 w 134695"/>
              <a:gd name="csY15" fmla="*/ 23216 h 141766"/>
              <a:gd name="csX16" fmla="*/ 3539 w 134695"/>
              <a:gd name="csY16" fmla="*/ 44293 h 141766"/>
              <a:gd name="csX17" fmla="*/ 4696 w 134695"/>
              <a:gd name="csY17" fmla="*/ 52356 h 141766"/>
              <a:gd name="csX18" fmla="*/ 14002 w 134695"/>
              <a:gd name="csY18" fmla="*/ 62222 h 141766"/>
              <a:gd name="csX19" fmla="*/ 21267 w 134695"/>
              <a:gd name="csY19" fmla="*/ 63804 h 141766"/>
              <a:gd name="csX20" fmla="*/ 25520 w 134695"/>
              <a:gd name="csY20" fmla="*/ 63209 h 141766"/>
              <a:gd name="csX21" fmla="*/ 24516 w 134695"/>
              <a:gd name="csY21" fmla="*/ 63940 h 141766"/>
              <a:gd name="csX22" fmla="*/ 28157 w 134695"/>
              <a:gd name="csY22" fmla="*/ 77975 h 141766"/>
              <a:gd name="csX23" fmla="*/ 5308 w 134695"/>
              <a:gd name="csY23" fmla="*/ 77975 h 141766"/>
              <a:gd name="csX24" fmla="*/ 0 w 134695"/>
              <a:gd name="csY24" fmla="*/ 83282 h 141766"/>
              <a:gd name="csX25" fmla="*/ 0 w 134695"/>
              <a:gd name="csY25" fmla="*/ 106315 h 141766"/>
              <a:gd name="csX26" fmla="*/ 14172 w 134695"/>
              <a:gd name="csY26" fmla="*/ 106315 h 141766"/>
              <a:gd name="csX27" fmla="*/ 17728 w 134695"/>
              <a:gd name="csY27" fmla="*/ 109870 h 141766"/>
              <a:gd name="csX28" fmla="*/ 14172 w 134695"/>
              <a:gd name="csY28" fmla="*/ 113409 h 141766"/>
              <a:gd name="csX29" fmla="*/ 0 w 134695"/>
              <a:gd name="csY29" fmla="*/ 113409 h 141766"/>
              <a:gd name="csX30" fmla="*/ 0 w 134695"/>
              <a:gd name="csY30" fmla="*/ 136442 h 141766"/>
              <a:gd name="csX31" fmla="*/ 5308 w 134695"/>
              <a:gd name="csY31" fmla="*/ 141766 h 141766"/>
              <a:gd name="csX32" fmla="*/ 129370 w 134695"/>
              <a:gd name="csY32" fmla="*/ 141766 h 141766"/>
              <a:gd name="csX33" fmla="*/ 134695 w 134695"/>
              <a:gd name="csY33" fmla="*/ 136442 h 141766"/>
              <a:gd name="csX34" fmla="*/ 134695 w 134695"/>
              <a:gd name="csY34" fmla="*/ 113409 h 141766"/>
              <a:gd name="csX35" fmla="*/ 120506 w 134695"/>
              <a:gd name="csY35" fmla="*/ 113409 h 141766"/>
              <a:gd name="csX36" fmla="*/ 116967 w 134695"/>
              <a:gd name="csY36" fmla="*/ 109870 h 141766"/>
              <a:gd name="csX37" fmla="*/ 120506 w 134695"/>
              <a:gd name="csY37" fmla="*/ 106315 h 141766"/>
              <a:gd name="csX38" fmla="*/ 134695 w 134695"/>
              <a:gd name="csY38" fmla="*/ 106315 h 141766"/>
              <a:gd name="csX39" fmla="*/ 134695 w 134695"/>
              <a:gd name="csY39" fmla="*/ 83282 h 141766"/>
              <a:gd name="csX40" fmla="*/ 129370 w 134695"/>
              <a:gd name="csY40" fmla="*/ 77975 h 141766"/>
              <a:gd name="csX41" fmla="*/ 92876 w 134695"/>
              <a:gd name="csY41" fmla="*/ 77975 h 141766"/>
              <a:gd name="csX42" fmla="*/ 93420 w 134695"/>
              <a:gd name="csY42" fmla="*/ 76103 h 141766"/>
              <a:gd name="csX43" fmla="*/ 105296 w 134695"/>
              <a:gd name="csY43" fmla="*/ 61202 h 141766"/>
              <a:gd name="csX44" fmla="*/ 113445 w 134695"/>
              <a:gd name="csY44" fmla="*/ 63787 h 141766"/>
              <a:gd name="csX45" fmla="*/ 120506 w 134695"/>
              <a:gd name="csY45" fmla="*/ 61899 h 141766"/>
              <a:gd name="csX46" fmla="*/ 123858 w 134695"/>
              <a:gd name="csY46" fmla="*/ 59212 h 141766"/>
              <a:gd name="csX47" fmla="*/ 131105 w 134695"/>
              <a:gd name="csY47" fmla="*/ 39461 h 141766"/>
              <a:gd name="csX48" fmla="*/ 130272 w 134695"/>
              <a:gd name="csY48" fmla="*/ 36655 h 141766"/>
              <a:gd name="csX49" fmla="*/ 127601 w 134695"/>
              <a:gd name="csY49" fmla="*/ 35447 h 141766"/>
              <a:gd name="csX50" fmla="*/ 113428 w 134695"/>
              <a:gd name="csY50" fmla="*/ 35447 h 141766"/>
              <a:gd name="csX51" fmla="*/ 113411 w 134695"/>
              <a:gd name="csY51" fmla="*/ 35447 h 141766"/>
              <a:gd name="csX52" fmla="*/ 106334 w 134695"/>
              <a:gd name="csY52" fmla="*/ 37335 h 141766"/>
              <a:gd name="csX53" fmla="*/ 99665 w 134695"/>
              <a:gd name="csY53" fmla="*/ 52713 h 141766"/>
              <a:gd name="csX54" fmla="*/ 99409 w 134695"/>
              <a:gd name="csY54" fmla="*/ 52339 h 141766"/>
              <a:gd name="csX55" fmla="*/ 89848 w 134695"/>
              <a:gd name="csY55" fmla="*/ 61185 h 141766"/>
              <a:gd name="csX56" fmla="*/ 87194 w 134695"/>
              <a:gd name="csY56" fmla="*/ 51284 h 141766"/>
              <a:gd name="csX57" fmla="*/ 82430 w 134695"/>
              <a:gd name="csY57" fmla="*/ 40771 h 141766"/>
              <a:gd name="csX58" fmla="*/ 86989 w 134695"/>
              <a:gd name="csY58" fmla="*/ 34341 h 141766"/>
              <a:gd name="csX59" fmla="*/ 87245 w 134695"/>
              <a:gd name="csY59" fmla="*/ 19644 h 141766"/>
              <a:gd name="csX60" fmla="*/ 60177 w 134695"/>
              <a:gd name="csY60" fmla="*/ 115 h 141766"/>
              <a:gd name="csX61" fmla="*/ 59002 w 134695"/>
              <a:gd name="csY61" fmla="*/ 13 h 141766"/>
              <a:gd name="csX62" fmla="*/ 14172 w 134695"/>
              <a:gd name="csY62" fmla="*/ 88607 h 141766"/>
              <a:gd name="csX63" fmla="*/ 35439 w 134695"/>
              <a:gd name="csY63" fmla="*/ 88607 h 141766"/>
              <a:gd name="csX64" fmla="*/ 38995 w 134695"/>
              <a:gd name="csY64" fmla="*/ 92145 h 141766"/>
              <a:gd name="csX65" fmla="*/ 35439 w 134695"/>
              <a:gd name="csY65" fmla="*/ 95683 h 141766"/>
              <a:gd name="csX66" fmla="*/ 14172 w 134695"/>
              <a:gd name="csY66" fmla="*/ 95683 h 141766"/>
              <a:gd name="csX67" fmla="*/ 10633 w 134695"/>
              <a:gd name="csY67" fmla="*/ 92145 h 141766"/>
              <a:gd name="csX68" fmla="*/ 14172 w 134695"/>
              <a:gd name="csY68" fmla="*/ 88607 h 141766"/>
              <a:gd name="csX69" fmla="*/ 56706 w 134695"/>
              <a:gd name="csY69" fmla="*/ 88607 h 141766"/>
              <a:gd name="csX70" fmla="*/ 77973 w 134695"/>
              <a:gd name="csY70" fmla="*/ 88607 h 141766"/>
              <a:gd name="csX71" fmla="*/ 81528 w 134695"/>
              <a:gd name="csY71" fmla="*/ 92145 h 141766"/>
              <a:gd name="csX72" fmla="*/ 77973 w 134695"/>
              <a:gd name="csY72" fmla="*/ 95683 h 141766"/>
              <a:gd name="csX73" fmla="*/ 56706 w 134695"/>
              <a:gd name="csY73" fmla="*/ 95683 h 141766"/>
              <a:gd name="csX74" fmla="*/ 53167 w 134695"/>
              <a:gd name="csY74" fmla="*/ 92145 h 141766"/>
              <a:gd name="csX75" fmla="*/ 56706 w 134695"/>
              <a:gd name="csY75" fmla="*/ 88607 h 141766"/>
              <a:gd name="csX76" fmla="*/ 99239 w 134695"/>
              <a:gd name="csY76" fmla="*/ 88607 h 141766"/>
              <a:gd name="csX77" fmla="*/ 120506 w 134695"/>
              <a:gd name="csY77" fmla="*/ 88607 h 141766"/>
              <a:gd name="csX78" fmla="*/ 124062 w 134695"/>
              <a:gd name="csY78" fmla="*/ 92145 h 141766"/>
              <a:gd name="csX79" fmla="*/ 120506 w 134695"/>
              <a:gd name="csY79" fmla="*/ 95683 h 141766"/>
              <a:gd name="csX80" fmla="*/ 99239 w 134695"/>
              <a:gd name="csY80" fmla="*/ 95683 h 141766"/>
              <a:gd name="csX81" fmla="*/ 95700 w 134695"/>
              <a:gd name="csY81" fmla="*/ 92145 h 141766"/>
              <a:gd name="csX82" fmla="*/ 99239 w 134695"/>
              <a:gd name="csY82" fmla="*/ 88607 h 141766"/>
              <a:gd name="csX83" fmla="*/ 35439 w 134695"/>
              <a:gd name="csY83" fmla="*/ 106315 h 141766"/>
              <a:gd name="csX84" fmla="*/ 56706 w 134695"/>
              <a:gd name="csY84" fmla="*/ 106315 h 141766"/>
              <a:gd name="csX85" fmla="*/ 60261 w 134695"/>
              <a:gd name="csY85" fmla="*/ 109870 h 141766"/>
              <a:gd name="csX86" fmla="*/ 56706 w 134695"/>
              <a:gd name="csY86" fmla="*/ 113409 h 141766"/>
              <a:gd name="csX87" fmla="*/ 35439 w 134695"/>
              <a:gd name="csY87" fmla="*/ 113409 h 141766"/>
              <a:gd name="csX88" fmla="*/ 31900 w 134695"/>
              <a:gd name="csY88" fmla="*/ 109870 h 141766"/>
              <a:gd name="csX89" fmla="*/ 35439 w 134695"/>
              <a:gd name="csY89" fmla="*/ 106315 h 141766"/>
              <a:gd name="csX90" fmla="*/ 77973 w 134695"/>
              <a:gd name="csY90" fmla="*/ 106315 h 141766"/>
              <a:gd name="csX91" fmla="*/ 99239 w 134695"/>
              <a:gd name="csY91" fmla="*/ 106315 h 141766"/>
              <a:gd name="csX92" fmla="*/ 102795 w 134695"/>
              <a:gd name="csY92" fmla="*/ 109870 h 141766"/>
              <a:gd name="csX93" fmla="*/ 99239 w 134695"/>
              <a:gd name="csY93" fmla="*/ 113409 h 141766"/>
              <a:gd name="csX94" fmla="*/ 77973 w 134695"/>
              <a:gd name="csY94" fmla="*/ 113409 h 141766"/>
              <a:gd name="csX95" fmla="*/ 74434 w 134695"/>
              <a:gd name="csY95" fmla="*/ 109870 h 141766"/>
              <a:gd name="csX96" fmla="*/ 77973 w 134695"/>
              <a:gd name="csY96" fmla="*/ 106315 h 141766"/>
              <a:gd name="csX97" fmla="*/ 14172 w 134695"/>
              <a:gd name="csY97" fmla="*/ 124041 h 141766"/>
              <a:gd name="csX98" fmla="*/ 35439 w 134695"/>
              <a:gd name="csY98" fmla="*/ 124041 h 141766"/>
              <a:gd name="csX99" fmla="*/ 38995 w 134695"/>
              <a:gd name="csY99" fmla="*/ 127579 h 141766"/>
              <a:gd name="csX100" fmla="*/ 35439 w 134695"/>
              <a:gd name="csY100" fmla="*/ 131134 h 141766"/>
              <a:gd name="csX101" fmla="*/ 14172 w 134695"/>
              <a:gd name="csY101" fmla="*/ 131134 h 141766"/>
              <a:gd name="csX102" fmla="*/ 10633 w 134695"/>
              <a:gd name="csY102" fmla="*/ 127579 h 141766"/>
              <a:gd name="csX103" fmla="*/ 14172 w 134695"/>
              <a:gd name="csY103" fmla="*/ 124041 h 141766"/>
              <a:gd name="csX104" fmla="*/ 56706 w 134695"/>
              <a:gd name="csY104" fmla="*/ 124041 h 141766"/>
              <a:gd name="csX105" fmla="*/ 77973 w 134695"/>
              <a:gd name="csY105" fmla="*/ 124041 h 141766"/>
              <a:gd name="csX106" fmla="*/ 81528 w 134695"/>
              <a:gd name="csY106" fmla="*/ 127579 h 141766"/>
              <a:gd name="csX107" fmla="*/ 77973 w 134695"/>
              <a:gd name="csY107" fmla="*/ 131134 h 141766"/>
              <a:gd name="csX108" fmla="*/ 56706 w 134695"/>
              <a:gd name="csY108" fmla="*/ 131134 h 141766"/>
              <a:gd name="csX109" fmla="*/ 53167 w 134695"/>
              <a:gd name="csY109" fmla="*/ 127579 h 141766"/>
              <a:gd name="csX110" fmla="*/ 56706 w 134695"/>
              <a:gd name="csY110" fmla="*/ 124041 h 141766"/>
              <a:gd name="csX111" fmla="*/ 99239 w 134695"/>
              <a:gd name="csY111" fmla="*/ 124041 h 141766"/>
              <a:gd name="csX112" fmla="*/ 120506 w 134695"/>
              <a:gd name="csY112" fmla="*/ 124041 h 141766"/>
              <a:gd name="csX113" fmla="*/ 124062 w 134695"/>
              <a:gd name="csY113" fmla="*/ 127579 h 141766"/>
              <a:gd name="csX114" fmla="*/ 120506 w 134695"/>
              <a:gd name="csY114" fmla="*/ 131134 h 141766"/>
              <a:gd name="csX115" fmla="*/ 99239 w 134695"/>
              <a:gd name="csY115" fmla="*/ 131134 h 141766"/>
              <a:gd name="csX116" fmla="*/ 95700 w 134695"/>
              <a:gd name="csY116" fmla="*/ 127579 h 141766"/>
              <a:gd name="csX117" fmla="*/ 99239 w 134695"/>
              <a:gd name="csY117" fmla="*/ 124041 h 141766"/>
            </a:gdLst>
            <a:ahLst/>
            <a:cxnLst/>
            <a:rect l="l" t="t" r="r" b="b"/>
            <a:pathLst>
              <a:path w="100000" h="100000">
                <a:moveTo>
                  <a:pt x="44113" y="9"/>
                </a:moveTo>
                <a:cubicBezTo>
                  <a:pt x="43286" y="69"/>
                  <a:pt x="42530" y="537"/>
                  <a:pt x="42121" y="1293"/>
                </a:cubicBezTo>
                <a:cubicBezTo>
                  <a:pt x="41929" y="1641"/>
                  <a:pt x="37501" y="9801"/>
                  <a:pt x="37501" y="17372"/>
                </a:cubicBezTo>
                <a:cubicBezTo>
                  <a:pt x="37501" y="18872"/>
                  <a:pt x="37741" y="21920"/>
                  <a:pt x="38389" y="23636"/>
                </a:cubicBezTo>
                <a:cubicBezTo>
                  <a:pt x="39685" y="27068"/>
                  <a:pt x="42242" y="29779"/>
                  <a:pt x="45590" y="31292"/>
                </a:cubicBezTo>
                <a:cubicBezTo>
                  <a:pt x="47390" y="32095"/>
                  <a:pt x="49298" y="32504"/>
                  <a:pt x="51219" y="32504"/>
                </a:cubicBezTo>
                <a:cubicBezTo>
                  <a:pt x="52143" y="32504"/>
                  <a:pt x="53054" y="32384"/>
                  <a:pt x="53978" y="32191"/>
                </a:cubicBezTo>
                <a:cubicBezTo>
                  <a:pt x="54002" y="32240"/>
                  <a:pt x="54039" y="32288"/>
                  <a:pt x="54063" y="32336"/>
                </a:cubicBezTo>
                <a:cubicBezTo>
                  <a:pt x="54063" y="32336"/>
                  <a:pt x="55382" y="34207"/>
                  <a:pt x="56907" y="38623"/>
                </a:cubicBezTo>
                <a:cubicBezTo>
                  <a:pt x="58215" y="42391"/>
                  <a:pt x="59547" y="47863"/>
                  <a:pt x="59907" y="55003"/>
                </a:cubicBezTo>
                <a:lnTo>
                  <a:pt x="29869" y="55003"/>
                </a:lnTo>
                <a:cubicBezTo>
                  <a:pt x="29400" y="47551"/>
                  <a:pt x="27576" y="43387"/>
                  <a:pt x="26292" y="41359"/>
                </a:cubicBezTo>
                <a:cubicBezTo>
                  <a:pt x="27420" y="40243"/>
                  <a:pt x="28356" y="38923"/>
                  <a:pt x="29004" y="37459"/>
                </a:cubicBezTo>
                <a:cubicBezTo>
                  <a:pt x="30336" y="34424"/>
                  <a:pt x="30396" y="31064"/>
                  <a:pt x="29172" y="28016"/>
                </a:cubicBezTo>
                <a:cubicBezTo>
                  <a:pt x="25656" y="19292"/>
                  <a:pt x="12515" y="15272"/>
                  <a:pt x="11962" y="15104"/>
                </a:cubicBezTo>
                <a:cubicBezTo>
                  <a:pt x="10798" y="14756"/>
                  <a:pt x="9551" y="15296"/>
                  <a:pt x="9010" y="16376"/>
                </a:cubicBezTo>
                <a:cubicBezTo>
                  <a:pt x="8842" y="16712"/>
                  <a:pt x="4990" y="24488"/>
                  <a:pt x="4990" y="31244"/>
                </a:cubicBezTo>
                <a:cubicBezTo>
                  <a:pt x="4990" y="32228"/>
                  <a:pt x="5146" y="35167"/>
                  <a:pt x="5806" y="36931"/>
                </a:cubicBezTo>
                <a:cubicBezTo>
                  <a:pt x="6994" y="40051"/>
                  <a:pt x="9323" y="42523"/>
                  <a:pt x="12371" y="43891"/>
                </a:cubicBezTo>
                <a:cubicBezTo>
                  <a:pt x="14003" y="44635"/>
                  <a:pt x="15743" y="45007"/>
                  <a:pt x="17495" y="45007"/>
                </a:cubicBezTo>
                <a:cubicBezTo>
                  <a:pt x="18503" y="45007"/>
                  <a:pt x="19499" y="44827"/>
                  <a:pt x="20495" y="44587"/>
                </a:cubicBezTo>
                <a:lnTo>
                  <a:pt x="19787" y="45102"/>
                </a:lnTo>
                <a:cubicBezTo>
                  <a:pt x="20112" y="45547"/>
                  <a:pt x="21851" y="48198"/>
                  <a:pt x="22356" y="55003"/>
                </a:cubicBezTo>
                <a:lnTo>
                  <a:pt x="6238" y="55003"/>
                </a:lnTo>
                <a:cubicBezTo>
                  <a:pt x="4174" y="55003"/>
                  <a:pt x="2494" y="56682"/>
                  <a:pt x="2494" y="58746"/>
                </a:cubicBezTo>
                <a:lnTo>
                  <a:pt x="2494" y="74993"/>
                </a:lnTo>
                <a:lnTo>
                  <a:pt x="12491" y="74993"/>
                </a:lnTo>
                <a:cubicBezTo>
                  <a:pt x="13871" y="74993"/>
                  <a:pt x="14999" y="76121"/>
                  <a:pt x="14999" y="77501"/>
                </a:cubicBezTo>
                <a:cubicBezTo>
                  <a:pt x="14999" y="78881"/>
                  <a:pt x="13871" y="79997"/>
                  <a:pt x="12491" y="79997"/>
                </a:cubicBezTo>
                <a:lnTo>
                  <a:pt x="2494" y="79997"/>
                </a:lnTo>
                <a:lnTo>
                  <a:pt x="2494" y="96245"/>
                </a:lnTo>
                <a:cubicBezTo>
                  <a:pt x="2494" y="98320"/>
                  <a:pt x="4174" y="100000"/>
                  <a:pt x="6238" y="100000"/>
                </a:cubicBezTo>
                <a:lnTo>
                  <a:pt x="93750" y="100000"/>
                </a:lnTo>
                <a:cubicBezTo>
                  <a:pt x="95826" y="100000"/>
                  <a:pt x="97506" y="98320"/>
                  <a:pt x="97506" y="96245"/>
                </a:cubicBezTo>
                <a:lnTo>
                  <a:pt x="97506" y="79997"/>
                </a:lnTo>
                <a:lnTo>
                  <a:pt x="87497" y="79997"/>
                </a:lnTo>
                <a:cubicBezTo>
                  <a:pt x="86117" y="79997"/>
                  <a:pt x="85001" y="78881"/>
                  <a:pt x="85001" y="77501"/>
                </a:cubicBezTo>
                <a:cubicBezTo>
                  <a:pt x="85001" y="76121"/>
                  <a:pt x="86117" y="74993"/>
                  <a:pt x="87497" y="74993"/>
                </a:cubicBezTo>
                <a:lnTo>
                  <a:pt x="97506" y="74993"/>
                </a:lnTo>
                <a:lnTo>
                  <a:pt x="97506" y="58746"/>
                </a:lnTo>
                <a:cubicBezTo>
                  <a:pt x="97506" y="56682"/>
                  <a:pt x="95826" y="55003"/>
                  <a:pt x="93750" y="55003"/>
                </a:cubicBezTo>
                <a:lnTo>
                  <a:pt x="68007" y="55003"/>
                </a:lnTo>
                <a:cubicBezTo>
                  <a:pt x="68115" y="54570"/>
                  <a:pt x="68211" y="54174"/>
                  <a:pt x="68391" y="53682"/>
                </a:cubicBezTo>
                <a:cubicBezTo>
                  <a:pt x="69436" y="50683"/>
                  <a:pt x="71644" y="46783"/>
                  <a:pt x="76768" y="43171"/>
                </a:cubicBezTo>
                <a:cubicBezTo>
                  <a:pt x="78461" y="44347"/>
                  <a:pt x="80465" y="44995"/>
                  <a:pt x="82517" y="44995"/>
                </a:cubicBezTo>
                <a:cubicBezTo>
                  <a:pt x="84221" y="44995"/>
                  <a:pt x="85925" y="44563"/>
                  <a:pt x="87497" y="43663"/>
                </a:cubicBezTo>
                <a:cubicBezTo>
                  <a:pt x="88481" y="43099"/>
                  <a:pt x="89250" y="42379"/>
                  <a:pt x="89862" y="41767"/>
                </a:cubicBezTo>
                <a:cubicBezTo>
                  <a:pt x="93498" y="38131"/>
                  <a:pt x="94842" y="28879"/>
                  <a:pt x="94974" y="27835"/>
                </a:cubicBezTo>
                <a:cubicBezTo>
                  <a:pt x="95070" y="27116"/>
                  <a:pt x="94854" y="26396"/>
                  <a:pt x="94386" y="25856"/>
                </a:cubicBezTo>
                <a:cubicBezTo>
                  <a:pt x="93906" y="25316"/>
                  <a:pt x="93222" y="25004"/>
                  <a:pt x="92502" y="25004"/>
                </a:cubicBezTo>
                <a:lnTo>
                  <a:pt x="82505" y="25004"/>
                </a:lnTo>
                <a:lnTo>
                  <a:pt x="82493" y="25004"/>
                </a:lnTo>
                <a:cubicBezTo>
                  <a:pt x="80740" y="25004"/>
                  <a:pt x="79025" y="25460"/>
                  <a:pt x="77501" y="26336"/>
                </a:cubicBezTo>
                <a:cubicBezTo>
                  <a:pt x="73624" y="28579"/>
                  <a:pt x="71860" y="33031"/>
                  <a:pt x="72796" y="37183"/>
                </a:cubicBezTo>
                <a:lnTo>
                  <a:pt x="72616" y="36919"/>
                </a:lnTo>
                <a:cubicBezTo>
                  <a:pt x="69784" y="38887"/>
                  <a:pt x="67600" y="41023"/>
                  <a:pt x="65872" y="43159"/>
                </a:cubicBezTo>
                <a:cubicBezTo>
                  <a:pt x="65307" y="40531"/>
                  <a:pt x="64672" y="38119"/>
                  <a:pt x="63999" y="36175"/>
                </a:cubicBezTo>
                <a:cubicBezTo>
                  <a:pt x="62499" y="31843"/>
                  <a:pt x="61107" y="29516"/>
                  <a:pt x="60639" y="28759"/>
                </a:cubicBezTo>
                <a:cubicBezTo>
                  <a:pt x="61995" y="27488"/>
                  <a:pt x="63099" y="25940"/>
                  <a:pt x="63855" y="24224"/>
                </a:cubicBezTo>
                <a:cubicBezTo>
                  <a:pt x="65319" y="20888"/>
                  <a:pt x="65379" y="17204"/>
                  <a:pt x="64035" y="13857"/>
                </a:cubicBezTo>
                <a:cubicBezTo>
                  <a:pt x="60135" y="4161"/>
                  <a:pt x="45566" y="237"/>
                  <a:pt x="44942" y="81"/>
                </a:cubicBezTo>
                <a:cubicBezTo>
                  <a:pt x="44666" y="9"/>
                  <a:pt x="44378" y="-15"/>
                  <a:pt x="44113" y="9"/>
                </a:cubicBezTo>
                <a:close/>
                <a:moveTo>
                  <a:pt x="12491" y="62502"/>
                </a:moveTo>
                <a:lnTo>
                  <a:pt x="27492" y="62502"/>
                </a:lnTo>
                <a:cubicBezTo>
                  <a:pt x="28872" y="62502"/>
                  <a:pt x="30000" y="63618"/>
                  <a:pt x="30000" y="64998"/>
                </a:cubicBezTo>
                <a:cubicBezTo>
                  <a:pt x="30000" y="66378"/>
                  <a:pt x="28872" y="67494"/>
                  <a:pt x="27492" y="67494"/>
                </a:cubicBezTo>
                <a:lnTo>
                  <a:pt x="12491" y="67494"/>
                </a:lnTo>
                <a:cubicBezTo>
                  <a:pt x="11111" y="67494"/>
                  <a:pt x="9994" y="66378"/>
                  <a:pt x="9994" y="64998"/>
                </a:cubicBezTo>
                <a:cubicBezTo>
                  <a:pt x="9994" y="63618"/>
                  <a:pt x="11111" y="62502"/>
                  <a:pt x="12491" y="62502"/>
                </a:cubicBezTo>
                <a:close/>
                <a:moveTo>
                  <a:pt x="42494" y="62502"/>
                </a:moveTo>
                <a:lnTo>
                  <a:pt x="57495" y="62502"/>
                </a:lnTo>
                <a:cubicBezTo>
                  <a:pt x="58875" y="62502"/>
                  <a:pt x="60003" y="63618"/>
                  <a:pt x="60003" y="64998"/>
                </a:cubicBezTo>
                <a:cubicBezTo>
                  <a:pt x="60003" y="66378"/>
                  <a:pt x="58875" y="67494"/>
                  <a:pt x="57495" y="67494"/>
                </a:cubicBezTo>
                <a:lnTo>
                  <a:pt x="42494" y="67494"/>
                </a:lnTo>
                <a:cubicBezTo>
                  <a:pt x="41113" y="67494"/>
                  <a:pt x="39997" y="66378"/>
                  <a:pt x="39997" y="64998"/>
                </a:cubicBezTo>
                <a:cubicBezTo>
                  <a:pt x="39997" y="63618"/>
                  <a:pt x="41113" y="62502"/>
                  <a:pt x="42494" y="62502"/>
                </a:cubicBezTo>
                <a:close/>
                <a:moveTo>
                  <a:pt x="72496" y="62502"/>
                </a:moveTo>
                <a:lnTo>
                  <a:pt x="87497" y="62502"/>
                </a:lnTo>
                <a:cubicBezTo>
                  <a:pt x="88877" y="62502"/>
                  <a:pt x="90006" y="63618"/>
                  <a:pt x="90006" y="64998"/>
                </a:cubicBezTo>
                <a:cubicBezTo>
                  <a:pt x="90006" y="66378"/>
                  <a:pt x="88877" y="67494"/>
                  <a:pt x="87497" y="67494"/>
                </a:cubicBezTo>
                <a:lnTo>
                  <a:pt x="72496" y="67494"/>
                </a:lnTo>
                <a:cubicBezTo>
                  <a:pt x="71116" y="67494"/>
                  <a:pt x="70000" y="66378"/>
                  <a:pt x="70000" y="64998"/>
                </a:cubicBezTo>
                <a:cubicBezTo>
                  <a:pt x="70000" y="63618"/>
                  <a:pt x="71116" y="62502"/>
                  <a:pt x="72496" y="62502"/>
                </a:cubicBezTo>
                <a:close/>
                <a:moveTo>
                  <a:pt x="27492" y="74993"/>
                </a:moveTo>
                <a:lnTo>
                  <a:pt x="42494" y="74993"/>
                </a:lnTo>
                <a:cubicBezTo>
                  <a:pt x="43873" y="74993"/>
                  <a:pt x="45001" y="76121"/>
                  <a:pt x="45001" y="77501"/>
                </a:cubicBezTo>
                <a:cubicBezTo>
                  <a:pt x="45001" y="78881"/>
                  <a:pt x="43873" y="79997"/>
                  <a:pt x="42494" y="79997"/>
                </a:cubicBezTo>
                <a:lnTo>
                  <a:pt x="27492" y="79997"/>
                </a:lnTo>
                <a:cubicBezTo>
                  <a:pt x="26112" y="79997"/>
                  <a:pt x="24996" y="78881"/>
                  <a:pt x="24996" y="77501"/>
                </a:cubicBezTo>
                <a:cubicBezTo>
                  <a:pt x="24996" y="76121"/>
                  <a:pt x="26112" y="74993"/>
                  <a:pt x="27492" y="74993"/>
                </a:cubicBezTo>
                <a:close/>
                <a:moveTo>
                  <a:pt x="57495" y="74993"/>
                </a:moveTo>
                <a:lnTo>
                  <a:pt x="72496" y="74993"/>
                </a:lnTo>
                <a:cubicBezTo>
                  <a:pt x="73876" y="74993"/>
                  <a:pt x="75004" y="76121"/>
                  <a:pt x="75004" y="77501"/>
                </a:cubicBezTo>
                <a:cubicBezTo>
                  <a:pt x="75004" y="78881"/>
                  <a:pt x="73876" y="79997"/>
                  <a:pt x="72496" y="79997"/>
                </a:cubicBezTo>
                <a:lnTo>
                  <a:pt x="57495" y="79997"/>
                </a:lnTo>
                <a:cubicBezTo>
                  <a:pt x="56115" y="79997"/>
                  <a:pt x="54999" y="78881"/>
                  <a:pt x="54999" y="77501"/>
                </a:cubicBezTo>
                <a:cubicBezTo>
                  <a:pt x="54999" y="76121"/>
                  <a:pt x="56115" y="74993"/>
                  <a:pt x="57495" y="74993"/>
                </a:cubicBezTo>
                <a:close/>
                <a:moveTo>
                  <a:pt x="12491" y="87497"/>
                </a:moveTo>
                <a:lnTo>
                  <a:pt x="27492" y="87497"/>
                </a:lnTo>
                <a:cubicBezTo>
                  <a:pt x="28872" y="87497"/>
                  <a:pt x="30000" y="88613"/>
                  <a:pt x="30000" y="89993"/>
                </a:cubicBezTo>
                <a:cubicBezTo>
                  <a:pt x="30000" y="91372"/>
                  <a:pt x="28872" y="92500"/>
                  <a:pt x="27492" y="92500"/>
                </a:cubicBezTo>
                <a:lnTo>
                  <a:pt x="12491" y="92500"/>
                </a:lnTo>
                <a:cubicBezTo>
                  <a:pt x="11111" y="92500"/>
                  <a:pt x="9994" y="91372"/>
                  <a:pt x="9994" y="89993"/>
                </a:cubicBezTo>
                <a:cubicBezTo>
                  <a:pt x="9994" y="88613"/>
                  <a:pt x="11111" y="87497"/>
                  <a:pt x="12491" y="87497"/>
                </a:cubicBezTo>
                <a:close/>
                <a:moveTo>
                  <a:pt x="42494" y="87497"/>
                </a:moveTo>
                <a:lnTo>
                  <a:pt x="57495" y="87497"/>
                </a:lnTo>
                <a:cubicBezTo>
                  <a:pt x="58875" y="87497"/>
                  <a:pt x="60003" y="88613"/>
                  <a:pt x="60003" y="89993"/>
                </a:cubicBezTo>
                <a:cubicBezTo>
                  <a:pt x="60003" y="91372"/>
                  <a:pt x="58875" y="92500"/>
                  <a:pt x="57495" y="92500"/>
                </a:cubicBezTo>
                <a:lnTo>
                  <a:pt x="42494" y="92500"/>
                </a:lnTo>
                <a:cubicBezTo>
                  <a:pt x="41113" y="92500"/>
                  <a:pt x="39997" y="91372"/>
                  <a:pt x="39997" y="89993"/>
                </a:cubicBezTo>
                <a:cubicBezTo>
                  <a:pt x="39997" y="88613"/>
                  <a:pt x="41113" y="87497"/>
                  <a:pt x="42494" y="87497"/>
                </a:cubicBezTo>
                <a:close/>
                <a:moveTo>
                  <a:pt x="72496" y="87497"/>
                </a:moveTo>
                <a:lnTo>
                  <a:pt x="87497" y="87497"/>
                </a:lnTo>
                <a:cubicBezTo>
                  <a:pt x="88877" y="87497"/>
                  <a:pt x="90006" y="88613"/>
                  <a:pt x="90006" y="89993"/>
                </a:cubicBezTo>
                <a:cubicBezTo>
                  <a:pt x="90006" y="91372"/>
                  <a:pt x="88877" y="92500"/>
                  <a:pt x="87497" y="92500"/>
                </a:cubicBezTo>
                <a:lnTo>
                  <a:pt x="72496" y="92500"/>
                </a:lnTo>
                <a:cubicBezTo>
                  <a:pt x="71116" y="92500"/>
                  <a:pt x="70000" y="91372"/>
                  <a:pt x="70000" y="89993"/>
                </a:cubicBezTo>
                <a:cubicBezTo>
                  <a:pt x="70000" y="88613"/>
                  <a:pt x="71116" y="87497"/>
                  <a:pt x="72496" y="8749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2" name="Белый — SVG 10">
            <a:extLst>
              <a:ext uri="{FF2B5EF4-FFF2-40B4-BE49-F238E27FC236}">
                <a16:creationId xmlns:a16="http://schemas.microsoft.com/office/drawing/2014/main" id="{C1055098-70A7-5F46-B285-531AA675B1E2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69090 w 134662"/>
              <a:gd name="csY0" fmla="*/ 4 h 134647"/>
              <a:gd name="csX1" fmla="*/ 34365 w 134662"/>
              <a:gd name="csY1" fmla="*/ 10007 h 134647"/>
              <a:gd name="csX2" fmla="*/ 31927 w 134662"/>
              <a:gd name="csY2" fmla="*/ 13783 h 134647"/>
              <a:gd name="csX3" fmla="*/ 33236 w 134662"/>
              <a:gd name="csY3" fmla="*/ 18070 h 134647"/>
              <a:gd name="csX4" fmla="*/ 62091 w 134662"/>
              <a:gd name="csY4" fmla="*/ 37003 h 134647"/>
              <a:gd name="csX5" fmla="*/ 60228 w 134662"/>
              <a:gd name="csY5" fmla="*/ 47857 h 134647"/>
              <a:gd name="csX6" fmla="*/ 64333 w 134662"/>
              <a:gd name="csY6" fmla="*/ 67947 h 134647"/>
              <a:gd name="csX7" fmla="*/ 66708 w 134662"/>
              <a:gd name="csY7" fmla="*/ 70328 h 134647"/>
              <a:gd name="csX8" fmla="*/ 86811 w 134662"/>
              <a:gd name="csY8" fmla="*/ 74428 h 134647"/>
              <a:gd name="csX9" fmla="*/ 97654 w 134662"/>
              <a:gd name="csY9" fmla="*/ 72574 h 134647"/>
              <a:gd name="csX10" fmla="*/ 116593 w 134662"/>
              <a:gd name="csY10" fmla="*/ 101425 h 134647"/>
              <a:gd name="csX11" fmla="*/ 120139 w 134662"/>
              <a:gd name="csY11" fmla="*/ 102785 h 134647"/>
              <a:gd name="csX12" fmla="*/ 120879 w 134662"/>
              <a:gd name="csY12" fmla="*/ 102717 h 134647"/>
              <a:gd name="csX13" fmla="*/ 124645 w 134662"/>
              <a:gd name="csY13" fmla="*/ 100285 h 134647"/>
              <a:gd name="csX14" fmla="*/ 134661 w 134662"/>
              <a:gd name="csY14" fmla="*/ 65565 h 134647"/>
              <a:gd name="csX15" fmla="*/ 119016 w 134662"/>
              <a:gd name="csY15" fmla="*/ 23173 h 134647"/>
              <a:gd name="csX16" fmla="*/ 133104 w 134662"/>
              <a:gd name="csY16" fmla="*/ 9071 h 134647"/>
              <a:gd name="csX17" fmla="*/ 133104 w 134662"/>
              <a:gd name="csY17" fmla="*/ 1569 h 134647"/>
              <a:gd name="csX18" fmla="*/ 125586 w 134662"/>
              <a:gd name="csY18" fmla="*/ 1569 h 134647"/>
              <a:gd name="csX19" fmla="*/ 111499 w 134662"/>
              <a:gd name="csY19" fmla="*/ 15654 h 134647"/>
              <a:gd name="csX20" fmla="*/ 69090 w 134662"/>
              <a:gd name="csY20" fmla="*/ 4 h 134647"/>
              <a:gd name="csX21" fmla="*/ 29020 w 134662"/>
              <a:gd name="csY21" fmla="*/ 23939 h 134647"/>
              <a:gd name="csX22" fmla="*/ 10787 w 134662"/>
              <a:gd name="csY22" fmla="*/ 51786 h 134647"/>
              <a:gd name="csX23" fmla="*/ 12163 w 134662"/>
              <a:gd name="csY23" fmla="*/ 56923 h 134647"/>
              <a:gd name="csX24" fmla="*/ 46050 w 134662"/>
              <a:gd name="csY24" fmla="*/ 63796 h 134647"/>
              <a:gd name="csX25" fmla="*/ 55015 w 134662"/>
              <a:gd name="csY25" fmla="*/ 62605 h 134647"/>
              <a:gd name="csX26" fmla="*/ 53140 w 134662"/>
              <a:gd name="csY26" fmla="*/ 47857 h 134647"/>
              <a:gd name="csX27" fmla="*/ 53756 w 134662"/>
              <a:gd name="csY27" fmla="*/ 41205 h 134647"/>
              <a:gd name="csX28" fmla="*/ 29020 w 134662"/>
              <a:gd name="csY28" fmla="*/ 23939 h 134647"/>
              <a:gd name="csX29" fmla="*/ 8757 w 134662"/>
              <a:gd name="csY29" fmla="*/ 63320 h 134647"/>
              <a:gd name="csX30" fmla="*/ 0 w 134662"/>
              <a:gd name="csY30" fmla="*/ 90997 h 134647"/>
              <a:gd name="csX31" fmla="*/ 3566 w 134662"/>
              <a:gd name="csY31" fmla="*/ 95998 h 134647"/>
              <a:gd name="csX32" fmla="*/ 23525 w 134662"/>
              <a:gd name="csY32" fmla="*/ 99230 h 134647"/>
              <a:gd name="csX33" fmla="*/ 26500 w 134662"/>
              <a:gd name="csY33" fmla="*/ 99111 h 134647"/>
              <a:gd name="csX34" fmla="*/ 24783 w 134662"/>
              <a:gd name="csY34" fmla="*/ 84516 h 134647"/>
              <a:gd name="csX35" fmla="*/ 26715 w 134662"/>
              <a:gd name="csY35" fmla="*/ 69563 h 134647"/>
              <a:gd name="csX36" fmla="*/ 8757 w 134662"/>
              <a:gd name="csY36" fmla="*/ 63320 h 134647"/>
              <a:gd name="csX37" fmla="*/ 57223 w 134662"/>
              <a:gd name="csY37" fmla="*/ 69359 h 134647"/>
              <a:gd name="csX38" fmla="*/ 46050 w 134662"/>
              <a:gd name="csY38" fmla="*/ 70890 h 134647"/>
              <a:gd name="csX39" fmla="*/ 33867 w 134662"/>
              <a:gd name="csY39" fmla="*/ 70413 h 134647"/>
              <a:gd name="csX40" fmla="*/ 31873 w 134662"/>
              <a:gd name="csY40" fmla="*/ 84482 h 134647"/>
              <a:gd name="csX41" fmla="*/ 33362 w 134662"/>
              <a:gd name="csY41" fmla="*/ 97325 h 134647"/>
              <a:gd name="csX42" fmla="*/ 34884 w 134662"/>
              <a:gd name="csY42" fmla="*/ 99842 h 134647"/>
              <a:gd name="csX43" fmla="*/ 34884 w 134662"/>
              <a:gd name="csY43" fmla="*/ 99859 h 134647"/>
              <a:gd name="csX44" fmla="*/ 34932 w 134662"/>
              <a:gd name="csY44" fmla="*/ 99893 h 134647"/>
              <a:gd name="csX45" fmla="*/ 34939 w 134662"/>
              <a:gd name="csY45" fmla="*/ 99893 h 134647"/>
              <a:gd name="csX46" fmla="*/ 34946 w 134662"/>
              <a:gd name="csY46" fmla="*/ 99910 h 134647"/>
              <a:gd name="csX47" fmla="*/ 34952 w 134662"/>
              <a:gd name="csY47" fmla="*/ 99910 h 134647"/>
              <a:gd name="csX48" fmla="*/ 34961 w 134662"/>
              <a:gd name="csY48" fmla="*/ 99928 h 134647"/>
              <a:gd name="csX49" fmla="*/ 35687 w 134662"/>
              <a:gd name="csY49" fmla="*/ 100523 h 134647"/>
              <a:gd name="csX50" fmla="*/ 37328 w 134662"/>
              <a:gd name="csY50" fmla="*/ 101288 h 134647"/>
              <a:gd name="csX51" fmla="*/ 50169 w 134662"/>
              <a:gd name="csY51" fmla="*/ 102768 h 134647"/>
              <a:gd name="csX52" fmla="*/ 50397 w 134662"/>
              <a:gd name="csY52" fmla="*/ 102768 h 134647"/>
              <a:gd name="csX53" fmla="*/ 64229 w 134662"/>
              <a:gd name="csY53" fmla="*/ 100778 h 134647"/>
              <a:gd name="csX54" fmla="*/ 63773 w 134662"/>
              <a:gd name="csY54" fmla="*/ 88598 h 134647"/>
              <a:gd name="csX55" fmla="*/ 65282 w 134662"/>
              <a:gd name="csY55" fmla="*/ 77422 h 134647"/>
              <a:gd name="csX56" fmla="*/ 63543 w 134662"/>
              <a:gd name="csY56" fmla="*/ 76656 h 134647"/>
              <a:gd name="csX57" fmla="*/ 57992 w 134662"/>
              <a:gd name="csY57" fmla="*/ 71111 h 134647"/>
              <a:gd name="csX58" fmla="*/ 57223 w 134662"/>
              <a:gd name="csY58" fmla="*/ 69359 h 134647"/>
              <a:gd name="csX59" fmla="*/ 72052 w 134662"/>
              <a:gd name="csY59" fmla="*/ 79633 h 134647"/>
              <a:gd name="csX60" fmla="*/ 70861 w 134662"/>
              <a:gd name="csY60" fmla="*/ 88598 h 134647"/>
              <a:gd name="csX61" fmla="*/ 77736 w 134662"/>
              <a:gd name="csY61" fmla="*/ 122484 h 134647"/>
              <a:gd name="csX62" fmla="*/ 81494 w 134662"/>
              <a:gd name="csY62" fmla="*/ 124049 h 134647"/>
              <a:gd name="csX63" fmla="*/ 82872 w 134662"/>
              <a:gd name="csY63" fmla="*/ 123862 h 134647"/>
              <a:gd name="csX64" fmla="*/ 110730 w 134662"/>
              <a:gd name="csY64" fmla="*/ 105626 h 134647"/>
              <a:gd name="csX65" fmla="*/ 93458 w 134662"/>
              <a:gd name="csY65" fmla="*/ 80892 h 134647"/>
              <a:gd name="csX66" fmla="*/ 86811 w 134662"/>
              <a:gd name="csY66" fmla="*/ 81522 h 134647"/>
              <a:gd name="csX67" fmla="*/ 72052 w 134662"/>
              <a:gd name="csY67" fmla="*/ 79633 h 134647"/>
              <a:gd name="csX68" fmla="*/ 4071 w 134662"/>
              <a:gd name="csY68" fmla="*/ 103568 h 134647"/>
              <a:gd name="csX69" fmla="*/ 3517 w 134662"/>
              <a:gd name="csY69" fmla="*/ 111444 h 134647"/>
              <a:gd name="csX70" fmla="*/ 5538 w 134662"/>
              <a:gd name="csY70" fmla="*/ 125648 h 134647"/>
              <a:gd name="csX71" fmla="*/ 8993 w 134662"/>
              <a:gd name="csY71" fmla="*/ 129119 h 134647"/>
              <a:gd name="csX72" fmla="*/ 23211 w 134662"/>
              <a:gd name="csY72" fmla="*/ 131126 h 134647"/>
              <a:gd name="csX73" fmla="*/ 23717 w 134662"/>
              <a:gd name="csY73" fmla="*/ 131126 h 134647"/>
              <a:gd name="csX74" fmla="*/ 31090 w 134662"/>
              <a:gd name="csY74" fmla="*/ 130582 h 134647"/>
              <a:gd name="csX75" fmla="*/ 28564 w 134662"/>
              <a:gd name="csY75" fmla="*/ 106086 h 134647"/>
              <a:gd name="csX76" fmla="*/ 23462 w 134662"/>
              <a:gd name="csY76" fmla="*/ 106324 h 134647"/>
              <a:gd name="csX77" fmla="*/ 4071 w 134662"/>
              <a:gd name="csY77" fmla="*/ 103568 h 134647"/>
              <a:gd name="csX78" fmla="*/ 65088 w 134662"/>
              <a:gd name="csY78" fmla="*/ 107940 h 134647"/>
              <a:gd name="csX79" fmla="*/ 50356 w 134662"/>
              <a:gd name="csY79" fmla="*/ 109862 h 134647"/>
              <a:gd name="csX80" fmla="*/ 50135 w 134662"/>
              <a:gd name="csY80" fmla="*/ 109862 h 134647"/>
              <a:gd name="csX81" fmla="*/ 35534 w 134662"/>
              <a:gd name="csY81" fmla="*/ 108144 h 134647"/>
              <a:gd name="csX82" fmla="*/ 38663 w 134662"/>
              <a:gd name="csY82" fmla="*/ 131075 h 134647"/>
              <a:gd name="csX83" fmla="*/ 43662 w 134662"/>
              <a:gd name="csY83" fmla="*/ 134647 h 134647"/>
              <a:gd name="csX84" fmla="*/ 43704 w 134662"/>
              <a:gd name="csY84" fmla="*/ 134647 h 134647"/>
              <a:gd name="csX85" fmla="*/ 71346 w 134662"/>
              <a:gd name="csY85" fmla="*/ 125904 h 134647"/>
              <a:gd name="csX86" fmla="*/ 65088 w 134662"/>
              <a:gd name="csY86" fmla="*/ 107940 h 134647"/>
            </a:gdLst>
            <a:ahLst/>
            <a:cxnLst/>
            <a:rect l="l" t="t" r="r" b="b"/>
            <a:pathLst>
              <a:path w="100000" h="100000">
                <a:moveTo>
                  <a:pt x="51306" y="9"/>
                </a:moveTo>
                <a:cubicBezTo>
                  <a:pt x="42207" y="9"/>
                  <a:pt x="33290" y="2573"/>
                  <a:pt x="25519" y="7437"/>
                </a:cubicBezTo>
                <a:cubicBezTo>
                  <a:pt x="24532" y="8055"/>
                  <a:pt x="23872" y="9079"/>
                  <a:pt x="23709" y="10241"/>
                </a:cubicBezTo>
                <a:cubicBezTo>
                  <a:pt x="23546" y="11390"/>
                  <a:pt x="23903" y="12553"/>
                  <a:pt x="24681" y="13424"/>
                </a:cubicBezTo>
                <a:cubicBezTo>
                  <a:pt x="25052" y="13841"/>
                  <a:pt x="33108" y="22709"/>
                  <a:pt x="46109" y="27484"/>
                </a:cubicBezTo>
                <a:cubicBezTo>
                  <a:pt x="45392" y="29720"/>
                  <a:pt x="44725" y="32613"/>
                  <a:pt x="44725" y="35544"/>
                </a:cubicBezTo>
                <a:cubicBezTo>
                  <a:pt x="44725" y="44260"/>
                  <a:pt x="47650" y="50210"/>
                  <a:pt x="47774" y="50463"/>
                </a:cubicBezTo>
                <a:cubicBezTo>
                  <a:pt x="48159" y="51233"/>
                  <a:pt x="48774" y="51840"/>
                  <a:pt x="49537" y="52231"/>
                </a:cubicBezTo>
                <a:cubicBezTo>
                  <a:pt x="49788" y="52357"/>
                  <a:pt x="55738" y="55276"/>
                  <a:pt x="64466" y="55276"/>
                </a:cubicBezTo>
                <a:cubicBezTo>
                  <a:pt x="67395" y="55276"/>
                  <a:pt x="70280" y="54606"/>
                  <a:pt x="72518" y="53899"/>
                </a:cubicBezTo>
                <a:cubicBezTo>
                  <a:pt x="77302" y="66897"/>
                  <a:pt x="86169" y="74957"/>
                  <a:pt x="86582" y="75324"/>
                </a:cubicBezTo>
                <a:cubicBezTo>
                  <a:pt x="87311" y="75980"/>
                  <a:pt x="88248" y="76334"/>
                  <a:pt x="89215" y="76334"/>
                </a:cubicBezTo>
                <a:cubicBezTo>
                  <a:pt x="89398" y="76334"/>
                  <a:pt x="89583" y="76321"/>
                  <a:pt x="89765" y="76283"/>
                </a:cubicBezTo>
                <a:cubicBezTo>
                  <a:pt x="90918" y="76132"/>
                  <a:pt x="91943" y="75463"/>
                  <a:pt x="92561" y="74477"/>
                </a:cubicBezTo>
                <a:cubicBezTo>
                  <a:pt x="97428" y="66708"/>
                  <a:pt x="99999" y="57790"/>
                  <a:pt x="99999" y="48694"/>
                </a:cubicBezTo>
                <a:cubicBezTo>
                  <a:pt x="99999" y="36694"/>
                  <a:pt x="95611" y="25703"/>
                  <a:pt x="88381" y="17214"/>
                </a:cubicBezTo>
                <a:lnTo>
                  <a:pt x="98843" y="6742"/>
                </a:lnTo>
                <a:cubicBezTo>
                  <a:pt x="100386" y="5213"/>
                  <a:pt x="100386" y="2700"/>
                  <a:pt x="98843" y="1171"/>
                </a:cubicBezTo>
                <a:cubicBezTo>
                  <a:pt x="97301" y="-383"/>
                  <a:pt x="94803" y="-383"/>
                  <a:pt x="93260" y="1171"/>
                </a:cubicBezTo>
                <a:lnTo>
                  <a:pt x="82799" y="11630"/>
                </a:lnTo>
                <a:cubicBezTo>
                  <a:pt x="74300" y="4392"/>
                  <a:pt x="63311" y="9"/>
                  <a:pt x="51306" y="9"/>
                </a:cubicBezTo>
                <a:close/>
                <a:moveTo>
                  <a:pt x="21550" y="17783"/>
                </a:moveTo>
                <a:cubicBezTo>
                  <a:pt x="11538" y="25905"/>
                  <a:pt x="8183" y="37818"/>
                  <a:pt x="8010" y="38462"/>
                </a:cubicBezTo>
                <a:cubicBezTo>
                  <a:pt x="7644" y="39826"/>
                  <a:pt x="8036" y="41279"/>
                  <a:pt x="9032" y="42277"/>
                </a:cubicBezTo>
                <a:cubicBezTo>
                  <a:pt x="10230" y="43477"/>
                  <a:pt x="15583" y="47380"/>
                  <a:pt x="34197" y="47380"/>
                </a:cubicBezTo>
                <a:cubicBezTo>
                  <a:pt x="35553" y="47380"/>
                  <a:pt x="38081" y="47077"/>
                  <a:pt x="40854" y="46496"/>
                </a:cubicBezTo>
                <a:cubicBezTo>
                  <a:pt x="40110" y="43604"/>
                  <a:pt x="39462" y="39902"/>
                  <a:pt x="39462" y="35544"/>
                </a:cubicBezTo>
                <a:cubicBezTo>
                  <a:pt x="39462" y="33838"/>
                  <a:pt x="39642" y="32171"/>
                  <a:pt x="39919" y="30604"/>
                </a:cubicBezTo>
                <a:cubicBezTo>
                  <a:pt x="30264" y="26120"/>
                  <a:pt x="23730" y="19993"/>
                  <a:pt x="21550" y="17783"/>
                </a:cubicBezTo>
                <a:close/>
                <a:moveTo>
                  <a:pt x="6503" y="47027"/>
                </a:moveTo>
                <a:cubicBezTo>
                  <a:pt x="49" y="56451"/>
                  <a:pt x="-2" y="66998"/>
                  <a:pt x="0" y="67580"/>
                </a:cubicBezTo>
                <a:cubicBezTo>
                  <a:pt x="7" y="69260"/>
                  <a:pt x="1066" y="70737"/>
                  <a:pt x="2648" y="71294"/>
                </a:cubicBezTo>
                <a:cubicBezTo>
                  <a:pt x="3059" y="71433"/>
                  <a:pt x="9683" y="73694"/>
                  <a:pt x="17470" y="73694"/>
                </a:cubicBezTo>
                <a:cubicBezTo>
                  <a:pt x="18196" y="73694"/>
                  <a:pt x="18938" y="73643"/>
                  <a:pt x="19679" y="73605"/>
                </a:cubicBezTo>
                <a:cubicBezTo>
                  <a:pt x="19533" y="73049"/>
                  <a:pt x="18436" y="68717"/>
                  <a:pt x="18404" y="62767"/>
                </a:cubicBezTo>
                <a:cubicBezTo>
                  <a:pt x="18394" y="60872"/>
                  <a:pt x="18555" y="56602"/>
                  <a:pt x="19839" y="51663"/>
                </a:cubicBezTo>
                <a:cubicBezTo>
                  <a:pt x="12921" y="50602"/>
                  <a:pt x="8843" y="48808"/>
                  <a:pt x="6503" y="47027"/>
                </a:cubicBezTo>
                <a:close/>
                <a:moveTo>
                  <a:pt x="42494" y="51512"/>
                </a:moveTo>
                <a:cubicBezTo>
                  <a:pt x="39012" y="52294"/>
                  <a:pt x="35850" y="52648"/>
                  <a:pt x="34197" y="52648"/>
                </a:cubicBezTo>
                <a:cubicBezTo>
                  <a:pt x="30825" y="52648"/>
                  <a:pt x="27825" y="52521"/>
                  <a:pt x="25150" y="52294"/>
                </a:cubicBezTo>
                <a:cubicBezTo>
                  <a:pt x="24105" y="55971"/>
                  <a:pt x="23653" y="59647"/>
                  <a:pt x="23669" y="62742"/>
                </a:cubicBezTo>
                <a:cubicBezTo>
                  <a:pt x="23698" y="68186"/>
                  <a:pt x="24729" y="72115"/>
                  <a:pt x="24775" y="72279"/>
                </a:cubicBezTo>
                <a:cubicBezTo>
                  <a:pt x="24948" y="72923"/>
                  <a:pt x="25431" y="73656"/>
                  <a:pt x="25905" y="74148"/>
                </a:cubicBezTo>
                <a:lnTo>
                  <a:pt x="25905" y="74161"/>
                </a:lnTo>
                <a:cubicBezTo>
                  <a:pt x="25915" y="74161"/>
                  <a:pt x="25928" y="74173"/>
                  <a:pt x="25941" y="74186"/>
                </a:cubicBezTo>
                <a:lnTo>
                  <a:pt x="25946" y="74186"/>
                </a:lnTo>
                <a:lnTo>
                  <a:pt x="25951" y="74199"/>
                </a:lnTo>
                <a:lnTo>
                  <a:pt x="25955" y="74199"/>
                </a:lnTo>
                <a:lnTo>
                  <a:pt x="25962" y="74212"/>
                </a:lnTo>
                <a:cubicBezTo>
                  <a:pt x="26130" y="74376"/>
                  <a:pt x="26312" y="74528"/>
                  <a:pt x="26501" y="74654"/>
                </a:cubicBezTo>
                <a:cubicBezTo>
                  <a:pt x="26873" y="74906"/>
                  <a:pt x="27282" y="75096"/>
                  <a:pt x="27720" y="75222"/>
                </a:cubicBezTo>
                <a:cubicBezTo>
                  <a:pt x="27882" y="75260"/>
                  <a:pt x="31806" y="76296"/>
                  <a:pt x="37255" y="76321"/>
                </a:cubicBezTo>
                <a:lnTo>
                  <a:pt x="37425" y="76321"/>
                </a:lnTo>
                <a:cubicBezTo>
                  <a:pt x="40487" y="76321"/>
                  <a:pt x="44096" y="75867"/>
                  <a:pt x="47696" y="74843"/>
                </a:cubicBezTo>
                <a:cubicBezTo>
                  <a:pt x="47480" y="72165"/>
                  <a:pt x="47358" y="69171"/>
                  <a:pt x="47358" y="65798"/>
                </a:cubicBezTo>
                <a:cubicBezTo>
                  <a:pt x="47358" y="64144"/>
                  <a:pt x="47709" y="60973"/>
                  <a:pt x="48478" y="57499"/>
                </a:cubicBezTo>
                <a:cubicBezTo>
                  <a:pt x="47801" y="57221"/>
                  <a:pt x="47343" y="57019"/>
                  <a:pt x="47187" y="56930"/>
                </a:cubicBezTo>
                <a:cubicBezTo>
                  <a:pt x="45406" y="56047"/>
                  <a:pt x="43954" y="54593"/>
                  <a:pt x="43065" y="52813"/>
                </a:cubicBezTo>
                <a:cubicBezTo>
                  <a:pt x="42986" y="52661"/>
                  <a:pt x="42771" y="52193"/>
                  <a:pt x="42494" y="51512"/>
                </a:cubicBezTo>
                <a:close/>
                <a:moveTo>
                  <a:pt x="53506" y="59141"/>
                </a:moveTo>
                <a:cubicBezTo>
                  <a:pt x="52919" y="61921"/>
                  <a:pt x="52621" y="64447"/>
                  <a:pt x="52621" y="65798"/>
                </a:cubicBezTo>
                <a:cubicBezTo>
                  <a:pt x="52621" y="84418"/>
                  <a:pt x="56529" y="89762"/>
                  <a:pt x="57727" y="90962"/>
                </a:cubicBezTo>
                <a:cubicBezTo>
                  <a:pt x="58480" y="91708"/>
                  <a:pt x="59484" y="92124"/>
                  <a:pt x="60517" y="92124"/>
                </a:cubicBezTo>
                <a:cubicBezTo>
                  <a:pt x="60860" y="92124"/>
                  <a:pt x="61205" y="92074"/>
                  <a:pt x="61541" y="91985"/>
                </a:cubicBezTo>
                <a:cubicBezTo>
                  <a:pt x="62187" y="91809"/>
                  <a:pt x="74103" y="88461"/>
                  <a:pt x="82228" y="78443"/>
                </a:cubicBezTo>
                <a:cubicBezTo>
                  <a:pt x="80010" y="76271"/>
                  <a:pt x="73884" y="69727"/>
                  <a:pt x="69402" y="60076"/>
                </a:cubicBezTo>
                <a:cubicBezTo>
                  <a:pt x="67833" y="60354"/>
                  <a:pt x="66166" y="60544"/>
                  <a:pt x="64466" y="60544"/>
                </a:cubicBezTo>
                <a:cubicBezTo>
                  <a:pt x="60105" y="60544"/>
                  <a:pt x="56397" y="59887"/>
                  <a:pt x="53506" y="59141"/>
                </a:cubicBezTo>
                <a:close/>
                <a:moveTo>
                  <a:pt x="3023" y="76915"/>
                </a:moveTo>
                <a:cubicBezTo>
                  <a:pt x="2765" y="78798"/>
                  <a:pt x="2596" y="80730"/>
                  <a:pt x="2612" y="82764"/>
                </a:cubicBezTo>
                <a:cubicBezTo>
                  <a:pt x="2664" y="88714"/>
                  <a:pt x="4052" y="93135"/>
                  <a:pt x="4113" y="93312"/>
                </a:cubicBezTo>
                <a:cubicBezTo>
                  <a:pt x="4500" y="94537"/>
                  <a:pt x="5460" y="95497"/>
                  <a:pt x="6678" y="95889"/>
                </a:cubicBezTo>
                <a:cubicBezTo>
                  <a:pt x="6863" y="95940"/>
                  <a:pt x="11284" y="97329"/>
                  <a:pt x="17236" y="97380"/>
                </a:cubicBezTo>
                <a:lnTo>
                  <a:pt x="17612" y="97380"/>
                </a:lnTo>
                <a:cubicBezTo>
                  <a:pt x="19507" y="97380"/>
                  <a:pt x="21316" y="97216"/>
                  <a:pt x="23087" y="96976"/>
                </a:cubicBezTo>
                <a:cubicBezTo>
                  <a:pt x="22103" y="93502"/>
                  <a:pt x="20527" y="86427"/>
                  <a:pt x="21212" y="78785"/>
                </a:cubicBezTo>
                <a:cubicBezTo>
                  <a:pt x="19927" y="78899"/>
                  <a:pt x="18662" y="78962"/>
                  <a:pt x="17423" y="78962"/>
                </a:cubicBezTo>
                <a:cubicBezTo>
                  <a:pt x="11290" y="78962"/>
                  <a:pt x="5918" y="77724"/>
                  <a:pt x="3023" y="76915"/>
                </a:cubicBezTo>
                <a:close/>
                <a:moveTo>
                  <a:pt x="48334" y="80162"/>
                </a:moveTo>
                <a:cubicBezTo>
                  <a:pt x="43526" y="81412"/>
                  <a:pt x="39358" y="81589"/>
                  <a:pt x="37394" y="81589"/>
                </a:cubicBezTo>
                <a:lnTo>
                  <a:pt x="37230" y="81589"/>
                </a:lnTo>
                <a:cubicBezTo>
                  <a:pt x="31263" y="81564"/>
                  <a:pt x="26927" y="80452"/>
                  <a:pt x="26388" y="80313"/>
                </a:cubicBezTo>
                <a:cubicBezTo>
                  <a:pt x="25885" y="89017"/>
                  <a:pt x="28553" y="96899"/>
                  <a:pt x="28711" y="97342"/>
                </a:cubicBezTo>
                <a:cubicBezTo>
                  <a:pt x="29262" y="98933"/>
                  <a:pt x="30749" y="99982"/>
                  <a:pt x="32423" y="99994"/>
                </a:cubicBezTo>
                <a:lnTo>
                  <a:pt x="32455" y="99994"/>
                </a:lnTo>
                <a:cubicBezTo>
                  <a:pt x="33299" y="99994"/>
                  <a:pt x="43688" y="99856"/>
                  <a:pt x="52982" y="93502"/>
                </a:cubicBezTo>
                <a:cubicBezTo>
                  <a:pt x="51205" y="91165"/>
                  <a:pt x="49404" y="87084"/>
                  <a:pt x="48334" y="8016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3" name="Белый — SVG 11">
            <a:extLst>
              <a:ext uri="{FF2B5EF4-FFF2-40B4-BE49-F238E27FC236}">
                <a16:creationId xmlns:a16="http://schemas.microsoft.com/office/drawing/2014/main" id="{F254C223-8260-7149-94F2-4ED53746E4F4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76475 w 155999"/>
              <a:gd name="csY0" fmla="*/ 3 h 163088"/>
              <a:gd name="csX1" fmla="*/ 73736 w 155999"/>
              <a:gd name="csY1" fmla="*/ 633 h 163088"/>
              <a:gd name="csX2" fmla="*/ 71694 w 155999"/>
              <a:gd name="csY2" fmla="*/ 2572 h 163088"/>
              <a:gd name="csX3" fmla="*/ 53984 w 155999"/>
              <a:gd name="csY3" fmla="*/ 30930 h 163088"/>
              <a:gd name="csX4" fmla="*/ 53184 w 155999"/>
              <a:gd name="csY4" fmla="*/ 32869 h 163088"/>
              <a:gd name="csX5" fmla="*/ 53201 w 155999"/>
              <a:gd name="csY5" fmla="*/ 34995 h 163088"/>
              <a:gd name="csX6" fmla="*/ 54052 w 155999"/>
              <a:gd name="csY6" fmla="*/ 36917 h 163088"/>
              <a:gd name="csX7" fmla="*/ 55583 w 155999"/>
              <a:gd name="csY7" fmla="*/ 38381 h 163088"/>
              <a:gd name="csX8" fmla="*/ 57556 w 155999"/>
              <a:gd name="csY8" fmla="*/ 39112 h 163088"/>
              <a:gd name="csX9" fmla="*/ 59666 w 155999"/>
              <a:gd name="csY9" fmla="*/ 39027 h 163088"/>
              <a:gd name="csX10" fmla="*/ 61588 w 155999"/>
              <a:gd name="csY10" fmla="*/ 38125 h 163088"/>
              <a:gd name="csX11" fmla="*/ 62984 w 155999"/>
              <a:gd name="csY11" fmla="*/ 36560 h 163088"/>
              <a:gd name="csX12" fmla="*/ 80712 w 155999"/>
              <a:gd name="csY12" fmla="*/ 8203 h 163088"/>
              <a:gd name="csX13" fmla="*/ 81562 w 155999"/>
              <a:gd name="csY13" fmla="*/ 5583 h 163088"/>
              <a:gd name="csX14" fmla="*/ 80967 w 155999"/>
              <a:gd name="csY14" fmla="*/ 2878 h 163088"/>
              <a:gd name="csX15" fmla="*/ 79112 w 155999"/>
              <a:gd name="csY15" fmla="*/ 837 h 163088"/>
              <a:gd name="csX16" fmla="*/ 76475 w 155999"/>
              <a:gd name="csY16" fmla="*/ 3 h 163088"/>
              <a:gd name="csX17" fmla="*/ 150909 w 155999"/>
              <a:gd name="csY17" fmla="*/ 3559 h 163088"/>
              <a:gd name="csX18" fmla="*/ 148170 w 155999"/>
              <a:gd name="csY18" fmla="*/ 4171 h 163088"/>
              <a:gd name="csX19" fmla="*/ 146128 w 155999"/>
              <a:gd name="csY19" fmla="*/ 6110 h 163088"/>
              <a:gd name="csX20" fmla="*/ 128417 w 155999"/>
              <a:gd name="csY20" fmla="*/ 34468 h 163088"/>
              <a:gd name="csX21" fmla="*/ 127618 w 155999"/>
              <a:gd name="csY21" fmla="*/ 36424 h 163088"/>
              <a:gd name="csX22" fmla="*/ 127635 w 155999"/>
              <a:gd name="csY22" fmla="*/ 38534 h 163088"/>
              <a:gd name="csX23" fmla="*/ 128485 w 155999"/>
              <a:gd name="csY23" fmla="*/ 40473 h 163088"/>
              <a:gd name="csX24" fmla="*/ 130016 w 155999"/>
              <a:gd name="csY24" fmla="*/ 41919 h 163088"/>
              <a:gd name="csX25" fmla="*/ 131990 w 155999"/>
              <a:gd name="csY25" fmla="*/ 42667 h 163088"/>
              <a:gd name="csX26" fmla="*/ 134100 w 155999"/>
              <a:gd name="csY26" fmla="*/ 42582 h 163088"/>
              <a:gd name="csX27" fmla="*/ 136022 w 155999"/>
              <a:gd name="csY27" fmla="*/ 41681 h 163088"/>
              <a:gd name="csX28" fmla="*/ 137417 w 155999"/>
              <a:gd name="csY28" fmla="*/ 40099 h 163088"/>
              <a:gd name="csX29" fmla="*/ 155145 w 155999"/>
              <a:gd name="csY29" fmla="*/ 11741 h 163088"/>
              <a:gd name="csX30" fmla="*/ 155996 w 155999"/>
              <a:gd name="csY30" fmla="*/ 9121 h 163088"/>
              <a:gd name="csX31" fmla="*/ 155401 w 155999"/>
              <a:gd name="csY31" fmla="*/ 6417 h 163088"/>
              <a:gd name="csX32" fmla="*/ 153546 w 155999"/>
              <a:gd name="csY32" fmla="*/ 4375 h 163088"/>
              <a:gd name="csX33" fmla="*/ 150909 w 155999"/>
              <a:gd name="csY33" fmla="*/ 3559 h 163088"/>
              <a:gd name="csX34" fmla="*/ 111914 w 155999"/>
              <a:gd name="csY34" fmla="*/ 7097 h 163088"/>
              <a:gd name="csX35" fmla="*/ 109175 w 155999"/>
              <a:gd name="csY35" fmla="*/ 7727 h 163088"/>
              <a:gd name="csX36" fmla="*/ 107150 w 155999"/>
              <a:gd name="csY36" fmla="*/ 9666 h 163088"/>
              <a:gd name="csX37" fmla="*/ 89423 w 155999"/>
              <a:gd name="csY37" fmla="*/ 38006 h 163088"/>
              <a:gd name="csX38" fmla="*/ 88623 w 155999"/>
              <a:gd name="csY38" fmla="*/ 39962 h 163088"/>
              <a:gd name="csX39" fmla="*/ 88657 w 155999"/>
              <a:gd name="csY39" fmla="*/ 42072 h 163088"/>
              <a:gd name="csX40" fmla="*/ 89491 w 155999"/>
              <a:gd name="csY40" fmla="*/ 44011 h 163088"/>
              <a:gd name="csX41" fmla="*/ 91022 w 155999"/>
              <a:gd name="csY41" fmla="*/ 45457 h 163088"/>
              <a:gd name="csX42" fmla="*/ 93012 w 155999"/>
              <a:gd name="csY42" fmla="*/ 46206 h 163088"/>
              <a:gd name="csX43" fmla="*/ 95122 w 155999"/>
              <a:gd name="csY43" fmla="*/ 46120 h 163088"/>
              <a:gd name="csX44" fmla="*/ 97028 w 155999"/>
              <a:gd name="csY44" fmla="*/ 45219 h 163088"/>
              <a:gd name="csX45" fmla="*/ 98440 w 155999"/>
              <a:gd name="csY45" fmla="*/ 43637 h 163088"/>
              <a:gd name="csX46" fmla="*/ 116151 w 155999"/>
              <a:gd name="csY46" fmla="*/ 15296 h 163088"/>
              <a:gd name="csX47" fmla="*/ 117001 w 155999"/>
              <a:gd name="csY47" fmla="*/ 12660 h 163088"/>
              <a:gd name="csX48" fmla="*/ 116406 w 155999"/>
              <a:gd name="csY48" fmla="*/ 9972 h 163088"/>
              <a:gd name="csX49" fmla="*/ 114551 w 155999"/>
              <a:gd name="csY49" fmla="*/ 7931 h 163088"/>
              <a:gd name="csX50" fmla="*/ 111914 w 155999"/>
              <a:gd name="csY50" fmla="*/ 7097 h 163088"/>
              <a:gd name="csX51" fmla="*/ 43027 w 155999"/>
              <a:gd name="csY51" fmla="*/ 55017 h 163088"/>
              <a:gd name="csX52" fmla="*/ 32785 w 155999"/>
              <a:gd name="csY52" fmla="*/ 56208 h 163088"/>
              <a:gd name="csX53" fmla="*/ 0 w 155999"/>
              <a:gd name="csY53" fmla="*/ 103227 h 163088"/>
              <a:gd name="csX54" fmla="*/ 2841 w 155999"/>
              <a:gd name="csY54" fmla="*/ 107939 h 163088"/>
              <a:gd name="csX55" fmla="*/ 8336 w 155999"/>
              <a:gd name="csY55" fmla="*/ 107616 h 163088"/>
              <a:gd name="csX56" fmla="*/ 28361 w 155999"/>
              <a:gd name="csY56" fmla="*/ 108721 h 163088"/>
              <a:gd name="csX57" fmla="*/ 41785 w 155999"/>
              <a:gd name="csY57" fmla="*/ 111732 h 163088"/>
              <a:gd name="csX58" fmla="*/ 67373 w 155999"/>
              <a:gd name="csY58" fmla="*/ 97647 h 163088"/>
              <a:gd name="csX59" fmla="*/ 67339 w 155999"/>
              <a:gd name="csY59" fmla="*/ 97562 h 163088"/>
              <a:gd name="csX60" fmla="*/ 60091 w 155999"/>
              <a:gd name="csY60" fmla="*/ 83987 h 163088"/>
              <a:gd name="csX61" fmla="*/ 38603 w 155999"/>
              <a:gd name="csY61" fmla="*/ 92068 h 163088"/>
              <a:gd name="csX62" fmla="*/ 33839 w 155999"/>
              <a:gd name="csY62" fmla="*/ 93633 h 163088"/>
              <a:gd name="csX63" fmla="*/ 32274 w 155999"/>
              <a:gd name="csY63" fmla="*/ 88869 h 163088"/>
              <a:gd name="csX64" fmla="*/ 61742 w 155999"/>
              <a:gd name="csY64" fmla="*/ 77098 h 163088"/>
              <a:gd name="csX65" fmla="*/ 70844 w 155999"/>
              <a:gd name="csY65" fmla="*/ 83358 h 163088"/>
              <a:gd name="csX66" fmla="*/ 70861 w 155999"/>
              <a:gd name="csY66" fmla="*/ 83494 h 163088"/>
              <a:gd name="csX67" fmla="*/ 74434 w 155999"/>
              <a:gd name="csY67" fmla="*/ 99331 h 163088"/>
              <a:gd name="csX68" fmla="*/ 74434 w 155999"/>
              <a:gd name="csY68" fmla="*/ 157781 h 163088"/>
              <a:gd name="csX69" fmla="*/ 79742 w 155999"/>
              <a:gd name="csY69" fmla="*/ 163089 h 163088"/>
              <a:gd name="csX70" fmla="*/ 85067 w 155999"/>
              <a:gd name="csY70" fmla="*/ 157781 h 163088"/>
              <a:gd name="csX71" fmla="*/ 85067 w 155999"/>
              <a:gd name="csY71" fmla="*/ 127689 h 163088"/>
              <a:gd name="csX72" fmla="*/ 92060 w 155999"/>
              <a:gd name="csY72" fmla="*/ 110729 h 163088"/>
              <a:gd name="csX73" fmla="*/ 92060 w 155999"/>
              <a:gd name="csY73" fmla="*/ 110831 h 163088"/>
              <a:gd name="csX74" fmla="*/ 97351 w 155999"/>
              <a:gd name="csY74" fmla="*/ 107496 h 163088"/>
              <a:gd name="csX75" fmla="*/ 126563 w 155999"/>
              <a:gd name="csY75" fmla="*/ 112770 h 163088"/>
              <a:gd name="csX76" fmla="*/ 126563 w 155999"/>
              <a:gd name="csY76" fmla="*/ 117788 h 163088"/>
              <a:gd name="csX77" fmla="*/ 121544 w 155999"/>
              <a:gd name="csY77" fmla="*/ 117788 h 163088"/>
              <a:gd name="csX78" fmla="*/ 100056 w 155999"/>
              <a:gd name="csY78" fmla="*/ 114046 h 163088"/>
              <a:gd name="csX79" fmla="*/ 94356 w 155999"/>
              <a:gd name="csY79" fmla="*/ 119132 h 163088"/>
              <a:gd name="csX80" fmla="*/ 94850 w 155999"/>
              <a:gd name="csY80" fmla="*/ 120085 h 163088"/>
              <a:gd name="csX81" fmla="*/ 118379 w 155999"/>
              <a:gd name="csY81" fmla="*/ 132996 h 163088"/>
              <a:gd name="csX82" fmla="*/ 130799 w 155999"/>
              <a:gd name="csY82" fmla="*/ 130053 h 163088"/>
              <a:gd name="csX83" fmla="*/ 147728 w 155999"/>
              <a:gd name="csY83" fmla="*/ 128573 h 163088"/>
              <a:gd name="csX84" fmla="*/ 153155 w 155999"/>
              <a:gd name="csY84" fmla="*/ 128811 h 163088"/>
              <a:gd name="csX85" fmla="*/ 155962 w 155999"/>
              <a:gd name="csY85" fmla="*/ 124133 h 163088"/>
              <a:gd name="csX86" fmla="*/ 127635 w 155999"/>
              <a:gd name="csY86" fmla="*/ 84378 h 163088"/>
              <a:gd name="csX87" fmla="*/ 96194 w 155999"/>
              <a:gd name="csY87" fmla="*/ 95317 h 163088"/>
              <a:gd name="csX88" fmla="*/ 95564 w 155999"/>
              <a:gd name="csY88" fmla="*/ 96490 h 163088"/>
              <a:gd name="csX89" fmla="*/ 89916 w 155999"/>
              <a:gd name="csY89" fmla="*/ 99144 h 163088"/>
              <a:gd name="csX90" fmla="*/ 85067 w 155999"/>
              <a:gd name="csY90" fmla="*/ 102699 h 163088"/>
              <a:gd name="csX91" fmla="*/ 85067 w 155999"/>
              <a:gd name="csY91" fmla="*/ 99331 h 163088"/>
              <a:gd name="csX92" fmla="*/ 69721 w 155999"/>
              <a:gd name="csY92" fmla="*/ 69766 h 163088"/>
              <a:gd name="csX93" fmla="*/ 66250 w 155999"/>
              <a:gd name="csY93" fmla="*/ 68643 h 163088"/>
              <a:gd name="csX94" fmla="*/ 43027 w 155999"/>
              <a:gd name="csY94" fmla="*/ 55017 h 163088"/>
            </a:gdLst>
            <a:ahLst/>
            <a:cxnLst/>
            <a:rect l="l" t="t" r="r" b="b"/>
            <a:pathLst>
              <a:path w="100000" h="100000">
                <a:moveTo>
                  <a:pt x="49065" y="2"/>
                </a:moveTo>
                <a:cubicBezTo>
                  <a:pt x="48481" y="-19"/>
                  <a:pt x="47897" y="117"/>
                  <a:pt x="47386" y="388"/>
                </a:cubicBezTo>
                <a:cubicBezTo>
                  <a:pt x="46875" y="670"/>
                  <a:pt x="46437" y="1077"/>
                  <a:pt x="46134" y="1577"/>
                </a:cubicBezTo>
                <a:lnTo>
                  <a:pt x="35275" y="18965"/>
                </a:lnTo>
                <a:cubicBezTo>
                  <a:pt x="35024" y="19320"/>
                  <a:pt x="34857" y="19726"/>
                  <a:pt x="34784" y="20154"/>
                </a:cubicBezTo>
                <a:cubicBezTo>
                  <a:pt x="34701" y="20592"/>
                  <a:pt x="34701" y="21030"/>
                  <a:pt x="34794" y="21458"/>
                </a:cubicBezTo>
                <a:cubicBezTo>
                  <a:pt x="34888" y="21875"/>
                  <a:pt x="35065" y="22282"/>
                  <a:pt x="35316" y="22636"/>
                </a:cubicBezTo>
                <a:cubicBezTo>
                  <a:pt x="35566" y="23002"/>
                  <a:pt x="35890" y="23304"/>
                  <a:pt x="36255" y="23534"/>
                </a:cubicBezTo>
                <a:cubicBezTo>
                  <a:pt x="36620" y="23763"/>
                  <a:pt x="37037" y="23920"/>
                  <a:pt x="37465" y="23982"/>
                </a:cubicBezTo>
                <a:cubicBezTo>
                  <a:pt x="37903" y="24055"/>
                  <a:pt x="38341" y="24034"/>
                  <a:pt x="38759" y="23930"/>
                </a:cubicBezTo>
                <a:cubicBezTo>
                  <a:pt x="39187" y="23826"/>
                  <a:pt x="39583" y="23638"/>
                  <a:pt x="39937" y="23377"/>
                </a:cubicBezTo>
                <a:cubicBezTo>
                  <a:pt x="40282" y="23116"/>
                  <a:pt x="40573" y="22793"/>
                  <a:pt x="40793" y="22417"/>
                </a:cubicBezTo>
                <a:lnTo>
                  <a:pt x="51663" y="5030"/>
                </a:lnTo>
                <a:cubicBezTo>
                  <a:pt x="51976" y="4550"/>
                  <a:pt x="52153" y="3997"/>
                  <a:pt x="52184" y="3423"/>
                </a:cubicBezTo>
                <a:cubicBezTo>
                  <a:pt x="52205" y="2849"/>
                  <a:pt x="52080" y="2276"/>
                  <a:pt x="51820" y="1765"/>
                </a:cubicBezTo>
                <a:cubicBezTo>
                  <a:pt x="51559" y="1254"/>
                  <a:pt x="51162" y="826"/>
                  <a:pt x="50682" y="513"/>
                </a:cubicBezTo>
                <a:cubicBezTo>
                  <a:pt x="50192" y="211"/>
                  <a:pt x="49639" y="34"/>
                  <a:pt x="49065" y="2"/>
                </a:cubicBezTo>
                <a:close/>
                <a:moveTo>
                  <a:pt x="94706" y="2182"/>
                </a:moveTo>
                <a:cubicBezTo>
                  <a:pt x="94121" y="2151"/>
                  <a:pt x="93538" y="2286"/>
                  <a:pt x="93026" y="2558"/>
                </a:cubicBezTo>
                <a:cubicBezTo>
                  <a:pt x="92515" y="2839"/>
                  <a:pt x="92076" y="3246"/>
                  <a:pt x="91774" y="3746"/>
                </a:cubicBezTo>
                <a:lnTo>
                  <a:pt x="80914" y="21135"/>
                </a:lnTo>
                <a:cubicBezTo>
                  <a:pt x="80664" y="21499"/>
                  <a:pt x="80497" y="21907"/>
                  <a:pt x="80424" y="22334"/>
                </a:cubicBezTo>
                <a:cubicBezTo>
                  <a:pt x="80340" y="22762"/>
                  <a:pt x="80340" y="23200"/>
                  <a:pt x="80435" y="23628"/>
                </a:cubicBezTo>
                <a:cubicBezTo>
                  <a:pt x="80529" y="24055"/>
                  <a:pt x="80706" y="24451"/>
                  <a:pt x="80956" y="24817"/>
                </a:cubicBezTo>
                <a:cubicBezTo>
                  <a:pt x="81207" y="25171"/>
                  <a:pt x="81530" y="25474"/>
                  <a:pt x="81895" y="25703"/>
                </a:cubicBezTo>
                <a:cubicBezTo>
                  <a:pt x="82260" y="25933"/>
                  <a:pt x="82677" y="26089"/>
                  <a:pt x="83105" y="26162"/>
                </a:cubicBezTo>
                <a:cubicBezTo>
                  <a:pt x="83544" y="26224"/>
                  <a:pt x="83981" y="26214"/>
                  <a:pt x="84399" y="26110"/>
                </a:cubicBezTo>
                <a:cubicBezTo>
                  <a:pt x="84826" y="26006"/>
                  <a:pt x="85223" y="25818"/>
                  <a:pt x="85577" y="25557"/>
                </a:cubicBezTo>
                <a:cubicBezTo>
                  <a:pt x="85922" y="25296"/>
                  <a:pt x="86214" y="24963"/>
                  <a:pt x="86433" y="24587"/>
                </a:cubicBezTo>
                <a:lnTo>
                  <a:pt x="97303" y="7199"/>
                </a:lnTo>
                <a:cubicBezTo>
                  <a:pt x="97616" y="6719"/>
                  <a:pt x="97794" y="6167"/>
                  <a:pt x="97825" y="5593"/>
                </a:cubicBezTo>
                <a:cubicBezTo>
                  <a:pt x="97846" y="5019"/>
                  <a:pt x="97721" y="4445"/>
                  <a:pt x="97460" y="3935"/>
                </a:cubicBezTo>
                <a:cubicBezTo>
                  <a:pt x="97199" y="3423"/>
                  <a:pt x="96803" y="2996"/>
                  <a:pt x="96323" y="2683"/>
                </a:cubicBezTo>
                <a:cubicBezTo>
                  <a:pt x="95832" y="2380"/>
                  <a:pt x="95280" y="2203"/>
                  <a:pt x="94706" y="2182"/>
                </a:cubicBezTo>
                <a:close/>
                <a:moveTo>
                  <a:pt x="70795" y="4352"/>
                </a:moveTo>
                <a:cubicBezTo>
                  <a:pt x="70211" y="4331"/>
                  <a:pt x="69638" y="4456"/>
                  <a:pt x="69116" y="4738"/>
                </a:cubicBezTo>
                <a:cubicBezTo>
                  <a:pt x="68604" y="5009"/>
                  <a:pt x="68177" y="5426"/>
                  <a:pt x="67874" y="5927"/>
                </a:cubicBezTo>
                <a:lnTo>
                  <a:pt x="57005" y="23304"/>
                </a:lnTo>
                <a:cubicBezTo>
                  <a:pt x="56764" y="23669"/>
                  <a:pt x="56597" y="24076"/>
                  <a:pt x="56514" y="24503"/>
                </a:cubicBezTo>
                <a:cubicBezTo>
                  <a:pt x="56431" y="24931"/>
                  <a:pt x="56441" y="25369"/>
                  <a:pt x="56535" y="25797"/>
                </a:cubicBezTo>
                <a:cubicBezTo>
                  <a:pt x="56618" y="26224"/>
                  <a:pt x="56795" y="26632"/>
                  <a:pt x="57046" y="26986"/>
                </a:cubicBezTo>
                <a:cubicBezTo>
                  <a:pt x="57296" y="27340"/>
                  <a:pt x="57620" y="27643"/>
                  <a:pt x="57985" y="27873"/>
                </a:cubicBezTo>
                <a:cubicBezTo>
                  <a:pt x="58360" y="28112"/>
                  <a:pt x="58767" y="28258"/>
                  <a:pt x="59205" y="28332"/>
                </a:cubicBezTo>
                <a:cubicBezTo>
                  <a:pt x="59633" y="28405"/>
                  <a:pt x="60071" y="28384"/>
                  <a:pt x="60499" y="28279"/>
                </a:cubicBezTo>
                <a:cubicBezTo>
                  <a:pt x="60916" y="28175"/>
                  <a:pt x="61313" y="27987"/>
                  <a:pt x="61668" y="27727"/>
                </a:cubicBezTo>
                <a:cubicBezTo>
                  <a:pt x="62012" y="27466"/>
                  <a:pt x="62314" y="27132"/>
                  <a:pt x="62533" y="26757"/>
                </a:cubicBezTo>
                <a:lnTo>
                  <a:pt x="73393" y="9379"/>
                </a:lnTo>
                <a:cubicBezTo>
                  <a:pt x="73706" y="8889"/>
                  <a:pt x="73883" y="8336"/>
                  <a:pt x="73914" y="7763"/>
                </a:cubicBezTo>
                <a:cubicBezTo>
                  <a:pt x="73946" y="7189"/>
                  <a:pt x="73821" y="6625"/>
                  <a:pt x="73550" y="6114"/>
                </a:cubicBezTo>
                <a:cubicBezTo>
                  <a:pt x="73288" y="5603"/>
                  <a:pt x="72892" y="5165"/>
                  <a:pt x="72412" y="4863"/>
                </a:cubicBezTo>
                <a:cubicBezTo>
                  <a:pt x="71933" y="4550"/>
                  <a:pt x="71369" y="4372"/>
                  <a:pt x="70795" y="4352"/>
                </a:cubicBezTo>
                <a:close/>
                <a:moveTo>
                  <a:pt x="28556" y="33735"/>
                </a:moveTo>
                <a:cubicBezTo>
                  <a:pt x="26532" y="33662"/>
                  <a:pt x="24425" y="33902"/>
                  <a:pt x="22276" y="34465"/>
                </a:cubicBezTo>
                <a:cubicBezTo>
                  <a:pt x="12282" y="37093"/>
                  <a:pt x="2173" y="46992"/>
                  <a:pt x="2173" y="63295"/>
                </a:cubicBezTo>
                <a:cubicBezTo>
                  <a:pt x="2173" y="64515"/>
                  <a:pt x="2852" y="65621"/>
                  <a:pt x="3915" y="66185"/>
                </a:cubicBezTo>
                <a:cubicBezTo>
                  <a:pt x="4980" y="66747"/>
                  <a:pt x="6283" y="66664"/>
                  <a:pt x="7285" y="65986"/>
                </a:cubicBezTo>
                <a:cubicBezTo>
                  <a:pt x="10603" y="63712"/>
                  <a:pt x="14952" y="65142"/>
                  <a:pt x="19563" y="66664"/>
                </a:cubicBezTo>
                <a:cubicBezTo>
                  <a:pt x="22453" y="67613"/>
                  <a:pt x="25166" y="68510"/>
                  <a:pt x="27795" y="68510"/>
                </a:cubicBezTo>
                <a:cubicBezTo>
                  <a:pt x="34220" y="68510"/>
                  <a:pt x="40355" y="65131"/>
                  <a:pt x="43484" y="59874"/>
                </a:cubicBezTo>
                <a:cubicBezTo>
                  <a:pt x="43484" y="59853"/>
                  <a:pt x="43463" y="59843"/>
                  <a:pt x="43463" y="59822"/>
                </a:cubicBezTo>
                <a:cubicBezTo>
                  <a:pt x="43463" y="52562"/>
                  <a:pt x="40115" y="51759"/>
                  <a:pt x="39019" y="51498"/>
                </a:cubicBezTo>
                <a:cubicBezTo>
                  <a:pt x="33897" y="50278"/>
                  <a:pt x="26720" y="54732"/>
                  <a:pt x="25843" y="56453"/>
                </a:cubicBezTo>
                <a:cubicBezTo>
                  <a:pt x="25301" y="57527"/>
                  <a:pt x="23997" y="57955"/>
                  <a:pt x="22922" y="57413"/>
                </a:cubicBezTo>
                <a:cubicBezTo>
                  <a:pt x="21859" y="56870"/>
                  <a:pt x="21431" y="55556"/>
                  <a:pt x="21963" y="54491"/>
                </a:cubicBezTo>
                <a:cubicBezTo>
                  <a:pt x="23737" y="51008"/>
                  <a:pt x="32990" y="45584"/>
                  <a:pt x="40031" y="47274"/>
                </a:cubicBezTo>
                <a:cubicBezTo>
                  <a:pt x="41669" y="47660"/>
                  <a:pt x="43943" y="48650"/>
                  <a:pt x="45612" y="51112"/>
                </a:cubicBezTo>
                <a:cubicBezTo>
                  <a:pt x="45612" y="51144"/>
                  <a:pt x="45623" y="51164"/>
                  <a:pt x="45623" y="51196"/>
                </a:cubicBezTo>
                <a:cubicBezTo>
                  <a:pt x="47313" y="53146"/>
                  <a:pt x="47814" y="55910"/>
                  <a:pt x="47814" y="60906"/>
                </a:cubicBezTo>
                <a:lnTo>
                  <a:pt x="47814" y="96746"/>
                </a:lnTo>
                <a:cubicBezTo>
                  <a:pt x="47814" y="98550"/>
                  <a:pt x="49274" y="100001"/>
                  <a:pt x="51068" y="100001"/>
                </a:cubicBezTo>
                <a:cubicBezTo>
                  <a:pt x="52873" y="100001"/>
                  <a:pt x="54334" y="98550"/>
                  <a:pt x="54334" y="96746"/>
                </a:cubicBezTo>
                <a:lnTo>
                  <a:pt x="54334" y="78295"/>
                </a:lnTo>
                <a:cubicBezTo>
                  <a:pt x="54334" y="74070"/>
                  <a:pt x="55878" y="70398"/>
                  <a:pt x="58621" y="67895"/>
                </a:cubicBezTo>
                <a:cubicBezTo>
                  <a:pt x="58621" y="67916"/>
                  <a:pt x="58621" y="67937"/>
                  <a:pt x="58621" y="67958"/>
                </a:cubicBezTo>
                <a:cubicBezTo>
                  <a:pt x="59675" y="67029"/>
                  <a:pt x="60791" y="66351"/>
                  <a:pt x="61866" y="65913"/>
                </a:cubicBezTo>
                <a:cubicBezTo>
                  <a:pt x="68302" y="63254"/>
                  <a:pt x="76637" y="66007"/>
                  <a:pt x="79777" y="69147"/>
                </a:cubicBezTo>
                <a:cubicBezTo>
                  <a:pt x="80622" y="70002"/>
                  <a:pt x="80622" y="71368"/>
                  <a:pt x="79777" y="72224"/>
                </a:cubicBezTo>
                <a:cubicBezTo>
                  <a:pt x="78933" y="73069"/>
                  <a:pt x="77555" y="73069"/>
                  <a:pt x="76700" y="72224"/>
                </a:cubicBezTo>
                <a:cubicBezTo>
                  <a:pt x="74770" y="70294"/>
                  <a:pt x="68302" y="67947"/>
                  <a:pt x="63524" y="69929"/>
                </a:cubicBezTo>
                <a:cubicBezTo>
                  <a:pt x="62001" y="70566"/>
                  <a:pt x="60843" y="71609"/>
                  <a:pt x="60029" y="73048"/>
                </a:cubicBezTo>
                <a:cubicBezTo>
                  <a:pt x="60134" y="73246"/>
                  <a:pt x="60217" y="73444"/>
                  <a:pt x="60332" y="73632"/>
                </a:cubicBezTo>
                <a:cubicBezTo>
                  <a:pt x="63044" y="78378"/>
                  <a:pt x="68855" y="81549"/>
                  <a:pt x="74759" y="81549"/>
                </a:cubicBezTo>
                <a:cubicBezTo>
                  <a:pt x="77221" y="81549"/>
                  <a:pt x="79715" y="80683"/>
                  <a:pt x="82375" y="79744"/>
                </a:cubicBezTo>
                <a:cubicBezTo>
                  <a:pt x="86996" y="78117"/>
                  <a:pt x="90220" y="77179"/>
                  <a:pt x="92755" y="78837"/>
                </a:cubicBezTo>
                <a:cubicBezTo>
                  <a:pt x="93756" y="79504"/>
                  <a:pt x="95039" y="79546"/>
                  <a:pt x="96083" y="78983"/>
                </a:cubicBezTo>
                <a:cubicBezTo>
                  <a:pt x="97147" y="78420"/>
                  <a:pt x="97804" y="77314"/>
                  <a:pt x="97804" y="76114"/>
                </a:cubicBezTo>
                <a:cubicBezTo>
                  <a:pt x="97804" y="61605"/>
                  <a:pt x="88457" y="53908"/>
                  <a:pt x="80435" y="51738"/>
                </a:cubicBezTo>
                <a:cubicBezTo>
                  <a:pt x="72391" y="49537"/>
                  <a:pt x="64828" y="52187"/>
                  <a:pt x="61156" y="58445"/>
                </a:cubicBezTo>
                <a:cubicBezTo>
                  <a:pt x="61031" y="58685"/>
                  <a:pt x="60874" y="58925"/>
                  <a:pt x="60770" y="59164"/>
                </a:cubicBezTo>
                <a:cubicBezTo>
                  <a:pt x="59571" y="59582"/>
                  <a:pt x="58412" y="60145"/>
                  <a:pt x="57307" y="60792"/>
                </a:cubicBezTo>
                <a:cubicBezTo>
                  <a:pt x="56243" y="61449"/>
                  <a:pt x="55241" y="62169"/>
                  <a:pt x="54334" y="62972"/>
                </a:cubicBezTo>
                <a:lnTo>
                  <a:pt x="54334" y="60906"/>
                </a:lnTo>
                <a:cubicBezTo>
                  <a:pt x="54334" y="53845"/>
                  <a:pt x="53614" y="47128"/>
                  <a:pt x="44924" y="42778"/>
                </a:cubicBezTo>
                <a:cubicBezTo>
                  <a:pt x="44485" y="42570"/>
                  <a:pt x="43745" y="42309"/>
                  <a:pt x="42796" y="42090"/>
                </a:cubicBezTo>
                <a:cubicBezTo>
                  <a:pt x="39895" y="36937"/>
                  <a:pt x="34628" y="33964"/>
                  <a:pt x="28556" y="3373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4" name="Белый — SVG 12">
            <a:extLst>
              <a:ext uri="{FF2B5EF4-FFF2-40B4-BE49-F238E27FC236}">
                <a16:creationId xmlns:a16="http://schemas.microsoft.com/office/drawing/2014/main" id="{F51FEAAE-1CF4-424C-8310-ABBFC8E43613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108106 w 155956"/>
              <a:gd name="csY0" fmla="*/ 138215 h 148847"/>
              <a:gd name="csX1" fmla="*/ 95700 w 155956"/>
              <a:gd name="csY1" fmla="*/ 122259 h 148847"/>
              <a:gd name="csX2" fmla="*/ 96714 w 155956"/>
              <a:gd name="csY2" fmla="*/ 116900 h 148847"/>
              <a:gd name="csX3" fmla="*/ 95700 w 155956"/>
              <a:gd name="csY3" fmla="*/ 116951 h 148847"/>
              <a:gd name="csX4" fmla="*/ 77978 w 155956"/>
              <a:gd name="csY4" fmla="*/ 112665 h 148847"/>
              <a:gd name="csX5" fmla="*/ 60256 w 155956"/>
              <a:gd name="csY5" fmla="*/ 116951 h 148847"/>
              <a:gd name="csX6" fmla="*/ 59242 w 155956"/>
              <a:gd name="csY6" fmla="*/ 116900 h 148847"/>
              <a:gd name="csX7" fmla="*/ 60256 w 155956"/>
              <a:gd name="csY7" fmla="*/ 122259 h 148847"/>
              <a:gd name="csX8" fmla="*/ 47850 w 155956"/>
              <a:gd name="csY8" fmla="*/ 138215 h 148847"/>
              <a:gd name="csX9" fmla="*/ 42534 w 155956"/>
              <a:gd name="csY9" fmla="*/ 143523 h 148847"/>
              <a:gd name="csX10" fmla="*/ 47850 w 155956"/>
              <a:gd name="csY10" fmla="*/ 148847 h 148847"/>
              <a:gd name="csX11" fmla="*/ 108106 w 155956"/>
              <a:gd name="csY11" fmla="*/ 148847 h 148847"/>
              <a:gd name="csX12" fmla="*/ 113423 w 155956"/>
              <a:gd name="csY12" fmla="*/ 143523 h 148847"/>
              <a:gd name="csX13" fmla="*/ 108106 w 155956"/>
              <a:gd name="csY13" fmla="*/ 138215 h 148847"/>
              <a:gd name="csX14" fmla="*/ 140595 w 155956"/>
              <a:gd name="csY14" fmla="*/ 52105 h 148847"/>
              <a:gd name="csX15" fmla="*/ 141778 w 155956"/>
              <a:gd name="csY15" fmla="*/ 44297 h 148847"/>
              <a:gd name="csX16" fmla="*/ 115418 w 155956"/>
              <a:gd name="csY16" fmla="*/ 17726 h 148847"/>
              <a:gd name="csX17" fmla="*/ 90384 w 155956"/>
              <a:gd name="csY17" fmla="*/ 0 h 148847"/>
              <a:gd name="csX18" fmla="*/ 77978 w 155956"/>
              <a:gd name="csY18" fmla="*/ 3079 h 148847"/>
              <a:gd name="csX19" fmla="*/ 65573 w 155956"/>
              <a:gd name="csY19" fmla="*/ 0 h 148847"/>
              <a:gd name="csX20" fmla="*/ 40538 w 155956"/>
              <a:gd name="csY20" fmla="*/ 17726 h 148847"/>
              <a:gd name="csX21" fmla="*/ 14178 w 155956"/>
              <a:gd name="csY21" fmla="*/ 44297 h 148847"/>
              <a:gd name="csX22" fmla="*/ 15362 w 155956"/>
              <a:gd name="csY22" fmla="*/ 52105 h 148847"/>
              <a:gd name="csX23" fmla="*/ 0 w 155956"/>
              <a:gd name="csY23" fmla="*/ 76193 h 148847"/>
              <a:gd name="csX24" fmla="*/ 26583 w 155956"/>
              <a:gd name="csY24" fmla="*/ 102781 h 148847"/>
              <a:gd name="csX25" fmla="*/ 37603 w 155956"/>
              <a:gd name="csY25" fmla="*/ 100383 h 148847"/>
              <a:gd name="csX26" fmla="*/ 60256 w 155956"/>
              <a:gd name="csY26" fmla="*/ 109858 h 148847"/>
              <a:gd name="csX27" fmla="*/ 77978 w 155956"/>
              <a:gd name="csY27" fmla="*/ 104465 h 148847"/>
              <a:gd name="csX28" fmla="*/ 95700 w 155956"/>
              <a:gd name="csY28" fmla="*/ 109858 h 148847"/>
              <a:gd name="csX29" fmla="*/ 118353 w 155956"/>
              <a:gd name="csY29" fmla="*/ 100383 h 148847"/>
              <a:gd name="csX30" fmla="*/ 129373 w 155956"/>
              <a:gd name="csY30" fmla="*/ 102781 h 148847"/>
              <a:gd name="csX31" fmla="*/ 155956 w 155956"/>
              <a:gd name="csY31" fmla="*/ 76193 h 148847"/>
              <a:gd name="csX32" fmla="*/ 140595 w 155956"/>
              <a:gd name="csY32" fmla="*/ 52105 h 148847"/>
            </a:gdLst>
            <a:ahLst/>
            <a:cxnLst/>
            <a:rect l="l" t="t" r="r" b="b"/>
            <a:pathLst>
              <a:path w="100000" h="100000">
                <a:moveTo>
                  <a:pt x="69318" y="90904"/>
                </a:moveTo>
                <a:cubicBezTo>
                  <a:pt x="61455" y="90904"/>
                  <a:pt x="61363" y="80781"/>
                  <a:pt x="61363" y="80672"/>
                </a:cubicBezTo>
                <a:cubicBezTo>
                  <a:pt x="61363" y="79418"/>
                  <a:pt x="61618" y="78283"/>
                  <a:pt x="62014" y="77236"/>
                </a:cubicBezTo>
                <a:cubicBezTo>
                  <a:pt x="61798" y="77247"/>
                  <a:pt x="61582" y="77269"/>
                  <a:pt x="61363" y="77269"/>
                </a:cubicBezTo>
                <a:cubicBezTo>
                  <a:pt x="57382" y="77269"/>
                  <a:pt x="53496" y="76320"/>
                  <a:pt x="50000" y="74521"/>
                </a:cubicBezTo>
                <a:cubicBezTo>
                  <a:pt x="46505" y="76320"/>
                  <a:pt x="42618" y="77269"/>
                  <a:pt x="38637" y="77269"/>
                </a:cubicBezTo>
                <a:cubicBezTo>
                  <a:pt x="38419" y="77269"/>
                  <a:pt x="38202" y="77247"/>
                  <a:pt x="37986" y="77236"/>
                </a:cubicBezTo>
                <a:cubicBezTo>
                  <a:pt x="38382" y="78283"/>
                  <a:pt x="38637" y="79418"/>
                  <a:pt x="38637" y="80672"/>
                </a:cubicBezTo>
                <a:cubicBezTo>
                  <a:pt x="38637" y="80781"/>
                  <a:pt x="38545" y="90904"/>
                  <a:pt x="30682" y="90904"/>
                </a:cubicBezTo>
                <a:cubicBezTo>
                  <a:pt x="28798" y="90904"/>
                  <a:pt x="27273" y="92431"/>
                  <a:pt x="27273" y="94307"/>
                </a:cubicBezTo>
                <a:cubicBezTo>
                  <a:pt x="27273" y="96194"/>
                  <a:pt x="28798" y="97721"/>
                  <a:pt x="30682" y="97721"/>
                </a:cubicBezTo>
                <a:lnTo>
                  <a:pt x="69318" y="97721"/>
                </a:lnTo>
                <a:cubicBezTo>
                  <a:pt x="71202" y="97721"/>
                  <a:pt x="72728" y="96194"/>
                  <a:pt x="72728" y="94307"/>
                </a:cubicBezTo>
                <a:cubicBezTo>
                  <a:pt x="72728" y="92431"/>
                  <a:pt x="71202" y="90904"/>
                  <a:pt x="69318" y="90904"/>
                </a:cubicBezTo>
                <a:close/>
                <a:moveTo>
                  <a:pt x="90150" y="35689"/>
                </a:moveTo>
                <a:cubicBezTo>
                  <a:pt x="90650" y="34075"/>
                  <a:pt x="90909" y="32384"/>
                  <a:pt x="90909" y="30683"/>
                </a:cubicBezTo>
                <a:cubicBezTo>
                  <a:pt x="90909" y="21335"/>
                  <a:pt x="83339" y="13721"/>
                  <a:pt x="74007" y="13645"/>
                </a:cubicBezTo>
                <a:cubicBezTo>
                  <a:pt x="71634" y="6980"/>
                  <a:pt x="65216" y="2279"/>
                  <a:pt x="57955" y="2279"/>
                </a:cubicBezTo>
                <a:cubicBezTo>
                  <a:pt x="55157" y="2279"/>
                  <a:pt x="52446" y="2956"/>
                  <a:pt x="50000" y="4253"/>
                </a:cubicBezTo>
                <a:cubicBezTo>
                  <a:pt x="47554" y="2956"/>
                  <a:pt x="44843" y="2279"/>
                  <a:pt x="42046" y="2279"/>
                </a:cubicBezTo>
                <a:cubicBezTo>
                  <a:pt x="34784" y="2279"/>
                  <a:pt x="28366" y="6980"/>
                  <a:pt x="25993" y="13645"/>
                </a:cubicBezTo>
                <a:cubicBezTo>
                  <a:pt x="16661" y="13721"/>
                  <a:pt x="9091" y="21335"/>
                  <a:pt x="9091" y="30683"/>
                </a:cubicBezTo>
                <a:cubicBezTo>
                  <a:pt x="9091" y="32384"/>
                  <a:pt x="9350" y="34075"/>
                  <a:pt x="9850" y="35689"/>
                </a:cubicBezTo>
                <a:cubicBezTo>
                  <a:pt x="3961" y="38427"/>
                  <a:pt x="0" y="44394"/>
                  <a:pt x="0" y="51135"/>
                </a:cubicBezTo>
                <a:cubicBezTo>
                  <a:pt x="0" y="60537"/>
                  <a:pt x="7646" y="68183"/>
                  <a:pt x="17045" y="68183"/>
                </a:cubicBezTo>
                <a:cubicBezTo>
                  <a:pt x="19507" y="68183"/>
                  <a:pt x="21905" y="67659"/>
                  <a:pt x="24111" y="66645"/>
                </a:cubicBezTo>
                <a:cubicBezTo>
                  <a:pt x="27927" y="70496"/>
                  <a:pt x="33168" y="72721"/>
                  <a:pt x="38637" y="72721"/>
                </a:cubicBezTo>
                <a:cubicBezTo>
                  <a:pt x="42702" y="72721"/>
                  <a:pt x="46648" y="71510"/>
                  <a:pt x="50000" y="69263"/>
                </a:cubicBezTo>
                <a:cubicBezTo>
                  <a:pt x="53352" y="71510"/>
                  <a:pt x="57298" y="72721"/>
                  <a:pt x="61363" y="72721"/>
                </a:cubicBezTo>
                <a:cubicBezTo>
                  <a:pt x="66832" y="72721"/>
                  <a:pt x="72073" y="70496"/>
                  <a:pt x="75889" y="66645"/>
                </a:cubicBezTo>
                <a:cubicBezTo>
                  <a:pt x="78096" y="67659"/>
                  <a:pt x="80493" y="68183"/>
                  <a:pt x="82955" y="68183"/>
                </a:cubicBezTo>
                <a:cubicBezTo>
                  <a:pt x="92355" y="68183"/>
                  <a:pt x="100000" y="60537"/>
                  <a:pt x="100000" y="51135"/>
                </a:cubicBezTo>
                <a:cubicBezTo>
                  <a:pt x="100000" y="44394"/>
                  <a:pt x="96039" y="38427"/>
                  <a:pt x="90150" y="3568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5" name="Белый — SVG 13">
            <a:extLst>
              <a:ext uri="{FF2B5EF4-FFF2-40B4-BE49-F238E27FC236}">
                <a16:creationId xmlns:a16="http://schemas.microsoft.com/office/drawing/2014/main" id="{0D32D127-7D20-A34E-AB14-E9751635787B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113428 w 138234"/>
              <a:gd name="csY0" fmla="*/ 72654 h 148847"/>
              <a:gd name="csX1" fmla="*/ 129234 w 138234"/>
              <a:gd name="csY1" fmla="*/ 49979 h 148847"/>
              <a:gd name="csX2" fmla="*/ 136176 w 138234"/>
              <a:gd name="csY2" fmla="*/ 44960 h 148847"/>
              <a:gd name="csX3" fmla="*/ 138132 w 138234"/>
              <a:gd name="csY3" fmla="*/ 39721 h 148847"/>
              <a:gd name="csX4" fmla="*/ 134593 w 138234"/>
              <a:gd name="csY4" fmla="*/ 21995 h 148847"/>
              <a:gd name="csX5" fmla="*/ 129370 w 138234"/>
              <a:gd name="csY5" fmla="*/ 17726 h 148847"/>
              <a:gd name="csX6" fmla="*/ 83842 w 138234"/>
              <a:gd name="csY6" fmla="*/ 1922 h 148847"/>
              <a:gd name="csX7" fmla="*/ 79759 w 138234"/>
              <a:gd name="csY7" fmla="*/ 0 h 148847"/>
              <a:gd name="csX8" fmla="*/ 58492 w 138234"/>
              <a:gd name="csY8" fmla="*/ 0 h 148847"/>
              <a:gd name="csX9" fmla="*/ 54392 w 138234"/>
              <a:gd name="csY9" fmla="*/ 1922 h 148847"/>
              <a:gd name="csX10" fmla="*/ 8864 w 138234"/>
              <a:gd name="csY10" fmla="*/ 17726 h 148847"/>
              <a:gd name="csX11" fmla="*/ 3641 w 138234"/>
              <a:gd name="csY11" fmla="*/ 21995 h 148847"/>
              <a:gd name="csX12" fmla="*/ 102 w 138234"/>
              <a:gd name="csY12" fmla="*/ 39721 h 148847"/>
              <a:gd name="csX13" fmla="*/ 2042 w 138234"/>
              <a:gd name="csY13" fmla="*/ 44943 h 148847"/>
              <a:gd name="csX14" fmla="*/ 5768 w 138234"/>
              <a:gd name="csY14" fmla="*/ 47801 h 148847"/>
              <a:gd name="csX15" fmla="*/ 21267 w 138234"/>
              <a:gd name="csY15" fmla="*/ 72654 h 148847"/>
              <a:gd name="csX16" fmla="*/ 2161 w 138234"/>
              <a:gd name="csY16" fmla="*/ 105673 h 148847"/>
              <a:gd name="csX17" fmla="*/ 987 w 138234"/>
              <a:gd name="csY17" fmla="*/ 112801 h 148847"/>
              <a:gd name="csX18" fmla="*/ 11518 w 138234"/>
              <a:gd name="csY18" fmla="*/ 128740 h 148847"/>
              <a:gd name="csX19" fmla="*/ 15959 w 138234"/>
              <a:gd name="csY19" fmla="*/ 131122 h 148847"/>
              <a:gd name="csX20" fmla="*/ 65349 w 138234"/>
              <a:gd name="csY20" fmla="*/ 147299 h 148847"/>
              <a:gd name="csX21" fmla="*/ 69125 w 138234"/>
              <a:gd name="csY21" fmla="*/ 148847 h 148847"/>
              <a:gd name="csX22" fmla="*/ 72886 w 138234"/>
              <a:gd name="csY22" fmla="*/ 147299 h 148847"/>
              <a:gd name="csX23" fmla="*/ 122292 w 138234"/>
              <a:gd name="csY23" fmla="*/ 131122 h 148847"/>
              <a:gd name="csX24" fmla="*/ 126546 w 138234"/>
              <a:gd name="csY24" fmla="*/ 128995 h 148847"/>
              <a:gd name="csX25" fmla="*/ 137179 w 138234"/>
              <a:gd name="csY25" fmla="*/ 114825 h 148847"/>
              <a:gd name="csX26" fmla="*/ 136227 w 138234"/>
              <a:gd name="csY26" fmla="*/ 107476 h 148847"/>
              <a:gd name="csX27" fmla="*/ 113428 w 138234"/>
              <a:gd name="csY27" fmla="*/ 72654 h 148847"/>
            </a:gdLst>
            <a:ahLst/>
            <a:cxnLst/>
            <a:rect l="l" t="t" r="r" b="b"/>
            <a:pathLst>
              <a:path w="100000" h="100000">
                <a:moveTo>
                  <a:pt x="79769" y="48811"/>
                </a:moveTo>
                <a:cubicBezTo>
                  <a:pt x="79769" y="40983"/>
                  <a:pt x="83988" y="38046"/>
                  <a:pt x="90388" y="33577"/>
                </a:cubicBezTo>
                <a:cubicBezTo>
                  <a:pt x="91909" y="32515"/>
                  <a:pt x="93486" y="31417"/>
                  <a:pt x="95052" y="30206"/>
                </a:cubicBezTo>
                <a:cubicBezTo>
                  <a:pt x="96127" y="29383"/>
                  <a:pt x="96629" y="28011"/>
                  <a:pt x="96366" y="26686"/>
                </a:cubicBezTo>
                <a:lnTo>
                  <a:pt x="93989" y="14777"/>
                </a:lnTo>
                <a:cubicBezTo>
                  <a:pt x="93646" y="13109"/>
                  <a:pt x="92183" y="11909"/>
                  <a:pt x="90480" y="11909"/>
                </a:cubicBezTo>
                <a:cubicBezTo>
                  <a:pt x="76650" y="11909"/>
                  <a:pt x="65494" y="8034"/>
                  <a:pt x="59893" y="1291"/>
                </a:cubicBezTo>
                <a:cubicBezTo>
                  <a:pt x="59218" y="469"/>
                  <a:pt x="58201" y="0"/>
                  <a:pt x="57150" y="0"/>
                </a:cubicBezTo>
                <a:lnTo>
                  <a:pt x="42862" y="0"/>
                </a:lnTo>
                <a:cubicBezTo>
                  <a:pt x="41799" y="0"/>
                  <a:pt x="40782" y="469"/>
                  <a:pt x="40107" y="1291"/>
                </a:cubicBezTo>
                <a:cubicBezTo>
                  <a:pt x="34507" y="8034"/>
                  <a:pt x="23363" y="11909"/>
                  <a:pt x="9520" y="11909"/>
                </a:cubicBezTo>
                <a:cubicBezTo>
                  <a:pt x="7817" y="11909"/>
                  <a:pt x="6354" y="13109"/>
                  <a:pt x="6011" y="14777"/>
                </a:cubicBezTo>
                <a:lnTo>
                  <a:pt x="3634" y="26686"/>
                </a:lnTo>
                <a:cubicBezTo>
                  <a:pt x="3371" y="28011"/>
                  <a:pt x="3874" y="29371"/>
                  <a:pt x="4937" y="30194"/>
                </a:cubicBezTo>
                <a:cubicBezTo>
                  <a:pt x="5794" y="30869"/>
                  <a:pt x="6629" y="31497"/>
                  <a:pt x="7440" y="32114"/>
                </a:cubicBezTo>
                <a:cubicBezTo>
                  <a:pt x="14150" y="37211"/>
                  <a:pt x="17853" y="40023"/>
                  <a:pt x="17853" y="48811"/>
                </a:cubicBezTo>
                <a:cubicBezTo>
                  <a:pt x="17853" y="58960"/>
                  <a:pt x="12938" y="64823"/>
                  <a:pt x="5017" y="70994"/>
                </a:cubicBezTo>
                <a:cubicBezTo>
                  <a:pt x="3554" y="72137"/>
                  <a:pt x="3200" y="74217"/>
                  <a:pt x="4228" y="75783"/>
                </a:cubicBezTo>
                <a:lnTo>
                  <a:pt x="11303" y="86491"/>
                </a:lnTo>
                <a:cubicBezTo>
                  <a:pt x="11955" y="87497"/>
                  <a:pt x="13086" y="88092"/>
                  <a:pt x="14287" y="88092"/>
                </a:cubicBezTo>
                <a:cubicBezTo>
                  <a:pt x="32746" y="88092"/>
                  <a:pt x="42519" y="94000"/>
                  <a:pt x="47469" y="98960"/>
                </a:cubicBezTo>
                <a:cubicBezTo>
                  <a:pt x="48177" y="99657"/>
                  <a:pt x="49092" y="100000"/>
                  <a:pt x="50005" y="100000"/>
                </a:cubicBezTo>
                <a:cubicBezTo>
                  <a:pt x="50920" y="100000"/>
                  <a:pt x="51835" y="99657"/>
                  <a:pt x="52532" y="98960"/>
                </a:cubicBezTo>
                <a:cubicBezTo>
                  <a:pt x="57481" y="94000"/>
                  <a:pt x="67265" y="88092"/>
                  <a:pt x="85725" y="88092"/>
                </a:cubicBezTo>
                <a:cubicBezTo>
                  <a:pt x="86845" y="88092"/>
                  <a:pt x="87908" y="87566"/>
                  <a:pt x="88583" y="86663"/>
                </a:cubicBezTo>
                <a:lnTo>
                  <a:pt x="95726" y="77143"/>
                </a:lnTo>
                <a:cubicBezTo>
                  <a:pt x="96880" y="75600"/>
                  <a:pt x="96595" y="73406"/>
                  <a:pt x="95087" y="72206"/>
                </a:cubicBezTo>
                <a:cubicBezTo>
                  <a:pt x="87131" y="65863"/>
                  <a:pt x="79769" y="58640"/>
                  <a:pt x="79769" y="4881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6" name="Белый — SVG 14">
            <a:extLst>
              <a:ext uri="{FF2B5EF4-FFF2-40B4-BE49-F238E27FC236}">
                <a16:creationId xmlns:a16="http://schemas.microsoft.com/office/drawing/2014/main" id="{F1958B26-5187-8B4D-90D1-CBD5D99A8239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16622 w 141124"/>
              <a:gd name="csY0" fmla="*/ 0 h 155906"/>
              <a:gd name="csX1" fmla="*/ 4900 w 141124"/>
              <a:gd name="csY1" fmla="*/ 4814 h 155906"/>
              <a:gd name="csX2" fmla="*/ 0 w 141124"/>
              <a:gd name="csY2" fmla="*/ 16501 h 155906"/>
              <a:gd name="csX3" fmla="*/ 0 w 141124"/>
              <a:gd name="csY3" fmla="*/ 139406 h 155906"/>
              <a:gd name="csX4" fmla="*/ 4883 w 141124"/>
              <a:gd name="csY4" fmla="*/ 151093 h 155906"/>
              <a:gd name="csX5" fmla="*/ 16622 w 141124"/>
              <a:gd name="csY5" fmla="*/ 155907 h 155906"/>
              <a:gd name="csX6" fmla="*/ 114636 w 141124"/>
              <a:gd name="csY6" fmla="*/ 155907 h 155906"/>
              <a:gd name="csX7" fmla="*/ 126376 w 141124"/>
              <a:gd name="csY7" fmla="*/ 151093 h 155906"/>
              <a:gd name="csX8" fmla="*/ 131275 w 141124"/>
              <a:gd name="csY8" fmla="*/ 139406 h 155906"/>
              <a:gd name="csX9" fmla="*/ 131174 w 141124"/>
              <a:gd name="csY9" fmla="*/ 53738 h 155906"/>
              <a:gd name="csX10" fmla="*/ 131088 w 141124"/>
              <a:gd name="csY10" fmla="*/ 52939 h 155906"/>
              <a:gd name="csX11" fmla="*/ 139901 w 141124"/>
              <a:gd name="csY11" fmla="*/ 42324 h 155906"/>
              <a:gd name="csX12" fmla="*/ 141109 w 141124"/>
              <a:gd name="csY12" fmla="*/ 38530 h 155906"/>
              <a:gd name="csX13" fmla="*/ 139340 w 141124"/>
              <a:gd name="csY13" fmla="*/ 34941 h 155906"/>
              <a:gd name="csX14" fmla="*/ 116678 w 141124"/>
              <a:gd name="csY14" fmla="*/ 14953 h 155906"/>
              <a:gd name="csX15" fmla="*/ 113292 w 141124"/>
              <a:gd name="csY15" fmla="*/ 13626 h 155906"/>
              <a:gd name="csX16" fmla="*/ 110961 w 141124"/>
              <a:gd name="csY16" fmla="*/ 14102 h 155906"/>
              <a:gd name="csX17" fmla="*/ 109073 w 141124"/>
              <a:gd name="csY17" fmla="*/ 15531 h 155906"/>
              <a:gd name="csX18" fmla="*/ 101009 w 141124"/>
              <a:gd name="csY18" fmla="*/ 25261 h 155906"/>
              <a:gd name="csX19" fmla="*/ 99018 w 141124"/>
              <a:gd name="csY19" fmla="*/ 24836 h 155906"/>
              <a:gd name="csX20" fmla="*/ 77956 w 141124"/>
              <a:gd name="csY20" fmla="*/ 24836 h 155906"/>
              <a:gd name="csX21" fmla="*/ 77973 w 141124"/>
              <a:gd name="csY21" fmla="*/ 16501 h 155906"/>
              <a:gd name="csX22" fmla="*/ 73073 w 141124"/>
              <a:gd name="csY22" fmla="*/ 4831 h 155906"/>
              <a:gd name="csX23" fmla="*/ 61350 w 141124"/>
              <a:gd name="csY23" fmla="*/ 17 h 155906"/>
              <a:gd name="csX24" fmla="*/ 16622 w 141124"/>
              <a:gd name="csY24" fmla="*/ 0 h 155906"/>
              <a:gd name="csX25" fmla="*/ 26626 w 141124"/>
              <a:gd name="csY25" fmla="*/ 14204 h 155906"/>
              <a:gd name="csX26" fmla="*/ 51380 w 141124"/>
              <a:gd name="csY26" fmla="*/ 14204 h 155906"/>
              <a:gd name="csX27" fmla="*/ 56757 w 141124"/>
              <a:gd name="csY27" fmla="*/ 19529 h 155906"/>
              <a:gd name="csX28" fmla="*/ 51380 w 141124"/>
              <a:gd name="csY28" fmla="*/ 24870 h 155906"/>
              <a:gd name="csX29" fmla="*/ 26626 w 141124"/>
              <a:gd name="csY29" fmla="*/ 24870 h 155906"/>
              <a:gd name="csX30" fmla="*/ 21233 w 141124"/>
              <a:gd name="csY30" fmla="*/ 19529 h 155906"/>
              <a:gd name="csX31" fmla="*/ 26626 w 141124"/>
              <a:gd name="csY31" fmla="*/ 14204 h 155906"/>
              <a:gd name="csX32" fmla="*/ 113752 w 141124"/>
              <a:gd name="csY32" fmla="*/ 26537 h 155906"/>
              <a:gd name="csX33" fmla="*/ 128434 w 141124"/>
              <a:gd name="csY33" fmla="*/ 39500 h 155906"/>
              <a:gd name="csX34" fmla="*/ 124079 w 141124"/>
              <a:gd name="csY34" fmla="*/ 44739 h 155906"/>
              <a:gd name="csX35" fmla="*/ 109396 w 141124"/>
              <a:gd name="csY35" fmla="*/ 31777 h 155906"/>
              <a:gd name="csX36" fmla="*/ 113752 w 141124"/>
              <a:gd name="csY36" fmla="*/ 26537 h 155906"/>
              <a:gd name="csX37" fmla="*/ 24890 w 141124"/>
              <a:gd name="csY37" fmla="*/ 60236 h 155906"/>
              <a:gd name="csX38" fmla="*/ 106266 w 141124"/>
              <a:gd name="csY38" fmla="*/ 60236 h 155906"/>
              <a:gd name="csX39" fmla="*/ 109805 w 141124"/>
              <a:gd name="csY39" fmla="*/ 63775 h 155906"/>
              <a:gd name="csX40" fmla="*/ 109805 w 141124"/>
              <a:gd name="csY40" fmla="*/ 131054 h 155906"/>
              <a:gd name="csX41" fmla="*/ 106266 w 141124"/>
              <a:gd name="csY41" fmla="*/ 134609 h 155906"/>
              <a:gd name="csX42" fmla="*/ 24890 w 141124"/>
              <a:gd name="csY42" fmla="*/ 134609 h 155906"/>
              <a:gd name="csX43" fmla="*/ 21335 w 141124"/>
              <a:gd name="csY43" fmla="*/ 131054 h 155906"/>
              <a:gd name="csX44" fmla="*/ 21335 w 141124"/>
              <a:gd name="csY44" fmla="*/ 63775 h 155906"/>
              <a:gd name="csX45" fmla="*/ 24890 w 141124"/>
              <a:gd name="csY45" fmla="*/ 60236 h 155906"/>
              <a:gd name="csX46" fmla="*/ 58305 w 141124"/>
              <a:gd name="csY46" fmla="*/ 77877 h 155906"/>
              <a:gd name="csX47" fmla="*/ 46957 w 141124"/>
              <a:gd name="csY47" fmla="*/ 78812 h 155906"/>
              <a:gd name="csX48" fmla="*/ 43861 w 141124"/>
              <a:gd name="csY48" fmla="*/ 80752 h 155906"/>
              <a:gd name="csX49" fmla="*/ 42738 w 141124"/>
              <a:gd name="csY49" fmla="*/ 84239 h 155906"/>
              <a:gd name="csX50" fmla="*/ 44337 w 141124"/>
              <a:gd name="csY50" fmla="*/ 95058 h 155906"/>
              <a:gd name="csX51" fmla="*/ 53932 w 141124"/>
              <a:gd name="csY51" fmla="*/ 113141 h 155906"/>
              <a:gd name="csX52" fmla="*/ 78228 w 141124"/>
              <a:gd name="csY52" fmla="*/ 114995 h 155906"/>
              <a:gd name="csX53" fmla="*/ 81222 w 141124"/>
              <a:gd name="csY53" fmla="*/ 118414 h 155906"/>
              <a:gd name="csX54" fmla="*/ 82804 w 141124"/>
              <a:gd name="csY54" fmla="*/ 119758 h 155906"/>
              <a:gd name="csX55" fmla="*/ 84778 w 141124"/>
              <a:gd name="csY55" fmla="*/ 120405 h 155906"/>
              <a:gd name="csX56" fmla="*/ 86854 w 141124"/>
              <a:gd name="csY56" fmla="*/ 120235 h 155906"/>
              <a:gd name="csX57" fmla="*/ 88691 w 141124"/>
              <a:gd name="csY57" fmla="*/ 119299 h 155906"/>
              <a:gd name="csX58" fmla="*/ 90035 w 141124"/>
              <a:gd name="csY58" fmla="*/ 117717 h 155906"/>
              <a:gd name="csX59" fmla="*/ 90682 w 141124"/>
              <a:gd name="csY59" fmla="*/ 115744 h 155906"/>
              <a:gd name="csX60" fmla="*/ 90511 w 141124"/>
              <a:gd name="csY60" fmla="*/ 113685 h 155906"/>
              <a:gd name="csX61" fmla="*/ 89575 w 141124"/>
              <a:gd name="csY61" fmla="*/ 111831 h 155906"/>
              <a:gd name="csX62" fmla="*/ 84999 w 141124"/>
              <a:gd name="csY62" fmla="*/ 106711 h 155906"/>
              <a:gd name="csX63" fmla="*/ 86700 w 141124"/>
              <a:gd name="csY63" fmla="*/ 99090 h 155906"/>
              <a:gd name="csX64" fmla="*/ 80320 w 141124"/>
              <a:gd name="csY64" fmla="*/ 85192 h 155906"/>
              <a:gd name="csX65" fmla="*/ 58305 w 141124"/>
              <a:gd name="csY65" fmla="*/ 77877 h 155906"/>
              <a:gd name="csX66" fmla="*/ 58067 w 141124"/>
              <a:gd name="csY66" fmla="*/ 88781 h 155906"/>
              <a:gd name="csX67" fmla="*/ 73804 w 141124"/>
              <a:gd name="csY67" fmla="*/ 93595 h 155906"/>
              <a:gd name="csX68" fmla="*/ 73804 w 141124"/>
              <a:gd name="csY68" fmla="*/ 93595 h 155906"/>
              <a:gd name="csX69" fmla="*/ 76067 w 141124"/>
              <a:gd name="csY69" fmla="*/ 98852 h 155906"/>
              <a:gd name="csX70" fmla="*/ 76033 w 141124"/>
              <a:gd name="csY70" fmla="*/ 99175 h 155906"/>
              <a:gd name="csX71" fmla="*/ 68989 w 141124"/>
              <a:gd name="csY71" fmla="*/ 94752 h 155906"/>
              <a:gd name="csX72" fmla="*/ 66437 w 141124"/>
              <a:gd name="csY72" fmla="*/ 94071 h 155906"/>
              <a:gd name="csX73" fmla="*/ 63137 w 141124"/>
              <a:gd name="csY73" fmla="*/ 95177 h 155906"/>
              <a:gd name="csX74" fmla="*/ 61231 w 141124"/>
              <a:gd name="csY74" fmla="*/ 98086 h 155906"/>
              <a:gd name="csX75" fmla="*/ 61520 w 141124"/>
              <a:gd name="csY75" fmla="*/ 101539 h 155906"/>
              <a:gd name="csX76" fmla="*/ 63902 w 141124"/>
              <a:gd name="csY76" fmla="*/ 104091 h 155906"/>
              <a:gd name="csX77" fmla="*/ 69449 w 141124"/>
              <a:gd name="csY77" fmla="*/ 107493 h 155906"/>
              <a:gd name="csX78" fmla="*/ 60789 w 141124"/>
              <a:gd name="csY78" fmla="*/ 105027 h 155906"/>
              <a:gd name="csX79" fmla="*/ 54681 w 141124"/>
              <a:gd name="csY79" fmla="*/ 92625 h 155906"/>
              <a:gd name="csX80" fmla="*/ 54137 w 141124"/>
              <a:gd name="csY80" fmla="*/ 88968 h 155906"/>
              <a:gd name="csX81" fmla="*/ 58067 w 141124"/>
              <a:gd name="csY81" fmla="*/ 88781 h 155906"/>
            </a:gdLst>
            <a:ahLst/>
            <a:cxnLst/>
            <a:rect l="l" t="t" r="r" b="b"/>
            <a:pathLst>
              <a:path w="100000" h="100000">
                <a:moveTo>
                  <a:pt x="15402" y="0"/>
                </a:moveTo>
                <a:cubicBezTo>
                  <a:pt x="12565" y="0"/>
                  <a:pt x="9891" y="1102"/>
                  <a:pt x="7884" y="3088"/>
                </a:cubicBezTo>
                <a:cubicBezTo>
                  <a:pt x="5886" y="5052"/>
                  <a:pt x="4741" y="7791"/>
                  <a:pt x="4741" y="10584"/>
                </a:cubicBezTo>
                <a:lnTo>
                  <a:pt x="4741" y="89417"/>
                </a:lnTo>
                <a:cubicBezTo>
                  <a:pt x="4741" y="92210"/>
                  <a:pt x="5886" y="94949"/>
                  <a:pt x="7873" y="96913"/>
                </a:cubicBezTo>
                <a:cubicBezTo>
                  <a:pt x="9880" y="98910"/>
                  <a:pt x="12565" y="100001"/>
                  <a:pt x="15402" y="100001"/>
                </a:cubicBezTo>
                <a:lnTo>
                  <a:pt x="78270" y="100001"/>
                </a:lnTo>
                <a:cubicBezTo>
                  <a:pt x="81118" y="100001"/>
                  <a:pt x="83792" y="98899"/>
                  <a:pt x="85800" y="96913"/>
                </a:cubicBezTo>
                <a:cubicBezTo>
                  <a:pt x="87796" y="94949"/>
                  <a:pt x="88942" y="92210"/>
                  <a:pt x="88942" y="89417"/>
                </a:cubicBezTo>
                <a:cubicBezTo>
                  <a:pt x="88942" y="74839"/>
                  <a:pt x="88877" y="34468"/>
                  <a:pt x="88877" y="34468"/>
                </a:cubicBezTo>
                <a:cubicBezTo>
                  <a:pt x="88877" y="34294"/>
                  <a:pt x="88844" y="34130"/>
                  <a:pt x="88822" y="33956"/>
                </a:cubicBezTo>
                <a:lnTo>
                  <a:pt x="94475" y="27147"/>
                </a:lnTo>
                <a:cubicBezTo>
                  <a:pt x="95043" y="26470"/>
                  <a:pt x="95315" y="25597"/>
                  <a:pt x="95250" y="24714"/>
                </a:cubicBezTo>
                <a:cubicBezTo>
                  <a:pt x="95184" y="23830"/>
                  <a:pt x="94781" y="23000"/>
                  <a:pt x="94115" y="22412"/>
                </a:cubicBezTo>
                <a:lnTo>
                  <a:pt x="79579" y="9591"/>
                </a:lnTo>
                <a:cubicBezTo>
                  <a:pt x="78979" y="9056"/>
                  <a:pt x="78204" y="8762"/>
                  <a:pt x="77408" y="8740"/>
                </a:cubicBezTo>
                <a:cubicBezTo>
                  <a:pt x="76884" y="8729"/>
                  <a:pt x="76382" y="8827"/>
                  <a:pt x="75912" y="9045"/>
                </a:cubicBezTo>
                <a:cubicBezTo>
                  <a:pt x="75444" y="9252"/>
                  <a:pt x="75029" y="9569"/>
                  <a:pt x="74701" y="9962"/>
                </a:cubicBezTo>
                <a:lnTo>
                  <a:pt x="69529" y="16203"/>
                </a:lnTo>
                <a:cubicBezTo>
                  <a:pt x="69125" y="16039"/>
                  <a:pt x="68689" y="15930"/>
                  <a:pt x="68252" y="15930"/>
                </a:cubicBezTo>
                <a:lnTo>
                  <a:pt x="54743" y="15930"/>
                </a:lnTo>
                <a:lnTo>
                  <a:pt x="54754" y="10584"/>
                </a:lnTo>
                <a:cubicBezTo>
                  <a:pt x="54754" y="7758"/>
                  <a:pt x="53640" y="5095"/>
                  <a:pt x="51611" y="3099"/>
                </a:cubicBezTo>
                <a:cubicBezTo>
                  <a:pt x="49602" y="1102"/>
                  <a:pt x="46929" y="11"/>
                  <a:pt x="44091" y="11"/>
                </a:cubicBezTo>
                <a:lnTo>
                  <a:pt x="15402" y="0"/>
                </a:lnTo>
                <a:close/>
                <a:moveTo>
                  <a:pt x="21819" y="9111"/>
                </a:moveTo>
                <a:lnTo>
                  <a:pt x="37696" y="9111"/>
                </a:lnTo>
                <a:cubicBezTo>
                  <a:pt x="39607" y="9111"/>
                  <a:pt x="41145" y="10638"/>
                  <a:pt x="41145" y="12526"/>
                </a:cubicBezTo>
                <a:cubicBezTo>
                  <a:pt x="41145" y="14414"/>
                  <a:pt x="39607" y="15952"/>
                  <a:pt x="37696" y="15952"/>
                </a:cubicBezTo>
                <a:lnTo>
                  <a:pt x="21819" y="15952"/>
                </a:lnTo>
                <a:cubicBezTo>
                  <a:pt x="19909" y="15952"/>
                  <a:pt x="18360" y="14414"/>
                  <a:pt x="18360" y="12526"/>
                </a:cubicBezTo>
                <a:cubicBezTo>
                  <a:pt x="18360" y="10638"/>
                  <a:pt x="19909" y="9111"/>
                  <a:pt x="21819" y="9111"/>
                </a:cubicBezTo>
                <a:close/>
                <a:moveTo>
                  <a:pt x="77703" y="17021"/>
                </a:moveTo>
                <a:lnTo>
                  <a:pt x="87120" y="25336"/>
                </a:lnTo>
                <a:lnTo>
                  <a:pt x="84326" y="28696"/>
                </a:lnTo>
                <a:lnTo>
                  <a:pt x="74909" y="20382"/>
                </a:lnTo>
                <a:lnTo>
                  <a:pt x="77703" y="17021"/>
                </a:lnTo>
                <a:close/>
                <a:moveTo>
                  <a:pt x="20705" y="38636"/>
                </a:moveTo>
                <a:lnTo>
                  <a:pt x="72901" y="38636"/>
                </a:lnTo>
                <a:cubicBezTo>
                  <a:pt x="74156" y="38636"/>
                  <a:pt x="75171" y="39651"/>
                  <a:pt x="75171" y="40906"/>
                </a:cubicBezTo>
                <a:lnTo>
                  <a:pt x="75171" y="84060"/>
                </a:lnTo>
                <a:cubicBezTo>
                  <a:pt x="75171" y="85314"/>
                  <a:pt x="74156" y="86340"/>
                  <a:pt x="72901" y="86340"/>
                </a:cubicBezTo>
                <a:lnTo>
                  <a:pt x="20705" y="86340"/>
                </a:lnTo>
                <a:cubicBezTo>
                  <a:pt x="19451" y="86340"/>
                  <a:pt x="18425" y="85314"/>
                  <a:pt x="18425" y="84060"/>
                </a:cubicBezTo>
                <a:lnTo>
                  <a:pt x="18425" y="40906"/>
                </a:lnTo>
                <a:cubicBezTo>
                  <a:pt x="18425" y="39651"/>
                  <a:pt x="19451" y="38636"/>
                  <a:pt x="20705" y="38636"/>
                </a:cubicBezTo>
                <a:close/>
                <a:moveTo>
                  <a:pt x="42138" y="49951"/>
                </a:moveTo>
                <a:cubicBezTo>
                  <a:pt x="37937" y="49810"/>
                  <a:pt x="34859" y="50551"/>
                  <a:pt x="34859" y="50551"/>
                </a:cubicBezTo>
                <a:cubicBezTo>
                  <a:pt x="34074" y="50726"/>
                  <a:pt x="33364" y="51162"/>
                  <a:pt x="32874" y="51795"/>
                </a:cubicBezTo>
                <a:cubicBezTo>
                  <a:pt x="32371" y="52439"/>
                  <a:pt x="32121" y="53224"/>
                  <a:pt x="32153" y="54032"/>
                </a:cubicBezTo>
                <a:cubicBezTo>
                  <a:pt x="32153" y="54032"/>
                  <a:pt x="32295" y="57196"/>
                  <a:pt x="33179" y="60971"/>
                </a:cubicBezTo>
                <a:cubicBezTo>
                  <a:pt x="34063" y="64747"/>
                  <a:pt x="35580" y="69395"/>
                  <a:pt x="39333" y="72570"/>
                </a:cubicBezTo>
                <a:cubicBezTo>
                  <a:pt x="43699" y="76269"/>
                  <a:pt x="50170" y="77032"/>
                  <a:pt x="54917" y="73759"/>
                </a:cubicBezTo>
                <a:cubicBezTo>
                  <a:pt x="55594" y="74479"/>
                  <a:pt x="56248" y="75200"/>
                  <a:pt x="56837" y="75952"/>
                </a:cubicBezTo>
                <a:cubicBezTo>
                  <a:pt x="57121" y="76302"/>
                  <a:pt x="57460" y="76596"/>
                  <a:pt x="57852" y="76814"/>
                </a:cubicBezTo>
                <a:cubicBezTo>
                  <a:pt x="58245" y="77032"/>
                  <a:pt x="58671" y="77175"/>
                  <a:pt x="59118" y="77229"/>
                </a:cubicBezTo>
                <a:cubicBezTo>
                  <a:pt x="59565" y="77284"/>
                  <a:pt x="60013" y="77251"/>
                  <a:pt x="60450" y="77120"/>
                </a:cubicBezTo>
                <a:cubicBezTo>
                  <a:pt x="60875" y="77000"/>
                  <a:pt x="61279" y="76792"/>
                  <a:pt x="61628" y="76520"/>
                </a:cubicBezTo>
                <a:cubicBezTo>
                  <a:pt x="61977" y="76247"/>
                  <a:pt x="62272" y="75898"/>
                  <a:pt x="62490" y="75505"/>
                </a:cubicBezTo>
                <a:cubicBezTo>
                  <a:pt x="62708" y="75112"/>
                  <a:pt x="62850" y="74687"/>
                  <a:pt x="62905" y="74240"/>
                </a:cubicBezTo>
                <a:cubicBezTo>
                  <a:pt x="62960" y="73792"/>
                  <a:pt x="62927" y="73345"/>
                  <a:pt x="62796" y="72919"/>
                </a:cubicBezTo>
                <a:cubicBezTo>
                  <a:pt x="62676" y="72483"/>
                  <a:pt x="62468" y="72079"/>
                  <a:pt x="62195" y="71730"/>
                </a:cubicBezTo>
                <a:cubicBezTo>
                  <a:pt x="61301" y="70595"/>
                  <a:pt x="60307" y="69504"/>
                  <a:pt x="59260" y="68446"/>
                </a:cubicBezTo>
                <a:cubicBezTo>
                  <a:pt x="59937" y="66896"/>
                  <a:pt x="60307" y="65237"/>
                  <a:pt x="60351" y="63558"/>
                </a:cubicBezTo>
                <a:cubicBezTo>
                  <a:pt x="60417" y="60316"/>
                  <a:pt x="59140" y="56869"/>
                  <a:pt x="56259" y="54643"/>
                </a:cubicBezTo>
                <a:cubicBezTo>
                  <a:pt x="51698" y="51108"/>
                  <a:pt x="46350" y="50093"/>
                  <a:pt x="42138" y="49951"/>
                </a:cubicBezTo>
                <a:close/>
                <a:moveTo>
                  <a:pt x="41986" y="56945"/>
                </a:moveTo>
                <a:cubicBezTo>
                  <a:pt x="45216" y="57076"/>
                  <a:pt x="49166" y="57785"/>
                  <a:pt x="52079" y="60033"/>
                </a:cubicBezTo>
                <a:lnTo>
                  <a:pt x="52079" y="60033"/>
                </a:lnTo>
                <a:cubicBezTo>
                  <a:pt x="53106" y="60830"/>
                  <a:pt x="53564" y="61953"/>
                  <a:pt x="53531" y="63405"/>
                </a:cubicBezTo>
                <a:cubicBezTo>
                  <a:pt x="53531" y="63470"/>
                  <a:pt x="53509" y="63547"/>
                  <a:pt x="53509" y="63612"/>
                </a:cubicBezTo>
                <a:cubicBezTo>
                  <a:pt x="52090" y="62619"/>
                  <a:pt x="50606" y="61659"/>
                  <a:pt x="48991" y="60775"/>
                </a:cubicBezTo>
                <a:cubicBezTo>
                  <a:pt x="48489" y="60502"/>
                  <a:pt x="47933" y="60350"/>
                  <a:pt x="47354" y="60338"/>
                </a:cubicBezTo>
                <a:cubicBezTo>
                  <a:pt x="46591" y="60327"/>
                  <a:pt x="45848" y="60579"/>
                  <a:pt x="45238" y="61048"/>
                </a:cubicBezTo>
                <a:cubicBezTo>
                  <a:pt x="44637" y="61517"/>
                  <a:pt x="44200" y="62171"/>
                  <a:pt x="44015" y="62914"/>
                </a:cubicBezTo>
                <a:cubicBezTo>
                  <a:pt x="43830" y="63656"/>
                  <a:pt x="43895" y="64430"/>
                  <a:pt x="44200" y="65128"/>
                </a:cubicBezTo>
                <a:cubicBezTo>
                  <a:pt x="44517" y="65838"/>
                  <a:pt x="45052" y="66405"/>
                  <a:pt x="45728" y="66765"/>
                </a:cubicBezTo>
                <a:cubicBezTo>
                  <a:pt x="47005" y="67464"/>
                  <a:pt x="48173" y="68194"/>
                  <a:pt x="49286" y="68947"/>
                </a:cubicBezTo>
                <a:cubicBezTo>
                  <a:pt x="47485" y="69384"/>
                  <a:pt x="45477" y="68849"/>
                  <a:pt x="43731" y="67366"/>
                </a:cubicBezTo>
                <a:cubicBezTo>
                  <a:pt x="42018" y="65914"/>
                  <a:pt x="40545" y="62521"/>
                  <a:pt x="39814" y="59411"/>
                </a:cubicBezTo>
                <a:cubicBezTo>
                  <a:pt x="39508" y="58123"/>
                  <a:pt x="39596" y="58025"/>
                  <a:pt x="39465" y="57065"/>
                </a:cubicBezTo>
                <a:cubicBezTo>
                  <a:pt x="40458" y="57000"/>
                  <a:pt x="40567" y="56880"/>
                  <a:pt x="41986" y="5694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7" name="Белый — SVG 15">
            <a:extLst>
              <a:ext uri="{FF2B5EF4-FFF2-40B4-BE49-F238E27FC236}">
                <a16:creationId xmlns:a16="http://schemas.microsoft.com/office/drawing/2014/main" id="{8E3FC167-3E53-5C4B-A61C-1FAEE4F42D68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47501 w 148867"/>
              <a:gd name="csY0" fmla="*/ 113430 h 148847"/>
              <a:gd name="csX1" fmla="*/ 48131 w 148867"/>
              <a:gd name="csY1" fmla="*/ 130339 h 148847"/>
              <a:gd name="csX2" fmla="*/ 73685 w 148867"/>
              <a:gd name="csY2" fmla="*/ 148847 h 148847"/>
              <a:gd name="csX3" fmla="*/ 74417 w 148867"/>
              <a:gd name="csY3" fmla="*/ 148847 h 148847"/>
              <a:gd name="csX4" fmla="*/ 88351 w 148867"/>
              <a:gd name="csY4" fmla="*/ 145207 h 148847"/>
              <a:gd name="csX5" fmla="*/ 101145 w 148867"/>
              <a:gd name="csY5" fmla="*/ 113498 h 148847"/>
              <a:gd name="csX6" fmla="*/ 95564 w 148867"/>
              <a:gd name="csY6" fmla="*/ 92149 h 148847"/>
              <a:gd name="csX7" fmla="*/ 53201 w 148867"/>
              <a:gd name="csY7" fmla="*/ 92149 h 148847"/>
              <a:gd name="csX8" fmla="*/ 47501 w 148867"/>
              <a:gd name="csY8" fmla="*/ 113430 h 148847"/>
              <a:gd name="csX9" fmla="*/ 76203 w 148867"/>
              <a:gd name="csY9" fmla="*/ 0 h 148847"/>
              <a:gd name="csX10" fmla="*/ 72664 w 148867"/>
              <a:gd name="csY10" fmla="*/ 0 h 148847"/>
              <a:gd name="csX11" fmla="*/ 0 w 148867"/>
              <a:gd name="csY11" fmla="*/ 72654 h 148847"/>
              <a:gd name="csX12" fmla="*/ 12403 w 148867"/>
              <a:gd name="csY12" fmla="*/ 85056 h 148847"/>
              <a:gd name="csX13" fmla="*/ 136464 w 148867"/>
              <a:gd name="csY13" fmla="*/ 85056 h 148847"/>
              <a:gd name="csX14" fmla="*/ 148867 w 148867"/>
              <a:gd name="csY14" fmla="*/ 72654 h 148847"/>
              <a:gd name="csX15" fmla="*/ 76203 w 148867"/>
              <a:gd name="csY15" fmla="*/ 0 h 148847"/>
            </a:gdLst>
            <a:ahLst/>
            <a:cxnLst/>
            <a:rect l="l" t="t" r="r" b="b"/>
            <a:pathLst>
              <a:path w="100000" h="100000">
                <a:moveTo>
                  <a:pt x="31908" y="76202"/>
                </a:moveTo>
                <a:cubicBezTo>
                  <a:pt x="30834" y="80179"/>
                  <a:pt x="30983" y="84110"/>
                  <a:pt x="32332" y="87561"/>
                </a:cubicBezTo>
                <a:cubicBezTo>
                  <a:pt x="35200" y="94920"/>
                  <a:pt x="41931" y="99799"/>
                  <a:pt x="49497" y="99993"/>
                </a:cubicBezTo>
                <a:cubicBezTo>
                  <a:pt x="49657" y="99993"/>
                  <a:pt x="49829" y="99993"/>
                  <a:pt x="49989" y="99993"/>
                </a:cubicBezTo>
                <a:cubicBezTo>
                  <a:pt x="53269" y="99993"/>
                  <a:pt x="56491" y="99148"/>
                  <a:pt x="59349" y="97548"/>
                </a:cubicBezTo>
                <a:cubicBezTo>
                  <a:pt x="66617" y="93446"/>
                  <a:pt x="70149" y="84692"/>
                  <a:pt x="67943" y="76248"/>
                </a:cubicBezTo>
                <a:lnTo>
                  <a:pt x="64194" y="61907"/>
                </a:lnTo>
                <a:lnTo>
                  <a:pt x="35737" y="61907"/>
                </a:lnTo>
                <a:lnTo>
                  <a:pt x="31908" y="76202"/>
                </a:lnTo>
                <a:close/>
                <a:moveTo>
                  <a:pt x="51189" y="7"/>
                </a:moveTo>
                <a:lnTo>
                  <a:pt x="48811" y="7"/>
                </a:lnTo>
                <a:cubicBezTo>
                  <a:pt x="21897" y="7"/>
                  <a:pt x="0" y="21901"/>
                  <a:pt x="0" y="48811"/>
                </a:cubicBezTo>
                <a:cubicBezTo>
                  <a:pt x="0" y="53405"/>
                  <a:pt x="3737" y="57142"/>
                  <a:pt x="8332" y="57142"/>
                </a:cubicBezTo>
                <a:lnTo>
                  <a:pt x="91668" y="57142"/>
                </a:lnTo>
                <a:cubicBezTo>
                  <a:pt x="96263" y="57142"/>
                  <a:pt x="100000" y="53405"/>
                  <a:pt x="100000" y="48811"/>
                </a:cubicBezTo>
                <a:cubicBezTo>
                  <a:pt x="100000" y="21901"/>
                  <a:pt x="78103" y="7"/>
                  <a:pt x="51189" y="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8" name="Белый — SVG 16">
            <a:extLst>
              <a:ext uri="{FF2B5EF4-FFF2-40B4-BE49-F238E27FC236}">
                <a16:creationId xmlns:a16="http://schemas.microsoft.com/office/drawing/2014/main" id="{1EF2555E-58A9-A146-ABAE-26B99F7EC954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131216 w 145324"/>
              <a:gd name="csY0" fmla="*/ 30028 h 148884"/>
              <a:gd name="csX1" fmla="*/ 104792 w 145324"/>
              <a:gd name="csY1" fmla="*/ 21659 h 148884"/>
              <a:gd name="csX2" fmla="*/ 104786 w 145324"/>
              <a:gd name="csY2" fmla="*/ 21659 h 148884"/>
              <a:gd name="csX3" fmla="*/ 118612 w 145324"/>
              <a:gd name="csY3" fmla="*/ 14225 h 148884"/>
              <a:gd name="csX4" fmla="*/ 118740 w 145324"/>
              <a:gd name="csY4" fmla="*/ 14225 h 148884"/>
              <a:gd name="csX5" fmla="*/ 123985 w 145324"/>
              <a:gd name="csY5" fmla="*/ 9768 h 148884"/>
              <a:gd name="csX6" fmla="*/ 120390 w 145324"/>
              <a:gd name="csY6" fmla="*/ 3848 h 148884"/>
              <a:gd name="csX7" fmla="*/ 75065 w 145324"/>
              <a:gd name="csY7" fmla="*/ 6723 h 148884"/>
              <a:gd name="csX8" fmla="*/ 66281 w 145324"/>
              <a:gd name="csY8" fmla="*/ 20621 h 148884"/>
              <a:gd name="csX9" fmla="*/ 22517 w 145324"/>
              <a:gd name="csY9" fmla="*/ 16164 h 148884"/>
              <a:gd name="csX10" fmla="*/ 0 w 145324"/>
              <a:gd name="csY10" fmla="*/ 54967 h 148884"/>
              <a:gd name="csX11" fmla="*/ 3147 w 145324"/>
              <a:gd name="csY11" fmla="*/ 59832 h 148884"/>
              <a:gd name="csX12" fmla="*/ 8861 w 145324"/>
              <a:gd name="csY12" fmla="*/ 58930 h 148884"/>
              <a:gd name="csX13" fmla="*/ 35168 w 145324"/>
              <a:gd name="csY13" fmla="*/ 48332 h 148884"/>
              <a:gd name="csX14" fmla="*/ 10509 w 145324"/>
              <a:gd name="csY14" fmla="*/ 69851 h 148884"/>
              <a:gd name="csX15" fmla="*/ 22824 w 145324"/>
              <a:gd name="csY15" fmla="*/ 115441 h 148884"/>
              <a:gd name="csX16" fmla="*/ 28618 w 145324"/>
              <a:gd name="csY16" fmla="*/ 116598 h 148884"/>
              <a:gd name="csX17" fmla="*/ 31900 w 145324"/>
              <a:gd name="csY17" fmla="*/ 111681 h 148884"/>
              <a:gd name="csX18" fmla="*/ 58359 w 145324"/>
              <a:gd name="csY18" fmla="*/ 77387 h 148884"/>
              <a:gd name="csX19" fmla="*/ 19278 w 145324"/>
              <a:gd name="csY19" fmla="*/ 139818 h 148884"/>
              <a:gd name="csX20" fmla="*/ 18126 w 145324"/>
              <a:gd name="csY20" fmla="*/ 145619 h 148884"/>
              <a:gd name="csX21" fmla="*/ 23040 w 145324"/>
              <a:gd name="csY21" fmla="*/ 148885 h 148884"/>
              <a:gd name="csX22" fmla="*/ 67344 w 145324"/>
              <a:gd name="csY22" fmla="*/ 148885 h 148884"/>
              <a:gd name="csX23" fmla="*/ 70655 w 145324"/>
              <a:gd name="csY23" fmla="*/ 147728 h 148884"/>
              <a:gd name="csX24" fmla="*/ 87849 w 145324"/>
              <a:gd name="csY24" fmla="*/ 78204 h 148884"/>
              <a:gd name="csX25" fmla="*/ 99244 w 145324"/>
              <a:gd name="csY25" fmla="*/ 122313 h 148884"/>
              <a:gd name="csX26" fmla="*/ 102431 w 145324"/>
              <a:gd name="csY26" fmla="*/ 127179 h 148884"/>
              <a:gd name="csX27" fmla="*/ 108173 w 145324"/>
              <a:gd name="csY27" fmla="*/ 126209 h 148884"/>
              <a:gd name="csX28" fmla="*/ 123844 w 145324"/>
              <a:gd name="csY28" fmla="*/ 70838 h 148884"/>
              <a:gd name="csX29" fmla="*/ 108991 w 145324"/>
              <a:gd name="csY29" fmla="*/ 51530 h 148884"/>
              <a:gd name="csX30" fmla="*/ 127934 w 145324"/>
              <a:gd name="csY30" fmla="*/ 60988 h 148884"/>
              <a:gd name="csX31" fmla="*/ 135980 w 145324"/>
              <a:gd name="csY31" fmla="*/ 69069 h 148884"/>
              <a:gd name="csX32" fmla="*/ 141846 w 145324"/>
              <a:gd name="csY32" fmla="*/ 70600 h 148884"/>
              <a:gd name="csX33" fmla="*/ 145323 w 145324"/>
              <a:gd name="csY33" fmla="*/ 65632 h 148884"/>
              <a:gd name="csX34" fmla="*/ 131216 w 145324"/>
              <a:gd name="csY34" fmla="*/ 30028 h 148884"/>
            </a:gdLst>
            <a:ahLst/>
            <a:cxnLst/>
            <a:rect l="l" t="t" r="r" b="b"/>
            <a:pathLst>
              <a:path w="100000" h="100000">
                <a:moveTo>
                  <a:pt x="89329" y="20169"/>
                </a:moveTo>
                <a:cubicBezTo>
                  <a:pt x="83813" y="15747"/>
                  <a:pt x="77147" y="14548"/>
                  <a:pt x="71581" y="14548"/>
                </a:cubicBezTo>
                <a:lnTo>
                  <a:pt x="71577" y="14548"/>
                </a:lnTo>
                <a:cubicBezTo>
                  <a:pt x="74690" y="11668"/>
                  <a:pt x="78154" y="9554"/>
                  <a:pt x="80863" y="9554"/>
                </a:cubicBezTo>
                <a:cubicBezTo>
                  <a:pt x="80889" y="9554"/>
                  <a:pt x="80918" y="9554"/>
                  <a:pt x="80949" y="9554"/>
                </a:cubicBezTo>
                <a:cubicBezTo>
                  <a:pt x="82694" y="9554"/>
                  <a:pt x="84186" y="8286"/>
                  <a:pt x="84472" y="6561"/>
                </a:cubicBezTo>
                <a:cubicBezTo>
                  <a:pt x="84758" y="4824"/>
                  <a:pt x="83732" y="3133"/>
                  <a:pt x="82057" y="2585"/>
                </a:cubicBezTo>
                <a:cubicBezTo>
                  <a:pt x="69724" y="-1449"/>
                  <a:pt x="58349" y="-729"/>
                  <a:pt x="51614" y="4516"/>
                </a:cubicBezTo>
                <a:cubicBezTo>
                  <a:pt x="49328" y="6298"/>
                  <a:pt x="46795" y="9223"/>
                  <a:pt x="45714" y="13850"/>
                </a:cubicBezTo>
                <a:cubicBezTo>
                  <a:pt x="31918" y="5578"/>
                  <a:pt x="21564" y="8263"/>
                  <a:pt x="16319" y="10857"/>
                </a:cubicBezTo>
                <a:cubicBezTo>
                  <a:pt x="7131" y="15416"/>
                  <a:pt x="1196" y="25641"/>
                  <a:pt x="1196" y="36919"/>
                </a:cubicBezTo>
                <a:cubicBezTo>
                  <a:pt x="1196" y="38336"/>
                  <a:pt x="2024" y="39604"/>
                  <a:pt x="3309" y="40187"/>
                </a:cubicBezTo>
                <a:cubicBezTo>
                  <a:pt x="4595" y="40758"/>
                  <a:pt x="6103" y="40518"/>
                  <a:pt x="7147" y="39581"/>
                </a:cubicBezTo>
                <a:cubicBezTo>
                  <a:pt x="10618" y="36485"/>
                  <a:pt x="17811" y="33423"/>
                  <a:pt x="24817" y="32463"/>
                </a:cubicBezTo>
                <a:cubicBezTo>
                  <a:pt x="17864" y="35354"/>
                  <a:pt x="11526" y="40301"/>
                  <a:pt x="8254" y="46916"/>
                </a:cubicBezTo>
                <a:cubicBezTo>
                  <a:pt x="5496" y="52492"/>
                  <a:pt x="2900" y="63895"/>
                  <a:pt x="16526" y="77538"/>
                </a:cubicBezTo>
                <a:cubicBezTo>
                  <a:pt x="17548" y="78554"/>
                  <a:pt x="19084" y="78863"/>
                  <a:pt x="20417" y="78315"/>
                </a:cubicBezTo>
                <a:cubicBezTo>
                  <a:pt x="21753" y="77754"/>
                  <a:pt x="22622" y="76452"/>
                  <a:pt x="22622" y="75012"/>
                </a:cubicBezTo>
                <a:cubicBezTo>
                  <a:pt x="22622" y="62615"/>
                  <a:pt x="29524" y="56400"/>
                  <a:pt x="40393" y="51978"/>
                </a:cubicBezTo>
                <a:cubicBezTo>
                  <a:pt x="35075" y="69425"/>
                  <a:pt x="16917" y="91077"/>
                  <a:pt x="14144" y="93911"/>
                </a:cubicBezTo>
                <a:cubicBezTo>
                  <a:pt x="13122" y="94928"/>
                  <a:pt x="12816" y="96470"/>
                  <a:pt x="13370" y="97807"/>
                </a:cubicBezTo>
                <a:cubicBezTo>
                  <a:pt x="13926" y="99132"/>
                  <a:pt x="15227" y="100001"/>
                  <a:pt x="16671" y="100001"/>
                </a:cubicBezTo>
                <a:lnTo>
                  <a:pt x="46428" y="100001"/>
                </a:lnTo>
                <a:cubicBezTo>
                  <a:pt x="47236" y="100001"/>
                  <a:pt x="48019" y="99727"/>
                  <a:pt x="48652" y="99224"/>
                </a:cubicBezTo>
                <a:cubicBezTo>
                  <a:pt x="53975" y="94996"/>
                  <a:pt x="58671" y="66226"/>
                  <a:pt x="60201" y="52527"/>
                </a:cubicBezTo>
                <a:cubicBezTo>
                  <a:pt x="66966" y="58902"/>
                  <a:pt x="67854" y="72099"/>
                  <a:pt x="67854" y="82153"/>
                </a:cubicBezTo>
                <a:cubicBezTo>
                  <a:pt x="67854" y="83570"/>
                  <a:pt x="68698" y="84850"/>
                  <a:pt x="69995" y="85422"/>
                </a:cubicBezTo>
                <a:cubicBezTo>
                  <a:pt x="71295" y="85992"/>
                  <a:pt x="72809" y="85741"/>
                  <a:pt x="73851" y="84770"/>
                </a:cubicBezTo>
                <a:cubicBezTo>
                  <a:pt x="90526" y="69334"/>
                  <a:pt x="87603" y="54846"/>
                  <a:pt x="84377" y="47579"/>
                </a:cubicBezTo>
                <a:cubicBezTo>
                  <a:pt x="82101" y="42449"/>
                  <a:pt x="78301" y="37844"/>
                  <a:pt x="74401" y="34611"/>
                </a:cubicBezTo>
                <a:cubicBezTo>
                  <a:pt x="77563" y="35171"/>
                  <a:pt x="81762" y="36907"/>
                  <a:pt x="87124" y="40963"/>
                </a:cubicBezTo>
                <a:cubicBezTo>
                  <a:pt x="88429" y="41946"/>
                  <a:pt x="90895" y="44494"/>
                  <a:pt x="92528" y="46391"/>
                </a:cubicBezTo>
                <a:cubicBezTo>
                  <a:pt x="93500" y="47522"/>
                  <a:pt x="95077" y="47933"/>
                  <a:pt x="96468" y="47419"/>
                </a:cubicBezTo>
                <a:cubicBezTo>
                  <a:pt x="97868" y="46905"/>
                  <a:pt x="98798" y="45568"/>
                  <a:pt x="98804" y="44083"/>
                </a:cubicBezTo>
                <a:cubicBezTo>
                  <a:pt x="98846" y="33297"/>
                  <a:pt x="95659" y="25253"/>
                  <a:pt x="89329" y="2016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9" name="Белый — SVG 17">
            <a:extLst>
              <a:ext uri="{FF2B5EF4-FFF2-40B4-BE49-F238E27FC236}">
                <a16:creationId xmlns:a16="http://schemas.microsoft.com/office/drawing/2014/main" id="{AD8111B1-B15B-1F4F-9535-FA5C74A1BE26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140003 w 152406"/>
              <a:gd name="csY0" fmla="*/ 57344 h 135306"/>
              <a:gd name="csX1" fmla="*/ 134100 w 152406"/>
              <a:gd name="csY1" fmla="*/ 57344 h 135306"/>
              <a:gd name="csX2" fmla="*/ 124062 w 152406"/>
              <a:gd name="csY2" fmla="*/ 35451 h 135306"/>
              <a:gd name="csX3" fmla="*/ 124062 w 152406"/>
              <a:gd name="csY3" fmla="*/ 1769 h 135306"/>
              <a:gd name="csX4" fmla="*/ 122275 w 152406"/>
              <a:gd name="csY4" fmla="*/ 0 h 135306"/>
              <a:gd name="csX5" fmla="*/ 94918 w 152406"/>
              <a:gd name="csY5" fmla="*/ 15582 h 135306"/>
              <a:gd name="csX6" fmla="*/ 69108 w 152406"/>
              <a:gd name="csY6" fmla="*/ 11261 h 135306"/>
              <a:gd name="csX7" fmla="*/ 22253 w 152406"/>
              <a:gd name="csY7" fmla="*/ 28919 h 135306"/>
              <a:gd name="csX8" fmla="*/ 10633 w 152406"/>
              <a:gd name="csY8" fmla="*/ 13014 h 135306"/>
              <a:gd name="csX9" fmla="*/ 5308 w 152406"/>
              <a:gd name="csY9" fmla="*/ 7723 h 135306"/>
              <a:gd name="csX10" fmla="*/ 0 w 152406"/>
              <a:gd name="csY10" fmla="*/ 13031 h 135306"/>
              <a:gd name="csX11" fmla="*/ 14717 w 152406"/>
              <a:gd name="csY11" fmla="*/ 38139 h 135306"/>
              <a:gd name="csX12" fmla="*/ 7095 w 152406"/>
              <a:gd name="csY12" fmla="*/ 64421 h 135306"/>
              <a:gd name="csX13" fmla="*/ 10599 w 152406"/>
              <a:gd name="csY13" fmla="*/ 81109 h 135306"/>
              <a:gd name="csX14" fmla="*/ 18119 w 152406"/>
              <a:gd name="csY14" fmla="*/ 130900 h 135306"/>
              <a:gd name="csX15" fmla="*/ 26745 w 152406"/>
              <a:gd name="csY15" fmla="*/ 135306 h 135306"/>
              <a:gd name="csX16" fmla="*/ 34537 w 152406"/>
              <a:gd name="csY16" fmla="*/ 131836 h 135306"/>
              <a:gd name="csX17" fmla="*/ 37225 w 152406"/>
              <a:gd name="csY17" fmla="*/ 123654 h 135306"/>
              <a:gd name="csX18" fmla="*/ 43912 w 152406"/>
              <a:gd name="csY18" fmla="*/ 102815 h 135306"/>
              <a:gd name="csX19" fmla="*/ 82515 w 152406"/>
              <a:gd name="csY19" fmla="*/ 113226 h 135306"/>
              <a:gd name="csX20" fmla="*/ 96755 w 152406"/>
              <a:gd name="csY20" fmla="*/ 131054 h 135306"/>
              <a:gd name="csX21" fmla="*/ 105619 w 152406"/>
              <a:gd name="csY21" fmla="*/ 135306 h 135306"/>
              <a:gd name="csX22" fmla="*/ 114772 w 152406"/>
              <a:gd name="csY22" fmla="*/ 130645 h 135306"/>
              <a:gd name="csX23" fmla="*/ 116406 w 152406"/>
              <a:gd name="csY23" fmla="*/ 120507 h 135306"/>
              <a:gd name="csX24" fmla="*/ 110009 w 152406"/>
              <a:gd name="csY24" fmla="*/ 100638 h 135306"/>
              <a:gd name="csX25" fmla="*/ 141671 w 152406"/>
              <a:gd name="csY25" fmla="*/ 86365 h 135306"/>
              <a:gd name="csX26" fmla="*/ 152406 w 152406"/>
              <a:gd name="csY26" fmla="*/ 69746 h 135306"/>
              <a:gd name="csX27" fmla="*/ 140003 w 152406"/>
              <a:gd name="csY27" fmla="*/ 57344 h 135306"/>
              <a:gd name="csX28" fmla="*/ 115198 w 152406"/>
              <a:gd name="csY28" fmla="*/ 64421 h 135306"/>
              <a:gd name="csX29" fmla="*/ 109873 w 152406"/>
              <a:gd name="csY29" fmla="*/ 59114 h 135306"/>
              <a:gd name="csX30" fmla="*/ 115198 w 152406"/>
              <a:gd name="csY30" fmla="*/ 53789 h 135306"/>
              <a:gd name="csX31" fmla="*/ 120506 w 152406"/>
              <a:gd name="csY31" fmla="*/ 59114 h 135306"/>
              <a:gd name="csX32" fmla="*/ 115198 w 152406"/>
              <a:gd name="csY32" fmla="*/ 64421 h 135306"/>
            </a:gdLst>
            <a:ahLst/>
            <a:cxnLst/>
            <a:rect l="l" t="t" r="r" b="b"/>
            <a:pathLst>
              <a:path w="100000" h="100000">
                <a:moveTo>
                  <a:pt x="91862" y="43236"/>
                </a:moveTo>
                <a:lnTo>
                  <a:pt x="87989" y="43236"/>
                </a:lnTo>
                <a:cubicBezTo>
                  <a:pt x="87151" y="38146"/>
                  <a:pt x="84885" y="33213"/>
                  <a:pt x="81402" y="28871"/>
                </a:cubicBezTo>
                <a:lnTo>
                  <a:pt x="81402" y="6771"/>
                </a:lnTo>
                <a:cubicBezTo>
                  <a:pt x="81402" y="6134"/>
                  <a:pt x="80877" y="5610"/>
                  <a:pt x="80230" y="5610"/>
                </a:cubicBezTo>
                <a:cubicBezTo>
                  <a:pt x="71289" y="5610"/>
                  <a:pt x="64992" y="12274"/>
                  <a:pt x="62280" y="15834"/>
                </a:cubicBezTo>
                <a:cubicBezTo>
                  <a:pt x="56876" y="13959"/>
                  <a:pt x="51183" y="12999"/>
                  <a:pt x="45345" y="12999"/>
                </a:cubicBezTo>
                <a:cubicBezTo>
                  <a:pt x="32797" y="12999"/>
                  <a:pt x="21947" y="17419"/>
                  <a:pt x="14601" y="24585"/>
                </a:cubicBezTo>
                <a:cubicBezTo>
                  <a:pt x="7290" y="24172"/>
                  <a:pt x="6988" y="15198"/>
                  <a:pt x="6977" y="14149"/>
                </a:cubicBezTo>
                <a:cubicBezTo>
                  <a:pt x="6966" y="12229"/>
                  <a:pt x="5414" y="10677"/>
                  <a:pt x="3483" y="10677"/>
                </a:cubicBezTo>
                <a:cubicBezTo>
                  <a:pt x="1563" y="10677"/>
                  <a:pt x="0" y="12240"/>
                  <a:pt x="0" y="14160"/>
                </a:cubicBezTo>
                <a:cubicBezTo>
                  <a:pt x="0" y="19149"/>
                  <a:pt x="2166" y="27777"/>
                  <a:pt x="9656" y="30635"/>
                </a:cubicBezTo>
                <a:cubicBezTo>
                  <a:pt x="6464" y="35669"/>
                  <a:pt x="4655" y="41517"/>
                  <a:pt x="4655" y="47879"/>
                </a:cubicBezTo>
                <a:cubicBezTo>
                  <a:pt x="4655" y="51641"/>
                  <a:pt x="5425" y="55325"/>
                  <a:pt x="6954" y="58829"/>
                </a:cubicBezTo>
                <a:cubicBezTo>
                  <a:pt x="6743" y="61687"/>
                  <a:pt x="5448" y="82335"/>
                  <a:pt x="11889" y="91499"/>
                </a:cubicBezTo>
                <a:cubicBezTo>
                  <a:pt x="13173" y="93307"/>
                  <a:pt x="15282" y="94390"/>
                  <a:pt x="17549" y="94390"/>
                </a:cubicBezTo>
                <a:cubicBezTo>
                  <a:pt x="19491" y="94390"/>
                  <a:pt x="21355" y="93565"/>
                  <a:pt x="22661" y="92113"/>
                </a:cubicBezTo>
                <a:cubicBezTo>
                  <a:pt x="23979" y="90662"/>
                  <a:pt x="24626" y="88698"/>
                  <a:pt x="24425" y="86745"/>
                </a:cubicBezTo>
                <a:cubicBezTo>
                  <a:pt x="23476" y="77134"/>
                  <a:pt x="27272" y="73953"/>
                  <a:pt x="28813" y="73071"/>
                </a:cubicBezTo>
                <a:cubicBezTo>
                  <a:pt x="35923" y="80059"/>
                  <a:pt x="48850" y="80427"/>
                  <a:pt x="54142" y="79902"/>
                </a:cubicBezTo>
                <a:lnTo>
                  <a:pt x="63485" y="91600"/>
                </a:lnTo>
                <a:cubicBezTo>
                  <a:pt x="64914" y="93374"/>
                  <a:pt x="67024" y="94390"/>
                  <a:pt x="69301" y="94390"/>
                </a:cubicBezTo>
                <a:cubicBezTo>
                  <a:pt x="71701" y="94390"/>
                  <a:pt x="73901" y="93274"/>
                  <a:pt x="75307" y="91332"/>
                </a:cubicBezTo>
                <a:cubicBezTo>
                  <a:pt x="76725" y="89390"/>
                  <a:pt x="77116" y="86968"/>
                  <a:pt x="76379" y="84680"/>
                </a:cubicBezTo>
                <a:lnTo>
                  <a:pt x="72182" y="71643"/>
                </a:lnTo>
                <a:lnTo>
                  <a:pt x="92956" y="62278"/>
                </a:lnTo>
                <a:cubicBezTo>
                  <a:pt x="97243" y="60347"/>
                  <a:pt x="100000" y="56061"/>
                  <a:pt x="100000" y="51373"/>
                </a:cubicBezTo>
                <a:cubicBezTo>
                  <a:pt x="100000" y="46886"/>
                  <a:pt x="96350" y="43236"/>
                  <a:pt x="91862" y="43236"/>
                </a:cubicBezTo>
                <a:close/>
                <a:moveTo>
                  <a:pt x="75586" y="47879"/>
                </a:moveTo>
                <a:cubicBezTo>
                  <a:pt x="73655" y="47879"/>
                  <a:pt x="72092" y="46316"/>
                  <a:pt x="72092" y="44397"/>
                </a:cubicBezTo>
                <a:cubicBezTo>
                  <a:pt x="72092" y="42466"/>
                  <a:pt x="73655" y="40903"/>
                  <a:pt x="75586" y="40903"/>
                </a:cubicBezTo>
                <a:cubicBezTo>
                  <a:pt x="77506" y="40903"/>
                  <a:pt x="79069" y="42466"/>
                  <a:pt x="79069" y="44397"/>
                </a:cubicBezTo>
                <a:cubicBezTo>
                  <a:pt x="79069" y="46316"/>
                  <a:pt x="77506" y="47879"/>
                  <a:pt x="75586" y="4787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0" name="Белый — SVG 18">
            <a:extLst>
              <a:ext uri="{FF2B5EF4-FFF2-40B4-BE49-F238E27FC236}">
                <a16:creationId xmlns:a16="http://schemas.microsoft.com/office/drawing/2014/main" id="{9B4D6BD1-28B4-2F42-972A-16B8F898E05F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44286 w 148867"/>
              <a:gd name="csY0" fmla="*/ 18 h 138216"/>
              <a:gd name="csX1" fmla="*/ 35337 w 148867"/>
              <a:gd name="csY1" fmla="*/ 1022 h 138216"/>
              <a:gd name="csX2" fmla="*/ 7026 w 148867"/>
              <a:gd name="csY2" fmla="*/ 41610 h 138216"/>
              <a:gd name="csX3" fmla="*/ 9868 w 148867"/>
              <a:gd name="csY3" fmla="*/ 46323 h 138216"/>
              <a:gd name="csX4" fmla="*/ 15363 w 148867"/>
              <a:gd name="csY4" fmla="*/ 45982 h 138216"/>
              <a:gd name="csX5" fmla="*/ 31526 w 148867"/>
              <a:gd name="csY5" fmla="*/ 47037 h 138216"/>
              <a:gd name="csX6" fmla="*/ 43095 w 148867"/>
              <a:gd name="csY6" fmla="*/ 49623 h 138216"/>
              <a:gd name="csX7" fmla="*/ 64940 w 148867"/>
              <a:gd name="csY7" fmla="*/ 37834 h 138216"/>
              <a:gd name="csX8" fmla="*/ 67883 w 148867"/>
              <a:gd name="csY8" fmla="*/ 26250 h 138216"/>
              <a:gd name="csX9" fmla="*/ 70895 w 148867"/>
              <a:gd name="csY9" fmla="*/ 38633 h 138216"/>
              <a:gd name="csX10" fmla="*/ 70895 w 148867"/>
              <a:gd name="csY10" fmla="*/ 62874 h 138216"/>
              <a:gd name="csX11" fmla="*/ 70895 w 148867"/>
              <a:gd name="csY11" fmla="*/ 77980 h 138216"/>
              <a:gd name="csX12" fmla="*/ 5308 w 148867"/>
              <a:gd name="csY12" fmla="*/ 77980 h 138216"/>
              <a:gd name="csX13" fmla="*/ 0 w 148867"/>
              <a:gd name="csY13" fmla="*/ 83288 h 138216"/>
              <a:gd name="csX14" fmla="*/ 0 w 148867"/>
              <a:gd name="csY14" fmla="*/ 118739 h 138216"/>
              <a:gd name="csX15" fmla="*/ 19497 w 148867"/>
              <a:gd name="csY15" fmla="*/ 138217 h 138216"/>
              <a:gd name="csX16" fmla="*/ 129370 w 148867"/>
              <a:gd name="csY16" fmla="*/ 138217 h 138216"/>
              <a:gd name="csX17" fmla="*/ 148867 w 148867"/>
              <a:gd name="csY17" fmla="*/ 118739 h 138216"/>
              <a:gd name="csX18" fmla="*/ 148867 w 148867"/>
              <a:gd name="csY18" fmla="*/ 83288 h 138216"/>
              <a:gd name="csX19" fmla="*/ 143542 w 148867"/>
              <a:gd name="csY19" fmla="*/ 77980 h 138216"/>
              <a:gd name="csX20" fmla="*/ 81528 w 148867"/>
              <a:gd name="csY20" fmla="*/ 77980 h 138216"/>
              <a:gd name="csX21" fmla="*/ 81528 w 148867"/>
              <a:gd name="csY21" fmla="*/ 62874 h 138216"/>
              <a:gd name="csX22" fmla="*/ 83349 w 148867"/>
              <a:gd name="csY22" fmla="*/ 53518 h 138216"/>
              <a:gd name="csX23" fmla="*/ 85867 w 148867"/>
              <a:gd name="csY23" fmla="*/ 49215 h 138216"/>
              <a:gd name="csX24" fmla="*/ 89967 w 148867"/>
              <a:gd name="csY24" fmla="*/ 58520 h 138216"/>
              <a:gd name="csX25" fmla="*/ 89984 w 148867"/>
              <a:gd name="csY25" fmla="*/ 58520 h 138216"/>
              <a:gd name="csX26" fmla="*/ 95803 w 148867"/>
              <a:gd name="csY26" fmla="*/ 63606 h 138216"/>
              <a:gd name="csX27" fmla="*/ 108937 w 148867"/>
              <a:gd name="csY27" fmla="*/ 67348 h 138216"/>
              <a:gd name="csX28" fmla="*/ 119791 w 148867"/>
              <a:gd name="csY28" fmla="*/ 64762 h 138216"/>
              <a:gd name="csX29" fmla="*/ 133521 w 148867"/>
              <a:gd name="csY29" fmla="*/ 63419 h 138216"/>
              <a:gd name="csX30" fmla="*/ 138982 w 148867"/>
              <a:gd name="csY30" fmla="*/ 63674 h 138216"/>
              <a:gd name="csX31" fmla="*/ 141773 w 148867"/>
              <a:gd name="csY31" fmla="*/ 58979 h 138216"/>
              <a:gd name="csX32" fmla="*/ 116967 w 148867"/>
              <a:gd name="csY32" fmla="*/ 24089 h 138216"/>
              <a:gd name="csX33" fmla="*/ 89474 w 148867"/>
              <a:gd name="csY33" fmla="*/ 33615 h 138216"/>
              <a:gd name="csX34" fmla="*/ 88674 w 148867"/>
              <a:gd name="csY34" fmla="*/ 34908 h 138216"/>
              <a:gd name="csX35" fmla="*/ 87636 w 148867"/>
              <a:gd name="csY35" fmla="*/ 35180 h 138216"/>
              <a:gd name="csX36" fmla="*/ 81528 w 148867"/>
              <a:gd name="csY36" fmla="*/ 39382 h 138216"/>
              <a:gd name="csX37" fmla="*/ 81528 w 148867"/>
              <a:gd name="csY37" fmla="*/ 38633 h 138216"/>
              <a:gd name="csX38" fmla="*/ 73600 w 148867"/>
              <a:gd name="csY38" fmla="*/ 16740 h 138216"/>
              <a:gd name="csX39" fmla="*/ 64583 w 148867"/>
              <a:gd name="csY39" fmla="*/ 12198 h 138216"/>
              <a:gd name="csX40" fmla="*/ 64515 w 148867"/>
              <a:gd name="csY40" fmla="*/ 12045 h 138216"/>
              <a:gd name="csX41" fmla="*/ 44286 w 148867"/>
              <a:gd name="csY41" fmla="*/ 18 h 138216"/>
            </a:gdLst>
            <a:ahLst/>
            <a:cxnLst/>
            <a:rect l="l" t="t" r="r" b="b"/>
            <a:pathLst>
              <a:path w="100000" h="100000">
                <a:moveTo>
                  <a:pt x="29749" y="3589"/>
                </a:moveTo>
                <a:cubicBezTo>
                  <a:pt x="27806" y="3521"/>
                  <a:pt x="25794" y="3738"/>
                  <a:pt x="23737" y="4264"/>
                </a:cubicBezTo>
                <a:cubicBezTo>
                  <a:pt x="14274" y="6732"/>
                  <a:pt x="4720" y="16113"/>
                  <a:pt x="4720" y="31528"/>
                </a:cubicBezTo>
                <a:cubicBezTo>
                  <a:pt x="4720" y="32854"/>
                  <a:pt x="5451" y="34077"/>
                  <a:pt x="6629" y="34694"/>
                </a:cubicBezTo>
                <a:cubicBezTo>
                  <a:pt x="7806" y="35300"/>
                  <a:pt x="9223" y="35220"/>
                  <a:pt x="10320" y="34465"/>
                </a:cubicBezTo>
                <a:cubicBezTo>
                  <a:pt x="12960" y="32648"/>
                  <a:pt x="16331" y="33563"/>
                  <a:pt x="21177" y="35174"/>
                </a:cubicBezTo>
                <a:cubicBezTo>
                  <a:pt x="23874" y="36065"/>
                  <a:pt x="26423" y="36911"/>
                  <a:pt x="28949" y="36911"/>
                </a:cubicBezTo>
                <a:cubicBezTo>
                  <a:pt x="35269" y="36911"/>
                  <a:pt x="41029" y="33803"/>
                  <a:pt x="43623" y="28992"/>
                </a:cubicBezTo>
                <a:cubicBezTo>
                  <a:pt x="45063" y="26318"/>
                  <a:pt x="45577" y="23644"/>
                  <a:pt x="45600" y="21211"/>
                </a:cubicBezTo>
                <a:cubicBezTo>
                  <a:pt x="46652" y="22662"/>
                  <a:pt x="47623" y="25095"/>
                  <a:pt x="47623" y="29529"/>
                </a:cubicBezTo>
                <a:lnTo>
                  <a:pt x="47623" y="45812"/>
                </a:lnTo>
                <a:lnTo>
                  <a:pt x="47623" y="55960"/>
                </a:lnTo>
                <a:lnTo>
                  <a:pt x="3566" y="55960"/>
                </a:lnTo>
                <a:cubicBezTo>
                  <a:pt x="1600" y="55960"/>
                  <a:pt x="0" y="57560"/>
                  <a:pt x="0" y="59525"/>
                </a:cubicBezTo>
                <a:lnTo>
                  <a:pt x="0" y="83339"/>
                </a:lnTo>
                <a:cubicBezTo>
                  <a:pt x="0" y="90561"/>
                  <a:pt x="5874" y="96423"/>
                  <a:pt x="13097" y="96423"/>
                </a:cubicBezTo>
                <a:lnTo>
                  <a:pt x="86903" y="96423"/>
                </a:lnTo>
                <a:cubicBezTo>
                  <a:pt x="94126" y="96423"/>
                  <a:pt x="100000" y="90561"/>
                  <a:pt x="100000" y="83339"/>
                </a:cubicBezTo>
                <a:lnTo>
                  <a:pt x="100000" y="59525"/>
                </a:lnTo>
                <a:cubicBezTo>
                  <a:pt x="100000" y="57560"/>
                  <a:pt x="98401" y="55960"/>
                  <a:pt x="96423" y="55960"/>
                </a:cubicBezTo>
                <a:lnTo>
                  <a:pt x="54766" y="55960"/>
                </a:lnTo>
                <a:lnTo>
                  <a:pt x="54766" y="45812"/>
                </a:lnTo>
                <a:cubicBezTo>
                  <a:pt x="54766" y="44670"/>
                  <a:pt x="54995" y="41962"/>
                  <a:pt x="55989" y="39528"/>
                </a:cubicBezTo>
                <a:cubicBezTo>
                  <a:pt x="56423" y="38476"/>
                  <a:pt x="56983" y="37505"/>
                  <a:pt x="57680" y="36637"/>
                </a:cubicBezTo>
                <a:cubicBezTo>
                  <a:pt x="58000" y="38682"/>
                  <a:pt x="58834" y="40819"/>
                  <a:pt x="60434" y="42888"/>
                </a:cubicBezTo>
                <a:lnTo>
                  <a:pt x="60446" y="42888"/>
                </a:lnTo>
                <a:cubicBezTo>
                  <a:pt x="61451" y="44179"/>
                  <a:pt x="62766" y="45321"/>
                  <a:pt x="64355" y="46304"/>
                </a:cubicBezTo>
                <a:cubicBezTo>
                  <a:pt x="66983" y="47927"/>
                  <a:pt x="70114" y="48818"/>
                  <a:pt x="73177" y="48818"/>
                </a:cubicBezTo>
                <a:cubicBezTo>
                  <a:pt x="75577" y="48818"/>
                  <a:pt x="77954" y="47972"/>
                  <a:pt x="80468" y="47081"/>
                </a:cubicBezTo>
                <a:cubicBezTo>
                  <a:pt x="84640" y="45607"/>
                  <a:pt x="87532" y="44750"/>
                  <a:pt x="89691" y="46178"/>
                </a:cubicBezTo>
                <a:cubicBezTo>
                  <a:pt x="90788" y="46909"/>
                  <a:pt x="92206" y="46966"/>
                  <a:pt x="93360" y="46350"/>
                </a:cubicBezTo>
                <a:cubicBezTo>
                  <a:pt x="94515" y="45721"/>
                  <a:pt x="95235" y="44510"/>
                  <a:pt x="95235" y="43196"/>
                </a:cubicBezTo>
                <a:cubicBezTo>
                  <a:pt x="95235" y="29209"/>
                  <a:pt x="86263" y="21827"/>
                  <a:pt x="78571" y="19759"/>
                </a:cubicBezTo>
                <a:cubicBezTo>
                  <a:pt x="70891" y="17691"/>
                  <a:pt x="63669" y="20205"/>
                  <a:pt x="60103" y="26158"/>
                </a:cubicBezTo>
                <a:cubicBezTo>
                  <a:pt x="59920" y="26409"/>
                  <a:pt x="59749" y="26730"/>
                  <a:pt x="59566" y="27026"/>
                </a:cubicBezTo>
                <a:cubicBezTo>
                  <a:pt x="59337" y="27061"/>
                  <a:pt x="59097" y="27129"/>
                  <a:pt x="58869" y="27209"/>
                </a:cubicBezTo>
                <a:cubicBezTo>
                  <a:pt x="57166" y="27872"/>
                  <a:pt x="56012" y="28992"/>
                  <a:pt x="54766" y="30032"/>
                </a:cubicBezTo>
                <a:lnTo>
                  <a:pt x="54766" y="29529"/>
                </a:lnTo>
                <a:cubicBezTo>
                  <a:pt x="54766" y="22170"/>
                  <a:pt x="52274" y="17417"/>
                  <a:pt x="49440" y="14822"/>
                </a:cubicBezTo>
                <a:cubicBezTo>
                  <a:pt x="46709" y="12320"/>
                  <a:pt x="43623" y="11806"/>
                  <a:pt x="43383" y="11771"/>
                </a:cubicBezTo>
                <a:cubicBezTo>
                  <a:pt x="43372" y="11760"/>
                  <a:pt x="43337" y="11680"/>
                  <a:pt x="43337" y="11668"/>
                </a:cubicBezTo>
                <a:cubicBezTo>
                  <a:pt x="40560" y="6698"/>
                  <a:pt x="35543" y="3818"/>
                  <a:pt x="29749" y="358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1" name="Белый — SVG 19">
            <a:extLst>
              <a:ext uri="{FF2B5EF4-FFF2-40B4-BE49-F238E27FC236}">
                <a16:creationId xmlns:a16="http://schemas.microsoft.com/office/drawing/2014/main" id="{ACB88B85-326C-5F45-A704-645939D5FF6F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70214 w 141882"/>
              <a:gd name="csY0" fmla="*/ 1 h 152080"/>
              <a:gd name="csX1" fmla="*/ 33039 w 141882"/>
              <a:gd name="csY1" fmla="*/ 23714 h 152080"/>
              <a:gd name="csX2" fmla="*/ 18697 w 141882"/>
              <a:gd name="csY2" fmla="*/ 46033 h 152080"/>
              <a:gd name="csX3" fmla="*/ 13474 w 141882"/>
              <a:gd name="csY3" fmla="*/ 45319 h 152080"/>
              <a:gd name="csX4" fmla="*/ 9153 w 141882"/>
              <a:gd name="csY4" fmla="*/ 46509 h 152080"/>
              <a:gd name="csX5" fmla="*/ 7281 w 141882"/>
              <a:gd name="csY5" fmla="*/ 50558 h 152080"/>
              <a:gd name="csX6" fmla="*/ 7281 w 141882"/>
              <a:gd name="csY6" fmla="*/ 51987 h 152080"/>
              <a:gd name="csX7" fmla="*/ 7281 w 141882"/>
              <a:gd name="csY7" fmla="*/ 58587 h 152080"/>
              <a:gd name="csX8" fmla="*/ 10497 w 141882"/>
              <a:gd name="csY8" fmla="*/ 76041 h 152080"/>
              <a:gd name="csX9" fmla="*/ 68751 w 141882"/>
              <a:gd name="csY9" fmla="*/ 81399 h 152080"/>
              <a:gd name="csX10" fmla="*/ 128434 w 141882"/>
              <a:gd name="csY10" fmla="*/ 75666 h 152080"/>
              <a:gd name="csX11" fmla="*/ 131411 w 141882"/>
              <a:gd name="csY11" fmla="*/ 51068 h 152080"/>
              <a:gd name="csX12" fmla="*/ 131411 w 141882"/>
              <a:gd name="csY12" fmla="*/ 50575 h 152080"/>
              <a:gd name="csX13" fmla="*/ 129539 w 141882"/>
              <a:gd name="csY13" fmla="*/ 46509 h 152080"/>
              <a:gd name="csX14" fmla="*/ 125235 w 141882"/>
              <a:gd name="csY14" fmla="*/ 45319 h 152080"/>
              <a:gd name="csX15" fmla="*/ 120284 w 141882"/>
              <a:gd name="csY15" fmla="*/ 46050 h 152080"/>
              <a:gd name="csX16" fmla="*/ 107286 w 141882"/>
              <a:gd name="csY16" fmla="*/ 23681 h 152080"/>
              <a:gd name="csX17" fmla="*/ 70214 w 141882"/>
              <a:gd name="csY17" fmla="*/ 1 h 152080"/>
              <a:gd name="csX18" fmla="*/ 70299 w 141882"/>
              <a:gd name="csY18" fmla="*/ 10633 h 152080"/>
              <a:gd name="csX19" fmla="*/ 98728 w 141882"/>
              <a:gd name="csY19" fmla="*/ 29992 h 152080"/>
              <a:gd name="csX20" fmla="*/ 109191 w 141882"/>
              <a:gd name="csY20" fmla="*/ 47445 h 152080"/>
              <a:gd name="csX21" fmla="*/ 30096 w 141882"/>
              <a:gd name="csY21" fmla="*/ 47326 h 152080"/>
              <a:gd name="csX22" fmla="*/ 41376 w 141882"/>
              <a:gd name="csY22" fmla="*/ 30298 h 152080"/>
              <a:gd name="csX23" fmla="*/ 70299 w 141882"/>
              <a:gd name="csY23" fmla="*/ 10633 h 152080"/>
              <a:gd name="csX24" fmla="*/ 60159 w 141882"/>
              <a:gd name="csY24" fmla="*/ 21146 h 152080"/>
              <a:gd name="csX25" fmla="*/ 57726 w 141882"/>
              <a:gd name="csY25" fmla="*/ 22371 h 152080"/>
              <a:gd name="csX26" fmla="*/ 58100 w 141882"/>
              <a:gd name="csY26" fmla="*/ 27372 h 152080"/>
              <a:gd name="csX27" fmla="*/ 63119 w 141882"/>
              <a:gd name="csY27" fmla="*/ 27015 h 152080"/>
              <a:gd name="csX28" fmla="*/ 62745 w 141882"/>
              <a:gd name="csY28" fmla="*/ 21997 h 152080"/>
              <a:gd name="csX29" fmla="*/ 60159 w 141882"/>
              <a:gd name="csY29" fmla="*/ 21146 h 152080"/>
              <a:gd name="csX30" fmla="*/ 77904 w 141882"/>
              <a:gd name="csY30" fmla="*/ 24735 h 152080"/>
              <a:gd name="csX31" fmla="*/ 75539 w 141882"/>
              <a:gd name="csY31" fmla="*/ 25926 h 152080"/>
              <a:gd name="csX32" fmla="*/ 75897 w 141882"/>
              <a:gd name="csY32" fmla="*/ 30808 h 152080"/>
              <a:gd name="csX33" fmla="*/ 80779 w 141882"/>
              <a:gd name="csY33" fmla="*/ 30451 h 152080"/>
              <a:gd name="csX34" fmla="*/ 80422 w 141882"/>
              <a:gd name="csY34" fmla="*/ 25569 h 152080"/>
              <a:gd name="csX35" fmla="*/ 77904 w 141882"/>
              <a:gd name="csY35" fmla="*/ 24735 h 152080"/>
              <a:gd name="csX36" fmla="*/ 88707 w 141882"/>
              <a:gd name="csY36" fmla="*/ 35367 h 152080"/>
              <a:gd name="csX37" fmla="*/ 86343 w 141882"/>
              <a:gd name="csY37" fmla="*/ 36558 h 152080"/>
              <a:gd name="csX38" fmla="*/ 86700 w 141882"/>
              <a:gd name="csY38" fmla="*/ 41440 h 152080"/>
              <a:gd name="csX39" fmla="*/ 91600 w 141882"/>
              <a:gd name="csY39" fmla="*/ 41083 h 152080"/>
              <a:gd name="csX40" fmla="*/ 91226 w 141882"/>
              <a:gd name="csY40" fmla="*/ 36201 h 152080"/>
              <a:gd name="csX41" fmla="*/ 88707 w 141882"/>
              <a:gd name="csY41" fmla="*/ 35367 h 152080"/>
              <a:gd name="csX42" fmla="*/ 46191 w 141882"/>
              <a:gd name="csY42" fmla="*/ 35503 h 152080"/>
              <a:gd name="csX43" fmla="*/ 43809 w 141882"/>
              <a:gd name="csY43" fmla="*/ 36711 h 152080"/>
              <a:gd name="csX44" fmla="*/ 44166 w 141882"/>
              <a:gd name="csY44" fmla="*/ 41644 h 152080"/>
              <a:gd name="csX45" fmla="*/ 49100 w 141882"/>
              <a:gd name="csY45" fmla="*/ 41270 h 152080"/>
              <a:gd name="csX46" fmla="*/ 48726 w 141882"/>
              <a:gd name="csY46" fmla="*/ 36354 h 152080"/>
              <a:gd name="csX47" fmla="*/ 46191 w 141882"/>
              <a:gd name="csY47" fmla="*/ 35503 h 152080"/>
              <a:gd name="csX48" fmla="*/ 67288 w 141882"/>
              <a:gd name="csY48" fmla="*/ 38974 h 152080"/>
              <a:gd name="csX49" fmla="*/ 64923 w 141882"/>
              <a:gd name="csY49" fmla="*/ 40164 h 152080"/>
              <a:gd name="csX50" fmla="*/ 65280 w 141882"/>
              <a:gd name="csY50" fmla="*/ 45029 h 152080"/>
              <a:gd name="csX51" fmla="*/ 70163 w 141882"/>
              <a:gd name="csY51" fmla="*/ 44672 h 152080"/>
              <a:gd name="csX52" fmla="*/ 69789 w 141882"/>
              <a:gd name="csY52" fmla="*/ 39790 h 152080"/>
              <a:gd name="csX53" fmla="*/ 67288 w 141882"/>
              <a:gd name="csY53" fmla="*/ 38974 h 152080"/>
              <a:gd name="csX54" fmla="*/ 127413 w 141882"/>
              <a:gd name="csY54" fmla="*/ 83304 h 152080"/>
              <a:gd name="csX55" fmla="*/ 68751 w 141882"/>
              <a:gd name="csY55" fmla="*/ 88476 h 152080"/>
              <a:gd name="csX56" fmla="*/ 11943 w 141882"/>
              <a:gd name="csY56" fmla="*/ 83713 h 152080"/>
              <a:gd name="csX57" fmla="*/ 10939 w 141882"/>
              <a:gd name="csY57" fmla="*/ 108889 h 152080"/>
              <a:gd name="csX58" fmla="*/ 5597 w 141882"/>
              <a:gd name="csY58" fmla="*/ 122294 h 152080"/>
              <a:gd name="csX59" fmla="*/ 3147 w 141882"/>
              <a:gd name="csY59" fmla="*/ 144783 h 152080"/>
              <a:gd name="csX60" fmla="*/ 16383 w 141882"/>
              <a:gd name="csY60" fmla="*/ 147964 h 152080"/>
              <a:gd name="csX61" fmla="*/ 32121 w 141882"/>
              <a:gd name="csY61" fmla="*/ 149444 h 152080"/>
              <a:gd name="csX62" fmla="*/ 62694 w 141882"/>
              <a:gd name="csY62" fmla="*/ 152080 h 152080"/>
              <a:gd name="csX63" fmla="*/ 97690 w 141882"/>
              <a:gd name="csY63" fmla="*/ 149529 h 152080"/>
              <a:gd name="csX64" fmla="*/ 106333 w 141882"/>
              <a:gd name="csY64" fmla="*/ 149427 h 152080"/>
              <a:gd name="csX65" fmla="*/ 108035 w 141882"/>
              <a:gd name="csY65" fmla="*/ 149597 h 152080"/>
              <a:gd name="csX66" fmla="*/ 138744 w 141882"/>
              <a:gd name="csY66" fmla="*/ 144783 h 152080"/>
              <a:gd name="csX67" fmla="*/ 136413 w 141882"/>
              <a:gd name="csY67" fmla="*/ 122634 h 152080"/>
              <a:gd name="csX68" fmla="*/ 131139 w 141882"/>
              <a:gd name="csY68" fmla="*/ 109553 h 152080"/>
              <a:gd name="csX69" fmla="*/ 127413 w 141882"/>
              <a:gd name="csY69" fmla="*/ 83304 h 152080"/>
              <a:gd name="csX70" fmla="*/ 58713 w 141882"/>
              <a:gd name="csY70" fmla="*/ 96488 h 152080"/>
              <a:gd name="csX71" fmla="*/ 80150 w 141882"/>
              <a:gd name="csY71" fmla="*/ 102476 h 152080"/>
              <a:gd name="csX72" fmla="*/ 85135 w 141882"/>
              <a:gd name="csY72" fmla="*/ 112274 h 152080"/>
              <a:gd name="csX73" fmla="*/ 83536 w 141882"/>
              <a:gd name="csY73" fmla="*/ 120134 h 152080"/>
              <a:gd name="csX74" fmla="*/ 88112 w 141882"/>
              <a:gd name="csY74" fmla="*/ 125271 h 152080"/>
              <a:gd name="csX75" fmla="*/ 87465 w 141882"/>
              <a:gd name="csY75" fmla="*/ 130238 h 152080"/>
              <a:gd name="csX76" fmla="*/ 85305 w 141882"/>
              <a:gd name="csY76" fmla="*/ 130970 h 152080"/>
              <a:gd name="csX77" fmla="*/ 82498 w 141882"/>
              <a:gd name="csY77" fmla="*/ 129592 h 152080"/>
              <a:gd name="csX78" fmla="*/ 79197 w 141882"/>
              <a:gd name="csY78" fmla="*/ 125781 h 152080"/>
              <a:gd name="csX79" fmla="*/ 69908 w 141882"/>
              <a:gd name="csY79" fmla="*/ 129115 h 152080"/>
              <a:gd name="csX80" fmla="*/ 58934 w 141882"/>
              <a:gd name="csY80" fmla="*/ 124914 h 152080"/>
              <a:gd name="csX81" fmla="*/ 49815 w 141882"/>
              <a:gd name="csY81" fmla="*/ 100792 h 152080"/>
              <a:gd name="csX82" fmla="*/ 52622 w 141882"/>
              <a:gd name="csY82" fmla="*/ 97169 h 152080"/>
              <a:gd name="csX83" fmla="*/ 58713 w 141882"/>
              <a:gd name="csY83" fmla="*/ 96488 h 152080"/>
            </a:gdLst>
            <a:ahLst/>
            <a:cxnLst/>
            <a:rect l="l" t="t" r="r" b="b"/>
            <a:pathLst>
              <a:path w="100000" h="100000">
                <a:moveTo>
                  <a:pt x="49522" y="1"/>
                </a:moveTo>
                <a:cubicBezTo>
                  <a:pt x="39151" y="90"/>
                  <a:pt x="30940" y="8177"/>
                  <a:pt x="25078" y="15593"/>
                </a:cubicBezTo>
                <a:cubicBezTo>
                  <a:pt x="19328" y="22864"/>
                  <a:pt x="15782" y="29989"/>
                  <a:pt x="15647" y="30269"/>
                </a:cubicBezTo>
                <a:cubicBezTo>
                  <a:pt x="14417" y="30090"/>
                  <a:pt x="12257" y="29811"/>
                  <a:pt x="12213" y="29799"/>
                </a:cubicBezTo>
                <a:cubicBezTo>
                  <a:pt x="11206" y="29643"/>
                  <a:pt x="10155" y="29922"/>
                  <a:pt x="9371" y="30582"/>
                </a:cubicBezTo>
                <a:cubicBezTo>
                  <a:pt x="8588" y="31242"/>
                  <a:pt x="8140" y="32226"/>
                  <a:pt x="8140" y="33244"/>
                </a:cubicBezTo>
                <a:lnTo>
                  <a:pt x="8140" y="34184"/>
                </a:lnTo>
                <a:cubicBezTo>
                  <a:pt x="8129" y="35448"/>
                  <a:pt x="8118" y="37450"/>
                  <a:pt x="8140" y="38524"/>
                </a:cubicBezTo>
                <a:cubicBezTo>
                  <a:pt x="8231" y="43692"/>
                  <a:pt x="8678" y="47528"/>
                  <a:pt x="10255" y="50001"/>
                </a:cubicBezTo>
                <a:cubicBezTo>
                  <a:pt x="16464" y="51689"/>
                  <a:pt x="27953" y="53524"/>
                  <a:pt x="48560" y="53524"/>
                </a:cubicBezTo>
                <a:cubicBezTo>
                  <a:pt x="70051" y="53524"/>
                  <a:pt x="81640" y="51589"/>
                  <a:pt x="87804" y="49754"/>
                </a:cubicBezTo>
                <a:cubicBezTo>
                  <a:pt x="89695" y="46589"/>
                  <a:pt x="89751" y="41365"/>
                  <a:pt x="89762" y="33580"/>
                </a:cubicBezTo>
                <a:lnTo>
                  <a:pt x="89762" y="33256"/>
                </a:lnTo>
                <a:cubicBezTo>
                  <a:pt x="89762" y="32226"/>
                  <a:pt x="89315" y="31253"/>
                  <a:pt x="88531" y="30582"/>
                </a:cubicBezTo>
                <a:cubicBezTo>
                  <a:pt x="87749" y="29922"/>
                  <a:pt x="86719" y="29643"/>
                  <a:pt x="85701" y="29799"/>
                </a:cubicBezTo>
                <a:cubicBezTo>
                  <a:pt x="84616" y="29978"/>
                  <a:pt x="83530" y="30124"/>
                  <a:pt x="82445" y="30280"/>
                </a:cubicBezTo>
                <a:cubicBezTo>
                  <a:pt x="82132" y="29554"/>
                  <a:pt x="79134" y="22685"/>
                  <a:pt x="73899" y="15571"/>
                </a:cubicBezTo>
                <a:cubicBezTo>
                  <a:pt x="68383" y="8077"/>
                  <a:pt x="60262" y="-89"/>
                  <a:pt x="49522" y="1"/>
                </a:cubicBezTo>
                <a:close/>
                <a:moveTo>
                  <a:pt x="49578" y="6992"/>
                </a:moveTo>
                <a:cubicBezTo>
                  <a:pt x="56547" y="6936"/>
                  <a:pt x="63316" y="12976"/>
                  <a:pt x="68271" y="19721"/>
                </a:cubicBezTo>
                <a:cubicBezTo>
                  <a:pt x="71627" y="24285"/>
                  <a:pt x="73932" y="28703"/>
                  <a:pt x="75151" y="31197"/>
                </a:cubicBezTo>
                <a:cubicBezTo>
                  <a:pt x="54266" y="33434"/>
                  <a:pt x="34766" y="32282"/>
                  <a:pt x="23142" y="31119"/>
                </a:cubicBezTo>
                <a:cubicBezTo>
                  <a:pt x="24552" y="28592"/>
                  <a:pt x="27069" y="24340"/>
                  <a:pt x="30560" y="19922"/>
                </a:cubicBezTo>
                <a:cubicBezTo>
                  <a:pt x="35896" y="13166"/>
                  <a:pt x="43100" y="7048"/>
                  <a:pt x="49578" y="6992"/>
                </a:cubicBezTo>
                <a:close/>
                <a:moveTo>
                  <a:pt x="42910" y="13905"/>
                </a:moveTo>
                <a:cubicBezTo>
                  <a:pt x="42317" y="13949"/>
                  <a:pt x="41736" y="14218"/>
                  <a:pt x="41310" y="14710"/>
                </a:cubicBezTo>
                <a:cubicBezTo>
                  <a:pt x="40471" y="15683"/>
                  <a:pt x="40583" y="17159"/>
                  <a:pt x="41556" y="17998"/>
                </a:cubicBezTo>
                <a:cubicBezTo>
                  <a:pt x="42541" y="18849"/>
                  <a:pt x="44006" y="18737"/>
                  <a:pt x="44857" y="17764"/>
                </a:cubicBezTo>
                <a:cubicBezTo>
                  <a:pt x="45696" y="16791"/>
                  <a:pt x="45584" y="15302"/>
                  <a:pt x="44611" y="14464"/>
                </a:cubicBezTo>
                <a:cubicBezTo>
                  <a:pt x="44118" y="14050"/>
                  <a:pt x="43514" y="13860"/>
                  <a:pt x="42910" y="13905"/>
                </a:cubicBezTo>
                <a:close/>
                <a:moveTo>
                  <a:pt x="54579" y="16264"/>
                </a:moveTo>
                <a:cubicBezTo>
                  <a:pt x="53997" y="16309"/>
                  <a:pt x="53438" y="16577"/>
                  <a:pt x="53023" y="17048"/>
                </a:cubicBezTo>
                <a:cubicBezTo>
                  <a:pt x="52207" y="17998"/>
                  <a:pt x="52307" y="19441"/>
                  <a:pt x="53259" y="20258"/>
                </a:cubicBezTo>
                <a:cubicBezTo>
                  <a:pt x="54209" y="21074"/>
                  <a:pt x="55652" y="20974"/>
                  <a:pt x="56469" y="20023"/>
                </a:cubicBezTo>
                <a:cubicBezTo>
                  <a:pt x="57286" y="19072"/>
                  <a:pt x="57185" y="17630"/>
                  <a:pt x="56234" y="16813"/>
                </a:cubicBezTo>
                <a:cubicBezTo>
                  <a:pt x="55753" y="16399"/>
                  <a:pt x="55160" y="16220"/>
                  <a:pt x="54579" y="16264"/>
                </a:cubicBezTo>
                <a:close/>
                <a:moveTo>
                  <a:pt x="61682" y="23256"/>
                </a:moveTo>
                <a:cubicBezTo>
                  <a:pt x="61101" y="23300"/>
                  <a:pt x="60530" y="23558"/>
                  <a:pt x="60128" y="24039"/>
                </a:cubicBezTo>
                <a:cubicBezTo>
                  <a:pt x="59300" y="24989"/>
                  <a:pt x="59411" y="26432"/>
                  <a:pt x="60362" y="27249"/>
                </a:cubicBezTo>
                <a:cubicBezTo>
                  <a:pt x="61324" y="28077"/>
                  <a:pt x="62756" y="27965"/>
                  <a:pt x="63584" y="27014"/>
                </a:cubicBezTo>
                <a:cubicBezTo>
                  <a:pt x="64401" y="26063"/>
                  <a:pt x="64289" y="24621"/>
                  <a:pt x="63338" y="23804"/>
                </a:cubicBezTo>
                <a:cubicBezTo>
                  <a:pt x="62857" y="23390"/>
                  <a:pt x="62264" y="23211"/>
                  <a:pt x="61682" y="23256"/>
                </a:cubicBezTo>
                <a:close/>
                <a:moveTo>
                  <a:pt x="33726" y="23345"/>
                </a:moveTo>
                <a:cubicBezTo>
                  <a:pt x="33144" y="23390"/>
                  <a:pt x="32574" y="23659"/>
                  <a:pt x="32159" y="24139"/>
                </a:cubicBezTo>
                <a:cubicBezTo>
                  <a:pt x="31332" y="25101"/>
                  <a:pt x="31432" y="26555"/>
                  <a:pt x="32394" y="27383"/>
                </a:cubicBezTo>
                <a:cubicBezTo>
                  <a:pt x="33357" y="28211"/>
                  <a:pt x="34811" y="28099"/>
                  <a:pt x="35638" y="27137"/>
                </a:cubicBezTo>
                <a:cubicBezTo>
                  <a:pt x="36466" y="26175"/>
                  <a:pt x="36355" y="24732"/>
                  <a:pt x="35393" y="23905"/>
                </a:cubicBezTo>
                <a:cubicBezTo>
                  <a:pt x="34911" y="23490"/>
                  <a:pt x="34319" y="23311"/>
                  <a:pt x="33726" y="23345"/>
                </a:cubicBezTo>
                <a:close/>
                <a:moveTo>
                  <a:pt x="47598" y="25627"/>
                </a:moveTo>
                <a:cubicBezTo>
                  <a:pt x="47016" y="25672"/>
                  <a:pt x="46445" y="25929"/>
                  <a:pt x="46043" y="26410"/>
                </a:cubicBezTo>
                <a:cubicBezTo>
                  <a:pt x="45226" y="27361"/>
                  <a:pt x="45327" y="28793"/>
                  <a:pt x="46278" y="29609"/>
                </a:cubicBezTo>
                <a:cubicBezTo>
                  <a:pt x="47228" y="30425"/>
                  <a:pt x="48661" y="30325"/>
                  <a:pt x="49488" y="29374"/>
                </a:cubicBezTo>
                <a:cubicBezTo>
                  <a:pt x="50305" y="28423"/>
                  <a:pt x="50193" y="26992"/>
                  <a:pt x="49243" y="26164"/>
                </a:cubicBezTo>
                <a:cubicBezTo>
                  <a:pt x="48772" y="25761"/>
                  <a:pt x="48168" y="25582"/>
                  <a:pt x="47598" y="25627"/>
                </a:cubicBezTo>
                <a:close/>
                <a:moveTo>
                  <a:pt x="87133" y="54776"/>
                </a:moveTo>
                <a:cubicBezTo>
                  <a:pt x="79850" y="56645"/>
                  <a:pt x="67969" y="58177"/>
                  <a:pt x="48560" y="58177"/>
                </a:cubicBezTo>
                <a:cubicBezTo>
                  <a:pt x="29944" y="58177"/>
                  <a:pt x="18354" y="56700"/>
                  <a:pt x="11206" y="55045"/>
                </a:cubicBezTo>
                <a:cubicBezTo>
                  <a:pt x="10904" y="58826"/>
                  <a:pt x="10546" y="64754"/>
                  <a:pt x="10546" y="71600"/>
                </a:cubicBezTo>
                <a:cubicBezTo>
                  <a:pt x="10546" y="74027"/>
                  <a:pt x="8689" y="77416"/>
                  <a:pt x="7033" y="80414"/>
                </a:cubicBezTo>
                <a:cubicBezTo>
                  <a:pt x="4304" y="85392"/>
                  <a:pt x="1205" y="91029"/>
                  <a:pt x="5422" y="95202"/>
                </a:cubicBezTo>
                <a:cubicBezTo>
                  <a:pt x="7548" y="97294"/>
                  <a:pt x="10590" y="97294"/>
                  <a:pt x="14125" y="97294"/>
                </a:cubicBezTo>
                <a:cubicBezTo>
                  <a:pt x="16967" y="97294"/>
                  <a:pt x="20491" y="97294"/>
                  <a:pt x="24474" y="98267"/>
                </a:cubicBezTo>
                <a:cubicBezTo>
                  <a:pt x="29139" y="99430"/>
                  <a:pt x="36589" y="100000"/>
                  <a:pt x="44577" y="100000"/>
                </a:cubicBezTo>
                <a:cubicBezTo>
                  <a:pt x="52420" y="100000"/>
                  <a:pt x="60799" y="99441"/>
                  <a:pt x="67589" y="98323"/>
                </a:cubicBezTo>
                <a:cubicBezTo>
                  <a:pt x="69972" y="97931"/>
                  <a:pt x="71214" y="98065"/>
                  <a:pt x="73272" y="98256"/>
                </a:cubicBezTo>
                <a:lnTo>
                  <a:pt x="74391" y="98367"/>
                </a:lnTo>
                <a:cubicBezTo>
                  <a:pt x="86059" y="99396"/>
                  <a:pt x="91149" y="98591"/>
                  <a:pt x="94584" y="95202"/>
                </a:cubicBezTo>
                <a:cubicBezTo>
                  <a:pt x="98824" y="91018"/>
                  <a:pt x="95624" y="85258"/>
                  <a:pt x="93051" y="80638"/>
                </a:cubicBezTo>
                <a:cubicBezTo>
                  <a:pt x="91440" y="77741"/>
                  <a:pt x="89605" y="74463"/>
                  <a:pt x="89583" y="72036"/>
                </a:cubicBezTo>
                <a:cubicBezTo>
                  <a:pt x="89527" y="66086"/>
                  <a:pt x="88173" y="59195"/>
                  <a:pt x="87133" y="54776"/>
                </a:cubicBezTo>
                <a:close/>
                <a:moveTo>
                  <a:pt x="41959" y="63446"/>
                </a:moveTo>
                <a:cubicBezTo>
                  <a:pt x="45752" y="63300"/>
                  <a:pt x="51513" y="63804"/>
                  <a:pt x="56055" y="67383"/>
                </a:cubicBezTo>
                <a:cubicBezTo>
                  <a:pt x="58002" y="68916"/>
                  <a:pt x="59165" y="71197"/>
                  <a:pt x="59333" y="73826"/>
                </a:cubicBezTo>
                <a:cubicBezTo>
                  <a:pt x="59445" y="75604"/>
                  <a:pt x="59042" y="77372"/>
                  <a:pt x="58282" y="78994"/>
                </a:cubicBezTo>
                <a:cubicBezTo>
                  <a:pt x="59356" y="80056"/>
                  <a:pt x="60373" y="81164"/>
                  <a:pt x="61291" y="82372"/>
                </a:cubicBezTo>
                <a:cubicBezTo>
                  <a:pt x="62074" y="83390"/>
                  <a:pt x="61884" y="84855"/>
                  <a:pt x="60865" y="85638"/>
                </a:cubicBezTo>
                <a:cubicBezTo>
                  <a:pt x="60441" y="85962"/>
                  <a:pt x="59937" y="86119"/>
                  <a:pt x="59445" y="86119"/>
                </a:cubicBezTo>
                <a:cubicBezTo>
                  <a:pt x="58751" y="86119"/>
                  <a:pt x="58058" y="85805"/>
                  <a:pt x="57599" y="85213"/>
                </a:cubicBezTo>
                <a:cubicBezTo>
                  <a:pt x="56917" y="84329"/>
                  <a:pt x="56190" y="83501"/>
                  <a:pt x="55429" y="82707"/>
                </a:cubicBezTo>
                <a:cubicBezTo>
                  <a:pt x="53661" y="84139"/>
                  <a:pt x="51524" y="84899"/>
                  <a:pt x="49321" y="84899"/>
                </a:cubicBezTo>
                <a:cubicBezTo>
                  <a:pt x="46815" y="84899"/>
                  <a:pt x="44253" y="83982"/>
                  <a:pt x="42105" y="82137"/>
                </a:cubicBezTo>
                <a:cubicBezTo>
                  <a:pt x="36735" y="77517"/>
                  <a:pt x="36153" y="67405"/>
                  <a:pt x="36109" y="66276"/>
                </a:cubicBezTo>
                <a:cubicBezTo>
                  <a:pt x="36064" y="65135"/>
                  <a:pt x="36836" y="64128"/>
                  <a:pt x="37954" y="63893"/>
                </a:cubicBezTo>
                <a:cubicBezTo>
                  <a:pt x="38111" y="63859"/>
                  <a:pt x="39677" y="63535"/>
                  <a:pt x="41959" y="6344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2" name="Белый — SVG 20">
            <a:extLst>
              <a:ext uri="{FF2B5EF4-FFF2-40B4-BE49-F238E27FC236}">
                <a16:creationId xmlns:a16="http://schemas.microsoft.com/office/drawing/2014/main" id="{171019F5-4D1B-6044-8758-BBAF5322D6D3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40533 w 155956"/>
              <a:gd name="csY0" fmla="*/ 27 h 134687"/>
              <a:gd name="csX1" fmla="*/ 32787 w 155956"/>
              <a:gd name="csY1" fmla="*/ 1184 h 134687"/>
              <a:gd name="csX2" fmla="*/ 0 w 155956"/>
              <a:gd name="csY2" fmla="*/ 48220 h 134687"/>
              <a:gd name="csX3" fmla="*/ 2838 w 155956"/>
              <a:gd name="csY3" fmla="*/ 52932 h 134687"/>
              <a:gd name="csX4" fmla="*/ 8328 w 155956"/>
              <a:gd name="csY4" fmla="*/ 52609 h 134687"/>
              <a:gd name="csX5" fmla="*/ 28356 w 155956"/>
              <a:gd name="csY5" fmla="*/ 53714 h 134687"/>
              <a:gd name="csX6" fmla="*/ 41787 w 155956"/>
              <a:gd name="csY6" fmla="*/ 56725 h 134687"/>
              <a:gd name="csX7" fmla="*/ 67366 w 155956"/>
              <a:gd name="csY7" fmla="*/ 42640 h 134687"/>
              <a:gd name="csX8" fmla="*/ 67344 w 155956"/>
              <a:gd name="csY8" fmla="*/ 42555 h 134687"/>
              <a:gd name="csX9" fmla="*/ 60090 w 155956"/>
              <a:gd name="csY9" fmla="*/ 28980 h 134687"/>
              <a:gd name="csX10" fmla="*/ 38609 w 155956"/>
              <a:gd name="csY10" fmla="*/ 37061 h 134687"/>
              <a:gd name="csX11" fmla="*/ 33845 w 155956"/>
              <a:gd name="csY11" fmla="*/ 38608 h 134687"/>
              <a:gd name="csX12" fmla="*/ 32281 w 155956"/>
              <a:gd name="csY12" fmla="*/ 33845 h 134687"/>
              <a:gd name="csX13" fmla="*/ 61737 w 155956"/>
              <a:gd name="csY13" fmla="*/ 22074 h 134687"/>
              <a:gd name="csX14" fmla="*/ 70840 w 155956"/>
              <a:gd name="csY14" fmla="*/ 28351 h 134687"/>
              <a:gd name="csX15" fmla="*/ 70854 w 155956"/>
              <a:gd name="csY15" fmla="*/ 28470 h 134687"/>
              <a:gd name="csX16" fmla="*/ 74434 w 155956"/>
              <a:gd name="csY16" fmla="*/ 44324 h 134687"/>
              <a:gd name="csX17" fmla="*/ 74434 w 155956"/>
              <a:gd name="csY17" fmla="*/ 99372 h 134687"/>
              <a:gd name="csX18" fmla="*/ 55824 w 155956"/>
              <a:gd name="csY18" fmla="*/ 90390 h 134687"/>
              <a:gd name="csX19" fmla="*/ 34697 w 155956"/>
              <a:gd name="csY19" fmla="*/ 103149 h 134687"/>
              <a:gd name="csX20" fmla="*/ 23040 w 155956"/>
              <a:gd name="csY20" fmla="*/ 99253 h 134687"/>
              <a:gd name="csX21" fmla="*/ 3648 w 155956"/>
              <a:gd name="csY21" fmla="*/ 116979 h 134687"/>
              <a:gd name="csX22" fmla="*/ 3544 w 155956"/>
              <a:gd name="csY22" fmla="*/ 116979 h 134687"/>
              <a:gd name="csX23" fmla="*/ 3544 w 155956"/>
              <a:gd name="csY23" fmla="*/ 127611 h 134687"/>
              <a:gd name="csX24" fmla="*/ 10633 w 155956"/>
              <a:gd name="csY24" fmla="*/ 134687 h 134687"/>
              <a:gd name="csX25" fmla="*/ 145323 w 155956"/>
              <a:gd name="csY25" fmla="*/ 134687 h 134687"/>
              <a:gd name="csX26" fmla="*/ 152411 w 155956"/>
              <a:gd name="csY26" fmla="*/ 127611 h 134687"/>
              <a:gd name="csX27" fmla="*/ 152411 w 155956"/>
              <a:gd name="csY27" fmla="*/ 116979 h 134687"/>
              <a:gd name="csX28" fmla="*/ 152391 w 155956"/>
              <a:gd name="csY28" fmla="*/ 116979 h 134687"/>
              <a:gd name="csX29" fmla="*/ 139784 w 155956"/>
              <a:gd name="csY29" fmla="*/ 104560 h 134687"/>
              <a:gd name="csX30" fmla="*/ 129380 w 155956"/>
              <a:gd name="csY30" fmla="*/ 110055 h 134687"/>
              <a:gd name="csX31" fmla="*/ 118961 w 155956"/>
              <a:gd name="csY31" fmla="*/ 104560 h 134687"/>
              <a:gd name="csX32" fmla="*/ 110245 w 155956"/>
              <a:gd name="csY32" fmla="*/ 108082 h 134687"/>
              <a:gd name="csX33" fmla="*/ 110232 w 155956"/>
              <a:gd name="csY33" fmla="*/ 108082 h 134687"/>
              <a:gd name="csX34" fmla="*/ 93928 w 155956"/>
              <a:gd name="csY34" fmla="*/ 99253 h 134687"/>
              <a:gd name="csX35" fmla="*/ 85067 w 155956"/>
              <a:gd name="csY35" fmla="*/ 101379 h 134687"/>
              <a:gd name="csX36" fmla="*/ 85067 w 155956"/>
              <a:gd name="csY36" fmla="*/ 72665 h 134687"/>
              <a:gd name="csX37" fmla="*/ 92053 w 155956"/>
              <a:gd name="csY37" fmla="*/ 55739 h 134687"/>
              <a:gd name="csX38" fmla="*/ 92060 w 155956"/>
              <a:gd name="csY38" fmla="*/ 55824 h 134687"/>
              <a:gd name="csX39" fmla="*/ 97347 w 155956"/>
              <a:gd name="csY39" fmla="*/ 52489 h 134687"/>
              <a:gd name="csX40" fmla="*/ 126563 w 155956"/>
              <a:gd name="csY40" fmla="*/ 57763 h 134687"/>
              <a:gd name="csX41" fmla="*/ 126563 w 155956"/>
              <a:gd name="csY41" fmla="*/ 62764 h 134687"/>
              <a:gd name="csX42" fmla="*/ 121551 w 155956"/>
              <a:gd name="csY42" fmla="*/ 62764 h 134687"/>
              <a:gd name="csX43" fmla="*/ 100061 w 155956"/>
              <a:gd name="csY43" fmla="*/ 59039 h 134687"/>
              <a:gd name="csX44" fmla="*/ 94365 w 155956"/>
              <a:gd name="csY44" fmla="*/ 64125 h 134687"/>
              <a:gd name="csX45" fmla="*/ 94850 w 155956"/>
              <a:gd name="csY45" fmla="*/ 65078 h 134687"/>
              <a:gd name="csX46" fmla="*/ 118386 w 155956"/>
              <a:gd name="csY46" fmla="*/ 77989 h 134687"/>
              <a:gd name="csX47" fmla="*/ 130792 w 155956"/>
              <a:gd name="csY47" fmla="*/ 75046 h 134687"/>
              <a:gd name="csX48" fmla="*/ 147733 w 155956"/>
              <a:gd name="csY48" fmla="*/ 73549 h 134687"/>
              <a:gd name="csX49" fmla="*/ 153160 w 155956"/>
              <a:gd name="csY49" fmla="*/ 73804 h 134687"/>
              <a:gd name="csX50" fmla="*/ 155957 w 155956"/>
              <a:gd name="csY50" fmla="*/ 69126 h 134687"/>
              <a:gd name="csX51" fmla="*/ 127635 w 155956"/>
              <a:gd name="csY51" fmla="*/ 29354 h 134687"/>
              <a:gd name="csX52" fmla="*/ 96199 w 155956"/>
              <a:gd name="csY52" fmla="*/ 40309 h 134687"/>
              <a:gd name="csX53" fmla="*/ 95563 w 155956"/>
              <a:gd name="csY53" fmla="*/ 41483 h 134687"/>
              <a:gd name="csX54" fmla="*/ 89919 w 155956"/>
              <a:gd name="csY54" fmla="*/ 44137 h 134687"/>
              <a:gd name="csX55" fmla="*/ 85067 w 155956"/>
              <a:gd name="csY55" fmla="*/ 47675 h 134687"/>
              <a:gd name="csX56" fmla="*/ 85067 w 155956"/>
              <a:gd name="csY56" fmla="*/ 44324 h 134687"/>
              <a:gd name="csX57" fmla="*/ 69719 w 155956"/>
              <a:gd name="csY57" fmla="*/ 14759 h 134687"/>
              <a:gd name="csX58" fmla="*/ 66243 w 155956"/>
              <a:gd name="csY58" fmla="*/ 13619 h 134687"/>
              <a:gd name="csX59" fmla="*/ 40533 w 155956"/>
              <a:gd name="csY59" fmla="*/ 27 h 134687"/>
            </a:gdLst>
            <a:ahLst/>
            <a:cxnLst/>
            <a:rect l="l" t="t" r="r" b="b"/>
            <a:pathLst>
              <a:path w="100000" h="100000">
                <a:moveTo>
                  <a:pt x="25990" y="6836"/>
                </a:moveTo>
                <a:cubicBezTo>
                  <a:pt x="24370" y="6891"/>
                  <a:pt x="22706" y="7142"/>
                  <a:pt x="21023" y="7578"/>
                </a:cubicBezTo>
                <a:cubicBezTo>
                  <a:pt x="10568" y="10327"/>
                  <a:pt x="0" y="20689"/>
                  <a:pt x="0" y="37738"/>
                </a:cubicBezTo>
                <a:cubicBezTo>
                  <a:pt x="0" y="39003"/>
                  <a:pt x="706" y="40170"/>
                  <a:pt x="1820" y="40759"/>
                </a:cubicBezTo>
                <a:cubicBezTo>
                  <a:pt x="2934" y="41348"/>
                  <a:pt x="4295" y="41261"/>
                  <a:pt x="5340" y="40552"/>
                </a:cubicBezTo>
                <a:cubicBezTo>
                  <a:pt x="8818" y="38163"/>
                  <a:pt x="13363" y="39669"/>
                  <a:pt x="18182" y="41261"/>
                </a:cubicBezTo>
                <a:cubicBezTo>
                  <a:pt x="21204" y="42264"/>
                  <a:pt x="24044" y="43191"/>
                  <a:pt x="26794" y="43191"/>
                </a:cubicBezTo>
                <a:cubicBezTo>
                  <a:pt x="33509" y="43191"/>
                  <a:pt x="39929" y="39658"/>
                  <a:pt x="43196" y="34160"/>
                </a:cubicBezTo>
                <a:cubicBezTo>
                  <a:pt x="43196" y="34138"/>
                  <a:pt x="43181" y="34116"/>
                  <a:pt x="43181" y="34105"/>
                </a:cubicBezTo>
                <a:cubicBezTo>
                  <a:pt x="43181" y="26514"/>
                  <a:pt x="39680" y="25674"/>
                  <a:pt x="38530" y="25401"/>
                </a:cubicBezTo>
                <a:cubicBezTo>
                  <a:pt x="33175" y="24125"/>
                  <a:pt x="25667" y="28783"/>
                  <a:pt x="24756" y="30583"/>
                </a:cubicBezTo>
                <a:cubicBezTo>
                  <a:pt x="24188" y="31695"/>
                  <a:pt x="22825" y="32153"/>
                  <a:pt x="21702" y="31575"/>
                </a:cubicBezTo>
                <a:cubicBezTo>
                  <a:pt x="20581" y="31019"/>
                  <a:pt x="20133" y="29645"/>
                  <a:pt x="20699" y="28521"/>
                </a:cubicBezTo>
                <a:cubicBezTo>
                  <a:pt x="22544" y="24889"/>
                  <a:pt x="32230" y="19217"/>
                  <a:pt x="39586" y="20973"/>
                </a:cubicBezTo>
                <a:cubicBezTo>
                  <a:pt x="41304" y="21387"/>
                  <a:pt x="43682" y="22423"/>
                  <a:pt x="45423" y="24998"/>
                </a:cubicBezTo>
                <a:cubicBezTo>
                  <a:pt x="45426" y="25020"/>
                  <a:pt x="45431" y="25052"/>
                  <a:pt x="45432" y="25074"/>
                </a:cubicBezTo>
                <a:cubicBezTo>
                  <a:pt x="47205" y="27125"/>
                  <a:pt x="47728" y="30015"/>
                  <a:pt x="47728" y="35240"/>
                </a:cubicBezTo>
                <a:lnTo>
                  <a:pt x="47728" y="70537"/>
                </a:lnTo>
                <a:cubicBezTo>
                  <a:pt x="44917" y="67035"/>
                  <a:pt x="40635" y="64778"/>
                  <a:pt x="35795" y="64778"/>
                </a:cubicBezTo>
                <a:cubicBezTo>
                  <a:pt x="29910" y="64778"/>
                  <a:pt x="24793" y="68094"/>
                  <a:pt x="22248" y="72959"/>
                </a:cubicBezTo>
                <a:cubicBezTo>
                  <a:pt x="20179" y="71388"/>
                  <a:pt x="17591" y="70461"/>
                  <a:pt x="14773" y="70461"/>
                </a:cubicBezTo>
                <a:cubicBezTo>
                  <a:pt x="8250" y="70461"/>
                  <a:pt x="2907" y="75434"/>
                  <a:pt x="2339" y="81827"/>
                </a:cubicBezTo>
                <a:lnTo>
                  <a:pt x="2272" y="81827"/>
                </a:lnTo>
                <a:lnTo>
                  <a:pt x="2272" y="88644"/>
                </a:lnTo>
                <a:cubicBezTo>
                  <a:pt x="2272" y="91152"/>
                  <a:pt x="4307" y="93181"/>
                  <a:pt x="6818" y="93181"/>
                </a:cubicBezTo>
                <a:lnTo>
                  <a:pt x="93182" y="93181"/>
                </a:lnTo>
                <a:cubicBezTo>
                  <a:pt x="95694" y="93181"/>
                  <a:pt x="97727" y="91152"/>
                  <a:pt x="97727" y="88644"/>
                </a:cubicBezTo>
                <a:lnTo>
                  <a:pt x="97727" y="81827"/>
                </a:lnTo>
                <a:lnTo>
                  <a:pt x="97714" y="81827"/>
                </a:lnTo>
                <a:cubicBezTo>
                  <a:pt x="97637" y="77420"/>
                  <a:pt x="94054" y="73863"/>
                  <a:pt x="89630" y="73863"/>
                </a:cubicBezTo>
                <a:cubicBezTo>
                  <a:pt x="86858" y="73863"/>
                  <a:pt x="84415" y="75260"/>
                  <a:pt x="82959" y="77387"/>
                </a:cubicBezTo>
                <a:cubicBezTo>
                  <a:pt x="81500" y="75271"/>
                  <a:pt x="79054" y="73863"/>
                  <a:pt x="76279" y="73863"/>
                </a:cubicBezTo>
                <a:cubicBezTo>
                  <a:pt x="74106" y="73863"/>
                  <a:pt x="72144" y="74736"/>
                  <a:pt x="70690" y="76122"/>
                </a:cubicBezTo>
                <a:cubicBezTo>
                  <a:pt x="70688" y="76122"/>
                  <a:pt x="70683" y="76122"/>
                  <a:pt x="70681" y="76122"/>
                </a:cubicBezTo>
                <a:cubicBezTo>
                  <a:pt x="68453" y="72707"/>
                  <a:pt x="64614" y="70461"/>
                  <a:pt x="60227" y="70461"/>
                </a:cubicBezTo>
                <a:cubicBezTo>
                  <a:pt x="58177" y="70461"/>
                  <a:pt x="56249" y="70952"/>
                  <a:pt x="54546" y="71824"/>
                </a:cubicBezTo>
                <a:lnTo>
                  <a:pt x="54546" y="53412"/>
                </a:lnTo>
                <a:cubicBezTo>
                  <a:pt x="54546" y="49005"/>
                  <a:pt x="56161" y="45166"/>
                  <a:pt x="59025" y="42559"/>
                </a:cubicBezTo>
                <a:cubicBezTo>
                  <a:pt x="59027" y="42570"/>
                  <a:pt x="59027" y="42592"/>
                  <a:pt x="59029" y="42614"/>
                </a:cubicBezTo>
                <a:cubicBezTo>
                  <a:pt x="60128" y="41643"/>
                  <a:pt x="61301" y="40945"/>
                  <a:pt x="62420" y="40475"/>
                </a:cubicBezTo>
                <a:cubicBezTo>
                  <a:pt x="69148" y="37694"/>
                  <a:pt x="77864" y="40574"/>
                  <a:pt x="81153" y="43857"/>
                </a:cubicBezTo>
                <a:cubicBezTo>
                  <a:pt x="82041" y="44741"/>
                  <a:pt x="82041" y="46180"/>
                  <a:pt x="81153" y="47064"/>
                </a:cubicBezTo>
                <a:cubicBezTo>
                  <a:pt x="80264" y="47958"/>
                  <a:pt x="78827" y="47958"/>
                  <a:pt x="77939" y="47064"/>
                </a:cubicBezTo>
                <a:cubicBezTo>
                  <a:pt x="75919" y="45046"/>
                  <a:pt x="69148" y="42603"/>
                  <a:pt x="64160" y="44675"/>
                </a:cubicBezTo>
                <a:cubicBezTo>
                  <a:pt x="62565" y="45330"/>
                  <a:pt x="61353" y="46442"/>
                  <a:pt x="60507" y="47936"/>
                </a:cubicBezTo>
                <a:cubicBezTo>
                  <a:pt x="60612" y="48143"/>
                  <a:pt x="60702" y="48350"/>
                  <a:pt x="60818" y="48547"/>
                </a:cubicBezTo>
                <a:cubicBezTo>
                  <a:pt x="63659" y="53510"/>
                  <a:pt x="69728" y="56826"/>
                  <a:pt x="75910" y="56826"/>
                </a:cubicBezTo>
                <a:cubicBezTo>
                  <a:pt x="78478" y="56826"/>
                  <a:pt x="81091" y="55910"/>
                  <a:pt x="83865" y="54939"/>
                </a:cubicBezTo>
                <a:cubicBezTo>
                  <a:pt x="88705" y="53238"/>
                  <a:pt x="92068" y="52256"/>
                  <a:pt x="94727" y="53979"/>
                </a:cubicBezTo>
                <a:cubicBezTo>
                  <a:pt x="95772" y="54688"/>
                  <a:pt x="97116" y="54732"/>
                  <a:pt x="98207" y="54143"/>
                </a:cubicBezTo>
                <a:cubicBezTo>
                  <a:pt x="99321" y="53554"/>
                  <a:pt x="100001" y="52398"/>
                  <a:pt x="100001" y="51143"/>
                </a:cubicBezTo>
                <a:cubicBezTo>
                  <a:pt x="100001" y="35960"/>
                  <a:pt x="90227" y="27921"/>
                  <a:pt x="81840" y="25641"/>
                </a:cubicBezTo>
                <a:cubicBezTo>
                  <a:pt x="73432" y="23350"/>
                  <a:pt x="65524" y="26121"/>
                  <a:pt x="61683" y="32665"/>
                </a:cubicBezTo>
                <a:cubicBezTo>
                  <a:pt x="61547" y="32917"/>
                  <a:pt x="61389" y="33167"/>
                  <a:pt x="61276" y="33418"/>
                </a:cubicBezTo>
                <a:cubicBezTo>
                  <a:pt x="60025" y="33844"/>
                  <a:pt x="58817" y="34443"/>
                  <a:pt x="57657" y="35120"/>
                </a:cubicBezTo>
                <a:cubicBezTo>
                  <a:pt x="56544" y="35807"/>
                  <a:pt x="55500" y="36549"/>
                  <a:pt x="54546" y="37388"/>
                </a:cubicBezTo>
                <a:lnTo>
                  <a:pt x="54546" y="35240"/>
                </a:lnTo>
                <a:cubicBezTo>
                  <a:pt x="54546" y="27856"/>
                  <a:pt x="53795" y="20831"/>
                  <a:pt x="44704" y="16282"/>
                </a:cubicBezTo>
                <a:cubicBezTo>
                  <a:pt x="44250" y="16054"/>
                  <a:pt x="43476" y="15780"/>
                  <a:pt x="42475" y="15552"/>
                </a:cubicBezTo>
                <a:cubicBezTo>
                  <a:pt x="39189" y="9727"/>
                  <a:pt x="33008" y="6553"/>
                  <a:pt x="25990" y="683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3" name="Белый — SVG 21">
            <a:extLst>
              <a:ext uri="{FF2B5EF4-FFF2-40B4-BE49-F238E27FC236}">
                <a16:creationId xmlns:a16="http://schemas.microsoft.com/office/drawing/2014/main" id="{13ABDED4-0628-764B-B873-0B723B8F9AE0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79742 w 127600"/>
              <a:gd name="csY0" fmla="*/ 0 h 152385"/>
              <a:gd name="csX1" fmla="*/ 74434 w 127600"/>
              <a:gd name="csY1" fmla="*/ 5307 h 152385"/>
              <a:gd name="csX2" fmla="*/ 79742 w 127600"/>
              <a:gd name="csY2" fmla="*/ 10632 h 152385"/>
              <a:gd name="csX3" fmla="*/ 118737 w 127600"/>
              <a:gd name="csY3" fmla="*/ 10632 h 152385"/>
              <a:gd name="csX4" fmla="*/ 124062 w 127600"/>
              <a:gd name="csY4" fmla="*/ 5307 h 152385"/>
              <a:gd name="csX5" fmla="*/ 118737 w 127600"/>
              <a:gd name="csY5" fmla="*/ 0 h 152385"/>
              <a:gd name="csX6" fmla="*/ 79742 w 127600"/>
              <a:gd name="csY6" fmla="*/ 0 h 152385"/>
              <a:gd name="csX7" fmla="*/ 81188 w 127600"/>
              <a:gd name="csY7" fmla="*/ 17726 h 152385"/>
              <a:gd name="csX8" fmla="*/ 78364 w 127600"/>
              <a:gd name="csY8" fmla="*/ 38751 h 152385"/>
              <a:gd name="csX9" fmla="*/ 76475 w 127600"/>
              <a:gd name="csY9" fmla="*/ 42409 h 152385"/>
              <a:gd name="csX10" fmla="*/ 72273 w 127600"/>
              <a:gd name="csY10" fmla="*/ 52071 h 152385"/>
              <a:gd name="csX11" fmla="*/ 82651 w 127600"/>
              <a:gd name="csY11" fmla="*/ 53500 h 152385"/>
              <a:gd name="csX12" fmla="*/ 92162 w 127600"/>
              <a:gd name="csY12" fmla="*/ 65561 h 152385"/>
              <a:gd name="csX13" fmla="*/ 86190 w 127600"/>
              <a:gd name="csY13" fmla="*/ 87743 h 152385"/>
              <a:gd name="csX14" fmla="*/ 92144 w 127600"/>
              <a:gd name="csY14" fmla="*/ 113838 h 152385"/>
              <a:gd name="csX15" fmla="*/ 76628 w 127600"/>
              <a:gd name="csY15" fmla="*/ 148626 h 152385"/>
              <a:gd name="csX16" fmla="*/ 86837 w 127600"/>
              <a:gd name="csY16" fmla="*/ 152385 h 152385"/>
              <a:gd name="csX17" fmla="*/ 111642 w 127600"/>
              <a:gd name="csY17" fmla="*/ 152385 h 152385"/>
              <a:gd name="csX18" fmla="*/ 127601 w 127600"/>
              <a:gd name="csY18" fmla="*/ 136446 h 152385"/>
              <a:gd name="csX19" fmla="*/ 127601 w 127600"/>
              <a:gd name="csY19" fmla="*/ 62022 h 152385"/>
              <a:gd name="csX20" fmla="*/ 122020 w 127600"/>
              <a:gd name="csY20" fmla="*/ 42392 h 152385"/>
              <a:gd name="csX21" fmla="*/ 120047 w 127600"/>
              <a:gd name="csY21" fmla="*/ 38530 h 152385"/>
              <a:gd name="csX22" fmla="*/ 117307 w 127600"/>
              <a:gd name="csY22" fmla="*/ 17726 h 152385"/>
              <a:gd name="csX23" fmla="*/ 81188 w 127600"/>
              <a:gd name="csY23" fmla="*/ 17726 h 152385"/>
              <a:gd name="csX24" fmla="*/ 44303 w 127600"/>
              <a:gd name="csY24" fmla="*/ 46066 h 152385"/>
              <a:gd name="csX25" fmla="*/ 27102 w 127600"/>
              <a:gd name="csY25" fmla="*/ 59335 h 152385"/>
              <a:gd name="csX26" fmla="*/ 20127 w 127600"/>
              <a:gd name="csY26" fmla="*/ 58756 h 152385"/>
              <a:gd name="csX27" fmla="*/ 7333 w 127600"/>
              <a:gd name="csY27" fmla="*/ 60475 h 152385"/>
              <a:gd name="csX28" fmla="*/ 3539 w 127600"/>
              <a:gd name="csY28" fmla="*/ 65561 h 152385"/>
              <a:gd name="csX29" fmla="*/ 6737 w 127600"/>
              <a:gd name="csY29" fmla="*/ 81041 h 152385"/>
              <a:gd name="csX30" fmla="*/ 9698 w 127600"/>
              <a:gd name="csY30" fmla="*/ 78915 h 152385"/>
              <a:gd name="csX31" fmla="*/ 39080 w 127600"/>
              <a:gd name="csY31" fmla="*/ 76125 h 152385"/>
              <a:gd name="csX32" fmla="*/ 42159 w 127600"/>
              <a:gd name="csY32" fmla="*/ 74679 h 152385"/>
              <a:gd name="csX33" fmla="*/ 79861 w 127600"/>
              <a:gd name="csY33" fmla="*/ 80258 h 152385"/>
              <a:gd name="csX34" fmla="*/ 81460 w 127600"/>
              <a:gd name="csY34" fmla="*/ 81789 h 152385"/>
              <a:gd name="csX35" fmla="*/ 85067 w 127600"/>
              <a:gd name="csY35" fmla="*/ 65561 h 152385"/>
              <a:gd name="csX36" fmla="*/ 80984 w 127600"/>
              <a:gd name="csY36" fmla="*/ 60389 h 152385"/>
              <a:gd name="csX37" fmla="*/ 68343 w 127600"/>
              <a:gd name="csY37" fmla="*/ 59028 h 152385"/>
              <a:gd name="csX38" fmla="*/ 61282 w 127600"/>
              <a:gd name="csY38" fmla="*/ 59539 h 152385"/>
              <a:gd name="csX39" fmla="*/ 44303 w 127600"/>
              <a:gd name="csY39" fmla="*/ 46066 h 152385"/>
              <a:gd name="csX40" fmla="*/ 55719 w 127600"/>
              <a:gd name="csY40" fmla="*/ 79816 h 152385"/>
              <a:gd name="csX41" fmla="*/ 47178 w 127600"/>
              <a:gd name="csY41" fmla="*/ 80854 h 152385"/>
              <a:gd name="csX42" fmla="*/ 52571 w 127600"/>
              <a:gd name="csY42" fmla="*/ 86638 h 152385"/>
              <a:gd name="csX43" fmla="*/ 51585 w 127600"/>
              <a:gd name="csY43" fmla="*/ 91554 h 152385"/>
              <a:gd name="csX44" fmla="*/ 49628 w 127600"/>
              <a:gd name="csY44" fmla="*/ 92149 h 152385"/>
              <a:gd name="csX45" fmla="*/ 46668 w 127600"/>
              <a:gd name="csY45" fmla="*/ 90567 h 152385"/>
              <a:gd name="csX46" fmla="*/ 31305 w 127600"/>
              <a:gd name="csY46" fmla="*/ 81806 h 152385"/>
              <a:gd name="csX47" fmla="*/ 13423 w 127600"/>
              <a:gd name="csY47" fmla="*/ 84953 h 152385"/>
              <a:gd name="csX48" fmla="*/ 0 w 127600"/>
              <a:gd name="csY48" fmla="*/ 113413 h 152385"/>
              <a:gd name="csX49" fmla="*/ 31900 w 127600"/>
              <a:gd name="csY49" fmla="*/ 148728 h 152385"/>
              <a:gd name="csX50" fmla="*/ 40747 w 127600"/>
              <a:gd name="csY50" fmla="*/ 146891 h 152385"/>
              <a:gd name="csX51" fmla="*/ 42516 w 127600"/>
              <a:gd name="csY51" fmla="*/ 145870 h 152385"/>
              <a:gd name="csX52" fmla="*/ 44286 w 127600"/>
              <a:gd name="csY52" fmla="*/ 146891 h 152385"/>
              <a:gd name="csX53" fmla="*/ 53167 w 127600"/>
              <a:gd name="csY53" fmla="*/ 148728 h 152385"/>
              <a:gd name="csX54" fmla="*/ 85067 w 127600"/>
              <a:gd name="csY54" fmla="*/ 113600 h 152385"/>
              <a:gd name="csX55" fmla="*/ 75250 w 127600"/>
              <a:gd name="csY55" fmla="*/ 85651 h 152385"/>
              <a:gd name="csX56" fmla="*/ 55719 w 127600"/>
              <a:gd name="csY56" fmla="*/ 79816 h 152385"/>
            </a:gdLst>
            <a:ahLst/>
            <a:cxnLst/>
            <a:rect l="l" t="t" r="r" b="b"/>
            <a:pathLst>
              <a:path w="100000" h="100000">
                <a:moveTo>
                  <a:pt x="60462" y="0"/>
                </a:moveTo>
                <a:cubicBezTo>
                  <a:pt x="58541" y="0"/>
                  <a:pt x="56978" y="1563"/>
                  <a:pt x="56978" y="3483"/>
                </a:cubicBezTo>
                <a:cubicBezTo>
                  <a:pt x="56978" y="5414"/>
                  <a:pt x="58541" y="6977"/>
                  <a:pt x="60462" y="6977"/>
                </a:cubicBezTo>
                <a:lnTo>
                  <a:pt x="86051" y="6977"/>
                </a:lnTo>
                <a:cubicBezTo>
                  <a:pt x="87983" y="6977"/>
                  <a:pt x="89546" y="5414"/>
                  <a:pt x="89546" y="3483"/>
                </a:cubicBezTo>
                <a:cubicBezTo>
                  <a:pt x="89546" y="1563"/>
                  <a:pt x="87983" y="0"/>
                  <a:pt x="86051" y="0"/>
                </a:cubicBezTo>
                <a:lnTo>
                  <a:pt x="60462" y="0"/>
                </a:lnTo>
                <a:close/>
                <a:moveTo>
                  <a:pt x="61411" y="11632"/>
                </a:moveTo>
                <a:cubicBezTo>
                  <a:pt x="61098" y="16677"/>
                  <a:pt x="60451" y="22729"/>
                  <a:pt x="59557" y="25430"/>
                </a:cubicBezTo>
                <a:cubicBezTo>
                  <a:pt x="59323" y="26111"/>
                  <a:pt x="58943" y="26848"/>
                  <a:pt x="58318" y="27830"/>
                </a:cubicBezTo>
                <a:cubicBezTo>
                  <a:pt x="57079" y="29773"/>
                  <a:pt x="56163" y="31916"/>
                  <a:pt x="55560" y="34171"/>
                </a:cubicBezTo>
                <a:cubicBezTo>
                  <a:pt x="59077" y="34383"/>
                  <a:pt x="61756" y="34963"/>
                  <a:pt x="62371" y="35108"/>
                </a:cubicBezTo>
                <a:cubicBezTo>
                  <a:pt x="66044" y="35990"/>
                  <a:pt x="68612" y="39250"/>
                  <a:pt x="68612" y="43023"/>
                </a:cubicBezTo>
                <a:cubicBezTo>
                  <a:pt x="68612" y="49800"/>
                  <a:pt x="66714" y="54476"/>
                  <a:pt x="64693" y="57580"/>
                </a:cubicBezTo>
                <a:cubicBezTo>
                  <a:pt x="68980" y="64557"/>
                  <a:pt x="68735" y="72795"/>
                  <a:pt x="68600" y="74704"/>
                </a:cubicBezTo>
                <a:cubicBezTo>
                  <a:pt x="68567" y="84852"/>
                  <a:pt x="64827" y="92822"/>
                  <a:pt x="58418" y="97533"/>
                </a:cubicBezTo>
                <a:cubicBezTo>
                  <a:pt x="60227" y="99063"/>
                  <a:pt x="62560" y="100000"/>
                  <a:pt x="65118" y="100000"/>
                </a:cubicBezTo>
                <a:lnTo>
                  <a:pt x="81395" y="100000"/>
                </a:lnTo>
                <a:cubicBezTo>
                  <a:pt x="87168" y="100000"/>
                  <a:pt x="91868" y="95312"/>
                  <a:pt x="91868" y="89540"/>
                </a:cubicBezTo>
                <a:lnTo>
                  <a:pt x="91868" y="40701"/>
                </a:lnTo>
                <a:cubicBezTo>
                  <a:pt x="91868" y="36024"/>
                  <a:pt x="90606" y="31581"/>
                  <a:pt x="88206" y="27819"/>
                </a:cubicBezTo>
                <a:cubicBezTo>
                  <a:pt x="87569" y="26848"/>
                  <a:pt x="87190" y="26111"/>
                  <a:pt x="86911" y="25285"/>
                </a:cubicBezTo>
                <a:cubicBezTo>
                  <a:pt x="86051" y="22683"/>
                  <a:pt x="85415" y="16667"/>
                  <a:pt x="85113" y="11632"/>
                </a:cubicBezTo>
                <a:lnTo>
                  <a:pt x="61411" y="11632"/>
                </a:lnTo>
                <a:close/>
                <a:moveTo>
                  <a:pt x="37205" y="30230"/>
                </a:moveTo>
                <a:cubicBezTo>
                  <a:pt x="32963" y="30230"/>
                  <a:pt x="28732" y="33568"/>
                  <a:pt x="25918" y="38938"/>
                </a:cubicBezTo>
                <a:cubicBezTo>
                  <a:pt x="24344" y="38669"/>
                  <a:pt x="22791" y="38558"/>
                  <a:pt x="21340" y="38558"/>
                </a:cubicBezTo>
                <a:cubicBezTo>
                  <a:pt x="16751" y="38558"/>
                  <a:pt x="13168" y="39618"/>
                  <a:pt x="12945" y="39686"/>
                </a:cubicBezTo>
                <a:cubicBezTo>
                  <a:pt x="11471" y="40132"/>
                  <a:pt x="10455" y="41482"/>
                  <a:pt x="10455" y="43023"/>
                </a:cubicBezTo>
                <a:cubicBezTo>
                  <a:pt x="10455" y="47444"/>
                  <a:pt x="11381" y="50759"/>
                  <a:pt x="12553" y="53182"/>
                </a:cubicBezTo>
                <a:cubicBezTo>
                  <a:pt x="13156" y="52679"/>
                  <a:pt x="13804" y="52222"/>
                  <a:pt x="14497" y="51787"/>
                </a:cubicBezTo>
                <a:cubicBezTo>
                  <a:pt x="19699" y="48571"/>
                  <a:pt x="26186" y="47957"/>
                  <a:pt x="33778" y="49956"/>
                </a:cubicBezTo>
                <a:cubicBezTo>
                  <a:pt x="34381" y="49520"/>
                  <a:pt x="35073" y="49196"/>
                  <a:pt x="35798" y="49007"/>
                </a:cubicBezTo>
                <a:cubicBezTo>
                  <a:pt x="46282" y="46383"/>
                  <a:pt x="54611" y="47622"/>
                  <a:pt x="60540" y="52668"/>
                </a:cubicBezTo>
                <a:cubicBezTo>
                  <a:pt x="60908" y="52992"/>
                  <a:pt x="61254" y="53338"/>
                  <a:pt x="61589" y="53673"/>
                </a:cubicBezTo>
                <a:cubicBezTo>
                  <a:pt x="62884" y="51217"/>
                  <a:pt x="63956" y="47768"/>
                  <a:pt x="63956" y="43023"/>
                </a:cubicBezTo>
                <a:cubicBezTo>
                  <a:pt x="63956" y="41415"/>
                  <a:pt x="62851" y="40009"/>
                  <a:pt x="61277" y="39629"/>
                </a:cubicBezTo>
                <a:cubicBezTo>
                  <a:pt x="61053" y="39573"/>
                  <a:pt x="57458" y="38736"/>
                  <a:pt x="52981" y="38736"/>
                </a:cubicBezTo>
                <a:cubicBezTo>
                  <a:pt x="51507" y="38736"/>
                  <a:pt x="49933" y="38826"/>
                  <a:pt x="48348" y="39071"/>
                </a:cubicBezTo>
                <a:cubicBezTo>
                  <a:pt x="44920" y="33133"/>
                  <a:pt x="41258" y="30230"/>
                  <a:pt x="37205" y="30230"/>
                </a:cubicBezTo>
                <a:close/>
                <a:moveTo>
                  <a:pt x="44697" y="52378"/>
                </a:moveTo>
                <a:cubicBezTo>
                  <a:pt x="42933" y="52445"/>
                  <a:pt x="41069" y="52668"/>
                  <a:pt x="39092" y="53059"/>
                </a:cubicBezTo>
                <a:cubicBezTo>
                  <a:pt x="40388" y="54075"/>
                  <a:pt x="41604" y="55314"/>
                  <a:pt x="42631" y="56855"/>
                </a:cubicBezTo>
                <a:cubicBezTo>
                  <a:pt x="43346" y="57926"/>
                  <a:pt x="43056" y="59366"/>
                  <a:pt x="41984" y="60081"/>
                </a:cubicBezTo>
                <a:cubicBezTo>
                  <a:pt x="41593" y="60337"/>
                  <a:pt x="41147" y="60471"/>
                  <a:pt x="40700" y="60471"/>
                </a:cubicBezTo>
                <a:cubicBezTo>
                  <a:pt x="39952" y="60471"/>
                  <a:pt x="39204" y="60103"/>
                  <a:pt x="38757" y="59433"/>
                </a:cubicBezTo>
                <a:cubicBezTo>
                  <a:pt x="36056" y="55381"/>
                  <a:pt x="31333" y="54086"/>
                  <a:pt x="28676" y="53684"/>
                </a:cubicBezTo>
                <a:cubicBezTo>
                  <a:pt x="24076" y="53081"/>
                  <a:pt x="20145" y="53774"/>
                  <a:pt x="16941" y="55749"/>
                </a:cubicBezTo>
                <a:cubicBezTo>
                  <a:pt x="8233" y="61130"/>
                  <a:pt x="8132" y="73879"/>
                  <a:pt x="8132" y="74425"/>
                </a:cubicBezTo>
                <a:cubicBezTo>
                  <a:pt x="8132" y="88714"/>
                  <a:pt x="16149" y="97600"/>
                  <a:pt x="29066" y="97600"/>
                </a:cubicBezTo>
                <a:cubicBezTo>
                  <a:pt x="31567" y="97600"/>
                  <a:pt x="33465" y="97210"/>
                  <a:pt x="34872" y="96395"/>
                </a:cubicBezTo>
                <a:lnTo>
                  <a:pt x="36033" y="95725"/>
                </a:lnTo>
                <a:lnTo>
                  <a:pt x="37194" y="96395"/>
                </a:lnTo>
                <a:cubicBezTo>
                  <a:pt x="38601" y="97199"/>
                  <a:pt x="40499" y="97600"/>
                  <a:pt x="43022" y="97600"/>
                </a:cubicBezTo>
                <a:cubicBezTo>
                  <a:pt x="55884" y="97600"/>
                  <a:pt x="63911" y="88770"/>
                  <a:pt x="63956" y="74548"/>
                </a:cubicBezTo>
                <a:cubicBezTo>
                  <a:pt x="64045" y="73175"/>
                  <a:pt x="64559" y="62224"/>
                  <a:pt x="57514" y="56207"/>
                </a:cubicBezTo>
                <a:cubicBezTo>
                  <a:pt x="54277" y="53449"/>
                  <a:pt x="49978" y="52177"/>
                  <a:pt x="44697" y="5237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4" name="Белый — SVG 22">
            <a:extLst>
              <a:ext uri="{FF2B5EF4-FFF2-40B4-BE49-F238E27FC236}">
                <a16:creationId xmlns:a16="http://schemas.microsoft.com/office/drawing/2014/main" id="{6D0B6FF1-4A2F-B74B-84F1-EC3DA408F3D1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101543 w 154260"/>
              <a:gd name="csY0" fmla="*/ 0 h 155925"/>
              <a:gd name="csX1" fmla="*/ 95272 w 154260"/>
              <a:gd name="csY1" fmla="*/ 2518 h 155925"/>
              <a:gd name="csX2" fmla="*/ 90260 w 154260"/>
              <a:gd name="csY2" fmla="*/ 7519 h 155925"/>
              <a:gd name="csX3" fmla="*/ 90260 w 154260"/>
              <a:gd name="csY3" fmla="*/ 40112 h 155925"/>
              <a:gd name="csX4" fmla="*/ 99037 w 154260"/>
              <a:gd name="csY4" fmla="*/ 48873 h 155925"/>
              <a:gd name="csX5" fmla="*/ 99113 w 154260"/>
              <a:gd name="csY5" fmla="*/ 48924 h 155925"/>
              <a:gd name="csX6" fmla="*/ 94108 w 154260"/>
              <a:gd name="csY6" fmla="*/ 53959 h 155925"/>
              <a:gd name="csX7" fmla="*/ 94026 w 154260"/>
              <a:gd name="csY7" fmla="*/ 53891 h 155925"/>
              <a:gd name="csX8" fmla="*/ 85254 w 154260"/>
              <a:gd name="csY8" fmla="*/ 45113 h 155925"/>
              <a:gd name="csX9" fmla="*/ 76484 w 154260"/>
              <a:gd name="csY9" fmla="*/ 25074 h 155925"/>
              <a:gd name="csX10" fmla="*/ 70211 w 154260"/>
              <a:gd name="csY10" fmla="*/ 27575 h 155925"/>
              <a:gd name="csX11" fmla="*/ 65199 w 154260"/>
              <a:gd name="csY11" fmla="*/ 32593 h 155925"/>
              <a:gd name="csX12" fmla="*/ 65199 w 154260"/>
              <a:gd name="csY12" fmla="*/ 65170 h 155925"/>
              <a:gd name="csX13" fmla="*/ 73978 w 154260"/>
              <a:gd name="csY13" fmla="*/ 73930 h 155925"/>
              <a:gd name="csX14" fmla="*/ 74109 w 154260"/>
              <a:gd name="csY14" fmla="*/ 74032 h 155925"/>
              <a:gd name="csX15" fmla="*/ 69090 w 154260"/>
              <a:gd name="csY15" fmla="*/ 79068 h 155925"/>
              <a:gd name="csX16" fmla="*/ 68959 w 154260"/>
              <a:gd name="csY16" fmla="*/ 78949 h 155925"/>
              <a:gd name="csX17" fmla="*/ 60187 w 154260"/>
              <a:gd name="csY17" fmla="*/ 70171 h 155925"/>
              <a:gd name="csX18" fmla="*/ 51416 w 154260"/>
              <a:gd name="csY18" fmla="*/ 50132 h 155925"/>
              <a:gd name="csX19" fmla="*/ 45150 w 154260"/>
              <a:gd name="csY19" fmla="*/ 52632 h 155925"/>
              <a:gd name="csX20" fmla="*/ 40138 w 154260"/>
              <a:gd name="csY20" fmla="*/ 57651 h 155925"/>
              <a:gd name="csX21" fmla="*/ 40138 w 154260"/>
              <a:gd name="csY21" fmla="*/ 90227 h 155925"/>
              <a:gd name="csX22" fmla="*/ 48910 w 154260"/>
              <a:gd name="csY22" fmla="*/ 98988 h 155925"/>
              <a:gd name="csX23" fmla="*/ 49097 w 154260"/>
              <a:gd name="csY23" fmla="*/ 99141 h 155925"/>
              <a:gd name="csX24" fmla="*/ 44079 w 154260"/>
              <a:gd name="csY24" fmla="*/ 104176 h 155925"/>
              <a:gd name="csX25" fmla="*/ 43891 w 154260"/>
              <a:gd name="csY25" fmla="*/ 104006 h 155925"/>
              <a:gd name="csX26" fmla="*/ 35119 w 154260"/>
              <a:gd name="csY26" fmla="*/ 95245 h 155925"/>
              <a:gd name="csX27" fmla="*/ 26349 w 154260"/>
              <a:gd name="csY27" fmla="*/ 75189 h 155925"/>
              <a:gd name="csX28" fmla="*/ 20083 w 154260"/>
              <a:gd name="csY28" fmla="*/ 77690 h 155925"/>
              <a:gd name="csX29" fmla="*/ 15071 w 154260"/>
              <a:gd name="csY29" fmla="*/ 82708 h 155925"/>
              <a:gd name="csX30" fmla="*/ 15071 w 154260"/>
              <a:gd name="csY30" fmla="*/ 115284 h 155925"/>
              <a:gd name="csX31" fmla="*/ 23843 w 154260"/>
              <a:gd name="csY31" fmla="*/ 124045 h 155925"/>
              <a:gd name="csX32" fmla="*/ 24091 w 154260"/>
              <a:gd name="csY32" fmla="*/ 124232 h 155925"/>
              <a:gd name="csX33" fmla="*/ 1627 w 154260"/>
              <a:gd name="csY33" fmla="*/ 146789 h 155925"/>
              <a:gd name="csX34" fmla="*/ 432 w 154260"/>
              <a:gd name="csY34" fmla="*/ 148507 h 155925"/>
              <a:gd name="csX35" fmla="*/ 0 w 154260"/>
              <a:gd name="csY35" fmla="*/ 150565 h 155925"/>
              <a:gd name="csX36" fmla="*/ 398 w 154260"/>
              <a:gd name="csY36" fmla="*/ 152624 h 155925"/>
              <a:gd name="csX37" fmla="*/ 1564 w 154260"/>
              <a:gd name="csY37" fmla="*/ 154376 h 155925"/>
              <a:gd name="csX38" fmla="*/ 3316 w 154260"/>
              <a:gd name="csY38" fmla="*/ 155533 h 155925"/>
              <a:gd name="csX39" fmla="*/ 5382 w 154260"/>
              <a:gd name="csY39" fmla="*/ 155924 h 155925"/>
              <a:gd name="csX40" fmla="*/ 7435 w 154260"/>
              <a:gd name="csY40" fmla="*/ 155482 h 155925"/>
              <a:gd name="csX41" fmla="*/ 9160 w 154260"/>
              <a:gd name="csY41" fmla="*/ 154291 h 155925"/>
              <a:gd name="csX42" fmla="*/ 31575 w 154260"/>
              <a:gd name="csY42" fmla="*/ 131785 h 155925"/>
              <a:gd name="csX43" fmla="*/ 38879 w 154260"/>
              <a:gd name="csY43" fmla="*/ 139083 h 155925"/>
              <a:gd name="csX44" fmla="*/ 55175 w 154260"/>
              <a:gd name="csY44" fmla="*/ 145802 h 155925"/>
              <a:gd name="csX45" fmla="*/ 71465 w 154260"/>
              <a:gd name="csY45" fmla="*/ 139083 h 155925"/>
              <a:gd name="csX46" fmla="*/ 76477 w 154260"/>
              <a:gd name="csY46" fmla="*/ 134081 h 155925"/>
              <a:gd name="csX47" fmla="*/ 79080 w 154260"/>
              <a:gd name="csY47" fmla="*/ 127821 h 155925"/>
              <a:gd name="csX48" fmla="*/ 58935 w 154260"/>
              <a:gd name="csY48" fmla="*/ 119044 h 155925"/>
              <a:gd name="csX49" fmla="*/ 51588 w 154260"/>
              <a:gd name="csY49" fmla="*/ 111695 h 155925"/>
              <a:gd name="csX50" fmla="*/ 56594 w 154260"/>
              <a:gd name="csY50" fmla="*/ 106677 h 155925"/>
              <a:gd name="csX51" fmla="*/ 63947 w 154260"/>
              <a:gd name="csY51" fmla="*/ 114025 h 155925"/>
              <a:gd name="csX52" fmla="*/ 80235 w 154260"/>
              <a:gd name="csY52" fmla="*/ 120745 h 155925"/>
              <a:gd name="csX53" fmla="*/ 96524 w 154260"/>
              <a:gd name="csY53" fmla="*/ 114025 h 155925"/>
              <a:gd name="csX54" fmla="*/ 101536 w 154260"/>
              <a:gd name="csY54" fmla="*/ 109007 h 155925"/>
              <a:gd name="csX55" fmla="*/ 104146 w 154260"/>
              <a:gd name="csY55" fmla="*/ 102747 h 155925"/>
              <a:gd name="csX56" fmla="*/ 84002 w 154260"/>
              <a:gd name="csY56" fmla="*/ 93986 h 155925"/>
              <a:gd name="csX57" fmla="*/ 76601 w 154260"/>
              <a:gd name="csY57" fmla="*/ 86587 h 155925"/>
              <a:gd name="csX58" fmla="*/ 81607 w 154260"/>
              <a:gd name="csY58" fmla="*/ 81568 h 155925"/>
              <a:gd name="csX59" fmla="*/ 89014 w 154260"/>
              <a:gd name="csY59" fmla="*/ 88968 h 155925"/>
              <a:gd name="csX60" fmla="*/ 105303 w 154260"/>
              <a:gd name="csY60" fmla="*/ 95687 h 155925"/>
              <a:gd name="csX61" fmla="*/ 121592 w 154260"/>
              <a:gd name="csY61" fmla="*/ 88968 h 155925"/>
              <a:gd name="csX62" fmla="*/ 126604 w 154260"/>
              <a:gd name="csY62" fmla="*/ 83950 h 155925"/>
              <a:gd name="csX63" fmla="*/ 129214 w 154260"/>
              <a:gd name="csY63" fmla="*/ 77690 h 155925"/>
              <a:gd name="csX64" fmla="*/ 109061 w 154260"/>
              <a:gd name="csY64" fmla="*/ 68929 h 155925"/>
              <a:gd name="csX65" fmla="*/ 101620 w 154260"/>
              <a:gd name="csY65" fmla="*/ 61478 h 155925"/>
              <a:gd name="csX66" fmla="*/ 106618 w 154260"/>
              <a:gd name="csY66" fmla="*/ 56460 h 155925"/>
              <a:gd name="csX67" fmla="*/ 114073 w 154260"/>
              <a:gd name="csY67" fmla="*/ 63911 h 155925"/>
              <a:gd name="csX68" fmla="*/ 130364 w 154260"/>
              <a:gd name="csY68" fmla="*/ 70647 h 155925"/>
              <a:gd name="csX69" fmla="*/ 146652 w 154260"/>
              <a:gd name="csY69" fmla="*/ 63911 h 155925"/>
              <a:gd name="csX70" fmla="*/ 151664 w 154260"/>
              <a:gd name="csY70" fmla="*/ 58892 h 155925"/>
              <a:gd name="csX71" fmla="*/ 154261 w 154260"/>
              <a:gd name="csY71" fmla="*/ 52632 h 155925"/>
              <a:gd name="csX72" fmla="*/ 151664 w 154260"/>
              <a:gd name="csY72" fmla="*/ 46372 h 155925"/>
              <a:gd name="csX73" fmla="*/ 142894 w 154260"/>
              <a:gd name="csY73" fmla="*/ 37595 h 155925"/>
              <a:gd name="csX74" fmla="*/ 131582 w 154260"/>
              <a:gd name="csY74" fmla="*/ 31402 h 155925"/>
              <a:gd name="csX75" fmla="*/ 141647 w 154260"/>
              <a:gd name="csY75" fmla="*/ 21298 h 155925"/>
              <a:gd name="csX76" fmla="*/ 143146 w 154260"/>
              <a:gd name="csY76" fmla="*/ 18542 h 155925"/>
              <a:gd name="csX77" fmla="*/ 142823 w 154260"/>
              <a:gd name="csY77" fmla="*/ 15412 h 155925"/>
              <a:gd name="csX78" fmla="*/ 140793 w 154260"/>
              <a:gd name="csY78" fmla="*/ 13014 h 155925"/>
              <a:gd name="csX79" fmla="*/ 137765 w 154260"/>
              <a:gd name="csY79" fmla="*/ 12180 h 155925"/>
              <a:gd name="csX80" fmla="*/ 134115 w 154260"/>
              <a:gd name="csY80" fmla="*/ 13796 h 155925"/>
              <a:gd name="csX81" fmla="*/ 123143 w 154260"/>
              <a:gd name="csY81" fmla="*/ 24802 h 155925"/>
              <a:gd name="csX82" fmla="*/ 116573 w 154260"/>
              <a:gd name="csY82" fmla="*/ 11278 h 155925"/>
              <a:gd name="csX83" fmla="*/ 107809 w 154260"/>
              <a:gd name="csY83" fmla="*/ 2518 h 155925"/>
              <a:gd name="csX84" fmla="*/ 101543 w 154260"/>
              <a:gd name="csY84" fmla="*/ 0 h 155925"/>
            </a:gdLst>
            <a:ahLst/>
            <a:cxnLst/>
            <a:rect l="l" t="t" r="r" b="b"/>
            <a:pathLst>
              <a:path w="100000" h="100000">
                <a:moveTo>
                  <a:pt x="65657" y="0"/>
                </a:moveTo>
                <a:cubicBezTo>
                  <a:pt x="64184" y="0"/>
                  <a:pt x="62709" y="535"/>
                  <a:pt x="61635" y="1615"/>
                </a:cubicBezTo>
                <a:lnTo>
                  <a:pt x="58421" y="4822"/>
                </a:lnTo>
                <a:cubicBezTo>
                  <a:pt x="52658" y="10583"/>
                  <a:pt x="52658" y="19965"/>
                  <a:pt x="58421" y="25725"/>
                </a:cubicBezTo>
                <a:lnTo>
                  <a:pt x="64050" y="31344"/>
                </a:lnTo>
                <a:cubicBezTo>
                  <a:pt x="64065" y="31355"/>
                  <a:pt x="64084" y="31366"/>
                  <a:pt x="64098" y="31377"/>
                </a:cubicBezTo>
                <a:lnTo>
                  <a:pt x="60889" y="34606"/>
                </a:lnTo>
                <a:cubicBezTo>
                  <a:pt x="60873" y="34584"/>
                  <a:pt x="60851" y="34573"/>
                  <a:pt x="60836" y="34562"/>
                </a:cubicBezTo>
                <a:lnTo>
                  <a:pt x="55210" y="28932"/>
                </a:lnTo>
                <a:cubicBezTo>
                  <a:pt x="51755" y="25485"/>
                  <a:pt x="49779" y="20936"/>
                  <a:pt x="49586" y="16081"/>
                </a:cubicBezTo>
                <a:cubicBezTo>
                  <a:pt x="48122" y="16059"/>
                  <a:pt x="46641" y="16605"/>
                  <a:pt x="45563" y="17685"/>
                </a:cubicBezTo>
                <a:lnTo>
                  <a:pt x="42348" y="20903"/>
                </a:lnTo>
                <a:cubicBezTo>
                  <a:pt x="36595" y="26653"/>
                  <a:pt x="36595" y="36035"/>
                  <a:pt x="42348" y="41796"/>
                </a:cubicBezTo>
                <a:lnTo>
                  <a:pt x="47979" y="47414"/>
                </a:lnTo>
                <a:cubicBezTo>
                  <a:pt x="48004" y="47436"/>
                  <a:pt x="48036" y="47457"/>
                  <a:pt x="48063" y="47479"/>
                </a:cubicBezTo>
                <a:lnTo>
                  <a:pt x="44844" y="50709"/>
                </a:lnTo>
                <a:cubicBezTo>
                  <a:pt x="44816" y="50687"/>
                  <a:pt x="44786" y="50665"/>
                  <a:pt x="44760" y="50633"/>
                </a:cubicBezTo>
                <a:lnTo>
                  <a:pt x="39134" y="45003"/>
                </a:lnTo>
                <a:cubicBezTo>
                  <a:pt x="35679" y="41544"/>
                  <a:pt x="33702" y="37006"/>
                  <a:pt x="33509" y="32151"/>
                </a:cubicBezTo>
                <a:cubicBezTo>
                  <a:pt x="32045" y="32130"/>
                  <a:pt x="30568" y="32675"/>
                  <a:pt x="29490" y="33755"/>
                </a:cubicBezTo>
                <a:lnTo>
                  <a:pt x="26276" y="36974"/>
                </a:lnTo>
                <a:cubicBezTo>
                  <a:pt x="20522" y="42723"/>
                  <a:pt x="20522" y="52105"/>
                  <a:pt x="26276" y="57866"/>
                </a:cubicBezTo>
                <a:lnTo>
                  <a:pt x="31902" y="63484"/>
                </a:lnTo>
                <a:cubicBezTo>
                  <a:pt x="31939" y="63517"/>
                  <a:pt x="31984" y="63539"/>
                  <a:pt x="32021" y="63582"/>
                </a:cubicBezTo>
                <a:lnTo>
                  <a:pt x="28803" y="66812"/>
                </a:lnTo>
                <a:cubicBezTo>
                  <a:pt x="28764" y="66768"/>
                  <a:pt x="28720" y="66746"/>
                  <a:pt x="28683" y="66703"/>
                </a:cubicBezTo>
                <a:lnTo>
                  <a:pt x="23057" y="61084"/>
                </a:lnTo>
                <a:cubicBezTo>
                  <a:pt x="19603" y="57626"/>
                  <a:pt x="17625" y="53076"/>
                  <a:pt x="17432" y="48221"/>
                </a:cubicBezTo>
                <a:cubicBezTo>
                  <a:pt x="15968" y="48199"/>
                  <a:pt x="14492" y="48745"/>
                  <a:pt x="13414" y="49825"/>
                </a:cubicBezTo>
                <a:lnTo>
                  <a:pt x="10199" y="53043"/>
                </a:lnTo>
                <a:cubicBezTo>
                  <a:pt x="4447" y="58793"/>
                  <a:pt x="4447" y="68186"/>
                  <a:pt x="10199" y="73936"/>
                </a:cubicBezTo>
                <a:lnTo>
                  <a:pt x="15825" y="79554"/>
                </a:lnTo>
                <a:cubicBezTo>
                  <a:pt x="15874" y="79609"/>
                  <a:pt x="15936" y="79631"/>
                  <a:pt x="15984" y="79674"/>
                </a:cubicBezTo>
                <a:lnTo>
                  <a:pt x="1577" y="94141"/>
                </a:lnTo>
                <a:cubicBezTo>
                  <a:pt x="1251" y="94457"/>
                  <a:pt x="990" y="94828"/>
                  <a:pt x="811" y="95243"/>
                </a:cubicBezTo>
                <a:cubicBezTo>
                  <a:pt x="632" y="95668"/>
                  <a:pt x="538" y="96115"/>
                  <a:pt x="534" y="96562"/>
                </a:cubicBezTo>
                <a:cubicBezTo>
                  <a:pt x="531" y="97021"/>
                  <a:pt x="617" y="97468"/>
                  <a:pt x="789" y="97883"/>
                </a:cubicBezTo>
                <a:cubicBezTo>
                  <a:pt x="962" y="98308"/>
                  <a:pt x="1216" y="98690"/>
                  <a:pt x="1537" y="99007"/>
                </a:cubicBezTo>
                <a:cubicBezTo>
                  <a:pt x="1859" y="99334"/>
                  <a:pt x="2241" y="99584"/>
                  <a:pt x="2661" y="99749"/>
                </a:cubicBezTo>
                <a:cubicBezTo>
                  <a:pt x="3081" y="99923"/>
                  <a:pt x="3532" y="100010"/>
                  <a:pt x="3986" y="99999"/>
                </a:cubicBezTo>
                <a:cubicBezTo>
                  <a:pt x="4438" y="99999"/>
                  <a:pt x="4887" y="99901"/>
                  <a:pt x="5302" y="99716"/>
                </a:cubicBezTo>
                <a:cubicBezTo>
                  <a:pt x="5719" y="99541"/>
                  <a:pt x="6094" y="99279"/>
                  <a:pt x="6409" y="98952"/>
                </a:cubicBezTo>
                <a:lnTo>
                  <a:pt x="20784" y="84518"/>
                </a:lnTo>
                <a:lnTo>
                  <a:pt x="25468" y="89199"/>
                </a:lnTo>
                <a:cubicBezTo>
                  <a:pt x="28343" y="92079"/>
                  <a:pt x="32142" y="93519"/>
                  <a:pt x="35920" y="93508"/>
                </a:cubicBezTo>
                <a:cubicBezTo>
                  <a:pt x="39698" y="93519"/>
                  <a:pt x="43489" y="92079"/>
                  <a:pt x="46367" y="89199"/>
                </a:cubicBezTo>
                <a:lnTo>
                  <a:pt x="49581" y="85991"/>
                </a:lnTo>
                <a:cubicBezTo>
                  <a:pt x="50658" y="84911"/>
                  <a:pt x="51251" y="83482"/>
                  <a:pt x="51251" y="81976"/>
                </a:cubicBezTo>
                <a:cubicBezTo>
                  <a:pt x="46365" y="81780"/>
                  <a:pt x="41802" y="79816"/>
                  <a:pt x="38331" y="76347"/>
                </a:cubicBezTo>
                <a:lnTo>
                  <a:pt x="33619" y="71634"/>
                </a:lnTo>
                <a:lnTo>
                  <a:pt x="36830" y="68416"/>
                </a:lnTo>
                <a:lnTo>
                  <a:pt x="41545" y="73128"/>
                </a:lnTo>
                <a:cubicBezTo>
                  <a:pt x="44420" y="76008"/>
                  <a:pt x="48214" y="77449"/>
                  <a:pt x="51991" y="77438"/>
                </a:cubicBezTo>
                <a:cubicBezTo>
                  <a:pt x="55770" y="77449"/>
                  <a:pt x="59561" y="76008"/>
                  <a:pt x="62438" y="73128"/>
                </a:cubicBezTo>
                <a:lnTo>
                  <a:pt x="65652" y="69910"/>
                </a:lnTo>
                <a:cubicBezTo>
                  <a:pt x="66730" y="68841"/>
                  <a:pt x="67324" y="67412"/>
                  <a:pt x="67326" y="65895"/>
                </a:cubicBezTo>
                <a:cubicBezTo>
                  <a:pt x="62441" y="65710"/>
                  <a:pt x="57878" y="63746"/>
                  <a:pt x="54407" y="60276"/>
                </a:cubicBezTo>
                <a:lnTo>
                  <a:pt x="49661" y="55531"/>
                </a:lnTo>
                <a:lnTo>
                  <a:pt x="52871" y="52312"/>
                </a:lnTo>
                <a:lnTo>
                  <a:pt x="57622" y="57058"/>
                </a:lnTo>
                <a:cubicBezTo>
                  <a:pt x="60497" y="59938"/>
                  <a:pt x="64290" y="61378"/>
                  <a:pt x="68068" y="61367"/>
                </a:cubicBezTo>
                <a:cubicBezTo>
                  <a:pt x="71846" y="61378"/>
                  <a:pt x="75637" y="59938"/>
                  <a:pt x="78515" y="57058"/>
                </a:cubicBezTo>
                <a:lnTo>
                  <a:pt x="81729" y="53840"/>
                </a:lnTo>
                <a:cubicBezTo>
                  <a:pt x="82805" y="52771"/>
                  <a:pt x="83399" y="51341"/>
                  <a:pt x="83403" y="49825"/>
                </a:cubicBezTo>
                <a:cubicBezTo>
                  <a:pt x="78518" y="49640"/>
                  <a:pt x="73951" y="47675"/>
                  <a:pt x="70478" y="44207"/>
                </a:cubicBezTo>
                <a:lnTo>
                  <a:pt x="65706" y="39428"/>
                </a:lnTo>
                <a:lnTo>
                  <a:pt x="68912" y="36210"/>
                </a:lnTo>
                <a:lnTo>
                  <a:pt x="73693" y="40988"/>
                </a:lnTo>
                <a:cubicBezTo>
                  <a:pt x="76574" y="43869"/>
                  <a:pt x="80358" y="45308"/>
                  <a:pt x="84141" y="45308"/>
                </a:cubicBezTo>
                <a:cubicBezTo>
                  <a:pt x="87923" y="45308"/>
                  <a:pt x="91708" y="43869"/>
                  <a:pt x="94587" y="40988"/>
                </a:cubicBezTo>
                <a:lnTo>
                  <a:pt x="97801" y="37769"/>
                </a:lnTo>
                <a:cubicBezTo>
                  <a:pt x="98874" y="36700"/>
                  <a:pt x="99467" y="35271"/>
                  <a:pt x="99467" y="33755"/>
                </a:cubicBezTo>
                <a:cubicBezTo>
                  <a:pt x="99467" y="32239"/>
                  <a:pt x="98874" y="30809"/>
                  <a:pt x="97801" y="29740"/>
                </a:cubicBezTo>
                <a:lnTo>
                  <a:pt x="92177" y="24111"/>
                </a:lnTo>
                <a:cubicBezTo>
                  <a:pt x="90155" y="22092"/>
                  <a:pt x="87648" y="20739"/>
                  <a:pt x="84922" y="20139"/>
                </a:cubicBezTo>
                <a:lnTo>
                  <a:pt x="91377" y="13659"/>
                </a:lnTo>
                <a:cubicBezTo>
                  <a:pt x="91868" y="13179"/>
                  <a:pt x="92203" y="12557"/>
                  <a:pt x="92338" y="11892"/>
                </a:cubicBezTo>
                <a:cubicBezTo>
                  <a:pt x="92472" y="11215"/>
                  <a:pt x="92401" y="10517"/>
                  <a:pt x="92131" y="9884"/>
                </a:cubicBezTo>
                <a:cubicBezTo>
                  <a:pt x="91861" y="9251"/>
                  <a:pt x="91408" y="8717"/>
                  <a:pt x="90829" y="8346"/>
                </a:cubicBezTo>
                <a:cubicBezTo>
                  <a:pt x="90250" y="7975"/>
                  <a:pt x="89574" y="7790"/>
                  <a:pt x="88887" y="7811"/>
                </a:cubicBezTo>
                <a:cubicBezTo>
                  <a:pt x="88002" y="7844"/>
                  <a:pt x="87163" y="8215"/>
                  <a:pt x="86546" y="8848"/>
                </a:cubicBezTo>
                <a:lnTo>
                  <a:pt x="79510" y="15906"/>
                </a:lnTo>
                <a:cubicBezTo>
                  <a:pt x="79120" y="12634"/>
                  <a:pt x="77665" y="9601"/>
                  <a:pt x="75296" y="7233"/>
                </a:cubicBezTo>
                <a:lnTo>
                  <a:pt x="69675" y="1615"/>
                </a:lnTo>
                <a:cubicBezTo>
                  <a:pt x="68604" y="535"/>
                  <a:pt x="67130" y="0"/>
                  <a:pt x="65657" y="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5" name="Белый — SVG 23">
            <a:extLst>
              <a:ext uri="{FF2B5EF4-FFF2-40B4-BE49-F238E27FC236}">
                <a16:creationId xmlns:a16="http://schemas.microsoft.com/office/drawing/2014/main" id="{BE2DB9F9-2C9E-7E42-A54E-47259A93A95C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134610 w 134695"/>
              <a:gd name="csY0" fmla="*/ 73471 h 148847"/>
              <a:gd name="csX1" fmla="*/ 98355 w 134695"/>
              <a:gd name="csY1" fmla="*/ 38990 h 148847"/>
              <a:gd name="csX2" fmla="*/ 73651 w 134695"/>
              <a:gd name="csY2" fmla="*/ 43974 h 148847"/>
              <a:gd name="csX3" fmla="*/ 72409 w 134695"/>
              <a:gd name="csY3" fmla="*/ 44484 h 148847"/>
              <a:gd name="csX4" fmla="*/ 69262 w 134695"/>
              <a:gd name="csY4" fmla="*/ 29072 h 148847"/>
              <a:gd name="csX5" fmla="*/ 79742 w 134695"/>
              <a:gd name="csY5" fmla="*/ 31896 h 148847"/>
              <a:gd name="csX6" fmla="*/ 101740 w 134695"/>
              <a:gd name="csY6" fmla="*/ 19120 h 148847"/>
              <a:gd name="csX7" fmla="*/ 101740 w 134695"/>
              <a:gd name="csY7" fmla="*/ 12775 h 148847"/>
              <a:gd name="csX8" fmla="*/ 79742 w 134695"/>
              <a:gd name="csY8" fmla="*/ 0 h 148847"/>
              <a:gd name="csX9" fmla="*/ 57760 w 134695"/>
              <a:gd name="csY9" fmla="*/ 12775 h 148847"/>
              <a:gd name="csX10" fmla="*/ 57624 w 134695"/>
              <a:gd name="csY10" fmla="*/ 13031 h 148847"/>
              <a:gd name="csX11" fmla="*/ 37208 w 134695"/>
              <a:gd name="csY11" fmla="*/ 7094 h 148847"/>
              <a:gd name="csX12" fmla="*/ 31900 w 134695"/>
              <a:gd name="csY12" fmla="*/ 12401 h 148847"/>
              <a:gd name="csX13" fmla="*/ 37208 w 134695"/>
              <a:gd name="csY13" fmla="*/ 17726 h 148847"/>
              <a:gd name="csX14" fmla="*/ 61674 w 134695"/>
              <a:gd name="csY14" fmla="*/ 44229 h 148847"/>
              <a:gd name="csX15" fmla="*/ 61027 w 134695"/>
              <a:gd name="csY15" fmla="*/ 43974 h 148847"/>
              <a:gd name="csX16" fmla="*/ 36324 w 134695"/>
              <a:gd name="csY16" fmla="*/ 38990 h 148847"/>
              <a:gd name="csX17" fmla="*/ 0 w 134695"/>
              <a:gd name="csY17" fmla="*/ 74492 h 148847"/>
              <a:gd name="csX18" fmla="*/ 17 w 134695"/>
              <a:gd name="csY18" fmla="*/ 78030 h 148847"/>
              <a:gd name="csX19" fmla="*/ 52316 w 134695"/>
              <a:gd name="csY19" fmla="*/ 148847 h 148847"/>
              <a:gd name="csX20" fmla="*/ 53252 w 134695"/>
              <a:gd name="csY20" fmla="*/ 148847 h 148847"/>
              <a:gd name="csX21" fmla="*/ 67356 w 134695"/>
              <a:gd name="csY21" fmla="*/ 143608 h 148847"/>
              <a:gd name="csX22" fmla="*/ 81443 w 134695"/>
              <a:gd name="csY22" fmla="*/ 148847 h 148847"/>
              <a:gd name="csX23" fmla="*/ 82379 w 134695"/>
              <a:gd name="csY23" fmla="*/ 148847 h 148847"/>
              <a:gd name="csX24" fmla="*/ 134678 w 134695"/>
              <a:gd name="csY24" fmla="*/ 77979 h 148847"/>
              <a:gd name="csX25" fmla="*/ 134678 w 134695"/>
              <a:gd name="csY25" fmla="*/ 75342 h 148847"/>
              <a:gd name="csX26" fmla="*/ 134695 w 134695"/>
              <a:gd name="csY26" fmla="*/ 75087 h 148847"/>
              <a:gd name="csX27" fmla="*/ 134695 w 134695"/>
              <a:gd name="csY27" fmla="*/ 74321 h 148847"/>
              <a:gd name="csX28" fmla="*/ 134610 w 134695"/>
              <a:gd name="csY28" fmla="*/ 73471 h 148847"/>
            </a:gdLst>
            <a:ahLst/>
            <a:cxnLst/>
            <a:rect l="l" t="t" r="r" b="b"/>
            <a:pathLst>
              <a:path w="100000" h="100000">
                <a:moveTo>
                  <a:pt x="95189" y="49360"/>
                </a:moveTo>
                <a:cubicBezTo>
                  <a:pt x="94286" y="38206"/>
                  <a:pt x="84353" y="26195"/>
                  <a:pt x="70832" y="26195"/>
                </a:cubicBezTo>
                <a:cubicBezTo>
                  <a:pt x="61984" y="26195"/>
                  <a:pt x="57515" y="28126"/>
                  <a:pt x="54235" y="29543"/>
                </a:cubicBezTo>
                <a:cubicBezTo>
                  <a:pt x="53927" y="29669"/>
                  <a:pt x="53675" y="29772"/>
                  <a:pt x="53400" y="29886"/>
                </a:cubicBezTo>
                <a:cubicBezTo>
                  <a:pt x="53081" y="25817"/>
                  <a:pt x="52326" y="22412"/>
                  <a:pt x="51286" y="19531"/>
                </a:cubicBezTo>
                <a:cubicBezTo>
                  <a:pt x="53343" y="20640"/>
                  <a:pt x="55732" y="21429"/>
                  <a:pt x="58327" y="21429"/>
                </a:cubicBezTo>
                <a:cubicBezTo>
                  <a:pt x="66465" y="21429"/>
                  <a:pt x="72443" y="13726"/>
                  <a:pt x="73106" y="12845"/>
                </a:cubicBezTo>
                <a:cubicBezTo>
                  <a:pt x="74043" y="11588"/>
                  <a:pt x="74043" y="9840"/>
                  <a:pt x="73106" y="8583"/>
                </a:cubicBezTo>
                <a:cubicBezTo>
                  <a:pt x="72443" y="7703"/>
                  <a:pt x="66465" y="0"/>
                  <a:pt x="58327" y="0"/>
                </a:cubicBezTo>
                <a:cubicBezTo>
                  <a:pt x="50200" y="0"/>
                  <a:pt x="44222" y="7703"/>
                  <a:pt x="43559" y="8583"/>
                </a:cubicBezTo>
                <a:cubicBezTo>
                  <a:pt x="43525" y="8628"/>
                  <a:pt x="43514" y="8697"/>
                  <a:pt x="43467" y="8755"/>
                </a:cubicBezTo>
                <a:cubicBezTo>
                  <a:pt x="38941" y="5565"/>
                  <a:pt x="33752" y="4766"/>
                  <a:pt x="29751" y="4766"/>
                </a:cubicBezTo>
                <a:cubicBezTo>
                  <a:pt x="27786" y="4766"/>
                  <a:pt x="26185" y="6354"/>
                  <a:pt x="26185" y="8331"/>
                </a:cubicBezTo>
                <a:cubicBezTo>
                  <a:pt x="26185" y="10309"/>
                  <a:pt x="27786" y="11909"/>
                  <a:pt x="29751" y="11909"/>
                </a:cubicBezTo>
                <a:cubicBezTo>
                  <a:pt x="33558" y="11909"/>
                  <a:pt x="44520" y="11943"/>
                  <a:pt x="46188" y="29714"/>
                </a:cubicBezTo>
                <a:cubicBezTo>
                  <a:pt x="46039" y="29657"/>
                  <a:pt x="45914" y="29612"/>
                  <a:pt x="45754" y="29543"/>
                </a:cubicBezTo>
                <a:cubicBezTo>
                  <a:pt x="42485" y="28126"/>
                  <a:pt x="38004" y="26195"/>
                  <a:pt x="29157" y="26195"/>
                </a:cubicBezTo>
                <a:cubicBezTo>
                  <a:pt x="16584" y="26195"/>
                  <a:pt x="5176" y="37280"/>
                  <a:pt x="4754" y="50046"/>
                </a:cubicBezTo>
                <a:lnTo>
                  <a:pt x="4765" y="52423"/>
                </a:lnTo>
                <a:cubicBezTo>
                  <a:pt x="5119" y="78663"/>
                  <a:pt x="20882" y="100000"/>
                  <a:pt x="39901" y="100000"/>
                </a:cubicBezTo>
                <a:lnTo>
                  <a:pt x="40530" y="100000"/>
                </a:lnTo>
                <a:cubicBezTo>
                  <a:pt x="44371" y="100000"/>
                  <a:pt x="47789" y="98103"/>
                  <a:pt x="50006" y="96480"/>
                </a:cubicBezTo>
                <a:cubicBezTo>
                  <a:pt x="52212" y="98103"/>
                  <a:pt x="55618" y="100000"/>
                  <a:pt x="59470" y="100000"/>
                </a:cubicBezTo>
                <a:lnTo>
                  <a:pt x="60099" y="100000"/>
                </a:lnTo>
                <a:cubicBezTo>
                  <a:pt x="79118" y="100000"/>
                  <a:pt x="94881" y="78663"/>
                  <a:pt x="95235" y="52389"/>
                </a:cubicBezTo>
                <a:lnTo>
                  <a:pt x="95235" y="50617"/>
                </a:lnTo>
                <a:cubicBezTo>
                  <a:pt x="95235" y="50560"/>
                  <a:pt x="95246" y="50503"/>
                  <a:pt x="95246" y="50446"/>
                </a:cubicBezTo>
                <a:lnTo>
                  <a:pt x="95246" y="49931"/>
                </a:lnTo>
                <a:cubicBezTo>
                  <a:pt x="95235" y="49737"/>
                  <a:pt x="95223" y="49543"/>
                  <a:pt x="95189" y="4936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6" name="Белый — SVG 24">
            <a:extLst>
              <a:ext uri="{FF2B5EF4-FFF2-40B4-BE49-F238E27FC236}">
                <a16:creationId xmlns:a16="http://schemas.microsoft.com/office/drawing/2014/main" id="{2259FC18-BCC3-5C49-BC12-56C6E6C1DF1F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24543 w 159500"/>
              <a:gd name="csY0" fmla="*/ 1 h 170112"/>
              <a:gd name="csX1" fmla="*/ 22195 w 159500"/>
              <a:gd name="csY1" fmla="*/ 562 h 170112"/>
              <a:gd name="csX2" fmla="*/ 77 w 159500"/>
              <a:gd name="csY2" fmla="*/ 37544 h 170112"/>
              <a:gd name="csX3" fmla="*/ 16053 w 159500"/>
              <a:gd name="csY3" fmla="*/ 63742 h 170112"/>
              <a:gd name="csX4" fmla="*/ 28949 w 159500"/>
              <a:gd name="csY4" fmla="*/ 70240 h 170112"/>
              <a:gd name="csX5" fmla="*/ 28864 w 159500"/>
              <a:gd name="csY5" fmla="*/ 70597 h 170112"/>
              <a:gd name="csX6" fmla="*/ 17720 w 159500"/>
              <a:gd name="csY6" fmla="*/ 70597 h 170112"/>
              <a:gd name="csX7" fmla="*/ 4620 w 159500"/>
              <a:gd name="csY7" fmla="*/ 81518 h 170112"/>
              <a:gd name="csX8" fmla="*/ 12361 w 159500"/>
              <a:gd name="csY8" fmla="*/ 100639 h 170112"/>
              <a:gd name="csX9" fmla="*/ 34768 w 159500"/>
              <a:gd name="csY9" fmla="*/ 99159 h 170112"/>
              <a:gd name="csX10" fmla="*/ 36129 w 159500"/>
              <a:gd name="csY10" fmla="*/ 102000 h 170112"/>
              <a:gd name="csX11" fmla="*/ 47732 w 159500"/>
              <a:gd name="csY11" fmla="*/ 142044 h 170112"/>
              <a:gd name="csX12" fmla="*/ 47970 w 159500"/>
              <a:gd name="csY12" fmla="*/ 143507 h 170112"/>
              <a:gd name="csX13" fmla="*/ 47851 w 159500"/>
              <a:gd name="csY13" fmla="*/ 145310 h 170112"/>
              <a:gd name="csX14" fmla="*/ 57804 w 159500"/>
              <a:gd name="csY14" fmla="*/ 163376 h 170112"/>
              <a:gd name="csX15" fmla="*/ 79751 w 159500"/>
              <a:gd name="csY15" fmla="*/ 170112 h 170112"/>
              <a:gd name="csX16" fmla="*/ 101681 w 159500"/>
              <a:gd name="csY16" fmla="*/ 163376 h 170112"/>
              <a:gd name="csX17" fmla="*/ 111651 w 159500"/>
              <a:gd name="csY17" fmla="*/ 145310 h 170112"/>
              <a:gd name="csX18" fmla="*/ 111311 w 159500"/>
              <a:gd name="csY18" fmla="*/ 141925 h 170112"/>
              <a:gd name="csX19" fmla="*/ 122914 w 159500"/>
              <a:gd name="csY19" fmla="*/ 102000 h 170112"/>
              <a:gd name="csX20" fmla="*/ 124343 w 159500"/>
              <a:gd name="csY20" fmla="*/ 99040 h 170112"/>
              <a:gd name="csX21" fmla="*/ 147209 w 159500"/>
              <a:gd name="csY21" fmla="*/ 100775 h 170112"/>
              <a:gd name="csX22" fmla="*/ 154899 w 159500"/>
              <a:gd name="csY22" fmla="*/ 81484 h 170112"/>
              <a:gd name="csX23" fmla="*/ 141765 w 159500"/>
              <a:gd name="csY23" fmla="*/ 70444 h 170112"/>
              <a:gd name="csX24" fmla="*/ 129754 w 159500"/>
              <a:gd name="csY24" fmla="*/ 70529 h 170112"/>
              <a:gd name="csX25" fmla="*/ 129754 w 159500"/>
              <a:gd name="csY25" fmla="*/ 70495 h 170112"/>
              <a:gd name="csX26" fmla="*/ 143432 w 159500"/>
              <a:gd name="csY26" fmla="*/ 63742 h 170112"/>
              <a:gd name="csX27" fmla="*/ 159425 w 159500"/>
              <a:gd name="csY27" fmla="*/ 37544 h 170112"/>
              <a:gd name="csX28" fmla="*/ 137307 w 159500"/>
              <a:gd name="csY28" fmla="*/ 562 h 170112"/>
              <a:gd name="csX29" fmla="*/ 134738 w 159500"/>
              <a:gd name="csY29" fmla="*/ 1 h 170112"/>
              <a:gd name="csX30" fmla="*/ 132016 w 159500"/>
              <a:gd name="csY30" fmla="*/ 869 h 170112"/>
              <a:gd name="csX31" fmla="*/ 130145 w 159500"/>
              <a:gd name="csY31" fmla="*/ 2978 h 170112"/>
              <a:gd name="csX32" fmla="*/ 129617 w 159500"/>
              <a:gd name="csY32" fmla="*/ 5768 h 170112"/>
              <a:gd name="csX33" fmla="*/ 130604 w 159500"/>
              <a:gd name="csY33" fmla="*/ 8439 h 170112"/>
              <a:gd name="csX34" fmla="*/ 133752 w 159500"/>
              <a:gd name="csY34" fmla="*/ 24769 h 170112"/>
              <a:gd name="csX35" fmla="*/ 111498 w 159500"/>
              <a:gd name="csY35" fmla="*/ 38991 h 170112"/>
              <a:gd name="csX36" fmla="*/ 109780 w 159500"/>
              <a:gd name="csY36" fmla="*/ 39331 h 170112"/>
              <a:gd name="csX37" fmla="*/ 79530 w 159500"/>
              <a:gd name="csY37" fmla="*/ 28648 h 170112"/>
              <a:gd name="csX38" fmla="*/ 49093 w 159500"/>
              <a:gd name="csY38" fmla="*/ 39586 h 170112"/>
              <a:gd name="csX39" fmla="*/ 46796 w 159500"/>
              <a:gd name="csY39" fmla="*/ 38991 h 170112"/>
              <a:gd name="csX40" fmla="*/ 25734 w 159500"/>
              <a:gd name="csY40" fmla="*/ 24769 h 170112"/>
              <a:gd name="csX41" fmla="*/ 28881 w 159500"/>
              <a:gd name="csY41" fmla="*/ 8439 h 170112"/>
              <a:gd name="csX42" fmla="*/ 29868 w 159500"/>
              <a:gd name="csY42" fmla="*/ 5717 h 170112"/>
              <a:gd name="csX43" fmla="*/ 29306 w 159500"/>
              <a:gd name="csY43" fmla="*/ 2893 h 170112"/>
              <a:gd name="csX44" fmla="*/ 27333 w 159500"/>
              <a:gd name="csY44" fmla="*/ 766 h 170112"/>
              <a:gd name="csX45" fmla="*/ 24543 w 159500"/>
              <a:gd name="csY45" fmla="*/ 1 h 170112"/>
              <a:gd name="csX46" fmla="*/ 14828 w 159500"/>
              <a:gd name="csY46" fmla="*/ 21962 h 170112"/>
              <a:gd name="csX47" fmla="*/ 15730 w 159500"/>
              <a:gd name="csY47" fmla="*/ 28392 h 170112"/>
              <a:gd name="csX48" fmla="*/ 39548 w 159500"/>
              <a:gd name="csY48" fmla="*/ 48483 h 170112"/>
              <a:gd name="csX49" fmla="*/ 32148 w 159500"/>
              <a:gd name="csY49" fmla="*/ 60067 h 170112"/>
              <a:gd name="csX50" fmla="*/ 22076 w 159500"/>
              <a:gd name="csY50" fmla="*/ 54981 h 170112"/>
              <a:gd name="csX51" fmla="*/ 10677 w 159500"/>
              <a:gd name="csY51" fmla="*/ 36881 h 170112"/>
              <a:gd name="csX52" fmla="*/ 14828 w 159500"/>
              <a:gd name="csY52" fmla="*/ 21962 h 170112"/>
              <a:gd name="csX53" fmla="*/ 144657 w 159500"/>
              <a:gd name="csY53" fmla="*/ 21962 h 170112"/>
              <a:gd name="csX54" fmla="*/ 148808 w 159500"/>
              <a:gd name="csY54" fmla="*/ 36881 h 170112"/>
              <a:gd name="csX55" fmla="*/ 137410 w 159500"/>
              <a:gd name="csY55" fmla="*/ 54981 h 170112"/>
              <a:gd name="csX56" fmla="*/ 126742 w 159500"/>
              <a:gd name="csY56" fmla="*/ 60288 h 170112"/>
              <a:gd name="csX57" fmla="*/ 119460 w 159500"/>
              <a:gd name="csY57" fmla="*/ 48449 h 170112"/>
              <a:gd name="csX58" fmla="*/ 143756 w 159500"/>
              <a:gd name="csY58" fmla="*/ 28392 h 170112"/>
              <a:gd name="csX59" fmla="*/ 144657 w 159500"/>
              <a:gd name="csY59" fmla="*/ 21962 h 170112"/>
              <a:gd name="csX60" fmla="*/ 58484 w 159500"/>
              <a:gd name="csY60" fmla="*/ 88595 h 170112"/>
              <a:gd name="csX61" fmla="*/ 65562 w 159500"/>
              <a:gd name="csY61" fmla="*/ 93919 h 170112"/>
              <a:gd name="csX62" fmla="*/ 58484 w 159500"/>
              <a:gd name="csY62" fmla="*/ 99227 h 170112"/>
              <a:gd name="csX63" fmla="*/ 51390 w 159500"/>
              <a:gd name="csY63" fmla="*/ 93919 h 170112"/>
              <a:gd name="csX64" fmla="*/ 58484 w 159500"/>
              <a:gd name="csY64" fmla="*/ 88595 h 170112"/>
              <a:gd name="csX65" fmla="*/ 101018 w 159500"/>
              <a:gd name="csY65" fmla="*/ 88595 h 170112"/>
              <a:gd name="csX66" fmla="*/ 108096 w 159500"/>
              <a:gd name="csY66" fmla="*/ 93919 h 170112"/>
              <a:gd name="csX67" fmla="*/ 101018 w 159500"/>
              <a:gd name="csY67" fmla="*/ 99227 h 170112"/>
              <a:gd name="csX68" fmla="*/ 93923 w 159500"/>
              <a:gd name="csY68" fmla="*/ 93919 h 170112"/>
              <a:gd name="csX69" fmla="*/ 101018 w 159500"/>
              <a:gd name="csY69" fmla="*/ 88595 h 170112"/>
              <a:gd name="csX70" fmla="*/ 79751 w 159500"/>
              <a:gd name="csY70" fmla="*/ 131123 h 170112"/>
              <a:gd name="csX71" fmla="*/ 95403 w 159500"/>
              <a:gd name="csY71" fmla="*/ 135801 h 170112"/>
              <a:gd name="csX72" fmla="*/ 101018 w 159500"/>
              <a:gd name="csY72" fmla="*/ 145310 h 170112"/>
              <a:gd name="csX73" fmla="*/ 97343 w 159500"/>
              <a:gd name="csY73" fmla="*/ 153084 h 170112"/>
              <a:gd name="csX74" fmla="*/ 95506 w 159500"/>
              <a:gd name="csY74" fmla="*/ 150039 h 170112"/>
              <a:gd name="csX75" fmla="*/ 92154 w 159500"/>
              <a:gd name="csY75" fmla="*/ 148848 h 170112"/>
              <a:gd name="csX76" fmla="*/ 89126 w 159500"/>
              <a:gd name="csY76" fmla="*/ 149784 h 170112"/>
              <a:gd name="csX77" fmla="*/ 87186 w 159500"/>
              <a:gd name="csY77" fmla="*/ 152267 h 170112"/>
              <a:gd name="csX78" fmla="*/ 86982 w 159500"/>
              <a:gd name="csY78" fmla="*/ 155432 h 170112"/>
              <a:gd name="csX79" fmla="*/ 88615 w 159500"/>
              <a:gd name="csY79" fmla="*/ 158136 h 170112"/>
              <a:gd name="csX80" fmla="*/ 79751 w 159500"/>
              <a:gd name="csY80" fmla="*/ 159480 h 170112"/>
              <a:gd name="csX81" fmla="*/ 70870 w 159500"/>
              <a:gd name="csY81" fmla="*/ 158136 h 170112"/>
              <a:gd name="csX82" fmla="*/ 72486 w 159500"/>
              <a:gd name="csY82" fmla="*/ 155432 h 170112"/>
              <a:gd name="csX83" fmla="*/ 72299 w 159500"/>
              <a:gd name="csY83" fmla="*/ 152285 h 170112"/>
              <a:gd name="csX84" fmla="*/ 70360 w 159500"/>
              <a:gd name="csY84" fmla="*/ 149784 h 170112"/>
              <a:gd name="csX85" fmla="*/ 67331 w 159500"/>
              <a:gd name="csY85" fmla="*/ 148848 h 170112"/>
              <a:gd name="csX86" fmla="*/ 63980 w 159500"/>
              <a:gd name="csY86" fmla="*/ 150039 h 170112"/>
              <a:gd name="csX87" fmla="*/ 62142 w 159500"/>
              <a:gd name="csY87" fmla="*/ 153084 h 170112"/>
              <a:gd name="csX88" fmla="*/ 58484 w 159500"/>
              <a:gd name="csY88" fmla="*/ 145310 h 170112"/>
              <a:gd name="csX89" fmla="*/ 64099 w 159500"/>
              <a:gd name="csY89" fmla="*/ 135801 h 170112"/>
              <a:gd name="csX90" fmla="*/ 79751 w 159500"/>
              <a:gd name="csY90" fmla="*/ 131123 h 170112"/>
            </a:gdLst>
            <a:ahLst/>
            <a:cxnLst/>
            <a:rect l="l" t="t" r="r" b="b"/>
            <a:pathLst>
              <a:path w="100000" h="100000">
                <a:moveTo>
                  <a:pt x="17547" y="1"/>
                </a:moveTo>
                <a:cubicBezTo>
                  <a:pt x="17066" y="1"/>
                  <a:pt x="16596" y="121"/>
                  <a:pt x="16166" y="330"/>
                </a:cubicBezTo>
                <a:cubicBezTo>
                  <a:pt x="16166" y="330"/>
                  <a:pt x="2224" y="7360"/>
                  <a:pt x="3164" y="22070"/>
                </a:cubicBezTo>
                <a:cubicBezTo>
                  <a:pt x="3635" y="29521"/>
                  <a:pt x="8315" y="34551"/>
                  <a:pt x="12556" y="37471"/>
                </a:cubicBezTo>
                <a:cubicBezTo>
                  <a:pt x="15686" y="39630"/>
                  <a:pt x="18736" y="40820"/>
                  <a:pt x="20137" y="41290"/>
                </a:cubicBezTo>
                <a:cubicBezTo>
                  <a:pt x="20127" y="41360"/>
                  <a:pt x="20097" y="41430"/>
                  <a:pt x="20087" y="41500"/>
                </a:cubicBezTo>
                <a:lnTo>
                  <a:pt x="13536" y="41500"/>
                </a:lnTo>
                <a:cubicBezTo>
                  <a:pt x="10086" y="41500"/>
                  <a:pt x="6925" y="44140"/>
                  <a:pt x="5835" y="47920"/>
                </a:cubicBezTo>
                <a:cubicBezTo>
                  <a:pt x="4595" y="52240"/>
                  <a:pt x="6385" y="56660"/>
                  <a:pt x="10386" y="59160"/>
                </a:cubicBezTo>
                <a:cubicBezTo>
                  <a:pt x="14176" y="61530"/>
                  <a:pt x="19247" y="59901"/>
                  <a:pt x="23557" y="58290"/>
                </a:cubicBezTo>
                <a:cubicBezTo>
                  <a:pt x="23827" y="58850"/>
                  <a:pt x="24097" y="59410"/>
                  <a:pt x="24357" y="59960"/>
                </a:cubicBezTo>
                <a:cubicBezTo>
                  <a:pt x="28018" y="67490"/>
                  <a:pt x="31178" y="73990"/>
                  <a:pt x="31178" y="83500"/>
                </a:cubicBezTo>
                <a:cubicBezTo>
                  <a:pt x="31178" y="83800"/>
                  <a:pt x="31238" y="84090"/>
                  <a:pt x="31318" y="84360"/>
                </a:cubicBezTo>
                <a:cubicBezTo>
                  <a:pt x="31288" y="84710"/>
                  <a:pt x="31248" y="85060"/>
                  <a:pt x="31248" y="85420"/>
                </a:cubicBezTo>
                <a:cubicBezTo>
                  <a:pt x="31248" y="89730"/>
                  <a:pt x="33658" y="93520"/>
                  <a:pt x="37099" y="96040"/>
                </a:cubicBezTo>
                <a:cubicBezTo>
                  <a:pt x="40540" y="98560"/>
                  <a:pt x="45060" y="100000"/>
                  <a:pt x="50001" y="100000"/>
                </a:cubicBezTo>
                <a:cubicBezTo>
                  <a:pt x="54931" y="100000"/>
                  <a:pt x="59452" y="98560"/>
                  <a:pt x="62892" y="96040"/>
                </a:cubicBezTo>
                <a:cubicBezTo>
                  <a:pt x="66333" y="93520"/>
                  <a:pt x="68753" y="89730"/>
                  <a:pt x="68753" y="85420"/>
                </a:cubicBezTo>
                <a:cubicBezTo>
                  <a:pt x="68753" y="84740"/>
                  <a:pt x="68673" y="84080"/>
                  <a:pt x="68553" y="83430"/>
                </a:cubicBezTo>
                <a:cubicBezTo>
                  <a:pt x="68573" y="73960"/>
                  <a:pt x="71723" y="67470"/>
                  <a:pt x="75374" y="59960"/>
                </a:cubicBezTo>
                <a:cubicBezTo>
                  <a:pt x="75654" y="59390"/>
                  <a:pt x="75924" y="58800"/>
                  <a:pt x="76214" y="58220"/>
                </a:cubicBezTo>
                <a:cubicBezTo>
                  <a:pt x="80595" y="59911"/>
                  <a:pt x="85785" y="61671"/>
                  <a:pt x="89656" y="59240"/>
                </a:cubicBezTo>
                <a:cubicBezTo>
                  <a:pt x="93657" y="56740"/>
                  <a:pt x="95437" y="52290"/>
                  <a:pt x="94176" y="47900"/>
                </a:cubicBezTo>
                <a:cubicBezTo>
                  <a:pt x="93066" y="44020"/>
                  <a:pt x="89966" y="41410"/>
                  <a:pt x="86455" y="41410"/>
                </a:cubicBezTo>
                <a:cubicBezTo>
                  <a:pt x="84235" y="41410"/>
                  <a:pt x="81475" y="41440"/>
                  <a:pt x="79395" y="41460"/>
                </a:cubicBezTo>
                <a:cubicBezTo>
                  <a:pt x="79395" y="41460"/>
                  <a:pt x="79395" y="41450"/>
                  <a:pt x="79395" y="41440"/>
                </a:cubicBezTo>
                <a:cubicBezTo>
                  <a:pt x="80195" y="41201"/>
                  <a:pt x="83695" y="40051"/>
                  <a:pt x="87435" y="37471"/>
                </a:cubicBezTo>
                <a:cubicBezTo>
                  <a:pt x="91676" y="34551"/>
                  <a:pt x="96357" y="29521"/>
                  <a:pt x="96837" y="22070"/>
                </a:cubicBezTo>
                <a:cubicBezTo>
                  <a:pt x="97767" y="7360"/>
                  <a:pt x="83835" y="330"/>
                  <a:pt x="83835" y="330"/>
                </a:cubicBezTo>
                <a:cubicBezTo>
                  <a:pt x="83365" y="101"/>
                  <a:pt x="82845" y="-9"/>
                  <a:pt x="82325" y="1"/>
                </a:cubicBezTo>
                <a:cubicBezTo>
                  <a:pt x="81755" y="21"/>
                  <a:pt x="81205" y="200"/>
                  <a:pt x="80724" y="511"/>
                </a:cubicBezTo>
                <a:cubicBezTo>
                  <a:pt x="80255" y="811"/>
                  <a:pt x="79874" y="1240"/>
                  <a:pt x="79625" y="1751"/>
                </a:cubicBezTo>
                <a:cubicBezTo>
                  <a:pt x="79374" y="2261"/>
                  <a:pt x="79264" y="2830"/>
                  <a:pt x="79314" y="3391"/>
                </a:cubicBezTo>
                <a:cubicBezTo>
                  <a:pt x="79364" y="3960"/>
                  <a:pt x="79565" y="4501"/>
                  <a:pt x="79894" y="4961"/>
                </a:cubicBezTo>
                <a:cubicBezTo>
                  <a:pt x="79894" y="4961"/>
                  <a:pt x="83325" y="10190"/>
                  <a:pt x="81745" y="14560"/>
                </a:cubicBezTo>
                <a:cubicBezTo>
                  <a:pt x="78855" y="22550"/>
                  <a:pt x="68663" y="22921"/>
                  <a:pt x="68663" y="22921"/>
                </a:cubicBezTo>
                <a:cubicBezTo>
                  <a:pt x="68313" y="22931"/>
                  <a:pt x="67973" y="22991"/>
                  <a:pt x="67653" y="23121"/>
                </a:cubicBezTo>
                <a:cubicBezTo>
                  <a:pt x="62312" y="19170"/>
                  <a:pt x="55901" y="16841"/>
                  <a:pt x="49871" y="16841"/>
                </a:cubicBezTo>
                <a:cubicBezTo>
                  <a:pt x="43890" y="16841"/>
                  <a:pt x="37399" y="19250"/>
                  <a:pt x="31978" y="23271"/>
                </a:cubicBezTo>
                <a:cubicBezTo>
                  <a:pt x="31558" y="23051"/>
                  <a:pt x="31098" y="22931"/>
                  <a:pt x="30628" y="22921"/>
                </a:cubicBezTo>
                <a:cubicBezTo>
                  <a:pt x="30628" y="22921"/>
                  <a:pt x="21177" y="22670"/>
                  <a:pt x="18247" y="14560"/>
                </a:cubicBezTo>
                <a:cubicBezTo>
                  <a:pt x="16667" y="10190"/>
                  <a:pt x="20097" y="4961"/>
                  <a:pt x="20097" y="4961"/>
                </a:cubicBezTo>
                <a:cubicBezTo>
                  <a:pt x="20437" y="4491"/>
                  <a:pt x="20637" y="3940"/>
                  <a:pt x="20677" y="3361"/>
                </a:cubicBezTo>
                <a:cubicBezTo>
                  <a:pt x="20727" y="2791"/>
                  <a:pt x="20607" y="2210"/>
                  <a:pt x="20347" y="1701"/>
                </a:cubicBezTo>
                <a:cubicBezTo>
                  <a:pt x="20077" y="1180"/>
                  <a:pt x="19677" y="751"/>
                  <a:pt x="19187" y="450"/>
                </a:cubicBezTo>
                <a:cubicBezTo>
                  <a:pt x="18697" y="150"/>
                  <a:pt x="18126" y="1"/>
                  <a:pt x="17547" y="1"/>
                </a:cubicBezTo>
                <a:close/>
                <a:moveTo>
                  <a:pt x="11836" y="12910"/>
                </a:moveTo>
                <a:cubicBezTo>
                  <a:pt x="11926" y="14151"/>
                  <a:pt x="11896" y="15370"/>
                  <a:pt x="12366" y="16690"/>
                </a:cubicBezTo>
                <a:cubicBezTo>
                  <a:pt x="15206" y="24540"/>
                  <a:pt x="21967" y="27421"/>
                  <a:pt x="26367" y="28501"/>
                </a:cubicBezTo>
                <a:cubicBezTo>
                  <a:pt x="24617" y="30570"/>
                  <a:pt x="23127" y="32851"/>
                  <a:pt x="22017" y="35310"/>
                </a:cubicBezTo>
                <a:cubicBezTo>
                  <a:pt x="21257" y="35070"/>
                  <a:pt x="18917" y="34270"/>
                  <a:pt x="16096" y="32320"/>
                </a:cubicBezTo>
                <a:cubicBezTo>
                  <a:pt x="12786" y="30040"/>
                  <a:pt x="9725" y="26731"/>
                  <a:pt x="9396" y="21680"/>
                </a:cubicBezTo>
                <a:cubicBezTo>
                  <a:pt x="9165" y="18030"/>
                  <a:pt x="10356" y="15271"/>
                  <a:pt x="11836" y="12910"/>
                </a:cubicBezTo>
                <a:close/>
                <a:moveTo>
                  <a:pt x="88155" y="12910"/>
                </a:moveTo>
                <a:cubicBezTo>
                  <a:pt x="89636" y="15271"/>
                  <a:pt x="90826" y="18030"/>
                  <a:pt x="90596" y="21680"/>
                </a:cubicBezTo>
                <a:cubicBezTo>
                  <a:pt x="90276" y="26731"/>
                  <a:pt x="87205" y="30040"/>
                  <a:pt x="83895" y="32320"/>
                </a:cubicBezTo>
                <a:cubicBezTo>
                  <a:pt x="80794" y="34460"/>
                  <a:pt x="78004" y="35320"/>
                  <a:pt x="77624" y="35440"/>
                </a:cubicBezTo>
                <a:cubicBezTo>
                  <a:pt x="76544" y="32921"/>
                  <a:pt x="75084" y="30590"/>
                  <a:pt x="73343" y="28481"/>
                </a:cubicBezTo>
                <a:cubicBezTo>
                  <a:pt x="77944" y="27380"/>
                  <a:pt x="84815" y="24470"/>
                  <a:pt x="87626" y="16690"/>
                </a:cubicBezTo>
                <a:cubicBezTo>
                  <a:pt x="88095" y="15370"/>
                  <a:pt x="88066" y="14151"/>
                  <a:pt x="88155" y="12910"/>
                </a:cubicBezTo>
                <a:close/>
                <a:moveTo>
                  <a:pt x="37499" y="52080"/>
                </a:moveTo>
                <a:cubicBezTo>
                  <a:pt x="39800" y="52080"/>
                  <a:pt x="41660" y="53480"/>
                  <a:pt x="41660" y="55210"/>
                </a:cubicBezTo>
                <a:cubicBezTo>
                  <a:pt x="41660" y="56930"/>
                  <a:pt x="39800" y="58330"/>
                  <a:pt x="37499" y="58330"/>
                </a:cubicBezTo>
                <a:cubicBezTo>
                  <a:pt x="35189" y="58330"/>
                  <a:pt x="33329" y="56930"/>
                  <a:pt x="33329" y="55210"/>
                </a:cubicBezTo>
                <a:cubicBezTo>
                  <a:pt x="33329" y="53480"/>
                  <a:pt x="35189" y="52080"/>
                  <a:pt x="37499" y="52080"/>
                </a:cubicBezTo>
                <a:close/>
                <a:moveTo>
                  <a:pt x="62502" y="52080"/>
                </a:moveTo>
                <a:cubicBezTo>
                  <a:pt x="64803" y="52080"/>
                  <a:pt x="66663" y="53480"/>
                  <a:pt x="66663" y="55210"/>
                </a:cubicBezTo>
                <a:cubicBezTo>
                  <a:pt x="66663" y="56930"/>
                  <a:pt x="64803" y="58330"/>
                  <a:pt x="62502" y="58330"/>
                </a:cubicBezTo>
                <a:cubicBezTo>
                  <a:pt x="60192" y="58330"/>
                  <a:pt x="58332" y="56930"/>
                  <a:pt x="58332" y="55210"/>
                </a:cubicBezTo>
                <a:cubicBezTo>
                  <a:pt x="58332" y="53480"/>
                  <a:pt x="60192" y="52080"/>
                  <a:pt x="62502" y="52080"/>
                </a:cubicBezTo>
                <a:close/>
                <a:moveTo>
                  <a:pt x="50001" y="77080"/>
                </a:moveTo>
                <a:cubicBezTo>
                  <a:pt x="53691" y="77080"/>
                  <a:pt x="56981" y="78210"/>
                  <a:pt x="59202" y="79830"/>
                </a:cubicBezTo>
                <a:cubicBezTo>
                  <a:pt x="61412" y="81460"/>
                  <a:pt x="62502" y="83400"/>
                  <a:pt x="62502" y="85420"/>
                </a:cubicBezTo>
                <a:cubicBezTo>
                  <a:pt x="62502" y="87030"/>
                  <a:pt x="61762" y="88590"/>
                  <a:pt x="60342" y="89990"/>
                </a:cubicBezTo>
                <a:cubicBezTo>
                  <a:pt x="60202" y="89290"/>
                  <a:pt x="59812" y="88660"/>
                  <a:pt x="59262" y="88200"/>
                </a:cubicBezTo>
                <a:cubicBezTo>
                  <a:pt x="58702" y="87750"/>
                  <a:pt x="58012" y="87500"/>
                  <a:pt x="57292" y="87500"/>
                </a:cubicBezTo>
                <a:cubicBezTo>
                  <a:pt x="56652" y="87500"/>
                  <a:pt x="56041" y="87690"/>
                  <a:pt x="55512" y="88050"/>
                </a:cubicBezTo>
                <a:cubicBezTo>
                  <a:pt x="54991" y="88410"/>
                  <a:pt x="54591" y="88920"/>
                  <a:pt x="54371" y="89510"/>
                </a:cubicBezTo>
                <a:cubicBezTo>
                  <a:pt x="54141" y="90110"/>
                  <a:pt x="54101" y="90750"/>
                  <a:pt x="54251" y="91370"/>
                </a:cubicBezTo>
                <a:cubicBezTo>
                  <a:pt x="54401" y="91980"/>
                  <a:pt x="54741" y="92540"/>
                  <a:pt x="55211" y="92960"/>
                </a:cubicBezTo>
                <a:cubicBezTo>
                  <a:pt x="53631" y="93460"/>
                  <a:pt x="51871" y="93750"/>
                  <a:pt x="50001" y="93750"/>
                </a:cubicBezTo>
                <a:cubicBezTo>
                  <a:pt x="48121" y="93750"/>
                  <a:pt x="46350" y="93460"/>
                  <a:pt x="44780" y="92960"/>
                </a:cubicBezTo>
                <a:cubicBezTo>
                  <a:pt x="45250" y="92540"/>
                  <a:pt x="45580" y="91990"/>
                  <a:pt x="45730" y="91370"/>
                </a:cubicBezTo>
                <a:cubicBezTo>
                  <a:pt x="45880" y="90760"/>
                  <a:pt x="45850" y="90110"/>
                  <a:pt x="45620" y="89520"/>
                </a:cubicBezTo>
                <a:cubicBezTo>
                  <a:pt x="45400" y="88920"/>
                  <a:pt x="45000" y="88410"/>
                  <a:pt x="44480" y="88050"/>
                </a:cubicBezTo>
                <a:cubicBezTo>
                  <a:pt x="43960" y="87690"/>
                  <a:pt x="43340" y="87500"/>
                  <a:pt x="42700" y="87500"/>
                </a:cubicBezTo>
                <a:cubicBezTo>
                  <a:pt x="41989" y="87500"/>
                  <a:pt x="41290" y="87750"/>
                  <a:pt x="40730" y="88200"/>
                </a:cubicBezTo>
                <a:cubicBezTo>
                  <a:pt x="40179" y="88660"/>
                  <a:pt x="39789" y="89290"/>
                  <a:pt x="39649" y="89990"/>
                </a:cubicBezTo>
                <a:cubicBezTo>
                  <a:pt x="38229" y="88590"/>
                  <a:pt x="37499" y="87030"/>
                  <a:pt x="37499" y="85420"/>
                </a:cubicBezTo>
                <a:cubicBezTo>
                  <a:pt x="37499" y="83400"/>
                  <a:pt x="38579" y="81460"/>
                  <a:pt x="40800" y="79830"/>
                </a:cubicBezTo>
                <a:cubicBezTo>
                  <a:pt x="43010" y="78210"/>
                  <a:pt x="46300" y="77080"/>
                  <a:pt x="50001" y="7708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7" name="Белый — SVG 25">
            <a:extLst>
              <a:ext uri="{FF2B5EF4-FFF2-40B4-BE49-F238E27FC236}">
                <a16:creationId xmlns:a16="http://schemas.microsoft.com/office/drawing/2014/main" id="{E0BBEC26-2BE0-484C-90CE-2012F183CC15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70896 w 141553"/>
              <a:gd name="csY0" fmla="*/ 0 h 143522"/>
              <a:gd name="csX1" fmla="*/ 41684 w 141553"/>
              <a:gd name="csY1" fmla="*/ 13456 h 143522"/>
              <a:gd name="csX2" fmla="*/ 5326 w 141553"/>
              <a:gd name="csY2" fmla="*/ 1769 h 143522"/>
              <a:gd name="csX3" fmla="*/ 1 w 141553"/>
              <a:gd name="csY3" fmla="*/ 7094 h 143522"/>
              <a:gd name="csX4" fmla="*/ 1 w 141553"/>
              <a:gd name="csY4" fmla="*/ 7893 h 143522"/>
              <a:gd name="csX5" fmla="*/ 18001 w 141553"/>
              <a:gd name="csY5" fmla="*/ 55082 h 143522"/>
              <a:gd name="csX6" fmla="*/ 18376 w 141553"/>
              <a:gd name="csY6" fmla="*/ 55269 h 143522"/>
              <a:gd name="csX7" fmla="*/ 5326 w 141553"/>
              <a:gd name="csY7" fmla="*/ 88509 h 143522"/>
              <a:gd name="csX8" fmla="*/ 70896 w 141553"/>
              <a:gd name="csY8" fmla="*/ 143523 h 143522"/>
              <a:gd name="csX9" fmla="*/ 136466 w 141553"/>
              <a:gd name="csY9" fmla="*/ 88509 h 143522"/>
              <a:gd name="csX10" fmla="*/ 124658 w 141553"/>
              <a:gd name="csY10" fmla="*/ 58705 h 143522"/>
              <a:gd name="csX11" fmla="*/ 122668 w 141553"/>
              <a:gd name="csY11" fmla="*/ 55507 h 143522"/>
              <a:gd name="csX12" fmla="*/ 123552 w 141553"/>
              <a:gd name="csY12" fmla="*/ 55082 h 143522"/>
              <a:gd name="csX13" fmla="*/ 141553 w 141553"/>
              <a:gd name="csY13" fmla="*/ 7893 h 143522"/>
              <a:gd name="csX14" fmla="*/ 141553 w 141553"/>
              <a:gd name="csY14" fmla="*/ 7094 h 143522"/>
              <a:gd name="csX15" fmla="*/ 136244 w 141553"/>
              <a:gd name="csY15" fmla="*/ 1769 h 143522"/>
              <a:gd name="csX16" fmla="*/ 100176 w 141553"/>
              <a:gd name="csY16" fmla="*/ 13081 h 143522"/>
              <a:gd name="csX17" fmla="*/ 70896 w 141553"/>
              <a:gd name="csY17" fmla="*/ 0 h 143522"/>
              <a:gd name="csX18" fmla="*/ 54937 w 141553"/>
              <a:gd name="csY18" fmla="*/ 40759 h 143522"/>
              <a:gd name="csX19" fmla="*/ 60263 w 141553"/>
              <a:gd name="csY19" fmla="*/ 46066 h 143522"/>
              <a:gd name="csX20" fmla="*/ 54937 w 141553"/>
              <a:gd name="csY20" fmla="*/ 51390 h 143522"/>
              <a:gd name="csX21" fmla="*/ 49629 w 141553"/>
              <a:gd name="csY21" fmla="*/ 46066 h 143522"/>
              <a:gd name="csX22" fmla="*/ 54937 w 141553"/>
              <a:gd name="csY22" fmla="*/ 40759 h 143522"/>
              <a:gd name="csX23" fmla="*/ 86838 w 141553"/>
              <a:gd name="csY23" fmla="*/ 40759 h 143522"/>
              <a:gd name="csX24" fmla="*/ 92163 w 141553"/>
              <a:gd name="csY24" fmla="*/ 46066 h 143522"/>
              <a:gd name="csX25" fmla="*/ 86838 w 141553"/>
              <a:gd name="csY25" fmla="*/ 51390 h 143522"/>
              <a:gd name="csX26" fmla="*/ 81529 w 141553"/>
              <a:gd name="csY26" fmla="*/ 46066 h 143522"/>
              <a:gd name="csX27" fmla="*/ 86838 w 141553"/>
              <a:gd name="csY27" fmla="*/ 40759 h 143522"/>
              <a:gd name="csX28" fmla="*/ 115556 w 141553"/>
              <a:gd name="csY28" fmla="*/ 42511 h 143522"/>
              <a:gd name="csX29" fmla="*/ 117751 w 141553"/>
              <a:gd name="csY29" fmla="*/ 46151 h 143522"/>
              <a:gd name="csX30" fmla="*/ 117462 w 141553"/>
              <a:gd name="csY30" fmla="*/ 46355 h 143522"/>
              <a:gd name="csX31" fmla="*/ 117462 w 141553"/>
              <a:gd name="csY31" fmla="*/ 46372 h 143522"/>
              <a:gd name="csX32" fmla="*/ 115556 w 141553"/>
              <a:gd name="csY32" fmla="*/ 42511 h 143522"/>
              <a:gd name="csX33" fmla="*/ 24143 w 141553"/>
              <a:gd name="csY33" fmla="*/ 45573 h 143522"/>
              <a:gd name="csX34" fmla="*/ 23820 w 141553"/>
              <a:gd name="csY34" fmla="*/ 46151 h 143522"/>
              <a:gd name="csX35" fmla="*/ 23803 w 141553"/>
              <a:gd name="csY35" fmla="*/ 46134 h 143522"/>
              <a:gd name="csX36" fmla="*/ 24143 w 141553"/>
              <a:gd name="csY36" fmla="*/ 45573 h 143522"/>
              <a:gd name="csX37" fmla="*/ 71083 w 141553"/>
              <a:gd name="csY37" fmla="*/ 66224 h 143522"/>
              <a:gd name="csX38" fmla="*/ 102796 w 141553"/>
              <a:gd name="csY38" fmla="*/ 93272 h 143522"/>
              <a:gd name="csX39" fmla="*/ 70709 w 141553"/>
              <a:gd name="csY39" fmla="*/ 119860 h 143522"/>
              <a:gd name="csX40" fmla="*/ 38996 w 141553"/>
              <a:gd name="csY40" fmla="*/ 92830 h 143522"/>
              <a:gd name="csX41" fmla="*/ 71083 w 141553"/>
              <a:gd name="csY41" fmla="*/ 66224 h 143522"/>
              <a:gd name="csX42" fmla="*/ 56707 w 141553"/>
              <a:gd name="csY42" fmla="*/ 86825 h 143522"/>
              <a:gd name="csX43" fmla="*/ 51705 w 141553"/>
              <a:gd name="csY43" fmla="*/ 88900 h 143522"/>
              <a:gd name="csX44" fmla="*/ 49629 w 141553"/>
              <a:gd name="csY44" fmla="*/ 93918 h 143522"/>
              <a:gd name="csX45" fmla="*/ 51705 w 141553"/>
              <a:gd name="csY45" fmla="*/ 98920 h 143522"/>
              <a:gd name="csX46" fmla="*/ 56707 w 141553"/>
              <a:gd name="csY46" fmla="*/ 100995 h 143522"/>
              <a:gd name="csX47" fmla="*/ 61726 w 141553"/>
              <a:gd name="csY47" fmla="*/ 98920 h 143522"/>
              <a:gd name="csX48" fmla="*/ 63801 w 141553"/>
              <a:gd name="csY48" fmla="*/ 93918 h 143522"/>
              <a:gd name="csX49" fmla="*/ 61726 w 141553"/>
              <a:gd name="csY49" fmla="*/ 88900 h 143522"/>
              <a:gd name="csX50" fmla="*/ 56707 w 141553"/>
              <a:gd name="csY50" fmla="*/ 86825 h 143522"/>
              <a:gd name="csX51" fmla="*/ 85068 w 141553"/>
              <a:gd name="csY51" fmla="*/ 86825 h 143522"/>
              <a:gd name="csX52" fmla="*/ 80049 w 141553"/>
              <a:gd name="csY52" fmla="*/ 88900 h 143522"/>
              <a:gd name="csX53" fmla="*/ 77973 w 141553"/>
              <a:gd name="csY53" fmla="*/ 93918 h 143522"/>
              <a:gd name="csX54" fmla="*/ 80049 w 141553"/>
              <a:gd name="csY54" fmla="*/ 98920 h 143522"/>
              <a:gd name="csX55" fmla="*/ 85068 w 141553"/>
              <a:gd name="csY55" fmla="*/ 100995 h 143522"/>
              <a:gd name="csX56" fmla="*/ 90087 w 141553"/>
              <a:gd name="csY56" fmla="*/ 98920 h 143522"/>
              <a:gd name="csX57" fmla="*/ 92163 w 141553"/>
              <a:gd name="csY57" fmla="*/ 93918 h 143522"/>
              <a:gd name="csX58" fmla="*/ 90087 w 141553"/>
              <a:gd name="csY58" fmla="*/ 88900 h 143522"/>
              <a:gd name="csX59" fmla="*/ 85068 w 141553"/>
              <a:gd name="csY59" fmla="*/ 86825 h 143522"/>
            </a:gdLst>
            <a:ahLst/>
            <a:cxnLst/>
            <a:rect l="l" t="t" r="r" b="b"/>
            <a:pathLst>
              <a:path w="100000" h="100000">
                <a:moveTo>
                  <a:pt x="50083" y="0"/>
                </a:moveTo>
                <a:cubicBezTo>
                  <a:pt x="40920" y="0"/>
                  <a:pt x="34447" y="3995"/>
                  <a:pt x="29730" y="9376"/>
                </a:cubicBezTo>
                <a:cubicBezTo>
                  <a:pt x="24549" y="3912"/>
                  <a:pt x="16240" y="1233"/>
                  <a:pt x="4397" y="1233"/>
                </a:cubicBezTo>
                <a:cubicBezTo>
                  <a:pt x="2346" y="1233"/>
                  <a:pt x="687" y="2892"/>
                  <a:pt x="687" y="4943"/>
                </a:cubicBezTo>
                <a:lnTo>
                  <a:pt x="687" y="5500"/>
                </a:lnTo>
                <a:cubicBezTo>
                  <a:pt x="675" y="13322"/>
                  <a:pt x="663" y="29608"/>
                  <a:pt x="13228" y="38379"/>
                </a:cubicBezTo>
                <a:cubicBezTo>
                  <a:pt x="13311" y="38438"/>
                  <a:pt x="13406" y="38462"/>
                  <a:pt x="13490" y="38509"/>
                </a:cubicBezTo>
                <a:cubicBezTo>
                  <a:pt x="8961" y="45905"/>
                  <a:pt x="4397" y="53562"/>
                  <a:pt x="4397" y="61669"/>
                </a:cubicBezTo>
                <a:cubicBezTo>
                  <a:pt x="4397" y="83170"/>
                  <a:pt x="24454" y="100001"/>
                  <a:pt x="50083" y="100001"/>
                </a:cubicBezTo>
                <a:cubicBezTo>
                  <a:pt x="75700" y="100001"/>
                  <a:pt x="95770" y="83170"/>
                  <a:pt x="95770" y="61669"/>
                </a:cubicBezTo>
                <a:cubicBezTo>
                  <a:pt x="95770" y="54013"/>
                  <a:pt x="91774" y="47648"/>
                  <a:pt x="87542" y="40903"/>
                </a:cubicBezTo>
                <a:cubicBezTo>
                  <a:pt x="87080" y="40169"/>
                  <a:pt x="86618" y="39422"/>
                  <a:pt x="86156" y="38675"/>
                </a:cubicBezTo>
                <a:cubicBezTo>
                  <a:pt x="86369" y="38580"/>
                  <a:pt x="86582" y="38521"/>
                  <a:pt x="86772" y="38379"/>
                </a:cubicBezTo>
                <a:cubicBezTo>
                  <a:pt x="99350" y="29596"/>
                  <a:pt x="99326" y="13322"/>
                  <a:pt x="99314" y="5500"/>
                </a:cubicBezTo>
                <a:lnTo>
                  <a:pt x="99314" y="4943"/>
                </a:lnTo>
                <a:cubicBezTo>
                  <a:pt x="99314" y="2892"/>
                  <a:pt x="97654" y="1233"/>
                  <a:pt x="95615" y="1233"/>
                </a:cubicBezTo>
                <a:cubicBezTo>
                  <a:pt x="83939" y="1233"/>
                  <a:pt x="75677" y="3829"/>
                  <a:pt x="70484" y="9114"/>
                </a:cubicBezTo>
                <a:cubicBezTo>
                  <a:pt x="65031" y="3165"/>
                  <a:pt x="58109" y="0"/>
                  <a:pt x="50083" y="0"/>
                </a:cubicBezTo>
                <a:close/>
                <a:moveTo>
                  <a:pt x="38964" y="28399"/>
                </a:moveTo>
                <a:cubicBezTo>
                  <a:pt x="41015" y="28399"/>
                  <a:pt x="42675" y="30058"/>
                  <a:pt x="42675" y="32097"/>
                </a:cubicBezTo>
                <a:cubicBezTo>
                  <a:pt x="42675" y="34147"/>
                  <a:pt x="41015" y="35806"/>
                  <a:pt x="38964" y="35806"/>
                </a:cubicBezTo>
                <a:cubicBezTo>
                  <a:pt x="36925" y="35806"/>
                  <a:pt x="35265" y="34147"/>
                  <a:pt x="35265" y="32097"/>
                </a:cubicBezTo>
                <a:cubicBezTo>
                  <a:pt x="35265" y="30058"/>
                  <a:pt x="36925" y="28399"/>
                  <a:pt x="38964" y="28399"/>
                </a:cubicBezTo>
                <a:close/>
                <a:moveTo>
                  <a:pt x="61191" y="28399"/>
                </a:moveTo>
                <a:cubicBezTo>
                  <a:pt x="63242" y="28399"/>
                  <a:pt x="64901" y="30058"/>
                  <a:pt x="64901" y="32097"/>
                </a:cubicBezTo>
                <a:cubicBezTo>
                  <a:pt x="64901" y="34147"/>
                  <a:pt x="63242" y="35806"/>
                  <a:pt x="61191" y="35806"/>
                </a:cubicBezTo>
                <a:cubicBezTo>
                  <a:pt x="59152" y="35806"/>
                  <a:pt x="57492" y="34147"/>
                  <a:pt x="57492" y="32097"/>
                </a:cubicBezTo>
                <a:cubicBezTo>
                  <a:pt x="57492" y="30058"/>
                  <a:pt x="59152" y="28399"/>
                  <a:pt x="61191" y="28399"/>
                </a:cubicBezTo>
                <a:close/>
                <a:moveTo>
                  <a:pt x="81200" y="29620"/>
                </a:moveTo>
                <a:lnTo>
                  <a:pt x="82730" y="32156"/>
                </a:lnTo>
                <a:cubicBezTo>
                  <a:pt x="82659" y="32203"/>
                  <a:pt x="82600" y="32251"/>
                  <a:pt x="82528" y="32298"/>
                </a:cubicBezTo>
                <a:lnTo>
                  <a:pt x="82528" y="32310"/>
                </a:lnTo>
                <a:cubicBezTo>
                  <a:pt x="82078" y="31421"/>
                  <a:pt x="81616" y="30533"/>
                  <a:pt x="81200" y="29620"/>
                </a:cubicBezTo>
                <a:close/>
                <a:moveTo>
                  <a:pt x="17508" y="31753"/>
                </a:moveTo>
                <a:cubicBezTo>
                  <a:pt x="17437" y="31884"/>
                  <a:pt x="17354" y="32026"/>
                  <a:pt x="17283" y="32156"/>
                </a:cubicBezTo>
                <a:lnTo>
                  <a:pt x="17271" y="32144"/>
                </a:lnTo>
                <a:lnTo>
                  <a:pt x="17508" y="31753"/>
                </a:lnTo>
                <a:close/>
                <a:moveTo>
                  <a:pt x="50214" y="46142"/>
                </a:moveTo>
                <a:cubicBezTo>
                  <a:pt x="62495" y="46225"/>
                  <a:pt x="72381" y="54664"/>
                  <a:pt x="72310" y="64988"/>
                </a:cubicBezTo>
                <a:cubicBezTo>
                  <a:pt x="72239" y="75300"/>
                  <a:pt x="62222" y="83608"/>
                  <a:pt x="49953" y="83513"/>
                </a:cubicBezTo>
                <a:cubicBezTo>
                  <a:pt x="37672" y="83430"/>
                  <a:pt x="27786" y="74991"/>
                  <a:pt x="27857" y="64680"/>
                </a:cubicBezTo>
                <a:cubicBezTo>
                  <a:pt x="27928" y="54356"/>
                  <a:pt x="37944" y="46059"/>
                  <a:pt x="50214" y="46142"/>
                </a:cubicBezTo>
                <a:close/>
                <a:moveTo>
                  <a:pt x="40197" y="60496"/>
                </a:moveTo>
                <a:cubicBezTo>
                  <a:pt x="38893" y="60496"/>
                  <a:pt x="37636" y="61017"/>
                  <a:pt x="36712" y="61942"/>
                </a:cubicBezTo>
                <a:cubicBezTo>
                  <a:pt x="35787" y="62866"/>
                  <a:pt x="35265" y="64123"/>
                  <a:pt x="35265" y="65438"/>
                </a:cubicBezTo>
                <a:cubicBezTo>
                  <a:pt x="35265" y="66742"/>
                  <a:pt x="35787" y="67999"/>
                  <a:pt x="36712" y="68923"/>
                </a:cubicBezTo>
                <a:cubicBezTo>
                  <a:pt x="37636" y="69859"/>
                  <a:pt x="38893" y="70369"/>
                  <a:pt x="40197" y="70369"/>
                </a:cubicBezTo>
                <a:cubicBezTo>
                  <a:pt x="41512" y="70369"/>
                  <a:pt x="42769" y="69859"/>
                  <a:pt x="43694" y="68923"/>
                </a:cubicBezTo>
                <a:cubicBezTo>
                  <a:pt x="44619" y="67999"/>
                  <a:pt x="45140" y="66742"/>
                  <a:pt x="45140" y="65438"/>
                </a:cubicBezTo>
                <a:cubicBezTo>
                  <a:pt x="45140" y="64123"/>
                  <a:pt x="44619" y="62866"/>
                  <a:pt x="43694" y="61942"/>
                </a:cubicBezTo>
                <a:cubicBezTo>
                  <a:pt x="42769" y="61017"/>
                  <a:pt x="41512" y="60496"/>
                  <a:pt x="40197" y="60496"/>
                </a:cubicBezTo>
                <a:close/>
                <a:moveTo>
                  <a:pt x="59958" y="60496"/>
                </a:moveTo>
                <a:cubicBezTo>
                  <a:pt x="58654" y="60496"/>
                  <a:pt x="57397" y="61017"/>
                  <a:pt x="56461" y="61942"/>
                </a:cubicBezTo>
                <a:cubicBezTo>
                  <a:pt x="55536" y="62866"/>
                  <a:pt x="55014" y="64123"/>
                  <a:pt x="55014" y="65438"/>
                </a:cubicBezTo>
                <a:cubicBezTo>
                  <a:pt x="55014" y="66742"/>
                  <a:pt x="55536" y="67999"/>
                  <a:pt x="56461" y="68923"/>
                </a:cubicBezTo>
                <a:cubicBezTo>
                  <a:pt x="57397" y="69859"/>
                  <a:pt x="58654" y="70369"/>
                  <a:pt x="59958" y="70369"/>
                </a:cubicBezTo>
                <a:cubicBezTo>
                  <a:pt x="61274" y="70369"/>
                  <a:pt x="62530" y="69859"/>
                  <a:pt x="63455" y="68923"/>
                </a:cubicBezTo>
                <a:cubicBezTo>
                  <a:pt x="64379" y="67999"/>
                  <a:pt x="64901" y="66742"/>
                  <a:pt x="64901" y="65438"/>
                </a:cubicBezTo>
                <a:cubicBezTo>
                  <a:pt x="64901" y="64123"/>
                  <a:pt x="64379" y="62866"/>
                  <a:pt x="63455" y="61942"/>
                </a:cubicBezTo>
                <a:cubicBezTo>
                  <a:pt x="62530" y="61017"/>
                  <a:pt x="61274" y="60496"/>
                  <a:pt x="59958" y="6049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8" name="Чёрный — SVG 1">
            <a:extLst>
              <a:ext uri="{FF2B5EF4-FFF2-40B4-BE49-F238E27FC236}">
                <a16:creationId xmlns:a16="http://schemas.microsoft.com/office/drawing/2014/main" id="{5BF21850-A381-474B-BE95-B00937D6795C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83251 w 141743"/>
              <a:gd name="csY0" fmla="*/ 106544 h 130580"/>
              <a:gd name="csX1" fmla="*/ 77943 w 141743"/>
              <a:gd name="csY1" fmla="*/ 101237 h 130580"/>
              <a:gd name="csX2" fmla="*/ 83251 w 141743"/>
              <a:gd name="csY2" fmla="*/ 95912 h 130580"/>
              <a:gd name="csX3" fmla="*/ 126364 w 141743"/>
              <a:gd name="csY3" fmla="*/ 95912 h 130580"/>
              <a:gd name="csX4" fmla="*/ 141744 w 141743"/>
              <a:gd name="csY4" fmla="*/ 64016 h 130580"/>
              <a:gd name="csX5" fmla="*/ 102749 w 141743"/>
              <a:gd name="csY5" fmla="*/ 25027 h 130580"/>
              <a:gd name="csX6" fmla="*/ 80036 w 141743"/>
              <a:gd name="csY6" fmla="*/ 33056 h 130580"/>
              <a:gd name="csX7" fmla="*/ 78658 w 141743"/>
              <a:gd name="csY7" fmla="*/ 33941 h 130580"/>
              <a:gd name="csX8" fmla="*/ 87539 w 141743"/>
              <a:gd name="csY8" fmla="*/ 15211 h 130580"/>
              <a:gd name="csX9" fmla="*/ 103940 w 141743"/>
              <a:gd name="csY9" fmla="*/ 10823 h 130580"/>
              <a:gd name="csX10" fmla="*/ 109810 w 141743"/>
              <a:gd name="csY10" fmla="*/ 6127 h 130580"/>
              <a:gd name="csX11" fmla="*/ 105114 w 141743"/>
              <a:gd name="csY11" fmla="*/ 259 h 130580"/>
              <a:gd name="csX12" fmla="*/ 80410 w 141743"/>
              <a:gd name="csY12" fmla="*/ 7301 h 130580"/>
              <a:gd name="csX13" fmla="*/ 73077 w 141743"/>
              <a:gd name="csY13" fmla="*/ 17015 h 130580"/>
              <a:gd name="csX14" fmla="*/ 72635 w 141743"/>
              <a:gd name="csY14" fmla="*/ 16419 h 130580"/>
              <a:gd name="csX15" fmla="*/ 51351 w 141743"/>
              <a:gd name="csY15" fmla="*/ 7318 h 130580"/>
              <a:gd name="csX16" fmla="*/ 46060 w 141743"/>
              <a:gd name="csY16" fmla="*/ 12609 h 130580"/>
              <a:gd name="csX17" fmla="*/ 51334 w 141743"/>
              <a:gd name="csY17" fmla="*/ 17950 h 130580"/>
              <a:gd name="csX18" fmla="*/ 64639 w 141743"/>
              <a:gd name="csY18" fmla="*/ 23428 h 130580"/>
              <a:gd name="csX19" fmla="*/ 67446 w 141743"/>
              <a:gd name="csY19" fmla="*/ 35540 h 130580"/>
              <a:gd name="csX20" fmla="*/ 60981 w 141743"/>
              <a:gd name="csY20" fmla="*/ 32546 h 130580"/>
              <a:gd name="csX21" fmla="*/ 38115 w 141743"/>
              <a:gd name="csY21" fmla="*/ 25044 h 130580"/>
              <a:gd name="csX22" fmla="*/ 8750 w 141743"/>
              <a:gd name="csY22" fmla="*/ 40779 h 130580"/>
              <a:gd name="csX23" fmla="*/ 1877 w 141743"/>
              <a:gd name="csY23" fmla="*/ 53384 h 130580"/>
              <a:gd name="csX24" fmla="*/ 37179 w 141743"/>
              <a:gd name="csY24" fmla="*/ 53384 h 130580"/>
              <a:gd name="csX25" fmla="*/ 42487 w 141743"/>
              <a:gd name="csY25" fmla="*/ 58709 h 130580"/>
              <a:gd name="csX26" fmla="*/ 37179 w 141743"/>
              <a:gd name="csY26" fmla="*/ 64016 h 130580"/>
              <a:gd name="csX27" fmla="*/ 5 w 141743"/>
              <a:gd name="csY27" fmla="*/ 64016 h 130580"/>
              <a:gd name="csX28" fmla="*/ 1179 w 141743"/>
              <a:gd name="csY28" fmla="*/ 73968 h 130580"/>
              <a:gd name="csX29" fmla="*/ 65013 w 141743"/>
              <a:gd name="csY29" fmla="*/ 129322 h 130580"/>
              <a:gd name="csX30" fmla="*/ 71087 w 141743"/>
              <a:gd name="csY30" fmla="*/ 130581 h 130580"/>
              <a:gd name="csX31" fmla="*/ 76871 w 141743"/>
              <a:gd name="csY31" fmla="*/ 129492 h 130580"/>
              <a:gd name="csX32" fmla="*/ 115356 w 141743"/>
              <a:gd name="csY32" fmla="*/ 106544 h 130580"/>
              <a:gd name="csX33" fmla="*/ 83251 w 141743"/>
              <a:gd name="csY33" fmla="*/ 106544 h 130580"/>
              <a:gd name="csX34" fmla="*/ 54907 w 141743"/>
              <a:gd name="csY34" fmla="*/ 81742 h 130580"/>
              <a:gd name="csX35" fmla="*/ 49582 w 141743"/>
              <a:gd name="csY35" fmla="*/ 76417 h 130580"/>
              <a:gd name="csX36" fmla="*/ 54907 w 141743"/>
              <a:gd name="csY36" fmla="*/ 71110 h 130580"/>
              <a:gd name="csX37" fmla="*/ 93885 w 141743"/>
              <a:gd name="csY37" fmla="*/ 71110 h 130580"/>
              <a:gd name="csX38" fmla="*/ 99210 w 141743"/>
              <a:gd name="csY38" fmla="*/ 76417 h 130580"/>
              <a:gd name="csX39" fmla="*/ 93885 w 141743"/>
              <a:gd name="csY39" fmla="*/ 81742 h 130580"/>
              <a:gd name="csX40" fmla="*/ 54907 w 141743"/>
              <a:gd name="csY40" fmla="*/ 81742 h 130580"/>
            </a:gdLst>
            <a:ahLst/>
            <a:cxnLst/>
            <a:rect l="l" t="t" r="r" b="b"/>
            <a:pathLst>
              <a:path w="100000" h="100000">
                <a:moveTo>
                  <a:pt x="58734" y="79105"/>
                </a:moveTo>
                <a:cubicBezTo>
                  <a:pt x="56669" y="79105"/>
                  <a:pt x="54989" y="77424"/>
                  <a:pt x="54989" y="75361"/>
                </a:cubicBezTo>
                <a:cubicBezTo>
                  <a:pt x="54989" y="73284"/>
                  <a:pt x="56669" y="71604"/>
                  <a:pt x="58734" y="71604"/>
                </a:cubicBezTo>
                <a:lnTo>
                  <a:pt x="89150" y="71604"/>
                </a:lnTo>
                <a:cubicBezTo>
                  <a:pt x="95727" y="64283"/>
                  <a:pt x="100001" y="56398"/>
                  <a:pt x="100001" y="49101"/>
                </a:cubicBezTo>
                <a:cubicBezTo>
                  <a:pt x="100001" y="33931"/>
                  <a:pt x="87661" y="21594"/>
                  <a:pt x="72490" y="21594"/>
                </a:cubicBezTo>
                <a:cubicBezTo>
                  <a:pt x="66681" y="21594"/>
                  <a:pt x="61291" y="23503"/>
                  <a:pt x="56466" y="27259"/>
                </a:cubicBezTo>
                <a:cubicBezTo>
                  <a:pt x="56166" y="27499"/>
                  <a:pt x="55829" y="27691"/>
                  <a:pt x="55493" y="27883"/>
                </a:cubicBezTo>
                <a:cubicBezTo>
                  <a:pt x="56190" y="23803"/>
                  <a:pt x="57834" y="18162"/>
                  <a:pt x="61759" y="14669"/>
                </a:cubicBezTo>
                <a:cubicBezTo>
                  <a:pt x="64687" y="12053"/>
                  <a:pt x="68481" y="11033"/>
                  <a:pt x="73330" y="11573"/>
                </a:cubicBezTo>
                <a:cubicBezTo>
                  <a:pt x="75382" y="11777"/>
                  <a:pt x="77231" y="10325"/>
                  <a:pt x="77471" y="8260"/>
                </a:cubicBezTo>
                <a:cubicBezTo>
                  <a:pt x="77699" y="6209"/>
                  <a:pt x="76210" y="4348"/>
                  <a:pt x="74158" y="4120"/>
                </a:cubicBezTo>
                <a:cubicBezTo>
                  <a:pt x="67148" y="3352"/>
                  <a:pt x="61291" y="5009"/>
                  <a:pt x="56729" y="9089"/>
                </a:cubicBezTo>
                <a:cubicBezTo>
                  <a:pt x="54521" y="11081"/>
                  <a:pt x="52841" y="13457"/>
                  <a:pt x="51556" y="15942"/>
                </a:cubicBezTo>
                <a:cubicBezTo>
                  <a:pt x="51449" y="15797"/>
                  <a:pt x="51352" y="15653"/>
                  <a:pt x="51244" y="15521"/>
                </a:cubicBezTo>
                <a:cubicBezTo>
                  <a:pt x="45735" y="9173"/>
                  <a:pt x="36613" y="9101"/>
                  <a:pt x="36228" y="9101"/>
                </a:cubicBezTo>
                <a:cubicBezTo>
                  <a:pt x="34164" y="9101"/>
                  <a:pt x="32495" y="10769"/>
                  <a:pt x="32495" y="12833"/>
                </a:cubicBezTo>
                <a:cubicBezTo>
                  <a:pt x="32483" y="14898"/>
                  <a:pt x="34152" y="16578"/>
                  <a:pt x="36216" y="16602"/>
                </a:cubicBezTo>
                <a:cubicBezTo>
                  <a:pt x="36276" y="16602"/>
                  <a:pt x="42362" y="16697"/>
                  <a:pt x="45603" y="20466"/>
                </a:cubicBezTo>
                <a:cubicBezTo>
                  <a:pt x="47319" y="22471"/>
                  <a:pt x="47955" y="25362"/>
                  <a:pt x="47583" y="29011"/>
                </a:cubicBezTo>
                <a:cubicBezTo>
                  <a:pt x="45987" y="28627"/>
                  <a:pt x="44427" y="27943"/>
                  <a:pt x="43022" y="26899"/>
                </a:cubicBezTo>
                <a:cubicBezTo>
                  <a:pt x="38161" y="23250"/>
                  <a:pt x="32699" y="21582"/>
                  <a:pt x="26890" y="21606"/>
                </a:cubicBezTo>
                <a:cubicBezTo>
                  <a:pt x="18944" y="21774"/>
                  <a:pt x="11395" y="25819"/>
                  <a:pt x="6173" y="32707"/>
                </a:cubicBezTo>
                <a:cubicBezTo>
                  <a:pt x="3964" y="35612"/>
                  <a:pt x="2368" y="38589"/>
                  <a:pt x="1324" y="41600"/>
                </a:cubicBezTo>
                <a:lnTo>
                  <a:pt x="26230" y="41600"/>
                </a:lnTo>
                <a:cubicBezTo>
                  <a:pt x="28295" y="41600"/>
                  <a:pt x="29975" y="43281"/>
                  <a:pt x="29975" y="45357"/>
                </a:cubicBezTo>
                <a:cubicBezTo>
                  <a:pt x="29975" y="47421"/>
                  <a:pt x="28295" y="49101"/>
                  <a:pt x="26230" y="49101"/>
                </a:cubicBezTo>
                <a:lnTo>
                  <a:pt x="4" y="49101"/>
                </a:lnTo>
                <a:cubicBezTo>
                  <a:pt x="-32" y="51418"/>
                  <a:pt x="207" y="53758"/>
                  <a:pt x="832" y="56122"/>
                </a:cubicBezTo>
                <a:cubicBezTo>
                  <a:pt x="6089" y="76140"/>
                  <a:pt x="34080" y="90098"/>
                  <a:pt x="45867" y="95175"/>
                </a:cubicBezTo>
                <a:cubicBezTo>
                  <a:pt x="47223" y="95762"/>
                  <a:pt x="48675" y="96063"/>
                  <a:pt x="50152" y="96063"/>
                </a:cubicBezTo>
                <a:cubicBezTo>
                  <a:pt x="51520" y="96063"/>
                  <a:pt x="52901" y="95799"/>
                  <a:pt x="54233" y="95295"/>
                </a:cubicBezTo>
                <a:cubicBezTo>
                  <a:pt x="63655" y="91718"/>
                  <a:pt x="73354" y="85909"/>
                  <a:pt x="81384" y="79105"/>
                </a:cubicBezTo>
                <a:lnTo>
                  <a:pt x="58734" y="79105"/>
                </a:lnTo>
                <a:close/>
                <a:moveTo>
                  <a:pt x="38737" y="61607"/>
                </a:moveTo>
                <a:cubicBezTo>
                  <a:pt x="36661" y="61607"/>
                  <a:pt x="34980" y="59926"/>
                  <a:pt x="34980" y="57850"/>
                </a:cubicBezTo>
                <a:cubicBezTo>
                  <a:pt x="34980" y="55786"/>
                  <a:pt x="36661" y="54106"/>
                  <a:pt x="38737" y="54106"/>
                </a:cubicBezTo>
                <a:lnTo>
                  <a:pt x="66236" y="54106"/>
                </a:lnTo>
                <a:cubicBezTo>
                  <a:pt x="68312" y="54106"/>
                  <a:pt x="69993" y="55786"/>
                  <a:pt x="69993" y="57850"/>
                </a:cubicBezTo>
                <a:cubicBezTo>
                  <a:pt x="69993" y="59926"/>
                  <a:pt x="68312" y="61607"/>
                  <a:pt x="66236" y="61607"/>
                </a:cubicBezTo>
                <a:lnTo>
                  <a:pt x="38737" y="6160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9" name="Чёрный — SVG 2">
            <a:extLst>
              <a:ext uri="{FF2B5EF4-FFF2-40B4-BE49-F238E27FC236}">
                <a16:creationId xmlns:a16="http://schemas.microsoft.com/office/drawing/2014/main" id="{6AE6B072-7817-BE4E-A86C-B8A069694330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108089 h 127583"/>
              <a:gd name="csX4" fmla="*/ 19497 w 127600"/>
              <a:gd name="csY4" fmla="*/ 127583 h 127583"/>
              <a:gd name="csX5" fmla="*/ 108103 w 127600"/>
              <a:gd name="csY5" fmla="*/ 127583 h 127583"/>
              <a:gd name="csX6" fmla="*/ 127601 w 127600"/>
              <a:gd name="csY6" fmla="*/ 108089 h 127583"/>
              <a:gd name="csX7" fmla="*/ 127601 w 127600"/>
              <a:gd name="csY7" fmla="*/ 19495 h 127583"/>
              <a:gd name="csX8" fmla="*/ 108103 w 127600"/>
              <a:gd name="csY8" fmla="*/ 0 h 127583"/>
              <a:gd name="csX9" fmla="*/ 59105 w 127600"/>
              <a:gd name="csY9" fmla="*/ 40946 h 127583"/>
              <a:gd name="csX10" fmla="*/ 74434 w 127600"/>
              <a:gd name="csY10" fmla="*/ 28358 h 127583"/>
              <a:gd name="csX11" fmla="*/ 74434 w 127600"/>
              <a:gd name="csY11" fmla="*/ 46066 h 127583"/>
              <a:gd name="csX12" fmla="*/ 63987 w 127600"/>
              <a:gd name="csY12" fmla="*/ 57327 h 127583"/>
              <a:gd name="csX13" fmla="*/ 59105 w 127600"/>
              <a:gd name="csY13" fmla="*/ 40946 h 127583"/>
              <a:gd name="csX14" fmla="*/ 49628 w 127600"/>
              <a:gd name="csY14" fmla="*/ 46066 h 127583"/>
              <a:gd name="csX15" fmla="*/ 56127 w 127600"/>
              <a:gd name="csY15" fmla="*/ 62022 h 127583"/>
              <a:gd name="csX16" fmla="*/ 47808 w 127600"/>
              <a:gd name="csY16" fmla="*/ 75699 h 127583"/>
              <a:gd name="csX17" fmla="*/ 40407 w 127600"/>
              <a:gd name="csY17" fmla="*/ 61614 h 127583"/>
              <a:gd name="csX18" fmla="*/ 49628 w 127600"/>
              <a:gd name="csY18" fmla="*/ 46066 h 127583"/>
              <a:gd name="csX19" fmla="*/ 29722 w 127600"/>
              <a:gd name="csY19" fmla="*/ 93782 h 127583"/>
              <a:gd name="csX20" fmla="*/ 22322 w 127600"/>
              <a:gd name="csY20" fmla="*/ 79714 h 127583"/>
              <a:gd name="csX21" fmla="*/ 31900 w 127600"/>
              <a:gd name="csY21" fmla="*/ 63792 h 127583"/>
              <a:gd name="csX22" fmla="*/ 38025 w 127600"/>
              <a:gd name="csY22" fmla="*/ 80122 h 127583"/>
              <a:gd name="csX23" fmla="*/ 29722 w 127600"/>
              <a:gd name="csY23" fmla="*/ 93782 h 127583"/>
              <a:gd name="csX24" fmla="*/ 48318 w 127600"/>
              <a:gd name="csY24" fmla="*/ 105707 h 127583"/>
              <a:gd name="csX25" fmla="*/ 34248 w 127600"/>
              <a:gd name="csY25" fmla="*/ 98307 h 127583"/>
              <a:gd name="csX26" fmla="*/ 47910 w 127600"/>
              <a:gd name="csY26" fmla="*/ 89989 h 127583"/>
              <a:gd name="csX27" fmla="*/ 63800 w 127600"/>
              <a:gd name="csY27" fmla="*/ 95687 h 127583"/>
              <a:gd name="csX28" fmla="*/ 48318 w 127600"/>
              <a:gd name="csY28" fmla="*/ 105707 h 127583"/>
              <a:gd name="csX29" fmla="*/ 66420 w 127600"/>
              <a:gd name="csY29" fmla="*/ 87607 h 127583"/>
              <a:gd name="csX30" fmla="*/ 52333 w 127600"/>
              <a:gd name="csY30" fmla="*/ 80207 h 127583"/>
              <a:gd name="csX31" fmla="*/ 66012 w 127600"/>
              <a:gd name="csY31" fmla="*/ 71906 h 127583"/>
              <a:gd name="csX32" fmla="*/ 81528 w 127600"/>
              <a:gd name="csY32" fmla="*/ 77962 h 127583"/>
              <a:gd name="csX33" fmla="*/ 66420 w 127600"/>
              <a:gd name="csY33" fmla="*/ 87607 h 127583"/>
              <a:gd name="csX34" fmla="*/ 87092 w 127600"/>
              <a:gd name="csY34" fmla="*/ 68929 h 127583"/>
              <a:gd name="csX35" fmla="*/ 70708 w 127600"/>
              <a:gd name="csY35" fmla="*/ 64047 h 127583"/>
              <a:gd name="csX36" fmla="*/ 81528 w 127600"/>
              <a:gd name="csY36" fmla="*/ 53160 h 127583"/>
              <a:gd name="csX37" fmla="*/ 99239 w 127600"/>
              <a:gd name="csY37" fmla="*/ 53160 h 127583"/>
              <a:gd name="csX38" fmla="*/ 87092 w 127600"/>
              <a:gd name="csY38" fmla="*/ 68929 h 127583"/>
              <a:gd name="csX39" fmla="*/ 101230 w 127600"/>
              <a:gd name="csY39" fmla="*/ 40469 h 127583"/>
              <a:gd name="csX40" fmla="*/ 84165 w 127600"/>
              <a:gd name="csY40" fmla="*/ 44127 h 127583"/>
              <a:gd name="csX41" fmla="*/ 87398 w 127600"/>
              <a:gd name="csY41" fmla="*/ 27218 h 127583"/>
              <a:gd name="csX42" fmla="*/ 106334 w 127600"/>
              <a:gd name="csY42" fmla="*/ 21264 h 127583"/>
              <a:gd name="csX43" fmla="*/ 101230 w 127600"/>
              <a:gd name="csY43" fmla="*/ 40469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  <a:moveTo>
                  <a:pt x="46321" y="32096"/>
                </a:moveTo>
                <a:cubicBezTo>
                  <a:pt x="47853" y="26043"/>
                  <a:pt x="53747" y="22591"/>
                  <a:pt x="58334" y="22231"/>
                </a:cubicBezTo>
                <a:cubicBezTo>
                  <a:pt x="58720" y="21870"/>
                  <a:pt x="61400" y="27909"/>
                  <a:pt x="58334" y="36109"/>
                </a:cubicBezTo>
                <a:cubicBezTo>
                  <a:pt x="56040" y="42174"/>
                  <a:pt x="51294" y="45281"/>
                  <a:pt x="50147" y="44934"/>
                </a:cubicBezTo>
                <a:cubicBezTo>
                  <a:pt x="49000" y="44574"/>
                  <a:pt x="44414" y="39588"/>
                  <a:pt x="46321" y="32096"/>
                </a:cubicBezTo>
                <a:close/>
                <a:moveTo>
                  <a:pt x="38893" y="36109"/>
                </a:moveTo>
                <a:cubicBezTo>
                  <a:pt x="38893" y="36109"/>
                  <a:pt x="43987" y="39228"/>
                  <a:pt x="43987" y="48613"/>
                </a:cubicBezTo>
                <a:cubicBezTo>
                  <a:pt x="43987" y="55066"/>
                  <a:pt x="39734" y="59332"/>
                  <a:pt x="37467" y="59332"/>
                </a:cubicBezTo>
                <a:cubicBezTo>
                  <a:pt x="35213" y="59332"/>
                  <a:pt x="31667" y="57346"/>
                  <a:pt x="31667" y="48293"/>
                </a:cubicBezTo>
                <a:cubicBezTo>
                  <a:pt x="31680" y="39228"/>
                  <a:pt x="38893" y="36109"/>
                  <a:pt x="38893" y="36109"/>
                </a:cubicBezTo>
                <a:close/>
                <a:moveTo>
                  <a:pt x="23293" y="73504"/>
                </a:moveTo>
                <a:cubicBezTo>
                  <a:pt x="21027" y="73504"/>
                  <a:pt x="17494" y="71531"/>
                  <a:pt x="17494" y="62478"/>
                </a:cubicBezTo>
                <a:cubicBezTo>
                  <a:pt x="17494" y="53413"/>
                  <a:pt x="25000" y="50000"/>
                  <a:pt x="25000" y="50000"/>
                </a:cubicBezTo>
                <a:cubicBezTo>
                  <a:pt x="25000" y="50000"/>
                  <a:pt x="29800" y="53413"/>
                  <a:pt x="29800" y="62798"/>
                </a:cubicBezTo>
                <a:cubicBezTo>
                  <a:pt x="29813" y="69251"/>
                  <a:pt x="25560" y="73504"/>
                  <a:pt x="23293" y="73504"/>
                </a:cubicBezTo>
                <a:close/>
                <a:moveTo>
                  <a:pt x="37867" y="82849"/>
                </a:moveTo>
                <a:cubicBezTo>
                  <a:pt x="28813" y="82849"/>
                  <a:pt x="26840" y="79316"/>
                  <a:pt x="26840" y="77050"/>
                </a:cubicBezTo>
                <a:cubicBezTo>
                  <a:pt x="26840" y="74783"/>
                  <a:pt x="31093" y="70531"/>
                  <a:pt x="37547" y="70531"/>
                </a:cubicBezTo>
                <a:cubicBezTo>
                  <a:pt x="46933" y="70531"/>
                  <a:pt x="50000" y="74996"/>
                  <a:pt x="50000" y="74996"/>
                </a:cubicBezTo>
                <a:cubicBezTo>
                  <a:pt x="50000" y="74996"/>
                  <a:pt x="46933" y="82849"/>
                  <a:pt x="37867" y="82849"/>
                </a:cubicBezTo>
                <a:close/>
                <a:moveTo>
                  <a:pt x="52053" y="68664"/>
                </a:moveTo>
                <a:cubicBezTo>
                  <a:pt x="42987" y="68664"/>
                  <a:pt x="41013" y="65131"/>
                  <a:pt x="41013" y="62865"/>
                </a:cubicBezTo>
                <a:cubicBezTo>
                  <a:pt x="41013" y="60598"/>
                  <a:pt x="45280" y="56359"/>
                  <a:pt x="51734" y="56359"/>
                </a:cubicBezTo>
                <a:cubicBezTo>
                  <a:pt x="61120" y="56359"/>
                  <a:pt x="63893" y="61105"/>
                  <a:pt x="63893" y="61105"/>
                </a:cubicBezTo>
                <a:cubicBezTo>
                  <a:pt x="63893" y="61105"/>
                  <a:pt x="61120" y="68664"/>
                  <a:pt x="52053" y="68664"/>
                </a:cubicBezTo>
                <a:close/>
                <a:moveTo>
                  <a:pt x="68254" y="54026"/>
                </a:moveTo>
                <a:cubicBezTo>
                  <a:pt x="60760" y="55933"/>
                  <a:pt x="55774" y="51347"/>
                  <a:pt x="55414" y="50200"/>
                </a:cubicBezTo>
                <a:cubicBezTo>
                  <a:pt x="55053" y="49054"/>
                  <a:pt x="57827" y="43961"/>
                  <a:pt x="63893" y="41668"/>
                </a:cubicBezTo>
                <a:cubicBezTo>
                  <a:pt x="72093" y="38615"/>
                  <a:pt x="78134" y="41281"/>
                  <a:pt x="77774" y="41668"/>
                </a:cubicBezTo>
                <a:cubicBezTo>
                  <a:pt x="77427" y="46254"/>
                  <a:pt x="74307" y="52493"/>
                  <a:pt x="68254" y="54026"/>
                </a:cubicBezTo>
                <a:close/>
                <a:moveTo>
                  <a:pt x="79334" y="31722"/>
                </a:moveTo>
                <a:cubicBezTo>
                  <a:pt x="73547" y="37455"/>
                  <a:pt x="67040" y="35295"/>
                  <a:pt x="65960" y="34589"/>
                </a:cubicBezTo>
                <a:cubicBezTo>
                  <a:pt x="64867" y="33509"/>
                  <a:pt x="63067" y="27057"/>
                  <a:pt x="68494" y="21337"/>
                </a:cubicBezTo>
                <a:cubicBezTo>
                  <a:pt x="73187" y="16671"/>
                  <a:pt x="83334" y="16671"/>
                  <a:pt x="83334" y="16671"/>
                </a:cubicBezTo>
                <a:cubicBezTo>
                  <a:pt x="83334" y="16671"/>
                  <a:pt x="83680" y="27057"/>
                  <a:pt x="79334" y="3172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0" name="Чёрный — SVG 3">
            <a:extLst>
              <a:ext uri="{FF2B5EF4-FFF2-40B4-BE49-F238E27FC236}">
                <a16:creationId xmlns:a16="http://schemas.microsoft.com/office/drawing/2014/main" id="{1EBDD098-13C8-3C4D-905C-EC8CAEF8F4A7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95700 w 145328"/>
              <a:gd name="csY0" fmla="*/ 0 h 159479"/>
              <a:gd name="csX1" fmla="*/ 85067 w 145328"/>
              <a:gd name="csY1" fmla="*/ 10632 h 159479"/>
              <a:gd name="csX2" fmla="*/ 91941 w 145328"/>
              <a:gd name="csY2" fmla="*/ 20549 h 159479"/>
              <a:gd name="csX3" fmla="*/ 112289 w 145328"/>
              <a:gd name="csY3" fmla="*/ 10632 h 159479"/>
              <a:gd name="csX4" fmla="*/ 128349 w 145328"/>
              <a:gd name="csY4" fmla="*/ 16246 h 159479"/>
              <a:gd name="csX5" fmla="*/ 131139 w 145328"/>
              <a:gd name="csY5" fmla="*/ 10632 h 159479"/>
              <a:gd name="csX6" fmla="*/ 124062 w 145328"/>
              <a:gd name="csY6" fmla="*/ 3538 h 159479"/>
              <a:gd name="csX7" fmla="*/ 119655 w 145328"/>
              <a:gd name="csY7" fmla="*/ 5120 h 159479"/>
              <a:gd name="csX8" fmla="*/ 111642 w 145328"/>
              <a:gd name="csY8" fmla="*/ 0 h 159479"/>
              <a:gd name="csX9" fmla="*/ 104139 w 145328"/>
              <a:gd name="csY9" fmla="*/ 4219 h 159479"/>
              <a:gd name="csX10" fmla="*/ 95700 w 145328"/>
              <a:gd name="csY10" fmla="*/ 0 h 159479"/>
              <a:gd name="csX11" fmla="*/ 112289 w 145328"/>
              <a:gd name="csY11" fmla="*/ 17726 h 159479"/>
              <a:gd name="csX12" fmla="*/ 93625 w 145328"/>
              <a:gd name="csY12" fmla="*/ 33903 h 159479"/>
              <a:gd name="csX13" fmla="*/ 89423 w 145328"/>
              <a:gd name="csY13" fmla="*/ 63230 h 159479"/>
              <a:gd name="csX14" fmla="*/ 53167 w 145328"/>
              <a:gd name="csY14" fmla="*/ 92132 h 159479"/>
              <a:gd name="csX15" fmla="*/ 53167 w 145328"/>
              <a:gd name="csY15" fmla="*/ 85056 h 159479"/>
              <a:gd name="csX16" fmla="*/ 38995 w 145328"/>
              <a:gd name="csY16" fmla="*/ 70885 h 159479"/>
              <a:gd name="csX17" fmla="*/ 28361 w 145328"/>
              <a:gd name="csY17" fmla="*/ 75682 h 159479"/>
              <a:gd name="csX18" fmla="*/ 28361 w 145328"/>
              <a:gd name="csY18" fmla="*/ 74424 h 159479"/>
              <a:gd name="csX19" fmla="*/ 14172 w 145328"/>
              <a:gd name="csY19" fmla="*/ 60253 h 159479"/>
              <a:gd name="csX20" fmla="*/ 0 w 145328"/>
              <a:gd name="csY20" fmla="*/ 74424 h 159479"/>
              <a:gd name="csX21" fmla="*/ 0 w 145328"/>
              <a:gd name="csY21" fmla="*/ 93918 h 159479"/>
              <a:gd name="csX22" fmla="*/ 63800 w 145328"/>
              <a:gd name="csY22" fmla="*/ 159479 h 159479"/>
              <a:gd name="csX23" fmla="*/ 101349 w 145328"/>
              <a:gd name="csY23" fmla="*/ 148677 h 159479"/>
              <a:gd name="csX24" fmla="*/ 107116 w 145328"/>
              <a:gd name="csY24" fmla="*/ 122429 h 159479"/>
              <a:gd name="csX25" fmla="*/ 91464 w 145328"/>
              <a:gd name="csY25" fmla="*/ 106251 h 159479"/>
              <a:gd name="csX26" fmla="*/ 88674 w 145328"/>
              <a:gd name="csY26" fmla="*/ 102084 h 159479"/>
              <a:gd name="csX27" fmla="*/ 92842 w 145328"/>
              <a:gd name="csY27" fmla="*/ 99294 h 159479"/>
              <a:gd name="csX28" fmla="*/ 113905 w 145328"/>
              <a:gd name="csY28" fmla="*/ 120388 h 159479"/>
              <a:gd name="csX29" fmla="*/ 114789 w 145328"/>
              <a:gd name="csY29" fmla="*/ 136990 h 159479"/>
              <a:gd name="csX30" fmla="*/ 131139 w 145328"/>
              <a:gd name="csY30" fmla="*/ 92149 h 159479"/>
              <a:gd name="csX31" fmla="*/ 131139 w 145328"/>
              <a:gd name="csY31" fmla="*/ 60253 h 159479"/>
              <a:gd name="csX32" fmla="*/ 143593 w 145328"/>
              <a:gd name="csY32" fmla="*/ 47801 h 159479"/>
              <a:gd name="csX33" fmla="*/ 145329 w 145328"/>
              <a:gd name="csY33" fmla="*/ 43616 h 159479"/>
              <a:gd name="csX34" fmla="*/ 140837 w 145328"/>
              <a:gd name="csY34" fmla="*/ 37867 h 159479"/>
              <a:gd name="csX35" fmla="*/ 131139 w 145328"/>
              <a:gd name="csY35" fmla="*/ 35434 h 159479"/>
              <a:gd name="csX36" fmla="*/ 131088 w 145328"/>
              <a:gd name="csY36" fmla="*/ 35944 h 159479"/>
              <a:gd name="csX37" fmla="*/ 112289 w 145328"/>
              <a:gd name="csY37" fmla="*/ 17726 h 159479"/>
              <a:gd name="csX38" fmla="*/ 111642 w 145328"/>
              <a:gd name="csY38" fmla="*/ 35434 h 159479"/>
              <a:gd name="csX39" fmla="*/ 116967 w 145328"/>
              <a:gd name="csY39" fmla="*/ 40759 h 159479"/>
              <a:gd name="csX40" fmla="*/ 111642 w 145328"/>
              <a:gd name="csY40" fmla="*/ 46066 h 159479"/>
              <a:gd name="csX41" fmla="*/ 106334 w 145328"/>
              <a:gd name="csY41" fmla="*/ 40759 h 159479"/>
              <a:gd name="csX42" fmla="*/ 111642 w 145328"/>
              <a:gd name="csY42" fmla="*/ 35434 h 159479"/>
            </a:gdLst>
            <a:ahLst/>
            <a:cxnLst/>
            <a:rect l="l" t="t" r="r" b="b"/>
            <a:pathLst>
              <a:path w="100000" h="100000">
                <a:moveTo>
                  <a:pt x="64445" y="0"/>
                </a:moveTo>
                <a:cubicBezTo>
                  <a:pt x="60764" y="0"/>
                  <a:pt x="57777" y="2987"/>
                  <a:pt x="57777" y="6667"/>
                </a:cubicBezTo>
                <a:cubicBezTo>
                  <a:pt x="57777" y="9515"/>
                  <a:pt x="59580" y="11936"/>
                  <a:pt x="62087" y="12885"/>
                </a:cubicBezTo>
                <a:cubicBezTo>
                  <a:pt x="65106" y="9088"/>
                  <a:pt x="69747" y="6667"/>
                  <a:pt x="74847" y="6667"/>
                </a:cubicBezTo>
                <a:cubicBezTo>
                  <a:pt x="78644" y="6667"/>
                  <a:pt x="82143" y="7989"/>
                  <a:pt x="84917" y="10187"/>
                </a:cubicBezTo>
                <a:cubicBezTo>
                  <a:pt x="85973" y="9365"/>
                  <a:pt x="86666" y="8106"/>
                  <a:pt x="86666" y="6667"/>
                </a:cubicBezTo>
                <a:cubicBezTo>
                  <a:pt x="86666" y="4213"/>
                  <a:pt x="84682" y="2218"/>
                  <a:pt x="82229" y="2218"/>
                </a:cubicBezTo>
                <a:cubicBezTo>
                  <a:pt x="81173" y="2218"/>
                  <a:pt x="80223" y="2603"/>
                  <a:pt x="79465" y="3210"/>
                </a:cubicBezTo>
                <a:cubicBezTo>
                  <a:pt x="78580" y="1322"/>
                  <a:pt x="76671" y="0"/>
                  <a:pt x="74441" y="0"/>
                </a:cubicBezTo>
                <a:cubicBezTo>
                  <a:pt x="72446" y="0"/>
                  <a:pt x="70707" y="1067"/>
                  <a:pt x="69736" y="2645"/>
                </a:cubicBezTo>
                <a:cubicBezTo>
                  <a:pt x="68510" y="1045"/>
                  <a:pt x="66610" y="0"/>
                  <a:pt x="64445" y="0"/>
                </a:cubicBezTo>
                <a:close/>
                <a:moveTo>
                  <a:pt x="74847" y="11115"/>
                </a:moveTo>
                <a:cubicBezTo>
                  <a:pt x="69000" y="11115"/>
                  <a:pt x="63965" y="15477"/>
                  <a:pt x="63143" y="21259"/>
                </a:cubicBezTo>
                <a:lnTo>
                  <a:pt x="60509" y="39648"/>
                </a:lnTo>
                <a:cubicBezTo>
                  <a:pt x="58983" y="50357"/>
                  <a:pt x="47600" y="57589"/>
                  <a:pt x="37775" y="57771"/>
                </a:cubicBezTo>
                <a:lnTo>
                  <a:pt x="37775" y="53334"/>
                </a:lnTo>
                <a:cubicBezTo>
                  <a:pt x="37775" y="48426"/>
                  <a:pt x="33785" y="44448"/>
                  <a:pt x="28888" y="44448"/>
                </a:cubicBezTo>
                <a:cubicBezTo>
                  <a:pt x="26231" y="44448"/>
                  <a:pt x="23842" y="45611"/>
                  <a:pt x="22220" y="47456"/>
                </a:cubicBezTo>
                <a:lnTo>
                  <a:pt x="22220" y="46667"/>
                </a:lnTo>
                <a:cubicBezTo>
                  <a:pt x="22220" y="41760"/>
                  <a:pt x="18230" y="37781"/>
                  <a:pt x="13323" y="37781"/>
                </a:cubicBezTo>
                <a:cubicBezTo>
                  <a:pt x="8427" y="37781"/>
                  <a:pt x="4437" y="41760"/>
                  <a:pt x="4437" y="46667"/>
                </a:cubicBezTo>
                <a:lnTo>
                  <a:pt x="4437" y="58891"/>
                </a:lnTo>
                <a:cubicBezTo>
                  <a:pt x="4437" y="83094"/>
                  <a:pt x="20887" y="100000"/>
                  <a:pt x="44442" y="100000"/>
                </a:cubicBezTo>
                <a:cubicBezTo>
                  <a:pt x="53296" y="100000"/>
                  <a:pt x="61340" y="97526"/>
                  <a:pt x="67987" y="93227"/>
                </a:cubicBezTo>
                <a:cubicBezTo>
                  <a:pt x="72009" y="88715"/>
                  <a:pt x="73385" y="82656"/>
                  <a:pt x="71603" y="76768"/>
                </a:cubicBezTo>
                <a:cubicBezTo>
                  <a:pt x="70003" y="71477"/>
                  <a:pt x="66152" y="67499"/>
                  <a:pt x="61788" y="66624"/>
                </a:cubicBezTo>
                <a:cubicBezTo>
                  <a:pt x="60583" y="66379"/>
                  <a:pt x="59804" y="65216"/>
                  <a:pt x="60039" y="64011"/>
                </a:cubicBezTo>
                <a:cubicBezTo>
                  <a:pt x="60284" y="62805"/>
                  <a:pt x="61458" y="62016"/>
                  <a:pt x="62652" y="62261"/>
                </a:cubicBezTo>
                <a:cubicBezTo>
                  <a:pt x="68702" y="63477"/>
                  <a:pt x="73758" y="68544"/>
                  <a:pt x="75860" y="75488"/>
                </a:cubicBezTo>
                <a:cubicBezTo>
                  <a:pt x="76916" y="78976"/>
                  <a:pt x="77054" y="82517"/>
                  <a:pt x="76414" y="85898"/>
                </a:cubicBezTo>
                <a:cubicBezTo>
                  <a:pt x="82837" y="78528"/>
                  <a:pt x="86666" y="68790"/>
                  <a:pt x="86666" y="57781"/>
                </a:cubicBezTo>
                <a:lnTo>
                  <a:pt x="86666" y="37781"/>
                </a:lnTo>
                <a:lnTo>
                  <a:pt x="94475" y="29973"/>
                </a:lnTo>
                <a:cubicBezTo>
                  <a:pt x="95169" y="29280"/>
                  <a:pt x="95564" y="28331"/>
                  <a:pt x="95564" y="27349"/>
                </a:cubicBezTo>
                <a:cubicBezTo>
                  <a:pt x="95564" y="25643"/>
                  <a:pt x="94401" y="24149"/>
                  <a:pt x="92747" y="23744"/>
                </a:cubicBezTo>
                <a:lnTo>
                  <a:pt x="86666" y="22219"/>
                </a:lnTo>
                <a:lnTo>
                  <a:pt x="86634" y="22538"/>
                </a:lnTo>
                <a:cubicBezTo>
                  <a:pt x="86421" y="16203"/>
                  <a:pt x="81225" y="11115"/>
                  <a:pt x="74847" y="11115"/>
                </a:cubicBezTo>
                <a:close/>
                <a:moveTo>
                  <a:pt x="74441" y="22219"/>
                </a:moveTo>
                <a:cubicBezTo>
                  <a:pt x="76286" y="22219"/>
                  <a:pt x="77780" y="23712"/>
                  <a:pt x="77780" y="25558"/>
                </a:cubicBezTo>
                <a:cubicBezTo>
                  <a:pt x="77780" y="27392"/>
                  <a:pt x="76286" y="28885"/>
                  <a:pt x="74441" y="28885"/>
                </a:cubicBezTo>
                <a:cubicBezTo>
                  <a:pt x="72606" y="28885"/>
                  <a:pt x="71112" y="27392"/>
                  <a:pt x="71112" y="25558"/>
                </a:cubicBezTo>
                <a:cubicBezTo>
                  <a:pt x="71112" y="23712"/>
                  <a:pt x="72606" y="22219"/>
                  <a:pt x="74441" y="2221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1" name="Чёрный — SVG 4">
            <a:extLst>
              <a:ext uri="{FF2B5EF4-FFF2-40B4-BE49-F238E27FC236}">
                <a16:creationId xmlns:a16="http://schemas.microsoft.com/office/drawing/2014/main" id="{552B4DD6-89F0-7E4E-BE18-85058890314A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52301 w 113143"/>
              <a:gd name="csY0" fmla="*/ 0 h 159240"/>
              <a:gd name="csX1" fmla="*/ 27068 w 113143"/>
              <a:gd name="csY1" fmla="*/ 21026 h 159240"/>
              <a:gd name="csX2" fmla="*/ 52301 w 113143"/>
              <a:gd name="csY2" fmla="*/ 21026 h 159240"/>
              <a:gd name="csX3" fmla="*/ 52301 w 113143"/>
              <a:gd name="csY3" fmla="*/ 0 h 159240"/>
              <a:gd name="csX4" fmla="*/ 59515 w 113143"/>
              <a:gd name="csY4" fmla="*/ 34 h 159240"/>
              <a:gd name="csX5" fmla="*/ 59411 w 113143"/>
              <a:gd name="csY5" fmla="*/ 21026 h 159240"/>
              <a:gd name="csX6" fmla="*/ 85489 w 113143"/>
              <a:gd name="csY6" fmla="*/ 21026 h 159240"/>
              <a:gd name="csX7" fmla="*/ 59515 w 113143"/>
              <a:gd name="csY7" fmla="*/ 34 h 159240"/>
              <a:gd name="csX8" fmla="*/ 23863 w 113143"/>
              <a:gd name="csY8" fmla="*/ 28085 h 159240"/>
              <a:gd name="csX9" fmla="*/ 18540 w 113143"/>
              <a:gd name="csY9" fmla="*/ 49366 h 159240"/>
              <a:gd name="csX10" fmla="*/ 52301 w 113143"/>
              <a:gd name="csY10" fmla="*/ 49366 h 159240"/>
              <a:gd name="csX11" fmla="*/ 52274 w 113143"/>
              <a:gd name="csY11" fmla="*/ 28102 h 159240"/>
              <a:gd name="csX12" fmla="*/ 23947 w 113143"/>
              <a:gd name="csY12" fmla="*/ 28102 h 159240"/>
              <a:gd name="csX13" fmla="*/ 23863 w 113143"/>
              <a:gd name="csY13" fmla="*/ 28085 h 159240"/>
              <a:gd name="csX14" fmla="*/ 59391 w 113143"/>
              <a:gd name="csY14" fmla="*/ 28102 h 159240"/>
              <a:gd name="csX15" fmla="*/ 59391 w 113143"/>
              <a:gd name="csY15" fmla="*/ 49366 h 159240"/>
              <a:gd name="csX16" fmla="*/ 93423 w 113143"/>
              <a:gd name="csY16" fmla="*/ 49366 h 159240"/>
              <a:gd name="csX17" fmla="*/ 88528 w 113143"/>
              <a:gd name="csY17" fmla="*/ 28102 h 159240"/>
              <a:gd name="csX18" fmla="*/ 59391 w 113143"/>
              <a:gd name="csY18" fmla="*/ 28102 h 159240"/>
              <a:gd name="csX19" fmla="*/ 9152 w 113143"/>
              <a:gd name="csY19" fmla="*/ 55609 h 159240"/>
              <a:gd name="csX20" fmla="*/ 7767 w 113143"/>
              <a:gd name="csY20" fmla="*/ 55762 h 159240"/>
              <a:gd name="csX21" fmla="*/ 733 w 113143"/>
              <a:gd name="csY21" fmla="*/ 63315 h 159240"/>
              <a:gd name="csX22" fmla="*/ 21599 w 113143"/>
              <a:gd name="csY22" fmla="*/ 143387 h 159240"/>
              <a:gd name="csX23" fmla="*/ 52281 w 113143"/>
              <a:gd name="csY23" fmla="*/ 159071 h 159240"/>
              <a:gd name="csX24" fmla="*/ 52301 w 113143"/>
              <a:gd name="csY24" fmla="*/ 159241 h 159240"/>
              <a:gd name="csX25" fmla="*/ 59391 w 113143"/>
              <a:gd name="csY25" fmla="*/ 159241 h 159240"/>
              <a:gd name="csX26" fmla="*/ 59397 w 113143"/>
              <a:gd name="csY26" fmla="*/ 159139 h 159240"/>
              <a:gd name="csX27" fmla="*/ 90876 w 113143"/>
              <a:gd name="csY27" fmla="*/ 143455 h 159240"/>
              <a:gd name="csX28" fmla="*/ 112447 w 113143"/>
              <a:gd name="csY28" fmla="*/ 63315 h 159240"/>
              <a:gd name="csX29" fmla="*/ 105420 w 113143"/>
              <a:gd name="csY29" fmla="*/ 55762 h 159240"/>
              <a:gd name="csX30" fmla="*/ 100013 w 113143"/>
              <a:gd name="csY30" fmla="*/ 56358 h 159240"/>
              <a:gd name="csX31" fmla="*/ 58969 w 113143"/>
              <a:gd name="csY31" fmla="*/ 132568 h 159240"/>
              <a:gd name="csX32" fmla="*/ 58788 w 113143"/>
              <a:gd name="csY32" fmla="*/ 132806 h 159240"/>
              <a:gd name="csX33" fmla="*/ 58531 w 113143"/>
              <a:gd name="csY33" fmla="*/ 133163 h 159240"/>
              <a:gd name="csX34" fmla="*/ 58110 w 113143"/>
              <a:gd name="csY34" fmla="*/ 133571 h 159240"/>
              <a:gd name="csX35" fmla="*/ 57936 w 113143"/>
              <a:gd name="csY35" fmla="*/ 133741 h 159240"/>
              <a:gd name="csX36" fmla="*/ 57812 w 113143"/>
              <a:gd name="csY36" fmla="*/ 133809 h 159240"/>
              <a:gd name="csX37" fmla="*/ 57141 w 113143"/>
              <a:gd name="csY37" fmla="*/ 134150 h 159240"/>
              <a:gd name="csX38" fmla="*/ 56857 w 113143"/>
              <a:gd name="csY38" fmla="*/ 134269 h 159240"/>
              <a:gd name="csX39" fmla="*/ 55874 w 113143"/>
              <a:gd name="csY39" fmla="*/ 134422 h 159240"/>
              <a:gd name="csX40" fmla="*/ 55847 w 113143"/>
              <a:gd name="csY40" fmla="*/ 134422 h 159240"/>
              <a:gd name="csX41" fmla="*/ 55840 w 113143"/>
              <a:gd name="csY41" fmla="*/ 134422 h 159240"/>
              <a:gd name="csX42" fmla="*/ 54649 w 113143"/>
              <a:gd name="csY42" fmla="*/ 134201 h 159240"/>
              <a:gd name="csX43" fmla="*/ 54399 w 113143"/>
              <a:gd name="csY43" fmla="*/ 134098 h 159240"/>
              <a:gd name="csX44" fmla="*/ 54164 w 113143"/>
              <a:gd name="csY44" fmla="*/ 134014 h 159240"/>
              <a:gd name="csX45" fmla="*/ 53762 w 113143"/>
              <a:gd name="csY45" fmla="*/ 133673 h 159240"/>
              <a:gd name="csX46" fmla="*/ 53327 w 113143"/>
              <a:gd name="csY46" fmla="*/ 133384 h 159240"/>
              <a:gd name="csX47" fmla="*/ 53118 w 113143"/>
              <a:gd name="csY47" fmla="*/ 133146 h 159240"/>
              <a:gd name="csX48" fmla="*/ 53070 w 113143"/>
              <a:gd name="csY48" fmla="*/ 133078 h 159240"/>
              <a:gd name="csX49" fmla="*/ 53007 w 113143"/>
              <a:gd name="csY49" fmla="*/ 132959 h 159240"/>
              <a:gd name="csX50" fmla="*/ 52766 w 113143"/>
              <a:gd name="csY50" fmla="*/ 132482 h 159240"/>
              <a:gd name="csX51" fmla="*/ 52703 w 113143"/>
              <a:gd name="csY51" fmla="*/ 132517 h 159240"/>
              <a:gd name="csX52" fmla="*/ 13077 w 113143"/>
              <a:gd name="csY52" fmla="*/ 56324 h 159240"/>
              <a:gd name="csX53" fmla="*/ 9152 w 113143"/>
              <a:gd name="csY53" fmla="*/ 55609 h 159240"/>
              <a:gd name="csX54" fmla="*/ 21136 w 113143"/>
              <a:gd name="csY54" fmla="*/ 56460 h 159240"/>
              <a:gd name="csX55" fmla="*/ 32191 w 113143"/>
              <a:gd name="csY55" fmla="*/ 77724 h 159240"/>
              <a:gd name="csX56" fmla="*/ 52301 w 113143"/>
              <a:gd name="csY56" fmla="*/ 77724 h 159240"/>
              <a:gd name="csX57" fmla="*/ 52301 w 113143"/>
              <a:gd name="csY57" fmla="*/ 56460 h 159240"/>
              <a:gd name="csX58" fmla="*/ 21136 w 113143"/>
              <a:gd name="csY58" fmla="*/ 56460 h 159240"/>
              <a:gd name="csX59" fmla="*/ 59391 w 113143"/>
              <a:gd name="csY59" fmla="*/ 56460 h 159240"/>
              <a:gd name="csX60" fmla="*/ 59391 w 113143"/>
              <a:gd name="csY60" fmla="*/ 77724 h 159240"/>
              <a:gd name="csX61" fmla="*/ 80450 w 113143"/>
              <a:gd name="csY61" fmla="*/ 77724 h 159240"/>
              <a:gd name="csX62" fmla="*/ 91900 w 113143"/>
              <a:gd name="csY62" fmla="*/ 56460 h 159240"/>
              <a:gd name="csX63" fmla="*/ 59391 w 113143"/>
              <a:gd name="csY63" fmla="*/ 56460 h 159240"/>
              <a:gd name="csX64" fmla="*/ 35881 w 113143"/>
              <a:gd name="csY64" fmla="*/ 84817 h 159240"/>
              <a:gd name="csX65" fmla="*/ 52301 w 113143"/>
              <a:gd name="csY65" fmla="*/ 116713 h 159240"/>
              <a:gd name="csX66" fmla="*/ 52301 w 113143"/>
              <a:gd name="csY66" fmla="*/ 84817 h 159240"/>
              <a:gd name="csX67" fmla="*/ 35881 w 113143"/>
              <a:gd name="csY67" fmla="*/ 84817 h 159240"/>
              <a:gd name="csX68" fmla="*/ 59391 w 113143"/>
              <a:gd name="csY68" fmla="*/ 84817 h 159240"/>
              <a:gd name="csX69" fmla="*/ 59391 w 113143"/>
              <a:gd name="csY69" fmla="*/ 116713 h 159240"/>
              <a:gd name="csX70" fmla="*/ 76629 w 113143"/>
              <a:gd name="csY70" fmla="*/ 84817 h 159240"/>
              <a:gd name="csX71" fmla="*/ 59391 w 113143"/>
              <a:gd name="csY71" fmla="*/ 84817 h 159240"/>
            </a:gdLst>
            <a:ahLst/>
            <a:cxnLst/>
            <a:rect l="l" t="t" r="r" b="b"/>
            <a:pathLst>
              <a:path w="100000" h="100000">
                <a:moveTo>
                  <a:pt x="47318" y="0"/>
                </a:moveTo>
                <a:cubicBezTo>
                  <a:pt x="41364" y="823"/>
                  <a:pt x="35664" y="5117"/>
                  <a:pt x="31472" y="13204"/>
                </a:cubicBezTo>
                <a:lnTo>
                  <a:pt x="47318" y="13204"/>
                </a:lnTo>
                <a:cubicBezTo>
                  <a:pt x="47318" y="13204"/>
                  <a:pt x="47292" y="4647"/>
                  <a:pt x="47318" y="0"/>
                </a:cubicBezTo>
                <a:close/>
                <a:moveTo>
                  <a:pt x="51848" y="21"/>
                </a:moveTo>
                <a:cubicBezTo>
                  <a:pt x="51824" y="4209"/>
                  <a:pt x="51806" y="8621"/>
                  <a:pt x="51783" y="13204"/>
                </a:cubicBezTo>
                <a:lnTo>
                  <a:pt x="68160" y="13204"/>
                </a:lnTo>
                <a:cubicBezTo>
                  <a:pt x="63185" y="3269"/>
                  <a:pt x="56187" y="630"/>
                  <a:pt x="51848" y="21"/>
                </a:cubicBezTo>
                <a:close/>
                <a:moveTo>
                  <a:pt x="29460" y="17637"/>
                </a:moveTo>
                <a:cubicBezTo>
                  <a:pt x="28001" y="21440"/>
                  <a:pt x="26871" y="25906"/>
                  <a:pt x="26117" y="31001"/>
                </a:cubicBezTo>
                <a:lnTo>
                  <a:pt x="47318" y="31001"/>
                </a:lnTo>
                <a:cubicBezTo>
                  <a:pt x="47318" y="31001"/>
                  <a:pt x="47277" y="22444"/>
                  <a:pt x="47301" y="17648"/>
                </a:cubicBezTo>
                <a:lnTo>
                  <a:pt x="29512" y="17648"/>
                </a:lnTo>
                <a:cubicBezTo>
                  <a:pt x="29494" y="17648"/>
                  <a:pt x="29477" y="17637"/>
                  <a:pt x="29460" y="17637"/>
                </a:cubicBezTo>
                <a:close/>
                <a:moveTo>
                  <a:pt x="51771" y="17648"/>
                </a:moveTo>
                <a:lnTo>
                  <a:pt x="51771" y="31001"/>
                </a:lnTo>
                <a:lnTo>
                  <a:pt x="73142" y="31001"/>
                </a:lnTo>
                <a:cubicBezTo>
                  <a:pt x="72449" y="25724"/>
                  <a:pt x="71386" y="21312"/>
                  <a:pt x="70068" y="17648"/>
                </a:cubicBezTo>
                <a:lnTo>
                  <a:pt x="51771" y="17648"/>
                </a:lnTo>
                <a:close/>
                <a:moveTo>
                  <a:pt x="20221" y="34922"/>
                </a:moveTo>
                <a:cubicBezTo>
                  <a:pt x="19934" y="34932"/>
                  <a:pt x="19644" y="34964"/>
                  <a:pt x="19352" y="35018"/>
                </a:cubicBezTo>
                <a:cubicBezTo>
                  <a:pt x="16974" y="35499"/>
                  <a:pt x="15238" y="37357"/>
                  <a:pt x="14934" y="39761"/>
                </a:cubicBezTo>
                <a:cubicBezTo>
                  <a:pt x="13028" y="54770"/>
                  <a:pt x="16975" y="77492"/>
                  <a:pt x="28038" y="90045"/>
                </a:cubicBezTo>
                <a:cubicBezTo>
                  <a:pt x="33369" y="96101"/>
                  <a:pt x="39847" y="99381"/>
                  <a:pt x="47306" y="99894"/>
                </a:cubicBezTo>
                <a:lnTo>
                  <a:pt x="47318" y="100001"/>
                </a:lnTo>
                <a:lnTo>
                  <a:pt x="51771" y="100001"/>
                </a:lnTo>
                <a:lnTo>
                  <a:pt x="51774" y="99937"/>
                </a:lnTo>
                <a:cubicBezTo>
                  <a:pt x="59362" y="99648"/>
                  <a:pt x="66018" y="96358"/>
                  <a:pt x="71543" y="90087"/>
                </a:cubicBezTo>
                <a:cubicBezTo>
                  <a:pt x="82859" y="77246"/>
                  <a:pt x="86967" y="54578"/>
                  <a:pt x="85089" y="39761"/>
                </a:cubicBezTo>
                <a:cubicBezTo>
                  <a:pt x="84783" y="37368"/>
                  <a:pt x="83051" y="35499"/>
                  <a:pt x="80676" y="35018"/>
                </a:cubicBezTo>
                <a:cubicBezTo>
                  <a:pt x="79487" y="34783"/>
                  <a:pt x="78312" y="34932"/>
                  <a:pt x="77281" y="35392"/>
                </a:cubicBezTo>
                <a:lnTo>
                  <a:pt x="51506" y="83250"/>
                </a:lnTo>
                <a:cubicBezTo>
                  <a:pt x="51474" y="83304"/>
                  <a:pt x="51427" y="83347"/>
                  <a:pt x="51392" y="83400"/>
                </a:cubicBezTo>
                <a:cubicBezTo>
                  <a:pt x="51341" y="83485"/>
                  <a:pt x="51291" y="83549"/>
                  <a:pt x="51231" y="83624"/>
                </a:cubicBezTo>
                <a:cubicBezTo>
                  <a:pt x="51148" y="83720"/>
                  <a:pt x="51062" y="83806"/>
                  <a:pt x="50966" y="83880"/>
                </a:cubicBezTo>
                <a:cubicBezTo>
                  <a:pt x="50928" y="83923"/>
                  <a:pt x="50900" y="83955"/>
                  <a:pt x="50857" y="83987"/>
                </a:cubicBezTo>
                <a:cubicBezTo>
                  <a:pt x="50833" y="84008"/>
                  <a:pt x="50804" y="84008"/>
                  <a:pt x="50779" y="84030"/>
                </a:cubicBezTo>
                <a:cubicBezTo>
                  <a:pt x="50645" y="84115"/>
                  <a:pt x="50505" y="84191"/>
                  <a:pt x="50358" y="84244"/>
                </a:cubicBezTo>
                <a:cubicBezTo>
                  <a:pt x="50297" y="84265"/>
                  <a:pt x="50239" y="84297"/>
                  <a:pt x="50179" y="84319"/>
                </a:cubicBezTo>
                <a:cubicBezTo>
                  <a:pt x="49976" y="84383"/>
                  <a:pt x="49774" y="84415"/>
                  <a:pt x="49562" y="84415"/>
                </a:cubicBezTo>
                <a:cubicBezTo>
                  <a:pt x="49556" y="84415"/>
                  <a:pt x="49549" y="84415"/>
                  <a:pt x="49545" y="84415"/>
                </a:cubicBezTo>
                <a:lnTo>
                  <a:pt x="49541" y="84415"/>
                </a:lnTo>
                <a:cubicBezTo>
                  <a:pt x="49288" y="84415"/>
                  <a:pt x="49037" y="84361"/>
                  <a:pt x="48793" y="84276"/>
                </a:cubicBezTo>
                <a:cubicBezTo>
                  <a:pt x="48739" y="84255"/>
                  <a:pt x="48689" y="84233"/>
                  <a:pt x="48636" y="84211"/>
                </a:cubicBezTo>
                <a:cubicBezTo>
                  <a:pt x="48587" y="84191"/>
                  <a:pt x="48537" y="84180"/>
                  <a:pt x="48488" y="84159"/>
                </a:cubicBezTo>
                <a:cubicBezTo>
                  <a:pt x="48388" y="84104"/>
                  <a:pt x="48325" y="84008"/>
                  <a:pt x="48236" y="83944"/>
                </a:cubicBezTo>
                <a:cubicBezTo>
                  <a:pt x="48147" y="83880"/>
                  <a:pt x="48043" y="83838"/>
                  <a:pt x="47963" y="83763"/>
                </a:cubicBezTo>
                <a:cubicBezTo>
                  <a:pt x="47915" y="83720"/>
                  <a:pt x="47874" y="83667"/>
                  <a:pt x="47831" y="83613"/>
                </a:cubicBezTo>
                <a:cubicBezTo>
                  <a:pt x="47821" y="83592"/>
                  <a:pt x="47810" y="83581"/>
                  <a:pt x="47801" y="83571"/>
                </a:cubicBezTo>
                <a:cubicBezTo>
                  <a:pt x="47787" y="83549"/>
                  <a:pt x="47775" y="83517"/>
                  <a:pt x="47762" y="83496"/>
                </a:cubicBezTo>
                <a:cubicBezTo>
                  <a:pt x="47698" y="83411"/>
                  <a:pt x="47661" y="83304"/>
                  <a:pt x="47610" y="83196"/>
                </a:cubicBezTo>
                <a:lnTo>
                  <a:pt x="47571" y="83218"/>
                </a:lnTo>
                <a:lnTo>
                  <a:pt x="22686" y="35371"/>
                </a:lnTo>
                <a:cubicBezTo>
                  <a:pt x="21925" y="35040"/>
                  <a:pt x="21085" y="34879"/>
                  <a:pt x="20221" y="34922"/>
                </a:cubicBezTo>
                <a:close/>
                <a:moveTo>
                  <a:pt x="27747" y="35456"/>
                </a:moveTo>
                <a:lnTo>
                  <a:pt x="34689" y="48809"/>
                </a:lnTo>
                <a:lnTo>
                  <a:pt x="47318" y="48809"/>
                </a:lnTo>
                <a:cubicBezTo>
                  <a:pt x="47318" y="48809"/>
                  <a:pt x="47296" y="40402"/>
                  <a:pt x="47318" y="35456"/>
                </a:cubicBezTo>
                <a:lnTo>
                  <a:pt x="27747" y="35456"/>
                </a:lnTo>
                <a:close/>
                <a:moveTo>
                  <a:pt x="51771" y="35456"/>
                </a:moveTo>
                <a:lnTo>
                  <a:pt x="51771" y="48809"/>
                </a:lnTo>
                <a:lnTo>
                  <a:pt x="64995" y="48809"/>
                </a:lnTo>
                <a:lnTo>
                  <a:pt x="72186" y="35456"/>
                </a:lnTo>
                <a:lnTo>
                  <a:pt x="51771" y="35456"/>
                </a:lnTo>
                <a:close/>
                <a:moveTo>
                  <a:pt x="37007" y="53264"/>
                </a:moveTo>
                <a:lnTo>
                  <a:pt x="47318" y="73294"/>
                </a:lnTo>
                <a:cubicBezTo>
                  <a:pt x="47279" y="68893"/>
                  <a:pt x="47296" y="62141"/>
                  <a:pt x="47318" y="53264"/>
                </a:cubicBezTo>
                <a:lnTo>
                  <a:pt x="37007" y="53264"/>
                </a:lnTo>
                <a:close/>
                <a:moveTo>
                  <a:pt x="51771" y="53264"/>
                </a:moveTo>
                <a:lnTo>
                  <a:pt x="51771" y="73294"/>
                </a:lnTo>
                <a:lnTo>
                  <a:pt x="62596" y="53264"/>
                </a:lnTo>
                <a:lnTo>
                  <a:pt x="51771" y="5326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2" name="Чёрный — SVG 5">
            <a:extLst>
              <a:ext uri="{FF2B5EF4-FFF2-40B4-BE49-F238E27FC236}">
                <a16:creationId xmlns:a16="http://schemas.microsoft.com/office/drawing/2014/main" id="{93975ACC-44AA-824F-BAEF-4D52BDFA76F8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56719 w 113437"/>
              <a:gd name="csY0" fmla="*/ 0 h 170008"/>
              <a:gd name="csX1" fmla="*/ 52537 w 113437"/>
              <a:gd name="csY1" fmla="*/ 1922 h 170008"/>
              <a:gd name="csX2" fmla="*/ 22410 w 113437"/>
              <a:gd name="csY2" fmla="*/ 40333 h 170008"/>
              <a:gd name="csX3" fmla="*/ 22410 w 113437"/>
              <a:gd name="csY3" fmla="*/ 46883 h 170008"/>
              <a:gd name="csX4" fmla="*/ 27580 w 113437"/>
              <a:gd name="csY4" fmla="*/ 50931 h 170008"/>
              <a:gd name="csX5" fmla="*/ 29035 w 113437"/>
              <a:gd name="csY5" fmla="*/ 51680 h 170008"/>
              <a:gd name="csX6" fmla="*/ 56719 w 113437"/>
              <a:gd name="csY6" fmla="*/ 56596 h 170008"/>
              <a:gd name="csX7" fmla="*/ 84403 w 113437"/>
              <a:gd name="csY7" fmla="*/ 51680 h 170008"/>
              <a:gd name="csX8" fmla="*/ 85856 w 113437"/>
              <a:gd name="csY8" fmla="*/ 50931 h 170008"/>
              <a:gd name="csX9" fmla="*/ 91028 w 113437"/>
              <a:gd name="csY9" fmla="*/ 46883 h 170008"/>
              <a:gd name="csX10" fmla="*/ 91028 w 113437"/>
              <a:gd name="csY10" fmla="*/ 40333 h 170008"/>
              <a:gd name="csX11" fmla="*/ 60899 w 113437"/>
              <a:gd name="csY11" fmla="*/ 1922 h 170008"/>
              <a:gd name="csX12" fmla="*/ 56719 w 113437"/>
              <a:gd name="csY12" fmla="*/ 0 h 170008"/>
              <a:gd name="csX13" fmla="*/ 25207 w 113437"/>
              <a:gd name="csY13" fmla="*/ 57736 h 170008"/>
              <a:gd name="csX14" fmla="*/ 11458 w 113437"/>
              <a:gd name="csY14" fmla="*/ 79425 h 170008"/>
              <a:gd name="csX15" fmla="*/ 11388 w 113437"/>
              <a:gd name="csY15" fmla="*/ 84987 h 170008"/>
              <a:gd name="csX16" fmla="*/ 12128 w 113437"/>
              <a:gd name="csY16" fmla="*/ 86025 h 170008"/>
              <a:gd name="csX17" fmla="*/ 12697 w 113437"/>
              <a:gd name="csY17" fmla="*/ 86654 h 170008"/>
              <a:gd name="csX18" fmla="*/ 14082 w 113437"/>
              <a:gd name="csY18" fmla="*/ 88032 h 170008"/>
              <a:gd name="csX19" fmla="*/ 15853 w 113437"/>
              <a:gd name="csY19" fmla="*/ 89478 h 170008"/>
              <a:gd name="csX20" fmla="*/ 16060 w 113437"/>
              <a:gd name="csY20" fmla="*/ 89631 h 170008"/>
              <a:gd name="csX21" fmla="*/ 18720 w 113437"/>
              <a:gd name="csY21" fmla="*/ 91367 h 170008"/>
              <a:gd name="csX22" fmla="*/ 19750 w 113437"/>
              <a:gd name="csY22" fmla="*/ 91928 h 170008"/>
              <a:gd name="csX23" fmla="*/ 19750 w 113437"/>
              <a:gd name="csY23" fmla="*/ 91962 h 170008"/>
              <a:gd name="csX24" fmla="*/ 56719 w 113437"/>
              <a:gd name="csY24" fmla="*/ 99124 h 170008"/>
              <a:gd name="csX25" fmla="*/ 93686 w 113437"/>
              <a:gd name="csY25" fmla="*/ 91962 h 170008"/>
              <a:gd name="csX26" fmla="*/ 93686 w 113437"/>
              <a:gd name="csY26" fmla="*/ 91928 h 170008"/>
              <a:gd name="csX27" fmla="*/ 94717 w 113437"/>
              <a:gd name="csY27" fmla="*/ 91367 h 170008"/>
              <a:gd name="csX28" fmla="*/ 97376 w 113437"/>
              <a:gd name="csY28" fmla="*/ 89631 h 170008"/>
              <a:gd name="csX29" fmla="*/ 97583 w 113437"/>
              <a:gd name="csY29" fmla="*/ 89478 h 170008"/>
              <a:gd name="csX30" fmla="*/ 99356 w 113437"/>
              <a:gd name="csY30" fmla="*/ 88032 h 170008"/>
              <a:gd name="csX31" fmla="*/ 100741 w 113437"/>
              <a:gd name="csY31" fmla="*/ 86654 h 170008"/>
              <a:gd name="csX32" fmla="*/ 101308 w 113437"/>
              <a:gd name="csY32" fmla="*/ 86025 h 170008"/>
              <a:gd name="csX33" fmla="*/ 102049 w 113437"/>
              <a:gd name="csY33" fmla="*/ 84987 h 170008"/>
              <a:gd name="csX34" fmla="*/ 101980 w 113437"/>
              <a:gd name="csY34" fmla="*/ 79425 h 170008"/>
              <a:gd name="csX35" fmla="*/ 88231 w 113437"/>
              <a:gd name="csY35" fmla="*/ 57736 h 170008"/>
              <a:gd name="csX36" fmla="*/ 77986 w 113437"/>
              <a:gd name="csY36" fmla="*/ 61410 h 170008"/>
              <a:gd name="csX37" fmla="*/ 70474 w 113437"/>
              <a:gd name="csY37" fmla="*/ 62839 h 170008"/>
              <a:gd name="csX38" fmla="*/ 56719 w 113437"/>
              <a:gd name="csY38" fmla="*/ 63689 h 170008"/>
              <a:gd name="csX39" fmla="*/ 42964 w 113437"/>
              <a:gd name="csY39" fmla="*/ 62839 h 170008"/>
              <a:gd name="csX40" fmla="*/ 35452 w 113437"/>
              <a:gd name="csY40" fmla="*/ 61410 h 170008"/>
              <a:gd name="csX41" fmla="*/ 25207 w 113437"/>
              <a:gd name="csY41" fmla="*/ 57736 h 170008"/>
              <a:gd name="csX42" fmla="*/ 15922 w 113437"/>
              <a:gd name="csY42" fmla="*/ 98035 h 170008"/>
              <a:gd name="csX43" fmla="*/ 825 w 113437"/>
              <a:gd name="csY43" fmla="*/ 122191 h 170008"/>
              <a:gd name="csX44" fmla="*/ 1745 w 113437"/>
              <a:gd name="csY44" fmla="*/ 128927 h 170008"/>
              <a:gd name="csX45" fmla="*/ 5822 w 113437"/>
              <a:gd name="csY45" fmla="*/ 131972 h 170008"/>
              <a:gd name="csX46" fmla="*/ 8163 w 113437"/>
              <a:gd name="csY46" fmla="*/ 133469 h 170008"/>
              <a:gd name="csX47" fmla="*/ 9153 w 113437"/>
              <a:gd name="csY47" fmla="*/ 134031 h 170008"/>
              <a:gd name="csX48" fmla="*/ 11063 w 113437"/>
              <a:gd name="csY48" fmla="*/ 135102 h 170008"/>
              <a:gd name="csX49" fmla="*/ 11312 w 113437"/>
              <a:gd name="csY49" fmla="*/ 135204 h 170008"/>
              <a:gd name="csX50" fmla="*/ 26411 w 113437"/>
              <a:gd name="csY50" fmla="*/ 141158 h 170008"/>
              <a:gd name="csX51" fmla="*/ 28329 w 113437"/>
              <a:gd name="csY51" fmla="*/ 141686 h 170008"/>
              <a:gd name="csX52" fmla="*/ 34496 w 113437"/>
              <a:gd name="csY52" fmla="*/ 143114 h 170008"/>
              <a:gd name="csX53" fmla="*/ 36339 w 113437"/>
              <a:gd name="csY53" fmla="*/ 143455 h 170008"/>
              <a:gd name="csX54" fmla="*/ 38996 w 113437"/>
              <a:gd name="csY54" fmla="*/ 143897 h 170008"/>
              <a:gd name="csX55" fmla="*/ 56719 w 113437"/>
              <a:gd name="csY55" fmla="*/ 145207 h 170008"/>
              <a:gd name="csX56" fmla="*/ 74440 w 113437"/>
              <a:gd name="csY56" fmla="*/ 143897 h 170008"/>
              <a:gd name="csX57" fmla="*/ 77099 w 113437"/>
              <a:gd name="csY57" fmla="*/ 143455 h 170008"/>
              <a:gd name="csX58" fmla="*/ 78940 w 113437"/>
              <a:gd name="csY58" fmla="*/ 143114 h 170008"/>
              <a:gd name="csX59" fmla="*/ 85109 w 113437"/>
              <a:gd name="csY59" fmla="*/ 141686 h 170008"/>
              <a:gd name="csX60" fmla="*/ 87027 w 113437"/>
              <a:gd name="csY60" fmla="*/ 141158 h 170008"/>
              <a:gd name="csX61" fmla="*/ 102124 w 113437"/>
              <a:gd name="csY61" fmla="*/ 135204 h 170008"/>
              <a:gd name="csX62" fmla="*/ 102374 w 113437"/>
              <a:gd name="csY62" fmla="*/ 135102 h 170008"/>
              <a:gd name="csX63" fmla="*/ 104285 w 113437"/>
              <a:gd name="csY63" fmla="*/ 134031 h 170008"/>
              <a:gd name="csX64" fmla="*/ 105275 w 113437"/>
              <a:gd name="csY64" fmla="*/ 133469 h 170008"/>
              <a:gd name="csX65" fmla="*/ 107615 w 113437"/>
              <a:gd name="csY65" fmla="*/ 131972 h 170008"/>
              <a:gd name="csX66" fmla="*/ 111693 w 113437"/>
              <a:gd name="csY66" fmla="*/ 128927 h 170008"/>
              <a:gd name="csX67" fmla="*/ 112613 w 113437"/>
              <a:gd name="csY67" fmla="*/ 122191 h 170008"/>
              <a:gd name="csX68" fmla="*/ 97514 w 113437"/>
              <a:gd name="csY68" fmla="*/ 98035 h 170008"/>
              <a:gd name="csX69" fmla="*/ 87552 w 113437"/>
              <a:gd name="csY69" fmla="*/ 102203 h 170008"/>
              <a:gd name="csX70" fmla="*/ 80359 w 113437"/>
              <a:gd name="csY70" fmla="*/ 104057 h 170008"/>
              <a:gd name="csX71" fmla="*/ 56719 w 113437"/>
              <a:gd name="csY71" fmla="*/ 106217 h 170008"/>
              <a:gd name="csX72" fmla="*/ 33077 w 113437"/>
              <a:gd name="csY72" fmla="*/ 104057 h 170008"/>
              <a:gd name="csX73" fmla="*/ 25884 w 113437"/>
              <a:gd name="csY73" fmla="*/ 102203 h 170008"/>
              <a:gd name="csX74" fmla="*/ 15922 w 113437"/>
              <a:gd name="csY74" fmla="*/ 98035 h 170008"/>
              <a:gd name="csX75" fmla="*/ 38996 w 113437"/>
              <a:gd name="csY75" fmla="*/ 151076 h 170008"/>
              <a:gd name="csX76" fmla="*/ 38996 w 113437"/>
              <a:gd name="csY76" fmla="*/ 164685 h 170008"/>
              <a:gd name="csX77" fmla="*/ 44313 w 113437"/>
              <a:gd name="csY77" fmla="*/ 170009 h 170008"/>
              <a:gd name="csX78" fmla="*/ 69123 w 113437"/>
              <a:gd name="csY78" fmla="*/ 170009 h 170008"/>
              <a:gd name="csX79" fmla="*/ 74440 w 113437"/>
              <a:gd name="csY79" fmla="*/ 164685 h 170008"/>
              <a:gd name="csX80" fmla="*/ 74440 w 113437"/>
              <a:gd name="csY80" fmla="*/ 151076 h 170008"/>
              <a:gd name="csX81" fmla="*/ 56719 w 113437"/>
              <a:gd name="csY81" fmla="*/ 152283 h 170008"/>
              <a:gd name="csX82" fmla="*/ 38996 w 113437"/>
              <a:gd name="csY82" fmla="*/ 151076 h 170008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49062" y="0"/>
                  <a:pt x="48124" y="380"/>
                  <a:pt x="47540" y="1131"/>
                </a:cubicBezTo>
                <a:lnTo>
                  <a:pt x="29819" y="23724"/>
                </a:lnTo>
                <a:cubicBezTo>
                  <a:pt x="28922" y="24855"/>
                  <a:pt x="28922" y="26456"/>
                  <a:pt x="29819" y="27577"/>
                </a:cubicBezTo>
                <a:cubicBezTo>
                  <a:pt x="30111" y="27957"/>
                  <a:pt x="30984" y="28917"/>
                  <a:pt x="32861" y="29958"/>
                </a:cubicBezTo>
                <a:cubicBezTo>
                  <a:pt x="33132" y="30108"/>
                  <a:pt x="33403" y="30249"/>
                  <a:pt x="33716" y="30399"/>
                </a:cubicBezTo>
                <a:cubicBezTo>
                  <a:pt x="36719" y="31849"/>
                  <a:pt x="41765" y="33290"/>
                  <a:pt x="50000" y="33290"/>
                </a:cubicBezTo>
                <a:cubicBezTo>
                  <a:pt x="58235" y="33290"/>
                  <a:pt x="63282" y="31849"/>
                  <a:pt x="66284" y="30399"/>
                </a:cubicBezTo>
                <a:cubicBezTo>
                  <a:pt x="66597" y="30249"/>
                  <a:pt x="66868" y="30108"/>
                  <a:pt x="67139" y="29958"/>
                </a:cubicBezTo>
                <a:cubicBezTo>
                  <a:pt x="69015" y="28917"/>
                  <a:pt x="69889" y="27957"/>
                  <a:pt x="70181" y="27577"/>
                </a:cubicBezTo>
                <a:cubicBezTo>
                  <a:pt x="71078" y="26456"/>
                  <a:pt x="71078" y="24855"/>
                  <a:pt x="70181" y="23724"/>
                </a:cubicBezTo>
                <a:lnTo>
                  <a:pt x="52459" y="1131"/>
                </a:lnTo>
                <a:cubicBezTo>
                  <a:pt x="51875" y="380"/>
                  <a:pt x="50938" y="0"/>
                  <a:pt x="50000" y="0"/>
                </a:cubicBezTo>
                <a:close/>
                <a:moveTo>
                  <a:pt x="31465" y="33961"/>
                </a:moveTo>
                <a:lnTo>
                  <a:pt x="23377" y="46718"/>
                </a:lnTo>
                <a:cubicBezTo>
                  <a:pt x="22752" y="47719"/>
                  <a:pt x="22732" y="48969"/>
                  <a:pt x="23336" y="49990"/>
                </a:cubicBezTo>
                <a:cubicBezTo>
                  <a:pt x="23399" y="50091"/>
                  <a:pt x="23543" y="50301"/>
                  <a:pt x="23772" y="50601"/>
                </a:cubicBezTo>
                <a:cubicBezTo>
                  <a:pt x="23876" y="50721"/>
                  <a:pt x="23981" y="50841"/>
                  <a:pt x="24106" y="50971"/>
                </a:cubicBezTo>
                <a:cubicBezTo>
                  <a:pt x="24314" y="51221"/>
                  <a:pt x="24586" y="51491"/>
                  <a:pt x="24921" y="51781"/>
                </a:cubicBezTo>
                <a:cubicBezTo>
                  <a:pt x="25212" y="52052"/>
                  <a:pt x="25566" y="52322"/>
                  <a:pt x="25963" y="52632"/>
                </a:cubicBezTo>
                <a:cubicBezTo>
                  <a:pt x="26004" y="52682"/>
                  <a:pt x="26044" y="52702"/>
                  <a:pt x="26084" y="52722"/>
                </a:cubicBezTo>
                <a:cubicBezTo>
                  <a:pt x="26544" y="53052"/>
                  <a:pt x="27065" y="53392"/>
                  <a:pt x="27649" y="53743"/>
                </a:cubicBezTo>
                <a:cubicBezTo>
                  <a:pt x="27836" y="53853"/>
                  <a:pt x="28047" y="53973"/>
                  <a:pt x="28255" y="54073"/>
                </a:cubicBezTo>
                <a:lnTo>
                  <a:pt x="28255" y="54093"/>
                </a:lnTo>
                <a:cubicBezTo>
                  <a:pt x="32133" y="56204"/>
                  <a:pt x="38804" y="58305"/>
                  <a:pt x="50000" y="58305"/>
                </a:cubicBezTo>
                <a:cubicBezTo>
                  <a:pt x="61196" y="58305"/>
                  <a:pt x="67867" y="56204"/>
                  <a:pt x="71745" y="54093"/>
                </a:cubicBezTo>
                <a:lnTo>
                  <a:pt x="71745" y="54073"/>
                </a:lnTo>
                <a:cubicBezTo>
                  <a:pt x="71953" y="53973"/>
                  <a:pt x="72164" y="53853"/>
                  <a:pt x="72351" y="53743"/>
                </a:cubicBezTo>
                <a:cubicBezTo>
                  <a:pt x="72935" y="53392"/>
                  <a:pt x="73457" y="53052"/>
                  <a:pt x="73915" y="52722"/>
                </a:cubicBezTo>
                <a:cubicBezTo>
                  <a:pt x="73957" y="52702"/>
                  <a:pt x="73995" y="52682"/>
                  <a:pt x="74037" y="52632"/>
                </a:cubicBezTo>
                <a:cubicBezTo>
                  <a:pt x="74433" y="52322"/>
                  <a:pt x="74787" y="52052"/>
                  <a:pt x="75080" y="51781"/>
                </a:cubicBezTo>
                <a:cubicBezTo>
                  <a:pt x="75413" y="51491"/>
                  <a:pt x="75686" y="51221"/>
                  <a:pt x="75894" y="50971"/>
                </a:cubicBezTo>
                <a:cubicBezTo>
                  <a:pt x="76020" y="50841"/>
                  <a:pt x="76124" y="50721"/>
                  <a:pt x="76228" y="50601"/>
                </a:cubicBezTo>
                <a:cubicBezTo>
                  <a:pt x="76457" y="50301"/>
                  <a:pt x="76601" y="50091"/>
                  <a:pt x="76664" y="49990"/>
                </a:cubicBezTo>
                <a:cubicBezTo>
                  <a:pt x="77268" y="48969"/>
                  <a:pt x="77248" y="47719"/>
                  <a:pt x="76623" y="46718"/>
                </a:cubicBezTo>
                <a:lnTo>
                  <a:pt x="68536" y="33961"/>
                </a:lnTo>
                <a:cubicBezTo>
                  <a:pt x="66972" y="34751"/>
                  <a:pt x="64990" y="35521"/>
                  <a:pt x="62510" y="36122"/>
                </a:cubicBezTo>
                <a:cubicBezTo>
                  <a:pt x="61196" y="36462"/>
                  <a:pt x="59717" y="36732"/>
                  <a:pt x="58091" y="36962"/>
                </a:cubicBezTo>
                <a:cubicBezTo>
                  <a:pt x="55735" y="37272"/>
                  <a:pt x="53064" y="37462"/>
                  <a:pt x="50000" y="37462"/>
                </a:cubicBezTo>
                <a:cubicBezTo>
                  <a:pt x="46935" y="37462"/>
                  <a:pt x="44265" y="37272"/>
                  <a:pt x="41909" y="36962"/>
                </a:cubicBezTo>
                <a:cubicBezTo>
                  <a:pt x="40283" y="36732"/>
                  <a:pt x="38804" y="36462"/>
                  <a:pt x="37491" y="36122"/>
                </a:cubicBezTo>
                <a:cubicBezTo>
                  <a:pt x="35010" y="35521"/>
                  <a:pt x="33028" y="34751"/>
                  <a:pt x="31465" y="33961"/>
                </a:cubicBezTo>
                <a:close/>
                <a:moveTo>
                  <a:pt x="26003" y="57665"/>
                </a:moveTo>
                <a:lnTo>
                  <a:pt x="17123" y="71874"/>
                </a:lnTo>
                <a:cubicBezTo>
                  <a:pt x="16310" y="73154"/>
                  <a:pt x="16538" y="74815"/>
                  <a:pt x="17664" y="75836"/>
                </a:cubicBezTo>
                <a:cubicBezTo>
                  <a:pt x="17768" y="75946"/>
                  <a:pt x="18561" y="76646"/>
                  <a:pt x="20062" y="77627"/>
                </a:cubicBezTo>
                <a:cubicBezTo>
                  <a:pt x="20479" y="77897"/>
                  <a:pt x="20939" y="78197"/>
                  <a:pt x="21439" y="78507"/>
                </a:cubicBezTo>
                <a:cubicBezTo>
                  <a:pt x="21626" y="78607"/>
                  <a:pt x="21812" y="78737"/>
                  <a:pt x="22022" y="78838"/>
                </a:cubicBezTo>
                <a:cubicBezTo>
                  <a:pt x="22376" y="79028"/>
                  <a:pt x="22749" y="79238"/>
                  <a:pt x="23145" y="79468"/>
                </a:cubicBezTo>
                <a:cubicBezTo>
                  <a:pt x="23186" y="79488"/>
                  <a:pt x="23229" y="79508"/>
                  <a:pt x="23292" y="79528"/>
                </a:cubicBezTo>
                <a:cubicBezTo>
                  <a:pt x="25543" y="80699"/>
                  <a:pt x="28503" y="81970"/>
                  <a:pt x="32173" y="83030"/>
                </a:cubicBezTo>
                <a:cubicBezTo>
                  <a:pt x="32528" y="83150"/>
                  <a:pt x="32905" y="83240"/>
                  <a:pt x="33301" y="83341"/>
                </a:cubicBezTo>
                <a:cubicBezTo>
                  <a:pt x="34447" y="83631"/>
                  <a:pt x="35657" y="83931"/>
                  <a:pt x="36929" y="84181"/>
                </a:cubicBezTo>
                <a:cubicBezTo>
                  <a:pt x="37283" y="84241"/>
                  <a:pt x="37637" y="84301"/>
                  <a:pt x="38013" y="84381"/>
                </a:cubicBezTo>
                <a:cubicBezTo>
                  <a:pt x="38533" y="84491"/>
                  <a:pt x="39054" y="84571"/>
                  <a:pt x="39575" y="84641"/>
                </a:cubicBezTo>
                <a:cubicBezTo>
                  <a:pt x="42703" y="85121"/>
                  <a:pt x="46163" y="85412"/>
                  <a:pt x="50000" y="85412"/>
                </a:cubicBezTo>
                <a:cubicBezTo>
                  <a:pt x="53836" y="85412"/>
                  <a:pt x="57296" y="85121"/>
                  <a:pt x="60424" y="84641"/>
                </a:cubicBezTo>
                <a:cubicBezTo>
                  <a:pt x="60946" y="84571"/>
                  <a:pt x="61467" y="84491"/>
                  <a:pt x="61988" y="84381"/>
                </a:cubicBezTo>
                <a:cubicBezTo>
                  <a:pt x="62363" y="84301"/>
                  <a:pt x="62717" y="84241"/>
                  <a:pt x="63071" y="84181"/>
                </a:cubicBezTo>
                <a:cubicBezTo>
                  <a:pt x="64343" y="83931"/>
                  <a:pt x="65553" y="83631"/>
                  <a:pt x="66700" y="83341"/>
                </a:cubicBezTo>
                <a:cubicBezTo>
                  <a:pt x="67096" y="83240"/>
                  <a:pt x="67473" y="83150"/>
                  <a:pt x="67828" y="83030"/>
                </a:cubicBezTo>
                <a:cubicBezTo>
                  <a:pt x="71496" y="81970"/>
                  <a:pt x="74456" y="80699"/>
                  <a:pt x="76708" y="79528"/>
                </a:cubicBezTo>
                <a:cubicBezTo>
                  <a:pt x="76771" y="79508"/>
                  <a:pt x="76813" y="79488"/>
                  <a:pt x="76855" y="79468"/>
                </a:cubicBezTo>
                <a:cubicBezTo>
                  <a:pt x="77251" y="79238"/>
                  <a:pt x="77625" y="79028"/>
                  <a:pt x="77979" y="78838"/>
                </a:cubicBezTo>
                <a:cubicBezTo>
                  <a:pt x="78187" y="78737"/>
                  <a:pt x="78373" y="78607"/>
                  <a:pt x="78561" y="78507"/>
                </a:cubicBezTo>
                <a:cubicBezTo>
                  <a:pt x="79062" y="78197"/>
                  <a:pt x="79520" y="77897"/>
                  <a:pt x="79938" y="77627"/>
                </a:cubicBezTo>
                <a:cubicBezTo>
                  <a:pt x="81439" y="76646"/>
                  <a:pt x="82232" y="75946"/>
                  <a:pt x="82336" y="75836"/>
                </a:cubicBezTo>
                <a:cubicBezTo>
                  <a:pt x="83462" y="74815"/>
                  <a:pt x="83690" y="73154"/>
                  <a:pt x="82878" y="71874"/>
                </a:cubicBezTo>
                <a:lnTo>
                  <a:pt x="73996" y="57665"/>
                </a:lnTo>
                <a:cubicBezTo>
                  <a:pt x="72433" y="58535"/>
                  <a:pt x="70492" y="59386"/>
                  <a:pt x="68136" y="60117"/>
                </a:cubicBezTo>
                <a:cubicBezTo>
                  <a:pt x="66865" y="60517"/>
                  <a:pt x="65449" y="60897"/>
                  <a:pt x="63906" y="61207"/>
                </a:cubicBezTo>
                <a:cubicBezTo>
                  <a:pt x="60153" y="61978"/>
                  <a:pt x="55567" y="62478"/>
                  <a:pt x="50000" y="62478"/>
                </a:cubicBezTo>
                <a:cubicBezTo>
                  <a:pt x="44433" y="62478"/>
                  <a:pt x="39847" y="61978"/>
                  <a:pt x="36094" y="61207"/>
                </a:cubicBezTo>
                <a:cubicBezTo>
                  <a:pt x="34551" y="60897"/>
                  <a:pt x="33135" y="60517"/>
                  <a:pt x="31863" y="60117"/>
                </a:cubicBezTo>
                <a:cubicBezTo>
                  <a:pt x="29507" y="59386"/>
                  <a:pt x="27568" y="58535"/>
                  <a:pt x="26003" y="57665"/>
                </a:cubicBezTo>
                <a:close/>
                <a:moveTo>
                  <a:pt x="39575" y="88864"/>
                </a:moveTo>
                <a:lnTo>
                  <a:pt x="39575" y="96869"/>
                </a:lnTo>
                <a:cubicBezTo>
                  <a:pt x="39575" y="98599"/>
                  <a:pt x="40972" y="100001"/>
                  <a:pt x="42703" y="100001"/>
                </a:cubicBezTo>
                <a:lnTo>
                  <a:pt x="57296" y="100001"/>
                </a:lnTo>
                <a:cubicBezTo>
                  <a:pt x="59028" y="100001"/>
                  <a:pt x="60424" y="98599"/>
                  <a:pt x="60424" y="96869"/>
                </a:cubicBezTo>
                <a:lnTo>
                  <a:pt x="60424" y="88864"/>
                </a:lnTo>
                <a:cubicBezTo>
                  <a:pt x="57276" y="89304"/>
                  <a:pt x="53794" y="89574"/>
                  <a:pt x="50000" y="89574"/>
                </a:cubicBezTo>
                <a:cubicBezTo>
                  <a:pt x="46205" y="89574"/>
                  <a:pt x="42724" y="89304"/>
                  <a:pt x="39575" y="8886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3" name="Чёрный — SVG 6">
            <a:extLst>
              <a:ext uri="{FF2B5EF4-FFF2-40B4-BE49-F238E27FC236}">
                <a16:creationId xmlns:a16="http://schemas.microsoft.com/office/drawing/2014/main" id="{1FF837D5-B46A-D045-878B-50505F8F7750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155386 w 155951"/>
              <a:gd name="csY0" fmla="*/ 73811 h 155923"/>
              <a:gd name="csX1" fmla="*/ 132350 w 155951"/>
              <a:gd name="csY1" fmla="*/ 27745 h 155923"/>
              <a:gd name="csX2" fmla="*/ 129968 w 155951"/>
              <a:gd name="csY2" fmla="*/ 25364 h 155923"/>
              <a:gd name="csX3" fmla="*/ 80357 w 155951"/>
              <a:gd name="csY3" fmla="*/ 561 h 155923"/>
              <a:gd name="csX4" fmla="*/ 75593 w 155951"/>
              <a:gd name="csY4" fmla="*/ 561 h 155923"/>
              <a:gd name="csX5" fmla="*/ 25982 w 155951"/>
              <a:gd name="csY5" fmla="*/ 25364 h 155923"/>
              <a:gd name="csX6" fmla="*/ 23600 w 155951"/>
              <a:gd name="csY6" fmla="*/ 27745 h 155923"/>
              <a:gd name="csX7" fmla="*/ 564 w 155951"/>
              <a:gd name="csY7" fmla="*/ 73811 h 155923"/>
              <a:gd name="csX8" fmla="*/ 785 w 155951"/>
              <a:gd name="csY8" fmla="*/ 78983 h 155923"/>
              <a:gd name="csX9" fmla="*/ 5310 w 155951"/>
              <a:gd name="csY9" fmla="*/ 81500 h 155923"/>
              <a:gd name="csX10" fmla="*/ 12405 w 155951"/>
              <a:gd name="csY10" fmla="*/ 81500 h 155923"/>
              <a:gd name="csX11" fmla="*/ 12405 w 155951"/>
              <a:gd name="csY11" fmla="*/ 150616 h 155923"/>
              <a:gd name="csX12" fmla="*/ 17713 w 155951"/>
              <a:gd name="csY12" fmla="*/ 155924 h 155923"/>
              <a:gd name="csX13" fmla="*/ 138236 w 155951"/>
              <a:gd name="csY13" fmla="*/ 155924 h 155923"/>
              <a:gd name="csX14" fmla="*/ 143544 w 155951"/>
              <a:gd name="csY14" fmla="*/ 150616 h 155923"/>
              <a:gd name="csX15" fmla="*/ 143544 w 155951"/>
              <a:gd name="csY15" fmla="*/ 81500 h 155923"/>
              <a:gd name="csX16" fmla="*/ 150639 w 155951"/>
              <a:gd name="csY16" fmla="*/ 81500 h 155923"/>
              <a:gd name="csX17" fmla="*/ 155182 w 155951"/>
              <a:gd name="csY17" fmla="*/ 78983 h 155923"/>
              <a:gd name="csX18" fmla="*/ 155386 w 155951"/>
              <a:gd name="csY18" fmla="*/ 73811 h 155923"/>
              <a:gd name="csX19" fmla="*/ 42536 w 155951"/>
              <a:gd name="csY19" fmla="*/ 93969 h 155923"/>
              <a:gd name="csX20" fmla="*/ 70030 w 155951"/>
              <a:gd name="csY20" fmla="*/ 118721 h 155923"/>
              <a:gd name="csX21" fmla="*/ 42536 w 155951"/>
              <a:gd name="csY21" fmla="*/ 143455 h 155923"/>
              <a:gd name="csX22" fmla="*/ 42536 w 155951"/>
              <a:gd name="csY22" fmla="*/ 93969 h 155923"/>
              <a:gd name="csX23" fmla="*/ 50481 w 155951"/>
              <a:gd name="csY23" fmla="*/ 86825 h 155923"/>
              <a:gd name="csX24" fmla="*/ 105468 w 155951"/>
              <a:gd name="csY24" fmla="*/ 86825 h 155923"/>
              <a:gd name="csX25" fmla="*/ 77975 w 155951"/>
              <a:gd name="csY25" fmla="*/ 111559 h 155923"/>
              <a:gd name="csX26" fmla="*/ 50481 w 155951"/>
              <a:gd name="csY26" fmla="*/ 86825 h 155923"/>
              <a:gd name="csX27" fmla="*/ 77975 w 155951"/>
              <a:gd name="csY27" fmla="*/ 125865 h 155923"/>
              <a:gd name="csX28" fmla="*/ 101538 w 155951"/>
              <a:gd name="csY28" fmla="*/ 147061 h 155923"/>
              <a:gd name="csX29" fmla="*/ 54411 w 155951"/>
              <a:gd name="csY29" fmla="*/ 147061 h 155923"/>
              <a:gd name="csX30" fmla="*/ 77975 w 155951"/>
              <a:gd name="csY30" fmla="*/ 125865 h 155923"/>
              <a:gd name="csX31" fmla="*/ 85920 w 155951"/>
              <a:gd name="csY31" fmla="*/ 118721 h 155923"/>
              <a:gd name="csX32" fmla="*/ 113414 w 155951"/>
              <a:gd name="csY32" fmla="*/ 93969 h 155923"/>
              <a:gd name="csX33" fmla="*/ 113414 w 155951"/>
              <a:gd name="csY33" fmla="*/ 143455 h 155923"/>
              <a:gd name="csX34" fmla="*/ 85920 w 155951"/>
              <a:gd name="csY34" fmla="*/ 118721 h 155923"/>
              <a:gd name="csX35" fmla="*/ 65572 w 155951"/>
              <a:gd name="csY35" fmla="*/ 40742 h 155923"/>
              <a:gd name="csX36" fmla="*/ 69111 w 155951"/>
              <a:gd name="csY36" fmla="*/ 37203 h 155923"/>
              <a:gd name="csX37" fmla="*/ 86839 w 155951"/>
              <a:gd name="csY37" fmla="*/ 37203 h 155923"/>
              <a:gd name="csX38" fmla="*/ 90378 w 155951"/>
              <a:gd name="csY38" fmla="*/ 40742 h 155923"/>
              <a:gd name="csX39" fmla="*/ 90378 w 155951"/>
              <a:gd name="csY39" fmla="*/ 58467 h 155923"/>
              <a:gd name="csX40" fmla="*/ 86839 w 155951"/>
              <a:gd name="csY40" fmla="*/ 62005 h 155923"/>
              <a:gd name="csX41" fmla="*/ 69111 w 155951"/>
              <a:gd name="csY41" fmla="*/ 62005 h 155923"/>
              <a:gd name="csX42" fmla="*/ 65572 w 155951"/>
              <a:gd name="csY42" fmla="*/ 58467 h 155923"/>
              <a:gd name="csX43" fmla="*/ 65572 w 155951"/>
              <a:gd name="csY43" fmla="*/ 40742 h 155923"/>
            </a:gdLst>
            <a:ahLst/>
            <a:cxnLst/>
            <a:rect l="l" t="t" r="r" b="b"/>
            <a:pathLst>
              <a:path w="100000" h="100000">
                <a:moveTo>
                  <a:pt x="99638" y="47339"/>
                </a:moveTo>
                <a:lnTo>
                  <a:pt x="84866" y="17800"/>
                </a:lnTo>
                <a:cubicBezTo>
                  <a:pt x="84550" y="17134"/>
                  <a:pt x="84005" y="16589"/>
                  <a:pt x="83339" y="16273"/>
                </a:cubicBezTo>
                <a:lnTo>
                  <a:pt x="51527" y="369"/>
                </a:lnTo>
                <a:cubicBezTo>
                  <a:pt x="50567" y="-111"/>
                  <a:pt x="49432" y="-111"/>
                  <a:pt x="48472" y="369"/>
                </a:cubicBezTo>
                <a:lnTo>
                  <a:pt x="16660" y="16273"/>
                </a:lnTo>
                <a:cubicBezTo>
                  <a:pt x="15995" y="16589"/>
                  <a:pt x="15449" y="17134"/>
                  <a:pt x="15133" y="17800"/>
                </a:cubicBezTo>
                <a:lnTo>
                  <a:pt x="362" y="47339"/>
                </a:lnTo>
                <a:cubicBezTo>
                  <a:pt x="-162" y="48386"/>
                  <a:pt x="-119" y="49662"/>
                  <a:pt x="503" y="50655"/>
                </a:cubicBezTo>
                <a:cubicBezTo>
                  <a:pt x="1136" y="51659"/>
                  <a:pt x="2227" y="52269"/>
                  <a:pt x="3405" y="52269"/>
                </a:cubicBezTo>
                <a:lnTo>
                  <a:pt x="7954" y="52269"/>
                </a:lnTo>
                <a:lnTo>
                  <a:pt x="7954" y="96588"/>
                </a:lnTo>
                <a:cubicBezTo>
                  <a:pt x="7954" y="98475"/>
                  <a:pt x="9471" y="99992"/>
                  <a:pt x="11358" y="99992"/>
                </a:cubicBezTo>
                <a:lnTo>
                  <a:pt x="88641" y="99992"/>
                </a:lnTo>
                <a:cubicBezTo>
                  <a:pt x="90528" y="99992"/>
                  <a:pt x="92044" y="98475"/>
                  <a:pt x="92044" y="96588"/>
                </a:cubicBezTo>
                <a:lnTo>
                  <a:pt x="92044" y="52269"/>
                </a:lnTo>
                <a:lnTo>
                  <a:pt x="96594" y="52269"/>
                </a:lnTo>
                <a:cubicBezTo>
                  <a:pt x="97772" y="52269"/>
                  <a:pt x="98863" y="51659"/>
                  <a:pt x="99507" y="50655"/>
                </a:cubicBezTo>
                <a:cubicBezTo>
                  <a:pt x="100117" y="49662"/>
                  <a:pt x="100162" y="48386"/>
                  <a:pt x="99638" y="47339"/>
                </a:cubicBezTo>
                <a:close/>
                <a:moveTo>
                  <a:pt x="27275" y="60264"/>
                </a:moveTo>
                <a:lnTo>
                  <a:pt x="44905" y="76136"/>
                </a:lnTo>
                <a:lnTo>
                  <a:pt x="27275" y="91996"/>
                </a:lnTo>
                <a:lnTo>
                  <a:pt x="27275" y="60264"/>
                </a:lnTo>
                <a:close/>
                <a:moveTo>
                  <a:pt x="32370" y="55684"/>
                </a:moveTo>
                <a:lnTo>
                  <a:pt x="67629" y="55684"/>
                </a:lnTo>
                <a:lnTo>
                  <a:pt x="50000" y="71544"/>
                </a:lnTo>
                <a:lnTo>
                  <a:pt x="32370" y="55684"/>
                </a:lnTo>
                <a:close/>
                <a:moveTo>
                  <a:pt x="50000" y="80717"/>
                </a:moveTo>
                <a:lnTo>
                  <a:pt x="65109" y="94308"/>
                </a:lnTo>
                <a:lnTo>
                  <a:pt x="34890" y="94308"/>
                </a:lnTo>
                <a:lnTo>
                  <a:pt x="50000" y="80717"/>
                </a:lnTo>
                <a:close/>
                <a:moveTo>
                  <a:pt x="55094" y="76136"/>
                </a:moveTo>
                <a:lnTo>
                  <a:pt x="72724" y="60264"/>
                </a:lnTo>
                <a:lnTo>
                  <a:pt x="72724" y="91996"/>
                </a:lnTo>
                <a:lnTo>
                  <a:pt x="55094" y="76136"/>
                </a:lnTo>
                <a:close/>
                <a:moveTo>
                  <a:pt x="42047" y="26134"/>
                </a:moveTo>
                <a:cubicBezTo>
                  <a:pt x="42047" y="24890"/>
                  <a:pt x="43072" y="23865"/>
                  <a:pt x="44316" y="23865"/>
                </a:cubicBezTo>
                <a:lnTo>
                  <a:pt x="55684" y="23865"/>
                </a:lnTo>
                <a:cubicBezTo>
                  <a:pt x="56927" y="23865"/>
                  <a:pt x="57953" y="24890"/>
                  <a:pt x="57953" y="26134"/>
                </a:cubicBezTo>
                <a:lnTo>
                  <a:pt x="57953" y="37500"/>
                </a:lnTo>
                <a:cubicBezTo>
                  <a:pt x="57953" y="38754"/>
                  <a:pt x="56927" y="39768"/>
                  <a:pt x="55684" y="39768"/>
                </a:cubicBezTo>
                <a:lnTo>
                  <a:pt x="44316" y="39768"/>
                </a:lnTo>
                <a:cubicBezTo>
                  <a:pt x="43072" y="39768"/>
                  <a:pt x="42047" y="38754"/>
                  <a:pt x="42047" y="37500"/>
                </a:cubicBezTo>
                <a:lnTo>
                  <a:pt x="42047" y="2613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4" name="Чёрный — SVG 7">
            <a:extLst>
              <a:ext uri="{FF2B5EF4-FFF2-40B4-BE49-F238E27FC236}">
                <a16:creationId xmlns:a16="http://schemas.microsoft.com/office/drawing/2014/main" id="{613BB695-72A9-954F-A86A-8893D6D7CE5F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9408 w 127647"/>
              <a:gd name="csY0" fmla="*/ 66267 h 145834"/>
              <a:gd name="csX1" fmla="*/ 118192 w 127647"/>
              <a:gd name="csY1" fmla="*/ 66267 h 145834"/>
              <a:gd name="csX2" fmla="*/ 127175 w 127647"/>
              <a:gd name="csY2" fmla="*/ 45327 h 145834"/>
              <a:gd name="csX3" fmla="*/ 126716 w 127647"/>
              <a:gd name="csY3" fmla="*/ 40308 h 145834"/>
              <a:gd name="csX4" fmla="*/ 122276 w 127647"/>
              <a:gd name="csY4" fmla="*/ 37910 h 145834"/>
              <a:gd name="csX5" fmla="*/ 116525 w 127647"/>
              <a:gd name="csY5" fmla="*/ 37910 h 145834"/>
              <a:gd name="csX6" fmla="*/ 115640 w 127647"/>
              <a:gd name="csY6" fmla="*/ 36209 h 145834"/>
              <a:gd name="csX7" fmla="*/ 95820 w 127647"/>
              <a:gd name="csY7" fmla="*/ 11066 h 145834"/>
              <a:gd name="csX8" fmla="*/ 85101 w 127647"/>
              <a:gd name="csY8" fmla="*/ 5470 h 145834"/>
              <a:gd name="csX9" fmla="*/ 73804 w 127647"/>
              <a:gd name="csY9" fmla="*/ 9774 h 145834"/>
              <a:gd name="csX10" fmla="*/ 67968 w 127647"/>
              <a:gd name="csY10" fmla="*/ 9774 h 145834"/>
              <a:gd name="csX11" fmla="*/ 62524 w 127647"/>
              <a:gd name="csY11" fmla="*/ 4313 h 145834"/>
              <a:gd name="csX12" fmla="*/ 51363 w 127647"/>
              <a:gd name="csY12" fmla="*/ 26 h 145834"/>
              <a:gd name="csX13" fmla="*/ 40679 w 127647"/>
              <a:gd name="csY13" fmla="*/ 5402 h 145834"/>
              <a:gd name="csX14" fmla="*/ 15380 w 127647"/>
              <a:gd name="csY14" fmla="*/ 36328 h 145834"/>
              <a:gd name="csX15" fmla="*/ 14495 w 127647"/>
              <a:gd name="csY15" fmla="*/ 37927 h 145834"/>
              <a:gd name="csX16" fmla="*/ 5308 w 127647"/>
              <a:gd name="csY16" fmla="*/ 37927 h 145834"/>
              <a:gd name="csX17" fmla="*/ 885 w 127647"/>
              <a:gd name="csY17" fmla="*/ 40308 h 145834"/>
              <a:gd name="csX18" fmla="*/ 425 w 127647"/>
              <a:gd name="csY18" fmla="*/ 45327 h 145834"/>
              <a:gd name="csX19" fmla="*/ 9408 w 127647"/>
              <a:gd name="csY19" fmla="*/ 66267 h 145834"/>
              <a:gd name="csX20" fmla="*/ 48914 w 127647"/>
              <a:gd name="csY20" fmla="*/ 12138 h 145834"/>
              <a:gd name="csX21" fmla="*/ 51891 w 127647"/>
              <a:gd name="csY21" fmla="*/ 10641 h 145834"/>
              <a:gd name="csX22" fmla="*/ 55004 w 127647"/>
              <a:gd name="csY22" fmla="*/ 11832 h 145834"/>
              <a:gd name="csX23" fmla="*/ 60466 w 127647"/>
              <a:gd name="csY23" fmla="*/ 17293 h 145834"/>
              <a:gd name="csX24" fmla="*/ 81324 w 127647"/>
              <a:gd name="csY24" fmla="*/ 17293 h 145834"/>
              <a:gd name="csX25" fmla="*/ 84471 w 127647"/>
              <a:gd name="csY25" fmla="*/ 16085 h 145834"/>
              <a:gd name="csX26" fmla="*/ 87466 w 127647"/>
              <a:gd name="csY26" fmla="*/ 17650 h 145834"/>
              <a:gd name="csX27" fmla="*/ 103442 w 127647"/>
              <a:gd name="csY27" fmla="*/ 37910 h 145834"/>
              <a:gd name="csX28" fmla="*/ 27817 w 127647"/>
              <a:gd name="csY28" fmla="*/ 37910 h 145834"/>
              <a:gd name="csX29" fmla="*/ 48914 w 127647"/>
              <a:gd name="csY29" fmla="*/ 12138 h 145834"/>
              <a:gd name="csX30" fmla="*/ 118141 w 127647"/>
              <a:gd name="csY30" fmla="*/ 73361 h 145834"/>
              <a:gd name="csX31" fmla="*/ 9391 w 127647"/>
              <a:gd name="csY31" fmla="*/ 73361 h 145834"/>
              <a:gd name="csX32" fmla="*/ 0 w 127647"/>
              <a:gd name="csY32" fmla="*/ 126351 h 145834"/>
              <a:gd name="csX33" fmla="*/ 6618 w 127647"/>
              <a:gd name="csY33" fmla="*/ 140980 h 145834"/>
              <a:gd name="csX34" fmla="*/ 19497 w 127647"/>
              <a:gd name="csY34" fmla="*/ 145828 h 145834"/>
              <a:gd name="csX35" fmla="*/ 21998 w 127647"/>
              <a:gd name="csY35" fmla="*/ 145675 h 145834"/>
              <a:gd name="csX36" fmla="*/ 56399 w 127647"/>
              <a:gd name="csY36" fmla="*/ 141235 h 145834"/>
              <a:gd name="csX37" fmla="*/ 71201 w 127647"/>
              <a:gd name="csY37" fmla="*/ 141235 h 145834"/>
              <a:gd name="csX38" fmla="*/ 105619 w 127647"/>
              <a:gd name="csY38" fmla="*/ 145675 h 145834"/>
              <a:gd name="csX39" fmla="*/ 122037 w 127647"/>
              <a:gd name="csY39" fmla="*/ 140266 h 145834"/>
              <a:gd name="csX40" fmla="*/ 127584 w 127647"/>
              <a:gd name="csY40" fmla="*/ 125874 h 145834"/>
              <a:gd name="csX41" fmla="*/ 118141 w 127647"/>
              <a:gd name="csY41" fmla="*/ 73361 h 145834"/>
            </a:gdLst>
            <a:ahLst/>
            <a:cxnLst/>
            <a:rect l="l" t="t" r="r" b="b"/>
            <a:pathLst>
              <a:path w="100000" h="100000">
                <a:moveTo>
                  <a:pt x="12687" y="45440"/>
                </a:moveTo>
                <a:lnTo>
                  <a:pt x="87281" y="45440"/>
                </a:lnTo>
                <a:lnTo>
                  <a:pt x="93441" y="31081"/>
                </a:lnTo>
                <a:cubicBezTo>
                  <a:pt x="93919" y="29950"/>
                  <a:pt x="93803" y="28666"/>
                  <a:pt x="93126" y="27640"/>
                </a:cubicBezTo>
                <a:cubicBezTo>
                  <a:pt x="92461" y="26613"/>
                  <a:pt x="91306" y="25995"/>
                  <a:pt x="90082" y="25995"/>
                </a:cubicBezTo>
                <a:lnTo>
                  <a:pt x="86138" y="25995"/>
                </a:lnTo>
                <a:cubicBezTo>
                  <a:pt x="86009" y="25587"/>
                  <a:pt x="85811" y="25190"/>
                  <a:pt x="85531" y="24829"/>
                </a:cubicBezTo>
                <a:lnTo>
                  <a:pt x="71940" y="7588"/>
                </a:lnTo>
                <a:cubicBezTo>
                  <a:pt x="70155" y="5325"/>
                  <a:pt x="67472" y="3926"/>
                  <a:pt x="64590" y="3751"/>
                </a:cubicBezTo>
                <a:cubicBezTo>
                  <a:pt x="61697" y="3599"/>
                  <a:pt x="58885" y="4661"/>
                  <a:pt x="56844" y="6702"/>
                </a:cubicBezTo>
                <a:cubicBezTo>
                  <a:pt x="55736" y="7799"/>
                  <a:pt x="53951" y="7799"/>
                  <a:pt x="52842" y="6702"/>
                </a:cubicBezTo>
                <a:lnTo>
                  <a:pt x="49109" y="2957"/>
                </a:lnTo>
                <a:cubicBezTo>
                  <a:pt x="47091" y="951"/>
                  <a:pt x="44279" y="-157"/>
                  <a:pt x="41456" y="18"/>
                </a:cubicBezTo>
                <a:cubicBezTo>
                  <a:pt x="38609" y="158"/>
                  <a:pt x="35938" y="1500"/>
                  <a:pt x="34130" y="3704"/>
                </a:cubicBezTo>
                <a:lnTo>
                  <a:pt x="16782" y="24911"/>
                </a:lnTo>
                <a:cubicBezTo>
                  <a:pt x="16502" y="25249"/>
                  <a:pt x="16315" y="25622"/>
                  <a:pt x="16175" y="26007"/>
                </a:cubicBezTo>
                <a:lnTo>
                  <a:pt x="9875" y="26007"/>
                </a:lnTo>
                <a:cubicBezTo>
                  <a:pt x="8651" y="26007"/>
                  <a:pt x="7508" y="26613"/>
                  <a:pt x="6842" y="27640"/>
                </a:cubicBezTo>
                <a:cubicBezTo>
                  <a:pt x="6166" y="28666"/>
                  <a:pt x="6049" y="29961"/>
                  <a:pt x="6527" y="31081"/>
                </a:cubicBezTo>
                <a:lnTo>
                  <a:pt x="12687" y="45440"/>
                </a:lnTo>
                <a:close/>
                <a:moveTo>
                  <a:pt x="39776" y="8323"/>
                </a:moveTo>
                <a:cubicBezTo>
                  <a:pt x="40289" y="7694"/>
                  <a:pt x="41013" y="7332"/>
                  <a:pt x="41818" y="7297"/>
                </a:cubicBezTo>
                <a:cubicBezTo>
                  <a:pt x="42623" y="7250"/>
                  <a:pt x="43381" y="7541"/>
                  <a:pt x="43952" y="8113"/>
                </a:cubicBezTo>
                <a:lnTo>
                  <a:pt x="47698" y="11858"/>
                </a:lnTo>
                <a:cubicBezTo>
                  <a:pt x="51641" y="15800"/>
                  <a:pt x="58057" y="15800"/>
                  <a:pt x="62000" y="11858"/>
                </a:cubicBezTo>
                <a:cubicBezTo>
                  <a:pt x="62782" y="11076"/>
                  <a:pt x="63692" y="11006"/>
                  <a:pt x="64158" y="11030"/>
                </a:cubicBezTo>
                <a:cubicBezTo>
                  <a:pt x="64637" y="11065"/>
                  <a:pt x="65523" y="11239"/>
                  <a:pt x="66212" y="12103"/>
                </a:cubicBezTo>
                <a:lnTo>
                  <a:pt x="77167" y="25995"/>
                </a:lnTo>
                <a:lnTo>
                  <a:pt x="25310" y="25995"/>
                </a:lnTo>
                <a:lnTo>
                  <a:pt x="39776" y="8323"/>
                </a:lnTo>
                <a:close/>
                <a:moveTo>
                  <a:pt x="87246" y="50304"/>
                </a:moveTo>
                <a:lnTo>
                  <a:pt x="12675" y="50304"/>
                </a:lnTo>
                <a:cubicBezTo>
                  <a:pt x="10645" y="59986"/>
                  <a:pt x="6236" y="81601"/>
                  <a:pt x="6236" y="86640"/>
                </a:cubicBezTo>
                <a:cubicBezTo>
                  <a:pt x="6236" y="90478"/>
                  <a:pt x="7892" y="94129"/>
                  <a:pt x="10774" y="96672"/>
                </a:cubicBezTo>
                <a:cubicBezTo>
                  <a:pt x="13235" y="98829"/>
                  <a:pt x="16374" y="99996"/>
                  <a:pt x="19605" y="99996"/>
                </a:cubicBezTo>
                <a:cubicBezTo>
                  <a:pt x="20177" y="99996"/>
                  <a:pt x="20749" y="99961"/>
                  <a:pt x="21320" y="99891"/>
                </a:cubicBezTo>
                <a:lnTo>
                  <a:pt x="44909" y="96846"/>
                </a:lnTo>
                <a:cubicBezTo>
                  <a:pt x="46671" y="96625"/>
                  <a:pt x="53309" y="96625"/>
                  <a:pt x="55059" y="96846"/>
                </a:cubicBezTo>
                <a:lnTo>
                  <a:pt x="78660" y="99891"/>
                </a:lnTo>
                <a:cubicBezTo>
                  <a:pt x="82731" y="100416"/>
                  <a:pt x="86943" y="99028"/>
                  <a:pt x="89918" y="96182"/>
                </a:cubicBezTo>
                <a:cubicBezTo>
                  <a:pt x="92647" y="93557"/>
                  <a:pt x="94036" y="89965"/>
                  <a:pt x="93721" y="86313"/>
                </a:cubicBezTo>
                <a:cubicBezTo>
                  <a:pt x="93231" y="80656"/>
                  <a:pt x="89089" y="59566"/>
                  <a:pt x="87246" y="503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5" name="Чёрный — SVG 8">
            <a:extLst>
              <a:ext uri="{FF2B5EF4-FFF2-40B4-BE49-F238E27FC236}">
                <a16:creationId xmlns:a16="http://schemas.microsoft.com/office/drawing/2014/main" id="{FC93E8F3-2D87-BB44-9BEF-ED3DC33D40D4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108188 w 148867"/>
              <a:gd name="csY0" fmla="*/ 6 h 145314"/>
              <a:gd name="csX1" fmla="*/ 84165 w 148867"/>
              <a:gd name="csY1" fmla="*/ 11539 h 145314"/>
              <a:gd name="csX2" fmla="*/ 67339 w 148867"/>
              <a:gd name="csY2" fmla="*/ 35457 h 145314"/>
              <a:gd name="csX3" fmla="*/ 67339 w 148867"/>
              <a:gd name="csY3" fmla="*/ 70891 h 145314"/>
              <a:gd name="csX4" fmla="*/ 60261 w 148867"/>
              <a:gd name="csY4" fmla="*/ 70891 h 145314"/>
              <a:gd name="csX5" fmla="*/ 60261 w 148867"/>
              <a:gd name="csY5" fmla="*/ 83292 h 145314"/>
              <a:gd name="csX6" fmla="*/ 47842 w 148867"/>
              <a:gd name="csY6" fmla="*/ 95693 h 145314"/>
              <a:gd name="csX7" fmla="*/ 38995 w 148867"/>
              <a:gd name="csY7" fmla="*/ 95693 h 145314"/>
              <a:gd name="csX8" fmla="*/ 38995 w 148867"/>
              <a:gd name="csY8" fmla="*/ 98109 h 145314"/>
              <a:gd name="csX9" fmla="*/ 42534 w 148867"/>
              <a:gd name="csY9" fmla="*/ 108111 h 145314"/>
              <a:gd name="csX10" fmla="*/ 42534 w 148867"/>
              <a:gd name="csY10" fmla="*/ 136452 h 145314"/>
              <a:gd name="csX11" fmla="*/ 39828 w 148867"/>
              <a:gd name="csY11" fmla="*/ 145315 h 145314"/>
              <a:gd name="csX12" fmla="*/ 91872 w 148867"/>
              <a:gd name="csY12" fmla="*/ 145315 h 145314"/>
              <a:gd name="csX13" fmla="*/ 111250 w 148867"/>
              <a:gd name="csY13" fmla="*/ 127980 h 145314"/>
              <a:gd name="csX14" fmla="*/ 116406 w 148867"/>
              <a:gd name="csY14" fmla="*/ 81523 h 145314"/>
              <a:gd name="csX15" fmla="*/ 118737 w 148867"/>
              <a:gd name="csY15" fmla="*/ 81523 h 145314"/>
              <a:gd name="csX16" fmla="*/ 124062 w 148867"/>
              <a:gd name="csY16" fmla="*/ 76216 h 145314"/>
              <a:gd name="csX17" fmla="*/ 118737 w 148867"/>
              <a:gd name="csY17" fmla="*/ 70891 h 145314"/>
              <a:gd name="csX18" fmla="*/ 77973 w 148867"/>
              <a:gd name="csY18" fmla="*/ 70891 h 145314"/>
              <a:gd name="csX19" fmla="*/ 77973 w 148867"/>
              <a:gd name="csY19" fmla="*/ 62028 h 145314"/>
              <a:gd name="csX20" fmla="*/ 77973 w 148867"/>
              <a:gd name="csY20" fmla="*/ 35457 h 145314"/>
              <a:gd name="csX21" fmla="*/ 90375 w 148867"/>
              <a:gd name="csY21" fmla="*/ 21270 h 145314"/>
              <a:gd name="csX22" fmla="*/ 115385 w 148867"/>
              <a:gd name="csY22" fmla="*/ 28959 h 145314"/>
              <a:gd name="csX23" fmla="*/ 116372 w 148867"/>
              <a:gd name="csY23" fmla="*/ 33875 h 145314"/>
              <a:gd name="csX24" fmla="*/ 111455 w 148867"/>
              <a:gd name="csY24" fmla="*/ 34862 h 145314"/>
              <a:gd name="csX25" fmla="*/ 90375 w 148867"/>
              <a:gd name="csY25" fmla="*/ 28363 h 145314"/>
              <a:gd name="csX26" fmla="*/ 85067 w 148867"/>
              <a:gd name="csY26" fmla="*/ 35457 h 145314"/>
              <a:gd name="csX27" fmla="*/ 85067 w 148867"/>
              <a:gd name="csY27" fmla="*/ 39012 h 145314"/>
              <a:gd name="csX28" fmla="*/ 94220 w 148867"/>
              <a:gd name="csY28" fmla="*/ 53693 h 145314"/>
              <a:gd name="csX29" fmla="*/ 108103 w 148867"/>
              <a:gd name="csY29" fmla="*/ 56721 h 145314"/>
              <a:gd name="csX30" fmla="*/ 123960 w 148867"/>
              <a:gd name="csY30" fmla="*/ 52417 h 145314"/>
              <a:gd name="csX31" fmla="*/ 132909 w 148867"/>
              <a:gd name="csY31" fmla="*/ 49627 h 145314"/>
              <a:gd name="csX32" fmla="*/ 140599 w 148867"/>
              <a:gd name="csY32" fmla="*/ 52281 h 145314"/>
              <a:gd name="csX33" fmla="*/ 146060 w 148867"/>
              <a:gd name="csY33" fmla="*/ 52536 h 145314"/>
              <a:gd name="csX34" fmla="*/ 148867 w 148867"/>
              <a:gd name="csY34" fmla="*/ 47858 h 145314"/>
              <a:gd name="csX35" fmla="*/ 108188 w 148867"/>
              <a:gd name="csY35" fmla="*/ 6 h 145314"/>
              <a:gd name="csX36" fmla="*/ 26575 w 148867"/>
              <a:gd name="csY36" fmla="*/ 3561 h 145314"/>
              <a:gd name="csX37" fmla="*/ 24533 w 148867"/>
              <a:gd name="csY37" fmla="*/ 3969 h 145314"/>
              <a:gd name="csX38" fmla="*/ 0 w 148867"/>
              <a:gd name="csY38" fmla="*/ 40764 h 145314"/>
              <a:gd name="csX39" fmla="*/ 0 w 148867"/>
              <a:gd name="csY39" fmla="*/ 83292 h 145314"/>
              <a:gd name="csX40" fmla="*/ 5308 w 148867"/>
              <a:gd name="csY40" fmla="*/ 88617 h 145314"/>
              <a:gd name="csX41" fmla="*/ 21267 w 148867"/>
              <a:gd name="csY41" fmla="*/ 88617 h 145314"/>
              <a:gd name="csX42" fmla="*/ 21267 w 148867"/>
              <a:gd name="csY42" fmla="*/ 67353 h 145314"/>
              <a:gd name="csX43" fmla="*/ 26575 w 148867"/>
              <a:gd name="csY43" fmla="*/ 62028 h 145314"/>
              <a:gd name="csX44" fmla="*/ 31900 w 148867"/>
              <a:gd name="csY44" fmla="*/ 67353 h 145314"/>
              <a:gd name="csX45" fmla="*/ 31900 w 148867"/>
              <a:gd name="csY45" fmla="*/ 88617 h 145314"/>
              <a:gd name="csX46" fmla="*/ 47842 w 148867"/>
              <a:gd name="csY46" fmla="*/ 88617 h 145314"/>
              <a:gd name="csX47" fmla="*/ 53167 w 148867"/>
              <a:gd name="csY47" fmla="*/ 83292 h 145314"/>
              <a:gd name="csX48" fmla="*/ 53167 w 148867"/>
              <a:gd name="csY48" fmla="*/ 40764 h 145314"/>
              <a:gd name="csX49" fmla="*/ 28634 w 148867"/>
              <a:gd name="csY49" fmla="*/ 3969 h 145314"/>
              <a:gd name="csX50" fmla="*/ 26575 w 148867"/>
              <a:gd name="csY50" fmla="*/ 3561 h 145314"/>
              <a:gd name="csX51" fmla="*/ 31900 w 148867"/>
              <a:gd name="csY51" fmla="*/ 88617 h 145314"/>
              <a:gd name="csX52" fmla="*/ 21267 w 148867"/>
              <a:gd name="csY52" fmla="*/ 88617 h 145314"/>
              <a:gd name="csX53" fmla="*/ 21267 w 148867"/>
              <a:gd name="csY53" fmla="*/ 101052 h 145314"/>
              <a:gd name="csX54" fmla="*/ 17728 w 148867"/>
              <a:gd name="csY54" fmla="*/ 108111 h 145314"/>
              <a:gd name="csX55" fmla="*/ 17728 w 148867"/>
              <a:gd name="csY55" fmla="*/ 136452 h 145314"/>
              <a:gd name="csX56" fmla="*/ 26575 w 148867"/>
              <a:gd name="csY56" fmla="*/ 145315 h 145314"/>
              <a:gd name="csX57" fmla="*/ 35439 w 148867"/>
              <a:gd name="csY57" fmla="*/ 136452 h 145314"/>
              <a:gd name="csX58" fmla="*/ 35439 w 148867"/>
              <a:gd name="csY58" fmla="*/ 108111 h 145314"/>
              <a:gd name="csX59" fmla="*/ 31900 w 148867"/>
              <a:gd name="csY59" fmla="*/ 101052 h 145314"/>
              <a:gd name="csX60" fmla="*/ 31900 w 148867"/>
              <a:gd name="csY60" fmla="*/ 88617 h 145314"/>
            </a:gdLst>
            <a:ahLst/>
            <a:cxnLst/>
            <a:rect l="l" t="t" r="r" b="b"/>
            <a:pathLst>
              <a:path w="100000" h="100000">
                <a:moveTo>
                  <a:pt x="72674" y="1197"/>
                </a:moveTo>
                <a:cubicBezTo>
                  <a:pt x="65714" y="1072"/>
                  <a:pt x="59806" y="3997"/>
                  <a:pt x="56537" y="8945"/>
                </a:cubicBezTo>
                <a:cubicBezTo>
                  <a:pt x="50526" y="10682"/>
                  <a:pt x="45234" y="16189"/>
                  <a:pt x="45234" y="25011"/>
                </a:cubicBezTo>
                <a:lnTo>
                  <a:pt x="45234" y="48814"/>
                </a:lnTo>
                <a:lnTo>
                  <a:pt x="40480" y="48814"/>
                </a:lnTo>
                <a:lnTo>
                  <a:pt x="40480" y="57144"/>
                </a:lnTo>
                <a:cubicBezTo>
                  <a:pt x="40480" y="61738"/>
                  <a:pt x="36743" y="65474"/>
                  <a:pt x="32137" y="65474"/>
                </a:cubicBezTo>
                <a:lnTo>
                  <a:pt x="26195" y="65474"/>
                </a:lnTo>
                <a:lnTo>
                  <a:pt x="26195" y="67097"/>
                </a:lnTo>
                <a:cubicBezTo>
                  <a:pt x="27726" y="68983"/>
                  <a:pt x="28572" y="71325"/>
                  <a:pt x="28572" y="73816"/>
                </a:cubicBezTo>
                <a:lnTo>
                  <a:pt x="28572" y="92854"/>
                </a:lnTo>
                <a:cubicBezTo>
                  <a:pt x="28572" y="95059"/>
                  <a:pt x="27897" y="97104"/>
                  <a:pt x="26754" y="98807"/>
                </a:cubicBezTo>
                <a:lnTo>
                  <a:pt x="61714" y="98807"/>
                </a:lnTo>
                <a:cubicBezTo>
                  <a:pt x="68400" y="98807"/>
                  <a:pt x="74000" y="93802"/>
                  <a:pt x="74731" y="87163"/>
                </a:cubicBezTo>
                <a:lnTo>
                  <a:pt x="78195" y="55956"/>
                </a:lnTo>
                <a:lnTo>
                  <a:pt x="79760" y="55956"/>
                </a:lnTo>
                <a:cubicBezTo>
                  <a:pt x="81737" y="55956"/>
                  <a:pt x="83337" y="54356"/>
                  <a:pt x="83337" y="52391"/>
                </a:cubicBezTo>
                <a:cubicBezTo>
                  <a:pt x="83337" y="50414"/>
                  <a:pt x="81737" y="48814"/>
                  <a:pt x="79760" y="48814"/>
                </a:cubicBezTo>
                <a:lnTo>
                  <a:pt x="52378" y="48814"/>
                </a:lnTo>
                <a:lnTo>
                  <a:pt x="52378" y="42860"/>
                </a:lnTo>
                <a:lnTo>
                  <a:pt x="52378" y="25011"/>
                </a:lnTo>
                <a:cubicBezTo>
                  <a:pt x="52378" y="18761"/>
                  <a:pt x="56571" y="15481"/>
                  <a:pt x="60709" y="15481"/>
                </a:cubicBezTo>
                <a:cubicBezTo>
                  <a:pt x="69669" y="15481"/>
                  <a:pt x="77200" y="20440"/>
                  <a:pt x="77509" y="20646"/>
                </a:cubicBezTo>
                <a:cubicBezTo>
                  <a:pt x="78606" y="21377"/>
                  <a:pt x="78903" y="22852"/>
                  <a:pt x="78172" y="23949"/>
                </a:cubicBezTo>
                <a:cubicBezTo>
                  <a:pt x="77440" y="25034"/>
                  <a:pt x="75977" y="25331"/>
                  <a:pt x="74869" y="24612"/>
                </a:cubicBezTo>
                <a:cubicBezTo>
                  <a:pt x="74800" y="24565"/>
                  <a:pt x="68194" y="20246"/>
                  <a:pt x="60709" y="20246"/>
                </a:cubicBezTo>
                <a:cubicBezTo>
                  <a:pt x="59063" y="20246"/>
                  <a:pt x="57143" y="21492"/>
                  <a:pt x="57143" y="25011"/>
                </a:cubicBezTo>
                <a:lnTo>
                  <a:pt x="57143" y="27399"/>
                </a:lnTo>
                <a:cubicBezTo>
                  <a:pt x="57143" y="31593"/>
                  <a:pt x="59555" y="35455"/>
                  <a:pt x="63291" y="37261"/>
                </a:cubicBezTo>
                <a:cubicBezTo>
                  <a:pt x="66069" y="38609"/>
                  <a:pt x="69211" y="39295"/>
                  <a:pt x="72617" y="39295"/>
                </a:cubicBezTo>
                <a:cubicBezTo>
                  <a:pt x="77155" y="39295"/>
                  <a:pt x="80537" y="37695"/>
                  <a:pt x="83269" y="36404"/>
                </a:cubicBezTo>
                <a:cubicBezTo>
                  <a:pt x="85486" y="35353"/>
                  <a:pt x="87246" y="34530"/>
                  <a:pt x="89280" y="34530"/>
                </a:cubicBezTo>
                <a:cubicBezTo>
                  <a:pt x="91292" y="34530"/>
                  <a:pt x="93703" y="35822"/>
                  <a:pt x="94446" y="36313"/>
                </a:cubicBezTo>
                <a:cubicBezTo>
                  <a:pt x="95543" y="37044"/>
                  <a:pt x="96960" y="37113"/>
                  <a:pt x="98114" y="36484"/>
                </a:cubicBezTo>
                <a:cubicBezTo>
                  <a:pt x="99269" y="35867"/>
                  <a:pt x="100000" y="34655"/>
                  <a:pt x="100000" y="33342"/>
                </a:cubicBezTo>
                <a:cubicBezTo>
                  <a:pt x="100000" y="12761"/>
                  <a:pt x="85920" y="1426"/>
                  <a:pt x="72674" y="1197"/>
                </a:cubicBezTo>
                <a:close/>
                <a:moveTo>
                  <a:pt x="17852" y="3585"/>
                </a:moveTo>
                <a:cubicBezTo>
                  <a:pt x="17394" y="3585"/>
                  <a:pt x="16926" y="3677"/>
                  <a:pt x="16480" y="3859"/>
                </a:cubicBezTo>
                <a:cubicBezTo>
                  <a:pt x="15817" y="4134"/>
                  <a:pt x="0" y="10921"/>
                  <a:pt x="0" y="28576"/>
                </a:cubicBezTo>
                <a:lnTo>
                  <a:pt x="0" y="57144"/>
                </a:lnTo>
                <a:cubicBezTo>
                  <a:pt x="0" y="59121"/>
                  <a:pt x="1600" y="60721"/>
                  <a:pt x="3566" y="60721"/>
                </a:cubicBezTo>
                <a:lnTo>
                  <a:pt x="14286" y="60721"/>
                </a:lnTo>
                <a:lnTo>
                  <a:pt x="14286" y="46437"/>
                </a:lnTo>
                <a:cubicBezTo>
                  <a:pt x="14286" y="44460"/>
                  <a:pt x="15885" y="42860"/>
                  <a:pt x="17852" y="42860"/>
                </a:cubicBezTo>
                <a:cubicBezTo>
                  <a:pt x="19828" y="42860"/>
                  <a:pt x="21429" y="44460"/>
                  <a:pt x="21429" y="46437"/>
                </a:cubicBezTo>
                <a:lnTo>
                  <a:pt x="21429" y="60721"/>
                </a:lnTo>
                <a:lnTo>
                  <a:pt x="32137" y="60721"/>
                </a:lnTo>
                <a:cubicBezTo>
                  <a:pt x="34114" y="60721"/>
                  <a:pt x="35714" y="59121"/>
                  <a:pt x="35714" y="57144"/>
                </a:cubicBezTo>
                <a:lnTo>
                  <a:pt x="35714" y="28576"/>
                </a:lnTo>
                <a:cubicBezTo>
                  <a:pt x="35714" y="10921"/>
                  <a:pt x="19897" y="4134"/>
                  <a:pt x="19235" y="3859"/>
                </a:cubicBezTo>
                <a:cubicBezTo>
                  <a:pt x="18789" y="3677"/>
                  <a:pt x="18320" y="3585"/>
                  <a:pt x="17852" y="3585"/>
                </a:cubicBezTo>
                <a:close/>
                <a:moveTo>
                  <a:pt x="21429" y="60721"/>
                </a:moveTo>
                <a:lnTo>
                  <a:pt x="14286" y="60721"/>
                </a:lnTo>
                <a:lnTo>
                  <a:pt x="14286" y="69074"/>
                </a:lnTo>
                <a:cubicBezTo>
                  <a:pt x="12846" y="70160"/>
                  <a:pt x="11909" y="71873"/>
                  <a:pt x="11909" y="73816"/>
                </a:cubicBezTo>
                <a:lnTo>
                  <a:pt x="11909" y="92854"/>
                </a:lnTo>
                <a:cubicBezTo>
                  <a:pt x="11909" y="96145"/>
                  <a:pt x="14571" y="98807"/>
                  <a:pt x="17852" y="98807"/>
                </a:cubicBezTo>
                <a:cubicBezTo>
                  <a:pt x="21143" y="98807"/>
                  <a:pt x="23806" y="96145"/>
                  <a:pt x="23806" y="92854"/>
                </a:cubicBezTo>
                <a:lnTo>
                  <a:pt x="23806" y="73816"/>
                </a:lnTo>
                <a:cubicBezTo>
                  <a:pt x="23806" y="71873"/>
                  <a:pt x="22869" y="70171"/>
                  <a:pt x="21429" y="69074"/>
                </a:cubicBezTo>
                <a:lnTo>
                  <a:pt x="21429" y="6072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6" name="Чёрный — SVG 9">
            <a:extLst>
              <a:ext uri="{FF2B5EF4-FFF2-40B4-BE49-F238E27FC236}">
                <a16:creationId xmlns:a16="http://schemas.microsoft.com/office/drawing/2014/main" id="{ABBABDBC-4B3E-8943-8EA4-36151457F5C1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59002 w 134695"/>
              <a:gd name="csY0" fmla="*/ 13 h 141766"/>
              <a:gd name="csX1" fmla="*/ 56178 w 134695"/>
              <a:gd name="csY1" fmla="*/ 1833 h 141766"/>
              <a:gd name="csX2" fmla="*/ 49628 w 134695"/>
              <a:gd name="csY2" fmla="*/ 24628 h 141766"/>
              <a:gd name="csX3" fmla="*/ 50887 w 134695"/>
              <a:gd name="csY3" fmla="*/ 33508 h 141766"/>
              <a:gd name="csX4" fmla="*/ 61095 w 134695"/>
              <a:gd name="csY4" fmla="*/ 44361 h 141766"/>
              <a:gd name="csX5" fmla="*/ 69075 w 134695"/>
              <a:gd name="csY5" fmla="*/ 46079 h 141766"/>
              <a:gd name="csX6" fmla="*/ 72987 w 134695"/>
              <a:gd name="csY6" fmla="*/ 45636 h 141766"/>
              <a:gd name="csX7" fmla="*/ 73107 w 134695"/>
              <a:gd name="csY7" fmla="*/ 45841 h 141766"/>
              <a:gd name="csX8" fmla="*/ 77139 w 134695"/>
              <a:gd name="csY8" fmla="*/ 54754 h 141766"/>
              <a:gd name="csX9" fmla="*/ 81392 w 134695"/>
              <a:gd name="csY9" fmla="*/ 77975 h 141766"/>
              <a:gd name="csX10" fmla="*/ 38808 w 134695"/>
              <a:gd name="csY10" fmla="*/ 77975 h 141766"/>
              <a:gd name="csX11" fmla="*/ 33738 w 134695"/>
              <a:gd name="csY11" fmla="*/ 58633 h 141766"/>
              <a:gd name="csX12" fmla="*/ 37583 w 134695"/>
              <a:gd name="csY12" fmla="*/ 53104 h 141766"/>
              <a:gd name="csX13" fmla="*/ 37821 w 134695"/>
              <a:gd name="csY13" fmla="*/ 39717 h 141766"/>
              <a:gd name="csX14" fmla="*/ 13423 w 134695"/>
              <a:gd name="csY14" fmla="*/ 21413 h 141766"/>
              <a:gd name="csX15" fmla="*/ 9238 w 134695"/>
              <a:gd name="csY15" fmla="*/ 23216 h 141766"/>
              <a:gd name="csX16" fmla="*/ 3539 w 134695"/>
              <a:gd name="csY16" fmla="*/ 44293 h 141766"/>
              <a:gd name="csX17" fmla="*/ 4696 w 134695"/>
              <a:gd name="csY17" fmla="*/ 52356 h 141766"/>
              <a:gd name="csX18" fmla="*/ 14002 w 134695"/>
              <a:gd name="csY18" fmla="*/ 62222 h 141766"/>
              <a:gd name="csX19" fmla="*/ 21267 w 134695"/>
              <a:gd name="csY19" fmla="*/ 63804 h 141766"/>
              <a:gd name="csX20" fmla="*/ 25520 w 134695"/>
              <a:gd name="csY20" fmla="*/ 63209 h 141766"/>
              <a:gd name="csX21" fmla="*/ 24516 w 134695"/>
              <a:gd name="csY21" fmla="*/ 63940 h 141766"/>
              <a:gd name="csX22" fmla="*/ 28157 w 134695"/>
              <a:gd name="csY22" fmla="*/ 77975 h 141766"/>
              <a:gd name="csX23" fmla="*/ 5308 w 134695"/>
              <a:gd name="csY23" fmla="*/ 77975 h 141766"/>
              <a:gd name="csX24" fmla="*/ 0 w 134695"/>
              <a:gd name="csY24" fmla="*/ 83282 h 141766"/>
              <a:gd name="csX25" fmla="*/ 0 w 134695"/>
              <a:gd name="csY25" fmla="*/ 106315 h 141766"/>
              <a:gd name="csX26" fmla="*/ 14172 w 134695"/>
              <a:gd name="csY26" fmla="*/ 106315 h 141766"/>
              <a:gd name="csX27" fmla="*/ 17728 w 134695"/>
              <a:gd name="csY27" fmla="*/ 109870 h 141766"/>
              <a:gd name="csX28" fmla="*/ 14172 w 134695"/>
              <a:gd name="csY28" fmla="*/ 113409 h 141766"/>
              <a:gd name="csX29" fmla="*/ 0 w 134695"/>
              <a:gd name="csY29" fmla="*/ 113409 h 141766"/>
              <a:gd name="csX30" fmla="*/ 0 w 134695"/>
              <a:gd name="csY30" fmla="*/ 136442 h 141766"/>
              <a:gd name="csX31" fmla="*/ 5308 w 134695"/>
              <a:gd name="csY31" fmla="*/ 141766 h 141766"/>
              <a:gd name="csX32" fmla="*/ 129370 w 134695"/>
              <a:gd name="csY32" fmla="*/ 141766 h 141766"/>
              <a:gd name="csX33" fmla="*/ 134695 w 134695"/>
              <a:gd name="csY33" fmla="*/ 136442 h 141766"/>
              <a:gd name="csX34" fmla="*/ 134695 w 134695"/>
              <a:gd name="csY34" fmla="*/ 113409 h 141766"/>
              <a:gd name="csX35" fmla="*/ 120506 w 134695"/>
              <a:gd name="csY35" fmla="*/ 113409 h 141766"/>
              <a:gd name="csX36" fmla="*/ 116967 w 134695"/>
              <a:gd name="csY36" fmla="*/ 109870 h 141766"/>
              <a:gd name="csX37" fmla="*/ 120506 w 134695"/>
              <a:gd name="csY37" fmla="*/ 106315 h 141766"/>
              <a:gd name="csX38" fmla="*/ 134695 w 134695"/>
              <a:gd name="csY38" fmla="*/ 106315 h 141766"/>
              <a:gd name="csX39" fmla="*/ 134695 w 134695"/>
              <a:gd name="csY39" fmla="*/ 83282 h 141766"/>
              <a:gd name="csX40" fmla="*/ 129370 w 134695"/>
              <a:gd name="csY40" fmla="*/ 77975 h 141766"/>
              <a:gd name="csX41" fmla="*/ 92876 w 134695"/>
              <a:gd name="csY41" fmla="*/ 77975 h 141766"/>
              <a:gd name="csX42" fmla="*/ 93420 w 134695"/>
              <a:gd name="csY42" fmla="*/ 76103 h 141766"/>
              <a:gd name="csX43" fmla="*/ 105296 w 134695"/>
              <a:gd name="csY43" fmla="*/ 61202 h 141766"/>
              <a:gd name="csX44" fmla="*/ 113445 w 134695"/>
              <a:gd name="csY44" fmla="*/ 63787 h 141766"/>
              <a:gd name="csX45" fmla="*/ 120506 w 134695"/>
              <a:gd name="csY45" fmla="*/ 61899 h 141766"/>
              <a:gd name="csX46" fmla="*/ 123858 w 134695"/>
              <a:gd name="csY46" fmla="*/ 59212 h 141766"/>
              <a:gd name="csX47" fmla="*/ 131105 w 134695"/>
              <a:gd name="csY47" fmla="*/ 39461 h 141766"/>
              <a:gd name="csX48" fmla="*/ 130272 w 134695"/>
              <a:gd name="csY48" fmla="*/ 36655 h 141766"/>
              <a:gd name="csX49" fmla="*/ 127601 w 134695"/>
              <a:gd name="csY49" fmla="*/ 35447 h 141766"/>
              <a:gd name="csX50" fmla="*/ 113428 w 134695"/>
              <a:gd name="csY50" fmla="*/ 35447 h 141766"/>
              <a:gd name="csX51" fmla="*/ 113411 w 134695"/>
              <a:gd name="csY51" fmla="*/ 35447 h 141766"/>
              <a:gd name="csX52" fmla="*/ 106334 w 134695"/>
              <a:gd name="csY52" fmla="*/ 37335 h 141766"/>
              <a:gd name="csX53" fmla="*/ 99665 w 134695"/>
              <a:gd name="csY53" fmla="*/ 52713 h 141766"/>
              <a:gd name="csX54" fmla="*/ 99409 w 134695"/>
              <a:gd name="csY54" fmla="*/ 52339 h 141766"/>
              <a:gd name="csX55" fmla="*/ 89848 w 134695"/>
              <a:gd name="csY55" fmla="*/ 61185 h 141766"/>
              <a:gd name="csX56" fmla="*/ 87194 w 134695"/>
              <a:gd name="csY56" fmla="*/ 51284 h 141766"/>
              <a:gd name="csX57" fmla="*/ 82430 w 134695"/>
              <a:gd name="csY57" fmla="*/ 40771 h 141766"/>
              <a:gd name="csX58" fmla="*/ 86989 w 134695"/>
              <a:gd name="csY58" fmla="*/ 34341 h 141766"/>
              <a:gd name="csX59" fmla="*/ 87245 w 134695"/>
              <a:gd name="csY59" fmla="*/ 19644 h 141766"/>
              <a:gd name="csX60" fmla="*/ 60177 w 134695"/>
              <a:gd name="csY60" fmla="*/ 115 h 141766"/>
              <a:gd name="csX61" fmla="*/ 59002 w 134695"/>
              <a:gd name="csY61" fmla="*/ 13 h 141766"/>
              <a:gd name="csX62" fmla="*/ 14172 w 134695"/>
              <a:gd name="csY62" fmla="*/ 88607 h 141766"/>
              <a:gd name="csX63" fmla="*/ 35439 w 134695"/>
              <a:gd name="csY63" fmla="*/ 88607 h 141766"/>
              <a:gd name="csX64" fmla="*/ 38995 w 134695"/>
              <a:gd name="csY64" fmla="*/ 92145 h 141766"/>
              <a:gd name="csX65" fmla="*/ 35439 w 134695"/>
              <a:gd name="csY65" fmla="*/ 95683 h 141766"/>
              <a:gd name="csX66" fmla="*/ 14172 w 134695"/>
              <a:gd name="csY66" fmla="*/ 95683 h 141766"/>
              <a:gd name="csX67" fmla="*/ 10633 w 134695"/>
              <a:gd name="csY67" fmla="*/ 92145 h 141766"/>
              <a:gd name="csX68" fmla="*/ 14172 w 134695"/>
              <a:gd name="csY68" fmla="*/ 88607 h 141766"/>
              <a:gd name="csX69" fmla="*/ 56706 w 134695"/>
              <a:gd name="csY69" fmla="*/ 88607 h 141766"/>
              <a:gd name="csX70" fmla="*/ 77973 w 134695"/>
              <a:gd name="csY70" fmla="*/ 88607 h 141766"/>
              <a:gd name="csX71" fmla="*/ 81528 w 134695"/>
              <a:gd name="csY71" fmla="*/ 92145 h 141766"/>
              <a:gd name="csX72" fmla="*/ 77973 w 134695"/>
              <a:gd name="csY72" fmla="*/ 95683 h 141766"/>
              <a:gd name="csX73" fmla="*/ 56706 w 134695"/>
              <a:gd name="csY73" fmla="*/ 95683 h 141766"/>
              <a:gd name="csX74" fmla="*/ 53167 w 134695"/>
              <a:gd name="csY74" fmla="*/ 92145 h 141766"/>
              <a:gd name="csX75" fmla="*/ 56706 w 134695"/>
              <a:gd name="csY75" fmla="*/ 88607 h 141766"/>
              <a:gd name="csX76" fmla="*/ 99239 w 134695"/>
              <a:gd name="csY76" fmla="*/ 88607 h 141766"/>
              <a:gd name="csX77" fmla="*/ 120506 w 134695"/>
              <a:gd name="csY77" fmla="*/ 88607 h 141766"/>
              <a:gd name="csX78" fmla="*/ 124062 w 134695"/>
              <a:gd name="csY78" fmla="*/ 92145 h 141766"/>
              <a:gd name="csX79" fmla="*/ 120506 w 134695"/>
              <a:gd name="csY79" fmla="*/ 95683 h 141766"/>
              <a:gd name="csX80" fmla="*/ 99239 w 134695"/>
              <a:gd name="csY80" fmla="*/ 95683 h 141766"/>
              <a:gd name="csX81" fmla="*/ 95700 w 134695"/>
              <a:gd name="csY81" fmla="*/ 92145 h 141766"/>
              <a:gd name="csX82" fmla="*/ 99239 w 134695"/>
              <a:gd name="csY82" fmla="*/ 88607 h 141766"/>
              <a:gd name="csX83" fmla="*/ 35439 w 134695"/>
              <a:gd name="csY83" fmla="*/ 106315 h 141766"/>
              <a:gd name="csX84" fmla="*/ 56706 w 134695"/>
              <a:gd name="csY84" fmla="*/ 106315 h 141766"/>
              <a:gd name="csX85" fmla="*/ 60261 w 134695"/>
              <a:gd name="csY85" fmla="*/ 109870 h 141766"/>
              <a:gd name="csX86" fmla="*/ 56706 w 134695"/>
              <a:gd name="csY86" fmla="*/ 113409 h 141766"/>
              <a:gd name="csX87" fmla="*/ 35439 w 134695"/>
              <a:gd name="csY87" fmla="*/ 113409 h 141766"/>
              <a:gd name="csX88" fmla="*/ 31900 w 134695"/>
              <a:gd name="csY88" fmla="*/ 109870 h 141766"/>
              <a:gd name="csX89" fmla="*/ 35439 w 134695"/>
              <a:gd name="csY89" fmla="*/ 106315 h 141766"/>
              <a:gd name="csX90" fmla="*/ 77973 w 134695"/>
              <a:gd name="csY90" fmla="*/ 106315 h 141766"/>
              <a:gd name="csX91" fmla="*/ 99239 w 134695"/>
              <a:gd name="csY91" fmla="*/ 106315 h 141766"/>
              <a:gd name="csX92" fmla="*/ 102795 w 134695"/>
              <a:gd name="csY92" fmla="*/ 109870 h 141766"/>
              <a:gd name="csX93" fmla="*/ 99239 w 134695"/>
              <a:gd name="csY93" fmla="*/ 113409 h 141766"/>
              <a:gd name="csX94" fmla="*/ 77973 w 134695"/>
              <a:gd name="csY94" fmla="*/ 113409 h 141766"/>
              <a:gd name="csX95" fmla="*/ 74434 w 134695"/>
              <a:gd name="csY95" fmla="*/ 109870 h 141766"/>
              <a:gd name="csX96" fmla="*/ 77973 w 134695"/>
              <a:gd name="csY96" fmla="*/ 106315 h 141766"/>
              <a:gd name="csX97" fmla="*/ 14172 w 134695"/>
              <a:gd name="csY97" fmla="*/ 124041 h 141766"/>
              <a:gd name="csX98" fmla="*/ 35439 w 134695"/>
              <a:gd name="csY98" fmla="*/ 124041 h 141766"/>
              <a:gd name="csX99" fmla="*/ 38995 w 134695"/>
              <a:gd name="csY99" fmla="*/ 127579 h 141766"/>
              <a:gd name="csX100" fmla="*/ 35439 w 134695"/>
              <a:gd name="csY100" fmla="*/ 131134 h 141766"/>
              <a:gd name="csX101" fmla="*/ 14172 w 134695"/>
              <a:gd name="csY101" fmla="*/ 131134 h 141766"/>
              <a:gd name="csX102" fmla="*/ 10633 w 134695"/>
              <a:gd name="csY102" fmla="*/ 127579 h 141766"/>
              <a:gd name="csX103" fmla="*/ 14172 w 134695"/>
              <a:gd name="csY103" fmla="*/ 124041 h 141766"/>
              <a:gd name="csX104" fmla="*/ 56706 w 134695"/>
              <a:gd name="csY104" fmla="*/ 124041 h 141766"/>
              <a:gd name="csX105" fmla="*/ 77973 w 134695"/>
              <a:gd name="csY105" fmla="*/ 124041 h 141766"/>
              <a:gd name="csX106" fmla="*/ 81528 w 134695"/>
              <a:gd name="csY106" fmla="*/ 127579 h 141766"/>
              <a:gd name="csX107" fmla="*/ 77973 w 134695"/>
              <a:gd name="csY107" fmla="*/ 131134 h 141766"/>
              <a:gd name="csX108" fmla="*/ 56706 w 134695"/>
              <a:gd name="csY108" fmla="*/ 131134 h 141766"/>
              <a:gd name="csX109" fmla="*/ 53167 w 134695"/>
              <a:gd name="csY109" fmla="*/ 127579 h 141766"/>
              <a:gd name="csX110" fmla="*/ 56706 w 134695"/>
              <a:gd name="csY110" fmla="*/ 124041 h 141766"/>
              <a:gd name="csX111" fmla="*/ 99239 w 134695"/>
              <a:gd name="csY111" fmla="*/ 124041 h 141766"/>
              <a:gd name="csX112" fmla="*/ 120506 w 134695"/>
              <a:gd name="csY112" fmla="*/ 124041 h 141766"/>
              <a:gd name="csX113" fmla="*/ 124062 w 134695"/>
              <a:gd name="csY113" fmla="*/ 127579 h 141766"/>
              <a:gd name="csX114" fmla="*/ 120506 w 134695"/>
              <a:gd name="csY114" fmla="*/ 131134 h 141766"/>
              <a:gd name="csX115" fmla="*/ 99239 w 134695"/>
              <a:gd name="csY115" fmla="*/ 131134 h 141766"/>
              <a:gd name="csX116" fmla="*/ 95700 w 134695"/>
              <a:gd name="csY116" fmla="*/ 127579 h 141766"/>
              <a:gd name="csX117" fmla="*/ 99239 w 134695"/>
              <a:gd name="csY117" fmla="*/ 124041 h 141766"/>
            </a:gdLst>
            <a:ahLst/>
            <a:cxnLst/>
            <a:rect l="l" t="t" r="r" b="b"/>
            <a:pathLst>
              <a:path w="100000" h="100000">
                <a:moveTo>
                  <a:pt x="44113" y="9"/>
                </a:moveTo>
                <a:cubicBezTo>
                  <a:pt x="43286" y="69"/>
                  <a:pt x="42530" y="537"/>
                  <a:pt x="42121" y="1293"/>
                </a:cubicBezTo>
                <a:cubicBezTo>
                  <a:pt x="41929" y="1641"/>
                  <a:pt x="37501" y="9801"/>
                  <a:pt x="37501" y="17372"/>
                </a:cubicBezTo>
                <a:cubicBezTo>
                  <a:pt x="37501" y="18872"/>
                  <a:pt x="37741" y="21920"/>
                  <a:pt x="38389" y="23636"/>
                </a:cubicBezTo>
                <a:cubicBezTo>
                  <a:pt x="39685" y="27068"/>
                  <a:pt x="42242" y="29779"/>
                  <a:pt x="45590" y="31292"/>
                </a:cubicBezTo>
                <a:cubicBezTo>
                  <a:pt x="47390" y="32095"/>
                  <a:pt x="49298" y="32504"/>
                  <a:pt x="51219" y="32504"/>
                </a:cubicBezTo>
                <a:cubicBezTo>
                  <a:pt x="52143" y="32504"/>
                  <a:pt x="53054" y="32384"/>
                  <a:pt x="53978" y="32191"/>
                </a:cubicBezTo>
                <a:cubicBezTo>
                  <a:pt x="54002" y="32240"/>
                  <a:pt x="54039" y="32288"/>
                  <a:pt x="54063" y="32336"/>
                </a:cubicBezTo>
                <a:cubicBezTo>
                  <a:pt x="54063" y="32336"/>
                  <a:pt x="55382" y="34207"/>
                  <a:pt x="56907" y="38623"/>
                </a:cubicBezTo>
                <a:cubicBezTo>
                  <a:pt x="58215" y="42391"/>
                  <a:pt x="59547" y="47863"/>
                  <a:pt x="59907" y="55003"/>
                </a:cubicBezTo>
                <a:lnTo>
                  <a:pt x="29869" y="55003"/>
                </a:lnTo>
                <a:cubicBezTo>
                  <a:pt x="29400" y="47551"/>
                  <a:pt x="27576" y="43387"/>
                  <a:pt x="26292" y="41359"/>
                </a:cubicBezTo>
                <a:cubicBezTo>
                  <a:pt x="27420" y="40243"/>
                  <a:pt x="28356" y="38923"/>
                  <a:pt x="29004" y="37459"/>
                </a:cubicBezTo>
                <a:cubicBezTo>
                  <a:pt x="30336" y="34424"/>
                  <a:pt x="30396" y="31064"/>
                  <a:pt x="29172" y="28016"/>
                </a:cubicBezTo>
                <a:cubicBezTo>
                  <a:pt x="25656" y="19292"/>
                  <a:pt x="12515" y="15272"/>
                  <a:pt x="11962" y="15104"/>
                </a:cubicBezTo>
                <a:cubicBezTo>
                  <a:pt x="10798" y="14756"/>
                  <a:pt x="9551" y="15296"/>
                  <a:pt x="9010" y="16376"/>
                </a:cubicBezTo>
                <a:cubicBezTo>
                  <a:pt x="8842" y="16712"/>
                  <a:pt x="4990" y="24488"/>
                  <a:pt x="4990" y="31244"/>
                </a:cubicBezTo>
                <a:cubicBezTo>
                  <a:pt x="4990" y="32228"/>
                  <a:pt x="5146" y="35167"/>
                  <a:pt x="5806" y="36931"/>
                </a:cubicBezTo>
                <a:cubicBezTo>
                  <a:pt x="6994" y="40051"/>
                  <a:pt x="9323" y="42523"/>
                  <a:pt x="12371" y="43891"/>
                </a:cubicBezTo>
                <a:cubicBezTo>
                  <a:pt x="14003" y="44635"/>
                  <a:pt x="15743" y="45007"/>
                  <a:pt x="17495" y="45007"/>
                </a:cubicBezTo>
                <a:cubicBezTo>
                  <a:pt x="18503" y="45007"/>
                  <a:pt x="19499" y="44827"/>
                  <a:pt x="20495" y="44587"/>
                </a:cubicBezTo>
                <a:lnTo>
                  <a:pt x="19787" y="45102"/>
                </a:lnTo>
                <a:cubicBezTo>
                  <a:pt x="20112" y="45547"/>
                  <a:pt x="21851" y="48198"/>
                  <a:pt x="22356" y="55003"/>
                </a:cubicBezTo>
                <a:lnTo>
                  <a:pt x="6238" y="55003"/>
                </a:lnTo>
                <a:cubicBezTo>
                  <a:pt x="4174" y="55003"/>
                  <a:pt x="2494" y="56682"/>
                  <a:pt x="2494" y="58746"/>
                </a:cubicBezTo>
                <a:lnTo>
                  <a:pt x="2494" y="74993"/>
                </a:lnTo>
                <a:lnTo>
                  <a:pt x="12491" y="74993"/>
                </a:lnTo>
                <a:cubicBezTo>
                  <a:pt x="13871" y="74993"/>
                  <a:pt x="14999" y="76121"/>
                  <a:pt x="14999" y="77501"/>
                </a:cubicBezTo>
                <a:cubicBezTo>
                  <a:pt x="14999" y="78881"/>
                  <a:pt x="13871" y="79997"/>
                  <a:pt x="12491" y="79997"/>
                </a:cubicBezTo>
                <a:lnTo>
                  <a:pt x="2494" y="79997"/>
                </a:lnTo>
                <a:lnTo>
                  <a:pt x="2494" y="96245"/>
                </a:lnTo>
                <a:cubicBezTo>
                  <a:pt x="2494" y="98320"/>
                  <a:pt x="4174" y="100000"/>
                  <a:pt x="6238" y="100000"/>
                </a:cubicBezTo>
                <a:lnTo>
                  <a:pt x="93750" y="100000"/>
                </a:lnTo>
                <a:cubicBezTo>
                  <a:pt x="95826" y="100000"/>
                  <a:pt x="97506" y="98320"/>
                  <a:pt x="97506" y="96245"/>
                </a:cubicBezTo>
                <a:lnTo>
                  <a:pt x="97506" y="79997"/>
                </a:lnTo>
                <a:lnTo>
                  <a:pt x="87497" y="79997"/>
                </a:lnTo>
                <a:cubicBezTo>
                  <a:pt x="86117" y="79997"/>
                  <a:pt x="85001" y="78881"/>
                  <a:pt x="85001" y="77501"/>
                </a:cubicBezTo>
                <a:cubicBezTo>
                  <a:pt x="85001" y="76121"/>
                  <a:pt x="86117" y="74993"/>
                  <a:pt x="87497" y="74993"/>
                </a:cubicBezTo>
                <a:lnTo>
                  <a:pt x="97506" y="74993"/>
                </a:lnTo>
                <a:lnTo>
                  <a:pt x="97506" y="58746"/>
                </a:lnTo>
                <a:cubicBezTo>
                  <a:pt x="97506" y="56682"/>
                  <a:pt x="95826" y="55003"/>
                  <a:pt x="93750" y="55003"/>
                </a:cubicBezTo>
                <a:lnTo>
                  <a:pt x="68007" y="55003"/>
                </a:lnTo>
                <a:cubicBezTo>
                  <a:pt x="68115" y="54570"/>
                  <a:pt x="68211" y="54174"/>
                  <a:pt x="68391" y="53682"/>
                </a:cubicBezTo>
                <a:cubicBezTo>
                  <a:pt x="69436" y="50683"/>
                  <a:pt x="71644" y="46783"/>
                  <a:pt x="76768" y="43171"/>
                </a:cubicBezTo>
                <a:cubicBezTo>
                  <a:pt x="78461" y="44347"/>
                  <a:pt x="80465" y="44995"/>
                  <a:pt x="82517" y="44995"/>
                </a:cubicBezTo>
                <a:cubicBezTo>
                  <a:pt x="84221" y="44995"/>
                  <a:pt x="85925" y="44563"/>
                  <a:pt x="87497" y="43663"/>
                </a:cubicBezTo>
                <a:cubicBezTo>
                  <a:pt x="88481" y="43099"/>
                  <a:pt x="89250" y="42379"/>
                  <a:pt x="89862" y="41767"/>
                </a:cubicBezTo>
                <a:cubicBezTo>
                  <a:pt x="93498" y="38131"/>
                  <a:pt x="94842" y="28879"/>
                  <a:pt x="94974" y="27835"/>
                </a:cubicBezTo>
                <a:cubicBezTo>
                  <a:pt x="95070" y="27116"/>
                  <a:pt x="94854" y="26396"/>
                  <a:pt x="94386" y="25856"/>
                </a:cubicBezTo>
                <a:cubicBezTo>
                  <a:pt x="93906" y="25316"/>
                  <a:pt x="93222" y="25004"/>
                  <a:pt x="92502" y="25004"/>
                </a:cubicBezTo>
                <a:lnTo>
                  <a:pt x="82505" y="25004"/>
                </a:lnTo>
                <a:lnTo>
                  <a:pt x="82493" y="25004"/>
                </a:lnTo>
                <a:cubicBezTo>
                  <a:pt x="80740" y="25004"/>
                  <a:pt x="79025" y="25460"/>
                  <a:pt x="77501" y="26336"/>
                </a:cubicBezTo>
                <a:cubicBezTo>
                  <a:pt x="73624" y="28579"/>
                  <a:pt x="71860" y="33031"/>
                  <a:pt x="72796" y="37183"/>
                </a:cubicBezTo>
                <a:lnTo>
                  <a:pt x="72616" y="36919"/>
                </a:lnTo>
                <a:cubicBezTo>
                  <a:pt x="69784" y="38887"/>
                  <a:pt x="67600" y="41023"/>
                  <a:pt x="65872" y="43159"/>
                </a:cubicBezTo>
                <a:cubicBezTo>
                  <a:pt x="65307" y="40531"/>
                  <a:pt x="64672" y="38119"/>
                  <a:pt x="63999" y="36175"/>
                </a:cubicBezTo>
                <a:cubicBezTo>
                  <a:pt x="62499" y="31843"/>
                  <a:pt x="61107" y="29516"/>
                  <a:pt x="60639" y="28759"/>
                </a:cubicBezTo>
                <a:cubicBezTo>
                  <a:pt x="61995" y="27488"/>
                  <a:pt x="63099" y="25940"/>
                  <a:pt x="63855" y="24224"/>
                </a:cubicBezTo>
                <a:cubicBezTo>
                  <a:pt x="65319" y="20888"/>
                  <a:pt x="65379" y="17204"/>
                  <a:pt x="64035" y="13857"/>
                </a:cubicBezTo>
                <a:cubicBezTo>
                  <a:pt x="60135" y="4161"/>
                  <a:pt x="45566" y="237"/>
                  <a:pt x="44942" y="81"/>
                </a:cubicBezTo>
                <a:cubicBezTo>
                  <a:pt x="44666" y="9"/>
                  <a:pt x="44378" y="-15"/>
                  <a:pt x="44113" y="9"/>
                </a:cubicBezTo>
                <a:close/>
                <a:moveTo>
                  <a:pt x="12491" y="62502"/>
                </a:moveTo>
                <a:lnTo>
                  <a:pt x="27492" y="62502"/>
                </a:lnTo>
                <a:cubicBezTo>
                  <a:pt x="28872" y="62502"/>
                  <a:pt x="30000" y="63618"/>
                  <a:pt x="30000" y="64998"/>
                </a:cubicBezTo>
                <a:cubicBezTo>
                  <a:pt x="30000" y="66378"/>
                  <a:pt x="28872" y="67494"/>
                  <a:pt x="27492" y="67494"/>
                </a:cubicBezTo>
                <a:lnTo>
                  <a:pt x="12491" y="67494"/>
                </a:lnTo>
                <a:cubicBezTo>
                  <a:pt x="11111" y="67494"/>
                  <a:pt x="9994" y="66378"/>
                  <a:pt x="9994" y="64998"/>
                </a:cubicBezTo>
                <a:cubicBezTo>
                  <a:pt x="9994" y="63618"/>
                  <a:pt x="11111" y="62502"/>
                  <a:pt x="12491" y="62502"/>
                </a:cubicBezTo>
                <a:close/>
                <a:moveTo>
                  <a:pt x="42494" y="62502"/>
                </a:moveTo>
                <a:lnTo>
                  <a:pt x="57495" y="62502"/>
                </a:lnTo>
                <a:cubicBezTo>
                  <a:pt x="58875" y="62502"/>
                  <a:pt x="60003" y="63618"/>
                  <a:pt x="60003" y="64998"/>
                </a:cubicBezTo>
                <a:cubicBezTo>
                  <a:pt x="60003" y="66378"/>
                  <a:pt x="58875" y="67494"/>
                  <a:pt x="57495" y="67494"/>
                </a:cubicBezTo>
                <a:lnTo>
                  <a:pt x="42494" y="67494"/>
                </a:lnTo>
                <a:cubicBezTo>
                  <a:pt x="41113" y="67494"/>
                  <a:pt x="39997" y="66378"/>
                  <a:pt x="39997" y="64998"/>
                </a:cubicBezTo>
                <a:cubicBezTo>
                  <a:pt x="39997" y="63618"/>
                  <a:pt x="41113" y="62502"/>
                  <a:pt x="42494" y="62502"/>
                </a:cubicBezTo>
                <a:close/>
                <a:moveTo>
                  <a:pt x="72496" y="62502"/>
                </a:moveTo>
                <a:lnTo>
                  <a:pt x="87497" y="62502"/>
                </a:lnTo>
                <a:cubicBezTo>
                  <a:pt x="88877" y="62502"/>
                  <a:pt x="90006" y="63618"/>
                  <a:pt x="90006" y="64998"/>
                </a:cubicBezTo>
                <a:cubicBezTo>
                  <a:pt x="90006" y="66378"/>
                  <a:pt x="88877" y="67494"/>
                  <a:pt x="87497" y="67494"/>
                </a:cubicBezTo>
                <a:lnTo>
                  <a:pt x="72496" y="67494"/>
                </a:lnTo>
                <a:cubicBezTo>
                  <a:pt x="71116" y="67494"/>
                  <a:pt x="70000" y="66378"/>
                  <a:pt x="70000" y="64998"/>
                </a:cubicBezTo>
                <a:cubicBezTo>
                  <a:pt x="70000" y="63618"/>
                  <a:pt x="71116" y="62502"/>
                  <a:pt x="72496" y="62502"/>
                </a:cubicBezTo>
                <a:close/>
                <a:moveTo>
                  <a:pt x="27492" y="74993"/>
                </a:moveTo>
                <a:lnTo>
                  <a:pt x="42494" y="74993"/>
                </a:lnTo>
                <a:cubicBezTo>
                  <a:pt x="43873" y="74993"/>
                  <a:pt x="45001" y="76121"/>
                  <a:pt x="45001" y="77501"/>
                </a:cubicBezTo>
                <a:cubicBezTo>
                  <a:pt x="45001" y="78881"/>
                  <a:pt x="43873" y="79997"/>
                  <a:pt x="42494" y="79997"/>
                </a:cubicBezTo>
                <a:lnTo>
                  <a:pt x="27492" y="79997"/>
                </a:lnTo>
                <a:cubicBezTo>
                  <a:pt x="26112" y="79997"/>
                  <a:pt x="24996" y="78881"/>
                  <a:pt x="24996" y="77501"/>
                </a:cubicBezTo>
                <a:cubicBezTo>
                  <a:pt x="24996" y="76121"/>
                  <a:pt x="26112" y="74993"/>
                  <a:pt x="27492" y="74993"/>
                </a:cubicBezTo>
                <a:close/>
                <a:moveTo>
                  <a:pt x="57495" y="74993"/>
                </a:moveTo>
                <a:lnTo>
                  <a:pt x="72496" y="74993"/>
                </a:lnTo>
                <a:cubicBezTo>
                  <a:pt x="73876" y="74993"/>
                  <a:pt x="75004" y="76121"/>
                  <a:pt x="75004" y="77501"/>
                </a:cubicBezTo>
                <a:cubicBezTo>
                  <a:pt x="75004" y="78881"/>
                  <a:pt x="73876" y="79997"/>
                  <a:pt x="72496" y="79997"/>
                </a:cubicBezTo>
                <a:lnTo>
                  <a:pt x="57495" y="79997"/>
                </a:lnTo>
                <a:cubicBezTo>
                  <a:pt x="56115" y="79997"/>
                  <a:pt x="54999" y="78881"/>
                  <a:pt x="54999" y="77501"/>
                </a:cubicBezTo>
                <a:cubicBezTo>
                  <a:pt x="54999" y="76121"/>
                  <a:pt x="56115" y="74993"/>
                  <a:pt x="57495" y="74993"/>
                </a:cubicBezTo>
                <a:close/>
                <a:moveTo>
                  <a:pt x="12491" y="87497"/>
                </a:moveTo>
                <a:lnTo>
                  <a:pt x="27492" y="87497"/>
                </a:lnTo>
                <a:cubicBezTo>
                  <a:pt x="28872" y="87497"/>
                  <a:pt x="30000" y="88613"/>
                  <a:pt x="30000" y="89993"/>
                </a:cubicBezTo>
                <a:cubicBezTo>
                  <a:pt x="30000" y="91372"/>
                  <a:pt x="28872" y="92500"/>
                  <a:pt x="27492" y="92500"/>
                </a:cubicBezTo>
                <a:lnTo>
                  <a:pt x="12491" y="92500"/>
                </a:lnTo>
                <a:cubicBezTo>
                  <a:pt x="11111" y="92500"/>
                  <a:pt x="9994" y="91372"/>
                  <a:pt x="9994" y="89993"/>
                </a:cubicBezTo>
                <a:cubicBezTo>
                  <a:pt x="9994" y="88613"/>
                  <a:pt x="11111" y="87497"/>
                  <a:pt x="12491" y="87497"/>
                </a:cubicBezTo>
                <a:close/>
                <a:moveTo>
                  <a:pt x="42494" y="87497"/>
                </a:moveTo>
                <a:lnTo>
                  <a:pt x="57495" y="87497"/>
                </a:lnTo>
                <a:cubicBezTo>
                  <a:pt x="58875" y="87497"/>
                  <a:pt x="60003" y="88613"/>
                  <a:pt x="60003" y="89993"/>
                </a:cubicBezTo>
                <a:cubicBezTo>
                  <a:pt x="60003" y="91372"/>
                  <a:pt x="58875" y="92500"/>
                  <a:pt x="57495" y="92500"/>
                </a:cubicBezTo>
                <a:lnTo>
                  <a:pt x="42494" y="92500"/>
                </a:lnTo>
                <a:cubicBezTo>
                  <a:pt x="41113" y="92500"/>
                  <a:pt x="39997" y="91372"/>
                  <a:pt x="39997" y="89993"/>
                </a:cubicBezTo>
                <a:cubicBezTo>
                  <a:pt x="39997" y="88613"/>
                  <a:pt x="41113" y="87497"/>
                  <a:pt x="42494" y="87497"/>
                </a:cubicBezTo>
                <a:close/>
                <a:moveTo>
                  <a:pt x="72496" y="87497"/>
                </a:moveTo>
                <a:lnTo>
                  <a:pt x="87497" y="87497"/>
                </a:lnTo>
                <a:cubicBezTo>
                  <a:pt x="88877" y="87497"/>
                  <a:pt x="90006" y="88613"/>
                  <a:pt x="90006" y="89993"/>
                </a:cubicBezTo>
                <a:cubicBezTo>
                  <a:pt x="90006" y="91372"/>
                  <a:pt x="88877" y="92500"/>
                  <a:pt x="87497" y="92500"/>
                </a:cubicBezTo>
                <a:lnTo>
                  <a:pt x="72496" y="92500"/>
                </a:lnTo>
                <a:cubicBezTo>
                  <a:pt x="71116" y="92500"/>
                  <a:pt x="70000" y="91372"/>
                  <a:pt x="70000" y="89993"/>
                </a:cubicBezTo>
                <a:cubicBezTo>
                  <a:pt x="70000" y="88613"/>
                  <a:pt x="71116" y="87497"/>
                  <a:pt x="72496" y="8749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7" name="Чёрный — SVG 10">
            <a:extLst>
              <a:ext uri="{FF2B5EF4-FFF2-40B4-BE49-F238E27FC236}">
                <a16:creationId xmlns:a16="http://schemas.microsoft.com/office/drawing/2014/main" id="{C1055098-70A7-5F46-B285-531AA675B1E2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69090 w 134662"/>
              <a:gd name="csY0" fmla="*/ 4 h 134647"/>
              <a:gd name="csX1" fmla="*/ 34365 w 134662"/>
              <a:gd name="csY1" fmla="*/ 10007 h 134647"/>
              <a:gd name="csX2" fmla="*/ 31927 w 134662"/>
              <a:gd name="csY2" fmla="*/ 13783 h 134647"/>
              <a:gd name="csX3" fmla="*/ 33236 w 134662"/>
              <a:gd name="csY3" fmla="*/ 18070 h 134647"/>
              <a:gd name="csX4" fmla="*/ 62091 w 134662"/>
              <a:gd name="csY4" fmla="*/ 37003 h 134647"/>
              <a:gd name="csX5" fmla="*/ 60228 w 134662"/>
              <a:gd name="csY5" fmla="*/ 47857 h 134647"/>
              <a:gd name="csX6" fmla="*/ 64333 w 134662"/>
              <a:gd name="csY6" fmla="*/ 67947 h 134647"/>
              <a:gd name="csX7" fmla="*/ 66708 w 134662"/>
              <a:gd name="csY7" fmla="*/ 70328 h 134647"/>
              <a:gd name="csX8" fmla="*/ 86811 w 134662"/>
              <a:gd name="csY8" fmla="*/ 74428 h 134647"/>
              <a:gd name="csX9" fmla="*/ 97654 w 134662"/>
              <a:gd name="csY9" fmla="*/ 72574 h 134647"/>
              <a:gd name="csX10" fmla="*/ 116593 w 134662"/>
              <a:gd name="csY10" fmla="*/ 101425 h 134647"/>
              <a:gd name="csX11" fmla="*/ 120139 w 134662"/>
              <a:gd name="csY11" fmla="*/ 102785 h 134647"/>
              <a:gd name="csX12" fmla="*/ 120879 w 134662"/>
              <a:gd name="csY12" fmla="*/ 102717 h 134647"/>
              <a:gd name="csX13" fmla="*/ 124645 w 134662"/>
              <a:gd name="csY13" fmla="*/ 100285 h 134647"/>
              <a:gd name="csX14" fmla="*/ 134661 w 134662"/>
              <a:gd name="csY14" fmla="*/ 65565 h 134647"/>
              <a:gd name="csX15" fmla="*/ 119016 w 134662"/>
              <a:gd name="csY15" fmla="*/ 23173 h 134647"/>
              <a:gd name="csX16" fmla="*/ 133104 w 134662"/>
              <a:gd name="csY16" fmla="*/ 9071 h 134647"/>
              <a:gd name="csX17" fmla="*/ 133104 w 134662"/>
              <a:gd name="csY17" fmla="*/ 1569 h 134647"/>
              <a:gd name="csX18" fmla="*/ 125586 w 134662"/>
              <a:gd name="csY18" fmla="*/ 1569 h 134647"/>
              <a:gd name="csX19" fmla="*/ 111499 w 134662"/>
              <a:gd name="csY19" fmla="*/ 15654 h 134647"/>
              <a:gd name="csX20" fmla="*/ 69090 w 134662"/>
              <a:gd name="csY20" fmla="*/ 4 h 134647"/>
              <a:gd name="csX21" fmla="*/ 29020 w 134662"/>
              <a:gd name="csY21" fmla="*/ 23939 h 134647"/>
              <a:gd name="csX22" fmla="*/ 10787 w 134662"/>
              <a:gd name="csY22" fmla="*/ 51786 h 134647"/>
              <a:gd name="csX23" fmla="*/ 12163 w 134662"/>
              <a:gd name="csY23" fmla="*/ 56923 h 134647"/>
              <a:gd name="csX24" fmla="*/ 46050 w 134662"/>
              <a:gd name="csY24" fmla="*/ 63796 h 134647"/>
              <a:gd name="csX25" fmla="*/ 55015 w 134662"/>
              <a:gd name="csY25" fmla="*/ 62605 h 134647"/>
              <a:gd name="csX26" fmla="*/ 53140 w 134662"/>
              <a:gd name="csY26" fmla="*/ 47857 h 134647"/>
              <a:gd name="csX27" fmla="*/ 53756 w 134662"/>
              <a:gd name="csY27" fmla="*/ 41205 h 134647"/>
              <a:gd name="csX28" fmla="*/ 29020 w 134662"/>
              <a:gd name="csY28" fmla="*/ 23939 h 134647"/>
              <a:gd name="csX29" fmla="*/ 8757 w 134662"/>
              <a:gd name="csY29" fmla="*/ 63320 h 134647"/>
              <a:gd name="csX30" fmla="*/ 0 w 134662"/>
              <a:gd name="csY30" fmla="*/ 90997 h 134647"/>
              <a:gd name="csX31" fmla="*/ 3566 w 134662"/>
              <a:gd name="csY31" fmla="*/ 95998 h 134647"/>
              <a:gd name="csX32" fmla="*/ 23525 w 134662"/>
              <a:gd name="csY32" fmla="*/ 99230 h 134647"/>
              <a:gd name="csX33" fmla="*/ 26500 w 134662"/>
              <a:gd name="csY33" fmla="*/ 99111 h 134647"/>
              <a:gd name="csX34" fmla="*/ 24783 w 134662"/>
              <a:gd name="csY34" fmla="*/ 84516 h 134647"/>
              <a:gd name="csX35" fmla="*/ 26715 w 134662"/>
              <a:gd name="csY35" fmla="*/ 69563 h 134647"/>
              <a:gd name="csX36" fmla="*/ 8757 w 134662"/>
              <a:gd name="csY36" fmla="*/ 63320 h 134647"/>
              <a:gd name="csX37" fmla="*/ 57223 w 134662"/>
              <a:gd name="csY37" fmla="*/ 69359 h 134647"/>
              <a:gd name="csX38" fmla="*/ 46050 w 134662"/>
              <a:gd name="csY38" fmla="*/ 70890 h 134647"/>
              <a:gd name="csX39" fmla="*/ 33867 w 134662"/>
              <a:gd name="csY39" fmla="*/ 70413 h 134647"/>
              <a:gd name="csX40" fmla="*/ 31873 w 134662"/>
              <a:gd name="csY40" fmla="*/ 84482 h 134647"/>
              <a:gd name="csX41" fmla="*/ 33362 w 134662"/>
              <a:gd name="csY41" fmla="*/ 97325 h 134647"/>
              <a:gd name="csX42" fmla="*/ 34884 w 134662"/>
              <a:gd name="csY42" fmla="*/ 99842 h 134647"/>
              <a:gd name="csX43" fmla="*/ 34884 w 134662"/>
              <a:gd name="csY43" fmla="*/ 99859 h 134647"/>
              <a:gd name="csX44" fmla="*/ 34932 w 134662"/>
              <a:gd name="csY44" fmla="*/ 99893 h 134647"/>
              <a:gd name="csX45" fmla="*/ 34939 w 134662"/>
              <a:gd name="csY45" fmla="*/ 99893 h 134647"/>
              <a:gd name="csX46" fmla="*/ 34946 w 134662"/>
              <a:gd name="csY46" fmla="*/ 99910 h 134647"/>
              <a:gd name="csX47" fmla="*/ 34952 w 134662"/>
              <a:gd name="csY47" fmla="*/ 99910 h 134647"/>
              <a:gd name="csX48" fmla="*/ 34961 w 134662"/>
              <a:gd name="csY48" fmla="*/ 99928 h 134647"/>
              <a:gd name="csX49" fmla="*/ 35687 w 134662"/>
              <a:gd name="csY49" fmla="*/ 100523 h 134647"/>
              <a:gd name="csX50" fmla="*/ 37328 w 134662"/>
              <a:gd name="csY50" fmla="*/ 101288 h 134647"/>
              <a:gd name="csX51" fmla="*/ 50169 w 134662"/>
              <a:gd name="csY51" fmla="*/ 102768 h 134647"/>
              <a:gd name="csX52" fmla="*/ 50397 w 134662"/>
              <a:gd name="csY52" fmla="*/ 102768 h 134647"/>
              <a:gd name="csX53" fmla="*/ 64229 w 134662"/>
              <a:gd name="csY53" fmla="*/ 100778 h 134647"/>
              <a:gd name="csX54" fmla="*/ 63773 w 134662"/>
              <a:gd name="csY54" fmla="*/ 88598 h 134647"/>
              <a:gd name="csX55" fmla="*/ 65282 w 134662"/>
              <a:gd name="csY55" fmla="*/ 77422 h 134647"/>
              <a:gd name="csX56" fmla="*/ 63543 w 134662"/>
              <a:gd name="csY56" fmla="*/ 76656 h 134647"/>
              <a:gd name="csX57" fmla="*/ 57992 w 134662"/>
              <a:gd name="csY57" fmla="*/ 71111 h 134647"/>
              <a:gd name="csX58" fmla="*/ 57223 w 134662"/>
              <a:gd name="csY58" fmla="*/ 69359 h 134647"/>
              <a:gd name="csX59" fmla="*/ 72052 w 134662"/>
              <a:gd name="csY59" fmla="*/ 79633 h 134647"/>
              <a:gd name="csX60" fmla="*/ 70861 w 134662"/>
              <a:gd name="csY60" fmla="*/ 88598 h 134647"/>
              <a:gd name="csX61" fmla="*/ 77736 w 134662"/>
              <a:gd name="csY61" fmla="*/ 122484 h 134647"/>
              <a:gd name="csX62" fmla="*/ 81494 w 134662"/>
              <a:gd name="csY62" fmla="*/ 124049 h 134647"/>
              <a:gd name="csX63" fmla="*/ 82872 w 134662"/>
              <a:gd name="csY63" fmla="*/ 123862 h 134647"/>
              <a:gd name="csX64" fmla="*/ 110730 w 134662"/>
              <a:gd name="csY64" fmla="*/ 105626 h 134647"/>
              <a:gd name="csX65" fmla="*/ 93458 w 134662"/>
              <a:gd name="csY65" fmla="*/ 80892 h 134647"/>
              <a:gd name="csX66" fmla="*/ 86811 w 134662"/>
              <a:gd name="csY66" fmla="*/ 81522 h 134647"/>
              <a:gd name="csX67" fmla="*/ 72052 w 134662"/>
              <a:gd name="csY67" fmla="*/ 79633 h 134647"/>
              <a:gd name="csX68" fmla="*/ 4071 w 134662"/>
              <a:gd name="csY68" fmla="*/ 103568 h 134647"/>
              <a:gd name="csX69" fmla="*/ 3517 w 134662"/>
              <a:gd name="csY69" fmla="*/ 111444 h 134647"/>
              <a:gd name="csX70" fmla="*/ 5538 w 134662"/>
              <a:gd name="csY70" fmla="*/ 125648 h 134647"/>
              <a:gd name="csX71" fmla="*/ 8993 w 134662"/>
              <a:gd name="csY71" fmla="*/ 129119 h 134647"/>
              <a:gd name="csX72" fmla="*/ 23211 w 134662"/>
              <a:gd name="csY72" fmla="*/ 131126 h 134647"/>
              <a:gd name="csX73" fmla="*/ 23717 w 134662"/>
              <a:gd name="csY73" fmla="*/ 131126 h 134647"/>
              <a:gd name="csX74" fmla="*/ 31090 w 134662"/>
              <a:gd name="csY74" fmla="*/ 130582 h 134647"/>
              <a:gd name="csX75" fmla="*/ 28564 w 134662"/>
              <a:gd name="csY75" fmla="*/ 106086 h 134647"/>
              <a:gd name="csX76" fmla="*/ 23462 w 134662"/>
              <a:gd name="csY76" fmla="*/ 106324 h 134647"/>
              <a:gd name="csX77" fmla="*/ 4071 w 134662"/>
              <a:gd name="csY77" fmla="*/ 103568 h 134647"/>
              <a:gd name="csX78" fmla="*/ 65088 w 134662"/>
              <a:gd name="csY78" fmla="*/ 107940 h 134647"/>
              <a:gd name="csX79" fmla="*/ 50356 w 134662"/>
              <a:gd name="csY79" fmla="*/ 109862 h 134647"/>
              <a:gd name="csX80" fmla="*/ 50135 w 134662"/>
              <a:gd name="csY80" fmla="*/ 109862 h 134647"/>
              <a:gd name="csX81" fmla="*/ 35534 w 134662"/>
              <a:gd name="csY81" fmla="*/ 108144 h 134647"/>
              <a:gd name="csX82" fmla="*/ 38663 w 134662"/>
              <a:gd name="csY82" fmla="*/ 131075 h 134647"/>
              <a:gd name="csX83" fmla="*/ 43662 w 134662"/>
              <a:gd name="csY83" fmla="*/ 134647 h 134647"/>
              <a:gd name="csX84" fmla="*/ 43704 w 134662"/>
              <a:gd name="csY84" fmla="*/ 134647 h 134647"/>
              <a:gd name="csX85" fmla="*/ 71346 w 134662"/>
              <a:gd name="csY85" fmla="*/ 125904 h 134647"/>
              <a:gd name="csX86" fmla="*/ 65088 w 134662"/>
              <a:gd name="csY86" fmla="*/ 107940 h 134647"/>
            </a:gdLst>
            <a:ahLst/>
            <a:cxnLst/>
            <a:rect l="l" t="t" r="r" b="b"/>
            <a:pathLst>
              <a:path w="100000" h="100000">
                <a:moveTo>
                  <a:pt x="51306" y="9"/>
                </a:moveTo>
                <a:cubicBezTo>
                  <a:pt x="42207" y="9"/>
                  <a:pt x="33290" y="2573"/>
                  <a:pt x="25519" y="7437"/>
                </a:cubicBezTo>
                <a:cubicBezTo>
                  <a:pt x="24532" y="8055"/>
                  <a:pt x="23872" y="9079"/>
                  <a:pt x="23709" y="10241"/>
                </a:cubicBezTo>
                <a:cubicBezTo>
                  <a:pt x="23546" y="11390"/>
                  <a:pt x="23903" y="12553"/>
                  <a:pt x="24681" y="13424"/>
                </a:cubicBezTo>
                <a:cubicBezTo>
                  <a:pt x="25052" y="13841"/>
                  <a:pt x="33108" y="22709"/>
                  <a:pt x="46109" y="27484"/>
                </a:cubicBezTo>
                <a:cubicBezTo>
                  <a:pt x="45392" y="29720"/>
                  <a:pt x="44725" y="32613"/>
                  <a:pt x="44725" y="35544"/>
                </a:cubicBezTo>
                <a:cubicBezTo>
                  <a:pt x="44725" y="44260"/>
                  <a:pt x="47650" y="50210"/>
                  <a:pt x="47774" y="50463"/>
                </a:cubicBezTo>
                <a:cubicBezTo>
                  <a:pt x="48159" y="51233"/>
                  <a:pt x="48774" y="51840"/>
                  <a:pt x="49537" y="52231"/>
                </a:cubicBezTo>
                <a:cubicBezTo>
                  <a:pt x="49788" y="52357"/>
                  <a:pt x="55738" y="55276"/>
                  <a:pt x="64466" y="55276"/>
                </a:cubicBezTo>
                <a:cubicBezTo>
                  <a:pt x="67395" y="55276"/>
                  <a:pt x="70280" y="54606"/>
                  <a:pt x="72518" y="53899"/>
                </a:cubicBezTo>
                <a:cubicBezTo>
                  <a:pt x="77302" y="66897"/>
                  <a:pt x="86169" y="74957"/>
                  <a:pt x="86582" y="75324"/>
                </a:cubicBezTo>
                <a:cubicBezTo>
                  <a:pt x="87311" y="75980"/>
                  <a:pt x="88248" y="76334"/>
                  <a:pt x="89215" y="76334"/>
                </a:cubicBezTo>
                <a:cubicBezTo>
                  <a:pt x="89398" y="76334"/>
                  <a:pt x="89583" y="76321"/>
                  <a:pt x="89765" y="76283"/>
                </a:cubicBezTo>
                <a:cubicBezTo>
                  <a:pt x="90918" y="76132"/>
                  <a:pt x="91943" y="75463"/>
                  <a:pt x="92561" y="74477"/>
                </a:cubicBezTo>
                <a:cubicBezTo>
                  <a:pt x="97428" y="66708"/>
                  <a:pt x="99999" y="57790"/>
                  <a:pt x="99999" y="48694"/>
                </a:cubicBezTo>
                <a:cubicBezTo>
                  <a:pt x="99999" y="36694"/>
                  <a:pt x="95611" y="25703"/>
                  <a:pt x="88381" y="17214"/>
                </a:cubicBezTo>
                <a:lnTo>
                  <a:pt x="98843" y="6742"/>
                </a:lnTo>
                <a:cubicBezTo>
                  <a:pt x="100386" y="5213"/>
                  <a:pt x="100386" y="2700"/>
                  <a:pt x="98843" y="1171"/>
                </a:cubicBezTo>
                <a:cubicBezTo>
                  <a:pt x="97301" y="-383"/>
                  <a:pt x="94803" y="-383"/>
                  <a:pt x="93260" y="1171"/>
                </a:cubicBezTo>
                <a:lnTo>
                  <a:pt x="82799" y="11630"/>
                </a:lnTo>
                <a:cubicBezTo>
                  <a:pt x="74300" y="4392"/>
                  <a:pt x="63311" y="9"/>
                  <a:pt x="51306" y="9"/>
                </a:cubicBezTo>
                <a:close/>
                <a:moveTo>
                  <a:pt x="21550" y="17783"/>
                </a:moveTo>
                <a:cubicBezTo>
                  <a:pt x="11538" y="25905"/>
                  <a:pt x="8183" y="37818"/>
                  <a:pt x="8010" y="38462"/>
                </a:cubicBezTo>
                <a:cubicBezTo>
                  <a:pt x="7644" y="39826"/>
                  <a:pt x="8036" y="41279"/>
                  <a:pt x="9032" y="42277"/>
                </a:cubicBezTo>
                <a:cubicBezTo>
                  <a:pt x="10230" y="43477"/>
                  <a:pt x="15583" y="47380"/>
                  <a:pt x="34197" y="47380"/>
                </a:cubicBezTo>
                <a:cubicBezTo>
                  <a:pt x="35553" y="47380"/>
                  <a:pt x="38081" y="47077"/>
                  <a:pt x="40854" y="46496"/>
                </a:cubicBezTo>
                <a:cubicBezTo>
                  <a:pt x="40110" y="43604"/>
                  <a:pt x="39462" y="39902"/>
                  <a:pt x="39462" y="35544"/>
                </a:cubicBezTo>
                <a:cubicBezTo>
                  <a:pt x="39462" y="33838"/>
                  <a:pt x="39642" y="32171"/>
                  <a:pt x="39919" y="30604"/>
                </a:cubicBezTo>
                <a:cubicBezTo>
                  <a:pt x="30264" y="26120"/>
                  <a:pt x="23730" y="19993"/>
                  <a:pt x="21550" y="17783"/>
                </a:cubicBezTo>
                <a:close/>
                <a:moveTo>
                  <a:pt x="6503" y="47027"/>
                </a:moveTo>
                <a:cubicBezTo>
                  <a:pt x="49" y="56451"/>
                  <a:pt x="-2" y="66998"/>
                  <a:pt x="0" y="67580"/>
                </a:cubicBezTo>
                <a:cubicBezTo>
                  <a:pt x="7" y="69260"/>
                  <a:pt x="1066" y="70737"/>
                  <a:pt x="2648" y="71294"/>
                </a:cubicBezTo>
                <a:cubicBezTo>
                  <a:pt x="3059" y="71433"/>
                  <a:pt x="9683" y="73694"/>
                  <a:pt x="17470" y="73694"/>
                </a:cubicBezTo>
                <a:cubicBezTo>
                  <a:pt x="18196" y="73694"/>
                  <a:pt x="18938" y="73643"/>
                  <a:pt x="19679" y="73605"/>
                </a:cubicBezTo>
                <a:cubicBezTo>
                  <a:pt x="19533" y="73049"/>
                  <a:pt x="18436" y="68717"/>
                  <a:pt x="18404" y="62767"/>
                </a:cubicBezTo>
                <a:cubicBezTo>
                  <a:pt x="18394" y="60872"/>
                  <a:pt x="18555" y="56602"/>
                  <a:pt x="19839" y="51663"/>
                </a:cubicBezTo>
                <a:cubicBezTo>
                  <a:pt x="12921" y="50602"/>
                  <a:pt x="8843" y="48808"/>
                  <a:pt x="6503" y="47027"/>
                </a:cubicBezTo>
                <a:close/>
                <a:moveTo>
                  <a:pt x="42494" y="51512"/>
                </a:moveTo>
                <a:cubicBezTo>
                  <a:pt x="39012" y="52294"/>
                  <a:pt x="35850" y="52648"/>
                  <a:pt x="34197" y="52648"/>
                </a:cubicBezTo>
                <a:cubicBezTo>
                  <a:pt x="30825" y="52648"/>
                  <a:pt x="27825" y="52521"/>
                  <a:pt x="25150" y="52294"/>
                </a:cubicBezTo>
                <a:cubicBezTo>
                  <a:pt x="24105" y="55971"/>
                  <a:pt x="23653" y="59647"/>
                  <a:pt x="23669" y="62742"/>
                </a:cubicBezTo>
                <a:cubicBezTo>
                  <a:pt x="23698" y="68186"/>
                  <a:pt x="24729" y="72115"/>
                  <a:pt x="24775" y="72279"/>
                </a:cubicBezTo>
                <a:cubicBezTo>
                  <a:pt x="24948" y="72923"/>
                  <a:pt x="25431" y="73656"/>
                  <a:pt x="25905" y="74148"/>
                </a:cubicBezTo>
                <a:lnTo>
                  <a:pt x="25905" y="74161"/>
                </a:lnTo>
                <a:cubicBezTo>
                  <a:pt x="25915" y="74161"/>
                  <a:pt x="25928" y="74173"/>
                  <a:pt x="25941" y="74186"/>
                </a:cubicBezTo>
                <a:lnTo>
                  <a:pt x="25946" y="74186"/>
                </a:lnTo>
                <a:lnTo>
                  <a:pt x="25951" y="74199"/>
                </a:lnTo>
                <a:lnTo>
                  <a:pt x="25955" y="74199"/>
                </a:lnTo>
                <a:lnTo>
                  <a:pt x="25962" y="74212"/>
                </a:lnTo>
                <a:cubicBezTo>
                  <a:pt x="26130" y="74376"/>
                  <a:pt x="26312" y="74528"/>
                  <a:pt x="26501" y="74654"/>
                </a:cubicBezTo>
                <a:cubicBezTo>
                  <a:pt x="26873" y="74906"/>
                  <a:pt x="27282" y="75096"/>
                  <a:pt x="27720" y="75222"/>
                </a:cubicBezTo>
                <a:cubicBezTo>
                  <a:pt x="27882" y="75260"/>
                  <a:pt x="31806" y="76296"/>
                  <a:pt x="37255" y="76321"/>
                </a:cubicBezTo>
                <a:lnTo>
                  <a:pt x="37425" y="76321"/>
                </a:lnTo>
                <a:cubicBezTo>
                  <a:pt x="40487" y="76321"/>
                  <a:pt x="44096" y="75867"/>
                  <a:pt x="47696" y="74843"/>
                </a:cubicBezTo>
                <a:cubicBezTo>
                  <a:pt x="47480" y="72165"/>
                  <a:pt x="47358" y="69171"/>
                  <a:pt x="47358" y="65798"/>
                </a:cubicBezTo>
                <a:cubicBezTo>
                  <a:pt x="47358" y="64144"/>
                  <a:pt x="47709" y="60973"/>
                  <a:pt x="48478" y="57499"/>
                </a:cubicBezTo>
                <a:cubicBezTo>
                  <a:pt x="47801" y="57221"/>
                  <a:pt x="47343" y="57019"/>
                  <a:pt x="47187" y="56930"/>
                </a:cubicBezTo>
                <a:cubicBezTo>
                  <a:pt x="45406" y="56047"/>
                  <a:pt x="43954" y="54593"/>
                  <a:pt x="43065" y="52813"/>
                </a:cubicBezTo>
                <a:cubicBezTo>
                  <a:pt x="42986" y="52661"/>
                  <a:pt x="42771" y="52193"/>
                  <a:pt x="42494" y="51512"/>
                </a:cubicBezTo>
                <a:close/>
                <a:moveTo>
                  <a:pt x="53506" y="59141"/>
                </a:moveTo>
                <a:cubicBezTo>
                  <a:pt x="52919" y="61921"/>
                  <a:pt x="52621" y="64447"/>
                  <a:pt x="52621" y="65798"/>
                </a:cubicBezTo>
                <a:cubicBezTo>
                  <a:pt x="52621" y="84418"/>
                  <a:pt x="56529" y="89762"/>
                  <a:pt x="57727" y="90962"/>
                </a:cubicBezTo>
                <a:cubicBezTo>
                  <a:pt x="58480" y="91708"/>
                  <a:pt x="59484" y="92124"/>
                  <a:pt x="60517" y="92124"/>
                </a:cubicBezTo>
                <a:cubicBezTo>
                  <a:pt x="60860" y="92124"/>
                  <a:pt x="61205" y="92074"/>
                  <a:pt x="61541" y="91985"/>
                </a:cubicBezTo>
                <a:cubicBezTo>
                  <a:pt x="62187" y="91809"/>
                  <a:pt x="74103" y="88461"/>
                  <a:pt x="82228" y="78443"/>
                </a:cubicBezTo>
                <a:cubicBezTo>
                  <a:pt x="80010" y="76271"/>
                  <a:pt x="73884" y="69727"/>
                  <a:pt x="69402" y="60076"/>
                </a:cubicBezTo>
                <a:cubicBezTo>
                  <a:pt x="67833" y="60354"/>
                  <a:pt x="66166" y="60544"/>
                  <a:pt x="64466" y="60544"/>
                </a:cubicBezTo>
                <a:cubicBezTo>
                  <a:pt x="60105" y="60544"/>
                  <a:pt x="56397" y="59887"/>
                  <a:pt x="53506" y="59141"/>
                </a:cubicBezTo>
                <a:close/>
                <a:moveTo>
                  <a:pt x="3023" y="76915"/>
                </a:moveTo>
                <a:cubicBezTo>
                  <a:pt x="2765" y="78798"/>
                  <a:pt x="2596" y="80730"/>
                  <a:pt x="2612" y="82764"/>
                </a:cubicBezTo>
                <a:cubicBezTo>
                  <a:pt x="2664" y="88714"/>
                  <a:pt x="4052" y="93135"/>
                  <a:pt x="4113" y="93312"/>
                </a:cubicBezTo>
                <a:cubicBezTo>
                  <a:pt x="4500" y="94537"/>
                  <a:pt x="5460" y="95497"/>
                  <a:pt x="6678" y="95889"/>
                </a:cubicBezTo>
                <a:cubicBezTo>
                  <a:pt x="6863" y="95940"/>
                  <a:pt x="11284" y="97329"/>
                  <a:pt x="17236" y="97380"/>
                </a:cubicBezTo>
                <a:lnTo>
                  <a:pt x="17612" y="97380"/>
                </a:lnTo>
                <a:cubicBezTo>
                  <a:pt x="19507" y="97380"/>
                  <a:pt x="21316" y="97216"/>
                  <a:pt x="23087" y="96976"/>
                </a:cubicBezTo>
                <a:cubicBezTo>
                  <a:pt x="22103" y="93502"/>
                  <a:pt x="20527" y="86427"/>
                  <a:pt x="21212" y="78785"/>
                </a:cubicBezTo>
                <a:cubicBezTo>
                  <a:pt x="19927" y="78899"/>
                  <a:pt x="18662" y="78962"/>
                  <a:pt x="17423" y="78962"/>
                </a:cubicBezTo>
                <a:cubicBezTo>
                  <a:pt x="11290" y="78962"/>
                  <a:pt x="5918" y="77724"/>
                  <a:pt x="3023" y="76915"/>
                </a:cubicBezTo>
                <a:close/>
                <a:moveTo>
                  <a:pt x="48334" y="80162"/>
                </a:moveTo>
                <a:cubicBezTo>
                  <a:pt x="43526" y="81412"/>
                  <a:pt x="39358" y="81589"/>
                  <a:pt x="37394" y="81589"/>
                </a:cubicBezTo>
                <a:lnTo>
                  <a:pt x="37230" y="81589"/>
                </a:lnTo>
                <a:cubicBezTo>
                  <a:pt x="31263" y="81564"/>
                  <a:pt x="26927" y="80452"/>
                  <a:pt x="26388" y="80313"/>
                </a:cubicBezTo>
                <a:cubicBezTo>
                  <a:pt x="25885" y="89017"/>
                  <a:pt x="28553" y="96899"/>
                  <a:pt x="28711" y="97342"/>
                </a:cubicBezTo>
                <a:cubicBezTo>
                  <a:pt x="29262" y="98933"/>
                  <a:pt x="30749" y="99982"/>
                  <a:pt x="32423" y="99994"/>
                </a:cubicBezTo>
                <a:lnTo>
                  <a:pt x="32455" y="99994"/>
                </a:lnTo>
                <a:cubicBezTo>
                  <a:pt x="33299" y="99994"/>
                  <a:pt x="43688" y="99856"/>
                  <a:pt x="52982" y="93502"/>
                </a:cubicBezTo>
                <a:cubicBezTo>
                  <a:pt x="51205" y="91165"/>
                  <a:pt x="49404" y="87084"/>
                  <a:pt x="48334" y="8016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8" name="Чёрный — SVG 11">
            <a:extLst>
              <a:ext uri="{FF2B5EF4-FFF2-40B4-BE49-F238E27FC236}">
                <a16:creationId xmlns:a16="http://schemas.microsoft.com/office/drawing/2014/main" id="{F254C223-8260-7149-94F2-4ED53746E4F4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76475 w 155999"/>
              <a:gd name="csY0" fmla="*/ 3 h 163088"/>
              <a:gd name="csX1" fmla="*/ 73736 w 155999"/>
              <a:gd name="csY1" fmla="*/ 633 h 163088"/>
              <a:gd name="csX2" fmla="*/ 71694 w 155999"/>
              <a:gd name="csY2" fmla="*/ 2572 h 163088"/>
              <a:gd name="csX3" fmla="*/ 53984 w 155999"/>
              <a:gd name="csY3" fmla="*/ 30930 h 163088"/>
              <a:gd name="csX4" fmla="*/ 53184 w 155999"/>
              <a:gd name="csY4" fmla="*/ 32869 h 163088"/>
              <a:gd name="csX5" fmla="*/ 53201 w 155999"/>
              <a:gd name="csY5" fmla="*/ 34995 h 163088"/>
              <a:gd name="csX6" fmla="*/ 54052 w 155999"/>
              <a:gd name="csY6" fmla="*/ 36917 h 163088"/>
              <a:gd name="csX7" fmla="*/ 55583 w 155999"/>
              <a:gd name="csY7" fmla="*/ 38381 h 163088"/>
              <a:gd name="csX8" fmla="*/ 57556 w 155999"/>
              <a:gd name="csY8" fmla="*/ 39112 h 163088"/>
              <a:gd name="csX9" fmla="*/ 59666 w 155999"/>
              <a:gd name="csY9" fmla="*/ 39027 h 163088"/>
              <a:gd name="csX10" fmla="*/ 61588 w 155999"/>
              <a:gd name="csY10" fmla="*/ 38125 h 163088"/>
              <a:gd name="csX11" fmla="*/ 62984 w 155999"/>
              <a:gd name="csY11" fmla="*/ 36560 h 163088"/>
              <a:gd name="csX12" fmla="*/ 80712 w 155999"/>
              <a:gd name="csY12" fmla="*/ 8203 h 163088"/>
              <a:gd name="csX13" fmla="*/ 81562 w 155999"/>
              <a:gd name="csY13" fmla="*/ 5583 h 163088"/>
              <a:gd name="csX14" fmla="*/ 80967 w 155999"/>
              <a:gd name="csY14" fmla="*/ 2878 h 163088"/>
              <a:gd name="csX15" fmla="*/ 79112 w 155999"/>
              <a:gd name="csY15" fmla="*/ 837 h 163088"/>
              <a:gd name="csX16" fmla="*/ 76475 w 155999"/>
              <a:gd name="csY16" fmla="*/ 3 h 163088"/>
              <a:gd name="csX17" fmla="*/ 150909 w 155999"/>
              <a:gd name="csY17" fmla="*/ 3559 h 163088"/>
              <a:gd name="csX18" fmla="*/ 148170 w 155999"/>
              <a:gd name="csY18" fmla="*/ 4171 h 163088"/>
              <a:gd name="csX19" fmla="*/ 146128 w 155999"/>
              <a:gd name="csY19" fmla="*/ 6110 h 163088"/>
              <a:gd name="csX20" fmla="*/ 128417 w 155999"/>
              <a:gd name="csY20" fmla="*/ 34468 h 163088"/>
              <a:gd name="csX21" fmla="*/ 127618 w 155999"/>
              <a:gd name="csY21" fmla="*/ 36424 h 163088"/>
              <a:gd name="csX22" fmla="*/ 127635 w 155999"/>
              <a:gd name="csY22" fmla="*/ 38534 h 163088"/>
              <a:gd name="csX23" fmla="*/ 128485 w 155999"/>
              <a:gd name="csY23" fmla="*/ 40473 h 163088"/>
              <a:gd name="csX24" fmla="*/ 130016 w 155999"/>
              <a:gd name="csY24" fmla="*/ 41919 h 163088"/>
              <a:gd name="csX25" fmla="*/ 131990 w 155999"/>
              <a:gd name="csY25" fmla="*/ 42667 h 163088"/>
              <a:gd name="csX26" fmla="*/ 134100 w 155999"/>
              <a:gd name="csY26" fmla="*/ 42582 h 163088"/>
              <a:gd name="csX27" fmla="*/ 136022 w 155999"/>
              <a:gd name="csY27" fmla="*/ 41681 h 163088"/>
              <a:gd name="csX28" fmla="*/ 137417 w 155999"/>
              <a:gd name="csY28" fmla="*/ 40099 h 163088"/>
              <a:gd name="csX29" fmla="*/ 155145 w 155999"/>
              <a:gd name="csY29" fmla="*/ 11741 h 163088"/>
              <a:gd name="csX30" fmla="*/ 155996 w 155999"/>
              <a:gd name="csY30" fmla="*/ 9121 h 163088"/>
              <a:gd name="csX31" fmla="*/ 155401 w 155999"/>
              <a:gd name="csY31" fmla="*/ 6417 h 163088"/>
              <a:gd name="csX32" fmla="*/ 153546 w 155999"/>
              <a:gd name="csY32" fmla="*/ 4375 h 163088"/>
              <a:gd name="csX33" fmla="*/ 150909 w 155999"/>
              <a:gd name="csY33" fmla="*/ 3559 h 163088"/>
              <a:gd name="csX34" fmla="*/ 111914 w 155999"/>
              <a:gd name="csY34" fmla="*/ 7097 h 163088"/>
              <a:gd name="csX35" fmla="*/ 109175 w 155999"/>
              <a:gd name="csY35" fmla="*/ 7727 h 163088"/>
              <a:gd name="csX36" fmla="*/ 107150 w 155999"/>
              <a:gd name="csY36" fmla="*/ 9666 h 163088"/>
              <a:gd name="csX37" fmla="*/ 89423 w 155999"/>
              <a:gd name="csY37" fmla="*/ 38006 h 163088"/>
              <a:gd name="csX38" fmla="*/ 88623 w 155999"/>
              <a:gd name="csY38" fmla="*/ 39962 h 163088"/>
              <a:gd name="csX39" fmla="*/ 88657 w 155999"/>
              <a:gd name="csY39" fmla="*/ 42072 h 163088"/>
              <a:gd name="csX40" fmla="*/ 89491 w 155999"/>
              <a:gd name="csY40" fmla="*/ 44011 h 163088"/>
              <a:gd name="csX41" fmla="*/ 91022 w 155999"/>
              <a:gd name="csY41" fmla="*/ 45457 h 163088"/>
              <a:gd name="csX42" fmla="*/ 93012 w 155999"/>
              <a:gd name="csY42" fmla="*/ 46206 h 163088"/>
              <a:gd name="csX43" fmla="*/ 95122 w 155999"/>
              <a:gd name="csY43" fmla="*/ 46120 h 163088"/>
              <a:gd name="csX44" fmla="*/ 97028 w 155999"/>
              <a:gd name="csY44" fmla="*/ 45219 h 163088"/>
              <a:gd name="csX45" fmla="*/ 98440 w 155999"/>
              <a:gd name="csY45" fmla="*/ 43637 h 163088"/>
              <a:gd name="csX46" fmla="*/ 116151 w 155999"/>
              <a:gd name="csY46" fmla="*/ 15296 h 163088"/>
              <a:gd name="csX47" fmla="*/ 117001 w 155999"/>
              <a:gd name="csY47" fmla="*/ 12660 h 163088"/>
              <a:gd name="csX48" fmla="*/ 116406 w 155999"/>
              <a:gd name="csY48" fmla="*/ 9972 h 163088"/>
              <a:gd name="csX49" fmla="*/ 114551 w 155999"/>
              <a:gd name="csY49" fmla="*/ 7931 h 163088"/>
              <a:gd name="csX50" fmla="*/ 111914 w 155999"/>
              <a:gd name="csY50" fmla="*/ 7097 h 163088"/>
              <a:gd name="csX51" fmla="*/ 43027 w 155999"/>
              <a:gd name="csY51" fmla="*/ 55017 h 163088"/>
              <a:gd name="csX52" fmla="*/ 32785 w 155999"/>
              <a:gd name="csY52" fmla="*/ 56208 h 163088"/>
              <a:gd name="csX53" fmla="*/ 0 w 155999"/>
              <a:gd name="csY53" fmla="*/ 103227 h 163088"/>
              <a:gd name="csX54" fmla="*/ 2841 w 155999"/>
              <a:gd name="csY54" fmla="*/ 107939 h 163088"/>
              <a:gd name="csX55" fmla="*/ 8336 w 155999"/>
              <a:gd name="csY55" fmla="*/ 107616 h 163088"/>
              <a:gd name="csX56" fmla="*/ 28361 w 155999"/>
              <a:gd name="csY56" fmla="*/ 108721 h 163088"/>
              <a:gd name="csX57" fmla="*/ 41785 w 155999"/>
              <a:gd name="csY57" fmla="*/ 111732 h 163088"/>
              <a:gd name="csX58" fmla="*/ 67373 w 155999"/>
              <a:gd name="csY58" fmla="*/ 97647 h 163088"/>
              <a:gd name="csX59" fmla="*/ 67339 w 155999"/>
              <a:gd name="csY59" fmla="*/ 97562 h 163088"/>
              <a:gd name="csX60" fmla="*/ 60091 w 155999"/>
              <a:gd name="csY60" fmla="*/ 83987 h 163088"/>
              <a:gd name="csX61" fmla="*/ 38603 w 155999"/>
              <a:gd name="csY61" fmla="*/ 92068 h 163088"/>
              <a:gd name="csX62" fmla="*/ 33839 w 155999"/>
              <a:gd name="csY62" fmla="*/ 93633 h 163088"/>
              <a:gd name="csX63" fmla="*/ 32274 w 155999"/>
              <a:gd name="csY63" fmla="*/ 88869 h 163088"/>
              <a:gd name="csX64" fmla="*/ 61742 w 155999"/>
              <a:gd name="csY64" fmla="*/ 77098 h 163088"/>
              <a:gd name="csX65" fmla="*/ 70844 w 155999"/>
              <a:gd name="csY65" fmla="*/ 83358 h 163088"/>
              <a:gd name="csX66" fmla="*/ 70861 w 155999"/>
              <a:gd name="csY66" fmla="*/ 83494 h 163088"/>
              <a:gd name="csX67" fmla="*/ 74434 w 155999"/>
              <a:gd name="csY67" fmla="*/ 99331 h 163088"/>
              <a:gd name="csX68" fmla="*/ 74434 w 155999"/>
              <a:gd name="csY68" fmla="*/ 157781 h 163088"/>
              <a:gd name="csX69" fmla="*/ 79742 w 155999"/>
              <a:gd name="csY69" fmla="*/ 163089 h 163088"/>
              <a:gd name="csX70" fmla="*/ 85067 w 155999"/>
              <a:gd name="csY70" fmla="*/ 157781 h 163088"/>
              <a:gd name="csX71" fmla="*/ 85067 w 155999"/>
              <a:gd name="csY71" fmla="*/ 127689 h 163088"/>
              <a:gd name="csX72" fmla="*/ 92060 w 155999"/>
              <a:gd name="csY72" fmla="*/ 110729 h 163088"/>
              <a:gd name="csX73" fmla="*/ 92060 w 155999"/>
              <a:gd name="csY73" fmla="*/ 110831 h 163088"/>
              <a:gd name="csX74" fmla="*/ 97351 w 155999"/>
              <a:gd name="csY74" fmla="*/ 107496 h 163088"/>
              <a:gd name="csX75" fmla="*/ 126563 w 155999"/>
              <a:gd name="csY75" fmla="*/ 112770 h 163088"/>
              <a:gd name="csX76" fmla="*/ 126563 w 155999"/>
              <a:gd name="csY76" fmla="*/ 117788 h 163088"/>
              <a:gd name="csX77" fmla="*/ 121544 w 155999"/>
              <a:gd name="csY77" fmla="*/ 117788 h 163088"/>
              <a:gd name="csX78" fmla="*/ 100056 w 155999"/>
              <a:gd name="csY78" fmla="*/ 114046 h 163088"/>
              <a:gd name="csX79" fmla="*/ 94356 w 155999"/>
              <a:gd name="csY79" fmla="*/ 119132 h 163088"/>
              <a:gd name="csX80" fmla="*/ 94850 w 155999"/>
              <a:gd name="csY80" fmla="*/ 120085 h 163088"/>
              <a:gd name="csX81" fmla="*/ 118379 w 155999"/>
              <a:gd name="csY81" fmla="*/ 132996 h 163088"/>
              <a:gd name="csX82" fmla="*/ 130799 w 155999"/>
              <a:gd name="csY82" fmla="*/ 130053 h 163088"/>
              <a:gd name="csX83" fmla="*/ 147728 w 155999"/>
              <a:gd name="csY83" fmla="*/ 128573 h 163088"/>
              <a:gd name="csX84" fmla="*/ 153155 w 155999"/>
              <a:gd name="csY84" fmla="*/ 128811 h 163088"/>
              <a:gd name="csX85" fmla="*/ 155962 w 155999"/>
              <a:gd name="csY85" fmla="*/ 124133 h 163088"/>
              <a:gd name="csX86" fmla="*/ 127635 w 155999"/>
              <a:gd name="csY86" fmla="*/ 84378 h 163088"/>
              <a:gd name="csX87" fmla="*/ 96194 w 155999"/>
              <a:gd name="csY87" fmla="*/ 95317 h 163088"/>
              <a:gd name="csX88" fmla="*/ 95564 w 155999"/>
              <a:gd name="csY88" fmla="*/ 96490 h 163088"/>
              <a:gd name="csX89" fmla="*/ 89916 w 155999"/>
              <a:gd name="csY89" fmla="*/ 99144 h 163088"/>
              <a:gd name="csX90" fmla="*/ 85067 w 155999"/>
              <a:gd name="csY90" fmla="*/ 102699 h 163088"/>
              <a:gd name="csX91" fmla="*/ 85067 w 155999"/>
              <a:gd name="csY91" fmla="*/ 99331 h 163088"/>
              <a:gd name="csX92" fmla="*/ 69721 w 155999"/>
              <a:gd name="csY92" fmla="*/ 69766 h 163088"/>
              <a:gd name="csX93" fmla="*/ 66250 w 155999"/>
              <a:gd name="csY93" fmla="*/ 68643 h 163088"/>
              <a:gd name="csX94" fmla="*/ 43027 w 155999"/>
              <a:gd name="csY94" fmla="*/ 55017 h 163088"/>
            </a:gdLst>
            <a:ahLst/>
            <a:cxnLst/>
            <a:rect l="l" t="t" r="r" b="b"/>
            <a:pathLst>
              <a:path w="100000" h="100000">
                <a:moveTo>
                  <a:pt x="49065" y="2"/>
                </a:moveTo>
                <a:cubicBezTo>
                  <a:pt x="48481" y="-19"/>
                  <a:pt x="47897" y="117"/>
                  <a:pt x="47386" y="388"/>
                </a:cubicBezTo>
                <a:cubicBezTo>
                  <a:pt x="46875" y="670"/>
                  <a:pt x="46437" y="1077"/>
                  <a:pt x="46134" y="1577"/>
                </a:cubicBezTo>
                <a:lnTo>
                  <a:pt x="35275" y="18965"/>
                </a:lnTo>
                <a:cubicBezTo>
                  <a:pt x="35024" y="19320"/>
                  <a:pt x="34857" y="19726"/>
                  <a:pt x="34784" y="20154"/>
                </a:cubicBezTo>
                <a:cubicBezTo>
                  <a:pt x="34701" y="20592"/>
                  <a:pt x="34701" y="21030"/>
                  <a:pt x="34794" y="21458"/>
                </a:cubicBezTo>
                <a:cubicBezTo>
                  <a:pt x="34888" y="21875"/>
                  <a:pt x="35065" y="22282"/>
                  <a:pt x="35316" y="22636"/>
                </a:cubicBezTo>
                <a:cubicBezTo>
                  <a:pt x="35566" y="23002"/>
                  <a:pt x="35890" y="23304"/>
                  <a:pt x="36255" y="23534"/>
                </a:cubicBezTo>
                <a:cubicBezTo>
                  <a:pt x="36620" y="23763"/>
                  <a:pt x="37037" y="23920"/>
                  <a:pt x="37465" y="23982"/>
                </a:cubicBezTo>
                <a:cubicBezTo>
                  <a:pt x="37903" y="24055"/>
                  <a:pt x="38341" y="24034"/>
                  <a:pt x="38759" y="23930"/>
                </a:cubicBezTo>
                <a:cubicBezTo>
                  <a:pt x="39187" y="23826"/>
                  <a:pt x="39583" y="23638"/>
                  <a:pt x="39937" y="23377"/>
                </a:cubicBezTo>
                <a:cubicBezTo>
                  <a:pt x="40282" y="23116"/>
                  <a:pt x="40573" y="22793"/>
                  <a:pt x="40793" y="22417"/>
                </a:cubicBezTo>
                <a:lnTo>
                  <a:pt x="51663" y="5030"/>
                </a:lnTo>
                <a:cubicBezTo>
                  <a:pt x="51976" y="4550"/>
                  <a:pt x="52153" y="3997"/>
                  <a:pt x="52184" y="3423"/>
                </a:cubicBezTo>
                <a:cubicBezTo>
                  <a:pt x="52205" y="2849"/>
                  <a:pt x="52080" y="2276"/>
                  <a:pt x="51820" y="1765"/>
                </a:cubicBezTo>
                <a:cubicBezTo>
                  <a:pt x="51559" y="1254"/>
                  <a:pt x="51162" y="826"/>
                  <a:pt x="50682" y="513"/>
                </a:cubicBezTo>
                <a:cubicBezTo>
                  <a:pt x="50192" y="211"/>
                  <a:pt x="49639" y="34"/>
                  <a:pt x="49065" y="2"/>
                </a:cubicBezTo>
                <a:close/>
                <a:moveTo>
                  <a:pt x="94706" y="2182"/>
                </a:moveTo>
                <a:cubicBezTo>
                  <a:pt x="94121" y="2151"/>
                  <a:pt x="93538" y="2286"/>
                  <a:pt x="93026" y="2558"/>
                </a:cubicBezTo>
                <a:cubicBezTo>
                  <a:pt x="92515" y="2839"/>
                  <a:pt x="92076" y="3246"/>
                  <a:pt x="91774" y="3746"/>
                </a:cubicBezTo>
                <a:lnTo>
                  <a:pt x="80914" y="21135"/>
                </a:lnTo>
                <a:cubicBezTo>
                  <a:pt x="80664" y="21499"/>
                  <a:pt x="80497" y="21907"/>
                  <a:pt x="80424" y="22334"/>
                </a:cubicBezTo>
                <a:cubicBezTo>
                  <a:pt x="80340" y="22762"/>
                  <a:pt x="80340" y="23200"/>
                  <a:pt x="80435" y="23628"/>
                </a:cubicBezTo>
                <a:cubicBezTo>
                  <a:pt x="80529" y="24055"/>
                  <a:pt x="80706" y="24451"/>
                  <a:pt x="80956" y="24817"/>
                </a:cubicBezTo>
                <a:cubicBezTo>
                  <a:pt x="81207" y="25171"/>
                  <a:pt x="81530" y="25474"/>
                  <a:pt x="81895" y="25703"/>
                </a:cubicBezTo>
                <a:cubicBezTo>
                  <a:pt x="82260" y="25933"/>
                  <a:pt x="82677" y="26089"/>
                  <a:pt x="83105" y="26162"/>
                </a:cubicBezTo>
                <a:cubicBezTo>
                  <a:pt x="83544" y="26224"/>
                  <a:pt x="83981" y="26214"/>
                  <a:pt x="84399" y="26110"/>
                </a:cubicBezTo>
                <a:cubicBezTo>
                  <a:pt x="84826" y="26006"/>
                  <a:pt x="85223" y="25818"/>
                  <a:pt x="85577" y="25557"/>
                </a:cubicBezTo>
                <a:cubicBezTo>
                  <a:pt x="85922" y="25296"/>
                  <a:pt x="86214" y="24963"/>
                  <a:pt x="86433" y="24587"/>
                </a:cubicBezTo>
                <a:lnTo>
                  <a:pt x="97303" y="7199"/>
                </a:lnTo>
                <a:cubicBezTo>
                  <a:pt x="97616" y="6719"/>
                  <a:pt x="97794" y="6167"/>
                  <a:pt x="97825" y="5593"/>
                </a:cubicBezTo>
                <a:cubicBezTo>
                  <a:pt x="97846" y="5019"/>
                  <a:pt x="97721" y="4445"/>
                  <a:pt x="97460" y="3935"/>
                </a:cubicBezTo>
                <a:cubicBezTo>
                  <a:pt x="97199" y="3423"/>
                  <a:pt x="96803" y="2996"/>
                  <a:pt x="96323" y="2683"/>
                </a:cubicBezTo>
                <a:cubicBezTo>
                  <a:pt x="95832" y="2380"/>
                  <a:pt x="95280" y="2203"/>
                  <a:pt x="94706" y="2182"/>
                </a:cubicBezTo>
                <a:close/>
                <a:moveTo>
                  <a:pt x="70795" y="4352"/>
                </a:moveTo>
                <a:cubicBezTo>
                  <a:pt x="70211" y="4331"/>
                  <a:pt x="69638" y="4456"/>
                  <a:pt x="69116" y="4738"/>
                </a:cubicBezTo>
                <a:cubicBezTo>
                  <a:pt x="68604" y="5009"/>
                  <a:pt x="68177" y="5426"/>
                  <a:pt x="67874" y="5927"/>
                </a:cubicBezTo>
                <a:lnTo>
                  <a:pt x="57005" y="23304"/>
                </a:lnTo>
                <a:cubicBezTo>
                  <a:pt x="56764" y="23669"/>
                  <a:pt x="56597" y="24076"/>
                  <a:pt x="56514" y="24503"/>
                </a:cubicBezTo>
                <a:cubicBezTo>
                  <a:pt x="56431" y="24931"/>
                  <a:pt x="56441" y="25369"/>
                  <a:pt x="56535" y="25797"/>
                </a:cubicBezTo>
                <a:cubicBezTo>
                  <a:pt x="56618" y="26224"/>
                  <a:pt x="56795" y="26632"/>
                  <a:pt x="57046" y="26986"/>
                </a:cubicBezTo>
                <a:cubicBezTo>
                  <a:pt x="57296" y="27340"/>
                  <a:pt x="57620" y="27643"/>
                  <a:pt x="57985" y="27873"/>
                </a:cubicBezTo>
                <a:cubicBezTo>
                  <a:pt x="58360" y="28112"/>
                  <a:pt x="58767" y="28258"/>
                  <a:pt x="59205" y="28332"/>
                </a:cubicBezTo>
                <a:cubicBezTo>
                  <a:pt x="59633" y="28405"/>
                  <a:pt x="60071" y="28384"/>
                  <a:pt x="60499" y="28279"/>
                </a:cubicBezTo>
                <a:cubicBezTo>
                  <a:pt x="60916" y="28175"/>
                  <a:pt x="61313" y="27987"/>
                  <a:pt x="61668" y="27727"/>
                </a:cubicBezTo>
                <a:cubicBezTo>
                  <a:pt x="62012" y="27466"/>
                  <a:pt x="62314" y="27132"/>
                  <a:pt x="62533" y="26757"/>
                </a:cubicBezTo>
                <a:lnTo>
                  <a:pt x="73393" y="9379"/>
                </a:lnTo>
                <a:cubicBezTo>
                  <a:pt x="73706" y="8889"/>
                  <a:pt x="73883" y="8336"/>
                  <a:pt x="73914" y="7763"/>
                </a:cubicBezTo>
                <a:cubicBezTo>
                  <a:pt x="73946" y="7189"/>
                  <a:pt x="73821" y="6625"/>
                  <a:pt x="73550" y="6114"/>
                </a:cubicBezTo>
                <a:cubicBezTo>
                  <a:pt x="73288" y="5603"/>
                  <a:pt x="72892" y="5165"/>
                  <a:pt x="72412" y="4863"/>
                </a:cubicBezTo>
                <a:cubicBezTo>
                  <a:pt x="71933" y="4550"/>
                  <a:pt x="71369" y="4372"/>
                  <a:pt x="70795" y="4352"/>
                </a:cubicBezTo>
                <a:close/>
                <a:moveTo>
                  <a:pt x="28556" y="33735"/>
                </a:moveTo>
                <a:cubicBezTo>
                  <a:pt x="26532" y="33662"/>
                  <a:pt x="24425" y="33902"/>
                  <a:pt x="22276" y="34465"/>
                </a:cubicBezTo>
                <a:cubicBezTo>
                  <a:pt x="12282" y="37093"/>
                  <a:pt x="2173" y="46992"/>
                  <a:pt x="2173" y="63295"/>
                </a:cubicBezTo>
                <a:cubicBezTo>
                  <a:pt x="2173" y="64515"/>
                  <a:pt x="2852" y="65621"/>
                  <a:pt x="3915" y="66185"/>
                </a:cubicBezTo>
                <a:cubicBezTo>
                  <a:pt x="4980" y="66747"/>
                  <a:pt x="6283" y="66664"/>
                  <a:pt x="7285" y="65986"/>
                </a:cubicBezTo>
                <a:cubicBezTo>
                  <a:pt x="10603" y="63712"/>
                  <a:pt x="14952" y="65142"/>
                  <a:pt x="19563" y="66664"/>
                </a:cubicBezTo>
                <a:cubicBezTo>
                  <a:pt x="22453" y="67613"/>
                  <a:pt x="25166" y="68510"/>
                  <a:pt x="27795" y="68510"/>
                </a:cubicBezTo>
                <a:cubicBezTo>
                  <a:pt x="34220" y="68510"/>
                  <a:pt x="40355" y="65131"/>
                  <a:pt x="43484" y="59874"/>
                </a:cubicBezTo>
                <a:cubicBezTo>
                  <a:pt x="43484" y="59853"/>
                  <a:pt x="43463" y="59843"/>
                  <a:pt x="43463" y="59822"/>
                </a:cubicBezTo>
                <a:cubicBezTo>
                  <a:pt x="43463" y="52562"/>
                  <a:pt x="40115" y="51759"/>
                  <a:pt x="39019" y="51498"/>
                </a:cubicBezTo>
                <a:cubicBezTo>
                  <a:pt x="33897" y="50278"/>
                  <a:pt x="26720" y="54732"/>
                  <a:pt x="25843" y="56453"/>
                </a:cubicBezTo>
                <a:cubicBezTo>
                  <a:pt x="25301" y="57527"/>
                  <a:pt x="23997" y="57955"/>
                  <a:pt x="22922" y="57413"/>
                </a:cubicBezTo>
                <a:cubicBezTo>
                  <a:pt x="21859" y="56870"/>
                  <a:pt x="21431" y="55556"/>
                  <a:pt x="21963" y="54491"/>
                </a:cubicBezTo>
                <a:cubicBezTo>
                  <a:pt x="23737" y="51008"/>
                  <a:pt x="32990" y="45584"/>
                  <a:pt x="40031" y="47274"/>
                </a:cubicBezTo>
                <a:cubicBezTo>
                  <a:pt x="41669" y="47660"/>
                  <a:pt x="43943" y="48650"/>
                  <a:pt x="45612" y="51112"/>
                </a:cubicBezTo>
                <a:cubicBezTo>
                  <a:pt x="45612" y="51144"/>
                  <a:pt x="45623" y="51164"/>
                  <a:pt x="45623" y="51196"/>
                </a:cubicBezTo>
                <a:cubicBezTo>
                  <a:pt x="47313" y="53146"/>
                  <a:pt x="47814" y="55910"/>
                  <a:pt x="47814" y="60906"/>
                </a:cubicBezTo>
                <a:lnTo>
                  <a:pt x="47814" y="96746"/>
                </a:lnTo>
                <a:cubicBezTo>
                  <a:pt x="47814" y="98550"/>
                  <a:pt x="49274" y="100001"/>
                  <a:pt x="51068" y="100001"/>
                </a:cubicBezTo>
                <a:cubicBezTo>
                  <a:pt x="52873" y="100001"/>
                  <a:pt x="54334" y="98550"/>
                  <a:pt x="54334" y="96746"/>
                </a:cubicBezTo>
                <a:lnTo>
                  <a:pt x="54334" y="78295"/>
                </a:lnTo>
                <a:cubicBezTo>
                  <a:pt x="54334" y="74070"/>
                  <a:pt x="55878" y="70398"/>
                  <a:pt x="58621" y="67895"/>
                </a:cubicBezTo>
                <a:cubicBezTo>
                  <a:pt x="58621" y="67916"/>
                  <a:pt x="58621" y="67937"/>
                  <a:pt x="58621" y="67958"/>
                </a:cubicBezTo>
                <a:cubicBezTo>
                  <a:pt x="59675" y="67029"/>
                  <a:pt x="60791" y="66351"/>
                  <a:pt x="61866" y="65913"/>
                </a:cubicBezTo>
                <a:cubicBezTo>
                  <a:pt x="68302" y="63254"/>
                  <a:pt x="76637" y="66007"/>
                  <a:pt x="79777" y="69147"/>
                </a:cubicBezTo>
                <a:cubicBezTo>
                  <a:pt x="80622" y="70002"/>
                  <a:pt x="80622" y="71368"/>
                  <a:pt x="79777" y="72224"/>
                </a:cubicBezTo>
                <a:cubicBezTo>
                  <a:pt x="78933" y="73069"/>
                  <a:pt x="77555" y="73069"/>
                  <a:pt x="76700" y="72224"/>
                </a:cubicBezTo>
                <a:cubicBezTo>
                  <a:pt x="74770" y="70294"/>
                  <a:pt x="68302" y="67947"/>
                  <a:pt x="63524" y="69929"/>
                </a:cubicBezTo>
                <a:cubicBezTo>
                  <a:pt x="62001" y="70566"/>
                  <a:pt x="60843" y="71609"/>
                  <a:pt x="60029" y="73048"/>
                </a:cubicBezTo>
                <a:cubicBezTo>
                  <a:pt x="60134" y="73246"/>
                  <a:pt x="60217" y="73444"/>
                  <a:pt x="60332" y="73632"/>
                </a:cubicBezTo>
                <a:cubicBezTo>
                  <a:pt x="63044" y="78378"/>
                  <a:pt x="68855" y="81549"/>
                  <a:pt x="74759" y="81549"/>
                </a:cubicBezTo>
                <a:cubicBezTo>
                  <a:pt x="77221" y="81549"/>
                  <a:pt x="79715" y="80683"/>
                  <a:pt x="82375" y="79744"/>
                </a:cubicBezTo>
                <a:cubicBezTo>
                  <a:pt x="86996" y="78117"/>
                  <a:pt x="90220" y="77179"/>
                  <a:pt x="92755" y="78837"/>
                </a:cubicBezTo>
                <a:cubicBezTo>
                  <a:pt x="93756" y="79504"/>
                  <a:pt x="95039" y="79546"/>
                  <a:pt x="96083" y="78983"/>
                </a:cubicBezTo>
                <a:cubicBezTo>
                  <a:pt x="97147" y="78420"/>
                  <a:pt x="97804" y="77314"/>
                  <a:pt x="97804" y="76114"/>
                </a:cubicBezTo>
                <a:cubicBezTo>
                  <a:pt x="97804" y="61605"/>
                  <a:pt x="88457" y="53908"/>
                  <a:pt x="80435" y="51738"/>
                </a:cubicBezTo>
                <a:cubicBezTo>
                  <a:pt x="72391" y="49537"/>
                  <a:pt x="64828" y="52187"/>
                  <a:pt x="61156" y="58445"/>
                </a:cubicBezTo>
                <a:cubicBezTo>
                  <a:pt x="61031" y="58685"/>
                  <a:pt x="60874" y="58925"/>
                  <a:pt x="60770" y="59164"/>
                </a:cubicBezTo>
                <a:cubicBezTo>
                  <a:pt x="59571" y="59582"/>
                  <a:pt x="58412" y="60145"/>
                  <a:pt x="57307" y="60792"/>
                </a:cubicBezTo>
                <a:cubicBezTo>
                  <a:pt x="56243" y="61449"/>
                  <a:pt x="55241" y="62169"/>
                  <a:pt x="54334" y="62972"/>
                </a:cubicBezTo>
                <a:lnTo>
                  <a:pt x="54334" y="60906"/>
                </a:lnTo>
                <a:cubicBezTo>
                  <a:pt x="54334" y="53845"/>
                  <a:pt x="53614" y="47128"/>
                  <a:pt x="44924" y="42778"/>
                </a:cubicBezTo>
                <a:cubicBezTo>
                  <a:pt x="44485" y="42570"/>
                  <a:pt x="43745" y="42309"/>
                  <a:pt x="42796" y="42090"/>
                </a:cubicBezTo>
                <a:cubicBezTo>
                  <a:pt x="39895" y="36937"/>
                  <a:pt x="34628" y="33964"/>
                  <a:pt x="28556" y="3373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9" name="Чёрный — SVG 12">
            <a:extLst>
              <a:ext uri="{FF2B5EF4-FFF2-40B4-BE49-F238E27FC236}">
                <a16:creationId xmlns:a16="http://schemas.microsoft.com/office/drawing/2014/main" id="{F51FEAAE-1CF4-424C-8310-ABBFC8E43613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108106 w 155956"/>
              <a:gd name="csY0" fmla="*/ 138215 h 148847"/>
              <a:gd name="csX1" fmla="*/ 95700 w 155956"/>
              <a:gd name="csY1" fmla="*/ 122259 h 148847"/>
              <a:gd name="csX2" fmla="*/ 96714 w 155956"/>
              <a:gd name="csY2" fmla="*/ 116900 h 148847"/>
              <a:gd name="csX3" fmla="*/ 95700 w 155956"/>
              <a:gd name="csY3" fmla="*/ 116951 h 148847"/>
              <a:gd name="csX4" fmla="*/ 77978 w 155956"/>
              <a:gd name="csY4" fmla="*/ 112665 h 148847"/>
              <a:gd name="csX5" fmla="*/ 60256 w 155956"/>
              <a:gd name="csY5" fmla="*/ 116951 h 148847"/>
              <a:gd name="csX6" fmla="*/ 59242 w 155956"/>
              <a:gd name="csY6" fmla="*/ 116900 h 148847"/>
              <a:gd name="csX7" fmla="*/ 60256 w 155956"/>
              <a:gd name="csY7" fmla="*/ 122259 h 148847"/>
              <a:gd name="csX8" fmla="*/ 47850 w 155956"/>
              <a:gd name="csY8" fmla="*/ 138215 h 148847"/>
              <a:gd name="csX9" fmla="*/ 42534 w 155956"/>
              <a:gd name="csY9" fmla="*/ 143523 h 148847"/>
              <a:gd name="csX10" fmla="*/ 47850 w 155956"/>
              <a:gd name="csY10" fmla="*/ 148847 h 148847"/>
              <a:gd name="csX11" fmla="*/ 108106 w 155956"/>
              <a:gd name="csY11" fmla="*/ 148847 h 148847"/>
              <a:gd name="csX12" fmla="*/ 113423 w 155956"/>
              <a:gd name="csY12" fmla="*/ 143523 h 148847"/>
              <a:gd name="csX13" fmla="*/ 108106 w 155956"/>
              <a:gd name="csY13" fmla="*/ 138215 h 148847"/>
              <a:gd name="csX14" fmla="*/ 140595 w 155956"/>
              <a:gd name="csY14" fmla="*/ 52105 h 148847"/>
              <a:gd name="csX15" fmla="*/ 141778 w 155956"/>
              <a:gd name="csY15" fmla="*/ 44297 h 148847"/>
              <a:gd name="csX16" fmla="*/ 115418 w 155956"/>
              <a:gd name="csY16" fmla="*/ 17726 h 148847"/>
              <a:gd name="csX17" fmla="*/ 90384 w 155956"/>
              <a:gd name="csY17" fmla="*/ 0 h 148847"/>
              <a:gd name="csX18" fmla="*/ 77978 w 155956"/>
              <a:gd name="csY18" fmla="*/ 3079 h 148847"/>
              <a:gd name="csX19" fmla="*/ 65573 w 155956"/>
              <a:gd name="csY19" fmla="*/ 0 h 148847"/>
              <a:gd name="csX20" fmla="*/ 40538 w 155956"/>
              <a:gd name="csY20" fmla="*/ 17726 h 148847"/>
              <a:gd name="csX21" fmla="*/ 14178 w 155956"/>
              <a:gd name="csY21" fmla="*/ 44297 h 148847"/>
              <a:gd name="csX22" fmla="*/ 15362 w 155956"/>
              <a:gd name="csY22" fmla="*/ 52105 h 148847"/>
              <a:gd name="csX23" fmla="*/ 0 w 155956"/>
              <a:gd name="csY23" fmla="*/ 76193 h 148847"/>
              <a:gd name="csX24" fmla="*/ 26583 w 155956"/>
              <a:gd name="csY24" fmla="*/ 102781 h 148847"/>
              <a:gd name="csX25" fmla="*/ 37603 w 155956"/>
              <a:gd name="csY25" fmla="*/ 100383 h 148847"/>
              <a:gd name="csX26" fmla="*/ 60256 w 155956"/>
              <a:gd name="csY26" fmla="*/ 109858 h 148847"/>
              <a:gd name="csX27" fmla="*/ 77978 w 155956"/>
              <a:gd name="csY27" fmla="*/ 104465 h 148847"/>
              <a:gd name="csX28" fmla="*/ 95700 w 155956"/>
              <a:gd name="csY28" fmla="*/ 109858 h 148847"/>
              <a:gd name="csX29" fmla="*/ 118353 w 155956"/>
              <a:gd name="csY29" fmla="*/ 100383 h 148847"/>
              <a:gd name="csX30" fmla="*/ 129373 w 155956"/>
              <a:gd name="csY30" fmla="*/ 102781 h 148847"/>
              <a:gd name="csX31" fmla="*/ 155956 w 155956"/>
              <a:gd name="csY31" fmla="*/ 76193 h 148847"/>
              <a:gd name="csX32" fmla="*/ 140595 w 155956"/>
              <a:gd name="csY32" fmla="*/ 52105 h 148847"/>
            </a:gdLst>
            <a:ahLst/>
            <a:cxnLst/>
            <a:rect l="l" t="t" r="r" b="b"/>
            <a:pathLst>
              <a:path w="100000" h="100000">
                <a:moveTo>
                  <a:pt x="69318" y="90904"/>
                </a:moveTo>
                <a:cubicBezTo>
                  <a:pt x="61455" y="90904"/>
                  <a:pt x="61363" y="80781"/>
                  <a:pt x="61363" y="80672"/>
                </a:cubicBezTo>
                <a:cubicBezTo>
                  <a:pt x="61363" y="79418"/>
                  <a:pt x="61618" y="78283"/>
                  <a:pt x="62014" y="77236"/>
                </a:cubicBezTo>
                <a:cubicBezTo>
                  <a:pt x="61798" y="77247"/>
                  <a:pt x="61582" y="77269"/>
                  <a:pt x="61363" y="77269"/>
                </a:cubicBezTo>
                <a:cubicBezTo>
                  <a:pt x="57382" y="77269"/>
                  <a:pt x="53496" y="76320"/>
                  <a:pt x="50000" y="74521"/>
                </a:cubicBezTo>
                <a:cubicBezTo>
                  <a:pt x="46505" y="76320"/>
                  <a:pt x="42618" y="77269"/>
                  <a:pt x="38637" y="77269"/>
                </a:cubicBezTo>
                <a:cubicBezTo>
                  <a:pt x="38419" y="77269"/>
                  <a:pt x="38202" y="77247"/>
                  <a:pt x="37986" y="77236"/>
                </a:cubicBezTo>
                <a:cubicBezTo>
                  <a:pt x="38382" y="78283"/>
                  <a:pt x="38637" y="79418"/>
                  <a:pt x="38637" y="80672"/>
                </a:cubicBezTo>
                <a:cubicBezTo>
                  <a:pt x="38637" y="80781"/>
                  <a:pt x="38545" y="90904"/>
                  <a:pt x="30682" y="90904"/>
                </a:cubicBezTo>
                <a:cubicBezTo>
                  <a:pt x="28798" y="90904"/>
                  <a:pt x="27273" y="92431"/>
                  <a:pt x="27273" y="94307"/>
                </a:cubicBezTo>
                <a:cubicBezTo>
                  <a:pt x="27273" y="96194"/>
                  <a:pt x="28798" y="97721"/>
                  <a:pt x="30682" y="97721"/>
                </a:cubicBezTo>
                <a:lnTo>
                  <a:pt x="69318" y="97721"/>
                </a:lnTo>
                <a:cubicBezTo>
                  <a:pt x="71202" y="97721"/>
                  <a:pt x="72728" y="96194"/>
                  <a:pt x="72728" y="94307"/>
                </a:cubicBezTo>
                <a:cubicBezTo>
                  <a:pt x="72728" y="92431"/>
                  <a:pt x="71202" y="90904"/>
                  <a:pt x="69318" y="90904"/>
                </a:cubicBezTo>
                <a:close/>
                <a:moveTo>
                  <a:pt x="90150" y="35689"/>
                </a:moveTo>
                <a:cubicBezTo>
                  <a:pt x="90650" y="34075"/>
                  <a:pt x="90909" y="32384"/>
                  <a:pt x="90909" y="30683"/>
                </a:cubicBezTo>
                <a:cubicBezTo>
                  <a:pt x="90909" y="21335"/>
                  <a:pt x="83339" y="13721"/>
                  <a:pt x="74007" y="13645"/>
                </a:cubicBezTo>
                <a:cubicBezTo>
                  <a:pt x="71634" y="6980"/>
                  <a:pt x="65216" y="2279"/>
                  <a:pt x="57955" y="2279"/>
                </a:cubicBezTo>
                <a:cubicBezTo>
                  <a:pt x="55157" y="2279"/>
                  <a:pt x="52446" y="2956"/>
                  <a:pt x="50000" y="4253"/>
                </a:cubicBezTo>
                <a:cubicBezTo>
                  <a:pt x="47554" y="2956"/>
                  <a:pt x="44843" y="2279"/>
                  <a:pt x="42046" y="2279"/>
                </a:cubicBezTo>
                <a:cubicBezTo>
                  <a:pt x="34784" y="2279"/>
                  <a:pt x="28366" y="6980"/>
                  <a:pt x="25993" y="13645"/>
                </a:cubicBezTo>
                <a:cubicBezTo>
                  <a:pt x="16661" y="13721"/>
                  <a:pt x="9091" y="21335"/>
                  <a:pt x="9091" y="30683"/>
                </a:cubicBezTo>
                <a:cubicBezTo>
                  <a:pt x="9091" y="32384"/>
                  <a:pt x="9350" y="34075"/>
                  <a:pt x="9850" y="35689"/>
                </a:cubicBezTo>
                <a:cubicBezTo>
                  <a:pt x="3961" y="38427"/>
                  <a:pt x="0" y="44394"/>
                  <a:pt x="0" y="51135"/>
                </a:cubicBezTo>
                <a:cubicBezTo>
                  <a:pt x="0" y="60537"/>
                  <a:pt x="7646" y="68183"/>
                  <a:pt x="17045" y="68183"/>
                </a:cubicBezTo>
                <a:cubicBezTo>
                  <a:pt x="19507" y="68183"/>
                  <a:pt x="21905" y="67659"/>
                  <a:pt x="24111" y="66645"/>
                </a:cubicBezTo>
                <a:cubicBezTo>
                  <a:pt x="27927" y="70496"/>
                  <a:pt x="33168" y="72721"/>
                  <a:pt x="38637" y="72721"/>
                </a:cubicBezTo>
                <a:cubicBezTo>
                  <a:pt x="42702" y="72721"/>
                  <a:pt x="46648" y="71510"/>
                  <a:pt x="50000" y="69263"/>
                </a:cubicBezTo>
                <a:cubicBezTo>
                  <a:pt x="53352" y="71510"/>
                  <a:pt x="57298" y="72721"/>
                  <a:pt x="61363" y="72721"/>
                </a:cubicBezTo>
                <a:cubicBezTo>
                  <a:pt x="66832" y="72721"/>
                  <a:pt x="72073" y="70496"/>
                  <a:pt x="75889" y="66645"/>
                </a:cubicBezTo>
                <a:cubicBezTo>
                  <a:pt x="78096" y="67659"/>
                  <a:pt x="80493" y="68183"/>
                  <a:pt x="82955" y="68183"/>
                </a:cubicBezTo>
                <a:cubicBezTo>
                  <a:pt x="92355" y="68183"/>
                  <a:pt x="100000" y="60537"/>
                  <a:pt x="100000" y="51135"/>
                </a:cubicBezTo>
                <a:cubicBezTo>
                  <a:pt x="100000" y="44394"/>
                  <a:pt x="96039" y="38427"/>
                  <a:pt x="90150" y="3568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0" name="Чёрный — SVG 13">
            <a:extLst>
              <a:ext uri="{FF2B5EF4-FFF2-40B4-BE49-F238E27FC236}">
                <a16:creationId xmlns:a16="http://schemas.microsoft.com/office/drawing/2014/main" id="{0D32D127-7D20-A34E-AB14-E9751635787B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113428 w 138234"/>
              <a:gd name="csY0" fmla="*/ 72654 h 148847"/>
              <a:gd name="csX1" fmla="*/ 129234 w 138234"/>
              <a:gd name="csY1" fmla="*/ 49979 h 148847"/>
              <a:gd name="csX2" fmla="*/ 136176 w 138234"/>
              <a:gd name="csY2" fmla="*/ 44960 h 148847"/>
              <a:gd name="csX3" fmla="*/ 138132 w 138234"/>
              <a:gd name="csY3" fmla="*/ 39721 h 148847"/>
              <a:gd name="csX4" fmla="*/ 134593 w 138234"/>
              <a:gd name="csY4" fmla="*/ 21995 h 148847"/>
              <a:gd name="csX5" fmla="*/ 129370 w 138234"/>
              <a:gd name="csY5" fmla="*/ 17726 h 148847"/>
              <a:gd name="csX6" fmla="*/ 83842 w 138234"/>
              <a:gd name="csY6" fmla="*/ 1922 h 148847"/>
              <a:gd name="csX7" fmla="*/ 79759 w 138234"/>
              <a:gd name="csY7" fmla="*/ 0 h 148847"/>
              <a:gd name="csX8" fmla="*/ 58492 w 138234"/>
              <a:gd name="csY8" fmla="*/ 0 h 148847"/>
              <a:gd name="csX9" fmla="*/ 54392 w 138234"/>
              <a:gd name="csY9" fmla="*/ 1922 h 148847"/>
              <a:gd name="csX10" fmla="*/ 8864 w 138234"/>
              <a:gd name="csY10" fmla="*/ 17726 h 148847"/>
              <a:gd name="csX11" fmla="*/ 3641 w 138234"/>
              <a:gd name="csY11" fmla="*/ 21995 h 148847"/>
              <a:gd name="csX12" fmla="*/ 102 w 138234"/>
              <a:gd name="csY12" fmla="*/ 39721 h 148847"/>
              <a:gd name="csX13" fmla="*/ 2042 w 138234"/>
              <a:gd name="csY13" fmla="*/ 44943 h 148847"/>
              <a:gd name="csX14" fmla="*/ 5768 w 138234"/>
              <a:gd name="csY14" fmla="*/ 47801 h 148847"/>
              <a:gd name="csX15" fmla="*/ 21267 w 138234"/>
              <a:gd name="csY15" fmla="*/ 72654 h 148847"/>
              <a:gd name="csX16" fmla="*/ 2161 w 138234"/>
              <a:gd name="csY16" fmla="*/ 105673 h 148847"/>
              <a:gd name="csX17" fmla="*/ 987 w 138234"/>
              <a:gd name="csY17" fmla="*/ 112801 h 148847"/>
              <a:gd name="csX18" fmla="*/ 11518 w 138234"/>
              <a:gd name="csY18" fmla="*/ 128740 h 148847"/>
              <a:gd name="csX19" fmla="*/ 15959 w 138234"/>
              <a:gd name="csY19" fmla="*/ 131122 h 148847"/>
              <a:gd name="csX20" fmla="*/ 65349 w 138234"/>
              <a:gd name="csY20" fmla="*/ 147299 h 148847"/>
              <a:gd name="csX21" fmla="*/ 69125 w 138234"/>
              <a:gd name="csY21" fmla="*/ 148847 h 148847"/>
              <a:gd name="csX22" fmla="*/ 72886 w 138234"/>
              <a:gd name="csY22" fmla="*/ 147299 h 148847"/>
              <a:gd name="csX23" fmla="*/ 122292 w 138234"/>
              <a:gd name="csY23" fmla="*/ 131122 h 148847"/>
              <a:gd name="csX24" fmla="*/ 126546 w 138234"/>
              <a:gd name="csY24" fmla="*/ 128995 h 148847"/>
              <a:gd name="csX25" fmla="*/ 137179 w 138234"/>
              <a:gd name="csY25" fmla="*/ 114825 h 148847"/>
              <a:gd name="csX26" fmla="*/ 136227 w 138234"/>
              <a:gd name="csY26" fmla="*/ 107476 h 148847"/>
              <a:gd name="csX27" fmla="*/ 113428 w 138234"/>
              <a:gd name="csY27" fmla="*/ 72654 h 148847"/>
            </a:gdLst>
            <a:ahLst/>
            <a:cxnLst/>
            <a:rect l="l" t="t" r="r" b="b"/>
            <a:pathLst>
              <a:path w="100000" h="100000">
                <a:moveTo>
                  <a:pt x="79769" y="48811"/>
                </a:moveTo>
                <a:cubicBezTo>
                  <a:pt x="79769" y="40983"/>
                  <a:pt x="83988" y="38046"/>
                  <a:pt x="90388" y="33577"/>
                </a:cubicBezTo>
                <a:cubicBezTo>
                  <a:pt x="91909" y="32515"/>
                  <a:pt x="93486" y="31417"/>
                  <a:pt x="95052" y="30206"/>
                </a:cubicBezTo>
                <a:cubicBezTo>
                  <a:pt x="96127" y="29383"/>
                  <a:pt x="96629" y="28011"/>
                  <a:pt x="96366" y="26686"/>
                </a:cubicBezTo>
                <a:lnTo>
                  <a:pt x="93989" y="14777"/>
                </a:lnTo>
                <a:cubicBezTo>
                  <a:pt x="93646" y="13109"/>
                  <a:pt x="92183" y="11909"/>
                  <a:pt x="90480" y="11909"/>
                </a:cubicBezTo>
                <a:cubicBezTo>
                  <a:pt x="76650" y="11909"/>
                  <a:pt x="65494" y="8034"/>
                  <a:pt x="59893" y="1291"/>
                </a:cubicBezTo>
                <a:cubicBezTo>
                  <a:pt x="59218" y="469"/>
                  <a:pt x="58201" y="0"/>
                  <a:pt x="57150" y="0"/>
                </a:cubicBezTo>
                <a:lnTo>
                  <a:pt x="42862" y="0"/>
                </a:lnTo>
                <a:cubicBezTo>
                  <a:pt x="41799" y="0"/>
                  <a:pt x="40782" y="469"/>
                  <a:pt x="40107" y="1291"/>
                </a:cubicBezTo>
                <a:cubicBezTo>
                  <a:pt x="34507" y="8034"/>
                  <a:pt x="23363" y="11909"/>
                  <a:pt x="9520" y="11909"/>
                </a:cubicBezTo>
                <a:cubicBezTo>
                  <a:pt x="7817" y="11909"/>
                  <a:pt x="6354" y="13109"/>
                  <a:pt x="6011" y="14777"/>
                </a:cubicBezTo>
                <a:lnTo>
                  <a:pt x="3634" y="26686"/>
                </a:lnTo>
                <a:cubicBezTo>
                  <a:pt x="3371" y="28011"/>
                  <a:pt x="3874" y="29371"/>
                  <a:pt x="4937" y="30194"/>
                </a:cubicBezTo>
                <a:cubicBezTo>
                  <a:pt x="5794" y="30869"/>
                  <a:pt x="6629" y="31497"/>
                  <a:pt x="7440" y="32114"/>
                </a:cubicBezTo>
                <a:cubicBezTo>
                  <a:pt x="14150" y="37211"/>
                  <a:pt x="17853" y="40023"/>
                  <a:pt x="17853" y="48811"/>
                </a:cubicBezTo>
                <a:cubicBezTo>
                  <a:pt x="17853" y="58960"/>
                  <a:pt x="12938" y="64823"/>
                  <a:pt x="5017" y="70994"/>
                </a:cubicBezTo>
                <a:cubicBezTo>
                  <a:pt x="3554" y="72137"/>
                  <a:pt x="3200" y="74217"/>
                  <a:pt x="4228" y="75783"/>
                </a:cubicBezTo>
                <a:lnTo>
                  <a:pt x="11303" y="86491"/>
                </a:lnTo>
                <a:cubicBezTo>
                  <a:pt x="11955" y="87497"/>
                  <a:pt x="13086" y="88092"/>
                  <a:pt x="14287" y="88092"/>
                </a:cubicBezTo>
                <a:cubicBezTo>
                  <a:pt x="32746" y="88092"/>
                  <a:pt x="42519" y="94000"/>
                  <a:pt x="47469" y="98960"/>
                </a:cubicBezTo>
                <a:cubicBezTo>
                  <a:pt x="48177" y="99657"/>
                  <a:pt x="49092" y="100000"/>
                  <a:pt x="50005" y="100000"/>
                </a:cubicBezTo>
                <a:cubicBezTo>
                  <a:pt x="50920" y="100000"/>
                  <a:pt x="51835" y="99657"/>
                  <a:pt x="52532" y="98960"/>
                </a:cubicBezTo>
                <a:cubicBezTo>
                  <a:pt x="57481" y="94000"/>
                  <a:pt x="67265" y="88092"/>
                  <a:pt x="85725" y="88092"/>
                </a:cubicBezTo>
                <a:cubicBezTo>
                  <a:pt x="86845" y="88092"/>
                  <a:pt x="87908" y="87566"/>
                  <a:pt x="88583" y="86663"/>
                </a:cubicBezTo>
                <a:lnTo>
                  <a:pt x="95726" y="77143"/>
                </a:lnTo>
                <a:cubicBezTo>
                  <a:pt x="96880" y="75600"/>
                  <a:pt x="96595" y="73406"/>
                  <a:pt x="95087" y="72206"/>
                </a:cubicBezTo>
                <a:cubicBezTo>
                  <a:pt x="87131" y="65863"/>
                  <a:pt x="79769" y="58640"/>
                  <a:pt x="79769" y="4881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1" name="Чёрный — SVG 14">
            <a:extLst>
              <a:ext uri="{FF2B5EF4-FFF2-40B4-BE49-F238E27FC236}">
                <a16:creationId xmlns:a16="http://schemas.microsoft.com/office/drawing/2014/main" id="{F1958B26-5187-8B4D-90D1-CBD5D99A8239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16622 w 141124"/>
              <a:gd name="csY0" fmla="*/ 0 h 155906"/>
              <a:gd name="csX1" fmla="*/ 4900 w 141124"/>
              <a:gd name="csY1" fmla="*/ 4814 h 155906"/>
              <a:gd name="csX2" fmla="*/ 0 w 141124"/>
              <a:gd name="csY2" fmla="*/ 16501 h 155906"/>
              <a:gd name="csX3" fmla="*/ 0 w 141124"/>
              <a:gd name="csY3" fmla="*/ 139406 h 155906"/>
              <a:gd name="csX4" fmla="*/ 4883 w 141124"/>
              <a:gd name="csY4" fmla="*/ 151093 h 155906"/>
              <a:gd name="csX5" fmla="*/ 16622 w 141124"/>
              <a:gd name="csY5" fmla="*/ 155907 h 155906"/>
              <a:gd name="csX6" fmla="*/ 114636 w 141124"/>
              <a:gd name="csY6" fmla="*/ 155907 h 155906"/>
              <a:gd name="csX7" fmla="*/ 126376 w 141124"/>
              <a:gd name="csY7" fmla="*/ 151093 h 155906"/>
              <a:gd name="csX8" fmla="*/ 131275 w 141124"/>
              <a:gd name="csY8" fmla="*/ 139406 h 155906"/>
              <a:gd name="csX9" fmla="*/ 131174 w 141124"/>
              <a:gd name="csY9" fmla="*/ 53738 h 155906"/>
              <a:gd name="csX10" fmla="*/ 131088 w 141124"/>
              <a:gd name="csY10" fmla="*/ 52939 h 155906"/>
              <a:gd name="csX11" fmla="*/ 139901 w 141124"/>
              <a:gd name="csY11" fmla="*/ 42324 h 155906"/>
              <a:gd name="csX12" fmla="*/ 141109 w 141124"/>
              <a:gd name="csY12" fmla="*/ 38530 h 155906"/>
              <a:gd name="csX13" fmla="*/ 139340 w 141124"/>
              <a:gd name="csY13" fmla="*/ 34941 h 155906"/>
              <a:gd name="csX14" fmla="*/ 116678 w 141124"/>
              <a:gd name="csY14" fmla="*/ 14953 h 155906"/>
              <a:gd name="csX15" fmla="*/ 113292 w 141124"/>
              <a:gd name="csY15" fmla="*/ 13626 h 155906"/>
              <a:gd name="csX16" fmla="*/ 110961 w 141124"/>
              <a:gd name="csY16" fmla="*/ 14102 h 155906"/>
              <a:gd name="csX17" fmla="*/ 109073 w 141124"/>
              <a:gd name="csY17" fmla="*/ 15531 h 155906"/>
              <a:gd name="csX18" fmla="*/ 101009 w 141124"/>
              <a:gd name="csY18" fmla="*/ 25261 h 155906"/>
              <a:gd name="csX19" fmla="*/ 99018 w 141124"/>
              <a:gd name="csY19" fmla="*/ 24836 h 155906"/>
              <a:gd name="csX20" fmla="*/ 77956 w 141124"/>
              <a:gd name="csY20" fmla="*/ 24836 h 155906"/>
              <a:gd name="csX21" fmla="*/ 77973 w 141124"/>
              <a:gd name="csY21" fmla="*/ 16501 h 155906"/>
              <a:gd name="csX22" fmla="*/ 73073 w 141124"/>
              <a:gd name="csY22" fmla="*/ 4831 h 155906"/>
              <a:gd name="csX23" fmla="*/ 61350 w 141124"/>
              <a:gd name="csY23" fmla="*/ 17 h 155906"/>
              <a:gd name="csX24" fmla="*/ 16622 w 141124"/>
              <a:gd name="csY24" fmla="*/ 0 h 155906"/>
              <a:gd name="csX25" fmla="*/ 26626 w 141124"/>
              <a:gd name="csY25" fmla="*/ 14204 h 155906"/>
              <a:gd name="csX26" fmla="*/ 51380 w 141124"/>
              <a:gd name="csY26" fmla="*/ 14204 h 155906"/>
              <a:gd name="csX27" fmla="*/ 56757 w 141124"/>
              <a:gd name="csY27" fmla="*/ 19529 h 155906"/>
              <a:gd name="csX28" fmla="*/ 51380 w 141124"/>
              <a:gd name="csY28" fmla="*/ 24870 h 155906"/>
              <a:gd name="csX29" fmla="*/ 26626 w 141124"/>
              <a:gd name="csY29" fmla="*/ 24870 h 155906"/>
              <a:gd name="csX30" fmla="*/ 21233 w 141124"/>
              <a:gd name="csY30" fmla="*/ 19529 h 155906"/>
              <a:gd name="csX31" fmla="*/ 26626 w 141124"/>
              <a:gd name="csY31" fmla="*/ 14204 h 155906"/>
              <a:gd name="csX32" fmla="*/ 113752 w 141124"/>
              <a:gd name="csY32" fmla="*/ 26537 h 155906"/>
              <a:gd name="csX33" fmla="*/ 128434 w 141124"/>
              <a:gd name="csY33" fmla="*/ 39500 h 155906"/>
              <a:gd name="csX34" fmla="*/ 124079 w 141124"/>
              <a:gd name="csY34" fmla="*/ 44739 h 155906"/>
              <a:gd name="csX35" fmla="*/ 109396 w 141124"/>
              <a:gd name="csY35" fmla="*/ 31777 h 155906"/>
              <a:gd name="csX36" fmla="*/ 113752 w 141124"/>
              <a:gd name="csY36" fmla="*/ 26537 h 155906"/>
              <a:gd name="csX37" fmla="*/ 24890 w 141124"/>
              <a:gd name="csY37" fmla="*/ 60236 h 155906"/>
              <a:gd name="csX38" fmla="*/ 106266 w 141124"/>
              <a:gd name="csY38" fmla="*/ 60236 h 155906"/>
              <a:gd name="csX39" fmla="*/ 109805 w 141124"/>
              <a:gd name="csY39" fmla="*/ 63775 h 155906"/>
              <a:gd name="csX40" fmla="*/ 109805 w 141124"/>
              <a:gd name="csY40" fmla="*/ 131054 h 155906"/>
              <a:gd name="csX41" fmla="*/ 106266 w 141124"/>
              <a:gd name="csY41" fmla="*/ 134609 h 155906"/>
              <a:gd name="csX42" fmla="*/ 24890 w 141124"/>
              <a:gd name="csY42" fmla="*/ 134609 h 155906"/>
              <a:gd name="csX43" fmla="*/ 21335 w 141124"/>
              <a:gd name="csY43" fmla="*/ 131054 h 155906"/>
              <a:gd name="csX44" fmla="*/ 21335 w 141124"/>
              <a:gd name="csY44" fmla="*/ 63775 h 155906"/>
              <a:gd name="csX45" fmla="*/ 24890 w 141124"/>
              <a:gd name="csY45" fmla="*/ 60236 h 155906"/>
              <a:gd name="csX46" fmla="*/ 58305 w 141124"/>
              <a:gd name="csY46" fmla="*/ 77877 h 155906"/>
              <a:gd name="csX47" fmla="*/ 46957 w 141124"/>
              <a:gd name="csY47" fmla="*/ 78812 h 155906"/>
              <a:gd name="csX48" fmla="*/ 43861 w 141124"/>
              <a:gd name="csY48" fmla="*/ 80752 h 155906"/>
              <a:gd name="csX49" fmla="*/ 42738 w 141124"/>
              <a:gd name="csY49" fmla="*/ 84239 h 155906"/>
              <a:gd name="csX50" fmla="*/ 44337 w 141124"/>
              <a:gd name="csY50" fmla="*/ 95058 h 155906"/>
              <a:gd name="csX51" fmla="*/ 53932 w 141124"/>
              <a:gd name="csY51" fmla="*/ 113141 h 155906"/>
              <a:gd name="csX52" fmla="*/ 78228 w 141124"/>
              <a:gd name="csY52" fmla="*/ 114995 h 155906"/>
              <a:gd name="csX53" fmla="*/ 81222 w 141124"/>
              <a:gd name="csY53" fmla="*/ 118414 h 155906"/>
              <a:gd name="csX54" fmla="*/ 82804 w 141124"/>
              <a:gd name="csY54" fmla="*/ 119758 h 155906"/>
              <a:gd name="csX55" fmla="*/ 84778 w 141124"/>
              <a:gd name="csY55" fmla="*/ 120405 h 155906"/>
              <a:gd name="csX56" fmla="*/ 86854 w 141124"/>
              <a:gd name="csY56" fmla="*/ 120235 h 155906"/>
              <a:gd name="csX57" fmla="*/ 88691 w 141124"/>
              <a:gd name="csY57" fmla="*/ 119299 h 155906"/>
              <a:gd name="csX58" fmla="*/ 90035 w 141124"/>
              <a:gd name="csY58" fmla="*/ 117717 h 155906"/>
              <a:gd name="csX59" fmla="*/ 90682 w 141124"/>
              <a:gd name="csY59" fmla="*/ 115744 h 155906"/>
              <a:gd name="csX60" fmla="*/ 90511 w 141124"/>
              <a:gd name="csY60" fmla="*/ 113685 h 155906"/>
              <a:gd name="csX61" fmla="*/ 89575 w 141124"/>
              <a:gd name="csY61" fmla="*/ 111831 h 155906"/>
              <a:gd name="csX62" fmla="*/ 84999 w 141124"/>
              <a:gd name="csY62" fmla="*/ 106711 h 155906"/>
              <a:gd name="csX63" fmla="*/ 86700 w 141124"/>
              <a:gd name="csY63" fmla="*/ 99090 h 155906"/>
              <a:gd name="csX64" fmla="*/ 80320 w 141124"/>
              <a:gd name="csY64" fmla="*/ 85192 h 155906"/>
              <a:gd name="csX65" fmla="*/ 58305 w 141124"/>
              <a:gd name="csY65" fmla="*/ 77877 h 155906"/>
              <a:gd name="csX66" fmla="*/ 58067 w 141124"/>
              <a:gd name="csY66" fmla="*/ 88781 h 155906"/>
              <a:gd name="csX67" fmla="*/ 73804 w 141124"/>
              <a:gd name="csY67" fmla="*/ 93595 h 155906"/>
              <a:gd name="csX68" fmla="*/ 73804 w 141124"/>
              <a:gd name="csY68" fmla="*/ 93595 h 155906"/>
              <a:gd name="csX69" fmla="*/ 76067 w 141124"/>
              <a:gd name="csY69" fmla="*/ 98852 h 155906"/>
              <a:gd name="csX70" fmla="*/ 76033 w 141124"/>
              <a:gd name="csY70" fmla="*/ 99175 h 155906"/>
              <a:gd name="csX71" fmla="*/ 68989 w 141124"/>
              <a:gd name="csY71" fmla="*/ 94752 h 155906"/>
              <a:gd name="csX72" fmla="*/ 66437 w 141124"/>
              <a:gd name="csY72" fmla="*/ 94071 h 155906"/>
              <a:gd name="csX73" fmla="*/ 63137 w 141124"/>
              <a:gd name="csY73" fmla="*/ 95177 h 155906"/>
              <a:gd name="csX74" fmla="*/ 61231 w 141124"/>
              <a:gd name="csY74" fmla="*/ 98086 h 155906"/>
              <a:gd name="csX75" fmla="*/ 61520 w 141124"/>
              <a:gd name="csY75" fmla="*/ 101539 h 155906"/>
              <a:gd name="csX76" fmla="*/ 63902 w 141124"/>
              <a:gd name="csY76" fmla="*/ 104091 h 155906"/>
              <a:gd name="csX77" fmla="*/ 69449 w 141124"/>
              <a:gd name="csY77" fmla="*/ 107493 h 155906"/>
              <a:gd name="csX78" fmla="*/ 60789 w 141124"/>
              <a:gd name="csY78" fmla="*/ 105027 h 155906"/>
              <a:gd name="csX79" fmla="*/ 54681 w 141124"/>
              <a:gd name="csY79" fmla="*/ 92625 h 155906"/>
              <a:gd name="csX80" fmla="*/ 54137 w 141124"/>
              <a:gd name="csY80" fmla="*/ 88968 h 155906"/>
              <a:gd name="csX81" fmla="*/ 58067 w 141124"/>
              <a:gd name="csY81" fmla="*/ 88781 h 155906"/>
            </a:gdLst>
            <a:ahLst/>
            <a:cxnLst/>
            <a:rect l="l" t="t" r="r" b="b"/>
            <a:pathLst>
              <a:path w="100000" h="100000">
                <a:moveTo>
                  <a:pt x="15402" y="0"/>
                </a:moveTo>
                <a:cubicBezTo>
                  <a:pt x="12565" y="0"/>
                  <a:pt x="9891" y="1102"/>
                  <a:pt x="7884" y="3088"/>
                </a:cubicBezTo>
                <a:cubicBezTo>
                  <a:pt x="5886" y="5052"/>
                  <a:pt x="4741" y="7791"/>
                  <a:pt x="4741" y="10584"/>
                </a:cubicBezTo>
                <a:lnTo>
                  <a:pt x="4741" y="89417"/>
                </a:lnTo>
                <a:cubicBezTo>
                  <a:pt x="4741" y="92210"/>
                  <a:pt x="5886" y="94949"/>
                  <a:pt x="7873" y="96913"/>
                </a:cubicBezTo>
                <a:cubicBezTo>
                  <a:pt x="9880" y="98910"/>
                  <a:pt x="12565" y="100001"/>
                  <a:pt x="15402" y="100001"/>
                </a:cubicBezTo>
                <a:lnTo>
                  <a:pt x="78270" y="100001"/>
                </a:lnTo>
                <a:cubicBezTo>
                  <a:pt x="81118" y="100001"/>
                  <a:pt x="83792" y="98899"/>
                  <a:pt x="85800" y="96913"/>
                </a:cubicBezTo>
                <a:cubicBezTo>
                  <a:pt x="87796" y="94949"/>
                  <a:pt x="88942" y="92210"/>
                  <a:pt x="88942" y="89417"/>
                </a:cubicBezTo>
                <a:cubicBezTo>
                  <a:pt x="88942" y="74839"/>
                  <a:pt x="88877" y="34468"/>
                  <a:pt x="88877" y="34468"/>
                </a:cubicBezTo>
                <a:cubicBezTo>
                  <a:pt x="88877" y="34294"/>
                  <a:pt x="88844" y="34130"/>
                  <a:pt x="88822" y="33956"/>
                </a:cubicBezTo>
                <a:lnTo>
                  <a:pt x="94475" y="27147"/>
                </a:lnTo>
                <a:cubicBezTo>
                  <a:pt x="95043" y="26470"/>
                  <a:pt x="95315" y="25597"/>
                  <a:pt x="95250" y="24714"/>
                </a:cubicBezTo>
                <a:cubicBezTo>
                  <a:pt x="95184" y="23830"/>
                  <a:pt x="94781" y="23000"/>
                  <a:pt x="94115" y="22412"/>
                </a:cubicBezTo>
                <a:lnTo>
                  <a:pt x="79579" y="9591"/>
                </a:lnTo>
                <a:cubicBezTo>
                  <a:pt x="78979" y="9056"/>
                  <a:pt x="78204" y="8762"/>
                  <a:pt x="77408" y="8740"/>
                </a:cubicBezTo>
                <a:cubicBezTo>
                  <a:pt x="76884" y="8729"/>
                  <a:pt x="76382" y="8827"/>
                  <a:pt x="75912" y="9045"/>
                </a:cubicBezTo>
                <a:cubicBezTo>
                  <a:pt x="75444" y="9252"/>
                  <a:pt x="75029" y="9569"/>
                  <a:pt x="74701" y="9962"/>
                </a:cubicBezTo>
                <a:lnTo>
                  <a:pt x="69529" y="16203"/>
                </a:lnTo>
                <a:cubicBezTo>
                  <a:pt x="69125" y="16039"/>
                  <a:pt x="68689" y="15930"/>
                  <a:pt x="68252" y="15930"/>
                </a:cubicBezTo>
                <a:lnTo>
                  <a:pt x="54743" y="15930"/>
                </a:lnTo>
                <a:lnTo>
                  <a:pt x="54754" y="10584"/>
                </a:lnTo>
                <a:cubicBezTo>
                  <a:pt x="54754" y="7758"/>
                  <a:pt x="53640" y="5095"/>
                  <a:pt x="51611" y="3099"/>
                </a:cubicBezTo>
                <a:cubicBezTo>
                  <a:pt x="49602" y="1102"/>
                  <a:pt x="46929" y="11"/>
                  <a:pt x="44091" y="11"/>
                </a:cubicBezTo>
                <a:lnTo>
                  <a:pt x="15402" y="0"/>
                </a:lnTo>
                <a:close/>
                <a:moveTo>
                  <a:pt x="21819" y="9111"/>
                </a:moveTo>
                <a:lnTo>
                  <a:pt x="37696" y="9111"/>
                </a:lnTo>
                <a:cubicBezTo>
                  <a:pt x="39607" y="9111"/>
                  <a:pt x="41145" y="10638"/>
                  <a:pt x="41145" y="12526"/>
                </a:cubicBezTo>
                <a:cubicBezTo>
                  <a:pt x="41145" y="14414"/>
                  <a:pt x="39607" y="15952"/>
                  <a:pt x="37696" y="15952"/>
                </a:cubicBezTo>
                <a:lnTo>
                  <a:pt x="21819" y="15952"/>
                </a:lnTo>
                <a:cubicBezTo>
                  <a:pt x="19909" y="15952"/>
                  <a:pt x="18360" y="14414"/>
                  <a:pt x="18360" y="12526"/>
                </a:cubicBezTo>
                <a:cubicBezTo>
                  <a:pt x="18360" y="10638"/>
                  <a:pt x="19909" y="9111"/>
                  <a:pt x="21819" y="9111"/>
                </a:cubicBezTo>
                <a:close/>
                <a:moveTo>
                  <a:pt x="77703" y="17021"/>
                </a:moveTo>
                <a:lnTo>
                  <a:pt x="87120" y="25336"/>
                </a:lnTo>
                <a:lnTo>
                  <a:pt x="84326" y="28696"/>
                </a:lnTo>
                <a:lnTo>
                  <a:pt x="74909" y="20382"/>
                </a:lnTo>
                <a:lnTo>
                  <a:pt x="77703" y="17021"/>
                </a:lnTo>
                <a:close/>
                <a:moveTo>
                  <a:pt x="20705" y="38636"/>
                </a:moveTo>
                <a:lnTo>
                  <a:pt x="72901" y="38636"/>
                </a:lnTo>
                <a:cubicBezTo>
                  <a:pt x="74156" y="38636"/>
                  <a:pt x="75171" y="39651"/>
                  <a:pt x="75171" y="40906"/>
                </a:cubicBezTo>
                <a:lnTo>
                  <a:pt x="75171" y="84060"/>
                </a:lnTo>
                <a:cubicBezTo>
                  <a:pt x="75171" y="85314"/>
                  <a:pt x="74156" y="86340"/>
                  <a:pt x="72901" y="86340"/>
                </a:cubicBezTo>
                <a:lnTo>
                  <a:pt x="20705" y="86340"/>
                </a:lnTo>
                <a:cubicBezTo>
                  <a:pt x="19451" y="86340"/>
                  <a:pt x="18425" y="85314"/>
                  <a:pt x="18425" y="84060"/>
                </a:cubicBezTo>
                <a:lnTo>
                  <a:pt x="18425" y="40906"/>
                </a:lnTo>
                <a:cubicBezTo>
                  <a:pt x="18425" y="39651"/>
                  <a:pt x="19451" y="38636"/>
                  <a:pt x="20705" y="38636"/>
                </a:cubicBezTo>
                <a:close/>
                <a:moveTo>
                  <a:pt x="42138" y="49951"/>
                </a:moveTo>
                <a:cubicBezTo>
                  <a:pt x="37937" y="49810"/>
                  <a:pt x="34859" y="50551"/>
                  <a:pt x="34859" y="50551"/>
                </a:cubicBezTo>
                <a:cubicBezTo>
                  <a:pt x="34074" y="50726"/>
                  <a:pt x="33364" y="51162"/>
                  <a:pt x="32874" y="51795"/>
                </a:cubicBezTo>
                <a:cubicBezTo>
                  <a:pt x="32371" y="52439"/>
                  <a:pt x="32121" y="53224"/>
                  <a:pt x="32153" y="54032"/>
                </a:cubicBezTo>
                <a:cubicBezTo>
                  <a:pt x="32153" y="54032"/>
                  <a:pt x="32295" y="57196"/>
                  <a:pt x="33179" y="60971"/>
                </a:cubicBezTo>
                <a:cubicBezTo>
                  <a:pt x="34063" y="64747"/>
                  <a:pt x="35580" y="69395"/>
                  <a:pt x="39333" y="72570"/>
                </a:cubicBezTo>
                <a:cubicBezTo>
                  <a:pt x="43699" y="76269"/>
                  <a:pt x="50170" y="77032"/>
                  <a:pt x="54917" y="73759"/>
                </a:cubicBezTo>
                <a:cubicBezTo>
                  <a:pt x="55594" y="74479"/>
                  <a:pt x="56248" y="75200"/>
                  <a:pt x="56837" y="75952"/>
                </a:cubicBezTo>
                <a:cubicBezTo>
                  <a:pt x="57121" y="76302"/>
                  <a:pt x="57460" y="76596"/>
                  <a:pt x="57852" y="76814"/>
                </a:cubicBezTo>
                <a:cubicBezTo>
                  <a:pt x="58245" y="77032"/>
                  <a:pt x="58671" y="77175"/>
                  <a:pt x="59118" y="77229"/>
                </a:cubicBezTo>
                <a:cubicBezTo>
                  <a:pt x="59565" y="77284"/>
                  <a:pt x="60013" y="77251"/>
                  <a:pt x="60450" y="77120"/>
                </a:cubicBezTo>
                <a:cubicBezTo>
                  <a:pt x="60875" y="77000"/>
                  <a:pt x="61279" y="76792"/>
                  <a:pt x="61628" y="76520"/>
                </a:cubicBezTo>
                <a:cubicBezTo>
                  <a:pt x="61977" y="76247"/>
                  <a:pt x="62272" y="75898"/>
                  <a:pt x="62490" y="75505"/>
                </a:cubicBezTo>
                <a:cubicBezTo>
                  <a:pt x="62708" y="75112"/>
                  <a:pt x="62850" y="74687"/>
                  <a:pt x="62905" y="74240"/>
                </a:cubicBezTo>
                <a:cubicBezTo>
                  <a:pt x="62960" y="73792"/>
                  <a:pt x="62927" y="73345"/>
                  <a:pt x="62796" y="72919"/>
                </a:cubicBezTo>
                <a:cubicBezTo>
                  <a:pt x="62676" y="72483"/>
                  <a:pt x="62468" y="72079"/>
                  <a:pt x="62195" y="71730"/>
                </a:cubicBezTo>
                <a:cubicBezTo>
                  <a:pt x="61301" y="70595"/>
                  <a:pt x="60307" y="69504"/>
                  <a:pt x="59260" y="68446"/>
                </a:cubicBezTo>
                <a:cubicBezTo>
                  <a:pt x="59937" y="66896"/>
                  <a:pt x="60307" y="65237"/>
                  <a:pt x="60351" y="63558"/>
                </a:cubicBezTo>
                <a:cubicBezTo>
                  <a:pt x="60417" y="60316"/>
                  <a:pt x="59140" y="56869"/>
                  <a:pt x="56259" y="54643"/>
                </a:cubicBezTo>
                <a:cubicBezTo>
                  <a:pt x="51698" y="51108"/>
                  <a:pt x="46350" y="50093"/>
                  <a:pt x="42138" y="49951"/>
                </a:cubicBezTo>
                <a:close/>
                <a:moveTo>
                  <a:pt x="41986" y="56945"/>
                </a:moveTo>
                <a:cubicBezTo>
                  <a:pt x="45216" y="57076"/>
                  <a:pt x="49166" y="57785"/>
                  <a:pt x="52079" y="60033"/>
                </a:cubicBezTo>
                <a:lnTo>
                  <a:pt x="52079" y="60033"/>
                </a:lnTo>
                <a:cubicBezTo>
                  <a:pt x="53106" y="60830"/>
                  <a:pt x="53564" y="61953"/>
                  <a:pt x="53531" y="63405"/>
                </a:cubicBezTo>
                <a:cubicBezTo>
                  <a:pt x="53531" y="63470"/>
                  <a:pt x="53509" y="63547"/>
                  <a:pt x="53509" y="63612"/>
                </a:cubicBezTo>
                <a:cubicBezTo>
                  <a:pt x="52090" y="62619"/>
                  <a:pt x="50606" y="61659"/>
                  <a:pt x="48991" y="60775"/>
                </a:cubicBezTo>
                <a:cubicBezTo>
                  <a:pt x="48489" y="60502"/>
                  <a:pt x="47933" y="60350"/>
                  <a:pt x="47354" y="60338"/>
                </a:cubicBezTo>
                <a:cubicBezTo>
                  <a:pt x="46591" y="60327"/>
                  <a:pt x="45848" y="60579"/>
                  <a:pt x="45238" y="61048"/>
                </a:cubicBezTo>
                <a:cubicBezTo>
                  <a:pt x="44637" y="61517"/>
                  <a:pt x="44200" y="62171"/>
                  <a:pt x="44015" y="62914"/>
                </a:cubicBezTo>
                <a:cubicBezTo>
                  <a:pt x="43830" y="63656"/>
                  <a:pt x="43895" y="64430"/>
                  <a:pt x="44200" y="65128"/>
                </a:cubicBezTo>
                <a:cubicBezTo>
                  <a:pt x="44517" y="65838"/>
                  <a:pt x="45052" y="66405"/>
                  <a:pt x="45728" y="66765"/>
                </a:cubicBezTo>
                <a:cubicBezTo>
                  <a:pt x="47005" y="67464"/>
                  <a:pt x="48173" y="68194"/>
                  <a:pt x="49286" y="68947"/>
                </a:cubicBezTo>
                <a:cubicBezTo>
                  <a:pt x="47485" y="69384"/>
                  <a:pt x="45477" y="68849"/>
                  <a:pt x="43731" y="67366"/>
                </a:cubicBezTo>
                <a:cubicBezTo>
                  <a:pt x="42018" y="65914"/>
                  <a:pt x="40545" y="62521"/>
                  <a:pt x="39814" y="59411"/>
                </a:cubicBezTo>
                <a:cubicBezTo>
                  <a:pt x="39508" y="58123"/>
                  <a:pt x="39596" y="58025"/>
                  <a:pt x="39465" y="57065"/>
                </a:cubicBezTo>
                <a:cubicBezTo>
                  <a:pt x="40458" y="57000"/>
                  <a:pt x="40567" y="56880"/>
                  <a:pt x="41986" y="5694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2" name="Чёрный — SVG 15">
            <a:extLst>
              <a:ext uri="{FF2B5EF4-FFF2-40B4-BE49-F238E27FC236}">
                <a16:creationId xmlns:a16="http://schemas.microsoft.com/office/drawing/2014/main" id="{8E3FC167-3E53-5C4B-A61C-1FAEE4F42D68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47501 w 148867"/>
              <a:gd name="csY0" fmla="*/ 113430 h 148847"/>
              <a:gd name="csX1" fmla="*/ 48131 w 148867"/>
              <a:gd name="csY1" fmla="*/ 130339 h 148847"/>
              <a:gd name="csX2" fmla="*/ 73685 w 148867"/>
              <a:gd name="csY2" fmla="*/ 148847 h 148847"/>
              <a:gd name="csX3" fmla="*/ 74417 w 148867"/>
              <a:gd name="csY3" fmla="*/ 148847 h 148847"/>
              <a:gd name="csX4" fmla="*/ 88351 w 148867"/>
              <a:gd name="csY4" fmla="*/ 145207 h 148847"/>
              <a:gd name="csX5" fmla="*/ 101145 w 148867"/>
              <a:gd name="csY5" fmla="*/ 113498 h 148847"/>
              <a:gd name="csX6" fmla="*/ 95564 w 148867"/>
              <a:gd name="csY6" fmla="*/ 92149 h 148847"/>
              <a:gd name="csX7" fmla="*/ 53201 w 148867"/>
              <a:gd name="csY7" fmla="*/ 92149 h 148847"/>
              <a:gd name="csX8" fmla="*/ 47501 w 148867"/>
              <a:gd name="csY8" fmla="*/ 113430 h 148847"/>
              <a:gd name="csX9" fmla="*/ 76203 w 148867"/>
              <a:gd name="csY9" fmla="*/ 0 h 148847"/>
              <a:gd name="csX10" fmla="*/ 72664 w 148867"/>
              <a:gd name="csY10" fmla="*/ 0 h 148847"/>
              <a:gd name="csX11" fmla="*/ 0 w 148867"/>
              <a:gd name="csY11" fmla="*/ 72654 h 148847"/>
              <a:gd name="csX12" fmla="*/ 12403 w 148867"/>
              <a:gd name="csY12" fmla="*/ 85056 h 148847"/>
              <a:gd name="csX13" fmla="*/ 136464 w 148867"/>
              <a:gd name="csY13" fmla="*/ 85056 h 148847"/>
              <a:gd name="csX14" fmla="*/ 148867 w 148867"/>
              <a:gd name="csY14" fmla="*/ 72654 h 148847"/>
              <a:gd name="csX15" fmla="*/ 76203 w 148867"/>
              <a:gd name="csY15" fmla="*/ 0 h 148847"/>
            </a:gdLst>
            <a:ahLst/>
            <a:cxnLst/>
            <a:rect l="l" t="t" r="r" b="b"/>
            <a:pathLst>
              <a:path w="100000" h="100000">
                <a:moveTo>
                  <a:pt x="31908" y="76202"/>
                </a:moveTo>
                <a:cubicBezTo>
                  <a:pt x="30834" y="80179"/>
                  <a:pt x="30983" y="84110"/>
                  <a:pt x="32332" y="87561"/>
                </a:cubicBezTo>
                <a:cubicBezTo>
                  <a:pt x="35200" y="94920"/>
                  <a:pt x="41931" y="99799"/>
                  <a:pt x="49497" y="99993"/>
                </a:cubicBezTo>
                <a:cubicBezTo>
                  <a:pt x="49657" y="99993"/>
                  <a:pt x="49829" y="99993"/>
                  <a:pt x="49989" y="99993"/>
                </a:cubicBezTo>
                <a:cubicBezTo>
                  <a:pt x="53269" y="99993"/>
                  <a:pt x="56491" y="99148"/>
                  <a:pt x="59349" y="97548"/>
                </a:cubicBezTo>
                <a:cubicBezTo>
                  <a:pt x="66617" y="93446"/>
                  <a:pt x="70149" y="84692"/>
                  <a:pt x="67943" y="76248"/>
                </a:cubicBezTo>
                <a:lnTo>
                  <a:pt x="64194" y="61907"/>
                </a:lnTo>
                <a:lnTo>
                  <a:pt x="35737" y="61907"/>
                </a:lnTo>
                <a:lnTo>
                  <a:pt x="31908" y="76202"/>
                </a:lnTo>
                <a:close/>
                <a:moveTo>
                  <a:pt x="51189" y="7"/>
                </a:moveTo>
                <a:lnTo>
                  <a:pt x="48811" y="7"/>
                </a:lnTo>
                <a:cubicBezTo>
                  <a:pt x="21897" y="7"/>
                  <a:pt x="0" y="21901"/>
                  <a:pt x="0" y="48811"/>
                </a:cubicBezTo>
                <a:cubicBezTo>
                  <a:pt x="0" y="53405"/>
                  <a:pt x="3737" y="57142"/>
                  <a:pt x="8332" y="57142"/>
                </a:cubicBezTo>
                <a:lnTo>
                  <a:pt x="91668" y="57142"/>
                </a:lnTo>
                <a:cubicBezTo>
                  <a:pt x="96263" y="57142"/>
                  <a:pt x="100000" y="53405"/>
                  <a:pt x="100000" y="48811"/>
                </a:cubicBezTo>
                <a:cubicBezTo>
                  <a:pt x="100000" y="21901"/>
                  <a:pt x="78103" y="7"/>
                  <a:pt x="51189" y="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3" name="Чёрный — SVG 16">
            <a:extLst>
              <a:ext uri="{FF2B5EF4-FFF2-40B4-BE49-F238E27FC236}">
                <a16:creationId xmlns:a16="http://schemas.microsoft.com/office/drawing/2014/main" id="{1EF2555E-58A9-A146-ABAE-26B99F7EC954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131216 w 145324"/>
              <a:gd name="csY0" fmla="*/ 30028 h 148884"/>
              <a:gd name="csX1" fmla="*/ 104792 w 145324"/>
              <a:gd name="csY1" fmla="*/ 21659 h 148884"/>
              <a:gd name="csX2" fmla="*/ 104786 w 145324"/>
              <a:gd name="csY2" fmla="*/ 21659 h 148884"/>
              <a:gd name="csX3" fmla="*/ 118612 w 145324"/>
              <a:gd name="csY3" fmla="*/ 14225 h 148884"/>
              <a:gd name="csX4" fmla="*/ 118740 w 145324"/>
              <a:gd name="csY4" fmla="*/ 14225 h 148884"/>
              <a:gd name="csX5" fmla="*/ 123985 w 145324"/>
              <a:gd name="csY5" fmla="*/ 9768 h 148884"/>
              <a:gd name="csX6" fmla="*/ 120390 w 145324"/>
              <a:gd name="csY6" fmla="*/ 3848 h 148884"/>
              <a:gd name="csX7" fmla="*/ 75065 w 145324"/>
              <a:gd name="csY7" fmla="*/ 6723 h 148884"/>
              <a:gd name="csX8" fmla="*/ 66281 w 145324"/>
              <a:gd name="csY8" fmla="*/ 20621 h 148884"/>
              <a:gd name="csX9" fmla="*/ 22517 w 145324"/>
              <a:gd name="csY9" fmla="*/ 16164 h 148884"/>
              <a:gd name="csX10" fmla="*/ 0 w 145324"/>
              <a:gd name="csY10" fmla="*/ 54967 h 148884"/>
              <a:gd name="csX11" fmla="*/ 3147 w 145324"/>
              <a:gd name="csY11" fmla="*/ 59832 h 148884"/>
              <a:gd name="csX12" fmla="*/ 8861 w 145324"/>
              <a:gd name="csY12" fmla="*/ 58930 h 148884"/>
              <a:gd name="csX13" fmla="*/ 35168 w 145324"/>
              <a:gd name="csY13" fmla="*/ 48332 h 148884"/>
              <a:gd name="csX14" fmla="*/ 10509 w 145324"/>
              <a:gd name="csY14" fmla="*/ 69851 h 148884"/>
              <a:gd name="csX15" fmla="*/ 22824 w 145324"/>
              <a:gd name="csY15" fmla="*/ 115441 h 148884"/>
              <a:gd name="csX16" fmla="*/ 28618 w 145324"/>
              <a:gd name="csY16" fmla="*/ 116598 h 148884"/>
              <a:gd name="csX17" fmla="*/ 31900 w 145324"/>
              <a:gd name="csY17" fmla="*/ 111681 h 148884"/>
              <a:gd name="csX18" fmla="*/ 58359 w 145324"/>
              <a:gd name="csY18" fmla="*/ 77387 h 148884"/>
              <a:gd name="csX19" fmla="*/ 19278 w 145324"/>
              <a:gd name="csY19" fmla="*/ 139818 h 148884"/>
              <a:gd name="csX20" fmla="*/ 18126 w 145324"/>
              <a:gd name="csY20" fmla="*/ 145619 h 148884"/>
              <a:gd name="csX21" fmla="*/ 23040 w 145324"/>
              <a:gd name="csY21" fmla="*/ 148885 h 148884"/>
              <a:gd name="csX22" fmla="*/ 67344 w 145324"/>
              <a:gd name="csY22" fmla="*/ 148885 h 148884"/>
              <a:gd name="csX23" fmla="*/ 70655 w 145324"/>
              <a:gd name="csY23" fmla="*/ 147728 h 148884"/>
              <a:gd name="csX24" fmla="*/ 87849 w 145324"/>
              <a:gd name="csY24" fmla="*/ 78204 h 148884"/>
              <a:gd name="csX25" fmla="*/ 99244 w 145324"/>
              <a:gd name="csY25" fmla="*/ 122313 h 148884"/>
              <a:gd name="csX26" fmla="*/ 102431 w 145324"/>
              <a:gd name="csY26" fmla="*/ 127179 h 148884"/>
              <a:gd name="csX27" fmla="*/ 108173 w 145324"/>
              <a:gd name="csY27" fmla="*/ 126209 h 148884"/>
              <a:gd name="csX28" fmla="*/ 123844 w 145324"/>
              <a:gd name="csY28" fmla="*/ 70838 h 148884"/>
              <a:gd name="csX29" fmla="*/ 108991 w 145324"/>
              <a:gd name="csY29" fmla="*/ 51530 h 148884"/>
              <a:gd name="csX30" fmla="*/ 127934 w 145324"/>
              <a:gd name="csY30" fmla="*/ 60988 h 148884"/>
              <a:gd name="csX31" fmla="*/ 135980 w 145324"/>
              <a:gd name="csY31" fmla="*/ 69069 h 148884"/>
              <a:gd name="csX32" fmla="*/ 141846 w 145324"/>
              <a:gd name="csY32" fmla="*/ 70600 h 148884"/>
              <a:gd name="csX33" fmla="*/ 145323 w 145324"/>
              <a:gd name="csY33" fmla="*/ 65632 h 148884"/>
              <a:gd name="csX34" fmla="*/ 131216 w 145324"/>
              <a:gd name="csY34" fmla="*/ 30028 h 148884"/>
            </a:gdLst>
            <a:ahLst/>
            <a:cxnLst/>
            <a:rect l="l" t="t" r="r" b="b"/>
            <a:pathLst>
              <a:path w="100000" h="100000">
                <a:moveTo>
                  <a:pt x="89329" y="20169"/>
                </a:moveTo>
                <a:cubicBezTo>
                  <a:pt x="83813" y="15747"/>
                  <a:pt x="77147" y="14548"/>
                  <a:pt x="71581" y="14548"/>
                </a:cubicBezTo>
                <a:lnTo>
                  <a:pt x="71577" y="14548"/>
                </a:lnTo>
                <a:cubicBezTo>
                  <a:pt x="74690" y="11668"/>
                  <a:pt x="78154" y="9554"/>
                  <a:pt x="80863" y="9554"/>
                </a:cubicBezTo>
                <a:cubicBezTo>
                  <a:pt x="80889" y="9554"/>
                  <a:pt x="80918" y="9554"/>
                  <a:pt x="80949" y="9554"/>
                </a:cubicBezTo>
                <a:cubicBezTo>
                  <a:pt x="82694" y="9554"/>
                  <a:pt x="84186" y="8286"/>
                  <a:pt x="84472" y="6561"/>
                </a:cubicBezTo>
                <a:cubicBezTo>
                  <a:pt x="84758" y="4824"/>
                  <a:pt x="83732" y="3133"/>
                  <a:pt x="82057" y="2585"/>
                </a:cubicBezTo>
                <a:cubicBezTo>
                  <a:pt x="69724" y="-1449"/>
                  <a:pt x="58349" y="-729"/>
                  <a:pt x="51614" y="4516"/>
                </a:cubicBezTo>
                <a:cubicBezTo>
                  <a:pt x="49328" y="6298"/>
                  <a:pt x="46795" y="9223"/>
                  <a:pt x="45714" y="13850"/>
                </a:cubicBezTo>
                <a:cubicBezTo>
                  <a:pt x="31918" y="5578"/>
                  <a:pt x="21564" y="8263"/>
                  <a:pt x="16319" y="10857"/>
                </a:cubicBezTo>
                <a:cubicBezTo>
                  <a:pt x="7131" y="15416"/>
                  <a:pt x="1196" y="25641"/>
                  <a:pt x="1196" y="36919"/>
                </a:cubicBezTo>
                <a:cubicBezTo>
                  <a:pt x="1196" y="38336"/>
                  <a:pt x="2024" y="39604"/>
                  <a:pt x="3309" y="40187"/>
                </a:cubicBezTo>
                <a:cubicBezTo>
                  <a:pt x="4595" y="40758"/>
                  <a:pt x="6103" y="40518"/>
                  <a:pt x="7147" y="39581"/>
                </a:cubicBezTo>
                <a:cubicBezTo>
                  <a:pt x="10618" y="36485"/>
                  <a:pt x="17811" y="33423"/>
                  <a:pt x="24817" y="32463"/>
                </a:cubicBezTo>
                <a:cubicBezTo>
                  <a:pt x="17864" y="35354"/>
                  <a:pt x="11526" y="40301"/>
                  <a:pt x="8254" y="46916"/>
                </a:cubicBezTo>
                <a:cubicBezTo>
                  <a:pt x="5496" y="52492"/>
                  <a:pt x="2900" y="63895"/>
                  <a:pt x="16526" y="77538"/>
                </a:cubicBezTo>
                <a:cubicBezTo>
                  <a:pt x="17548" y="78554"/>
                  <a:pt x="19084" y="78863"/>
                  <a:pt x="20417" y="78315"/>
                </a:cubicBezTo>
                <a:cubicBezTo>
                  <a:pt x="21753" y="77754"/>
                  <a:pt x="22622" y="76452"/>
                  <a:pt x="22622" y="75012"/>
                </a:cubicBezTo>
                <a:cubicBezTo>
                  <a:pt x="22622" y="62615"/>
                  <a:pt x="29524" y="56400"/>
                  <a:pt x="40393" y="51978"/>
                </a:cubicBezTo>
                <a:cubicBezTo>
                  <a:pt x="35075" y="69425"/>
                  <a:pt x="16917" y="91077"/>
                  <a:pt x="14144" y="93911"/>
                </a:cubicBezTo>
                <a:cubicBezTo>
                  <a:pt x="13122" y="94928"/>
                  <a:pt x="12816" y="96470"/>
                  <a:pt x="13370" y="97807"/>
                </a:cubicBezTo>
                <a:cubicBezTo>
                  <a:pt x="13926" y="99132"/>
                  <a:pt x="15227" y="100001"/>
                  <a:pt x="16671" y="100001"/>
                </a:cubicBezTo>
                <a:lnTo>
                  <a:pt x="46428" y="100001"/>
                </a:lnTo>
                <a:cubicBezTo>
                  <a:pt x="47236" y="100001"/>
                  <a:pt x="48019" y="99727"/>
                  <a:pt x="48652" y="99224"/>
                </a:cubicBezTo>
                <a:cubicBezTo>
                  <a:pt x="53975" y="94996"/>
                  <a:pt x="58671" y="66226"/>
                  <a:pt x="60201" y="52527"/>
                </a:cubicBezTo>
                <a:cubicBezTo>
                  <a:pt x="66966" y="58902"/>
                  <a:pt x="67854" y="72099"/>
                  <a:pt x="67854" y="82153"/>
                </a:cubicBezTo>
                <a:cubicBezTo>
                  <a:pt x="67854" y="83570"/>
                  <a:pt x="68698" y="84850"/>
                  <a:pt x="69995" y="85422"/>
                </a:cubicBezTo>
                <a:cubicBezTo>
                  <a:pt x="71295" y="85992"/>
                  <a:pt x="72809" y="85741"/>
                  <a:pt x="73851" y="84770"/>
                </a:cubicBezTo>
                <a:cubicBezTo>
                  <a:pt x="90526" y="69334"/>
                  <a:pt x="87603" y="54846"/>
                  <a:pt x="84377" y="47579"/>
                </a:cubicBezTo>
                <a:cubicBezTo>
                  <a:pt x="82101" y="42449"/>
                  <a:pt x="78301" y="37844"/>
                  <a:pt x="74401" y="34611"/>
                </a:cubicBezTo>
                <a:cubicBezTo>
                  <a:pt x="77563" y="35171"/>
                  <a:pt x="81762" y="36907"/>
                  <a:pt x="87124" y="40963"/>
                </a:cubicBezTo>
                <a:cubicBezTo>
                  <a:pt x="88429" y="41946"/>
                  <a:pt x="90895" y="44494"/>
                  <a:pt x="92528" y="46391"/>
                </a:cubicBezTo>
                <a:cubicBezTo>
                  <a:pt x="93500" y="47522"/>
                  <a:pt x="95077" y="47933"/>
                  <a:pt x="96468" y="47419"/>
                </a:cubicBezTo>
                <a:cubicBezTo>
                  <a:pt x="97868" y="46905"/>
                  <a:pt x="98798" y="45568"/>
                  <a:pt x="98804" y="44083"/>
                </a:cubicBezTo>
                <a:cubicBezTo>
                  <a:pt x="98846" y="33297"/>
                  <a:pt x="95659" y="25253"/>
                  <a:pt x="89329" y="2016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4" name="Чёрный — SVG 17">
            <a:extLst>
              <a:ext uri="{FF2B5EF4-FFF2-40B4-BE49-F238E27FC236}">
                <a16:creationId xmlns:a16="http://schemas.microsoft.com/office/drawing/2014/main" id="{AD8111B1-B15B-1F4F-9535-FA5C74A1BE26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140003 w 152406"/>
              <a:gd name="csY0" fmla="*/ 57344 h 135306"/>
              <a:gd name="csX1" fmla="*/ 134100 w 152406"/>
              <a:gd name="csY1" fmla="*/ 57344 h 135306"/>
              <a:gd name="csX2" fmla="*/ 124062 w 152406"/>
              <a:gd name="csY2" fmla="*/ 35451 h 135306"/>
              <a:gd name="csX3" fmla="*/ 124062 w 152406"/>
              <a:gd name="csY3" fmla="*/ 1769 h 135306"/>
              <a:gd name="csX4" fmla="*/ 122275 w 152406"/>
              <a:gd name="csY4" fmla="*/ 0 h 135306"/>
              <a:gd name="csX5" fmla="*/ 94918 w 152406"/>
              <a:gd name="csY5" fmla="*/ 15582 h 135306"/>
              <a:gd name="csX6" fmla="*/ 69108 w 152406"/>
              <a:gd name="csY6" fmla="*/ 11261 h 135306"/>
              <a:gd name="csX7" fmla="*/ 22253 w 152406"/>
              <a:gd name="csY7" fmla="*/ 28919 h 135306"/>
              <a:gd name="csX8" fmla="*/ 10633 w 152406"/>
              <a:gd name="csY8" fmla="*/ 13014 h 135306"/>
              <a:gd name="csX9" fmla="*/ 5308 w 152406"/>
              <a:gd name="csY9" fmla="*/ 7723 h 135306"/>
              <a:gd name="csX10" fmla="*/ 0 w 152406"/>
              <a:gd name="csY10" fmla="*/ 13031 h 135306"/>
              <a:gd name="csX11" fmla="*/ 14717 w 152406"/>
              <a:gd name="csY11" fmla="*/ 38139 h 135306"/>
              <a:gd name="csX12" fmla="*/ 7095 w 152406"/>
              <a:gd name="csY12" fmla="*/ 64421 h 135306"/>
              <a:gd name="csX13" fmla="*/ 10599 w 152406"/>
              <a:gd name="csY13" fmla="*/ 81109 h 135306"/>
              <a:gd name="csX14" fmla="*/ 18119 w 152406"/>
              <a:gd name="csY14" fmla="*/ 130900 h 135306"/>
              <a:gd name="csX15" fmla="*/ 26745 w 152406"/>
              <a:gd name="csY15" fmla="*/ 135306 h 135306"/>
              <a:gd name="csX16" fmla="*/ 34537 w 152406"/>
              <a:gd name="csY16" fmla="*/ 131836 h 135306"/>
              <a:gd name="csX17" fmla="*/ 37225 w 152406"/>
              <a:gd name="csY17" fmla="*/ 123654 h 135306"/>
              <a:gd name="csX18" fmla="*/ 43912 w 152406"/>
              <a:gd name="csY18" fmla="*/ 102815 h 135306"/>
              <a:gd name="csX19" fmla="*/ 82515 w 152406"/>
              <a:gd name="csY19" fmla="*/ 113226 h 135306"/>
              <a:gd name="csX20" fmla="*/ 96755 w 152406"/>
              <a:gd name="csY20" fmla="*/ 131054 h 135306"/>
              <a:gd name="csX21" fmla="*/ 105619 w 152406"/>
              <a:gd name="csY21" fmla="*/ 135306 h 135306"/>
              <a:gd name="csX22" fmla="*/ 114772 w 152406"/>
              <a:gd name="csY22" fmla="*/ 130645 h 135306"/>
              <a:gd name="csX23" fmla="*/ 116406 w 152406"/>
              <a:gd name="csY23" fmla="*/ 120507 h 135306"/>
              <a:gd name="csX24" fmla="*/ 110009 w 152406"/>
              <a:gd name="csY24" fmla="*/ 100638 h 135306"/>
              <a:gd name="csX25" fmla="*/ 141671 w 152406"/>
              <a:gd name="csY25" fmla="*/ 86365 h 135306"/>
              <a:gd name="csX26" fmla="*/ 152406 w 152406"/>
              <a:gd name="csY26" fmla="*/ 69746 h 135306"/>
              <a:gd name="csX27" fmla="*/ 140003 w 152406"/>
              <a:gd name="csY27" fmla="*/ 57344 h 135306"/>
              <a:gd name="csX28" fmla="*/ 115198 w 152406"/>
              <a:gd name="csY28" fmla="*/ 64421 h 135306"/>
              <a:gd name="csX29" fmla="*/ 109873 w 152406"/>
              <a:gd name="csY29" fmla="*/ 59114 h 135306"/>
              <a:gd name="csX30" fmla="*/ 115198 w 152406"/>
              <a:gd name="csY30" fmla="*/ 53789 h 135306"/>
              <a:gd name="csX31" fmla="*/ 120506 w 152406"/>
              <a:gd name="csY31" fmla="*/ 59114 h 135306"/>
              <a:gd name="csX32" fmla="*/ 115198 w 152406"/>
              <a:gd name="csY32" fmla="*/ 64421 h 135306"/>
            </a:gdLst>
            <a:ahLst/>
            <a:cxnLst/>
            <a:rect l="l" t="t" r="r" b="b"/>
            <a:pathLst>
              <a:path w="100000" h="100000">
                <a:moveTo>
                  <a:pt x="91862" y="43236"/>
                </a:moveTo>
                <a:lnTo>
                  <a:pt x="87989" y="43236"/>
                </a:lnTo>
                <a:cubicBezTo>
                  <a:pt x="87151" y="38146"/>
                  <a:pt x="84885" y="33213"/>
                  <a:pt x="81402" y="28871"/>
                </a:cubicBezTo>
                <a:lnTo>
                  <a:pt x="81402" y="6771"/>
                </a:lnTo>
                <a:cubicBezTo>
                  <a:pt x="81402" y="6134"/>
                  <a:pt x="80877" y="5610"/>
                  <a:pt x="80230" y="5610"/>
                </a:cubicBezTo>
                <a:cubicBezTo>
                  <a:pt x="71289" y="5610"/>
                  <a:pt x="64992" y="12274"/>
                  <a:pt x="62280" y="15834"/>
                </a:cubicBezTo>
                <a:cubicBezTo>
                  <a:pt x="56876" y="13959"/>
                  <a:pt x="51183" y="12999"/>
                  <a:pt x="45345" y="12999"/>
                </a:cubicBezTo>
                <a:cubicBezTo>
                  <a:pt x="32797" y="12999"/>
                  <a:pt x="21947" y="17419"/>
                  <a:pt x="14601" y="24585"/>
                </a:cubicBezTo>
                <a:cubicBezTo>
                  <a:pt x="7290" y="24172"/>
                  <a:pt x="6988" y="15198"/>
                  <a:pt x="6977" y="14149"/>
                </a:cubicBezTo>
                <a:cubicBezTo>
                  <a:pt x="6966" y="12229"/>
                  <a:pt x="5414" y="10677"/>
                  <a:pt x="3483" y="10677"/>
                </a:cubicBezTo>
                <a:cubicBezTo>
                  <a:pt x="1563" y="10677"/>
                  <a:pt x="0" y="12240"/>
                  <a:pt x="0" y="14160"/>
                </a:cubicBezTo>
                <a:cubicBezTo>
                  <a:pt x="0" y="19149"/>
                  <a:pt x="2166" y="27777"/>
                  <a:pt x="9656" y="30635"/>
                </a:cubicBezTo>
                <a:cubicBezTo>
                  <a:pt x="6464" y="35669"/>
                  <a:pt x="4655" y="41517"/>
                  <a:pt x="4655" y="47879"/>
                </a:cubicBezTo>
                <a:cubicBezTo>
                  <a:pt x="4655" y="51641"/>
                  <a:pt x="5425" y="55325"/>
                  <a:pt x="6954" y="58829"/>
                </a:cubicBezTo>
                <a:cubicBezTo>
                  <a:pt x="6743" y="61687"/>
                  <a:pt x="5448" y="82335"/>
                  <a:pt x="11889" y="91499"/>
                </a:cubicBezTo>
                <a:cubicBezTo>
                  <a:pt x="13173" y="93307"/>
                  <a:pt x="15282" y="94390"/>
                  <a:pt x="17549" y="94390"/>
                </a:cubicBezTo>
                <a:cubicBezTo>
                  <a:pt x="19491" y="94390"/>
                  <a:pt x="21355" y="93565"/>
                  <a:pt x="22661" y="92113"/>
                </a:cubicBezTo>
                <a:cubicBezTo>
                  <a:pt x="23979" y="90662"/>
                  <a:pt x="24626" y="88698"/>
                  <a:pt x="24425" y="86745"/>
                </a:cubicBezTo>
                <a:cubicBezTo>
                  <a:pt x="23476" y="77134"/>
                  <a:pt x="27272" y="73953"/>
                  <a:pt x="28813" y="73071"/>
                </a:cubicBezTo>
                <a:cubicBezTo>
                  <a:pt x="35923" y="80059"/>
                  <a:pt x="48850" y="80427"/>
                  <a:pt x="54142" y="79902"/>
                </a:cubicBezTo>
                <a:lnTo>
                  <a:pt x="63485" y="91600"/>
                </a:lnTo>
                <a:cubicBezTo>
                  <a:pt x="64914" y="93374"/>
                  <a:pt x="67024" y="94390"/>
                  <a:pt x="69301" y="94390"/>
                </a:cubicBezTo>
                <a:cubicBezTo>
                  <a:pt x="71701" y="94390"/>
                  <a:pt x="73901" y="93274"/>
                  <a:pt x="75307" y="91332"/>
                </a:cubicBezTo>
                <a:cubicBezTo>
                  <a:pt x="76725" y="89390"/>
                  <a:pt x="77116" y="86968"/>
                  <a:pt x="76379" y="84680"/>
                </a:cubicBezTo>
                <a:lnTo>
                  <a:pt x="72182" y="71643"/>
                </a:lnTo>
                <a:lnTo>
                  <a:pt x="92956" y="62278"/>
                </a:lnTo>
                <a:cubicBezTo>
                  <a:pt x="97243" y="60347"/>
                  <a:pt x="100000" y="56061"/>
                  <a:pt x="100000" y="51373"/>
                </a:cubicBezTo>
                <a:cubicBezTo>
                  <a:pt x="100000" y="46886"/>
                  <a:pt x="96350" y="43236"/>
                  <a:pt x="91862" y="43236"/>
                </a:cubicBezTo>
                <a:close/>
                <a:moveTo>
                  <a:pt x="75586" y="47879"/>
                </a:moveTo>
                <a:cubicBezTo>
                  <a:pt x="73655" y="47879"/>
                  <a:pt x="72092" y="46316"/>
                  <a:pt x="72092" y="44397"/>
                </a:cubicBezTo>
                <a:cubicBezTo>
                  <a:pt x="72092" y="42466"/>
                  <a:pt x="73655" y="40903"/>
                  <a:pt x="75586" y="40903"/>
                </a:cubicBezTo>
                <a:cubicBezTo>
                  <a:pt x="77506" y="40903"/>
                  <a:pt x="79069" y="42466"/>
                  <a:pt x="79069" y="44397"/>
                </a:cubicBezTo>
                <a:cubicBezTo>
                  <a:pt x="79069" y="46316"/>
                  <a:pt x="77506" y="47879"/>
                  <a:pt x="75586" y="4787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5" name="Чёрный — SVG 18">
            <a:extLst>
              <a:ext uri="{FF2B5EF4-FFF2-40B4-BE49-F238E27FC236}">
                <a16:creationId xmlns:a16="http://schemas.microsoft.com/office/drawing/2014/main" id="{9B4D6BD1-28B4-2F42-972A-16B8F898E05F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44286 w 148867"/>
              <a:gd name="csY0" fmla="*/ 18 h 138216"/>
              <a:gd name="csX1" fmla="*/ 35337 w 148867"/>
              <a:gd name="csY1" fmla="*/ 1022 h 138216"/>
              <a:gd name="csX2" fmla="*/ 7026 w 148867"/>
              <a:gd name="csY2" fmla="*/ 41610 h 138216"/>
              <a:gd name="csX3" fmla="*/ 9868 w 148867"/>
              <a:gd name="csY3" fmla="*/ 46323 h 138216"/>
              <a:gd name="csX4" fmla="*/ 15363 w 148867"/>
              <a:gd name="csY4" fmla="*/ 45982 h 138216"/>
              <a:gd name="csX5" fmla="*/ 31526 w 148867"/>
              <a:gd name="csY5" fmla="*/ 47037 h 138216"/>
              <a:gd name="csX6" fmla="*/ 43095 w 148867"/>
              <a:gd name="csY6" fmla="*/ 49623 h 138216"/>
              <a:gd name="csX7" fmla="*/ 64940 w 148867"/>
              <a:gd name="csY7" fmla="*/ 37834 h 138216"/>
              <a:gd name="csX8" fmla="*/ 67883 w 148867"/>
              <a:gd name="csY8" fmla="*/ 26250 h 138216"/>
              <a:gd name="csX9" fmla="*/ 70895 w 148867"/>
              <a:gd name="csY9" fmla="*/ 38633 h 138216"/>
              <a:gd name="csX10" fmla="*/ 70895 w 148867"/>
              <a:gd name="csY10" fmla="*/ 62874 h 138216"/>
              <a:gd name="csX11" fmla="*/ 70895 w 148867"/>
              <a:gd name="csY11" fmla="*/ 77980 h 138216"/>
              <a:gd name="csX12" fmla="*/ 5308 w 148867"/>
              <a:gd name="csY12" fmla="*/ 77980 h 138216"/>
              <a:gd name="csX13" fmla="*/ 0 w 148867"/>
              <a:gd name="csY13" fmla="*/ 83288 h 138216"/>
              <a:gd name="csX14" fmla="*/ 0 w 148867"/>
              <a:gd name="csY14" fmla="*/ 118739 h 138216"/>
              <a:gd name="csX15" fmla="*/ 19497 w 148867"/>
              <a:gd name="csY15" fmla="*/ 138217 h 138216"/>
              <a:gd name="csX16" fmla="*/ 129370 w 148867"/>
              <a:gd name="csY16" fmla="*/ 138217 h 138216"/>
              <a:gd name="csX17" fmla="*/ 148867 w 148867"/>
              <a:gd name="csY17" fmla="*/ 118739 h 138216"/>
              <a:gd name="csX18" fmla="*/ 148867 w 148867"/>
              <a:gd name="csY18" fmla="*/ 83288 h 138216"/>
              <a:gd name="csX19" fmla="*/ 143542 w 148867"/>
              <a:gd name="csY19" fmla="*/ 77980 h 138216"/>
              <a:gd name="csX20" fmla="*/ 81528 w 148867"/>
              <a:gd name="csY20" fmla="*/ 77980 h 138216"/>
              <a:gd name="csX21" fmla="*/ 81528 w 148867"/>
              <a:gd name="csY21" fmla="*/ 62874 h 138216"/>
              <a:gd name="csX22" fmla="*/ 83349 w 148867"/>
              <a:gd name="csY22" fmla="*/ 53518 h 138216"/>
              <a:gd name="csX23" fmla="*/ 85867 w 148867"/>
              <a:gd name="csY23" fmla="*/ 49215 h 138216"/>
              <a:gd name="csX24" fmla="*/ 89967 w 148867"/>
              <a:gd name="csY24" fmla="*/ 58520 h 138216"/>
              <a:gd name="csX25" fmla="*/ 89984 w 148867"/>
              <a:gd name="csY25" fmla="*/ 58520 h 138216"/>
              <a:gd name="csX26" fmla="*/ 95803 w 148867"/>
              <a:gd name="csY26" fmla="*/ 63606 h 138216"/>
              <a:gd name="csX27" fmla="*/ 108937 w 148867"/>
              <a:gd name="csY27" fmla="*/ 67348 h 138216"/>
              <a:gd name="csX28" fmla="*/ 119791 w 148867"/>
              <a:gd name="csY28" fmla="*/ 64762 h 138216"/>
              <a:gd name="csX29" fmla="*/ 133521 w 148867"/>
              <a:gd name="csY29" fmla="*/ 63419 h 138216"/>
              <a:gd name="csX30" fmla="*/ 138982 w 148867"/>
              <a:gd name="csY30" fmla="*/ 63674 h 138216"/>
              <a:gd name="csX31" fmla="*/ 141773 w 148867"/>
              <a:gd name="csY31" fmla="*/ 58979 h 138216"/>
              <a:gd name="csX32" fmla="*/ 116967 w 148867"/>
              <a:gd name="csY32" fmla="*/ 24089 h 138216"/>
              <a:gd name="csX33" fmla="*/ 89474 w 148867"/>
              <a:gd name="csY33" fmla="*/ 33615 h 138216"/>
              <a:gd name="csX34" fmla="*/ 88674 w 148867"/>
              <a:gd name="csY34" fmla="*/ 34908 h 138216"/>
              <a:gd name="csX35" fmla="*/ 87636 w 148867"/>
              <a:gd name="csY35" fmla="*/ 35180 h 138216"/>
              <a:gd name="csX36" fmla="*/ 81528 w 148867"/>
              <a:gd name="csY36" fmla="*/ 39382 h 138216"/>
              <a:gd name="csX37" fmla="*/ 81528 w 148867"/>
              <a:gd name="csY37" fmla="*/ 38633 h 138216"/>
              <a:gd name="csX38" fmla="*/ 73600 w 148867"/>
              <a:gd name="csY38" fmla="*/ 16740 h 138216"/>
              <a:gd name="csX39" fmla="*/ 64583 w 148867"/>
              <a:gd name="csY39" fmla="*/ 12198 h 138216"/>
              <a:gd name="csX40" fmla="*/ 64515 w 148867"/>
              <a:gd name="csY40" fmla="*/ 12045 h 138216"/>
              <a:gd name="csX41" fmla="*/ 44286 w 148867"/>
              <a:gd name="csY41" fmla="*/ 18 h 138216"/>
            </a:gdLst>
            <a:ahLst/>
            <a:cxnLst/>
            <a:rect l="l" t="t" r="r" b="b"/>
            <a:pathLst>
              <a:path w="100000" h="100000">
                <a:moveTo>
                  <a:pt x="29749" y="3589"/>
                </a:moveTo>
                <a:cubicBezTo>
                  <a:pt x="27806" y="3521"/>
                  <a:pt x="25794" y="3738"/>
                  <a:pt x="23737" y="4264"/>
                </a:cubicBezTo>
                <a:cubicBezTo>
                  <a:pt x="14274" y="6732"/>
                  <a:pt x="4720" y="16113"/>
                  <a:pt x="4720" y="31528"/>
                </a:cubicBezTo>
                <a:cubicBezTo>
                  <a:pt x="4720" y="32854"/>
                  <a:pt x="5451" y="34077"/>
                  <a:pt x="6629" y="34694"/>
                </a:cubicBezTo>
                <a:cubicBezTo>
                  <a:pt x="7806" y="35300"/>
                  <a:pt x="9223" y="35220"/>
                  <a:pt x="10320" y="34465"/>
                </a:cubicBezTo>
                <a:cubicBezTo>
                  <a:pt x="12960" y="32648"/>
                  <a:pt x="16331" y="33563"/>
                  <a:pt x="21177" y="35174"/>
                </a:cubicBezTo>
                <a:cubicBezTo>
                  <a:pt x="23874" y="36065"/>
                  <a:pt x="26423" y="36911"/>
                  <a:pt x="28949" y="36911"/>
                </a:cubicBezTo>
                <a:cubicBezTo>
                  <a:pt x="35269" y="36911"/>
                  <a:pt x="41029" y="33803"/>
                  <a:pt x="43623" y="28992"/>
                </a:cubicBezTo>
                <a:cubicBezTo>
                  <a:pt x="45063" y="26318"/>
                  <a:pt x="45577" y="23644"/>
                  <a:pt x="45600" y="21211"/>
                </a:cubicBezTo>
                <a:cubicBezTo>
                  <a:pt x="46652" y="22662"/>
                  <a:pt x="47623" y="25095"/>
                  <a:pt x="47623" y="29529"/>
                </a:cubicBezTo>
                <a:lnTo>
                  <a:pt x="47623" y="45812"/>
                </a:lnTo>
                <a:lnTo>
                  <a:pt x="47623" y="55960"/>
                </a:lnTo>
                <a:lnTo>
                  <a:pt x="3566" y="55960"/>
                </a:lnTo>
                <a:cubicBezTo>
                  <a:pt x="1600" y="55960"/>
                  <a:pt x="0" y="57560"/>
                  <a:pt x="0" y="59525"/>
                </a:cubicBezTo>
                <a:lnTo>
                  <a:pt x="0" y="83339"/>
                </a:lnTo>
                <a:cubicBezTo>
                  <a:pt x="0" y="90561"/>
                  <a:pt x="5874" y="96423"/>
                  <a:pt x="13097" y="96423"/>
                </a:cubicBezTo>
                <a:lnTo>
                  <a:pt x="86903" y="96423"/>
                </a:lnTo>
                <a:cubicBezTo>
                  <a:pt x="94126" y="96423"/>
                  <a:pt x="100000" y="90561"/>
                  <a:pt x="100000" y="83339"/>
                </a:cubicBezTo>
                <a:lnTo>
                  <a:pt x="100000" y="59525"/>
                </a:lnTo>
                <a:cubicBezTo>
                  <a:pt x="100000" y="57560"/>
                  <a:pt x="98401" y="55960"/>
                  <a:pt x="96423" y="55960"/>
                </a:cubicBezTo>
                <a:lnTo>
                  <a:pt x="54766" y="55960"/>
                </a:lnTo>
                <a:lnTo>
                  <a:pt x="54766" y="45812"/>
                </a:lnTo>
                <a:cubicBezTo>
                  <a:pt x="54766" y="44670"/>
                  <a:pt x="54995" y="41962"/>
                  <a:pt x="55989" y="39528"/>
                </a:cubicBezTo>
                <a:cubicBezTo>
                  <a:pt x="56423" y="38476"/>
                  <a:pt x="56983" y="37505"/>
                  <a:pt x="57680" y="36637"/>
                </a:cubicBezTo>
                <a:cubicBezTo>
                  <a:pt x="58000" y="38682"/>
                  <a:pt x="58834" y="40819"/>
                  <a:pt x="60434" y="42888"/>
                </a:cubicBezTo>
                <a:lnTo>
                  <a:pt x="60446" y="42888"/>
                </a:lnTo>
                <a:cubicBezTo>
                  <a:pt x="61451" y="44179"/>
                  <a:pt x="62766" y="45321"/>
                  <a:pt x="64355" y="46304"/>
                </a:cubicBezTo>
                <a:cubicBezTo>
                  <a:pt x="66983" y="47927"/>
                  <a:pt x="70114" y="48818"/>
                  <a:pt x="73177" y="48818"/>
                </a:cubicBezTo>
                <a:cubicBezTo>
                  <a:pt x="75577" y="48818"/>
                  <a:pt x="77954" y="47972"/>
                  <a:pt x="80468" y="47081"/>
                </a:cubicBezTo>
                <a:cubicBezTo>
                  <a:pt x="84640" y="45607"/>
                  <a:pt x="87532" y="44750"/>
                  <a:pt x="89691" y="46178"/>
                </a:cubicBezTo>
                <a:cubicBezTo>
                  <a:pt x="90788" y="46909"/>
                  <a:pt x="92206" y="46966"/>
                  <a:pt x="93360" y="46350"/>
                </a:cubicBezTo>
                <a:cubicBezTo>
                  <a:pt x="94515" y="45721"/>
                  <a:pt x="95235" y="44510"/>
                  <a:pt x="95235" y="43196"/>
                </a:cubicBezTo>
                <a:cubicBezTo>
                  <a:pt x="95235" y="29209"/>
                  <a:pt x="86263" y="21827"/>
                  <a:pt x="78571" y="19759"/>
                </a:cubicBezTo>
                <a:cubicBezTo>
                  <a:pt x="70891" y="17691"/>
                  <a:pt x="63669" y="20205"/>
                  <a:pt x="60103" y="26158"/>
                </a:cubicBezTo>
                <a:cubicBezTo>
                  <a:pt x="59920" y="26409"/>
                  <a:pt x="59749" y="26730"/>
                  <a:pt x="59566" y="27026"/>
                </a:cubicBezTo>
                <a:cubicBezTo>
                  <a:pt x="59337" y="27061"/>
                  <a:pt x="59097" y="27129"/>
                  <a:pt x="58869" y="27209"/>
                </a:cubicBezTo>
                <a:cubicBezTo>
                  <a:pt x="57166" y="27872"/>
                  <a:pt x="56012" y="28992"/>
                  <a:pt x="54766" y="30032"/>
                </a:cubicBezTo>
                <a:lnTo>
                  <a:pt x="54766" y="29529"/>
                </a:lnTo>
                <a:cubicBezTo>
                  <a:pt x="54766" y="22170"/>
                  <a:pt x="52274" y="17417"/>
                  <a:pt x="49440" y="14822"/>
                </a:cubicBezTo>
                <a:cubicBezTo>
                  <a:pt x="46709" y="12320"/>
                  <a:pt x="43623" y="11806"/>
                  <a:pt x="43383" y="11771"/>
                </a:cubicBezTo>
                <a:cubicBezTo>
                  <a:pt x="43372" y="11760"/>
                  <a:pt x="43337" y="11680"/>
                  <a:pt x="43337" y="11668"/>
                </a:cubicBezTo>
                <a:cubicBezTo>
                  <a:pt x="40560" y="6698"/>
                  <a:pt x="35543" y="3818"/>
                  <a:pt x="29749" y="358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6" name="Чёрный — SVG 19">
            <a:extLst>
              <a:ext uri="{FF2B5EF4-FFF2-40B4-BE49-F238E27FC236}">
                <a16:creationId xmlns:a16="http://schemas.microsoft.com/office/drawing/2014/main" id="{ACB88B85-326C-5F45-A704-645939D5FF6F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70214 w 141882"/>
              <a:gd name="csY0" fmla="*/ 1 h 152080"/>
              <a:gd name="csX1" fmla="*/ 33039 w 141882"/>
              <a:gd name="csY1" fmla="*/ 23714 h 152080"/>
              <a:gd name="csX2" fmla="*/ 18697 w 141882"/>
              <a:gd name="csY2" fmla="*/ 46033 h 152080"/>
              <a:gd name="csX3" fmla="*/ 13474 w 141882"/>
              <a:gd name="csY3" fmla="*/ 45319 h 152080"/>
              <a:gd name="csX4" fmla="*/ 9153 w 141882"/>
              <a:gd name="csY4" fmla="*/ 46509 h 152080"/>
              <a:gd name="csX5" fmla="*/ 7281 w 141882"/>
              <a:gd name="csY5" fmla="*/ 50558 h 152080"/>
              <a:gd name="csX6" fmla="*/ 7281 w 141882"/>
              <a:gd name="csY6" fmla="*/ 51987 h 152080"/>
              <a:gd name="csX7" fmla="*/ 7281 w 141882"/>
              <a:gd name="csY7" fmla="*/ 58587 h 152080"/>
              <a:gd name="csX8" fmla="*/ 10497 w 141882"/>
              <a:gd name="csY8" fmla="*/ 76041 h 152080"/>
              <a:gd name="csX9" fmla="*/ 68751 w 141882"/>
              <a:gd name="csY9" fmla="*/ 81399 h 152080"/>
              <a:gd name="csX10" fmla="*/ 128434 w 141882"/>
              <a:gd name="csY10" fmla="*/ 75666 h 152080"/>
              <a:gd name="csX11" fmla="*/ 131411 w 141882"/>
              <a:gd name="csY11" fmla="*/ 51068 h 152080"/>
              <a:gd name="csX12" fmla="*/ 131411 w 141882"/>
              <a:gd name="csY12" fmla="*/ 50575 h 152080"/>
              <a:gd name="csX13" fmla="*/ 129539 w 141882"/>
              <a:gd name="csY13" fmla="*/ 46509 h 152080"/>
              <a:gd name="csX14" fmla="*/ 125235 w 141882"/>
              <a:gd name="csY14" fmla="*/ 45319 h 152080"/>
              <a:gd name="csX15" fmla="*/ 120284 w 141882"/>
              <a:gd name="csY15" fmla="*/ 46050 h 152080"/>
              <a:gd name="csX16" fmla="*/ 107286 w 141882"/>
              <a:gd name="csY16" fmla="*/ 23681 h 152080"/>
              <a:gd name="csX17" fmla="*/ 70214 w 141882"/>
              <a:gd name="csY17" fmla="*/ 1 h 152080"/>
              <a:gd name="csX18" fmla="*/ 70299 w 141882"/>
              <a:gd name="csY18" fmla="*/ 10633 h 152080"/>
              <a:gd name="csX19" fmla="*/ 98728 w 141882"/>
              <a:gd name="csY19" fmla="*/ 29992 h 152080"/>
              <a:gd name="csX20" fmla="*/ 109191 w 141882"/>
              <a:gd name="csY20" fmla="*/ 47445 h 152080"/>
              <a:gd name="csX21" fmla="*/ 30096 w 141882"/>
              <a:gd name="csY21" fmla="*/ 47326 h 152080"/>
              <a:gd name="csX22" fmla="*/ 41376 w 141882"/>
              <a:gd name="csY22" fmla="*/ 30298 h 152080"/>
              <a:gd name="csX23" fmla="*/ 70299 w 141882"/>
              <a:gd name="csY23" fmla="*/ 10633 h 152080"/>
              <a:gd name="csX24" fmla="*/ 60159 w 141882"/>
              <a:gd name="csY24" fmla="*/ 21146 h 152080"/>
              <a:gd name="csX25" fmla="*/ 57726 w 141882"/>
              <a:gd name="csY25" fmla="*/ 22371 h 152080"/>
              <a:gd name="csX26" fmla="*/ 58100 w 141882"/>
              <a:gd name="csY26" fmla="*/ 27372 h 152080"/>
              <a:gd name="csX27" fmla="*/ 63119 w 141882"/>
              <a:gd name="csY27" fmla="*/ 27015 h 152080"/>
              <a:gd name="csX28" fmla="*/ 62745 w 141882"/>
              <a:gd name="csY28" fmla="*/ 21997 h 152080"/>
              <a:gd name="csX29" fmla="*/ 60159 w 141882"/>
              <a:gd name="csY29" fmla="*/ 21146 h 152080"/>
              <a:gd name="csX30" fmla="*/ 77904 w 141882"/>
              <a:gd name="csY30" fmla="*/ 24735 h 152080"/>
              <a:gd name="csX31" fmla="*/ 75539 w 141882"/>
              <a:gd name="csY31" fmla="*/ 25926 h 152080"/>
              <a:gd name="csX32" fmla="*/ 75897 w 141882"/>
              <a:gd name="csY32" fmla="*/ 30808 h 152080"/>
              <a:gd name="csX33" fmla="*/ 80779 w 141882"/>
              <a:gd name="csY33" fmla="*/ 30451 h 152080"/>
              <a:gd name="csX34" fmla="*/ 80422 w 141882"/>
              <a:gd name="csY34" fmla="*/ 25569 h 152080"/>
              <a:gd name="csX35" fmla="*/ 77904 w 141882"/>
              <a:gd name="csY35" fmla="*/ 24735 h 152080"/>
              <a:gd name="csX36" fmla="*/ 88707 w 141882"/>
              <a:gd name="csY36" fmla="*/ 35367 h 152080"/>
              <a:gd name="csX37" fmla="*/ 86343 w 141882"/>
              <a:gd name="csY37" fmla="*/ 36558 h 152080"/>
              <a:gd name="csX38" fmla="*/ 86700 w 141882"/>
              <a:gd name="csY38" fmla="*/ 41440 h 152080"/>
              <a:gd name="csX39" fmla="*/ 91600 w 141882"/>
              <a:gd name="csY39" fmla="*/ 41083 h 152080"/>
              <a:gd name="csX40" fmla="*/ 91226 w 141882"/>
              <a:gd name="csY40" fmla="*/ 36201 h 152080"/>
              <a:gd name="csX41" fmla="*/ 88707 w 141882"/>
              <a:gd name="csY41" fmla="*/ 35367 h 152080"/>
              <a:gd name="csX42" fmla="*/ 46191 w 141882"/>
              <a:gd name="csY42" fmla="*/ 35503 h 152080"/>
              <a:gd name="csX43" fmla="*/ 43809 w 141882"/>
              <a:gd name="csY43" fmla="*/ 36711 h 152080"/>
              <a:gd name="csX44" fmla="*/ 44166 w 141882"/>
              <a:gd name="csY44" fmla="*/ 41644 h 152080"/>
              <a:gd name="csX45" fmla="*/ 49100 w 141882"/>
              <a:gd name="csY45" fmla="*/ 41270 h 152080"/>
              <a:gd name="csX46" fmla="*/ 48726 w 141882"/>
              <a:gd name="csY46" fmla="*/ 36354 h 152080"/>
              <a:gd name="csX47" fmla="*/ 46191 w 141882"/>
              <a:gd name="csY47" fmla="*/ 35503 h 152080"/>
              <a:gd name="csX48" fmla="*/ 67288 w 141882"/>
              <a:gd name="csY48" fmla="*/ 38974 h 152080"/>
              <a:gd name="csX49" fmla="*/ 64923 w 141882"/>
              <a:gd name="csY49" fmla="*/ 40164 h 152080"/>
              <a:gd name="csX50" fmla="*/ 65280 w 141882"/>
              <a:gd name="csY50" fmla="*/ 45029 h 152080"/>
              <a:gd name="csX51" fmla="*/ 70163 w 141882"/>
              <a:gd name="csY51" fmla="*/ 44672 h 152080"/>
              <a:gd name="csX52" fmla="*/ 69789 w 141882"/>
              <a:gd name="csY52" fmla="*/ 39790 h 152080"/>
              <a:gd name="csX53" fmla="*/ 67288 w 141882"/>
              <a:gd name="csY53" fmla="*/ 38974 h 152080"/>
              <a:gd name="csX54" fmla="*/ 127413 w 141882"/>
              <a:gd name="csY54" fmla="*/ 83304 h 152080"/>
              <a:gd name="csX55" fmla="*/ 68751 w 141882"/>
              <a:gd name="csY55" fmla="*/ 88476 h 152080"/>
              <a:gd name="csX56" fmla="*/ 11943 w 141882"/>
              <a:gd name="csY56" fmla="*/ 83713 h 152080"/>
              <a:gd name="csX57" fmla="*/ 10939 w 141882"/>
              <a:gd name="csY57" fmla="*/ 108889 h 152080"/>
              <a:gd name="csX58" fmla="*/ 5597 w 141882"/>
              <a:gd name="csY58" fmla="*/ 122294 h 152080"/>
              <a:gd name="csX59" fmla="*/ 3147 w 141882"/>
              <a:gd name="csY59" fmla="*/ 144783 h 152080"/>
              <a:gd name="csX60" fmla="*/ 16383 w 141882"/>
              <a:gd name="csY60" fmla="*/ 147964 h 152080"/>
              <a:gd name="csX61" fmla="*/ 32121 w 141882"/>
              <a:gd name="csY61" fmla="*/ 149444 h 152080"/>
              <a:gd name="csX62" fmla="*/ 62694 w 141882"/>
              <a:gd name="csY62" fmla="*/ 152080 h 152080"/>
              <a:gd name="csX63" fmla="*/ 97690 w 141882"/>
              <a:gd name="csY63" fmla="*/ 149529 h 152080"/>
              <a:gd name="csX64" fmla="*/ 106333 w 141882"/>
              <a:gd name="csY64" fmla="*/ 149427 h 152080"/>
              <a:gd name="csX65" fmla="*/ 108035 w 141882"/>
              <a:gd name="csY65" fmla="*/ 149597 h 152080"/>
              <a:gd name="csX66" fmla="*/ 138744 w 141882"/>
              <a:gd name="csY66" fmla="*/ 144783 h 152080"/>
              <a:gd name="csX67" fmla="*/ 136413 w 141882"/>
              <a:gd name="csY67" fmla="*/ 122634 h 152080"/>
              <a:gd name="csX68" fmla="*/ 131139 w 141882"/>
              <a:gd name="csY68" fmla="*/ 109553 h 152080"/>
              <a:gd name="csX69" fmla="*/ 127413 w 141882"/>
              <a:gd name="csY69" fmla="*/ 83304 h 152080"/>
              <a:gd name="csX70" fmla="*/ 58713 w 141882"/>
              <a:gd name="csY70" fmla="*/ 96488 h 152080"/>
              <a:gd name="csX71" fmla="*/ 80150 w 141882"/>
              <a:gd name="csY71" fmla="*/ 102476 h 152080"/>
              <a:gd name="csX72" fmla="*/ 85135 w 141882"/>
              <a:gd name="csY72" fmla="*/ 112274 h 152080"/>
              <a:gd name="csX73" fmla="*/ 83536 w 141882"/>
              <a:gd name="csY73" fmla="*/ 120134 h 152080"/>
              <a:gd name="csX74" fmla="*/ 88112 w 141882"/>
              <a:gd name="csY74" fmla="*/ 125271 h 152080"/>
              <a:gd name="csX75" fmla="*/ 87465 w 141882"/>
              <a:gd name="csY75" fmla="*/ 130238 h 152080"/>
              <a:gd name="csX76" fmla="*/ 85305 w 141882"/>
              <a:gd name="csY76" fmla="*/ 130970 h 152080"/>
              <a:gd name="csX77" fmla="*/ 82498 w 141882"/>
              <a:gd name="csY77" fmla="*/ 129592 h 152080"/>
              <a:gd name="csX78" fmla="*/ 79197 w 141882"/>
              <a:gd name="csY78" fmla="*/ 125781 h 152080"/>
              <a:gd name="csX79" fmla="*/ 69908 w 141882"/>
              <a:gd name="csY79" fmla="*/ 129115 h 152080"/>
              <a:gd name="csX80" fmla="*/ 58934 w 141882"/>
              <a:gd name="csY80" fmla="*/ 124914 h 152080"/>
              <a:gd name="csX81" fmla="*/ 49815 w 141882"/>
              <a:gd name="csY81" fmla="*/ 100792 h 152080"/>
              <a:gd name="csX82" fmla="*/ 52622 w 141882"/>
              <a:gd name="csY82" fmla="*/ 97169 h 152080"/>
              <a:gd name="csX83" fmla="*/ 58713 w 141882"/>
              <a:gd name="csY83" fmla="*/ 96488 h 152080"/>
            </a:gdLst>
            <a:ahLst/>
            <a:cxnLst/>
            <a:rect l="l" t="t" r="r" b="b"/>
            <a:pathLst>
              <a:path w="100000" h="100000">
                <a:moveTo>
                  <a:pt x="49522" y="1"/>
                </a:moveTo>
                <a:cubicBezTo>
                  <a:pt x="39151" y="90"/>
                  <a:pt x="30940" y="8177"/>
                  <a:pt x="25078" y="15593"/>
                </a:cubicBezTo>
                <a:cubicBezTo>
                  <a:pt x="19328" y="22864"/>
                  <a:pt x="15782" y="29989"/>
                  <a:pt x="15647" y="30269"/>
                </a:cubicBezTo>
                <a:cubicBezTo>
                  <a:pt x="14417" y="30090"/>
                  <a:pt x="12257" y="29811"/>
                  <a:pt x="12213" y="29799"/>
                </a:cubicBezTo>
                <a:cubicBezTo>
                  <a:pt x="11206" y="29643"/>
                  <a:pt x="10155" y="29922"/>
                  <a:pt x="9371" y="30582"/>
                </a:cubicBezTo>
                <a:cubicBezTo>
                  <a:pt x="8588" y="31242"/>
                  <a:pt x="8140" y="32226"/>
                  <a:pt x="8140" y="33244"/>
                </a:cubicBezTo>
                <a:lnTo>
                  <a:pt x="8140" y="34184"/>
                </a:lnTo>
                <a:cubicBezTo>
                  <a:pt x="8129" y="35448"/>
                  <a:pt x="8118" y="37450"/>
                  <a:pt x="8140" y="38524"/>
                </a:cubicBezTo>
                <a:cubicBezTo>
                  <a:pt x="8231" y="43692"/>
                  <a:pt x="8678" y="47528"/>
                  <a:pt x="10255" y="50001"/>
                </a:cubicBezTo>
                <a:cubicBezTo>
                  <a:pt x="16464" y="51689"/>
                  <a:pt x="27953" y="53524"/>
                  <a:pt x="48560" y="53524"/>
                </a:cubicBezTo>
                <a:cubicBezTo>
                  <a:pt x="70051" y="53524"/>
                  <a:pt x="81640" y="51589"/>
                  <a:pt x="87804" y="49754"/>
                </a:cubicBezTo>
                <a:cubicBezTo>
                  <a:pt x="89695" y="46589"/>
                  <a:pt x="89751" y="41365"/>
                  <a:pt x="89762" y="33580"/>
                </a:cubicBezTo>
                <a:lnTo>
                  <a:pt x="89762" y="33256"/>
                </a:lnTo>
                <a:cubicBezTo>
                  <a:pt x="89762" y="32226"/>
                  <a:pt x="89315" y="31253"/>
                  <a:pt x="88531" y="30582"/>
                </a:cubicBezTo>
                <a:cubicBezTo>
                  <a:pt x="87749" y="29922"/>
                  <a:pt x="86719" y="29643"/>
                  <a:pt x="85701" y="29799"/>
                </a:cubicBezTo>
                <a:cubicBezTo>
                  <a:pt x="84616" y="29978"/>
                  <a:pt x="83530" y="30124"/>
                  <a:pt x="82445" y="30280"/>
                </a:cubicBezTo>
                <a:cubicBezTo>
                  <a:pt x="82132" y="29554"/>
                  <a:pt x="79134" y="22685"/>
                  <a:pt x="73899" y="15571"/>
                </a:cubicBezTo>
                <a:cubicBezTo>
                  <a:pt x="68383" y="8077"/>
                  <a:pt x="60262" y="-89"/>
                  <a:pt x="49522" y="1"/>
                </a:cubicBezTo>
                <a:close/>
                <a:moveTo>
                  <a:pt x="49578" y="6992"/>
                </a:moveTo>
                <a:cubicBezTo>
                  <a:pt x="56547" y="6936"/>
                  <a:pt x="63316" y="12976"/>
                  <a:pt x="68271" y="19721"/>
                </a:cubicBezTo>
                <a:cubicBezTo>
                  <a:pt x="71627" y="24285"/>
                  <a:pt x="73932" y="28703"/>
                  <a:pt x="75151" y="31197"/>
                </a:cubicBezTo>
                <a:cubicBezTo>
                  <a:pt x="54266" y="33434"/>
                  <a:pt x="34766" y="32282"/>
                  <a:pt x="23142" y="31119"/>
                </a:cubicBezTo>
                <a:cubicBezTo>
                  <a:pt x="24552" y="28592"/>
                  <a:pt x="27069" y="24340"/>
                  <a:pt x="30560" y="19922"/>
                </a:cubicBezTo>
                <a:cubicBezTo>
                  <a:pt x="35896" y="13166"/>
                  <a:pt x="43100" y="7048"/>
                  <a:pt x="49578" y="6992"/>
                </a:cubicBezTo>
                <a:close/>
                <a:moveTo>
                  <a:pt x="42910" y="13905"/>
                </a:moveTo>
                <a:cubicBezTo>
                  <a:pt x="42317" y="13949"/>
                  <a:pt x="41736" y="14218"/>
                  <a:pt x="41310" y="14710"/>
                </a:cubicBezTo>
                <a:cubicBezTo>
                  <a:pt x="40471" y="15683"/>
                  <a:pt x="40583" y="17159"/>
                  <a:pt x="41556" y="17998"/>
                </a:cubicBezTo>
                <a:cubicBezTo>
                  <a:pt x="42541" y="18849"/>
                  <a:pt x="44006" y="18737"/>
                  <a:pt x="44857" y="17764"/>
                </a:cubicBezTo>
                <a:cubicBezTo>
                  <a:pt x="45696" y="16791"/>
                  <a:pt x="45584" y="15302"/>
                  <a:pt x="44611" y="14464"/>
                </a:cubicBezTo>
                <a:cubicBezTo>
                  <a:pt x="44118" y="14050"/>
                  <a:pt x="43514" y="13860"/>
                  <a:pt x="42910" y="13905"/>
                </a:cubicBezTo>
                <a:close/>
                <a:moveTo>
                  <a:pt x="54579" y="16264"/>
                </a:moveTo>
                <a:cubicBezTo>
                  <a:pt x="53997" y="16309"/>
                  <a:pt x="53438" y="16577"/>
                  <a:pt x="53023" y="17048"/>
                </a:cubicBezTo>
                <a:cubicBezTo>
                  <a:pt x="52207" y="17998"/>
                  <a:pt x="52307" y="19441"/>
                  <a:pt x="53259" y="20258"/>
                </a:cubicBezTo>
                <a:cubicBezTo>
                  <a:pt x="54209" y="21074"/>
                  <a:pt x="55652" y="20974"/>
                  <a:pt x="56469" y="20023"/>
                </a:cubicBezTo>
                <a:cubicBezTo>
                  <a:pt x="57286" y="19072"/>
                  <a:pt x="57185" y="17630"/>
                  <a:pt x="56234" y="16813"/>
                </a:cubicBezTo>
                <a:cubicBezTo>
                  <a:pt x="55753" y="16399"/>
                  <a:pt x="55160" y="16220"/>
                  <a:pt x="54579" y="16264"/>
                </a:cubicBezTo>
                <a:close/>
                <a:moveTo>
                  <a:pt x="61682" y="23256"/>
                </a:moveTo>
                <a:cubicBezTo>
                  <a:pt x="61101" y="23300"/>
                  <a:pt x="60530" y="23558"/>
                  <a:pt x="60128" y="24039"/>
                </a:cubicBezTo>
                <a:cubicBezTo>
                  <a:pt x="59300" y="24989"/>
                  <a:pt x="59411" y="26432"/>
                  <a:pt x="60362" y="27249"/>
                </a:cubicBezTo>
                <a:cubicBezTo>
                  <a:pt x="61324" y="28077"/>
                  <a:pt x="62756" y="27965"/>
                  <a:pt x="63584" y="27014"/>
                </a:cubicBezTo>
                <a:cubicBezTo>
                  <a:pt x="64401" y="26063"/>
                  <a:pt x="64289" y="24621"/>
                  <a:pt x="63338" y="23804"/>
                </a:cubicBezTo>
                <a:cubicBezTo>
                  <a:pt x="62857" y="23390"/>
                  <a:pt x="62264" y="23211"/>
                  <a:pt x="61682" y="23256"/>
                </a:cubicBezTo>
                <a:close/>
                <a:moveTo>
                  <a:pt x="33726" y="23345"/>
                </a:moveTo>
                <a:cubicBezTo>
                  <a:pt x="33144" y="23390"/>
                  <a:pt x="32574" y="23659"/>
                  <a:pt x="32159" y="24139"/>
                </a:cubicBezTo>
                <a:cubicBezTo>
                  <a:pt x="31332" y="25101"/>
                  <a:pt x="31432" y="26555"/>
                  <a:pt x="32394" y="27383"/>
                </a:cubicBezTo>
                <a:cubicBezTo>
                  <a:pt x="33357" y="28211"/>
                  <a:pt x="34811" y="28099"/>
                  <a:pt x="35638" y="27137"/>
                </a:cubicBezTo>
                <a:cubicBezTo>
                  <a:pt x="36466" y="26175"/>
                  <a:pt x="36355" y="24732"/>
                  <a:pt x="35393" y="23905"/>
                </a:cubicBezTo>
                <a:cubicBezTo>
                  <a:pt x="34911" y="23490"/>
                  <a:pt x="34319" y="23311"/>
                  <a:pt x="33726" y="23345"/>
                </a:cubicBezTo>
                <a:close/>
                <a:moveTo>
                  <a:pt x="47598" y="25627"/>
                </a:moveTo>
                <a:cubicBezTo>
                  <a:pt x="47016" y="25672"/>
                  <a:pt x="46445" y="25929"/>
                  <a:pt x="46043" y="26410"/>
                </a:cubicBezTo>
                <a:cubicBezTo>
                  <a:pt x="45226" y="27361"/>
                  <a:pt x="45327" y="28793"/>
                  <a:pt x="46278" y="29609"/>
                </a:cubicBezTo>
                <a:cubicBezTo>
                  <a:pt x="47228" y="30425"/>
                  <a:pt x="48661" y="30325"/>
                  <a:pt x="49488" y="29374"/>
                </a:cubicBezTo>
                <a:cubicBezTo>
                  <a:pt x="50305" y="28423"/>
                  <a:pt x="50193" y="26992"/>
                  <a:pt x="49243" y="26164"/>
                </a:cubicBezTo>
                <a:cubicBezTo>
                  <a:pt x="48772" y="25761"/>
                  <a:pt x="48168" y="25582"/>
                  <a:pt x="47598" y="25627"/>
                </a:cubicBezTo>
                <a:close/>
                <a:moveTo>
                  <a:pt x="87133" y="54776"/>
                </a:moveTo>
                <a:cubicBezTo>
                  <a:pt x="79850" y="56645"/>
                  <a:pt x="67969" y="58177"/>
                  <a:pt x="48560" y="58177"/>
                </a:cubicBezTo>
                <a:cubicBezTo>
                  <a:pt x="29944" y="58177"/>
                  <a:pt x="18354" y="56700"/>
                  <a:pt x="11206" y="55045"/>
                </a:cubicBezTo>
                <a:cubicBezTo>
                  <a:pt x="10904" y="58826"/>
                  <a:pt x="10546" y="64754"/>
                  <a:pt x="10546" y="71600"/>
                </a:cubicBezTo>
                <a:cubicBezTo>
                  <a:pt x="10546" y="74027"/>
                  <a:pt x="8689" y="77416"/>
                  <a:pt x="7033" y="80414"/>
                </a:cubicBezTo>
                <a:cubicBezTo>
                  <a:pt x="4304" y="85392"/>
                  <a:pt x="1205" y="91029"/>
                  <a:pt x="5422" y="95202"/>
                </a:cubicBezTo>
                <a:cubicBezTo>
                  <a:pt x="7548" y="97294"/>
                  <a:pt x="10590" y="97294"/>
                  <a:pt x="14125" y="97294"/>
                </a:cubicBezTo>
                <a:cubicBezTo>
                  <a:pt x="16967" y="97294"/>
                  <a:pt x="20491" y="97294"/>
                  <a:pt x="24474" y="98267"/>
                </a:cubicBezTo>
                <a:cubicBezTo>
                  <a:pt x="29139" y="99430"/>
                  <a:pt x="36589" y="100000"/>
                  <a:pt x="44577" y="100000"/>
                </a:cubicBezTo>
                <a:cubicBezTo>
                  <a:pt x="52420" y="100000"/>
                  <a:pt x="60799" y="99441"/>
                  <a:pt x="67589" y="98323"/>
                </a:cubicBezTo>
                <a:cubicBezTo>
                  <a:pt x="69972" y="97931"/>
                  <a:pt x="71214" y="98065"/>
                  <a:pt x="73272" y="98256"/>
                </a:cubicBezTo>
                <a:lnTo>
                  <a:pt x="74391" y="98367"/>
                </a:lnTo>
                <a:cubicBezTo>
                  <a:pt x="86059" y="99396"/>
                  <a:pt x="91149" y="98591"/>
                  <a:pt x="94584" y="95202"/>
                </a:cubicBezTo>
                <a:cubicBezTo>
                  <a:pt x="98824" y="91018"/>
                  <a:pt x="95624" y="85258"/>
                  <a:pt x="93051" y="80638"/>
                </a:cubicBezTo>
                <a:cubicBezTo>
                  <a:pt x="91440" y="77741"/>
                  <a:pt x="89605" y="74463"/>
                  <a:pt x="89583" y="72036"/>
                </a:cubicBezTo>
                <a:cubicBezTo>
                  <a:pt x="89527" y="66086"/>
                  <a:pt x="88173" y="59195"/>
                  <a:pt x="87133" y="54776"/>
                </a:cubicBezTo>
                <a:close/>
                <a:moveTo>
                  <a:pt x="41959" y="63446"/>
                </a:moveTo>
                <a:cubicBezTo>
                  <a:pt x="45752" y="63300"/>
                  <a:pt x="51513" y="63804"/>
                  <a:pt x="56055" y="67383"/>
                </a:cubicBezTo>
                <a:cubicBezTo>
                  <a:pt x="58002" y="68916"/>
                  <a:pt x="59165" y="71197"/>
                  <a:pt x="59333" y="73826"/>
                </a:cubicBezTo>
                <a:cubicBezTo>
                  <a:pt x="59445" y="75604"/>
                  <a:pt x="59042" y="77372"/>
                  <a:pt x="58282" y="78994"/>
                </a:cubicBezTo>
                <a:cubicBezTo>
                  <a:pt x="59356" y="80056"/>
                  <a:pt x="60373" y="81164"/>
                  <a:pt x="61291" y="82372"/>
                </a:cubicBezTo>
                <a:cubicBezTo>
                  <a:pt x="62074" y="83390"/>
                  <a:pt x="61884" y="84855"/>
                  <a:pt x="60865" y="85638"/>
                </a:cubicBezTo>
                <a:cubicBezTo>
                  <a:pt x="60441" y="85962"/>
                  <a:pt x="59937" y="86119"/>
                  <a:pt x="59445" y="86119"/>
                </a:cubicBezTo>
                <a:cubicBezTo>
                  <a:pt x="58751" y="86119"/>
                  <a:pt x="58058" y="85805"/>
                  <a:pt x="57599" y="85213"/>
                </a:cubicBezTo>
                <a:cubicBezTo>
                  <a:pt x="56917" y="84329"/>
                  <a:pt x="56190" y="83501"/>
                  <a:pt x="55429" y="82707"/>
                </a:cubicBezTo>
                <a:cubicBezTo>
                  <a:pt x="53661" y="84139"/>
                  <a:pt x="51524" y="84899"/>
                  <a:pt x="49321" y="84899"/>
                </a:cubicBezTo>
                <a:cubicBezTo>
                  <a:pt x="46815" y="84899"/>
                  <a:pt x="44253" y="83982"/>
                  <a:pt x="42105" y="82137"/>
                </a:cubicBezTo>
                <a:cubicBezTo>
                  <a:pt x="36735" y="77517"/>
                  <a:pt x="36153" y="67405"/>
                  <a:pt x="36109" y="66276"/>
                </a:cubicBezTo>
                <a:cubicBezTo>
                  <a:pt x="36064" y="65135"/>
                  <a:pt x="36836" y="64128"/>
                  <a:pt x="37954" y="63893"/>
                </a:cubicBezTo>
                <a:cubicBezTo>
                  <a:pt x="38111" y="63859"/>
                  <a:pt x="39677" y="63535"/>
                  <a:pt x="41959" y="6344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7" name="Чёрный — SVG 20">
            <a:extLst>
              <a:ext uri="{FF2B5EF4-FFF2-40B4-BE49-F238E27FC236}">
                <a16:creationId xmlns:a16="http://schemas.microsoft.com/office/drawing/2014/main" id="{171019F5-4D1B-6044-8758-BBAF5322D6D3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40533 w 155956"/>
              <a:gd name="csY0" fmla="*/ 27 h 134687"/>
              <a:gd name="csX1" fmla="*/ 32787 w 155956"/>
              <a:gd name="csY1" fmla="*/ 1184 h 134687"/>
              <a:gd name="csX2" fmla="*/ 0 w 155956"/>
              <a:gd name="csY2" fmla="*/ 48220 h 134687"/>
              <a:gd name="csX3" fmla="*/ 2838 w 155956"/>
              <a:gd name="csY3" fmla="*/ 52932 h 134687"/>
              <a:gd name="csX4" fmla="*/ 8328 w 155956"/>
              <a:gd name="csY4" fmla="*/ 52609 h 134687"/>
              <a:gd name="csX5" fmla="*/ 28356 w 155956"/>
              <a:gd name="csY5" fmla="*/ 53714 h 134687"/>
              <a:gd name="csX6" fmla="*/ 41787 w 155956"/>
              <a:gd name="csY6" fmla="*/ 56725 h 134687"/>
              <a:gd name="csX7" fmla="*/ 67366 w 155956"/>
              <a:gd name="csY7" fmla="*/ 42640 h 134687"/>
              <a:gd name="csX8" fmla="*/ 67344 w 155956"/>
              <a:gd name="csY8" fmla="*/ 42555 h 134687"/>
              <a:gd name="csX9" fmla="*/ 60090 w 155956"/>
              <a:gd name="csY9" fmla="*/ 28980 h 134687"/>
              <a:gd name="csX10" fmla="*/ 38609 w 155956"/>
              <a:gd name="csY10" fmla="*/ 37061 h 134687"/>
              <a:gd name="csX11" fmla="*/ 33845 w 155956"/>
              <a:gd name="csY11" fmla="*/ 38608 h 134687"/>
              <a:gd name="csX12" fmla="*/ 32281 w 155956"/>
              <a:gd name="csY12" fmla="*/ 33845 h 134687"/>
              <a:gd name="csX13" fmla="*/ 61737 w 155956"/>
              <a:gd name="csY13" fmla="*/ 22074 h 134687"/>
              <a:gd name="csX14" fmla="*/ 70840 w 155956"/>
              <a:gd name="csY14" fmla="*/ 28351 h 134687"/>
              <a:gd name="csX15" fmla="*/ 70854 w 155956"/>
              <a:gd name="csY15" fmla="*/ 28470 h 134687"/>
              <a:gd name="csX16" fmla="*/ 74434 w 155956"/>
              <a:gd name="csY16" fmla="*/ 44324 h 134687"/>
              <a:gd name="csX17" fmla="*/ 74434 w 155956"/>
              <a:gd name="csY17" fmla="*/ 99372 h 134687"/>
              <a:gd name="csX18" fmla="*/ 55824 w 155956"/>
              <a:gd name="csY18" fmla="*/ 90390 h 134687"/>
              <a:gd name="csX19" fmla="*/ 34697 w 155956"/>
              <a:gd name="csY19" fmla="*/ 103149 h 134687"/>
              <a:gd name="csX20" fmla="*/ 23040 w 155956"/>
              <a:gd name="csY20" fmla="*/ 99253 h 134687"/>
              <a:gd name="csX21" fmla="*/ 3648 w 155956"/>
              <a:gd name="csY21" fmla="*/ 116979 h 134687"/>
              <a:gd name="csX22" fmla="*/ 3544 w 155956"/>
              <a:gd name="csY22" fmla="*/ 116979 h 134687"/>
              <a:gd name="csX23" fmla="*/ 3544 w 155956"/>
              <a:gd name="csY23" fmla="*/ 127611 h 134687"/>
              <a:gd name="csX24" fmla="*/ 10633 w 155956"/>
              <a:gd name="csY24" fmla="*/ 134687 h 134687"/>
              <a:gd name="csX25" fmla="*/ 145323 w 155956"/>
              <a:gd name="csY25" fmla="*/ 134687 h 134687"/>
              <a:gd name="csX26" fmla="*/ 152411 w 155956"/>
              <a:gd name="csY26" fmla="*/ 127611 h 134687"/>
              <a:gd name="csX27" fmla="*/ 152411 w 155956"/>
              <a:gd name="csY27" fmla="*/ 116979 h 134687"/>
              <a:gd name="csX28" fmla="*/ 152391 w 155956"/>
              <a:gd name="csY28" fmla="*/ 116979 h 134687"/>
              <a:gd name="csX29" fmla="*/ 139784 w 155956"/>
              <a:gd name="csY29" fmla="*/ 104560 h 134687"/>
              <a:gd name="csX30" fmla="*/ 129380 w 155956"/>
              <a:gd name="csY30" fmla="*/ 110055 h 134687"/>
              <a:gd name="csX31" fmla="*/ 118961 w 155956"/>
              <a:gd name="csY31" fmla="*/ 104560 h 134687"/>
              <a:gd name="csX32" fmla="*/ 110245 w 155956"/>
              <a:gd name="csY32" fmla="*/ 108082 h 134687"/>
              <a:gd name="csX33" fmla="*/ 110232 w 155956"/>
              <a:gd name="csY33" fmla="*/ 108082 h 134687"/>
              <a:gd name="csX34" fmla="*/ 93928 w 155956"/>
              <a:gd name="csY34" fmla="*/ 99253 h 134687"/>
              <a:gd name="csX35" fmla="*/ 85067 w 155956"/>
              <a:gd name="csY35" fmla="*/ 101379 h 134687"/>
              <a:gd name="csX36" fmla="*/ 85067 w 155956"/>
              <a:gd name="csY36" fmla="*/ 72665 h 134687"/>
              <a:gd name="csX37" fmla="*/ 92053 w 155956"/>
              <a:gd name="csY37" fmla="*/ 55739 h 134687"/>
              <a:gd name="csX38" fmla="*/ 92060 w 155956"/>
              <a:gd name="csY38" fmla="*/ 55824 h 134687"/>
              <a:gd name="csX39" fmla="*/ 97347 w 155956"/>
              <a:gd name="csY39" fmla="*/ 52489 h 134687"/>
              <a:gd name="csX40" fmla="*/ 126563 w 155956"/>
              <a:gd name="csY40" fmla="*/ 57763 h 134687"/>
              <a:gd name="csX41" fmla="*/ 126563 w 155956"/>
              <a:gd name="csY41" fmla="*/ 62764 h 134687"/>
              <a:gd name="csX42" fmla="*/ 121551 w 155956"/>
              <a:gd name="csY42" fmla="*/ 62764 h 134687"/>
              <a:gd name="csX43" fmla="*/ 100061 w 155956"/>
              <a:gd name="csY43" fmla="*/ 59039 h 134687"/>
              <a:gd name="csX44" fmla="*/ 94365 w 155956"/>
              <a:gd name="csY44" fmla="*/ 64125 h 134687"/>
              <a:gd name="csX45" fmla="*/ 94850 w 155956"/>
              <a:gd name="csY45" fmla="*/ 65078 h 134687"/>
              <a:gd name="csX46" fmla="*/ 118386 w 155956"/>
              <a:gd name="csY46" fmla="*/ 77989 h 134687"/>
              <a:gd name="csX47" fmla="*/ 130792 w 155956"/>
              <a:gd name="csY47" fmla="*/ 75046 h 134687"/>
              <a:gd name="csX48" fmla="*/ 147733 w 155956"/>
              <a:gd name="csY48" fmla="*/ 73549 h 134687"/>
              <a:gd name="csX49" fmla="*/ 153160 w 155956"/>
              <a:gd name="csY49" fmla="*/ 73804 h 134687"/>
              <a:gd name="csX50" fmla="*/ 155957 w 155956"/>
              <a:gd name="csY50" fmla="*/ 69126 h 134687"/>
              <a:gd name="csX51" fmla="*/ 127635 w 155956"/>
              <a:gd name="csY51" fmla="*/ 29354 h 134687"/>
              <a:gd name="csX52" fmla="*/ 96199 w 155956"/>
              <a:gd name="csY52" fmla="*/ 40309 h 134687"/>
              <a:gd name="csX53" fmla="*/ 95563 w 155956"/>
              <a:gd name="csY53" fmla="*/ 41483 h 134687"/>
              <a:gd name="csX54" fmla="*/ 89919 w 155956"/>
              <a:gd name="csY54" fmla="*/ 44137 h 134687"/>
              <a:gd name="csX55" fmla="*/ 85067 w 155956"/>
              <a:gd name="csY55" fmla="*/ 47675 h 134687"/>
              <a:gd name="csX56" fmla="*/ 85067 w 155956"/>
              <a:gd name="csY56" fmla="*/ 44324 h 134687"/>
              <a:gd name="csX57" fmla="*/ 69719 w 155956"/>
              <a:gd name="csY57" fmla="*/ 14759 h 134687"/>
              <a:gd name="csX58" fmla="*/ 66243 w 155956"/>
              <a:gd name="csY58" fmla="*/ 13619 h 134687"/>
              <a:gd name="csX59" fmla="*/ 40533 w 155956"/>
              <a:gd name="csY59" fmla="*/ 27 h 134687"/>
            </a:gdLst>
            <a:ahLst/>
            <a:cxnLst/>
            <a:rect l="l" t="t" r="r" b="b"/>
            <a:pathLst>
              <a:path w="100000" h="100000">
                <a:moveTo>
                  <a:pt x="25990" y="6836"/>
                </a:moveTo>
                <a:cubicBezTo>
                  <a:pt x="24370" y="6891"/>
                  <a:pt x="22706" y="7142"/>
                  <a:pt x="21023" y="7578"/>
                </a:cubicBezTo>
                <a:cubicBezTo>
                  <a:pt x="10568" y="10327"/>
                  <a:pt x="0" y="20689"/>
                  <a:pt x="0" y="37738"/>
                </a:cubicBezTo>
                <a:cubicBezTo>
                  <a:pt x="0" y="39003"/>
                  <a:pt x="706" y="40170"/>
                  <a:pt x="1820" y="40759"/>
                </a:cubicBezTo>
                <a:cubicBezTo>
                  <a:pt x="2934" y="41348"/>
                  <a:pt x="4295" y="41261"/>
                  <a:pt x="5340" y="40552"/>
                </a:cubicBezTo>
                <a:cubicBezTo>
                  <a:pt x="8818" y="38163"/>
                  <a:pt x="13363" y="39669"/>
                  <a:pt x="18182" y="41261"/>
                </a:cubicBezTo>
                <a:cubicBezTo>
                  <a:pt x="21204" y="42264"/>
                  <a:pt x="24044" y="43191"/>
                  <a:pt x="26794" y="43191"/>
                </a:cubicBezTo>
                <a:cubicBezTo>
                  <a:pt x="33509" y="43191"/>
                  <a:pt x="39929" y="39658"/>
                  <a:pt x="43196" y="34160"/>
                </a:cubicBezTo>
                <a:cubicBezTo>
                  <a:pt x="43196" y="34138"/>
                  <a:pt x="43181" y="34116"/>
                  <a:pt x="43181" y="34105"/>
                </a:cubicBezTo>
                <a:cubicBezTo>
                  <a:pt x="43181" y="26514"/>
                  <a:pt x="39680" y="25674"/>
                  <a:pt x="38530" y="25401"/>
                </a:cubicBezTo>
                <a:cubicBezTo>
                  <a:pt x="33175" y="24125"/>
                  <a:pt x="25667" y="28783"/>
                  <a:pt x="24756" y="30583"/>
                </a:cubicBezTo>
                <a:cubicBezTo>
                  <a:pt x="24188" y="31695"/>
                  <a:pt x="22825" y="32153"/>
                  <a:pt x="21702" y="31575"/>
                </a:cubicBezTo>
                <a:cubicBezTo>
                  <a:pt x="20581" y="31019"/>
                  <a:pt x="20133" y="29645"/>
                  <a:pt x="20699" y="28521"/>
                </a:cubicBezTo>
                <a:cubicBezTo>
                  <a:pt x="22544" y="24889"/>
                  <a:pt x="32230" y="19217"/>
                  <a:pt x="39586" y="20973"/>
                </a:cubicBezTo>
                <a:cubicBezTo>
                  <a:pt x="41304" y="21387"/>
                  <a:pt x="43682" y="22423"/>
                  <a:pt x="45423" y="24998"/>
                </a:cubicBezTo>
                <a:cubicBezTo>
                  <a:pt x="45426" y="25020"/>
                  <a:pt x="45431" y="25052"/>
                  <a:pt x="45432" y="25074"/>
                </a:cubicBezTo>
                <a:cubicBezTo>
                  <a:pt x="47205" y="27125"/>
                  <a:pt x="47728" y="30015"/>
                  <a:pt x="47728" y="35240"/>
                </a:cubicBezTo>
                <a:lnTo>
                  <a:pt x="47728" y="70537"/>
                </a:lnTo>
                <a:cubicBezTo>
                  <a:pt x="44917" y="67035"/>
                  <a:pt x="40635" y="64778"/>
                  <a:pt x="35795" y="64778"/>
                </a:cubicBezTo>
                <a:cubicBezTo>
                  <a:pt x="29910" y="64778"/>
                  <a:pt x="24793" y="68094"/>
                  <a:pt x="22248" y="72959"/>
                </a:cubicBezTo>
                <a:cubicBezTo>
                  <a:pt x="20179" y="71388"/>
                  <a:pt x="17591" y="70461"/>
                  <a:pt x="14773" y="70461"/>
                </a:cubicBezTo>
                <a:cubicBezTo>
                  <a:pt x="8250" y="70461"/>
                  <a:pt x="2907" y="75434"/>
                  <a:pt x="2339" y="81827"/>
                </a:cubicBezTo>
                <a:lnTo>
                  <a:pt x="2272" y="81827"/>
                </a:lnTo>
                <a:lnTo>
                  <a:pt x="2272" y="88644"/>
                </a:lnTo>
                <a:cubicBezTo>
                  <a:pt x="2272" y="91152"/>
                  <a:pt x="4307" y="93181"/>
                  <a:pt x="6818" y="93181"/>
                </a:cubicBezTo>
                <a:lnTo>
                  <a:pt x="93182" y="93181"/>
                </a:lnTo>
                <a:cubicBezTo>
                  <a:pt x="95694" y="93181"/>
                  <a:pt x="97727" y="91152"/>
                  <a:pt x="97727" y="88644"/>
                </a:cubicBezTo>
                <a:lnTo>
                  <a:pt x="97727" y="81827"/>
                </a:lnTo>
                <a:lnTo>
                  <a:pt x="97714" y="81827"/>
                </a:lnTo>
                <a:cubicBezTo>
                  <a:pt x="97637" y="77420"/>
                  <a:pt x="94054" y="73863"/>
                  <a:pt x="89630" y="73863"/>
                </a:cubicBezTo>
                <a:cubicBezTo>
                  <a:pt x="86858" y="73863"/>
                  <a:pt x="84415" y="75260"/>
                  <a:pt x="82959" y="77387"/>
                </a:cubicBezTo>
                <a:cubicBezTo>
                  <a:pt x="81500" y="75271"/>
                  <a:pt x="79054" y="73863"/>
                  <a:pt x="76279" y="73863"/>
                </a:cubicBezTo>
                <a:cubicBezTo>
                  <a:pt x="74106" y="73863"/>
                  <a:pt x="72144" y="74736"/>
                  <a:pt x="70690" y="76122"/>
                </a:cubicBezTo>
                <a:cubicBezTo>
                  <a:pt x="70688" y="76122"/>
                  <a:pt x="70683" y="76122"/>
                  <a:pt x="70681" y="76122"/>
                </a:cubicBezTo>
                <a:cubicBezTo>
                  <a:pt x="68453" y="72707"/>
                  <a:pt x="64614" y="70461"/>
                  <a:pt x="60227" y="70461"/>
                </a:cubicBezTo>
                <a:cubicBezTo>
                  <a:pt x="58177" y="70461"/>
                  <a:pt x="56249" y="70952"/>
                  <a:pt x="54546" y="71824"/>
                </a:cubicBezTo>
                <a:lnTo>
                  <a:pt x="54546" y="53412"/>
                </a:lnTo>
                <a:cubicBezTo>
                  <a:pt x="54546" y="49005"/>
                  <a:pt x="56161" y="45166"/>
                  <a:pt x="59025" y="42559"/>
                </a:cubicBezTo>
                <a:cubicBezTo>
                  <a:pt x="59027" y="42570"/>
                  <a:pt x="59027" y="42592"/>
                  <a:pt x="59029" y="42614"/>
                </a:cubicBezTo>
                <a:cubicBezTo>
                  <a:pt x="60128" y="41643"/>
                  <a:pt x="61301" y="40945"/>
                  <a:pt x="62420" y="40475"/>
                </a:cubicBezTo>
                <a:cubicBezTo>
                  <a:pt x="69148" y="37694"/>
                  <a:pt x="77864" y="40574"/>
                  <a:pt x="81153" y="43857"/>
                </a:cubicBezTo>
                <a:cubicBezTo>
                  <a:pt x="82041" y="44741"/>
                  <a:pt x="82041" y="46180"/>
                  <a:pt x="81153" y="47064"/>
                </a:cubicBezTo>
                <a:cubicBezTo>
                  <a:pt x="80264" y="47958"/>
                  <a:pt x="78827" y="47958"/>
                  <a:pt x="77939" y="47064"/>
                </a:cubicBezTo>
                <a:cubicBezTo>
                  <a:pt x="75919" y="45046"/>
                  <a:pt x="69148" y="42603"/>
                  <a:pt x="64160" y="44675"/>
                </a:cubicBezTo>
                <a:cubicBezTo>
                  <a:pt x="62565" y="45330"/>
                  <a:pt x="61353" y="46442"/>
                  <a:pt x="60507" y="47936"/>
                </a:cubicBezTo>
                <a:cubicBezTo>
                  <a:pt x="60612" y="48143"/>
                  <a:pt x="60702" y="48350"/>
                  <a:pt x="60818" y="48547"/>
                </a:cubicBezTo>
                <a:cubicBezTo>
                  <a:pt x="63659" y="53510"/>
                  <a:pt x="69728" y="56826"/>
                  <a:pt x="75910" y="56826"/>
                </a:cubicBezTo>
                <a:cubicBezTo>
                  <a:pt x="78478" y="56826"/>
                  <a:pt x="81091" y="55910"/>
                  <a:pt x="83865" y="54939"/>
                </a:cubicBezTo>
                <a:cubicBezTo>
                  <a:pt x="88705" y="53238"/>
                  <a:pt x="92068" y="52256"/>
                  <a:pt x="94727" y="53979"/>
                </a:cubicBezTo>
                <a:cubicBezTo>
                  <a:pt x="95772" y="54688"/>
                  <a:pt x="97116" y="54732"/>
                  <a:pt x="98207" y="54143"/>
                </a:cubicBezTo>
                <a:cubicBezTo>
                  <a:pt x="99321" y="53554"/>
                  <a:pt x="100001" y="52398"/>
                  <a:pt x="100001" y="51143"/>
                </a:cubicBezTo>
                <a:cubicBezTo>
                  <a:pt x="100001" y="35960"/>
                  <a:pt x="90227" y="27921"/>
                  <a:pt x="81840" y="25641"/>
                </a:cubicBezTo>
                <a:cubicBezTo>
                  <a:pt x="73432" y="23350"/>
                  <a:pt x="65524" y="26121"/>
                  <a:pt x="61683" y="32665"/>
                </a:cubicBezTo>
                <a:cubicBezTo>
                  <a:pt x="61547" y="32917"/>
                  <a:pt x="61389" y="33167"/>
                  <a:pt x="61276" y="33418"/>
                </a:cubicBezTo>
                <a:cubicBezTo>
                  <a:pt x="60025" y="33844"/>
                  <a:pt x="58817" y="34443"/>
                  <a:pt x="57657" y="35120"/>
                </a:cubicBezTo>
                <a:cubicBezTo>
                  <a:pt x="56544" y="35807"/>
                  <a:pt x="55500" y="36549"/>
                  <a:pt x="54546" y="37388"/>
                </a:cubicBezTo>
                <a:lnTo>
                  <a:pt x="54546" y="35240"/>
                </a:lnTo>
                <a:cubicBezTo>
                  <a:pt x="54546" y="27856"/>
                  <a:pt x="53795" y="20831"/>
                  <a:pt x="44704" y="16282"/>
                </a:cubicBezTo>
                <a:cubicBezTo>
                  <a:pt x="44250" y="16054"/>
                  <a:pt x="43476" y="15780"/>
                  <a:pt x="42475" y="15552"/>
                </a:cubicBezTo>
                <a:cubicBezTo>
                  <a:pt x="39189" y="9727"/>
                  <a:pt x="33008" y="6553"/>
                  <a:pt x="25990" y="683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8" name="Чёрный — SVG 21">
            <a:extLst>
              <a:ext uri="{FF2B5EF4-FFF2-40B4-BE49-F238E27FC236}">
                <a16:creationId xmlns:a16="http://schemas.microsoft.com/office/drawing/2014/main" id="{13ABDED4-0628-764B-B873-0B723B8F9AE0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79742 w 127600"/>
              <a:gd name="csY0" fmla="*/ 0 h 152385"/>
              <a:gd name="csX1" fmla="*/ 74434 w 127600"/>
              <a:gd name="csY1" fmla="*/ 5307 h 152385"/>
              <a:gd name="csX2" fmla="*/ 79742 w 127600"/>
              <a:gd name="csY2" fmla="*/ 10632 h 152385"/>
              <a:gd name="csX3" fmla="*/ 118737 w 127600"/>
              <a:gd name="csY3" fmla="*/ 10632 h 152385"/>
              <a:gd name="csX4" fmla="*/ 124062 w 127600"/>
              <a:gd name="csY4" fmla="*/ 5307 h 152385"/>
              <a:gd name="csX5" fmla="*/ 118737 w 127600"/>
              <a:gd name="csY5" fmla="*/ 0 h 152385"/>
              <a:gd name="csX6" fmla="*/ 79742 w 127600"/>
              <a:gd name="csY6" fmla="*/ 0 h 152385"/>
              <a:gd name="csX7" fmla="*/ 81188 w 127600"/>
              <a:gd name="csY7" fmla="*/ 17726 h 152385"/>
              <a:gd name="csX8" fmla="*/ 78364 w 127600"/>
              <a:gd name="csY8" fmla="*/ 38751 h 152385"/>
              <a:gd name="csX9" fmla="*/ 76475 w 127600"/>
              <a:gd name="csY9" fmla="*/ 42409 h 152385"/>
              <a:gd name="csX10" fmla="*/ 72273 w 127600"/>
              <a:gd name="csY10" fmla="*/ 52071 h 152385"/>
              <a:gd name="csX11" fmla="*/ 82651 w 127600"/>
              <a:gd name="csY11" fmla="*/ 53500 h 152385"/>
              <a:gd name="csX12" fmla="*/ 92162 w 127600"/>
              <a:gd name="csY12" fmla="*/ 65561 h 152385"/>
              <a:gd name="csX13" fmla="*/ 86190 w 127600"/>
              <a:gd name="csY13" fmla="*/ 87743 h 152385"/>
              <a:gd name="csX14" fmla="*/ 92144 w 127600"/>
              <a:gd name="csY14" fmla="*/ 113838 h 152385"/>
              <a:gd name="csX15" fmla="*/ 76628 w 127600"/>
              <a:gd name="csY15" fmla="*/ 148626 h 152385"/>
              <a:gd name="csX16" fmla="*/ 86837 w 127600"/>
              <a:gd name="csY16" fmla="*/ 152385 h 152385"/>
              <a:gd name="csX17" fmla="*/ 111642 w 127600"/>
              <a:gd name="csY17" fmla="*/ 152385 h 152385"/>
              <a:gd name="csX18" fmla="*/ 127601 w 127600"/>
              <a:gd name="csY18" fmla="*/ 136446 h 152385"/>
              <a:gd name="csX19" fmla="*/ 127601 w 127600"/>
              <a:gd name="csY19" fmla="*/ 62022 h 152385"/>
              <a:gd name="csX20" fmla="*/ 122020 w 127600"/>
              <a:gd name="csY20" fmla="*/ 42392 h 152385"/>
              <a:gd name="csX21" fmla="*/ 120047 w 127600"/>
              <a:gd name="csY21" fmla="*/ 38530 h 152385"/>
              <a:gd name="csX22" fmla="*/ 117307 w 127600"/>
              <a:gd name="csY22" fmla="*/ 17726 h 152385"/>
              <a:gd name="csX23" fmla="*/ 81188 w 127600"/>
              <a:gd name="csY23" fmla="*/ 17726 h 152385"/>
              <a:gd name="csX24" fmla="*/ 44303 w 127600"/>
              <a:gd name="csY24" fmla="*/ 46066 h 152385"/>
              <a:gd name="csX25" fmla="*/ 27102 w 127600"/>
              <a:gd name="csY25" fmla="*/ 59335 h 152385"/>
              <a:gd name="csX26" fmla="*/ 20127 w 127600"/>
              <a:gd name="csY26" fmla="*/ 58756 h 152385"/>
              <a:gd name="csX27" fmla="*/ 7333 w 127600"/>
              <a:gd name="csY27" fmla="*/ 60475 h 152385"/>
              <a:gd name="csX28" fmla="*/ 3539 w 127600"/>
              <a:gd name="csY28" fmla="*/ 65561 h 152385"/>
              <a:gd name="csX29" fmla="*/ 6737 w 127600"/>
              <a:gd name="csY29" fmla="*/ 81041 h 152385"/>
              <a:gd name="csX30" fmla="*/ 9698 w 127600"/>
              <a:gd name="csY30" fmla="*/ 78915 h 152385"/>
              <a:gd name="csX31" fmla="*/ 39080 w 127600"/>
              <a:gd name="csY31" fmla="*/ 76125 h 152385"/>
              <a:gd name="csX32" fmla="*/ 42159 w 127600"/>
              <a:gd name="csY32" fmla="*/ 74679 h 152385"/>
              <a:gd name="csX33" fmla="*/ 79861 w 127600"/>
              <a:gd name="csY33" fmla="*/ 80258 h 152385"/>
              <a:gd name="csX34" fmla="*/ 81460 w 127600"/>
              <a:gd name="csY34" fmla="*/ 81789 h 152385"/>
              <a:gd name="csX35" fmla="*/ 85067 w 127600"/>
              <a:gd name="csY35" fmla="*/ 65561 h 152385"/>
              <a:gd name="csX36" fmla="*/ 80984 w 127600"/>
              <a:gd name="csY36" fmla="*/ 60389 h 152385"/>
              <a:gd name="csX37" fmla="*/ 68343 w 127600"/>
              <a:gd name="csY37" fmla="*/ 59028 h 152385"/>
              <a:gd name="csX38" fmla="*/ 61282 w 127600"/>
              <a:gd name="csY38" fmla="*/ 59539 h 152385"/>
              <a:gd name="csX39" fmla="*/ 44303 w 127600"/>
              <a:gd name="csY39" fmla="*/ 46066 h 152385"/>
              <a:gd name="csX40" fmla="*/ 55719 w 127600"/>
              <a:gd name="csY40" fmla="*/ 79816 h 152385"/>
              <a:gd name="csX41" fmla="*/ 47178 w 127600"/>
              <a:gd name="csY41" fmla="*/ 80854 h 152385"/>
              <a:gd name="csX42" fmla="*/ 52571 w 127600"/>
              <a:gd name="csY42" fmla="*/ 86638 h 152385"/>
              <a:gd name="csX43" fmla="*/ 51585 w 127600"/>
              <a:gd name="csY43" fmla="*/ 91554 h 152385"/>
              <a:gd name="csX44" fmla="*/ 49628 w 127600"/>
              <a:gd name="csY44" fmla="*/ 92149 h 152385"/>
              <a:gd name="csX45" fmla="*/ 46668 w 127600"/>
              <a:gd name="csY45" fmla="*/ 90567 h 152385"/>
              <a:gd name="csX46" fmla="*/ 31305 w 127600"/>
              <a:gd name="csY46" fmla="*/ 81806 h 152385"/>
              <a:gd name="csX47" fmla="*/ 13423 w 127600"/>
              <a:gd name="csY47" fmla="*/ 84953 h 152385"/>
              <a:gd name="csX48" fmla="*/ 0 w 127600"/>
              <a:gd name="csY48" fmla="*/ 113413 h 152385"/>
              <a:gd name="csX49" fmla="*/ 31900 w 127600"/>
              <a:gd name="csY49" fmla="*/ 148728 h 152385"/>
              <a:gd name="csX50" fmla="*/ 40747 w 127600"/>
              <a:gd name="csY50" fmla="*/ 146891 h 152385"/>
              <a:gd name="csX51" fmla="*/ 42516 w 127600"/>
              <a:gd name="csY51" fmla="*/ 145870 h 152385"/>
              <a:gd name="csX52" fmla="*/ 44286 w 127600"/>
              <a:gd name="csY52" fmla="*/ 146891 h 152385"/>
              <a:gd name="csX53" fmla="*/ 53167 w 127600"/>
              <a:gd name="csY53" fmla="*/ 148728 h 152385"/>
              <a:gd name="csX54" fmla="*/ 85067 w 127600"/>
              <a:gd name="csY54" fmla="*/ 113600 h 152385"/>
              <a:gd name="csX55" fmla="*/ 75250 w 127600"/>
              <a:gd name="csY55" fmla="*/ 85651 h 152385"/>
              <a:gd name="csX56" fmla="*/ 55719 w 127600"/>
              <a:gd name="csY56" fmla="*/ 79816 h 152385"/>
            </a:gdLst>
            <a:ahLst/>
            <a:cxnLst/>
            <a:rect l="l" t="t" r="r" b="b"/>
            <a:pathLst>
              <a:path w="100000" h="100000">
                <a:moveTo>
                  <a:pt x="60462" y="0"/>
                </a:moveTo>
                <a:cubicBezTo>
                  <a:pt x="58541" y="0"/>
                  <a:pt x="56978" y="1563"/>
                  <a:pt x="56978" y="3483"/>
                </a:cubicBezTo>
                <a:cubicBezTo>
                  <a:pt x="56978" y="5414"/>
                  <a:pt x="58541" y="6977"/>
                  <a:pt x="60462" y="6977"/>
                </a:cubicBezTo>
                <a:lnTo>
                  <a:pt x="86051" y="6977"/>
                </a:lnTo>
                <a:cubicBezTo>
                  <a:pt x="87983" y="6977"/>
                  <a:pt x="89546" y="5414"/>
                  <a:pt x="89546" y="3483"/>
                </a:cubicBezTo>
                <a:cubicBezTo>
                  <a:pt x="89546" y="1563"/>
                  <a:pt x="87983" y="0"/>
                  <a:pt x="86051" y="0"/>
                </a:cubicBezTo>
                <a:lnTo>
                  <a:pt x="60462" y="0"/>
                </a:lnTo>
                <a:close/>
                <a:moveTo>
                  <a:pt x="61411" y="11632"/>
                </a:moveTo>
                <a:cubicBezTo>
                  <a:pt x="61098" y="16677"/>
                  <a:pt x="60451" y="22729"/>
                  <a:pt x="59557" y="25430"/>
                </a:cubicBezTo>
                <a:cubicBezTo>
                  <a:pt x="59323" y="26111"/>
                  <a:pt x="58943" y="26848"/>
                  <a:pt x="58318" y="27830"/>
                </a:cubicBezTo>
                <a:cubicBezTo>
                  <a:pt x="57079" y="29773"/>
                  <a:pt x="56163" y="31916"/>
                  <a:pt x="55560" y="34171"/>
                </a:cubicBezTo>
                <a:cubicBezTo>
                  <a:pt x="59077" y="34383"/>
                  <a:pt x="61756" y="34963"/>
                  <a:pt x="62371" y="35108"/>
                </a:cubicBezTo>
                <a:cubicBezTo>
                  <a:pt x="66044" y="35990"/>
                  <a:pt x="68612" y="39250"/>
                  <a:pt x="68612" y="43023"/>
                </a:cubicBezTo>
                <a:cubicBezTo>
                  <a:pt x="68612" y="49800"/>
                  <a:pt x="66714" y="54476"/>
                  <a:pt x="64693" y="57580"/>
                </a:cubicBezTo>
                <a:cubicBezTo>
                  <a:pt x="68980" y="64557"/>
                  <a:pt x="68735" y="72795"/>
                  <a:pt x="68600" y="74704"/>
                </a:cubicBezTo>
                <a:cubicBezTo>
                  <a:pt x="68567" y="84852"/>
                  <a:pt x="64827" y="92822"/>
                  <a:pt x="58418" y="97533"/>
                </a:cubicBezTo>
                <a:cubicBezTo>
                  <a:pt x="60227" y="99063"/>
                  <a:pt x="62560" y="100000"/>
                  <a:pt x="65118" y="100000"/>
                </a:cubicBezTo>
                <a:lnTo>
                  <a:pt x="81395" y="100000"/>
                </a:lnTo>
                <a:cubicBezTo>
                  <a:pt x="87168" y="100000"/>
                  <a:pt x="91868" y="95312"/>
                  <a:pt x="91868" y="89540"/>
                </a:cubicBezTo>
                <a:lnTo>
                  <a:pt x="91868" y="40701"/>
                </a:lnTo>
                <a:cubicBezTo>
                  <a:pt x="91868" y="36024"/>
                  <a:pt x="90606" y="31581"/>
                  <a:pt x="88206" y="27819"/>
                </a:cubicBezTo>
                <a:cubicBezTo>
                  <a:pt x="87569" y="26848"/>
                  <a:pt x="87190" y="26111"/>
                  <a:pt x="86911" y="25285"/>
                </a:cubicBezTo>
                <a:cubicBezTo>
                  <a:pt x="86051" y="22683"/>
                  <a:pt x="85415" y="16667"/>
                  <a:pt x="85113" y="11632"/>
                </a:cubicBezTo>
                <a:lnTo>
                  <a:pt x="61411" y="11632"/>
                </a:lnTo>
                <a:close/>
                <a:moveTo>
                  <a:pt x="37205" y="30230"/>
                </a:moveTo>
                <a:cubicBezTo>
                  <a:pt x="32963" y="30230"/>
                  <a:pt x="28732" y="33568"/>
                  <a:pt x="25918" y="38938"/>
                </a:cubicBezTo>
                <a:cubicBezTo>
                  <a:pt x="24344" y="38669"/>
                  <a:pt x="22791" y="38558"/>
                  <a:pt x="21340" y="38558"/>
                </a:cubicBezTo>
                <a:cubicBezTo>
                  <a:pt x="16751" y="38558"/>
                  <a:pt x="13168" y="39618"/>
                  <a:pt x="12945" y="39686"/>
                </a:cubicBezTo>
                <a:cubicBezTo>
                  <a:pt x="11471" y="40132"/>
                  <a:pt x="10455" y="41482"/>
                  <a:pt x="10455" y="43023"/>
                </a:cubicBezTo>
                <a:cubicBezTo>
                  <a:pt x="10455" y="47444"/>
                  <a:pt x="11381" y="50759"/>
                  <a:pt x="12553" y="53182"/>
                </a:cubicBezTo>
                <a:cubicBezTo>
                  <a:pt x="13156" y="52679"/>
                  <a:pt x="13804" y="52222"/>
                  <a:pt x="14497" y="51787"/>
                </a:cubicBezTo>
                <a:cubicBezTo>
                  <a:pt x="19699" y="48571"/>
                  <a:pt x="26186" y="47957"/>
                  <a:pt x="33778" y="49956"/>
                </a:cubicBezTo>
                <a:cubicBezTo>
                  <a:pt x="34381" y="49520"/>
                  <a:pt x="35073" y="49196"/>
                  <a:pt x="35798" y="49007"/>
                </a:cubicBezTo>
                <a:cubicBezTo>
                  <a:pt x="46282" y="46383"/>
                  <a:pt x="54611" y="47622"/>
                  <a:pt x="60540" y="52668"/>
                </a:cubicBezTo>
                <a:cubicBezTo>
                  <a:pt x="60908" y="52992"/>
                  <a:pt x="61254" y="53338"/>
                  <a:pt x="61589" y="53673"/>
                </a:cubicBezTo>
                <a:cubicBezTo>
                  <a:pt x="62884" y="51217"/>
                  <a:pt x="63956" y="47768"/>
                  <a:pt x="63956" y="43023"/>
                </a:cubicBezTo>
                <a:cubicBezTo>
                  <a:pt x="63956" y="41415"/>
                  <a:pt x="62851" y="40009"/>
                  <a:pt x="61277" y="39629"/>
                </a:cubicBezTo>
                <a:cubicBezTo>
                  <a:pt x="61053" y="39573"/>
                  <a:pt x="57458" y="38736"/>
                  <a:pt x="52981" y="38736"/>
                </a:cubicBezTo>
                <a:cubicBezTo>
                  <a:pt x="51507" y="38736"/>
                  <a:pt x="49933" y="38826"/>
                  <a:pt x="48348" y="39071"/>
                </a:cubicBezTo>
                <a:cubicBezTo>
                  <a:pt x="44920" y="33133"/>
                  <a:pt x="41258" y="30230"/>
                  <a:pt x="37205" y="30230"/>
                </a:cubicBezTo>
                <a:close/>
                <a:moveTo>
                  <a:pt x="44697" y="52378"/>
                </a:moveTo>
                <a:cubicBezTo>
                  <a:pt x="42933" y="52445"/>
                  <a:pt x="41069" y="52668"/>
                  <a:pt x="39092" y="53059"/>
                </a:cubicBezTo>
                <a:cubicBezTo>
                  <a:pt x="40388" y="54075"/>
                  <a:pt x="41604" y="55314"/>
                  <a:pt x="42631" y="56855"/>
                </a:cubicBezTo>
                <a:cubicBezTo>
                  <a:pt x="43346" y="57926"/>
                  <a:pt x="43056" y="59366"/>
                  <a:pt x="41984" y="60081"/>
                </a:cubicBezTo>
                <a:cubicBezTo>
                  <a:pt x="41593" y="60337"/>
                  <a:pt x="41147" y="60471"/>
                  <a:pt x="40700" y="60471"/>
                </a:cubicBezTo>
                <a:cubicBezTo>
                  <a:pt x="39952" y="60471"/>
                  <a:pt x="39204" y="60103"/>
                  <a:pt x="38757" y="59433"/>
                </a:cubicBezTo>
                <a:cubicBezTo>
                  <a:pt x="36056" y="55381"/>
                  <a:pt x="31333" y="54086"/>
                  <a:pt x="28676" y="53684"/>
                </a:cubicBezTo>
                <a:cubicBezTo>
                  <a:pt x="24076" y="53081"/>
                  <a:pt x="20145" y="53774"/>
                  <a:pt x="16941" y="55749"/>
                </a:cubicBezTo>
                <a:cubicBezTo>
                  <a:pt x="8233" y="61130"/>
                  <a:pt x="8132" y="73879"/>
                  <a:pt x="8132" y="74425"/>
                </a:cubicBezTo>
                <a:cubicBezTo>
                  <a:pt x="8132" y="88714"/>
                  <a:pt x="16149" y="97600"/>
                  <a:pt x="29066" y="97600"/>
                </a:cubicBezTo>
                <a:cubicBezTo>
                  <a:pt x="31567" y="97600"/>
                  <a:pt x="33465" y="97210"/>
                  <a:pt x="34872" y="96395"/>
                </a:cubicBezTo>
                <a:lnTo>
                  <a:pt x="36033" y="95725"/>
                </a:lnTo>
                <a:lnTo>
                  <a:pt x="37194" y="96395"/>
                </a:lnTo>
                <a:cubicBezTo>
                  <a:pt x="38601" y="97199"/>
                  <a:pt x="40499" y="97600"/>
                  <a:pt x="43022" y="97600"/>
                </a:cubicBezTo>
                <a:cubicBezTo>
                  <a:pt x="55884" y="97600"/>
                  <a:pt x="63911" y="88770"/>
                  <a:pt x="63956" y="74548"/>
                </a:cubicBezTo>
                <a:cubicBezTo>
                  <a:pt x="64045" y="73175"/>
                  <a:pt x="64559" y="62224"/>
                  <a:pt x="57514" y="56207"/>
                </a:cubicBezTo>
                <a:cubicBezTo>
                  <a:pt x="54277" y="53449"/>
                  <a:pt x="49978" y="52177"/>
                  <a:pt x="44697" y="5237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9" name="Чёрный — SVG 22">
            <a:extLst>
              <a:ext uri="{FF2B5EF4-FFF2-40B4-BE49-F238E27FC236}">
                <a16:creationId xmlns:a16="http://schemas.microsoft.com/office/drawing/2014/main" id="{6D0B6FF1-4A2F-B74B-84F1-EC3DA408F3D1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101543 w 154260"/>
              <a:gd name="csY0" fmla="*/ 0 h 155925"/>
              <a:gd name="csX1" fmla="*/ 95272 w 154260"/>
              <a:gd name="csY1" fmla="*/ 2518 h 155925"/>
              <a:gd name="csX2" fmla="*/ 90260 w 154260"/>
              <a:gd name="csY2" fmla="*/ 7519 h 155925"/>
              <a:gd name="csX3" fmla="*/ 90260 w 154260"/>
              <a:gd name="csY3" fmla="*/ 40112 h 155925"/>
              <a:gd name="csX4" fmla="*/ 99037 w 154260"/>
              <a:gd name="csY4" fmla="*/ 48873 h 155925"/>
              <a:gd name="csX5" fmla="*/ 99113 w 154260"/>
              <a:gd name="csY5" fmla="*/ 48924 h 155925"/>
              <a:gd name="csX6" fmla="*/ 94108 w 154260"/>
              <a:gd name="csY6" fmla="*/ 53959 h 155925"/>
              <a:gd name="csX7" fmla="*/ 94026 w 154260"/>
              <a:gd name="csY7" fmla="*/ 53891 h 155925"/>
              <a:gd name="csX8" fmla="*/ 85254 w 154260"/>
              <a:gd name="csY8" fmla="*/ 45113 h 155925"/>
              <a:gd name="csX9" fmla="*/ 76484 w 154260"/>
              <a:gd name="csY9" fmla="*/ 25074 h 155925"/>
              <a:gd name="csX10" fmla="*/ 70211 w 154260"/>
              <a:gd name="csY10" fmla="*/ 27575 h 155925"/>
              <a:gd name="csX11" fmla="*/ 65199 w 154260"/>
              <a:gd name="csY11" fmla="*/ 32593 h 155925"/>
              <a:gd name="csX12" fmla="*/ 65199 w 154260"/>
              <a:gd name="csY12" fmla="*/ 65170 h 155925"/>
              <a:gd name="csX13" fmla="*/ 73978 w 154260"/>
              <a:gd name="csY13" fmla="*/ 73930 h 155925"/>
              <a:gd name="csX14" fmla="*/ 74109 w 154260"/>
              <a:gd name="csY14" fmla="*/ 74032 h 155925"/>
              <a:gd name="csX15" fmla="*/ 69090 w 154260"/>
              <a:gd name="csY15" fmla="*/ 79068 h 155925"/>
              <a:gd name="csX16" fmla="*/ 68959 w 154260"/>
              <a:gd name="csY16" fmla="*/ 78949 h 155925"/>
              <a:gd name="csX17" fmla="*/ 60187 w 154260"/>
              <a:gd name="csY17" fmla="*/ 70171 h 155925"/>
              <a:gd name="csX18" fmla="*/ 51416 w 154260"/>
              <a:gd name="csY18" fmla="*/ 50132 h 155925"/>
              <a:gd name="csX19" fmla="*/ 45150 w 154260"/>
              <a:gd name="csY19" fmla="*/ 52632 h 155925"/>
              <a:gd name="csX20" fmla="*/ 40138 w 154260"/>
              <a:gd name="csY20" fmla="*/ 57651 h 155925"/>
              <a:gd name="csX21" fmla="*/ 40138 w 154260"/>
              <a:gd name="csY21" fmla="*/ 90227 h 155925"/>
              <a:gd name="csX22" fmla="*/ 48910 w 154260"/>
              <a:gd name="csY22" fmla="*/ 98988 h 155925"/>
              <a:gd name="csX23" fmla="*/ 49097 w 154260"/>
              <a:gd name="csY23" fmla="*/ 99141 h 155925"/>
              <a:gd name="csX24" fmla="*/ 44079 w 154260"/>
              <a:gd name="csY24" fmla="*/ 104176 h 155925"/>
              <a:gd name="csX25" fmla="*/ 43891 w 154260"/>
              <a:gd name="csY25" fmla="*/ 104006 h 155925"/>
              <a:gd name="csX26" fmla="*/ 35119 w 154260"/>
              <a:gd name="csY26" fmla="*/ 95245 h 155925"/>
              <a:gd name="csX27" fmla="*/ 26349 w 154260"/>
              <a:gd name="csY27" fmla="*/ 75189 h 155925"/>
              <a:gd name="csX28" fmla="*/ 20083 w 154260"/>
              <a:gd name="csY28" fmla="*/ 77690 h 155925"/>
              <a:gd name="csX29" fmla="*/ 15071 w 154260"/>
              <a:gd name="csY29" fmla="*/ 82708 h 155925"/>
              <a:gd name="csX30" fmla="*/ 15071 w 154260"/>
              <a:gd name="csY30" fmla="*/ 115284 h 155925"/>
              <a:gd name="csX31" fmla="*/ 23843 w 154260"/>
              <a:gd name="csY31" fmla="*/ 124045 h 155925"/>
              <a:gd name="csX32" fmla="*/ 24091 w 154260"/>
              <a:gd name="csY32" fmla="*/ 124232 h 155925"/>
              <a:gd name="csX33" fmla="*/ 1627 w 154260"/>
              <a:gd name="csY33" fmla="*/ 146789 h 155925"/>
              <a:gd name="csX34" fmla="*/ 432 w 154260"/>
              <a:gd name="csY34" fmla="*/ 148507 h 155925"/>
              <a:gd name="csX35" fmla="*/ 0 w 154260"/>
              <a:gd name="csY35" fmla="*/ 150565 h 155925"/>
              <a:gd name="csX36" fmla="*/ 398 w 154260"/>
              <a:gd name="csY36" fmla="*/ 152624 h 155925"/>
              <a:gd name="csX37" fmla="*/ 1564 w 154260"/>
              <a:gd name="csY37" fmla="*/ 154376 h 155925"/>
              <a:gd name="csX38" fmla="*/ 3316 w 154260"/>
              <a:gd name="csY38" fmla="*/ 155533 h 155925"/>
              <a:gd name="csX39" fmla="*/ 5382 w 154260"/>
              <a:gd name="csY39" fmla="*/ 155924 h 155925"/>
              <a:gd name="csX40" fmla="*/ 7435 w 154260"/>
              <a:gd name="csY40" fmla="*/ 155482 h 155925"/>
              <a:gd name="csX41" fmla="*/ 9160 w 154260"/>
              <a:gd name="csY41" fmla="*/ 154291 h 155925"/>
              <a:gd name="csX42" fmla="*/ 31575 w 154260"/>
              <a:gd name="csY42" fmla="*/ 131785 h 155925"/>
              <a:gd name="csX43" fmla="*/ 38879 w 154260"/>
              <a:gd name="csY43" fmla="*/ 139083 h 155925"/>
              <a:gd name="csX44" fmla="*/ 55175 w 154260"/>
              <a:gd name="csY44" fmla="*/ 145802 h 155925"/>
              <a:gd name="csX45" fmla="*/ 71465 w 154260"/>
              <a:gd name="csY45" fmla="*/ 139083 h 155925"/>
              <a:gd name="csX46" fmla="*/ 76477 w 154260"/>
              <a:gd name="csY46" fmla="*/ 134081 h 155925"/>
              <a:gd name="csX47" fmla="*/ 79080 w 154260"/>
              <a:gd name="csY47" fmla="*/ 127821 h 155925"/>
              <a:gd name="csX48" fmla="*/ 58935 w 154260"/>
              <a:gd name="csY48" fmla="*/ 119044 h 155925"/>
              <a:gd name="csX49" fmla="*/ 51588 w 154260"/>
              <a:gd name="csY49" fmla="*/ 111695 h 155925"/>
              <a:gd name="csX50" fmla="*/ 56594 w 154260"/>
              <a:gd name="csY50" fmla="*/ 106677 h 155925"/>
              <a:gd name="csX51" fmla="*/ 63947 w 154260"/>
              <a:gd name="csY51" fmla="*/ 114025 h 155925"/>
              <a:gd name="csX52" fmla="*/ 80235 w 154260"/>
              <a:gd name="csY52" fmla="*/ 120745 h 155925"/>
              <a:gd name="csX53" fmla="*/ 96524 w 154260"/>
              <a:gd name="csY53" fmla="*/ 114025 h 155925"/>
              <a:gd name="csX54" fmla="*/ 101536 w 154260"/>
              <a:gd name="csY54" fmla="*/ 109007 h 155925"/>
              <a:gd name="csX55" fmla="*/ 104146 w 154260"/>
              <a:gd name="csY55" fmla="*/ 102747 h 155925"/>
              <a:gd name="csX56" fmla="*/ 84002 w 154260"/>
              <a:gd name="csY56" fmla="*/ 93986 h 155925"/>
              <a:gd name="csX57" fmla="*/ 76601 w 154260"/>
              <a:gd name="csY57" fmla="*/ 86587 h 155925"/>
              <a:gd name="csX58" fmla="*/ 81607 w 154260"/>
              <a:gd name="csY58" fmla="*/ 81568 h 155925"/>
              <a:gd name="csX59" fmla="*/ 89014 w 154260"/>
              <a:gd name="csY59" fmla="*/ 88968 h 155925"/>
              <a:gd name="csX60" fmla="*/ 105303 w 154260"/>
              <a:gd name="csY60" fmla="*/ 95687 h 155925"/>
              <a:gd name="csX61" fmla="*/ 121592 w 154260"/>
              <a:gd name="csY61" fmla="*/ 88968 h 155925"/>
              <a:gd name="csX62" fmla="*/ 126604 w 154260"/>
              <a:gd name="csY62" fmla="*/ 83950 h 155925"/>
              <a:gd name="csX63" fmla="*/ 129214 w 154260"/>
              <a:gd name="csY63" fmla="*/ 77690 h 155925"/>
              <a:gd name="csX64" fmla="*/ 109061 w 154260"/>
              <a:gd name="csY64" fmla="*/ 68929 h 155925"/>
              <a:gd name="csX65" fmla="*/ 101620 w 154260"/>
              <a:gd name="csY65" fmla="*/ 61478 h 155925"/>
              <a:gd name="csX66" fmla="*/ 106618 w 154260"/>
              <a:gd name="csY66" fmla="*/ 56460 h 155925"/>
              <a:gd name="csX67" fmla="*/ 114073 w 154260"/>
              <a:gd name="csY67" fmla="*/ 63911 h 155925"/>
              <a:gd name="csX68" fmla="*/ 130364 w 154260"/>
              <a:gd name="csY68" fmla="*/ 70647 h 155925"/>
              <a:gd name="csX69" fmla="*/ 146652 w 154260"/>
              <a:gd name="csY69" fmla="*/ 63911 h 155925"/>
              <a:gd name="csX70" fmla="*/ 151664 w 154260"/>
              <a:gd name="csY70" fmla="*/ 58892 h 155925"/>
              <a:gd name="csX71" fmla="*/ 154261 w 154260"/>
              <a:gd name="csY71" fmla="*/ 52632 h 155925"/>
              <a:gd name="csX72" fmla="*/ 151664 w 154260"/>
              <a:gd name="csY72" fmla="*/ 46372 h 155925"/>
              <a:gd name="csX73" fmla="*/ 142894 w 154260"/>
              <a:gd name="csY73" fmla="*/ 37595 h 155925"/>
              <a:gd name="csX74" fmla="*/ 131582 w 154260"/>
              <a:gd name="csY74" fmla="*/ 31402 h 155925"/>
              <a:gd name="csX75" fmla="*/ 141647 w 154260"/>
              <a:gd name="csY75" fmla="*/ 21298 h 155925"/>
              <a:gd name="csX76" fmla="*/ 143146 w 154260"/>
              <a:gd name="csY76" fmla="*/ 18542 h 155925"/>
              <a:gd name="csX77" fmla="*/ 142823 w 154260"/>
              <a:gd name="csY77" fmla="*/ 15412 h 155925"/>
              <a:gd name="csX78" fmla="*/ 140793 w 154260"/>
              <a:gd name="csY78" fmla="*/ 13014 h 155925"/>
              <a:gd name="csX79" fmla="*/ 137765 w 154260"/>
              <a:gd name="csY79" fmla="*/ 12180 h 155925"/>
              <a:gd name="csX80" fmla="*/ 134115 w 154260"/>
              <a:gd name="csY80" fmla="*/ 13796 h 155925"/>
              <a:gd name="csX81" fmla="*/ 123143 w 154260"/>
              <a:gd name="csY81" fmla="*/ 24802 h 155925"/>
              <a:gd name="csX82" fmla="*/ 116573 w 154260"/>
              <a:gd name="csY82" fmla="*/ 11278 h 155925"/>
              <a:gd name="csX83" fmla="*/ 107809 w 154260"/>
              <a:gd name="csY83" fmla="*/ 2518 h 155925"/>
              <a:gd name="csX84" fmla="*/ 101543 w 154260"/>
              <a:gd name="csY84" fmla="*/ 0 h 155925"/>
            </a:gdLst>
            <a:ahLst/>
            <a:cxnLst/>
            <a:rect l="l" t="t" r="r" b="b"/>
            <a:pathLst>
              <a:path w="100000" h="100000">
                <a:moveTo>
                  <a:pt x="65657" y="0"/>
                </a:moveTo>
                <a:cubicBezTo>
                  <a:pt x="64184" y="0"/>
                  <a:pt x="62709" y="535"/>
                  <a:pt x="61635" y="1615"/>
                </a:cubicBezTo>
                <a:lnTo>
                  <a:pt x="58421" y="4822"/>
                </a:lnTo>
                <a:cubicBezTo>
                  <a:pt x="52658" y="10583"/>
                  <a:pt x="52658" y="19965"/>
                  <a:pt x="58421" y="25725"/>
                </a:cubicBezTo>
                <a:lnTo>
                  <a:pt x="64050" y="31344"/>
                </a:lnTo>
                <a:cubicBezTo>
                  <a:pt x="64065" y="31355"/>
                  <a:pt x="64084" y="31366"/>
                  <a:pt x="64098" y="31377"/>
                </a:cubicBezTo>
                <a:lnTo>
                  <a:pt x="60889" y="34606"/>
                </a:lnTo>
                <a:cubicBezTo>
                  <a:pt x="60873" y="34584"/>
                  <a:pt x="60851" y="34573"/>
                  <a:pt x="60836" y="34562"/>
                </a:cubicBezTo>
                <a:lnTo>
                  <a:pt x="55210" y="28932"/>
                </a:lnTo>
                <a:cubicBezTo>
                  <a:pt x="51755" y="25485"/>
                  <a:pt x="49779" y="20936"/>
                  <a:pt x="49586" y="16081"/>
                </a:cubicBezTo>
                <a:cubicBezTo>
                  <a:pt x="48122" y="16059"/>
                  <a:pt x="46641" y="16605"/>
                  <a:pt x="45563" y="17685"/>
                </a:cubicBezTo>
                <a:lnTo>
                  <a:pt x="42348" y="20903"/>
                </a:lnTo>
                <a:cubicBezTo>
                  <a:pt x="36595" y="26653"/>
                  <a:pt x="36595" y="36035"/>
                  <a:pt x="42348" y="41796"/>
                </a:cubicBezTo>
                <a:lnTo>
                  <a:pt x="47979" y="47414"/>
                </a:lnTo>
                <a:cubicBezTo>
                  <a:pt x="48004" y="47436"/>
                  <a:pt x="48036" y="47457"/>
                  <a:pt x="48063" y="47479"/>
                </a:cubicBezTo>
                <a:lnTo>
                  <a:pt x="44844" y="50709"/>
                </a:lnTo>
                <a:cubicBezTo>
                  <a:pt x="44816" y="50687"/>
                  <a:pt x="44786" y="50665"/>
                  <a:pt x="44760" y="50633"/>
                </a:cubicBezTo>
                <a:lnTo>
                  <a:pt x="39134" y="45003"/>
                </a:lnTo>
                <a:cubicBezTo>
                  <a:pt x="35679" y="41544"/>
                  <a:pt x="33702" y="37006"/>
                  <a:pt x="33509" y="32151"/>
                </a:cubicBezTo>
                <a:cubicBezTo>
                  <a:pt x="32045" y="32130"/>
                  <a:pt x="30568" y="32675"/>
                  <a:pt x="29490" y="33755"/>
                </a:cubicBezTo>
                <a:lnTo>
                  <a:pt x="26276" y="36974"/>
                </a:lnTo>
                <a:cubicBezTo>
                  <a:pt x="20522" y="42723"/>
                  <a:pt x="20522" y="52105"/>
                  <a:pt x="26276" y="57866"/>
                </a:cubicBezTo>
                <a:lnTo>
                  <a:pt x="31902" y="63484"/>
                </a:lnTo>
                <a:cubicBezTo>
                  <a:pt x="31939" y="63517"/>
                  <a:pt x="31984" y="63539"/>
                  <a:pt x="32021" y="63582"/>
                </a:cubicBezTo>
                <a:lnTo>
                  <a:pt x="28803" y="66812"/>
                </a:lnTo>
                <a:cubicBezTo>
                  <a:pt x="28764" y="66768"/>
                  <a:pt x="28720" y="66746"/>
                  <a:pt x="28683" y="66703"/>
                </a:cubicBezTo>
                <a:lnTo>
                  <a:pt x="23057" y="61084"/>
                </a:lnTo>
                <a:cubicBezTo>
                  <a:pt x="19603" y="57626"/>
                  <a:pt x="17625" y="53076"/>
                  <a:pt x="17432" y="48221"/>
                </a:cubicBezTo>
                <a:cubicBezTo>
                  <a:pt x="15968" y="48199"/>
                  <a:pt x="14492" y="48745"/>
                  <a:pt x="13414" y="49825"/>
                </a:cubicBezTo>
                <a:lnTo>
                  <a:pt x="10199" y="53043"/>
                </a:lnTo>
                <a:cubicBezTo>
                  <a:pt x="4447" y="58793"/>
                  <a:pt x="4447" y="68186"/>
                  <a:pt x="10199" y="73936"/>
                </a:cubicBezTo>
                <a:lnTo>
                  <a:pt x="15825" y="79554"/>
                </a:lnTo>
                <a:cubicBezTo>
                  <a:pt x="15874" y="79609"/>
                  <a:pt x="15936" y="79631"/>
                  <a:pt x="15984" y="79674"/>
                </a:cubicBezTo>
                <a:lnTo>
                  <a:pt x="1577" y="94141"/>
                </a:lnTo>
                <a:cubicBezTo>
                  <a:pt x="1251" y="94457"/>
                  <a:pt x="990" y="94828"/>
                  <a:pt x="811" y="95243"/>
                </a:cubicBezTo>
                <a:cubicBezTo>
                  <a:pt x="632" y="95668"/>
                  <a:pt x="538" y="96115"/>
                  <a:pt x="534" y="96562"/>
                </a:cubicBezTo>
                <a:cubicBezTo>
                  <a:pt x="531" y="97021"/>
                  <a:pt x="617" y="97468"/>
                  <a:pt x="789" y="97883"/>
                </a:cubicBezTo>
                <a:cubicBezTo>
                  <a:pt x="962" y="98308"/>
                  <a:pt x="1216" y="98690"/>
                  <a:pt x="1537" y="99007"/>
                </a:cubicBezTo>
                <a:cubicBezTo>
                  <a:pt x="1859" y="99334"/>
                  <a:pt x="2241" y="99584"/>
                  <a:pt x="2661" y="99749"/>
                </a:cubicBezTo>
                <a:cubicBezTo>
                  <a:pt x="3081" y="99923"/>
                  <a:pt x="3532" y="100010"/>
                  <a:pt x="3986" y="99999"/>
                </a:cubicBezTo>
                <a:cubicBezTo>
                  <a:pt x="4438" y="99999"/>
                  <a:pt x="4887" y="99901"/>
                  <a:pt x="5302" y="99716"/>
                </a:cubicBezTo>
                <a:cubicBezTo>
                  <a:pt x="5719" y="99541"/>
                  <a:pt x="6094" y="99279"/>
                  <a:pt x="6409" y="98952"/>
                </a:cubicBezTo>
                <a:lnTo>
                  <a:pt x="20784" y="84518"/>
                </a:lnTo>
                <a:lnTo>
                  <a:pt x="25468" y="89199"/>
                </a:lnTo>
                <a:cubicBezTo>
                  <a:pt x="28343" y="92079"/>
                  <a:pt x="32142" y="93519"/>
                  <a:pt x="35920" y="93508"/>
                </a:cubicBezTo>
                <a:cubicBezTo>
                  <a:pt x="39698" y="93519"/>
                  <a:pt x="43489" y="92079"/>
                  <a:pt x="46367" y="89199"/>
                </a:cubicBezTo>
                <a:lnTo>
                  <a:pt x="49581" y="85991"/>
                </a:lnTo>
                <a:cubicBezTo>
                  <a:pt x="50658" y="84911"/>
                  <a:pt x="51251" y="83482"/>
                  <a:pt x="51251" y="81976"/>
                </a:cubicBezTo>
                <a:cubicBezTo>
                  <a:pt x="46365" y="81780"/>
                  <a:pt x="41802" y="79816"/>
                  <a:pt x="38331" y="76347"/>
                </a:cubicBezTo>
                <a:lnTo>
                  <a:pt x="33619" y="71634"/>
                </a:lnTo>
                <a:lnTo>
                  <a:pt x="36830" y="68416"/>
                </a:lnTo>
                <a:lnTo>
                  <a:pt x="41545" y="73128"/>
                </a:lnTo>
                <a:cubicBezTo>
                  <a:pt x="44420" y="76008"/>
                  <a:pt x="48214" y="77449"/>
                  <a:pt x="51991" y="77438"/>
                </a:cubicBezTo>
                <a:cubicBezTo>
                  <a:pt x="55770" y="77449"/>
                  <a:pt x="59561" y="76008"/>
                  <a:pt x="62438" y="73128"/>
                </a:cubicBezTo>
                <a:lnTo>
                  <a:pt x="65652" y="69910"/>
                </a:lnTo>
                <a:cubicBezTo>
                  <a:pt x="66730" y="68841"/>
                  <a:pt x="67324" y="67412"/>
                  <a:pt x="67326" y="65895"/>
                </a:cubicBezTo>
                <a:cubicBezTo>
                  <a:pt x="62441" y="65710"/>
                  <a:pt x="57878" y="63746"/>
                  <a:pt x="54407" y="60276"/>
                </a:cubicBezTo>
                <a:lnTo>
                  <a:pt x="49661" y="55531"/>
                </a:lnTo>
                <a:lnTo>
                  <a:pt x="52871" y="52312"/>
                </a:lnTo>
                <a:lnTo>
                  <a:pt x="57622" y="57058"/>
                </a:lnTo>
                <a:cubicBezTo>
                  <a:pt x="60497" y="59938"/>
                  <a:pt x="64290" y="61378"/>
                  <a:pt x="68068" y="61367"/>
                </a:cubicBezTo>
                <a:cubicBezTo>
                  <a:pt x="71846" y="61378"/>
                  <a:pt x="75637" y="59938"/>
                  <a:pt x="78515" y="57058"/>
                </a:cubicBezTo>
                <a:lnTo>
                  <a:pt x="81729" y="53840"/>
                </a:lnTo>
                <a:cubicBezTo>
                  <a:pt x="82805" y="52771"/>
                  <a:pt x="83399" y="51341"/>
                  <a:pt x="83403" y="49825"/>
                </a:cubicBezTo>
                <a:cubicBezTo>
                  <a:pt x="78518" y="49640"/>
                  <a:pt x="73951" y="47675"/>
                  <a:pt x="70478" y="44207"/>
                </a:cubicBezTo>
                <a:lnTo>
                  <a:pt x="65706" y="39428"/>
                </a:lnTo>
                <a:lnTo>
                  <a:pt x="68912" y="36210"/>
                </a:lnTo>
                <a:lnTo>
                  <a:pt x="73693" y="40988"/>
                </a:lnTo>
                <a:cubicBezTo>
                  <a:pt x="76574" y="43869"/>
                  <a:pt x="80358" y="45308"/>
                  <a:pt x="84141" y="45308"/>
                </a:cubicBezTo>
                <a:cubicBezTo>
                  <a:pt x="87923" y="45308"/>
                  <a:pt x="91708" y="43869"/>
                  <a:pt x="94587" y="40988"/>
                </a:cubicBezTo>
                <a:lnTo>
                  <a:pt x="97801" y="37769"/>
                </a:lnTo>
                <a:cubicBezTo>
                  <a:pt x="98874" y="36700"/>
                  <a:pt x="99467" y="35271"/>
                  <a:pt x="99467" y="33755"/>
                </a:cubicBezTo>
                <a:cubicBezTo>
                  <a:pt x="99467" y="32239"/>
                  <a:pt x="98874" y="30809"/>
                  <a:pt x="97801" y="29740"/>
                </a:cubicBezTo>
                <a:lnTo>
                  <a:pt x="92177" y="24111"/>
                </a:lnTo>
                <a:cubicBezTo>
                  <a:pt x="90155" y="22092"/>
                  <a:pt x="87648" y="20739"/>
                  <a:pt x="84922" y="20139"/>
                </a:cubicBezTo>
                <a:lnTo>
                  <a:pt x="91377" y="13659"/>
                </a:lnTo>
                <a:cubicBezTo>
                  <a:pt x="91868" y="13179"/>
                  <a:pt x="92203" y="12557"/>
                  <a:pt x="92338" y="11892"/>
                </a:cubicBezTo>
                <a:cubicBezTo>
                  <a:pt x="92472" y="11215"/>
                  <a:pt x="92401" y="10517"/>
                  <a:pt x="92131" y="9884"/>
                </a:cubicBezTo>
                <a:cubicBezTo>
                  <a:pt x="91861" y="9251"/>
                  <a:pt x="91408" y="8717"/>
                  <a:pt x="90829" y="8346"/>
                </a:cubicBezTo>
                <a:cubicBezTo>
                  <a:pt x="90250" y="7975"/>
                  <a:pt x="89574" y="7790"/>
                  <a:pt x="88887" y="7811"/>
                </a:cubicBezTo>
                <a:cubicBezTo>
                  <a:pt x="88002" y="7844"/>
                  <a:pt x="87163" y="8215"/>
                  <a:pt x="86546" y="8848"/>
                </a:cubicBezTo>
                <a:lnTo>
                  <a:pt x="79510" y="15906"/>
                </a:lnTo>
                <a:cubicBezTo>
                  <a:pt x="79120" y="12634"/>
                  <a:pt x="77665" y="9601"/>
                  <a:pt x="75296" y="7233"/>
                </a:cubicBezTo>
                <a:lnTo>
                  <a:pt x="69675" y="1615"/>
                </a:lnTo>
                <a:cubicBezTo>
                  <a:pt x="68604" y="535"/>
                  <a:pt x="67130" y="0"/>
                  <a:pt x="65657" y="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0" name="Чёрный — SVG 23">
            <a:extLst>
              <a:ext uri="{FF2B5EF4-FFF2-40B4-BE49-F238E27FC236}">
                <a16:creationId xmlns:a16="http://schemas.microsoft.com/office/drawing/2014/main" id="{BE2DB9F9-2C9E-7E42-A54E-47259A93A95C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134610 w 134695"/>
              <a:gd name="csY0" fmla="*/ 73471 h 148847"/>
              <a:gd name="csX1" fmla="*/ 98355 w 134695"/>
              <a:gd name="csY1" fmla="*/ 38990 h 148847"/>
              <a:gd name="csX2" fmla="*/ 73651 w 134695"/>
              <a:gd name="csY2" fmla="*/ 43974 h 148847"/>
              <a:gd name="csX3" fmla="*/ 72409 w 134695"/>
              <a:gd name="csY3" fmla="*/ 44484 h 148847"/>
              <a:gd name="csX4" fmla="*/ 69262 w 134695"/>
              <a:gd name="csY4" fmla="*/ 29072 h 148847"/>
              <a:gd name="csX5" fmla="*/ 79742 w 134695"/>
              <a:gd name="csY5" fmla="*/ 31896 h 148847"/>
              <a:gd name="csX6" fmla="*/ 101740 w 134695"/>
              <a:gd name="csY6" fmla="*/ 19120 h 148847"/>
              <a:gd name="csX7" fmla="*/ 101740 w 134695"/>
              <a:gd name="csY7" fmla="*/ 12775 h 148847"/>
              <a:gd name="csX8" fmla="*/ 79742 w 134695"/>
              <a:gd name="csY8" fmla="*/ 0 h 148847"/>
              <a:gd name="csX9" fmla="*/ 57760 w 134695"/>
              <a:gd name="csY9" fmla="*/ 12775 h 148847"/>
              <a:gd name="csX10" fmla="*/ 57624 w 134695"/>
              <a:gd name="csY10" fmla="*/ 13031 h 148847"/>
              <a:gd name="csX11" fmla="*/ 37208 w 134695"/>
              <a:gd name="csY11" fmla="*/ 7094 h 148847"/>
              <a:gd name="csX12" fmla="*/ 31900 w 134695"/>
              <a:gd name="csY12" fmla="*/ 12401 h 148847"/>
              <a:gd name="csX13" fmla="*/ 37208 w 134695"/>
              <a:gd name="csY13" fmla="*/ 17726 h 148847"/>
              <a:gd name="csX14" fmla="*/ 61674 w 134695"/>
              <a:gd name="csY14" fmla="*/ 44229 h 148847"/>
              <a:gd name="csX15" fmla="*/ 61027 w 134695"/>
              <a:gd name="csY15" fmla="*/ 43974 h 148847"/>
              <a:gd name="csX16" fmla="*/ 36324 w 134695"/>
              <a:gd name="csY16" fmla="*/ 38990 h 148847"/>
              <a:gd name="csX17" fmla="*/ 0 w 134695"/>
              <a:gd name="csY17" fmla="*/ 74492 h 148847"/>
              <a:gd name="csX18" fmla="*/ 17 w 134695"/>
              <a:gd name="csY18" fmla="*/ 78030 h 148847"/>
              <a:gd name="csX19" fmla="*/ 52316 w 134695"/>
              <a:gd name="csY19" fmla="*/ 148847 h 148847"/>
              <a:gd name="csX20" fmla="*/ 53252 w 134695"/>
              <a:gd name="csY20" fmla="*/ 148847 h 148847"/>
              <a:gd name="csX21" fmla="*/ 67356 w 134695"/>
              <a:gd name="csY21" fmla="*/ 143608 h 148847"/>
              <a:gd name="csX22" fmla="*/ 81443 w 134695"/>
              <a:gd name="csY22" fmla="*/ 148847 h 148847"/>
              <a:gd name="csX23" fmla="*/ 82379 w 134695"/>
              <a:gd name="csY23" fmla="*/ 148847 h 148847"/>
              <a:gd name="csX24" fmla="*/ 134678 w 134695"/>
              <a:gd name="csY24" fmla="*/ 77979 h 148847"/>
              <a:gd name="csX25" fmla="*/ 134678 w 134695"/>
              <a:gd name="csY25" fmla="*/ 75342 h 148847"/>
              <a:gd name="csX26" fmla="*/ 134695 w 134695"/>
              <a:gd name="csY26" fmla="*/ 75087 h 148847"/>
              <a:gd name="csX27" fmla="*/ 134695 w 134695"/>
              <a:gd name="csY27" fmla="*/ 74321 h 148847"/>
              <a:gd name="csX28" fmla="*/ 134610 w 134695"/>
              <a:gd name="csY28" fmla="*/ 73471 h 148847"/>
            </a:gdLst>
            <a:ahLst/>
            <a:cxnLst/>
            <a:rect l="l" t="t" r="r" b="b"/>
            <a:pathLst>
              <a:path w="100000" h="100000">
                <a:moveTo>
                  <a:pt x="95189" y="49360"/>
                </a:moveTo>
                <a:cubicBezTo>
                  <a:pt x="94286" y="38206"/>
                  <a:pt x="84353" y="26195"/>
                  <a:pt x="70832" y="26195"/>
                </a:cubicBezTo>
                <a:cubicBezTo>
                  <a:pt x="61984" y="26195"/>
                  <a:pt x="57515" y="28126"/>
                  <a:pt x="54235" y="29543"/>
                </a:cubicBezTo>
                <a:cubicBezTo>
                  <a:pt x="53927" y="29669"/>
                  <a:pt x="53675" y="29772"/>
                  <a:pt x="53400" y="29886"/>
                </a:cubicBezTo>
                <a:cubicBezTo>
                  <a:pt x="53081" y="25817"/>
                  <a:pt x="52326" y="22412"/>
                  <a:pt x="51286" y="19531"/>
                </a:cubicBezTo>
                <a:cubicBezTo>
                  <a:pt x="53343" y="20640"/>
                  <a:pt x="55732" y="21429"/>
                  <a:pt x="58327" y="21429"/>
                </a:cubicBezTo>
                <a:cubicBezTo>
                  <a:pt x="66465" y="21429"/>
                  <a:pt x="72443" y="13726"/>
                  <a:pt x="73106" y="12845"/>
                </a:cubicBezTo>
                <a:cubicBezTo>
                  <a:pt x="74043" y="11588"/>
                  <a:pt x="74043" y="9840"/>
                  <a:pt x="73106" y="8583"/>
                </a:cubicBezTo>
                <a:cubicBezTo>
                  <a:pt x="72443" y="7703"/>
                  <a:pt x="66465" y="0"/>
                  <a:pt x="58327" y="0"/>
                </a:cubicBezTo>
                <a:cubicBezTo>
                  <a:pt x="50200" y="0"/>
                  <a:pt x="44222" y="7703"/>
                  <a:pt x="43559" y="8583"/>
                </a:cubicBezTo>
                <a:cubicBezTo>
                  <a:pt x="43525" y="8628"/>
                  <a:pt x="43514" y="8697"/>
                  <a:pt x="43467" y="8755"/>
                </a:cubicBezTo>
                <a:cubicBezTo>
                  <a:pt x="38941" y="5565"/>
                  <a:pt x="33752" y="4766"/>
                  <a:pt x="29751" y="4766"/>
                </a:cubicBezTo>
                <a:cubicBezTo>
                  <a:pt x="27786" y="4766"/>
                  <a:pt x="26185" y="6354"/>
                  <a:pt x="26185" y="8331"/>
                </a:cubicBezTo>
                <a:cubicBezTo>
                  <a:pt x="26185" y="10309"/>
                  <a:pt x="27786" y="11909"/>
                  <a:pt x="29751" y="11909"/>
                </a:cubicBezTo>
                <a:cubicBezTo>
                  <a:pt x="33558" y="11909"/>
                  <a:pt x="44520" y="11943"/>
                  <a:pt x="46188" y="29714"/>
                </a:cubicBezTo>
                <a:cubicBezTo>
                  <a:pt x="46039" y="29657"/>
                  <a:pt x="45914" y="29612"/>
                  <a:pt x="45754" y="29543"/>
                </a:cubicBezTo>
                <a:cubicBezTo>
                  <a:pt x="42485" y="28126"/>
                  <a:pt x="38004" y="26195"/>
                  <a:pt x="29157" y="26195"/>
                </a:cubicBezTo>
                <a:cubicBezTo>
                  <a:pt x="16584" y="26195"/>
                  <a:pt x="5176" y="37280"/>
                  <a:pt x="4754" y="50046"/>
                </a:cubicBezTo>
                <a:lnTo>
                  <a:pt x="4765" y="52423"/>
                </a:lnTo>
                <a:cubicBezTo>
                  <a:pt x="5119" y="78663"/>
                  <a:pt x="20882" y="100000"/>
                  <a:pt x="39901" y="100000"/>
                </a:cubicBezTo>
                <a:lnTo>
                  <a:pt x="40530" y="100000"/>
                </a:lnTo>
                <a:cubicBezTo>
                  <a:pt x="44371" y="100000"/>
                  <a:pt x="47789" y="98103"/>
                  <a:pt x="50006" y="96480"/>
                </a:cubicBezTo>
                <a:cubicBezTo>
                  <a:pt x="52212" y="98103"/>
                  <a:pt x="55618" y="100000"/>
                  <a:pt x="59470" y="100000"/>
                </a:cubicBezTo>
                <a:lnTo>
                  <a:pt x="60099" y="100000"/>
                </a:lnTo>
                <a:cubicBezTo>
                  <a:pt x="79118" y="100000"/>
                  <a:pt x="94881" y="78663"/>
                  <a:pt x="95235" y="52389"/>
                </a:cubicBezTo>
                <a:lnTo>
                  <a:pt x="95235" y="50617"/>
                </a:lnTo>
                <a:cubicBezTo>
                  <a:pt x="95235" y="50560"/>
                  <a:pt x="95246" y="50503"/>
                  <a:pt x="95246" y="50446"/>
                </a:cubicBezTo>
                <a:lnTo>
                  <a:pt x="95246" y="49931"/>
                </a:lnTo>
                <a:cubicBezTo>
                  <a:pt x="95235" y="49737"/>
                  <a:pt x="95223" y="49543"/>
                  <a:pt x="95189" y="4936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1" name="Чёрный — SVG 24">
            <a:extLst>
              <a:ext uri="{FF2B5EF4-FFF2-40B4-BE49-F238E27FC236}">
                <a16:creationId xmlns:a16="http://schemas.microsoft.com/office/drawing/2014/main" id="{2259FC18-BCC3-5C49-BC12-56C6E6C1DF1F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24543 w 159500"/>
              <a:gd name="csY0" fmla="*/ 1 h 170112"/>
              <a:gd name="csX1" fmla="*/ 22195 w 159500"/>
              <a:gd name="csY1" fmla="*/ 562 h 170112"/>
              <a:gd name="csX2" fmla="*/ 77 w 159500"/>
              <a:gd name="csY2" fmla="*/ 37544 h 170112"/>
              <a:gd name="csX3" fmla="*/ 16053 w 159500"/>
              <a:gd name="csY3" fmla="*/ 63742 h 170112"/>
              <a:gd name="csX4" fmla="*/ 28949 w 159500"/>
              <a:gd name="csY4" fmla="*/ 70240 h 170112"/>
              <a:gd name="csX5" fmla="*/ 28864 w 159500"/>
              <a:gd name="csY5" fmla="*/ 70597 h 170112"/>
              <a:gd name="csX6" fmla="*/ 17720 w 159500"/>
              <a:gd name="csY6" fmla="*/ 70597 h 170112"/>
              <a:gd name="csX7" fmla="*/ 4620 w 159500"/>
              <a:gd name="csY7" fmla="*/ 81518 h 170112"/>
              <a:gd name="csX8" fmla="*/ 12361 w 159500"/>
              <a:gd name="csY8" fmla="*/ 100639 h 170112"/>
              <a:gd name="csX9" fmla="*/ 34768 w 159500"/>
              <a:gd name="csY9" fmla="*/ 99159 h 170112"/>
              <a:gd name="csX10" fmla="*/ 36129 w 159500"/>
              <a:gd name="csY10" fmla="*/ 102000 h 170112"/>
              <a:gd name="csX11" fmla="*/ 47732 w 159500"/>
              <a:gd name="csY11" fmla="*/ 142044 h 170112"/>
              <a:gd name="csX12" fmla="*/ 47970 w 159500"/>
              <a:gd name="csY12" fmla="*/ 143507 h 170112"/>
              <a:gd name="csX13" fmla="*/ 47851 w 159500"/>
              <a:gd name="csY13" fmla="*/ 145310 h 170112"/>
              <a:gd name="csX14" fmla="*/ 57804 w 159500"/>
              <a:gd name="csY14" fmla="*/ 163376 h 170112"/>
              <a:gd name="csX15" fmla="*/ 79751 w 159500"/>
              <a:gd name="csY15" fmla="*/ 170112 h 170112"/>
              <a:gd name="csX16" fmla="*/ 101681 w 159500"/>
              <a:gd name="csY16" fmla="*/ 163376 h 170112"/>
              <a:gd name="csX17" fmla="*/ 111651 w 159500"/>
              <a:gd name="csY17" fmla="*/ 145310 h 170112"/>
              <a:gd name="csX18" fmla="*/ 111311 w 159500"/>
              <a:gd name="csY18" fmla="*/ 141925 h 170112"/>
              <a:gd name="csX19" fmla="*/ 122914 w 159500"/>
              <a:gd name="csY19" fmla="*/ 102000 h 170112"/>
              <a:gd name="csX20" fmla="*/ 124343 w 159500"/>
              <a:gd name="csY20" fmla="*/ 99040 h 170112"/>
              <a:gd name="csX21" fmla="*/ 147209 w 159500"/>
              <a:gd name="csY21" fmla="*/ 100775 h 170112"/>
              <a:gd name="csX22" fmla="*/ 154899 w 159500"/>
              <a:gd name="csY22" fmla="*/ 81484 h 170112"/>
              <a:gd name="csX23" fmla="*/ 141765 w 159500"/>
              <a:gd name="csY23" fmla="*/ 70444 h 170112"/>
              <a:gd name="csX24" fmla="*/ 129754 w 159500"/>
              <a:gd name="csY24" fmla="*/ 70529 h 170112"/>
              <a:gd name="csX25" fmla="*/ 129754 w 159500"/>
              <a:gd name="csY25" fmla="*/ 70495 h 170112"/>
              <a:gd name="csX26" fmla="*/ 143432 w 159500"/>
              <a:gd name="csY26" fmla="*/ 63742 h 170112"/>
              <a:gd name="csX27" fmla="*/ 159425 w 159500"/>
              <a:gd name="csY27" fmla="*/ 37544 h 170112"/>
              <a:gd name="csX28" fmla="*/ 137307 w 159500"/>
              <a:gd name="csY28" fmla="*/ 562 h 170112"/>
              <a:gd name="csX29" fmla="*/ 134738 w 159500"/>
              <a:gd name="csY29" fmla="*/ 1 h 170112"/>
              <a:gd name="csX30" fmla="*/ 132016 w 159500"/>
              <a:gd name="csY30" fmla="*/ 869 h 170112"/>
              <a:gd name="csX31" fmla="*/ 130145 w 159500"/>
              <a:gd name="csY31" fmla="*/ 2978 h 170112"/>
              <a:gd name="csX32" fmla="*/ 129617 w 159500"/>
              <a:gd name="csY32" fmla="*/ 5768 h 170112"/>
              <a:gd name="csX33" fmla="*/ 130604 w 159500"/>
              <a:gd name="csY33" fmla="*/ 8439 h 170112"/>
              <a:gd name="csX34" fmla="*/ 133752 w 159500"/>
              <a:gd name="csY34" fmla="*/ 24769 h 170112"/>
              <a:gd name="csX35" fmla="*/ 111498 w 159500"/>
              <a:gd name="csY35" fmla="*/ 38991 h 170112"/>
              <a:gd name="csX36" fmla="*/ 109780 w 159500"/>
              <a:gd name="csY36" fmla="*/ 39331 h 170112"/>
              <a:gd name="csX37" fmla="*/ 79530 w 159500"/>
              <a:gd name="csY37" fmla="*/ 28648 h 170112"/>
              <a:gd name="csX38" fmla="*/ 49093 w 159500"/>
              <a:gd name="csY38" fmla="*/ 39586 h 170112"/>
              <a:gd name="csX39" fmla="*/ 46796 w 159500"/>
              <a:gd name="csY39" fmla="*/ 38991 h 170112"/>
              <a:gd name="csX40" fmla="*/ 25734 w 159500"/>
              <a:gd name="csY40" fmla="*/ 24769 h 170112"/>
              <a:gd name="csX41" fmla="*/ 28881 w 159500"/>
              <a:gd name="csY41" fmla="*/ 8439 h 170112"/>
              <a:gd name="csX42" fmla="*/ 29868 w 159500"/>
              <a:gd name="csY42" fmla="*/ 5717 h 170112"/>
              <a:gd name="csX43" fmla="*/ 29306 w 159500"/>
              <a:gd name="csY43" fmla="*/ 2893 h 170112"/>
              <a:gd name="csX44" fmla="*/ 27333 w 159500"/>
              <a:gd name="csY44" fmla="*/ 766 h 170112"/>
              <a:gd name="csX45" fmla="*/ 24543 w 159500"/>
              <a:gd name="csY45" fmla="*/ 1 h 170112"/>
              <a:gd name="csX46" fmla="*/ 14828 w 159500"/>
              <a:gd name="csY46" fmla="*/ 21962 h 170112"/>
              <a:gd name="csX47" fmla="*/ 15730 w 159500"/>
              <a:gd name="csY47" fmla="*/ 28392 h 170112"/>
              <a:gd name="csX48" fmla="*/ 39548 w 159500"/>
              <a:gd name="csY48" fmla="*/ 48483 h 170112"/>
              <a:gd name="csX49" fmla="*/ 32148 w 159500"/>
              <a:gd name="csY49" fmla="*/ 60067 h 170112"/>
              <a:gd name="csX50" fmla="*/ 22076 w 159500"/>
              <a:gd name="csY50" fmla="*/ 54981 h 170112"/>
              <a:gd name="csX51" fmla="*/ 10677 w 159500"/>
              <a:gd name="csY51" fmla="*/ 36881 h 170112"/>
              <a:gd name="csX52" fmla="*/ 14828 w 159500"/>
              <a:gd name="csY52" fmla="*/ 21962 h 170112"/>
              <a:gd name="csX53" fmla="*/ 144657 w 159500"/>
              <a:gd name="csY53" fmla="*/ 21962 h 170112"/>
              <a:gd name="csX54" fmla="*/ 148808 w 159500"/>
              <a:gd name="csY54" fmla="*/ 36881 h 170112"/>
              <a:gd name="csX55" fmla="*/ 137410 w 159500"/>
              <a:gd name="csY55" fmla="*/ 54981 h 170112"/>
              <a:gd name="csX56" fmla="*/ 126742 w 159500"/>
              <a:gd name="csY56" fmla="*/ 60288 h 170112"/>
              <a:gd name="csX57" fmla="*/ 119460 w 159500"/>
              <a:gd name="csY57" fmla="*/ 48449 h 170112"/>
              <a:gd name="csX58" fmla="*/ 143756 w 159500"/>
              <a:gd name="csY58" fmla="*/ 28392 h 170112"/>
              <a:gd name="csX59" fmla="*/ 144657 w 159500"/>
              <a:gd name="csY59" fmla="*/ 21962 h 170112"/>
              <a:gd name="csX60" fmla="*/ 58484 w 159500"/>
              <a:gd name="csY60" fmla="*/ 88595 h 170112"/>
              <a:gd name="csX61" fmla="*/ 65562 w 159500"/>
              <a:gd name="csY61" fmla="*/ 93919 h 170112"/>
              <a:gd name="csX62" fmla="*/ 58484 w 159500"/>
              <a:gd name="csY62" fmla="*/ 99227 h 170112"/>
              <a:gd name="csX63" fmla="*/ 51390 w 159500"/>
              <a:gd name="csY63" fmla="*/ 93919 h 170112"/>
              <a:gd name="csX64" fmla="*/ 58484 w 159500"/>
              <a:gd name="csY64" fmla="*/ 88595 h 170112"/>
              <a:gd name="csX65" fmla="*/ 101018 w 159500"/>
              <a:gd name="csY65" fmla="*/ 88595 h 170112"/>
              <a:gd name="csX66" fmla="*/ 108096 w 159500"/>
              <a:gd name="csY66" fmla="*/ 93919 h 170112"/>
              <a:gd name="csX67" fmla="*/ 101018 w 159500"/>
              <a:gd name="csY67" fmla="*/ 99227 h 170112"/>
              <a:gd name="csX68" fmla="*/ 93923 w 159500"/>
              <a:gd name="csY68" fmla="*/ 93919 h 170112"/>
              <a:gd name="csX69" fmla="*/ 101018 w 159500"/>
              <a:gd name="csY69" fmla="*/ 88595 h 170112"/>
              <a:gd name="csX70" fmla="*/ 79751 w 159500"/>
              <a:gd name="csY70" fmla="*/ 131123 h 170112"/>
              <a:gd name="csX71" fmla="*/ 95403 w 159500"/>
              <a:gd name="csY71" fmla="*/ 135801 h 170112"/>
              <a:gd name="csX72" fmla="*/ 101018 w 159500"/>
              <a:gd name="csY72" fmla="*/ 145310 h 170112"/>
              <a:gd name="csX73" fmla="*/ 97343 w 159500"/>
              <a:gd name="csY73" fmla="*/ 153084 h 170112"/>
              <a:gd name="csX74" fmla="*/ 95506 w 159500"/>
              <a:gd name="csY74" fmla="*/ 150039 h 170112"/>
              <a:gd name="csX75" fmla="*/ 92154 w 159500"/>
              <a:gd name="csY75" fmla="*/ 148848 h 170112"/>
              <a:gd name="csX76" fmla="*/ 89126 w 159500"/>
              <a:gd name="csY76" fmla="*/ 149784 h 170112"/>
              <a:gd name="csX77" fmla="*/ 87186 w 159500"/>
              <a:gd name="csY77" fmla="*/ 152267 h 170112"/>
              <a:gd name="csX78" fmla="*/ 86982 w 159500"/>
              <a:gd name="csY78" fmla="*/ 155432 h 170112"/>
              <a:gd name="csX79" fmla="*/ 88615 w 159500"/>
              <a:gd name="csY79" fmla="*/ 158136 h 170112"/>
              <a:gd name="csX80" fmla="*/ 79751 w 159500"/>
              <a:gd name="csY80" fmla="*/ 159480 h 170112"/>
              <a:gd name="csX81" fmla="*/ 70870 w 159500"/>
              <a:gd name="csY81" fmla="*/ 158136 h 170112"/>
              <a:gd name="csX82" fmla="*/ 72486 w 159500"/>
              <a:gd name="csY82" fmla="*/ 155432 h 170112"/>
              <a:gd name="csX83" fmla="*/ 72299 w 159500"/>
              <a:gd name="csY83" fmla="*/ 152285 h 170112"/>
              <a:gd name="csX84" fmla="*/ 70360 w 159500"/>
              <a:gd name="csY84" fmla="*/ 149784 h 170112"/>
              <a:gd name="csX85" fmla="*/ 67331 w 159500"/>
              <a:gd name="csY85" fmla="*/ 148848 h 170112"/>
              <a:gd name="csX86" fmla="*/ 63980 w 159500"/>
              <a:gd name="csY86" fmla="*/ 150039 h 170112"/>
              <a:gd name="csX87" fmla="*/ 62142 w 159500"/>
              <a:gd name="csY87" fmla="*/ 153084 h 170112"/>
              <a:gd name="csX88" fmla="*/ 58484 w 159500"/>
              <a:gd name="csY88" fmla="*/ 145310 h 170112"/>
              <a:gd name="csX89" fmla="*/ 64099 w 159500"/>
              <a:gd name="csY89" fmla="*/ 135801 h 170112"/>
              <a:gd name="csX90" fmla="*/ 79751 w 159500"/>
              <a:gd name="csY90" fmla="*/ 131123 h 170112"/>
            </a:gdLst>
            <a:ahLst/>
            <a:cxnLst/>
            <a:rect l="l" t="t" r="r" b="b"/>
            <a:pathLst>
              <a:path w="100000" h="100000">
                <a:moveTo>
                  <a:pt x="17547" y="1"/>
                </a:moveTo>
                <a:cubicBezTo>
                  <a:pt x="17066" y="1"/>
                  <a:pt x="16596" y="121"/>
                  <a:pt x="16166" y="330"/>
                </a:cubicBezTo>
                <a:cubicBezTo>
                  <a:pt x="16166" y="330"/>
                  <a:pt x="2224" y="7360"/>
                  <a:pt x="3164" y="22070"/>
                </a:cubicBezTo>
                <a:cubicBezTo>
                  <a:pt x="3635" y="29521"/>
                  <a:pt x="8315" y="34551"/>
                  <a:pt x="12556" y="37471"/>
                </a:cubicBezTo>
                <a:cubicBezTo>
                  <a:pt x="15686" y="39630"/>
                  <a:pt x="18736" y="40820"/>
                  <a:pt x="20137" y="41290"/>
                </a:cubicBezTo>
                <a:cubicBezTo>
                  <a:pt x="20127" y="41360"/>
                  <a:pt x="20097" y="41430"/>
                  <a:pt x="20087" y="41500"/>
                </a:cubicBezTo>
                <a:lnTo>
                  <a:pt x="13536" y="41500"/>
                </a:lnTo>
                <a:cubicBezTo>
                  <a:pt x="10086" y="41500"/>
                  <a:pt x="6925" y="44140"/>
                  <a:pt x="5835" y="47920"/>
                </a:cubicBezTo>
                <a:cubicBezTo>
                  <a:pt x="4595" y="52240"/>
                  <a:pt x="6385" y="56660"/>
                  <a:pt x="10386" y="59160"/>
                </a:cubicBezTo>
                <a:cubicBezTo>
                  <a:pt x="14176" y="61530"/>
                  <a:pt x="19247" y="59901"/>
                  <a:pt x="23557" y="58290"/>
                </a:cubicBezTo>
                <a:cubicBezTo>
                  <a:pt x="23827" y="58850"/>
                  <a:pt x="24097" y="59410"/>
                  <a:pt x="24357" y="59960"/>
                </a:cubicBezTo>
                <a:cubicBezTo>
                  <a:pt x="28018" y="67490"/>
                  <a:pt x="31178" y="73990"/>
                  <a:pt x="31178" y="83500"/>
                </a:cubicBezTo>
                <a:cubicBezTo>
                  <a:pt x="31178" y="83800"/>
                  <a:pt x="31238" y="84090"/>
                  <a:pt x="31318" y="84360"/>
                </a:cubicBezTo>
                <a:cubicBezTo>
                  <a:pt x="31288" y="84710"/>
                  <a:pt x="31248" y="85060"/>
                  <a:pt x="31248" y="85420"/>
                </a:cubicBezTo>
                <a:cubicBezTo>
                  <a:pt x="31248" y="89730"/>
                  <a:pt x="33658" y="93520"/>
                  <a:pt x="37099" y="96040"/>
                </a:cubicBezTo>
                <a:cubicBezTo>
                  <a:pt x="40540" y="98560"/>
                  <a:pt x="45060" y="100000"/>
                  <a:pt x="50001" y="100000"/>
                </a:cubicBezTo>
                <a:cubicBezTo>
                  <a:pt x="54931" y="100000"/>
                  <a:pt x="59452" y="98560"/>
                  <a:pt x="62892" y="96040"/>
                </a:cubicBezTo>
                <a:cubicBezTo>
                  <a:pt x="66333" y="93520"/>
                  <a:pt x="68753" y="89730"/>
                  <a:pt x="68753" y="85420"/>
                </a:cubicBezTo>
                <a:cubicBezTo>
                  <a:pt x="68753" y="84740"/>
                  <a:pt x="68673" y="84080"/>
                  <a:pt x="68553" y="83430"/>
                </a:cubicBezTo>
                <a:cubicBezTo>
                  <a:pt x="68573" y="73960"/>
                  <a:pt x="71723" y="67470"/>
                  <a:pt x="75374" y="59960"/>
                </a:cubicBezTo>
                <a:cubicBezTo>
                  <a:pt x="75654" y="59390"/>
                  <a:pt x="75924" y="58800"/>
                  <a:pt x="76214" y="58220"/>
                </a:cubicBezTo>
                <a:cubicBezTo>
                  <a:pt x="80595" y="59911"/>
                  <a:pt x="85785" y="61671"/>
                  <a:pt x="89656" y="59240"/>
                </a:cubicBezTo>
                <a:cubicBezTo>
                  <a:pt x="93657" y="56740"/>
                  <a:pt x="95437" y="52290"/>
                  <a:pt x="94176" y="47900"/>
                </a:cubicBezTo>
                <a:cubicBezTo>
                  <a:pt x="93066" y="44020"/>
                  <a:pt x="89966" y="41410"/>
                  <a:pt x="86455" y="41410"/>
                </a:cubicBezTo>
                <a:cubicBezTo>
                  <a:pt x="84235" y="41410"/>
                  <a:pt x="81475" y="41440"/>
                  <a:pt x="79395" y="41460"/>
                </a:cubicBezTo>
                <a:cubicBezTo>
                  <a:pt x="79395" y="41460"/>
                  <a:pt x="79395" y="41450"/>
                  <a:pt x="79395" y="41440"/>
                </a:cubicBezTo>
                <a:cubicBezTo>
                  <a:pt x="80195" y="41201"/>
                  <a:pt x="83695" y="40051"/>
                  <a:pt x="87435" y="37471"/>
                </a:cubicBezTo>
                <a:cubicBezTo>
                  <a:pt x="91676" y="34551"/>
                  <a:pt x="96357" y="29521"/>
                  <a:pt x="96837" y="22070"/>
                </a:cubicBezTo>
                <a:cubicBezTo>
                  <a:pt x="97767" y="7360"/>
                  <a:pt x="83835" y="330"/>
                  <a:pt x="83835" y="330"/>
                </a:cubicBezTo>
                <a:cubicBezTo>
                  <a:pt x="83365" y="101"/>
                  <a:pt x="82845" y="-9"/>
                  <a:pt x="82325" y="1"/>
                </a:cubicBezTo>
                <a:cubicBezTo>
                  <a:pt x="81755" y="21"/>
                  <a:pt x="81205" y="200"/>
                  <a:pt x="80724" y="511"/>
                </a:cubicBezTo>
                <a:cubicBezTo>
                  <a:pt x="80255" y="811"/>
                  <a:pt x="79874" y="1240"/>
                  <a:pt x="79625" y="1751"/>
                </a:cubicBezTo>
                <a:cubicBezTo>
                  <a:pt x="79374" y="2261"/>
                  <a:pt x="79264" y="2830"/>
                  <a:pt x="79314" y="3391"/>
                </a:cubicBezTo>
                <a:cubicBezTo>
                  <a:pt x="79364" y="3960"/>
                  <a:pt x="79565" y="4501"/>
                  <a:pt x="79894" y="4961"/>
                </a:cubicBezTo>
                <a:cubicBezTo>
                  <a:pt x="79894" y="4961"/>
                  <a:pt x="83325" y="10190"/>
                  <a:pt x="81745" y="14560"/>
                </a:cubicBezTo>
                <a:cubicBezTo>
                  <a:pt x="78855" y="22550"/>
                  <a:pt x="68663" y="22921"/>
                  <a:pt x="68663" y="22921"/>
                </a:cubicBezTo>
                <a:cubicBezTo>
                  <a:pt x="68313" y="22931"/>
                  <a:pt x="67973" y="22991"/>
                  <a:pt x="67653" y="23121"/>
                </a:cubicBezTo>
                <a:cubicBezTo>
                  <a:pt x="62312" y="19170"/>
                  <a:pt x="55901" y="16841"/>
                  <a:pt x="49871" y="16841"/>
                </a:cubicBezTo>
                <a:cubicBezTo>
                  <a:pt x="43890" y="16841"/>
                  <a:pt x="37399" y="19250"/>
                  <a:pt x="31978" y="23271"/>
                </a:cubicBezTo>
                <a:cubicBezTo>
                  <a:pt x="31558" y="23051"/>
                  <a:pt x="31098" y="22931"/>
                  <a:pt x="30628" y="22921"/>
                </a:cubicBezTo>
                <a:cubicBezTo>
                  <a:pt x="30628" y="22921"/>
                  <a:pt x="21177" y="22670"/>
                  <a:pt x="18247" y="14560"/>
                </a:cubicBezTo>
                <a:cubicBezTo>
                  <a:pt x="16667" y="10190"/>
                  <a:pt x="20097" y="4961"/>
                  <a:pt x="20097" y="4961"/>
                </a:cubicBezTo>
                <a:cubicBezTo>
                  <a:pt x="20437" y="4491"/>
                  <a:pt x="20637" y="3940"/>
                  <a:pt x="20677" y="3361"/>
                </a:cubicBezTo>
                <a:cubicBezTo>
                  <a:pt x="20727" y="2791"/>
                  <a:pt x="20607" y="2210"/>
                  <a:pt x="20347" y="1701"/>
                </a:cubicBezTo>
                <a:cubicBezTo>
                  <a:pt x="20077" y="1180"/>
                  <a:pt x="19677" y="751"/>
                  <a:pt x="19187" y="450"/>
                </a:cubicBezTo>
                <a:cubicBezTo>
                  <a:pt x="18697" y="150"/>
                  <a:pt x="18126" y="1"/>
                  <a:pt x="17547" y="1"/>
                </a:cubicBezTo>
                <a:close/>
                <a:moveTo>
                  <a:pt x="11836" y="12910"/>
                </a:moveTo>
                <a:cubicBezTo>
                  <a:pt x="11926" y="14151"/>
                  <a:pt x="11896" y="15370"/>
                  <a:pt x="12366" y="16690"/>
                </a:cubicBezTo>
                <a:cubicBezTo>
                  <a:pt x="15206" y="24540"/>
                  <a:pt x="21967" y="27421"/>
                  <a:pt x="26367" y="28501"/>
                </a:cubicBezTo>
                <a:cubicBezTo>
                  <a:pt x="24617" y="30570"/>
                  <a:pt x="23127" y="32851"/>
                  <a:pt x="22017" y="35310"/>
                </a:cubicBezTo>
                <a:cubicBezTo>
                  <a:pt x="21257" y="35070"/>
                  <a:pt x="18917" y="34270"/>
                  <a:pt x="16096" y="32320"/>
                </a:cubicBezTo>
                <a:cubicBezTo>
                  <a:pt x="12786" y="30040"/>
                  <a:pt x="9725" y="26731"/>
                  <a:pt x="9396" y="21680"/>
                </a:cubicBezTo>
                <a:cubicBezTo>
                  <a:pt x="9165" y="18030"/>
                  <a:pt x="10356" y="15271"/>
                  <a:pt x="11836" y="12910"/>
                </a:cubicBezTo>
                <a:close/>
                <a:moveTo>
                  <a:pt x="88155" y="12910"/>
                </a:moveTo>
                <a:cubicBezTo>
                  <a:pt x="89636" y="15271"/>
                  <a:pt x="90826" y="18030"/>
                  <a:pt x="90596" y="21680"/>
                </a:cubicBezTo>
                <a:cubicBezTo>
                  <a:pt x="90276" y="26731"/>
                  <a:pt x="87205" y="30040"/>
                  <a:pt x="83895" y="32320"/>
                </a:cubicBezTo>
                <a:cubicBezTo>
                  <a:pt x="80794" y="34460"/>
                  <a:pt x="78004" y="35320"/>
                  <a:pt x="77624" y="35440"/>
                </a:cubicBezTo>
                <a:cubicBezTo>
                  <a:pt x="76544" y="32921"/>
                  <a:pt x="75084" y="30590"/>
                  <a:pt x="73343" y="28481"/>
                </a:cubicBezTo>
                <a:cubicBezTo>
                  <a:pt x="77944" y="27380"/>
                  <a:pt x="84815" y="24470"/>
                  <a:pt x="87626" y="16690"/>
                </a:cubicBezTo>
                <a:cubicBezTo>
                  <a:pt x="88095" y="15370"/>
                  <a:pt x="88066" y="14151"/>
                  <a:pt x="88155" y="12910"/>
                </a:cubicBezTo>
                <a:close/>
                <a:moveTo>
                  <a:pt x="37499" y="52080"/>
                </a:moveTo>
                <a:cubicBezTo>
                  <a:pt x="39800" y="52080"/>
                  <a:pt x="41660" y="53480"/>
                  <a:pt x="41660" y="55210"/>
                </a:cubicBezTo>
                <a:cubicBezTo>
                  <a:pt x="41660" y="56930"/>
                  <a:pt x="39800" y="58330"/>
                  <a:pt x="37499" y="58330"/>
                </a:cubicBezTo>
                <a:cubicBezTo>
                  <a:pt x="35189" y="58330"/>
                  <a:pt x="33329" y="56930"/>
                  <a:pt x="33329" y="55210"/>
                </a:cubicBezTo>
                <a:cubicBezTo>
                  <a:pt x="33329" y="53480"/>
                  <a:pt x="35189" y="52080"/>
                  <a:pt x="37499" y="52080"/>
                </a:cubicBezTo>
                <a:close/>
                <a:moveTo>
                  <a:pt x="62502" y="52080"/>
                </a:moveTo>
                <a:cubicBezTo>
                  <a:pt x="64803" y="52080"/>
                  <a:pt x="66663" y="53480"/>
                  <a:pt x="66663" y="55210"/>
                </a:cubicBezTo>
                <a:cubicBezTo>
                  <a:pt x="66663" y="56930"/>
                  <a:pt x="64803" y="58330"/>
                  <a:pt x="62502" y="58330"/>
                </a:cubicBezTo>
                <a:cubicBezTo>
                  <a:pt x="60192" y="58330"/>
                  <a:pt x="58332" y="56930"/>
                  <a:pt x="58332" y="55210"/>
                </a:cubicBezTo>
                <a:cubicBezTo>
                  <a:pt x="58332" y="53480"/>
                  <a:pt x="60192" y="52080"/>
                  <a:pt x="62502" y="52080"/>
                </a:cubicBezTo>
                <a:close/>
                <a:moveTo>
                  <a:pt x="50001" y="77080"/>
                </a:moveTo>
                <a:cubicBezTo>
                  <a:pt x="53691" y="77080"/>
                  <a:pt x="56981" y="78210"/>
                  <a:pt x="59202" y="79830"/>
                </a:cubicBezTo>
                <a:cubicBezTo>
                  <a:pt x="61412" y="81460"/>
                  <a:pt x="62502" y="83400"/>
                  <a:pt x="62502" y="85420"/>
                </a:cubicBezTo>
                <a:cubicBezTo>
                  <a:pt x="62502" y="87030"/>
                  <a:pt x="61762" y="88590"/>
                  <a:pt x="60342" y="89990"/>
                </a:cubicBezTo>
                <a:cubicBezTo>
                  <a:pt x="60202" y="89290"/>
                  <a:pt x="59812" y="88660"/>
                  <a:pt x="59262" y="88200"/>
                </a:cubicBezTo>
                <a:cubicBezTo>
                  <a:pt x="58702" y="87750"/>
                  <a:pt x="58012" y="87500"/>
                  <a:pt x="57292" y="87500"/>
                </a:cubicBezTo>
                <a:cubicBezTo>
                  <a:pt x="56652" y="87500"/>
                  <a:pt x="56041" y="87690"/>
                  <a:pt x="55512" y="88050"/>
                </a:cubicBezTo>
                <a:cubicBezTo>
                  <a:pt x="54991" y="88410"/>
                  <a:pt x="54591" y="88920"/>
                  <a:pt x="54371" y="89510"/>
                </a:cubicBezTo>
                <a:cubicBezTo>
                  <a:pt x="54141" y="90110"/>
                  <a:pt x="54101" y="90750"/>
                  <a:pt x="54251" y="91370"/>
                </a:cubicBezTo>
                <a:cubicBezTo>
                  <a:pt x="54401" y="91980"/>
                  <a:pt x="54741" y="92540"/>
                  <a:pt x="55211" y="92960"/>
                </a:cubicBezTo>
                <a:cubicBezTo>
                  <a:pt x="53631" y="93460"/>
                  <a:pt x="51871" y="93750"/>
                  <a:pt x="50001" y="93750"/>
                </a:cubicBezTo>
                <a:cubicBezTo>
                  <a:pt x="48121" y="93750"/>
                  <a:pt x="46350" y="93460"/>
                  <a:pt x="44780" y="92960"/>
                </a:cubicBezTo>
                <a:cubicBezTo>
                  <a:pt x="45250" y="92540"/>
                  <a:pt x="45580" y="91990"/>
                  <a:pt x="45730" y="91370"/>
                </a:cubicBezTo>
                <a:cubicBezTo>
                  <a:pt x="45880" y="90760"/>
                  <a:pt x="45850" y="90110"/>
                  <a:pt x="45620" y="89520"/>
                </a:cubicBezTo>
                <a:cubicBezTo>
                  <a:pt x="45400" y="88920"/>
                  <a:pt x="45000" y="88410"/>
                  <a:pt x="44480" y="88050"/>
                </a:cubicBezTo>
                <a:cubicBezTo>
                  <a:pt x="43960" y="87690"/>
                  <a:pt x="43340" y="87500"/>
                  <a:pt x="42700" y="87500"/>
                </a:cubicBezTo>
                <a:cubicBezTo>
                  <a:pt x="41989" y="87500"/>
                  <a:pt x="41290" y="87750"/>
                  <a:pt x="40730" y="88200"/>
                </a:cubicBezTo>
                <a:cubicBezTo>
                  <a:pt x="40179" y="88660"/>
                  <a:pt x="39789" y="89290"/>
                  <a:pt x="39649" y="89990"/>
                </a:cubicBezTo>
                <a:cubicBezTo>
                  <a:pt x="38229" y="88590"/>
                  <a:pt x="37499" y="87030"/>
                  <a:pt x="37499" y="85420"/>
                </a:cubicBezTo>
                <a:cubicBezTo>
                  <a:pt x="37499" y="83400"/>
                  <a:pt x="38579" y="81460"/>
                  <a:pt x="40800" y="79830"/>
                </a:cubicBezTo>
                <a:cubicBezTo>
                  <a:pt x="43010" y="78210"/>
                  <a:pt x="46300" y="77080"/>
                  <a:pt x="50001" y="7708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2" name="Чёрный — SVG 25">
            <a:extLst>
              <a:ext uri="{FF2B5EF4-FFF2-40B4-BE49-F238E27FC236}">
                <a16:creationId xmlns:a16="http://schemas.microsoft.com/office/drawing/2014/main" id="{E0BBEC26-2BE0-484C-90CE-2012F183CC15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70896 w 141553"/>
              <a:gd name="csY0" fmla="*/ 0 h 143522"/>
              <a:gd name="csX1" fmla="*/ 41684 w 141553"/>
              <a:gd name="csY1" fmla="*/ 13456 h 143522"/>
              <a:gd name="csX2" fmla="*/ 5326 w 141553"/>
              <a:gd name="csY2" fmla="*/ 1769 h 143522"/>
              <a:gd name="csX3" fmla="*/ 1 w 141553"/>
              <a:gd name="csY3" fmla="*/ 7094 h 143522"/>
              <a:gd name="csX4" fmla="*/ 1 w 141553"/>
              <a:gd name="csY4" fmla="*/ 7893 h 143522"/>
              <a:gd name="csX5" fmla="*/ 18001 w 141553"/>
              <a:gd name="csY5" fmla="*/ 55082 h 143522"/>
              <a:gd name="csX6" fmla="*/ 18376 w 141553"/>
              <a:gd name="csY6" fmla="*/ 55269 h 143522"/>
              <a:gd name="csX7" fmla="*/ 5326 w 141553"/>
              <a:gd name="csY7" fmla="*/ 88509 h 143522"/>
              <a:gd name="csX8" fmla="*/ 70896 w 141553"/>
              <a:gd name="csY8" fmla="*/ 143523 h 143522"/>
              <a:gd name="csX9" fmla="*/ 136466 w 141553"/>
              <a:gd name="csY9" fmla="*/ 88509 h 143522"/>
              <a:gd name="csX10" fmla="*/ 124658 w 141553"/>
              <a:gd name="csY10" fmla="*/ 58705 h 143522"/>
              <a:gd name="csX11" fmla="*/ 122668 w 141553"/>
              <a:gd name="csY11" fmla="*/ 55507 h 143522"/>
              <a:gd name="csX12" fmla="*/ 123552 w 141553"/>
              <a:gd name="csY12" fmla="*/ 55082 h 143522"/>
              <a:gd name="csX13" fmla="*/ 141553 w 141553"/>
              <a:gd name="csY13" fmla="*/ 7893 h 143522"/>
              <a:gd name="csX14" fmla="*/ 141553 w 141553"/>
              <a:gd name="csY14" fmla="*/ 7094 h 143522"/>
              <a:gd name="csX15" fmla="*/ 136244 w 141553"/>
              <a:gd name="csY15" fmla="*/ 1769 h 143522"/>
              <a:gd name="csX16" fmla="*/ 100176 w 141553"/>
              <a:gd name="csY16" fmla="*/ 13081 h 143522"/>
              <a:gd name="csX17" fmla="*/ 70896 w 141553"/>
              <a:gd name="csY17" fmla="*/ 0 h 143522"/>
              <a:gd name="csX18" fmla="*/ 54937 w 141553"/>
              <a:gd name="csY18" fmla="*/ 40759 h 143522"/>
              <a:gd name="csX19" fmla="*/ 60263 w 141553"/>
              <a:gd name="csY19" fmla="*/ 46066 h 143522"/>
              <a:gd name="csX20" fmla="*/ 54937 w 141553"/>
              <a:gd name="csY20" fmla="*/ 51390 h 143522"/>
              <a:gd name="csX21" fmla="*/ 49629 w 141553"/>
              <a:gd name="csY21" fmla="*/ 46066 h 143522"/>
              <a:gd name="csX22" fmla="*/ 54937 w 141553"/>
              <a:gd name="csY22" fmla="*/ 40759 h 143522"/>
              <a:gd name="csX23" fmla="*/ 86838 w 141553"/>
              <a:gd name="csY23" fmla="*/ 40759 h 143522"/>
              <a:gd name="csX24" fmla="*/ 92163 w 141553"/>
              <a:gd name="csY24" fmla="*/ 46066 h 143522"/>
              <a:gd name="csX25" fmla="*/ 86838 w 141553"/>
              <a:gd name="csY25" fmla="*/ 51390 h 143522"/>
              <a:gd name="csX26" fmla="*/ 81529 w 141553"/>
              <a:gd name="csY26" fmla="*/ 46066 h 143522"/>
              <a:gd name="csX27" fmla="*/ 86838 w 141553"/>
              <a:gd name="csY27" fmla="*/ 40759 h 143522"/>
              <a:gd name="csX28" fmla="*/ 115556 w 141553"/>
              <a:gd name="csY28" fmla="*/ 42511 h 143522"/>
              <a:gd name="csX29" fmla="*/ 117751 w 141553"/>
              <a:gd name="csY29" fmla="*/ 46151 h 143522"/>
              <a:gd name="csX30" fmla="*/ 117462 w 141553"/>
              <a:gd name="csY30" fmla="*/ 46355 h 143522"/>
              <a:gd name="csX31" fmla="*/ 117462 w 141553"/>
              <a:gd name="csY31" fmla="*/ 46372 h 143522"/>
              <a:gd name="csX32" fmla="*/ 115556 w 141553"/>
              <a:gd name="csY32" fmla="*/ 42511 h 143522"/>
              <a:gd name="csX33" fmla="*/ 24143 w 141553"/>
              <a:gd name="csY33" fmla="*/ 45573 h 143522"/>
              <a:gd name="csX34" fmla="*/ 23820 w 141553"/>
              <a:gd name="csY34" fmla="*/ 46151 h 143522"/>
              <a:gd name="csX35" fmla="*/ 23803 w 141553"/>
              <a:gd name="csY35" fmla="*/ 46134 h 143522"/>
              <a:gd name="csX36" fmla="*/ 24143 w 141553"/>
              <a:gd name="csY36" fmla="*/ 45573 h 143522"/>
              <a:gd name="csX37" fmla="*/ 71083 w 141553"/>
              <a:gd name="csY37" fmla="*/ 66224 h 143522"/>
              <a:gd name="csX38" fmla="*/ 102796 w 141553"/>
              <a:gd name="csY38" fmla="*/ 93272 h 143522"/>
              <a:gd name="csX39" fmla="*/ 70709 w 141553"/>
              <a:gd name="csY39" fmla="*/ 119860 h 143522"/>
              <a:gd name="csX40" fmla="*/ 38996 w 141553"/>
              <a:gd name="csY40" fmla="*/ 92830 h 143522"/>
              <a:gd name="csX41" fmla="*/ 71083 w 141553"/>
              <a:gd name="csY41" fmla="*/ 66224 h 143522"/>
              <a:gd name="csX42" fmla="*/ 56707 w 141553"/>
              <a:gd name="csY42" fmla="*/ 86825 h 143522"/>
              <a:gd name="csX43" fmla="*/ 51705 w 141553"/>
              <a:gd name="csY43" fmla="*/ 88900 h 143522"/>
              <a:gd name="csX44" fmla="*/ 49629 w 141553"/>
              <a:gd name="csY44" fmla="*/ 93918 h 143522"/>
              <a:gd name="csX45" fmla="*/ 51705 w 141553"/>
              <a:gd name="csY45" fmla="*/ 98920 h 143522"/>
              <a:gd name="csX46" fmla="*/ 56707 w 141553"/>
              <a:gd name="csY46" fmla="*/ 100995 h 143522"/>
              <a:gd name="csX47" fmla="*/ 61726 w 141553"/>
              <a:gd name="csY47" fmla="*/ 98920 h 143522"/>
              <a:gd name="csX48" fmla="*/ 63801 w 141553"/>
              <a:gd name="csY48" fmla="*/ 93918 h 143522"/>
              <a:gd name="csX49" fmla="*/ 61726 w 141553"/>
              <a:gd name="csY49" fmla="*/ 88900 h 143522"/>
              <a:gd name="csX50" fmla="*/ 56707 w 141553"/>
              <a:gd name="csY50" fmla="*/ 86825 h 143522"/>
              <a:gd name="csX51" fmla="*/ 85068 w 141553"/>
              <a:gd name="csY51" fmla="*/ 86825 h 143522"/>
              <a:gd name="csX52" fmla="*/ 80049 w 141553"/>
              <a:gd name="csY52" fmla="*/ 88900 h 143522"/>
              <a:gd name="csX53" fmla="*/ 77973 w 141553"/>
              <a:gd name="csY53" fmla="*/ 93918 h 143522"/>
              <a:gd name="csX54" fmla="*/ 80049 w 141553"/>
              <a:gd name="csY54" fmla="*/ 98920 h 143522"/>
              <a:gd name="csX55" fmla="*/ 85068 w 141553"/>
              <a:gd name="csY55" fmla="*/ 100995 h 143522"/>
              <a:gd name="csX56" fmla="*/ 90087 w 141553"/>
              <a:gd name="csY56" fmla="*/ 98920 h 143522"/>
              <a:gd name="csX57" fmla="*/ 92163 w 141553"/>
              <a:gd name="csY57" fmla="*/ 93918 h 143522"/>
              <a:gd name="csX58" fmla="*/ 90087 w 141553"/>
              <a:gd name="csY58" fmla="*/ 88900 h 143522"/>
              <a:gd name="csX59" fmla="*/ 85068 w 141553"/>
              <a:gd name="csY59" fmla="*/ 86825 h 143522"/>
            </a:gdLst>
            <a:ahLst/>
            <a:cxnLst/>
            <a:rect l="l" t="t" r="r" b="b"/>
            <a:pathLst>
              <a:path w="100000" h="100000">
                <a:moveTo>
                  <a:pt x="50083" y="0"/>
                </a:moveTo>
                <a:cubicBezTo>
                  <a:pt x="40920" y="0"/>
                  <a:pt x="34447" y="3995"/>
                  <a:pt x="29730" y="9376"/>
                </a:cubicBezTo>
                <a:cubicBezTo>
                  <a:pt x="24549" y="3912"/>
                  <a:pt x="16240" y="1233"/>
                  <a:pt x="4397" y="1233"/>
                </a:cubicBezTo>
                <a:cubicBezTo>
                  <a:pt x="2346" y="1233"/>
                  <a:pt x="687" y="2892"/>
                  <a:pt x="687" y="4943"/>
                </a:cubicBezTo>
                <a:lnTo>
                  <a:pt x="687" y="5500"/>
                </a:lnTo>
                <a:cubicBezTo>
                  <a:pt x="675" y="13322"/>
                  <a:pt x="663" y="29608"/>
                  <a:pt x="13228" y="38379"/>
                </a:cubicBezTo>
                <a:cubicBezTo>
                  <a:pt x="13311" y="38438"/>
                  <a:pt x="13406" y="38462"/>
                  <a:pt x="13490" y="38509"/>
                </a:cubicBezTo>
                <a:cubicBezTo>
                  <a:pt x="8961" y="45905"/>
                  <a:pt x="4397" y="53562"/>
                  <a:pt x="4397" y="61669"/>
                </a:cubicBezTo>
                <a:cubicBezTo>
                  <a:pt x="4397" y="83170"/>
                  <a:pt x="24454" y="100001"/>
                  <a:pt x="50083" y="100001"/>
                </a:cubicBezTo>
                <a:cubicBezTo>
                  <a:pt x="75700" y="100001"/>
                  <a:pt x="95770" y="83170"/>
                  <a:pt x="95770" y="61669"/>
                </a:cubicBezTo>
                <a:cubicBezTo>
                  <a:pt x="95770" y="54013"/>
                  <a:pt x="91774" y="47648"/>
                  <a:pt x="87542" y="40903"/>
                </a:cubicBezTo>
                <a:cubicBezTo>
                  <a:pt x="87080" y="40169"/>
                  <a:pt x="86618" y="39422"/>
                  <a:pt x="86156" y="38675"/>
                </a:cubicBezTo>
                <a:cubicBezTo>
                  <a:pt x="86369" y="38580"/>
                  <a:pt x="86582" y="38521"/>
                  <a:pt x="86772" y="38379"/>
                </a:cubicBezTo>
                <a:cubicBezTo>
                  <a:pt x="99350" y="29596"/>
                  <a:pt x="99326" y="13322"/>
                  <a:pt x="99314" y="5500"/>
                </a:cubicBezTo>
                <a:lnTo>
                  <a:pt x="99314" y="4943"/>
                </a:lnTo>
                <a:cubicBezTo>
                  <a:pt x="99314" y="2892"/>
                  <a:pt x="97654" y="1233"/>
                  <a:pt x="95615" y="1233"/>
                </a:cubicBezTo>
                <a:cubicBezTo>
                  <a:pt x="83939" y="1233"/>
                  <a:pt x="75677" y="3829"/>
                  <a:pt x="70484" y="9114"/>
                </a:cubicBezTo>
                <a:cubicBezTo>
                  <a:pt x="65031" y="3165"/>
                  <a:pt x="58109" y="0"/>
                  <a:pt x="50083" y="0"/>
                </a:cubicBezTo>
                <a:close/>
                <a:moveTo>
                  <a:pt x="38964" y="28399"/>
                </a:moveTo>
                <a:cubicBezTo>
                  <a:pt x="41015" y="28399"/>
                  <a:pt x="42675" y="30058"/>
                  <a:pt x="42675" y="32097"/>
                </a:cubicBezTo>
                <a:cubicBezTo>
                  <a:pt x="42675" y="34147"/>
                  <a:pt x="41015" y="35806"/>
                  <a:pt x="38964" y="35806"/>
                </a:cubicBezTo>
                <a:cubicBezTo>
                  <a:pt x="36925" y="35806"/>
                  <a:pt x="35265" y="34147"/>
                  <a:pt x="35265" y="32097"/>
                </a:cubicBezTo>
                <a:cubicBezTo>
                  <a:pt x="35265" y="30058"/>
                  <a:pt x="36925" y="28399"/>
                  <a:pt x="38964" y="28399"/>
                </a:cubicBezTo>
                <a:close/>
                <a:moveTo>
                  <a:pt x="61191" y="28399"/>
                </a:moveTo>
                <a:cubicBezTo>
                  <a:pt x="63242" y="28399"/>
                  <a:pt x="64901" y="30058"/>
                  <a:pt x="64901" y="32097"/>
                </a:cubicBezTo>
                <a:cubicBezTo>
                  <a:pt x="64901" y="34147"/>
                  <a:pt x="63242" y="35806"/>
                  <a:pt x="61191" y="35806"/>
                </a:cubicBezTo>
                <a:cubicBezTo>
                  <a:pt x="59152" y="35806"/>
                  <a:pt x="57492" y="34147"/>
                  <a:pt x="57492" y="32097"/>
                </a:cubicBezTo>
                <a:cubicBezTo>
                  <a:pt x="57492" y="30058"/>
                  <a:pt x="59152" y="28399"/>
                  <a:pt x="61191" y="28399"/>
                </a:cubicBezTo>
                <a:close/>
                <a:moveTo>
                  <a:pt x="81200" y="29620"/>
                </a:moveTo>
                <a:lnTo>
                  <a:pt x="82730" y="32156"/>
                </a:lnTo>
                <a:cubicBezTo>
                  <a:pt x="82659" y="32203"/>
                  <a:pt x="82600" y="32251"/>
                  <a:pt x="82528" y="32298"/>
                </a:cubicBezTo>
                <a:lnTo>
                  <a:pt x="82528" y="32310"/>
                </a:lnTo>
                <a:cubicBezTo>
                  <a:pt x="82078" y="31421"/>
                  <a:pt x="81616" y="30533"/>
                  <a:pt x="81200" y="29620"/>
                </a:cubicBezTo>
                <a:close/>
                <a:moveTo>
                  <a:pt x="17508" y="31753"/>
                </a:moveTo>
                <a:cubicBezTo>
                  <a:pt x="17437" y="31884"/>
                  <a:pt x="17354" y="32026"/>
                  <a:pt x="17283" y="32156"/>
                </a:cubicBezTo>
                <a:lnTo>
                  <a:pt x="17271" y="32144"/>
                </a:lnTo>
                <a:lnTo>
                  <a:pt x="17508" y="31753"/>
                </a:lnTo>
                <a:close/>
                <a:moveTo>
                  <a:pt x="50214" y="46142"/>
                </a:moveTo>
                <a:cubicBezTo>
                  <a:pt x="62495" y="46225"/>
                  <a:pt x="72381" y="54664"/>
                  <a:pt x="72310" y="64988"/>
                </a:cubicBezTo>
                <a:cubicBezTo>
                  <a:pt x="72239" y="75300"/>
                  <a:pt x="62222" y="83608"/>
                  <a:pt x="49953" y="83513"/>
                </a:cubicBezTo>
                <a:cubicBezTo>
                  <a:pt x="37672" y="83430"/>
                  <a:pt x="27786" y="74991"/>
                  <a:pt x="27857" y="64680"/>
                </a:cubicBezTo>
                <a:cubicBezTo>
                  <a:pt x="27928" y="54356"/>
                  <a:pt x="37944" y="46059"/>
                  <a:pt x="50214" y="46142"/>
                </a:cubicBezTo>
                <a:close/>
                <a:moveTo>
                  <a:pt x="40197" y="60496"/>
                </a:moveTo>
                <a:cubicBezTo>
                  <a:pt x="38893" y="60496"/>
                  <a:pt x="37636" y="61017"/>
                  <a:pt x="36712" y="61942"/>
                </a:cubicBezTo>
                <a:cubicBezTo>
                  <a:pt x="35787" y="62866"/>
                  <a:pt x="35265" y="64123"/>
                  <a:pt x="35265" y="65438"/>
                </a:cubicBezTo>
                <a:cubicBezTo>
                  <a:pt x="35265" y="66742"/>
                  <a:pt x="35787" y="67999"/>
                  <a:pt x="36712" y="68923"/>
                </a:cubicBezTo>
                <a:cubicBezTo>
                  <a:pt x="37636" y="69859"/>
                  <a:pt x="38893" y="70369"/>
                  <a:pt x="40197" y="70369"/>
                </a:cubicBezTo>
                <a:cubicBezTo>
                  <a:pt x="41512" y="70369"/>
                  <a:pt x="42769" y="69859"/>
                  <a:pt x="43694" y="68923"/>
                </a:cubicBezTo>
                <a:cubicBezTo>
                  <a:pt x="44619" y="67999"/>
                  <a:pt x="45140" y="66742"/>
                  <a:pt x="45140" y="65438"/>
                </a:cubicBezTo>
                <a:cubicBezTo>
                  <a:pt x="45140" y="64123"/>
                  <a:pt x="44619" y="62866"/>
                  <a:pt x="43694" y="61942"/>
                </a:cubicBezTo>
                <a:cubicBezTo>
                  <a:pt x="42769" y="61017"/>
                  <a:pt x="41512" y="60496"/>
                  <a:pt x="40197" y="60496"/>
                </a:cubicBezTo>
                <a:close/>
                <a:moveTo>
                  <a:pt x="59958" y="60496"/>
                </a:moveTo>
                <a:cubicBezTo>
                  <a:pt x="58654" y="60496"/>
                  <a:pt x="57397" y="61017"/>
                  <a:pt x="56461" y="61942"/>
                </a:cubicBezTo>
                <a:cubicBezTo>
                  <a:pt x="55536" y="62866"/>
                  <a:pt x="55014" y="64123"/>
                  <a:pt x="55014" y="65438"/>
                </a:cubicBezTo>
                <a:cubicBezTo>
                  <a:pt x="55014" y="66742"/>
                  <a:pt x="55536" y="67999"/>
                  <a:pt x="56461" y="68923"/>
                </a:cubicBezTo>
                <a:cubicBezTo>
                  <a:pt x="57397" y="69859"/>
                  <a:pt x="58654" y="70369"/>
                  <a:pt x="59958" y="70369"/>
                </a:cubicBezTo>
                <a:cubicBezTo>
                  <a:pt x="61274" y="70369"/>
                  <a:pt x="62530" y="69859"/>
                  <a:pt x="63455" y="68923"/>
                </a:cubicBezTo>
                <a:cubicBezTo>
                  <a:pt x="64379" y="67999"/>
                  <a:pt x="64901" y="66742"/>
                  <a:pt x="64901" y="65438"/>
                </a:cubicBezTo>
                <a:cubicBezTo>
                  <a:pt x="64901" y="64123"/>
                  <a:pt x="64379" y="62866"/>
                  <a:pt x="63455" y="61942"/>
                </a:cubicBezTo>
                <a:cubicBezTo>
                  <a:pt x="62530" y="61017"/>
                  <a:pt x="61274" y="60496"/>
                  <a:pt x="59958" y="6049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304311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5583396E-88F9-0249-AB21-B5CCDBE5B43F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6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436EE08-3277-4945-B34E-62C82E6B3F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Медицина</a:t>
            </a:r>
          </a:p>
        </p:txBody>
      </p:sp>
      <p:sp>
        <p:nvSpPr>
          <p:cNvPr id="140" name="Красный — SVG 1">
            <a:extLst>
              <a:ext uri="{FF2B5EF4-FFF2-40B4-BE49-F238E27FC236}">
                <a16:creationId xmlns:a16="http://schemas.microsoft.com/office/drawing/2014/main" id="{9895F06F-CF85-584B-B625-D6F8474AFB6A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27545 w 145328"/>
              <a:gd name="csY0" fmla="*/ 73148 h 141753"/>
              <a:gd name="csX1" fmla="*/ 28855 w 145328"/>
              <a:gd name="csY1" fmla="*/ 80548 h 141753"/>
              <a:gd name="csX2" fmla="*/ 36256 w 145328"/>
              <a:gd name="csY2" fmla="*/ 79238 h 141753"/>
              <a:gd name="csX3" fmla="*/ 54936 w 145328"/>
              <a:gd name="csY3" fmla="*/ 52564 h 141753"/>
              <a:gd name="csX4" fmla="*/ 54936 w 145328"/>
              <a:gd name="csY4" fmla="*/ 120490 h 141753"/>
              <a:gd name="csX5" fmla="*/ 12403 w 145328"/>
              <a:gd name="csY5" fmla="*/ 120490 h 141753"/>
              <a:gd name="csX6" fmla="*/ 0 w 145328"/>
              <a:gd name="csY6" fmla="*/ 108089 h 141753"/>
              <a:gd name="csX7" fmla="*/ 0 w 145328"/>
              <a:gd name="csY7" fmla="*/ 47835 h 141753"/>
              <a:gd name="csX8" fmla="*/ 12403 w 145328"/>
              <a:gd name="csY8" fmla="*/ 35434 h 141753"/>
              <a:gd name="csX9" fmla="*/ 64089 w 145328"/>
              <a:gd name="csY9" fmla="*/ 35434 h 141753"/>
              <a:gd name="csX10" fmla="*/ 48131 w 145328"/>
              <a:gd name="csY10" fmla="*/ 43770 h 141753"/>
              <a:gd name="csX11" fmla="*/ 27545 w 145328"/>
              <a:gd name="csY11" fmla="*/ 73148 h 141753"/>
              <a:gd name="csX12" fmla="*/ 65570 w 145328"/>
              <a:gd name="csY12" fmla="*/ 99226 h 141753"/>
              <a:gd name="csX13" fmla="*/ 79742 w 145328"/>
              <a:gd name="csY13" fmla="*/ 99226 h 141753"/>
              <a:gd name="csX14" fmla="*/ 79742 w 145328"/>
              <a:gd name="csY14" fmla="*/ 120490 h 141753"/>
              <a:gd name="csX15" fmla="*/ 65570 w 145328"/>
              <a:gd name="csY15" fmla="*/ 120490 h 141753"/>
              <a:gd name="csX16" fmla="*/ 65570 w 145328"/>
              <a:gd name="csY16" fmla="*/ 99226 h 141753"/>
              <a:gd name="csX17" fmla="*/ 145328 w 145328"/>
              <a:gd name="csY17" fmla="*/ 47835 h 141753"/>
              <a:gd name="csX18" fmla="*/ 145328 w 145328"/>
              <a:gd name="csY18" fmla="*/ 108089 h 141753"/>
              <a:gd name="csX19" fmla="*/ 132909 w 145328"/>
              <a:gd name="csY19" fmla="*/ 120490 h 141753"/>
              <a:gd name="csX20" fmla="*/ 90375 w 145328"/>
              <a:gd name="csY20" fmla="*/ 120490 h 141753"/>
              <a:gd name="csX21" fmla="*/ 90375 w 145328"/>
              <a:gd name="csY21" fmla="*/ 52564 h 141753"/>
              <a:gd name="csX22" fmla="*/ 109056 w 145328"/>
              <a:gd name="csY22" fmla="*/ 79238 h 141753"/>
              <a:gd name="csX23" fmla="*/ 113428 w 145328"/>
              <a:gd name="csY23" fmla="*/ 81517 h 141753"/>
              <a:gd name="csX24" fmla="*/ 116474 w 145328"/>
              <a:gd name="csY24" fmla="*/ 80548 h 141753"/>
              <a:gd name="csX25" fmla="*/ 117784 w 145328"/>
              <a:gd name="csY25" fmla="*/ 73148 h 141753"/>
              <a:gd name="csX26" fmla="*/ 97181 w 145328"/>
              <a:gd name="csY26" fmla="*/ 43770 h 141753"/>
              <a:gd name="csX27" fmla="*/ 81239 w 145328"/>
              <a:gd name="csY27" fmla="*/ 35434 h 141753"/>
              <a:gd name="csX28" fmla="*/ 132909 w 145328"/>
              <a:gd name="csY28" fmla="*/ 35434 h 141753"/>
              <a:gd name="csX29" fmla="*/ 145328 w 145328"/>
              <a:gd name="csY29" fmla="*/ 47835 h 141753"/>
              <a:gd name="csX30" fmla="*/ 72664 w 145328"/>
              <a:gd name="csY30" fmla="*/ 0 h 141753"/>
              <a:gd name="csX31" fmla="*/ 62643 w 145328"/>
              <a:gd name="csY31" fmla="*/ 4151 h 141753"/>
              <a:gd name="csX32" fmla="*/ 58475 w 145328"/>
              <a:gd name="csY32" fmla="*/ 14170 h 141753"/>
              <a:gd name="csX33" fmla="*/ 62643 w 145328"/>
              <a:gd name="csY33" fmla="*/ 24207 h 141753"/>
              <a:gd name="csX34" fmla="*/ 72664 w 145328"/>
              <a:gd name="csY34" fmla="*/ 28358 h 141753"/>
              <a:gd name="csX35" fmla="*/ 82685 w 145328"/>
              <a:gd name="csY35" fmla="*/ 24207 h 141753"/>
              <a:gd name="csX36" fmla="*/ 86837 w 145328"/>
              <a:gd name="csY36" fmla="*/ 14170 h 141753"/>
              <a:gd name="csX37" fmla="*/ 82685 w 145328"/>
              <a:gd name="csY37" fmla="*/ 4151 h 141753"/>
              <a:gd name="csX38" fmla="*/ 72664 w 145328"/>
              <a:gd name="csY38" fmla="*/ 0 h 141753"/>
              <a:gd name="csX39" fmla="*/ 54936 w 145328"/>
              <a:gd name="csY39" fmla="*/ 120490 h 141753"/>
              <a:gd name="csX40" fmla="*/ 65570 w 145328"/>
              <a:gd name="csY40" fmla="*/ 120490 h 141753"/>
              <a:gd name="csX41" fmla="*/ 65570 w 145328"/>
              <a:gd name="csY41" fmla="*/ 136446 h 141753"/>
              <a:gd name="csX42" fmla="*/ 60261 w 145328"/>
              <a:gd name="csY42" fmla="*/ 141754 h 141753"/>
              <a:gd name="csX43" fmla="*/ 54936 w 145328"/>
              <a:gd name="csY43" fmla="*/ 136446 h 141753"/>
              <a:gd name="csX44" fmla="*/ 54936 w 145328"/>
              <a:gd name="csY44" fmla="*/ 120490 h 141753"/>
              <a:gd name="csX45" fmla="*/ 90375 w 145328"/>
              <a:gd name="csY45" fmla="*/ 120490 h 141753"/>
              <a:gd name="csX46" fmla="*/ 90375 w 145328"/>
              <a:gd name="csY46" fmla="*/ 136446 h 141753"/>
              <a:gd name="csX47" fmla="*/ 85067 w 145328"/>
              <a:gd name="csY47" fmla="*/ 141754 h 141753"/>
              <a:gd name="csX48" fmla="*/ 79742 w 145328"/>
              <a:gd name="csY48" fmla="*/ 136446 h 141753"/>
              <a:gd name="csX49" fmla="*/ 79742 w 145328"/>
              <a:gd name="csY49" fmla="*/ 120490 h 141753"/>
              <a:gd name="csX50" fmla="*/ 90375 w 145328"/>
              <a:gd name="csY50" fmla="*/ 120490 h 141753"/>
            </a:gdLst>
            <a:ahLst/>
            <a:cxnLst/>
            <a:rect l="l" t="t" r="r" b="b"/>
            <a:pathLst>
              <a:path w="100000" h="100000">
                <a:moveTo>
                  <a:pt x="18954" y="51563"/>
                </a:moveTo>
                <a:cubicBezTo>
                  <a:pt x="17806" y="53225"/>
                  <a:pt x="18193" y="55484"/>
                  <a:pt x="19855" y="56655"/>
                </a:cubicBezTo>
                <a:cubicBezTo>
                  <a:pt x="21517" y="57802"/>
                  <a:pt x="23777" y="57415"/>
                  <a:pt x="24948" y="55754"/>
                </a:cubicBezTo>
                <a:lnTo>
                  <a:pt x="37801" y="37399"/>
                </a:lnTo>
                <a:lnTo>
                  <a:pt x="37801" y="84139"/>
                </a:lnTo>
                <a:lnTo>
                  <a:pt x="8534" y="84139"/>
                </a:lnTo>
                <a:cubicBezTo>
                  <a:pt x="3828" y="84139"/>
                  <a:pt x="0" y="80311"/>
                  <a:pt x="0" y="75606"/>
                </a:cubicBezTo>
                <a:lnTo>
                  <a:pt x="0" y="34145"/>
                </a:lnTo>
                <a:cubicBezTo>
                  <a:pt x="0" y="29440"/>
                  <a:pt x="3828" y="25612"/>
                  <a:pt x="8534" y="25612"/>
                </a:cubicBezTo>
                <a:lnTo>
                  <a:pt x="44100" y="25612"/>
                </a:lnTo>
                <a:cubicBezTo>
                  <a:pt x="39733" y="25612"/>
                  <a:pt x="35636" y="27766"/>
                  <a:pt x="33119" y="31348"/>
                </a:cubicBezTo>
                <a:lnTo>
                  <a:pt x="18954" y="51563"/>
                </a:lnTo>
                <a:close/>
                <a:moveTo>
                  <a:pt x="45119" y="69507"/>
                </a:moveTo>
                <a:lnTo>
                  <a:pt x="54870" y="69507"/>
                </a:lnTo>
                <a:lnTo>
                  <a:pt x="54870" y="84139"/>
                </a:lnTo>
                <a:lnTo>
                  <a:pt x="45119" y="84139"/>
                </a:lnTo>
                <a:lnTo>
                  <a:pt x="45119" y="69507"/>
                </a:lnTo>
                <a:close/>
                <a:moveTo>
                  <a:pt x="100000" y="34145"/>
                </a:moveTo>
                <a:lnTo>
                  <a:pt x="100000" y="75606"/>
                </a:lnTo>
                <a:cubicBezTo>
                  <a:pt x="100000" y="80311"/>
                  <a:pt x="96172" y="84139"/>
                  <a:pt x="91455" y="84139"/>
                </a:cubicBezTo>
                <a:lnTo>
                  <a:pt x="62187" y="84139"/>
                </a:lnTo>
                <a:lnTo>
                  <a:pt x="62187" y="37399"/>
                </a:lnTo>
                <a:lnTo>
                  <a:pt x="75041" y="55754"/>
                </a:lnTo>
                <a:cubicBezTo>
                  <a:pt x="75756" y="56784"/>
                  <a:pt x="76903" y="57322"/>
                  <a:pt x="78050" y="57322"/>
                </a:cubicBezTo>
                <a:cubicBezTo>
                  <a:pt x="78776" y="57322"/>
                  <a:pt x="79513" y="57099"/>
                  <a:pt x="80146" y="56655"/>
                </a:cubicBezTo>
                <a:cubicBezTo>
                  <a:pt x="81796" y="55484"/>
                  <a:pt x="82194" y="53225"/>
                  <a:pt x="81047" y="51563"/>
                </a:cubicBezTo>
                <a:lnTo>
                  <a:pt x="66870" y="31348"/>
                </a:lnTo>
                <a:cubicBezTo>
                  <a:pt x="64365" y="27766"/>
                  <a:pt x="60267" y="25612"/>
                  <a:pt x="55900" y="25612"/>
                </a:cubicBezTo>
                <a:lnTo>
                  <a:pt x="91455" y="25612"/>
                </a:lnTo>
                <a:cubicBezTo>
                  <a:pt x="96172" y="25612"/>
                  <a:pt x="100000" y="29440"/>
                  <a:pt x="100000" y="34145"/>
                </a:cubicBezTo>
                <a:close/>
                <a:moveTo>
                  <a:pt x="50000" y="1230"/>
                </a:moveTo>
                <a:cubicBezTo>
                  <a:pt x="47413" y="1230"/>
                  <a:pt x="44931" y="2260"/>
                  <a:pt x="43105" y="4086"/>
                </a:cubicBezTo>
                <a:cubicBezTo>
                  <a:pt x="41267" y="5912"/>
                  <a:pt x="40237" y="8394"/>
                  <a:pt x="40237" y="10980"/>
                </a:cubicBezTo>
                <a:cubicBezTo>
                  <a:pt x="40237" y="13568"/>
                  <a:pt x="41267" y="16049"/>
                  <a:pt x="43105" y="17887"/>
                </a:cubicBezTo>
                <a:cubicBezTo>
                  <a:pt x="44931" y="19713"/>
                  <a:pt x="47413" y="20743"/>
                  <a:pt x="50000" y="20743"/>
                </a:cubicBezTo>
                <a:cubicBezTo>
                  <a:pt x="52587" y="20743"/>
                  <a:pt x="55069" y="19713"/>
                  <a:pt x="56895" y="17887"/>
                </a:cubicBezTo>
                <a:cubicBezTo>
                  <a:pt x="58722" y="16049"/>
                  <a:pt x="59752" y="13568"/>
                  <a:pt x="59752" y="10980"/>
                </a:cubicBezTo>
                <a:cubicBezTo>
                  <a:pt x="59752" y="8394"/>
                  <a:pt x="58722" y="5912"/>
                  <a:pt x="56895" y="4086"/>
                </a:cubicBezTo>
                <a:cubicBezTo>
                  <a:pt x="55069" y="2260"/>
                  <a:pt x="52587" y="1230"/>
                  <a:pt x="50000" y="1230"/>
                </a:cubicBezTo>
                <a:close/>
                <a:moveTo>
                  <a:pt x="37801" y="84139"/>
                </a:moveTo>
                <a:lnTo>
                  <a:pt x="45119" y="84139"/>
                </a:lnTo>
                <a:lnTo>
                  <a:pt x="45119" y="95118"/>
                </a:lnTo>
                <a:cubicBezTo>
                  <a:pt x="45119" y="97143"/>
                  <a:pt x="43491" y="98771"/>
                  <a:pt x="41466" y="98771"/>
                </a:cubicBezTo>
                <a:cubicBezTo>
                  <a:pt x="39440" y="98771"/>
                  <a:pt x="37801" y="97143"/>
                  <a:pt x="37801" y="95118"/>
                </a:cubicBezTo>
                <a:lnTo>
                  <a:pt x="37801" y="84139"/>
                </a:lnTo>
                <a:close/>
                <a:moveTo>
                  <a:pt x="62187" y="84139"/>
                </a:moveTo>
                <a:lnTo>
                  <a:pt x="62187" y="95118"/>
                </a:lnTo>
                <a:cubicBezTo>
                  <a:pt x="62187" y="97143"/>
                  <a:pt x="60560" y="98771"/>
                  <a:pt x="58534" y="98771"/>
                </a:cubicBezTo>
                <a:cubicBezTo>
                  <a:pt x="56509" y="98771"/>
                  <a:pt x="54870" y="97143"/>
                  <a:pt x="54870" y="95118"/>
                </a:cubicBezTo>
                <a:lnTo>
                  <a:pt x="54870" y="84139"/>
                </a:lnTo>
                <a:lnTo>
                  <a:pt x="62187" y="8413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41" name="Красный — SVG 2">
            <a:extLst>
              <a:ext uri="{FF2B5EF4-FFF2-40B4-BE49-F238E27FC236}">
                <a16:creationId xmlns:a16="http://schemas.microsoft.com/office/drawing/2014/main" id="{A19B1916-B375-6F47-95A8-6399B53F2524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108089 h 127583"/>
              <a:gd name="csX4" fmla="*/ 19497 w 127600"/>
              <a:gd name="csY4" fmla="*/ 127583 h 127583"/>
              <a:gd name="csX5" fmla="*/ 108103 w 127600"/>
              <a:gd name="csY5" fmla="*/ 127583 h 127583"/>
              <a:gd name="csX6" fmla="*/ 127601 w 127600"/>
              <a:gd name="csY6" fmla="*/ 108089 h 127583"/>
              <a:gd name="csX7" fmla="*/ 127601 w 127600"/>
              <a:gd name="csY7" fmla="*/ 19495 h 127583"/>
              <a:gd name="csX8" fmla="*/ 108103 w 127600"/>
              <a:gd name="csY8" fmla="*/ 0 h 127583"/>
              <a:gd name="csX9" fmla="*/ 67339 w 127600"/>
              <a:gd name="csY9" fmla="*/ 17726 h 127583"/>
              <a:gd name="csX10" fmla="*/ 77972 w 127600"/>
              <a:gd name="csY10" fmla="*/ 28358 h 127583"/>
              <a:gd name="csX11" fmla="*/ 67339 w 127600"/>
              <a:gd name="csY11" fmla="*/ 38989 h 127583"/>
              <a:gd name="csX12" fmla="*/ 56706 w 127600"/>
              <a:gd name="csY12" fmla="*/ 28358 h 127583"/>
              <a:gd name="csX13" fmla="*/ 67339 w 127600"/>
              <a:gd name="csY13" fmla="*/ 17726 h 127583"/>
              <a:gd name="csX14" fmla="*/ 74876 w 127600"/>
              <a:gd name="csY14" fmla="*/ 100859 h 127583"/>
              <a:gd name="csX15" fmla="*/ 54936 w 127600"/>
              <a:gd name="csY15" fmla="*/ 109858 h 127583"/>
              <a:gd name="csX16" fmla="*/ 28361 w 127600"/>
              <a:gd name="csY16" fmla="*/ 83286 h 127583"/>
              <a:gd name="csX17" fmla="*/ 46072 w 127600"/>
              <a:gd name="csY17" fmla="*/ 58212 h 127583"/>
              <a:gd name="csX18" fmla="*/ 52861 w 127600"/>
              <a:gd name="csY18" fmla="*/ 61461 h 127583"/>
              <a:gd name="csX19" fmla="*/ 49628 w 127600"/>
              <a:gd name="csY19" fmla="*/ 68232 h 127583"/>
              <a:gd name="csX20" fmla="*/ 38995 w 127600"/>
              <a:gd name="csY20" fmla="*/ 83286 h 127583"/>
              <a:gd name="csX21" fmla="*/ 54936 w 127600"/>
              <a:gd name="csY21" fmla="*/ 99226 h 127583"/>
              <a:gd name="csX22" fmla="*/ 66897 w 127600"/>
              <a:gd name="csY22" fmla="*/ 93833 h 127583"/>
              <a:gd name="csX23" fmla="*/ 74400 w 127600"/>
              <a:gd name="csY23" fmla="*/ 93357 h 127583"/>
              <a:gd name="csX24" fmla="*/ 74876 w 127600"/>
              <a:gd name="csY24" fmla="*/ 100859 h 127583"/>
              <a:gd name="csX25" fmla="*/ 90375 w 127600"/>
              <a:gd name="csY25" fmla="*/ 70885 h 127583"/>
              <a:gd name="csX26" fmla="*/ 95700 w 127600"/>
              <a:gd name="csY26" fmla="*/ 76193 h 127583"/>
              <a:gd name="csX27" fmla="*/ 95700 w 127600"/>
              <a:gd name="csY27" fmla="*/ 97457 h 127583"/>
              <a:gd name="csX28" fmla="*/ 90375 w 127600"/>
              <a:gd name="csY28" fmla="*/ 102781 h 127583"/>
              <a:gd name="csX29" fmla="*/ 85067 w 127600"/>
              <a:gd name="csY29" fmla="*/ 97457 h 127583"/>
              <a:gd name="csX30" fmla="*/ 85067 w 127600"/>
              <a:gd name="csY30" fmla="*/ 81517 h 127583"/>
              <a:gd name="csX31" fmla="*/ 65570 w 127600"/>
              <a:gd name="csY31" fmla="*/ 81517 h 127583"/>
              <a:gd name="csX32" fmla="*/ 60262 w 127600"/>
              <a:gd name="csY32" fmla="*/ 76193 h 127583"/>
              <a:gd name="csX33" fmla="*/ 60262 w 127600"/>
              <a:gd name="csY33" fmla="*/ 51390 h 127583"/>
              <a:gd name="csX34" fmla="*/ 65570 w 127600"/>
              <a:gd name="csY34" fmla="*/ 46066 h 127583"/>
              <a:gd name="csX35" fmla="*/ 90375 w 127600"/>
              <a:gd name="csY35" fmla="*/ 46066 h 127583"/>
              <a:gd name="csX36" fmla="*/ 95700 w 127600"/>
              <a:gd name="csY36" fmla="*/ 51390 h 127583"/>
              <a:gd name="csX37" fmla="*/ 90375 w 127600"/>
              <a:gd name="csY37" fmla="*/ 56698 h 127583"/>
              <a:gd name="csX38" fmla="*/ 70895 w 127600"/>
              <a:gd name="csY38" fmla="*/ 56698 h 127583"/>
              <a:gd name="csX39" fmla="*/ 70895 w 127600"/>
              <a:gd name="csY39" fmla="*/ 70885 h 127583"/>
              <a:gd name="csX40" fmla="*/ 90375 w 127600"/>
              <a:gd name="csY40" fmla="*/ 70885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  <a:moveTo>
                  <a:pt x="52774" y="13899"/>
                </a:moveTo>
                <a:cubicBezTo>
                  <a:pt x="57387" y="13899"/>
                  <a:pt x="61107" y="17618"/>
                  <a:pt x="61107" y="22231"/>
                </a:cubicBezTo>
                <a:cubicBezTo>
                  <a:pt x="61107" y="26830"/>
                  <a:pt x="57387" y="30562"/>
                  <a:pt x="52774" y="30562"/>
                </a:cubicBezTo>
                <a:cubicBezTo>
                  <a:pt x="48173" y="30562"/>
                  <a:pt x="44440" y="26830"/>
                  <a:pt x="44440" y="22231"/>
                </a:cubicBezTo>
                <a:cubicBezTo>
                  <a:pt x="44440" y="17618"/>
                  <a:pt x="48173" y="13899"/>
                  <a:pt x="52774" y="13899"/>
                </a:cubicBezTo>
                <a:close/>
                <a:moveTo>
                  <a:pt x="58680" y="79050"/>
                </a:moveTo>
                <a:cubicBezTo>
                  <a:pt x="54720" y="83542"/>
                  <a:pt x="49027" y="86102"/>
                  <a:pt x="43053" y="86102"/>
                </a:cubicBezTo>
                <a:cubicBezTo>
                  <a:pt x="31560" y="86102"/>
                  <a:pt x="22226" y="76757"/>
                  <a:pt x="22226" y="65278"/>
                </a:cubicBezTo>
                <a:cubicBezTo>
                  <a:pt x="22226" y="56466"/>
                  <a:pt x="27800" y="48560"/>
                  <a:pt x="36107" y="45627"/>
                </a:cubicBezTo>
                <a:cubicBezTo>
                  <a:pt x="38280" y="44867"/>
                  <a:pt x="40667" y="46000"/>
                  <a:pt x="41427" y="48174"/>
                </a:cubicBezTo>
                <a:cubicBezTo>
                  <a:pt x="42200" y="50333"/>
                  <a:pt x="41053" y="52720"/>
                  <a:pt x="38893" y="53480"/>
                </a:cubicBezTo>
                <a:cubicBezTo>
                  <a:pt x="33907" y="55253"/>
                  <a:pt x="30560" y="59986"/>
                  <a:pt x="30560" y="65278"/>
                </a:cubicBezTo>
                <a:cubicBezTo>
                  <a:pt x="30560" y="72170"/>
                  <a:pt x="36160" y="77770"/>
                  <a:pt x="43053" y="77770"/>
                </a:cubicBezTo>
                <a:cubicBezTo>
                  <a:pt x="46640" y="77770"/>
                  <a:pt x="50053" y="76236"/>
                  <a:pt x="52427" y="73543"/>
                </a:cubicBezTo>
                <a:cubicBezTo>
                  <a:pt x="53947" y="71824"/>
                  <a:pt x="56587" y="71651"/>
                  <a:pt x="58307" y="73170"/>
                </a:cubicBezTo>
                <a:cubicBezTo>
                  <a:pt x="60040" y="74703"/>
                  <a:pt x="60201" y="77330"/>
                  <a:pt x="58680" y="79050"/>
                </a:cubicBezTo>
                <a:close/>
                <a:moveTo>
                  <a:pt x="70827" y="55559"/>
                </a:moveTo>
                <a:cubicBezTo>
                  <a:pt x="73134" y="55559"/>
                  <a:pt x="75000" y="57413"/>
                  <a:pt x="75000" y="59719"/>
                </a:cubicBezTo>
                <a:lnTo>
                  <a:pt x="75000" y="76384"/>
                </a:lnTo>
                <a:cubicBezTo>
                  <a:pt x="75000" y="78690"/>
                  <a:pt x="73134" y="80556"/>
                  <a:pt x="70827" y="80556"/>
                </a:cubicBezTo>
                <a:cubicBezTo>
                  <a:pt x="68534" y="80556"/>
                  <a:pt x="66667" y="78690"/>
                  <a:pt x="66667" y="76384"/>
                </a:cubicBezTo>
                <a:lnTo>
                  <a:pt x="66667" y="63891"/>
                </a:lnTo>
                <a:lnTo>
                  <a:pt x="51387" y="63891"/>
                </a:lnTo>
                <a:cubicBezTo>
                  <a:pt x="49080" y="63891"/>
                  <a:pt x="47227" y="62025"/>
                  <a:pt x="47227" y="59719"/>
                </a:cubicBezTo>
                <a:lnTo>
                  <a:pt x="47227" y="40281"/>
                </a:lnTo>
                <a:cubicBezTo>
                  <a:pt x="47227" y="37975"/>
                  <a:pt x="49080" y="36109"/>
                  <a:pt x="51387" y="36109"/>
                </a:cubicBezTo>
                <a:lnTo>
                  <a:pt x="70827" y="36109"/>
                </a:lnTo>
                <a:cubicBezTo>
                  <a:pt x="73134" y="36109"/>
                  <a:pt x="75000" y="37975"/>
                  <a:pt x="75000" y="40281"/>
                </a:cubicBezTo>
                <a:cubicBezTo>
                  <a:pt x="75000" y="42587"/>
                  <a:pt x="73134" y="44441"/>
                  <a:pt x="70827" y="44441"/>
                </a:cubicBezTo>
                <a:lnTo>
                  <a:pt x="55560" y="44441"/>
                </a:lnTo>
                <a:lnTo>
                  <a:pt x="55560" y="55559"/>
                </a:lnTo>
                <a:lnTo>
                  <a:pt x="70827" y="5555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42" name="Красный — SVG 3">
            <a:extLst>
              <a:ext uri="{FF2B5EF4-FFF2-40B4-BE49-F238E27FC236}">
                <a16:creationId xmlns:a16="http://schemas.microsoft.com/office/drawing/2014/main" id="{15FA325B-C890-BE44-9C1C-8A2292CC3176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68764 w 128498"/>
              <a:gd name="csY0" fmla="*/ 23867 h 127532"/>
              <a:gd name="csX1" fmla="*/ 58318 w 128498"/>
              <a:gd name="csY1" fmla="*/ 6107 h 127532"/>
              <a:gd name="csX2" fmla="*/ 47616 w 128498"/>
              <a:gd name="csY2" fmla="*/ 0 h 127532"/>
              <a:gd name="csX3" fmla="*/ 26588 w 128498"/>
              <a:gd name="csY3" fmla="*/ 0 h 127532"/>
              <a:gd name="csX4" fmla="*/ 15869 w 128498"/>
              <a:gd name="csY4" fmla="*/ 6107 h 127532"/>
              <a:gd name="csX5" fmla="*/ 5440 w 128498"/>
              <a:gd name="csY5" fmla="*/ 23867 h 127532"/>
              <a:gd name="csX6" fmla="*/ 5440 w 128498"/>
              <a:gd name="csY6" fmla="*/ 36336 h 127532"/>
              <a:gd name="csX7" fmla="*/ 15869 w 128498"/>
              <a:gd name="csY7" fmla="*/ 54095 h 127532"/>
              <a:gd name="csX8" fmla="*/ 26588 w 128498"/>
              <a:gd name="csY8" fmla="*/ 60202 h 127532"/>
              <a:gd name="csX9" fmla="*/ 47633 w 128498"/>
              <a:gd name="csY9" fmla="*/ 60202 h 127532"/>
              <a:gd name="csX10" fmla="*/ 58335 w 128498"/>
              <a:gd name="csY10" fmla="*/ 54095 h 127532"/>
              <a:gd name="csX11" fmla="*/ 68764 w 128498"/>
              <a:gd name="csY11" fmla="*/ 36336 h 127532"/>
              <a:gd name="csX12" fmla="*/ 68764 w 128498"/>
              <a:gd name="csY12" fmla="*/ 23867 h 127532"/>
              <a:gd name="csX13" fmla="*/ 23491 w 128498"/>
              <a:gd name="csY13" fmla="*/ 31845 h 127532"/>
              <a:gd name="csX14" fmla="*/ 18166 w 128498"/>
              <a:gd name="csY14" fmla="*/ 26537 h 127532"/>
              <a:gd name="csX15" fmla="*/ 23491 w 128498"/>
              <a:gd name="csY15" fmla="*/ 21213 h 127532"/>
              <a:gd name="csX16" fmla="*/ 28799 w 128498"/>
              <a:gd name="csY16" fmla="*/ 26537 h 127532"/>
              <a:gd name="csX17" fmla="*/ 23491 w 128498"/>
              <a:gd name="csY17" fmla="*/ 31845 h 127532"/>
              <a:gd name="csX18" fmla="*/ 32355 w 128498"/>
              <a:gd name="csY18" fmla="*/ 49570 h 127532"/>
              <a:gd name="csX19" fmla="*/ 28799 w 128498"/>
              <a:gd name="csY19" fmla="*/ 46032 h 127532"/>
              <a:gd name="csX20" fmla="*/ 32355 w 128498"/>
              <a:gd name="csY20" fmla="*/ 42477 h 127532"/>
              <a:gd name="csX21" fmla="*/ 35894 w 128498"/>
              <a:gd name="csY21" fmla="*/ 46032 h 127532"/>
              <a:gd name="csX22" fmla="*/ 32355 w 128498"/>
              <a:gd name="csY22" fmla="*/ 49570 h 127532"/>
              <a:gd name="csX23" fmla="*/ 46528 w 128498"/>
              <a:gd name="csY23" fmla="*/ 35400 h 127532"/>
              <a:gd name="csX24" fmla="*/ 39433 w 128498"/>
              <a:gd name="csY24" fmla="*/ 28307 h 127532"/>
              <a:gd name="csX25" fmla="*/ 46528 w 128498"/>
              <a:gd name="csY25" fmla="*/ 21213 h 127532"/>
              <a:gd name="csX26" fmla="*/ 53622 w 128498"/>
              <a:gd name="csY26" fmla="*/ 28307 h 127532"/>
              <a:gd name="csX27" fmla="*/ 46528 w 128498"/>
              <a:gd name="csY27" fmla="*/ 35400 h 127532"/>
              <a:gd name="csX28" fmla="*/ 64528 w 128498"/>
              <a:gd name="csY28" fmla="*/ 91230 h 127532"/>
              <a:gd name="csX29" fmla="*/ 54218 w 128498"/>
              <a:gd name="csY29" fmla="*/ 73573 h 127532"/>
              <a:gd name="csX30" fmla="*/ 43499 w 128498"/>
              <a:gd name="csY30" fmla="*/ 67432 h 127532"/>
              <a:gd name="csX31" fmla="*/ 22709 w 128498"/>
              <a:gd name="csY31" fmla="*/ 67432 h 127532"/>
              <a:gd name="csX32" fmla="*/ 12007 w 128498"/>
              <a:gd name="csY32" fmla="*/ 73573 h 127532"/>
              <a:gd name="csX33" fmla="*/ 1697 w 128498"/>
              <a:gd name="csY33" fmla="*/ 91230 h 127532"/>
              <a:gd name="csX34" fmla="*/ 1697 w 128498"/>
              <a:gd name="csY34" fmla="*/ 103751 h 127532"/>
              <a:gd name="csX35" fmla="*/ 12007 w 128498"/>
              <a:gd name="csY35" fmla="*/ 121391 h 127532"/>
              <a:gd name="csX36" fmla="*/ 22726 w 128498"/>
              <a:gd name="csY36" fmla="*/ 127532 h 127532"/>
              <a:gd name="csX37" fmla="*/ 43499 w 128498"/>
              <a:gd name="csY37" fmla="*/ 127532 h 127532"/>
              <a:gd name="csX38" fmla="*/ 54218 w 128498"/>
              <a:gd name="csY38" fmla="*/ 121391 h 127532"/>
              <a:gd name="csX39" fmla="*/ 64528 w 128498"/>
              <a:gd name="csY39" fmla="*/ 103751 h 127532"/>
              <a:gd name="csX40" fmla="*/ 64528 w 128498"/>
              <a:gd name="csY40" fmla="*/ 91230 h 127532"/>
              <a:gd name="csX41" fmla="*/ 18166 w 128498"/>
              <a:gd name="csY41" fmla="*/ 102730 h 127532"/>
              <a:gd name="csX42" fmla="*/ 14628 w 128498"/>
              <a:gd name="csY42" fmla="*/ 99192 h 127532"/>
              <a:gd name="csX43" fmla="*/ 18166 w 128498"/>
              <a:gd name="csY43" fmla="*/ 95636 h 127532"/>
              <a:gd name="csX44" fmla="*/ 21722 w 128498"/>
              <a:gd name="csY44" fmla="*/ 99192 h 127532"/>
              <a:gd name="csX45" fmla="*/ 18166 w 128498"/>
              <a:gd name="csY45" fmla="*/ 102730 h 127532"/>
              <a:gd name="csX46" fmla="*/ 34125 w 128498"/>
              <a:gd name="csY46" fmla="*/ 116900 h 127532"/>
              <a:gd name="csX47" fmla="*/ 28799 w 128498"/>
              <a:gd name="csY47" fmla="*/ 111593 h 127532"/>
              <a:gd name="csX48" fmla="*/ 34125 w 128498"/>
              <a:gd name="csY48" fmla="*/ 106268 h 127532"/>
              <a:gd name="csX49" fmla="*/ 39433 w 128498"/>
              <a:gd name="csY49" fmla="*/ 111593 h 127532"/>
              <a:gd name="csX50" fmla="*/ 34125 w 128498"/>
              <a:gd name="csY50" fmla="*/ 116900 h 127532"/>
              <a:gd name="csX51" fmla="*/ 35894 w 128498"/>
              <a:gd name="csY51" fmla="*/ 95636 h 127532"/>
              <a:gd name="csX52" fmla="*/ 28799 w 128498"/>
              <a:gd name="csY52" fmla="*/ 88560 h 127532"/>
              <a:gd name="csX53" fmla="*/ 35894 w 128498"/>
              <a:gd name="csY53" fmla="*/ 81466 h 127532"/>
              <a:gd name="csX54" fmla="*/ 42989 w 128498"/>
              <a:gd name="csY54" fmla="*/ 88560 h 127532"/>
              <a:gd name="csX55" fmla="*/ 35894 w 128498"/>
              <a:gd name="csY55" fmla="*/ 95636 h 127532"/>
              <a:gd name="csX56" fmla="*/ 126814 w 128498"/>
              <a:gd name="csY56" fmla="*/ 59165 h 127532"/>
              <a:gd name="csX57" fmla="*/ 116504 w 128498"/>
              <a:gd name="csY57" fmla="*/ 41541 h 127532"/>
              <a:gd name="csX58" fmla="*/ 105802 w 128498"/>
              <a:gd name="csY58" fmla="*/ 35400 h 127532"/>
              <a:gd name="csX59" fmla="*/ 85080 w 128498"/>
              <a:gd name="csY59" fmla="*/ 35400 h 127532"/>
              <a:gd name="csX60" fmla="*/ 74361 w 128498"/>
              <a:gd name="csY60" fmla="*/ 41541 h 127532"/>
              <a:gd name="csX61" fmla="*/ 64068 w 128498"/>
              <a:gd name="csY61" fmla="*/ 59165 h 127532"/>
              <a:gd name="csX62" fmla="*/ 64068 w 128498"/>
              <a:gd name="csY62" fmla="*/ 71685 h 127532"/>
              <a:gd name="csX63" fmla="*/ 74361 w 128498"/>
              <a:gd name="csY63" fmla="*/ 89291 h 127532"/>
              <a:gd name="csX64" fmla="*/ 85080 w 128498"/>
              <a:gd name="csY64" fmla="*/ 95449 h 127532"/>
              <a:gd name="csX65" fmla="*/ 105802 w 128498"/>
              <a:gd name="csY65" fmla="*/ 95449 h 127532"/>
              <a:gd name="csX66" fmla="*/ 116521 w 128498"/>
              <a:gd name="csY66" fmla="*/ 89308 h 127532"/>
              <a:gd name="csX67" fmla="*/ 126814 w 128498"/>
              <a:gd name="csY67" fmla="*/ 71685 h 127532"/>
              <a:gd name="csX68" fmla="*/ 126814 w 128498"/>
              <a:gd name="csY68" fmla="*/ 59165 h 127532"/>
              <a:gd name="csX69" fmla="*/ 81966 w 128498"/>
              <a:gd name="csY69" fmla="*/ 70834 h 127532"/>
              <a:gd name="csX70" fmla="*/ 74889 w 128498"/>
              <a:gd name="csY70" fmla="*/ 63741 h 127532"/>
              <a:gd name="csX71" fmla="*/ 81966 w 128498"/>
              <a:gd name="csY71" fmla="*/ 56664 h 127532"/>
              <a:gd name="csX72" fmla="*/ 89061 w 128498"/>
              <a:gd name="csY72" fmla="*/ 63741 h 127532"/>
              <a:gd name="csX73" fmla="*/ 81966 w 128498"/>
              <a:gd name="csY73" fmla="*/ 70834 h 127532"/>
              <a:gd name="csX74" fmla="*/ 101464 w 128498"/>
              <a:gd name="csY74" fmla="*/ 85004 h 127532"/>
              <a:gd name="csX75" fmla="*/ 96156 w 128498"/>
              <a:gd name="csY75" fmla="*/ 79697 h 127532"/>
              <a:gd name="csX76" fmla="*/ 101464 w 128498"/>
              <a:gd name="csY76" fmla="*/ 74373 h 127532"/>
              <a:gd name="csX77" fmla="*/ 106789 w 128498"/>
              <a:gd name="csY77" fmla="*/ 79697 h 127532"/>
              <a:gd name="csX78" fmla="*/ 101464 w 128498"/>
              <a:gd name="csY78" fmla="*/ 85004 h 127532"/>
              <a:gd name="csX79" fmla="*/ 106789 w 128498"/>
              <a:gd name="csY79" fmla="*/ 60202 h 127532"/>
              <a:gd name="csX80" fmla="*/ 103233 w 128498"/>
              <a:gd name="csY80" fmla="*/ 56664 h 127532"/>
              <a:gd name="csX81" fmla="*/ 106789 w 128498"/>
              <a:gd name="csY81" fmla="*/ 53109 h 127532"/>
              <a:gd name="csX82" fmla="*/ 110328 w 128498"/>
              <a:gd name="csY82" fmla="*/ 56664 h 127532"/>
              <a:gd name="csX83" fmla="*/ 106789 w 128498"/>
              <a:gd name="csY83" fmla="*/ 60202 h 127532"/>
            </a:gdLst>
            <a:ahLst/>
            <a:cxnLst/>
            <a:rect l="l" t="t" r="r" b="b"/>
            <a:pathLst>
              <a:path w="100000" h="100000">
                <a:moveTo>
                  <a:pt x="53514" y="18950"/>
                </a:moveTo>
                <a:lnTo>
                  <a:pt x="45384" y="5128"/>
                </a:lnTo>
                <a:cubicBezTo>
                  <a:pt x="43663" y="2203"/>
                  <a:pt x="40472" y="376"/>
                  <a:pt x="37056" y="376"/>
                </a:cubicBezTo>
                <a:lnTo>
                  <a:pt x="20691" y="376"/>
                </a:lnTo>
                <a:cubicBezTo>
                  <a:pt x="17275" y="376"/>
                  <a:pt x="14071" y="2190"/>
                  <a:pt x="12350" y="5128"/>
                </a:cubicBezTo>
                <a:lnTo>
                  <a:pt x="4234" y="18950"/>
                </a:lnTo>
                <a:cubicBezTo>
                  <a:pt x="2473" y="21941"/>
                  <a:pt x="2473" y="25661"/>
                  <a:pt x="4234" y="28653"/>
                </a:cubicBezTo>
                <a:lnTo>
                  <a:pt x="12350" y="42474"/>
                </a:lnTo>
                <a:cubicBezTo>
                  <a:pt x="14071" y="45400"/>
                  <a:pt x="17275" y="47226"/>
                  <a:pt x="20691" y="47226"/>
                </a:cubicBezTo>
                <a:lnTo>
                  <a:pt x="37069" y="47226"/>
                </a:lnTo>
                <a:cubicBezTo>
                  <a:pt x="40472" y="47226"/>
                  <a:pt x="43676" y="45400"/>
                  <a:pt x="45398" y="42474"/>
                </a:cubicBezTo>
                <a:lnTo>
                  <a:pt x="53514" y="28653"/>
                </a:lnTo>
                <a:cubicBezTo>
                  <a:pt x="55275" y="25661"/>
                  <a:pt x="55275" y="21941"/>
                  <a:pt x="53514" y="18950"/>
                </a:cubicBezTo>
                <a:close/>
                <a:moveTo>
                  <a:pt x="18281" y="25158"/>
                </a:moveTo>
                <a:cubicBezTo>
                  <a:pt x="15991" y="25158"/>
                  <a:pt x="14137" y="23305"/>
                  <a:pt x="14137" y="21028"/>
                </a:cubicBezTo>
                <a:cubicBezTo>
                  <a:pt x="14137" y="18737"/>
                  <a:pt x="15991" y="16884"/>
                  <a:pt x="18281" y="16884"/>
                </a:cubicBezTo>
                <a:cubicBezTo>
                  <a:pt x="20559" y="16884"/>
                  <a:pt x="22412" y="18737"/>
                  <a:pt x="22412" y="21028"/>
                </a:cubicBezTo>
                <a:cubicBezTo>
                  <a:pt x="22412" y="23305"/>
                  <a:pt x="20559" y="25158"/>
                  <a:pt x="18281" y="25158"/>
                </a:cubicBezTo>
                <a:close/>
                <a:moveTo>
                  <a:pt x="25179" y="38952"/>
                </a:moveTo>
                <a:cubicBezTo>
                  <a:pt x="23657" y="38952"/>
                  <a:pt x="22412" y="37721"/>
                  <a:pt x="22412" y="36199"/>
                </a:cubicBezTo>
                <a:cubicBezTo>
                  <a:pt x="22412" y="34677"/>
                  <a:pt x="23657" y="33432"/>
                  <a:pt x="25179" y="33432"/>
                </a:cubicBezTo>
                <a:cubicBezTo>
                  <a:pt x="26702" y="33432"/>
                  <a:pt x="27934" y="34677"/>
                  <a:pt x="27934" y="36199"/>
                </a:cubicBezTo>
                <a:cubicBezTo>
                  <a:pt x="27934" y="37721"/>
                  <a:pt x="26702" y="38952"/>
                  <a:pt x="25179" y="38952"/>
                </a:cubicBezTo>
                <a:close/>
                <a:moveTo>
                  <a:pt x="36209" y="27925"/>
                </a:moveTo>
                <a:cubicBezTo>
                  <a:pt x="33164" y="27925"/>
                  <a:pt x="30688" y="25449"/>
                  <a:pt x="30688" y="22405"/>
                </a:cubicBezTo>
                <a:cubicBezTo>
                  <a:pt x="30688" y="19360"/>
                  <a:pt x="33164" y="16884"/>
                  <a:pt x="36209" y="16884"/>
                </a:cubicBezTo>
                <a:cubicBezTo>
                  <a:pt x="39254" y="16884"/>
                  <a:pt x="41730" y="19360"/>
                  <a:pt x="41730" y="22405"/>
                </a:cubicBezTo>
                <a:cubicBezTo>
                  <a:pt x="41730" y="25449"/>
                  <a:pt x="39254" y="27925"/>
                  <a:pt x="36209" y="27925"/>
                </a:cubicBezTo>
                <a:close/>
                <a:moveTo>
                  <a:pt x="50217" y="71373"/>
                </a:moveTo>
                <a:lnTo>
                  <a:pt x="42194" y="57632"/>
                </a:lnTo>
                <a:cubicBezTo>
                  <a:pt x="40472" y="54693"/>
                  <a:pt x="37281" y="52853"/>
                  <a:pt x="33852" y="52853"/>
                </a:cubicBezTo>
                <a:lnTo>
                  <a:pt x="17673" y="52853"/>
                </a:lnTo>
                <a:cubicBezTo>
                  <a:pt x="14256" y="52853"/>
                  <a:pt x="11066" y="54693"/>
                  <a:pt x="9344" y="57632"/>
                </a:cubicBezTo>
                <a:lnTo>
                  <a:pt x="1321" y="71373"/>
                </a:lnTo>
                <a:cubicBezTo>
                  <a:pt x="-440" y="74379"/>
                  <a:pt x="-440" y="78098"/>
                  <a:pt x="1321" y="81117"/>
                </a:cubicBezTo>
                <a:lnTo>
                  <a:pt x="9344" y="94845"/>
                </a:lnTo>
                <a:cubicBezTo>
                  <a:pt x="11066" y="97798"/>
                  <a:pt x="14256" y="99624"/>
                  <a:pt x="17686" y="99624"/>
                </a:cubicBezTo>
                <a:lnTo>
                  <a:pt x="33852" y="99624"/>
                </a:lnTo>
                <a:cubicBezTo>
                  <a:pt x="37281" y="99624"/>
                  <a:pt x="40472" y="97798"/>
                  <a:pt x="42194" y="94845"/>
                </a:cubicBezTo>
                <a:lnTo>
                  <a:pt x="50217" y="81117"/>
                </a:lnTo>
                <a:cubicBezTo>
                  <a:pt x="51978" y="78098"/>
                  <a:pt x="51978" y="74379"/>
                  <a:pt x="50217" y="71373"/>
                </a:cubicBezTo>
                <a:close/>
                <a:moveTo>
                  <a:pt x="14137" y="80323"/>
                </a:moveTo>
                <a:cubicBezTo>
                  <a:pt x="12615" y="80323"/>
                  <a:pt x="11384" y="79092"/>
                  <a:pt x="11384" y="77569"/>
                </a:cubicBezTo>
                <a:cubicBezTo>
                  <a:pt x="11384" y="76046"/>
                  <a:pt x="12615" y="74802"/>
                  <a:pt x="14137" y="74802"/>
                </a:cubicBezTo>
                <a:cubicBezTo>
                  <a:pt x="15660" y="74802"/>
                  <a:pt x="16905" y="76046"/>
                  <a:pt x="16905" y="77569"/>
                </a:cubicBezTo>
                <a:cubicBezTo>
                  <a:pt x="16905" y="79092"/>
                  <a:pt x="15660" y="80323"/>
                  <a:pt x="14137" y="80323"/>
                </a:cubicBezTo>
                <a:close/>
                <a:moveTo>
                  <a:pt x="26557" y="91350"/>
                </a:moveTo>
                <a:cubicBezTo>
                  <a:pt x="24267" y="91350"/>
                  <a:pt x="22412" y="89497"/>
                  <a:pt x="22412" y="87220"/>
                </a:cubicBezTo>
                <a:cubicBezTo>
                  <a:pt x="22412" y="84930"/>
                  <a:pt x="24267" y="83076"/>
                  <a:pt x="26557" y="83076"/>
                </a:cubicBezTo>
                <a:cubicBezTo>
                  <a:pt x="28834" y="83076"/>
                  <a:pt x="30688" y="84930"/>
                  <a:pt x="30688" y="87220"/>
                </a:cubicBezTo>
                <a:cubicBezTo>
                  <a:pt x="30688" y="89497"/>
                  <a:pt x="28834" y="91350"/>
                  <a:pt x="26557" y="91350"/>
                </a:cubicBezTo>
                <a:close/>
                <a:moveTo>
                  <a:pt x="27934" y="74802"/>
                </a:moveTo>
                <a:cubicBezTo>
                  <a:pt x="24888" y="74802"/>
                  <a:pt x="22412" y="72340"/>
                  <a:pt x="22412" y="69295"/>
                </a:cubicBezTo>
                <a:cubicBezTo>
                  <a:pt x="22412" y="66250"/>
                  <a:pt x="24888" y="63775"/>
                  <a:pt x="27934" y="63775"/>
                </a:cubicBezTo>
                <a:cubicBezTo>
                  <a:pt x="30979" y="63775"/>
                  <a:pt x="33455" y="66250"/>
                  <a:pt x="33455" y="69295"/>
                </a:cubicBezTo>
                <a:cubicBezTo>
                  <a:pt x="33455" y="72340"/>
                  <a:pt x="30979" y="74802"/>
                  <a:pt x="27934" y="74802"/>
                </a:cubicBezTo>
                <a:close/>
                <a:moveTo>
                  <a:pt x="98689" y="46419"/>
                </a:moveTo>
                <a:lnTo>
                  <a:pt x="90666" y="32704"/>
                </a:lnTo>
                <a:cubicBezTo>
                  <a:pt x="88945" y="29752"/>
                  <a:pt x="85754" y="27925"/>
                  <a:pt x="82337" y="27925"/>
                </a:cubicBezTo>
                <a:lnTo>
                  <a:pt x="66211" y="27925"/>
                </a:lnTo>
                <a:cubicBezTo>
                  <a:pt x="62782" y="27925"/>
                  <a:pt x="59591" y="29752"/>
                  <a:pt x="57869" y="32704"/>
                </a:cubicBezTo>
                <a:lnTo>
                  <a:pt x="49859" y="46419"/>
                </a:lnTo>
                <a:cubicBezTo>
                  <a:pt x="48099" y="49424"/>
                  <a:pt x="48099" y="53157"/>
                  <a:pt x="49859" y="56163"/>
                </a:cubicBezTo>
                <a:lnTo>
                  <a:pt x="57869" y="69864"/>
                </a:lnTo>
                <a:cubicBezTo>
                  <a:pt x="59591" y="72817"/>
                  <a:pt x="62782" y="74656"/>
                  <a:pt x="66211" y="74656"/>
                </a:cubicBezTo>
                <a:lnTo>
                  <a:pt x="82337" y="74656"/>
                </a:lnTo>
                <a:cubicBezTo>
                  <a:pt x="85754" y="74656"/>
                  <a:pt x="88945" y="72817"/>
                  <a:pt x="90679" y="69877"/>
                </a:cubicBezTo>
                <a:lnTo>
                  <a:pt x="98689" y="56163"/>
                </a:lnTo>
                <a:cubicBezTo>
                  <a:pt x="100437" y="53144"/>
                  <a:pt x="100437" y="49424"/>
                  <a:pt x="98689" y="46419"/>
                </a:cubicBezTo>
                <a:close/>
                <a:moveTo>
                  <a:pt x="63788" y="55500"/>
                </a:moveTo>
                <a:cubicBezTo>
                  <a:pt x="60743" y="55500"/>
                  <a:pt x="58280" y="53038"/>
                  <a:pt x="58280" y="49981"/>
                </a:cubicBezTo>
                <a:cubicBezTo>
                  <a:pt x="58280" y="46935"/>
                  <a:pt x="60743" y="44473"/>
                  <a:pt x="63788" y="44473"/>
                </a:cubicBezTo>
                <a:cubicBezTo>
                  <a:pt x="66834" y="44473"/>
                  <a:pt x="69309" y="46935"/>
                  <a:pt x="69309" y="49981"/>
                </a:cubicBezTo>
                <a:cubicBezTo>
                  <a:pt x="69309" y="53038"/>
                  <a:pt x="66834" y="55500"/>
                  <a:pt x="63788" y="55500"/>
                </a:cubicBezTo>
                <a:close/>
                <a:moveTo>
                  <a:pt x="78962" y="66528"/>
                </a:moveTo>
                <a:cubicBezTo>
                  <a:pt x="76684" y="66528"/>
                  <a:pt x="74831" y="64675"/>
                  <a:pt x="74831" y="62398"/>
                </a:cubicBezTo>
                <a:cubicBezTo>
                  <a:pt x="74831" y="60108"/>
                  <a:pt x="76684" y="58255"/>
                  <a:pt x="78962" y="58255"/>
                </a:cubicBezTo>
                <a:cubicBezTo>
                  <a:pt x="81252" y="58255"/>
                  <a:pt x="83106" y="60108"/>
                  <a:pt x="83106" y="62398"/>
                </a:cubicBezTo>
                <a:cubicBezTo>
                  <a:pt x="83106" y="64675"/>
                  <a:pt x="81252" y="66528"/>
                  <a:pt x="78962" y="66528"/>
                </a:cubicBezTo>
                <a:close/>
                <a:moveTo>
                  <a:pt x="83106" y="47226"/>
                </a:moveTo>
                <a:cubicBezTo>
                  <a:pt x="81583" y="47226"/>
                  <a:pt x="80338" y="45995"/>
                  <a:pt x="80338" y="44473"/>
                </a:cubicBezTo>
                <a:cubicBezTo>
                  <a:pt x="80338" y="42951"/>
                  <a:pt x="81583" y="41706"/>
                  <a:pt x="83106" y="41706"/>
                </a:cubicBezTo>
                <a:cubicBezTo>
                  <a:pt x="84628" y="41706"/>
                  <a:pt x="85860" y="42951"/>
                  <a:pt x="85860" y="44473"/>
                </a:cubicBezTo>
                <a:cubicBezTo>
                  <a:pt x="85860" y="45995"/>
                  <a:pt x="84628" y="47226"/>
                  <a:pt x="83106" y="4722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43" name="Красный — SVG 4">
            <a:extLst>
              <a:ext uri="{FF2B5EF4-FFF2-40B4-BE49-F238E27FC236}">
                <a16:creationId xmlns:a16="http://schemas.microsoft.com/office/drawing/2014/main" id="{AD374F35-5969-FF41-BE49-60EDEB43D38F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166340 w 170132"/>
              <a:gd name="csY0" fmla="*/ 21485 h 170111"/>
              <a:gd name="csX1" fmla="*/ 124381 w 170132"/>
              <a:gd name="csY1" fmla="*/ 8948 h 170111"/>
              <a:gd name="csX2" fmla="*/ 92662 w 170132"/>
              <a:gd name="csY2" fmla="*/ 18457 h 170111"/>
              <a:gd name="csX3" fmla="*/ 88611 w 170132"/>
              <a:gd name="csY3" fmla="*/ 23271 h 170111"/>
              <a:gd name="csX4" fmla="*/ 88611 w 170132"/>
              <a:gd name="csY4" fmla="*/ 16977 h 170111"/>
              <a:gd name="csX5" fmla="*/ 93927 w 170132"/>
              <a:gd name="csY5" fmla="*/ 8863 h 170111"/>
              <a:gd name="csX6" fmla="*/ 85066 w 170132"/>
              <a:gd name="csY6" fmla="*/ 0 h 170111"/>
              <a:gd name="csX7" fmla="*/ 76205 w 170132"/>
              <a:gd name="csY7" fmla="*/ 8863 h 170111"/>
              <a:gd name="csX8" fmla="*/ 81522 w 170132"/>
              <a:gd name="csY8" fmla="*/ 16977 h 170111"/>
              <a:gd name="csX9" fmla="*/ 81522 w 170132"/>
              <a:gd name="csY9" fmla="*/ 23271 h 170111"/>
              <a:gd name="csX10" fmla="*/ 77471 w 170132"/>
              <a:gd name="csY10" fmla="*/ 18440 h 170111"/>
              <a:gd name="csX11" fmla="*/ 45751 w 170132"/>
              <a:gd name="csY11" fmla="*/ 8931 h 170111"/>
              <a:gd name="csX12" fmla="*/ 3792 w 170132"/>
              <a:gd name="csY12" fmla="*/ 21485 h 170111"/>
              <a:gd name="csX13" fmla="*/ 21 w 170132"/>
              <a:gd name="csY13" fmla="*/ 26112 h 170111"/>
              <a:gd name="csX14" fmla="*/ 2938 w 170132"/>
              <a:gd name="csY14" fmla="*/ 31335 h 170111"/>
              <a:gd name="csX15" fmla="*/ 55187 w 170132"/>
              <a:gd name="csY15" fmla="*/ 42409 h 170111"/>
              <a:gd name="csX16" fmla="*/ 81522 w 170132"/>
              <a:gd name="csY16" fmla="*/ 39483 h 170111"/>
              <a:gd name="csX17" fmla="*/ 81522 w 170132"/>
              <a:gd name="csY17" fmla="*/ 67347 h 170111"/>
              <a:gd name="csX18" fmla="*/ 58891 w 170132"/>
              <a:gd name="csY18" fmla="*/ 70290 h 170111"/>
              <a:gd name="csX19" fmla="*/ 52305 w 170132"/>
              <a:gd name="csY19" fmla="*/ 68963 h 170111"/>
              <a:gd name="csX20" fmla="*/ 49636 w 170132"/>
              <a:gd name="csY20" fmla="*/ 64251 h 170111"/>
              <a:gd name="csX21" fmla="*/ 51543 w 170132"/>
              <a:gd name="csY21" fmla="*/ 58943 h 170111"/>
              <a:gd name="csX22" fmla="*/ 52830 w 170132"/>
              <a:gd name="csY22" fmla="*/ 57872 h 170111"/>
              <a:gd name="csX23" fmla="*/ 62027 w 170132"/>
              <a:gd name="csY23" fmla="*/ 60253 h 170111"/>
              <a:gd name="csX24" fmla="*/ 74433 w 170132"/>
              <a:gd name="csY24" fmla="*/ 53160 h 170111"/>
              <a:gd name="csX25" fmla="*/ 63800 w 170132"/>
              <a:gd name="csY25" fmla="*/ 46168 h 170111"/>
              <a:gd name="csX26" fmla="*/ 63800 w 170132"/>
              <a:gd name="csY26" fmla="*/ 46066 h 170111"/>
              <a:gd name="csX27" fmla="*/ 56711 w 170132"/>
              <a:gd name="csY27" fmla="*/ 46066 h 170111"/>
              <a:gd name="csX28" fmla="*/ 43791 w 170132"/>
              <a:gd name="csY28" fmla="*/ 51663 h 170111"/>
              <a:gd name="csX29" fmla="*/ 39020 w 170132"/>
              <a:gd name="csY29" fmla="*/ 64914 h 170111"/>
              <a:gd name="csX30" fmla="*/ 45996 w 170132"/>
              <a:gd name="csY30" fmla="*/ 77520 h 170111"/>
              <a:gd name="csX31" fmla="*/ 61010 w 170132"/>
              <a:gd name="csY31" fmla="*/ 80701 h 170111"/>
              <a:gd name="csX32" fmla="*/ 60255 w 170132"/>
              <a:gd name="csY32" fmla="*/ 85056 h 170111"/>
              <a:gd name="csX33" fmla="*/ 68769 w 170132"/>
              <a:gd name="csY33" fmla="*/ 98494 h 170111"/>
              <a:gd name="csX34" fmla="*/ 63800 w 170132"/>
              <a:gd name="csY34" fmla="*/ 109858 h 170111"/>
              <a:gd name="csX35" fmla="*/ 69903 w 170132"/>
              <a:gd name="csY35" fmla="*/ 122259 h 170111"/>
              <a:gd name="csX36" fmla="*/ 63800 w 170132"/>
              <a:gd name="csY36" fmla="*/ 134677 h 170111"/>
              <a:gd name="csX37" fmla="*/ 69375 w 170132"/>
              <a:gd name="csY37" fmla="*/ 146585 h 170111"/>
              <a:gd name="csX38" fmla="*/ 63800 w 170132"/>
              <a:gd name="csY38" fmla="*/ 157710 h 170111"/>
              <a:gd name="csX39" fmla="*/ 69116 w 170132"/>
              <a:gd name="csY39" fmla="*/ 163018 h 170111"/>
              <a:gd name="csX40" fmla="*/ 74433 w 170132"/>
              <a:gd name="csY40" fmla="*/ 157710 h 170111"/>
              <a:gd name="csX41" fmla="*/ 81522 w 170132"/>
              <a:gd name="csY41" fmla="*/ 152573 h 170111"/>
              <a:gd name="csX42" fmla="*/ 81522 w 170132"/>
              <a:gd name="csY42" fmla="*/ 166573 h 170111"/>
              <a:gd name="csX43" fmla="*/ 85066 w 170132"/>
              <a:gd name="csY43" fmla="*/ 170111 h 170111"/>
              <a:gd name="csX44" fmla="*/ 88611 w 170132"/>
              <a:gd name="csY44" fmla="*/ 166573 h 170111"/>
              <a:gd name="csX45" fmla="*/ 88611 w 170132"/>
              <a:gd name="csY45" fmla="*/ 152794 h 170111"/>
              <a:gd name="csX46" fmla="*/ 95700 w 170132"/>
              <a:gd name="csY46" fmla="*/ 157710 h 170111"/>
              <a:gd name="csX47" fmla="*/ 101016 w 170132"/>
              <a:gd name="csY47" fmla="*/ 163018 h 170111"/>
              <a:gd name="csX48" fmla="*/ 106333 w 170132"/>
              <a:gd name="csY48" fmla="*/ 157710 h 170111"/>
              <a:gd name="csX49" fmla="*/ 100623 w 170132"/>
              <a:gd name="csY49" fmla="*/ 146721 h 170111"/>
              <a:gd name="csX50" fmla="*/ 106333 w 170132"/>
              <a:gd name="csY50" fmla="*/ 134677 h 170111"/>
              <a:gd name="csX51" fmla="*/ 100230 w 170132"/>
              <a:gd name="csY51" fmla="*/ 122259 h 170111"/>
              <a:gd name="csX52" fmla="*/ 106333 w 170132"/>
              <a:gd name="csY52" fmla="*/ 109858 h 170111"/>
              <a:gd name="csX53" fmla="*/ 101364 w 170132"/>
              <a:gd name="csY53" fmla="*/ 98494 h 170111"/>
              <a:gd name="csX54" fmla="*/ 109878 w 170132"/>
              <a:gd name="csY54" fmla="*/ 85056 h 170111"/>
              <a:gd name="csX55" fmla="*/ 108832 w 170132"/>
              <a:gd name="csY55" fmla="*/ 79884 h 170111"/>
              <a:gd name="csX56" fmla="*/ 112281 w 170132"/>
              <a:gd name="csY56" fmla="*/ 80632 h 170111"/>
              <a:gd name="csX57" fmla="*/ 127681 w 170132"/>
              <a:gd name="csY57" fmla="*/ 77520 h 170111"/>
              <a:gd name="csX58" fmla="*/ 134657 w 170132"/>
              <a:gd name="csY58" fmla="*/ 64914 h 170111"/>
              <a:gd name="csX59" fmla="*/ 129886 w 170132"/>
              <a:gd name="csY59" fmla="*/ 51663 h 170111"/>
              <a:gd name="csX60" fmla="*/ 116967 w 170132"/>
              <a:gd name="csY60" fmla="*/ 46066 h 170111"/>
              <a:gd name="csX61" fmla="*/ 109878 w 170132"/>
              <a:gd name="csY61" fmla="*/ 46066 h 170111"/>
              <a:gd name="csX62" fmla="*/ 109878 w 170132"/>
              <a:gd name="csY62" fmla="*/ 46168 h 170111"/>
              <a:gd name="csX63" fmla="*/ 99244 w 170132"/>
              <a:gd name="csY63" fmla="*/ 53160 h 170111"/>
              <a:gd name="csX64" fmla="*/ 111650 w 170132"/>
              <a:gd name="csY64" fmla="*/ 60253 h 170111"/>
              <a:gd name="csX65" fmla="*/ 120848 w 170132"/>
              <a:gd name="csY65" fmla="*/ 57872 h 170111"/>
              <a:gd name="csX66" fmla="*/ 122134 w 170132"/>
              <a:gd name="csY66" fmla="*/ 58943 h 170111"/>
              <a:gd name="csX67" fmla="*/ 124041 w 170132"/>
              <a:gd name="csY67" fmla="*/ 64251 h 170111"/>
              <a:gd name="csX68" fmla="*/ 121372 w 170132"/>
              <a:gd name="csY68" fmla="*/ 68963 h 170111"/>
              <a:gd name="csX69" fmla="*/ 114787 w 170132"/>
              <a:gd name="csY69" fmla="*/ 70290 h 170111"/>
              <a:gd name="csX70" fmla="*/ 88611 w 170132"/>
              <a:gd name="csY70" fmla="*/ 67364 h 170111"/>
              <a:gd name="csX71" fmla="*/ 88611 w 170132"/>
              <a:gd name="csY71" fmla="*/ 39483 h 170111"/>
              <a:gd name="csX72" fmla="*/ 114946 w 170132"/>
              <a:gd name="csY72" fmla="*/ 42409 h 170111"/>
              <a:gd name="csX73" fmla="*/ 167194 w 170132"/>
              <a:gd name="csY73" fmla="*/ 31335 h 170111"/>
              <a:gd name="csX74" fmla="*/ 170112 w 170132"/>
              <a:gd name="csY74" fmla="*/ 26112 h 170111"/>
              <a:gd name="csX75" fmla="*/ 166340 w 170132"/>
              <a:gd name="csY75" fmla="*/ 21485 h 170111"/>
              <a:gd name="csX76" fmla="*/ 81522 w 170132"/>
              <a:gd name="csY76" fmla="*/ 141311 h 170111"/>
              <a:gd name="csX77" fmla="*/ 74433 w 170132"/>
              <a:gd name="csY77" fmla="*/ 134677 h 170111"/>
              <a:gd name="csX78" fmla="*/ 81522 w 170132"/>
              <a:gd name="csY78" fmla="*/ 128026 h 170111"/>
              <a:gd name="csX79" fmla="*/ 81522 w 170132"/>
              <a:gd name="csY79" fmla="*/ 141311 h 170111"/>
              <a:gd name="csX80" fmla="*/ 88611 w 170132"/>
              <a:gd name="csY80" fmla="*/ 128026 h 170111"/>
              <a:gd name="csX81" fmla="*/ 95700 w 170132"/>
              <a:gd name="csY81" fmla="*/ 134677 h 170111"/>
              <a:gd name="csX82" fmla="*/ 88611 w 170132"/>
              <a:gd name="csY82" fmla="*/ 141311 h 170111"/>
              <a:gd name="csX83" fmla="*/ 88611 w 170132"/>
              <a:gd name="csY83" fmla="*/ 128026 h 170111"/>
              <a:gd name="csX84" fmla="*/ 81522 w 170132"/>
              <a:gd name="csY84" fmla="*/ 116509 h 170111"/>
              <a:gd name="csX85" fmla="*/ 74433 w 170132"/>
              <a:gd name="csY85" fmla="*/ 109858 h 170111"/>
              <a:gd name="csX86" fmla="*/ 81522 w 170132"/>
              <a:gd name="csY86" fmla="*/ 103223 h 170111"/>
              <a:gd name="csX87" fmla="*/ 81522 w 170132"/>
              <a:gd name="csY87" fmla="*/ 116509 h 170111"/>
              <a:gd name="csX88" fmla="*/ 88611 w 170132"/>
              <a:gd name="csY88" fmla="*/ 103223 h 170111"/>
              <a:gd name="csX89" fmla="*/ 95700 w 170132"/>
              <a:gd name="csY89" fmla="*/ 109858 h 170111"/>
              <a:gd name="csX90" fmla="*/ 88611 w 170132"/>
              <a:gd name="csY90" fmla="*/ 116509 h 170111"/>
              <a:gd name="csX91" fmla="*/ 88611 w 170132"/>
              <a:gd name="csY91" fmla="*/ 103223 h 170111"/>
              <a:gd name="csX92" fmla="*/ 77481 w 170132"/>
              <a:gd name="csY92" fmla="*/ 79221 h 170111"/>
              <a:gd name="csX93" fmla="*/ 81522 w 170132"/>
              <a:gd name="csY93" fmla="*/ 78540 h 170111"/>
              <a:gd name="csX94" fmla="*/ 81522 w 170132"/>
              <a:gd name="csY94" fmla="*/ 91860 h 170111"/>
              <a:gd name="csX95" fmla="*/ 70888 w 170132"/>
              <a:gd name="csY95" fmla="*/ 85056 h 170111"/>
              <a:gd name="csX96" fmla="*/ 77481 w 170132"/>
              <a:gd name="csY96" fmla="*/ 79221 h 170111"/>
              <a:gd name="csX97" fmla="*/ 88611 w 170132"/>
              <a:gd name="csY97" fmla="*/ 78472 h 170111"/>
              <a:gd name="csX98" fmla="*/ 92329 w 170132"/>
              <a:gd name="csY98" fmla="*/ 79119 h 170111"/>
              <a:gd name="csX99" fmla="*/ 99244 w 170132"/>
              <a:gd name="csY99" fmla="*/ 85056 h 170111"/>
              <a:gd name="csX100" fmla="*/ 88611 w 170132"/>
              <a:gd name="csY100" fmla="*/ 91860 h 170111"/>
              <a:gd name="csX101" fmla="*/ 88611 w 170132"/>
              <a:gd name="csY101" fmla="*/ 78472 h 170111"/>
            </a:gdLst>
            <a:ahLst/>
            <a:cxnLst/>
            <a:rect l="l" t="t" r="r" b="b"/>
            <a:pathLst>
              <a:path w="100000" h="100000">
                <a:moveTo>
                  <a:pt x="97771" y="12635"/>
                </a:moveTo>
                <a:lnTo>
                  <a:pt x="73109" y="5266"/>
                </a:lnTo>
                <a:cubicBezTo>
                  <a:pt x="66323" y="3236"/>
                  <a:pt x="59009" y="5425"/>
                  <a:pt x="54465" y="10855"/>
                </a:cubicBezTo>
                <a:lnTo>
                  <a:pt x="52084" y="13684"/>
                </a:lnTo>
                <a:lnTo>
                  <a:pt x="52084" y="9985"/>
                </a:lnTo>
                <a:cubicBezTo>
                  <a:pt x="53921" y="9175"/>
                  <a:pt x="55208" y="7345"/>
                  <a:pt x="55208" y="5216"/>
                </a:cubicBezTo>
                <a:cubicBezTo>
                  <a:pt x="55208" y="2336"/>
                  <a:pt x="52877" y="6"/>
                  <a:pt x="50000" y="6"/>
                </a:cubicBezTo>
                <a:cubicBezTo>
                  <a:pt x="47123" y="6"/>
                  <a:pt x="44792" y="2336"/>
                  <a:pt x="44792" y="5216"/>
                </a:cubicBezTo>
                <a:cubicBezTo>
                  <a:pt x="44792" y="7345"/>
                  <a:pt x="46080" y="9175"/>
                  <a:pt x="47917" y="9985"/>
                </a:cubicBezTo>
                <a:lnTo>
                  <a:pt x="47917" y="13684"/>
                </a:lnTo>
                <a:lnTo>
                  <a:pt x="45536" y="10845"/>
                </a:lnTo>
                <a:cubicBezTo>
                  <a:pt x="40990" y="5425"/>
                  <a:pt x="33667" y="3236"/>
                  <a:pt x="26891" y="5256"/>
                </a:cubicBezTo>
                <a:lnTo>
                  <a:pt x="2229" y="12635"/>
                </a:lnTo>
                <a:cubicBezTo>
                  <a:pt x="1000" y="13004"/>
                  <a:pt x="122" y="14085"/>
                  <a:pt x="12" y="15354"/>
                </a:cubicBezTo>
                <a:cubicBezTo>
                  <a:pt x="-101" y="16634"/>
                  <a:pt x="581" y="17854"/>
                  <a:pt x="1727" y="18424"/>
                </a:cubicBezTo>
                <a:cubicBezTo>
                  <a:pt x="2410" y="18764"/>
                  <a:pt x="15002" y="24933"/>
                  <a:pt x="32438" y="24933"/>
                </a:cubicBezTo>
                <a:cubicBezTo>
                  <a:pt x="37271" y="24933"/>
                  <a:pt x="42490" y="24413"/>
                  <a:pt x="47917" y="23213"/>
                </a:cubicBezTo>
                <a:lnTo>
                  <a:pt x="47917" y="39591"/>
                </a:lnTo>
                <a:cubicBezTo>
                  <a:pt x="41936" y="39561"/>
                  <a:pt x="36881" y="40771"/>
                  <a:pt x="34615" y="41321"/>
                </a:cubicBezTo>
                <a:cubicBezTo>
                  <a:pt x="33285" y="41641"/>
                  <a:pt x="31842" y="41351"/>
                  <a:pt x="30744" y="40541"/>
                </a:cubicBezTo>
                <a:cubicBezTo>
                  <a:pt x="30198" y="40141"/>
                  <a:pt x="29267" y="39252"/>
                  <a:pt x="29175" y="37772"/>
                </a:cubicBezTo>
                <a:cubicBezTo>
                  <a:pt x="29102" y="36602"/>
                  <a:pt x="29500" y="35492"/>
                  <a:pt x="30296" y="34652"/>
                </a:cubicBezTo>
                <a:cubicBezTo>
                  <a:pt x="30525" y="34402"/>
                  <a:pt x="30781" y="34202"/>
                  <a:pt x="31052" y="34022"/>
                </a:cubicBezTo>
                <a:cubicBezTo>
                  <a:pt x="32387" y="34872"/>
                  <a:pt x="34304" y="35422"/>
                  <a:pt x="36458" y="35422"/>
                </a:cubicBezTo>
                <a:cubicBezTo>
                  <a:pt x="40486" y="35422"/>
                  <a:pt x="43750" y="33552"/>
                  <a:pt x="43750" y="31252"/>
                </a:cubicBezTo>
                <a:cubicBezTo>
                  <a:pt x="43750" y="29152"/>
                  <a:pt x="41029" y="27433"/>
                  <a:pt x="37500" y="27143"/>
                </a:cubicBezTo>
                <a:lnTo>
                  <a:pt x="37500" y="27083"/>
                </a:lnTo>
                <a:lnTo>
                  <a:pt x="33334" y="27083"/>
                </a:lnTo>
                <a:cubicBezTo>
                  <a:pt x="30469" y="27083"/>
                  <a:pt x="27702" y="28282"/>
                  <a:pt x="25739" y="30373"/>
                </a:cubicBezTo>
                <a:cubicBezTo>
                  <a:pt x="23750" y="32492"/>
                  <a:pt x="22754" y="35252"/>
                  <a:pt x="22935" y="38161"/>
                </a:cubicBezTo>
                <a:cubicBezTo>
                  <a:pt x="23119" y="41091"/>
                  <a:pt x="24614" y="43791"/>
                  <a:pt x="27035" y="45571"/>
                </a:cubicBezTo>
                <a:cubicBezTo>
                  <a:pt x="29579" y="47451"/>
                  <a:pt x="32777" y="48121"/>
                  <a:pt x="35860" y="47441"/>
                </a:cubicBezTo>
                <a:cubicBezTo>
                  <a:pt x="35581" y="48260"/>
                  <a:pt x="35417" y="49110"/>
                  <a:pt x="35417" y="50000"/>
                </a:cubicBezTo>
                <a:cubicBezTo>
                  <a:pt x="35417" y="53200"/>
                  <a:pt x="37344" y="56009"/>
                  <a:pt x="40421" y="57899"/>
                </a:cubicBezTo>
                <a:cubicBezTo>
                  <a:pt x="38600" y="59709"/>
                  <a:pt x="37500" y="62039"/>
                  <a:pt x="37500" y="64578"/>
                </a:cubicBezTo>
                <a:cubicBezTo>
                  <a:pt x="37500" y="67418"/>
                  <a:pt x="38873" y="69988"/>
                  <a:pt x="41088" y="71867"/>
                </a:cubicBezTo>
                <a:cubicBezTo>
                  <a:pt x="38873" y="73757"/>
                  <a:pt x="37500" y="76327"/>
                  <a:pt x="37500" y="79166"/>
                </a:cubicBezTo>
                <a:cubicBezTo>
                  <a:pt x="37500" y="81866"/>
                  <a:pt x="38748" y="84316"/>
                  <a:pt x="40777" y="86166"/>
                </a:cubicBezTo>
                <a:cubicBezTo>
                  <a:pt x="38479" y="88135"/>
                  <a:pt x="37500" y="90725"/>
                  <a:pt x="37500" y="92705"/>
                </a:cubicBezTo>
                <a:cubicBezTo>
                  <a:pt x="37500" y="94425"/>
                  <a:pt x="38900" y="95825"/>
                  <a:pt x="40625" y="95825"/>
                </a:cubicBezTo>
                <a:cubicBezTo>
                  <a:pt x="42350" y="95825"/>
                  <a:pt x="43750" y="94425"/>
                  <a:pt x="43750" y="92705"/>
                </a:cubicBezTo>
                <a:cubicBezTo>
                  <a:pt x="43750" y="92675"/>
                  <a:pt x="43958" y="90225"/>
                  <a:pt x="47917" y="89685"/>
                </a:cubicBezTo>
                <a:lnTo>
                  <a:pt x="47917" y="97914"/>
                </a:lnTo>
                <a:cubicBezTo>
                  <a:pt x="47917" y="99064"/>
                  <a:pt x="48848" y="99994"/>
                  <a:pt x="50000" y="99994"/>
                </a:cubicBezTo>
                <a:cubicBezTo>
                  <a:pt x="51152" y="99994"/>
                  <a:pt x="52084" y="99064"/>
                  <a:pt x="52084" y="97914"/>
                </a:cubicBezTo>
                <a:lnTo>
                  <a:pt x="52084" y="89815"/>
                </a:lnTo>
                <a:cubicBezTo>
                  <a:pt x="55440" y="90425"/>
                  <a:pt x="56250" y="92165"/>
                  <a:pt x="56250" y="92705"/>
                </a:cubicBezTo>
                <a:cubicBezTo>
                  <a:pt x="56250" y="94425"/>
                  <a:pt x="57651" y="95825"/>
                  <a:pt x="59375" y="95825"/>
                </a:cubicBezTo>
                <a:cubicBezTo>
                  <a:pt x="61100" y="95825"/>
                  <a:pt x="62500" y="94425"/>
                  <a:pt x="62500" y="92705"/>
                </a:cubicBezTo>
                <a:cubicBezTo>
                  <a:pt x="62500" y="90695"/>
                  <a:pt x="61505" y="88165"/>
                  <a:pt x="59144" y="86246"/>
                </a:cubicBezTo>
                <a:cubicBezTo>
                  <a:pt x="61219" y="84386"/>
                  <a:pt x="62500" y="81896"/>
                  <a:pt x="62500" y="79166"/>
                </a:cubicBezTo>
                <a:cubicBezTo>
                  <a:pt x="62500" y="76327"/>
                  <a:pt x="61127" y="73757"/>
                  <a:pt x="58913" y="71867"/>
                </a:cubicBezTo>
                <a:cubicBezTo>
                  <a:pt x="61127" y="69988"/>
                  <a:pt x="62500" y="67418"/>
                  <a:pt x="62500" y="64578"/>
                </a:cubicBezTo>
                <a:cubicBezTo>
                  <a:pt x="62500" y="62039"/>
                  <a:pt x="61401" y="59709"/>
                  <a:pt x="59580" y="57899"/>
                </a:cubicBezTo>
                <a:cubicBezTo>
                  <a:pt x="62657" y="56009"/>
                  <a:pt x="64584" y="53200"/>
                  <a:pt x="64584" y="50000"/>
                </a:cubicBezTo>
                <a:cubicBezTo>
                  <a:pt x="64584" y="48940"/>
                  <a:pt x="64367" y="47920"/>
                  <a:pt x="63969" y="46960"/>
                </a:cubicBezTo>
                <a:cubicBezTo>
                  <a:pt x="64880" y="47140"/>
                  <a:pt x="65590" y="47301"/>
                  <a:pt x="65996" y="47400"/>
                </a:cubicBezTo>
                <a:cubicBezTo>
                  <a:pt x="69134" y="48150"/>
                  <a:pt x="72442" y="47500"/>
                  <a:pt x="75048" y="45571"/>
                </a:cubicBezTo>
                <a:cubicBezTo>
                  <a:pt x="77469" y="43791"/>
                  <a:pt x="78965" y="41091"/>
                  <a:pt x="79149" y="38161"/>
                </a:cubicBezTo>
                <a:cubicBezTo>
                  <a:pt x="79330" y="35252"/>
                  <a:pt x="78334" y="32482"/>
                  <a:pt x="76344" y="30373"/>
                </a:cubicBezTo>
                <a:cubicBezTo>
                  <a:pt x="74382" y="28282"/>
                  <a:pt x="71615" y="27083"/>
                  <a:pt x="68751" y="27083"/>
                </a:cubicBezTo>
                <a:lnTo>
                  <a:pt x="64584" y="27083"/>
                </a:lnTo>
                <a:lnTo>
                  <a:pt x="64584" y="27143"/>
                </a:lnTo>
                <a:cubicBezTo>
                  <a:pt x="61054" y="27443"/>
                  <a:pt x="58334" y="29152"/>
                  <a:pt x="58334" y="31252"/>
                </a:cubicBezTo>
                <a:cubicBezTo>
                  <a:pt x="58334" y="33552"/>
                  <a:pt x="61598" y="35422"/>
                  <a:pt x="65626" y="35422"/>
                </a:cubicBezTo>
                <a:cubicBezTo>
                  <a:pt x="67780" y="35422"/>
                  <a:pt x="69696" y="34872"/>
                  <a:pt x="71032" y="34022"/>
                </a:cubicBezTo>
                <a:cubicBezTo>
                  <a:pt x="71302" y="34202"/>
                  <a:pt x="71559" y="34402"/>
                  <a:pt x="71788" y="34652"/>
                </a:cubicBezTo>
                <a:cubicBezTo>
                  <a:pt x="72584" y="35492"/>
                  <a:pt x="72982" y="36602"/>
                  <a:pt x="72909" y="37772"/>
                </a:cubicBezTo>
                <a:cubicBezTo>
                  <a:pt x="72817" y="39252"/>
                  <a:pt x="71886" y="40141"/>
                  <a:pt x="71340" y="40541"/>
                </a:cubicBezTo>
                <a:cubicBezTo>
                  <a:pt x="70244" y="41351"/>
                  <a:pt x="68794" y="41651"/>
                  <a:pt x="67469" y="41321"/>
                </a:cubicBezTo>
                <a:cubicBezTo>
                  <a:pt x="65055" y="40741"/>
                  <a:pt x="58927" y="39461"/>
                  <a:pt x="52084" y="39601"/>
                </a:cubicBezTo>
                <a:lnTo>
                  <a:pt x="52084" y="23213"/>
                </a:lnTo>
                <a:cubicBezTo>
                  <a:pt x="57511" y="24413"/>
                  <a:pt x="62730" y="24933"/>
                  <a:pt x="67563" y="24933"/>
                </a:cubicBezTo>
                <a:cubicBezTo>
                  <a:pt x="84996" y="24933"/>
                  <a:pt x="97590" y="18764"/>
                  <a:pt x="98273" y="18424"/>
                </a:cubicBezTo>
                <a:cubicBezTo>
                  <a:pt x="99419" y="17854"/>
                  <a:pt x="100101" y="16634"/>
                  <a:pt x="99988" y="15354"/>
                </a:cubicBezTo>
                <a:cubicBezTo>
                  <a:pt x="99878" y="14085"/>
                  <a:pt x="99001" y="13004"/>
                  <a:pt x="97771" y="12635"/>
                </a:cubicBezTo>
                <a:close/>
                <a:moveTo>
                  <a:pt x="47917" y="83066"/>
                </a:moveTo>
                <a:cubicBezTo>
                  <a:pt x="45521" y="82476"/>
                  <a:pt x="43750" y="80936"/>
                  <a:pt x="43750" y="79166"/>
                </a:cubicBezTo>
                <a:cubicBezTo>
                  <a:pt x="43750" y="77387"/>
                  <a:pt x="45521" y="75847"/>
                  <a:pt x="47917" y="75257"/>
                </a:cubicBezTo>
                <a:lnTo>
                  <a:pt x="47917" y="83066"/>
                </a:lnTo>
                <a:close/>
                <a:moveTo>
                  <a:pt x="52084" y="75257"/>
                </a:moveTo>
                <a:cubicBezTo>
                  <a:pt x="54479" y="75847"/>
                  <a:pt x="56250" y="77387"/>
                  <a:pt x="56250" y="79166"/>
                </a:cubicBezTo>
                <a:cubicBezTo>
                  <a:pt x="56250" y="80936"/>
                  <a:pt x="54479" y="82476"/>
                  <a:pt x="52084" y="83066"/>
                </a:cubicBezTo>
                <a:lnTo>
                  <a:pt x="52084" y="75257"/>
                </a:lnTo>
                <a:close/>
                <a:moveTo>
                  <a:pt x="47917" y="68488"/>
                </a:moveTo>
                <a:cubicBezTo>
                  <a:pt x="45521" y="67898"/>
                  <a:pt x="43750" y="66358"/>
                  <a:pt x="43750" y="64578"/>
                </a:cubicBezTo>
                <a:cubicBezTo>
                  <a:pt x="43750" y="62809"/>
                  <a:pt x="45521" y="61269"/>
                  <a:pt x="47917" y="60678"/>
                </a:cubicBezTo>
                <a:lnTo>
                  <a:pt x="47917" y="68488"/>
                </a:lnTo>
                <a:close/>
                <a:moveTo>
                  <a:pt x="52084" y="60678"/>
                </a:moveTo>
                <a:cubicBezTo>
                  <a:pt x="54479" y="61269"/>
                  <a:pt x="56250" y="62809"/>
                  <a:pt x="56250" y="64578"/>
                </a:cubicBezTo>
                <a:cubicBezTo>
                  <a:pt x="56250" y="66358"/>
                  <a:pt x="54479" y="67898"/>
                  <a:pt x="52084" y="68488"/>
                </a:cubicBezTo>
                <a:lnTo>
                  <a:pt x="52084" y="60678"/>
                </a:lnTo>
                <a:close/>
                <a:moveTo>
                  <a:pt x="45542" y="46571"/>
                </a:moveTo>
                <a:cubicBezTo>
                  <a:pt x="46325" y="46400"/>
                  <a:pt x="47119" y="46270"/>
                  <a:pt x="47917" y="46170"/>
                </a:cubicBezTo>
                <a:lnTo>
                  <a:pt x="47917" y="54000"/>
                </a:lnTo>
                <a:cubicBezTo>
                  <a:pt x="44279" y="53459"/>
                  <a:pt x="41666" y="51630"/>
                  <a:pt x="41666" y="50000"/>
                </a:cubicBezTo>
                <a:cubicBezTo>
                  <a:pt x="41666" y="48750"/>
                  <a:pt x="43200" y="47390"/>
                  <a:pt x="45542" y="46571"/>
                </a:cubicBezTo>
                <a:close/>
                <a:moveTo>
                  <a:pt x="52084" y="46130"/>
                </a:moveTo>
                <a:cubicBezTo>
                  <a:pt x="52811" y="46230"/>
                  <a:pt x="53540" y="46361"/>
                  <a:pt x="54269" y="46511"/>
                </a:cubicBezTo>
                <a:cubicBezTo>
                  <a:pt x="56715" y="47321"/>
                  <a:pt x="58334" y="48720"/>
                  <a:pt x="58334" y="50000"/>
                </a:cubicBezTo>
                <a:cubicBezTo>
                  <a:pt x="58334" y="51630"/>
                  <a:pt x="55721" y="53459"/>
                  <a:pt x="52084" y="54000"/>
                </a:cubicBezTo>
                <a:lnTo>
                  <a:pt x="52084" y="4613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44" name="Красный — SVG 5">
            <a:extLst>
              <a:ext uri="{FF2B5EF4-FFF2-40B4-BE49-F238E27FC236}">
                <a16:creationId xmlns:a16="http://schemas.microsoft.com/office/drawing/2014/main" id="{F091005D-D76B-9643-8A53-35653292F5E5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19494 w 120511"/>
              <a:gd name="csY0" fmla="*/ 0 h 155940"/>
              <a:gd name="csX1" fmla="*/ 7089 w 120511"/>
              <a:gd name="csY1" fmla="*/ 12401 h 155940"/>
              <a:gd name="csX2" fmla="*/ 7089 w 120511"/>
              <a:gd name="csY2" fmla="*/ 63792 h 155940"/>
              <a:gd name="csX3" fmla="*/ 7089 w 120511"/>
              <a:gd name="csY3" fmla="*/ 65561 h 155940"/>
              <a:gd name="csX4" fmla="*/ 7089 w 120511"/>
              <a:gd name="csY4" fmla="*/ 78881 h 155940"/>
              <a:gd name="csX5" fmla="*/ 0 w 120511"/>
              <a:gd name="csY5" fmla="*/ 92149 h 155940"/>
              <a:gd name="csX6" fmla="*/ 13895 w 120511"/>
              <a:gd name="csY6" fmla="*/ 109092 h 155940"/>
              <a:gd name="csX7" fmla="*/ 29796 w 120511"/>
              <a:gd name="csY7" fmla="*/ 141158 h 155940"/>
              <a:gd name="csX8" fmla="*/ 60256 w 120511"/>
              <a:gd name="csY8" fmla="*/ 155941 h 155940"/>
              <a:gd name="csX9" fmla="*/ 90716 w 120511"/>
              <a:gd name="csY9" fmla="*/ 141158 h 155940"/>
              <a:gd name="csX10" fmla="*/ 106618 w 120511"/>
              <a:gd name="csY10" fmla="*/ 109092 h 155940"/>
              <a:gd name="csX11" fmla="*/ 120511 w 120511"/>
              <a:gd name="csY11" fmla="*/ 92149 h 155940"/>
              <a:gd name="csX12" fmla="*/ 113423 w 120511"/>
              <a:gd name="csY12" fmla="*/ 78914 h 155940"/>
              <a:gd name="csX13" fmla="*/ 113423 w 120511"/>
              <a:gd name="csY13" fmla="*/ 65561 h 155940"/>
              <a:gd name="csX14" fmla="*/ 113423 w 120511"/>
              <a:gd name="csY14" fmla="*/ 63792 h 155940"/>
              <a:gd name="csX15" fmla="*/ 113423 w 120511"/>
              <a:gd name="csY15" fmla="*/ 12401 h 155940"/>
              <a:gd name="csX16" fmla="*/ 101017 w 120511"/>
              <a:gd name="csY16" fmla="*/ 0 h 155940"/>
              <a:gd name="csX17" fmla="*/ 19494 w 120511"/>
              <a:gd name="csY17" fmla="*/ 0 h 155940"/>
              <a:gd name="csX18" fmla="*/ 58484 w 120511"/>
              <a:gd name="csY18" fmla="*/ 21264 h 155940"/>
              <a:gd name="csX19" fmla="*/ 63800 w 120511"/>
              <a:gd name="csY19" fmla="*/ 26571 h 155940"/>
              <a:gd name="csX20" fmla="*/ 63800 w 120511"/>
              <a:gd name="csY20" fmla="*/ 31896 h 155940"/>
              <a:gd name="csX21" fmla="*/ 69117 w 120511"/>
              <a:gd name="csY21" fmla="*/ 31896 h 155940"/>
              <a:gd name="csX22" fmla="*/ 74434 w 120511"/>
              <a:gd name="csY22" fmla="*/ 37203 h 155940"/>
              <a:gd name="csX23" fmla="*/ 69117 w 120511"/>
              <a:gd name="csY23" fmla="*/ 42528 h 155940"/>
              <a:gd name="csX24" fmla="*/ 63800 w 120511"/>
              <a:gd name="csY24" fmla="*/ 42528 h 155940"/>
              <a:gd name="csX25" fmla="*/ 63800 w 120511"/>
              <a:gd name="csY25" fmla="*/ 47835 h 155940"/>
              <a:gd name="csX26" fmla="*/ 58484 w 120511"/>
              <a:gd name="csY26" fmla="*/ 53160 h 155940"/>
              <a:gd name="csX27" fmla="*/ 53167 w 120511"/>
              <a:gd name="csY27" fmla="*/ 47835 h 155940"/>
              <a:gd name="csX28" fmla="*/ 53167 w 120511"/>
              <a:gd name="csY28" fmla="*/ 42528 h 155940"/>
              <a:gd name="csX29" fmla="*/ 47850 w 120511"/>
              <a:gd name="csY29" fmla="*/ 42528 h 155940"/>
              <a:gd name="csX30" fmla="*/ 42534 w 120511"/>
              <a:gd name="csY30" fmla="*/ 37203 h 155940"/>
              <a:gd name="csX31" fmla="*/ 47850 w 120511"/>
              <a:gd name="csY31" fmla="*/ 31896 h 155940"/>
              <a:gd name="csX32" fmla="*/ 53167 w 120511"/>
              <a:gd name="csY32" fmla="*/ 31896 h 155940"/>
              <a:gd name="csX33" fmla="*/ 53167 w 120511"/>
              <a:gd name="csY33" fmla="*/ 26571 h 155940"/>
              <a:gd name="csX34" fmla="*/ 58484 w 120511"/>
              <a:gd name="csY34" fmla="*/ 21264 h 155940"/>
              <a:gd name="csX35" fmla="*/ 17723 w 120511"/>
              <a:gd name="csY35" fmla="*/ 70885 h 155940"/>
              <a:gd name="csX36" fmla="*/ 102790 w 120511"/>
              <a:gd name="csY36" fmla="*/ 70885 h 155940"/>
              <a:gd name="csX37" fmla="*/ 102790 w 120511"/>
              <a:gd name="csY37" fmla="*/ 81075 h 155940"/>
              <a:gd name="csX38" fmla="*/ 103610 w 120511"/>
              <a:gd name="csY38" fmla="*/ 83916 h 155940"/>
              <a:gd name="csX39" fmla="*/ 105822 w 120511"/>
              <a:gd name="csY39" fmla="*/ 85889 h 155940"/>
              <a:gd name="csX40" fmla="*/ 109878 w 120511"/>
              <a:gd name="csY40" fmla="*/ 92149 h 155940"/>
              <a:gd name="csX41" fmla="*/ 102790 w 120511"/>
              <a:gd name="csY41" fmla="*/ 99226 h 155940"/>
              <a:gd name="csX42" fmla="*/ 102576 w 120511"/>
              <a:gd name="csY42" fmla="*/ 99209 h 155940"/>
              <a:gd name="csX43" fmla="*/ 99222 w 120511"/>
              <a:gd name="csY43" fmla="*/ 100400 h 155940"/>
              <a:gd name="csX44" fmla="*/ 97369 w 120511"/>
              <a:gd name="csY44" fmla="*/ 103428 h 155940"/>
              <a:gd name="csX45" fmla="*/ 82825 w 120511"/>
              <a:gd name="csY45" fmla="*/ 134014 h 155940"/>
              <a:gd name="csX46" fmla="*/ 60256 w 120511"/>
              <a:gd name="csY46" fmla="*/ 145309 h 155940"/>
              <a:gd name="csX47" fmla="*/ 37688 w 120511"/>
              <a:gd name="csY47" fmla="*/ 134014 h 155940"/>
              <a:gd name="csX48" fmla="*/ 23143 w 120511"/>
              <a:gd name="csY48" fmla="*/ 103428 h 155940"/>
              <a:gd name="csX49" fmla="*/ 21289 w 120511"/>
              <a:gd name="csY49" fmla="*/ 100400 h 155940"/>
              <a:gd name="csX50" fmla="*/ 17937 w 120511"/>
              <a:gd name="csY50" fmla="*/ 99209 h 155940"/>
              <a:gd name="csX51" fmla="*/ 17723 w 120511"/>
              <a:gd name="csY51" fmla="*/ 99226 h 155940"/>
              <a:gd name="csX52" fmla="*/ 10633 w 120511"/>
              <a:gd name="csY52" fmla="*/ 92149 h 155940"/>
              <a:gd name="csX53" fmla="*/ 14683 w 120511"/>
              <a:gd name="csY53" fmla="*/ 85838 h 155940"/>
              <a:gd name="csX54" fmla="*/ 16899 w 120511"/>
              <a:gd name="csY54" fmla="*/ 83865 h 155940"/>
              <a:gd name="csX55" fmla="*/ 17723 w 120511"/>
              <a:gd name="csY55" fmla="*/ 81024 h 155940"/>
              <a:gd name="csX56" fmla="*/ 17723 w 120511"/>
              <a:gd name="csY56" fmla="*/ 70885 h 155940"/>
              <a:gd name="csX57" fmla="*/ 42534 w 120511"/>
              <a:gd name="csY57" fmla="*/ 85056 h 155940"/>
              <a:gd name="csX58" fmla="*/ 37521 w 120511"/>
              <a:gd name="csY58" fmla="*/ 87131 h 155940"/>
              <a:gd name="csX59" fmla="*/ 35444 w 120511"/>
              <a:gd name="csY59" fmla="*/ 92149 h 155940"/>
              <a:gd name="csX60" fmla="*/ 37521 w 120511"/>
              <a:gd name="csY60" fmla="*/ 97151 h 155940"/>
              <a:gd name="csX61" fmla="*/ 42534 w 120511"/>
              <a:gd name="csY61" fmla="*/ 99226 h 155940"/>
              <a:gd name="csX62" fmla="*/ 47546 w 120511"/>
              <a:gd name="csY62" fmla="*/ 97151 h 155940"/>
              <a:gd name="csX63" fmla="*/ 49623 w 120511"/>
              <a:gd name="csY63" fmla="*/ 92149 h 155940"/>
              <a:gd name="csX64" fmla="*/ 47546 w 120511"/>
              <a:gd name="csY64" fmla="*/ 87131 h 155940"/>
              <a:gd name="csX65" fmla="*/ 42534 w 120511"/>
              <a:gd name="csY65" fmla="*/ 85056 h 155940"/>
              <a:gd name="csX66" fmla="*/ 77978 w 120511"/>
              <a:gd name="csY66" fmla="*/ 85056 h 155940"/>
              <a:gd name="csX67" fmla="*/ 72965 w 120511"/>
              <a:gd name="csY67" fmla="*/ 87131 h 155940"/>
              <a:gd name="csX68" fmla="*/ 70890 w 120511"/>
              <a:gd name="csY68" fmla="*/ 92149 h 155940"/>
              <a:gd name="csX69" fmla="*/ 72965 w 120511"/>
              <a:gd name="csY69" fmla="*/ 97151 h 155940"/>
              <a:gd name="csX70" fmla="*/ 77978 w 120511"/>
              <a:gd name="csY70" fmla="*/ 99226 h 155940"/>
              <a:gd name="csX71" fmla="*/ 82991 w 120511"/>
              <a:gd name="csY71" fmla="*/ 97151 h 155940"/>
              <a:gd name="csX72" fmla="*/ 85067 w 120511"/>
              <a:gd name="csY72" fmla="*/ 92149 h 155940"/>
              <a:gd name="csX73" fmla="*/ 82991 w 120511"/>
              <a:gd name="csY73" fmla="*/ 87131 h 155940"/>
              <a:gd name="csX74" fmla="*/ 77978 w 120511"/>
              <a:gd name="csY74" fmla="*/ 85056 h 155940"/>
            </a:gdLst>
            <a:ahLst/>
            <a:cxnLst/>
            <a:rect l="l" t="t" r="r" b="b"/>
            <a:pathLst>
              <a:path w="100000" h="100000">
                <a:moveTo>
                  <a:pt x="23861" y="0"/>
                </a:moveTo>
                <a:cubicBezTo>
                  <a:pt x="19474" y="0"/>
                  <a:pt x="15906" y="3567"/>
                  <a:pt x="15906" y="7952"/>
                </a:cubicBezTo>
                <a:lnTo>
                  <a:pt x="15906" y="40908"/>
                </a:lnTo>
                <a:lnTo>
                  <a:pt x="15906" y="42042"/>
                </a:lnTo>
                <a:lnTo>
                  <a:pt x="15906" y="50584"/>
                </a:lnTo>
                <a:cubicBezTo>
                  <a:pt x="13314" y="52657"/>
                  <a:pt x="11360" y="55525"/>
                  <a:pt x="11360" y="59093"/>
                </a:cubicBezTo>
                <a:cubicBezTo>
                  <a:pt x="11360" y="64460"/>
                  <a:pt x="15234" y="68791"/>
                  <a:pt x="20270" y="69958"/>
                </a:cubicBezTo>
                <a:cubicBezTo>
                  <a:pt x="22307" y="78030"/>
                  <a:pt x="25695" y="85230"/>
                  <a:pt x="30467" y="90521"/>
                </a:cubicBezTo>
                <a:cubicBezTo>
                  <a:pt x="35699" y="96313"/>
                  <a:pt x="42515" y="100001"/>
                  <a:pt x="50000" y="100001"/>
                </a:cubicBezTo>
                <a:cubicBezTo>
                  <a:pt x="57485" y="100001"/>
                  <a:pt x="64301" y="96313"/>
                  <a:pt x="69533" y="90521"/>
                </a:cubicBezTo>
                <a:cubicBezTo>
                  <a:pt x="74305" y="85230"/>
                  <a:pt x="77693" y="78030"/>
                  <a:pt x="79731" y="69958"/>
                </a:cubicBezTo>
                <a:cubicBezTo>
                  <a:pt x="84766" y="68791"/>
                  <a:pt x="88640" y="64460"/>
                  <a:pt x="88640" y="59093"/>
                </a:cubicBezTo>
                <a:cubicBezTo>
                  <a:pt x="88640" y="55525"/>
                  <a:pt x="86680" y="52668"/>
                  <a:pt x="84095" y="50605"/>
                </a:cubicBezTo>
                <a:lnTo>
                  <a:pt x="84095" y="42042"/>
                </a:lnTo>
                <a:lnTo>
                  <a:pt x="84095" y="40908"/>
                </a:lnTo>
                <a:lnTo>
                  <a:pt x="84095" y="7952"/>
                </a:lnTo>
                <a:cubicBezTo>
                  <a:pt x="84095" y="3567"/>
                  <a:pt x="80526" y="0"/>
                  <a:pt x="76139" y="0"/>
                </a:cubicBezTo>
                <a:lnTo>
                  <a:pt x="23861" y="0"/>
                </a:lnTo>
                <a:close/>
                <a:moveTo>
                  <a:pt x="48864" y="13636"/>
                </a:moveTo>
                <a:cubicBezTo>
                  <a:pt x="50745" y="13636"/>
                  <a:pt x="52273" y="15163"/>
                  <a:pt x="52273" y="17039"/>
                </a:cubicBezTo>
                <a:lnTo>
                  <a:pt x="52273" y="20454"/>
                </a:lnTo>
                <a:lnTo>
                  <a:pt x="55683" y="20454"/>
                </a:lnTo>
                <a:cubicBezTo>
                  <a:pt x="57565" y="20454"/>
                  <a:pt x="59092" y="21981"/>
                  <a:pt x="59092" y="23857"/>
                </a:cubicBezTo>
                <a:cubicBezTo>
                  <a:pt x="59092" y="25745"/>
                  <a:pt x="57565" y="27272"/>
                  <a:pt x="55683" y="27272"/>
                </a:cubicBezTo>
                <a:lnTo>
                  <a:pt x="52273" y="27272"/>
                </a:lnTo>
                <a:lnTo>
                  <a:pt x="52273" y="30675"/>
                </a:lnTo>
                <a:cubicBezTo>
                  <a:pt x="52273" y="32563"/>
                  <a:pt x="50745" y="34090"/>
                  <a:pt x="48864" y="34090"/>
                </a:cubicBezTo>
                <a:cubicBezTo>
                  <a:pt x="46982" y="34090"/>
                  <a:pt x="45454" y="32563"/>
                  <a:pt x="45454" y="30675"/>
                </a:cubicBezTo>
                <a:lnTo>
                  <a:pt x="45454" y="27272"/>
                </a:lnTo>
                <a:lnTo>
                  <a:pt x="42045" y="27272"/>
                </a:lnTo>
                <a:cubicBezTo>
                  <a:pt x="40163" y="27272"/>
                  <a:pt x="38636" y="25745"/>
                  <a:pt x="38636" y="23857"/>
                </a:cubicBezTo>
                <a:cubicBezTo>
                  <a:pt x="38636" y="21981"/>
                  <a:pt x="40163" y="20454"/>
                  <a:pt x="42045" y="20454"/>
                </a:cubicBezTo>
                <a:lnTo>
                  <a:pt x="45454" y="20454"/>
                </a:lnTo>
                <a:lnTo>
                  <a:pt x="45454" y="17039"/>
                </a:lnTo>
                <a:cubicBezTo>
                  <a:pt x="45454" y="15163"/>
                  <a:pt x="46982" y="13636"/>
                  <a:pt x="48864" y="13636"/>
                </a:cubicBezTo>
                <a:close/>
                <a:moveTo>
                  <a:pt x="22725" y="45457"/>
                </a:moveTo>
                <a:lnTo>
                  <a:pt x="77276" y="45457"/>
                </a:lnTo>
                <a:lnTo>
                  <a:pt x="77276" y="51991"/>
                </a:lnTo>
                <a:cubicBezTo>
                  <a:pt x="77275" y="52646"/>
                  <a:pt x="77458" y="53267"/>
                  <a:pt x="77802" y="53813"/>
                </a:cubicBezTo>
                <a:cubicBezTo>
                  <a:pt x="78146" y="54358"/>
                  <a:pt x="78638" y="54795"/>
                  <a:pt x="79221" y="55078"/>
                </a:cubicBezTo>
                <a:cubicBezTo>
                  <a:pt x="80781" y="55820"/>
                  <a:pt x="81822" y="57282"/>
                  <a:pt x="81822" y="59093"/>
                </a:cubicBezTo>
                <a:cubicBezTo>
                  <a:pt x="81822" y="61635"/>
                  <a:pt x="79827" y="63631"/>
                  <a:pt x="77276" y="63631"/>
                </a:cubicBezTo>
                <a:cubicBezTo>
                  <a:pt x="77877" y="63631"/>
                  <a:pt x="77836" y="63620"/>
                  <a:pt x="77139" y="63620"/>
                </a:cubicBezTo>
                <a:cubicBezTo>
                  <a:pt x="76355" y="63620"/>
                  <a:pt x="75596" y="63893"/>
                  <a:pt x="74988" y="64384"/>
                </a:cubicBezTo>
                <a:cubicBezTo>
                  <a:pt x="74381" y="64874"/>
                  <a:pt x="73961" y="65562"/>
                  <a:pt x="73800" y="66326"/>
                </a:cubicBezTo>
                <a:cubicBezTo>
                  <a:pt x="72110" y="74376"/>
                  <a:pt x="68722" y="81238"/>
                  <a:pt x="64473" y="85939"/>
                </a:cubicBezTo>
                <a:cubicBezTo>
                  <a:pt x="60223" y="90652"/>
                  <a:pt x="55269" y="93183"/>
                  <a:pt x="50000" y="93183"/>
                </a:cubicBezTo>
                <a:cubicBezTo>
                  <a:pt x="44732" y="93183"/>
                  <a:pt x="39777" y="90652"/>
                  <a:pt x="35528" y="85939"/>
                </a:cubicBezTo>
                <a:cubicBezTo>
                  <a:pt x="31278" y="81238"/>
                  <a:pt x="27891" y="74376"/>
                  <a:pt x="26201" y="66326"/>
                </a:cubicBezTo>
                <a:cubicBezTo>
                  <a:pt x="26040" y="65562"/>
                  <a:pt x="25620" y="64874"/>
                  <a:pt x="25012" y="64384"/>
                </a:cubicBezTo>
                <a:cubicBezTo>
                  <a:pt x="24404" y="63893"/>
                  <a:pt x="23645" y="63620"/>
                  <a:pt x="22862" y="63620"/>
                </a:cubicBezTo>
                <a:cubicBezTo>
                  <a:pt x="22165" y="63620"/>
                  <a:pt x="22123" y="63631"/>
                  <a:pt x="22725" y="63631"/>
                </a:cubicBezTo>
                <a:cubicBezTo>
                  <a:pt x="20173" y="63631"/>
                  <a:pt x="18178" y="61635"/>
                  <a:pt x="18178" y="59093"/>
                </a:cubicBezTo>
                <a:cubicBezTo>
                  <a:pt x="18178" y="57260"/>
                  <a:pt x="19227" y="55777"/>
                  <a:pt x="20776" y="55046"/>
                </a:cubicBezTo>
                <a:cubicBezTo>
                  <a:pt x="21359" y="54762"/>
                  <a:pt x="21851" y="54325"/>
                  <a:pt x="22197" y="53780"/>
                </a:cubicBezTo>
                <a:cubicBezTo>
                  <a:pt x="22542" y="53235"/>
                  <a:pt x="22725" y="52602"/>
                  <a:pt x="22725" y="51958"/>
                </a:cubicBezTo>
                <a:lnTo>
                  <a:pt x="22725" y="45457"/>
                </a:lnTo>
                <a:close/>
                <a:moveTo>
                  <a:pt x="38636" y="54544"/>
                </a:moveTo>
                <a:cubicBezTo>
                  <a:pt x="37430" y="54544"/>
                  <a:pt x="36273" y="55024"/>
                  <a:pt x="35421" y="55875"/>
                </a:cubicBezTo>
                <a:cubicBezTo>
                  <a:pt x="34568" y="56726"/>
                  <a:pt x="34089" y="57882"/>
                  <a:pt x="34089" y="59093"/>
                </a:cubicBezTo>
                <a:cubicBezTo>
                  <a:pt x="34089" y="60292"/>
                  <a:pt x="34568" y="61449"/>
                  <a:pt x="35421" y="62300"/>
                </a:cubicBezTo>
                <a:cubicBezTo>
                  <a:pt x="36273" y="63151"/>
                  <a:pt x="37430" y="63631"/>
                  <a:pt x="38636" y="63631"/>
                </a:cubicBezTo>
                <a:cubicBezTo>
                  <a:pt x="39841" y="63631"/>
                  <a:pt x="40997" y="63151"/>
                  <a:pt x="41850" y="62300"/>
                </a:cubicBezTo>
                <a:cubicBezTo>
                  <a:pt x="42703" y="61449"/>
                  <a:pt x="43182" y="60292"/>
                  <a:pt x="43182" y="59093"/>
                </a:cubicBezTo>
                <a:cubicBezTo>
                  <a:pt x="43182" y="57882"/>
                  <a:pt x="42703" y="56726"/>
                  <a:pt x="41850" y="55875"/>
                </a:cubicBezTo>
                <a:cubicBezTo>
                  <a:pt x="40997" y="55024"/>
                  <a:pt x="39841" y="54544"/>
                  <a:pt x="38636" y="54544"/>
                </a:cubicBezTo>
                <a:close/>
                <a:moveTo>
                  <a:pt x="61365" y="54544"/>
                </a:moveTo>
                <a:cubicBezTo>
                  <a:pt x="60159" y="54544"/>
                  <a:pt x="59003" y="55024"/>
                  <a:pt x="58150" y="55875"/>
                </a:cubicBezTo>
                <a:cubicBezTo>
                  <a:pt x="57299" y="56726"/>
                  <a:pt x="56820" y="57882"/>
                  <a:pt x="56820" y="59093"/>
                </a:cubicBezTo>
                <a:cubicBezTo>
                  <a:pt x="56820" y="60292"/>
                  <a:pt x="57299" y="61449"/>
                  <a:pt x="58150" y="62300"/>
                </a:cubicBezTo>
                <a:cubicBezTo>
                  <a:pt x="59003" y="63151"/>
                  <a:pt x="60159" y="63631"/>
                  <a:pt x="61365" y="63631"/>
                </a:cubicBezTo>
                <a:cubicBezTo>
                  <a:pt x="62571" y="63631"/>
                  <a:pt x="63727" y="63151"/>
                  <a:pt x="64580" y="62300"/>
                </a:cubicBezTo>
                <a:cubicBezTo>
                  <a:pt x="65432" y="61449"/>
                  <a:pt x="65911" y="60292"/>
                  <a:pt x="65911" y="59093"/>
                </a:cubicBezTo>
                <a:cubicBezTo>
                  <a:pt x="65911" y="57882"/>
                  <a:pt x="65432" y="56726"/>
                  <a:pt x="64580" y="55875"/>
                </a:cubicBezTo>
                <a:cubicBezTo>
                  <a:pt x="63727" y="55024"/>
                  <a:pt x="62571" y="54544"/>
                  <a:pt x="61365" y="5454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45" name="Красный — SVG 6">
            <a:extLst>
              <a:ext uri="{FF2B5EF4-FFF2-40B4-BE49-F238E27FC236}">
                <a16:creationId xmlns:a16="http://schemas.microsoft.com/office/drawing/2014/main" id="{C920EE4A-5B81-1A41-9046-3DDDAAA780D8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0 w 141777"/>
              <a:gd name="csY0" fmla="*/ 63792 h 134676"/>
              <a:gd name="csX1" fmla="*/ 0 w 141777"/>
              <a:gd name="csY1" fmla="*/ 115182 h 134676"/>
              <a:gd name="csX2" fmla="*/ 19494 w 141777"/>
              <a:gd name="csY2" fmla="*/ 134677 h 134676"/>
              <a:gd name="csX3" fmla="*/ 122284 w 141777"/>
              <a:gd name="csY3" fmla="*/ 134677 h 134676"/>
              <a:gd name="csX4" fmla="*/ 141778 w 141777"/>
              <a:gd name="csY4" fmla="*/ 115182 h 134676"/>
              <a:gd name="csX5" fmla="*/ 141778 w 141777"/>
              <a:gd name="csY5" fmla="*/ 63792 h 134676"/>
              <a:gd name="csX6" fmla="*/ 0 w 141777"/>
              <a:gd name="csY6" fmla="*/ 63792 h 134676"/>
              <a:gd name="csX7" fmla="*/ 83294 w 141777"/>
              <a:gd name="csY7" fmla="*/ 100995 h 134676"/>
              <a:gd name="csX8" fmla="*/ 76206 w 141777"/>
              <a:gd name="csY8" fmla="*/ 100995 h 134676"/>
              <a:gd name="csX9" fmla="*/ 76206 w 141777"/>
              <a:gd name="csY9" fmla="*/ 108089 h 134676"/>
              <a:gd name="csX10" fmla="*/ 70890 w 141777"/>
              <a:gd name="csY10" fmla="*/ 113413 h 134676"/>
              <a:gd name="csX11" fmla="*/ 65573 w 141777"/>
              <a:gd name="csY11" fmla="*/ 108089 h 134676"/>
              <a:gd name="csX12" fmla="*/ 65573 w 141777"/>
              <a:gd name="csY12" fmla="*/ 100995 h 134676"/>
              <a:gd name="csX13" fmla="*/ 58484 w 141777"/>
              <a:gd name="csY13" fmla="*/ 100995 h 134676"/>
              <a:gd name="csX14" fmla="*/ 53167 w 141777"/>
              <a:gd name="csY14" fmla="*/ 95687 h 134676"/>
              <a:gd name="csX15" fmla="*/ 58484 w 141777"/>
              <a:gd name="csY15" fmla="*/ 90363 h 134676"/>
              <a:gd name="csX16" fmla="*/ 65573 w 141777"/>
              <a:gd name="csY16" fmla="*/ 90363 h 134676"/>
              <a:gd name="csX17" fmla="*/ 65573 w 141777"/>
              <a:gd name="csY17" fmla="*/ 83286 h 134676"/>
              <a:gd name="csX18" fmla="*/ 70890 w 141777"/>
              <a:gd name="csY18" fmla="*/ 77962 h 134676"/>
              <a:gd name="csX19" fmla="*/ 76206 w 141777"/>
              <a:gd name="csY19" fmla="*/ 83286 h 134676"/>
              <a:gd name="csX20" fmla="*/ 76206 w 141777"/>
              <a:gd name="csY20" fmla="*/ 90363 h 134676"/>
              <a:gd name="csX21" fmla="*/ 83294 w 141777"/>
              <a:gd name="csY21" fmla="*/ 90363 h 134676"/>
              <a:gd name="csX22" fmla="*/ 88611 w 141777"/>
              <a:gd name="csY22" fmla="*/ 95687 h 134676"/>
              <a:gd name="csX23" fmla="*/ 83294 w 141777"/>
              <a:gd name="csY23" fmla="*/ 100995 h 134676"/>
              <a:gd name="csX24" fmla="*/ 122284 w 141777"/>
              <a:gd name="csY24" fmla="*/ 31896 h 134676"/>
              <a:gd name="csX25" fmla="*/ 102790 w 141777"/>
              <a:gd name="csY25" fmla="*/ 31896 h 134676"/>
              <a:gd name="csX26" fmla="*/ 102790 w 141777"/>
              <a:gd name="csY26" fmla="*/ 12401 h 134676"/>
              <a:gd name="csX27" fmla="*/ 90384 w 141777"/>
              <a:gd name="csY27" fmla="*/ 0 h 134676"/>
              <a:gd name="csX28" fmla="*/ 51394 w 141777"/>
              <a:gd name="csY28" fmla="*/ 0 h 134676"/>
              <a:gd name="csX29" fmla="*/ 38990 w 141777"/>
              <a:gd name="csY29" fmla="*/ 12401 h 134676"/>
              <a:gd name="csX30" fmla="*/ 38990 w 141777"/>
              <a:gd name="csY30" fmla="*/ 31896 h 134676"/>
              <a:gd name="csX31" fmla="*/ 19494 w 141777"/>
              <a:gd name="csY31" fmla="*/ 31896 h 134676"/>
              <a:gd name="csX32" fmla="*/ 0 w 141777"/>
              <a:gd name="csY32" fmla="*/ 51390 h 134676"/>
              <a:gd name="csX33" fmla="*/ 0 w 141777"/>
              <a:gd name="csY33" fmla="*/ 53160 h 134676"/>
              <a:gd name="csX34" fmla="*/ 17723 w 141777"/>
              <a:gd name="csY34" fmla="*/ 53160 h 134676"/>
              <a:gd name="csX35" fmla="*/ 28356 w 141777"/>
              <a:gd name="csY35" fmla="*/ 53160 h 134676"/>
              <a:gd name="csX36" fmla="*/ 49623 w 141777"/>
              <a:gd name="csY36" fmla="*/ 53160 h 134676"/>
              <a:gd name="csX37" fmla="*/ 92157 w 141777"/>
              <a:gd name="csY37" fmla="*/ 53160 h 134676"/>
              <a:gd name="csX38" fmla="*/ 113423 w 141777"/>
              <a:gd name="csY38" fmla="*/ 53160 h 134676"/>
              <a:gd name="csX39" fmla="*/ 124057 w 141777"/>
              <a:gd name="csY39" fmla="*/ 53160 h 134676"/>
              <a:gd name="csX40" fmla="*/ 141778 w 141777"/>
              <a:gd name="csY40" fmla="*/ 53160 h 134676"/>
              <a:gd name="csX41" fmla="*/ 141778 w 141777"/>
              <a:gd name="csY41" fmla="*/ 51390 h 134676"/>
              <a:gd name="csX42" fmla="*/ 122284 w 141777"/>
              <a:gd name="csY42" fmla="*/ 31896 h 134676"/>
              <a:gd name="csX43" fmla="*/ 49623 w 141777"/>
              <a:gd name="csY43" fmla="*/ 31896 h 134676"/>
              <a:gd name="csX44" fmla="*/ 49623 w 141777"/>
              <a:gd name="csY44" fmla="*/ 12401 h 134676"/>
              <a:gd name="csX45" fmla="*/ 51394 w 141777"/>
              <a:gd name="csY45" fmla="*/ 10632 h 134676"/>
              <a:gd name="csX46" fmla="*/ 90384 w 141777"/>
              <a:gd name="csY46" fmla="*/ 10632 h 134676"/>
              <a:gd name="csX47" fmla="*/ 92157 w 141777"/>
              <a:gd name="csY47" fmla="*/ 12401 h 134676"/>
              <a:gd name="csX48" fmla="*/ 92157 w 141777"/>
              <a:gd name="csY48" fmla="*/ 31896 h 134676"/>
              <a:gd name="csX49" fmla="*/ 49623 w 141777"/>
              <a:gd name="csY49" fmla="*/ 31896 h 134676"/>
            </a:gdLst>
            <a:ahLst/>
            <a:cxnLst/>
            <a:rect l="l" t="t" r="r" b="b"/>
            <a:pathLst>
              <a:path w="100000" h="100000">
                <a:moveTo>
                  <a:pt x="0" y="47499"/>
                </a:moveTo>
                <a:lnTo>
                  <a:pt x="0" y="83746"/>
                </a:lnTo>
                <a:cubicBezTo>
                  <a:pt x="0" y="91317"/>
                  <a:pt x="6170" y="97496"/>
                  <a:pt x="13750" y="97496"/>
                </a:cubicBezTo>
                <a:lnTo>
                  <a:pt x="86251" y="97496"/>
                </a:lnTo>
                <a:cubicBezTo>
                  <a:pt x="93831" y="97496"/>
                  <a:pt x="100001" y="91317"/>
                  <a:pt x="100001" y="83746"/>
                </a:cubicBezTo>
                <a:lnTo>
                  <a:pt x="100001" y="47499"/>
                </a:lnTo>
                <a:lnTo>
                  <a:pt x="0" y="47499"/>
                </a:lnTo>
                <a:close/>
                <a:moveTo>
                  <a:pt x="58750" y="73739"/>
                </a:moveTo>
                <a:lnTo>
                  <a:pt x="53751" y="73739"/>
                </a:lnTo>
                <a:lnTo>
                  <a:pt x="53751" y="78743"/>
                </a:lnTo>
                <a:cubicBezTo>
                  <a:pt x="53751" y="80819"/>
                  <a:pt x="52071" y="82498"/>
                  <a:pt x="50001" y="82498"/>
                </a:cubicBezTo>
                <a:cubicBezTo>
                  <a:pt x="47931" y="82498"/>
                  <a:pt x="46251" y="80819"/>
                  <a:pt x="46251" y="78743"/>
                </a:cubicBezTo>
                <a:lnTo>
                  <a:pt x="46251" y="73739"/>
                </a:lnTo>
                <a:lnTo>
                  <a:pt x="41251" y="73739"/>
                </a:lnTo>
                <a:cubicBezTo>
                  <a:pt x="39181" y="73739"/>
                  <a:pt x="37500" y="72059"/>
                  <a:pt x="37500" y="69995"/>
                </a:cubicBezTo>
                <a:cubicBezTo>
                  <a:pt x="37500" y="67920"/>
                  <a:pt x="39181" y="66240"/>
                  <a:pt x="41251" y="66240"/>
                </a:cubicBezTo>
                <a:lnTo>
                  <a:pt x="46251" y="66240"/>
                </a:lnTo>
                <a:lnTo>
                  <a:pt x="46251" y="61249"/>
                </a:lnTo>
                <a:cubicBezTo>
                  <a:pt x="46251" y="59173"/>
                  <a:pt x="47931" y="57493"/>
                  <a:pt x="50001" y="57493"/>
                </a:cubicBezTo>
                <a:cubicBezTo>
                  <a:pt x="52071" y="57493"/>
                  <a:pt x="53751" y="59173"/>
                  <a:pt x="53751" y="61249"/>
                </a:cubicBezTo>
                <a:lnTo>
                  <a:pt x="53751" y="66240"/>
                </a:lnTo>
                <a:lnTo>
                  <a:pt x="58750" y="66240"/>
                </a:lnTo>
                <a:cubicBezTo>
                  <a:pt x="60820" y="66240"/>
                  <a:pt x="62500" y="67920"/>
                  <a:pt x="62500" y="69995"/>
                </a:cubicBezTo>
                <a:cubicBezTo>
                  <a:pt x="62500" y="72059"/>
                  <a:pt x="60820" y="73739"/>
                  <a:pt x="58750" y="73739"/>
                </a:cubicBezTo>
                <a:close/>
                <a:moveTo>
                  <a:pt x="86251" y="25002"/>
                </a:moveTo>
                <a:lnTo>
                  <a:pt x="72501" y="25002"/>
                </a:lnTo>
                <a:lnTo>
                  <a:pt x="72501" y="11251"/>
                </a:lnTo>
                <a:cubicBezTo>
                  <a:pt x="72501" y="6428"/>
                  <a:pt x="68576" y="2504"/>
                  <a:pt x="63751" y="2504"/>
                </a:cubicBezTo>
                <a:lnTo>
                  <a:pt x="36250" y="2504"/>
                </a:lnTo>
                <a:cubicBezTo>
                  <a:pt x="31425" y="2504"/>
                  <a:pt x="27501" y="6428"/>
                  <a:pt x="27501" y="11251"/>
                </a:cubicBezTo>
                <a:lnTo>
                  <a:pt x="27501" y="25002"/>
                </a:lnTo>
                <a:lnTo>
                  <a:pt x="13750" y="25002"/>
                </a:lnTo>
                <a:cubicBezTo>
                  <a:pt x="6170" y="25002"/>
                  <a:pt x="0" y="31168"/>
                  <a:pt x="0" y="38751"/>
                </a:cubicBezTo>
                <a:lnTo>
                  <a:pt x="0" y="40000"/>
                </a:lnTo>
                <a:lnTo>
                  <a:pt x="12501" y="40000"/>
                </a:lnTo>
                <a:lnTo>
                  <a:pt x="20000" y="40000"/>
                </a:lnTo>
                <a:lnTo>
                  <a:pt x="35001" y="40000"/>
                </a:lnTo>
                <a:lnTo>
                  <a:pt x="65001" y="40000"/>
                </a:lnTo>
                <a:lnTo>
                  <a:pt x="80001" y="40000"/>
                </a:lnTo>
                <a:lnTo>
                  <a:pt x="87501" y="40000"/>
                </a:lnTo>
                <a:lnTo>
                  <a:pt x="100001" y="40000"/>
                </a:lnTo>
                <a:lnTo>
                  <a:pt x="100001" y="38751"/>
                </a:lnTo>
                <a:cubicBezTo>
                  <a:pt x="100001" y="31168"/>
                  <a:pt x="93831" y="25002"/>
                  <a:pt x="86251" y="25002"/>
                </a:cubicBezTo>
                <a:close/>
                <a:moveTo>
                  <a:pt x="35001" y="25002"/>
                </a:moveTo>
                <a:lnTo>
                  <a:pt x="35001" y="11251"/>
                </a:lnTo>
                <a:cubicBezTo>
                  <a:pt x="35001" y="10567"/>
                  <a:pt x="35562" y="10003"/>
                  <a:pt x="36250" y="10003"/>
                </a:cubicBezTo>
                <a:lnTo>
                  <a:pt x="63751" y="10003"/>
                </a:lnTo>
                <a:cubicBezTo>
                  <a:pt x="64439" y="10003"/>
                  <a:pt x="65001" y="10567"/>
                  <a:pt x="65001" y="11251"/>
                </a:cubicBezTo>
                <a:lnTo>
                  <a:pt x="65001" y="25002"/>
                </a:lnTo>
                <a:lnTo>
                  <a:pt x="35001" y="2500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46" name="Красный — SVG 7">
            <a:extLst>
              <a:ext uri="{FF2B5EF4-FFF2-40B4-BE49-F238E27FC236}">
                <a16:creationId xmlns:a16="http://schemas.microsoft.com/office/drawing/2014/main" id="{B38492EC-52B7-D041-BAC8-EACDEA042396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19494 w 127600"/>
              <a:gd name="csY0" fmla="*/ 0 h 127583"/>
              <a:gd name="csX1" fmla="*/ 0 w 127600"/>
              <a:gd name="csY1" fmla="*/ 19495 h 127583"/>
              <a:gd name="csX2" fmla="*/ 0 w 127600"/>
              <a:gd name="csY2" fmla="*/ 85056 h 127583"/>
              <a:gd name="csX3" fmla="*/ 26112 w 127600"/>
              <a:gd name="csY3" fmla="*/ 85056 h 127583"/>
              <a:gd name="csX4" fmla="*/ 32101 w 127600"/>
              <a:gd name="csY4" fmla="*/ 64098 h 127583"/>
              <a:gd name="csX5" fmla="*/ 37217 w 127600"/>
              <a:gd name="csY5" fmla="*/ 60253 h 127583"/>
              <a:gd name="csX6" fmla="*/ 42326 w 127600"/>
              <a:gd name="csY6" fmla="*/ 64098 h 127583"/>
              <a:gd name="csX7" fmla="*/ 48321 w 127600"/>
              <a:gd name="csY7" fmla="*/ 85056 h 127583"/>
              <a:gd name="csX8" fmla="*/ 50343 w 127600"/>
              <a:gd name="csY8" fmla="*/ 85056 h 127583"/>
              <a:gd name="csX9" fmla="*/ 58540 w 127600"/>
              <a:gd name="csY9" fmla="*/ 29344 h 127583"/>
              <a:gd name="csX10" fmla="*/ 63800 w 127600"/>
              <a:gd name="csY10" fmla="*/ 24802 h 127583"/>
              <a:gd name="csX11" fmla="*/ 69061 w 127600"/>
              <a:gd name="csY11" fmla="*/ 29344 h 127583"/>
              <a:gd name="csX12" fmla="*/ 77258 w 127600"/>
              <a:gd name="csY12" fmla="*/ 85056 h 127583"/>
              <a:gd name="csX13" fmla="*/ 78934 w 127600"/>
              <a:gd name="csY13" fmla="*/ 85056 h 127583"/>
              <a:gd name="csX14" fmla="*/ 85171 w 127600"/>
              <a:gd name="csY14" fmla="*/ 53891 h 127583"/>
              <a:gd name="csX15" fmla="*/ 90384 w 127600"/>
              <a:gd name="csY15" fmla="*/ 49621 h 127583"/>
              <a:gd name="csX16" fmla="*/ 95597 w 127600"/>
              <a:gd name="csY16" fmla="*/ 53891 h 127583"/>
              <a:gd name="csX17" fmla="*/ 101834 w 127600"/>
              <a:gd name="csY17" fmla="*/ 85056 h 127583"/>
              <a:gd name="csX18" fmla="*/ 127601 w 127600"/>
              <a:gd name="csY18" fmla="*/ 85056 h 127583"/>
              <a:gd name="csX19" fmla="*/ 127601 w 127600"/>
              <a:gd name="csY19" fmla="*/ 19495 h 127583"/>
              <a:gd name="csX20" fmla="*/ 108107 w 127600"/>
              <a:gd name="csY20" fmla="*/ 0 h 127583"/>
              <a:gd name="csX21" fmla="*/ 19494 w 127600"/>
              <a:gd name="csY21" fmla="*/ 0 h 127583"/>
              <a:gd name="csX22" fmla="*/ 63800 w 127600"/>
              <a:gd name="csY22" fmla="*/ 66649 h 127583"/>
              <a:gd name="csX23" fmla="*/ 60644 w 127600"/>
              <a:gd name="csY23" fmla="*/ 88118 h 127583"/>
              <a:gd name="csX24" fmla="*/ 51879 w 127600"/>
              <a:gd name="csY24" fmla="*/ 95687 h 127583"/>
              <a:gd name="csX25" fmla="*/ 46977 w 127600"/>
              <a:gd name="csY25" fmla="*/ 95687 h 127583"/>
              <a:gd name="csX26" fmla="*/ 38455 w 127600"/>
              <a:gd name="csY26" fmla="*/ 89257 h 127583"/>
              <a:gd name="csX27" fmla="*/ 37217 w 127600"/>
              <a:gd name="csY27" fmla="*/ 84902 h 127583"/>
              <a:gd name="csX28" fmla="*/ 35971 w 127600"/>
              <a:gd name="csY28" fmla="*/ 89257 h 127583"/>
              <a:gd name="csX29" fmla="*/ 27456 w 127600"/>
              <a:gd name="csY29" fmla="*/ 95687 h 127583"/>
              <a:gd name="csX30" fmla="*/ 0 w 127600"/>
              <a:gd name="csY30" fmla="*/ 95687 h 127583"/>
              <a:gd name="csX31" fmla="*/ 0 w 127600"/>
              <a:gd name="csY31" fmla="*/ 108089 h 127583"/>
              <a:gd name="csX32" fmla="*/ 19494 w 127600"/>
              <a:gd name="csY32" fmla="*/ 127583 h 127583"/>
              <a:gd name="csX33" fmla="*/ 108107 w 127600"/>
              <a:gd name="csY33" fmla="*/ 127583 h 127583"/>
              <a:gd name="csX34" fmla="*/ 127601 w 127600"/>
              <a:gd name="csY34" fmla="*/ 108089 h 127583"/>
              <a:gd name="csX35" fmla="*/ 127601 w 127600"/>
              <a:gd name="csY35" fmla="*/ 95687 h 127583"/>
              <a:gd name="csX36" fmla="*/ 100381 w 127600"/>
              <a:gd name="csY36" fmla="*/ 95687 h 127583"/>
              <a:gd name="csX37" fmla="*/ 91692 w 127600"/>
              <a:gd name="csY37" fmla="*/ 88560 h 127583"/>
              <a:gd name="csX38" fmla="*/ 90384 w 127600"/>
              <a:gd name="csY38" fmla="*/ 82045 h 127583"/>
              <a:gd name="csX39" fmla="*/ 89075 w 127600"/>
              <a:gd name="csY39" fmla="*/ 88560 h 127583"/>
              <a:gd name="csX40" fmla="*/ 80387 w 127600"/>
              <a:gd name="csY40" fmla="*/ 95687 h 127583"/>
              <a:gd name="csX41" fmla="*/ 75722 w 127600"/>
              <a:gd name="csY41" fmla="*/ 95687 h 127583"/>
              <a:gd name="csX42" fmla="*/ 66956 w 127600"/>
              <a:gd name="csY42" fmla="*/ 88101 h 127583"/>
              <a:gd name="csX43" fmla="*/ 63800 w 127600"/>
              <a:gd name="csY43" fmla="*/ 66649 h 127583"/>
            </a:gdLst>
            <a:ahLst/>
            <a:cxnLst/>
            <a:rect l="l" t="t" r="r" b="b"/>
            <a:pathLst>
              <a:path w="100000" h="100000">
                <a:moveTo>
                  <a:pt x="15277" y="7"/>
                </a:moveTo>
                <a:cubicBezTo>
                  <a:pt x="6853" y="7"/>
                  <a:pt x="0" y="6859"/>
                  <a:pt x="0" y="15285"/>
                </a:cubicBezTo>
                <a:lnTo>
                  <a:pt x="0" y="66665"/>
                </a:lnTo>
                <a:lnTo>
                  <a:pt x="20464" y="66665"/>
                </a:lnTo>
                <a:lnTo>
                  <a:pt x="25158" y="50240"/>
                </a:lnTo>
                <a:cubicBezTo>
                  <a:pt x="25671" y="48454"/>
                  <a:pt x="27306" y="47227"/>
                  <a:pt x="29167" y="47227"/>
                </a:cubicBezTo>
                <a:cubicBezTo>
                  <a:pt x="31028" y="47227"/>
                  <a:pt x="32660" y="48454"/>
                  <a:pt x="33171" y="50240"/>
                </a:cubicBezTo>
                <a:lnTo>
                  <a:pt x="37869" y="66665"/>
                </a:lnTo>
                <a:lnTo>
                  <a:pt x="39454" y="66665"/>
                </a:lnTo>
                <a:lnTo>
                  <a:pt x="45878" y="23004"/>
                </a:lnTo>
                <a:cubicBezTo>
                  <a:pt x="46178" y="20964"/>
                  <a:pt x="47933" y="19444"/>
                  <a:pt x="50000" y="19444"/>
                </a:cubicBezTo>
                <a:cubicBezTo>
                  <a:pt x="52067" y="19444"/>
                  <a:pt x="53823" y="20964"/>
                  <a:pt x="54123" y="23004"/>
                </a:cubicBezTo>
                <a:lnTo>
                  <a:pt x="60547" y="66665"/>
                </a:lnTo>
                <a:lnTo>
                  <a:pt x="61861" y="66665"/>
                </a:lnTo>
                <a:lnTo>
                  <a:pt x="66748" y="42241"/>
                </a:lnTo>
                <a:cubicBezTo>
                  <a:pt x="67138" y="40295"/>
                  <a:pt x="68847" y="38895"/>
                  <a:pt x="70834" y="38895"/>
                </a:cubicBezTo>
                <a:cubicBezTo>
                  <a:pt x="72821" y="38895"/>
                  <a:pt x="74530" y="40295"/>
                  <a:pt x="74919" y="42241"/>
                </a:cubicBezTo>
                <a:lnTo>
                  <a:pt x="79807" y="66665"/>
                </a:lnTo>
                <a:lnTo>
                  <a:pt x="100001" y="66665"/>
                </a:lnTo>
                <a:lnTo>
                  <a:pt x="100001" y="15285"/>
                </a:lnTo>
                <a:cubicBezTo>
                  <a:pt x="100001" y="6859"/>
                  <a:pt x="93147" y="7"/>
                  <a:pt x="84723" y="7"/>
                </a:cubicBezTo>
                <a:lnTo>
                  <a:pt x="15277" y="7"/>
                </a:lnTo>
                <a:close/>
                <a:moveTo>
                  <a:pt x="50000" y="52239"/>
                </a:moveTo>
                <a:lnTo>
                  <a:pt x="47527" y="69065"/>
                </a:lnTo>
                <a:cubicBezTo>
                  <a:pt x="47035" y="72437"/>
                  <a:pt x="44080" y="74996"/>
                  <a:pt x="40658" y="74996"/>
                </a:cubicBezTo>
                <a:lnTo>
                  <a:pt x="36816" y="74996"/>
                </a:lnTo>
                <a:cubicBezTo>
                  <a:pt x="33731" y="74996"/>
                  <a:pt x="30985" y="72917"/>
                  <a:pt x="30137" y="69957"/>
                </a:cubicBezTo>
                <a:lnTo>
                  <a:pt x="29167" y="66544"/>
                </a:lnTo>
                <a:lnTo>
                  <a:pt x="28190" y="69957"/>
                </a:lnTo>
                <a:cubicBezTo>
                  <a:pt x="27346" y="72931"/>
                  <a:pt x="24600" y="74996"/>
                  <a:pt x="21517" y="74996"/>
                </a:cubicBezTo>
                <a:lnTo>
                  <a:pt x="0" y="74996"/>
                </a:lnTo>
                <a:lnTo>
                  <a:pt x="0" y="84716"/>
                </a:lnTo>
                <a:cubicBezTo>
                  <a:pt x="0" y="93141"/>
                  <a:pt x="6853" y="99993"/>
                  <a:pt x="15277" y="99993"/>
                </a:cubicBezTo>
                <a:lnTo>
                  <a:pt x="84723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74996"/>
                </a:lnTo>
                <a:lnTo>
                  <a:pt x="78668" y="74996"/>
                </a:lnTo>
                <a:cubicBezTo>
                  <a:pt x="75368" y="74996"/>
                  <a:pt x="72503" y="72650"/>
                  <a:pt x="71859" y="69411"/>
                </a:cubicBezTo>
                <a:lnTo>
                  <a:pt x="70834" y="64305"/>
                </a:lnTo>
                <a:lnTo>
                  <a:pt x="69808" y="69411"/>
                </a:lnTo>
                <a:cubicBezTo>
                  <a:pt x="69165" y="72650"/>
                  <a:pt x="66299" y="74996"/>
                  <a:pt x="62999" y="74996"/>
                </a:cubicBezTo>
                <a:lnTo>
                  <a:pt x="59343" y="74996"/>
                </a:lnTo>
                <a:cubicBezTo>
                  <a:pt x="55920" y="74996"/>
                  <a:pt x="52971" y="72437"/>
                  <a:pt x="52473" y="69051"/>
                </a:cubicBezTo>
                <a:lnTo>
                  <a:pt x="50000" y="5223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47" name="Красный — SVG 8">
            <a:extLst>
              <a:ext uri="{FF2B5EF4-FFF2-40B4-BE49-F238E27FC236}">
                <a16:creationId xmlns:a16="http://schemas.microsoft.com/office/drawing/2014/main" id="{8852B0A6-3ABE-2E48-ACA1-B5A3DE0CFEBA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58475 w 63800"/>
              <a:gd name="csY0" fmla="*/ 0 h 148847"/>
              <a:gd name="csX1" fmla="*/ 5308 w 63800"/>
              <a:gd name="csY1" fmla="*/ 0 h 148847"/>
              <a:gd name="csX2" fmla="*/ 0 w 63800"/>
              <a:gd name="csY2" fmla="*/ 5307 h 148847"/>
              <a:gd name="csX3" fmla="*/ 5308 w 63800"/>
              <a:gd name="csY3" fmla="*/ 10632 h 148847"/>
              <a:gd name="csX4" fmla="*/ 7094 w 63800"/>
              <a:gd name="csY4" fmla="*/ 10632 h 148847"/>
              <a:gd name="csX5" fmla="*/ 7094 w 63800"/>
              <a:gd name="csY5" fmla="*/ 124045 h 148847"/>
              <a:gd name="csX6" fmla="*/ 31900 w 63800"/>
              <a:gd name="csY6" fmla="*/ 148847 h 148847"/>
              <a:gd name="csX7" fmla="*/ 56706 w 63800"/>
              <a:gd name="csY7" fmla="*/ 124045 h 148847"/>
              <a:gd name="csX8" fmla="*/ 56706 w 63800"/>
              <a:gd name="csY8" fmla="*/ 10632 h 148847"/>
              <a:gd name="csX9" fmla="*/ 58475 w 63800"/>
              <a:gd name="csY9" fmla="*/ 10632 h 148847"/>
              <a:gd name="csX10" fmla="*/ 63800 w 63800"/>
              <a:gd name="csY10" fmla="*/ 5307 h 148847"/>
              <a:gd name="csX11" fmla="*/ 58475 w 63800"/>
              <a:gd name="csY11" fmla="*/ 0 h 148847"/>
            </a:gdLst>
            <a:ahLst/>
            <a:cxnLst/>
            <a:rect l="l" t="t" r="r" b="b"/>
            <a:pathLst>
              <a:path w="100000" h="100000">
                <a:moveTo>
                  <a:pt x="67854" y="0"/>
                </a:moveTo>
                <a:lnTo>
                  <a:pt x="32135" y="0"/>
                </a:lnTo>
                <a:cubicBezTo>
                  <a:pt x="30169" y="0"/>
                  <a:pt x="28569" y="1600"/>
                  <a:pt x="28569" y="3565"/>
                </a:cubicBezTo>
                <a:cubicBezTo>
                  <a:pt x="28569" y="5543"/>
                  <a:pt x="30169" y="7143"/>
                  <a:pt x="32135" y="7143"/>
                </a:cubicBezTo>
                <a:lnTo>
                  <a:pt x="33335" y="7143"/>
                </a:lnTo>
                <a:lnTo>
                  <a:pt x="33335" y="83337"/>
                </a:lnTo>
                <a:cubicBezTo>
                  <a:pt x="33335" y="92526"/>
                  <a:pt x="40810" y="100000"/>
                  <a:pt x="50000" y="100000"/>
                </a:cubicBezTo>
                <a:cubicBezTo>
                  <a:pt x="59190" y="100000"/>
                  <a:pt x="66665" y="92526"/>
                  <a:pt x="66665" y="83337"/>
                </a:cubicBezTo>
                <a:lnTo>
                  <a:pt x="66665" y="7143"/>
                </a:lnTo>
                <a:lnTo>
                  <a:pt x="67854" y="7143"/>
                </a:lnTo>
                <a:cubicBezTo>
                  <a:pt x="69832" y="7143"/>
                  <a:pt x="71431" y="5543"/>
                  <a:pt x="71431" y="3565"/>
                </a:cubicBezTo>
                <a:cubicBezTo>
                  <a:pt x="71431" y="1600"/>
                  <a:pt x="69832" y="0"/>
                  <a:pt x="67854" y="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48" name="Красный — SVG 9">
            <a:extLst>
              <a:ext uri="{FF2B5EF4-FFF2-40B4-BE49-F238E27FC236}">
                <a16:creationId xmlns:a16="http://schemas.microsoft.com/office/drawing/2014/main" id="{877C2BB4-69E2-EA4F-ADA4-B84DEEDEB8E7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40496 w 149113"/>
              <a:gd name="csY0" fmla="*/ 0 h 130475"/>
              <a:gd name="csX1" fmla="*/ 11828 w 149113"/>
              <a:gd name="csY1" fmla="*/ 11976 h 130475"/>
              <a:gd name="csX2" fmla="*/ 11828 w 149113"/>
              <a:gd name="csY2" fmla="*/ 69694 h 130475"/>
              <a:gd name="csX3" fmla="*/ 68347 w 149113"/>
              <a:gd name="csY3" fmla="*/ 126733 h 130475"/>
              <a:gd name="csX4" fmla="*/ 77722 w 149113"/>
              <a:gd name="csY4" fmla="*/ 130475 h 130475"/>
              <a:gd name="csX5" fmla="*/ 84918 w 149113"/>
              <a:gd name="csY5" fmla="*/ 128332 h 130475"/>
              <a:gd name="csX6" fmla="*/ 90448 w 149113"/>
              <a:gd name="csY6" fmla="*/ 120541 h 130475"/>
              <a:gd name="csX7" fmla="*/ 99209 w 149113"/>
              <a:gd name="csY7" fmla="*/ 116067 h 130475"/>
              <a:gd name="csX8" fmla="*/ 103769 w 149113"/>
              <a:gd name="csY8" fmla="*/ 107289 h 130475"/>
              <a:gd name="csX9" fmla="*/ 112310 w 149113"/>
              <a:gd name="csY9" fmla="*/ 102849 h 130475"/>
              <a:gd name="csX10" fmla="*/ 116920 w 149113"/>
              <a:gd name="csY10" fmla="*/ 93748 h 130475"/>
              <a:gd name="csX11" fmla="*/ 122960 w 149113"/>
              <a:gd name="csY11" fmla="*/ 90975 h 130475"/>
              <a:gd name="csX12" fmla="*/ 123760 w 149113"/>
              <a:gd name="csY12" fmla="*/ 89955 h 130475"/>
              <a:gd name="csX13" fmla="*/ 126975 w 149113"/>
              <a:gd name="csY13" fmla="*/ 83201 h 130475"/>
              <a:gd name="csX14" fmla="*/ 123709 w 149113"/>
              <a:gd name="csY14" fmla="*/ 73403 h 130475"/>
              <a:gd name="csX15" fmla="*/ 84408 w 149113"/>
              <a:gd name="csY15" fmla="*/ 35859 h 130475"/>
              <a:gd name="csX16" fmla="*/ 76156 w 149113"/>
              <a:gd name="csY16" fmla="*/ 44178 h 130475"/>
              <a:gd name="csX17" fmla="*/ 63362 w 149113"/>
              <a:gd name="csY17" fmla="*/ 50812 h 130475"/>
              <a:gd name="csX18" fmla="*/ 62222 w 149113"/>
              <a:gd name="csY18" fmla="*/ 50846 h 130475"/>
              <a:gd name="csX19" fmla="*/ 52797 w 149113"/>
              <a:gd name="csY19" fmla="*/ 47104 h 130475"/>
              <a:gd name="csX20" fmla="*/ 52780 w 149113"/>
              <a:gd name="csY20" fmla="*/ 31266 h 130475"/>
              <a:gd name="csX21" fmla="*/ 70525 w 149113"/>
              <a:gd name="csY21" fmla="*/ 13354 h 130475"/>
              <a:gd name="csX22" fmla="*/ 69164 w 149113"/>
              <a:gd name="csY22" fmla="*/ 11976 h 130475"/>
              <a:gd name="csX23" fmla="*/ 40496 w 149113"/>
              <a:gd name="csY23" fmla="*/ 0 h 130475"/>
              <a:gd name="csX24" fmla="*/ 108618 w 149113"/>
              <a:gd name="csY24" fmla="*/ 0 h 130475"/>
              <a:gd name="csX25" fmla="*/ 102340 w 149113"/>
              <a:gd name="csY25" fmla="*/ 527 h 130475"/>
              <a:gd name="csX26" fmla="*/ 82706 w 149113"/>
              <a:gd name="csY26" fmla="*/ 11125 h 130475"/>
              <a:gd name="csX27" fmla="*/ 57816 w 149113"/>
              <a:gd name="csY27" fmla="*/ 36251 h 130475"/>
              <a:gd name="csX28" fmla="*/ 57799 w 149113"/>
              <a:gd name="csY28" fmla="*/ 42068 h 130475"/>
              <a:gd name="csX29" fmla="*/ 62818 w 149113"/>
              <a:gd name="csY29" fmla="*/ 43735 h 130475"/>
              <a:gd name="csX30" fmla="*/ 71120 w 149113"/>
              <a:gd name="csY30" fmla="*/ 39194 h 130475"/>
              <a:gd name="csX31" fmla="*/ 81600 w 149113"/>
              <a:gd name="csY31" fmla="*/ 28613 h 130475"/>
              <a:gd name="csX32" fmla="*/ 85956 w 149113"/>
              <a:gd name="csY32" fmla="*/ 28085 h 130475"/>
              <a:gd name="csX33" fmla="*/ 113399 w 149113"/>
              <a:gd name="csY33" fmla="*/ 28307 h 130475"/>
              <a:gd name="csX34" fmla="*/ 118366 w 149113"/>
              <a:gd name="csY34" fmla="*/ 28953 h 130475"/>
              <a:gd name="csX35" fmla="*/ 117720 w 149113"/>
              <a:gd name="csY35" fmla="*/ 33920 h 130475"/>
              <a:gd name="csX36" fmla="*/ 98903 w 149113"/>
              <a:gd name="csY36" fmla="*/ 39908 h 130475"/>
              <a:gd name="csX37" fmla="*/ 128728 w 149113"/>
              <a:gd name="csY37" fmla="*/ 68402 h 130475"/>
              <a:gd name="csX38" fmla="*/ 132505 w 149113"/>
              <a:gd name="csY38" fmla="*/ 74543 h 130475"/>
              <a:gd name="csX39" fmla="*/ 137285 w 149113"/>
              <a:gd name="csY39" fmla="*/ 69711 h 130475"/>
              <a:gd name="csX40" fmla="*/ 137285 w 149113"/>
              <a:gd name="csY40" fmla="*/ 11976 h 130475"/>
              <a:gd name="csX41" fmla="*/ 131603 w 149113"/>
              <a:gd name="csY41" fmla="*/ 7230 h 130475"/>
              <a:gd name="csX42" fmla="*/ 131399 w 149113"/>
              <a:gd name="csY42" fmla="*/ 7111 h 130475"/>
              <a:gd name="csX43" fmla="*/ 130956 w 149113"/>
              <a:gd name="csY43" fmla="*/ 6753 h 130475"/>
              <a:gd name="csX44" fmla="*/ 108618 w 149113"/>
              <a:gd name="csY44" fmla="*/ 0 h 130475"/>
            </a:gdLst>
            <a:ahLst/>
            <a:cxnLst/>
            <a:rect l="l" t="t" r="r" b="b"/>
            <a:pathLst>
              <a:path w="100000" h="100000">
                <a:moveTo>
                  <a:pt x="27158" y="6250"/>
                </a:moveTo>
                <a:cubicBezTo>
                  <a:pt x="19890" y="6250"/>
                  <a:pt x="13067" y="9102"/>
                  <a:pt x="7932" y="14281"/>
                </a:cubicBezTo>
                <a:cubicBezTo>
                  <a:pt x="-2644" y="24959"/>
                  <a:pt x="-2644" y="42322"/>
                  <a:pt x="7932" y="52989"/>
                </a:cubicBezTo>
                <a:lnTo>
                  <a:pt x="45836" y="91241"/>
                </a:lnTo>
                <a:cubicBezTo>
                  <a:pt x="47650" y="92895"/>
                  <a:pt x="49886" y="93750"/>
                  <a:pt x="52123" y="93750"/>
                </a:cubicBezTo>
                <a:cubicBezTo>
                  <a:pt x="53788" y="93750"/>
                  <a:pt x="55454" y="93272"/>
                  <a:pt x="56949" y="92313"/>
                </a:cubicBezTo>
                <a:cubicBezTo>
                  <a:pt x="58877" y="91070"/>
                  <a:pt x="60155" y="89187"/>
                  <a:pt x="60657" y="87088"/>
                </a:cubicBezTo>
                <a:cubicBezTo>
                  <a:pt x="62825" y="86757"/>
                  <a:pt x="64878" y="85730"/>
                  <a:pt x="66533" y="84088"/>
                </a:cubicBezTo>
                <a:cubicBezTo>
                  <a:pt x="68199" y="82433"/>
                  <a:pt x="69237" y="80369"/>
                  <a:pt x="69591" y="78201"/>
                </a:cubicBezTo>
                <a:cubicBezTo>
                  <a:pt x="71701" y="77848"/>
                  <a:pt x="73710" y="76832"/>
                  <a:pt x="75319" y="75223"/>
                </a:cubicBezTo>
                <a:cubicBezTo>
                  <a:pt x="77042" y="73512"/>
                  <a:pt x="78091" y="71368"/>
                  <a:pt x="78410" y="69120"/>
                </a:cubicBezTo>
                <a:cubicBezTo>
                  <a:pt x="79882" y="68812"/>
                  <a:pt x="81263" y="68173"/>
                  <a:pt x="82461" y="67260"/>
                </a:cubicBezTo>
                <a:cubicBezTo>
                  <a:pt x="82598" y="67010"/>
                  <a:pt x="82769" y="66782"/>
                  <a:pt x="82997" y="66576"/>
                </a:cubicBezTo>
                <a:cubicBezTo>
                  <a:pt x="84321" y="65469"/>
                  <a:pt x="85051" y="63941"/>
                  <a:pt x="85154" y="62047"/>
                </a:cubicBezTo>
                <a:cubicBezTo>
                  <a:pt x="85302" y="59401"/>
                  <a:pt x="84161" y="56742"/>
                  <a:pt x="82963" y="55476"/>
                </a:cubicBezTo>
                <a:lnTo>
                  <a:pt x="56607" y="30298"/>
                </a:lnTo>
                <a:lnTo>
                  <a:pt x="51073" y="35877"/>
                </a:lnTo>
                <a:cubicBezTo>
                  <a:pt x="47718" y="39253"/>
                  <a:pt x="44558" y="40166"/>
                  <a:pt x="42493" y="40326"/>
                </a:cubicBezTo>
                <a:cubicBezTo>
                  <a:pt x="42230" y="40349"/>
                  <a:pt x="41980" y="40349"/>
                  <a:pt x="41728" y="40349"/>
                </a:cubicBezTo>
                <a:cubicBezTo>
                  <a:pt x="39321" y="40349"/>
                  <a:pt x="37050" y="39447"/>
                  <a:pt x="35407" y="37839"/>
                </a:cubicBezTo>
                <a:cubicBezTo>
                  <a:pt x="32372" y="34827"/>
                  <a:pt x="32372" y="30264"/>
                  <a:pt x="35396" y="27218"/>
                </a:cubicBezTo>
                <a:lnTo>
                  <a:pt x="47296" y="15205"/>
                </a:lnTo>
                <a:lnTo>
                  <a:pt x="46384" y="14281"/>
                </a:lnTo>
                <a:cubicBezTo>
                  <a:pt x="41249" y="9102"/>
                  <a:pt x="34426" y="6250"/>
                  <a:pt x="27158" y="6250"/>
                </a:cubicBezTo>
                <a:close/>
                <a:moveTo>
                  <a:pt x="72843" y="6250"/>
                </a:moveTo>
                <a:cubicBezTo>
                  <a:pt x="71416" y="6250"/>
                  <a:pt x="70013" y="6398"/>
                  <a:pt x="68633" y="6603"/>
                </a:cubicBezTo>
                <a:cubicBezTo>
                  <a:pt x="63612" y="7721"/>
                  <a:pt x="58900" y="10243"/>
                  <a:pt x="55465" y="13710"/>
                </a:cubicBezTo>
                <a:lnTo>
                  <a:pt x="38773" y="30561"/>
                </a:lnTo>
                <a:cubicBezTo>
                  <a:pt x="37335" y="32009"/>
                  <a:pt x="37826" y="33527"/>
                  <a:pt x="38762" y="34462"/>
                </a:cubicBezTo>
                <a:cubicBezTo>
                  <a:pt x="39583" y="35272"/>
                  <a:pt x="40793" y="35717"/>
                  <a:pt x="42128" y="35580"/>
                </a:cubicBezTo>
                <a:cubicBezTo>
                  <a:pt x="43930" y="35443"/>
                  <a:pt x="45859" y="34382"/>
                  <a:pt x="47695" y="32534"/>
                </a:cubicBezTo>
                <a:lnTo>
                  <a:pt x="54724" y="25438"/>
                </a:lnTo>
                <a:cubicBezTo>
                  <a:pt x="55500" y="24663"/>
                  <a:pt x="56709" y="24514"/>
                  <a:pt x="57645" y="25084"/>
                </a:cubicBezTo>
                <a:cubicBezTo>
                  <a:pt x="64627" y="29339"/>
                  <a:pt x="70640" y="29386"/>
                  <a:pt x="76049" y="25233"/>
                </a:cubicBezTo>
                <a:cubicBezTo>
                  <a:pt x="77087" y="24434"/>
                  <a:pt x="78582" y="24628"/>
                  <a:pt x="79380" y="25666"/>
                </a:cubicBezTo>
                <a:cubicBezTo>
                  <a:pt x="80179" y="26716"/>
                  <a:pt x="79985" y="28199"/>
                  <a:pt x="78947" y="28997"/>
                </a:cubicBezTo>
                <a:cubicBezTo>
                  <a:pt x="75022" y="32009"/>
                  <a:pt x="70800" y="33321"/>
                  <a:pt x="66328" y="33013"/>
                </a:cubicBezTo>
                <a:lnTo>
                  <a:pt x="86329" y="52122"/>
                </a:lnTo>
                <a:cubicBezTo>
                  <a:pt x="87390" y="53240"/>
                  <a:pt x="88246" y="54677"/>
                  <a:pt x="88862" y="56241"/>
                </a:cubicBezTo>
                <a:lnTo>
                  <a:pt x="92068" y="53000"/>
                </a:lnTo>
                <a:cubicBezTo>
                  <a:pt x="102645" y="42322"/>
                  <a:pt x="102645" y="24959"/>
                  <a:pt x="92068" y="14281"/>
                </a:cubicBezTo>
                <a:cubicBezTo>
                  <a:pt x="90893" y="13095"/>
                  <a:pt x="89604" y="12034"/>
                  <a:pt x="88257" y="11098"/>
                </a:cubicBezTo>
                <a:cubicBezTo>
                  <a:pt x="88223" y="11064"/>
                  <a:pt x="88166" y="11053"/>
                  <a:pt x="88120" y="11018"/>
                </a:cubicBezTo>
                <a:cubicBezTo>
                  <a:pt x="88029" y="10927"/>
                  <a:pt x="87915" y="10859"/>
                  <a:pt x="87823" y="10778"/>
                </a:cubicBezTo>
                <a:cubicBezTo>
                  <a:pt x="83419" y="7836"/>
                  <a:pt x="78251" y="6250"/>
                  <a:pt x="72843" y="625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49" name="Красный — SVG 10">
            <a:extLst>
              <a:ext uri="{FF2B5EF4-FFF2-40B4-BE49-F238E27FC236}">
                <a16:creationId xmlns:a16="http://schemas.microsoft.com/office/drawing/2014/main" id="{A15B782E-67B0-3C4C-AEDB-CF46ED1068F2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38995 w 141772"/>
              <a:gd name="csY0" fmla="*/ 0 h 124044"/>
              <a:gd name="csX1" fmla="*/ 0 w 141772"/>
              <a:gd name="csY1" fmla="*/ 38989 h 124044"/>
              <a:gd name="csX2" fmla="*/ 24278 w 141772"/>
              <a:gd name="csY2" fmla="*/ 81194 h 124044"/>
              <a:gd name="csX3" fmla="*/ 67135 w 141772"/>
              <a:gd name="csY3" fmla="*/ 122480 h 124044"/>
              <a:gd name="csX4" fmla="*/ 70895 w 141772"/>
              <a:gd name="csY4" fmla="*/ 124045 h 124044"/>
              <a:gd name="csX5" fmla="*/ 74655 w 141772"/>
              <a:gd name="csY5" fmla="*/ 122480 h 124044"/>
              <a:gd name="csX6" fmla="*/ 117495 w 141772"/>
              <a:gd name="csY6" fmla="*/ 81194 h 124044"/>
              <a:gd name="csX7" fmla="*/ 141773 w 141772"/>
              <a:gd name="csY7" fmla="*/ 38989 h 124044"/>
              <a:gd name="csX8" fmla="*/ 102795 w 141772"/>
              <a:gd name="csY8" fmla="*/ 0 h 124044"/>
              <a:gd name="csX9" fmla="*/ 70895 w 141772"/>
              <a:gd name="csY9" fmla="*/ 17845 h 124044"/>
              <a:gd name="csX10" fmla="*/ 38995 w 141772"/>
              <a:gd name="csY10" fmla="*/ 0 h 124044"/>
            </a:gdLst>
            <a:ahLst/>
            <a:cxnLst/>
            <a:rect l="l" t="t" r="r" b="b"/>
            <a:pathLst>
              <a:path w="100000" h="100000">
                <a:moveTo>
                  <a:pt x="27505" y="6252"/>
                </a:moveTo>
                <a:cubicBezTo>
                  <a:pt x="12361" y="6252"/>
                  <a:pt x="0" y="18612"/>
                  <a:pt x="0" y="33753"/>
                </a:cubicBezTo>
                <a:cubicBezTo>
                  <a:pt x="0" y="43989"/>
                  <a:pt x="7717" y="53636"/>
                  <a:pt x="17125" y="63523"/>
                </a:cubicBezTo>
                <a:cubicBezTo>
                  <a:pt x="26545" y="73410"/>
                  <a:pt x="38126" y="83418"/>
                  <a:pt x="47354" y="92645"/>
                </a:cubicBezTo>
                <a:cubicBezTo>
                  <a:pt x="48050" y="93353"/>
                  <a:pt x="49010" y="93748"/>
                  <a:pt x="50006" y="93748"/>
                </a:cubicBezTo>
                <a:cubicBezTo>
                  <a:pt x="51002" y="93748"/>
                  <a:pt x="51950" y="93353"/>
                  <a:pt x="52658" y="92645"/>
                </a:cubicBezTo>
                <a:cubicBezTo>
                  <a:pt x="61887" y="83418"/>
                  <a:pt x="73467" y="73410"/>
                  <a:pt x="82876" y="63523"/>
                </a:cubicBezTo>
                <a:cubicBezTo>
                  <a:pt x="92284" y="53636"/>
                  <a:pt x="100001" y="43989"/>
                  <a:pt x="100001" y="33753"/>
                </a:cubicBezTo>
                <a:cubicBezTo>
                  <a:pt x="100001" y="18612"/>
                  <a:pt x="87652" y="6252"/>
                  <a:pt x="72507" y="6252"/>
                </a:cubicBezTo>
                <a:cubicBezTo>
                  <a:pt x="63807" y="6252"/>
                  <a:pt x="56247" y="10920"/>
                  <a:pt x="50006" y="18839"/>
                </a:cubicBezTo>
                <a:cubicBezTo>
                  <a:pt x="43754" y="10920"/>
                  <a:pt x="36194" y="6252"/>
                  <a:pt x="27505" y="625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0" name="Красный — SVG 11">
            <a:extLst>
              <a:ext uri="{FF2B5EF4-FFF2-40B4-BE49-F238E27FC236}">
                <a16:creationId xmlns:a16="http://schemas.microsoft.com/office/drawing/2014/main" id="{2454E3DD-306C-D448-91CE-57515A5AA95D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121643 w 155397"/>
              <a:gd name="csY0" fmla="*/ 1 h 141839"/>
              <a:gd name="csX1" fmla="*/ 117917 w 155397"/>
              <a:gd name="csY1" fmla="*/ 1617 h 141839"/>
              <a:gd name="csX2" fmla="*/ 116420 w 155397"/>
              <a:gd name="csY2" fmla="*/ 5394 h 141839"/>
              <a:gd name="csX3" fmla="*/ 116420 w 155397"/>
              <a:gd name="csY3" fmla="*/ 17795 h 141839"/>
              <a:gd name="csX4" fmla="*/ 104000 w 155397"/>
              <a:gd name="csY4" fmla="*/ 17795 h 141839"/>
              <a:gd name="csX5" fmla="*/ 101941 w 155397"/>
              <a:gd name="csY5" fmla="*/ 18186 h 141839"/>
              <a:gd name="csX6" fmla="*/ 100189 w 155397"/>
              <a:gd name="csY6" fmla="*/ 19326 h 141839"/>
              <a:gd name="csX7" fmla="*/ 99032 w 155397"/>
              <a:gd name="csY7" fmla="*/ 21061 h 141839"/>
              <a:gd name="csX8" fmla="*/ 98607 w 155397"/>
              <a:gd name="csY8" fmla="*/ 23119 h 141839"/>
              <a:gd name="csX9" fmla="*/ 99032 w 155397"/>
              <a:gd name="csY9" fmla="*/ 25161 h 141839"/>
              <a:gd name="csX10" fmla="*/ 100189 w 155397"/>
              <a:gd name="csY10" fmla="*/ 26896 h 141839"/>
              <a:gd name="csX11" fmla="*/ 101941 w 155397"/>
              <a:gd name="csY11" fmla="*/ 28053 h 141839"/>
              <a:gd name="csX12" fmla="*/ 104000 w 155397"/>
              <a:gd name="csY12" fmla="*/ 28427 h 141839"/>
              <a:gd name="csX13" fmla="*/ 116420 w 155397"/>
              <a:gd name="csY13" fmla="*/ 28427 h 141839"/>
              <a:gd name="csX14" fmla="*/ 116420 w 155397"/>
              <a:gd name="csY14" fmla="*/ 40828 h 141839"/>
              <a:gd name="csX15" fmla="*/ 116794 w 155397"/>
              <a:gd name="csY15" fmla="*/ 42886 h 141839"/>
              <a:gd name="csX16" fmla="*/ 117934 w 155397"/>
              <a:gd name="csY16" fmla="*/ 44639 h 141839"/>
              <a:gd name="csX17" fmla="*/ 119669 w 155397"/>
              <a:gd name="csY17" fmla="*/ 45812 h 141839"/>
              <a:gd name="csX18" fmla="*/ 121728 w 155397"/>
              <a:gd name="csY18" fmla="*/ 46220 h 141839"/>
              <a:gd name="csX19" fmla="*/ 123786 w 155397"/>
              <a:gd name="csY19" fmla="*/ 45812 h 141839"/>
              <a:gd name="csX20" fmla="*/ 125522 w 155397"/>
              <a:gd name="csY20" fmla="*/ 44639 h 141839"/>
              <a:gd name="csX21" fmla="*/ 126662 w 155397"/>
              <a:gd name="csY21" fmla="*/ 42886 h 141839"/>
              <a:gd name="csX22" fmla="*/ 127053 w 155397"/>
              <a:gd name="csY22" fmla="*/ 40828 h 141839"/>
              <a:gd name="csX23" fmla="*/ 127053 w 155397"/>
              <a:gd name="csY23" fmla="*/ 28427 h 141839"/>
              <a:gd name="csX24" fmla="*/ 139456 w 155397"/>
              <a:gd name="csY24" fmla="*/ 28427 h 141839"/>
              <a:gd name="csX25" fmla="*/ 141514 w 155397"/>
              <a:gd name="csY25" fmla="*/ 28053 h 141839"/>
              <a:gd name="csX26" fmla="*/ 143267 w 155397"/>
              <a:gd name="csY26" fmla="*/ 26896 h 141839"/>
              <a:gd name="csX27" fmla="*/ 144424 w 155397"/>
              <a:gd name="csY27" fmla="*/ 25161 h 141839"/>
              <a:gd name="csX28" fmla="*/ 144849 w 155397"/>
              <a:gd name="csY28" fmla="*/ 23119 h 141839"/>
              <a:gd name="csX29" fmla="*/ 144424 w 155397"/>
              <a:gd name="csY29" fmla="*/ 21061 h 141839"/>
              <a:gd name="csX30" fmla="*/ 143267 w 155397"/>
              <a:gd name="csY30" fmla="*/ 19326 h 141839"/>
              <a:gd name="csX31" fmla="*/ 141514 w 155397"/>
              <a:gd name="csY31" fmla="*/ 18186 h 141839"/>
              <a:gd name="csX32" fmla="*/ 139456 w 155397"/>
              <a:gd name="csY32" fmla="*/ 17795 h 141839"/>
              <a:gd name="csX33" fmla="*/ 127053 w 155397"/>
              <a:gd name="csY33" fmla="*/ 17795 h 141839"/>
              <a:gd name="csX34" fmla="*/ 127053 w 155397"/>
              <a:gd name="csY34" fmla="*/ 5394 h 141839"/>
              <a:gd name="csX35" fmla="*/ 126662 w 155397"/>
              <a:gd name="csY35" fmla="*/ 3319 h 141839"/>
              <a:gd name="csX36" fmla="*/ 125488 w 155397"/>
              <a:gd name="csY36" fmla="*/ 1549 h 141839"/>
              <a:gd name="csX37" fmla="*/ 123718 w 155397"/>
              <a:gd name="csY37" fmla="*/ 393 h 141839"/>
              <a:gd name="csX38" fmla="*/ 121643 w 155397"/>
              <a:gd name="csY38" fmla="*/ 1 h 141839"/>
              <a:gd name="csX39" fmla="*/ 36916 w 155397"/>
              <a:gd name="csY39" fmla="*/ 32016 h 141839"/>
              <a:gd name="csX40" fmla="*/ 33973 w 155397"/>
              <a:gd name="csY40" fmla="*/ 33003 h 141839"/>
              <a:gd name="csX41" fmla="*/ 32084 w 155397"/>
              <a:gd name="csY41" fmla="*/ 35470 h 141839"/>
              <a:gd name="csX42" fmla="*/ 31880 w 155397"/>
              <a:gd name="csY42" fmla="*/ 38565 h 141839"/>
              <a:gd name="csX43" fmla="*/ 33462 w 155397"/>
              <a:gd name="csY43" fmla="*/ 41253 h 141839"/>
              <a:gd name="csX44" fmla="*/ 47277 w 155397"/>
              <a:gd name="csY44" fmla="*/ 54335 h 141839"/>
              <a:gd name="csX45" fmla="*/ 51088 w 155397"/>
              <a:gd name="csY45" fmla="*/ 55781 h 141839"/>
              <a:gd name="csX46" fmla="*/ 54797 w 155397"/>
              <a:gd name="csY46" fmla="*/ 54131 h 141839"/>
              <a:gd name="csX47" fmla="*/ 56260 w 155397"/>
              <a:gd name="csY47" fmla="*/ 50320 h 141839"/>
              <a:gd name="csX48" fmla="*/ 54593 w 155397"/>
              <a:gd name="csY48" fmla="*/ 46612 h 141839"/>
              <a:gd name="csX49" fmla="*/ 40761 w 155397"/>
              <a:gd name="csY49" fmla="*/ 33530 h 141839"/>
              <a:gd name="csX50" fmla="*/ 38992 w 155397"/>
              <a:gd name="csY50" fmla="*/ 32391 h 141839"/>
              <a:gd name="csX51" fmla="*/ 36916 w 155397"/>
              <a:gd name="csY51" fmla="*/ 32016 h 141839"/>
              <a:gd name="csX52" fmla="*/ 15428 w 155397"/>
              <a:gd name="csY52" fmla="*/ 42529 h 141839"/>
              <a:gd name="csX53" fmla="*/ 2600 w 155397"/>
              <a:gd name="csY53" fmla="*/ 47701 h 141839"/>
              <a:gd name="csX54" fmla="*/ 1392 w 155397"/>
              <a:gd name="csY54" fmla="*/ 49028 h 141839"/>
              <a:gd name="csX55" fmla="*/ 14 w 155397"/>
              <a:gd name="csY55" fmla="*/ 52991 h 141839"/>
              <a:gd name="csX56" fmla="*/ 1852 w 155397"/>
              <a:gd name="csY56" fmla="*/ 56784 h 141839"/>
              <a:gd name="csX57" fmla="*/ 38430 w 155397"/>
              <a:gd name="csY57" fmla="*/ 91402 h 141839"/>
              <a:gd name="csX58" fmla="*/ 49387 w 155397"/>
              <a:gd name="csY58" fmla="*/ 95774 h 141839"/>
              <a:gd name="csX59" fmla="*/ 63253 w 155397"/>
              <a:gd name="csY59" fmla="*/ 95774 h 141839"/>
              <a:gd name="csX60" fmla="*/ 63253 w 155397"/>
              <a:gd name="csY60" fmla="*/ 70955 h 141839"/>
              <a:gd name="csX61" fmla="*/ 53640 w 155397"/>
              <a:gd name="csY61" fmla="*/ 70955 h 141839"/>
              <a:gd name="csX62" fmla="*/ 52398 w 155397"/>
              <a:gd name="csY62" fmla="*/ 70461 h 141839"/>
              <a:gd name="csX63" fmla="*/ 28903 w 155397"/>
              <a:gd name="csY63" fmla="*/ 48211 h 141839"/>
              <a:gd name="csX64" fmla="*/ 15428 w 155397"/>
              <a:gd name="csY64" fmla="*/ 42529 h 141839"/>
              <a:gd name="csX65" fmla="*/ 82733 w 155397"/>
              <a:gd name="csY65" fmla="*/ 56784 h 141839"/>
              <a:gd name="csX66" fmla="*/ 73886 w 155397"/>
              <a:gd name="csY66" fmla="*/ 65647 h 141839"/>
              <a:gd name="csX67" fmla="*/ 73886 w 155397"/>
              <a:gd name="csY67" fmla="*/ 95774 h 141839"/>
              <a:gd name="csX68" fmla="*/ 116420 w 155397"/>
              <a:gd name="csY68" fmla="*/ 95774 h 141839"/>
              <a:gd name="csX69" fmla="*/ 116420 w 155397"/>
              <a:gd name="csY69" fmla="*/ 65647 h 141839"/>
              <a:gd name="csX70" fmla="*/ 107556 w 155397"/>
              <a:gd name="csY70" fmla="*/ 56784 h 141839"/>
              <a:gd name="csX71" fmla="*/ 82733 w 155397"/>
              <a:gd name="csY71" fmla="*/ 56784 h 141839"/>
              <a:gd name="csX72" fmla="*/ 127053 w 155397"/>
              <a:gd name="csY72" fmla="*/ 70955 h 141839"/>
              <a:gd name="csX73" fmla="*/ 127053 w 155397"/>
              <a:gd name="csY73" fmla="*/ 95774 h 141839"/>
              <a:gd name="csX74" fmla="*/ 150089 w 155397"/>
              <a:gd name="csY74" fmla="*/ 95774 h 141839"/>
              <a:gd name="csX75" fmla="*/ 155398 w 155397"/>
              <a:gd name="csY75" fmla="*/ 90449 h 141839"/>
              <a:gd name="csX76" fmla="*/ 155398 w 155397"/>
              <a:gd name="csY76" fmla="*/ 88680 h 141839"/>
              <a:gd name="csX77" fmla="*/ 137686 w 155397"/>
              <a:gd name="csY77" fmla="*/ 70955 h 141839"/>
              <a:gd name="csX78" fmla="*/ 127053 w 155397"/>
              <a:gd name="csY78" fmla="*/ 70955 h 141839"/>
              <a:gd name="csX79" fmla="*/ 61466 w 155397"/>
              <a:gd name="csY79" fmla="*/ 106406 h 141839"/>
              <a:gd name="csX80" fmla="*/ 45644 w 155397"/>
              <a:gd name="csY80" fmla="*/ 121154 h 141839"/>
              <a:gd name="csX81" fmla="*/ 39978 w 155397"/>
              <a:gd name="csY81" fmla="*/ 125764 h 141839"/>
              <a:gd name="csX82" fmla="*/ 38617 w 155397"/>
              <a:gd name="csY82" fmla="*/ 132943 h 141839"/>
              <a:gd name="csX83" fmla="*/ 42224 w 155397"/>
              <a:gd name="csY83" fmla="*/ 139305 h 141839"/>
              <a:gd name="csX84" fmla="*/ 49064 w 155397"/>
              <a:gd name="csY84" fmla="*/ 141840 h 141839"/>
              <a:gd name="csX85" fmla="*/ 55103 w 155397"/>
              <a:gd name="csY85" fmla="*/ 139969 h 141839"/>
              <a:gd name="csX86" fmla="*/ 58999 w 155397"/>
              <a:gd name="csY86" fmla="*/ 135002 h 141839"/>
              <a:gd name="csX87" fmla="*/ 59408 w 155397"/>
              <a:gd name="csY87" fmla="*/ 128690 h 141839"/>
              <a:gd name="csX88" fmla="*/ 56158 w 155397"/>
              <a:gd name="csY88" fmla="*/ 123281 h 141839"/>
              <a:gd name="csX89" fmla="*/ 56158 w 155397"/>
              <a:gd name="csY89" fmla="*/ 122345 h 141839"/>
              <a:gd name="csX90" fmla="*/ 61466 w 155397"/>
              <a:gd name="csY90" fmla="*/ 117038 h 141839"/>
              <a:gd name="csX91" fmla="*/ 132361 w 155397"/>
              <a:gd name="csY91" fmla="*/ 117038 h 141839"/>
              <a:gd name="csX92" fmla="*/ 137686 w 155397"/>
              <a:gd name="csY92" fmla="*/ 122345 h 141839"/>
              <a:gd name="csX93" fmla="*/ 137686 w 155397"/>
              <a:gd name="csY93" fmla="*/ 123298 h 141839"/>
              <a:gd name="csX94" fmla="*/ 134454 w 155397"/>
              <a:gd name="csY94" fmla="*/ 128707 h 141839"/>
              <a:gd name="csX95" fmla="*/ 134845 w 155397"/>
              <a:gd name="csY95" fmla="*/ 135002 h 141839"/>
              <a:gd name="csX96" fmla="*/ 138741 w 155397"/>
              <a:gd name="csY96" fmla="*/ 139952 h 141839"/>
              <a:gd name="csX97" fmla="*/ 144764 w 155397"/>
              <a:gd name="csY97" fmla="*/ 141840 h 141839"/>
              <a:gd name="csX98" fmla="*/ 151621 w 155397"/>
              <a:gd name="csY98" fmla="*/ 139305 h 141839"/>
              <a:gd name="csX99" fmla="*/ 155227 w 155397"/>
              <a:gd name="csY99" fmla="*/ 132943 h 141839"/>
              <a:gd name="csX100" fmla="*/ 153866 w 155397"/>
              <a:gd name="csY100" fmla="*/ 125747 h 141839"/>
              <a:gd name="csX101" fmla="*/ 148184 w 155397"/>
              <a:gd name="csY101" fmla="*/ 121154 h 141839"/>
              <a:gd name="csX102" fmla="*/ 132361 w 155397"/>
              <a:gd name="csY102" fmla="*/ 106406 h 141839"/>
              <a:gd name="csX103" fmla="*/ 61466 w 155397"/>
              <a:gd name="csY103" fmla="*/ 106406 h 141839"/>
            </a:gdLst>
            <a:ahLst/>
            <a:cxnLst/>
            <a:rect l="l" t="t" r="r" b="b"/>
            <a:pathLst>
              <a:path w="100000" h="100000">
                <a:moveTo>
                  <a:pt x="78279" y="4363"/>
                </a:moveTo>
                <a:cubicBezTo>
                  <a:pt x="77370" y="4374"/>
                  <a:pt x="76505" y="4747"/>
                  <a:pt x="75881" y="5403"/>
                </a:cubicBezTo>
                <a:cubicBezTo>
                  <a:pt x="75246" y="6049"/>
                  <a:pt x="74895" y="6925"/>
                  <a:pt x="74918" y="7833"/>
                </a:cubicBezTo>
                <a:lnTo>
                  <a:pt x="74918" y="15814"/>
                </a:lnTo>
                <a:lnTo>
                  <a:pt x="66925" y="15814"/>
                </a:lnTo>
                <a:cubicBezTo>
                  <a:pt x="66476" y="15814"/>
                  <a:pt x="66028" y="15890"/>
                  <a:pt x="65600" y="16065"/>
                </a:cubicBezTo>
                <a:cubicBezTo>
                  <a:pt x="65185" y="16229"/>
                  <a:pt x="64801" y="16482"/>
                  <a:pt x="64473" y="16799"/>
                </a:cubicBezTo>
                <a:cubicBezTo>
                  <a:pt x="64156" y="17116"/>
                  <a:pt x="63903" y="17500"/>
                  <a:pt x="63728" y="17915"/>
                </a:cubicBezTo>
                <a:cubicBezTo>
                  <a:pt x="63553" y="18332"/>
                  <a:pt x="63455" y="18780"/>
                  <a:pt x="63455" y="19240"/>
                </a:cubicBezTo>
                <a:cubicBezTo>
                  <a:pt x="63455" y="19689"/>
                  <a:pt x="63553" y="20137"/>
                  <a:pt x="63728" y="20554"/>
                </a:cubicBezTo>
                <a:cubicBezTo>
                  <a:pt x="63903" y="20980"/>
                  <a:pt x="64156" y="21353"/>
                  <a:pt x="64473" y="21670"/>
                </a:cubicBezTo>
                <a:cubicBezTo>
                  <a:pt x="64801" y="21988"/>
                  <a:pt x="65185" y="22239"/>
                  <a:pt x="65600" y="22415"/>
                </a:cubicBezTo>
                <a:cubicBezTo>
                  <a:pt x="66028" y="22579"/>
                  <a:pt x="66476" y="22666"/>
                  <a:pt x="66925" y="22656"/>
                </a:cubicBezTo>
                <a:lnTo>
                  <a:pt x="74918" y="22656"/>
                </a:lnTo>
                <a:lnTo>
                  <a:pt x="74918" y="30636"/>
                </a:lnTo>
                <a:cubicBezTo>
                  <a:pt x="74907" y="31095"/>
                  <a:pt x="74994" y="31544"/>
                  <a:pt x="75158" y="31960"/>
                </a:cubicBezTo>
                <a:cubicBezTo>
                  <a:pt x="75323" y="32387"/>
                  <a:pt x="75575" y="32770"/>
                  <a:pt x="75892" y="33088"/>
                </a:cubicBezTo>
                <a:cubicBezTo>
                  <a:pt x="76220" y="33416"/>
                  <a:pt x="76593" y="33668"/>
                  <a:pt x="77009" y="33843"/>
                </a:cubicBezTo>
                <a:cubicBezTo>
                  <a:pt x="77436" y="34019"/>
                  <a:pt x="77884" y="34106"/>
                  <a:pt x="78334" y="34106"/>
                </a:cubicBezTo>
                <a:cubicBezTo>
                  <a:pt x="78782" y="34106"/>
                  <a:pt x="79231" y="34019"/>
                  <a:pt x="79658" y="33843"/>
                </a:cubicBezTo>
                <a:cubicBezTo>
                  <a:pt x="80074" y="33668"/>
                  <a:pt x="80446" y="33416"/>
                  <a:pt x="80775" y="33088"/>
                </a:cubicBezTo>
                <a:cubicBezTo>
                  <a:pt x="81092" y="32770"/>
                  <a:pt x="81345" y="32387"/>
                  <a:pt x="81509" y="31960"/>
                </a:cubicBezTo>
                <a:cubicBezTo>
                  <a:pt x="81673" y="31544"/>
                  <a:pt x="81760" y="31095"/>
                  <a:pt x="81760" y="30636"/>
                </a:cubicBezTo>
                <a:lnTo>
                  <a:pt x="81760" y="22656"/>
                </a:lnTo>
                <a:lnTo>
                  <a:pt x="89742" y="22656"/>
                </a:lnTo>
                <a:cubicBezTo>
                  <a:pt x="90190" y="22666"/>
                  <a:pt x="90639" y="22579"/>
                  <a:pt x="91066" y="22415"/>
                </a:cubicBezTo>
                <a:cubicBezTo>
                  <a:pt x="91482" y="22239"/>
                  <a:pt x="91865" y="21988"/>
                  <a:pt x="92194" y="21670"/>
                </a:cubicBezTo>
                <a:cubicBezTo>
                  <a:pt x="92511" y="21353"/>
                  <a:pt x="92763" y="20980"/>
                  <a:pt x="92939" y="20554"/>
                </a:cubicBezTo>
                <a:cubicBezTo>
                  <a:pt x="93114" y="20137"/>
                  <a:pt x="93212" y="19689"/>
                  <a:pt x="93212" y="19240"/>
                </a:cubicBezTo>
                <a:cubicBezTo>
                  <a:pt x="93212" y="18780"/>
                  <a:pt x="93114" y="18332"/>
                  <a:pt x="92939" y="17915"/>
                </a:cubicBezTo>
                <a:cubicBezTo>
                  <a:pt x="92763" y="17500"/>
                  <a:pt x="92511" y="17116"/>
                  <a:pt x="92194" y="16799"/>
                </a:cubicBezTo>
                <a:cubicBezTo>
                  <a:pt x="91865" y="16482"/>
                  <a:pt x="91482" y="16229"/>
                  <a:pt x="91066" y="16065"/>
                </a:cubicBezTo>
                <a:cubicBezTo>
                  <a:pt x="90639" y="15890"/>
                  <a:pt x="90190" y="15814"/>
                  <a:pt x="89742" y="15814"/>
                </a:cubicBezTo>
                <a:lnTo>
                  <a:pt x="81760" y="15814"/>
                </a:lnTo>
                <a:lnTo>
                  <a:pt x="81760" y="7833"/>
                </a:lnTo>
                <a:cubicBezTo>
                  <a:pt x="81760" y="7373"/>
                  <a:pt x="81673" y="6925"/>
                  <a:pt x="81509" y="6498"/>
                </a:cubicBezTo>
                <a:cubicBezTo>
                  <a:pt x="81334" y="6071"/>
                  <a:pt x="81070" y="5688"/>
                  <a:pt x="80753" y="5359"/>
                </a:cubicBezTo>
                <a:cubicBezTo>
                  <a:pt x="80424" y="5042"/>
                  <a:pt x="80041" y="4790"/>
                  <a:pt x="79614" y="4615"/>
                </a:cubicBezTo>
                <a:cubicBezTo>
                  <a:pt x="79188" y="4440"/>
                  <a:pt x="78738" y="4352"/>
                  <a:pt x="78279" y="4363"/>
                </a:cubicBezTo>
                <a:close/>
                <a:moveTo>
                  <a:pt x="23756" y="24965"/>
                </a:moveTo>
                <a:cubicBezTo>
                  <a:pt x="23066" y="24987"/>
                  <a:pt x="22409" y="25206"/>
                  <a:pt x="21862" y="25600"/>
                </a:cubicBezTo>
                <a:cubicBezTo>
                  <a:pt x="21304" y="26005"/>
                  <a:pt x="20877" y="26553"/>
                  <a:pt x="20646" y="27188"/>
                </a:cubicBezTo>
                <a:cubicBezTo>
                  <a:pt x="20406" y="27822"/>
                  <a:pt x="20362" y="28523"/>
                  <a:pt x="20515" y="29179"/>
                </a:cubicBezTo>
                <a:cubicBezTo>
                  <a:pt x="20679" y="29847"/>
                  <a:pt x="21030" y="30450"/>
                  <a:pt x="21533" y="30909"/>
                </a:cubicBezTo>
                <a:lnTo>
                  <a:pt x="30423" y="39328"/>
                </a:lnTo>
                <a:cubicBezTo>
                  <a:pt x="31080" y="39952"/>
                  <a:pt x="31967" y="40291"/>
                  <a:pt x="32876" y="40258"/>
                </a:cubicBezTo>
                <a:cubicBezTo>
                  <a:pt x="33784" y="40236"/>
                  <a:pt x="34638" y="39853"/>
                  <a:pt x="35263" y="39196"/>
                </a:cubicBezTo>
                <a:cubicBezTo>
                  <a:pt x="35887" y="38528"/>
                  <a:pt x="36226" y="37653"/>
                  <a:pt x="36204" y="36744"/>
                </a:cubicBezTo>
                <a:cubicBezTo>
                  <a:pt x="36171" y="35835"/>
                  <a:pt x="35788" y="34981"/>
                  <a:pt x="35131" y="34358"/>
                </a:cubicBezTo>
                <a:lnTo>
                  <a:pt x="26230" y="25939"/>
                </a:lnTo>
                <a:cubicBezTo>
                  <a:pt x="25901" y="25622"/>
                  <a:pt x="25519" y="25371"/>
                  <a:pt x="25092" y="25206"/>
                </a:cubicBezTo>
                <a:cubicBezTo>
                  <a:pt x="24665" y="25031"/>
                  <a:pt x="24205" y="24954"/>
                  <a:pt x="23756" y="24965"/>
                </a:cubicBezTo>
                <a:close/>
                <a:moveTo>
                  <a:pt x="9928" y="31730"/>
                </a:moveTo>
                <a:cubicBezTo>
                  <a:pt x="6644" y="31665"/>
                  <a:pt x="3775" y="32847"/>
                  <a:pt x="1673" y="35059"/>
                </a:cubicBezTo>
                <a:lnTo>
                  <a:pt x="896" y="35913"/>
                </a:lnTo>
                <a:cubicBezTo>
                  <a:pt x="239" y="36591"/>
                  <a:pt x="-57" y="37478"/>
                  <a:pt x="9" y="38463"/>
                </a:cubicBezTo>
                <a:cubicBezTo>
                  <a:pt x="75" y="39371"/>
                  <a:pt x="512" y="40236"/>
                  <a:pt x="1192" y="40904"/>
                </a:cubicBezTo>
                <a:lnTo>
                  <a:pt x="24730" y="63181"/>
                </a:lnTo>
                <a:cubicBezTo>
                  <a:pt x="26647" y="64987"/>
                  <a:pt x="29153" y="65994"/>
                  <a:pt x="31781" y="65994"/>
                </a:cubicBezTo>
                <a:lnTo>
                  <a:pt x="40704" y="65994"/>
                </a:lnTo>
                <a:lnTo>
                  <a:pt x="40704" y="50023"/>
                </a:lnTo>
                <a:lnTo>
                  <a:pt x="34518" y="50023"/>
                </a:lnTo>
                <a:cubicBezTo>
                  <a:pt x="34223" y="50023"/>
                  <a:pt x="33949" y="49913"/>
                  <a:pt x="33719" y="49705"/>
                </a:cubicBezTo>
                <a:lnTo>
                  <a:pt x="18599" y="35387"/>
                </a:lnTo>
                <a:cubicBezTo>
                  <a:pt x="16180" y="33099"/>
                  <a:pt x="13103" y="31807"/>
                  <a:pt x="9928" y="31730"/>
                </a:cubicBezTo>
                <a:close/>
                <a:moveTo>
                  <a:pt x="53240" y="40904"/>
                </a:moveTo>
                <a:cubicBezTo>
                  <a:pt x="50097" y="40904"/>
                  <a:pt x="47547" y="43455"/>
                  <a:pt x="47547" y="46607"/>
                </a:cubicBezTo>
                <a:lnTo>
                  <a:pt x="47547" y="65994"/>
                </a:lnTo>
                <a:lnTo>
                  <a:pt x="74918" y="65994"/>
                </a:lnTo>
                <a:lnTo>
                  <a:pt x="74918" y="46607"/>
                </a:lnTo>
                <a:cubicBezTo>
                  <a:pt x="74918" y="43455"/>
                  <a:pt x="72356" y="40904"/>
                  <a:pt x="69214" y="40904"/>
                </a:cubicBezTo>
                <a:lnTo>
                  <a:pt x="53240" y="40904"/>
                </a:lnTo>
                <a:close/>
                <a:moveTo>
                  <a:pt x="81760" y="50023"/>
                </a:moveTo>
                <a:lnTo>
                  <a:pt x="81760" y="65994"/>
                </a:lnTo>
                <a:lnTo>
                  <a:pt x="96584" y="65994"/>
                </a:lnTo>
                <a:cubicBezTo>
                  <a:pt x="98478" y="65994"/>
                  <a:pt x="100001" y="64461"/>
                  <a:pt x="100001" y="62567"/>
                </a:cubicBezTo>
                <a:lnTo>
                  <a:pt x="100001" y="61429"/>
                </a:lnTo>
                <a:cubicBezTo>
                  <a:pt x="100001" y="55135"/>
                  <a:pt x="94898" y="50023"/>
                  <a:pt x="88603" y="50023"/>
                </a:cubicBezTo>
                <a:lnTo>
                  <a:pt x="81760" y="50023"/>
                </a:lnTo>
                <a:close/>
                <a:moveTo>
                  <a:pt x="39554" y="72836"/>
                </a:moveTo>
                <a:cubicBezTo>
                  <a:pt x="34190" y="72836"/>
                  <a:pt x="29777" y="77061"/>
                  <a:pt x="29373" y="82327"/>
                </a:cubicBezTo>
                <a:cubicBezTo>
                  <a:pt x="27851" y="82852"/>
                  <a:pt x="26558" y="83903"/>
                  <a:pt x="25726" y="85293"/>
                </a:cubicBezTo>
                <a:cubicBezTo>
                  <a:pt x="24905" y="86684"/>
                  <a:pt x="24588" y="88314"/>
                  <a:pt x="24851" y="89913"/>
                </a:cubicBezTo>
                <a:cubicBezTo>
                  <a:pt x="25114" y="91500"/>
                  <a:pt x="25935" y="92956"/>
                  <a:pt x="27172" y="94007"/>
                </a:cubicBezTo>
                <a:cubicBezTo>
                  <a:pt x="28398" y="95048"/>
                  <a:pt x="29964" y="95627"/>
                  <a:pt x="31573" y="95638"/>
                </a:cubicBezTo>
                <a:cubicBezTo>
                  <a:pt x="32963" y="95638"/>
                  <a:pt x="34310" y="95212"/>
                  <a:pt x="35460" y="94434"/>
                </a:cubicBezTo>
                <a:cubicBezTo>
                  <a:pt x="36599" y="93646"/>
                  <a:pt x="37474" y="92529"/>
                  <a:pt x="37967" y="91238"/>
                </a:cubicBezTo>
                <a:cubicBezTo>
                  <a:pt x="38460" y="89946"/>
                  <a:pt x="38547" y="88523"/>
                  <a:pt x="38230" y="87176"/>
                </a:cubicBezTo>
                <a:cubicBezTo>
                  <a:pt x="37902" y="85830"/>
                  <a:pt x="37167" y="84615"/>
                  <a:pt x="36138" y="83695"/>
                </a:cubicBezTo>
                <a:lnTo>
                  <a:pt x="36138" y="83093"/>
                </a:lnTo>
                <a:cubicBezTo>
                  <a:pt x="36138" y="81166"/>
                  <a:pt x="37627" y="79678"/>
                  <a:pt x="39554" y="79678"/>
                </a:cubicBezTo>
                <a:lnTo>
                  <a:pt x="85176" y="79678"/>
                </a:lnTo>
                <a:cubicBezTo>
                  <a:pt x="87103" y="79678"/>
                  <a:pt x="88603" y="81166"/>
                  <a:pt x="88603" y="83093"/>
                </a:cubicBezTo>
                <a:lnTo>
                  <a:pt x="88603" y="83706"/>
                </a:lnTo>
                <a:cubicBezTo>
                  <a:pt x="87563" y="84626"/>
                  <a:pt x="86840" y="85841"/>
                  <a:pt x="86523" y="87187"/>
                </a:cubicBezTo>
                <a:cubicBezTo>
                  <a:pt x="86194" y="88534"/>
                  <a:pt x="86282" y="89946"/>
                  <a:pt x="86775" y="91238"/>
                </a:cubicBezTo>
                <a:cubicBezTo>
                  <a:pt x="87267" y="92529"/>
                  <a:pt x="88143" y="93646"/>
                  <a:pt x="89282" y="94423"/>
                </a:cubicBezTo>
                <a:cubicBezTo>
                  <a:pt x="90421" y="95212"/>
                  <a:pt x="91778" y="95638"/>
                  <a:pt x="93158" y="95638"/>
                </a:cubicBezTo>
                <a:cubicBezTo>
                  <a:pt x="94778" y="95627"/>
                  <a:pt x="96344" y="95058"/>
                  <a:pt x="97570" y="94007"/>
                </a:cubicBezTo>
                <a:cubicBezTo>
                  <a:pt x="98807" y="92956"/>
                  <a:pt x="99628" y="91511"/>
                  <a:pt x="99891" y="89913"/>
                </a:cubicBezTo>
                <a:cubicBezTo>
                  <a:pt x="100154" y="88314"/>
                  <a:pt x="99847" y="86673"/>
                  <a:pt x="99015" y="85282"/>
                </a:cubicBezTo>
                <a:cubicBezTo>
                  <a:pt x="98183" y="83892"/>
                  <a:pt x="96891" y="82852"/>
                  <a:pt x="95358" y="82327"/>
                </a:cubicBezTo>
                <a:cubicBezTo>
                  <a:pt x="94953" y="77050"/>
                  <a:pt x="90541" y="72836"/>
                  <a:pt x="85176" y="72836"/>
                </a:cubicBezTo>
                <a:lnTo>
                  <a:pt x="39554" y="7283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1" name="Красный — SVG 12">
            <a:extLst>
              <a:ext uri="{FF2B5EF4-FFF2-40B4-BE49-F238E27FC236}">
                <a16:creationId xmlns:a16="http://schemas.microsoft.com/office/drawing/2014/main" id="{2701C23B-D126-CC4C-A15A-EE06C899F144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118761 w 149021"/>
              <a:gd name="csY0" fmla="*/ 0 h 148983"/>
              <a:gd name="csX1" fmla="*/ 115792 w 149021"/>
              <a:gd name="csY1" fmla="*/ 902 h 148983"/>
              <a:gd name="csX2" fmla="*/ 113835 w 149021"/>
              <a:gd name="csY2" fmla="*/ 3317 h 148983"/>
              <a:gd name="csX3" fmla="*/ 113560 w 149021"/>
              <a:gd name="csY3" fmla="*/ 6413 h 148983"/>
              <a:gd name="csX4" fmla="*/ 115057 w 149021"/>
              <a:gd name="csY4" fmla="*/ 9135 h 148983"/>
              <a:gd name="csX5" fmla="*/ 120374 w 149021"/>
              <a:gd name="csY5" fmla="*/ 14442 h 148983"/>
              <a:gd name="csX6" fmla="*/ 108468 w 149021"/>
              <a:gd name="csY6" fmla="*/ 26350 h 148983"/>
              <a:gd name="csX7" fmla="*/ 122645 w 149021"/>
              <a:gd name="csY7" fmla="*/ 40520 h 148983"/>
              <a:gd name="csX8" fmla="*/ 134552 w 149021"/>
              <a:gd name="csY8" fmla="*/ 28630 h 148983"/>
              <a:gd name="csX9" fmla="*/ 139869 w 149021"/>
              <a:gd name="csY9" fmla="*/ 33937 h 148983"/>
              <a:gd name="csX10" fmla="*/ 141594 w 149021"/>
              <a:gd name="csY10" fmla="*/ 35128 h 148983"/>
              <a:gd name="csX11" fmla="*/ 143650 w 149021"/>
              <a:gd name="csY11" fmla="*/ 35570 h 148983"/>
              <a:gd name="csX12" fmla="*/ 145713 w 149021"/>
              <a:gd name="csY12" fmla="*/ 35179 h 148983"/>
              <a:gd name="csX13" fmla="*/ 147464 w 149021"/>
              <a:gd name="csY13" fmla="*/ 34022 h 148983"/>
              <a:gd name="csX14" fmla="*/ 148628 w 149021"/>
              <a:gd name="csY14" fmla="*/ 32270 h 148983"/>
              <a:gd name="csX15" fmla="*/ 149021 w 149021"/>
              <a:gd name="csY15" fmla="*/ 30195 h 148983"/>
              <a:gd name="csX16" fmla="*/ 148585 w 149021"/>
              <a:gd name="csY16" fmla="*/ 28153 h 148983"/>
              <a:gd name="csX17" fmla="*/ 147387 w 149021"/>
              <a:gd name="csY17" fmla="*/ 26418 h 148983"/>
              <a:gd name="csX18" fmla="*/ 122575 w 149021"/>
              <a:gd name="csY18" fmla="*/ 1616 h 148983"/>
              <a:gd name="csX19" fmla="*/ 120831 w 149021"/>
              <a:gd name="csY19" fmla="*/ 425 h 148983"/>
              <a:gd name="csX20" fmla="*/ 118761 w 149021"/>
              <a:gd name="csY20" fmla="*/ 0 h 148983"/>
              <a:gd name="csX21" fmla="*/ 91880 w 149021"/>
              <a:gd name="csY21" fmla="*/ 28443 h 148983"/>
              <a:gd name="csX22" fmla="*/ 85608 w 149021"/>
              <a:gd name="csY22" fmla="*/ 31062 h 148983"/>
              <a:gd name="csX23" fmla="*/ 56789 w 149021"/>
              <a:gd name="csY23" fmla="*/ 59879 h 148983"/>
              <a:gd name="csX24" fmla="*/ 65864 w 149021"/>
              <a:gd name="csY24" fmla="*/ 68946 h 148983"/>
              <a:gd name="csX25" fmla="*/ 65864 w 149021"/>
              <a:gd name="csY25" fmla="*/ 76465 h 148983"/>
              <a:gd name="csX26" fmla="*/ 62106 w 149021"/>
              <a:gd name="csY26" fmla="*/ 78030 h 148983"/>
              <a:gd name="csX27" fmla="*/ 58346 w 149021"/>
              <a:gd name="csY27" fmla="*/ 76465 h 148983"/>
              <a:gd name="csX28" fmla="*/ 49278 w 149021"/>
              <a:gd name="csY28" fmla="*/ 67398 h 148983"/>
              <a:gd name="csX29" fmla="*/ 42610 w 149021"/>
              <a:gd name="csY29" fmla="*/ 74049 h 148983"/>
              <a:gd name="csX30" fmla="*/ 51687 w 149021"/>
              <a:gd name="csY30" fmla="*/ 83116 h 148983"/>
              <a:gd name="csX31" fmla="*/ 51687 w 149021"/>
              <a:gd name="csY31" fmla="*/ 90635 h 148983"/>
              <a:gd name="csX32" fmla="*/ 47927 w 149021"/>
              <a:gd name="csY32" fmla="*/ 92200 h 148983"/>
              <a:gd name="csX33" fmla="*/ 44169 w 149021"/>
              <a:gd name="csY33" fmla="*/ 90635 h 148983"/>
              <a:gd name="csX34" fmla="*/ 35099 w 149021"/>
              <a:gd name="csY34" fmla="*/ 81568 h 148983"/>
              <a:gd name="csX35" fmla="*/ 32726 w 149021"/>
              <a:gd name="csY35" fmla="*/ 83933 h 148983"/>
              <a:gd name="csX36" fmla="*/ 28571 w 149021"/>
              <a:gd name="csY36" fmla="*/ 93969 h 148983"/>
              <a:gd name="csX37" fmla="*/ 32726 w 149021"/>
              <a:gd name="csY37" fmla="*/ 104006 h 148983"/>
              <a:gd name="csX38" fmla="*/ 44985 w 149021"/>
              <a:gd name="csY38" fmla="*/ 116254 h 148983"/>
              <a:gd name="csX39" fmla="*/ 55016 w 149021"/>
              <a:gd name="csY39" fmla="*/ 120405 h 148983"/>
              <a:gd name="csX40" fmla="*/ 65048 w 149021"/>
              <a:gd name="csY40" fmla="*/ 116254 h 148983"/>
              <a:gd name="csX41" fmla="*/ 117930 w 149021"/>
              <a:gd name="csY41" fmla="*/ 63383 h 148983"/>
              <a:gd name="csX42" fmla="*/ 117930 w 149021"/>
              <a:gd name="csY42" fmla="*/ 50846 h 148983"/>
              <a:gd name="csX43" fmla="*/ 98152 w 149021"/>
              <a:gd name="csY43" fmla="*/ 31062 h 148983"/>
              <a:gd name="csX44" fmla="*/ 91880 w 149021"/>
              <a:gd name="csY44" fmla="*/ 28443 h 148983"/>
              <a:gd name="csX45" fmla="*/ 94006 w 149021"/>
              <a:gd name="csY45" fmla="*/ 49672 h 148983"/>
              <a:gd name="csX46" fmla="*/ 97764 w 149021"/>
              <a:gd name="csY46" fmla="*/ 51221 h 148983"/>
              <a:gd name="csX47" fmla="*/ 97764 w 149021"/>
              <a:gd name="csY47" fmla="*/ 58739 h 148983"/>
              <a:gd name="csX48" fmla="*/ 90675 w 149021"/>
              <a:gd name="csY48" fmla="*/ 65833 h 148983"/>
              <a:gd name="csX49" fmla="*/ 86917 w 149021"/>
              <a:gd name="csY49" fmla="*/ 67398 h 148983"/>
              <a:gd name="csX50" fmla="*/ 83157 w 149021"/>
              <a:gd name="csY50" fmla="*/ 65833 h 148983"/>
              <a:gd name="csX51" fmla="*/ 83157 w 149021"/>
              <a:gd name="csY51" fmla="*/ 58314 h 148983"/>
              <a:gd name="csX52" fmla="*/ 90246 w 149021"/>
              <a:gd name="csY52" fmla="*/ 51221 h 148983"/>
              <a:gd name="csX53" fmla="*/ 94006 w 149021"/>
              <a:gd name="csY53" fmla="*/ 49672 h 148983"/>
              <a:gd name="csX54" fmla="*/ 22832 w 149021"/>
              <a:gd name="csY54" fmla="*/ 108718 h 148983"/>
              <a:gd name="csX55" fmla="*/ 16913 w 149021"/>
              <a:gd name="csY55" fmla="*/ 114638 h 148983"/>
              <a:gd name="csX56" fmla="*/ 15743 w 149021"/>
              <a:gd name="csY56" fmla="*/ 125729 h 148983"/>
              <a:gd name="csX57" fmla="*/ 1635 w 149021"/>
              <a:gd name="csY57" fmla="*/ 139831 h 148983"/>
              <a:gd name="csX58" fmla="*/ 436 w 149021"/>
              <a:gd name="csY58" fmla="*/ 141549 h 148983"/>
              <a:gd name="csX59" fmla="*/ 0 w 149021"/>
              <a:gd name="csY59" fmla="*/ 143608 h 148983"/>
              <a:gd name="csX60" fmla="*/ 395 w 149021"/>
              <a:gd name="csY60" fmla="*/ 145666 h 148983"/>
              <a:gd name="csX61" fmla="*/ 1557 w 149021"/>
              <a:gd name="csY61" fmla="*/ 147418 h 148983"/>
              <a:gd name="csX62" fmla="*/ 3308 w 149021"/>
              <a:gd name="csY62" fmla="*/ 148592 h 148983"/>
              <a:gd name="csX63" fmla="*/ 5371 w 149021"/>
              <a:gd name="csY63" fmla="*/ 148983 h 148983"/>
              <a:gd name="csX64" fmla="*/ 7427 w 149021"/>
              <a:gd name="csY64" fmla="*/ 148541 h 148983"/>
              <a:gd name="csX65" fmla="*/ 9153 w 149021"/>
              <a:gd name="csY65" fmla="*/ 147350 h 148983"/>
              <a:gd name="csX66" fmla="*/ 23247 w 149021"/>
              <a:gd name="csY66" fmla="*/ 133248 h 148983"/>
              <a:gd name="csX67" fmla="*/ 28079 w 149021"/>
              <a:gd name="csY67" fmla="*/ 134694 h 148983"/>
              <a:gd name="csX68" fmla="*/ 34352 w 149021"/>
              <a:gd name="csY68" fmla="*/ 132074 h 148983"/>
              <a:gd name="csX69" fmla="*/ 40237 w 149021"/>
              <a:gd name="csY69" fmla="*/ 126188 h 148983"/>
              <a:gd name="csX70" fmla="*/ 37474 w 149021"/>
              <a:gd name="csY70" fmla="*/ 123807 h 148983"/>
              <a:gd name="csX71" fmla="*/ 25207 w 149021"/>
              <a:gd name="csY71" fmla="*/ 111508 h 148983"/>
              <a:gd name="csX72" fmla="*/ 22832 w 149021"/>
              <a:gd name="csY72" fmla="*/ 108718 h 148983"/>
            </a:gdLst>
            <a:ahLst/>
            <a:cxnLst/>
            <a:rect l="l" t="t" r="r" b="b"/>
            <a:pathLst>
              <a:path w="100000" h="100000">
                <a:moveTo>
                  <a:pt x="79694" y="13"/>
                </a:moveTo>
                <a:cubicBezTo>
                  <a:pt x="78983" y="13"/>
                  <a:pt x="78291" y="229"/>
                  <a:pt x="77702" y="618"/>
                </a:cubicBezTo>
                <a:cubicBezTo>
                  <a:pt x="77113" y="1017"/>
                  <a:pt x="76656" y="1577"/>
                  <a:pt x="76389" y="2239"/>
                </a:cubicBezTo>
                <a:cubicBezTo>
                  <a:pt x="76121" y="2901"/>
                  <a:pt x="76058" y="3620"/>
                  <a:pt x="76204" y="4316"/>
                </a:cubicBezTo>
                <a:cubicBezTo>
                  <a:pt x="76350" y="5013"/>
                  <a:pt x="76699" y="5641"/>
                  <a:pt x="77209" y="6143"/>
                </a:cubicBezTo>
                <a:lnTo>
                  <a:pt x="80777" y="9704"/>
                </a:lnTo>
                <a:lnTo>
                  <a:pt x="72787" y="17695"/>
                </a:lnTo>
                <a:lnTo>
                  <a:pt x="82300" y="27204"/>
                </a:lnTo>
                <a:lnTo>
                  <a:pt x="90291" y="19225"/>
                </a:lnTo>
                <a:lnTo>
                  <a:pt x="93859" y="22786"/>
                </a:lnTo>
                <a:cubicBezTo>
                  <a:pt x="94187" y="23128"/>
                  <a:pt x="94581" y="23403"/>
                  <a:pt x="95016" y="23585"/>
                </a:cubicBezTo>
                <a:cubicBezTo>
                  <a:pt x="95452" y="23779"/>
                  <a:pt x="95922" y="23882"/>
                  <a:pt x="96396" y="23882"/>
                </a:cubicBezTo>
                <a:cubicBezTo>
                  <a:pt x="96870" y="23893"/>
                  <a:pt x="97342" y="23802"/>
                  <a:pt x="97780" y="23619"/>
                </a:cubicBezTo>
                <a:cubicBezTo>
                  <a:pt x="98220" y="23437"/>
                  <a:pt x="98620" y="23175"/>
                  <a:pt x="98955" y="22843"/>
                </a:cubicBezTo>
                <a:cubicBezTo>
                  <a:pt x="99291" y="22501"/>
                  <a:pt x="99556" y="22101"/>
                  <a:pt x="99736" y="21667"/>
                </a:cubicBezTo>
                <a:cubicBezTo>
                  <a:pt x="99915" y="21223"/>
                  <a:pt x="100005" y="20754"/>
                  <a:pt x="100000" y="20275"/>
                </a:cubicBezTo>
                <a:cubicBezTo>
                  <a:pt x="99995" y="19807"/>
                  <a:pt x="99896" y="19339"/>
                  <a:pt x="99707" y="18905"/>
                </a:cubicBezTo>
                <a:cubicBezTo>
                  <a:pt x="99519" y="18460"/>
                  <a:pt x="99246" y="18071"/>
                  <a:pt x="98904" y="17740"/>
                </a:cubicBezTo>
                <a:lnTo>
                  <a:pt x="82254" y="1097"/>
                </a:lnTo>
                <a:cubicBezTo>
                  <a:pt x="81921" y="755"/>
                  <a:pt x="81524" y="481"/>
                  <a:pt x="81083" y="298"/>
                </a:cubicBezTo>
                <a:cubicBezTo>
                  <a:pt x="80644" y="104"/>
                  <a:pt x="80171" y="13"/>
                  <a:pt x="79694" y="13"/>
                </a:cubicBezTo>
                <a:close/>
                <a:moveTo>
                  <a:pt x="61656" y="19099"/>
                </a:moveTo>
                <a:cubicBezTo>
                  <a:pt x="60063" y="19099"/>
                  <a:pt x="58565" y="19715"/>
                  <a:pt x="57447" y="20857"/>
                </a:cubicBezTo>
                <a:lnTo>
                  <a:pt x="38108" y="40194"/>
                </a:lnTo>
                <a:lnTo>
                  <a:pt x="44198" y="46279"/>
                </a:lnTo>
                <a:cubicBezTo>
                  <a:pt x="45601" y="47660"/>
                  <a:pt x="45601" y="49943"/>
                  <a:pt x="44198" y="51324"/>
                </a:cubicBezTo>
                <a:cubicBezTo>
                  <a:pt x="43509" y="52009"/>
                  <a:pt x="42579" y="52374"/>
                  <a:pt x="41676" y="52374"/>
                </a:cubicBezTo>
                <a:cubicBezTo>
                  <a:pt x="40771" y="52374"/>
                  <a:pt x="39843" y="52009"/>
                  <a:pt x="39153" y="51324"/>
                </a:cubicBezTo>
                <a:lnTo>
                  <a:pt x="33068" y="45240"/>
                </a:lnTo>
                <a:lnTo>
                  <a:pt x="28593" y="49703"/>
                </a:lnTo>
                <a:lnTo>
                  <a:pt x="34684" y="55787"/>
                </a:lnTo>
                <a:cubicBezTo>
                  <a:pt x="36088" y="57169"/>
                  <a:pt x="36088" y="59463"/>
                  <a:pt x="34684" y="60833"/>
                </a:cubicBezTo>
                <a:cubicBezTo>
                  <a:pt x="33995" y="61530"/>
                  <a:pt x="33065" y="61883"/>
                  <a:pt x="32161" y="61883"/>
                </a:cubicBezTo>
                <a:cubicBezTo>
                  <a:pt x="31258" y="61883"/>
                  <a:pt x="30329" y="61530"/>
                  <a:pt x="29639" y="60833"/>
                </a:cubicBezTo>
                <a:lnTo>
                  <a:pt x="23553" y="54749"/>
                </a:lnTo>
                <a:lnTo>
                  <a:pt x="21961" y="56336"/>
                </a:lnTo>
                <a:cubicBezTo>
                  <a:pt x="20152" y="58150"/>
                  <a:pt x="19172" y="60525"/>
                  <a:pt x="19172" y="63070"/>
                </a:cubicBezTo>
                <a:cubicBezTo>
                  <a:pt x="19172" y="65616"/>
                  <a:pt x="20152" y="67990"/>
                  <a:pt x="21961" y="69806"/>
                </a:cubicBezTo>
                <a:lnTo>
                  <a:pt x="30187" y="78025"/>
                </a:lnTo>
                <a:cubicBezTo>
                  <a:pt x="32042" y="79885"/>
                  <a:pt x="34492" y="80810"/>
                  <a:pt x="36918" y="80810"/>
                </a:cubicBezTo>
                <a:cubicBezTo>
                  <a:pt x="39345" y="80810"/>
                  <a:pt x="41795" y="79885"/>
                  <a:pt x="43650" y="78025"/>
                </a:cubicBezTo>
                <a:lnTo>
                  <a:pt x="79136" y="42546"/>
                </a:lnTo>
                <a:cubicBezTo>
                  <a:pt x="81468" y="40217"/>
                  <a:pt x="81468" y="36461"/>
                  <a:pt x="79136" y="34133"/>
                </a:cubicBezTo>
                <a:lnTo>
                  <a:pt x="65865" y="20857"/>
                </a:lnTo>
                <a:cubicBezTo>
                  <a:pt x="64747" y="19715"/>
                  <a:pt x="63249" y="19099"/>
                  <a:pt x="61656" y="19099"/>
                </a:cubicBezTo>
                <a:close/>
                <a:moveTo>
                  <a:pt x="63082" y="33345"/>
                </a:moveTo>
                <a:cubicBezTo>
                  <a:pt x="63991" y="33345"/>
                  <a:pt x="64902" y="33688"/>
                  <a:pt x="65604" y="34384"/>
                </a:cubicBezTo>
                <a:cubicBezTo>
                  <a:pt x="67007" y="35765"/>
                  <a:pt x="67007" y="38060"/>
                  <a:pt x="65604" y="39429"/>
                </a:cubicBezTo>
                <a:lnTo>
                  <a:pt x="60847" y="44190"/>
                </a:lnTo>
                <a:cubicBezTo>
                  <a:pt x="60157" y="44875"/>
                  <a:pt x="59229" y="45240"/>
                  <a:pt x="58325" y="45240"/>
                </a:cubicBezTo>
                <a:cubicBezTo>
                  <a:pt x="57421" y="45240"/>
                  <a:pt x="56493" y="44875"/>
                  <a:pt x="55802" y="44190"/>
                </a:cubicBezTo>
                <a:cubicBezTo>
                  <a:pt x="54399" y="42809"/>
                  <a:pt x="54399" y="40525"/>
                  <a:pt x="55802" y="39144"/>
                </a:cubicBezTo>
                <a:lnTo>
                  <a:pt x="60559" y="34384"/>
                </a:lnTo>
                <a:cubicBezTo>
                  <a:pt x="61261" y="33688"/>
                  <a:pt x="62172" y="33345"/>
                  <a:pt x="63082" y="33345"/>
                </a:cubicBezTo>
                <a:close/>
                <a:moveTo>
                  <a:pt x="15321" y="72968"/>
                </a:moveTo>
                <a:lnTo>
                  <a:pt x="11349" y="76940"/>
                </a:lnTo>
                <a:cubicBezTo>
                  <a:pt x="9322" y="78961"/>
                  <a:pt x="9062" y="82066"/>
                  <a:pt x="10564" y="84383"/>
                </a:cubicBezTo>
                <a:lnTo>
                  <a:pt x="1097" y="93846"/>
                </a:lnTo>
                <a:cubicBezTo>
                  <a:pt x="755" y="94177"/>
                  <a:pt x="481" y="94565"/>
                  <a:pt x="293" y="94999"/>
                </a:cubicBezTo>
                <a:cubicBezTo>
                  <a:pt x="105" y="95433"/>
                  <a:pt x="5" y="95901"/>
                  <a:pt x="0" y="96380"/>
                </a:cubicBezTo>
                <a:cubicBezTo>
                  <a:pt x="-5" y="96860"/>
                  <a:pt x="86" y="97328"/>
                  <a:pt x="265" y="97761"/>
                </a:cubicBezTo>
                <a:cubicBezTo>
                  <a:pt x="444" y="98207"/>
                  <a:pt x="709" y="98606"/>
                  <a:pt x="1045" y="98937"/>
                </a:cubicBezTo>
                <a:cubicBezTo>
                  <a:pt x="1380" y="99280"/>
                  <a:pt x="1780" y="99542"/>
                  <a:pt x="2220" y="99725"/>
                </a:cubicBezTo>
                <a:cubicBezTo>
                  <a:pt x="2659" y="99896"/>
                  <a:pt x="3130" y="99987"/>
                  <a:pt x="3604" y="99987"/>
                </a:cubicBezTo>
                <a:cubicBezTo>
                  <a:pt x="4079" y="99976"/>
                  <a:pt x="4548" y="99885"/>
                  <a:pt x="4984" y="99691"/>
                </a:cubicBezTo>
                <a:cubicBezTo>
                  <a:pt x="5420" y="99508"/>
                  <a:pt x="5813" y="99234"/>
                  <a:pt x="6142" y="98891"/>
                </a:cubicBezTo>
                <a:lnTo>
                  <a:pt x="15600" y="89428"/>
                </a:lnTo>
                <a:cubicBezTo>
                  <a:pt x="16555" y="90056"/>
                  <a:pt x="17673" y="90399"/>
                  <a:pt x="18842" y="90399"/>
                </a:cubicBezTo>
                <a:cubicBezTo>
                  <a:pt x="20436" y="90399"/>
                  <a:pt x="21934" y="89782"/>
                  <a:pt x="23052" y="88641"/>
                </a:cubicBezTo>
                <a:lnTo>
                  <a:pt x="27001" y="84691"/>
                </a:lnTo>
                <a:cubicBezTo>
                  <a:pt x="26334" y="84212"/>
                  <a:pt x="25718" y="83663"/>
                  <a:pt x="25147" y="83093"/>
                </a:cubicBezTo>
                <a:lnTo>
                  <a:pt x="16915" y="74840"/>
                </a:lnTo>
                <a:cubicBezTo>
                  <a:pt x="16321" y="74246"/>
                  <a:pt x="15774" y="73630"/>
                  <a:pt x="15321" y="7296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2" name="Красный — SVG 13">
            <a:extLst>
              <a:ext uri="{FF2B5EF4-FFF2-40B4-BE49-F238E27FC236}">
                <a16:creationId xmlns:a16="http://schemas.microsoft.com/office/drawing/2014/main" id="{A37A82BB-9CF7-2941-AA1D-C3AB0078252B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57085 w 120663"/>
              <a:gd name="csY0" fmla="*/ 1 h 149326"/>
              <a:gd name="csX1" fmla="*/ 53954 w 120663"/>
              <a:gd name="csY1" fmla="*/ 1107 h 149326"/>
              <a:gd name="csX2" fmla="*/ 52083 w 120663"/>
              <a:gd name="csY2" fmla="*/ 3846 h 149326"/>
              <a:gd name="csX3" fmla="*/ 50143 w 120663"/>
              <a:gd name="csY3" fmla="*/ 10259 h 149326"/>
              <a:gd name="csX4" fmla="*/ 45056 w 120663"/>
              <a:gd name="csY4" fmla="*/ 8711 h 149326"/>
              <a:gd name="csX5" fmla="*/ 41007 w 120663"/>
              <a:gd name="csY5" fmla="*/ 9119 h 149326"/>
              <a:gd name="csX6" fmla="*/ 38421 w 120663"/>
              <a:gd name="csY6" fmla="*/ 12283 h 149326"/>
              <a:gd name="csX7" fmla="*/ 19094 w 120663"/>
              <a:gd name="csY7" fmla="*/ 76925 h 149326"/>
              <a:gd name="csX8" fmla="*/ 22633 w 120663"/>
              <a:gd name="csY8" fmla="*/ 83543 h 149326"/>
              <a:gd name="csX9" fmla="*/ 42998 w 120663"/>
              <a:gd name="csY9" fmla="*/ 89701 h 149326"/>
              <a:gd name="csX10" fmla="*/ 44529 w 120663"/>
              <a:gd name="csY10" fmla="*/ 89939 h 149326"/>
              <a:gd name="csX11" fmla="*/ 47064 w 120663"/>
              <a:gd name="csY11" fmla="*/ 89292 h 149326"/>
              <a:gd name="csX12" fmla="*/ 49633 w 120663"/>
              <a:gd name="csY12" fmla="*/ 86128 h 149326"/>
              <a:gd name="csX13" fmla="*/ 53580 w 120663"/>
              <a:gd name="csY13" fmla="*/ 72911 h 149326"/>
              <a:gd name="csX14" fmla="*/ 46145 w 120663"/>
              <a:gd name="csY14" fmla="*/ 56767 h 149326"/>
              <a:gd name="csX15" fmla="*/ 64724 w 120663"/>
              <a:gd name="csY15" fmla="*/ 35707 h 149326"/>
              <a:gd name="csX16" fmla="*/ 68960 w 120663"/>
              <a:gd name="csY16" fmla="*/ 21486 h 149326"/>
              <a:gd name="csX17" fmla="*/ 65421 w 120663"/>
              <a:gd name="csY17" fmla="*/ 14886 h 149326"/>
              <a:gd name="csX18" fmla="*/ 60334 w 120663"/>
              <a:gd name="csY18" fmla="*/ 13338 h 149326"/>
              <a:gd name="csX19" fmla="*/ 62274 w 120663"/>
              <a:gd name="csY19" fmla="*/ 6924 h 149326"/>
              <a:gd name="csX20" fmla="*/ 62444 w 120663"/>
              <a:gd name="csY20" fmla="*/ 4441 h 149326"/>
              <a:gd name="csX21" fmla="*/ 61457 w 120663"/>
              <a:gd name="csY21" fmla="*/ 2127 h 149326"/>
              <a:gd name="csX22" fmla="*/ 59535 w 120663"/>
              <a:gd name="csY22" fmla="*/ 545 h 149326"/>
              <a:gd name="csX23" fmla="*/ 57085 w 120663"/>
              <a:gd name="csY23" fmla="*/ 1 h 149326"/>
              <a:gd name="csX24" fmla="*/ 67412 w 120663"/>
              <a:gd name="csY24" fmla="*/ 42597 h 149326"/>
              <a:gd name="csX25" fmla="*/ 57391 w 120663"/>
              <a:gd name="csY25" fmla="*/ 46748 h 149326"/>
              <a:gd name="csX26" fmla="*/ 53240 w 120663"/>
              <a:gd name="csY26" fmla="*/ 56767 h 149326"/>
              <a:gd name="csX27" fmla="*/ 57391 w 120663"/>
              <a:gd name="csY27" fmla="*/ 66804 h 149326"/>
              <a:gd name="csX28" fmla="*/ 67412 w 120663"/>
              <a:gd name="csY28" fmla="*/ 70954 h 149326"/>
              <a:gd name="csX29" fmla="*/ 77450 w 120663"/>
              <a:gd name="csY29" fmla="*/ 66804 h 149326"/>
              <a:gd name="csX30" fmla="*/ 81601 w 120663"/>
              <a:gd name="csY30" fmla="*/ 56767 h 149326"/>
              <a:gd name="csX31" fmla="*/ 77450 w 120663"/>
              <a:gd name="csY31" fmla="*/ 46748 h 149326"/>
              <a:gd name="csX32" fmla="*/ 67412 w 120663"/>
              <a:gd name="csY32" fmla="*/ 42597 h 149326"/>
              <a:gd name="csX33" fmla="*/ 88372 w 120663"/>
              <a:gd name="csY33" fmla="*/ 53314 h 149326"/>
              <a:gd name="csX34" fmla="*/ 88679 w 120663"/>
              <a:gd name="csY34" fmla="*/ 56767 h 149326"/>
              <a:gd name="csX35" fmla="*/ 87267 w 120663"/>
              <a:gd name="csY35" fmla="*/ 64371 h 149326"/>
              <a:gd name="csX36" fmla="*/ 109945 w 120663"/>
              <a:gd name="csY36" fmla="*/ 99737 h 149326"/>
              <a:gd name="csX37" fmla="*/ 70985 w 120663"/>
              <a:gd name="csY37" fmla="*/ 138693 h 149326"/>
              <a:gd name="csX38" fmla="*/ 33028 w 120663"/>
              <a:gd name="csY38" fmla="*/ 108464 h 149326"/>
              <a:gd name="csX39" fmla="*/ 49905 w 120663"/>
              <a:gd name="csY39" fmla="*/ 113652 h 149326"/>
              <a:gd name="csX40" fmla="*/ 51981 w 120663"/>
              <a:gd name="csY40" fmla="*/ 113890 h 149326"/>
              <a:gd name="csX41" fmla="*/ 53988 w 120663"/>
              <a:gd name="csY41" fmla="*/ 113312 h 149326"/>
              <a:gd name="csX42" fmla="*/ 55621 w 120663"/>
              <a:gd name="csY42" fmla="*/ 112002 h 149326"/>
              <a:gd name="csX43" fmla="*/ 56625 w 120663"/>
              <a:gd name="csY43" fmla="*/ 110165 h 149326"/>
              <a:gd name="csX44" fmla="*/ 56830 w 120663"/>
              <a:gd name="csY44" fmla="*/ 108073 h 149326"/>
              <a:gd name="csX45" fmla="*/ 56217 w 120663"/>
              <a:gd name="csY45" fmla="*/ 106083 h 149326"/>
              <a:gd name="csX46" fmla="*/ 54890 w 120663"/>
              <a:gd name="csY46" fmla="*/ 104466 h 149326"/>
              <a:gd name="csX47" fmla="*/ 53036 w 120663"/>
              <a:gd name="csY47" fmla="*/ 103497 h 149326"/>
              <a:gd name="csX48" fmla="*/ 6946 w 120663"/>
              <a:gd name="csY48" fmla="*/ 89309 h 149326"/>
              <a:gd name="csX49" fmla="*/ 5381 w 120663"/>
              <a:gd name="csY49" fmla="*/ 89054 h 149326"/>
              <a:gd name="csX50" fmla="*/ 1876 w 120663"/>
              <a:gd name="csY50" fmla="*/ 90330 h 149326"/>
              <a:gd name="csX51" fmla="*/ 56 w 120663"/>
              <a:gd name="csY51" fmla="*/ 93596 h 149326"/>
              <a:gd name="csX52" fmla="*/ 838 w 120663"/>
              <a:gd name="csY52" fmla="*/ 97236 h 149326"/>
              <a:gd name="csX53" fmla="*/ 3816 w 120663"/>
              <a:gd name="csY53" fmla="*/ 99482 h 149326"/>
              <a:gd name="csX54" fmla="*/ 21969 w 120663"/>
              <a:gd name="csY54" fmla="*/ 105062 h 149326"/>
              <a:gd name="csX55" fmla="*/ 21901 w 120663"/>
              <a:gd name="csY55" fmla="*/ 106814 h 149326"/>
              <a:gd name="csX56" fmla="*/ 40480 w 120663"/>
              <a:gd name="csY56" fmla="*/ 138693 h 149326"/>
              <a:gd name="csX57" fmla="*/ 26648 w 120663"/>
              <a:gd name="csY57" fmla="*/ 138693 h 149326"/>
              <a:gd name="csX58" fmla="*/ 24606 w 120663"/>
              <a:gd name="csY58" fmla="*/ 139084 h 149326"/>
              <a:gd name="csX59" fmla="*/ 22854 w 120663"/>
              <a:gd name="csY59" fmla="*/ 140223 h 149326"/>
              <a:gd name="csX60" fmla="*/ 21680 w 120663"/>
              <a:gd name="csY60" fmla="*/ 141959 h 149326"/>
              <a:gd name="csX61" fmla="*/ 21271 w 120663"/>
              <a:gd name="csY61" fmla="*/ 144017 h 149326"/>
              <a:gd name="csX62" fmla="*/ 21680 w 120663"/>
              <a:gd name="csY62" fmla="*/ 146059 h 149326"/>
              <a:gd name="csX63" fmla="*/ 22854 w 120663"/>
              <a:gd name="csY63" fmla="*/ 147793 h 149326"/>
              <a:gd name="csX64" fmla="*/ 24606 w 120663"/>
              <a:gd name="csY64" fmla="*/ 148950 h 149326"/>
              <a:gd name="csX65" fmla="*/ 26648 w 120663"/>
              <a:gd name="csY65" fmla="*/ 149325 h 149326"/>
              <a:gd name="csX66" fmla="*/ 115271 w 120663"/>
              <a:gd name="csY66" fmla="*/ 149325 h 149326"/>
              <a:gd name="csX67" fmla="*/ 117329 w 120663"/>
              <a:gd name="csY67" fmla="*/ 148950 h 149326"/>
              <a:gd name="csX68" fmla="*/ 119082 w 120663"/>
              <a:gd name="csY68" fmla="*/ 147793 h 149326"/>
              <a:gd name="csX69" fmla="*/ 120256 w 120663"/>
              <a:gd name="csY69" fmla="*/ 146059 h 149326"/>
              <a:gd name="csX70" fmla="*/ 120664 w 120663"/>
              <a:gd name="csY70" fmla="*/ 144017 h 149326"/>
              <a:gd name="csX71" fmla="*/ 120256 w 120663"/>
              <a:gd name="csY71" fmla="*/ 141959 h 149326"/>
              <a:gd name="csX72" fmla="*/ 119082 w 120663"/>
              <a:gd name="csY72" fmla="*/ 140223 h 149326"/>
              <a:gd name="csX73" fmla="*/ 117329 w 120663"/>
              <a:gd name="csY73" fmla="*/ 139084 h 149326"/>
              <a:gd name="csX74" fmla="*/ 115271 w 120663"/>
              <a:gd name="csY74" fmla="*/ 138693 h 149326"/>
              <a:gd name="csX75" fmla="*/ 101575 w 120663"/>
              <a:gd name="csY75" fmla="*/ 138693 h 149326"/>
              <a:gd name="csX76" fmla="*/ 120579 w 120663"/>
              <a:gd name="csY76" fmla="*/ 99737 h 149326"/>
              <a:gd name="csX77" fmla="*/ 88372 w 120663"/>
              <a:gd name="csY77" fmla="*/ 53314 h 149326"/>
            </a:gdLst>
            <a:ahLst/>
            <a:cxnLst/>
            <a:rect l="l" t="t" r="r" b="b"/>
            <a:pathLst>
              <a:path w="100000" h="100000">
                <a:moveTo>
                  <a:pt x="47826" y="1"/>
                </a:moveTo>
                <a:cubicBezTo>
                  <a:pt x="47074" y="12"/>
                  <a:pt x="46333" y="274"/>
                  <a:pt x="45729" y="741"/>
                </a:cubicBezTo>
                <a:cubicBezTo>
                  <a:pt x="45126" y="1197"/>
                  <a:pt x="44692" y="1846"/>
                  <a:pt x="44476" y="2576"/>
                </a:cubicBezTo>
                <a:lnTo>
                  <a:pt x="43177" y="6870"/>
                </a:lnTo>
                <a:lnTo>
                  <a:pt x="39770" y="5834"/>
                </a:lnTo>
                <a:cubicBezTo>
                  <a:pt x="38870" y="5572"/>
                  <a:pt x="37891" y="5663"/>
                  <a:pt x="37059" y="6107"/>
                </a:cubicBezTo>
                <a:cubicBezTo>
                  <a:pt x="36227" y="6562"/>
                  <a:pt x="35600" y="7314"/>
                  <a:pt x="35327" y="8226"/>
                </a:cubicBezTo>
                <a:lnTo>
                  <a:pt x="22384" y="51515"/>
                </a:lnTo>
                <a:cubicBezTo>
                  <a:pt x="21814" y="53395"/>
                  <a:pt x="22885" y="55377"/>
                  <a:pt x="24754" y="55947"/>
                </a:cubicBezTo>
                <a:lnTo>
                  <a:pt x="38392" y="60071"/>
                </a:lnTo>
                <a:cubicBezTo>
                  <a:pt x="38734" y="60173"/>
                  <a:pt x="39075" y="60230"/>
                  <a:pt x="39417" y="60230"/>
                </a:cubicBezTo>
                <a:cubicBezTo>
                  <a:pt x="40009" y="60230"/>
                  <a:pt x="40591" y="60082"/>
                  <a:pt x="41115" y="59797"/>
                </a:cubicBezTo>
                <a:cubicBezTo>
                  <a:pt x="41947" y="59353"/>
                  <a:pt x="42562" y="58589"/>
                  <a:pt x="42835" y="57678"/>
                </a:cubicBezTo>
                <a:lnTo>
                  <a:pt x="45479" y="48827"/>
                </a:lnTo>
                <a:cubicBezTo>
                  <a:pt x="42436" y="46218"/>
                  <a:pt x="40500" y="42344"/>
                  <a:pt x="40500" y="38015"/>
                </a:cubicBezTo>
                <a:cubicBezTo>
                  <a:pt x="40500" y="30770"/>
                  <a:pt x="45923" y="24801"/>
                  <a:pt x="52942" y="23912"/>
                </a:cubicBezTo>
                <a:lnTo>
                  <a:pt x="55778" y="14389"/>
                </a:lnTo>
                <a:cubicBezTo>
                  <a:pt x="56348" y="12509"/>
                  <a:pt x="55277" y="10538"/>
                  <a:pt x="53408" y="9969"/>
                </a:cubicBezTo>
                <a:lnTo>
                  <a:pt x="50002" y="8932"/>
                </a:lnTo>
                <a:lnTo>
                  <a:pt x="51301" y="4637"/>
                </a:lnTo>
                <a:cubicBezTo>
                  <a:pt x="51472" y="4102"/>
                  <a:pt x="51506" y="3532"/>
                  <a:pt x="51415" y="2974"/>
                </a:cubicBezTo>
                <a:cubicBezTo>
                  <a:pt x="51324" y="2416"/>
                  <a:pt x="51096" y="1880"/>
                  <a:pt x="50754" y="1424"/>
                </a:cubicBezTo>
                <a:cubicBezTo>
                  <a:pt x="50412" y="980"/>
                  <a:pt x="49979" y="605"/>
                  <a:pt x="49467" y="365"/>
                </a:cubicBezTo>
                <a:cubicBezTo>
                  <a:pt x="48954" y="115"/>
                  <a:pt x="48395" y="-11"/>
                  <a:pt x="47826" y="1"/>
                </a:cubicBezTo>
                <a:close/>
                <a:moveTo>
                  <a:pt x="54742" y="28526"/>
                </a:moveTo>
                <a:cubicBezTo>
                  <a:pt x="52224" y="28526"/>
                  <a:pt x="49808" y="29529"/>
                  <a:pt x="48031" y="31306"/>
                </a:cubicBezTo>
                <a:cubicBezTo>
                  <a:pt x="46253" y="33083"/>
                  <a:pt x="45251" y="35498"/>
                  <a:pt x="45251" y="38015"/>
                </a:cubicBezTo>
                <a:cubicBezTo>
                  <a:pt x="45251" y="40533"/>
                  <a:pt x="46253" y="42948"/>
                  <a:pt x="48031" y="44737"/>
                </a:cubicBezTo>
                <a:cubicBezTo>
                  <a:pt x="49808" y="46514"/>
                  <a:pt x="52224" y="47516"/>
                  <a:pt x="54742" y="47516"/>
                </a:cubicBezTo>
                <a:cubicBezTo>
                  <a:pt x="57260" y="47516"/>
                  <a:pt x="59675" y="46514"/>
                  <a:pt x="61464" y="44737"/>
                </a:cubicBezTo>
                <a:cubicBezTo>
                  <a:pt x="63241" y="42948"/>
                  <a:pt x="64244" y="40533"/>
                  <a:pt x="64244" y="38015"/>
                </a:cubicBezTo>
                <a:cubicBezTo>
                  <a:pt x="64244" y="35498"/>
                  <a:pt x="63241" y="33083"/>
                  <a:pt x="61464" y="31306"/>
                </a:cubicBezTo>
                <a:cubicBezTo>
                  <a:pt x="59675" y="29529"/>
                  <a:pt x="57260" y="28526"/>
                  <a:pt x="54742" y="28526"/>
                </a:cubicBezTo>
                <a:close/>
                <a:moveTo>
                  <a:pt x="68778" y="35703"/>
                </a:moveTo>
                <a:cubicBezTo>
                  <a:pt x="68904" y="36455"/>
                  <a:pt x="68984" y="37229"/>
                  <a:pt x="68984" y="38015"/>
                </a:cubicBezTo>
                <a:cubicBezTo>
                  <a:pt x="68984" y="39816"/>
                  <a:pt x="68641" y="41524"/>
                  <a:pt x="68038" y="43108"/>
                </a:cubicBezTo>
                <a:cubicBezTo>
                  <a:pt x="77095" y="47288"/>
                  <a:pt x="83225" y="56470"/>
                  <a:pt x="83225" y="66791"/>
                </a:cubicBezTo>
                <a:cubicBezTo>
                  <a:pt x="83225" y="81179"/>
                  <a:pt x="71524" y="92879"/>
                  <a:pt x="57134" y="92879"/>
                </a:cubicBezTo>
                <a:cubicBezTo>
                  <a:pt x="44954" y="92879"/>
                  <a:pt x="34393" y="84312"/>
                  <a:pt x="31716" y="72636"/>
                </a:cubicBezTo>
                <a:lnTo>
                  <a:pt x="43018" y="76110"/>
                </a:lnTo>
                <a:cubicBezTo>
                  <a:pt x="43462" y="76258"/>
                  <a:pt x="43940" y="76304"/>
                  <a:pt x="44408" y="76269"/>
                </a:cubicBezTo>
                <a:cubicBezTo>
                  <a:pt x="44875" y="76235"/>
                  <a:pt x="45331" y="76099"/>
                  <a:pt x="45752" y="75882"/>
                </a:cubicBezTo>
                <a:cubicBezTo>
                  <a:pt x="46174" y="75666"/>
                  <a:pt x="46538" y="75358"/>
                  <a:pt x="46845" y="75005"/>
                </a:cubicBezTo>
                <a:cubicBezTo>
                  <a:pt x="47142" y="74641"/>
                  <a:pt x="47370" y="74219"/>
                  <a:pt x="47518" y="73775"/>
                </a:cubicBezTo>
                <a:cubicBezTo>
                  <a:pt x="47655" y="73319"/>
                  <a:pt x="47700" y="72841"/>
                  <a:pt x="47655" y="72374"/>
                </a:cubicBezTo>
                <a:cubicBezTo>
                  <a:pt x="47609" y="71906"/>
                  <a:pt x="47472" y="71451"/>
                  <a:pt x="47245" y="71041"/>
                </a:cubicBezTo>
                <a:cubicBezTo>
                  <a:pt x="47017" y="70619"/>
                  <a:pt x="46720" y="70254"/>
                  <a:pt x="46356" y="69958"/>
                </a:cubicBezTo>
                <a:cubicBezTo>
                  <a:pt x="45980" y="69662"/>
                  <a:pt x="45558" y="69435"/>
                  <a:pt x="45114" y="69309"/>
                </a:cubicBezTo>
                <a:lnTo>
                  <a:pt x="14249" y="59808"/>
                </a:lnTo>
                <a:cubicBezTo>
                  <a:pt x="13919" y="59706"/>
                  <a:pt x="13554" y="59649"/>
                  <a:pt x="13201" y="59637"/>
                </a:cubicBezTo>
                <a:cubicBezTo>
                  <a:pt x="12346" y="59626"/>
                  <a:pt x="11503" y="59934"/>
                  <a:pt x="10854" y="60492"/>
                </a:cubicBezTo>
                <a:cubicBezTo>
                  <a:pt x="10193" y="61050"/>
                  <a:pt x="9772" y="61824"/>
                  <a:pt x="9635" y="62679"/>
                </a:cubicBezTo>
                <a:cubicBezTo>
                  <a:pt x="9510" y="63522"/>
                  <a:pt x="9703" y="64388"/>
                  <a:pt x="10159" y="65117"/>
                </a:cubicBezTo>
                <a:cubicBezTo>
                  <a:pt x="10626" y="65846"/>
                  <a:pt x="11333" y="66370"/>
                  <a:pt x="12153" y="66621"/>
                </a:cubicBezTo>
                <a:lnTo>
                  <a:pt x="24310" y="70357"/>
                </a:lnTo>
                <a:cubicBezTo>
                  <a:pt x="24230" y="70733"/>
                  <a:pt x="24207" y="71120"/>
                  <a:pt x="24264" y="71531"/>
                </a:cubicBezTo>
                <a:cubicBezTo>
                  <a:pt x="25506" y="80222"/>
                  <a:pt x="30154" y="87742"/>
                  <a:pt x="36706" y="92879"/>
                </a:cubicBezTo>
                <a:lnTo>
                  <a:pt x="27443" y="92879"/>
                </a:lnTo>
                <a:cubicBezTo>
                  <a:pt x="26976" y="92879"/>
                  <a:pt x="26509" y="92959"/>
                  <a:pt x="26075" y="93141"/>
                </a:cubicBezTo>
                <a:cubicBezTo>
                  <a:pt x="25631" y="93312"/>
                  <a:pt x="25232" y="93574"/>
                  <a:pt x="24902" y="93904"/>
                </a:cubicBezTo>
                <a:cubicBezTo>
                  <a:pt x="24560" y="94235"/>
                  <a:pt x="24298" y="94633"/>
                  <a:pt x="24116" y="95066"/>
                </a:cubicBezTo>
                <a:cubicBezTo>
                  <a:pt x="23934" y="95499"/>
                  <a:pt x="23842" y="95967"/>
                  <a:pt x="23842" y="96445"/>
                </a:cubicBezTo>
                <a:cubicBezTo>
                  <a:pt x="23842" y="96912"/>
                  <a:pt x="23934" y="97379"/>
                  <a:pt x="24116" y="97812"/>
                </a:cubicBezTo>
                <a:cubicBezTo>
                  <a:pt x="24298" y="98245"/>
                  <a:pt x="24560" y="98643"/>
                  <a:pt x="24902" y="98973"/>
                </a:cubicBezTo>
                <a:cubicBezTo>
                  <a:pt x="25232" y="99304"/>
                  <a:pt x="25631" y="99566"/>
                  <a:pt x="26075" y="99748"/>
                </a:cubicBezTo>
                <a:cubicBezTo>
                  <a:pt x="26509" y="99919"/>
                  <a:pt x="26976" y="100011"/>
                  <a:pt x="27443" y="99999"/>
                </a:cubicBezTo>
                <a:lnTo>
                  <a:pt x="86792" y="99999"/>
                </a:lnTo>
                <a:cubicBezTo>
                  <a:pt x="87258" y="100011"/>
                  <a:pt x="87726" y="99919"/>
                  <a:pt x="88170" y="99748"/>
                </a:cubicBezTo>
                <a:cubicBezTo>
                  <a:pt x="88603" y="99566"/>
                  <a:pt x="89002" y="99304"/>
                  <a:pt x="89344" y="98973"/>
                </a:cubicBezTo>
                <a:cubicBezTo>
                  <a:pt x="89674" y="98643"/>
                  <a:pt x="89947" y="98245"/>
                  <a:pt x="90130" y="97812"/>
                </a:cubicBezTo>
                <a:cubicBezTo>
                  <a:pt x="90312" y="97379"/>
                  <a:pt x="90403" y="96912"/>
                  <a:pt x="90403" y="96445"/>
                </a:cubicBezTo>
                <a:cubicBezTo>
                  <a:pt x="90403" y="95967"/>
                  <a:pt x="90312" y="95499"/>
                  <a:pt x="90130" y="95066"/>
                </a:cubicBezTo>
                <a:cubicBezTo>
                  <a:pt x="89947" y="94633"/>
                  <a:pt x="89674" y="94235"/>
                  <a:pt x="89344" y="93904"/>
                </a:cubicBezTo>
                <a:cubicBezTo>
                  <a:pt x="89002" y="93574"/>
                  <a:pt x="88603" y="93312"/>
                  <a:pt x="88170" y="93141"/>
                </a:cubicBezTo>
                <a:cubicBezTo>
                  <a:pt x="87726" y="92959"/>
                  <a:pt x="87258" y="92879"/>
                  <a:pt x="86792" y="92879"/>
                </a:cubicBezTo>
                <a:lnTo>
                  <a:pt x="77620" y="92879"/>
                </a:lnTo>
                <a:cubicBezTo>
                  <a:pt x="85356" y="86796"/>
                  <a:pt x="90346" y="77374"/>
                  <a:pt x="90346" y="66791"/>
                </a:cubicBezTo>
                <a:cubicBezTo>
                  <a:pt x="90346" y="52825"/>
                  <a:pt x="81539" y="40488"/>
                  <a:pt x="68778" y="357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3" name="Красный — SVG 14">
            <a:extLst>
              <a:ext uri="{FF2B5EF4-FFF2-40B4-BE49-F238E27FC236}">
                <a16:creationId xmlns:a16="http://schemas.microsoft.com/office/drawing/2014/main" id="{75E8A17F-A7E6-C642-8A36-5821F8BB1330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35439 w 141772"/>
              <a:gd name="csY0" fmla="*/ 0 h 134676"/>
              <a:gd name="csX1" fmla="*/ 28276 w 141772"/>
              <a:gd name="csY1" fmla="*/ 2824 h 134676"/>
              <a:gd name="csX2" fmla="*/ 24890 w 141772"/>
              <a:gd name="csY2" fmla="*/ 9730 h 134676"/>
              <a:gd name="csX3" fmla="*/ 27068 w 141772"/>
              <a:gd name="csY3" fmla="*/ 17130 h 134676"/>
              <a:gd name="csX4" fmla="*/ 33653 w 141772"/>
              <a:gd name="csY4" fmla="*/ 21111 h 134676"/>
              <a:gd name="csX5" fmla="*/ 39930 w 141772"/>
              <a:gd name="csY5" fmla="*/ 31079 h 134676"/>
              <a:gd name="csX6" fmla="*/ 39046 w 141772"/>
              <a:gd name="csY6" fmla="*/ 36353 h 134676"/>
              <a:gd name="csX7" fmla="*/ 40832 w 141772"/>
              <a:gd name="csY7" fmla="*/ 41405 h 134676"/>
              <a:gd name="csX8" fmla="*/ 31577 w 141772"/>
              <a:gd name="csY8" fmla="*/ 57447 h 134676"/>
              <a:gd name="csX9" fmla="*/ 27545 w 141772"/>
              <a:gd name="csY9" fmla="*/ 60253 h 134676"/>
              <a:gd name="csX10" fmla="*/ 18544 w 141772"/>
              <a:gd name="csY10" fmla="*/ 60253 h 134676"/>
              <a:gd name="csX11" fmla="*/ 14972 w 141772"/>
              <a:gd name="csY11" fmla="*/ 57633 h 134676"/>
              <a:gd name="csX12" fmla="*/ 10633 w 141772"/>
              <a:gd name="csY12" fmla="*/ 56698 h 134676"/>
              <a:gd name="csX13" fmla="*/ 3114 w 141772"/>
              <a:gd name="csY13" fmla="*/ 59811 h 134676"/>
              <a:gd name="csX14" fmla="*/ 0 w 141772"/>
              <a:gd name="csY14" fmla="*/ 67330 h 134676"/>
              <a:gd name="csX15" fmla="*/ 3114 w 141772"/>
              <a:gd name="csY15" fmla="*/ 74849 h 134676"/>
              <a:gd name="csX16" fmla="*/ 10633 w 141772"/>
              <a:gd name="csY16" fmla="*/ 77962 h 134676"/>
              <a:gd name="csX17" fmla="*/ 14972 w 141772"/>
              <a:gd name="csY17" fmla="*/ 77043 h 134676"/>
              <a:gd name="csX18" fmla="*/ 18544 w 141772"/>
              <a:gd name="csY18" fmla="*/ 74424 h 134676"/>
              <a:gd name="csX19" fmla="*/ 27528 w 141772"/>
              <a:gd name="csY19" fmla="*/ 74424 h 134676"/>
              <a:gd name="csX20" fmla="*/ 31577 w 141772"/>
              <a:gd name="csY20" fmla="*/ 77230 h 134676"/>
              <a:gd name="csX21" fmla="*/ 40832 w 141772"/>
              <a:gd name="csY21" fmla="*/ 93255 h 134676"/>
              <a:gd name="csX22" fmla="*/ 39097 w 141772"/>
              <a:gd name="csY22" fmla="*/ 97780 h 134676"/>
              <a:gd name="csX23" fmla="*/ 39539 w 141772"/>
              <a:gd name="csY23" fmla="*/ 102594 h 134676"/>
              <a:gd name="csX24" fmla="*/ 33210 w 141772"/>
              <a:gd name="csY24" fmla="*/ 113651 h 134676"/>
              <a:gd name="csX25" fmla="*/ 26847 w 141772"/>
              <a:gd name="csY25" fmla="*/ 117819 h 134676"/>
              <a:gd name="csX26" fmla="*/ 24890 w 141772"/>
              <a:gd name="csY26" fmla="*/ 125168 h 134676"/>
              <a:gd name="csX27" fmla="*/ 28344 w 141772"/>
              <a:gd name="csY27" fmla="*/ 131938 h 134676"/>
              <a:gd name="csX28" fmla="*/ 35439 w 141772"/>
              <a:gd name="csY28" fmla="*/ 134677 h 134676"/>
              <a:gd name="csX29" fmla="*/ 40288 w 141772"/>
              <a:gd name="csY29" fmla="*/ 133503 h 134676"/>
              <a:gd name="csX30" fmla="*/ 44065 w 141772"/>
              <a:gd name="csY30" fmla="*/ 130254 h 134676"/>
              <a:gd name="csX31" fmla="*/ 45953 w 141772"/>
              <a:gd name="csY31" fmla="*/ 125644 h 134676"/>
              <a:gd name="csX32" fmla="*/ 45528 w 141772"/>
              <a:gd name="csY32" fmla="*/ 120677 h 134676"/>
              <a:gd name="csX33" fmla="*/ 51857 w 141772"/>
              <a:gd name="csY33" fmla="*/ 109619 h 134676"/>
              <a:gd name="csX34" fmla="*/ 57522 w 141772"/>
              <a:gd name="csY34" fmla="*/ 106319 h 134676"/>
              <a:gd name="csX35" fmla="*/ 84233 w 141772"/>
              <a:gd name="csY35" fmla="*/ 106319 h 134676"/>
              <a:gd name="csX36" fmla="*/ 89933 w 141772"/>
              <a:gd name="csY36" fmla="*/ 109619 h 134676"/>
              <a:gd name="csX37" fmla="*/ 96262 w 141772"/>
              <a:gd name="csY37" fmla="*/ 120694 h 134676"/>
              <a:gd name="csX38" fmla="*/ 95837 w 141772"/>
              <a:gd name="csY38" fmla="*/ 125644 h 134676"/>
              <a:gd name="csX39" fmla="*/ 97725 w 141772"/>
              <a:gd name="csY39" fmla="*/ 130254 h 134676"/>
              <a:gd name="csX40" fmla="*/ 101502 w 141772"/>
              <a:gd name="csY40" fmla="*/ 133503 h 134676"/>
              <a:gd name="csX41" fmla="*/ 106334 w 141772"/>
              <a:gd name="csY41" fmla="*/ 134677 h 134676"/>
              <a:gd name="csX42" fmla="*/ 113411 w 141772"/>
              <a:gd name="csY42" fmla="*/ 131921 h 134676"/>
              <a:gd name="csX43" fmla="*/ 116848 w 141772"/>
              <a:gd name="csY43" fmla="*/ 125168 h 134676"/>
              <a:gd name="csX44" fmla="*/ 114909 w 141772"/>
              <a:gd name="csY44" fmla="*/ 117819 h 134676"/>
              <a:gd name="csX45" fmla="*/ 108563 w 141772"/>
              <a:gd name="csY45" fmla="*/ 113651 h 134676"/>
              <a:gd name="csX46" fmla="*/ 102234 w 141772"/>
              <a:gd name="csY46" fmla="*/ 102577 h 134676"/>
              <a:gd name="csX47" fmla="*/ 102676 w 141772"/>
              <a:gd name="csY47" fmla="*/ 97763 h 134676"/>
              <a:gd name="csX48" fmla="*/ 100941 w 141772"/>
              <a:gd name="csY48" fmla="*/ 93255 h 134676"/>
              <a:gd name="csX49" fmla="*/ 110196 w 141772"/>
              <a:gd name="csY49" fmla="*/ 77230 h 134676"/>
              <a:gd name="csX50" fmla="*/ 114245 w 141772"/>
              <a:gd name="csY50" fmla="*/ 74424 h 134676"/>
              <a:gd name="csX51" fmla="*/ 123228 w 141772"/>
              <a:gd name="csY51" fmla="*/ 74424 h 134676"/>
              <a:gd name="csX52" fmla="*/ 126801 w 141772"/>
              <a:gd name="csY52" fmla="*/ 77043 h 134676"/>
              <a:gd name="csX53" fmla="*/ 131139 w 141772"/>
              <a:gd name="csY53" fmla="*/ 77962 h 134676"/>
              <a:gd name="csX54" fmla="*/ 138659 w 141772"/>
              <a:gd name="csY54" fmla="*/ 74849 h 134676"/>
              <a:gd name="csX55" fmla="*/ 141773 w 141772"/>
              <a:gd name="csY55" fmla="*/ 67330 h 134676"/>
              <a:gd name="csX56" fmla="*/ 138659 w 141772"/>
              <a:gd name="csY56" fmla="*/ 59811 h 134676"/>
              <a:gd name="csX57" fmla="*/ 131139 w 141772"/>
              <a:gd name="csY57" fmla="*/ 56698 h 134676"/>
              <a:gd name="csX58" fmla="*/ 126818 w 141772"/>
              <a:gd name="csY58" fmla="*/ 57633 h 134676"/>
              <a:gd name="csX59" fmla="*/ 123245 w 141772"/>
              <a:gd name="csY59" fmla="*/ 60253 h 134676"/>
              <a:gd name="csX60" fmla="*/ 114245 w 141772"/>
              <a:gd name="csY60" fmla="*/ 60253 h 134676"/>
              <a:gd name="csX61" fmla="*/ 110196 w 141772"/>
              <a:gd name="csY61" fmla="*/ 57447 h 134676"/>
              <a:gd name="csX62" fmla="*/ 100941 w 141772"/>
              <a:gd name="csY62" fmla="*/ 41405 h 134676"/>
              <a:gd name="csX63" fmla="*/ 102744 w 141772"/>
              <a:gd name="csY63" fmla="*/ 36353 h 134676"/>
              <a:gd name="csX64" fmla="*/ 101842 w 141772"/>
              <a:gd name="csY64" fmla="*/ 31062 h 134676"/>
              <a:gd name="csX65" fmla="*/ 108120 w 141772"/>
              <a:gd name="csY65" fmla="*/ 21094 h 134676"/>
              <a:gd name="csX66" fmla="*/ 114245 w 141772"/>
              <a:gd name="csY66" fmla="*/ 17726 h 134676"/>
              <a:gd name="csX67" fmla="*/ 131139 w 141772"/>
              <a:gd name="csY67" fmla="*/ 17726 h 134676"/>
              <a:gd name="csX68" fmla="*/ 133895 w 141772"/>
              <a:gd name="csY68" fmla="*/ 17215 h 134676"/>
              <a:gd name="csX69" fmla="*/ 136226 w 141772"/>
              <a:gd name="csY69" fmla="*/ 15684 h 134676"/>
              <a:gd name="csX70" fmla="*/ 137792 w 141772"/>
              <a:gd name="csY70" fmla="*/ 13371 h 134676"/>
              <a:gd name="csX71" fmla="*/ 138336 w 141772"/>
              <a:gd name="csY71" fmla="*/ 10632 h 134676"/>
              <a:gd name="csX72" fmla="*/ 137792 w 141772"/>
              <a:gd name="csY72" fmla="*/ 7893 h 134676"/>
              <a:gd name="csX73" fmla="*/ 136226 w 141772"/>
              <a:gd name="csY73" fmla="*/ 5580 h 134676"/>
              <a:gd name="csX74" fmla="*/ 133895 w 141772"/>
              <a:gd name="csY74" fmla="*/ 4049 h 134676"/>
              <a:gd name="csX75" fmla="*/ 131139 w 141772"/>
              <a:gd name="csY75" fmla="*/ 3538 h 134676"/>
              <a:gd name="csX76" fmla="*/ 114245 w 141772"/>
              <a:gd name="csY76" fmla="*/ 3538 h 134676"/>
              <a:gd name="csX77" fmla="*/ 110672 w 141772"/>
              <a:gd name="csY77" fmla="*/ 936 h 134676"/>
              <a:gd name="csX78" fmla="*/ 106334 w 141772"/>
              <a:gd name="csY78" fmla="*/ 0 h 134676"/>
              <a:gd name="csX79" fmla="*/ 101604 w 141772"/>
              <a:gd name="csY79" fmla="*/ 1123 h 134676"/>
              <a:gd name="csX80" fmla="*/ 97844 w 141772"/>
              <a:gd name="csY80" fmla="*/ 4236 h 134676"/>
              <a:gd name="csX81" fmla="*/ 95888 w 141772"/>
              <a:gd name="csY81" fmla="*/ 8676 h 134676"/>
              <a:gd name="csX82" fmla="*/ 96109 w 141772"/>
              <a:gd name="csY82" fmla="*/ 13541 h 134676"/>
              <a:gd name="csX83" fmla="*/ 88640 w 141772"/>
              <a:gd name="csY83" fmla="*/ 25414 h 134676"/>
              <a:gd name="csX84" fmla="*/ 84250 w 141772"/>
              <a:gd name="csY84" fmla="*/ 28358 h 134676"/>
              <a:gd name="csX85" fmla="*/ 57539 w 141772"/>
              <a:gd name="csY85" fmla="*/ 28358 h 134676"/>
              <a:gd name="csX86" fmla="*/ 53133 w 141772"/>
              <a:gd name="csY86" fmla="*/ 25398 h 134676"/>
              <a:gd name="csX87" fmla="*/ 45664 w 141772"/>
              <a:gd name="csY87" fmla="*/ 13558 h 134676"/>
              <a:gd name="csX88" fmla="*/ 45885 w 141772"/>
              <a:gd name="csY88" fmla="*/ 8693 h 134676"/>
              <a:gd name="csX89" fmla="*/ 43929 w 141772"/>
              <a:gd name="csY89" fmla="*/ 4236 h 134676"/>
              <a:gd name="csX90" fmla="*/ 40186 w 141772"/>
              <a:gd name="csY90" fmla="*/ 1123 h 134676"/>
              <a:gd name="csX91" fmla="*/ 35439 w 141772"/>
              <a:gd name="csY91" fmla="*/ 0 h 134676"/>
              <a:gd name="csX92" fmla="*/ 57522 w 141772"/>
              <a:gd name="csY92" fmla="*/ 42528 h 134676"/>
              <a:gd name="csX93" fmla="*/ 84233 w 141772"/>
              <a:gd name="csY93" fmla="*/ 42528 h 134676"/>
              <a:gd name="csX94" fmla="*/ 86207 w 141772"/>
              <a:gd name="csY94" fmla="*/ 44246 h 134676"/>
              <a:gd name="csX95" fmla="*/ 96823 w 141772"/>
              <a:gd name="csY95" fmla="*/ 62601 h 134676"/>
              <a:gd name="csX96" fmla="*/ 95717 w 141772"/>
              <a:gd name="csY96" fmla="*/ 67330 h 134676"/>
              <a:gd name="csX97" fmla="*/ 96823 w 141772"/>
              <a:gd name="csY97" fmla="*/ 72042 h 134676"/>
              <a:gd name="csX98" fmla="*/ 86207 w 141772"/>
              <a:gd name="csY98" fmla="*/ 90414 h 134676"/>
              <a:gd name="csX99" fmla="*/ 84250 w 141772"/>
              <a:gd name="csY99" fmla="*/ 92149 h 134676"/>
              <a:gd name="csX100" fmla="*/ 57539 w 141772"/>
              <a:gd name="csY100" fmla="*/ 92149 h 134676"/>
              <a:gd name="csX101" fmla="*/ 55583 w 141772"/>
              <a:gd name="csY101" fmla="*/ 90448 h 134676"/>
              <a:gd name="csX102" fmla="*/ 44966 w 141772"/>
              <a:gd name="csY102" fmla="*/ 72059 h 134676"/>
              <a:gd name="csX103" fmla="*/ 46072 w 141772"/>
              <a:gd name="csY103" fmla="*/ 67347 h 134676"/>
              <a:gd name="csX104" fmla="*/ 44966 w 141772"/>
              <a:gd name="csY104" fmla="*/ 62635 h 134676"/>
              <a:gd name="csX105" fmla="*/ 55583 w 141772"/>
              <a:gd name="csY105" fmla="*/ 44246 h 134676"/>
              <a:gd name="csX106" fmla="*/ 57522 w 141772"/>
              <a:gd name="csY106" fmla="*/ 42528 h 134676"/>
            </a:gdLst>
            <a:ahLst/>
            <a:cxnLst/>
            <a:rect l="l" t="t" r="r" b="b"/>
            <a:pathLst>
              <a:path w="100000" h="100000">
                <a:moveTo>
                  <a:pt x="24997" y="2503"/>
                </a:moveTo>
                <a:cubicBezTo>
                  <a:pt x="23125" y="2515"/>
                  <a:pt x="21325" y="3223"/>
                  <a:pt x="19945" y="4495"/>
                </a:cubicBezTo>
                <a:cubicBezTo>
                  <a:pt x="18565" y="5766"/>
                  <a:pt x="17713" y="7506"/>
                  <a:pt x="17556" y="9366"/>
                </a:cubicBezTo>
                <a:cubicBezTo>
                  <a:pt x="17400" y="11238"/>
                  <a:pt x="17953" y="13098"/>
                  <a:pt x="19093" y="14585"/>
                </a:cubicBezTo>
                <a:cubicBezTo>
                  <a:pt x="20233" y="16062"/>
                  <a:pt x="21901" y="17070"/>
                  <a:pt x="23737" y="17393"/>
                </a:cubicBezTo>
                <a:lnTo>
                  <a:pt x="28165" y="24424"/>
                </a:lnTo>
                <a:cubicBezTo>
                  <a:pt x="27649" y="25588"/>
                  <a:pt x="27421" y="26873"/>
                  <a:pt x="27541" y="28144"/>
                </a:cubicBezTo>
                <a:cubicBezTo>
                  <a:pt x="27649" y="29428"/>
                  <a:pt x="28081" y="30652"/>
                  <a:pt x="28801" y="31708"/>
                </a:cubicBezTo>
                <a:lnTo>
                  <a:pt x="22273" y="43023"/>
                </a:lnTo>
                <a:cubicBezTo>
                  <a:pt x="21181" y="43443"/>
                  <a:pt x="20209" y="44126"/>
                  <a:pt x="19429" y="45003"/>
                </a:cubicBezTo>
                <a:lnTo>
                  <a:pt x="13080" y="45003"/>
                </a:lnTo>
                <a:cubicBezTo>
                  <a:pt x="12385" y="44211"/>
                  <a:pt x="11521" y="43587"/>
                  <a:pt x="10561" y="43155"/>
                </a:cubicBezTo>
                <a:cubicBezTo>
                  <a:pt x="9601" y="42723"/>
                  <a:pt x="8556" y="42495"/>
                  <a:pt x="7500" y="42495"/>
                </a:cubicBezTo>
                <a:cubicBezTo>
                  <a:pt x="5508" y="42495"/>
                  <a:pt x="3600" y="43287"/>
                  <a:pt x="2196" y="44691"/>
                </a:cubicBezTo>
                <a:cubicBezTo>
                  <a:pt x="792" y="46107"/>
                  <a:pt x="0" y="48014"/>
                  <a:pt x="0" y="49994"/>
                </a:cubicBezTo>
                <a:cubicBezTo>
                  <a:pt x="0" y="51986"/>
                  <a:pt x="792" y="53894"/>
                  <a:pt x="2196" y="55298"/>
                </a:cubicBezTo>
                <a:cubicBezTo>
                  <a:pt x="3600" y="56702"/>
                  <a:pt x="5508" y="57494"/>
                  <a:pt x="7500" y="57494"/>
                </a:cubicBezTo>
                <a:cubicBezTo>
                  <a:pt x="8556" y="57494"/>
                  <a:pt x="9589" y="57278"/>
                  <a:pt x="10561" y="56845"/>
                </a:cubicBezTo>
                <a:cubicBezTo>
                  <a:pt x="11521" y="56414"/>
                  <a:pt x="12373" y="55778"/>
                  <a:pt x="13080" y="54998"/>
                </a:cubicBezTo>
                <a:lnTo>
                  <a:pt x="19417" y="54998"/>
                </a:lnTo>
                <a:cubicBezTo>
                  <a:pt x="20197" y="55874"/>
                  <a:pt x="21181" y="56546"/>
                  <a:pt x="22273" y="56977"/>
                </a:cubicBezTo>
                <a:lnTo>
                  <a:pt x="28801" y="68281"/>
                </a:lnTo>
                <a:cubicBezTo>
                  <a:pt x="28153" y="69241"/>
                  <a:pt x="27733" y="70321"/>
                  <a:pt x="27577" y="71473"/>
                </a:cubicBezTo>
                <a:cubicBezTo>
                  <a:pt x="27421" y="72612"/>
                  <a:pt x="27517" y="73776"/>
                  <a:pt x="27889" y="74868"/>
                </a:cubicBezTo>
                <a:lnTo>
                  <a:pt x="23425" y="82667"/>
                </a:lnTo>
                <a:cubicBezTo>
                  <a:pt x="21625" y="83063"/>
                  <a:pt x="20029" y="84108"/>
                  <a:pt x="18937" y="85607"/>
                </a:cubicBezTo>
                <a:cubicBezTo>
                  <a:pt x="17857" y="87107"/>
                  <a:pt x="17365" y="88943"/>
                  <a:pt x="17556" y="90791"/>
                </a:cubicBezTo>
                <a:cubicBezTo>
                  <a:pt x="17761" y="92627"/>
                  <a:pt x="18625" y="94330"/>
                  <a:pt x="19993" y="95566"/>
                </a:cubicBezTo>
                <a:cubicBezTo>
                  <a:pt x="21373" y="96802"/>
                  <a:pt x="23149" y="97486"/>
                  <a:pt x="24997" y="97498"/>
                </a:cubicBezTo>
                <a:cubicBezTo>
                  <a:pt x="26185" y="97498"/>
                  <a:pt x="27362" y="97210"/>
                  <a:pt x="28417" y="96670"/>
                </a:cubicBezTo>
                <a:cubicBezTo>
                  <a:pt x="29473" y="96130"/>
                  <a:pt x="30385" y="95338"/>
                  <a:pt x="31082" y="94378"/>
                </a:cubicBezTo>
                <a:cubicBezTo>
                  <a:pt x="31777" y="93418"/>
                  <a:pt x="32233" y="92302"/>
                  <a:pt x="32413" y="91127"/>
                </a:cubicBezTo>
                <a:cubicBezTo>
                  <a:pt x="32593" y="89951"/>
                  <a:pt x="32497" y="88751"/>
                  <a:pt x="32114" y="87623"/>
                </a:cubicBezTo>
                <a:lnTo>
                  <a:pt x="36578" y="79823"/>
                </a:lnTo>
                <a:cubicBezTo>
                  <a:pt x="38126" y="79487"/>
                  <a:pt x="39518" y="78671"/>
                  <a:pt x="40574" y="77496"/>
                </a:cubicBezTo>
                <a:lnTo>
                  <a:pt x="59414" y="77496"/>
                </a:lnTo>
                <a:cubicBezTo>
                  <a:pt x="60470" y="78671"/>
                  <a:pt x="61875" y="79487"/>
                  <a:pt x="63435" y="79823"/>
                </a:cubicBezTo>
                <a:lnTo>
                  <a:pt x="67899" y="87635"/>
                </a:lnTo>
                <a:cubicBezTo>
                  <a:pt x="67515" y="88763"/>
                  <a:pt x="67419" y="89963"/>
                  <a:pt x="67599" y="91127"/>
                </a:cubicBezTo>
                <a:cubicBezTo>
                  <a:pt x="67779" y="92302"/>
                  <a:pt x="68235" y="93418"/>
                  <a:pt x="68931" y="94378"/>
                </a:cubicBezTo>
                <a:cubicBezTo>
                  <a:pt x="69627" y="95338"/>
                  <a:pt x="70539" y="96130"/>
                  <a:pt x="71595" y="96670"/>
                </a:cubicBezTo>
                <a:cubicBezTo>
                  <a:pt x="72651" y="97210"/>
                  <a:pt x="73815" y="97498"/>
                  <a:pt x="75004" y="97498"/>
                </a:cubicBezTo>
                <a:cubicBezTo>
                  <a:pt x="76852" y="97486"/>
                  <a:pt x="78628" y="96790"/>
                  <a:pt x="79995" y="95554"/>
                </a:cubicBezTo>
                <a:cubicBezTo>
                  <a:pt x="81364" y="94318"/>
                  <a:pt x="82228" y="92615"/>
                  <a:pt x="82420" y="90791"/>
                </a:cubicBezTo>
                <a:cubicBezTo>
                  <a:pt x="82612" y="88955"/>
                  <a:pt x="82132" y="87107"/>
                  <a:pt x="81052" y="85607"/>
                </a:cubicBezTo>
                <a:cubicBezTo>
                  <a:pt x="79971" y="84120"/>
                  <a:pt x="78376" y="83063"/>
                  <a:pt x="76576" y="82667"/>
                </a:cubicBezTo>
                <a:lnTo>
                  <a:pt x="72112" y="74856"/>
                </a:lnTo>
                <a:cubicBezTo>
                  <a:pt x="72471" y="73764"/>
                  <a:pt x="72579" y="72600"/>
                  <a:pt x="72423" y="71461"/>
                </a:cubicBezTo>
                <a:cubicBezTo>
                  <a:pt x="72267" y="70321"/>
                  <a:pt x="71847" y="69241"/>
                  <a:pt x="71200" y="68281"/>
                </a:cubicBezTo>
                <a:lnTo>
                  <a:pt x="77728" y="56977"/>
                </a:lnTo>
                <a:cubicBezTo>
                  <a:pt x="78820" y="56546"/>
                  <a:pt x="79791" y="55874"/>
                  <a:pt x="80584" y="54998"/>
                </a:cubicBezTo>
                <a:lnTo>
                  <a:pt x="86920" y="54998"/>
                </a:lnTo>
                <a:cubicBezTo>
                  <a:pt x="87616" y="55778"/>
                  <a:pt x="88480" y="56414"/>
                  <a:pt x="89440" y="56845"/>
                </a:cubicBezTo>
                <a:cubicBezTo>
                  <a:pt x="90412" y="57278"/>
                  <a:pt x="91444" y="57494"/>
                  <a:pt x="92500" y="57494"/>
                </a:cubicBezTo>
                <a:cubicBezTo>
                  <a:pt x="94493" y="57494"/>
                  <a:pt x="96401" y="56702"/>
                  <a:pt x="97804" y="55298"/>
                </a:cubicBezTo>
                <a:cubicBezTo>
                  <a:pt x="99209" y="53894"/>
                  <a:pt x="100001" y="51986"/>
                  <a:pt x="100001" y="49994"/>
                </a:cubicBezTo>
                <a:cubicBezTo>
                  <a:pt x="100001" y="48014"/>
                  <a:pt x="99209" y="46107"/>
                  <a:pt x="97804" y="44691"/>
                </a:cubicBezTo>
                <a:cubicBezTo>
                  <a:pt x="96401" y="43287"/>
                  <a:pt x="94493" y="42495"/>
                  <a:pt x="92500" y="42495"/>
                </a:cubicBezTo>
                <a:cubicBezTo>
                  <a:pt x="91456" y="42495"/>
                  <a:pt x="90412" y="42723"/>
                  <a:pt x="89452" y="43155"/>
                </a:cubicBezTo>
                <a:cubicBezTo>
                  <a:pt x="88492" y="43587"/>
                  <a:pt x="87628" y="44211"/>
                  <a:pt x="86932" y="45003"/>
                </a:cubicBezTo>
                <a:lnTo>
                  <a:pt x="80584" y="45003"/>
                </a:lnTo>
                <a:cubicBezTo>
                  <a:pt x="79803" y="44126"/>
                  <a:pt x="78820" y="43443"/>
                  <a:pt x="77728" y="43023"/>
                </a:cubicBezTo>
                <a:lnTo>
                  <a:pt x="71200" y="31708"/>
                </a:lnTo>
                <a:cubicBezTo>
                  <a:pt x="71919" y="30652"/>
                  <a:pt x="72363" y="29428"/>
                  <a:pt x="72471" y="28144"/>
                </a:cubicBezTo>
                <a:cubicBezTo>
                  <a:pt x="72579" y="26873"/>
                  <a:pt x="72363" y="25576"/>
                  <a:pt x="71835" y="24412"/>
                </a:cubicBezTo>
                <a:lnTo>
                  <a:pt x="76263" y="17381"/>
                </a:lnTo>
                <a:cubicBezTo>
                  <a:pt x="77931" y="17094"/>
                  <a:pt x="79456" y="16266"/>
                  <a:pt x="80584" y="15006"/>
                </a:cubicBezTo>
                <a:lnTo>
                  <a:pt x="92500" y="15006"/>
                </a:lnTo>
                <a:cubicBezTo>
                  <a:pt x="93172" y="15006"/>
                  <a:pt x="93820" y="14885"/>
                  <a:pt x="94444" y="14645"/>
                </a:cubicBezTo>
                <a:cubicBezTo>
                  <a:pt x="95056" y="14394"/>
                  <a:pt x="95608" y="14034"/>
                  <a:pt x="96088" y="13565"/>
                </a:cubicBezTo>
                <a:cubicBezTo>
                  <a:pt x="96556" y="13098"/>
                  <a:pt x="96928" y="12545"/>
                  <a:pt x="97193" y="11934"/>
                </a:cubicBezTo>
                <a:cubicBezTo>
                  <a:pt x="97444" y="11322"/>
                  <a:pt x="97576" y="10662"/>
                  <a:pt x="97576" y="10002"/>
                </a:cubicBezTo>
                <a:cubicBezTo>
                  <a:pt x="97576" y="9342"/>
                  <a:pt x="97444" y="8682"/>
                  <a:pt x="97193" y="8070"/>
                </a:cubicBezTo>
                <a:cubicBezTo>
                  <a:pt x="96928" y="7458"/>
                  <a:pt x="96556" y="6906"/>
                  <a:pt x="96088" y="6439"/>
                </a:cubicBezTo>
                <a:cubicBezTo>
                  <a:pt x="95608" y="5970"/>
                  <a:pt x="95056" y="5610"/>
                  <a:pt x="94444" y="5359"/>
                </a:cubicBezTo>
                <a:cubicBezTo>
                  <a:pt x="93820" y="5119"/>
                  <a:pt x="93172" y="4998"/>
                  <a:pt x="92500" y="4998"/>
                </a:cubicBezTo>
                <a:lnTo>
                  <a:pt x="80584" y="4998"/>
                </a:lnTo>
                <a:cubicBezTo>
                  <a:pt x="79887" y="4219"/>
                  <a:pt x="79023" y="3583"/>
                  <a:pt x="78063" y="3163"/>
                </a:cubicBezTo>
                <a:cubicBezTo>
                  <a:pt x="77103" y="2730"/>
                  <a:pt x="76059" y="2503"/>
                  <a:pt x="75004" y="2503"/>
                </a:cubicBezTo>
                <a:cubicBezTo>
                  <a:pt x="73840" y="2503"/>
                  <a:pt x="72699" y="2778"/>
                  <a:pt x="71667" y="3295"/>
                </a:cubicBezTo>
                <a:cubicBezTo>
                  <a:pt x="70623" y="3810"/>
                  <a:pt x="69723" y="4554"/>
                  <a:pt x="69015" y="5491"/>
                </a:cubicBezTo>
                <a:cubicBezTo>
                  <a:pt x="68319" y="6415"/>
                  <a:pt x="67851" y="7482"/>
                  <a:pt x="67635" y="8622"/>
                </a:cubicBezTo>
                <a:cubicBezTo>
                  <a:pt x="67419" y="9774"/>
                  <a:pt x="67479" y="10938"/>
                  <a:pt x="67791" y="12054"/>
                </a:cubicBezTo>
                <a:lnTo>
                  <a:pt x="62523" y="20429"/>
                </a:lnTo>
                <a:cubicBezTo>
                  <a:pt x="61335" y="20849"/>
                  <a:pt x="60266" y="21557"/>
                  <a:pt x="59426" y="22505"/>
                </a:cubicBezTo>
                <a:lnTo>
                  <a:pt x="40586" y="22505"/>
                </a:lnTo>
                <a:cubicBezTo>
                  <a:pt x="39746" y="21557"/>
                  <a:pt x="38666" y="20837"/>
                  <a:pt x="37478" y="20417"/>
                </a:cubicBezTo>
                <a:lnTo>
                  <a:pt x="32209" y="12066"/>
                </a:lnTo>
                <a:cubicBezTo>
                  <a:pt x="32522" y="10950"/>
                  <a:pt x="32581" y="9774"/>
                  <a:pt x="32365" y="8634"/>
                </a:cubicBezTo>
                <a:cubicBezTo>
                  <a:pt x="32161" y="7494"/>
                  <a:pt x="31681" y="6415"/>
                  <a:pt x="30986" y="5491"/>
                </a:cubicBezTo>
                <a:cubicBezTo>
                  <a:pt x="30289" y="4566"/>
                  <a:pt x="29377" y="3810"/>
                  <a:pt x="28346" y="3295"/>
                </a:cubicBezTo>
                <a:cubicBezTo>
                  <a:pt x="27302" y="2778"/>
                  <a:pt x="26161" y="2503"/>
                  <a:pt x="24997" y="2503"/>
                </a:cubicBezTo>
                <a:close/>
                <a:moveTo>
                  <a:pt x="40574" y="32500"/>
                </a:moveTo>
                <a:lnTo>
                  <a:pt x="59414" y="32500"/>
                </a:lnTo>
                <a:cubicBezTo>
                  <a:pt x="59823" y="32956"/>
                  <a:pt x="60290" y="33364"/>
                  <a:pt x="60807" y="33712"/>
                </a:cubicBezTo>
                <a:lnTo>
                  <a:pt x="68295" y="46659"/>
                </a:lnTo>
                <a:cubicBezTo>
                  <a:pt x="67779" y="47703"/>
                  <a:pt x="67515" y="48843"/>
                  <a:pt x="67515" y="49994"/>
                </a:cubicBezTo>
                <a:cubicBezTo>
                  <a:pt x="67515" y="51146"/>
                  <a:pt x="67779" y="52286"/>
                  <a:pt x="68295" y="53318"/>
                </a:cubicBezTo>
                <a:lnTo>
                  <a:pt x="60807" y="66277"/>
                </a:lnTo>
                <a:cubicBezTo>
                  <a:pt x="60290" y="66625"/>
                  <a:pt x="59835" y="67033"/>
                  <a:pt x="59426" y="67501"/>
                </a:cubicBezTo>
                <a:lnTo>
                  <a:pt x="40586" y="67501"/>
                </a:lnTo>
                <a:cubicBezTo>
                  <a:pt x="40178" y="67045"/>
                  <a:pt x="39710" y="66637"/>
                  <a:pt x="39206" y="66301"/>
                </a:cubicBezTo>
                <a:lnTo>
                  <a:pt x="31717" y="53330"/>
                </a:lnTo>
                <a:cubicBezTo>
                  <a:pt x="32233" y="52298"/>
                  <a:pt x="32497" y="51158"/>
                  <a:pt x="32497" y="50006"/>
                </a:cubicBezTo>
                <a:cubicBezTo>
                  <a:pt x="32497" y="48854"/>
                  <a:pt x="32233" y="47715"/>
                  <a:pt x="31717" y="46683"/>
                </a:cubicBezTo>
                <a:lnTo>
                  <a:pt x="39206" y="33712"/>
                </a:lnTo>
                <a:cubicBezTo>
                  <a:pt x="39710" y="33364"/>
                  <a:pt x="40166" y="32956"/>
                  <a:pt x="40574" y="325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4" name="Красный — SVG 15">
            <a:extLst>
              <a:ext uri="{FF2B5EF4-FFF2-40B4-BE49-F238E27FC236}">
                <a16:creationId xmlns:a16="http://schemas.microsoft.com/office/drawing/2014/main" id="{16D98ED4-D0F3-7B4A-BBEA-619B0FF66489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135327 w 146134"/>
              <a:gd name="csY0" fmla="*/ 24123 h 120728"/>
              <a:gd name="csX1" fmla="*/ 95719 w 146134"/>
              <a:gd name="csY1" fmla="*/ 19717 h 120728"/>
              <a:gd name="csX2" fmla="*/ 83231 w 146134"/>
              <a:gd name="csY2" fmla="*/ 51783 h 120728"/>
              <a:gd name="csX3" fmla="*/ 60570 w 146134"/>
              <a:gd name="csY3" fmla="*/ 55117 h 120728"/>
              <a:gd name="csX4" fmla="*/ 49290 w 146134"/>
              <a:gd name="csY4" fmla="*/ 71176 h 120728"/>
              <a:gd name="csX5" fmla="*/ 41140 w 146134"/>
              <a:gd name="csY5" fmla="*/ 62194 h 120728"/>
              <a:gd name="csX6" fmla="*/ 32872 w 146134"/>
              <a:gd name="csY6" fmla="*/ 52855 h 120728"/>
              <a:gd name="csX7" fmla="*/ 28278 w 146134"/>
              <a:gd name="csY7" fmla="*/ 37494 h 120728"/>
              <a:gd name="csX8" fmla="*/ 41974 w 146134"/>
              <a:gd name="csY8" fmla="*/ 33751 h 120728"/>
              <a:gd name="csX9" fmla="*/ 47758 w 146134"/>
              <a:gd name="csY9" fmla="*/ 19547 h 120728"/>
              <a:gd name="csX10" fmla="*/ 39303 w 146134"/>
              <a:gd name="csY10" fmla="*/ 3522 h 120728"/>
              <a:gd name="csX11" fmla="*/ 14276 w 146134"/>
              <a:gd name="csY11" fmla="*/ 2196 h 120728"/>
              <a:gd name="csX12" fmla="*/ 1754 w 146134"/>
              <a:gd name="csY12" fmla="*/ 48670 h 120728"/>
              <a:gd name="csX13" fmla="*/ 39847 w 146134"/>
              <a:gd name="csY13" fmla="*/ 118688 h 120728"/>
              <a:gd name="csX14" fmla="*/ 60859 w 146134"/>
              <a:gd name="csY14" fmla="*/ 120729 h 120728"/>
              <a:gd name="csX15" fmla="*/ 121341 w 146134"/>
              <a:gd name="csY15" fmla="*/ 86128 h 120728"/>
              <a:gd name="csX16" fmla="*/ 145126 w 146134"/>
              <a:gd name="csY16" fmla="*/ 58196 h 120728"/>
              <a:gd name="csX17" fmla="*/ 135327 w 146134"/>
              <a:gd name="csY17" fmla="*/ 24123 h 120728"/>
            </a:gdLst>
            <a:ahLst/>
            <a:cxnLst/>
            <a:rect l="l" t="t" r="r" b="b"/>
            <a:pathLst>
              <a:path w="100000" h="100000">
                <a:moveTo>
                  <a:pt x="92605" y="25200"/>
                </a:moveTo>
                <a:cubicBezTo>
                  <a:pt x="83861" y="16470"/>
                  <a:pt x="72685" y="17377"/>
                  <a:pt x="65501" y="22185"/>
                </a:cubicBezTo>
                <a:cubicBezTo>
                  <a:pt x="58143" y="27086"/>
                  <a:pt x="55023" y="35386"/>
                  <a:pt x="56955" y="44128"/>
                </a:cubicBezTo>
                <a:cubicBezTo>
                  <a:pt x="52869" y="43394"/>
                  <a:pt x="46663" y="43138"/>
                  <a:pt x="41448" y="46409"/>
                </a:cubicBezTo>
                <a:cubicBezTo>
                  <a:pt x="37722" y="48737"/>
                  <a:pt x="35138" y="52428"/>
                  <a:pt x="33729" y="57399"/>
                </a:cubicBezTo>
                <a:cubicBezTo>
                  <a:pt x="31843" y="55094"/>
                  <a:pt x="29922" y="53103"/>
                  <a:pt x="28152" y="51252"/>
                </a:cubicBezTo>
                <a:cubicBezTo>
                  <a:pt x="26092" y="49099"/>
                  <a:pt x="24148" y="47073"/>
                  <a:pt x="22494" y="44862"/>
                </a:cubicBezTo>
                <a:cubicBezTo>
                  <a:pt x="18280" y="39250"/>
                  <a:pt x="18757" y="35828"/>
                  <a:pt x="19351" y="34350"/>
                </a:cubicBezTo>
                <a:cubicBezTo>
                  <a:pt x="21598" y="34501"/>
                  <a:pt x="25637" y="34327"/>
                  <a:pt x="28723" y="31789"/>
                </a:cubicBezTo>
                <a:cubicBezTo>
                  <a:pt x="31342" y="29635"/>
                  <a:pt x="32681" y="26364"/>
                  <a:pt x="32681" y="22069"/>
                </a:cubicBezTo>
                <a:cubicBezTo>
                  <a:pt x="32681" y="15957"/>
                  <a:pt x="29538" y="12733"/>
                  <a:pt x="26895" y="11103"/>
                </a:cubicBezTo>
                <a:cubicBezTo>
                  <a:pt x="21365" y="7692"/>
                  <a:pt x="13401" y="8391"/>
                  <a:pt x="9769" y="10195"/>
                </a:cubicBezTo>
                <a:cubicBezTo>
                  <a:pt x="4111" y="13024"/>
                  <a:pt x="-2828" y="23827"/>
                  <a:pt x="1200" y="41998"/>
                </a:cubicBezTo>
                <a:cubicBezTo>
                  <a:pt x="6137" y="64173"/>
                  <a:pt x="18454" y="86989"/>
                  <a:pt x="27267" y="89911"/>
                </a:cubicBezTo>
                <a:cubicBezTo>
                  <a:pt x="27431" y="89946"/>
                  <a:pt x="33473" y="91308"/>
                  <a:pt x="41646" y="91308"/>
                </a:cubicBezTo>
                <a:cubicBezTo>
                  <a:pt x="55244" y="91308"/>
                  <a:pt x="74780" y="87536"/>
                  <a:pt x="83034" y="67630"/>
                </a:cubicBezTo>
                <a:cubicBezTo>
                  <a:pt x="90940" y="64557"/>
                  <a:pt x="97261" y="57177"/>
                  <a:pt x="99310" y="48516"/>
                </a:cubicBezTo>
                <a:cubicBezTo>
                  <a:pt x="101325" y="39972"/>
                  <a:pt x="98880" y="31475"/>
                  <a:pt x="92605" y="252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5" name="Красный — SVG 16">
            <a:extLst>
              <a:ext uri="{FF2B5EF4-FFF2-40B4-BE49-F238E27FC236}">
                <a16:creationId xmlns:a16="http://schemas.microsoft.com/office/drawing/2014/main" id="{DDA4DADB-488C-A449-878C-71D3D972676A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101027 w 141775"/>
              <a:gd name="csY0" fmla="*/ 0 h 148915"/>
              <a:gd name="csX1" fmla="*/ 88607 w 141775"/>
              <a:gd name="csY1" fmla="*/ 12401 h 148915"/>
              <a:gd name="csX2" fmla="*/ 88607 w 141775"/>
              <a:gd name="csY2" fmla="*/ 51390 h 148915"/>
              <a:gd name="csX3" fmla="*/ 101027 w 141775"/>
              <a:gd name="csY3" fmla="*/ 63792 h 148915"/>
              <a:gd name="csX4" fmla="*/ 122294 w 141775"/>
              <a:gd name="csY4" fmla="*/ 63792 h 148915"/>
              <a:gd name="csX5" fmla="*/ 134697 w 141775"/>
              <a:gd name="csY5" fmla="*/ 51390 h 148915"/>
              <a:gd name="csX6" fmla="*/ 134697 w 141775"/>
              <a:gd name="csY6" fmla="*/ 12401 h 148915"/>
              <a:gd name="csX7" fmla="*/ 122294 w 141775"/>
              <a:gd name="csY7" fmla="*/ 0 h 148915"/>
              <a:gd name="csX8" fmla="*/ 101027 w 141775"/>
              <a:gd name="csY8" fmla="*/ 0 h 148915"/>
              <a:gd name="csX9" fmla="*/ 30132 w 141775"/>
              <a:gd name="csY9" fmla="*/ 14170 h 148915"/>
              <a:gd name="csX10" fmla="*/ 20111 w 141775"/>
              <a:gd name="csY10" fmla="*/ 18321 h 148915"/>
              <a:gd name="csX11" fmla="*/ 15960 w 141775"/>
              <a:gd name="csY11" fmla="*/ 28358 h 148915"/>
              <a:gd name="csX12" fmla="*/ 20111 w 141775"/>
              <a:gd name="csY12" fmla="*/ 38377 h 148915"/>
              <a:gd name="csX13" fmla="*/ 30132 w 141775"/>
              <a:gd name="csY13" fmla="*/ 42528 h 148915"/>
              <a:gd name="csX14" fmla="*/ 40153 w 141775"/>
              <a:gd name="csY14" fmla="*/ 38377 h 148915"/>
              <a:gd name="csX15" fmla="*/ 44304 w 141775"/>
              <a:gd name="csY15" fmla="*/ 28358 h 148915"/>
              <a:gd name="csX16" fmla="*/ 40153 w 141775"/>
              <a:gd name="csY16" fmla="*/ 18321 h 148915"/>
              <a:gd name="csX17" fmla="*/ 30132 w 141775"/>
              <a:gd name="csY17" fmla="*/ 14170 h 148915"/>
              <a:gd name="csX18" fmla="*/ 5241 w 141775"/>
              <a:gd name="csY18" fmla="*/ 35366 h 148915"/>
              <a:gd name="csX19" fmla="*/ 1499 w 141775"/>
              <a:gd name="csY19" fmla="*/ 36982 h 148915"/>
              <a:gd name="csX20" fmla="*/ 1 w 141775"/>
              <a:gd name="csY20" fmla="*/ 40759 h 148915"/>
              <a:gd name="csX21" fmla="*/ 1 w 141775"/>
              <a:gd name="csY21" fmla="*/ 143523 h 148915"/>
              <a:gd name="csX22" fmla="*/ 393 w 141775"/>
              <a:gd name="csY22" fmla="*/ 145581 h 148915"/>
              <a:gd name="csX23" fmla="*/ 1533 w 141775"/>
              <a:gd name="csY23" fmla="*/ 147333 h 148915"/>
              <a:gd name="csX24" fmla="*/ 3268 w 141775"/>
              <a:gd name="csY24" fmla="*/ 148507 h 148915"/>
              <a:gd name="csX25" fmla="*/ 5327 w 141775"/>
              <a:gd name="csY25" fmla="*/ 148915 h 148915"/>
              <a:gd name="csX26" fmla="*/ 7368 w 141775"/>
              <a:gd name="csY26" fmla="*/ 148507 h 148915"/>
              <a:gd name="csX27" fmla="*/ 9104 w 141775"/>
              <a:gd name="csY27" fmla="*/ 147333 h 148915"/>
              <a:gd name="csX28" fmla="*/ 10261 w 141775"/>
              <a:gd name="csY28" fmla="*/ 145581 h 148915"/>
              <a:gd name="csX29" fmla="*/ 10635 w 141775"/>
              <a:gd name="csY29" fmla="*/ 143523 h 148915"/>
              <a:gd name="csX30" fmla="*/ 10635 w 141775"/>
              <a:gd name="csY30" fmla="*/ 138215 h 148915"/>
              <a:gd name="csX31" fmla="*/ 131141 w 141775"/>
              <a:gd name="csY31" fmla="*/ 138215 h 148915"/>
              <a:gd name="csX32" fmla="*/ 131141 w 141775"/>
              <a:gd name="csY32" fmla="*/ 143523 h 148915"/>
              <a:gd name="csX33" fmla="*/ 131532 w 141775"/>
              <a:gd name="csY33" fmla="*/ 145581 h 148915"/>
              <a:gd name="csX34" fmla="*/ 132672 w 141775"/>
              <a:gd name="csY34" fmla="*/ 147333 h 148915"/>
              <a:gd name="csX35" fmla="*/ 134407 w 141775"/>
              <a:gd name="csY35" fmla="*/ 148507 h 148915"/>
              <a:gd name="csX36" fmla="*/ 136466 w 141775"/>
              <a:gd name="csY36" fmla="*/ 148915 h 148915"/>
              <a:gd name="csX37" fmla="*/ 138508 w 141775"/>
              <a:gd name="csY37" fmla="*/ 148507 h 148915"/>
              <a:gd name="csX38" fmla="*/ 140243 w 141775"/>
              <a:gd name="csY38" fmla="*/ 147333 h 148915"/>
              <a:gd name="csX39" fmla="*/ 141400 w 141775"/>
              <a:gd name="csY39" fmla="*/ 145581 h 148915"/>
              <a:gd name="csX40" fmla="*/ 141774 w 141775"/>
              <a:gd name="csY40" fmla="*/ 143523 h 148915"/>
              <a:gd name="csX41" fmla="*/ 141774 w 141775"/>
              <a:gd name="csY41" fmla="*/ 132891 h 148915"/>
              <a:gd name="csX42" fmla="*/ 141774 w 141775"/>
              <a:gd name="csY42" fmla="*/ 122259 h 148915"/>
              <a:gd name="csX43" fmla="*/ 129371 w 141775"/>
              <a:gd name="csY43" fmla="*/ 109858 h 148915"/>
              <a:gd name="csX44" fmla="*/ 10635 w 141775"/>
              <a:gd name="csY44" fmla="*/ 109858 h 148915"/>
              <a:gd name="csX45" fmla="*/ 10635 w 141775"/>
              <a:gd name="csY45" fmla="*/ 40759 h 148915"/>
              <a:gd name="csX46" fmla="*/ 10244 w 141775"/>
              <a:gd name="csY46" fmla="*/ 38683 h 148915"/>
              <a:gd name="csX47" fmla="*/ 9069 w 141775"/>
              <a:gd name="csY47" fmla="*/ 36914 h 148915"/>
              <a:gd name="csX48" fmla="*/ 7317 w 141775"/>
              <a:gd name="csY48" fmla="*/ 35757 h 148915"/>
              <a:gd name="csX49" fmla="*/ 5241 w 141775"/>
              <a:gd name="csY49" fmla="*/ 35366 h 148915"/>
              <a:gd name="csX50" fmla="*/ 111660 w 141775"/>
              <a:gd name="csY50" fmla="*/ 42528 h 148915"/>
              <a:gd name="csX51" fmla="*/ 116969 w 141775"/>
              <a:gd name="csY51" fmla="*/ 47835 h 148915"/>
              <a:gd name="csX52" fmla="*/ 111660 w 141775"/>
              <a:gd name="csY52" fmla="*/ 53160 h 148915"/>
              <a:gd name="csX53" fmla="*/ 106335 w 141775"/>
              <a:gd name="csY53" fmla="*/ 47835 h 148915"/>
              <a:gd name="csX54" fmla="*/ 111660 w 141775"/>
              <a:gd name="csY54" fmla="*/ 42528 h 148915"/>
              <a:gd name="csX55" fmla="*/ 36750 w 141775"/>
              <a:gd name="csY55" fmla="*/ 46066 h 148915"/>
              <a:gd name="csX56" fmla="*/ 33722 w 141775"/>
              <a:gd name="csY56" fmla="*/ 46457 h 148915"/>
              <a:gd name="csX57" fmla="*/ 22085 w 141775"/>
              <a:gd name="csY57" fmla="*/ 67024 h 148915"/>
              <a:gd name="csX58" fmla="*/ 30643 w 141775"/>
              <a:gd name="csY58" fmla="*/ 89002 h 148915"/>
              <a:gd name="csX59" fmla="*/ 37210 w 141775"/>
              <a:gd name="csY59" fmla="*/ 99226 h 148915"/>
              <a:gd name="csX60" fmla="*/ 56707 w 141775"/>
              <a:gd name="csY60" fmla="*/ 99226 h 148915"/>
              <a:gd name="csX61" fmla="*/ 56707 w 141775"/>
              <a:gd name="csY61" fmla="*/ 67959 h 148915"/>
              <a:gd name="csX62" fmla="*/ 52573 w 141775"/>
              <a:gd name="csY62" fmla="*/ 57650 h 148915"/>
              <a:gd name="csX63" fmla="*/ 36750 w 141775"/>
              <a:gd name="csY63" fmla="*/ 46066 h 148915"/>
              <a:gd name="csX64" fmla="*/ 67340 w 141775"/>
              <a:gd name="csY64" fmla="*/ 70885 h 148915"/>
              <a:gd name="csX65" fmla="*/ 67340 w 141775"/>
              <a:gd name="csY65" fmla="*/ 99226 h 148915"/>
              <a:gd name="csX66" fmla="*/ 128997 w 141775"/>
              <a:gd name="csY66" fmla="*/ 99226 h 148915"/>
              <a:gd name="csX67" fmla="*/ 130954 w 141775"/>
              <a:gd name="csY67" fmla="*/ 87607 h 148915"/>
              <a:gd name="csX68" fmla="*/ 110946 w 141775"/>
              <a:gd name="csY68" fmla="*/ 70885 h 148915"/>
              <a:gd name="csX69" fmla="*/ 67340 w 141775"/>
              <a:gd name="csY69" fmla="*/ 70885 h 148915"/>
            </a:gdLst>
            <a:ahLst/>
            <a:cxnLst/>
            <a:rect l="l" t="t" r="r" b="b"/>
            <a:pathLst>
              <a:path w="100000" h="100000">
                <a:moveTo>
                  <a:pt x="70239" y="0"/>
                </a:moveTo>
                <a:cubicBezTo>
                  <a:pt x="65635" y="0"/>
                  <a:pt x="61899" y="3736"/>
                  <a:pt x="61899" y="8328"/>
                </a:cubicBezTo>
                <a:lnTo>
                  <a:pt x="61899" y="34510"/>
                </a:lnTo>
                <a:cubicBezTo>
                  <a:pt x="61899" y="39102"/>
                  <a:pt x="65635" y="42838"/>
                  <a:pt x="70239" y="42838"/>
                </a:cubicBezTo>
                <a:lnTo>
                  <a:pt x="84521" y="42838"/>
                </a:lnTo>
                <a:cubicBezTo>
                  <a:pt x="89113" y="42838"/>
                  <a:pt x="92850" y="39102"/>
                  <a:pt x="92850" y="34510"/>
                </a:cubicBezTo>
                <a:lnTo>
                  <a:pt x="92850" y="8328"/>
                </a:lnTo>
                <a:cubicBezTo>
                  <a:pt x="92850" y="3736"/>
                  <a:pt x="89113" y="0"/>
                  <a:pt x="84521" y="0"/>
                </a:cubicBezTo>
                <a:lnTo>
                  <a:pt x="70239" y="0"/>
                </a:lnTo>
                <a:close/>
                <a:moveTo>
                  <a:pt x="22632" y="9515"/>
                </a:moveTo>
                <a:cubicBezTo>
                  <a:pt x="20107" y="9515"/>
                  <a:pt x="17685" y="10521"/>
                  <a:pt x="15902" y="12303"/>
                </a:cubicBezTo>
                <a:cubicBezTo>
                  <a:pt x="14109" y="14097"/>
                  <a:pt x="13115" y="16518"/>
                  <a:pt x="13115" y="19043"/>
                </a:cubicBezTo>
                <a:cubicBezTo>
                  <a:pt x="13115" y="21567"/>
                  <a:pt x="14109" y="23989"/>
                  <a:pt x="15902" y="25771"/>
                </a:cubicBezTo>
                <a:cubicBezTo>
                  <a:pt x="17685" y="27553"/>
                  <a:pt x="20107" y="28559"/>
                  <a:pt x="22632" y="28559"/>
                </a:cubicBezTo>
                <a:cubicBezTo>
                  <a:pt x="25157" y="28559"/>
                  <a:pt x="27579" y="27553"/>
                  <a:pt x="29361" y="25771"/>
                </a:cubicBezTo>
                <a:cubicBezTo>
                  <a:pt x="31143" y="23989"/>
                  <a:pt x="32149" y="21567"/>
                  <a:pt x="32149" y="19043"/>
                </a:cubicBezTo>
                <a:cubicBezTo>
                  <a:pt x="32149" y="16518"/>
                  <a:pt x="31143" y="14097"/>
                  <a:pt x="29361" y="12303"/>
                </a:cubicBezTo>
                <a:cubicBezTo>
                  <a:pt x="27579" y="10521"/>
                  <a:pt x="25157" y="9515"/>
                  <a:pt x="22632" y="9515"/>
                </a:cubicBezTo>
                <a:close/>
                <a:moveTo>
                  <a:pt x="5917" y="23749"/>
                </a:moveTo>
                <a:cubicBezTo>
                  <a:pt x="4969" y="23761"/>
                  <a:pt x="4066" y="24149"/>
                  <a:pt x="3404" y="24834"/>
                </a:cubicBezTo>
                <a:cubicBezTo>
                  <a:pt x="2753" y="25509"/>
                  <a:pt x="2387" y="26422"/>
                  <a:pt x="2398" y="27371"/>
                </a:cubicBezTo>
                <a:lnTo>
                  <a:pt x="2398" y="96379"/>
                </a:lnTo>
                <a:cubicBezTo>
                  <a:pt x="2387" y="96859"/>
                  <a:pt x="2478" y="97327"/>
                  <a:pt x="2661" y="97761"/>
                </a:cubicBezTo>
                <a:cubicBezTo>
                  <a:pt x="2832" y="98206"/>
                  <a:pt x="3095" y="98607"/>
                  <a:pt x="3427" y="98938"/>
                </a:cubicBezTo>
                <a:cubicBezTo>
                  <a:pt x="3758" y="99280"/>
                  <a:pt x="4158" y="99543"/>
                  <a:pt x="4592" y="99726"/>
                </a:cubicBezTo>
                <a:cubicBezTo>
                  <a:pt x="5026" y="99909"/>
                  <a:pt x="5494" y="100000"/>
                  <a:pt x="5975" y="100000"/>
                </a:cubicBezTo>
                <a:cubicBezTo>
                  <a:pt x="6443" y="100000"/>
                  <a:pt x="6911" y="99909"/>
                  <a:pt x="7345" y="99726"/>
                </a:cubicBezTo>
                <a:cubicBezTo>
                  <a:pt x="7780" y="99543"/>
                  <a:pt x="8179" y="99280"/>
                  <a:pt x="8511" y="98938"/>
                </a:cubicBezTo>
                <a:cubicBezTo>
                  <a:pt x="8842" y="98607"/>
                  <a:pt x="9105" y="98206"/>
                  <a:pt x="9288" y="97761"/>
                </a:cubicBezTo>
                <a:cubicBezTo>
                  <a:pt x="9459" y="97327"/>
                  <a:pt x="9550" y="96859"/>
                  <a:pt x="9539" y="96379"/>
                </a:cubicBezTo>
                <a:lnTo>
                  <a:pt x="9539" y="92815"/>
                </a:lnTo>
                <a:lnTo>
                  <a:pt x="90462" y="92815"/>
                </a:lnTo>
                <a:lnTo>
                  <a:pt x="90462" y="96379"/>
                </a:lnTo>
                <a:cubicBezTo>
                  <a:pt x="90462" y="96859"/>
                  <a:pt x="90542" y="97327"/>
                  <a:pt x="90724" y="97761"/>
                </a:cubicBezTo>
                <a:cubicBezTo>
                  <a:pt x="90895" y="98206"/>
                  <a:pt x="91159" y="98607"/>
                  <a:pt x="91490" y="98938"/>
                </a:cubicBezTo>
                <a:cubicBezTo>
                  <a:pt x="91821" y="99280"/>
                  <a:pt x="92221" y="99543"/>
                  <a:pt x="92655" y="99726"/>
                </a:cubicBezTo>
                <a:cubicBezTo>
                  <a:pt x="93089" y="99909"/>
                  <a:pt x="93557" y="100000"/>
                  <a:pt x="94038" y="100000"/>
                </a:cubicBezTo>
                <a:cubicBezTo>
                  <a:pt x="94506" y="100000"/>
                  <a:pt x="94974" y="99909"/>
                  <a:pt x="95409" y="99726"/>
                </a:cubicBezTo>
                <a:cubicBezTo>
                  <a:pt x="95854" y="99543"/>
                  <a:pt x="96243" y="99280"/>
                  <a:pt x="96574" y="98938"/>
                </a:cubicBezTo>
                <a:cubicBezTo>
                  <a:pt x="96905" y="98607"/>
                  <a:pt x="97168" y="98206"/>
                  <a:pt x="97351" y="97761"/>
                </a:cubicBezTo>
                <a:cubicBezTo>
                  <a:pt x="97522" y="97327"/>
                  <a:pt x="97613" y="96859"/>
                  <a:pt x="97602" y="96379"/>
                </a:cubicBezTo>
                <a:lnTo>
                  <a:pt x="97602" y="89239"/>
                </a:lnTo>
                <a:lnTo>
                  <a:pt x="97602" y="82100"/>
                </a:lnTo>
                <a:cubicBezTo>
                  <a:pt x="97602" y="77508"/>
                  <a:pt x="93878" y="73772"/>
                  <a:pt x="89273" y="73772"/>
                </a:cubicBezTo>
                <a:lnTo>
                  <a:pt x="9539" y="73772"/>
                </a:lnTo>
                <a:lnTo>
                  <a:pt x="9539" y="27371"/>
                </a:lnTo>
                <a:cubicBezTo>
                  <a:pt x="9550" y="26891"/>
                  <a:pt x="9459" y="26411"/>
                  <a:pt x="9276" y="25977"/>
                </a:cubicBezTo>
                <a:cubicBezTo>
                  <a:pt x="9093" y="25531"/>
                  <a:pt x="8831" y="25131"/>
                  <a:pt x="8487" y="24789"/>
                </a:cubicBezTo>
                <a:cubicBezTo>
                  <a:pt x="8156" y="24458"/>
                  <a:pt x="7757" y="24184"/>
                  <a:pt x="7311" y="24012"/>
                </a:cubicBezTo>
                <a:cubicBezTo>
                  <a:pt x="6866" y="23829"/>
                  <a:pt x="6386" y="23738"/>
                  <a:pt x="5917" y="23749"/>
                </a:cubicBezTo>
                <a:close/>
                <a:moveTo>
                  <a:pt x="77380" y="28559"/>
                </a:moveTo>
                <a:cubicBezTo>
                  <a:pt x="79345" y="28559"/>
                  <a:pt x="80945" y="30157"/>
                  <a:pt x="80945" y="32122"/>
                </a:cubicBezTo>
                <a:cubicBezTo>
                  <a:pt x="80945" y="34099"/>
                  <a:pt x="79345" y="35698"/>
                  <a:pt x="77380" y="35698"/>
                </a:cubicBezTo>
                <a:cubicBezTo>
                  <a:pt x="75403" y="35698"/>
                  <a:pt x="73804" y="34099"/>
                  <a:pt x="73804" y="32122"/>
                </a:cubicBezTo>
                <a:cubicBezTo>
                  <a:pt x="73804" y="30157"/>
                  <a:pt x="75403" y="28559"/>
                  <a:pt x="77380" y="28559"/>
                </a:cubicBezTo>
                <a:close/>
                <a:moveTo>
                  <a:pt x="27076" y="30934"/>
                </a:moveTo>
                <a:cubicBezTo>
                  <a:pt x="26402" y="30957"/>
                  <a:pt x="25717" y="31037"/>
                  <a:pt x="25042" y="31197"/>
                </a:cubicBezTo>
                <a:cubicBezTo>
                  <a:pt x="18782" y="32625"/>
                  <a:pt x="15263" y="39068"/>
                  <a:pt x="17228" y="45008"/>
                </a:cubicBezTo>
                <a:lnTo>
                  <a:pt x="22975" y="59767"/>
                </a:lnTo>
                <a:cubicBezTo>
                  <a:pt x="23866" y="62463"/>
                  <a:pt x="25408" y="64782"/>
                  <a:pt x="27385" y="66633"/>
                </a:cubicBezTo>
                <a:lnTo>
                  <a:pt x="40477" y="66633"/>
                </a:lnTo>
                <a:lnTo>
                  <a:pt x="40477" y="45636"/>
                </a:lnTo>
                <a:lnTo>
                  <a:pt x="37701" y="38713"/>
                </a:lnTo>
                <a:cubicBezTo>
                  <a:pt x="36170" y="34064"/>
                  <a:pt x="31795" y="30832"/>
                  <a:pt x="27076" y="30934"/>
                </a:cubicBezTo>
                <a:close/>
                <a:moveTo>
                  <a:pt x="47618" y="47601"/>
                </a:moveTo>
                <a:lnTo>
                  <a:pt x="47618" y="66633"/>
                </a:lnTo>
                <a:lnTo>
                  <a:pt x="89022" y="66633"/>
                </a:lnTo>
                <a:cubicBezTo>
                  <a:pt x="90198" y="64337"/>
                  <a:pt x="90736" y="61663"/>
                  <a:pt x="90336" y="58830"/>
                </a:cubicBezTo>
                <a:cubicBezTo>
                  <a:pt x="89411" y="52285"/>
                  <a:pt x="83504" y="47601"/>
                  <a:pt x="76900" y="47601"/>
                </a:cubicBezTo>
                <a:lnTo>
                  <a:pt x="47618" y="4760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6" name="Красный — SVG 17">
            <a:extLst>
              <a:ext uri="{FF2B5EF4-FFF2-40B4-BE49-F238E27FC236}">
                <a16:creationId xmlns:a16="http://schemas.microsoft.com/office/drawing/2014/main" id="{B2017C53-76DB-2742-B8F0-421AA9CCC5A0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56711 w 134224"/>
              <a:gd name="csY0" fmla="*/ 0 h 141753"/>
              <a:gd name="csX1" fmla="*/ 21267 w 134224"/>
              <a:gd name="csY1" fmla="*/ 35434 h 141753"/>
              <a:gd name="csX2" fmla="*/ 56711 w 134224"/>
              <a:gd name="csY2" fmla="*/ 70885 h 141753"/>
              <a:gd name="csX3" fmla="*/ 92157 w 134224"/>
              <a:gd name="csY3" fmla="*/ 35434 h 141753"/>
              <a:gd name="csX4" fmla="*/ 56711 w 134224"/>
              <a:gd name="csY4" fmla="*/ 0 h 141753"/>
              <a:gd name="csX5" fmla="*/ 116469 w 134224"/>
              <a:gd name="csY5" fmla="*/ 76601 h 141753"/>
              <a:gd name="csX6" fmla="*/ 103897 w 134224"/>
              <a:gd name="csY6" fmla="*/ 81772 h 141753"/>
              <a:gd name="csX7" fmla="*/ 76400 w 134224"/>
              <a:gd name="csY7" fmla="*/ 109262 h 141753"/>
              <a:gd name="csX8" fmla="*/ 76400 w 134224"/>
              <a:gd name="csY8" fmla="*/ 134388 h 141753"/>
              <a:gd name="csX9" fmla="*/ 76421 w 134224"/>
              <a:gd name="csY9" fmla="*/ 134422 h 141753"/>
              <a:gd name="csX10" fmla="*/ 101550 w 134224"/>
              <a:gd name="csY10" fmla="*/ 134422 h 141753"/>
              <a:gd name="csX11" fmla="*/ 129054 w 134224"/>
              <a:gd name="csY11" fmla="*/ 106915 h 141753"/>
              <a:gd name="csX12" fmla="*/ 129054 w 134224"/>
              <a:gd name="csY12" fmla="*/ 81790 h 141753"/>
              <a:gd name="csX13" fmla="*/ 129013 w 134224"/>
              <a:gd name="csY13" fmla="*/ 81755 h 141753"/>
              <a:gd name="csX14" fmla="*/ 116469 w 134224"/>
              <a:gd name="csY14" fmla="*/ 76601 h 141753"/>
              <a:gd name="csX15" fmla="*/ 14109 w 134224"/>
              <a:gd name="csY15" fmla="*/ 85056 h 141753"/>
              <a:gd name="csX16" fmla="*/ 0 w 134224"/>
              <a:gd name="csY16" fmla="*/ 99158 h 141753"/>
              <a:gd name="csX17" fmla="*/ 0 w 134224"/>
              <a:gd name="csY17" fmla="*/ 104550 h 141753"/>
              <a:gd name="csX18" fmla="*/ 18817 w 134224"/>
              <a:gd name="csY18" fmla="*/ 133129 h 141753"/>
              <a:gd name="csX19" fmla="*/ 56711 w 134224"/>
              <a:gd name="csY19" fmla="*/ 141754 h 141753"/>
              <a:gd name="csX20" fmla="*/ 69374 w 134224"/>
              <a:gd name="csY20" fmla="*/ 140886 h 141753"/>
              <a:gd name="csX21" fmla="*/ 63924 w 134224"/>
              <a:gd name="csY21" fmla="*/ 128706 h 141753"/>
              <a:gd name="csX22" fmla="*/ 71312 w 134224"/>
              <a:gd name="csY22" fmla="*/ 101999 h 141753"/>
              <a:gd name="csX23" fmla="*/ 88203 w 134224"/>
              <a:gd name="csY23" fmla="*/ 85056 h 141753"/>
              <a:gd name="csX24" fmla="*/ 14109 w 134224"/>
              <a:gd name="csY24" fmla="*/ 85056 h 141753"/>
              <a:gd name="csX25" fmla="*/ 96172 w 134224"/>
              <a:gd name="csY25" fmla="*/ 104533 h 141753"/>
              <a:gd name="csX26" fmla="*/ 106293 w 134224"/>
              <a:gd name="csY26" fmla="*/ 114655 h 141753"/>
              <a:gd name="csX27" fmla="*/ 94038 w 134224"/>
              <a:gd name="csY27" fmla="*/ 126903 h 141753"/>
              <a:gd name="csX28" fmla="*/ 94031 w 134224"/>
              <a:gd name="csY28" fmla="*/ 126903 h 141753"/>
              <a:gd name="csX29" fmla="*/ 83939 w 134224"/>
              <a:gd name="csY29" fmla="*/ 126903 h 141753"/>
              <a:gd name="csX30" fmla="*/ 83919 w 134224"/>
              <a:gd name="csY30" fmla="*/ 126869 h 141753"/>
              <a:gd name="csX31" fmla="*/ 83919 w 134224"/>
              <a:gd name="csY31" fmla="*/ 116781 h 141753"/>
              <a:gd name="csX32" fmla="*/ 96172 w 134224"/>
              <a:gd name="csY32" fmla="*/ 104533 h 141753"/>
            </a:gdLst>
            <a:ahLst/>
            <a:cxnLst/>
            <a:rect l="l" t="t" r="r" b="b"/>
            <a:pathLst>
              <a:path w="100000" h="100000">
                <a:moveTo>
                  <a:pt x="42663" y="0"/>
                </a:moveTo>
                <a:cubicBezTo>
                  <a:pt x="28897" y="0"/>
                  <a:pt x="17659" y="11232"/>
                  <a:pt x="17659" y="24997"/>
                </a:cubicBezTo>
                <a:cubicBezTo>
                  <a:pt x="17659" y="38762"/>
                  <a:pt x="28897" y="50006"/>
                  <a:pt x="42663" y="50006"/>
                </a:cubicBezTo>
                <a:cubicBezTo>
                  <a:pt x="56427" y="50006"/>
                  <a:pt x="67668" y="38762"/>
                  <a:pt x="67668" y="24997"/>
                </a:cubicBezTo>
                <a:cubicBezTo>
                  <a:pt x="67668" y="11232"/>
                  <a:pt x="56427" y="0"/>
                  <a:pt x="42663" y="0"/>
                </a:cubicBezTo>
                <a:close/>
                <a:moveTo>
                  <a:pt x="84819" y="54038"/>
                </a:moveTo>
                <a:cubicBezTo>
                  <a:pt x="81602" y="54038"/>
                  <a:pt x="78382" y="55250"/>
                  <a:pt x="75950" y="57686"/>
                </a:cubicBezTo>
                <a:cubicBezTo>
                  <a:pt x="70345" y="63279"/>
                  <a:pt x="62151" y="71475"/>
                  <a:pt x="56552" y="77079"/>
                </a:cubicBezTo>
                <a:cubicBezTo>
                  <a:pt x="51685" y="81940"/>
                  <a:pt x="51687" y="89944"/>
                  <a:pt x="56552" y="94804"/>
                </a:cubicBezTo>
                <a:lnTo>
                  <a:pt x="56567" y="94828"/>
                </a:lnTo>
                <a:cubicBezTo>
                  <a:pt x="61430" y="99688"/>
                  <a:pt x="69430" y="99688"/>
                  <a:pt x="74294" y="94828"/>
                </a:cubicBezTo>
                <a:cubicBezTo>
                  <a:pt x="79899" y="89224"/>
                  <a:pt x="88095" y="81028"/>
                  <a:pt x="93697" y="75423"/>
                </a:cubicBezTo>
                <a:cubicBezTo>
                  <a:pt x="98561" y="70563"/>
                  <a:pt x="98560" y="62559"/>
                  <a:pt x="93697" y="57699"/>
                </a:cubicBezTo>
                <a:lnTo>
                  <a:pt x="93668" y="57674"/>
                </a:lnTo>
                <a:cubicBezTo>
                  <a:pt x="91237" y="55250"/>
                  <a:pt x="88030" y="54038"/>
                  <a:pt x="84819" y="54038"/>
                </a:cubicBezTo>
                <a:close/>
                <a:moveTo>
                  <a:pt x="12609" y="60003"/>
                </a:moveTo>
                <a:cubicBezTo>
                  <a:pt x="7125" y="60003"/>
                  <a:pt x="2656" y="64467"/>
                  <a:pt x="2656" y="69951"/>
                </a:cubicBezTo>
                <a:lnTo>
                  <a:pt x="2656" y="73755"/>
                </a:lnTo>
                <a:cubicBezTo>
                  <a:pt x="2656" y="82036"/>
                  <a:pt x="7372" y="89188"/>
                  <a:pt x="15930" y="93916"/>
                </a:cubicBezTo>
                <a:cubicBezTo>
                  <a:pt x="23051" y="97841"/>
                  <a:pt x="32541" y="100001"/>
                  <a:pt x="42663" y="100001"/>
                </a:cubicBezTo>
                <a:cubicBezTo>
                  <a:pt x="45633" y="100001"/>
                  <a:pt x="48635" y="99784"/>
                  <a:pt x="51596" y="99388"/>
                </a:cubicBezTo>
                <a:cubicBezTo>
                  <a:pt x="49902" y="97108"/>
                  <a:pt x="48524" y="94349"/>
                  <a:pt x="47751" y="90796"/>
                </a:cubicBezTo>
                <a:cubicBezTo>
                  <a:pt x="46149" y="83440"/>
                  <a:pt x="47756" y="77620"/>
                  <a:pt x="52963" y="71955"/>
                </a:cubicBezTo>
                <a:lnTo>
                  <a:pt x="64879" y="60003"/>
                </a:lnTo>
                <a:lnTo>
                  <a:pt x="12609" y="60003"/>
                </a:lnTo>
                <a:close/>
                <a:moveTo>
                  <a:pt x="70500" y="73743"/>
                </a:moveTo>
                <a:lnTo>
                  <a:pt x="77640" y="80884"/>
                </a:lnTo>
                <a:cubicBezTo>
                  <a:pt x="74574" y="83944"/>
                  <a:pt x="71492" y="87028"/>
                  <a:pt x="68995" y="89524"/>
                </a:cubicBezTo>
                <a:lnTo>
                  <a:pt x="68990" y="89524"/>
                </a:lnTo>
                <a:cubicBezTo>
                  <a:pt x="66994" y="91516"/>
                  <a:pt x="63868" y="91516"/>
                  <a:pt x="61871" y="89524"/>
                </a:cubicBezTo>
                <a:lnTo>
                  <a:pt x="61857" y="89500"/>
                </a:lnTo>
                <a:cubicBezTo>
                  <a:pt x="59856" y="87508"/>
                  <a:pt x="59857" y="84376"/>
                  <a:pt x="61857" y="82383"/>
                </a:cubicBezTo>
                <a:cubicBezTo>
                  <a:pt x="64352" y="79888"/>
                  <a:pt x="67434" y="76815"/>
                  <a:pt x="70500" y="7374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7" name="Красный — SVG 18">
            <a:extLst>
              <a:ext uri="{FF2B5EF4-FFF2-40B4-BE49-F238E27FC236}">
                <a16:creationId xmlns:a16="http://schemas.microsoft.com/office/drawing/2014/main" id="{9074144F-DBBD-954F-AAA5-316CC0168481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124500 w 136236"/>
              <a:gd name="csY0" fmla="*/ 11699 h 136203"/>
              <a:gd name="csX1" fmla="*/ 67846 w 136236"/>
              <a:gd name="csY1" fmla="*/ 11699 h 136203"/>
              <a:gd name="csX2" fmla="*/ 11715 w 136236"/>
              <a:gd name="csY2" fmla="*/ 67819 h 136203"/>
              <a:gd name="csX3" fmla="*/ 11715 w 136236"/>
              <a:gd name="csY3" fmla="*/ 124466 h 136203"/>
              <a:gd name="csX4" fmla="*/ 40042 w 136236"/>
              <a:gd name="csY4" fmla="*/ 136204 h 136203"/>
              <a:gd name="csX5" fmla="*/ 68373 w 136236"/>
              <a:gd name="csY5" fmla="*/ 124466 h 136203"/>
              <a:gd name="csX6" fmla="*/ 124497 w 136236"/>
              <a:gd name="csY6" fmla="*/ 68363 h 136203"/>
              <a:gd name="csX7" fmla="*/ 136236 w 136236"/>
              <a:gd name="csY7" fmla="*/ 40023 h 136203"/>
              <a:gd name="csX8" fmla="*/ 124500 w 136236"/>
              <a:gd name="csY8" fmla="*/ 11699 h 136203"/>
              <a:gd name="csX9" fmla="*/ 30649 w 136236"/>
              <a:gd name="csY9" fmla="*/ 103287 h 136203"/>
              <a:gd name="csX10" fmla="*/ 35966 w 136236"/>
              <a:gd name="csY10" fmla="*/ 108612 h 136203"/>
              <a:gd name="csX11" fmla="*/ 30649 w 136236"/>
              <a:gd name="csY11" fmla="*/ 113919 h 136203"/>
              <a:gd name="csX12" fmla="*/ 25333 w 136236"/>
              <a:gd name="csY12" fmla="*/ 108612 h 136203"/>
              <a:gd name="csX13" fmla="*/ 30649 w 136236"/>
              <a:gd name="csY13" fmla="*/ 103287 h 136203"/>
              <a:gd name="csX14" fmla="*/ 23560 w 136236"/>
              <a:gd name="csY14" fmla="*/ 96211 h 136203"/>
              <a:gd name="csX15" fmla="*/ 18243 w 136236"/>
              <a:gd name="csY15" fmla="*/ 90886 h 136203"/>
              <a:gd name="csX16" fmla="*/ 23560 w 136236"/>
              <a:gd name="csY16" fmla="*/ 85579 h 136203"/>
              <a:gd name="csX17" fmla="*/ 28876 w 136236"/>
              <a:gd name="csY17" fmla="*/ 90886 h 136203"/>
              <a:gd name="csX18" fmla="*/ 23560 w 136236"/>
              <a:gd name="csY18" fmla="*/ 96211 h 136203"/>
              <a:gd name="csX19" fmla="*/ 32422 w 136236"/>
              <a:gd name="csY19" fmla="*/ 73161 h 136203"/>
              <a:gd name="csX20" fmla="*/ 37739 w 136236"/>
              <a:gd name="csY20" fmla="*/ 67853 h 136203"/>
              <a:gd name="csX21" fmla="*/ 43055 w 136236"/>
              <a:gd name="csY21" fmla="*/ 73161 h 136203"/>
              <a:gd name="csX22" fmla="*/ 37739 w 136236"/>
              <a:gd name="csY22" fmla="*/ 78485 h 136203"/>
              <a:gd name="csX23" fmla="*/ 32422 w 136236"/>
              <a:gd name="csY23" fmla="*/ 73161 h 136203"/>
              <a:gd name="csX24" fmla="*/ 41283 w 136236"/>
              <a:gd name="csY24" fmla="*/ 89117 h 136203"/>
              <a:gd name="csX25" fmla="*/ 46599 w 136236"/>
              <a:gd name="csY25" fmla="*/ 94424 h 136203"/>
              <a:gd name="csX26" fmla="*/ 41283 w 136236"/>
              <a:gd name="csY26" fmla="*/ 99749 h 136203"/>
              <a:gd name="csX27" fmla="*/ 35966 w 136236"/>
              <a:gd name="csY27" fmla="*/ 94424 h 136203"/>
              <a:gd name="csX28" fmla="*/ 41283 w 136236"/>
              <a:gd name="csY28" fmla="*/ 89117 h 136203"/>
              <a:gd name="csX29" fmla="*/ 48372 w 136236"/>
              <a:gd name="csY29" fmla="*/ 106843 h 136203"/>
              <a:gd name="csX30" fmla="*/ 53689 w 136236"/>
              <a:gd name="csY30" fmla="*/ 112150 h 136203"/>
              <a:gd name="csX31" fmla="*/ 48372 w 136236"/>
              <a:gd name="csY31" fmla="*/ 117475 h 136203"/>
              <a:gd name="csX32" fmla="*/ 43055 w 136236"/>
              <a:gd name="csY32" fmla="*/ 112150 h 136203"/>
              <a:gd name="csX33" fmla="*/ 48372 w 136236"/>
              <a:gd name="csY33" fmla="*/ 106843 h 136203"/>
              <a:gd name="csX34" fmla="*/ 50143 w 136236"/>
              <a:gd name="csY34" fmla="*/ 80254 h 136203"/>
              <a:gd name="csX35" fmla="*/ 55460 w 136236"/>
              <a:gd name="csY35" fmla="*/ 74947 h 136203"/>
              <a:gd name="csX36" fmla="*/ 60777 w 136236"/>
              <a:gd name="csY36" fmla="*/ 80254 h 136203"/>
              <a:gd name="csX37" fmla="*/ 55460 w 136236"/>
              <a:gd name="csY37" fmla="*/ 85579 h 136203"/>
              <a:gd name="csX38" fmla="*/ 50143 w 136236"/>
              <a:gd name="csY38" fmla="*/ 80254 h 136203"/>
              <a:gd name="csX39" fmla="*/ 62549 w 136236"/>
              <a:gd name="csY39" fmla="*/ 92655 h 136203"/>
              <a:gd name="csX40" fmla="*/ 67866 w 136236"/>
              <a:gd name="csY40" fmla="*/ 97980 h 136203"/>
              <a:gd name="csX41" fmla="*/ 62549 w 136236"/>
              <a:gd name="csY41" fmla="*/ 103287 h 136203"/>
              <a:gd name="csX42" fmla="*/ 57233 w 136236"/>
              <a:gd name="csY42" fmla="*/ 97980 h 136203"/>
              <a:gd name="csX43" fmla="*/ 62549 w 136236"/>
              <a:gd name="csY43" fmla="*/ 92655 h 136203"/>
              <a:gd name="csX44" fmla="*/ 116979 w 136236"/>
              <a:gd name="csY44" fmla="*/ 60845 h 136203"/>
              <a:gd name="csX45" fmla="*/ 94450 w 136236"/>
              <a:gd name="csY45" fmla="*/ 83367 h 136203"/>
              <a:gd name="csX46" fmla="*/ 52828 w 136236"/>
              <a:gd name="csY46" fmla="*/ 41758 h 136203"/>
              <a:gd name="csX47" fmla="*/ 75359 w 136236"/>
              <a:gd name="csY47" fmla="*/ 19218 h 136203"/>
              <a:gd name="csX48" fmla="*/ 96170 w 136236"/>
              <a:gd name="csY48" fmla="*/ 10611 h 136203"/>
              <a:gd name="csX49" fmla="*/ 116979 w 136236"/>
              <a:gd name="csY49" fmla="*/ 19218 h 136203"/>
              <a:gd name="csX50" fmla="*/ 125603 w 136236"/>
              <a:gd name="csY50" fmla="*/ 40023 h 136203"/>
              <a:gd name="csX51" fmla="*/ 116979 w 136236"/>
              <a:gd name="csY51" fmla="*/ 60845 h 136203"/>
            </a:gdLst>
            <a:ahLst/>
            <a:cxnLst/>
            <a:rect l="l" t="t" r="r" b="b"/>
            <a:pathLst>
              <a:path w="100000" h="100000">
                <a:moveTo>
                  <a:pt x="91386" y="8599"/>
                </a:moveTo>
                <a:cubicBezTo>
                  <a:pt x="79922" y="-2851"/>
                  <a:pt x="61263" y="-2851"/>
                  <a:pt x="49800" y="8599"/>
                </a:cubicBezTo>
                <a:lnTo>
                  <a:pt x="8599" y="49793"/>
                </a:lnTo>
                <a:cubicBezTo>
                  <a:pt x="-2866" y="61268"/>
                  <a:pt x="-2866" y="79910"/>
                  <a:pt x="8599" y="91373"/>
                </a:cubicBezTo>
                <a:cubicBezTo>
                  <a:pt x="14154" y="96929"/>
                  <a:pt x="21537" y="99989"/>
                  <a:pt x="29392" y="99989"/>
                </a:cubicBezTo>
                <a:cubicBezTo>
                  <a:pt x="37247" y="99989"/>
                  <a:pt x="44633" y="96929"/>
                  <a:pt x="50187" y="91373"/>
                </a:cubicBezTo>
                <a:lnTo>
                  <a:pt x="91383" y="50192"/>
                </a:lnTo>
                <a:cubicBezTo>
                  <a:pt x="96941" y="44635"/>
                  <a:pt x="100000" y="37244"/>
                  <a:pt x="100000" y="29390"/>
                </a:cubicBezTo>
                <a:cubicBezTo>
                  <a:pt x="100000" y="21536"/>
                  <a:pt x="96941" y="14156"/>
                  <a:pt x="91386" y="8599"/>
                </a:cubicBezTo>
                <a:close/>
                <a:moveTo>
                  <a:pt x="22497" y="75827"/>
                </a:moveTo>
                <a:cubicBezTo>
                  <a:pt x="24651" y="75827"/>
                  <a:pt x="26400" y="77575"/>
                  <a:pt x="26400" y="79736"/>
                </a:cubicBezTo>
                <a:cubicBezTo>
                  <a:pt x="26400" y="81883"/>
                  <a:pt x="24651" y="83631"/>
                  <a:pt x="22497" y="83631"/>
                </a:cubicBezTo>
                <a:cubicBezTo>
                  <a:pt x="20343" y="83631"/>
                  <a:pt x="18595" y="81883"/>
                  <a:pt x="18595" y="79736"/>
                </a:cubicBezTo>
                <a:cubicBezTo>
                  <a:pt x="18595" y="77575"/>
                  <a:pt x="20343" y="75827"/>
                  <a:pt x="22497" y="75827"/>
                </a:cubicBezTo>
                <a:close/>
                <a:moveTo>
                  <a:pt x="17294" y="70633"/>
                </a:moveTo>
                <a:cubicBezTo>
                  <a:pt x="15139" y="70633"/>
                  <a:pt x="13391" y="68885"/>
                  <a:pt x="13391" y="66724"/>
                </a:cubicBezTo>
                <a:cubicBezTo>
                  <a:pt x="13391" y="64577"/>
                  <a:pt x="15139" y="62829"/>
                  <a:pt x="17294" y="62829"/>
                </a:cubicBezTo>
                <a:cubicBezTo>
                  <a:pt x="19448" y="62829"/>
                  <a:pt x="21196" y="64577"/>
                  <a:pt x="21196" y="66724"/>
                </a:cubicBezTo>
                <a:cubicBezTo>
                  <a:pt x="21196" y="68885"/>
                  <a:pt x="19448" y="70633"/>
                  <a:pt x="17294" y="70633"/>
                </a:cubicBezTo>
                <a:close/>
                <a:moveTo>
                  <a:pt x="23798" y="53714"/>
                </a:moveTo>
                <a:cubicBezTo>
                  <a:pt x="23798" y="51566"/>
                  <a:pt x="25547" y="49818"/>
                  <a:pt x="27701" y="49818"/>
                </a:cubicBezTo>
                <a:cubicBezTo>
                  <a:pt x="29856" y="49818"/>
                  <a:pt x="31603" y="51566"/>
                  <a:pt x="31603" y="53714"/>
                </a:cubicBezTo>
                <a:cubicBezTo>
                  <a:pt x="31603" y="55873"/>
                  <a:pt x="29856" y="57622"/>
                  <a:pt x="27701" y="57622"/>
                </a:cubicBezTo>
                <a:cubicBezTo>
                  <a:pt x="25547" y="57622"/>
                  <a:pt x="23798" y="55873"/>
                  <a:pt x="23798" y="53714"/>
                </a:cubicBezTo>
                <a:close/>
                <a:moveTo>
                  <a:pt x="30303" y="65426"/>
                </a:moveTo>
                <a:cubicBezTo>
                  <a:pt x="32456" y="65426"/>
                  <a:pt x="34205" y="67174"/>
                  <a:pt x="34205" y="69321"/>
                </a:cubicBezTo>
                <a:cubicBezTo>
                  <a:pt x="34205" y="71481"/>
                  <a:pt x="32456" y="73230"/>
                  <a:pt x="30303" y="73230"/>
                </a:cubicBezTo>
                <a:cubicBezTo>
                  <a:pt x="28148" y="73230"/>
                  <a:pt x="26400" y="71481"/>
                  <a:pt x="26400" y="69321"/>
                </a:cubicBezTo>
                <a:cubicBezTo>
                  <a:pt x="26400" y="67174"/>
                  <a:pt x="28148" y="65426"/>
                  <a:pt x="30303" y="65426"/>
                </a:cubicBezTo>
                <a:close/>
                <a:moveTo>
                  <a:pt x="35506" y="78437"/>
                </a:moveTo>
                <a:cubicBezTo>
                  <a:pt x="37660" y="78437"/>
                  <a:pt x="39409" y="80185"/>
                  <a:pt x="39409" y="82332"/>
                </a:cubicBezTo>
                <a:cubicBezTo>
                  <a:pt x="39409" y="84493"/>
                  <a:pt x="37660" y="86241"/>
                  <a:pt x="35506" y="86241"/>
                </a:cubicBezTo>
                <a:cubicBezTo>
                  <a:pt x="33352" y="86241"/>
                  <a:pt x="31603" y="84493"/>
                  <a:pt x="31603" y="82332"/>
                </a:cubicBezTo>
                <a:cubicBezTo>
                  <a:pt x="31603" y="80185"/>
                  <a:pt x="33352" y="78437"/>
                  <a:pt x="35506" y="78437"/>
                </a:cubicBezTo>
                <a:close/>
                <a:moveTo>
                  <a:pt x="36806" y="58920"/>
                </a:moveTo>
                <a:cubicBezTo>
                  <a:pt x="36806" y="56772"/>
                  <a:pt x="38554" y="55025"/>
                  <a:pt x="40709" y="55025"/>
                </a:cubicBezTo>
                <a:cubicBezTo>
                  <a:pt x="42863" y="55025"/>
                  <a:pt x="44612" y="56772"/>
                  <a:pt x="44612" y="58920"/>
                </a:cubicBezTo>
                <a:cubicBezTo>
                  <a:pt x="44612" y="61080"/>
                  <a:pt x="42863" y="62829"/>
                  <a:pt x="40709" y="62829"/>
                </a:cubicBezTo>
                <a:cubicBezTo>
                  <a:pt x="38554" y="62829"/>
                  <a:pt x="36806" y="61080"/>
                  <a:pt x="36806" y="58920"/>
                </a:cubicBezTo>
                <a:close/>
                <a:moveTo>
                  <a:pt x="45912" y="68023"/>
                </a:moveTo>
                <a:cubicBezTo>
                  <a:pt x="48067" y="68023"/>
                  <a:pt x="49815" y="69771"/>
                  <a:pt x="49815" y="71931"/>
                </a:cubicBezTo>
                <a:cubicBezTo>
                  <a:pt x="49815" y="74079"/>
                  <a:pt x="48067" y="75827"/>
                  <a:pt x="45912" y="75827"/>
                </a:cubicBezTo>
                <a:cubicBezTo>
                  <a:pt x="43759" y="75827"/>
                  <a:pt x="42010" y="74079"/>
                  <a:pt x="42010" y="71931"/>
                </a:cubicBezTo>
                <a:cubicBezTo>
                  <a:pt x="42010" y="69771"/>
                  <a:pt x="43759" y="68023"/>
                  <a:pt x="45912" y="68023"/>
                </a:cubicBezTo>
                <a:close/>
                <a:moveTo>
                  <a:pt x="85865" y="44674"/>
                </a:moveTo>
                <a:lnTo>
                  <a:pt x="69328" y="61205"/>
                </a:lnTo>
                <a:lnTo>
                  <a:pt x="38777" y="30663"/>
                </a:lnTo>
                <a:lnTo>
                  <a:pt x="55315" y="14119"/>
                </a:lnTo>
                <a:cubicBezTo>
                  <a:pt x="59527" y="9911"/>
                  <a:pt x="65058" y="7801"/>
                  <a:pt x="70591" y="7801"/>
                </a:cubicBezTo>
                <a:cubicBezTo>
                  <a:pt x="76122" y="7801"/>
                  <a:pt x="81652" y="9911"/>
                  <a:pt x="85865" y="14119"/>
                </a:cubicBezTo>
                <a:cubicBezTo>
                  <a:pt x="89943" y="18202"/>
                  <a:pt x="92195" y="23621"/>
                  <a:pt x="92195" y="29390"/>
                </a:cubicBezTo>
                <a:cubicBezTo>
                  <a:pt x="92195" y="35171"/>
                  <a:pt x="89947" y="40590"/>
                  <a:pt x="85865" y="4467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8" name="Красный — SVG 19">
            <a:extLst>
              <a:ext uri="{FF2B5EF4-FFF2-40B4-BE49-F238E27FC236}">
                <a16:creationId xmlns:a16="http://schemas.microsoft.com/office/drawing/2014/main" id="{7811B87C-DB6C-F540-83DA-482F157AAA90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138234 w 148867"/>
              <a:gd name="csY0" fmla="*/ 60261 h 138223"/>
              <a:gd name="csX1" fmla="*/ 130357 w 148867"/>
              <a:gd name="csY1" fmla="*/ 63800 h 138223"/>
              <a:gd name="csX2" fmla="*/ 116967 w 148867"/>
              <a:gd name="csY2" fmla="*/ 63800 h 138223"/>
              <a:gd name="csX3" fmla="*/ 110162 w 148867"/>
              <a:gd name="csY3" fmla="*/ 68886 h 138223"/>
              <a:gd name="csX4" fmla="*/ 102319 w 148867"/>
              <a:gd name="csY4" fmla="*/ 95577 h 138223"/>
              <a:gd name="csX5" fmla="*/ 92111 w 148867"/>
              <a:gd name="csY5" fmla="*/ 6285 h 138223"/>
              <a:gd name="csX6" fmla="*/ 85339 w 148867"/>
              <a:gd name="csY6" fmla="*/ 8 h 138223"/>
              <a:gd name="csX7" fmla="*/ 78109 w 148867"/>
              <a:gd name="csY7" fmla="*/ 5758 h 138223"/>
              <a:gd name="csX8" fmla="*/ 65280 w 148867"/>
              <a:gd name="csY8" fmla="*/ 72408 h 138223"/>
              <a:gd name="csX9" fmla="*/ 56297 w 148867"/>
              <a:gd name="csY9" fmla="*/ 47248 h 138223"/>
              <a:gd name="csX10" fmla="*/ 49849 w 148867"/>
              <a:gd name="csY10" fmla="*/ 42536 h 138223"/>
              <a:gd name="csX11" fmla="*/ 43112 w 148867"/>
              <a:gd name="csY11" fmla="*/ 46840 h 138223"/>
              <a:gd name="csX12" fmla="*/ 34316 w 148867"/>
              <a:gd name="csY12" fmla="*/ 67355 h 138223"/>
              <a:gd name="csX13" fmla="*/ 18511 w 148867"/>
              <a:gd name="csY13" fmla="*/ 67355 h 138223"/>
              <a:gd name="csX14" fmla="*/ 10633 w 148867"/>
              <a:gd name="csY14" fmla="*/ 63800 h 138223"/>
              <a:gd name="csX15" fmla="*/ 0 w 148867"/>
              <a:gd name="csY15" fmla="*/ 74432 h 138223"/>
              <a:gd name="csX16" fmla="*/ 10633 w 148867"/>
              <a:gd name="csY16" fmla="*/ 85064 h 138223"/>
              <a:gd name="csX17" fmla="*/ 18511 w 148867"/>
              <a:gd name="csY17" fmla="*/ 81525 h 138223"/>
              <a:gd name="csX18" fmla="*/ 38995 w 148867"/>
              <a:gd name="csY18" fmla="*/ 81525 h 138223"/>
              <a:gd name="csX19" fmla="*/ 45511 w 148867"/>
              <a:gd name="csY19" fmla="*/ 77221 h 138223"/>
              <a:gd name="csX20" fmla="*/ 49016 w 148867"/>
              <a:gd name="csY20" fmla="*/ 69022 h 138223"/>
              <a:gd name="csX21" fmla="*/ 60670 w 148867"/>
              <a:gd name="csY21" fmla="*/ 101633 h 138223"/>
              <a:gd name="csX22" fmla="*/ 67884 w 148867"/>
              <a:gd name="csY22" fmla="*/ 106311 h 138223"/>
              <a:gd name="csX23" fmla="*/ 74298 w 148867"/>
              <a:gd name="csY23" fmla="*/ 100578 h 138223"/>
              <a:gd name="csX24" fmla="*/ 83281 w 148867"/>
              <a:gd name="csY24" fmla="*/ 53916 h 138223"/>
              <a:gd name="csX25" fmla="*/ 92196 w 148867"/>
              <a:gd name="csY25" fmla="*/ 131946 h 138223"/>
              <a:gd name="csX26" fmla="*/ 98627 w 148867"/>
              <a:gd name="csY26" fmla="*/ 138206 h 138223"/>
              <a:gd name="csX27" fmla="*/ 99256 w 148867"/>
              <a:gd name="csY27" fmla="*/ 138223 h 138223"/>
              <a:gd name="csX28" fmla="*/ 106045 w 148867"/>
              <a:gd name="csY28" fmla="*/ 133137 h 138223"/>
              <a:gd name="csX29" fmla="*/ 122275 w 148867"/>
              <a:gd name="csY29" fmla="*/ 77987 h 138223"/>
              <a:gd name="csX30" fmla="*/ 130357 w 148867"/>
              <a:gd name="csY30" fmla="*/ 77987 h 138223"/>
              <a:gd name="csX31" fmla="*/ 138234 w 148867"/>
              <a:gd name="csY31" fmla="*/ 81525 h 138223"/>
              <a:gd name="csX32" fmla="*/ 148867 w 148867"/>
              <a:gd name="csY32" fmla="*/ 70893 h 138223"/>
              <a:gd name="csX33" fmla="*/ 138234 w 148867"/>
              <a:gd name="csY33" fmla="*/ 60261 h 138223"/>
            </a:gdLst>
            <a:ahLst/>
            <a:cxnLst/>
            <a:rect l="l" t="t" r="r" b="b"/>
            <a:pathLst>
              <a:path w="100000" h="100000">
                <a:moveTo>
                  <a:pt x="92857" y="44055"/>
                </a:moveTo>
                <a:cubicBezTo>
                  <a:pt x="90755" y="44055"/>
                  <a:pt x="88880" y="44980"/>
                  <a:pt x="87566" y="46432"/>
                </a:cubicBezTo>
                <a:lnTo>
                  <a:pt x="78571" y="46432"/>
                </a:lnTo>
                <a:cubicBezTo>
                  <a:pt x="76458" y="46432"/>
                  <a:pt x="74606" y="47826"/>
                  <a:pt x="74000" y="49849"/>
                </a:cubicBezTo>
                <a:lnTo>
                  <a:pt x="68732" y="67778"/>
                </a:lnTo>
                <a:lnTo>
                  <a:pt x="61875" y="7797"/>
                </a:lnTo>
                <a:cubicBezTo>
                  <a:pt x="61611" y="5466"/>
                  <a:pt x="59669" y="3672"/>
                  <a:pt x="57326" y="3580"/>
                </a:cubicBezTo>
                <a:cubicBezTo>
                  <a:pt x="54995" y="3466"/>
                  <a:pt x="52914" y="5135"/>
                  <a:pt x="52469" y="7443"/>
                </a:cubicBezTo>
                <a:lnTo>
                  <a:pt x="43851" y="52214"/>
                </a:lnTo>
                <a:lnTo>
                  <a:pt x="37817" y="35313"/>
                </a:lnTo>
                <a:cubicBezTo>
                  <a:pt x="37155" y="33462"/>
                  <a:pt x="35440" y="32217"/>
                  <a:pt x="33486" y="32148"/>
                </a:cubicBezTo>
                <a:cubicBezTo>
                  <a:pt x="31532" y="32023"/>
                  <a:pt x="29726" y="33234"/>
                  <a:pt x="28960" y="35039"/>
                </a:cubicBezTo>
                <a:lnTo>
                  <a:pt x="23051" y="48820"/>
                </a:lnTo>
                <a:lnTo>
                  <a:pt x="12435" y="48820"/>
                </a:lnTo>
                <a:cubicBezTo>
                  <a:pt x="11120" y="47369"/>
                  <a:pt x="9246" y="46432"/>
                  <a:pt x="7143" y="46432"/>
                </a:cubicBezTo>
                <a:cubicBezTo>
                  <a:pt x="3200" y="46432"/>
                  <a:pt x="0" y="49632"/>
                  <a:pt x="0" y="53574"/>
                </a:cubicBezTo>
                <a:cubicBezTo>
                  <a:pt x="0" y="57516"/>
                  <a:pt x="3200" y="60716"/>
                  <a:pt x="7143" y="60716"/>
                </a:cubicBezTo>
                <a:cubicBezTo>
                  <a:pt x="9246" y="60716"/>
                  <a:pt x="11120" y="59790"/>
                  <a:pt x="12435" y="58339"/>
                </a:cubicBezTo>
                <a:lnTo>
                  <a:pt x="26195" y="58339"/>
                </a:lnTo>
                <a:cubicBezTo>
                  <a:pt x="28092" y="58339"/>
                  <a:pt x="29817" y="57207"/>
                  <a:pt x="30572" y="55447"/>
                </a:cubicBezTo>
                <a:lnTo>
                  <a:pt x="32926" y="49940"/>
                </a:lnTo>
                <a:lnTo>
                  <a:pt x="40754" y="71846"/>
                </a:lnTo>
                <a:cubicBezTo>
                  <a:pt x="41475" y="73869"/>
                  <a:pt x="43452" y="75160"/>
                  <a:pt x="45600" y="74988"/>
                </a:cubicBezTo>
                <a:cubicBezTo>
                  <a:pt x="47737" y="74829"/>
                  <a:pt x="49509" y="73251"/>
                  <a:pt x="49909" y="71137"/>
                </a:cubicBezTo>
                <a:lnTo>
                  <a:pt x="55943" y="39793"/>
                </a:lnTo>
                <a:lnTo>
                  <a:pt x="61932" y="92208"/>
                </a:lnTo>
                <a:cubicBezTo>
                  <a:pt x="62194" y="94460"/>
                  <a:pt x="64000" y="96219"/>
                  <a:pt x="66252" y="96414"/>
                </a:cubicBezTo>
                <a:cubicBezTo>
                  <a:pt x="66400" y="96425"/>
                  <a:pt x="66526" y="96425"/>
                  <a:pt x="66674" y="96425"/>
                </a:cubicBezTo>
                <a:cubicBezTo>
                  <a:pt x="68766" y="96425"/>
                  <a:pt x="70640" y="95054"/>
                  <a:pt x="71235" y="93009"/>
                </a:cubicBezTo>
                <a:lnTo>
                  <a:pt x="82137" y="55962"/>
                </a:lnTo>
                <a:lnTo>
                  <a:pt x="87566" y="55962"/>
                </a:lnTo>
                <a:cubicBezTo>
                  <a:pt x="88869" y="57414"/>
                  <a:pt x="90743" y="58339"/>
                  <a:pt x="92857" y="58339"/>
                </a:cubicBezTo>
                <a:cubicBezTo>
                  <a:pt x="96800" y="58339"/>
                  <a:pt x="100000" y="55140"/>
                  <a:pt x="100000" y="51197"/>
                </a:cubicBezTo>
                <a:cubicBezTo>
                  <a:pt x="100000" y="47255"/>
                  <a:pt x="96800" y="44055"/>
                  <a:pt x="92857" y="4405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9" name="Красный — SVG 20">
            <a:extLst>
              <a:ext uri="{FF2B5EF4-FFF2-40B4-BE49-F238E27FC236}">
                <a16:creationId xmlns:a16="http://schemas.microsoft.com/office/drawing/2014/main" id="{0EF83B74-7334-BC46-AA3B-371D89427047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37195 w 127556"/>
              <a:gd name="csY0" fmla="*/ 1 h 134678"/>
              <a:gd name="csX1" fmla="*/ 35136 w 127556"/>
              <a:gd name="csY1" fmla="*/ 393 h 134678"/>
              <a:gd name="csX2" fmla="*/ 33384 w 127556"/>
              <a:gd name="csY2" fmla="*/ 1532 h 134678"/>
              <a:gd name="csX3" fmla="*/ 32210 w 127556"/>
              <a:gd name="csY3" fmla="*/ 3268 h 134678"/>
              <a:gd name="csX4" fmla="*/ 31802 w 127556"/>
              <a:gd name="csY4" fmla="*/ 5326 h 134678"/>
              <a:gd name="csX5" fmla="*/ 32210 w 127556"/>
              <a:gd name="csY5" fmla="*/ 7367 h 134678"/>
              <a:gd name="csX6" fmla="*/ 33384 w 127556"/>
              <a:gd name="csY6" fmla="*/ 9102 h 134678"/>
              <a:gd name="csX7" fmla="*/ 35136 w 127556"/>
              <a:gd name="csY7" fmla="*/ 10259 h 134678"/>
              <a:gd name="csX8" fmla="*/ 37195 w 127556"/>
              <a:gd name="csY8" fmla="*/ 10633 h 134678"/>
              <a:gd name="csX9" fmla="*/ 38964 w 127556"/>
              <a:gd name="csY9" fmla="*/ 10633 h 134678"/>
              <a:gd name="csX10" fmla="*/ 38964 w 127556"/>
              <a:gd name="csY10" fmla="*/ 52447 h 134678"/>
              <a:gd name="csX11" fmla="*/ 36140 w 127556"/>
              <a:gd name="csY11" fmla="*/ 61530 h 134678"/>
              <a:gd name="csX12" fmla="*/ 2811 w 127556"/>
              <a:gd name="csY12" fmla="*/ 109638 h 134678"/>
              <a:gd name="csX13" fmla="*/ 2811 w 127556"/>
              <a:gd name="csY13" fmla="*/ 109655 h 134678"/>
              <a:gd name="csX14" fmla="*/ 4155 w 127556"/>
              <a:gd name="csY14" fmla="*/ 129490 h 134678"/>
              <a:gd name="csX15" fmla="*/ 16490 w 127556"/>
              <a:gd name="csY15" fmla="*/ 134678 h 134678"/>
              <a:gd name="csX16" fmla="*/ 111084 w 127556"/>
              <a:gd name="csY16" fmla="*/ 134678 h 134678"/>
              <a:gd name="csX17" fmla="*/ 123402 w 127556"/>
              <a:gd name="csY17" fmla="*/ 129490 h 134678"/>
              <a:gd name="csX18" fmla="*/ 124746 w 127556"/>
              <a:gd name="csY18" fmla="*/ 109655 h 134678"/>
              <a:gd name="csX19" fmla="*/ 124746 w 127556"/>
              <a:gd name="csY19" fmla="*/ 109638 h 134678"/>
              <a:gd name="csX20" fmla="*/ 91434 w 127556"/>
              <a:gd name="csY20" fmla="*/ 61530 h 134678"/>
              <a:gd name="csX21" fmla="*/ 88593 w 127556"/>
              <a:gd name="csY21" fmla="*/ 52447 h 134678"/>
              <a:gd name="csX22" fmla="*/ 88593 w 127556"/>
              <a:gd name="csY22" fmla="*/ 10633 h 134678"/>
              <a:gd name="csX23" fmla="*/ 90362 w 127556"/>
              <a:gd name="csY23" fmla="*/ 10633 h 134678"/>
              <a:gd name="csX24" fmla="*/ 92421 w 127556"/>
              <a:gd name="csY24" fmla="*/ 10259 h 134678"/>
              <a:gd name="csX25" fmla="*/ 94173 w 127556"/>
              <a:gd name="csY25" fmla="*/ 9102 h 134678"/>
              <a:gd name="csX26" fmla="*/ 95347 w 127556"/>
              <a:gd name="csY26" fmla="*/ 7367 h 134678"/>
              <a:gd name="csX27" fmla="*/ 95755 w 127556"/>
              <a:gd name="csY27" fmla="*/ 5326 h 134678"/>
              <a:gd name="csX28" fmla="*/ 95347 w 127556"/>
              <a:gd name="csY28" fmla="*/ 3268 h 134678"/>
              <a:gd name="csX29" fmla="*/ 94173 w 127556"/>
              <a:gd name="csY29" fmla="*/ 1532 h 134678"/>
              <a:gd name="csX30" fmla="*/ 92421 w 127556"/>
              <a:gd name="csY30" fmla="*/ 393 h 134678"/>
              <a:gd name="csX31" fmla="*/ 90362 w 127556"/>
              <a:gd name="csY31" fmla="*/ 1 h 134678"/>
              <a:gd name="csX32" fmla="*/ 83284 w 127556"/>
              <a:gd name="csY32" fmla="*/ 1 h 134678"/>
              <a:gd name="csX33" fmla="*/ 44290 w 127556"/>
              <a:gd name="csY33" fmla="*/ 1 h 134678"/>
              <a:gd name="csX34" fmla="*/ 37195 w 127556"/>
              <a:gd name="csY34" fmla="*/ 1 h 134678"/>
              <a:gd name="csX35" fmla="*/ 49598 w 127556"/>
              <a:gd name="csY35" fmla="*/ 10633 h 134678"/>
              <a:gd name="csX36" fmla="*/ 77959 w 127556"/>
              <a:gd name="csY36" fmla="*/ 10633 h 134678"/>
              <a:gd name="csX37" fmla="*/ 77959 w 127556"/>
              <a:gd name="csY37" fmla="*/ 38991 h 134678"/>
              <a:gd name="csX38" fmla="*/ 49598 w 127556"/>
              <a:gd name="csY38" fmla="*/ 38991 h 134678"/>
              <a:gd name="csX39" fmla="*/ 49598 w 127556"/>
              <a:gd name="csY39" fmla="*/ 10633 h 134678"/>
              <a:gd name="csX40" fmla="*/ 53154 w 127556"/>
              <a:gd name="csY40" fmla="*/ 74425 h 134678"/>
              <a:gd name="csX41" fmla="*/ 60231 w 127556"/>
              <a:gd name="csY41" fmla="*/ 81519 h 134678"/>
              <a:gd name="csX42" fmla="*/ 53154 w 127556"/>
              <a:gd name="csY42" fmla="*/ 88595 h 134678"/>
              <a:gd name="csX43" fmla="*/ 46059 w 127556"/>
              <a:gd name="csY43" fmla="*/ 81519 h 134678"/>
              <a:gd name="csX44" fmla="*/ 53154 w 127556"/>
              <a:gd name="csY44" fmla="*/ 74425 h 134678"/>
              <a:gd name="csX45" fmla="*/ 83284 w 127556"/>
              <a:gd name="csY45" fmla="*/ 95689 h 134678"/>
              <a:gd name="csX46" fmla="*/ 92131 w 127556"/>
              <a:gd name="csY46" fmla="*/ 104552 h 134678"/>
              <a:gd name="csX47" fmla="*/ 83284 w 127556"/>
              <a:gd name="csY47" fmla="*/ 113414 h 134678"/>
              <a:gd name="csX48" fmla="*/ 74420 w 127556"/>
              <a:gd name="csY48" fmla="*/ 104552 h 134678"/>
              <a:gd name="csX49" fmla="*/ 83284 w 127556"/>
              <a:gd name="csY49" fmla="*/ 95689 h 134678"/>
            </a:gdLst>
            <a:ahLst/>
            <a:cxnLst/>
            <a:rect l="l" t="t" r="r" b="b"/>
            <a:pathLst>
              <a:path w="100000" h="100000">
                <a:moveTo>
                  <a:pt x="30262" y="1"/>
                </a:moveTo>
                <a:cubicBezTo>
                  <a:pt x="29744" y="-12"/>
                  <a:pt x="29226" y="89"/>
                  <a:pt x="28733" y="292"/>
                </a:cubicBezTo>
                <a:cubicBezTo>
                  <a:pt x="28253" y="481"/>
                  <a:pt x="27811" y="771"/>
                  <a:pt x="27432" y="1138"/>
                </a:cubicBezTo>
                <a:cubicBezTo>
                  <a:pt x="27066" y="1504"/>
                  <a:pt x="26762" y="1946"/>
                  <a:pt x="26560" y="2427"/>
                </a:cubicBezTo>
                <a:cubicBezTo>
                  <a:pt x="26358" y="2906"/>
                  <a:pt x="26257" y="3424"/>
                  <a:pt x="26257" y="3955"/>
                </a:cubicBezTo>
                <a:cubicBezTo>
                  <a:pt x="26257" y="4472"/>
                  <a:pt x="26358" y="4990"/>
                  <a:pt x="26560" y="5470"/>
                </a:cubicBezTo>
                <a:cubicBezTo>
                  <a:pt x="26762" y="5950"/>
                  <a:pt x="27066" y="6392"/>
                  <a:pt x="27432" y="6758"/>
                </a:cubicBezTo>
                <a:cubicBezTo>
                  <a:pt x="27811" y="7125"/>
                  <a:pt x="28253" y="7415"/>
                  <a:pt x="28733" y="7617"/>
                </a:cubicBezTo>
                <a:cubicBezTo>
                  <a:pt x="29226" y="7807"/>
                  <a:pt x="29744" y="7908"/>
                  <a:pt x="30262" y="7895"/>
                </a:cubicBezTo>
                <a:lnTo>
                  <a:pt x="31575" y="7895"/>
                </a:lnTo>
                <a:lnTo>
                  <a:pt x="31575" y="38943"/>
                </a:lnTo>
                <a:cubicBezTo>
                  <a:pt x="31575" y="41355"/>
                  <a:pt x="30843" y="43704"/>
                  <a:pt x="29478" y="45687"/>
                </a:cubicBezTo>
                <a:lnTo>
                  <a:pt x="4731" y="81408"/>
                </a:lnTo>
                <a:lnTo>
                  <a:pt x="4731" y="81420"/>
                </a:lnTo>
                <a:cubicBezTo>
                  <a:pt x="1662" y="85854"/>
                  <a:pt x="1965" y="91992"/>
                  <a:pt x="5729" y="96148"/>
                </a:cubicBezTo>
                <a:cubicBezTo>
                  <a:pt x="8180" y="98851"/>
                  <a:pt x="11616" y="100000"/>
                  <a:pt x="14888" y="100000"/>
                </a:cubicBezTo>
                <a:lnTo>
                  <a:pt x="85125" y="100000"/>
                </a:lnTo>
                <a:cubicBezTo>
                  <a:pt x="88385" y="100000"/>
                  <a:pt x="91821" y="98851"/>
                  <a:pt x="94272" y="96148"/>
                </a:cubicBezTo>
                <a:cubicBezTo>
                  <a:pt x="98036" y="91992"/>
                  <a:pt x="98339" y="85854"/>
                  <a:pt x="95269" y="81420"/>
                </a:cubicBezTo>
                <a:lnTo>
                  <a:pt x="95269" y="81408"/>
                </a:lnTo>
                <a:lnTo>
                  <a:pt x="70535" y="45687"/>
                </a:lnTo>
                <a:cubicBezTo>
                  <a:pt x="69158" y="43704"/>
                  <a:pt x="68425" y="41355"/>
                  <a:pt x="68425" y="38943"/>
                </a:cubicBezTo>
                <a:lnTo>
                  <a:pt x="68425" y="7895"/>
                </a:lnTo>
                <a:lnTo>
                  <a:pt x="69739" y="7895"/>
                </a:lnTo>
                <a:cubicBezTo>
                  <a:pt x="70270" y="7908"/>
                  <a:pt x="70787" y="7807"/>
                  <a:pt x="71268" y="7617"/>
                </a:cubicBezTo>
                <a:cubicBezTo>
                  <a:pt x="71760" y="7415"/>
                  <a:pt x="72203" y="7125"/>
                  <a:pt x="72569" y="6758"/>
                </a:cubicBezTo>
                <a:cubicBezTo>
                  <a:pt x="72947" y="6392"/>
                  <a:pt x="73238" y="5950"/>
                  <a:pt x="73440" y="5470"/>
                </a:cubicBezTo>
                <a:cubicBezTo>
                  <a:pt x="73642" y="4990"/>
                  <a:pt x="73743" y="4472"/>
                  <a:pt x="73743" y="3955"/>
                </a:cubicBezTo>
                <a:cubicBezTo>
                  <a:pt x="73743" y="3424"/>
                  <a:pt x="73642" y="2906"/>
                  <a:pt x="73440" y="2427"/>
                </a:cubicBezTo>
                <a:cubicBezTo>
                  <a:pt x="73238" y="1946"/>
                  <a:pt x="72947" y="1504"/>
                  <a:pt x="72569" y="1138"/>
                </a:cubicBezTo>
                <a:cubicBezTo>
                  <a:pt x="72203" y="771"/>
                  <a:pt x="71760" y="481"/>
                  <a:pt x="71268" y="292"/>
                </a:cubicBezTo>
                <a:cubicBezTo>
                  <a:pt x="70787" y="89"/>
                  <a:pt x="70270" y="-12"/>
                  <a:pt x="69739" y="1"/>
                </a:cubicBezTo>
                <a:lnTo>
                  <a:pt x="64483" y="1"/>
                </a:lnTo>
                <a:lnTo>
                  <a:pt x="35530" y="1"/>
                </a:lnTo>
                <a:lnTo>
                  <a:pt x="30262" y="1"/>
                </a:lnTo>
                <a:close/>
                <a:moveTo>
                  <a:pt x="39471" y="7895"/>
                </a:moveTo>
                <a:lnTo>
                  <a:pt x="60530" y="7895"/>
                </a:lnTo>
                <a:lnTo>
                  <a:pt x="60530" y="28951"/>
                </a:lnTo>
                <a:lnTo>
                  <a:pt x="39471" y="28951"/>
                </a:lnTo>
                <a:lnTo>
                  <a:pt x="39471" y="7895"/>
                </a:lnTo>
                <a:close/>
                <a:moveTo>
                  <a:pt x="42112" y="55261"/>
                </a:moveTo>
                <a:cubicBezTo>
                  <a:pt x="45017" y="55261"/>
                  <a:pt x="47366" y="57611"/>
                  <a:pt x="47366" y="60529"/>
                </a:cubicBezTo>
                <a:cubicBezTo>
                  <a:pt x="47366" y="63434"/>
                  <a:pt x="45017" y="65783"/>
                  <a:pt x="42112" y="65783"/>
                </a:cubicBezTo>
                <a:cubicBezTo>
                  <a:pt x="39193" y="65783"/>
                  <a:pt x="36843" y="63434"/>
                  <a:pt x="36843" y="60529"/>
                </a:cubicBezTo>
                <a:cubicBezTo>
                  <a:pt x="36843" y="57611"/>
                  <a:pt x="39193" y="55261"/>
                  <a:pt x="42112" y="55261"/>
                </a:cubicBezTo>
                <a:close/>
                <a:moveTo>
                  <a:pt x="64483" y="71050"/>
                </a:moveTo>
                <a:cubicBezTo>
                  <a:pt x="68109" y="71050"/>
                  <a:pt x="71052" y="73994"/>
                  <a:pt x="71052" y="77631"/>
                </a:cubicBezTo>
                <a:cubicBezTo>
                  <a:pt x="71052" y="81269"/>
                  <a:pt x="68109" y="84211"/>
                  <a:pt x="64483" y="84211"/>
                </a:cubicBezTo>
                <a:cubicBezTo>
                  <a:pt x="60846" y="84211"/>
                  <a:pt x="57902" y="81269"/>
                  <a:pt x="57902" y="77631"/>
                </a:cubicBezTo>
                <a:cubicBezTo>
                  <a:pt x="57902" y="73994"/>
                  <a:pt x="60846" y="71050"/>
                  <a:pt x="64483" y="7105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0" name="Красный — SVG 21">
            <a:extLst>
              <a:ext uri="{FF2B5EF4-FFF2-40B4-BE49-F238E27FC236}">
                <a16:creationId xmlns:a16="http://schemas.microsoft.com/office/drawing/2014/main" id="{2BE55662-E731-CD4A-9817-3BB244B102FD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3007 w 144781"/>
              <a:gd name="csY0" fmla="*/ 125050 h 146178"/>
              <a:gd name="csX1" fmla="*/ 3619 w 144781"/>
              <a:gd name="csY1" fmla="*/ 141925 h 146178"/>
              <a:gd name="csX2" fmla="*/ 4249 w 144781"/>
              <a:gd name="csY2" fmla="*/ 142572 h 146178"/>
              <a:gd name="csX3" fmla="*/ 13028 w 144781"/>
              <a:gd name="csY3" fmla="*/ 146178 h 146178"/>
              <a:gd name="csX4" fmla="*/ 21654 w 144781"/>
              <a:gd name="csY4" fmla="*/ 142708 h 146178"/>
              <a:gd name="csX5" fmla="*/ 34074 w 144781"/>
              <a:gd name="csY5" fmla="*/ 130732 h 146178"/>
              <a:gd name="csX6" fmla="*/ 14576 w 144781"/>
              <a:gd name="csY6" fmla="*/ 111237 h 146178"/>
              <a:gd name="csX7" fmla="*/ 3007 w 144781"/>
              <a:gd name="csY7" fmla="*/ 125050 h 146178"/>
              <a:gd name="csX8" fmla="*/ 136766 w 144781"/>
              <a:gd name="csY8" fmla="*/ 8899 h 146178"/>
              <a:gd name="csX9" fmla="*/ 116231 w 144781"/>
              <a:gd name="csY9" fmla="*/ 2 h 146178"/>
              <a:gd name="csX10" fmla="*/ 95526 w 144781"/>
              <a:gd name="csY10" fmla="*/ 8456 h 146178"/>
              <a:gd name="csX11" fmla="*/ 84875 w 144781"/>
              <a:gd name="csY11" fmla="*/ 19105 h 146178"/>
              <a:gd name="csX12" fmla="*/ 92889 w 144781"/>
              <a:gd name="csY12" fmla="*/ 27117 h 146178"/>
              <a:gd name="csX13" fmla="*/ 92889 w 144781"/>
              <a:gd name="csY13" fmla="*/ 32136 h 146178"/>
              <a:gd name="csX14" fmla="*/ 90388 w 144781"/>
              <a:gd name="csY14" fmla="*/ 33173 h 146178"/>
              <a:gd name="csX15" fmla="*/ 87887 w 144781"/>
              <a:gd name="csY15" fmla="*/ 32136 h 146178"/>
              <a:gd name="csX16" fmla="*/ 79856 w 144781"/>
              <a:gd name="csY16" fmla="*/ 24124 h 146178"/>
              <a:gd name="csX17" fmla="*/ 63609 w 144781"/>
              <a:gd name="csY17" fmla="*/ 40369 h 146178"/>
              <a:gd name="csX18" fmla="*/ 71622 w 144781"/>
              <a:gd name="csY18" fmla="*/ 48381 h 146178"/>
              <a:gd name="csX19" fmla="*/ 71622 w 144781"/>
              <a:gd name="csY19" fmla="*/ 53399 h 146178"/>
              <a:gd name="csX20" fmla="*/ 69121 w 144781"/>
              <a:gd name="csY20" fmla="*/ 54437 h 146178"/>
              <a:gd name="csX21" fmla="*/ 66620 w 144781"/>
              <a:gd name="csY21" fmla="*/ 53399 h 146178"/>
              <a:gd name="csX22" fmla="*/ 58590 w 144781"/>
              <a:gd name="csY22" fmla="*/ 45387 h 146178"/>
              <a:gd name="csX23" fmla="*/ 42342 w 144781"/>
              <a:gd name="csY23" fmla="*/ 61633 h 146178"/>
              <a:gd name="csX24" fmla="*/ 50355 w 144781"/>
              <a:gd name="csY24" fmla="*/ 69645 h 146178"/>
              <a:gd name="csX25" fmla="*/ 50355 w 144781"/>
              <a:gd name="csY25" fmla="*/ 74663 h 146178"/>
              <a:gd name="csX26" fmla="*/ 47854 w 144781"/>
              <a:gd name="csY26" fmla="*/ 75701 h 146178"/>
              <a:gd name="csX27" fmla="*/ 45353 w 144781"/>
              <a:gd name="csY27" fmla="*/ 74663 h 146178"/>
              <a:gd name="csX28" fmla="*/ 37323 w 144781"/>
              <a:gd name="csY28" fmla="*/ 66651 h 146178"/>
              <a:gd name="csX29" fmla="*/ 22402 w 144781"/>
              <a:gd name="csY29" fmla="*/ 81587 h 146178"/>
              <a:gd name="csX30" fmla="*/ 18999 w 144781"/>
              <a:gd name="csY30" fmla="*/ 99126 h 146178"/>
              <a:gd name="csX31" fmla="*/ 18931 w 144781"/>
              <a:gd name="csY31" fmla="*/ 105556 h 146178"/>
              <a:gd name="csX32" fmla="*/ 26587 w 144781"/>
              <a:gd name="csY32" fmla="*/ 113228 h 146178"/>
              <a:gd name="csX33" fmla="*/ 112692 w 144781"/>
              <a:gd name="csY33" fmla="*/ 27117 h 146178"/>
              <a:gd name="csX34" fmla="*/ 117694 w 144781"/>
              <a:gd name="csY34" fmla="*/ 27117 h 146178"/>
              <a:gd name="csX35" fmla="*/ 117694 w 144781"/>
              <a:gd name="csY35" fmla="*/ 32136 h 146178"/>
              <a:gd name="csX36" fmla="*/ 31590 w 144781"/>
              <a:gd name="csY36" fmla="*/ 118229 h 146178"/>
              <a:gd name="csX37" fmla="*/ 39297 w 144781"/>
              <a:gd name="csY37" fmla="*/ 125935 h 146178"/>
              <a:gd name="csX38" fmla="*/ 45626 w 144781"/>
              <a:gd name="csY38" fmla="*/ 124812 h 146178"/>
              <a:gd name="csX39" fmla="*/ 46885 w 144781"/>
              <a:gd name="csY39" fmla="*/ 125136 h 146178"/>
              <a:gd name="csX40" fmla="*/ 61822 w 144781"/>
              <a:gd name="csY40" fmla="*/ 121138 h 146178"/>
              <a:gd name="csX41" fmla="*/ 135967 w 144781"/>
              <a:gd name="csY41" fmla="*/ 49657 h 146178"/>
              <a:gd name="csX42" fmla="*/ 136766 w 144781"/>
              <a:gd name="csY42" fmla="*/ 8899 h 146178"/>
            </a:gdLst>
            <a:ahLst/>
            <a:cxnLst/>
            <a:rect l="l" t="t" r="r" b="b"/>
            <a:pathLst>
              <a:path w="100000" h="100000">
                <a:moveTo>
                  <a:pt x="2535" y="85546"/>
                </a:moveTo>
                <a:cubicBezTo>
                  <a:pt x="-363" y="88886"/>
                  <a:pt x="-177" y="93960"/>
                  <a:pt x="2954" y="97091"/>
                </a:cubicBezTo>
                <a:lnTo>
                  <a:pt x="3385" y="97533"/>
                </a:lnTo>
                <a:cubicBezTo>
                  <a:pt x="5026" y="99174"/>
                  <a:pt x="7202" y="100000"/>
                  <a:pt x="9390" y="100000"/>
                </a:cubicBezTo>
                <a:cubicBezTo>
                  <a:pt x="11520" y="100000"/>
                  <a:pt x="13662" y="99208"/>
                  <a:pt x="15291" y="97626"/>
                </a:cubicBezTo>
                <a:lnTo>
                  <a:pt x="23788" y="89433"/>
                </a:lnTo>
                <a:lnTo>
                  <a:pt x="10449" y="76097"/>
                </a:lnTo>
                <a:lnTo>
                  <a:pt x="2535" y="85546"/>
                </a:lnTo>
                <a:close/>
                <a:moveTo>
                  <a:pt x="94039" y="6088"/>
                </a:moveTo>
                <a:cubicBezTo>
                  <a:pt x="90338" y="2224"/>
                  <a:pt x="85345" y="60"/>
                  <a:pt x="79991" y="1"/>
                </a:cubicBezTo>
                <a:cubicBezTo>
                  <a:pt x="74696" y="-57"/>
                  <a:pt x="69609" y="1991"/>
                  <a:pt x="65827" y="5785"/>
                </a:cubicBezTo>
                <a:lnTo>
                  <a:pt x="58541" y="13070"/>
                </a:lnTo>
                <a:lnTo>
                  <a:pt x="64023" y="18551"/>
                </a:lnTo>
                <a:cubicBezTo>
                  <a:pt x="64977" y="19505"/>
                  <a:pt x="64977" y="21041"/>
                  <a:pt x="64023" y="21984"/>
                </a:cubicBezTo>
                <a:cubicBezTo>
                  <a:pt x="63545" y="22461"/>
                  <a:pt x="62928" y="22694"/>
                  <a:pt x="62312" y="22694"/>
                </a:cubicBezTo>
                <a:cubicBezTo>
                  <a:pt x="61683" y="22694"/>
                  <a:pt x="61067" y="22461"/>
                  <a:pt x="60601" y="21984"/>
                </a:cubicBezTo>
                <a:lnTo>
                  <a:pt x="55107" y="16503"/>
                </a:lnTo>
                <a:lnTo>
                  <a:pt x="43993" y="27616"/>
                </a:lnTo>
                <a:lnTo>
                  <a:pt x="49474" y="33097"/>
                </a:lnTo>
                <a:cubicBezTo>
                  <a:pt x="50417" y="34052"/>
                  <a:pt x="50417" y="35576"/>
                  <a:pt x="49474" y="36530"/>
                </a:cubicBezTo>
                <a:cubicBezTo>
                  <a:pt x="48997" y="37008"/>
                  <a:pt x="48380" y="37240"/>
                  <a:pt x="47763" y="37240"/>
                </a:cubicBezTo>
                <a:cubicBezTo>
                  <a:pt x="47135" y="37240"/>
                  <a:pt x="46518" y="37008"/>
                  <a:pt x="46052" y="36530"/>
                </a:cubicBezTo>
                <a:lnTo>
                  <a:pt x="40559" y="31049"/>
                </a:lnTo>
                <a:lnTo>
                  <a:pt x="29444" y="42163"/>
                </a:lnTo>
                <a:lnTo>
                  <a:pt x="34926" y="47644"/>
                </a:lnTo>
                <a:cubicBezTo>
                  <a:pt x="35880" y="48598"/>
                  <a:pt x="35880" y="50135"/>
                  <a:pt x="34926" y="51077"/>
                </a:cubicBezTo>
                <a:cubicBezTo>
                  <a:pt x="34449" y="51554"/>
                  <a:pt x="33832" y="51787"/>
                  <a:pt x="33215" y="51787"/>
                </a:cubicBezTo>
                <a:cubicBezTo>
                  <a:pt x="32587" y="51787"/>
                  <a:pt x="31970" y="51554"/>
                  <a:pt x="31504" y="51077"/>
                </a:cubicBezTo>
                <a:lnTo>
                  <a:pt x="26010" y="45596"/>
                </a:lnTo>
                <a:lnTo>
                  <a:pt x="15803" y="55813"/>
                </a:lnTo>
                <a:cubicBezTo>
                  <a:pt x="12625" y="58979"/>
                  <a:pt x="11718" y="63692"/>
                  <a:pt x="13475" y="67812"/>
                </a:cubicBezTo>
                <a:cubicBezTo>
                  <a:pt x="14080" y="69231"/>
                  <a:pt x="14046" y="70826"/>
                  <a:pt x="13428" y="72211"/>
                </a:cubicBezTo>
                <a:lnTo>
                  <a:pt x="18666" y="77459"/>
                </a:lnTo>
                <a:lnTo>
                  <a:pt x="77570" y="18551"/>
                </a:lnTo>
                <a:cubicBezTo>
                  <a:pt x="78514" y="17609"/>
                  <a:pt x="80049" y="17609"/>
                  <a:pt x="80992" y="18551"/>
                </a:cubicBezTo>
                <a:cubicBezTo>
                  <a:pt x="81946" y="19505"/>
                  <a:pt x="81946" y="21041"/>
                  <a:pt x="80992" y="21984"/>
                </a:cubicBezTo>
                <a:lnTo>
                  <a:pt x="22088" y="80880"/>
                </a:lnTo>
                <a:lnTo>
                  <a:pt x="27361" y="86152"/>
                </a:lnTo>
                <a:cubicBezTo>
                  <a:pt x="28629" y="85314"/>
                  <a:pt x="30177" y="85011"/>
                  <a:pt x="31690" y="85384"/>
                </a:cubicBezTo>
                <a:lnTo>
                  <a:pt x="32552" y="85605"/>
                </a:lnTo>
                <a:cubicBezTo>
                  <a:pt x="36229" y="86524"/>
                  <a:pt x="40047" y="85500"/>
                  <a:pt x="42770" y="82870"/>
                </a:cubicBezTo>
                <a:lnTo>
                  <a:pt x="93493" y="33970"/>
                </a:lnTo>
                <a:cubicBezTo>
                  <a:pt x="101314" y="26429"/>
                  <a:pt x="101558" y="13931"/>
                  <a:pt x="94039" y="608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1" name="Красный — SVG 22">
            <a:extLst>
              <a:ext uri="{FF2B5EF4-FFF2-40B4-BE49-F238E27FC236}">
                <a16:creationId xmlns:a16="http://schemas.microsoft.com/office/drawing/2014/main" id="{DBF8C52A-CE25-2D40-AA6F-9FB630CD0635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101009 w 120506"/>
              <a:gd name="csY0" fmla="*/ 0 h 134676"/>
              <a:gd name="csX1" fmla="*/ 19497 w 120506"/>
              <a:gd name="csY1" fmla="*/ 0 h 134676"/>
              <a:gd name="csX2" fmla="*/ 0 w 120506"/>
              <a:gd name="csY2" fmla="*/ 19495 h 134676"/>
              <a:gd name="csX3" fmla="*/ 0 w 120506"/>
              <a:gd name="csY3" fmla="*/ 115182 h 134676"/>
              <a:gd name="csX4" fmla="*/ 19497 w 120506"/>
              <a:gd name="csY4" fmla="*/ 134677 h 134676"/>
              <a:gd name="csX5" fmla="*/ 101009 w 120506"/>
              <a:gd name="csY5" fmla="*/ 134677 h 134676"/>
              <a:gd name="csX6" fmla="*/ 120506 w 120506"/>
              <a:gd name="csY6" fmla="*/ 115182 h 134676"/>
              <a:gd name="csX7" fmla="*/ 120506 w 120506"/>
              <a:gd name="csY7" fmla="*/ 19495 h 134676"/>
              <a:gd name="csX8" fmla="*/ 101009 w 120506"/>
              <a:gd name="csY8" fmla="*/ 0 h 134676"/>
              <a:gd name="csX9" fmla="*/ 31679 w 120506"/>
              <a:gd name="csY9" fmla="*/ 26367 h 134676"/>
              <a:gd name="csX10" fmla="*/ 39199 w 120506"/>
              <a:gd name="csY10" fmla="*/ 26367 h 134676"/>
              <a:gd name="csX11" fmla="*/ 46515 w 120506"/>
              <a:gd name="csY11" fmla="*/ 27388 h 134676"/>
              <a:gd name="csX12" fmla="*/ 77547 w 120506"/>
              <a:gd name="csY12" fmla="*/ 27388 h 134676"/>
              <a:gd name="csX13" fmla="*/ 84846 w 120506"/>
              <a:gd name="csY13" fmla="*/ 26367 h 134676"/>
              <a:gd name="csX14" fmla="*/ 92366 w 120506"/>
              <a:gd name="csY14" fmla="*/ 26367 h 134676"/>
              <a:gd name="csX15" fmla="*/ 92366 w 120506"/>
              <a:gd name="csY15" fmla="*/ 33886 h 134676"/>
              <a:gd name="csX16" fmla="*/ 74349 w 120506"/>
              <a:gd name="csY16" fmla="*/ 37527 h 134676"/>
              <a:gd name="csX17" fmla="*/ 49713 w 120506"/>
              <a:gd name="csY17" fmla="*/ 37527 h 134676"/>
              <a:gd name="csX18" fmla="*/ 43197 w 120506"/>
              <a:gd name="csY18" fmla="*/ 38581 h 134676"/>
              <a:gd name="csX19" fmla="*/ 31679 w 120506"/>
              <a:gd name="csY19" fmla="*/ 33886 h 134676"/>
              <a:gd name="csX20" fmla="*/ 31679 w 120506"/>
              <a:gd name="csY20" fmla="*/ 26367 h 134676"/>
              <a:gd name="csX21" fmla="*/ 94527 w 120506"/>
              <a:gd name="csY21" fmla="*/ 56137 h 134676"/>
              <a:gd name="csX22" fmla="*/ 80337 w 120506"/>
              <a:gd name="csY22" fmla="*/ 59845 h 134676"/>
              <a:gd name="csX23" fmla="*/ 73226 w 120506"/>
              <a:gd name="csY23" fmla="*/ 58705 h 134676"/>
              <a:gd name="csX24" fmla="*/ 62762 w 120506"/>
              <a:gd name="csY24" fmla="*/ 56698 h 134676"/>
              <a:gd name="csX25" fmla="*/ 62031 w 120506"/>
              <a:gd name="csY25" fmla="*/ 56698 h 134676"/>
              <a:gd name="csX26" fmla="*/ 67339 w 120506"/>
              <a:gd name="csY26" fmla="*/ 62022 h 134676"/>
              <a:gd name="csX27" fmla="*/ 62031 w 120506"/>
              <a:gd name="csY27" fmla="*/ 67330 h 134676"/>
              <a:gd name="csX28" fmla="*/ 67339 w 120506"/>
              <a:gd name="csY28" fmla="*/ 72654 h 134676"/>
              <a:gd name="csX29" fmla="*/ 62031 w 120506"/>
              <a:gd name="csY29" fmla="*/ 77962 h 134676"/>
              <a:gd name="csX30" fmla="*/ 83298 w 120506"/>
              <a:gd name="csY30" fmla="*/ 77962 h 134676"/>
              <a:gd name="csX31" fmla="*/ 91175 w 120506"/>
              <a:gd name="csY31" fmla="*/ 81466 h 134676"/>
              <a:gd name="csX32" fmla="*/ 93880 w 120506"/>
              <a:gd name="csY32" fmla="*/ 89682 h 134676"/>
              <a:gd name="csX33" fmla="*/ 82787 w 120506"/>
              <a:gd name="csY33" fmla="*/ 99226 h 134676"/>
              <a:gd name="csX34" fmla="*/ 81835 w 120506"/>
              <a:gd name="csY34" fmla="*/ 99226 h 134676"/>
              <a:gd name="csX35" fmla="*/ 73974 w 120506"/>
              <a:gd name="csY35" fmla="*/ 106047 h 134676"/>
              <a:gd name="csX36" fmla="*/ 68683 w 120506"/>
              <a:gd name="csY36" fmla="*/ 114672 h 134676"/>
              <a:gd name="csX37" fmla="*/ 61419 w 120506"/>
              <a:gd name="csY37" fmla="*/ 116951 h 134676"/>
              <a:gd name="csX38" fmla="*/ 58679 w 120506"/>
              <a:gd name="csY38" fmla="*/ 116662 h 134676"/>
              <a:gd name="csX39" fmla="*/ 49084 w 120506"/>
              <a:gd name="csY39" fmla="*/ 107323 h 134676"/>
              <a:gd name="csX40" fmla="*/ 48403 w 120506"/>
              <a:gd name="csY40" fmla="*/ 104992 h 134676"/>
              <a:gd name="csX41" fmla="*/ 40781 w 120506"/>
              <a:gd name="csY41" fmla="*/ 99226 h 134676"/>
              <a:gd name="csX42" fmla="*/ 37209 w 120506"/>
              <a:gd name="csY42" fmla="*/ 99226 h 134676"/>
              <a:gd name="csX43" fmla="*/ 29331 w 120506"/>
              <a:gd name="csY43" fmla="*/ 95739 h 134676"/>
              <a:gd name="csX44" fmla="*/ 26643 w 120506"/>
              <a:gd name="csY44" fmla="*/ 87505 h 134676"/>
              <a:gd name="csX45" fmla="*/ 37719 w 120506"/>
              <a:gd name="csY45" fmla="*/ 77962 h 134676"/>
              <a:gd name="csX46" fmla="*/ 62031 w 120506"/>
              <a:gd name="csY46" fmla="*/ 77962 h 134676"/>
              <a:gd name="csX47" fmla="*/ 56706 w 120506"/>
              <a:gd name="csY47" fmla="*/ 72654 h 134676"/>
              <a:gd name="csX48" fmla="*/ 62031 w 120506"/>
              <a:gd name="csY48" fmla="*/ 67330 h 134676"/>
              <a:gd name="csX49" fmla="*/ 56706 w 120506"/>
              <a:gd name="csY49" fmla="*/ 62022 h 134676"/>
              <a:gd name="csX50" fmla="*/ 62031 w 120506"/>
              <a:gd name="csY50" fmla="*/ 56698 h 134676"/>
              <a:gd name="csX51" fmla="*/ 60398 w 120506"/>
              <a:gd name="csY51" fmla="*/ 56698 h 134676"/>
              <a:gd name="csX52" fmla="*/ 50887 w 120506"/>
              <a:gd name="csY52" fmla="*/ 58127 h 134676"/>
              <a:gd name="csX53" fmla="*/ 28140 w 120506"/>
              <a:gd name="csY53" fmla="*/ 55150 h 134676"/>
              <a:gd name="csX54" fmla="*/ 28140 w 120506"/>
              <a:gd name="csY54" fmla="*/ 47631 h 134676"/>
              <a:gd name="csX55" fmla="*/ 35558 w 120506"/>
              <a:gd name="csY55" fmla="*/ 47529 h 134676"/>
              <a:gd name="csX56" fmla="*/ 47365 w 120506"/>
              <a:gd name="csY56" fmla="*/ 48090 h 134676"/>
              <a:gd name="csX57" fmla="*/ 60398 w 120506"/>
              <a:gd name="csY57" fmla="*/ 46066 h 134676"/>
              <a:gd name="csX58" fmla="*/ 62031 w 120506"/>
              <a:gd name="csY58" fmla="*/ 46066 h 134676"/>
              <a:gd name="csX59" fmla="*/ 56706 w 120506"/>
              <a:gd name="csY59" fmla="*/ 40759 h 134676"/>
              <a:gd name="csX60" fmla="*/ 62031 w 120506"/>
              <a:gd name="csY60" fmla="*/ 35434 h 134676"/>
              <a:gd name="csX61" fmla="*/ 67339 w 120506"/>
              <a:gd name="csY61" fmla="*/ 40759 h 134676"/>
              <a:gd name="csX62" fmla="*/ 62031 w 120506"/>
              <a:gd name="csY62" fmla="*/ 46066 h 134676"/>
              <a:gd name="csX63" fmla="*/ 62762 w 120506"/>
              <a:gd name="csY63" fmla="*/ 46066 h 134676"/>
              <a:gd name="csX64" fmla="*/ 76680 w 120506"/>
              <a:gd name="csY64" fmla="*/ 48652 h 134676"/>
              <a:gd name="csX65" fmla="*/ 89780 w 120506"/>
              <a:gd name="csY65" fmla="*/ 46627 h 134676"/>
              <a:gd name="csX66" fmla="*/ 96908 w 120506"/>
              <a:gd name="csY66" fmla="*/ 49009 h 134676"/>
              <a:gd name="csX67" fmla="*/ 94527 w 120506"/>
              <a:gd name="csY67" fmla="*/ 56137 h 134676"/>
            </a:gdLst>
            <a:ahLst/>
            <a:cxnLst/>
            <a:rect l="l" t="t" r="r" b="b"/>
            <a:pathLst>
              <a:path w="100000" h="100000">
                <a:moveTo>
                  <a:pt x="80262" y="0"/>
                </a:moveTo>
                <a:lnTo>
                  <a:pt x="19738" y="0"/>
                </a:lnTo>
                <a:cubicBezTo>
                  <a:pt x="11754" y="0"/>
                  <a:pt x="5261" y="6493"/>
                  <a:pt x="5261" y="14475"/>
                </a:cubicBezTo>
                <a:lnTo>
                  <a:pt x="5261" y="85525"/>
                </a:lnTo>
                <a:cubicBezTo>
                  <a:pt x="5261" y="93496"/>
                  <a:pt x="11754" y="100001"/>
                  <a:pt x="19738" y="100001"/>
                </a:cubicBezTo>
                <a:lnTo>
                  <a:pt x="80262" y="100001"/>
                </a:lnTo>
                <a:cubicBezTo>
                  <a:pt x="88246" y="100001"/>
                  <a:pt x="94739" y="93496"/>
                  <a:pt x="94739" y="85525"/>
                </a:cubicBezTo>
                <a:lnTo>
                  <a:pt x="94739" y="14475"/>
                </a:lnTo>
                <a:cubicBezTo>
                  <a:pt x="94739" y="6493"/>
                  <a:pt x="88246" y="0"/>
                  <a:pt x="80262" y="0"/>
                </a:cubicBezTo>
                <a:close/>
                <a:moveTo>
                  <a:pt x="28783" y="19578"/>
                </a:moveTo>
                <a:cubicBezTo>
                  <a:pt x="30325" y="18037"/>
                  <a:pt x="32825" y="18037"/>
                  <a:pt x="34367" y="19578"/>
                </a:cubicBezTo>
                <a:cubicBezTo>
                  <a:pt x="34834" y="20046"/>
                  <a:pt x="36249" y="21460"/>
                  <a:pt x="39799" y="20336"/>
                </a:cubicBezTo>
                <a:cubicBezTo>
                  <a:pt x="48011" y="17747"/>
                  <a:pt x="54693" y="17772"/>
                  <a:pt x="62841" y="20336"/>
                </a:cubicBezTo>
                <a:cubicBezTo>
                  <a:pt x="66404" y="21460"/>
                  <a:pt x="67806" y="20046"/>
                  <a:pt x="68261" y="19578"/>
                </a:cubicBezTo>
                <a:cubicBezTo>
                  <a:pt x="69815" y="18037"/>
                  <a:pt x="72303" y="18037"/>
                  <a:pt x="73845" y="19578"/>
                </a:cubicBezTo>
                <a:cubicBezTo>
                  <a:pt x="75385" y="21120"/>
                  <a:pt x="75385" y="23620"/>
                  <a:pt x="73845" y="25161"/>
                </a:cubicBezTo>
                <a:cubicBezTo>
                  <a:pt x="70446" y="28559"/>
                  <a:pt x="65696" y="29506"/>
                  <a:pt x="60467" y="27865"/>
                </a:cubicBezTo>
                <a:cubicBezTo>
                  <a:pt x="53821" y="25767"/>
                  <a:pt x="48756" y="25780"/>
                  <a:pt x="42174" y="27865"/>
                </a:cubicBezTo>
                <a:cubicBezTo>
                  <a:pt x="40493" y="28382"/>
                  <a:pt x="38877" y="28647"/>
                  <a:pt x="37336" y="28647"/>
                </a:cubicBezTo>
                <a:cubicBezTo>
                  <a:pt x="34039" y="28647"/>
                  <a:pt x="31095" y="27473"/>
                  <a:pt x="28783" y="25161"/>
                </a:cubicBezTo>
                <a:cubicBezTo>
                  <a:pt x="27242" y="23620"/>
                  <a:pt x="27242" y="21120"/>
                  <a:pt x="28783" y="19578"/>
                </a:cubicBezTo>
                <a:close/>
                <a:moveTo>
                  <a:pt x="75449" y="41683"/>
                </a:moveTo>
                <a:cubicBezTo>
                  <a:pt x="71330" y="43754"/>
                  <a:pt x="67793" y="44436"/>
                  <a:pt x="64913" y="44436"/>
                </a:cubicBezTo>
                <a:cubicBezTo>
                  <a:pt x="62778" y="44436"/>
                  <a:pt x="61022" y="44058"/>
                  <a:pt x="59633" y="43590"/>
                </a:cubicBezTo>
                <a:cubicBezTo>
                  <a:pt x="56727" y="42592"/>
                  <a:pt x="54188" y="42100"/>
                  <a:pt x="51863" y="42100"/>
                </a:cubicBezTo>
                <a:lnTo>
                  <a:pt x="51320" y="42100"/>
                </a:lnTo>
                <a:cubicBezTo>
                  <a:pt x="53493" y="42100"/>
                  <a:pt x="55262" y="43868"/>
                  <a:pt x="55262" y="46053"/>
                </a:cubicBezTo>
                <a:cubicBezTo>
                  <a:pt x="55262" y="48225"/>
                  <a:pt x="53493" y="49994"/>
                  <a:pt x="51320" y="49994"/>
                </a:cubicBezTo>
                <a:cubicBezTo>
                  <a:pt x="53493" y="49994"/>
                  <a:pt x="55262" y="51762"/>
                  <a:pt x="55262" y="53947"/>
                </a:cubicBezTo>
                <a:cubicBezTo>
                  <a:pt x="55262" y="56120"/>
                  <a:pt x="53493" y="57889"/>
                  <a:pt x="51320" y="57889"/>
                </a:cubicBezTo>
                <a:lnTo>
                  <a:pt x="67111" y="57889"/>
                </a:lnTo>
                <a:cubicBezTo>
                  <a:pt x="69335" y="57889"/>
                  <a:pt x="71469" y="58836"/>
                  <a:pt x="72960" y="60490"/>
                </a:cubicBezTo>
                <a:cubicBezTo>
                  <a:pt x="74451" y="62145"/>
                  <a:pt x="75183" y="64369"/>
                  <a:pt x="74969" y="66591"/>
                </a:cubicBezTo>
                <a:cubicBezTo>
                  <a:pt x="74565" y="70570"/>
                  <a:pt x="70952" y="73678"/>
                  <a:pt x="66732" y="73678"/>
                </a:cubicBezTo>
                <a:lnTo>
                  <a:pt x="66025" y="73678"/>
                </a:lnTo>
                <a:cubicBezTo>
                  <a:pt x="63119" y="73678"/>
                  <a:pt x="60605" y="75863"/>
                  <a:pt x="60188" y="78742"/>
                </a:cubicBezTo>
                <a:cubicBezTo>
                  <a:pt x="59822" y="81319"/>
                  <a:pt x="58382" y="83643"/>
                  <a:pt x="56259" y="85147"/>
                </a:cubicBezTo>
                <a:cubicBezTo>
                  <a:pt x="54656" y="86258"/>
                  <a:pt x="52786" y="86839"/>
                  <a:pt x="50866" y="86839"/>
                </a:cubicBezTo>
                <a:cubicBezTo>
                  <a:pt x="50196" y="86839"/>
                  <a:pt x="49514" y="86776"/>
                  <a:pt x="48831" y="86624"/>
                </a:cubicBezTo>
                <a:cubicBezTo>
                  <a:pt x="45459" y="85917"/>
                  <a:pt x="42717" y="83252"/>
                  <a:pt x="41707" y="79690"/>
                </a:cubicBezTo>
                <a:lnTo>
                  <a:pt x="41201" y="77959"/>
                </a:lnTo>
                <a:cubicBezTo>
                  <a:pt x="40493" y="75433"/>
                  <a:pt x="38157" y="73678"/>
                  <a:pt x="35542" y="73678"/>
                </a:cubicBezTo>
                <a:lnTo>
                  <a:pt x="32889" y="73678"/>
                </a:lnTo>
                <a:cubicBezTo>
                  <a:pt x="30665" y="73678"/>
                  <a:pt x="28531" y="72730"/>
                  <a:pt x="27040" y="71088"/>
                </a:cubicBezTo>
                <a:cubicBezTo>
                  <a:pt x="25549" y="69433"/>
                  <a:pt x="24817" y="67210"/>
                  <a:pt x="25044" y="64974"/>
                </a:cubicBezTo>
                <a:cubicBezTo>
                  <a:pt x="25435" y="61009"/>
                  <a:pt x="29061" y="57889"/>
                  <a:pt x="33268" y="57889"/>
                </a:cubicBezTo>
                <a:lnTo>
                  <a:pt x="51320" y="57889"/>
                </a:lnTo>
                <a:cubicBezTo>
                  <a:pt x="49135" y="57889"/>
                  <a:pt x="47366" y="56120"/>
                  <a:pt x="47366" y="53947"/>
                </a:cubicBezTo>
                <a:cubicBezTo>
                  <a:pt x="47366" y="51762"/>
                  <a:pt x="49135" y="49994"/>
                  <a:pt x="51320" y="49994"/>
                </a:cubicBezTo>
                <a:cubicBezTo>
                  <a:pt x="49135" y="49994"/>
                  <a:pt x="47366" y="48225"/>
                  <a:pt x="47366" y="46053"/>
                </a:cubicBezTo>
                <a:cubicBezTo>
                  <a:pt x="47366" y="43868"/>
                  <a:pt x="49135" y="42100"/>
                  <a:pt x="51320" y="42100"/>
                </a:cubicBezTo>
                <a:lnTo>
                  <a:pt x="50108" y="42100"/>
                </a:lnTo>
                <a:cubicBezTo>
                  <a:pt x="47392" y="42100"/>
                  <a:pt x="45079" y="42454"/>
                  <a:pt x="43046" y="43161"/>
                </a:cubicBezTo>
                <a:cubicBezTo>
                  <a:pt x="34468" y="46167"/>
                  <a:pt x="28392" y="43186"/>
                  <a:pt x="26155" y="40950"/>
                </a:cubicBezTo>
                <a:cubicBezTo>
                  <a:pt x="24615" y="39409"/>
                  <a:pt x="24615" y="36908"/>
                  <a:pt x="26155" y="35367"/>
                </a:cubicBezTo>
                <a:cubicBezTo>
                  <a:pt x="27672" y="33852"/>
                  <a:pt x="30122" y="33826"/>
                  <a:pt x="31663" y="35291"/>
                </a:cubicBezTo>
                <a:cubicBezTo>
                  <a:pt x="31903" y="35493"/>
                  <a:pt x="34682" y="37729"/>
                  <a:pt x="40430" y="35708"/>
                </a:cubicBezTo>
                <a:cubicBezTo>
                  <a:pt x="43323" y="34697"/>
                  <a:pt x="46482" y="34205"/>
                  <a:pt x="50108" y="34205"/>
                </a:cubicBezTo>
                <a:lnTo>
                  <a:pt x="51320" y="34205"/>
                </a:lnTo>
                <a:cubicBezTo>
                  <a:pt x="49135" y="34205"/>
                  <a:pt x="47366" y="32436"/>
                  <a:pt x="47366" y="30264"/>
                </a:cubicBezTo>
                <a:cubicBezTo>
                  <a:pt x="47366" y="28079"/>
                  <a:pt x="49135" y="26311"/>
                  <a:pt x="51320" y="26311"/>
                </a:cubicBezTo>
                <a:cubicBezTo>
                  <a:pt x="53493" y="26311"/>
                  <a:pt x="55262" y="28079"/>
                  <a:pt x="55262" y="30264"/>
                </a:cubicBezTo>
                <a:cubicBezTo>
                  <a:pt x="55262" y="32436"/>
                  <a:pt x="53493" y="34205"/>
                  <a:pt x="51320" y="34205"/>
                </a:cubicBezTo>
                <a:lnTo>
                  <a:pt x="51863" y="34205"/>
                </a:lnTo>
                <a:cubicBezTo>
                  <a:pt x="55072" y="34205"/>
                  <a:pt x="58458" y="34837"/>
                  <a:pt x="62197" y="36125"/>
                </a:cubicBezTo>
                <a:cubicBezTo>
                  <a:pt x="64016" y="36744"/>
                  <a:pt x="67187" y="36997"/>
                  <a:pt x="71924" y="34622"/>
                </a:cubicBezTo>
                <a:cubicBezTo>
                  <a:pt x="73883" y="33662"/>
                  <a:pt x="76244" y="34445"/>
                  <a:pt x="77217" y="36390"/>
                </a:cubicBezTo>
                <a:cubicBezTo>
                  <a:pt x="78190" y="38336"/>
                  <a:pt x="77407" y="40710"/>
                  <a:pt x="75449" y="4168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2" name="Белый — SVG 1">
            <a:extLst>
              <a:ext uri="{FF2B5EF4-FFF2-40B4-BE49-F238E27FC236}">
                <a16:creationId xmlns:a16="http://schemas.microsoft.com/office/drawing/2014/main" id="{9895F06F-CF85-584B-B625-D6F8474AFB6A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27545 w 145328"/>
              <a:gd name="csY0" fmla="*/ 73148 h 141753"/>
              <a:gd name="csX1" fmla="*/ 28855 w 145328"/>
              <a:gd name="csY1" fmla="*/ 80548 h 141753"/>
              <a:gd name="csX2" fmla="*/ 36256 w 145328"/>
              <a:gd name="csY2" fmla="*/ 79238 h 141753"/>
              <a:gd name="csX3" fmla="*/ 54936 w 145328"/>
              <a:gd name="csY3" fmla="*/ 52564 h 141753"/>
              <a:gd name="csX4" fmla="*/ 54936 w 145328"/>
              <a:gd name="csY4" fmla="*/ 120490 h 141753"/>
              <a:gd name="csX5" fmla="*/ 12403 w 145328"/>
              <a:gd name="csY5" fmla="*/ 120490 h 141753"/>
              <a:gd name="csX6" fmla="*/ 0 w 145328"/>
              <a:gd name="csY6" fmla="*/ 108089 h 141753"/>
              <a:gd name="csX7" fmla="*/ 0 w 145328"/>
              <a:gd name="csY7" fmla="*/ 47835 h 141753"/>
              <a:gd name="csX8" fmla="*/ 12403 w 145328"/>
              <a:gd name="csY8" fmla="*/ 35434 h 141753"/>
              <a:gd name="csX9" fmla="*/ 64089 w 145328"/>
              <a:gd name="csY9" fmla="*/ 35434 h 141753"/>
              <a:gd name="csX10" fmla="*/ 48131 w 145328"/>
              <a:gd name="csY10" fmla="*/ 43770 h 141753"/>
              <a:gd name="csX11" fmla="*/ 27545 w 145328"/>
              <a:gd name="csY11" fmla="*/ 73148 h 141753"/>
              <a:gd name="csX12" fmla="*/ 65570 w 145328"/>
              <a:gd name="csY12" fmla="*/ 99226 h 141753"/>
              <a:gd name="csX13" fmla="*/ 79742 w 145328"/>
              <a:gd name="csY13" fmla="*/ 99226 h 141753"/>
              <a:gd name="csX14" fmla="*/ 79742 w 145328"/>
              <a:gd name="csY14" fmla="*/ 120490 h 141753"/>
              <a:gd name="csX15" fmla="*/ 65570 w 145328"/>
              <a:gd name="csY15" fmla="*/ 120490 h 141753"/>
              <a:gd name="csX16" fmla="*/ 65570 w 145328"/>
              <a:gd name="csY16" fmla="*/ 99226 h 141753"/>
              <a:gd name="csX17" fmla="*/ 145328 w 145328"/>
              <a:gd name="csY17" fmla="*/ 47835 h 141753"/>
              <a:gd name="csX18" fmla="*/ 145328 w 145328"/>
              <a:gd name="csY18" fmla="*/ 108089 h 141753"/>
              <a:gd name="csX19" fmla="*/ 132909 w 145328"/>
              <a:gd name="csY19" fmla="*/ 120490 h 141753"/>
              <a:gd name="csX20" fmla="*/ 90375 w 145328"/>
              <a:gd name="csY20" fmla="*/ 120490 h 141753"/>
              <a:gd name="csX21" fmla="*/ 90375 w 145328"/>
              <a:gd name="csY21" fmla="*/ 52564 h 141753"/>
              <a:gd name="csX22" fmla="*/ 109056 w 145328"/>
              <a:gd name="csY22" fmla="*/ 79238 h 141753"/>
              <a:gd name="csX23" fmla="*/ 113428 w 145328"/>
              <a:gd name="csY23" fmla="*/ 81517 h 141753"/>
              <a:gd name="csX24" fmla="*/ 116474 w 145328"/>
              <a:gd name="csY24" fmla="*/ 80548 h 141753"/>
              <a:gd name="csX25" fmla="*/ 117784 w 145328"/>
              <a:gd name="csY25" fmla="*/ 73148 h 141753"/>
              <a:gd name="csX26" fmla="*/ 97181 w 145328"/>
              <a:gd name="csY26" fmla="*/ 43770 h 141753"/>
              <a:gd name="csX27" fmla="*/ 81239 w 145328"/>
              <a:gd name="csY27" fmla="*/ 35434 h 141753"/>
              <a:gd name="csX28" fmla="*/ 132909 w 145328"/>
              <a:gd name="csY28" fmla="*/ 35434 h 141753"/>
              <a:gd name="csX29" fmla="*/ 145328 w 145328"/>
              <a:gd name="csY29" fmla="*/ 47835 h 141753"/>
              <a:gd name="csX30" fmla="*/ 72664 w 145328"/>
              <a:gd name="csY30" fmla="*/ 0 h 141753"/>
              <a:gd name="csX31" fmla="*/ 62643 w 145328"/>
              <a:gd name="csY31" fmla="*/ 4151 h 141753"/>
              <a:gd name="csX32" fmla="*/ 58475 w 145328"/>
              <a:gd name="csY32" fmla="*/ 14170 h 141753"/>
              <a:gd name="csX33" fmla="*/ 62643 w 145328"/>
              <a:gd name="csY33" fmla="*/ 24207 h 141753"/>
              <a:gd name="csX34" fmla="*/ 72664 w 145328"/>
              <a:gd name="csY34" fmla="*/ 28358 h 141753"/>
              <a:gd name="csX35" fmla="*/ 82685 w 145328"/>
              <a:gd name="csY35" fmla="*/ 24207 h 141753"/>
              <a:gd name="csX36" fmla="*/ 86837 w 145328"/>
              <a:gd name="csY36" fmla="*/ 14170 h 141753"/>
              <a:gd name="csX37" fmla="*/ 82685 w 145328"/>
              <a:gd name="csY37" fmla="*/ 4151 h 141753"/>
              <a:gd name="csX38" fmla="*/ 72664 w 145328"/>
              <a:gd name="csY38" fmla="*/ 0 h 141753"/>
              <a:gd name="csX39" fmla="*/ 54936 w 145328"/>
              <a:gd name="csY39" fmla="*/ 120490 h 141753"/>
              <a:gd name="csX40" fmla="*/ 65570 w 145328"/>
              <a:gd name="csY40" fmla="*/ 120490 h 141753"/>
              <a:gd name="csX41" fmla="*/ 65570 w 145328"/>
              <a:gd name="csY41" fmla="*/ 136446 h 141753"/>
              <a:gd name="csX42" fmla="*/ 60261 w 145328"/>
              <a:gd name="csY42" fmla="*/ 141754 h 141753"/>
              <a:gd name="csX43" fmla="*/ 54936 w 145328"/>
              <a:gd name="csY43" fmla="*/ 136446 h 141753"/>
              <a:gd name="csX44" fmla="*/ 54936 w 145328"/>
              <a:gd name="csY44" fmla="*/ 120490 h 141753"/>
              <a:gd name="csX45" fmla="*/ 90375 w 145328"/>
              <a:gd name="csY45" fmla="*/ 120490 h 141753"/>
              <a:gd name="csX46" fmla="*/ 90375 w 145328"/>
              <a:gd name="csY46" fmla="*/ 136446 h 141753"/>
              <a:gd name="csX47" fmla="*/ 85067 w 145328"/>
              <a:gd name="csY47" fmla="*/ 141754 h 141753"/>
              <a:gd name="csX48" fmla="*/ 79742 w 145328"/>
              <a:gd name="csY48" fmla="*/ 136446 h 141753"/>
              <a:gd name="csX49" fmla="*/ 79742 w 145328"/>
              <a:gd name="csY49" fmla="*/ 120490 h 141753"/>
              <a:gd name="csX50" fmla="*/ 90375 w 145328"/>
              <a:gd name="csY50" fmla="*/ 120490 h 141753"/>
            </a:gdLst>
            <a:ahLst/>
            <a:cxnLst/>
            <a:rect l="l" t="t" r="r" b="b"/>
            <a:pathLst>
              <a:path w="100000" h="100000">
                <a:moveTo>
                  <a:pt x="18954" y="51563"/>
                </a:moveTo>
                <a:cubicBezTo>
                  <a:pt x="17806" y="53225"/>
                  <a:pt x="18193" y="55484"/>
                  <a:pt x="19855" y="56655"/>
                </a:cubicBezTo>
                <a:cubicBezTo>
                  <a:pt x="21517" y="57802"/>
                  <a:pt x="23777" y="57415"/>
                  <a:pt x="24948" y="55754"/>
                </a:cubicBezTo>
                <a:lnTo>
                  <a:pt x="37801" y="37399"/>
                </a:lnTo>
                <a:lnTo>
                  <a:pt x="37801" y="84139"/>
                </a:lnTo>
                <a:lnTo>
                  <a:pt x="8534" y="84139"/>
                </a:lnTo>
                <a:cubicBezTo>
                  <a:pt x="3828" y="84139"/>
                  <a:pt x="0" y="80311"/>
                  <a:pt x="0" y="75606"/>
                </a:cubicBezTo>
                <a:lnTo>
                  <a:pt x="0" y="34145"/>
                </a:lnTo>
                <a:cubicBezTo>
                  <a:pt x="0" y="29440"/>
                  <a:pt x="3828" y="25612"/>
                  <a:pt x="8534" y="25612"/>
                </a:cubicBezTo>
                <a:lnTo>
                  <a:pt x="44100" y="25612"/>
                </a:lnTo>
                <a:cubicBezTo>
                  <a:pt x="39733" y="25612"/>
                  <a:pt x="35636" y="27766"/>
                  <a:pt x="33119" y="31348"/>
                </a:cubicBezTo>
                <a:lnTo>
                  <a:pt x="18954" y="51563"/>
                </a:lnTo>
                <a:close/>
                <a:moveTo>
                  <a:pt x="45119" y="69507"/>
                </a:moveTo>
                <a:lnTo>
                  <a:pt x="54870" y="69507"/>
                </a:lnTo>
                <a:lnTo>
                  <a:pt x="54870" y="84139"/>
                </a:lnTo>
                <a:lnTo>
                  <a:pt x="45119" y="84139"/>
                </a:lnTo>
                <a:lnTo>
                  <a:pt x="45119" y="69507"/>
                </a:lnTo>
                <a:close/>
                <a:moveTo>
                  <a:pt x="100000" y="34145"/>
                </a:moveTo>
                <a:lnTo>
                  <a:pt x="100000" y="75606"/>
                </a:lnTo>
                <a:cubicBezTo>
                  <a:pt x="100000" y="80311"/>
                  <a:pt x="96172" y="84139"/>
                  <a:pt x="91455" y="84139"/>
                </a:cubicBezTo>
                <a:lnTo>
                  <a:pt x="62187" y="84139"/>
                </a:lnTo>
                <a:lnTo>
                  <a:pt x="62187" y="37399"/>
                </a:lnTo>
                <a:lnTo>
                  <a:pt x="75041" y="55754"/>
                </a:lnTo>
                <a:cubicBezTo>
                  <a:pt x="75756" y="56784"/>
                  <a:pt x="76903" y="57322"/>
                  <a:pt x="78050" y="57322"/>
                </a:cubicBezTo>
                <a:cubicBezTo>
                  <a:pt x="78776" y="57322"/>
                  <a:pt x="79513" y="57099"/>
                  <a:pt x="80146" y="56655"/>
                </a:cubicBezTo>
                <a:cubicBezTo>
                  <a:pt x="81796" y="55484"/>
                  <a:pt x="82194" y="53225"/>
                  <a:pt x="81047" y="51563"/>
                </a:cubicBezTo>
                <a:lnTo>
                  <a:pt x="66870" y="31348"/>
                </a:lnTo>
                <a:cubicBezTo>
                  <a:pt x="64365" y="27766"/>
                  <a:pt x="60267" y="25612"/>
                  <a:pt x="55900" y="25612"/>
                </a:cubicBezTo>
                <a:lnTo>
                  <a:pt x="91455" y="25612"/>
                </a:lnTo>
                <a:cubicBezTo>
                  <a:pt x="96172" y="25612"/>
                  <a:pt x="100000" y="29440"/>
                  <a:pt x="100000" y="34145"/>
                </a:cubicBezTo>
                <a:close/>
                <a:moveTo>
                  <a:pt x="50000" y="1230"/>
                </a:moveTo>
                <a:cubicBezTo>
                  <a:pt x="47413" y="1230"/>
                  <a:pt x="44931" y="2260"/>
                  <a:pt x="43105" y="4086"/>
                </a:cubicBezTo>
                <a:cubicBezTo>
                  <a:pt x="41267" y="5912"/>
                  <a:pt x="40237" y="8394"/>
                  <a:pt x="40237" y="10980"/>
                </a:cubicBezTo>
                <a:cubicBezTo>
                  <a:pt x="40237" y="13568"/>
                  <a:pt x="41267" y="16049"/>
                  <a:pt x="43105" y="17887"/>
                </a:cubicBezTo>
                <a:cubicBezTo>
                  <a:pt x="44931" y="19713"/>
                  <a:pt x="47413" y="20743"/>
                  <a:pt x="50000" y="20743"/>
                </a:cubicBezTo>
                <a:cubicBezTo>
                  <a:pt x="52587" y="20743"/>
                  <a:pt x="55069" y="19713"/>
                  <a:pt x="56895" y="17887"/>
                </a:cubicBezTo>
                <a:cubicBezTo>
                  <a:pt x="58722" y="16049"/>
                  <a:pt x="59752" y="13568"/>
                  <a:pt x="59752" y="10980"/>
                </a:cubicBezTo>
                <a:cubicBezTo>
                  <a:pt x="59752" y="8394"/>
                  <a:pt x="58722" y="5912"/>
                  <a:pt x="56895" y="4086"/>
                </a:cubicBezTo>
                <a:cubicBezTo>
                  <a:pt x="55069" y="2260"/>
                  <a:pt x="52587" y="1230"/>
                  <a:pt x="50000" y="1230"/>
                </a:cubicBezTo>
                <a:close/>
                <a:moveTo>
                  <a:pt x="37801" y="84139"/>
                </a:moveTo>
                <a:lnTo>
                  <a:pt x="45119" y="84139"/>
                </a:lnTo>
                <a:lnTo>
                  <a:pt x="45119" y="95118"/>
                </a:lnTo>
                <a:cubicBezTo>
                  <a:pt x="45119" y="97143"/>
                  <a:pt x="43491" y="98771"/>
                  <a:pt x="41466" y="98771"/>
                </a:cubicBezTo>
                <a:cubicBezTo>
                  <a:pt x="39440" y="98771"/>
                  <a:pt x="37801" y="97143"/>
                  <a:pt x="37801" y="95118"/>
                </a:cubicBezTo>
                <a:lnTo>
                  <a:pt x="37801" y="84139"/>
                </a:lnTo>
                <a:close/>
                <a:moveTo>
                  <a:pt x="62187" y="84139"/>
                </a:moveTo>
                <a:lnTo>
                  <a:pt x="62187" y="95118"/>
                </a:lnTo>
                <a:cubicBezTo>
                  <a:pt x="62187" y="97143"/>
                  <a:pt x="60560" y="98771"/>
                  <a:pt x="58534" y="98771"/>
                </a:cubicBezTo>
                <a:cubicBezTo>
                  <a:pt x="56509" y="98771"/>
                  <a:pt x="54870" y="97143"/>
                  <a:pt x="54870" y="95118"/>
                </a:cubicBezTo>
                <a:lnTo>
                  <a:pt x="54870" y="84139"/>
                </a:lnTo>
                <a:lnTo>
                  <a:pt x="62187" y="8413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3" name="Белый — SVG 2">
            <a:extLst>
              <a:ext uri="{FF2B5EF4-FFF2-40B4-BE49-F238E27FC236}">
                <a16:creationId xmlns:a16="http://schemas.microsoft.com/office/drawing/2014/main" id="{A19B1916-B375-6F47-95A8-6399B53F2524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108089 h 127583"/>
              <a:gd name="csX4" fmla="*/ 19497 w 127600"/>
              <a:gd name="csY4" fmla="*/ 127583 h 127583"/>
              <a:gd name="csX5" fmla="*/ 108103 w 127600"/>
              <a:gd name="csY5" fmla="*/ 127583 h 127583"/>
              <a:gd name="csX6" fmla="*/ 127601 w 127600"/>
              <a:gd name="csY6" fmla="*/ 108089 h 127583"/>
              <a:gd name="csX7" fmla="*/ 127601 w 127600"/>
              <a:gd name="csY7" fmla="*/ 19495 h 127583"/>
              <a:gd name="csX8" fmla="*/ 108103 w 127600"/>
              <a:gd name="csY8" fmla="*/ 0 h 127583"/>
              <a:gd name="csX9" fmla="*/ 67339 w 127600"/>
              <a:gd name="csY9" fmla="*/ 17726 h 127583"/>
              <a:gd name="csX10" fmla="*/ 77972 w 127600"/>
              <a:gd name="csY10" fmla="*/ 28358 h 127583"/>
              <a:gd name="csX11" fmla="*/ 67339 w 127600"/>
              <a:gd name="csY11" fmla="*/ 38989 h 127583"/>
              <a:gd name="csX12" fmla="*/ 56706 w 127600"/>
              <a:gd name="csY12" fmla="*/ 28358 h 127583"/>
              <a:gd name="csX13" fmla="*/ 67339 w 127600"/>
              <a:gd name="csY13" fmla="*/ 17726 h 127583"/>
              <a:gd name="csX14" fmla="*/ 74876 w 127600"/>
              <a:gd name="csY14" fmla="*/ 100859 h 127583"/>
              <a:gd name="csX15" fmla="*/ 54936 w 127600"/>
              <a:gd name="csY15" fmla="*/ 109858 h 127583"/>
              <a:gd name="csX16" fmla="*/ 28361 w 127600"/>
              <a:gd name="csY16" fmla="*/ 83286 h 127583"/>
              <a:gd name="csX17" fmla="*/ 46072 w 127600"/>
              <a:gd name="csY17" fmla="*/ 58212 h 127583"/>
              <a:gd name="csX18" fmla="*/ 52861 w 127600"/>
              <a:gd name="csY18" fmla="*/ 61461 h 127583"/>
              <a:gd name="csX19" fmla="*/ 49628 w 127600"/>
              <a:gd name="csY19" fmla="*/ 68232 h 127583"/>
              <a:gd name="csX20" fmla="*/ 38995 w 127600"/>
              <a:gd name="csY20" fmla="*/ 83286 h 127583"/>
              <a:gd name="csX21" fmla="*/ 54936 w 127600"/>
              <a:gd name="csY21" fmla="*/ 99226 h 127583"/>
              <a:gd name="csX22" fmla="*/ 66897 w 127600"/>
              <a:gd name="csY22" fmla="*/ 93833 h 127583"/>
              <a:gd name="csX23" fmla="*/ 74400 w 127600"/>
              <a:gd name="csY23" fmla="*/ 93357 h 127583"/>
              <a:gd name="csX24" fmla="*/ 74876 w 127600"/>
              <a:gd name="csY24" fmla="*/ 100859 h 127583"/>
              <a:gd name="csX25" fmla="*/ 90375 w 127600"/>
              <a:gd name="csY25" fmla="*/ 70885 h 127583"/>
              <a:gd name="csX26" fmla="*/ 95700 w 127600"/>
              <a:gd name="csY26" fmla="*/ 76193 h 127583"/>
              <a:gd name="csX27" fmla="*/ 95700 w 127600"/>
              <a:gd name="csY27" fmla="*/ 97457 h 127583"/>
              <a:gd name="csX28" fmla="*/ 90375 w 127600"/>
              <a:gd name="csY28" fmla="*/ 102781 h 127583"/>
              <a:gd name="csX29" fmla="*/ 85067 w 127600"/>
              <a:gd name="csY29" fmla="*/ 97457 h 127583"/>
              <a:gd name="csX30" fmla="*/ 85067 w 127600"/>
              <a:gd name="csY30" fmla="*/ 81517 h 127583"/>
              <a:gd name="csX31" fmla="*/ 65570 w 127600"/>
              <a:gd name="csY31" fmla="*/ 81517 h 127583"/>
              <a:gd name="csX32" fmla="*/ 60262 w 127600"/>
              <a:gd name="csY32" fmla="*/ 76193 h 127583"/>
              <a:gd name="csX33" fmla="*/ 60262 w 127600"/>
              <a:gd name="csY33" fmla="*/ 51390 h 127583"/>
              <a:gd name="csX34" fmla="*/ 65570 w 127600"/>
              <a:gd name="csY34" fmla="*/ 46066 h 127583"/>
              <a:gd name="csX35" fmla="*/ 90375 w 127600"/>
              <a:gd name="csY35" fmla="*/ 46066 h 127583"/>
              <a:gd name="csX36" fmla="*/ 95700 w 127600"/>
              <a:gd name="csY36" fmla="*/ 51390 h 127583"/>
              <a:gd name="csX37" fmla="*/ 90375 w 127600"/>
              <a:gd name="csY37" fmla="*/ 56698 h 127583"/>
              <a:gd name="csX38" fmla="*/ 70895 w 127600"/>
              <a:gd name="csY38" fmla="*/ 56698 h 127583"/>
              <a:gd name="csX39" fmla="*/ 70895 w 127600"/>
              <a:gd name="csY39" fmla="*/ 70885 h 127583"/>
              <a:gd name="csX40" fmla="*/ 90375 w 127600"/>
              <a:gd name="csY40" fmla="*/ 70885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  <a:moveTo>
                  <a:pt x="52774" y="13899"/>
                </a:moveTo>
                <a:cubicBezTo>
                  <a:pt x="57387" y="13899"/>
                  <a:pt x="61107" y="17618"/>
                  <a:pt x="61107" y="22231"/>
                </a:cubicBezTo>
                <a:cubicBezTo>
                  <a:pt x="61107" y="26830"/>
                  <a:pt x="57387" y="30562"/>
                  <a:pt x="52774" y="30562"/>
                </a:cubicBezTo>
                <a:cubicBezTo>
                  <a:pt x="48173" y="30562"/>
                  <a:pt x="44440" y="26830"/>
                  <a:pt x="44440" y="22231"/>
                </a:cubicBezTo>
                <a:cubicBezTo>
                  <a:pt x="44440" y="17618"/>
                  <a:pt x="48173" y="13899"/>
                  <a:pt x="52774" y="13899"/>
                </a:cubicBezTo>
                <a:close/>
                <a:moveTo>
                  <a:pt x="58680" y="79050"/>
                </a:moveTo>
                <a:cubicBezTo>
                  <a:pt x="54720" y="83542"/>
                  <a:pt x="49027" y="86102"/>
                  <a:pt x="43053" y="86102"/>
                </a:cubicBezTo>
                <a:cubicBezTo>
                  <a:pt x="31560" y="86102"/>
                  <a:pt x="22226" y="76757"/>
                  <a:pt x="22226" y="65278"/>
                </a:cubicBezTo>
                <a:cubicBezTo>
                  <a:pt x="22226" y="56466"/>
                  <a:pt x="27800" y="48560"/>
                  <a:pt x="36107" y="45627"/>
                </a:cubicBezTo>
                <a:cubicBezTo>
                  <a:pt x="38280" y="44867"/>
                  <a:pt x="40667" y="46000"/>
                  <a:pt x="41427" y="48174"/>
                </a:cubicBezTo>
                <a:cubicBezTo>
                  <a:pt x="42200" y="50333"/>
                  <a:pt x="41053" y="52720"/>
                  <a:pt x="38893" y="53480"/>
                </a:cubicBezTo>
                <a:cubicBezTo>
                  <a:pt x="33907" y="55253"/>
                  <a:pt x="30560" y="59986"/>
                  <a:pt x="30560" y="65278"/>
                </a:cubicBezTo>
                <a:cubicBezTo>
                  <a:pt x="30560" y="72170"/>
                  <a:pt x="36160" y="77770"/>
                  <a:pt x="43053" y="77770"/>
                </a:cubicBezTo>
                <a:cubicBezTo>
                  <a:pt x="46640" y="77770"/>
                  <a:pt x="50053" y="76236"/>
                  <a:pt x="52427" y="73543"/>
                </a:cubicBezTo>
                <a:cubicBezTo>
                  <a:pt x="53947" y="71824"/>
                  <a:pt x="56587" y="71651"/>
                  <a:pt x="58307" y="73170"/>
                </a:cubicBezTo>
                <a:cubicBezTo>
                  <a:pt x="60040" y="74703"/>
                  <a:pt x="60201" y="77330"/>
                  <a:pt x="58680" y="79050"/>
                </a:cubicBezTo>
                <a:close/>
                <a:moveTo>
                  <a:pt x="70827" y="55559"/>
                </a:moveTo>
                <a:cubicBezTo>
                  <a:pt x="73134" y="55559"/>
                  <a:pt x="75000" y="57413"/>
                  <a:pt x="75000" y="59719"/>
                </a:cubicBezTo>
                <a:lnTo>
                  <a:pt x="75000" y="76384"/>
                </a:lnTo>
                <a:cubicBezTo>
                  <a:pt x="75000" y="78690"/>
                  <a:pt x="73134" y="80556"/>
                  <a:pt x="70827" y="80556"/>
                </a:cubicBezTo>
                <a:cubicBezTo>
                  <a:pt x="68534" y="80556"/>
                  <a:pt x="66667" y="78690"/>
                  <a:pt x="66667" y="76384"/>
                </a:cubicBezTo>
                <a:lnTo>
                  <a:pt x="66667" y="63891"/>
                </a:lnTo>
                <a:lnTo>
                  <a:pt x="51387" y="63891"/>
                </a:lnTo>
                <a:cubicBezTo>
                  <a:pt x="49080" y="63891"/>
                  <a:pt x="47227" y="62025"/>
                  <a:pt x="47227" y="59719"/>
                </a:cubicBezTo>
                <a:lnTo>
                  <a:pt x="47227" y="40281"/>
                </a:lnTo>
                <a:cubicBezTo>
                  <a:pt x="47227" y="37975"/>
                  <a:pt x="49080" y="36109"/>
                  <a:pt x="51387" y="36109"/>
                </a:cubicBezTo>
                <a:lnTo>
                  <a:pt x="70827" y="36109"/>
                </a:lnTo>
                <a:cubicBezTo>
                  <a:pt x="73134" y="36109"/>
                  <a:pt x="75000" y="37975"/>
                  <a:pt x="75000" y="40281"/>
                </a:cubicBezTo>
                <a:cubicBezTo>
                  <a:pt x="75000" y="42587"/>
                  <a:pt x="73134" y="44441"/>
                  <a:pt x="70827" y="44441"/>
                </a:cubicBezTo>
                <a:lnTo>
                  <a:pt x="55560" y="44441"/>
                </a:lnTo>
                <a:lnTo>
                  <a:pt x="55560" y="55559"/>
                </a:lnTo>
                <a:lnTo>
                  <a:pt x="70827" y="5555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4" name="Белый — SVG 3">
            <a:extLst>
              <a:ext uri="{FF2B5EF4-FFF2-40B4-BE49-F238E27FC236}">
                <a16:creationId xmlns:a16="http://schemas.microsoft.com/office/drawing/2014/main" id="{15FA325B-C890-BE44-9C1C-8A2292CC3176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68764 w 128498"/>
              <a:gd name="csY0" fmla="*/ 23867 h 127532"/>
              <a:gd name="csX1" fmla="*/ 58318 w 128498"/>
              <a:gd name="csY1" fmla="*/ 6107 h 127532"/>
              <a:gd name="csX2" fmla="*/ 47616 w 128498"/>
              <a:gd name="csY2" fmla="*/ 0 h 127532"/>
              <a:gd name="csX3" fmla="*/ 26588 w 128498"/>
              <a:gd name="csY3" fmla="*/ 0 h 127532"/>
              <a:gd name="csX4" fmla="*/ 15869 w 128498"/>
              <a:gd name="csY4" fmla="*/ 6107 h 127532"/>
              <a:gd name="csX5" fmla="*/ 5440 w 128498"/>
              <a:gd name="csY5" fmla="*/ 23867 h 127532"/>
              <a:gd name="csX6" fmla="*/ 5440 w 128498"/>
              <a:gd name="csY6" fmla="*/ 36336 h 127532"/>
              <a:gd name="csX7" fmla="*/ 15869 w 128498"/>
              <a:gd name="csY7" fmla="*/ 54095 h 127532"/>
              <a:gd name="csX8" fmla="*/ 26588 w 128498"/>
              <a:gd name="csY8" fmla="*/ 60202 h 127532"/>
              <a:gd name="csX9" fmla="*/ 47633 w 128498"/>
              <a:gd name="csY9" fmla="*/ 60202 h 127532"/>
              <a:gd name="csX10" fmla="*/ 58335 w 128498"/>
              <a:gd name="csY10" fmla="*/ 54095 h 127532"/>
              <a:gd name="csX11" fmla="*/ 68764 w 128498"/>
              <a:gd name="csY11" fmla="*/ 36336 h 127532"/>
              <a:gd name="csX12" fmla="*/ 68764 w 128498"/>
              <a:gd name="csY12" fmla="*/ 23867 h 127532"/>
              <a:gd name="csX13" fmla="*/ 23491 w 128498"/>
              <a:gd name="csY13" fmla="*/ 31845 h 127532"/>
              <a:gd name="csX14" fmla="*/ 18166 w 128498"/>
              <a:gd name="csY14" fmla="*/ 26537 h 127532"/>
              <a:gd name="csX15" fmla="*/ 23491 w 128498"/>
              <a:gd name="csY15" fmla="*/ 21213 h 127532"/>
              <a:gd name="csX16" fmla="*/ 28799 w 128498"/>
              <a:gd name="csY16" fmla="*/ 26537 h 127532"/>
              <a:gd name="csX17" fmla="*/ 23491 w 128498"/>
              <a:gd name="csY17" fmla="*/ 31845 h 127532"/>
              <a:gd name="csX18" fmla="*/ 32355 w 128498"/>
              <a:gd name="csY18" fmla="*/ 49570 h 127532"/>
              <a:gd name="csX19" fmla="*/ 28799 w 128498"/>
              <a:gd name="csY19" fmla="*/ 46032 h 127532"/>
              <a:gd name="csX20" fmla="*/ 32355 w 128498"/>
              <a:gd name="csY20" fmla="*/ 42477 h 127532"/>
              <a:gd name="csX21" fmla="*/ 35894 w 128498"/>
              <a:gd name="csY21" fmla="*/ 46032 h 127532"/>
              <a:gd name="csX22" fmla="*/ 32355 w 128498"/>
              <a:gd name="csY22" fmla="*/ 49570 h 127532"/>
              <a:gd name="csX23" fmla="*/ 46528 w 128498"/>
              <a:gd name="csY23" fmla="*/ 35400 h 127532"/>
              <a:gd name="csX24" fmla="*/ 39433 w 128498"/>
              <a:gd name="csY24" fmla="*/ 28307 h 127532"/>
              <a:gd name="csX25" fmla="*/ 46528 w 128498"/>
              <a:gd name="csY25" fmla="*/ 21213 h 127532"/>
              <a:gd name="csX26" fmla="*/ 53622 w 128498"/>
              <a:gd name="csY26" fmla="*/ 28307 h 127532"/>
              <a:gd name="csX27" fmla="*/ 46528 w 128498"/>
              <a:gd name="csY27" fmla="*/ 35400 h 127532"/>
              <a:gd name="csX28" fmla="*/ 64528 w 128498"/>
              <a:gd name="csY28" fmla="*/ 91230 h 127532"/>
              <a:gd name="csX29" fmla="*/ 54218 w 128498"/>
              <a:gd name="csY29" fmla="*/ 73573 h 127532"/>
              <a:gd name="csX30" fmla="*/ 43499 w 128498"/>
              <a:gd name="csY30" fmla="*/ 67432 h 127532"/>
              <a:gd name="csX31" fmla="*/ 22709 w 128498"/>
              <a:gd name="csY31" fmla="*/ 67432 h 127532"/>
              <a:gd name="csX32" fmla="*/ 12007 w 128498"/>
              <a:gd name="csY32" fmla="*/ 73573 h 127532"/>
              <a:gd name="csX33" fmla="*/ 1697 w 128498"/>
              <a:gd name="csY33" fmla="*/ 91230 h 127532"/>
              <a:gd name="csX34" fmla="*/ 1697 w 128498"/>
              <a:gd name="csY34" fmla="*/ 103751 h 127532"/>
              <a:gd name="csX35" fmla="*/ 12007 w 128498"/>
              <a:gd name="csY35" fmla="*/ 121391 h 127532"/>
              <a:gd name="csX36" fmla="*/ 22726 w 128498"/>
              <a:gd name="csY36" fmla="*/ 127532 h 127532"/>
              <a:gd name="csX37" fmla="*/ 43499 w 128498"/>
              <a:gd name="csY37" fmla="*/ 127532 h 127532"/>
              <a:gd name="csX38" fmla="*/ 54218 w 128498"/>
              <a:gd name="csY38" fmla="*/ 121391 h 127532"/>
              <a:gd name="csX39" fmla="*/ 64528 w 128498"/>
              <a:gd name="csY39" fmla="*/ 103751 h 127532"/>
              <a:gd name="csX40" fmla="*/ 64528 w 128498"/>
              <a:gd name="csY40" fmla="*/ 91230 h 127532"/>
              <a:gd name="csX41" fmla="*/ 18166 w 128498"/>
              <a:gd name="csY41" fmla="*/ 102730 h 127532"/>
              <a:gd name="csX42" fmla="*/ 14628 w 128498"/>
              <a:gd name="csY42" fmla="*/ 99192 h 127532"/>
              <a:gd name="csX43" fmla="*/ 18166 w 128498"/>
              <a:gd name="csY43" fmla="*/ 95636 h 127532"/>
              <a:gd name="csX44" fmla="*/ 21722 w 128498"/>
              <a:gd name="csY44" fmla="*/ 99192 h 127532"/>
              <a:gd name="csX45" fmla="*/ 18166 w 128498"/>
              <a:gd name="csY45" fmla="*/ 102730 h 127532"/>
              <a:gd name="csX46" fmla="*/ 34125 w 128498"/>
              <a:gd name="csY46" fmla="*/ 116900 h 127532"/>
              <a:gd name="csX47" fmla="*/ 28799 w 128498"/>
              <a:gd name="csY47" fmla="*/ 111593 h 127532"/>
              <a:gd name="csX48" fmla="*/ 34125 w 128498"/>
              <a:gd name="csY48" fmla="*/ 106268 h 127532"/>
              <a:gd name="csX49" fmla="*/ 39433 w 128498"/>
              <a:gd name="csY49" fmla="*/ 111593 h 127532"/>
              <a:gd name="csX50" fmla="*/ 34125 w 128498"/>
              <a:gd name="csY50" fmla="*/ 116900 h 127532"/>
              <a:gd name="csX51" fmla="*/ 35894 w 128498"/>
              <a:gd name="csY51" fmla="*/ 95636 h 127532"/>
              <a:gd name="csX52" fmla="*/ 28799 w 128498"/>
              <a:gd name="csY52" fmla="*/ 88560 h 127532"/>
              <a:gd name="csX53" fmla="*/ 35894 w 128498"/>
              <a:gd name="csY53" fmla="*/ 81466 h 127532"/>
              <a:gd name="csX54" fmla="*/ 42989 w 128498"/>
              <a:gd name="csY54" fmla="*/ 88560 h 127532"/>
              <a:gd name="csX55" fmla="*/ 35894 w 128498"/>
              <a:gd name="csY55" fmla="*/ 95636 h 127532"/>
              <a:gd name="csX56" fmla="*/ 126814 w 128498"/>
              <a:gd name="csY56" fmla="*/ 59165 h 127532"/>
              <a:gd name="csX57" fmla="*/ 116504 w 128498"/>
              <a:gd name="csY57" fmla="*/ 41541 h 127532"/>
              <a:gd name="csX58" fmla="*/ 105802 w 128498"/>
              <a:gd name="csY58" fmla="*/ 35400 h 127532"/>
              <a:gd name="csX59" fmla="*/ 85080 w 128498"/>
              <a:gd name="csY59" fmla="*/ 35400 h 127532"/>
              <a:gd name="csX60" fmla="*/ 74361 w 128498"/>
              <a:gd name="csY60" fmla="*/ 41541 h 127532"/>
              <a:gd name="csX61" fmla="*/ 64068 w 128498"/>
              <a:gd name="csY61" fmla="*/ 59165 h 127532"/>
              <a:gd name="csX62" fmla="*/ 64068 w 128498"/>
              <a:gd name="csY62" fmla="*/ 71685 h 127532"/>
              <a:gd name="csX63" fmla="*/ 74361 w 128498"/>
              <a:gd name="csY63" fmla="*/ 89291 h 127532"/>
              <a:gd name="csX64" fmla="*/ 85080 w 128498"/>
              <a:gd name="csY64" fmla="*/ 95449 h 127532"/>
              <a:gd name="csX65" fmla="*/ 105802 w 128498"/>
              <a:gd name="csY65" fmla="*/ 95449 h 127532"/>
              <a:gd name="csX66" fmla="*/ 116521 w 128498"/>
              <a:gd name="csY66" fmla="*/ 89308 h 127532"/>
              <a:gd name="csX67" fmla="*/ 126814 w 128498"/>
              <a:gd name="csY67" fmla="*/ 71685 h 127532"/>
              <a:gd name="csX68" fmla="*/ 126814 w 128498"/>
              <a:gd name="csY68" fmla="*/ 59165 h 127532"/>
              <a:gd name="csX69" fmla="*/ 81966 w 128498"/>
              <a:gd name="csY69" fmla="*/ 70834 h 127532"/>
              <a:gd name="csX70" fmla="*/ 74889 w 128498"/>
              <a:gd name="csY70" fmla="*/ 63741 h 127532"/>
              <a:gd name="csX71" fmla="*/ 81966 w 128498"/>
              <a:gd name="csY71" fmla="*/ 56664 h 127532"/>
              <a:gd name="csX72" fmla="*/ 89061 w 128498"/>
              <a:gd name="csY72" fmla="*/ 63741 h 127532"/>
              <a:gd name="csX73" fmla="*/ 81966 w 128498"/>
              <a:gd name="csY73" fmla="*/ 70834 h 127532"/>
              <a:gd name="csX74" fmla="*/ 101464 w 128498"/>
              <a:gd name="csY74" fmla="*/ 85004 h 127532"/>
              <a:gd name="csX75" fmla="*/ 96156 w 128498"/>
              <a:gd name="csY75" fmla="*/ 79697 h 127532"/>
              <a:gd name="csX76" fmla="*/ 101464 w 128498"/>
              <a:gd name="csY76" fmla="*/ 74373 h 127532"/>
              <a:gd name="csX77" fmla="*/ 106789 w 128498"/>
              <a:gd name="csY77" fmla="*/ 79697 h 127532"/>
              <a:gd name="csX78" fmla="*/ 101464 w 128498"/>
              <a:gd name="csY78" fmla="*/ 85004 h 127532"/>
              <a:gd name="csX79" fmla="*/ 106789 w 128498"/>
              <a:gd name="csY79" fmla="*/ 60202 h 127532"/>
              <a:gd name="csX80" fmla="*/ 103233 w 128498"/>
              <a:gd name="csY80" fmla="*/ 56664 h 127532"/>
              <a:gd name="csX81" fmla="*/ 106789 w 128498"/>
              <a:gd name="csY81" fmla="*/ 53109 h 127532"/>
              <a:gd name="csX82" fmla="*/ 110328 w 128498"/>
              <a:gd name="csY82" fmla="*/ 56664 h 127532"/>
              <a:gd name="csX83" fmla="*/ 106789 w 128498"/>
              <a:gd name="csY83" fmla="*/ 60202 h 127532"/>
            </a:gdLst>
            <a:ahLst/>
            <a:cxnLst/>
            <a:rect l="l" t="t" r="r" b="b"/>
            <a:pathLst>
              <a:path w="100000" h="100000">
                <a:moveTo>
                  <a:pt x="53514" y="18950"/>
                </a:moveTo>
                <a:lnTo>
                  <a:pt x="45384" y="5128"/>
                </a:lnTo>
                <a:cubicBezTo>
                  <a:pt x="43663" y="2203"/>
                  <a:pt x="40472" y="376"/>
                  <a:pt x="37056" y="376"/>
                </a:cubicBezTo>
                <a:lnTo>
                  <a:pt x="20691" y="376"/>
                </a:lnTo>
                <a:cubicBezTo>
                  <a:pt x="17275" y="376"/>
                  <a:pt x="14071" y="2190"/>
                  <a:pt x="12350" y="5128"/>
                </a:cubicBezTo>
                <a:lnTo>
                  <a:pt x="4234" y="18950"/>
                </a:lnTo>
                <a:cubicBezTo>
                  <a:pt x="2473" y="21941"/>
                  <a:pt x="2473" y="25661"/>
                  <a:pt x="4234" y="28653"/>
                </a:cubicBezTo>
                <a:lnTo>
                  <a:pt x="12350" y="42474"/>
                </a:lnTo>
                <a:cubicBezTo>
                  <a:pt x="14071" y="45400"/>
                  <a:pt x="17275" y="47226"/>
                  <a:pt x="20691" y="47226"/>
                </a:cubicBezTo>
                <a:lnTo>
                  <a:pt x="37069" y="47226"/>
                </a:lnTo>
                <a:cubicBezTo>
                  <a:pt x="40472" y="47226"/>
                  <a:pt x="43676" y="45400"/>
                  <a:pt x="45398" y="42474"/>
                </a:cubicBezTo>
                <a:lnTo>
                  <a:pt x="53514" y="28653"/>
                </a:lnTo>
                <a:cubicBezTo>
                  <a:pt x="55275" y="25661"/>
                  <a:pt x="55275" y="21941"/>
                  <a:pt x="53514" y="18950"/>
                </a:cubicBezTo>
                <a:close/>
                <a:moveTo>
                  <a:pt x="18281" y="25158"/>
                </a:moveTo>
                <a:cubicBezTo>
                  <a:pt x="15991" y="25158"/>
                  <a:pt x="14137" y="23305"/>
                  <a:pt x="14137" y="21028"/>
                </a:cubicBezTo>
                <a:cubicBezTo>
                  <a:pt x="14137" y="18737"/>
                  <a:pt x="15991" y="16884"/>
                  <a:pt x="18281" y="16884"/>
                </a:cubicBezTo>
                <a:cubicBezTo>
                  <a:pt x="20559" y="16884"/>
                  <a:pt x="22412" y="18737"/>
                  <a:pt x="22412" y="21028"/>
                </a:cubicBezTo>
                <a:cubicBezTo>
                  <a:pt x="22412" y="23305"/>
                  <a:pt x="20559" y="25158"/>
                  <a:pt x="18281" y="25158"/>
                </a:cubicBezTo>
                <a:close/>
                <a:moveTo>
                  <a:pt x="25179" y="38952"/>
                </a:moveTo>
                <a:cubicBezTo>
                  <a:pt x="23657" y="38952"/>
                  <a:pt x="22412" y="37721"/>
                  <a:pt x="22412" y="36199"/>
                </a:cubicBezTo>
                <a:cubicBezTo>
                  <a:pt x="22412" y="34677"/>
                  <a:pt x="23657" y="33432"/>
                  <a:pt x="25179" y="33432"/>
                </a:cubicBezTo>
                <a:cubicBezTo>
                  <a:pt x="26702" y="33432"/>
                  <a:pt x="27934" y="34677"/>
                  <a:pt x="27934" y="36199"/>
                </a:cubicBezTo>
                <a:cubicBezTo>
                  <a:pt x="27934" y="37721"/>
                  <a:pt x="26702" y="38952"/>
                  <a:pt x="25179" y="38952"/>
                </a:cubicBezTo>
                <a:close/>
                <a:moveTo>
                  <a:pt x="36209" y="27925"/>
                </a:moveTo>
                <a:cubicBezTo>
                  <a:pt x="33164" y="27925"/>
                  <a:pt x="30688" y="25449"/>
                  <a:pt x="30688" y="22405"/>
                </a:cubicBezTo>
                <a:cubicBezTo>
                  <a:pt x="30688" y="19360"/>
                  <a:pt x="33164" y="16884"/>
                  <a:pt x="36209" y="16884"/>
                </a:cubicBezTo>
                <a:cubicBezTo>
                  <a:pt x="39254" y="16884"/>
                  <a:pt x="41730" y="19360"/>
                  <a:pt x="41730" y="22405"/>
                </a:cubicBezTo>
                <a:cubicBezTo>
                  <a:pt x="41730" y="25449"/>
                  <a:pt x="39254" y="27925"/>
                  <a:pt x="36209" y="27925"/>
                </a:cubicBezTo>
                <a:close/>
                <a:moveTo>
                  <a:pt x="50217" y="71373"/>
                </a:moveTo>
                <a:lnTo>
                  <a:pt x="42194" y="57632"/>
                </a:lnTo>
                <a:cubicBezTo>
                  <a:pt x="40472" y="54693"/>
                  <a:pt x="37281" y="52853"/>
                  <a:pt x="33852" y="52853"/>
                </a:cubicBezTo>
                <a:lnTo>
                  <a:pt x="17673" y="52853"/>
                </a:lnTo>
                <a:cubicBezTo>
                  <a:pt x="14256" y="52853"/>
                  <a:pt x="11066" y="54693"/>
                  <a:pt x="9344" y="57632"/>
                </a:cubicBezTo>
                <a:lnTo>
                  <a:pt x="1321" y="71373"/>
                </a:lnTo>
                <a:cubicBezTo>
                  <a:pt x="-440" y="74379"/>
                  <a:pt x="-440" y="78098"/>
                  <a:pt x="1321" y="81117"/>
                </a:cubicBezTo>
                <a:lnTo>
                  <a:pt x="9344" y="94845"/>
                </a:lnTo>
                <a:cubicBezTo>
                  <a:pt x="11066" y="97798"/>
                  <a:pt x="14256" y="99624"/>
                  <a:pt x="17686" y="99624"/>
                </a:cubicBezTo>
                <a:lnTo>
                  <a:pt x="33852" y="99624"/>
                </a:lnTo>
                <a:cubicBezTo>
                  <a:pt x="37281" y="99624"/>
                  <a:pt x="40472" y="97798"/>
                  <a:pt x="42194" y="94845"/>
                </a:cubicBezTo>
                <a:lnTo>
                  <a:pt x="50217" y="81117"/>
                </a:lnTo>
                <a:cubicBezTo>
                  <a:pt x="51978" y="78098"/>
                  <a:pt x="51978" y="74379"/>
                  <a:pt x="50217" y="71373"/>
                </a:cubicBezTo>
                <a:close/>
                <a:moveTo>
                  <a:pt x="14137" y="80323"/>
                </a:moveTo>
                <a:cubicBezTo>
                  <a:pt x="12615" y="80323"/>
                  <a:pt x="11384" y="79092"/>
                  <a:pt x="11384" y="77569"/>
                </a:cubicBezTo>
                <a:cubicBezTo>
                  <a:pt x="11384" y="76046"/>
                  <a:pt x="12615" y="74802"/>
                  <a:pt x="14137" y="74802"/>
                </a:cubicBezTo>
                <a:cubicBezTo>
                  <a:pt x="15660" y="74802"/>
                  <a:pt x="16905" y="76046"/>
                  <a:pt x="16905" y="77569"/>
                </a:cubicBezTo>
                <a:cubicBezTo>
                  <a:pt x="16905" y="79092"/>
                  <a:pt x="15660" y="80323"/>
                  <a:pt x="14137" y="80323"/>
                </a:cubicBezTo>
                <a:close/>
                <a:moveTo>
                  <a:pt x="26557" y="91350"/>
                </a:moveTo>
                <a:cubicBezTo>
                  <a:pt x="24267" y="91350"/>
                  <a:pt x="22412" y="89497"/>
                  <a:pt x="22412" y="87220"/>
                </a:cubicBezTo>
                <a:cubicBezTo>
                  <a:pt x="22412" y="84930"/>
                  <a:pt x="24267" y="83076"/>
                  <a:pt x="26557" y="83076"/>
                </a:cubicBezTo>
                <a:cubicBezTo>
                  <a:pt x="28834" y="83076"/>
                  <a:pt x="30688" y="84930"/>
                  <a:pt x="30688" y="87220"/>
                </a:cubicBezTo>
                <a:cubicBezTo>
                  <a:pt x="30688" y="89497"/>
                  <a:pt x="28834" y="91350"/>
                  <a:pt x="26557" y="91350"/>
                </a:cubicBezTo>
                <a:close/>
                <a:moveTo>
                  <a:pt x="27934" y="74802"/>
                </a:moveTo>
                <a:cubicBezTo>
                  <a:pt x="24888" y="74802"/>
                  <a:pt x="22412" y="72340"/>
                  <a:pt x="22412" y="69295"/>
                </a:cubicBezTo>
                <a:cubicBezTo>
                  <a:pt x="22412" y="66250"/>
                  <a:pt x="24888" y="63775"/>
                  <a:pt x="27934" y="63775"/>
                </a:cubicBezTo>
                <a:cubicBezTo>
                  <a:pt x="30979" y="63775"/>
                  <a:pt x="33455" y="66250"/>
                  <a:pt x="33455" y="69295"/>
                </a:cubicBezTo>
                <a:cubicBezTo>
                  <a:pt x="33455" y="72340"/>
                  <a:pt x="30979" y="74802"/>
                  <a:pt x="27934" y="74802"/>
                </a:cubicBezTo>
                <a:close/>
                <a:moveTo>
                  <a:pt x="98689" y="46419"/>
                </a:moveTo>
                <a:lnTo>
                  <a:pt x="90666" y="32704"/>
                </a:lnTo>
                <a:cubicBezTo>
                  <a:pt x="88945" y="29752"/>
                  <a:pt x="85754" y="27925"/>
                  <a:pt x="82337" y="27925"/>
                </a:cubicBezTo>
                <a:lnTo>
                  <a:pt x="66211" y="27925"/>
                </a:lnTo>
                <a:cubicBezTo>
                  <a:pt x="62782" y="27925"/>
                  <a:pt x="59591" y="29752"/>
                  <a:pt x="57869" y="32704"/>
                </a:cubicBezTo>
                <a:lnTo>
                  <a:pt x="49859" y="46419"/>
                </a:lnTo>
                <a:cubicBezTo>
                  <a:pt x="48099" y="49424"/>
                  <a:pt x="48099" y="53157"/>
                  <a:pt x="49859" y="56163"/>
                </a:cubicBezTo>
                <a:lnTo>
                  <a:pt x="57869" y="69864"/>
                </a:lnTo>
                <a:cubicBezTo>
                  <a:pt x="59591" y="72817"/>
                  <a:pt x="62782" y="74656"/>
                  <a:pt x="66211" y="74656"/>
                </a:cubicBezTo>
                <a:lnTo>
                  <a:pt x="82337" y="74656"/>
                </a:lnTo>
                <a:cubicBezTo>
                  <a:pt x="85754" y="74656"/>
                  <a:pt x="88945" y="72817"/>
                  <a:pt x="90679" y="69877"/>
                </a:cubicBezTo>
                <a:lnTo>
                  <a:pt x="98689" y="56163"/>
                </a:lnTo>
                <a:cubicBezTo>
                  <a:pt x="100437" y="53144"/>
                  <a:pt x="100437" y="49424"/>
                  <a:pt x="98689" y="46419"/>
                </a:cubicBezTo>
                <a:close/>
                <a:moveTo>
                  <a:pt x="63788" y="55500"/>
                </a:moveTo>
                <a:cubicBezTo>
                  <a:pt x="60743" y="55500"/>
                  <a:pt x="58280" y="53038"/>
                  <a:pt x="58280" y="49981"/>
                </a:cubicBezTo>
                <a:cubicBezTo>
                  <a:pt x="58280" y="46935"/>
                  <a:pt x="60743" y="44473"/>
                  <a:pt x="63788" y="44473"/>
                </a:cubicBezTo>
                <a:cubicBezTo>
                  <a:pt x="66834" y="44473"/>
                  <a:pt x="69309" y="46935"/>
                  <a:pt x="69309" y="49981"/>
                </a:cubicBezTo>
                <a:cubicBezTo>
                  <a:pt x="69309" y="53038"/>
                  <a:pt x="66834" y="55500"/>
                  <a:pt x="63788" y="55500"/>
                </a:cubicBezTo>
                <a:close/>
                <a:moveTo>
                  <a:pt x="78962" y="66528"/>
                </a:moveTo>
                <a:cubicBezTo>
                  <a:pt x="76684" y="66528"/>
                  <a:pt x="74831" y="64675"/>
                  <a:pt x="74831" y="62398"/>
                </a:cubicBezTo>
                <a:cubicBezTo>
                  <a:pt x="74831" y="60108"/>
                  <a:pt x="76684" y="58255"/>
                  <a:pt x="78962" y="58255"/>
                </a:cubicBezTo>
                <a:cubicBezTo>
                  <a:pt x="81252" y="58255"/>
                  <a:pt x="83106" y="60108"/>
                  <a:pt x="83106" y="62398"/>
                </a:cubicBezTo>
                <a:cubicBezTo>
                  <a:pt x="83106" y="64675"/>
                  <a:pt x="81252" y="66528"/>
                  <a:pt x="78962" y="66528"/>
                </a:cubicBezTo>
                <a:close/>
                <a:moveTo>
                  <a:pt x="83106" y="47226"/>
                </a:moveTo>
                <a:cubicBezTo>
                  <a:pt x="81583" y="47226"/>
                  <a:pt x="80338" y="45995"/>
                  <a:pt x="80338" y="44473"/>
                </a:cubicBezTo>
                <a:cubicBezTo>
                  <a:pt x="80338" y="42951"/>
                  <a:pt x="81583" y="41706"/>
                  <a:pt x="83106" y="41706"/>
                </a:cubicBezTo>
                <a:cubicBezTo>
                  <a:pt x="84628" y="41706"/>
                  <a:pt x="85860" y="42951"/>
                  <a:pt x="85860" y="44473"/>
                </a:cubicBezTo>
                <a:cubicBezTo>
                  <a:pt x="85860" y="45995"/>
                  <a:pt x="84628" y="47226"/>
                  <a:pt x="83106" y="4722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5" name="Белый — SVG 4">
            <a:extLst>
              <a:ext uri="{FF2B5EF4-FFF2-40B4-BE49-F238E27FC236}">
                <a16:creationId xmlns:a16="http://schemas.microsoft.com/office/drawing/2014/main" id="{AD374F35-5969-FF41-BE49-60EDEB43D38F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166340 w 170132"/>
              <a:gd name="csY0" fmla="*/ 21485 h 170111"/>
              <a:gd name="csX1" fmla="*/ 124381 w 170132"/>
              <a:gd name="csY1" fmla="*/ 8948 h 170111"/>
              <a:gd name="csX2" fmla="*/ 92662 w 170132"/>
              <a:gd name="csY2" fmla="*/ 18457 h 170111"/>
              <a:gd name="csX3" fmla="*/ 88611 w 170132"/>
              <a:gd name="csY3" fmla="*/ 23271 h 170111"/>
              <a:gd name="csX4" fmla="*/ 88611 w 170132"/>
              <a:gd name="csY4" fmla="*/ 16977 h 170111"/>
              <a:gd name="csX5" fmla="*/ 93927 w 170132"/>
              <a:gd name="csY5" fmla="*/ 8863 h 170111"/>
              <a:gd name="csX6" fmla="*/ 85066 w 170132"/>
              <a:gd name="csY6" fmla="*/ 0 h 170111"/>
              <a:gd name="csX7" fmla="*/ 76205 w 170132"/>
              <a:gd name="csY7" fmla="*/ 8863 h 170111"/>
              <a:gd name="csX8" fmla="*/ 81522 w 170132"/>
              <a:gd name="csY8" fmla="*/ 16977 h 170111"/>
              <a:gd name="csX9" fmla="*/ 81522 w 170132"/>
              <a:gd name="csY9" fmla="*/ 23271 h 170111"/>
              <a:gd name="csX10" fmla="*/ 77471 w 170132"/>
              <a:gd name="csY10" fmla="*/ 18440 h 170111"/>
              <a:gd name="csX11" fmla="*/ 45751 w 170132"/>
              <a:gd name="csY11" fmla="*/ 8931 h 170111"/>
              <a:gd name="csX12" fmla="*/ 3792 w 170132"/>
              <a:gd name="csY12" fmla="*/ 21485 h 170111"/>
              <a:gd name="csX13" fmla="*/ 21 w 170132"/>
              <a:gd name="csY13" fmla="*/ 26112 h 170111"/>
              <a:gd name="csX14" fmla="*/ 2938 w 170132"/>
              <a:gd name="csY14" fmla="*/ 31335 h 170111"/>
              <a:gd name="csX15" fmla="*/ 55187 w 170132"/>
              <a:gd name="csY15" fmla="*/ 42409 h 170111"/>
              <a:gd name="csX16" fmla="*/ 81522 w 170132"/>
              <a:gd name="csY16" fmla="*/ 39483 h 170111"/>
              <a:gd name="csX17" fmla="*/ 81522 w 170132"/>
              <a:gd name="csY17" fmla="*/ 67347 h 170111"/>
              <a:gd name="csX18" fmla="*/ 58891 w 170132"/>
              <a:gd name="csY18" fmla="*/ 70290 h 170111"/>
              <a:gd name="csX19" fmla="*/ 52305 w 170132"/>
              <a:gd name="csY19" fmla="*/ 68963 h 170111"/>
              <a:gd name="csX20" fmla="*/ 49636 w 170132"/>
              <a:gd name="csY20" fmla="*/ 64251 h 170111"/>
              <a:gd name="csX21" fmla="*/ 51543 w 170132"/>
              <a:gd name="csY21" fmla="*/ 58943 h 170111"/>
              <a:gd name="csX22" fmla="*/ 52830 w 170132"/>
              <a:gd name="csY22" fmla="*/ 57872 h 170111"/>
              <a:gd name="csX23" fmla="*/ 62027 w 170132"/>
              <a:gd name="csY23" fmla="*/ 60253 h 170111"/>
              <a:gd name="csX24" fmla="*/ 74433 w 170132"/>
              <a:gd name="csY24" fmla="*/ 53160 h 170111"/>
              <a:gd name="csX25" fmla="*/ 63800 w 170132"/>
              <a:gd name="csY25" fmla="*/ 46168 h 170111"/>
              <a:gd name="csX26" fmla="*/ 63800 w 170132"/>
              <a:gd name="csY26" fmla="*/ 46066 h 170111"/>
              <a:gd name="csX27" fmla="*/ 56711 w 170132"/>
              <a:gd name="csY27" fmla="*/ 46066 h 170111"/>
              <a:gd name="csX28" fmla="*/ 43791 w 170132"/>
              <a:gd name="csY28" fmla="*/ 51663 h 170111"/>
              <a:gd name="csX29" fmla="*/ 39020 w 170132"/>
              <a:gd name="csY29" fmla="*/ 64914 h 170111"/>
              <a:gd name="csX30" fmla="*/ 45996 w 170132"/>
              <a:gd name="csY30" fmla="*/ 77520 h 170111"/>
              <a:gd name="csX31" fmla="*/ 61010 w 170132"/>
              <a:gd name="csY31" fmla="*/ 80701 h 170111"/>
              <a:gd name="csX32" fmla="*/ 60255 w 170132"/>
              <a:gd name="csY32" fmla="*/ 85056 h 170111"/>
              <a:gd name="csX33" fmla="*/ 68769 w 170132"/>
              <a:gd name="csY33" fmla="*/ 98494 h 170111"/>
              <a:gd name="csX34" fmla="*/ 63800 w 170132"/>
              <a:gd name="csY34" fmla="*/ 109858 h 170111"/>
              <a:gd name="csX35" fmla="*/ 69903 w 170132"/>
              <a:gd name="csY35" fmla="*/ 122259 h 170111"/>
              <a:gd name="csX36" fmla="*/ 63800 w 170132"/>
              <a:gd name="csY36" fmla="*/ 134677 h 170111"/>
              <a:gd name="csX37" fmla="*/ 69375 w 170132"/>
              <a:gd name="csY37" fmla="*/ 146585 h 170111"/>
              <a:gd name="csX38" fmla="*/ 63800 w 170132"/>
              <a:gd name="csY38" fmla="*/ 157710 h 170111"/>
              <a:gd name="csX39" fmla="*/ 69116 w 170132"/>
              <a:gd name="csY39" fmla="*/ 163018 h 170111"/>
              <a:gd name="csX40" fmla="*/ 74433 w 170132"/>
              <a:gd name="csY40" fmla="*/ 157710 h 170111"/>
              <a:gd name="csX41" fmla="*/ 81522 w 170132"/>
              <a:gd name="csY41" fmla="*/ 152573 h 170111"/>
              <a:gd name="csX42" fmla="*/ 81522 w 170132"/>
              <a:gd name="csY42" fmla="*/ 166573 h 170111"/>
              <a:gd name="csX43" fmla="*/ 85066 w 170132"/>
              <a:gd name="csY43" fmla="*/ 170111 h 170111"/>
              <a:gd name="csX44" fmla="*/ 88611 w 170132"/>
              <a:gd name="csY44" fmla="*/ 166573 h 170111"/>
              <a:gd name="csX45" fmla="*/ 88611 w 170132"/>
              <a:gd name="csY45" fmla="*/ 152794 h 170111"/>
              <a:gd name="csX46" fmla="*/ 95700 w 170132"/>
              <a:gd name="csY46" fmla="*/ 157710 h 170111"/>
              <a:gd name="csX47" fmla="*/ 101016 w 170132"/>
              <a:gd name="csY47" fmla="*/ 163018 h 170111"/>
              <a:gd name="csX48" fmla="*/ 106333 w 170132"/>
              <a:gd name="csY48" fmla="*/ 157710 h 170111"/>
              <a:gd name="csX49" fmla="*/ 100623 w 170132"/>
              <a:gd name="csY49" fmla="*/ 146721 h 170111"/>
              <a:gd name="csX50" fmla="*/ 106333 w 170132"/>
              <a:gd name="csY50" fmla="*/ 134677 h 170111"/>
              <a:gd name="csX51" fmla="*/ 100230 w 170132"/>
              <a:gd name="csY51" fmla="*/ 122259 h 170111"/>
              <a:gd name="csX52" fmla="*/ 106333 w 170132"/>
              <a:gd name="csY52" fmla="*/ 109858 h 170111"/>
              <a:gd name="csX53" fmla="*/ 101364 w 170132"/>
              <a:gd name="csY53" fmla="*/ 98494 h 170111"/>
              <a:gd name="csX54" fmla="*/ 109878 w 170132"/>
              <a:gd name="csY54" fmla="*/ 85056 h 170111"/>
              <a:gd name="csX55" fmla="*/ 108832 w 170132"/>
              <a:gd name="csY55" fmla="*/ 79884 h 170111"/>
              <a:gd name="csX56" fmla="*/ 112281 w 170132"/>
              <a:gd name="csY56" fmla="*/ 80632 h 170111"/>
              <a:gd name="csX57" fmla="*/ 127681 w 170132"/>
              <a:gd name="csY57" fmla="*/ 77520 h 170111"/>
              <a:gd name="csX58" fmla="*/ 134657 w 170132"/>
              <a:gd name="csY58" fmla="*/ 64914 h 170111"/>
              <a:gd name="csX59" fmla="*/ 129886 w 170132"/>
              <a:gd name="csY59" fmla="*/ 51663 h 170111"/>
              <a:gd name="csX60" fmla="*/ 116967 w 170132"/>
              <a:gd name="csY60" fmla="*/ 46066 h 170111"/>
              <a:gd name="csX61" fmla="*/ 109878 w 170132"/>
              <a:gd name="csY61" fmla="*/ 46066 h 170111"/>
              <a:gd name="csX62" fmla="*/ 109878 w 170132"/>
              <a:gd name="csY62" fmla="*/ 46168 h 170111"/>
              <a:gd name="csX63" fmla="*/ 99244 w 170132"/>
              <a:gd name="csY63" fmla="*/ 53160 h 170111"/>
              <a:gd name="csX64" fmla="*/ 111650 w 170132"/>
              <a:gd name="csY64" fmla="*/ 60253 h 170111"/>
              <a:gd name="csX65" fmla="*/ 120848 w 170132"/>
              <a:gd name="csY65" fmla="*/ 57872 h 170111"/>
              <a:gd name="csX66" fmla="*/ 122134 w 170132"/>
              <a:gd name="csY66" fmla="*/ 58943 h 170111"/>
              <a:gd name="csX67" fmla="*/ 124041 w 170132"/>
              <a:gd name="csY67" fmla="*/ 64251 h 170111"/>
              <a:gd name="csX68" fmla="*/ 121372 w 170132"/>
              <a:gd name="csY68" fmla="*/ 68963 h 170111"/>
              <a:gd name="csX69" fmla="*/ 114787 w 170132"/>
              <a:gd name="csY69" fmla="*/ 70290 h 170111"/>
              <a:gd name="csX70" fmla="*/ 88611 w 170132"/>
              <a:gd name="csY70" fmla="*/ 67364 h 170111"/>
              <a:gd name="csX71" fmla="*/ 88611 w 170132"/>
              <a:gd name="csY71" fmla="*/ 39483 h 170111"/>
              <a:gd name="csX72" fmla="*/ 114946 w 170132"/>
              <a:gd name="csY72" fmla="*/ 42409 h 170111"/>
              <a:gd name="csX73" fmla="*/ 167194 w 170132"/>
              <a:gd name="csY73" fmla="*/ 31335 h 170111"/>
              <a:gd name="csX74" fmla="*/ 170112 w 170132"/>
              <a:gd name="csY74" fmla="*/ 26112 h 170111"/>
              <a:gd name="csX75" fmla="*/ 166340 w 170132"/>
              <a:gd name="csY75" fmla="*/ 21485 h 170111"/>
              <a:gd name="csX76" fmla="*/ 81522 w 170132"/>
              <a:gd name="csY76" fmla="*/ 141311 h 170111"/>
              <a:gd name="csX77" fmla="*/ 74433 w 170132"/>
              <a:gd name="csY77" fmla="*/ 134677 h 170111"/>
              <a:gd name="csX78" fmla="*/ 81522 w 170132"/>
              <a:gd name="csY78" fmla="*/ 128026 h 170111"/>
              <a:gd name="csX79" fmla="*/ 81522 w 170132"/>
              <a:gd name="csY79" fmla="*/ 141311 h 170111"/>
              <a:gd name="csX80" fmla="*/ 88611 w 170132"/>
              <a:gd name="csY80" fmla="*/ 128026 h 170111"/>
              <a:gd name="csX81" fmla="*/ 95700 w 170132"/>
              <a:gd name="csY81" fmla="*/ 134677 h 170111"/>
              <a:gd name="csX82" fmla="*/ 88611 w 170132"/>
              <a:gd name="csY82" fmla="*/ 141311 h 170111"/>
              <a:gd name="csX83" fmla="*/ 88611 w 170132"/>
              <a:gd name="csY83" fmla="*/ 128026 h 170111"/>
              <a:gd name="csX84" fmla="*/ 81522 w 170132"/>
              <a:gd name="csY84" fmla="*/ 116509 h 170111"/>
              <a:gd name="csX85" fmla="*/ 74433 w 170132"/>
              <a:gd name="csY85" fmla="*/ 109858 h 170111"/>
              <a:gd name="csX86" fmla="*/ 81522 w 170132"/>
              <a:gd name="csY86" fmla="*/ 103223 h 170111"/>
              <a:gd name="csX87" fmla="*/ 81522 w 170132"/>
              <a:gd name="csY87" fmla="*/ 116509 h 170111"/>
              <a:gd name="csX88" fmla="*/ 88611 w 170132"/>
              <a:gd name="csY88" fmla="*/ 103223 h 170111"/>
              <a:gd name="csX89" fmla="*/ 95700 w 170132"/>
              <a:gd name="csY89" fmla="*/ 109858 h 170111"/>
              <a:gd name="csX90" fmla="*/ 88611 w 170132"/>
              <a:gd name="csY90" fmla="*/ 116509 h 170111"/>
              <a:gd name="csX91" fmla="*/ 88611 w 170132"/>
              <a:gd name="csY91" fmla="*/ 103223 h 170111"/>
              <a:gd name="csX92" fmla="*/ 77481 w 170132"/>
              <a:gd name="csY92" fmla="*/ 79221 h 170111"/>
              <a:gd name="csX93" fmla="*/ 81522 w 170132"/>
              <a:gd name="csY93" fmla="*/ 78540 h 170111"/>
              <a:gd name="csX94" fmla="*/ 81522 w 170132"/>
              <a:gd name="csY94" fmla="*/ 91860 h 170111"/>
              <a:gd name="csX95" fmla="*/ 70888 w 170132"/>
              <a:gd name="csY95" fmla="*/ 85056 h 170111"/>
              <a:gd name="csX96" fmla="*/ 77481 w 170132"/>
              <a:gd name="csY96" fmla="*/ 79221 h 170111"/>
              <a:gd name="csX97" fmla="*/ 88611 w 170132"/>
              <a:gd name="csY97" fmla="*/ 78472 h 170111"/>
              <a:gd name="csX98" fmla="*/ 92329 w 170132"/>
              <a:gd name="csY98" fmla="*/ 79119 h 170111"/>
              <a:gd name="csX99" fmla="*/ 99244 w 170132"/>
              <a:gd name="csY99" fmla="*/ 85056 h 170111"/>
              <a:gd name="csX100" fmla="*/ 88611 w 170132"/>
              <a:gd name="csY100" fmla="*/ 91860 h 170111"/>
              <a:gd name="csX101" fmla="*/ 88611 w 170132"/>
              <a:gd name="csY101" fmla="*/ 78472 h 170111"/>
            </a:gdLst>
            <a:ahLst/>
            <a:cxnLst/>
            <a:rect l="l" t="t" r="r" b="b"/>
            <a:pathLst>
              <a:path w="100000" h="100000">
                <a:moveTo>
                  <a:pt x="97771" y="12635"/>
                </a:moveTo>
                <a:lnTo>
                  <a:pt x="73109" y="5266"/>
                </a:lnTo>
                <a:cubicBezTo>
                  <a:pt x="66323" y="3236"/>
                  <a:pt x="59009" y="5425"/>
                  <a:pt x="54465" y="10855"/>
                </a:cubicBezTo>
                <a:lnTo>
                  <a:pt x="52084" y="13684"/>
                </a:lnTo>
                <a:lnTo>
                  <a:pt x="52084" y="9985"/>
                </a:lnTo>
                <a:cubicBezTo>
                  <a:pt x="53921" y="9175"/>
                  <a:pt x="55208" y="7345"/>
                  <a:pt x="55208" y="5216"/>
                </a:cubicBezTo>
                <a:cubicBezTo>
                  <a:pt x="55208" y="2336"/>
                  <a:pt x="52877" y="6"/>
                  <a:pt x="50000" y="6"/>
                </a:cubicBezTo>
                <a:cubicBezTo>
                  <a:pt x="47123" y="6"/>
                  <a:pt x="44792" y="2336"/>
                  <a:pt x="44792" y="5216"/>
                </a:cubicBezTo>
                <a:cubicBezTo>
                  <a:pt x="44792" y="7345"/>
                  <a:pt x="46080" y="9175"/>
                  <a:pt x="47917" y="9985"/>
                </a:cubicBezTo>
                <a:lnTo>
                  <a:pt x="47917" y="13684"/>
                </a:lnTo>
                <a:lnTo>
                  <a:pt x="45536" y="10845"/>
                </a:lnTo>
                <a:cubicBezTo>
                  <a:pt x="40990" y="5425"/>
                  <a:pt x="33667" y="3236"/>
                  <a:pt x="26891" y="5256"/>
                </a:cubicBezTo>
                <a:lnTo>
                  <a:pt x="2229" y="12635"/>
                </a:lnTo>
                <a:cubicBezTo>
                  <a:pt x="1000" y="13004"/>
                  <a:pt x="122" y="14085"/>
                  <a:pt x="12" y="15354"/>
                </a:cubicBezTo>
                <a:cubicBezTo>
                  <a:pt x="-101" y="16634"/>
                  <a:pt x="581" y="17854"/>
                  <a:pt x="1727" y="18424"/>
                </a:cubicBezTo>
                <a:cubicBezTo>
                  <a:pt x="2410" y="18764"/>
                  <a:pt x="15002" y="24933"/>
                  <a:pt x="32438" y="24933"/>
                </a:cubicBezTo>
                <a:cubicBezTo>
                  <a:pt x="37271" y="24933"/>
                  <a:pt x="42490" y="24413"/>
                  <a:pt x="47917" y="23213"/>
                </a:cubicBezTo>
                <a:lnTo>
                  <a:pt x="47917" y="39591"/>
                </a:lnTo>
                <a:cubicBezTo>
                  <a:pt x="41936" y="39561"/>
                  <a:pt x="36881" y="40771"/>
                  <a:pt x="34615" y="41321"/>
                </a:cubicBezTo>
                <a:cubicBezTo>
                  <a:pt x="33285" y="41641"/>
                  <a:pt x="31842" y="41351"/>
                  <a:pt x="30744" y="40541"/>
                </a:cubicBezTo>
                <a:cubicBezTo>
                  <a:pt x="30198" y="40141"/>
                  <a:pt x="29267" y="39252"/>
                  <a:pt x="29175" y="37772"/>
                </a:cubicBezTo>
                <a:cubicBezTo>
                  <a:pt x="29102" y="36602"/>
                  <a:pt x="29500" y="35492"/>
                  <a:pt x="30296" y="34652"/>
                </a:cubicBezTo>
                <a:cubicBezTo>
                  <a:pt x="30525" y="34402"/>
                  <a:pt x="30781" y="34202"/>
                  <a:pt x="31052" y="34022"/>
                </a:cubicBezTo>
                <a:cubicBezTo>
                  <a:pt x="32387" y="34872"/>
                  <a:pt x="34304" y="35422"/>
                  <a:pt x="36458" y="35422"/>
                </a:cubicBezTo>
                <a:cubicBezTo>
                  <a:pt x="40486" y="35422"/>
                  <a:pt x="43750" y="33552"/>
                  <a:pt x="43750" y="31252"/>
                </a:cubicBezTo>
                <a:cubicBezTo>
                  <a:pt x="43750" y="29152"/>
                  <a:pt x="41029" y="27433"/>
                  <a:pt x="37500" y="27143"/>
                </a:cubicBezTo>
                <a:lnTo>
                  <a:pt x="37500" y="27083"/>
                </a:lnTo>
                <a:lnTo>
                  <a:pt x="33334" y="27083"/>
                </a:lnTo>
                <a:cubicBezTo>
                  <a:pt x="30469" y="27083"/>
                  <a:pt x="27702" y="28282"/>
                  <a:pt x="25739" y="30373"/>
                </a:cubicBezTo>
                <a:cubicBezTo>
                  <a:pt x="23750" y="32492"/>
                  <a:pt x="22754" y="35252"/>
                  <a:pt x="22935" y="38161"/>
                </a:cubicBezTo>
                <a:cubicBezTo>
                  <a:pt x="23119" y="41091"/>
                  <a:pt x="24614" y="43791"/>
                  <a:pt x="27035" y="45571"/>
                </a:cubicBezTo>
                <a:cubicBezTo>
                  <a:pt x="29579" y="47451"/>
                  <a:pt x="32777" y="48121"/>
                  <a:pt x="35860" y="47441"/>
                </a:cubicBezTo>
                <a:cubicBezTo>
                  <a:pt x="35581" y="48260"/>
                  <a:pt x="35417" y="49110"/>
                  <a:pt x="35417" y="50000"/>
                </a:cubicBezTo>
                <a:cubicBezTo>
                  <a:pt x="35417" y="53200"/>
                  <a:pt x="37344" y="56009"/>
                  <a:pt x="40421" y="57899"/>
                </a:cubicBezTo>
                <a:cubicBezTo>
                  <a:pt x="38600" y="59709"/>
                  <a:pt x="37500" y="62039"/>
                  <a:pt x="37500" y="64578"/>
                </a:cubicBezTo>
                <a:cubicBezTo>
                  <a:pt x="37500" y="67418"/>
                  <a:pt x="38873" y="69988"/>
                  <a:pt x="41088" y="71867"/>
                </a:cubicBezTo>
                <a:cubicBezTo>
                  <a:pt x="38873" y="73757"/>
                  <a:pt x="37500" y="76327"/>
                  <a:pt x="37500" y="79166"/>
                </a:cubicBezTo>
                <a:cubicBezTo>
                  <a:pt x="37500" y="81866"/>
                  <a:pt x="38748" y="84316"/>
                  <a:pt x="40777" y="86166"/>
                </a:cubicBezTo>
                <a:cubicBezTo>
                  <a:pt x="38479" y="88135"/>
                  <a:pt x="37500" y="90725"/>
                  <a:pt x="37500" y="92705"/>
                </a:cubicBezTo>
                <a:cubicBezTo>
                  <a:pt x="37500" y="94425"/>
                  <a:pt x="38900" y="95825"/>
                  <a:pt x="40625" y="95825"/>
                </a:cubicBezTo>
                <a:cubicBezTo>
                  <a:pt x="42350" y="95825"/>
                  <a:pt x="43750" y="94425"/>
                  <a:pt x="43750" y="92705"/>
                </a:cubicBezTo>
                <a:cubicBezTo>
                  <a:pt x="43750" y="92675"/>
                  <a:pt x="43958" y="90225"/>
                  <a:pt x="47917" y="89685"/>
                </a:cubicBezTo>
                <a:lnTo>
                  <a:pt x="47917" y="97914"/>
                </a:lnTo>
                <a:cubicBezTo>
                  <a:pt x="47917" y="99064"/>
                  <a:pt x="48848" y="99994"/>
                  <a:pt x="50000" y="99994"/>
                </a:cubicBezTo>
                <a:cubicBezTo>
                  <a:pt x="51152" y="99994"/>
                  <a:pt x="52084" y="99064"/>
                  <a:pt x="52084" y="97914"/>
                </a:cubicBezTo>
                <a:lnTo>
                  <a:pt x="52084" y="89815"/>
                </a:lnTo>
                <a:cubicBezTo>
                  <a:pt x="55440" y="90425"/>
                  <a:pt x="56250" y="92165"/>
                  <a:pt x="56250" y="92705"/>
                </a:cubicBezTo>
                <a:cubicBezTo>
                  <a:pt x="56250" y="94425"/>
                  <a:pt x="57651" y="95825"/>
                  <a:pt x="59375" y="95825"/>
                </a:cubicBezTo>
                <a:cubicBezTo>
                  <a:pt x="61100" y="95825"/>
                  <a:pt x="62500" y="94425"/>
                  <a:pt x="62500" y="92705"/>
                </a:cubicBezTo>
                <a:cubicBezTo>
                  <a:pt x="62500" y="90695"/>
                  <a:pt x="61505" y="88165"/>
                  <a:pt x="59144" y="86246"/>
                </a:cubicBezTo>
                <a:cubicBezTo>
                  <a:pt x="61219" y="84386"/>
                  <a:pt x="62500" y="81896"/>
                  <a:pt x="62500" y="79166"/>
                </a:cubicBezTo>
                <a:cubicBezTo>
                  <a:pt x="62500" y="76327"/>
                  <a:pt x="61127" y="73757"/>
                  <a:pt x="58913" y="71867"/>
                </a:cubicBezTo>
                <a:cubicBezTo>
                  <a:pt x="61127" y="69988"/>
                  <a:pt x="62500" y="67418"/>
                  <a:pt x="62500" y="64578"/>
                </a:cubicBezTo>
                <a:cubicBezTo>
                  <a:pt x="62500" y="62039"/>
                  <a:pt x="61401" y="59709"/>
                  <a:pt x="59580" y="57899"/>
                </a:cubicBezTo>
                <a:cubicBezTo>
                  <a:pt x="62657" y="56009"/>
                  <a:pt x="64584" y="53200"/>
                  <a:pt x="64584" y="50000"/>
                </a:cubicBezTo>
                <a:cubicBezTo>
                  <a:pt x="64584" y="48940"/>
                  <a:pt x="64367" y="47920"/>
                  <a:pt x="63969" y="46960"/>
                </a:cubicBezTo>
                <a:cubicBezTo>
                  <a:pt x="64880" y="47140"/>
                  <a:pt x="65590" y="47301"/>
                  <a:pt x="65996" y="47400"/>
                </a:cubicBezTo>
                <a:cubicBezTo>
                  <a:pt x="69134" y="48150"/>
                  <a:pt x="72442" y="47500"/>
                  <a:pt x="75048" y="45571"/>
                </a:cubicBezTo>
                <a:cubicBezTo>
                  <a:pt x="77469" y="43791"/>
                  <a:pt x="78965" y="41091"/>
                  <a:pt x="79149" y="38161"/>
                </a:cubicBezTo>
                <a:cubicBezTo>
                  <a:pt x="79330" y="35252"/>
                  <a:pt x="78334" y="32482"/>
                  <a:pt x="76344" y="30373"/>
                </a:cubicBezTo>
                <a:cubicBezTo>
                  <a:pt x="74382" y="28282"/>
                  <a:pt x="71615" y="27083"/>
                  <a:pt x="68751" y="27083"/>
                </a:cubicBezTo>
                <a:lnTo>
                  <a:pt x="64584" y="27083"/>
                </a:lnTo>
                <a:lnTo>
                  <a:pt x="64584" y="27143"/>
                </a:lnTo>
                <a:cubicBezTo>
                  <a:pt x="61054" y="27443"/>
                  <a:pt x="58334" y="29152"/>
                  <a:pt x="58334" y="31252"/>
                </a:cubicBezTo>
                <a:cubicBezTo>
                  <a:pt x="58334" y="33552"/>
                  <a:pt x="61598" y="35422"/>
                  <a:pt x="65626" y="35422"/>
                </a:cubicBezTo>
                <a:cubicBezTo>
                  <a:pt x="67780" y="35422"/>
                  <a:pt x="69696" y="34872"/>
                  <a:pt x="71032" y="34022"/>
                </a:cubicBezTo>
                <a:cubicBezTo>
                  <a:pt x="71302" y="34202"/>
                  <a:pt x="71559" y="34402"/>
                  <a:pt x="71788" y="34652"/>
                </a:cubicBezTo>
                <a:cubicBezTo>
                  <a:pt x="72584" y="35492"/>
                  <a:pt x="72982" y="36602"/>
                  <a:pt x="72909" y="37772"/>
                </a:cubicBezTo>
                <a:cubicBezTo>
                  <a:pt x="72817" y="39252"/>
                  <a:pt x="71886" y="40141"/>
                  <a:pt x="71340" y="40541"/>
                </a:cubicBezTo>
                <a:cubicBezTo>
                  <a:pt x="70244" y="41351"/>
                  <a:pt x="68794" y="41651"/>
                  <a:pt x="67469" y="41321"/>
                </a:cubicBezTo>
                <a:cubicBezTo>
                  <a:pt x="65055" y="40741"/>
                  <a:pt x="58927" y="39461"/>
                  <a:pt x="52084" y="39601"/>
                </a:cubicBezTo>
                <a:lnTo>
                  <a:pt x="52084" y="23213"/>
                </a:lnTo>
                <a:cubicBezTo>
                  <a:pt x="57511" y="24413"/>
                  <a:pt x="62730" y="24933"/>
                  <a:pt x="67563" y="24933"/>
                </a:cubicBezTo>
                <a:cubicBezTo>
                  <a:pt x="84996" y="24933"/>
                  <a:pt x="97590" y="18764"/>
                  <a:pt x="98273" y="18424"/>
                </a:cubicBezTo>
                <a:cubicBezTo>
                  <a:pt x="99419" y="17854"/>
                  <a:pt x="100101" y="16634"/>
                  <a:pt x="99988" y="15354"/>
                </a:cubicBezTo>
                <a:cubicBezTo>
                  <a:pt x="99878" y="14085"/>
                  <a:pt x="99001" y="13004"/>
                  <a:pt x="97771" y="12635"/>
                </a:cubicBezTo>
                <a:close/>
                <a:moveTo>
                  <a:pt x="47917" y="83066"/>
                </a:moveTo>
                <a:cubicBezTo>
                  <a:pt x="45521" y="82476"/>
                  <a:pt x="43750" y="80936"/>
                  <a:pt x="43750" y="79166"/>
                </a:cubicBezTo>
                <a:cubicBezTo>
                  <a:pt x="43750" y="77387"/>
                  <a:pt x="45521" y="75847"/>
                  <a:pt x="47917" y="75257"/>
                </a:cubicBezTo>
                <a:lnTo>
                  <a:pt x="47917" y="83066"/>
                </a:lnTo>
                <a:close/>
                <a:moveTo>
                  <a:pt x="52084" y="75257"/>
                </a:moveTo>
                <a:cubicBezTo>
                  <a:pt x="54479" y="75847"/>
                  <a:pt x="56250" y="77387"/>
                  <a:pt x="56250" y="79166"/>
                </a:cubicBezTo>
                <a:cubicBezTo>
                  <a:pt x="56250" y="80936"/>
                  <a:pt x="54479" y="82476"/>
                  <a:pt x="52084" y="83066"/>
                </a:cubicBezTo>
                <a:lnTo>
                  <a:pt x="52084" y="75257"/>
                </a:lnTo>
                <a:close/>
                <a:moveTo>
                  <a:pt x="47917" y="68488"/>
                </a:moveTo>
                <a:cubicBezTo>
                  <a:pt x="45521" y="67898"/>
                  <a:pt x="43750" y="66358"/>
                  <a:pt x="43750" y="64578"/>
                </a:cubicBezTo>
                <a:cubicBezTo>
                  <a:pt x="43750" y="62809"/>
                  <a:pt x="45521" y="61269"/>
                  <a:pt x="47917" y="60678"/>
                </a:cubicBezTo>
                <a:lnTo>
                  <a:pt x="47917" y="68488"/>
                </a:lnTo>
                <a:close/>
                <a:moveTo>
                  <a:pt x="52084" y="60678"/>
                </a:moveTo>
                <a:cubicBezTo>
                  <a:pt x="54479" y="61269"/>
                  <a:pt x="56250" y="62809"/>
                  <a:pt x="56250" y="64578"/>
                </a:cubicBezTo>
                <a:cubicBezTo>
                  <a:pt x="56250" y="66358"/>
                  <a:pt x="54479" y="67898"/>
                  <a:pt x="52084" y="68488"/>
                </a:cubicBezTo>
                <a:lnTo>
                  <a:pt x="52084" y="60678"/>
                </a:lnTo>
                <a:close/>
                <a:moveTo>
                  <a:pt x="45542" y="46571"/>
                </a:moveTo>
                <a:cubicBezTo>
                  <a:pt x="46325" y="46400"/>
                  <a:pt x="47119" y="46270"/>
                  <a:pt x="47917" y="46170"/>
                </a:cubicBezTo>
                <a:lnTo>
                  <a:pt x="47917" y="54000"/>
                </a:lnTo>
                <a:cubicBezTo>
                  <a:pt x="44279" y="53459"/>
                  <a:pt x="41666" y="51630"/>
                  <a:pt x="41666" y="50000"/>
                </a:cubicBezTo>
                <a:cubicBezTo>
                  <a:pt x="41666" y="48750"/>
                  <a:pt x="43200" y="47390"/>
                  <a:pt x="45542" y="46571"/>
                </a:cubicBezTo>
                <a:close/>
                <a:moveTo>
                  <a:pt x="52084" y="46130"/>
                </a:moveTo>
                <a:cubicBezTo>
                  <a:pt x="52811" y="46230"/>
                  <a:pt x="53540" y="46361"/>
                  <a:pt x="54269" y="46511"/>
                </a:cubicBezTo>
                <a:cubicBezTo>
                  <a:pt x="56715" y="47321"/>
                  <a:pt x="58334" y="48720"/>
                  <a:pt x="58334" y="50000"/>
                </a:cubicBezTo>
                <a:cubicBezTo>
                  <a:pt x="58334" y="51630"/>
                  <a:pt x="55721" y="53459"/>
                  <a:pt x="52084" y="54000"/>
                </a:cubicBezTo>
                <a:lnTo>
                  <a:pt x="52084" y="4613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6" name="Белый — SVG 5">
            <a:extLst>
              <a:ext uri="{FF2B5EF4-FFF2-40B4-BE49-F238E27FC236}">
                <a16:creationId xmlns:a16="http://schemas.microsoft.com/office/drawing/2014/main" id="{F091005D-D76B-9643-8A53-35653292F5E5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19494 w 120511"/>
              <a:gd name="csY0" fmla="*/ 0 h 155940"/>
              <a:gd name="csX1" fmla="*/ 7089 w 120511"/>
              <a:gd name="csY1" fmla="*/ 12401 h 155940"/>
              <a:gd name="csX2" fmla="*/ 7089 w 120511"/>
              <a:gd name="csY2" fmla="*/ 63792 h 155940"/>
              <a:gd name="csX3" fmla="*/ 7089 w 120511"/>
              <a:gd name="csY3" fmla="*/ 65561 h 155940"/>
              <a:gd name="csX4" fmla="*/ 7089 w 120511"/>
              <a:gd name="csY4" fmla="*/ 78881 h 155940"/>
              <a:gd name="csX5" fmla="*/ 0 w 120511"/>
              <a:gd name="csY5" fmla="*/ 92149 h 155940"/>
              <a:gd name="csX6" fmla="*/ 13895 w 120511"/>
              <a:gd name="csY6" fmla="*/ 109092 h 155940"/>
              <a:gd name="csX7" fmla="*/ 29796 w 120511"/>
              <a:gd name="csY7" fmla="*/ 141158 h 155940"/>
              <a:gd name="csX8" fmla="*/ 60256 w 120511"/>
              <a:gd name="csY8" fmla="*/ 155941 h 155940"/>
              <a:gd name="csX9" fmla="*/ 90716 w 120511"/>
              <a:gd name="csY9" fmla="*/ 141158 h 155940"/>
              <a:gd name="csX10" fmla="*/ 106618 w 120511"/>
              <a:gd name="csY10" fmla="*/ 109092 h 155940"/>
              <a:gd name="csX11" fmla="*/ 120511 w 120511"/>
              <a:gd name="csY11" fmla="*/ 92149 h 155940"/>
              <a:gd name="csX12" fmla="*/ 113423 w 120511"/>
              <a:gd name="csY12" fmla="*/ 78914 h 155940"/>
              <a:gd name="csX13" fmla="*/ 113423 w 120511"/>
              <a:gd name="csY13" fmla="*/ 65561 h 155940"/>
              <a:gd name="csX14" fmla="*/ 113423 w 120511"/>
              <a:gd name="csY14" fmla="*/ 63792 h 155940"/>
              <a:gd name="csX15" fmla="*/ 113423 w 120511"/>
              <a:gd name="csY15" fmla="*/ 12401 h 155940"/>
              <a:gd name="csX16" fmla="*/ 101017 w 120511"/>
              <a:gd name="csY16" fmla="*/ 0 h 155940"/>
              <a:gd name="csX17" fmla="*/ 19494 w 120511"/>
              <a:gd name="csY17" fmla="*/ 0 h 155940"/>
              <a:gd name="csX18" fmla="*/ 58484 w 120511"/>
              <a:gd name="csY18" fmla="*/ 21264 h 155940"/>
              <a:gd name="csX19" fmla="*/ 63800 w 120511"/>
              <a:gd name="csY19" fmla="*/ 26571 h 155940"/>
              <a:gd name="csX20" fmla="*/ 63800 w 120511"/>
              <a:gd name="csY20" fmla="*/ 31896 h 155940"/>
              <a:gd name="csX21" fmla="*/ 69117 w 120511"/>
              <a:gd name="csY21" fmla="*/ 31896 h 155940"/>
              <a:gd name="csX22" fmla="*/ 74434 w 120511"/>
              <a:gd name="csY22" fmla="*/ 37203 h 155940"/>
              <a:gd name="csX23" fmla="*/ 69117 w 120511"/>
              <a:gd name="csY23" fmla="*/ 42528 h 155940"/>
              <a:gd name="csX24" fmla="*/ 63800 w 120511"/>
              <a:gd name="csY24" fmla="*/ 42528 h 155940"/>
              <a:gd name="csX25" fmla="*/ 63800 w 120511"/>
              <a:gd name="csY25" fmla="*/ 47835 h 155940"/>
              <a:gd name="csX26" fmla="*/ 58484 w 120511"/>
              <a:gd name="csY26" fmla="*/ 53160 h 155940"/>
              <a:gd name="csX27" fmla="*/ 53167 w 120511"/>
              <a:gd name="csY27" fmla="*/ 47835 h 155940"/>
              <a:gd name="csX28" fmla="*/ 53167 w 120511"/>
              <a:gd name="csY28" fmla="*/ 42528 h 155940"/>
              <a:gd name="csX29" fmla="*/ 47850 w 120511"/>
              <a:gd name="csY29" fmla="*/ 42528 h 155940"/>
              <a:gd name="csX30" fmla="*/ 42534 w 120511"/>
              <a:gd name="csY30" fmla="*/ 37203 h 155940"/>
              <a:gd name="csX31" fmla="*/ 47850 w 120511"/>
              <a:gd name="csY31" fmla="*/ 31896 h 155940"/>
              <a:gd name="csX32" fmla="*/ 53167 w 120511"/>
              <a:gd name="csY32" fmla="*/ 31896 h 155940"/>
              <a:gd name="csX33" fmla="*/ 53167 w 120511"/>
              <a:gd name="csY33" fmla="*/ 26571 h 155940"/>
              <a:gd name="csX34" fmla="*/ 58484 w 120511"/>
              <a:gd name="csY34" fmla="*/ 21264 h 155940"/>
              <a:gd name="csX35" fmla="*/ 17723 w 120511"/>
              <a:gd name="csY35" fmla="*/ 70885 h 155940"/>
              <a:gd name="csX36" fmla="*/ 102790 w 120511"/>
              <a:gd name="csY36" fmla="*/ 70885 h 155940"/>
              <a:gd name="csX37" fmla="*/ 102790 w 120511"/>
              <a:gd name="csY37" fmla="*/ 81075 h 155940"/>
              <a:gd name="csX38" fmla="*/ 103610 w 120511"/>
              <a:gd name="csY38" fmla="*/ 83916 h 155940"/>
              <a:gd name="csX39" fmla="*/ 105822 w 120511"/>
              <a:gd name="csY39" fmla="*/ 85889 h 155940"/>
              <a:gd name="csX40" fmla="*/ 109878 w 120511"/>
              <a:gd name="csY40" fmla="*/ 92149 h 155940"/>
              <a:gd name="csX41" fmla="*/ 102790 w 120511"/>
              <a:gd name="csY41" fmla="*/ 99226 h 155940"/>
              <a:gd name="csX42" fmla="*/ 102576 w 120511"/>
              <a:gd name="csY42" fmla="*/ 99209 h 155940"/>
              <a:gd name="csX43" fmla="*/ 99222 w 120511"/>
              <a:gd name="csY43" fmla="*/ 100400 h 155940"/>
              <a:gd name="csX44" fmla="*/ 97369 w 120511"/>
              <a:gd name="csY44" fmla="*/ 103428 h 155940"/>
              <a:gd name="csX45" fmla="*/ 82825 w 120511"/>
              <a:gd name="csY45" fmla="*/ 134014 h 155940"/>
              <a:gd name="csX46" fmla="*/ 60256 w 120511"/>
              <a:gd name="csY46" fmla="*/ 145309 h 155940"/>
              <a:gd name="csX47" fmla="*/ 37688 w 120511"/>
              <a:gd name="csY47" fmla="*/ 134014 h 155940"/>
              <a:gd name="csX48" fmla="*/ 23143 w 120511"/>
              <a:gd name="csY48" fmla="*/ 103428 h 155940"/>
              <a:gd name="csX49" fmla="*/ 21289 w 120511"/>
              <a:gd name="csY49" fmla="*/ 100400 h 155940"/>
              <a:gd name="csX50" fmla="*/ 17937 w 120511"/>
              <a:gd name="csY50" fmla="*/ 99209 h 155940"/>
              <a:gd name="csX51" fmla="*/ 17723 w 120511"/>
              <a:gd name="csY51" fmla="*/ 99226 h 155940"/>
              <a:gd name="csX52" fmla="*/ 10633 w 120511"/>
              <a:gd name="csY52" fmla="*/ 92149 h 155940"/>
              <a:gd name="csX53" fmla="*/ 14683 w 120511"/>
              <a:gd name="csY53" fmla="*/ 85838 h 155940"/>
              <a:gd name="csX54" fmla="*/ 16899 w 120511"/>
              <a:gd name="csY54" fmla="*/ 83865 h 155940"/>
              <a:gd name="csX55" fmla="*/ 17723 w 120511"/>
              <a:gd name="csY55" fmla="*/ 81024 h 155940"/>
              <a:gd name="csX56" fmla="*/ 17723 w 120511"/>
              <a:gd name="csY56" fmla="*/ 70885 h 155940"/>
              <a:gd name="csX57" fmla="*/ 42534 w 120511"/>
              <a:gd name="csY57" fmla="*/ 85056 h 155940"/>
              <a:gd name="csX58" fmla="*/ 37521 w 120511"/>
              <a:gd name="csY58" fmla="*/ 87131 h 155940"/>
              <a:gd name="csX59" fmla="*/ 35444 w 120511"/>
              <a:gd name="csY59" fmla="*/ 92149 h 155940"/>
              <a:gd name="csX60" fmla="*/ 37521 w 120511"/>
              <a:gd name="csY60" fmla="*/ 97151 h 155940"/>
              <a:gd name="csX61" fmla="*/ 42534 w 120511"/>
              <a:gd name="csY61" fmla="*/ 99226 h 155940"/>
              <a:gd name="csX62" fmla="*/ 47546 w 120511"/>
              <a:gd name="csY62" fmla="*/ 97151 h 155940"/>
              <a:gd name="csX63" fmla="*/ 49623 w 120511"/>
              <a:gd name="csY63" fmla="*/ 92149 h 155940"/>
              <a:gd name="csX64" fmla="*/ 47546 w 120511"/>
              <a:gd name="csY64" fmla="*/ 87131 h 155940"/>
              <a:gd name="csX65" fmla="*/ 42534 w 120511"/>
              <a:gd name="csY65" fmla="*/ 85056 h 155940"/>
              <a:gd name="csX66" fmla="*/ 77978 w 120511"/>
              <a:gd name="csY66" fmla="*/ 85056 h 155940"/>
              <a:gd name="csX67" fmla="*/ 72965 w 120511"/>
              <a:gd name="csY67" fmla="*/ 87131 h 155940"/>
              <a:gd name="csX68" fmla="*/ 70890 w 120511"/>
              <a:gd name="csY68" fmla="*/ 92149 h 155940"/>
              <a:gd name="csX69" fmla="*/ 72965 w 120511"/>
              <a:gd name="csY69" fmla="*/ 97151 h 155940"/>
              <a:gd name="csX70" fmla="*/ 77978 w 120511"/>
              <a:gd name="csY70" fmla="*/ 99226 h 155940"/>
              <a:gd name="csX71" fmla="*/ 82991 w 120511"/>
              <a:gd name="csY71" fmla="*/ 97151 h 155940"/>
              <a:gd name="csX72" fmla="*/ 85067 w 120511"/>
              <a:gd name="csY72" fmla="*/ 92149 h 155940"/>
              <a:gd name="csX73" fmla="*/ 82991 w 120511"/>
              <a:gd name="csY73" fmla="*/ 87131 h 155940"/>
              <a:gd name="csX74" fmla="*/ 77978 w 120511"/>
              <a:gd name="csY74" fmla="*/ 85056 h 155940"/>
            </a:gdLst>
            <a:ahLst/>
            <a:cxnLst/>
            <a:rect l="l" t="t" r="r" b="b"/>
            <a:pathLst>
              <a:path w="100000" h="100000">
                <a:moveTo>
                  <a:pt x="23861" y="0"/>
                </a:moveTo>
                <a:cubicBezTo>
                  <a:pt x="19474" y="0"/>
                  <a:pt x="15906" y="3567"/>
                  <a:pt x="15906" y="7952"/>
                </a:cubicBezTo>
                <a:lnTo>
                  <a:pt x="15906" y="40908"/>
                </a:lnTo>
                <a:lnTo>
                  <a:pt x="15906" y="42042"/>
                </a:lnTo>
                <a:lnTo>
                  <a:pt x="15906" y="50584"/>
                </a:lnTo>
                <a:cubicBezTo>
                  <a:pt x="13314" y="52657"/>
                  <a:pt x="11360" y="55525"/>
                  <a:pt x="11360" y="59093"/>
                </a:cubicBezTo>
                <a:cubicBezTo>
                  <a:pt x="11360" y="64460"/>
                  <a:pt x="15234" y="68791"/>
                  <a:pt x="20270" y="69958"/>
                </a:cubicBezTo>
                <a:cubicBezTo>
                  <a:pt x="22307" y="78030"/>
                  <a:pt x="25695" y="85230"/>
                  <a:pt x="30467" y="90521"/>
                </a:cubicBezTo>
                <a:cubicBezTo>
                  <a:pt x="35699" y="96313"/>
                  <a:pt x="42515" y="100001"/>
                  <a:pt x="50000" y="100001"/>
                </a:cubicBezTo>
                <a:cubicBezTo>
                  <a:pt x="57485" y="100001"/>
                  <a:pt x="64301" y="96313"/>
                  <a:pt x="69533" y="90521"/>
                </a:cubicBezTo>
                <a:cubicBezTo>
                  <a:pt x="74305" y="85230"/>
                  <a:pt x="77693" y="78030"/>
                  <a:pt x="79731" y="69958"/>
                </a:cubicBezTo>
                <a:cubicBezTo>
                  <a:pt x="84766" y="68791"/>
                  <a:pt x="88640" y="64460"/>
                  <a:pt x="88640" y="59093"/>
                </a:cubicBezTo>
                <a:cubicBezTo>
                  <a:pt x="88640" y="55525"/>
                  <a:pt x="86680" y="52668"/>
                  <a:pt x="84095" y="50605"/>
                </a:cubicBezTo>
                <a:lnTo>
                  <a:pt x="84095" y="42042"/>
                </a:lnTo>
                <a:lnTo>
                  <a:pt x="84095" y="40908"/>
                </a:lnTo>
                <a:lnTo>
                  <a:pt x="84095" y="7952"/>
                </a:lnTo>
                <a:cubicBezTo>
                  <a:pt x="84095" y="3567"/>
                  <a:pt x="80526" y="0"/>
                  <a:pt x="76139" y="0"/>
                </a:cubicBezTo>
                <a:lnTo>
                  <a:pt x="23861" y="0"/>
                </a:lnTo>
                <a:close/>
                <a:moveTo>
                  <a:pt x="48864" y="13636"/>
                </a:moveTo>
                <a:cubicBezTo>
                  <a:pt x="50745" y="13636"/>
                  <a:pt x="52273" y="15163"/>
                  <a:pt x="52273" y="17039"/>
                </a:cubicBezTo>
                <a:lnTo>
                  <a:pt x="52273" y="20454"/>
                </a:lnTo>
                <a:lnTo>
                  <a:pt x="55683" y="20454"/>
                </a:lnTo>
                <a:cubicBezTo>
                  <a:pt x="57565" y="20454"/>
                  <a:pt x="59092" y="21981"/>
                  <a:pt x="59092" y="23857"/>
                </a:cubicBezTo>
                <a:cubicBezTo>
                  <a:pt x="59092" y="25745"/>
                  <a:pt x="57565" y="27272"/>
                  <a:pt x="55683" y="27272"/>
                </a:cubicBezTo>
                <a:lnTo>
                  <a:pt x="52273" y="27272"/>
                </a:lnTo>
                <a:lnTo>
                  <a:pt x="52273" y="30675"/>
                </a:lnTo>
                <a:cubicBezTo>
                  <a:pt x="52273" y="32563"/>
                  <a:pt x="50745" y="34090"/>
                  <a:pt x="48864" y="34090"/>
                </a:cubicBezTo>
                <a:cubicBezTo>
                  <a:pt x="46982" y="34090"/>
                  <a:pt x="45454" y="32563"/>
                  <a:pt x="45454" y="30675"/>
                </a:cubicBezTo>
                <a:lnTo>
                  <a:pt x="45454" y="27272"/>
                </a:lnTo>
                <a:lnTo>
                  <a:pt x="42045" y="27272"/>
                </a:lnTo>
                <a:cubicBezTo>
                  <a:pt x="40163" y="27272"/>
                  <a:pt x="38636" y="25745"/>
                  <a:pt x="38636" y="23857"/>
                </a:cubicBezTo>
                <a:cubicBezTo>
                  <a:pt x="38636" y="21981"/>
                  <a:pt x="40163" y="20454"/>
                  <a:pt x="42045" y="20454"/>
                </a:cubicBezTo>
                <a:lnTo>
                  <a:pt x="45454" y="20454"/>
                </a:lnTo>
                <a:lnTo>
                  <a:pt x="45454" y="17039"/>
                </a:lnTo>
                <a:cubicBezTo>
                  <a:pt x="45454" y="15163"/>
                  <a:pt x="46982" y="13636"/>
                  <a:pt x="48864" y="13636"/>
                </a:cubicBezTo>
                <a:close/>
                <a:moveTo>
                  <a:pt x="22725" y="45457"/>
                </a:moveTo>
                <a:lnTo>
                  <a:pt x="77276" y="45457"/>
                </a:lnTo>
                <a:lnTo>
                  <a:pt x="77276" y="51991"/>
                </a:lnTo>
                <a:cubicBezTo>
                  <a:pt x="77275" y="52646"/>
                  <a:pt x="77458" y="53267"/>
                  <a:pt x="77802" y="53813"/>
                </a:cubicBezTo>
                <a:cubicBezTo>
                  <a:pt x="78146" y="54358"/>
                  <a:pt x="78638" y="54795"/>
                  <a:pt x="79221" y="55078"/>
                </a:cubicBezTo>
                <a:cubicBezTo>
                  <a:pt x="80781" y="55820"/>
                  <a:pt x="81822" y="57282"/>
                  <a:pt x="81822" y="59093"/>
                </a:cubicBezTo>
                <a:cubicBezTo>
                  <a:pt x="81822" y="61635"/>
                  <a:pt x="79827" y="63631"/>
                  <a:pt x="77276" y="63631"/>
                </a:cubicBezTo>
                <a:cubicBezTo>
                  <a:pt x="77877" y="63631"/>
                  <a:pt x="77836" y="63620"/>
                  <a:pt x="77139" y="63620"/>
                </a:cubicBezTo>
                <a:cubicBezTo>
                  <a:pt x="76355" y="63620"/>
                  <a:pt x="75596" y="63893"/>
                  <a:pt x="74988" y="64384"/>
                </a:cubicBezTo>
                <a:cubicBezTo>
                  <a:pt x="74381" y="64874"/>
                  <a:pt x="73961" y="65562"/>
                  <a:pt x="73800" y="66326"/>
                </a:cubicBezTo>
                <a:cubicBezTo>
                  <a:pt x="72110" y="74376"/>
                  <a:pt x="68722" y="81238"/>
                  <a:pt x="64473" y="85939"/>
                </a:cubicBezTo>
                <a:cubicBezTo>
                  <a:pt x="60223" y="90652"/>
                  <a:pt x="55269" y="93183"/>
                  <a:pt x="50000" y="93183"/>
                </a:cubicBezTo>
                <a:cubicBezTo>
                  <a:pt x="44732" y="93183"/>
                  <a:pt x="39777" y="90652"/>
                  <a:pt x="35528" y="85939"/>
                </a:cubicBezTo>
                <a:cubicBezTo>
                  <a:pt x="31278" y="81238"/>
                  <a:pt x="27891" y="74376"/>
                  <a:pt x="26201" y="66326"/>
                </a:cubicBezTo>
                <a:cubicBezTo>
                  <a:pt x="26040" y="65562"/>
                  <a:pt x="25620" y="64874"/>
                  <a:pt x="25012" y="64384"/>
                </a:cubicBezTo>
                <a:cubicBezTo>
                  <a:pt x="24404" y="63893"/>
                  <a:pt x="23645" y="63620"/>
                  <a:pt x="22862" y="63620"/>
                </a:cubicBezTo>
                <a:cubicBezTo>
                  <a:pt x="22165" y="63620"/>
                  <a:pt x="22123" y="63631"/>
                  <a:pt x="22725" y="63631"/>
                </a:cubicBezTo>
                <a:cubicBezTo>
                  <a:pt x="20173" y="63631"/>
                  <a:pt x="18178" y="61635"/>
                  <a:pt x="18178" y="59093"/>
                </a:cubicBezTo>
                <a:cubicBezTo>
                  <a:pt x="18178" y="57260"/>
                  <a:pt x="19227" y="55777"/>
                  <a:pt x="20776" y="55046"/>
                </a:cubicBezTo>
                <a:cubicBezTo>
                  <a:pt x="21359" y="54762"/>
                  <a:pt x="21851" y="54325"/>
                  <a:pt x="22197" y="53780"/>
                </a:cubicBezTo>
                <a:cubicBezTo>
                  <a:pt x="22542" y="53235"/>
                  <a:pt x="22725" y="52602"/>
                  <a:pt x="22725" y="51958"/>
                </a:cubicBezTo>
                <a:lnTo>
                  <a:pt x="22725" y="45457"/>
                </a:lnTo>
                <a:close/>
                <a:moveTo>
                  <a:pt x="38636" y="54544"/>
                </a:moveTo>
                <a:cubicBezTo>
                  <a:pt x="37430" y="54544"/>
                  <a:pt x="36273" y="55024"/>
                  <a:pt x="35421" y="55875"/>
                </a:cubicBezTo>
                <a:cubicBezTo>
                  <a:pt x="34568" y="56726"/>
                  <a:pt x="34089" y="57882"/>
                  <a:pt x="34089" y="59093"/>
                </a:cubicBezTo>
                <a:cubicBezTo>
                  <a:pt x="34089" y="60292"/>
                  <a:pt x="34568" y="61449"/>
                  <a:pt x="35421" y="62300"/>
                </a:cubicBezTo>
                <a:cubicBezTo>
                  <a:pt x="36273" y="63151"/>
                  <a:pt x="37430" y="63631"/>
                  <a:pt x="38636" y="63631"/>
                </a:cubicBezTo>
                <a:cubicBezTo>
                  <a:pt x="39841" y="63631"/>
                  <a:pt x="40997" y="63151"/>
                  <a:pt x="41850" y="62300"/>
                </a:cubicBezTo>
                <a:cubicBezTo>
                  <a:pt x="42703" y="61449"/>
                  <a:pt x="43182" y="60292"/>
                  <a:pt x="43182" y="59093"/>
                </a:cubicBezTo>
                <a:cubicBezTo>
                  <a:pt x="43182" y="57882"/>
                  <a:pt x="42703" y="56726"/>
                  <a:pt x="41850" y="55875"/>
                </a:cubicBezTo>
                <a:cubicBezTo>
                  <a:pt x="40997" y="55024"/>
                  <a:pt x="39841" y="54544"/>
                  <a:pt x="38636" y="54544"/>
                </a:cubicBezTo>
                <a:close/>
                <a:moveTo>
                  <a:pt x="61365" y="54544"/>
                </a:moveTo>
                <a:cubicBezTo>
                  <a:pt x="60159" y="54544"/>
                  <a:pt x="59003" y="55024"/>
                  <a:pt x="58150" y="55875"/>
                </a:cubicBezTo>
                <a:cubicBezTo>
                  <a:pt x="57299" y="56726"/>
                  <a:pt x="56820" y="57882"/>
                  <a:pt x="56820" y="59093"/>
                </a:cubicBezTo>
                <a:cubicBezTo>
                  <a:pt x="56820" y="60292"/>
                  <a:pt x="57299" y="61449"/>
                  <a:pt x="58150" y="62300"/>
                </a:cubicBezTo>
                <a:cubicBezTo>
                  <a:pt x="59003" y="63151"/>
                  <a:pt x="60159" y="63631"/>
                  <a:pt x="61365" y="63631"/>
                </a:cubicBezTo>
                <a:cubicBezTo>
                  <a:pt x="62571" y="63631"/>
                  <a:pt x="63727" y="63151"/>
                  <a:pt x="64580" y="62300"/>
                </a:cubicBezTo>
                <a:cubicBezTo>
                  <a:pt x="65432" y="61449"/>
                  <a:pt x="65911" y="60292"/>
                  <a:pt x="65911" y="59093"/>
                </a:cubicBezTo>
                <a:cubicBezTo>
                  <a:pt x="65911" y="57882"/>
                  <a:pt x="65432" y="56726"/>
                  <a:pt x="64580" y="55875"/>
                </a:cubicBezTo>
                <a:cubicBezTo>
                  <a:pt x="63727" y="55024"/>
                  <a:pt x="62571" y="54544"/>
                  <a:pt x="61365" y="5454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7" name="Белый — SVG 6">
            <a:extLst>
              <a:ext uri="{FF2B5EF4-FFF2-40B4-BE49-F238E27FC236}">
                <a16:creationId xmlns:a16="http://schemas.microsoft.com/office/drawing/2014/main" id="{C920EE4A-5B81-1A41-9046-3DDDAAA780D8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0 w 141777"/>
              <a:gd name="csY0" fmla="*/ 63792 h 134676"/>
              <a:gd name="csX1" fmla="*/ 0 w 141777"/>
              <a:gd name="csY1" fmla="*/ 115182 h 134676"/>
              <a:gd name="csX2" fmla="*/ 19494 w 141777"/>
              <a:gd name="csY2" fmla="*/ 134677 h 134676"/>
              <a:gd name="csX3" fmla="*/ 122284 w 141777"/>
              <a:gd name="csY3" fmla="*/ 134677 h 134676"/>
              <a:gd name="csX4" fmla="*/ 141778 w 141777"/>
              <a:gd name="csY4" fmla="*/ 115182 h 134676"/>
              <a:gd name="csX5" fmla="*/ 141778 w 141777"/>
              <a:gd name="csY5" fmla="*/ 63792 h 134676"/>
              <a:gd name="csX6" fmla="*/ 0 w 141777"/>
              <a:gd name="csY6" fmla="*/ 63792 h 134676"/>
              <a:gd name="csX7" fmla="*/ 83294 w 141777"/>
              <a:gd name="csY7" fmla="*/ 100995 h 134676"/>
              <a:gd name="csX8" fmla="*/ 76206 w 141777"/>
              <a:gd name="csY8" fmla="*/ 100995 h 134676"/>
              <a:gd name="csX9" fmla="*/ 76206 w 141777"/>
              <a:gd name="csY9" fmla="*/ 108089 h 134676"/>
              <a:gd name="csX10" fmla="*/ 70890 w 141777"/>
              <a:gd name="csY10" fmla="*/ 113413 h 134676"/>
              <a:gd name="csX11" fmla="*/ 65573 w 141777"/>
              <a:gd name="csY11" fmla="*/ 108089 h 134676"/>
              <a:gd name="csX12" fmla="*/ 65573 w 141777"/>
              <a:gd name="csY12" fmla="*/ 100995 h 134676"/>
              <a:gd name="csX13" fmla="*/ 58484 w 141777"/>
              <a:gd name="csY13" fmla="*/ 100995 h 134676"/>
              <a:gd name="csX14" fmla="*/ 53167 w 141777"/>
              <a:gd name="csY14" fmla="*/ 95687 h 134676"/>
              <a:gd name="csX15" fmla="*/ 58484 w 141777"/>
              <a:gd name="csY15" fmla="*/ 90363 h 134676"/>
              <a:gd name="csX16" fmla="*/ 65573 w 141777"/>
              <a:gd name="csY16" fmla="*/ 90363 h 134676"/>
              <a:gd name="csX17" fmla="*/ 65573 w 141777"/>
              <a:gd name="csY17" fmla="*/ 83286 h 134676"/>
              <a:gd name="csX18" fmla="*/ 70890 w 141777"/>
              <a:gd name="csY18" fmla="*/ 77962 h 134676"/>
              <a:gd name="csX19" fmla="*/ 76206 w 141777"/>
              <a:gd name="csY19" fmla="*/ 83286 h 134676"/>
              <a:gd name="csX20" fmla="*/ 76206 w 141777"/>
              <a:gd name="csY20" fmla="*/ 90363 h 134676"/>
              <a:gd name="csX21" fmla="*/ 83294 w 141777"/>
              <a:gd name="csY21" fmla="*/ 90363 h 134676"/>
              <a:gd name="csX22" fmla="*/ 88611 w 141777"/>
              <a:gd name="csY22" fmla="*/ 95687 h 134676"/>
              <a:gd name="csX23" fmla="*/ 83294 w 141777"/>
              <a:gd name="csY23" fmla="*/ 100995 h 134676"/>
              <a:gd name="csX24" fmla="*/ 122284 w 141777"/>
              <a:gd name="csY24" fmla="*/ 31896 h 134676"/>
              <a:gd name="csX25" fmla="*/ 102790 w 141777"/>
              <a:gd name="csY25" fmla="*/ 31896 h 134676"/>
              <a:gd name="csX26" fmla="*/ 102790 w 141777"/>
              <a:gd name="csY26" fmla="*/ 12401 h 134676"/>
              <a:gd name="csX27" fmla="*/ 90384 w 141777"/>
              <a:gd name="csY27" fmla="*/ 0 h 134676"/>
              <a:gd name="csX28" fmla="*/ 51394 w 141777"/>
              <a:gd name="csY28" fmla="*/ 0 h 134676"/>
              <a:gd name="csX29" fmla="*/ 38990 w 141777"/>
              <a:gd name="csY29" fmla="*/ 12401 h 134676"/>
              <a:gd name="csX30" fmla="*/ 38990 w 141777"/>
              <a:gd name="csY30" fmla="*/ 31896 h 134676"/>
              <a:gd name="csX31" fmla="*/ 19494 w 141777"/>
              <a:gd name="csY31" fmla="*/ 31896 h 134676"/>
              <a:gd name="csX32" fmla="*/ 0 w 141777"/>
              <a:gd name="csY32" fmla="*/ 51390 h 134676"/>
              <a:gd name="csX33" fmla="*/ 0 w 141777"/>
              <a:gd name="csY33" fmla="*/ 53160 h 134676"/>
              <a:gd name="csX34" fmla="*/ 17723 w 141777"/>
              <a:gd name="csY34" fmla="*/ 53160 h 134676"/>
              <a:gd name="csX35" fmla="*/ 28356 w 141777"/>
              <a:gd name="csY35" fmla="*/ 53160 h 134676"/>
              <a:gd name="csX36" fmla="*/ 49623 w 141777"/>
              <a:gd name="csY36" fmla="*/ 53160 h 134676"/>
              <a:gd name="csX37" fmla="*/ 92157 w 141777"/>
              <a:gd name="csY37" fmla="*/ 53160 h 134676"/>
              <a:gd name="csX38" fmla="*/ 113423 w 141777"/>
              <a:gd name="csY38" fmla="*/ 53160 h 134676"/>
              <a:gd name="csX39" fmla="*/ 124057 w 141777"/>
              <a:gd name="csY39" fmla="*/ 53160 h 134676"/>
              <a:gd name="csX40" fmla="*/ 141778 w 141777"/>
              <a:gd name="csY40" fmla="*/ 53160 h 134676"/>
              <a:gd name="csX41" fmla="*/ 141778 w 141777"/>
              <a:gd name="csY41" fmla="*/ 51390 h 134676"/>
              <a:gd name="csX42" fmla="*/ 122284 w 141777"/>
              <a:gd name="csY42" fmla="*/ 31896 h 134676"/>
              <a:gd name="csX43" fmla="*/ 49623 w 141777"/>
              <a:gd name="csY43" fmla="*/ 31896 h 134676"/>
              <a:gd name="csX44" fmla="*/ 49623 w 141777"/>
              <a:gd name="csY44" fmla="*/ 12401 h 134676"/>
              <a:gd name="csX45" fmla="*/ 51394 w 141777"/>
              <a:gd name="csY45" fmla="*/ 10632 h 134676"/>
              <a:gd name="csX46" fmla="*/ 90384 w 141777"/>
              <a:gd name="csY46" fmla="*/ 10632 h 134676"/>
              <a:gd name="csX47" fmla="*/ 92157 w 141777"/>
              <a:gd name="csY47" fmla="*/ 12401 h 134676"/>
              <a:gd name="csX48" fmla="*/ 92157 w 141777"/>
              <a:gd name="csY48" fmla="*/ 31896 h 134676"/>
              <a:gd name="csX49" fmla="*/ 49623 w 141777"/>
              <a:gd name="csY49" fmla="*/ 31896 h 134676"/>
            </a:gdLst>
            <a:ahLst/>
            <a:cxnLst/>
            <a:rect l="l" t="t" r="r" b="b"/>
            <a:pathLst>
              <a:path w="100000" h="100000">
                <a:moveTo>
                  <a:pt x="0" y="47499"/>
                </a:moveTo>
                <a:lnTo>
                  <a:pt x="0" y="83746"/>
                </a:lnTo>
                <a:cubicBezTo>
                  <a:pt x="0" y="91317"/>
                  <a:pt x="6170" y="97496"/>
                  <a:pt x="13750" y="97496"/>
                </a:cubicBezTo>
                <a:lnTo>
                  <a:pt x="86251" y="97496"/>
                </a:lnTo>
                <a:cubicBezTo>
                  <a:pt x="93831" y="97496"/>
                  <a:pt x="100001" y="91317"/>
                  <a:pt x="100001" y="83746"/>
                </a:cubicBezTo>
                <a:lnTo>
                  <a:pt x="100001" y="47499"/>
                </a:lnTo>
                <a:lnTo>
                  <a:pt x="0" y="47499"/>
                </a:lnTo>
                <a:close/>
                <a:moveTo>
                  <a:pt x="58750" y="73739"/>
                </a:moveTo>
                <a:lnTo>
                  <a:pt x="53751" y="73739"/>
                </a:lnTo>
                <a:lnTo>
                  <a:pt x="53751" y="78743"/>
                </a:lnTo>
                <a:cubicBezTo>
                  <a:pt x="53751" y="80819"/>
                  <a:pt x="52071" y="82498"/>
                  <a:pt x="50001" y="82498"/>
                </a:cubicBezTo>
                <a:cubicBezTo>
                  <a:pt x="47931" y="82498"/>
                  <a:pt x="46251" y="80819"/>
                  <a:pt x="46251" y="78743"/>
                </a:cubicBezTo>
                <a:lnTo>
                  <a:pt x="46251" y="73739"/>
                </a:lnTo>
                <a:lnTo>
                  <a:pt x="41251" y="73739"/>
                </a:lnTo>
                <a:cubicBezTo>
                  <a:pt x="39181" y="73739"/>
                  <a:pt x="37500" y="72059"/>
                  <a:pt x="37500" y="69995"/>
                </a:cubicBezTo>
                <a:cubicBezTo>
                  <a:pt x="37500" y="67920"/>
                  <a:pt x="39181" y="66240"/>
                  <a:pt x="41251" y="66240"/>
                </a:cubicBezTo>
                <a:lnTo>
                  <a:pt x="46251" y="66240"/>
                </a:lnTo>
                <a:lnTo>
                  <a:pt x="46251" y="61249"/>
                </a:lnTo>
                <a:cubicBezTo>
                  <a:pt x="46251" y="59173"/>
                  <a:pt x="47931" y="57493"/>
                  <a:pt x="50001" y="57493"/>
                </a:cubicBezTo>
                <a:cubicBezTo>
                  <a:pt x="52071" y="57493"/>
                  <a:pt x="53751" y="59173"/>
                  <a:pt x="53751" y="61249"/>
                </a:cubicBezTo>
                <a:lnTo>
                  <a:pt x="53751" y="66240"/>
                </a:lnTo>
                <a:lnTo>
                  <a:pt x="58750" y="66240"/>
                </a:lnTo>
                <a:cubicBezTo>
                  <a:pt x="60820" y="66240"/>
                  <a:pt x="62500" y="67920"/>
                  <a:pt x="62500" y="69995"/>
                </a:cubicBezTo>
                <a:cubicBezTo>
                  <a:pt x="62500" y="72059"/>
                  <a:pt x="60820" y="73739"/>
                  <a:pt x="58750" y="73739"/>
                </a:cubicBezTo>
                <a:close/>
                <a:moveTo>
                  <a:pt x="86251" y="25002"/>
                </a:moveTo>
                <a:lnTo>
                  <a:pt x="72501" y="25002"/>
                </a:lnTo>
                <a:lnTo>
                  <a:pt x="72501" y="11251"/>
                </a:lnTo>
                <a:cubicBezTo>
                  <a:pt x="72501" y="6428"/>
                  <a:pt x="68576" y="2504"/>
                  <a:pt x="63751" y="2504"/>
                </a:cubicBezTo>
                <a:lnTo>
                  <a:pt x="36250" y="2504"/>
                </a:lnTo>
                <a:cubicBezTo>
                  <a:pt x="31425" y="2504"/>
                  <a:pt x="27501" y="6428"/>
                  <a:pt x="27501" y="11251"/>
                </a:cubicBezTo>
                <a:lnTo>
                  <a:pt x="27501" y="25002"/>
                </a:lnTo>
                <a:lnTo>
                  <a:pt x="13750" y="25002"/>
                </a:lnTo>
                <a:cubicBezTo>
                  <a:pt x="6170" y="25002"/>
                  <a:pt x="0" y="31168"/>
                  <a:pt x="0" y="38751"/>
                </a:cubicBezTo>
                <a:lnTo>
                  <a:pt x="0" y="40000"/>
                </a:lnTo>
                <a:lnTo>
                  <a:pt x="12501" y="40000"/>
                </a:lnTo>
                <a:lnTo>
                  <a:pt x="20000" y="40000"/>
                </a:lnTo>
                <a:lnTo>
                  <a:pt x="35001" y="40000"/>
                </a:lnTo>
                <a:lnTo>
                  <a:pt x="65001" y="40000"/>
                </a:lnTo>
                <a:lnTo>
                  <a:pt x="80001" y="40000"/>
                </a:lnTo>
                <a:lnTo>
                  <a:pt x="87501" y="40000"/>
                </a:lnTo>
                <a:lnTo>
                  <a:pt x="100001" y="40000"/>
                </a:lnTo>
                <a:lnTo>
                  <a:pt x="100001" y="38751"/>
                </a:lnTo>
                <a:cubicBezTo>
                  <a:pt x="100001" y="31168"/>
                  <a:pt x="93831" y="25002"/>
                  <a:pt x="86251" y="25002"/>
                </a:cubicBezTo>
                <a:close/>
                <a:moveTo>
                  <a:pt x="35001" y="25002"/>
                </a:moveTo>
                <a:lnTo>
                  <a:pt x="35001" y="11251"/>
                </a:lnTo>
                <a:cubicBezTo>
                  <a:pt x="35001" y="10567"/>
                  <a:pt x="35562" y="10003"/>
                  <a:pt x="36250" y="10003"/>
                </a:cubicBezTo>
                <a:lnTo>
                  <a:pt x="63751" y="10003"/>
                </a:lnTo>
                <a:cubicBezTo>
                  <a:pt x="64439" y="10003"/>
                  <a:pt x="65001" y="10567"/>
                  <a:pt x="65001" y="11251"/>
                </a:cubicBezTo>
                <a:lnTo>
                  <a:pt x="65001" y="25002"/>
                </a:lnTo>
                <a:lnTo>
                  <a:pt x="35001" y="2500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8" name="Белый — SVG 7">
            <a:extLst>
              <a:ext uri="{FF2B5EF4-FFF2-40B4-BE49-F238E27FC236}">
                <a16:creationId xmlns:a16="http://schemas.microsoft.com/office/drawing/2014/main" id="{B38492EC-52B7-D041-BAC8-EACDEA042396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19494 w 127600"/>
              <a:gd name="csY0" fmla="*/ 0 h 127583"/>
              <a:gd name="csX1" fmla="*/ 0 w 127600"/>
              <a:gd name="csY1" fmla="*/ 19495 h 127583"/>
              <a:gd name="csX2" fmla="*/ 0 w 127600"/>
              <a:gd name="csY2" fmla="*/ 85056 h 127583"/>
              <a:gd name="csX3" fmla="*/ 26112 w 127600"/>
              <a:gd name="csY3" fmla="*/ 85056 h 127583"/>
              <a:gd name="csX4" fmla="*/ 32101 w 127600"/>
              <a:gd name="csY4" fmla="*/ 64098 h 127583"/>
              <a:gd name="csX5" fmla="*/ 37217 w 127600"/>
              <a:gd name="csY5" fmla="*/ 60253 h 127583"/>
              <a:gd name="csX6" fmla="*/ 42326 w 127600"/>
              <a:gd name="csY6" fmla="*/ 64098 h 127583"/>
              <a:gd name="csX7" fmla="*/ 48321 w 127600"/>
              <a:gd name="csY7" fmla="*/ 85056 h 127583"/>
              <a:gd name="csX8" fmla="*/ 50343 w 127600"/>
              <a:gd name="csY8" fmla="*/ 85056 h 127583"/>
              <a:gd name="csX9" fmla="*/ 58540 w 127600"/>
              <a:gd name="csY9" fmla="*/ 29344 h 127583"/>
              <a:gd name="csX10" fmla="*/ 63800 w 127600"/>
              <a:gd name="csY10" fmla="*/ 24802 h 127583"/>
              <a:gd name="csX11" fmla="*/ 69061 w 127600"/>
              <a:gd name="csY11" fmla="*/ 29344 h 127583"/>
              <a:gd name="csX12" fmla="*/ 77258 w 127600"/>
              <a:gd name="csY12" fmla="*/ 85056 h 127583"/>
              <a:gd name="csX13" fmla="*/ 78934 w 127600"/>
              <a:gd name="csY13" fmla="*/ 85056 h 127583"/>
              <a:gd name="csX14" fmla="*/ 85171 w 127600"/>
              <a:gd name="csY14" fmla="*/ 53891 h 127583"/>
              <a:gd name="csX15" fmla="*/ 90384 w 127600"/>
              <a:gd name="csY15" fmla="*/ 49621 h 127583"/>
              <a:gd name="csX16" fmla="*/ 95597 w 127600"/>
              <a:gd name="csY16" fmla="*/ 53891 h 127583"/>
              <a:gd name="csX17" fmla="*/ 101834 w 127600"/>
              <a:gd name="csY17" fmla="*/ 85056 h 127583"/>
              <a:gd name="csX18" fmla="*/ 127601 w 127600"/>
              <a:gd name="csY18" fmla="*/ 85056 h 127583"/>
              <a:gd name="csX19" fmla="*/ 127601 w 127600"/>
              <a:gd name="csY19" fmla="*/ 19495 h 127583"/>
              <a:gd name="csX20" fmla="*/ 108107 w 127600"/>
              <a:gd name="csY20" fmla="*/ 0 h 127583"/>
              <a:gd name="csX21" fmla="*/ 19494 w 127600"/>
              <a:gd name="csY21" fmla="*/ 0 h 127583"/>
              <a:gd name="csX22" fmla="*/ 63800 w 127600"/>
              <a:gd name="csY22" fmla="*/ 66649 h 127583"/>
              <a:gd name="csX23" fmla="*/ 60644 w 127600"/>
              <a:gd name="csY23" fmla="*/ 88118 h 127583"/>
              <a:gd name="csX24" fmla="*/ 51879 w 127600"/>
              <a:gd name="csY24" fmla="*/ 95687 h 127583"/>
              <a:gd name="csX25" fmla="*/ 46977 w 127600"/>
              <a:gd name="csY25" fmla="*/ 95687 h 127583"/>
              <a:gd name="csX26" fmla="*/ 38455 w 127600"/>
              <a:gd name="csY26" fmla="*/ 89257 h 127583"/>
              <a:gd name="csX27" fmla="*/ 37217 w 127600"/>
              <a:gd name="csY27" fmla="*/ 84902 h 127583"/>
              <a:gd name="csX28" fmla="*/ 35971 w 127600"/>
              <a:gd name="csY28" fmla="*/ 89257 h 127583"/>
              <a:gd name="csX29" fmla="*/ 27456 w 127600"/>
              <a:gd name="csY29" fmla="*/ 95687 h 127583"/>
              <a:gd name="csX30" fmla="*/ 0 w 127600"/>
              <a:gd name="csY30" fmla="*/ 95687 h 127583"/>
              <a:gd name="csX31" fmla="*/ 0 w 127600"/>
              <a:gd name="csY31" fmla="*/ 108089 h 127583"/>
              <a:gd name="csX32" fmla="*/ 19494 w 127600"/>
              <a:gd name="csY32" fmla="*/ 127583 h 127583"/>
              <a:gd name="csX33" fmla="*/ 108107 w 127600"/>
              <a:gd name="csY33" fmla="*/ 127583 h 127583"/>
              <a:gd name="csX34" fmla="*/ 127601 w 127600"/>
              <a:gd name="csY34" fmla="*/ 108089 h 127583"/>
              <a:gd name="csX35" fmla="*/ 127601 w 127600"/>
              <a:gd name="csY35" fmla="*/ 95687 h 127583"/>
              <a:gd name="csX36" fmla="*/ 100381 w 127600"/>
              <a:gd name="csY36" fmla="*/ 95687 h 127583"/>
              <a:gd name="csX37" fmla="*/ 91692 w 127600"/>
              <a:gd name="csY37" fmla="*/ 88560 h 127583"/>
              <a:gd name="csX38" fmla="*/ 90384 w 127600"/>
              <a:gd name="csY38" fmla="*/ 82045 h 127583"/>
              <a:gd name="csX39" fmla="*/ 89075 w 127600"/>
              <a:gd name="csY39" fmla="*/ 88560 h 127583"/>
              <a:gd name="csX40" fmla="*/ 80387 w 127600"/>
              <a:gd name="csY40" fmla="*/ 95687 h 127583"/>
              <a:gd name="csX41" fmla="*/ 75722 w 127600"/>
              <a:gd name="csY41" fmla="*/ 95687 h 127583"/>
              <a:gd name="csX42" fmla="*/ 66956 w 127600"/>
              <a:gd name="csY42" fmla="*/ 88101 h 127583"/>
              <a:gd name="csX43" fmla="*/ 63800 w 127600"/>
              <a:gd name="csY43" fmla="*/ 66649 h 127583"/>
            </a:gdLst>
            <a:ahLst/>
            <a:cxnLst/>
            <a:rect l="l" t="t" r="r" b="b"/>
            <a:pathLst>
              <a:path w="100000" h="100000">
                <a:moveTo>
                  <a:pt x="15277" y="7"/>
                </a:moveTo>
                <a:cubicBezTo>
                  <a:pt x="6853" y="7"/>
                  <a:pt x="0" y="6859"/>
                  <a:pt x="0" y="15285"/>
                </a:cubicBezTo>
                <a:lnTo>
                  <a:pt x="0" y="66665"/>
                </a:lnTo>
                <a:lnTo>
                  <a:pt x="20464" y="66665"/>
                </a:lnTo>
                <a:lnTo>
                  <a:pt x="25158" y="50240"/>
                </a:lnTo>
                <a:cubicBezTo>
                  <a:pt x="25671" y="48454"/>
                  <a:pt x="27306" y="47227"/>
                  <a:pt x="29167" y="47227"/>
                </a:cubicBezTo>
                <a:cubicBezTo>
                  <a:pt x="31028" y="47227"/>
                  <a:pt x="32660" y="48454"/>
                  <a:pt x="33171" y="50240"/>
                </a:cubicBezTo>
                <a:lnTo>
                  <a:pt x="37869" y="66665"/>
                </a:lnTo>
                <a:lnTo>
                  <a:pt x="39454" y="66665"/>
                </a:lnTo>
                <a:lnTo>
                  <a:pt x="45878" y="23004"/>
                </a:lnTo>
                <a:cubicBezTo>
                  <a:pt x="46178" y="20964"/>
                  <a:pt x="47933" y="19444"/>
                  <a:pt x="50000" y="19444"/>
                </a:cubicBezTo>
                <a:cubicBezTo>
                  <a:pt x="52067" y="19444"/>
                  <a:pt x="53823" y="20964"/>
                  <a:pt x="54123" y="23004"/>
                </a:cubicBezTo>
                <a:lnTo>
                  <a:pt x="60547" y="66665"/>
                </a:lnTo>
                <a:lnTo>
                  <a:pt x="61861" y="66665"/>
                </a:lnTo>
                <a:lnTo>
                  <a:pt x="66748" y="42241"/>
                </a:lnTo>
                <a:cubicBezTo>
                  <a:pt x="67138" y="40295"/>
                  <a:pt x="68847" y="38895"/>
                  <a:pt x="70834" y="38895"/>
                </a:cubicBezTo>
                <a:cubicBezTo>
                  <a:pt x="72821" y="38895"/>
                  <a:pt x="74530" y="40295"/>
                  <a:pt x="74919" y="42241"/>
                </a:cubicBezTo>
                <a:lnTo>
                  <a:pt x="79807" y="66665"/>
                </a:lnTo>
                <a:lnTo>
                  <a:pt x="100001" y="66665"/>
                </a:lnTo>
                <a:lnTo>
                  <a:pt x="100001" y="15285"/>
                </a:lnTo>
                <a:cubicBezTo>
                  <a:pt x="100001" y="6859"/>
                  <a:pt x="93147" y="7"/>
                  <a:pt x="84723" y="7"/>
                </a:cubicBezTo>
                <a:lnTo>
                  <a:pt x="15277" y="7"/>
                </a:lnTo>
                <a:close/>
                <a:moveTo>
                  <a:pt x="50000" y="52239"/>
                </a:moveTo>
                <a:lnTo>
                  <a:pt x="47527" y="69065"/>
                </a:lnTo>
                <a:cubicBezTo>
                  <a:pt x="47035" y="72437"/>
                  <a:pt x="44080" y="74996"/>
                  <a:pt x="40658" y="74996"/>
                </a:cubicBezTo>
                <a:lnTo>
                  <a:pt x="36816" y="74996"/>
                </a:lnTo>
                <a:cubicBezTo>
                  <a:pt x="33731" y="74996"/>
                  <a:pt x="30985" y="72917"/>
                  <a:pt x="30137" y="69957"/>
                </a:cubicBezTo>
                <a:lnTo>
                  <a:pt x="29167" y="66544"/>
                </a:lnTo>
                <a:lnTo>
                  <a:pt x="28190" y="69957"/>
                </a:lnTo>
                <a:cubicBezTo>
                  <a:pt x="27346" y="72931"/>
                  <a:pt x="24600" y="74996"/>
                  <a:pt x="21517" y="74996"/>
                </a:cubicBezTo>
                <a:lnTo>
                  <a:pt x="0" y="74996"/>
                </a:lnTo>
                <a:lnTo>
                  <a:pt x="0" y="84716"/>
                </a:lnTo>
                <a:cubicBezTo>
                  <a:pt x="0" y="93141"/>
                  <a:pt x="6853" y="99993"/>
                  <a:pt x="15277" y="99993"/>
                </a:cubicBezTo>
                <a:lnTo>
                  <a:pt x="84723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74996"/>
                </a:lnTo>
                <a:lnTo>
                  <a:pt x="78668" y="74996"/>
                </a:lnTo>
                <a:cubicBezTo>
                  <a:pt x="75368" y="74996"/>
                  <a:pt x="72503" y="72650"/>
                  <a:pt x="71859" y="69411"/>
                </a:cubicBezTo>
                <a:lnTo>
                  <a:pt x="70834" y="64305"/>
                </a:lnTo>
                <a:lnTo>
                  <a:pt x="69808" y="69411"/>
                </a:lnTo>
                <a:cubicBezTo>
                  <a:pt x="69165" y="72650"/>
                  <a:pt x="66299" y="74996"/>
                  <a:pt x="62999" y="74996"/>
                </a:cubicBezTo>
                <a:lnTo>
                  <a:pt x="59343" y="74996"/>
                </a:lnTo>
                <a:cubicBezTo>
                  <a:pt x="55920" y="74996"/>
                  <a:pt x="52971" y="72437"/>
                  <a:pt x="52473" y="69051"/>
                </a:cubicBezTo>
                <a:lnTo>
                  <a:pt x="50000" y="5223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9" name="Белый — SVG 8">
            <a:extLst>
              <a:ext uri="{FF2B5EF4-FFF2-40B4-BE49-F238E27FC236}">
                <a16:creationId xmlns:a16="http://schemas.microsoft.com/office/drawing/2014/main" id="{8852B0A6-3ABE-2E48-ACA1-B5A3DE0CFEBA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58475 w 63800"/>
              <a:gd name="csY0" fmla="*/ 0 h 148847"/>
              <a:gd name="csX1" fmla="*/ 5308 w 63800"/>
              <a:gd name="csY1" fmla="*/ 0 h 148847"/>
              <a:gd name="csX2" fmla="*/ 0 w 63800"/>
              <a:gd name="csY2" fmla="*/ 5307 h 148847"/>
              <a:gd name="csX3" fmla="*/ 5308 w 63800"/>
              <a:gd name="csY3" fmla="*/ 10632 h 148847"/>
              <a:gd name="csX4" fmla="*/ 7094 w 63800"/>
              <a:gd name="csY4" fmla="*/ 10632 h 148847"/>
              <a:gd name="csX5" fmla="*/ 7094 w 63800"/>
              <a:gd name="csY5" fmla="*/ 124045 h 148847"/>
              <a:gd name="csX6" fmla="*/ 31900 w 63800"/>
              <a:gd name="csY6" fmla="*/ 148847 h 148847"/>
              <a:gd name="csX7" fmla="*/ 56706 w 63800"/>
              <a:gd name="csY7" fmla="*/ 124045 h 148847"/>
              <a:gd name="csX8" fmla="*/ 56706 w 63800"/>
              <a:gd name="csY8" fmla="*/ 10632 h 148847"/>
              <a:gd name="csX9" fmla="*/ 58475 w 63800"/>
              <a:gd name="csY9" fmla="*/ 10632 h 148847"/>
              <a:gd name="csX10" fmla="*/ 63800 w 63800"/>
              <a:gd name="csY10" fmla="*/ 5307 h 148847"/>
              <a:gd name="csX11" fmla="*/ 58475 w 63800"/>
              <a:gd name="csY11" fmla="*/ 0 h 148847"/>
            </a:gdLst>
            <a:ahLst/>
            <a:cxnLst/>
            <a:rect l="l" t="t" r="r" b="b"/>
            <a:pathLst>
              <a:path w="100000" h="100000">
                <a:moveTo>
                  <a:pt x="67854" y="0"/>
                </a:moveTo>
                <a:lnTo>
                  <a:pt x="32135" y="0"/>
                </a:lnTo>
                <a:cubicBezTo>
                  <a:pt x="30169" y="0"/>
                  <a:pt x="28569" y="1600"/>
                  <a:pt x="28569" y="3565"/>
                </a:cubicBezTo>
                <a:cubicBezTo>
                  <a:pt x="28569" y="5543"/>
                  <a:pt x="30169" y="7143"/>
                  <a:pt x="32135" y="7143"/>
                </a:cubicBezTo>
                <a:lnTo>
                  <a:pt x="33335" y="7143"/>
                </a:lnTo>
                <a:lnTo>
                  <a:pt x="33335" y="83337"/>
                </a:lnTo>
                <a:cubicBezTo>
                  <a:pt x="33335" y="92526"/>
                  <a:pt x="40810" y="100000"/>
                  <a:pt x="50000" y="100000"/>
                </a:cubicBezTo>
                <a:cubicBezTo>
                  <a:pt x="59190" y="100000"/>
                  <a:pt x="66665" y="92526"/>
                  <a:pt x="66665" y="83337"/>
                </a:cubicBezTo>
                <a:lnTo>
                  <a:pt x="66665" y="7143"/>
                </a:lnTo>
                <a:lnTo>
                  <a:pt x="67854" y="7143"/>
                </a:lnTo>
                <a:cubicBezTo>
                  <a:pt x="69832" y="7143"/>
                  <a:pt x="71431" y="5543"/>
                  <a:pt x="71431" y="3565"/>
                </a:cubicBezTo>
                <a:cubicBezTo>
                  <a:pt x="71431" y="1600"/>
                  <a:pt x="69832" y="0"/>
                  <a:pt x="67854" y="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0" name="Белый — SVG 9">
            <a:extLst>
              <a:ext uri="{FF2B5EF4-FFF2-40B4-BE49-F238E27FC236}">
                <a16:creationId xmlns:a16="http://schemas.microsoft.com/office/drawing/2014/main" id="{877C2BB4-69E2-EA4F-ADA4-B84DEEDEB8E7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40496 w 149113"/>
              <a:gd name="csY0" fmla="*/ 0 h 130475"/>
              <a:gd name="csX1" fmla="*/ 11828 w 149113"/>
              <a:gd name="csY1" fmla="*/ 11976 h 130475"/>
              <a:gd name="csX2" fmla="*/ 11828 w 149113"/>
              <a:gd name="csY2" fmla="*/ 69694 h 130475"/>
              <a:gd name="csX3" fmla="*/ 68347 w 149113"/>
              <a:gd name="csY3" fmla="*/ 126733 h 130475"/>
              <a:gd name="csX4" fmla="*/ 77722 w 149113"/>
              <a:gd name="csY4" fmla="*/ 130475 h 130475"/>
              <a:gd name="csX5" fmla="*/ 84918 w 149113"/>
              <a:gd name="csY5" fmla="*/ 128332 h 130475"/>
              <a:gd name="csX6" fmla="*/ 90448 w 149113"/>
              <a:gd name="csY6" fmla="*/ 120541 h 130475"/>
              <a:gd name="csX7" fmla="*/ 99209 w 149113"/>
              <a:gd name="csY7" fmla="*/ 116067 h 130475"/>
              <a:gd name="csX8" fmla="*/ 103769 w 149113"/>
              <a:gd name="csY8" fmla="*/ 107289 h 130475"/>
              <a:gd name="csX9" fmla="*/ 112310 w 149113"/>
              <a:gd name="csY9" fmla="*/ 102849 h 130475"/>
              <a:gd name="csX10" fmla="*/ 116920 w 149113"/>
              <a:gd name="csY10" fmla="*/ 93748 h 130475"/>
              <a:gd name="csX11" fmla="*/ 122960 w 149113"/>
              <a:gd name="csY11" fmla="*/ 90975 h 130475"/>
              <a:gd name="csX12" fmla="*/ 123760 w 149113"/>
              <a:gd name="csY12" fmla="*/ 89955 h 130475"/>
              <a:gd name="csX13" fmla="*/ 126975 w 149113"/>
              <a:gd name="csY13" fmla="*/ 83201 h 130475"/>
              <a:gd name="csX14" fmla="*/ 123709 w 149113"/>
              <a:gd name="csY14" fmla="*/ 73403 h 130475"/>
              <a:gd name="csX15" fmla="*/ 84408 w 149113"/>
              <a:gd name="csY15" fmla="*/ 35859 h 130475"/>
              <a:gd name="csX16" fmla="*/ 76156 w 149113"/>
              <a:gd name="csY16" fmla="*/ 44178 h 130475"/>
              <a:gd name="csX17" fmla="*/ 63362 w 149113"/>
              <a:gd name="csY17" fmla="*/ 50812 h 130475"/>
              <a:gd name="csX18" fmla="*/ 62222 w 149113"/>
              <a:gd name="csY18" fmla="*/ 50846 h 130475"/>
              <a:gd name="csX19" fmla="*/ 52797 w 149113"/>
              <a:gd name="csY19" fmla="*/ 47104 h 130475"/>
              <a:gd name="csX20" fmla="*/ 52780 w 149113"/>
              <a:gd name="csY20" fmla="*/ 31266 h 130475"/>
              <a:gd name="csX21" fmla="*/ 70525 w 149113"/>
              <a:gd name="csY21" fmla="*/ 13354 h 130475"/>
              <a:gd name="csX22" fmla="*/ 69164 w 149113"/>
              <a:gd name="csY22" fmla="*/ 11976 h 130475"/>
              <a:gd name="csX23" fmla="*/ 40496 w 149113"/>
              <a:gd name="csY23" fmla="*/ 0 h 130475"/>
              <a:gd name="csX24" fmla="*/ 108618 w 149113"/>
              <a:gd name="csY24" fmla="*/ 0 h 130475"/>
              <a:gd name="csX25" fmla="*/ 102340 w 149113"/>
              <a:gd name="csY25" fmla="*/ 527 h 130475"/>
              <a:gd name="csX26" fmla="*/ 82706 w 149113"/>
              <a:gd name="csY26" fmla="*/ 11125 h 130475"/>
              <a:gd name="csX27" fmla="*/ 57816 w 149113"/>
              <a:gd name="csY27" fmla="*/ 36251 h 130475"/>
              <a:gd name="csX28" fmla="*/ 57799 w 149113"/>
              <a:gd name="csY28" fmla="*/ 42068 h 130475"/>
              <a:gd name="csX29" fmla="*/ 62818 w 149113"/>
              <a:gd name="csY29" fmla="*/ 43735 h 130475"/>
              <a:gd name="csX30" fmla="*/ 71120 w 149113"/>
              <a:gd name="csY30" fmla="*/ 39194 h 130475"/>
              <a:gd name="csX31" fmla="*/ 81600 w 149113"/>
              <a:gd name="csY31" fmla="*/ 28613 h 130475"/>
              <a:gd name="csX32" fmla="*/ 85956 w 149113"/>
              <a:gd name="csY32" fmla="*/ 28085 h 130475"/>
              <a:gd name="csX33" fmla="*/ 113399 w 149113"/>
              <a:gd name="csY33" fmla="*/ 28307 h 130475"/>
              <a:gd name="csX34" fmla="*/ 118366 w 149113"/>
              <a:gd name="csY34" fmla="*/ 28953 h 130475"/>
              <a:gd name="csX35" fmla="*/ 117720 w 149113"/>
              <a:gd name="csY35" fmla="*/ 33920 h 130475"/>
              <a:gd name="csX36" fmla="*/ 98903 w 149113"/>
              <a:gd name="csY36" fmla="*/ 39908 h 130475"/>
              <a:gd name="csX37" fmla="*/ 128728 w 149113"/>
              <a:gd name="csY37" fmla="*/ 68402 h 130475"/>
              <a:gd name="csX38" fmla="*/ 132505 w 149113"/>
              <a:gd name="csY38" fmla="*/ 74543 h 130475"/>
              <a:gd name="csX39" fmla="*/ 137285 w 149113"/>
              <a:gd name="csY39" fmla="*/ 69711 h 130475"/>
              <a:gd name="csX40" fmla="*/ 137285 w 149113"/>
              <a:gd name="csY40" fmla="*/ 11976 h 130475"/>
              <a:gd name="csX41" fmla="*/ 131603 w 149113"/>
              <a:gd name="csY41" fmla="*/ 7230 h 130475"/>
              <a:gd name="csX42" fmla="*/ 131399 w 149113"/>
              <a:gd name="csY42" fmla="*/ 7111 h 130475"/>
              <a:gd name="csX43" fmla="*/ 130956 w 149113"/>
              <a:gd name="csY43" fmla="*/ 6753 h 130475"/>
              <a:gd name="csX44" fmla="*/ 108618 w 149113"/>
              <a:gd name="csY44" fmla="*/ 0 h 130475"/>
            </a:gdLst>
            <a:ahLst/>
            <a:cxnLst/>
            <a:rect l="l" t="t" r="r" b="b"/>
            <a:pathLst>
              <a:path w="100000" h="100000">
                <a:moveTo>
                  <a:pt x="27158" y="6250"/>
                </a:moveTo>
                <a:cubicBezTo>
                  <a:pt x="19890" y="6250"/>
                  <a:pt x="13067" y="9102"/>
                  <a:pt x="7932" y="14281"/>
                </a:cubicBezTo>
                <a:cubicBezTo>
                  <a:pt x="-2644" y="24959"/>
                  <a:pt x="-2644" y="42322"/>
                  <a:pt x="7932" y="52989"/>
                </a:cubicBezTo>
                <a:lnTo>
                  <a:pt x="45836" y="91241"/>
                </a:lnTo>
                <a:cubicBezTo>
                  <a:pt x="47650" y="92895"/>
                  <a:pt x="49886" y="93750"/>
                  <a:pt x="52123" y="93750"/>
                </a:cubicBezTo>
                <a:cubicBezTo>
                  <a:pt x="53788" y="93750"/>
                  <a:pt x="55454" y="93272"/>
                  <a:pt x="56949" y="92313"/>
                </a:cubicBezTo>
                <a:cubicBezTo>
                  <a:pt x="58877" y="91070"/>
                  <a:pt x="60155" y="89187"/>
                  <a:pt x="60657" y="87088"/>
                </a:cubicBezTo>
                <a:cubicBezTo>
                  <a:pt x="62825" y="86757"/>
                  <a:pt x="64878" y="85730"/>
                  <a:pt x="66533" y="84088"/>
                </a:cubicBezTo>
                <a:cubicBezTo>
                  <a:pt x="68199" y="82433"/>
                  <a:pt x="69237" y="80369"/>
                  <a:pt x="69591" y="78201"/>
                </a:cubicBezTo>
                <a:cubicBezTo>
                  <a:pt x="71701" y="77848"/>
                  <a:pt x="73710" y="76832"/>
                  <a:pt x="75319" y="75223"/>
                </a:cubicBezTo>
                <a:cubicBezTo>
                  <a:pt x="77042" y="73512"/>
                  <a:pt x="78091" y="71368"/>
                  <a:pt x="78410" y="69120"/>
                </a:cubicBezTo>
                <a:cubicBezTo>
                  <a:pt x="79882" y="68812"/>
                  <a:pt x="81263" y="68173"/>
                  <a:pt x="82461" y="67260"/>
                </a:cubicBezTo>
                <a:cubicBezTo>
                  <a:pt x="82598" y="67010"/>
                  <a:pt x="82769" y="66782"/>
                  <a:pt x="82997" y="66576"/>
                </a:cubicBezTo>
                <a:cubicBezTo>
                  <a:pt x="84321" y="65469"/>
                  <a:pt x="85051" y="63941"/>
                  <a:pt x="85154" y="62047"/>
                </a:cubicBezTo>
                <a:cubicBezTo>
                  <a:pt x="85302" y="59401"/>
                  <a:pt x="84161" y="56742"/>
                  <a:pt x="82963" y="55476"/>
                </a:cubicBezTo>
                <a:lnTo>
                  <a:pt x="56607" y="30298"/>
                </a:lnTo>
                <a:lnTo>
                  <a:pt x="51073" y="35877"/>
                </a:lnTo>
                <a:cubicBezTo>
                  <a:pt x="47718" y="39253"/>
                  <a:pt x="44558" y="40166"/>
                  <a:pt x="42493" y="40326"/>
                </a:cubicBezTo>
                <a:cubicBezTo>
                  <a:pt x="42230" y="40349"/>
                  <a:pt x="41980" y="40349"/>
                  <a:pt x="41728" y="40349"/>
                </a:cubicBezTo>
                <a:cubicBezTo>
                  <a:pt x="39321" y="40349"/>
                  <a:pt x="37050" y="39447"/>
                  <a:pt x="35407" y="37839"/>
                </a:cubicBezTo>
                <a:cubicBezTo>
                  <a:pt x="32372" y="34827"/>
                  <a:pt x="32372" y="30264"/>
                  <a:pt x="35396" y="27218"/>
                </a:cubicBezTo>
                <a:lnTo>
                  <a:pt x="47296" y="15205"/>
                </a:lnTo>
                <a:lnTo>
                  <a:pt x="46384" y="14281"/>
                </a:lnTo>
                <a:cubicBezTo>
                  <a:pt x="41249" y="9102"/>
                  <a:pt x="34426" y="6250"/>
                  <a:pt x="27158" y="6250"/>
                </a:cubicBezTo>
                <a:close/>
                <a:moveTo>
                  <a:pt x="72843" y="6250"/>
                </a:moveTo>
                <a:cubicBezTo>
                  <a:pt x="71416" y="6250"/>
                  <a:pt x="70013" y="6398"/>
                  <a:pt x="68633" y="6603"/>
                </a:cubicBezTo>
                <a:cubicBezTo>
                  <a:pt x="63612" y="7721"/>
                  <a:pt x="58900" y="10243"/>
                  <a:pt x="55465" y="13710"/>
                </a:cubicBezTo>
                <a:lnTo>
                  <a:pt x="38773" y="30561"/>
                </a:lnTo>
                <a:cubicBezTo>
                  <a:pt x="37335" y="32009"/>
                  <a:pt x="37826" y="33527"/>
                  <a:pt x="38762" y="34462"/>
                </a:cubicBezTo>
                <a:cubicBezTo>
                  <a:pt x="39583" y="35272"/>
                  <a:pt x="40793" y="35717"/>
                  <a:pt x="42128" y="35580"/>
                </a:cubicBezTo>
                <a:cubicBezTo>
                  <a:pt x="43930" y="35443"/>
                  <a:pt x="45859" y="34382"/>
                  <a:pt x="47695" y="32534"/>
                </a:cubicBezTo>
                <a:lnTo>
                  <a:pt x="54724" y="25438"/>
                </a:lnTo>
                <a:cubicBezTo>
                  <a:pt x="55500" y="24663"/>
                  <a:pt x="56709" y="24514"/>
                  <a:pt x="57645" y="25084"/>
                </a:cubicBezTo>
                <a:cubicBezTo>
                  <a:pt x="64627" y="29339"/>
                  <a:pt x="70640" y="29386"/>
                  <a:pt x="76049" y="25233"/>
                </a:cubicBezTo>
                <a:cubicBezTo>
                  <a:pt x="77087" y="24434"/>
                  <a:pt x="78582" y="24628"/>
                  <a:pt x="79380" y="25666"/>
                </a:cubicBezTo>
                <a:cubicBezTo>
                  <a:pt x="80179" y="26716"/>
                  <a:pt x="79985" y="28199"/>
                  <a:pt x="78947" y="28997"/>
                </a:cubicBezTo>
                <a:cubicBezTo>
                  <a:pt x="75022" y="32009"/>
                  <a:pt x="70800" y="33321"/>
                  <a:pt x="66328" y="33013"/>
                </a:cubicBezTo>
                <a:lnTo>
                  <a:pt x="86329" y="52122"/>
                </a:lnTo>
                <a:cubicBezTo>
                  <a:pt x="87390" y="53240"/>
                  <a:pt x="88246" y="54677"/>
                  <a:pt x="88862" y="56241"/>
                </a:cubicBezTo>
                <a:lnTo>
                  <a:pt x="92068" y="53000"/>
                </a:lnTo>
                <a:cubicBezTo>
                  <a:pt x="102645" y="42322"/>
                  <a:pt x="102645" y="24959"/>
                  <a:pt x="92068" y="14281"/>
                </a:cubicBezTo>
                <a:cubicBezTo>
                  <a:pt x="90893" y="13095"/>
                  <a:pt x="89604" y="12034"/>
                  <a:pt x="88257" y="11098"/>
                </a:cubicBezTo>
                <a:cubicBezTo>
                  <a:pt x="88223" y="11064"/>
                  <a:pt x="88166" y="11053"/>
                  <a:pt x="88120" y="11018"/>
                </a:cubicBezTo>
                <a:cubicBezTo>
                  <a:pt x="88029" y="10927"/>
                  <a:pt x="87915" y="10859"/>
                  <a:pt x="87823" y="10778"/>
                </a:cubicBezTo>
                <a:cubicBezTo>
                  <a:pt x="83419" y="7836"/>
                  <a:pt x="78251" y="6250"/>
                  <a:pt x="72843" y="625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1" name="Белый — SVG 10">
            <a:extLst>
              <a:ext uri="{FF2B5EF4-FFF2-40B4-BE49-F238E27FC236}">
                <a16:creationId xmlns:a16="http://schemas.microsoft.com/office/drawing/2014/main" id="{A15B782E-67B0-3C4C-AEDB-CF46ED1068F2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38995 w 141772"/>
              <a:gd name="csY0" fmla="*/ 0 h 124044"/>
              <a:gd name="csX1" fmla="*/ 0 w 141772"/>
              <a:gd name="csY1" fmla="*/ 38989 h 124044"/>
              <a:gd name="csX2" fmla="*/ 24278 w 141772"/>
              <a:gd name="csY2" fmla="*/ 81194 h 124044"/>
              <a:gd name="csX3" fmla="*/ 67135 w 141772"/>
              <a:gd name="csY3" fmla="*/ 122480 h 124044"/>
              <a:gd name="csX4" fmla="*/ 70895 w 141772"/>
              <a:gd name="csY4" fmla="*/ 124045 h 124044"/>
              <a:gd name="csX5" fmla="*/ 74655 w 141772"/>
              <a:gd name="csY5" fmla="*/ 122480 h 124044"/>
              <a:gd name="csX6" fmla="*/ 117495 w 141772"/>
              <a:gd name="csY6" fmla="*/ 81194 h 124044"/>
              <a:gd name="csX7" fmla="*/ 141773 w 141772"/>
              <a:gd name="csY7" fmla="*/ 38989 h 124044"/>
              <a:gd name="csX8" fmla="*/ 102795 w 141772"/>
              <a:gd name="csY8" fmla="*/ 0 h 124044"/>
              <a:gd name="csX9" fmla="*/ 70895 w 141772"/>
              <a:gd name="csY9" fmla="*/ 17845 h 124044"/>
              <a:gd name="csX10" fmla="*/ 38995 w 141772"/>
              <a:gd name="csY10" fmla="*/ 0 h 124044"/>
            </a:gdLst>
            <a:ahLst/>
            <a:cxnLst/>
            <a:rect l="l" t="t" r="r" b="b"/>
            <a:pathLst>
              <a:path w="100000" h="100000">
                <a:moveTo>
                  <a:pt x="27505" y="6252"/>
                </a:moveTo>
                <a:cubicBezTo>
                  <a:pt x="12361" y="6252"/>
                  <a:pt x="0" y="18612"/>
                  <a:pt x="0" y="33753"/>
                </a:cubicBezTo>
                <a:cubicBezTo>
                  <a:pt x="0" y="43989"/>
                  <a:pt x="7717" y="53636"/>
                  <a:pt x="17125" y="63523"/>
                </a:cubicBezTo>
                <a:cubicBezTo>
                  <a:pt x="26545" y="73410"/>
                  <a:pt x="38126" y="83418"/>
                  <a:pt x="47354" y="92645"/>
                </a:cubicBezTo>
                <a:cubicBezTo>
                  <a:pt x="48050" y="93353"/>
                  <a:pt x="49010" y="93748"/>
                  <a:pt x="50006" y="93748"/>
                </a:cubicBezTo>
                <a:cubicBezTo>
                  <a:pt x="51002" y="93748"/>
                  <a:pt x="51950" y="93353"/>
                  <a:pt x="52658" y="92645"/>
                </a:cubicBezTo>
                <a:cubicBezTo>
                  <a:pt x="61887" y="83418"/>
                  <a:pt x="73467" y="73410"/>
                  <a:pt x="82876" y="63523"/>
                </a:cubicBezTo>
                <a:cubicBezTo>
                  <a:pt x="92284" y="53636"/>
                  <a:pt x="100001" y="43989"/>
                  <a:pt x="100001" y="33753"/>
                </a:cubicBezTo>
                <a:cubicBezTo>
                  <a:pt x="100001" y="18612"/>
                  <a:pt x="87652" y="6252"/>
                  <a:pt x="72507" y="6252"/>
                </a:cubicBezTo>
                <a:cubicBezTo>
                  <a:pt x="63807" y="6252"/>
                  <a:pt x="56247" y="10920"/>
                  <a:pt x="50006" y="18839"/>
                </a:cubicBezTo>
                <a:cubicBezTo>
                  <a:pt x="43754" y="10920"/>
                  <a:pt x="36194" y="6252"/>
                  <a:pt x="27505" y="625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2" name="Белый — SVG 11">
            <a:extLst>
              <a:ext uri="{FF2B5EF4-FFF2-40B4-BE49-F238E27FC236}">
                <a16:creationId xmlns:a16="http://schemas.microsoft.com/office/drawing/2014/main" id="{2454E3DD-306C-D448-91CE-57515A5AA95D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121643 w 155397"/>
              <a:gd name="csY0" fmla="*/ 1 h 141839"/>
              <a:gd name="csX1" fmla="*/ 117917 w 155397"/>
              <a:gd name="csY1" fmla="*/ 1617 h 141839"/>
              <a:gd name="csX2" fmla="*/ 116420 w 155397"/>
              <a:gd name="csY2" fmla="*/ 5394 h 141839"/>
              <a:gd name="csX3" fmla="*/ 116420 w 155397"/>
              <a:gd name="csY3" fmla="*/ 17795 h 141839"/>
              <a:gd name="csX4" fmla="*/ 104000 w 155397"/>
              <a:gd name="csY4" fmla="*/ 17795 h 141839"/>
              <a:gd name="csX5" fmla="*/ 101941 w 155397"/>
              <a:gd name="csY5" fmla="*/ 18186 h 141839"/>
              <a:gd name="csX6" fmla="*/ 100189 w 155397"/>
              <a:gd name="csY6" fmla="*/ 19326 h 141839"/>
              <a:gd name="csX7" fmla="*/ 99032 w 155397"/>
              <a:gd name="csY7" fmla="*/ 21061 h 141839"/>
              <a:gd name="csX8" fmla="*/ 98607 w 155397"/>
              <a:gd name="csY8" fmla="*/ 23119 h 141839"/>
              <a:gd name="csX9" fmla="*/ 99032 w 155397"/>
              <a:gd name="csY9" fmla="*/ 25161 h 141839"/>
              <a:gd name="csX10" fmla="*/ 100189 w 155397"/>
              <a:gd name="csY10" fmla="*/ 26896 h 141839"/>
              <a:gd name="csX11" fmla="*/ 101941 w 155397"/>
              <a:gd name="csY11" fmla="*/ 28053 h 141839"/>
              <a:gd name="csX12" fmla="*/ 104000 w 155397"/>
              <a:gd name="csY12" fmla="*/ 28427 h 141839"/>
              <a:gd name="csX13" fmla="*/ 116420 w 155397"/>
              <a:gd name="csY13" fmla="*/ 28427 h 141839"/>
              <a:gd name="csX14" fmla="*/ 116420 w 155397"/>
              <a:gd name="csY14" fmla="*/ 40828 h 141839"/>
              <a:gd name="csX15" fmla="*/ 116794 w 155397"/>
              <a:gd name="csY15" fmla="*/ 42886 h 141839"/>
              <a:gd name="csX16" fmla="*/ 117934 w 155397"/>
              <a:gd name="csY16" fmla="*/ 44639 h 141839"/>
              <a:gd name="csX17" fmla="*/ 119669 w 155397"/>
              <a:gd name="csY17" fmla="*/ 45812 h 141839"/>
              <a:gd name="csX18" fmla="*/ 121728 w 155397"/>
              <a:gd name="csY18" fmla="*/ 46220 h 141839"/>
              <a:gd name="csX19" fmla="*/ 123786 w 155397"/>
              <a:gd name="csY19" fmla="*/ 45812 h 141839"/>
              <a:gd name="csX20" fmla="*/ 125522 w 155397"/>
              <a:gd name="csY20" fmla="*/ 44639 h 141839"/>
              <a:gd name="csX21" fmla="*/ 126662 w 155397"/>
              <a:gd name="csY21" fmla="*/ 42886 h 141839"/>
              <a:gd name="csX22" fmla="*/ 127053 w 155397"/>
              <a:gd name="csY22" fmla="*/ 40828 h 141839"/>
              <a:gd name="csX23" fmla="*/ 127053 w 155397"/>
              <a:gd name="csY23" fmla="*/ 28427 h 141839"/>
              <a:gd name="csX24" fmla="*/ 139456 w 155397"/>
              <a:gd name="csY24" fmla="*/ 28427 h 141839"/>
              <a:gd name="csX25" fmla="*/ 141514 w 155397"/>
              <a:gd name="csY25" fmla="*/ 28053 h 141839"/>
              <a:gd name="csX26" fmla="*/ 143267 w 155397"/>
              <a:gd name="csY26" fmla="*/ 26896 h 141839"/>
              <a:gd name="csX27" fmla="*/ 144424 w 155397"/>
              <a:gd name="csY27" fmla="*/ 25161 h 141839"/>
              <a:gd name="csX28" fmla="*/ 144849 w 155397"/>
              <a:gd name="csY28" fmla="*/ 23119 h 141839"/>
              <a:gd name="csX29" fmla="*/ 144424 w 155397"/>
              <a:gd name="csY29" fmla="*/ 21061 h 141839"/>
              <a:gd name="csX30" fmla="*/ 143267 w 155397"/>
              <a:gd name="csY30" fmla="*/ 19326 h 141839"/>
              <a:gd name="csX31" fmla="*/ 141514 w 155397"/>
              <a:gd name="csY31" fmla="*/ 18186 h 141839"/>
              <a:gd name="csX32" fmla="*/ 139456 w 155397"/>
              <a:gd name="csY32" fmla="*/ 17795 h 141839"/>
              <a:gd name="csX33" fmla="*/ 127053 w 155397"/>
              <a:gd name="csY33" fmla="*/ 17795 h 141839"/>
              <a:gd name="csX34" fmla="*/ 127053 w 155397"/>
              <a:gd name="csY34" fmla="*/ 5394 h 141839"/>
              <a:gd name="csX35" fmla="*/ 126662 w 155397"/>
              <a:gd name="csY35" fmla="*/ 3319 h 141839"/>
              <a:gd name="csX36" fmla="*/ 125488 w 155397"/>
              <a:gd name="csY36" fmla="*/ 1549 h 141839"/>
              <a:gd name="csX37" fmla="*/ 123718 w 155397"/>
              <a:gd name="csY37" fmla="*/ 393 h 141839"/>
              <a:gd name="csX38" fmla="*/ 121643 w 155397"/>
              <a:gd name="csY38" fmla="*/ 1 h 141839"/>
              <a:gd name="csX39" fmla="*/ 36916 w 155397"/>
              <a:gd name="csY39" fmla="*/ 32016 h 141839"/>
              <a:gd name="csX40" fmla="*/ 33973 w 155397"/>
              <a:gd name="csY40" fmla="*/ 33003 h 141839"/>
              <a:gd name="csX41" fmla="*/ 32084 w 155397"/>
              <a:gd name="csY41" fmla="*/ 35470 h 141839"/>
              <a:gd name="csX42" fmla="*/ 31880 w 155397"/>
              <a:gd name="csY42" fmla="*/ 38565 h 141839"/>
              <a:gd name="csX43" fmla="*/ 33462 w 155397"/>
              <a:gd name="csY43" fmla="*/ 41253 h 141839"/>
              <a:gd name="csX44" fmla="*/ 47277 w 155397"/>
              <a:gd name="csY44" fmla="*/ 54335 h 141839"/>
              <a:gd name="csX45" fmla="*/ 51088 w 155397"/>
              <a:gd name="csY45" fmla="*/ 55781 h 141839"/>
              <a:gd name="csX46" fmla="*/ 54797 w 155397"/>
              <a:gd name="csY46" fmla="*/ 54131 h 141839"/>
              <a:gd name="csX47" fmla="*/ 56260 w 155397"/>
              <a:gd name="csY47" fmla="*/ 50320 h 141839"/>
              <a:gd name="csX48" fmla="*/ 54593 w 155397"/>
              <a:gd name="csY48" fmla="*/ 46612 h 141839"/>
              <a:gd name="csX49" fmla="*/ 40761 w 155397"/>
              <a:gd name="csY49" fmla="*/ 33530 h 141839"/>
              <a:gd name="csX50" fmla="*/ 38992 w 155397"/>
              <a:gd name="csY50" fmla="*/ 32391 h 141839"/>
              <a:gd name="csX51" fmla="*/ 36916 w 155397"/>
              <a:gd name="csY51" fmla="*/ 32016 h 141839"/>
              <a:gd name="csX52" fmla="*/ 15428 w 155397"/>
              <a:gd name="csY52" fmla="*/ 42529 h 141839"/>
              <a:gd name="csX53" fmla="*/ 2600 w 155397"/>
              <a:gd name="csY53" fmla="*/ 47701 h 141839"/>
              <a:gd name="csX54" fmla="*/ 1392 w 155397"/>
              <a:gd name="csY54" fmla="*/ 49028 h 141839"/>
              <a:gd name="csX55" fmla="*/ 14 w 155397"/>
              <a:gd name="csY55" fmla="*/ 52991 h 141839"/>
              <a:gd name="csX56" fmla="*/ 1852 w 155397"/>
              <a:gd name="csY56" fmla="*/ 56784 h 141839"/>
              <a:gd name="csX57" fmla="*/ 38430 w 155397"/>
              <a:gd name="csY57" fmla="*/ 91402 h 141839"/>
              <a:gd name="csX58" fmla="*/ 49387 w 155397"/>
              <a:gd name="csY58" fmla="*/ 95774 h 141839"/>
              <a:gd name="csX59" fmla="*/ 63253 w 155397"/>
              <a:gd name="csY59" fmla="*/ 95774 h 141839"/>
              <a:gd name="csX60" fmla="*/ 63253 w 155397"/>
              <a:gd name="csY60" fmla="*/ 70955 h 141839"/>
              <a:gd name="csX61" fmla="*/ 53640 w 155397"/>
              <a:gd name="csY61" fmla="*/ 70955 h 141839"/>
              <a:gd name="csX62" fmla="*/ 52398 w 155397"/>
              <a:gd name="csY62" fmla="*/ 70461 h 141839"/>
              <a:gd name="csX63" fmla="*/ 28903 w 155397"/>
              <a:gd name="csY63" fmla="*/ 48211 h 141839"/>
              <a:gd name="csX64" fmla="*/ 15428 w 155397"/>
              <a:gd name="csY64" fmla="*/ 42529 h 141839"/>
              <a:gd name="csX65" fmla="*/ 82733 w 155397"/>
              <a:gd name="csY65" fmla="*/ 56784 h 141839"/>
              <a:gd name="csX66" fmla="*/ 73886 w 155397"/>
              <a:gd name="csY66" fmla="*/ 65647 h 141839"/>
              <a:gd name="csX67" fmla="*/ 73886 w 155397"/>
              <a:gd name="csY67" fmla="*/ 95774 h 141839"/>
              <a:gd name="csX68" fmla="*/ 116420 w 155397"/>
              <a:gd name="csY68" fmla="*/ 95774 h 141839"/>
              <a:gd name="csX69" fmla="*/ 116420 w 155397"/>
              <a:gd name="csY69" fmla="*/ 65647 h 141839"/>
              <a:gd name="csX70" fmla="*/ 107556 w 155397"/>
              <a:gd name="csY70" fmla="*/ 56784 h 141839"/>
              <a:gd name="csX71" fmla="*/ 82733 w 155397"/>
              <a:gd name="csY71" fmla="*/ 56784 h 141839"/>
              <a:gd name="csX72" fmla="*/ 127053 w 155397"/>
              <a:gd name="csY72" fmla="*/ 70955 h 141839"/>
              <a:gd name="csX73" fmla="*/ 127053 w 155397"/>
              <a:gd name="csY73" fmla="*/ 95774 h 141839"/>
              <a:gd name="csX74" fmla="*/ 150089 w 155397"/>
              <a:gd name="csY74" fmla="*/ 95774 h 141839"/>
              <a:gd name="csX75" fmla="*/ 155398 w 155397"/>
              <a:gd name="csY75" fmla="*/ 90449 h 141839"/>
              <a:gd name="csX76" fmla="*/ 155398 w 155397"/>
              <a:gd name="csY76" fmla="*/ 88680 h 141839"/>
              <a:gd name="csX77" fmla="*/ 137686 w 155397"/>
              <a:gd name="csY77" fmla="*/ 70955 h 141839"/>
              <a:gd name="csX78" fmla="*/ 127053 w 155397"/>
              <a:gd name="csY78" fmla="*/ 70955 h 141839"/>
              <a:gd name="csX79" fmla="*/ 61466 w 155397"/>
              <a:gd name="csY79" fmla="*/ 106406 h 141839"/>
              <a:gd name="csX80" fmla="*/ 45644 w 155397"/>
              <a:gd name="csY80" fmla="*/ 121154 h 141839"/>
              <a:gd name="csX81" fmla="*/ 39978 w 155397"/>
              <a:gd name="csY81" fmla="*/ 125764 h 141839"/>
              <a:gd name="csX82" fmla="*/ 38617 w 155397"/>
              <a:gd name="csY82" fmla="*/ 132943 h 141839"/>
              <a:gd name="csX83" fmla="*/ 42224 w 155397"/>
              <a:gd name="csY83" fmla="*/ 139305 h 141839"/>
              <a:gd name="csX84" fmla="*/ 49064 w 155397"/>
              <a:gd name="csY84" fmla="*/ 141840 h 141839"/>
              <a:gd name="csX85" fmla="*/ 55103 w 155397"/>
              <a:gd name="csY85" fmla="*/ 139969 h 141839"/>
              <a:gd name="csX86" fmla="*/ 58999 w 155397"/>
              <a:gd name="csY86" fmla="*/ 135002 h 141839"/>
              <a:gd name="csX87" fmla="*/ 59408 w 155397"/>
              <a:gd name="csY87" fmla="*/ 128690 h 141839"/>
              <a:gd name="csX88" fmla="*/ 56158 w 155397"/>
              <a:gd name="csY88" fmla="*/ 123281 h 141839"/>
              <a:gd name="csX89" fmla="*/ 56158 w 155397"/>
              <a:gd name="csY89" fmla="*/ 122345 h 141839"/>
              <a:gd name="csX90" fmla="*/ 61466 w 155397"/>
              <a:gd name="csY90" fmla="*/ 117038 h 141839"/>
              <a:gd name="csX91" fmla="*/ 132361 w 155397"/>
              <a:gd name="csY91" fmla="*/ 117038 h 141839"/>
              <a:gd name="csX92" fmla="*/ 137686 w 155397"/>
              <a:gd name="csY92" fmla="*/ 122345 h 141839"/>
              <a:gd name="csX93" fmla="*/ 137686 w 155397"/>
              <a:gd name="csY93" fmla="*/ 123298 h 141839"/>
              <a:gd name="csX94" fmla="*/ 134454 w 155397"/>
              <a:gd name="csY94" fmla="*/ 128707 h 141839"/>
              <a:gd name="csX95" fmla="*/ 134845 w 155397"/>
              <a:gd name="csY95" fmla="*/ 135002 h 141839"/>
              <a:gd name="csX96" fmla="*/ 138741 w 155397"/>
              <a:gd name="csY96" fmla="*/ 139952 h 141839"/>
              <a:gd name="csX97" fmla="*/ 144764 w 155397"/>
              <a:gd name="csY97" fmla="*/ 141840 h 141839"/>
              <a:gd name="csX98" fmla="*/ 151621 w 155397"/>
              <a:gd name="csY98" fmla="*/ 139305 h 141839"/>
              <a:gd name="csX99" fmla="*/ 155227 w 155397"/>
              <a:gd name="csY99" fmla="*/ 132943 h 141839"/>
              <a:gd name="csX100" fmla="*/ 153866 w 155397"/>
              <a:gd name="csY100" fmla="*/ 125747 h 141839"/>
              <a:gd name="csX101" fmla="*/ 148184 w 155397"/>
              <a:gd name="csY101" fmla="*/ 121154 h 141839"/>
              <a:gd name="csX102" fmla="*/ 132361 w 155397"/>
              <a:gd name="csY102" fmla="*/ 106406 h 141839"/>
              <a:gd name="csX103" fmla="*/ 61466 w 155397"/>
              <a:gd name="csY103" fmla="*/ 106406 h 141839"/>
            </a:gdLst>
            <a:ahLst/>
            <a:cxnLst/>
            <a:rect l="l" t="t" r="r" b="b"/>
            <a:pathLst>
              <a:path w="100000" h="100000">
                <a:moveTo>
                  <a:pt x="78279" y="4363"/>
                </a:moveTo>
                <a:cubicBezTo>
                  <a:pt x="77370" y="4374"/>
                  <a:pt x="76505" y="4747"/>
                  <a:pt x="75881" y="5403"/>
                </a:cubicBezTo>
                <a:cubicBezTo>
                  <a:pt x="75246" y="6049"/>
                  <a:pt x="74895" y="6925"/>
                  <a:pt x="74918" y="7833"/>
                </a:cubicBezTo>
                <a:lnTo>
                  <a:pt x="74918" y="15814"/>
                </a:lnTo>
                <a:lnTo>
                  <a:pt x="66925" y="15814"/>
                </a:lnTo>
                <a:cubicBezTo>
                  <a:pt x="66476" y="15814"/>
                  <a:pt x="66028" y="15890"/>
                  <a:pt x="65600" y="16065"/>
                </a:cubicBezTo>
                <a:cubicBezTo>
                  <a:pt x="65185" y="16229"/>
                  <a:pt x="64801" y="16482"/>
                  <a:pt x="64473" y="16799"/>
                </a:cubicBezTo>
                <a:cubicBezTo>
                  <a:pt x="64156" y="17116"/>
                  <a:pt x="63903" y="17500"/>
                  <a:pt x="63728" y="17915"/>
                </a:cubicBezTo>
                <a:cubicBezTo>
                  <a:pt x="63553" y="18332"/>
                  <a:pt x="63455" y="18780"/>
                  <a:pt x="63455" y="19240"/>
                </a:cubicBezTo>
                <a:cubicBezTo>
                  <a:pt x="63455" y="19689"/>
                  <a:pt x="63553" y="20137"/>
                  <a:pt x="63728" y="20554"/>
                </a:cubicBezTo>
                <a:cubicBezTo>
                  <a:pt x="63903" y="20980"/>
                  <a:pt x="64156" y="21353"/>
                  <a:pt x="64473" y="21670"/>
                </a:cubicBezTo>
                <a:cubicBezTo>
                  <a:pt x="64801" y="21988"/>
                  <a:pt x="65185" y="22239"/>
                  <a:pt x="65600" y="22415"/>
                </a:cubicBezTo>
                <a:cubicBezTo>
                  <a:pt x="66028" y="22579"/>
                  <a:pt x="66476" y="22666"/>
                  <a:pt x="66925" y="22656"/>
                </a:cubicBezTo>
                <a:lnTo>
                  <a:pt x="74918" y="22656"/>
                </a:lnTo>
                <a:lnTo>
                  <a:pt x="74918" y="30636"/>
                </a:lnTo>
                <a:cubicBezTo>
                  <a:pt x="74907" y="31095"/>
                  <a:pt x="74994" y="31544"/>
                  <a:pt x="75158" y="31960"/>
                </a:cubicBezTo>
                <a:cubicBezTo>
                  <a:pt x="75323" y="32387"/>
                  <a:pt x="75575" y="32770"/>
                  <a:pt x="75892" y="33088"/>
                </a:cubicBezTo>
                <a:cubicBezTo>
                  <a:pt x="76220" y="33416"/>
                  <a:pt x="76593" y="33668"/>
                  <a:pt x="77009" y="33843"/>
                </a:cubicBezTo>
                <a:cubicBezTo>
                  <a:pt x="77436" y="34019"/>
                  <a:pt x="77884" y="34106"/>
                  <a:pt x="78334" y="34106"/>
                </a:cubicBezTo>
                <a:cubicBezTo>
                  <a:pt x="78782" y="34106"/>
                  <a:pt x="79231" y="34019"/>
                  <a:pt x="79658" y="33843"/>
                </a:cubicBezTo>
                <a:cubicBezTo>
                  <a:pt x="80074" y="33668"/>
                  <a:pt x="80446" y="33416"/>
                  <a:pt x="80775" y="33088"/>
                </a:cubicBezTo>
                <a:cubicBezTo>
                  <a:pt x="81092" y="32770"/>
                  <a:pt x="81345" y="32387"/>
                  <a:pt x="81509" y="31960"/>
                </a:cubicBezTo>
                <a:cubicBezTo>
                  <a:pt x="81673" y="31544"/>
                  <a:pt x="81760" y="31095"/>
                  <a:pt x="81760" y="30636"/>
                </a:cubicBezTo>
                <a:lnTo>
                  <a:pt x="81760" y="22656"/>
                </a:lnTo>
                <a:lnTo>
                  <a:pt x="89742" y="22656"/>
                </a:lnTo>
                <a:cubicBezTo>
                  <a:pt x="90190" y="22666"/>
                  <a:pt x="90639" y="22579"/>
                  <a:pt x="91066" y="22415"/>
                </a:cubicBezTo>
                <a:cubicBezTo>
                  <a:pt x="91482" y="22239"/>
                  <a:pt x="91865" y="21988"/>
                  <a:pt x="92194" y="21670"/>
                </a:cubicBezTo>
                <a:cubicBezTo>
                  <a:pt x="92511" y="21353"/>
                  <a:pt x="92763" y="20980"/>
                  <a:pt x="92939" y="20554"/>
                </a:cubicBezTo>
                <a:cubicBezTo>
                  <a:pt x="93114" y="20137"/>
                  <a:pt x="93212" y="19689"/>
                  <a:pt x="93212" y="19240"/>
                </a:cubicBezTo>
                <a:cubicBezTo>
                  <a:pt x="93212" y="18780"/>
                  <a:pt x="93114" y="18332"/>
                  <a:pt x="92939" y="17915"/>
                </a:cubicBezTo>
                <a:cubicBezTo>
                  <a:pt x="92763" y="17500"/>
                  <a:pt x="92511" y="17116"/>
                  <a:pt x="92194" y="16799"/>
                </a:cubicBezTo>
                <a:cubicBezTo>
                  <a:pt x="91865" y="16482"/>
                  <a:pt x="91482" y="16229"/>
                  <a:pt x="91066" y="16065"/>
                </a:cubicBezTo>
                <a:cubicBezTo>
                  <a:pt x="90639" y="15890"/>
                  <a:pt x="90190" y="15814"/>
                  <a:pt x="89742" y="15814"/>
                </a:cubicBezTo>
                <a:lnTo>
                  <a:pt x="81760" y="15814"/>
                </a:lnTo>
                <a:lnTo>
                  <a:pt x="81760" y="7833"/>
                </a:lnTo>
                <a:cubicBezTo>
                  <a:pt x="81760" y="7373"/>
                  <a:pt x="81673" y="6925"/>
                  <a:pt x="81509" y="6498"/>
                </a:cubicBezTo>
                <a:cubicBezTo>
                  <a:pt x="81334" y="6071"/>
                  <a:pt x="81070" y="5688"/>
                  <a:pt x="80753" y="5359"/>
                </a:cubicBezTo>
                <a:cubicBezTo>
                  <a:pt x="80424" y="5042"/>
                  <a:pt x="80041" y="4790"/>
                  <a:pt x="79614" y="4615"/>
                </a:cubicBezTo>
                <a:cubicBezTo>
                  <a:pt x="79188" y="4440"/>
                  <a:pt x="78738" y="4352"/>
                  <a:pt x="78279" y="4363"/>
                </a:cubicBezTo>
                <a:close/>
                <a:moveTo>
                  <a:pt x="23756" y="24965"/>
                </a:moveTo>
                <a:cubicBezTo>
                  <a:pt x="23066" y="24987"/>
                  <a:pt x="22409" y="25206"/>
                  <a:pt x="21862" y="25600"/>
                </a:cubicBezTo>
                <a:cubicBezTo>
                  <a:pt x="21304" y="26005"/>
                  <a:pt x="20877" y="26553"/>
                  <a:pt x="20646" y="27188"/>
                </a:cubicBezTo>
                <a:cubicBezTo>
                  <a:pt x="20406" y="27822"/>
                  <a:pt x="20362" y="28523"/>
                  <a:pt x="20515" y="29179"/>
                </a:cubicBezTo>
                <a:cubicBezTo>
                  <a:pt x="20679" y="29847"/>
                  <a:pt x="21030" y="30450"/>
                  <a:pt x="21533" y="30909"/>
                </a:cubicBezTo>
                <a:lnTo>
                  <a:pt x="30423" y="39328"/>
                </a:lnTo>
                <a:cubicBezTo>
                  <a:pt x="31080" y="39952"/>
                  <a:pt x="31967" y="40291"/>
                  <a:pt x="32876" y="40258"/>
                </a:cubicBezTo>
                <a:cubicBezTo>
                  <a:pt x="33784" y="40236"/>
                  <a:pt x="34638" y="39853"/>
                  <a:pt x="35263" y="39196"/>
                </a:cubicBezTo>
                <a:cubicBezTo>
                  <a:pt x="35887" y="38528"/>
                  <a:pt x="36226" y="37653"/>
                  <a:pt x="36204" y="36744"/>
                </a:cubicBezTo>
                <a:cubicBezTo>
                  <a:pt x="36171" y="35835"/>
                  <a:pt x="35788" y="34981"/>
                  <a:pt x="35131" y="34358"/>
                </a:cubicBezTo>
                <a:lnTo>
                  <a:pt x="26230" y="25939"/>
                </a:lnTo>
                <a:cubicBezTo>
                  <a:pt x="25901" y="25622"/>
                  <a:pt x="25519" y="25371"/>
                  <a:pt x="25092" y="25206"/>
                </a:cubicBezTo>
                <a:cubicBezTo>
                  <a:pt x="24665" y="25031"/>
                  <a:pt x="24205" y="24954"/>
                  <a:pt x="23756" y="24965"/>
                </a:cubicBezTo>
                <a:close/>
                <a:moveTo>
                  <a:pt x="9928" y="31730"/>
                </a:moveTo>
                <a:cubicBezTo>
                  <a:pt x="6644" y="31665"/>
                  <a:pt x="3775" y="32847"/>
                  <a:pt x="1673" y="35059"/>
                </a:cubicBezTo>
                <a:lnTo>
                  <a:pt x="896" y="35913"/>
                </a:lnTo>
                <a:cubicBezTo>
                  <a:pt x="239" y="36591"/>
                  <a:pt x="-57" y="37478"/>
                  <a:pt x="9" y="38463"/>
                </a:cubicBezTo>
                <a:cubicBezTo>
                  <a:pt x="75" y="39371"/>
                  <a:pt x="512" y="40236"/>
                  <a:pt x="1192" y="40904"/>
                </a:cubicBezTo>
                <a:lnTo>
                  <a:pt x="24730" y="63181"/>
                </a:lnTo>
                <a:cubicBezTo>
                  <a:pt x="26647" y="64987"/>
                  <a:pt x="29153" y="65994"/>
                  <a:pt x="31781" y="65994"/>
                </a:cubicBezTo>
                <a:lnTo>
                  <a:pt x="40704" y="65994"/>
                </a:lnTo>
                <a:lnTo>
                  <a:pt x="40704" y="50023"/>
                </a:lnTo>
                <a:lnTo>
                  <a:pt x="34518" y="50023"/>
                </a:lnTo>
                <a:cubicBezTo>
                  <a:pt x="34223" y="50023"/>
                  <a:pt x="33949" y="49913"/>
                  <a:pt x="33719" y="49705"/>
                </a:cubicBezTo>
                <a:lnTo>
                  <a:pt x="18599" y="35387"/>
                </a:lnTo>
                <a:cubicBezTo>
                  <a:pt x="16180" y="33099"/>
                  <a:pt x="13103" y="31807"/>
                  <a:pt x="9928" y="31730"/>
                </a:cubicBezTo>
                <a:close/>
                <a:moveTo>
                  <a:pt x="53240" y="40904"/>
                </a:moveTo>
                <a:cubicBezTo>
                  <a:pt x="50097" y="40904"/>
                  <a:pt x="47547" y="43455"/>
                  <a:pt x="47547" y="46607"/>
                </a:cubicBezTo>
                <a:lnTo>
                  <a:pt x="47547" y="65994"/>
                </a:lnTo>
                <a:lnTo>
                  <a:pt x="74918" y="65994"/>
                </a:lnTo>
                <a:lnTo>
                  <a:pt x="74918" y="46607"/>
                </a:lnTo>
                <a:cubicBezTo>
                  <a:pt x="74918" y="43455"/>
                  <a:pt x="72356" y="40904"/>
                  <a:pt x="69214" y="40904"/>
                </a:cubicBezTo>
                <a:lnTo>
                  <a:pt x="53240" y="40904"/>
                </a:lnTo>
                <a:close/>
                <a:moveTo>
                  <a:pt x="81760" y="50023"/>
                </a:moveTo>
                <a:lnTo>
                  <a:pt x="81760" y="65994"/>
                </a:lnTo>
                <a:lnTo>
                  <a:pt x="96584" y="65994"/>
                </a:lnTo>
                <a:cubicBezTo>
                  <a:pt x="98478" y="65994"/>
                  <a:pt x="100001" y="64461"/>
                  <a:pt x="100001" y="62567"/>
                </a:cubicBezTo>
                <a:lnTo>
                  <a:pt x="100001" y="61429"/>
                </a:lnTo>
                <a:cubicBezTo>
                  <a:pt x="100001" y="55135"/>
                  <a:pt x="94898" y="50023"/>
                  <a:pt x="88603" y="50023"/>
                </a:cubicBezTo>
                <a:lnTo>
                  <a:pt x="81760" y="50023"/>
                </a:lnTo>
                <a:close/>
                <a:moveTo>
                  <a:pt x="39554" y="72836"/>
                </a:moveTo>
                <a:cubicBezTo>
                  <a:pt x="34190" y="72836"/>
                  <a:pt x="29777" y="77061"/>
                  <a:pt x="29373" y="82327"/>
                </a:cubicBezTo>
                <a:cubicBezTo>
                  <a:pt x="27851" y="82852"/>
                  <a:pt x="26558" y="83903"/>
                  <a:pt x="25726" y="85293"/>
                </a:cubicBezTo>
                <a:cubicBezTo>
                  <a:pt x="24905" y="86684"/>
                  <a:pt x="24588" y="88314"/>
                  <a:pt x="24851" y="89913"/>
                </a:cubicBezTo>
                <a:cubicBezTo>
                  <a:pt x="25114" y="91500"/>
                  <a:pt x="25935" y="92956"/>
                  <a:pt x="27172" y="94007"/>
                </a:cubicBezTo>
                <a:cubicBezTo>
                  <a:pt x="28398" y="95048"/>
                  <a:pt x="29964" y="95627"/>
                  <a:pt x="31573" y="95638"/>
                </a:cubicBezTo>
                <a:cubicBezTo>
                  <a:pt x="32963" y="95638"/>
                  <a:pt x="34310" y="95212"/>
                  <a:pt x="35460" y="94434"/>
                </a:cubicBezTo>
                <a:cubicBezTo>
                  <a:pt x="36599" y="93646"/>
                  <a:pt x="37474" y="92529"/>
                  <a:pt x="37967" y="91238"/>
                </a:cubicBezTo>
                <a:cubicBezTo>
                  <a:pt x="38460" y="89946"/>
                  <a:pt x="38547" y="88523"/>
                  <a:pt x="38230" y="87176"/>
                </a:cubicBezTo>
                <a:cubicBezTo>
                  <a:pt x="37902" y="85830"/>
                  <a:pt x="37167" y="84615"/>
                  <a:pt x="36138" y="83695"/>
                </a:cubicBezTo>
                <a:lnTo>
                  <a:pt x="36138" y="83093"/>
                </a:lnTo>
                <a:cubicBezTo>
                  <a:pt x="36138" y="81166"/>
                  <a:pt x="37627" y="79678"/>
                  <a:pt x="39554" y="79678"/>
                </a:cubicBezTo>
                <a:lnTo>
                  <a:pt x="85176" y="79678"/>
                </a:lnTo>
                <a:cubicBezTo>
                  <a:pt x="87103" y="79678"/>
                  <a:pt x="88603" y="81166"/>
                  <a:pt x="88603" y="83093"/>
                </a:cubicBezTo>
                <a:lnTo>
                  <a:pt x="88603" y="83706"/>
                </a:lnTo>
                <a:cubicBezTo>
                  <a:pt x="87563" y="84626"/>
                  <a:pt x="86840" y="85841"/>
                  <a:pt x="86523" y="87187"/>
                </a:cubicBezTo>
                <a:cubicBezTo>
                  <a:pt x="86194" y="88534"/>
                  <a:pt x="86282" y="89946"/>
                  <a:pt x="86775" y="91238"/>
                </a:cubicBezTo>
                <a:cubicBezTo>
                  <a:pt x="87267" y="92529"/>
                  <a:pt x="88143" y="93646"/>
                  <a:pt x="89282" y="94423"/>
                </a:cubicBezTo>
                <a:cubicBezTo>
                  <a:pt x="90421" y="95212"/>
                  <a:pt x="91778" y="95638"/>
                  <a:pt x="93158" y="95638"/>
                </a:cubicBezTo>
                <a:cubicBezTo>
                  <a:pt x="94778" y="95627"/>
                  <a:pt x="96344" y="95058"/>
                  <a:pt x="97570" y="94007"/>
                </a:cubicBezTo>
                <a:cubicBezTo>
                  <a:pt x="98807" y="92956"/>
                  <a:pt x="99628" y="91511"/>
                  <a:pt x="99891" y="89913"/>
                </a:cubicBezTo>
                <a:cubicBezTo>
                  <a:pt x="100154" y="88314"/>
                  <a:pt x="99847" y="86673"/>
                  <a:pt x="99015" y="85282"/>
                </a:cubicBezTo>
                <a:cubicBezTo>
                  <a:pt x="98183" y="83892"/>
                  <a:pt x="96891" y="82852"/>
                  <a:pt x="95358" y="82327"/>
                </a:cubicBezTo>
                <a:cubicBezTo>
                  <a:pt x="94953" y="77050"/>
                  <a:pt x="90541" y="72836"/>
                  <a:pt x="85176" y="72836"/>
                </a:cubicBezTo>
                <a:lnTo>
                  <a:pt x="39554" y="7283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3" name="Белый — SVG 12">
            <a:extLst>
              <a:ext uri="{FF2B5EF4-FFF2-40B4-BE49-F238E27FC236}">
                <a16:creationId xmlns:a16="http://schemas.microsoft.com/office/drawing/2014/main" id="{2701C23B-D126-CC4C-A15A-EE06C899F144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118761 w 149021"/>
              <a:gd name="csY0" fmla="*/ 0 h 148983"/>
              <a:gd name="csX1" fmla="*/ 115792 w 149021"/>
              <a:gd name="csY1" fmla="*/ 902 h 148983"/>
              <a:gd name="csX2" fmla="*/ 113835 w 149021"/>
              <a:gd name="csY2" fmla="*/ 3317 h 148983"/>
              <a:gd name="csX3" fmla="*/ 113560 w 149021"/>
              <a:gd name="csY3" fmla="*/ 6413 h 148983"/>
              <a:gd name="csX4" fmla="*/ 115057 w 149021"/>
              <a:gd name="csY4" fmla="*/ 9135 h 148983"/>
              <a:gd name="csX5" fmla="*/ 120374 w 149021"/>
              <a:gd name="csY5" fmla="*/ 14442 h 148983"/>
              <a:gd name="csX6" fmla="*/ 108468 w 149021"/>
              <a:gd name="csY6" fmla="*/ 26350 h 148983"/>
              <a:gd name="csX7" fmla="*/ 122645 w 149021"/>
              <a:gd name="csY7" fmla="*/ 40520 h 148983"/>
              <a:gd name="csX8" fmla="*/ 134552 w 149021"/>
              <a:gd name="csY8" fmla="*/ 28630 h 148983"/>
              <a:gd name="csX9" fmla="*/ 139869 w 149021"/>
              <a:gd name="csY9" fmla="*/ 33937 h 148983"/>
              <a:gd name="csX10" fmla="*/ 141594 w 149021"/>
              <a:gd name="csY10" fmla="*/ 35128 h 148983"/>
              <a:gd name="csX11" fmla="*/ 143650 w 149021"/>
              <a:gd name="csY11" fmla="*/ 35570 h 148983"/>
              <a:gd name="csX12" fmla="*/ 145713 w 149021"/>
              <a:gd name="csY12" fmla="*/ 35179 h 148983"/>
              <a:gd name="csX13" fmla="*/ 147464 w 149021"/>
              <a:gd name="csY13" fmla="*/ 34022 h 148983"/>
              <a:gd name="csX14" fmla="*/ 148628 w 149021"/>
              <a:gd name="csY14" fmla="*/ 32270 h 148983"/>
              <a:gd name="csX15" fmla="*/ 149021 w 149021"/>
              <a:gd name="csY15" fmla="*/ 30195 h 148983"/>
              <a:gd name="csX16" fmla="*/ 148585 w 149021"/>
              <a:gd name="csY16" fmla="*/ 28153 h 148983"/>
              <a:gd name="csX17" fmla="*/ 147387 w 149021"/>
              <a:gd name="csY17" fmla="*/ 26418 h 148983"/>
              <a:gd name="csX18" fmla="*/ 122575 w 149021"/>
              <a:gd name="csY18" fmla="*/ 1616 h 148983"/>
              <a:gd name="csX19" fmla="*/ 120831 w 149021"/>
              <a:gd name="csY19" fmla="*/ 425 h 148983"/>
              <a:gd name="csX20" fmla="*/ 118761 w 149021"/>
              <a:gd name="csY20" fmla="*/ 0 h 148983"/>
              <a:gd name="csX21" fmla="*/ 91880 w 149021"/>
              <a:gd name="csY21" fmla="*/ 28443 h 148983"/>
              <a:gd name="csX22" fmla="*/ 85608 w 149021"/>
              <a:gd name="csY22" fmla="*/ 31062 h 148983"/>
              <a:gd name="csX23" fmla="*/ 56789 w 149021"/>
              <a:gd name="csY23" fmla="*/ 59879 h 148983"/>
              <a:gd name="csX24" fmla="*/ 65864 w 149021"/>
              <a:gd name="csY24" fmla="*/ 68946 h 148983"/>
              <a:gd name="csX25" fmla="*/ 65864 w 149021"/>
              <a:gd name="csY25" fmla="*/ 76465 h 148983"/>
              <a:gd name="csX26" fmla="*/ 62106 w 149021"/>
              <a:gd name="csY26" fmla="*/ 78030 h 148983"/>
              <a:gd name="csX27" fmla="*/ 58346 w 149021"/>
              <a:gd name="csY27" fmla="*/ 76465 h 148983"/>
              <a:gd name="csX28" fmla="*/ 49278 w 149021"/>
              <a:gd name="csY28" fmla="*/ 67398 h 148983"/>
              <a:gd name="csX29" fmla="*/ 42610 w 149021"/>
              <a:gd name="csY29" fmla="*/ 74049 h 148983"/>
              <a:gd name="csX30" fmla="*/ 51687 w 149021"/>
              <a:gd name="csY30" fmla="*/ 83116 h 148983"/>
              <a:gd name="csX31" fmla="*/ 51687 w 149021"/>
              <a:gd name="csY31" fmla="*/ 90635 h 148983"/>
              <a:gd name="csX32" fmla="*/ 47927 w 149021"/>
              <a:gd name="csY32" fmla="*/ 92200 h 148983"/>
              <a:gd name="csX33" fmla="*/ 44169 w 149021"/>
              <a:gd name="csY33" fmla="*/ 90635 h 148983"/>
              <a:gd name="csX34" fmla="*/ 35099 w 149021"/>
              <a:gd name="csY34" fmla="*/ 81568 h 148983"/>
              <a:gd name="csX35" fmla="*/ 32726 w 149021"/>
              <a:gd name="csY35" fmla="*/ 83933 h 148983"/>
              <a:gd name="csX36" fmla="*/ 28571 w 149021"/>
              <a:gd name="csY36" fmla="*/ 93969 h 148983"/>
              <a:gd name="csX37" fmla="*/ 32726 w 149021"/>
              <a:gd name="csY37" fmla="*/ 104006 h 148983"/>
              <a:gd name="csX38" fmla="*/ 44985 w 149021"/>
              <a:gd name="csY38" fmla="*/ 116254 h 148983"/>
              <a:gd name="csX39" fmla="*/ 55016 w 149021"/>
              <a:gd name="csY39" fmla="*/ 120405 h 148983"/>
              <a:gd name="csX40" fmla="*/ 65048 w 149021"/>
              <a:gd name="csY40" fmla="*/ 116254 h 148983"/>
              <a:gd name="csX41" fmla="*/ 117930 w 149021"/>
              <a:gd name="csY41" fmla="*/ 63383 h 148983"/>
              <a:gd name="csX42" fmla="*/ 117930 w 149021"/>
              <a:gd name="csY42" fmla="*/ 50846 h 148983"/>
              <a:gd name="csX43" fmla="*/ 98152 w 149021"/>
              <a:gd name="csY43" fmla="*/ 31062 h 148983"/>
              <a:gd name="csX44" fmla="*/ 91880 w 149021"/>
              <a:gd name="csY44" fmla="*/ 28443 h 148983"/>
              <a:gd name="csX45" fmla="*/ 94006 w 149021"/>
              <a:gd name="csY45" fmla="*/ 49672 h 148983"/>
              <a:gd name="csX46" fmla="*/ 97764 w 149021"/>
              <a:gd name="csY46" fmla="*/ 51221 h 148983"/>
              <a:gd name="csX47" fmla="*/ 97764 w 149021"/>
              <a:gd name="csY47" fmla="*/ 58739 h 148983"/>
              <a:gd name="csX48" fmla="*/ 90675 w 149021"/>
              <a:gd name="csY48" fmla="*/ 65833 h 148983"/>
              <a:gd name="csX49" fmla="*/ 86917 w 149021"/>
              <a:gd name="csY49" fmla="*/ 67398 h 148983"/>
              <a:gd name="csX50" fmla="*/ 83157 w 149021"/>
              <a:gd name="csY50" fmla="*/ 65833 h 148983"/>
              <a:gd name="csX51" fmla="*/ 83157 w 149021"/>
              <a:gd name="csY51" fmla="*/ 58314 h 148983"/>
              <a:gd name="csX52" fmla="*/ 90246 w 149021"/>
              <a:gd name="csY52" fmla="*/ 51221 h 148983"/>
              <a:gd name="csX53" fmla="*/ 94006 w 149021"/>
              <a:gd name="csY53" fmla="*/ 49672 h 148983"/>
              <a:gd name="csX54" fmla="*/ 22832 w 149021"/>
              <a:gd name="csY54" fmla="*/ 108718 h 148983"/>
              <a:gd name="csX55" fmla="*/ 16913 w 149021"/>
              <a:gd name="csY55" fmla="*/ 114638 h 148983"/>
              <a:gd name="csX56" fmla="*/ 15743 w 149021"/>
              <a:gd name="csY56" fmla="*/ 125729 h 148983"/>
              <a:gd name="csX57" fmla="*/ 1635 w 149021"/>
              <a:gd name="csY57" fmla="*/ 139831 h 148983"/>
              <a:gd name="csX58" fmla="*/ 436 w 149021"/>
              <a:gd name="csY58" fmla="*/ 141549 h 148983"/>
              <a:gd name="csX59" fmla="*/ 0 w 149021"/>
              <a:gd name="csY59" fmla="*/ 143608 h 148983"/>
              <a:gd name="csX60" fmla="*/ 395 w 149021"/>
              <a:gd name="csY60" fmla="*/ 145666 h 148983"/>
              <a:gd name="csX61" fmla="*/ 1557 w 149021"/>
              <a:gd name="csY61" fmla="*/ 147418 h 148983"/>
              <a:gd name="csX62" fmla="*/ 3308 w 149021"/>
              <a:gd name="csY62" fmla="*/ 148592 h 148983"/>
              <a:gd name="csX63" fmla="*/ 5371 w 149021"/>
              <a:gd name="csY63" fmla="*/ 148983 h 148983"/>
              <a:gd name="csX64" fmla="*/ 7427 w 149021"/>
              <a:gd name="csY64" fmla="*/ 148541 h 148983"/>
              <a:gd name="csX65" fmla="*/ 9153 w 149021"/>
              <a:gd name="csY65" fmla="*/ 147350 h 148983"/>
              <a:gd name="csX66" fmla="*/ 23247 w 149021"/>
              <a:gd name="csY66" fmla="*/ 133248 h 148983"/>
              <a:gd name="csX67" fmla="*/ 28079 w 149021"/>
              <a:gd name="csY67" fmla="*/ 134694 h 148983"/>
              <a:gd name="csX68" fmla="*/ 34352 w 149021"/>
              <a:gd name="csY68" fmla="*/ 132074 h 148983"/>
              <a:gd name="csX69" fmla="*/ 40237 w 149021"/>
              <a:gd name="csY69" fmla="*/ 126188 h 148983"/>
              <a:gd name="csX70" fmla="*/ 37474 w 149021"/>
              <a:gd name="csY70" fmla="*/ 123807 h 148983"/>
              <a:gd name="csX71" fmla="*/ 25207 w 149021"/>
              <a:gd name="csY71" fmla="*/ 111508 h 148983"/>
              <a:gd name="csX72" fmla="*/ 22832 w 149021"/>
              <a:gd name="csY72" fmla="*/ 108718 h 148983"/>
            </a:gdLst>
            <a:ahLst/>
            <a:cxnLst/>
            <a:rect l="l" t="t" r="r" b="b"/>
            <a:pathLst>
              <a:path w="100000" h="100000">
                <a:moveTo>
                  <a:pt x="79694" y="13"/>
                </a:moveTo>
                <a:cubicBezTo>
                  <a:pt x="78983" y="13"/>
                  <a:pt x="78291" y="229"/>
                  <a:pt x="77702" y="618"/>
                </a:cubicBezTo>
                <a:cubicBezTo>
                  <a:pt x="77113" y="1017"/>
                  <a:pt x="76656" y="1577"/>
                  <a:pt x="76389" y="2239"/>
                </a:cubicBezTo>
                <a:cubicBezTo>
                  <a:pt x="76121" y="2901"/>
                  <a:pt x="76058" y="3620"/>
                  <a:pt x="76204" y="4316"/>
                </a:cubicBezTo>
                <a:cubicBezTo>
                  <a:pt x="76350" y="5013"/>
                  <a:pt x="76699" y="5641"/>
                  <a:pt x="77209" y="6143"/>
                </a:cubicBezTo>
                <a:lnTo>
                  <a:pt x="80777" y="9704"/>
                </a:lnTo>
                <a:lnTo>
                  <a:pt x="72787" y="17695"/>
                </a:lnTo>
                <a:lnTo>
                  <a:pt x="82300" y="27204"/>
                </a:lnTo>
                <a:lnTo>
                  <a:pt x="90291" y="19225"/>
                </a:lnTo>
                <a:lnTo>
                  <a:pt x="93859" y="22786"/>
                </a:lnTo>
                <a:cubicBezTo>
                  <a:pt x="94187" y="23128"/>
                  <a:pt x="94581" y="23403"/>
                  <a:pt x="95016" y="23585"/>
                </a:cubicBezTo>
                <a:cubicBezTo>
                  <a:pt x="95452" y="23779"/>
                  <a:pt x="95922" y="23882"/>
                  <a:pt x="96396" y="23882"/>
                </a:cubicBezTo>
                <a:cubicBezTo>
                  <a:pt x="96870" y="23893"/>
                  <a:pt x="97342" y="23802"/>
                  <a:pt x="97780" y="23619"/>
                </a:cubicBezTo>
                <a:cubicBezTo>
                  <a:pt x="98220" y="23437"/>
                  <a:pt x="98620" y="23175"/>
                  <a:pt x="98955" y="22843"/>
                </a:cubicBezTo>
                <a:cubicBezTo>
                  <a:pt x="99291" y="22501"/>
                  <a:pt x="99556" y="22101"/>
                  <a:pt x="99736" y="21667"/>
                </a:cubicBezTo>
                <a:cubicBezTo>
                  <a:pt x="99915" y="21223"/>
                  <a:pt x="100005" y="20754"/>
                  <a:pt x="100000" y="20275"/>
                </a:cubicBezTo>
                <a:cubicBezTo>
                  <a:pt x="99995" y="19807"/>
                  <a:pt x="99896" y="19339"/>
                  <a:pt x="99707" y="18905"/>
                </a:cubicBezTo>
                <a:cubicBezTo>
                  <a:pt x="99519" y="18460"/>
                  <a:pt x="99246" y="18071"/>
                  <a:pt x="98904" y="17740"/>
                </a:cubicBezTo>
                <a:lnTo>
                  <a:pt x="82254" y="1097"/>
                </a:lnTo>
                <a:cubicBezTo>
                  <a:pt x="81921" y="755"/>
                  <a:pt x="81524" y="481"/>
                  <a:pt x="81083" y="298"/>
                </a:cubicBezTo>
                <a:cubicBezTo>
                  <a:pt x="80644" y="104"/>
                  <a:pt x="80171" y="13"/>
                  <a:pt x="79694" y="13"/>
                </a:cubicBezTo>
                <a:close/>
                <a:moveTo>
                  <a:pt x="61656" y="19099"/>
                </a:moveTo>
                <a:cubicBezTo>
                  <a:pt x="60063" y="19099"/>
                  <a:pt x="58565" y="19715"/>
                  <a:pt x="57447" y="20857"/>
                </a:cubicBezTo>
                <a:lnTo>
                  <a:pt x="38108" y="40194"/>
                </a:lnTo>
                <a:lnTo>
                  <a:pt x="44198" y="46279"/>
                </a:lnTo>
                <a:cubicBezTo>
                  <a:pt x="45601" y="47660"/>
                  <a:pt x="45601" y="49943"/>
                  <a:pt x="44198" y="51324"/>
                </a:cubicBezTo>
                <a:cubicBezTo>
                  <a:pt x="43509" y="52009"/>
                  <a:pt x="42579" y="52374"/>
                  <a:pt x="41676" y="52374"/>
                </a:cubicBezTo>
                <a:cubicBezTo>
                  <a:pt x="40771" y="52374"/>
                  <a:pt x="39843" y="52009"/>
                  <a:pt x="39153" y="51324"/>
                </a:cubicBezTo>
                <a:lnTo>
                  <a:pt x="33068" y="45240"/>
                </a:lnTo>
                <a:lnTo>
                  <a:pt x="28593" y="49703"/>
                </a:lnTo>
                <a:lnTo>
                  <a:pt x="34684" y="55787"/>
                </a:lnTo>
                <a:cubicBezTo>
                  <a:pt x="36088" y="57169"/>
                  <a:pt x="36088" y="59463"/>
                  <a:pt x="34684" y="60833"/>
                </a:cubicBezTo>
                <a:cubicBezTo>
                  <a:pt x="33995" y="61530"/>
                  <a:pt x="33065" y="61883"/>
                  <a:pt x="32161" y="61883"/>
                </a:cubicBezTo>
                <a:cubicBezTo>
                  <a:pt x="31258" y="61883"/>
                  <a:pt x="30329" y="61530"/>
                  <a:pt x="29639" y="60833"/>
                </a:cubicBezTo>
                <a:lnTo>
                  <a:pt x="23553" y="54749"/>
                </a:lnTo>
                <a:lnTo>
                  <a:pt x="21961" y="56336"/>
                </a:lnTo>
                <a:cubicBezTo>
                  <a:pt x="20152" y="58150"/>
                  <a:pt x="19172" y="60525"/>
                  <a:pt x="19172" y="63070"/>
                </a:cubicBezTo>
                <a:cubicBezTo>
                  <a:pt x="19172" y="65616"/>
                  <a:pt x="20152" y="67990"/>
                  <a:pt x="21961" y="69806"/>
                </a:cubicBezTo>
                <a:lnTo>
                  <a:pt x="30187" y="78025"/>
                </a:lnTo>
                <a:cubicBezTo>
                  <a:pt x="32042" y="79885"/>
                  <a:pt x="34492" y="80810"/>
                  <a:pt x="36918" y="80810"/>
                </a:cubicBezTo>
                <a:cubicBezTo>
                  <a:pt x="39345" y="80810"/>
                  <a:pt x="41795" y="79885"/>
                  <a:pt x="43650" y="78025"/>
                </a:cubicBezTo>
                <a:lnTo>
                  <a:pt x="79136" y="42546"/>
                </a:lnTo>
                <a:cubicBezTo>
                  <a:pt x="81468" y="40217"/>
                  <a:pt x="81468" y="36461"/>
                  <a:pt x="79136" y="34133"/>
                </a:cubicBezTo>
                <a:lnTo>
                  <a:pt x="65865" y="20857"/>
                </a:lnTo>
                <a:cubicBezTo>
                  <a:pt x="64747" y="19715"/>
                  <a:pt x="63249" y="19099"/>
                  <a:pt x="61656" y="19099"/>
                </a:cubicBezTo>
                <a:close/>
                <a:moveTo>
                  <a:pt x="63082" y="33345"/>
                </a:moveTo>
                <a:cubicBezTo>
                  <a:pt x="63991" y="33345"/>
                  <a:pt x="64902" y="33688"/>
                  <a:pt x="65604" y="34384"/>
                </a:cubicBezTo>
                <a:cubicBezTo>
                  <a:pt x="67007" y="35765"/>
                  <a:pt x="67007" y="38060"/>
                  <a:pt x="65604" y="39429"/>
                </a:cubicBezTo>
                <a:lnTo>
                  <a:pt x="60847" y="44190"/>
                </a:lnTo>
                <a:cubicBezTo>
                  <a:pt x="60157" y="44875"/>
                  <a:pt x="59229" y="45240"/>
                  <a:pt x="58325" y="45240"/>
                </a:cubicBezTo>
                <a:cubicBezTo>
                  <a:pt x="57421" y="45240"/>
                  <a:pt x="56493" y="44875"/>
                  <a:pt x="55802" y="44190"/>
                </a:cubicBezTo>
                <a:cubicBezTo>
                  <a:pt x="54399" y="42809"/>
                  <a:pt x="54399" y="40525"/>
                  <a:pt x="55802" y="39144"/>
                </a:cubicBezTo>
                <a:lnTo>
                  <a:pt x="60559" y="34384"/>
                </a:lnTo>
                <a:cubicBezTo>
                  <a:pt x="61261" y="33688"/>
                  <a:pt x="62172" y="33345"/>
                  <a:pt x="63082" y="33345"/>
                </a:cubicBezTo>
                <a:close/>
                <a:moveTo>
                  <a:pt x="15321" y="72968"/>
                </a:moveTo>
                <a:lnTo>
                  <a:pt x="11349" y="76940"/>
                </a:lnTo>
                <a:cubicBezTo>
                  <a:pt x="9322" y="78961"/>
                  <a:pt x="9062" y="82066"/>
                  <a:pt x="10564" y="84383"/>
                </a:cubicBezTo>
                <a:lnTo>
                  <a:pt x="1097" y="93846"/>
                </a:lnTo>
                <a:cubicBezTo>
                  <a:pt x="755" y="94177"/>
                  <a:pt x="481" y="94565"/>
                  <a:pt x="293" y="94999"/>
                </a:cubicBezTo>
                <a:cubicBezTo>
                  <a:pt x="105" y="95433"/>
                  <a:pt x="5" y="95901"/>
                  <a:pt x="0" y="96380"/>
                </a:cubicBezTo>
                <a:cubicBezTo>
                  <a:pt x="-5" y="96860"/>
                  <a:pt x="86" y="97328"/>
                  <a:pt x="265" y="97761"/>
                </a:cubicBezTo>
                <a:cubicBezTo>
                  <a:pt x="444" y="98207"/>
                  <a:pt x="709" y="98606"/>
                  <a:pt x="1045" y="98937"/>
                </a:cubicBezTo>
                <a:cubicBezTo>
                  <a:pt x="1380" y="99280"/>
                  <a:pt x="1780" y="99542"/>
                  <a:pt x="2220" y="99725"/>
                </a:cubicBezTo>
                <a:cubicBezTo>
                  <a:pt x="2659" y="99896"/>
                  <a:pt x="3130" y="99987"/>
                  <a:pt x="3604" y="99987"/>
                </a:cubicBezTo>
                <a:cubicBezTo>
                  <a:pt x="4079" y="99976"/>
                  <a:pt x="4548" y="99885"/>
                  <a:pt x="4984" y="99691"/>
                </a:cubicBezTo>
                <a:cubicBezTo>
                  <a:pt x="5420" y="99508"/>
                  <a:pt x="5813" y="99234"/>
                  <a:pt x="6142" y="98891"/>
                </a:cubicBezTo>
                <a:lnTo>
                  <a:pt x="15600" y="89428"/>
                </a:lnTo>
                <a:cubicBezTo>
                  <a:pt x="16555" y="90056"/>
                  <a:pt x="17673" y="90399"/>
                  <a:pt x="18842" y="90399"/>
                </a:cubicBezTo>
                <a:cubicBezTo>
                  <a:pt x="20436" y="90399"/>
                  <a:pt x="21934" y="89782"/>
                  <a:pt x="23052" y="88641"/>
                </a:cubicBezTo>
                <a:lnTo>
                  <a:pt x="27001" y="84691"/>
                </a:lnTo>
                <a:cubicBezTo>
                  <a:pt x="26334" y="84212"/>
                  <a:pt x="25718" y="83663"/>
                  <a:pt x="25147" y="83093"/>
                </a:cubicBezTo>
                <a:lnTo>
                  <a:pt x="16915" y="74840"/>
                </a:lnTo>
                <a:cubicBezTo>
                  <a:pt x="16321" y="74246"/>
                  <a:pt x="15774" y="73630"/>
                  <a:pt x="15321" y="7296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4" name="Белый — SVG 13">
            <a:extLst>
              <a:ext uri="{FF2B5EF4-FFF2-40B4-BE49-F238E27FC236}">
                <a16:creationId xmlns:a16="http://schemas.microsoft.com/office/drawing/2014/main" id="{A37A82BB-9CF7-2941-AA1D-C3AB0078252B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57085 w 120663"/>
              <a:gd name="csY0" fmla="*/ 1 h 149326"/>
              <a:gd name="csX1" fmla="*/ 53954 w 120663"/>
              <a:gd name="csY1" fmla="*/ 1107 h 149326"/>
              <a:gd name="csX2" fmla="*/ 52083 w 120663"/>
              <a:gd name="csY2" fmla="*/ 3846 h 149326"/>
              <a:gd name="csX3" fmla="*/ 50143 w 120663"/>
              <a:gd name="csY3" fmla="*/ 10259 h 149326"/>
              <a:gd name="csX4" fmla="*/ 45056 w 120663"/>
              <a:gd name="csY4" fmla="*/ 8711 h 149326"/>
              <a:gd name="csX5" fmla="*/ 41007 w 120663"/>
              <a:gd name="csY5" fmla="*/ 9119 h 149326"/>
              <a:gd name="csX6" fmla="*/ 38421 w 120663"/>
              <a:gd name="csY6" fmla="*/ 12283 h 149326"/>
              <a:gd name="csX7" fmla="*/ 19094 w 120663"/>
              <a:gd name="csY7" fmla="*/ 76925 h 149326"/>
              <a:gd name="csX8" fmla="*/ 22633 w 120663"/>
              <a:gd name="csY8" fmla="*/ 83543 h 149326"/>
              <a:gd name="csX9" fmla="*/ 42998 w 120663"/>
              <a:gd name="csY9" fmla="*/ 89701 h 149326"/>
              <a:gd name="csX10" fmla="*/ 44529 w 120663"/>
              <a:gd name="csY10" fmla="*/ 89939 h 149326"/>
              <a:gd name="csX11" fmla="*/ 47064 w 120663"/>
              <a:gd name="csY11" fmla="*/ 89292 h 149326"/>
              <a:gd name="csX12" fmla="*/ 49633 w 120663"/>
              <a:gd name="csY12" fmla="*/ 86128 h 149326"/>
              <a:gd name="csX13" fmla="*/ 53580 w 120663"/>
              <a:gd name="csY13" fmla="*/ 72911 h 149326"/>
              <a:gd name="csX14" fmla="*/ 46145 w 120663"/>
              <a:gd name="csY14" fmla="*/ 56767 h 149326"/>
              <a:gd name="csX15" fmla="*/ 64724 w 120663"/>
              <a:gd name="csY15" fmla="*/ 35707 h 149326"/>
              <a:gd name="csX16" fmla="*/ 68960 w 120663"/>
              <a:gd name="csY16" fmla="*/ 21486 h 149326"/>
              <a:gd name="csX17" fmla="*/ 65421 w 120663"/>
              <a:gd name="csY17" fmla="*/ 14886 h 149326"/>
              <a:gd name="csX18" fmla="*/ 60334 w 120663"/>
              <a:gd name="csY18" fmla="*/ 13338 h 149326"/>
              <a:gd name="csX19" fmla="*/ 62274 w 120663"/>
              <a:gd name="csY19" fmla="*/ 6924 h 149326"/>
              <a:gd name="csX20" fmla="*/ 62444 w 120663"/>
              <a:gd name="csY20" fmla="*/ 4441 h 149326"/>
              <a:gd name="csX21" fmla="*/ 61457 w 120663"/>
              <a:gd name="csY21" fmla="*/ 2127 h 149326"/>
              <a:gd name="csX22" fmla="*/ 59535 w 120663"/>
              <a:gd name="csY22" fmla="*/ 545 h 149326"/>
              <a:gd name="csX23" fmla="*/ 57085 w 120663"/>
              <a:gd name="csY23" fmla="*/ 1 h 149326"/>
              <a:gd name="csX24" fmla="*/ 67412 w 120663"/>
              <a:gd name="csY24" fmla="*/ 42597 h 149326"/>
              <a:gd name="csX25" fmla="*/ 57391 w 120663"/>
              <a:gd name="csY25" fmla="*/ 46748 h 149326"/>
              <a:gd name="csX26" fmla="*/ 53240 w 120663"/>
              <a:gd name="csY26" fmla="*/ 56767 h 149326"/>
              <a:gd name="csX27" fmla="*/ 57391 w 120663"/>
              <a:gd name="csY27" fmla="*/ 66804 h 149326"/>
              <a:gd name="csX28" fmla="*/ 67412 w 120663"/>
              <a:gd name="csY28" fmla="*/ 70954 h 149326"/>
              <a:gd name="csX29" fmla="*/ 77450 w 120663"/>
              <a:gd name="csY29" fmla="*/ 66804 h 149326"/>
              <a:gd name="csX30" fmla="*/ 81601 w 120663"/>
              <a:gd name="csY30" fmla="*/ 56767 h 149326"/>
              <a:gd name="csX31" fmla="*/ 77450 w 120663"/>
              <a:gd name="csY31" fmla="*/ 46748 h 149326"/>
              <a:gd name="csX32" fmla="*/ 67412 w 120663"/>
              <a:gd name="csY32" fmla="*/ 42597 h 149326"/>
              <a:gd name="csX33" fmla="*/ 88372 w 120663"/>
              <a:gd name="csY33" fmla="*/ 53314 h 149326"/>
              <a:gd name="csX34" fmla="*/ 88679 w 120663"/>
              <a:gd name="csY34" fmla="*/ 56767 h 149326"/>
              <a:gd name="csX35" fmla="*/ 87267 w 120663"/>
              <a:gd name="csY35" fmla="*/ 64371 h 149326"/>
              <a:gd name="csX36" fmla="*/ 109945 w 120663"/>
              <a:gd name="csY36" fmla="*/ 99737 h 149326"/>
              <a:gd name="csX37" fmla="*/ 70985 w 120663"/>
              <a:gd name="csY37" fmla="*/ 138693 h 149326"/>
              <a:gd name="csX38" fmla="*/ 33028 w 120663"/>
              <a:gd name="csY38" fmla="*/ 108464 h 149326"/>
              <a:gd name="csX39" fmla="*/ 49905 w 120663"/>
              <a:gd name="csY39" fmla="*/ 113652 h 149326"/>
              <a:gd name="csX40" fmla="*/ 51981 w 120663"/>
              <a:gd name="csY40" fmla="*/ 113890 h 149326"/>
              <a:gd name="csX41" fmla="*/ 53988 w 120663"/>
              <a:gd name="csY41" fmla="*/ 113312 h 149326"/>
              <a:gd name="csX42" fmla="*/ 55621 w 120663"/>
              <a:gd name="csY42" fmla="*/ 112002 h 149326"/>
              <a:gd name="csX43" fmla="*/ 56625 w 120663"/>
              <a:gd name="csY43" fmla="*/ 110165 h 149326"/>
              <a:gd name="csX44" fmla="*/ 56830 w 120663"/>
              <a:gd name="csY44" fmla="*/ 108073 h 149326"/>
              <a:gd name="csX45" fmla="*/ 56217 w 120663"/>
              <a:gd name="csY45" fmla="*/ 106083 h 149326"/>
              <a:gd name="csX46" fmla="*/ 54890 w 120663"/>
              <a:gd name="csY46" fmla="*/ 104466 h 149326"/>
              <a:gd name="csX47" fmla="*/ 53036 w 120663"/>
              <a:gd name="csY47" fmla="*/ 103497 h 149326"/>
              <a:gd name="csX48" fmla="*/ 6946 w 120663"/>
              <a:gd name="csY48" fmla="*/ 89309 h 149326"/>
              <a:gd name="csX49" fmla="*/ 5381 w 120663"/>
              <a:gd name="csY49" fmla="*/ 89054 h 149326"/>
              <a:gd name="csX50" fmla="*/ 1876 w 120663"/>
              <a:gd name="csY50" fmla="*/ 90330 h 149326"/>
              <a:gd name="csX51" fmla="*/ 56 w 120663"/>
              <a:gd name="csY51" fmla="*/ 93596 h 149326"/>
              <a:gd name="csX52" fmla="*/ 838 w 120663"/>
              <a:gd name="csY52" fmla="*/ 97236 h 149326"/>
              <a:gd name="csX53" fmla="*/ 3816 w 120663"/>
              <a:gd name="csY53" fmla="*/ 99482 h 149326"/>
              <a:gd name="csX54" fmla="*/ 21969 w 120663"/>
              <a:gd name="csY54" fmla="*/ 105062 h 149326"/>
              <a:gd name="csX55" fmla="*/ 21901 w 120663"/>
              <a:gd name="csY55" fmla="*/ 106814 h 149326"/>
              <a:gd name="csX56" fmla="*/ 40480 w 120663"/>
              <a:gd name="csY56" fmla="*/ 138693 h 149326"/>
              <a:gd name="csX57" fmla="*/ 26648 w 120663"/>
              <a:gd name="csY57" fmla="*/ 138693 h 149326"/>
              <a:gd name="csX58" fmla="*/ 24606 w 120663"/>
              <a:gd name="csY58" fmla="*/ 139084 h 149326"/>
              <a:gd name="csX59" fmla="*/ 22854 w 120663"/>
              <a:gd name="csY59" fmla="*/ 140223 h 149326"/>
              <a:gd name="csX60" fmla="*/ 21680 w 120663"/>
              <a:gd name="csY60" fmla="*/ 141959 h 149326"/>
              <a:gd name="csX61" fmla="*/ 21271 w 120663"/>
              <a:gd name="csY61" fmla="*/ 144017 h 149326"/>
              <a:gd name="csX62" fmla="*/ 21680 w 120663"/>
              <a:gd name="csY62" fmla="*/ 146059 h 149326"/>
              <a:gd name="csX63" fmla="*/ 22854 w 120663"/>
              <a:gd name="csY63" fmla="*/ 147793 h 149326"/>
              <a:gd name="csX64" fmla="*/ 24606 w 120663"/>
              <a:gd name="csY64" fmla="*/ 148950 h 149326"/>
              <a:gd name="csX65" fmla="*/ 26648 w 120663"/>
              <a:gd name="csY65" fmla="*/ 149325 h 149326"/>
              <a:gd name="csX66" fmla="*/ 115271 w 120663"/>
              <a:gd name="csY66" fmla="*/ 149325 h 149326"/>
              <a:gd name="csX67" fmla="*/ 117329 w 120663"/>
              <a:gd name="csY67" fmla="*/ 148950 h 149326"/>
              <a:gd name="csX68" fmla="*/ 119082 w 120663"/>
              <a:gd name="csY68" fmla="*/ 147793 h 149326"/>
              <a:gd name="csX69" fmla="*/ 120256 w 120663"/>
              <a:gd name="csY69" fmla="*/ 146059 h 149326"/>
              <a:gd name="csX70" fmla="*/ 120664 w 120663"/>
              <a:gd name="csY70" fmla="*/ 144017 h 149326"/>
              <a:gd name="csX71" fmla="*/ 120256 w 120663"/>
              <a:gd name="csY71" fmla="*/ 141959 h 149326"/>
              <a:gd name="csX72" fmla="*/ 119082 w 120663"/>
              <a:gd name="csY72" fmla="*/ 140223 h 149326"/>
              <a:gd name="csX73" fmla="*/ 117329 w 120663"/>
              <a:gd name="csY73" fmla="*/ 139084 h 149326"/>
              <a:gd name="csX74" fmla="*/ 115271 w 120663"/>
              <a:gd name="csY74" fmla="*/ 138693 h 149326"/>
              <a:gd name="csX75" fmla="*/ 101575 w 120663"/>
              <a:gd name="csY75" fmla="*/ 138693 h 149326"/>
              <a:gd name="csX76" fmla="*/ 120579 w 120663"/>
              <a:gd name="csY76" fmla="*/ 99737 h 149326"/>
              <a:gd name="csX77" fmla="*/ 88372 w 120663"/>
              <a:gd name="csY77" fmla="*/ 53314 h 149326"/>
            </a:gdLst>
            <a:ahLst/>
            <a:cxnLst/>
            <a:rect l="l" t="t" r="r" b="b"/>
            <a:pathLst>
              <a:path w="100000" h="100000">
                <a:moveTo>
                  <a:pt x="47826" y="1"/>
                </a:moveTo>
                <a:cubicBezTo>
                  <a:pt x="47074" y="12"/>
                  <a:pt x="46333" y="274"/>
                  <a:pt x="45729" y="741"/>
                </a:cubicBezTo>
                <a:cubicBezTo>
                  <a:pt x="45126" y="1197"/>
                  <a:pt x="44692" y="1846"/>
                  <a:pt x="44476" y="2576"/>
                </a:cubicBezTo>
                <a:lnTo>
                  <a:pt x="43177" y="6870"/>
                </a:lnTo>
                <a:lnTo>
                  <a:pt x="39770" y="5834"/>
                </a:lnTo>
                <a:cubicBezTo>
                  <a:pt x="38870" y="5572"/>
                  <a:pt x="37891" y="5663"/>
                  <a:pt x="37059" y="6107"/>
                </a:cubicBezTo>
                <a:cubicBezTo>
                  <a:pt x="36227" y="6562"/>
                  <a:pt x="35600" y="7314"/>
                  <a:pt x="35327" y="8226"/>
                </a:cubicBezTo>
                <a:lnTo>
                  <a:pt x="22384" y="51515"/>
                </a:lnTo>
                <a:cubicBezTo>
                  <a:pt x="21814" y="53395"/>
                  <a:pt x="22885" y="55377"/>
                  <a:pt x="24754" y="55947"/>
                </a:cubicBezTo>
                <a:lnTo>
                  <a:pt x="38392" y="60071"/>
                </a:lnTo>
                <a:cubicBezTo>
                  <a:pt x="38734" y="60173"/>
                  <a:pt x="39075" y="60230"/>
                  <a:pt x="39417" y="60230"/>
                </a:cubicBezTo>
                <a:cubicBezTo>
                  <a:pt x="40009" y="60230"/>
                  <a:pt x="40591" y="60082"/>
                  <a:pt x="41115" y="59797"/>
                </a:cubicBezTo>
                <a:cubicBezTo>
                  <a:pt x="41947" y="59353"/>
                  <a:pt x="42562" y="58589"/>
                  <a:pt x="42835" y="57678"/>
                </a:cubicBezTo>
                <a:lnTo>
                  <a:pt x="45479" y="48827"/>
                </a:lnTo>
                <a:cubicBezTo>
                  <a:pt x="42436" y="46218"/>
                  <a:pt x="40500" y="42344"/>
                  <a:pt x="40500" y="38015"/>
                </a:cubicBezTo>
                <a:cubicBezTo>
                  <a:pt x="40500" y="30770"/>
                  <a:pt x="45923" y="24801"/>
                  <a:pt x="52942" y="23912"/>
                </a:cubicBezTo>
                <a:lnTo>
                  <a:pt x="55778" y="14389"/>
                </a:lnTo>
                <a:cubicBezTo>
                  <a:pt x="56348" y="12509"/>
                  <a:pt x="55277" y="10538"/>
                  <a:pt x="53408" y="9969"/>
                </a:cubicBezTo>
                <a:lnTo>
                  <a:pt x="50002" y="8932"/>
                </a:lnTo>
                <a:lnTo>
                  <a:pt x="51301" y="4637"/>
                </a:lnTo>
                <a:cubicBezTo>
                  <a:pt x="51472" y="4102"/>
                  <a:pt x="51506" y="3532"/>
                  <a:pt x="51415" y="2974"/>
                </a:cubicBezTo>
                <a:cubicBezTo>
                  <a:pt x="51324" y="2416"/>
                  <a:pt x="51096" y="1880"/>
                  <a:pt x="50754" y="1424"/>
                </a:cubicBezTo>
                <a:cubicBezTo>
                  <a:pt x="50412" y="980"/>
                  <a:pt x="49979" y="605"/>
                  <a:pt x="49467" y="365"/>
                </a:cubicBezTo>
                <a:cubicBezTo>
                  <a:pt x="48954" y="115"/>
                  <a:pt x="48395" y="-11"/>
                  <a:pt x="47826" y="1"/>
                </a:cubicBezTo>
                <a:close/>
                <a:moveTo>
                  <a:pt x="54742" y="28526"/>
                </a:moveTo>
                <a:cubicBezTo>
                  <a:pt x="52224" y="28526"/>
                  <a:pt x="49808" y="29529"/>
                  <a:pt x="48031" y="31306"/>
                </a:cubicBezTo>
                <a:cubicBezTo>
                  <a:pt x="46253" y="33083"/>
                  <a:pt x="45251" y="35498"/>
                  <a:pt x="45251" y="38015"/>
                </a:cubicBezTo>
                <a:cubicBezTo>
                  <a:pt x="45251" y="40533"/>
                  <a:pt x="46253" y="42948"/>
                  <a:pt x="48031" y="44737"/>
                </a:cubicBezTo>
                <a:cubicBezTo>
                  <a:pt x="49808" y="46514"/>
                  <a:pt x="52224" y="47516"/>
                  <a:pt x="54742" y="47516"/>
                </a:cubicBezTo>
                <a:cubicBezTo>
                  <a:pt x="57260" y="47516"/>
                  <a:pt x="59675" y="46514"/>
                  <a:pt x="61464" y="44737"/>
                </a:cubicBezTo>
                <a:cubicBezTo>
                  <a:pt x="63241" y="42948"/>
                  <a:pt x="64244" y="40533"/>
                  <a:pt x="64244" y="38015"/>
                </a:cubicBezTo>
                <a:cubicBezTo>
                  <a:pt x="64244" y="35498"/>
                  <a:pt x="63241" y="33083"/>
                  <a:pt x="61464" y="31306"/>
                </a:cubicBezTo>
                <a:cubicBezTo>
                  <a:pt x="59675" y="29529"/>
                  <a:pt x="57260" y="28526"/>
                  <a:pt x="54742" y="28526"/>
                </a:cubicBezTo>
                <a:close/>
                <a:moveTo>
                  <a:pt x="68778" y="35703"/>
                </a:moveTo>
                <a:cubicBezTo>
                  <a:pt x="68904" y="36455"/>
                  <a:pt x="68984" y="37229"/>
                  <a:pt x="68984" y="38015"/>
                </a:cubicBezTo>
                <a:cubicBezTo>
                  <a:pt x="68984" y="39816"/>
                  <a:pt x="68641" y="41524"/>
                  <a:pt x="68038" y="43108"/>
                </a:cubicBezTo>
                <a:cubicBezTo>
                  <a:pt x="77095" y="47288"/>
                  <a:pt x="83225" y="56470"/>
                  <a:pt x="83225" y="66791"/>
                </a:cubicBezTo>
                <a:cubicBezTo>
                  <a:pt x="83225" y="81179"/>
                  <a:pt x="71524" y="92879"/>
                  <a:pt x="57134" y="92879"/>
                </a:cubicBezTo>
                <a:cubicBezTo>
                  <a:pt x="44954" y="92879"/>
                  <a:pt x="34393" y="84312"/>
                  <a:pt x="31716" y="72636"/>
                </a:cubicBezTo>
                <a:lnTo>
                  <a:pt x="43018" y="76110"/>
                </a:lnTo>
                <a:cubicBezTo>
                  <a:pt x="43462" y="76258"/>
                  <a:pt x="43940" y="76304"/>
                  <a:pt x="44408" y="76269"/>
                </a:cubicBezTo>
                <a:cubicBezTo>
                  <a:pt x="44875" y="76235"/>
                  <a:pt x="45331" y="76099"/>
                  <a:pt x="45752" y="75882"/>
                </a:cubicBezTo>
                <a:cubicBezTo>
                  <a:pt x="46174" y="75666"/>
                  <a:pt x="46538" y="75358"/>
                  <a:pt x="46845" y="75005"/>
                </a:cubicBezTo>
                <a:cubicBezTo>
                  <a:pt x="47142" y="74641"/>
                  <a:pt x="47370" y="74219"/>
                  <a:pt x="47518" y="73775"/>
                </a:cubicBezTo>
                <a:cubicBezTo>
                  <a:pt x="47655" y="73319"/>
                  <a:pt x="47700" y="72841"/>
                  <a:pt x="47655" y="72374"/>
                </a:cubicBezTo>
                <a:cubicBezTo>
                  <a:pt x="47609" y="71906"/>
                  <a:pt x="47472" y="71451"/>
                  <a:pt x="47245" y="71041"/>
                </a:cubicBezTo>
                <a:cubicBezTo>
                  <a:pt x="47017" y="70619"/>
                  <a:pt x="46720" y="70254"/>
                  <a:pt x="46356" y="69958"/>
                </a:cubicBezTo>
                <a:cubicBezTo>
                  <a:pt x="45980" y="69662"/>
                  <a:pt x="45558" y="69435"/>
                  <a:pt x="45114" y="69309"/>
                </a:cubicBezTo>
                <a:lnTo>
                  <a:pt x="14249" y="59808"/>
                </a:lnTo>
                <a:cubicBezTo>
                  <a:pt x="13919" y="59706"/>
                  <a:pt x="13554" y="59649"/>
                  <a:pt x="13201" y="59637"/>
                </a:cubicBezTo>
                <a:cubicBezTo>
                  <a:pt x="12346" y="59626"/>
                  <a:pt x="11503" y="59934"/>
                  <a:pt x="10854" y="60492"/>
                </a:cubicBezTo>
                <a:cubicBezTo>
                  <a:pt x="10193" y="61050"/>
                  <a:pt x="9772" y="61824"/>
                  <a:pt x="9635" y="62679"/>
                </a:cubicBezTo>
                <a:cubicBezTo>
                  <a:pt x="9510" y="63522"/>
                  <a:pt x="9703" y="64388"/>
                  <a:pt x="10159" y="65117"/>
                </a:cubicBezTo>
                <a:cubicBezTo>
                  <a:pt x="10626" y="65846"/>
                  <a:pt x="11333" y="66370"/>
                  <a:pt x="12153" y="66621"/>
                </a:cubicBezTo>
                <a:lnTo>
                  <a:pt x="24310" y="70357"/>
                </a:lnTo>
                <a:cubicBezTo>
                  <a:pt x="24230" y="70733"/>
                  <a:pt x="24207" y="71120"/>
                  <a:pt x="24264" y="71531"/>
                </a:cubicBezTo>
                <a:cubicBezTo>
                  <a:pt x="25506" y="80222"/>
                  <a:pt x="30154" y="87742"/>
                  <a:pt x="36706" y="92879"/>
                </a:cubicBezTo>
                <a:lnTo>
                  <a:pt x="27443" y="92879"/>
                </a:lnTo>
                <a:cubicBezTo>
                  <a:pt x="26976" y="92879"/>
                  <a:pt x="26509" y="92959"/>
                  <a:pt x="26075" y="93141"/>
                </a:cubicBezTo>
                <a:cubicBezTo>
                  <a:pt x="25631" y="93312"/>
                  <a:pt x="25232" y="93574"/>
                  <a:pt x="24902" y="93904"/>
                </a:cubicBezTo>
                <a:cubicBezTo>
                  <a:pt x="24560" y="94235"/>
                  <a:pt x="24298" y="94633"/>
                  <a:pt x="24116" y="95066"/>
                </a:cubicBezTo>
                <a:cubicBezTo>
                  <a:pt x="23934" y="95499"/>
                  <a:pt x="23842" y="95967"/>
                  <a:pt x="23842" y="96445"/>
                </a:cubicBezTo>
                <a:cubicBezTo>
                  <a:pt x="23842" y="96912"/>
                  <a:pt x="23934" y="97379"/>
                  <a:pt x="24116" y="97812"/>
                </a:cubicBezTo>
                <a:cubicBezTo>
                  <a:pt x="24298" y="98245"/>
                  <a:pt x="24560" y="98643"/>
                  <a:pt x="24902" y="98973"/>
                </a:cubicBezTo>
                <a:cubicBezTo>
                  <a:pt x="25232" y="99304"/>
                  <a:pt x="25631" y="99566"/>
                  <a:pt x="26075" y="99748"/>
                </a:cubicBezTo>
                <a:cubicBezTo>
                  <a:pt x="26509" y="99919"/>
                  <a:pt x="26976" y="100011"/>
                  <a:pt x="27443" y="99999"/>
                </a:cubicBezTo>
                <a:lnTo>
                  <a:pt x="86792" y="99999"/>
                </a:lnTo>
                <a:cubicBezTo>
                  <a:pt x="87258" y="100011"/>
                  <a:pt x="87726" y="99919"/>
                  <a:pt x="88170" y="99748"/>
                </a:cubicBezTo>
                <a:cubicBezTo>
                  <a:pt x="88603" y="99566"/>
                  <a:pt x="89002" y="99304"/>
                  <a:pt x="89344" y="98973"/>
                </a:cubicBezTo>
                <a:cubicBezTo>
                  <a:pt x="89674" y="98643"/>
                  <a:pt x="89947" y="98245"/>
                  <a:pt x="90130" y="97812"/>
                </a:cubicBezTo>
                <a:cubicBezTo>
                  <a:pt x="90312" y="97379"/>
                  <a:pt x="90403" y="96912"/>
                  <a:pt x="90403" y="96445"/>
                </a:cubicBezTo>
                <a:cubicBezTo>
                  <a:pt x="90403" y="95967"/>
                  <a:pt x="90312" y="95499"/>
                  <a:pt x="90130" y="95066"/>
                </a:cubicBezTo>
                <a:cubicBezTo>
                  <a:pt x="89947" y="94633"/>
                  <a:pt x="89674" y="94235"/>
                  <a:pt x="89344" y="93904"/>
                </a:cubicBezTo>
                <a:cubicBezTo>
                  <a:pt x="89002" y="93574"/>
                  <a:pt x="88603" y="93312"/>
                  <a:pt x="88170" y="93141"/>
                </a:cubicBezTo>
                <a:cubicBezTo>
                  <a:pt x="87726" y="92959"/>
                  <a:pt x="87258" y="92879"/>
                  <a:pt x="86792" y="92879"/>
                </a:cubicBezTo>
                <a:lnTo>
                  <a:pt x="77620" y="92879"/>
                </a:lnTo>
                <a:cubicBezTo>
                  <a:pt x="85356" y="86796"/>
                  <a:pt x="90346" y="77374"/>
                  <a:pt x="90346" y="66791"/>
                </a:cubicBezTo>
                <a:cubicBezTo>
                  <a:pt x="90346" y="52825"/>
                  <a:pt x="81539" y="40488"/>
                  <a:pt x="68778" y="357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5" name="Белый — SVG 14">
            <a:extLst>
              <a:ext uri="{FF2B5EF4-FFF2-40B4-BE49-F238E27FC236}">
                <a16:creationId xmlns:a16="http://schemas.microsoft.com/office/drawing/2014/main" id="{75E8A17F-A7E6-C642-8A36-5821F8BB1330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35439 w 141772"/>
              <a:gd name="csY0" fmla="*/ 0 h 134676"/>
              <a:gd name="csX1" fmla="*/ 28276 w 141772"/>
              <a:gd name="csY1" fmla="*/ 2824 h 134676"/>
              <a:gd name="csX2" fmla="*/ 24890 w 141772"/>
              <a:gd name="csY2" fmla="*/ 9730 h 134676"/>
              <a:gd name="csX3" fmla="*/ 27068 w 141772"/>
              <a:gd name="csY3" fmla="*/ 17130 h 134676"/>
              <a:gd name="csX4" fmla="*/ 33653 w 141772"/>
              <a:gd name="csY4" fmla="*/ 21111 h 134676"/>
              <a:gd name="csX5" fmla="*/ 39930 w 141772"/>
              <a:gd name="csY5" fmla="*/ 31079 h 134676"/>
              <a:gd name="csX6" fmla="*/ 39046 w 141772"/>
              <a:gd name="csY6" fmla="*/ 36353 h 134676"/>
              <a:gd name="csX7" fmla="*/ 40832 w 141772"/>
              <a:gd name="csY7" fmla="*/ 41405 h 134676"/>
              <a:gd name="csX8" fmla="*/ 31577 w 141772"/>
              <a:gd name="csY8" fmla="*/ 57447 h 134676"/>
              <a:gd name="csX9" fmla="*/ 27545 w 141772"/>
              <a:gd name="csY9" fmla="*/ 60253 h 134676"/>
              <a:gd name="csX10" fmla="*/ 18544 w 141772"/>
              <a:gd name="csY10" fmla="*/ 60253 h 134676"/>
              <a:gd name="csX11" fmla="*/ 14972 w 141772"/>
              <a:gd name="csY11" fmla="*/ 57633 h 134676"/>
              <a:gd name="csX12" fmla="*/ 10633 w 141772"/>
              <a:gd name="csY12" fmla="*/ 56698 h 134676"/>
              <a:gd name="csX13" fmla="*/ 3114 w 141772"/>
              <a:gd name="csY13" fmla="*/ 59811 h 134676"/>
              <a:gd name="csX14" fmla="*/ 0 w 141772"/>
              <a:gd name="csY14" fmla="*/ 67330 h 134676"/>
              <a:gd name="csX15" fmla="*/ 3114 w 141772"/>
              <a:gd name="csY15" fmla="*/ 74849 h 134676"/>
              <a:gd name="csX16" fmla="*/ 10633 w 141772"/>
              <a:gd name="csY16" fmla="*/ 77962 h 134676"/>
              <a:gd name="csX17" fmla="*/ 14972 w 141772"/>
              <a:gd name="csY17" fmla="*/ 77043 h 134676"/>
              <a:gd name="csX18" fmla="*/ 18544 w 141772"/>
              <a:gd name="csY18" fmla="*/ 74424 h 134676"/>
              <a:gd name="csX19" fmla="*/ 27528 w 141772"/>
              <a:gd name="csY19" fmla="*/ 74424 h 134676"/>
              <a:gd name="csX20" fmla="*/ 31577 w 141772"/>
              <a:gd name="csY20" fmla="*/ 77230 h 134676"/>
              <a:gd name="csX21" fmla="*/ 40832 w 141772"/>
              <a:gd name="csY21" fmla="*/ 93255 h 134676"/>
              <a:gd name="csX22" fmla="*/ 39097 w 141772"/>
              <a:gd name="csY22" fmla="*/ 97780 h 134676"/>
              <a:gd name="csX23" fmla="*/ 39539 w 141772"/>
              <a:gd name="csY23" fmla="*/ 102594 h 134676"/>
              <a:gd name="csX24" fmla="*/ 33210 w 141772"/>
              <a:gd name="csY24" fmla="*/ 113651 h 134676"/>
              <a:gd name="csX25" fmla="*/ 26847 w 141772"/>
              <a:gd name="csY25" fmla="*/ 117819 h 134676"/>
              <a:gd name="csX26" fmla="*/ 24890 w 141772"/>
              <a:gd name="csY26" fmla="*/ 125168 h 134676"/>
              <a:gd name="csX27" fmla="*/ 28344 w 141772"/>
              <a:gd name="csY27" fmla="*/ 131938 h 134676"/>
              <a:gd name="csX28" fmla="*/ 35439 w 141772"/>
              <a:gd name="csY28" fmla="*/ 134677 h 134676"/>
              <a:gd name="csX29" fmla="*/ 40288 w 141772"/>
              <a:gd name="csY29" fmla="*/ 133503 h 134676"/>
              <a:gd name="csX30" fmla="*/ 44065 w 141772"/>
              <a:gd name="csY30" fmla="*/ 130254 h 134676"/>
              <a:gd name="csX31" fmla="*/ 45953 w 141772"/>
              <a:gd name="csY31" fmla="*/ 125644 h 134676"/>
              <a:gd name="csX32" fmla="*/ 45528 w 141772"/>
              <a:gd name="csY32" fmla="*/ 120677 h 134676"/>
              <a:gd name="csX33" fmla="*/ 51857 w 141772"/>
              <a:gd name="csY33" fmla="*/ 109619 h 134676"/>
              <a:gd name="csX34" fmla="*/ 57522 w 141772"/>
              <a:gd name="csY34" fmla="*/ 106319 h 134676"/>
              <a:gd name="csX35" fmla="*/ 84233 w 141772"/>
              <a:gd name="csY35" fmla="*/ 106319 h 134676"/>
              <a:gd name="csX36" fmla="*/ 89933 w 141772"/>
              <a:gd name="csY36" fmla="*/ 109619 h 134676"/>
              <a:gd name="csX37" fmla="*/ 96262 w 141772"/>
              <a:gd name="csY37" fmla="*/ 120694 h 134676"/>
              <a:gd name="csX38" fmla="*/ 95837 w 141772"/>
              <a:gd name="csY38" fmla="*/ 125644 h 134676"/>
              <a:gd name="csX39" fmla="*/ 97725 w 141772"/>
              <a:gd name="csY39" fmla="*/ 130254 h 134676"/>
              <a:gd name="csX40" fmla="*/ 101502 w 141772"/>
              <a:gd name="csY40" fmla="*/ 133503 h 134676"/>
              <a:gd name="csX41" fmla="*/ 106334 w 141772"/>
              <a:gd name="csY41" fmla="*/ 134677 h 134676"/>
              <a:gd name="csX42" fmla="*/ 113411 w 141772"/>
              <a:gd name="csY42" fmla="*/ 131921 h 134676"/>
              <a:gd name="csX43" fmla="*/ 116848 w 141772"/>
              <a:gd name="csY43" fmla="*/ 125168 h 134676"/>
              <a:gd name="csX44" fmla="*/ 114909 w 141772"/>
              <a:gd name="csY44" fmla="*/ 117819 h 134676"/>
              <a:gd name="csX45" fmla="*/ 108563 w 141772"/>
              <a:gd name="csY45" fmla="*/ 113651 h 134676"/>
              <a:gd name="csX46" fmla="*/ 102234 w 141772"/>
              <a:gd name="csY46" fmla="*/ 102577 h 134676"/>
              <a:gd name="csX47" fmla="*/ 102676 w 141772"/>
              <a:gd name="csY47" fmla="*/ 97763 h 134676"/>
              <a:gd name="csX48" fmla="*/ 100941 w 141772"/>
              <a:gd name="csY48" fmla="*/ 93255 h 134676"/>
              <a:gd name="csX49" fmla="*/ 110196 w 141772"/>
              <a:gd name="csY49" fmla="*/ 77230 h 134676"/>
              <a:gd name="csX50" fmla="*/ 114245 w 141772"/>
              <a:gd name="csY50" fmla="*/ 74424 h 134676"/>
              <a:gd name="csX51" fmla="*/ 123228 w 141772"/>
              <a:gd name="csY51" fmla="*/ 74424 h 134676"/>
              <a:gd name="csX52" fmla="*/ 126801 w 141772"/>
              <a:gd name="csY52" fmla="*/ 77043 h 134676"/>
              <a:gd name="csX53" fmla="*/ 131139 w 141772"/>
              <a:gd name="csY53" fmla="*/ 77962 h 134676"/>
              <a:gd name="csX54" fmla="*/ 138659 w 141772"/>
              <a:gd name="csY54" fmla="*/ 74849 h 134676"/>
              <a:gd name="csX55" fmla="*/ 141773 w 141772"/>
              <a:gd name="csY55" fmla="*/ 67330 h 134676"/>
              <a:gd name="csX56" fmla="*/ 138659 w 141772"/>
              <a:gd name="csY56" fmla="*/ 59811 h 134676"/>
              <a:gd name="csX57" fmla="*/ 131139 w 141772"/>
              <a:gd name="csY57" fmla="*/ 56698 h 134676"/>
              <a:gd name="csX58" fmla="*/ 126818 w 141772"/>
              <a:gd name="csY58" fmla="*/ 57633 h 134676"/>
              <a:gd name="csX59" fmla="*/ 123245 w 141772"/>
              <a:gd name="csY59" fmla="*/ 60253 h 134676"/>
              <a:gd name="csX60" fmla="*/ 114245 w 141772"/>
              <a:gd name="csY60" fmla="*/ 60253 h 134676"/>
              <a:gd name="csX61" fmla="*/ 110196 w 141772"/>
              <a:gd name="csY61" fmla="*/ 57447 h 134676"/>
              <a:gd name="csX62" fmla="*/ 100941 w 141772"/>
              <a:gd name="csY62" fmla="*/ 41405 h 134676"/>
              <a:gd name="csX63" fmla="*/ 102744 w 141772"/>
              <a:gd name="csY63" fmla="*/ 36353 h 134676"/>
              <a:gd name="csX64" fmla="*/ 101842 w 141772"/>
              <a:gd name="csY64" fmla="*/ 31062 h 134676"/>
              <a:gd name="csX65" fmla="*/ 108120 w 141772"/>
              <a:gd name="csY65" fmla="*/ 21094 h 134676"/>
              <a:gd name="csX66" fmla="*/ 114245 w 141772"/>
              <a:gd name="csY66" fmla="*/ 17726 h 134676"/>
              <a:gd name="csX67" fmla="*/ 131139 w 141772"/>
              <a:gd name="csY67" fmla="*/ 17726 h 134676"/>
              <a:gd name="csX68" fmla="*/ 133895 w 141772"/>
              <a:gd name="csY68" fmla="*/ 17215 h 134676"/>
              <a:gd name="csX69" fmla="*/ 136226 w 141772"/>
              <a:gd name="csY69" fmla="*/ 15684 h 134676"/>
              <a:gd name="csX70" fmla="*/ 137792 w 141772"/>
              <a:gd name="csY70" fmla="*/ 13371 h 134676"/>
              <a:gd name="csX71" fmla="*/ 138336 w 141772"/>
              <a:gd name="csY71" fmla="*/ 10632 h 134676"/>
              <a:gd name="csX72" fmla="*/ 137792 w 141772"/>
              <a:gd name="csY72" fmla="*/ 7893 h 134676"/>
              <a:gd name="csX73" fmla="*/ 136226 w 141772"/>
              <a:gd name="csY73" fmla="*/ 5580 h 134676"/>
              <a:gd name="csX74" fmla="*/ 133895 w 141772"/>
              <a:gd name="csY74" fmla="*/ 4049 h 134676"/>
              <a:gd name="csX75" fmla="*/ 131139 w 141772"/>
              <a:gd name="csY75" fmla="*/ 3538 h 134676"/>
              <a:gd name="csX76" fmla="*/ 114245 w 141772"/>
              <a:gd name="csY76" fmla="*/ 3538 h 134676"/>
              <a:gd name="csX77" fmla="*/ 110672 w 141772"/>
              <a:gd name="csY77" fmla="*/ 936 h 134676"/>
              <a:gd name="csX78" fmla="*/ 106334 w 141772"/>
              <a:gd name="csY78" fmla="*/ 0 h 134676"/>
              <a:gd name="csX79" fmla="*/ 101604 w 141772"/>
              <a:gd name="csY79" fmla="*/ 1123 h 134676"/>
              <a:gd name="csX80" fmla="*/ 97844 w 141772"/>
              <a:gd name="csY80" fmla="*/ 4236 h 134676"/>
              <a:gd name="csX81" fmla="*/ 95888 w 141772"/>
              <a:gd name="csY81" fmla="*/ 8676 h 134676"/>
              <a:gd name="csX82" fmla="*/ 96109 w 141772"/>
              <a:gd name="csY82" fmla="*/ 13541 h 134676"/>
              <a:gd name="csX83" fmla="*/ 88640 w 141772"/>
              <a:gd name="csY83" fmla="*/ 25414 h 134676"/>
              <a:gd name="csX84" fmla="*/ 84250 w 141772"/>
              <a:gd name="csY84" fmla="*/ 28358 h 134676"/>
              <a:gd name="csX85" fmla="*/ 57539 w 141772"/>
              <a:gd name="csY85" fmla="*/ 28358 h 134676"/>
              <a:gd name="csX86" fmla="*/ 53133 w 141772"/>
              <a:gd name="csY86" fmla="*/ 25398 h 134676"/>
              <a:gd name="csX87" fmla="*/ 45664 w 141772"/>
              <a:gd name="csY87" fmla="*/ 13558 h 134676"/>
              <a:gd name="csX88" fmla="*/ 45885 w 141772"/>
              <a:gd name="csY88" fmla="*/ 8693 h 134676"/>
              <a:gd name="csX89" fmla="*/ 43929 w 141772"/>
              <a:gd name="csY89" fmla="*/ 4236 h 134676"/>
              <a:gd name="csX90" fmla="*/ 40186 w 141772"/>
              <a:gd name="csY90" fmla="*/ 1123 h 134676"/>
              <a:gd name="csX91" fmla="*/ 35439 w 141772"/>
              <a:gd name="csY91" fmla="*/ 0 h 134676"/>
              <a:gd name="csX92" fmla="*/ 57522 w 141772"/>
              <a:gd name="csY92" fmla="*/ 42528 h 134676"/>
              <a:gd name="csX93" fmla="*/ 84233 w 141772"/>
              <a:gd name="csY93" fmla="*/ 42528 h 134676"/>
              <a:gd name="csX94" fmla="*/ 86207 w 141772"/>
              <a:gd name="csY94" fmla="*/ 44246 h 134676"/>
              <a:gd name="csX95" fmla="*/ 96823 w 141772"/>
              <a:gd name="csY95" fmla="*/ 62601 h 134676"/>
              <a:gd name="csX96" fmla="*/ 95717 w 141772"/>
              <a:gd name="csY96" fmla="*/ 67330 h 134676"/>
              <a:gd name="csX97" fmla="*/ 96823 w 141772"/>
              <a:gd name="csY97" fmla="*/ 72042 h 134676"/>
              <a:gd name="csX98" fmla="*/ 86207 w 141772"/>
              <a:gd name="csY98" fmla="*/ 90414 h 134676"/>
              <a:gd name="csX99" fmla="*/ 84250 w 141772"/>
              <a:gd name="csY99" fmla="*/ 92149 h 134676"/>
              <a:gd name="csX100" fmla="*/ 57539 w 141772"/>
              <a:gd name="csY100" fmla="*/ 92149 h 134676"/>
              <a:gd name="csX101" fmla="*/ 55583 w 141772"/>
              <a:gd name="csY101" fmla="*/ 90448 h 134676"/>
              <a:gd name="csX102" fmla="*/ 44966 w 141772"/>
              <a:gd name="csY102" fmla="*/ 72059 h 134676"/>
              <a:gd name="csX103" fmla="*/ 46072 w 141772"/>
              <a:gd name="csY103" fmla="*/ 67347 h 134676"/>
              <a:gd name="csX104" fmla="*/ 44966 w 141772"/>
              <a:gd name="csY104" fmla="*/ 62635 h 134676"/>
              <a:gd name="csX105" fmla="*/ 55583 w 141772"/>
              <a:gd name="csY105" fmla="*/ 44246 h 134676"/>
              <a:gd name="csX106" fmla="*/ 57522 w 141772"/>
              <a:gd name="csY106" fmla="*/ 42528 h 134676"/>
            </a:gdLst>
            <a:ahLst/>
            <a:cxnLst/>
            <a:rect l="l" t="t" r="r" b="b"/>
            <a:pathLst>
              <a:path w="100000" h="100000">
                <a:moveTo>
                  <a:pt x="24997" y="2503"/>
                </a:moveTo>
                <a:cubicBezTo>
                  <a:pt x="23125" y="2515"/>
                  <a:pt x="21325" y="3223"/>
                  <a:pt x="19945" y="4495"/>
                </a:cubicBezTo>
                <a:cubicBezTo>
                  <a:pt x="18565" y="5766"/>
                  <a:pt x="17713" y="7506"/>
                  <a:pt x="17556" y="9366"/>
                </a:cubicBezTo>
                <a:cubicBezTo>
                  <a:pt x="17400" y="11238"/>
                  <a:pt x="17953" y="13098"/>
                  <a:pt x="19093" y="14585"/>
                </a:cubicBezTo>
                <a:cubicBezTo>
                  <a:pt x="20233" y="16062"/>
                  <a:pt x="21901" y="17070"/>
                  <a:pt x="23737" y="17393"/>
                </a:cubicBezTo>
                <a:lnTo>
                  <a:pt x="28165" y="24424"/>
                </a:lnTo>
                <a:cubicBezTo>
                  <a:pt x="27649" y="25588"/>
                  <a:pt x="27421" y="26873"/>
                  <a:pt x="27541" y="28144"/>
                </a:cubicBezTo>
                <a:cubicBezTo>
                  <a:pt x="27649" y="29428"/>
                  <a:pt x="28081" y="30652"/>
                  <a:pt x="28801" y="31708"/>
                </a:cubicBezTo>
                <a:lnTo>
                  <a:pt x="22273" y="43023"/>
                </a:lnTo>
                <a:cubicBezTo>
                  <a:pt x="21181" y="43443"/>
                  <a:pt x="20209" y="44126"/>
                  <a:pt x="19429" y="45003"/>
                </a:cubicBezTo>
                <a:lnTo>
                  <a:pt x="13080" y="45003"/>
                </a:lnTo>
                <a:cubicBezTo>
                  <a:pt x="12385" y="44211"/>
                  <a:pt x="11521" y="43587"/>
                  <a:pt x="10561" y="43155"/>
                </a:cubicBezTo>
                <a:cubicBezTo>
                  <a:pt x="9601" y="42723"/>
                  <a:pt x="8556" y="42495"/>
                  <a:pt x="7500" y="42495"/>
                </a:cubicBezTo>
                <a:cubicBezTo>
                  <a:pt x="5508" y="42495"/>
                  <a:pt x="3600" y="43287"/>
                  <a:pt x="2196" y="44691"/>
                </a:cubicBezTo>
                <a:cubicBezTo>
                  <a:pt x="792" y="46107"/>
                  <a:pt x="0" y="48014"/>
                  <a:pt x="0" y="49994"/>
                </a:cubicBezTo>
                <a:cubicBezTo>
                  <a:pt x="0" y="51986"/>
                  <a:pt x="792" y="53894"/>
                  <a:pt x="2196" y="55298"/>
                </a:cubicBezTo>
                <a:cubicBezTo>
                  <a:pt x="3600" y="56702"/>
                  <a:pt x="5508" y="57494"/>
                  <a:pt x="7500" y="57494"/>
                </a:cubicBezTo>
                <a:cubicBezTo>
                  <a:pt x="8556" y="57494"/>
                  <a:pt x="9589" y="57278"/>
                  <a:pt x="10561" y="56845"/>
                </a:cubicBezTo>
                <a:cubicBezTo>
                  <a:pt x="11521" y="56414"/>
                  <a:pt x="12373" y="55778"/>
                  <a:pt x="13080" y="54998"/>
                </a:cubicBezTo>
                <a:lnTo>
                  <a:pt x="19417" y="54998"/>
                </a:lnTo>
                <a:cubicBezTo>
                  <a:pt x="20197" y="55874"/>
                  <a:pt x="21181" y="56546"/>
                  <a:pt x="22273" y="56977"/>
                </a:cubicBezTo>
                <a:lnTo>
                  <a:pt x="28801" y="68281"/>
                </a:lnTo>
                <a:cubicBezTo>
                  <a:pt x="28153" y="69241"/>
                  <a:pt x="27733" y="70321"/>
                  <a:pt x="27577" y="71473"/>
                </a:cubicBezTo>
                <a:cubicBezTo>
                  <a:pt x="27421" y="72612"/>
                  <a:pt x="27517" y="73776"/>
                  <a:pt x="27889" y="74868"/>
                </a:cubicBezTo>
                <a:lnTo>
                  <a:pt x="23425" y="82667"/>
                </a:lnTo>
                <a:cubicBezTo>
                  <a:pt x="21625" y="83063"/>
                  <a:pt x="20029" y="84108"/>
                  <a:pt x="18937" y="85607"/>
                </a:cubicBezTo>
                <a:cubicBezTo>
                  <a:pt x="17857" y="87107"/>
                  <a:pt x="17365" y="88943"/>
                  <a:pt x="17556" y="90791"/>
                </a:cubicBezTo>
                <a:cubicBezTo>
                  <a:pt x="17761" y="92627"/>
                  <a:pt x="18625" y="94330"/>
                  <a:pt x="19993" y="95566"/>
                </a:cubicBezTo>
                <a:cubicBezTo>
                  <a:pt x="21373" y="96802"/>
                  <a:pt x="23149" y="97486"/>
                  <a:pt x="24997" y="97498"/>
                </a:cubicBezTo>
                <a:cubicBezTo>
                  <a:pt x="26185" y="97498"/>
                  <a:pt x="27362" y="97210"/>
                  <a:pt x="28417" y="96670"/>
                </a:cubicBezTo>
                <a:cubicBezTo>
                  <a:pt x="29473" y="96130"/>
                  <a:pt x="30385" y="95338"/>
                  <a:pt x="31082" y="94378"/>
                </a:cubicBezTo>
                <a:cubicBezTo>
                  <a:pt x="31777" y="93418"/>
                  <a:pt x="32233" y="92302"/>
                  <a:pt x="32413" y="91127"/>
                </a:cubicBezTo>
                <a:cubicBezTo>
                  <a:pt x="32593" y="89951"/>
                  <a:pt x="32497" y="88751"/>
                  <a:pt x="32114" y="87623"/>
                </a:cubicBezTo>
                <a:lnTo>
                  <a:pt x="36578" y="79823"/>
                </a:lnTo>
                <a:cubicBezTo>
                  <a:pt x="38126" y="79487"/>
                  <a:pt x="39518" y="78671"/>
                  <a:pt x="40574" y="77496"/>
                </a:cubicBezTo>
                <a:lnTo>
                  <a:pt x="59414" y="77496"/>
                </a:lnTo>
                <a:cubicBezTo>
                  <a:pt x="60470" y="78671"/>
                  <a:pt x="61875" y="79487"/>
                  <a:pt x="63435" y="79823"/>
                </a:cubicBezTo>
                <a:lnTo>
                  <a:pt x="67899" y="87635"/>
                </a:lnTo>
                <a:cubicBezTo>
                  <a:pt x="67515" y="88763"/>
                  <a:pt x="67419" y="89963"/>
                  <a:pt x="67599" y="91127"/>
                </a:cubicBezTo>
                <a:cubicBezTo>
                  <a:pt x="67779" y="92302"/>
                  <a:pt x="68235" y="93418"/>
                  <a:pt x="68931" y="94378"/>
                </a:cubicBezTo>
                <a:cubicBezTo>
                  <a:pt x="69627" y="95338"/>
                  <a:pt x="70539" y="96130"/>
                  <a:pt x="71595" y="96670"/>
                </a:cubicBezTo>
                <a:cubicBezTo>
                  <a:pt x="72651" y="97210"/>
                  <a:pt x="73815" y="97498"/>
                  <a:pt x="75004" y="97498"/>
                </a:cubicBezTo>
                <a:cubicBezTo>
                  <a:pt x="76852" y="97486"/>
                  <a:pt x="78628" y="96790"/>
                  <a:pt x="79995" y="95554"/>
                </a:cubicBezTo>
                <a:cubicBezTo>
                  <a:pt x="81364" y="94318"/>
                  <a:pt x="82228" y="92615"/>
                  <a:pt x="82420" y="90791"/>
                </a:cubicBezTo>
                <a:cubicBezTo>
                  <a:pt x="82612" y="88955"/>
                  <a:pt x="82132" y="87107"/>
                  <a:pt x="81052" y="85607"/>
                </a:cubicBezTo>
                <a:cubicBezTo>
                  <a:pt x="79971" y="84120"/>
                  <a:pt x="78376" y="83063"/>
                  <a:pt x="76576" y="82667"/>
                </a:cubicBezTo>
                <a:lnTo>
                  <a:pt x="72112" y="74856"/>
                </a:lnTo>
                <a:cubicBezTo>
                  <a:pt x="72471" y="73764"/>
                  <a:pt x="72579" y="72600"/>
                  <a:pt x="72423" y="71461"/>
                </a:cubicBezTo>
                <a:cubicBezTo>
                  <a:pt x="72267" y="70321"/>
                  <a:pt x="71847" y="69241"/>
                  <a:pt x="71200" y="68281"/>
                </a:cubicBezTo>
                <a:lnTo>
                  <a:pt x="77728" y="56977"/>
                </a:lnTo>
                <a:cubicBezTo>
                  <a:pt x="78820" y="56546"/>
                  <a:pt x="79791" y="55874"/>
                  <a:pt x="80584" y="54998"/>
                </a:cubicBezTo>
                <a:lnTo>
                  <a:pt x="86920" y="54998"/>
                </a:lnTo>
                <a:cubicBezTo>
                  <a:pt x="87616" y="55778"/>
                  <a:pt x="88480" y="56414"/>
                  <a:pt x="89440" y="56845"/>
                </a:cubicBezTo>
                <a:cubicBezTo>
                  <a:pt x="90412" y="57278"/>
                  <a:pt x="91444" y="57494"/>
                  <a:pt x="92500" y="57494"/>
                </a:cubicBezTo>
                <a:cubicBezTo>
                  <a:pt x="94493" y="57494"/>
                  <a:pt x="96401" y="56702"/>
                  <a:pt x="97804" y="55298"/>
                </a:cubicBezTo>
                <a:cubicBezTo>
                  <a:pt x="99209" y="53894"/>
                  <a:pt x="100001" y="51986"/>
                  <a:pt x="100001" y="49994"/>
                </a:cubicBezTo>
                <a:cubicBezTo>
                  <a:pt x="100001" y="48014"/>
                  <a:pt x="99209" y="46107"/>
                  <a:pt x="97804" y="44691"/>
                </a:cubicBezTo>
                <a:cubicBezTo>
                  <a:pt x="96401" y="43287"/>
                  <a:pt x="94493" y="42495"/>
                  <a:pt x="92500" y="42495"/>
                </a:cubicBezTo>
                <a:cubicBezTo>
                  <a:pt x="91456" y="42495"/>
                  <a:pt x="90412" y="42723"/>
                  <a:pt x="89452" y="43155"/>
                </a:cubicBezTo>
                <a:cubicBezTo>
                  <a:pt x="88492" y="43587"/>
                  <a:pt x="87628" y="44211"/>
                  <a:pt x="86932" y="45003"/>
                </a:cubicBezTo>
                <a:lnTo>
                  <a:pt x="80584" y="45003"/>
                </a:lnTo>
                <a:cubicBezTo>
                  <a:pt x="79803" y="44126"/>
                  <a:pt x="78820" y="43443"/>
                  <a:pt x="77728" y="43023"/>
                </a:cubicBezTo>
                <a:lnTo>
                  <a:pt x="71200" y="31708"/>
                </a:lnTo>
                <a:cubicBezTo>
                  <a:pt x="71919" y="30652"/>
                  <a:pt x="72363" y="29428"/>
                  <a:pt x="72471" y="28144"/>
                </a:cubicBezTo>
                <a:cubicBezTo>
                  <a:pt x="72579" y="26873"/>
                  <a:pt x="72363" y="25576"/>
                  <a:pt x="71835" y="24412"/>
                </a:cubicBezTo>
                <a:lnTo>
                  <a:pt x="76263" y="17381"/>
                </a:lnTo>
                <a:cubicBezTo>
                  <a:pt x="77931" y="17094"/>
                  <a:pt x="79456" y="16266"/>
                  <a:pt x="80584" y="15006"/>
                </a:cubicBezTo>
                <a:lnTo>
                  <a:pt x="92500" y="15006"/>
                </a:lnTo>
                <a:cubicBezTo>
                  <a:pt x="93172" y="15006"/>
                  <a:pt x="93820" y="14885"/>
                  <a:pt x="94444" y="14645"/>
                </a:cubicBezTo>
                <a:cubicBezTo>
                  <a:pt x="95056" y="14394"/>
                  <a:pt x="95608" y="14034"/>
                  <a:pt x="96088" y="13565"/>
                </a:cubicBezTo>
                <a:cubicBezTo>
                  <a:pt x="96556" y="13098"/>
                  <a:pt x="96928" y="12545"/>
                  <a:pt x="97193" y="11934"/>
                </a:cubicBezTo>
                <a:cubicBezTo>
                  <a:pt x="97444" y="11322"/>
                  <a:pt x="97576" y="10662"/>
                  <a:pt x="97576" y="10002"/>
                </a:cubicBezTo>
                <a:cubicBezTo>
                  <a:pt x="97576" y="9342"/>
                  <a:pt x="97444" y="8682"/>
                  <a:pt x="97193" y="8070"/>
                </a:cubicBezTo>
                <a:cubicBezTo>
                  <a:pt x="96928" y="7458"/>
                  <a:pt x="96556" y="6906"/>
                  <a:pt x="96088" y="6439"/>
                </a:cubicBezTo>
                <a:cubicBezTo>
                  <a:pt x="95608" y="5970"/>
                  <a:pt x="95056" y="5610"/>
                  <a:pt x="94444" y="5359"/>
                </a:cubicBezTo>
                <a:cubicBezTo>
                  <a:pt x="93820" y="5119"/>
                  <a:pt x="93172" y="4998"/>
                  <a:pt x="92500" y="4998"/>
                </a:cubicBezTo>
                <a:lnTo>
                  <a:pt x="80584" y="4998"/>
                </a:lnTo>
                <a:cubicBezTo>
                  <a:pt x="79887" y="4219"/>
                  <a:pt x="79023" y="3583"/>
                  <a:pt x="78063" y="3163"/>
                </a:cubicBezTo>
                <a:cubicBezTo>
                  <a:pt x="77103" y="2730"/>
                  <a:pt x="76059" y="2503"/>
                  <a:pt x="75004" y="2503"/>
                </a:cubicBezTo>
                <a:cubicBezTo>
                  <a:pt x="73840" y="2503"/>
                  <a:pt x="72699" y="2778"/>
                  <a:pt x="71667" y="3295"/>
                </a:cubicBezTo>
                <a:cubicBezTo>
                  <a:pt x="70623" y="3810"/>
                  <a:pt x="69723" y="4554"/>
                  <a:pt x="69015" y="5491"/>
                </a:cubicBezTo>
                <a:cubicBezTo>
                  <a:pt x="68319" y="6415"/>
                  <a:pt x="67851" y="7482"/>
                  <a:pt x="67635" y="8622"/>
                </a:cubicBezTo>
                <a:cubicBezTo>
                  <a:pt x="67419" y="9774"/>
                  <a:pt x="67479" y="10938"/>
                  <a:pt x="67791" y="12054"/>
                </a:cubicBezTo>
                <a:lnTo>
                  <a:pt x="62523" y="20429"/>
                </a:lnTo>
                <a:cubicBezTo>
                  <a:pt x="61335" y="20849"/>
                  <a:pt x="60266" y="21557"/>
                  <a:pt x="59426" y="22505"/>
                </a:cubicBezTo>
                <a:lnTo>
                  <a:pt x="40586" y="22505"/>
                </a:lnTo>
                <a:cubicBezTo>
                  <a:pt x="39746" y="21557"/>
                  <a:pt x="38666" y="20837"/>
                  <a:pt x="37478" y="20417"/>
                </a:cubicBezTo>
                <a:lnTo>
                  <a:pt x="32209" y="12066"/>
                </a:lnTo>
                <a:cubicBezTo>
                  <a:pt x="32522" y="10950"/>
                  <a:pt x="32581" y="9774"/>
                  <a:pt x="32365" y="8634"/>
                </a:cubicBezTo>
                <a:cubicBezTo>
                  <a:pt x="32161" y="7494"/>
                  <a:pt x="31681" y="6415"/>
                  <a:pt x="30986" y="5491"/>
                </a:cubicBezTo>
                <a:cubicBezTo>
                  <a:pt x="30289" y="4566"/>
                  <a:pt x="29377" y="3810"/>
                  <a:pt x="28346" y="3295"/>
                </a:cubicBezTo>
                <a:cubicBezTo>
                  <a:pt x="27302" y="2778"/>
                  <a:pt x="26161" y="2503"/>
                  <a:pt x="24997" y="2503"/>
                </a:cubicBezTo>
                <a:close/>
                <a:moveTo>
                  <a:pt x="40574" y="32500"/>
                </a:moveTo>
                <a:lnTo>
                  <a:pt x="59414" y="32500"/>
                </a:lnTo>
                <a:cubicBezTo>
                  <a:pt x="59823" y="32956"/>
                  <a:pt x="60290" y="33364"/>
                  <a:pt x="60807" y="33712"/>
                </a:cubicBezTo>
                <a:lnTo>
                  <a:pt x="68295" y="46659"/>
                </a:lnTo>
                <a:cubicBezTo>
                  <a:pt x="67779" y="47703"/>
                  <a:pt x="67515" y="48843"/>
                  <a:pt x="67515" y="49994"/>
                </a:cubicBezTo>
                <a:cubicBezTo>
                  <a:pt x="67515" y="51146"/>
                  <a:pt x="67779" y="52286"/>
                  <a:pt x="68295" y="53318"/>
                </a:cubicBezTo>
                <a:lnTo>
                  <a:pt x="60807" y="66277"/>
                </a:lnTo>
                <a:cubicBezTo>
                  <a:pt x="60290" y="66625"/>
                  <a:pt x="59835" y="67033"/>
                  <a:pt x="59426" y="67501"/>
                </a:cubicBezTo>
                <a:lnTo>
                  <a:pt x="40586" y="67501"/>
                </a:lnTo>
                <a:cubicBezTo>
                  <a:pt x="40178" y="67045"/>
                  <a:pt x="39710" y="66637"/>
                  <a:pt x="39206" y="66301"/>
                </a:cubicBezTo>
                <a:lnTo>
                  <a:pt x="31717" y="53330"/>
                </a:lnTo>
                <a:cubicBezTo>
                  <a:pt x="32233" y="52298"/>
                  <a:pt x="32497" y="51158"/>
                  <a:pt x="32497" y="50006"/>
                </a:cubicBezTo>
                <a:cubicBezTo>
                  <a:pt x="32497" y="48854"/>
                  <a:pt x="32233" y="47715"/>
                  <a:pt x="31717" y="46683"/>
                </a:cubicBezTo>
                <a:lnTo>
                  <a:pt x="39206" y="33712"/>
                </a:lnTo>
                <a:cubicBezTo>
                  <a:pt x="39710" y="33364"/>
                  <a:pt x="40166" y="32956"/>
                  <a:pt x="40574" y="325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6" name="Белый — SVG 15">
            <a:extLst>
              <a:ext uri="{FF2B5EF4-FFF2-40B4-BE49-F238E27FC236}">
                <a16:creationId xmlns:a16="http://schemas.microsoft.com/office/drawing/2014/main" id="{16D98ED4-D0F3-7B4A-BBEA-619B0FF66489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135327 w 146134"/>
              <a:gd name="csY0" fmla="*/ 24123 h 120728"/>
              <a:gd name="csX1" fmla="*/ 95719 w 146134"/>
              <a:gd name="csY1" fmla="*/ 19717 h 120728"/>
              <a:gd name="csX2" fmla="*/ 83231 w 146134"/>
              <a:gd name="csY2" fmla="*/ 51783 h 120728"/>
              <a:gd name="csX3" fmla="*/ 60570 w 146134"/>
              <a:gd name="csY3" fmla="*/ 55117 h 120728"/>
              <a:gd name="csX4" fmla="*/ 49290 w 146134"/>
              <a:gd name="csY4" fmla="*/ 71176 h 120728"/>
              <a:gd name="csX5" fmla="*/ 41140 w 146134"/>
              <a:gd name="csY5" fmla="*/ 62194 h 120728"/>
              <a:gd name="csX6" fmla="*/ 32872 w 146134"/>
              <a:gd name="csY6" fmla="*/ 52855 h 120728"/>
              <a:gd name="csX7" fmla="*/ 28278 w 146134"/>
              <a:gd name="csY7" fmla="*/ 37494 h 120728"/>
              <a:gd name="csX8" fmla="*/ 41974 w 146134"/>
              <a:gd name="csY8" fmla="*/ 33751 h 120728"/>
              <a:gd name="csX9" fmla="*/ 47758 w 146134"/>
              <a:gd name="csY9" fmla="*/ 19547 h 120728"/>
              <a:gd name="csX10" fmla="*/ 39303 w 146134"/>
              <a:gd name="csY10" fmla="*/ 3522 h 120728"/>
              <a:gd name="csX11" fmla="*/ 14276 w 146134"/>
              <a:gd name="csY11" fmla="*/ 2196 h 120728"/>
              <a:gd name="csX12" fmla="*/ 1754 w 146134"/>
              <a:gd name="csY12" fmla="*/ 48670 h 120728"/>
              <a:gd name="csX13" fmla="*/ 39847 w 146134"/>
              <a:gd name="csY13" fmla="*/ 118688 h 120728"/>
              <a:gd name="csX14" fmla="*/ 60859 w 146134"/>
              <a:gd name="csY14" fmla="*/ 120729 h 120728"/>
              <a:gd name="csX15" fmla="*/ 121341 w 146134"/>
              <a:gd name="csY15" fmla="*/ 86128 h 120728"/>
              <a:gd name="csX16" fmla="*/ 145126 w 146134"/>
              <a:gd name="csY16" fmla="*/ 58196 h 120728"/>
              <a:gd name="csX17" fmla="*/ 135327 w 146134"/>
              <a:gd name="csY17" fmla="*/ 24123 h 120728"/>
            </a:gdLst>
            <a:ahLst/>
            <a:cxnLst/>
            <a:rect l="l" t="t" r="r" b="b"/>
            <a:pathLst>
              <a:path w="100000" h="100000">
                <a:moveTo>
                  <a:pt x="92605" y="25200"/>
                </a:moveTo>
                <a:cubicBezTo>
                  <a:pt x="83861" y="16470"/>
                  <a:pt x="72685" y="17377"/>
                  <a:pt x="65501" y="22185"/>
                </a:cubicBezTo>
                <a:cubicBezTo>
                  <a:pt x="58143" y="27086"/>
                  <a:pt x="55023" y="35386"/>
                  <a:pt x="56955" y="44128"/>
                </a:cubicBezTo>
                <a:cubicBezTo>
                  <a:pt x="52869" y="43394"/>
                  <a:pt x="46663" y="43138"/>
                  <a:pt x="41448" y="46409"/>
                </a:cubicBezTo>
                <a:cubicBezTo>
                  <a:pt x="37722" y="48737"/>
                  <a:pt x="35138" y="52428"/>
                  <a:pt x="33729" y="57399"/>
                </a:cubicBezTo>
                <a:cubicBezTo>
                  <a:pt x="31843" y="55094"/>
                  <a:pt x="29922" y="53103"/>
                  <a:pt x="28152" y="51252"/>
                </a:cubicBezTo>
                <a:cubicBezTo>
                  <a:pt x="26092" y="49099"/>
                  <a:pt x="24148" y="47073"/>
                  <a:pt x="22494" y="44862"/>
                </a:cubicBezTo>
                <a:cubicBezTo>
                  <a:pt x="18280" y="39250"/>
                  <a:pt x="18757" y="35828"/>
                  <a:pt x="19351" y="34350"/>
                </a:cubicBezTo>
                <a:cubicBezTo>
                  <a:pt x="21598" y="34501"/>
                  <a:pt x="25637" y="34327"/>
                  <a:pt x="28723" y="31789"/>
                </a:cubicBezTo>
                <a:cubicBezTo>
                  <a:pt x="31342" y="29635"/>
                  <a:pt x="32681" y="26364"/>
                  <a:pt x="32681" y="22069"/>
                </a:cubicBezTo>
                <a:cubicBezTo>
                  <a:pt x="32681" y="15957"/>
                  <a:pt x="29538" y="12733"/>
                  <a:pt x="26895" y="11103"/>
                </a:cubicBezTo>
                <a:cubicBezTo>
                  <a:pt x="21365" y="7692"/>
                  <a:pt x="13401" y="8391"/>
                  <a:pt x="9769" y="10195"/>
                </a:cubicBezTo>
                <a:cubicBezTo>
                  <a:pt x="4111" y="13024"/>
                  <a:pt x="-2828" y="23827"/>
                  <a:pt x="1200" y="41998"/>
                </a:cubicBezTo>
                <a:cubicBezTo>
                  <a:pt x="6137" y="64173"/>
                  <a:pt x="18454" y="86989"/>
                  <a:pt x="27267" y="89911"/>
                </a:cubicBezTo>
                <a:cubicBezTo>
                  <a:pt x="27431" y="89946"/>
                  <a:pt x="33473" y="91308"/>
                  <a:pt x="41646" y="91308"/>
                </a:cubicBezTo>
                <a:cubicBezTo>
                  <a:pt x="55244" y="91308"/>
                  <a:pt x="74780" y="87536"/>
                  <a:pt x="83034" y="67630"/>
                </a:cubicBezTo>
                <a:cubicBezTo>
                  <a:pt x="90940" y="64557"/>
                  <a:pt x="97261" y="57177"/>
                  <a:pt x="99310" y="48516"/>
                </a:cubicBezTo>
                <a:cubicBezTo>
                  <a:pt x="101325" y="39972"/>
                  <a:pt x="98880" y="31475"/>
                  <a:pt x="92605" y="252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7" name="Белый — SVG 16">
            <a:extLst>
              <a:ext uri="{FF2B5EF4-FFF2-40B4-BE49-F238E27FC236}">
                <a16:creationId xmlns:a16="http://schemas.microsoft.com/office/drawing/2014/main" id="{DDA4DADB-488C-A449-878C-71D3D972676A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101027 w 141775"/>
              <a:gd name="csY0" fmla="*/ 0 h 148915"/>
              <a:gd name="csX1" fmla="*/ 88607 w 141775"/>
              <a:gd name="csY1" fmla="*/ 12401 h 148915"/>
              <a:gd name="csX2" fmla="*/ 88607 w 141775"/>
              <a:gd name="csY2" fmla="*/ 51390 h 148915"/>
              <a:gd name="csX3" fmla="*/ 101027 w 141775"/>
              <a:gd name="csY3" fmla="*/ 63792 h 148915"/>
              <a:gd name="csX4" fmla="*/ 122294 w 141775"/>
              <a:gd name="csY4" fmla="*/ 63792 h 148915"/>
              <a:gd name="csX5" fmla="*/ 134697 w 141775"/>
              <a:gd name="csY5" fmla="*/ 51390 h 148915"/>
              <a:gd name="csX6" fmla="*/ 134697 w 141775"/>
              <a:gd name="csY6" fmla="*/ 12401 h 148915"/>
              <a:gd name="csX7" fmla="*/ 122294 w 141775"/>
              <a:gd name="csY7" fmla="*/ 0 h 148915"/>
              <a:gd name="csX8" fmla="*/ 101027 w 141775"/>
              <a:gd name="csY8" fmla="*/ 0 h 148915"/>
              <a:gd name="csX9" fmla="*/ 30132 w 141775"/>
              <a:gd name="csY9" fmla="*/ 14170 h 148915"/>
              <a:gd name="csX10" fmla="*/ 20111 w 141775"/>
              <a:gd name="csY10" fmla="*/ 18321 h 148915"/>
              <a:gd name="csX11" fmla="*/ 15960 w 141775"/>
              <a:gd name="csY11" fmla="*/ 28358 h 148915"/>
              <a:gd name="csX12" fmla="*/ 20111 w 141775"/>
              <a:gd name="csY12" fmla="*/ 38377 h 148915"/>
              <a:gd name="csX13" fmla="*/ 30132 w 141775"/>
              <a:gd name="csY13" fmla="*/ 42528 h 148915"/>
              <a:gd name="csX14" fmla="*/ 40153 w 141775"/>
              <a:gd name="csY14" fmla="*/ 38377 h 148915"/>
              <a:gd name="csX15" fmla="*/ 44304 w 141775"/>
              <a:gd name="csY15" fmla="*/ 28358 h 148915"/>
              <a:gd name="csX16" fmla="*/ 40153 w 141775"/>
              <a:gd name="csY16" fmla="*/ 18321 h 148915"/>
              <a:gd name="csX17" fmla="*/ 30132 w 141775"/>
              <a:gd name="csY17" fmla="*/ 14170 h 148915"/>
              <a:gd name="csX18" fmla="*/ 5241 w 141775"/>
              <a:gd name="csY18" fmla="*/ 35366 h 148915"/>
              <a:gd name="csX19" fmla="*/ 1499 w 141775"/>
              <a:gd name="csY19" fmla="*/ 36982 h 148915"/>
              <a:gd name="csX20" fmla="*/ 1 w 141775"/>
              <a:gd name="csY20" fmla="*/ 40759 h 148915"/>
              <a:gd name="csX21" fmla="*/ 1 w 141775"/>
              <a:gd name="csY21" fmla="*/ 143523 h 148915"/>
              <a:gd name="csX22" fmla="*/ 393 w 141775"/>
              <a:gd name="csY22" fmla="*/ 145581 h 148915"/>
              <a:gd name="csX23" fmla="*/ 1533 w 141775"/>
              <a:gd name="csY23" fmla="*/ 147333 h 148915"/>
              <a:gd name="csX24" fmla="*/ 3268 w 141775"/>
              <a:gd name="csY24" fmla="*/ 148507 h 148915"/>
              <a:gd name="csX25" fmla="*/ 5327 w 141775"/>
              <a:gd name="csY25" fmla="*/ 148915 h 148915"/>
              <a:gd name="csX26" fmla="*/ 7368 w 141775"/>
              <a:gd name="csY26" fmla="*/ 148507 h 148915"/>
              <a:gd name="csX27" fmla="*/ 9104 w 141775"/>
              <a:gd name="csY27" fmla="*/ 147333 h 148915"/>
              <a:gd name="csX28" fmla="*/ 10261 w 141775"/>
              <a:gd name="csY28" fmla="*/ 145581 h 148915"/>
              <a:gd name="csX29" fmla="*/ 10635 w 141775"/>
              <a:gd name="csY29" fmla="*/ 143523 h 148915"/>
              <a:gd name="csX30" fmla="*/ 10635 w 141775"/>
              <a:gd name="csY30" fmla="*/ 138215 h 148915"/>
              <a:gd name="csX31" fmla="*/ 131141 w 141775"/>
              <a:gd name="csY31" fmla="*/ 138215 h 148915"/>
              <a:gd name="csX32" fmla="*/ 131141 w 141775"/>
              <a:gd name="csY32" fmla="*/ 143523 h 148915"/>
              <a:gd name="csX33" fmla="*/ 131532 w 141775"/>
              <a:gd name="csY33" fmla="*/ 145581 h 148915"/>
              <a:gd name="csX34" fmla="*/ 132672 w 141775"/>
              <a:gd name="csY34" fmla="*/ 147333 h 148915"/>
              <a:gd name="csX35" fmla="*/ 134407 w 141775"/>
              <a:gd name="csY35" fmla="*/ 148507 h 148915"/>
              <a:gd name="csX36" fmla="*/ 136466 w 141775"/>
              <a:gd name="csY36" fmla="*/ 148915 h 148915"/>
              <a:gd name="csX37" fmla="*/ 138508 w 141775"/>
              <a:gd name="csY37" fmla="*/ 148507 h 148915"/>
              <a:gd name="csX38" fmla="*/ 140243 w 141775"/>
              <a:gd name="csY38" fmla="*/ 147333 h 148915"/>
              <a:gd name="csX39" fmla="*/ 141400 w 141775"/>
              <a:gd name="csY39" fmla="*/ 145581 h 148915"/>
              <a:gd name="csX40" fmla="*/ 141774 w 141775"/>
              <a:gd name="csY40" fmla="*/ 143523 h 148915"/>
              <a:gd name="csX41" fmla="*/ 141774 w 141775"/>
              <a:gd name="csY41" fmla="*/ 132891 h 148915"/>
              <a:gd name="csX42" fmla="*/ 141774 w 141775"/>
              <a:gd name="csY42" fmla="*/ 122259 h 148915"/>
              <a:gd name="csX43" fmla="*/ 129371 w 141775"/>
              <a:gd name="csY43" fmla="*/ 109858 h 148915"/>
              <a:gd name="csX44" fmla="*/ 10635 w 141775"/>
              <a:gd name="csY44" fmla="*/ 109858 h 148915"/>
              <a:gd name="csX45" fmla="*/ 10635 w 141775"/>
              <a:gd name="csY45" fmla="*/ 40759 h 148915"/>
              <a:gd name="csX46" fmla="*/ 10244 w 141775"/>
              <a:gd name="csY46" fmla="*/ 38683 h 148915"/>
              <a:gd name="csX47" fmla="*/ 9069 w 141775"/>
              <a:gd name="csY47" fmla="*/ 36914 h 148915"/>
              <a:gd name="csX48" fmla="*/ 7317 w 141775"/>
              <a:gd name="csY48" fmla="*/ 35757 h 148915"/>
              <a:gd name="csX49" fmla="*/ 5241 w 141775"/>
              <a:gd name="csY49" fmla="*/ 35366 h 148915"/>
              <a:gd name="csX50" fmla="*/ 111660 w 141775"/>
              <a:gd name="csY50" fmla="*/ 42528 h 148915"/>
              <a:gd name="csX51" fmla="*/ 116969 w 141775"/>
              <a:gd name="csY51" fmla="*/ 47835 h 148915"/>
              <a:gd name="csX52" fmla="*/ 111660 w 141775"/>
              <a:gd name="csY52" fmla="*/ 53160 h 148915"/>
              <a:gd name="csX53" fmla="*/ 106335 w 141775"/>
              <a:gd name="csY53" fmla="*/ 47835 h 148915"/>
              <a:gd name="csX54" fmla="*/ 111660 w 141775"/>
              <a:gd name="csY54" fmla="*/ 42528 h 148915"/>
              <a:gd name="csX55" fmla="*/ 36750 w 141775"/>
              <a:gd name="csY55" fmla="*/ 46066 h 148915"/>
              <a:gd name="csX56" fmla="*/ 33722 w 141775"/>
              <a:gd name="csY56" fmla="*/ 46457 h 148915"/>
              <a:gd name="csX57" fmla="*/ 22085 w 141775"/>
              <a:gd name="csY57" fmla="*/ 67024 h 148915"/>
              <a:gd name="csX58" fmla="*/ 30643 w 141775"/>
              <a:gd name="csY58" fmla="*/ 89002 h 148915"/>
              <a:gd name="csX59" fmla="*/ 37210 w 141775"/>
              <a:gd name="csY59" fmla="*/ 99226 h 148915"/>
              <a:gd name="csX60" fmla="*/ 56707 w 141775"/>
              <a:gd name="csY60" fmla="*/ 99226 h 148915"/>
              <a:gd name="csX61" fmla="*/ 56707 w 141775"/>
              <a:gd name="csY61" fmla="*/ 67959 h 148915"/>
              <a:gd name="csX62" fmla="*/ 52573 w 141775"/>
              <a:gd name="csY62" fmla="*/ 57650 h 148915"/>
              <a:gd name="csX63" fmla="*/ 36750 w 141775"/>
              <a:gd name="csY63" fmla="*/ 46066 h 148915"/>
              <a:gd name="csX64" fmla="*/ 67340 w 141775"/>
              <a:gd name="csY64" fmla="*/ 70885 h 148915"/>
              <a:gd name="csX65" fmla="*/ 67340 w 141775"/>
              <a:gd name="csY65" fmla="*/ 99226 h 148915"/>
              <a:gd name="csX66" fmla="*/ 128997 w 141775"/>
              <a:gd name="csY66" fmla="*/ 99226 h 148915"/>
              <a:gd name="csX67" fmla="*/ 130954 w 141775"/>
              <a:gd name="csY67" fmla="*/ 87607 h 148915"/>
              <a:gd name="csX68" fmla="*/ 110946 w 141775"/>
              <a:gd name="csY68" fmla="*/ 70885 h 148915"/>
              <a:gd name="csX69" fmla="*/ 67340 w 141775"/>
              <a:gd name="csY69" fmla="*/ 70885 h 148915"/>
            </a:gdLst>
            <a:ahLst/>
            <a:cxnLst/>
            <a:rect l="l" t="t" r="r" b="b"/>
            <a:pathLst>
              <a:path w="100000" h="100000">
                <a:moveTo>
                  <a:pt x="70239" y="0"/>
                </a:moveTo>
                <a:cubicBezTo>
                  <a:pt x="65635" y="0"/>
                  <a:pt x="61899" y="3736"/>
                  <a:pt x="61899" y="8328"/>
                </a:cubicBezTo>
                <a:lnTo>
                  <a:pt x="61899" y="34510"/>
                </a:lnTo>
                <a:cubicBezTo>
                  <a:pt x="61899" y="39102"/>
                  <a:pt x="65635" y="42838"/>
                  <a:pt x="70239" y="42838"/>
                </a:cubicBezTo>
                <a:lnTo>
                  <a:pt x="84521" y="42838"/>
                </a:lnTo>
                <a:cubicBezTo>
                  <a:pt x="89113" y="42838"/>
                  <a:pt x="92850" y="39102"/>
                  <a:pt x="92850" y="34510"/>
                </a:cubicBezTo>
                <a:lnTo>
                  <a:pt x="92850" y="8328"/>
                </a:lnTo>
                <a:cubicBezTo>
                  <a:pt x="92850" y="3736"/>
                  <a:pt x="89113" y="0"/>
                  <a:pt x="84521" y="0"/>
                </a:cubicBezTo>
                <a:lnTo>
                  <a:pt x="70239" y="0"/>
                </a:lnTo>
                <a:close/>
                <a:moveTo>
                  <a:pt x="22632" y="9515"/>
                </a:moveTo>
                <a:cubicBezTo>
                  <a:pt x="20107" y="9515"/>
                  <a:pt x="17685" y="10521"/>
                  <a:pt x="15902" y="12303"/>
                </a:cubicBezTo>
                <a:cubicBezTo>
                  <a:pt x="14109" y="14097"/>
                  <a:pt x="13115" y="16518"/>
                  <a:pt x="13115" y="19043"/>
                </a:cubicBezTo>
                <a:cubicBezTo>
                  <a:pt x="13115" y="21567"/>
                  <a:pt x="14109" y="23989"/>
                  <a:pt x="15902" y="25771"/>
                </a:cubicBezTo>
                <a:cubicBezTo>
                  <a:pt x="17685" y="27553"/>
                  <a:pt x="20107" y="28559"/>
                  <a:pt x="22632" y="28559"/>
                </a:cubicBezTo>
                <a:cubicBezTo>
                  <a:pt x="25157" y="28559"/>
                  <a:pt x="27579" y="27553"/>
                  <a:pt x="29361" y="25771"/>
                </a:cubicBezTo>
                <a:cubicBezTo>
                  <a:pt x="31143" y="23989"/>
                  <a:pt x="32149" y="21567"/>
                  <a:pt x="32149" y="19043"/>
                </a:cubicBezTo>
                <a:cubicBezTo>
                  <a:pt x="32149" y="16518"/>
                  <a:pt x="31143" y="14097"/>
                  <a:pt x="29361" y="12303"/>
                </a:cubicBezTo>
                <a:cubicBezTo>
                  <a:pt x="27579" y="10521"/>
                  <a:pt x="25157" y="9515"/>
                  <a:pt x="22632" y="9515"/>
                </a:cubicBezTo>
                <a:close/>
                <a:moveTo>
                  <a:pt x="5917" y="23749"/>
                </a:moveTo>
                <a:cubicBezTo>
                  <a:pt x="4969" y="23761"/>
                  <a:pt x="4066" y="24149"/>
                  <a:pt x="3404" y="24834"/>
                </a:cubicBezTo>
                <a:cubicBezTo>
                  <a:pt x="2753" y="25509"/>
                  <a:pt x="2387" y="26422"/>
                  <a:pt x="2398" y="27371"/>
                </a:cubicBezTo>
                <a:lnTo>
                  <a:pt x="2398" y="96379"/>
                </a:lnTo>
                <a:cubicBezTo>
                  <a:pt x="2387" y="96859"/>
                  <a:pt x="2478" y="97327"/>
                  <a:pt x="2661" y="97761"/>
                </a:cubicBezTo>
                <a:cubicBezTo>
                  <a:pt x="2832" y="98206"/>
                  <a:pt x="3095" y="98607"/>
                  <a:pt x="3427" y="98938"/>
                </a:cubicBezTo>
                <a:cubicBezTo>
                  <a:pt x="3758" y="99280"/>
                  <a:pt x="4158" y="99543"/>
                  <a:pt x="4592" y="99726"/>
                </a:cubicBezTo>
                <a:cubicBezTo>
                  <a:pt x="5026" y="99909"/>
                  <a:pt x="5494" y="100000"/>
                  <a:pt x="5975" y="100000"/>
                </a:cubicBezTo>
                <a:cubicBezTo>
                  <a:pt x="6443" y="100000"/>
                  <a:pt x="6911" y="99909"/>
                  <a:pt x="7345" y="99726"/>
                </a:cubicBezTo>
                <a:cubicBezTo>
                  <a:pt x="7780" y="99543"/>
                  <a:pt x="8179" y="99280"/>
                  <a:pt x="8511" y="98938"/>
                </a:cubicBezTo>
                <a:cubicBezTo>
                  <a:pt x="8842" y="98607"/>
                  <a:pt x="9105" y="98206"/>
                  <a:pt x="9288" y="97761"/>
                </a:cubicBezTo>
                <a:cubicBezTo>
                  <a:pt x="9459" y="97327"/>
                  <a:pt x="9550" y="96859"/>
                  <a:pt x="9539" y="96379"/>
                </a:cubicBezTo>
                <a:lnTo>
                  <a:pt x="9539" y="92815"/>
                </a:lnTo>
                <a:lnTo>
                  <a:pt x="90462" y="92815"/>
                </a:lnTo>
                <a:lnTo>
                  <a:pt x="90462" y="96379"/>
                </a:lnTo>
                <a:cubicBezTo>
                  <a:pt x="90462" y="96859"/>
                  <a:pt x="90542" y="97327"/>
                  <a:pt x="90724" y="97761"/>
                </a:cubicBezTo>
                <a:cubicBezTo>
                  <a:pt x="90895" y="98206"/>
                  <a:pt x="91159" y="98607"/>
                  <a:pt x="91490" y="98938"/>
                </a:cubicBezTo>
                <a:cubicBezTo>
                  <a:pt x="91821" y="99280"/>
                  <a:pt x="92221" y="99543"/>
                  <a:pt x="92655" y="99726"/>
                </a:cubicBezTo>
                <a:cubicBezTo>
                  <a:pt x="93089" y="99909"/>
                  <a:pt x="93557" y="100000"/>
                  <a:pt x="94038" y="100000"/>
                </a:cubicBezTo>
                <a:cubicBezTo>
                  <a:pt x="94506" y="100000"/>
                  <a:pt x="94974" y="99909"/>
                  <a:pt x="95409" y="99726"/>
                </a:cubicBezTo>
                <a:cubicBezTo>
                  <a:pt x="95854" y="99543"/>
                  <a:pt x="96243" y="99280"/>
                  <a:pt x="96574" y="98938"/>
                </a:cubicBezTo>
                <a:cubicBezTo>
                  <a:pt x="96905" y="98607"/>
                  <a:pt x="97168" y="98206"/>
                  <a:pt x="97351" y="97761"/>
                </a:cubicBezTo>
                <a:cubicBezTo>
                  <a:pt x="97522" y="97327"/>
                  <a:pt x="97613" y="96859"/>
                  <a:pt x="97602" y="96379"/>
                </a:cubicBezTo>
                <a:lnTo>
                  <a:pt x="97602" y="89239"/>
                </a:lnTo>
                <a:lnTo>
                  <a:pt x="97602" y="82100"/>
                </a:lnTo>
                <a:cubicBezTo>
                  <a:pt x="97602" y="77508"/>
                  <a:pt x="93878" y="73772"/>
                  <a:pt x="89273" y="73772"/>
                </a:cubicBezTo>
                <a:lnTo>
                  <a:pt x="9539" y="73772"/>
                </a:lnTo>
                <a:lnTo>
                  <a:pt x="9539" y="27371"/>
                </a:lnTo>
                <a:cubicBezTo>
                  <a:pt x="9550" y="26891"/>
                  <a:pt x="9459" y="26411"/>
                  <a:pt x="9276" y="25977"/>
                </a:cubicBezTo>
                <a:cubicBezTo>
                  <a:pt x="9093" y="25531"/>
                  <a:pt x="8831" y="25131"/>
                  <a:pt x="8487" y="24789"/>
                </a:cubicBezTo>
                <a:cubicBezTo>
                  <a:pt x="8156" y="24458"/>
                  <a:pt x="7757" y="24184"/>
                  <a:pt x="7311" y="24012"/>
                </a:cubicBezTo>
                <a:cubicBezTo>
                  <a:pt x="6866" y="23829"/>
                  <a:pt x="6386" y="23738"/>
                  <a:pt x="5917" y="23749"/>
                </a:cubicBezTo>
                <a:close/>
                <a:moveTo>
                  <a:pt x="77380" y="28559"/>
                </a:moveTo>
                <a:cubicBezTo>
                  <a:pt x="79345" y="28559"/>
                  <a:pt x="80945" y="30157"/>
                  <a:pt x="80945" y="32122"/>
                </a:cubicBezTo>
                <a:cubicBezTo>
                  <a:pt x="80945" y="34099"/>
                  <a:pt x="79345" y="35698"/>
                  <a:pt x="77380" y="35698"/>
                </a:cubicBezTo>
                <a:cubicBezTo>
                  <a:pt x="75403" y="35698"/>
                  <a:pt x="73804" y="34099"/>
                  <a:pt x="73804" y="32122"/>
                </a:cubicBezTo>
                <a:cubicBezTo>
                  <a:pt x="73804" y="30157"/>
                  <a:pt x="75403" y="28559"/>
                  <a:pt x="77380" y="28559"/>
                </a:cubicBezTo>
                <a:close/>
                <a:moveTo>
                  <a:pt x="27076" y="30934"/>
                </a:moveTo>
                <a:cubicBezTo>
                  <a:pt x="26402" y="30957"/>
                  <a:pt x="25717" y="31037"/>
                  <a:pt x="25042" y="31197"/>
                </a:cubicBezTo>
                <a:cubicBezTo>
                  <a:pt x="18782" y="32625"/>
                  <a:pt x="15263" y="39068"/>
                  <a:pt x="17228" y="45008"/>
                </a:cubicBezTo>
                <a:lnTo>
                  <a:pt x="22975" y="59767"/>
                </a:lnTo>
                <a:cubicBezTo>
                  <a:pt x="23866" y="62463"/>
                  <a:pt x="25408" y="64782"/>
                  <a:pt x="27385" y="66633"/>
                </a:cubicBezTo>
                <a:lnTo>
                  <a:pt x="40477" y="66633"/>
                </a:lnTo>
                <a:lnTo>
                  <a:pt x="40477" y="45636"/>
                </a:lnTo>
                <a:lnTo>
                  <a:pt x="37701" y="38713"/>
                </a:lnTo>
                <a:cubicBezTo>
                  <a:pt x="36170" y="34064"/>
                  <a:pt x="31795" y="30832"/>
                  <a:pt x="27076" y="30934"/>
                </a:cubicBezTo>
                <a:close/>
                <a:moveTo>
                  <a:pt x="47618" y="47601"/>
                </a:moveTo>
                <a:lnTo>
                  <a:pt x="47618" y="66633"/>
                </a:lnTo>
                <a:lnTo>
                  <a:pt x="89022" y="66633"/>
                </a:lnTo>
                <a:cubicBezTo>
                  <a:pt x="90198" y="64337"/>
                  <a:pt x="90736" y="61663"/>
                  <a:pt x="90336" y="58830"/>
                </a:cubicBezTo>
                <a:cubicBezTo>
                  <a:pt x="89411" y="52285"/>
                  <a:pt x="83504" y="47601"/>
                  <a:pt x="76900" y="47601"/>
                </a:cubicBezTo>
                <a:lnTo>
                  <a:pt x="47618" y="4760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8" name="Белый — SVG 17">
            <a:extLst>
              <a:ext uri="{FF2B5EF4-FFF2-40B4-BE49-F238E27FC236}">
                <a16:creationId xmlns:a16="http://schemas.microsoft.com/office/drawing/2014/main" id="{B2017C53-76DB-2742-B8F0-421AA9CCC5A0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56711 w 134224"/>
              <a:gd name="csY0" fmla="*/ 0 h 141753"/>
              <a:gd name="csX1" fmla="*/ 21267 w 134224"/>
              <a:gd name="csY1" fmla="*/ 35434 h 141753"/>
              <a:gd name="csX2" fmla="*/ 56711 w 134224"/>
              <a:gd name="csY2" fmla="*/ 70885 h 141753"/>
              <a:gd name="csX3" fmla="*/ 92157 w 134224"/>
              <a:gd name="csY3" fmla="*/ 35434 h 141753"/>
              <a:gd name="csX4" fmla="*/ 56711 w 134224"/>
              <a:gd name="csY4" fmla="*/ 0 h 141753"/>
              <a:gd name="csX5" fmla="*/ 116469 w 134224"/>
              <a:gd name="csY5" fmla="*/ 76601 h 141753"/>
              <a:gd name="csX6" fmla="*/ 103897 w 134224"/>
              <a:gd name="csY6" fmla="*/ 81772 h 141753"/>
              <a:gd name="csX7" fmla="*/ 76400 w 134224"/>
              <a:gd name="csY7" fmla="*/ 109262 h 141753"/>
              <a:gd name="csX8" fmla="*/ 76400 w 134224"/>
              <a:gd name="csY8" fmla="*/ 134388 h 141753"/>
              <a:gd name="csX9" fmla="*/ 76421 w 134224"/>
              <a:gd name="csY9" fmla="*/ 134422 h 141753"/>
              <a:gd name="csX10" fmla="*/ 101550 w 134224"/>
              <a:gd name="csY10" fmla="*/ 134422 h 141753"/>
              <a:gd name="csX11" fmla="*/ 129054 w 134224"/>
              <a:gd name="csY11" fmla="*/ 106915 h 141753"/>
              <a:gd name="csX12" fmla="*/ 129054 w 134224"/>
              <a:gd name="csY12" fmla="*/ 81790 h 141753"/>
              <a:gd name="csX13" fmla="*/ 129013 w 134224"/>
              <a:gd name="csY13" fmla="*/ 81755 h 141753"/>
              <a:gd name="csX14" fmla="*/ 116469 w 134224"/>
              <a:gd name="csY14" fmla="*/ 76601 h 141753"/>
              <a:gd name="csX15" fmla="*/ 14109 w 134224"/>
              <a:gd name="csY15" fmla="*/ 85056 h 141753"/>
              <a:gd name="csX16" fmla="*/ 0 w 134224"/>
              <a:gd name="csY16" fmla="*/ 99158 h 141753"/>
              <a:gd name="csX17" fmla="*/ 0 w 134224"/>
              <a:gd name="csY17" fmla="*/ 104550 h 141753"/>
              <a:gd name="csX18" fmla="*/ 18817 w 134224"/>
              <a:gd name="csY18" fmla="*/ 133129 h 141753"/>
              <a:gd name="csX19" fmla="*/ 56711 w 134224"/>
              <a:gd name="csY19" fmla="*/ 141754 h 141753"/>
              <a:gd name="csX20" fmla="*/ 69374 w 134224"/>
              <a:gd name="csY20" fmla="*/ 140886 h 141753"/>
              <a:gd name="csX21" fmla="*/ 63924 w 134224"/>
              <a:gd name="csY21" fmla="*/ 128706 h 141753"/>
              <a:gd name="csX22" fmla="*/ 71312 w 134224"/>
              <a:gd name="csY22" fmla="*/ 101999 h 141753"/>
              <a:gd name="csX23" fmla="*/ 88203 w 134224"/>
              <a:gd name="csY23" fmla="*/ 85056 h 141753"/>
              <a:gd name="csX24" fmla="*/ 14109 w 134224"/>
              <a:gd name="csY24" fmla="*/ 85056 h 141753"/>
              <a:gd name="csX25" fmla="*/ 96172 w 134224"/>
              <a:gd name="csY25" fmla="*/ 104533 h 141753"/>
              <a:gd name="csX26" fmla="*/ 106293 w 134224"/>
              <a:gd name="csY26" fmla="*/ 114655 h 141753"/>
              <a:gd name="csX27" fmla="*/ 94038 w 134224"/>
              <a:gd name="csY27" fmla="*/ 126903 h 141753"/>
              <a:gd name="csX28" fmla="*/ 94031 w 134224"/>
              <a:gd name="csY28" fmla="*/ 126903 h 141753"/>
              <a:gd name="csX29" fmla="*/ 83939 w 134224"/>
              <a:gd name="csY29" fmla="*/ 126903 h 141753"/>
              <a:gd name="csX30" fmla="*/ 83919 w 134224"/>
              <a:gd name="csY30" fmla="*/ 126869 h 141753"/>
              <a:gd name="csX31" fmla="*/ 83919 w 134224"/>
              <a:gd name="csY31" fmla="*/ 116781 h 141753"/>
              <a:gd name="csX32" fmla="*/ 96172 w 134224"/>
              <a:gd name="csY32" fmla="*/ 104533 h 141753"/>
            </a:gdLst>
            <a:ahLst/>
            <a:cxnLst/>
            <a:rect l="l" t="t" r="r" b="b"/>
            <a:pathLst>
              <a:path w="100000" h="100000">
                <a:moveTo>
                  <a:pt x="42663" y="0"/>
                </a:moveTo>
                <a:cubicBezTo>
                  <a:pt x="28897" y="0"/>
                  <a:pt x="17659" y="11232"/>
                  <a:pt x="17659" y="24997"/>
                </a:cubicBezTo>
                <a:cubicBezTo>
                  <a:pt x="17659" y="38762"/>
                  <a:pt x="28897" y="50006"/>
                  <a:pt x="42663" y="50006"/>
                </a:cubicBezTo>
                <a:cubicBezTo>
                  <a:pt x="56427" y="50006"/>
                  <a:pt x="67668" y="38762"/>
                  <a:pt x="67668" y="24997"/>
                </a:cubicBezTo>
                <a:cubicBezTo>
                  <a:pt x="67668" y="11232"/>
                  <a:pt x="56427" y="0"/>
                  <a:pt x="42663" y="0"/>
                </a:cubicBezTo>
                <a:close/>
                <a:moveTo>
                  <a:pt x="84819" y="54038"/>
                </a:moveTo>
                <a:cubicBezTo>
                  <a:pt x="81602" y="54038"/>
                  <a:pt x="78382" y="55250"/>
                  <a:pt x="75950" y="57686"/>
                </a:cubicBezTo>
                <a:cubicBezTo>
                  <a:pt x="70345" y="63279"/>
                  <a:pt x="62151" y="71475"/>
                  <a:pt x="56552" y="77079"/>
                </a:cubicBezTo>
                <a:cubicBezTo>
                  <a:pt x="51685" y="81940"/>
                  <a:pt x="51687" y="89944"/>
                  <a:pt x="56552" y="94804"/>
                </a:cubicBezTo>
                <a:lnTo>
                  <a:pt x="56567" y="94828"/>
                </a:lnTo>
                <a:cubicBezTo>
                  <a:pt x="61430" y="99688"/>
                  <a:pt x="69430" y="99688"/>
                  <a:pt x="74294" y="94828"/>
                </a:cubicBezTo>
                <a:cubicBezTo>
                  <a:pt x="79899" y="89224"/>
                  <a:pt x="88095" y="81028"/>
                  <a:pt x="93697" y="75423"/>
                </a:cubicBezTo>
                <a:cubicBezTo>
                  <a:pt x="98561" y="70563"/>
                  <a:pt x="98560" y="62559"/>
                  <a:pt x="93697" y="57699"/>
                </a:cubicBezTo>
                <a:lnTo>
                  <a:pt x="93668" y="57674"/>
                </a:lnTo>
                <a:cubicBezTo>
                  <a:pt x="91237" y="55250"/>
                  <a:pt x="88030" y="54038"/>
                  <a:pt x="84819" y="54038"/>
                </a:cubicBezTo>
                <a:close/>
                <a:moveTo>
                  <a:pt x="12609" y="60003"/>
                </a:moveTo>
                <a:cubicBezTo>
                  <a:pt x="7125" y="60003"/>
                  <a:pt x="2656" y="64467"/>
                  <a:pt x="2656" y="69951"/>
                </a:cubicBezTo>
                <a:lnTo>
                  <a:pt x="2656" y="73755"/>
                </a:lnTo>
                <a:cubicBezTo>
                  <a:pt x="2656" y="82036"/>
                  <a:pt x="7372" y="89188"/>
                  <a:pt x="15930" y="93916"/>
                </a:cubicBezTo>
                <a:cubicBezTo>
                  <a:pt x="23051" y="97841"/>
                  <a:pt x="32541" y="100001"/>
                  <a:pt x="42663" y="100001"/>
                </a:cubicBezTo>
                <a:cubicBezTo>
                  <a:pt x="45633" y="100001"/>
                  <a:pt x="48635" y="99784"/>
                  <a:pt x="51596" y="99388"/>
                </a:cubicBezTo>
                <a:cubicBezTo>
                  <a:pt x="49902" y="97108"/>
                  <a:pt x="48524" y="94349"/>
                  <a:pt x="47751" y="90796"/>
                </a:cubicBezTo>
                <a:cubicBezTo>
                  <a:pt x="46149" y="83440"/>
                  <a:pt x="47756" y="77620"/>
                  <a:pt x="52963" y="71955"/>
                </a:cubicBezTo>
                <a:lnTo>
                  <a:pt x="64879" y="60003"/>
                </a:lnTo>
                <a:lnTo>
                  <a:pt x="12609" y="60003"/>
                </a:lnTo>
                <a:close/>
                <a:moveTo>
                  <a:pt x="70500" y="73743"/>
                </a:moveTo>
                <a:lnTo>
                  <a:pt x="77640" y="80884"/>
                </a:lnTo>
                <a:cubicBezTo>
                  <a:pt x="74574" y="83944"/>
                  <a:pt x="71492" y="87028"/>
                  <a:pt x="68995" y="89524"/>
                </a:cubicBezTo>
                <a:lnTo>
                  <a:pt x="68990" y="89524"/>
                </a:lnTo>
                <a:cubicBezTo>
                  <a:pt x="66994" y="91516"/>
                  <a:pt x="63868" y="91516"/>
                  <a:pt x="61871" y="89524"/>
                </a:cubicBezTo>
                <a:lnTo>
                  <a:pt x="61857" y="89500"/>
                </a:lnTo>
                <a:cubicBezTo>
                  <a:pt x="59856" y="87508"/>
                  <a:pt x="59857" y="84376"/>
                  <a:pt x="61857" y="82383"/>
                </a:cubicBezTo>
                <a:cubicBezTo>
                  <a:pt x="64352" y="79888"/>
                  <a:pt x="67434" y="76815"/>
                  <a:pt x="70500" y="7374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9" name="Белый — SVG 18">
            <a:extLst>
              <a:ext uri="{FF2B5EF4-FFF2-40B4-BE49-F238E27FC236}">
                <a16:creationId xmlns:a16="http://schemas.microsoft.com/office/drawing/2014/main" id="{9074144F-DBBD-954F-AAA5-316CC0168481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124500 w 136236"/>
              <a:gd name="csY0" fmla="*/ 11699 h 136203"/>
              <a:gd name="csX1" fmla="*/ 67846 w 136236"/>
              <a:gd name="csY1" fmla="*/ 11699 h 136203"/>
              <a:gd name="csX2" fmla="*/ 11715 w 136236"/>
              <a:gd name="csY2" fmla="*/ 67819 h 136203"/>
              <a:gd name="csX3" fmla="*/ 11715 w 136236"/>
              <a:gd name="csY3" fmla="*/ 124466 h 136203"/>
              <a:gd name="csX4" fmla="*/ 40042 w 136236"/>
              <a:gd name="csY4" fmla="*/ 136204 h 136203"/>
              <a:gd name="csX5" fmla="*/ 68373 w 136236"/>
              <a:gd name="csY5" fmla="*/ 124466 h 136203"/>
              <a:gd name="csX6" fmla="*/ 124497 w 136236"/>
              <a:gd name="csY6" fmla="*/ 68363 h 136203"/>
              <a:gd name="csX7" fmla="*/ 136236 w 136236"/>
              <a:gd name="csY7" fmla="*/ 40023 h 136203"/>
              <a:gd name="csX8" fmla="*/ 124500 w 136236"/>
              <a:gd name="csY8" fmla="*/ 11699 h 136203"/>
              <a:gd name="csX9" fmla="*/ 30649 w 136236"/>
              <a:gd name="csY9" fmla="*/ 103287 h 136203"/>
              <a:gd name="csX10" fmla="*/ 35966 w 136236"/>
              <a:gd name="csY10" fmla="*/ 108612 h 136203"/>
              <a:gd name="csX11" fmla="*/ 30649 w 136236"/>
              <a:gd name="csY11" fmla="*/ 113919 h 136203"/>
              <a:gd name="csX12" fmla="*/ 25333 w 136236"/>
              <a:gd name="csY12" fmla="*/ 108612 h 136203"/>
              <a:gd name="csX13" fmla="*/ 30649 w 136236"/>
              <a:gd name="csY13" fmla="*/ 103287 h 136203"/>
              <a:gd name="csX14" fmla="*/ 23560 w 136236"/>
              <a:gd name="csY14" fmla="*/ 96211 h 136203"/>
              <a:gd name="csX15" fmla="*/ 18243 w 136236"/>
              <a:gd name="csY15" fmla="*/ 90886 h 136203"/>
              <a:gd name="csX16" fmla="*/ 23560 w 136236"/>
              <a:gd name="csY16" fmla="*/ 85579 h 136203"/>
              <a:gd name="csX17" fmla="*/ 28876 w 136236"/>
              <a:gd name="csY17" fmla="*/ 90886 h 136203"/>
              <a:gd name="csX18" fmla="*/ 23560 w 136236"/>
              <a:gd name="csY18" fmla="*/ 96211 h 136203"/>
              <a:gd name="csX19" fmla="*/ 32422 w 136236"/>
              <a:gd name="csY19" fmla="*/ 73161 h 136203"/>
              <a:gd name="csX20" fmla="*/ 37739 w 136236"/>
              <a:gd name="csY20" fmla="*/ 67853 h 136203"/>
              <a:gd name="csX21" fmla="*/ 43055 w 136236"/>
              <a:gd name="csY21" fmla="*/ 73161 h 136203"/>
              <a:gd name="csX22" fmla="*/ 37739 w 136236"/>
              <a:gd name="csY22" fmla="*/ 78485 h 136203"/>
              <a:gd name="csX23" fmla="*/ 32422 w 136236"/>
              <a:gd name="csY23" fmla="*/ 73161 h 136203"/>
              <a:gd name="csX24" fmla="*/ 41283 w 136236"/>
              <a:gd name="csY24" fmla="*/ 89117 h 136203"/>
              <a:gd name="csX25" fmla="*/ 46599 w 136236"/>
              <a:gd name="csY25" fmla="*/ 94424 h 136203"/>
              <a:gd name="csX26" fmla="*/ 41283 w 136236"/>
              <a:gd name="csY26" fmla="*/ 99749 h 136203"/>
              <a:gd name="csX27" fmla="*/ 35966 w 136236"/>
              <a:gd name="csY27" fmla="*/ 94424 h 136203"/>
              <a:gd name="csX28" fmla="*/ 41283 w 136236"/>
              <a:gd name="csY28" fmla="*/ 89117 h 136203"/>
              <a:gd name="csX29" fmla="*/ 48372 w 136236"/>
              <a:gd name="csY29" fmla="*/ 106843 h 136203"/>
              <a:gd name="csX30" fmla="*/ 53689 w 136236"/>
              <a:gd name="csY30" fmla="*/ 112150 h 136203"/>
              <a:gd name="csX31" fmla="*/ 48372 w 136236"/>
              <a:gd name="csY31" fmla="*/ 117475 h 136203"/>
              <a:gd name="csX32" fmla="*/ 43055 w 136236"/>
              <a:gd name="csY32" fmla="*/ 112150 h 136203"/>
              <a:gd name="csX33" fmla="*/ 48372 w 136236"/>
              <a:gd name="csY33" fmla="*/ 106843 h 136203"/>
              <a:gd name="csX34" fmla="*/ 50143 w 136236"/>
              <a:gd name="csY34" fmla="*/ 80254 h 136203"/>
              <a:gd name="csX35" fmla="*/ 55460 w 136236"/>
              <a:gd name="csY35" fmla="*/ 74947 h 136203"/>
              <a:gd name="csX36" fmla="*/ 60777 w 136236"/>
              <a:gd name="csY36" fmla="*/ 80254 h 136203"/>
              <a:gd name="csX37" fmla="*/ 55460 w 136236"/>
              <a:gd name="csY37" fmla="*/ 85579 h 136203"/>
              <a:gd name="csX38" fmla="*/ 50143 w 136236"/>
              <a:gd name="csY38" fmla="*/ 80254 h 136203"/>
              <a:gd name="csX39" fmla="*/ 62549 w 136236"/>
              <a:gd name="csY39" fmla="*/ 92655 h 136203"/>
              <a:gd name="csX40" fmla="*/ 67866 w 136236"/>
              <a:gd name="csY40" fmla="*/ 97980 h 136203"/>
              <a:gd name="csX41" fmla="*/ 62549 w 136236"/>
              <a:gd name="csY41" fmla="*/ 103287 h 136203"/>
              <a:gd name="csX42" fmla="*/ 57233 w 136236"/>
              <a:gd name="csY42" fmla="*/ 97980 h 136203"/>
              <a:gd name="csX43" fmla="*/ 62549 w 136236"/>
              <a:gd name="csY43" fmla="*/ 92655 h 136203"/>
              <a:gd name="csX44" fmla="*/ 116979 w 136236"/>
              <a:gd name="csY44" fmla="*/ 60845 h 136203"/>
              <a:gd name="csX45" fmla="*/ 94450 w 136236"/>
              <a:gd name="csY45" fmla="*/ 83367 h 136203"/>
              <a:gd name="csX46" fmla="*/ 52828 w 136236"/>
              <a:gd name="csY46" fmla="*/ 41758 h 136203"/>
              <a:gd name="csX47" fmla="*/ 75359 w 136236"/>
              <a:gd name="csY47" fmla="*/ 19218 h 136203"/>
              <a:gd name="csX48" fmla="*/ 96170 w 136236"/>
              <a:gd name="csY48" fmla="*/ 10611 h 136203"/>
              <a:gd name="csX49" fmla="*/ 116979 w 136236"/>
              <a:gd name="csY49" fmla="*/ 19218 h 136203"/>
              <a:gd name="csX50" fmla="*/ 125603 w 136236"/>
              <a:gd name="csY50" fmla="*/ 40023 h 136203"/>
              <a:gd name="csX51" fmla="*/ 116979 w 136236"/>
              <a:gd name="csY51" fmla="*/ 60845 h 136203"/>
            </a:gdLst>
            <a:ahLst/>
            <a:cxnLst/>
            <a:rect l="l" t="t" r="r" b="b"/>
            <a:pathLst>
              <a:path w="100000" h="100000">
                <a:moveTo>
                  <a:pt x="91386" y="8599"/>
                </a:moveTo>
                <a:cubicBezTo>
                  <a:pt x="79922" y="-2851"/>
                  <a:pt x="61263" y="-2851"/>
                  <a:pt x="49800" y="8599"/>
                </a:cubicBezTo>
                <a:lnTo>
                  <a:pt x="8599" y="49793"/>
                </a:lnTo>
                <a:cubicBezTo>
                  <a:pt x="-2866" y="61268"/>
                  <a:pt x="-2866" y="79910"/>
                  <a:pt x="8599" y="91373"/>
                </a:cubicBezTo>
                <a:cubicBezTo>
                  <a:pt x="14154" y="96929"/>
                  <a:pt x="21537" y="99989"/>
                  <a:pt x="29392" y="99989"/>
                </a:cubicBezTo>
                <a:cubicBezTo>
                  <a:pt x="37247" y="99989"/>
                  <a:pt x="44633" y="96929"/>
                  <a:pt x="50187" y="91373"/>
                </a:cubicBezTo>
                <a:lnTo>
                  <a:pt x="91383" y="50192"/>
                </a:lnTo>
                <a:cubicBezTo>
                  <a:pt x="96941" y="44635"/>
                  <a:pt x="100000" y="37244"/>
                  <a:pt x="100000" y="29390"/>
                </a:cubicBezTo>
                <a:cubicBezTo>
                  <a:pt x="100000" y="21536"/>
                  <a:pt x="96941" y="14156"/>
                  <a:pt x="91386" y="8599"/>
                </a:cubicBezTo>
                <a:close/>
                <a:moveTo>
                  <a:pt x="22497" y="75827"/>
                </a:moveTo>
                <a:cubicBezTo>
                  <a:pt x="24651" y="75827"/>
                  <a:pt x="26400" y="77575"/>
                  <a:pt x="26400" y="79736"/>
                </a:cubicBezTo>
                <a:cubicBezTo>
                  <a:pt x="26400" y="81883"/>
                  <a:pt x="24651" y="83631"/>
                  <a:pt x="22497" y="83631"/>
                </a:cubicBezTo>
                <a:cubicBezTo>
                  <a:pt x="20343" y="83631"/>
                  <a:pt x="18595" y="81883"/>
                  <a:pt x="18595" y="79736"/>
                </a:cubicBezTo>
                <a:cubicBezTo>
                  <a:pt x="18595" y="77575"/>
                  <a:pt x="20343" y="75827"/>
                  <a:pt x="22497" y="75827"/>
                </a:cubicBezTo>
                <a:close/>
                <a:moveTo>
                  <a:pt x="17294" y="70633"/>
                </a:moveTo>
                <a:cubicBezTo>
                  <a:pt x="15139" y="70633"/>
                  <a:pt x="13391" y="68885"/>
                  <a:pt x="13391" y="66724"/>
                </a:cubicBezTo>
                <a:cubicBezTo>
                  <a:pt x="13391" y="64577"/>
                  <a:pt x="15139" y="62829"/>
                  <a:pt x="17294" y="62829"/>
                </a:cubicBezTo>
                <a:cubicBezTo>
                  <a:pt x="19448" y="62829"/>
                  <a:pt x="21196" y="64577"/>
                  <a:pt x="21196" y="66724"/>
                </a:cubicBezTo>
                <a:cubicBezTo>
                  <a:pt x="21196" y="68885"/>
                  <a:pt x="19448" y="70633"/>
                  <a:pt x="17294" y="70633"/>
                </a:cubicBezTo>
                <a:close/>
                <a:moveTo>
                  <a:pt x="23798" y="53714"/>
                </a:moveTo>
                <a:cubicBezTo>
                  <a:pt x="23798" y="51566"/>
                  <a:pt x="25547" y="49818"/>
                  <a:pt x="27701" y="49818"/>
                </a:cubicBezTo>
                <a:cubicBezTo>
                  <a:pt x="29856" y="49818"/>
                  <a:pt x="31603" y="51566"/>
                  <a:pt x="31603" y="53714"/>
                </a:cubicBezTo>
                <a:cubicBezTo>
                  <a:pt x="31603" y="55873"/>
                  <a:pt x="29856" y="57622"/>
                  <a:pt x="27701" y="57622"/>
                </a:cubicBezTo>
                <a:cubicBezTo>
                  <a:pt x="25547" y="57622"/>
                  <a:pt x="23798" y="55873"/>
                  <a:pt x="23798" y="53714"/>
                </a:cubicBezTo>
                <a:close/>
                <a:moveTo>
                  <a:pt x="30303" y="65426"/>
                </a:moveTo>
                <a:cubicBezTo>
                  <a:pt x="32456" y="65426"/>
                  <a:pt x="34205" y="67174"/>
                  <a:pt x="34205" y="69321"/>
                </a:cubicBezTo>
                <a:cubicBezTo>
                  <a:pt x="34205" y="71481"/>
                  <a:pt x="32456" y="73230"/>
                  <a:pt x="30303" y="73230"/>
                </a:cubicBezTo>
                <a:cubicBezTo>
                  <a:pt x="28148" y="73230"/>
                  <a:pt x="26400" y="71481"/>
                  <a:pt x="26400" y="69321"/>
                </a:cubicBezTo>
                <a:cubicBezTo>
                  <a:pt x="26400" y="67174"/>
                  <a:pt x="28148" y="65426"/>
                  <a:pt x="30303" y="65426"/>
                </a:cubicBezTo>
                <a:close/>
                <a:moveTo>
                  <a:pt x="35506" y="78437"/>
                </a:moveTo>
                <a:cubicBezTo>
                  <a:pt x="37660" y="78437"/>
                  <a:pt x="39409" y="80185"/>
                  <a:pt x="39409" y="82332"/>
                </a:cubicBezTo>
                <a:cubicBezTo>
                  <a:pt x="39409" y="84493"/>
                  <a:pt x="37660" y="86241"/>
                  <a:pt x="35506" y="86241"/>
                </a:cubicBezTo>
                <a:cubicBezTo>
                  <a:pt x="33352" y="86241"/>
                  <a:pt x="31603" y="84493"/>
                  <a:pt x="31603" y="82332"/>
                </a:cubicBezTo>
                <a:cubicBezTo>
                  <a:pt x="31603" y="80185"/>
                  <a:pt x="33352" y="78437"/>
                  <a:pt x="35506" y="78437"/>
                </a:cubicBezTo>
                <a:close/>
                <a:moveTo>
                  <a:pt x="36806" y="58920"/>
                </a:moveTo>
                <a:cubicBezTo>
                  <a:pt x="36806" y="56772"/>
                  <a:pt x="38554" y="55025"/>
                  <a:pt x="40709" y="55025"/>
                </a:cubicBezTo>
                <a:cubicBezTo>
                  <a:pt x="42863" y="55025"/>
                  <a:pt x="44612" y="56772"/>
                  <a:pt x="44612" y="58920"/>
                </a:cubicBezTo>
                <a:cubicBezTo>
                  <a:pt x="44612" y="61080"/>
                  <a:pt x="42863" y="62829"/>
                  <a:pt x="40709" y="62829"/>
                </a:cubicBezTo>
                <a:cubicBezTo>
                  <a:pt x="38554" y="62829"/>
                  <a:pt x="36806" y="61080"/>
                  <a:pt x="36806" y="58920"/>
                </a:cubicBezTo>
                <a:close/>
                <a:moveTo>
                  <a:pt x="45912" y="68023"/>
                </a:moveTo>
                <a:cubicBezTo>
                  <a:pt x="48067" y="68023"/>
                  <a:pt x="49815" y="69771"/>
                  <a:pt x="49815" y="71931"/>
                </a:cubicBezTo>
                <a:cubicBezTo>
                  <a:pt x="49815" y="74079"/>
                  <a:pt x="48067" y="75827"/>
                  <a:pt x="45912" y="75827"/>
                </a:cubicBezTo>
                <a:cubicBezTo>
                  <a:pt x="43759" y="75827"/>
                  <a:pt x="42010" y="74079"/>
                  <a:pt x="42010" y="71931"/>
                </a:cubicBezTo>
                <a:cubicBezTo>
                  <a:pt x="42010" y="69771"/>
                  <a:pt x="43759" y="68023"/>
                  <a:pt x="45912" y="68023"/>
                </a:cubicBezTo>
                <a:close/>
                <a:moveTo>
                  <a:pt x="85865" y="44674"/>
                </a:moveTo>
                <a:lnTo>
                  <a:pt x="69328" y="61205"/>
                </a:lnTo>
                <a:lnTo>
                  <a:pt x="38777" y="30663"/>
                </a:lnTo>
                <a:lnTo>
                  <a:pt x="55315" y="14119"/>
                </a:lnTo>
                <a:cubicBezTo>
                  <a:pt x="59527" y="9911"/>
                  <a:pt x="65058" y="7801"/>
                  <a:pt x="70591" y="7801"/>
                </a:cubicBezTo>
                <a:cubicBezTo>
                  <a:pt x="76122" y="7801"/>
                  <a:pt x="81652" y="9911"/>
                  <a:pt x="85865" y="14119"/>
                </a:cubicBezTo>
                <a:cubicBezTo>
                  <a:pt x="89943" y="18202"/>
                  <a:pt x="92195" y="23621"/>
                  <a:pt x="92195" y="29390"/>
                </a:cubicBezTo>
                <a:cubicBezTo>
                  <a:pt x="92195" y="35171"/>
                  <a:pt x="89947" y="40590"/>
                  <a:pt x="85865" y="4467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0" name="Белый — SVG 19">
            <a:extLst>
              <a:ext uri="{FF2B5EF4-FFF2-40B4-BE49-F238E27FC236}">
                <a16:creationId xmlns:a16="http://schemas.microsoft.com/office/drawing/2014/main" id="{7811B87C-DB6C-F540-83DA-482F157AAA90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138234 w 148867"/>
              <a:gd name="csY0" fmla="*/ 60261 h 138223"/>
              <a:gd name="csX1" fmla="*/ 130357 w 148867"/>
              <a:gd name="csY1" fmla="*/ 63800 h 138223"/>
              <a:gd name="csX2" fmla="*/ 116967 w 148867"/>
              <a:gd name="csY2" fmla="*/ 63800 h 138223"/>
              <a:gd name="csX3" fmla="*/ 110162 w 148867"/>
              <a:gd name="csY3" fmla="*/ 68886 h 138223"/>
              <a:gd name="csX4" fmla="*/ 102319 w 148867"/>
              <a:gd name="csY4" fmla="*/ 95577 h 138223"/>
              <a:gd name="csX5" fmla="*/ 92111 w 148867"/>
              <a:gd name="csY5" fmla="*/ 6285 h 138223"/>
              <a:gd name="csX6" fmla="*/ 85339 w 148867"/>
              <a:gd name="csY6" fmla="*/ 8 h 138223"/>
              <a:gd name="csX7" fmla="*/ 78109 w 148867"/>
              <a:gd name="csY7" fmla="*/ 5758 h 138223"/>
              <a:gd name="csX8" fmla="*/ 65280 w 148867"/>
              <a:gd name="csY8" fmla="*/ 72408 h 138223"/>
              <a:gd name="csX9" fmla="*/ 56297 w 148867"/>
              <a:gd name="csY9" fmla="*/ 47248 h 138223"/>
              <a:gd name="csX10" fmla="*/ 49849 w 148867"/>
              <a:gd name="csY10" fmla="*/ 42536 h 138223"/>
              <a:gd name="csX11" fmla="*/ 43112 w 148867"/>
              <a:gd name="csY11" fmla="*/ 46840 h 138223"/>
              <a:gd name="csX12" fmla="*/ 34316 w 148867"/>
              <a:gd name="csY12" fmla="*/ 67355 h 138223"/>
              <a:gd name="csX13" fmla="*/ 18511 w 148867"/>
              <a:gd name="csY13" fmla="*/ 67355 h 138223"/>
              <a:gd name="csX14" fmla="*/ 10633 w 148867"/>
              <a:gd name="csY14" fmla="*/ 63800 h 138223"/>
              <a:gd name="csX15" fmla="*/ 0 w 148867"/>
              <a:gd name="csY15" fmla="*/ 74432 h 138223"/>
              <a:gd name="csX16" fmla="*/ 10633 w 148867"/>
              <a:gd name="csY16" fmla="*/ 85064 h 138223"/>
              <a:gd name="csX17" fmla="*/ 18511 w 148867"/>
              <a:gd name="csY17" fmla="*/ 81525 h 138223"/>
              <a:gd name="csX18" fmla="*/ 38995 w 148867"/>
              <a:gd name="csY18" fmla="*/ 81525 h 138223"/>
              <a:gd name="csX19" fmla="*/ 45511 w 148867"/>
              <a:gd name="csY19" fmla="*/ 77221 h 138223"/>
              <a:gd name="csX20" fmla="*/ 49016 w 148867"/>
              <a:gd name="csY20" fmla="*/ 69022 h 138223"/>
              <a:gd name="csX21" fmla="*/ 60670 w 148867"/>
              <a:gd name="csY21" fmla="*/ 101633 h 138223"/>
              <a:gd name="csX22" fmla="*/ 67884 w 148867"/>
              <a:gd name="csY22" fmla="*/ 106311 h 138223"/>
              <a:gd name="csX23" fmla="*/ 74298 w 148867"/>
              <a:gd name="csY23" fmla="*/ 100578 h 138223"/>
              <a:gd name="csX24" fmla="*/ 83281 w 148867"/>
              <a:gd name="csY24" fmla="*/ 53916 h 138223"/>
              <a:gd name="csX25" fmla="*/ 92196 w 148867"/>
              <a:gd name="csY25" fmla="*/ 131946 h 138223"/>
              <a:gd name="csX26" fmla="*/ 98627 w 148867"/>
              <a:gd name="csY26" fmla="*/ 138206 h 138223"/>
              <a:gd name="csX27" fmla="*/ 99256 w 148867"/>
              <a:gd name="csY27" fmla="*/ 138223 h 138223"/>
              <a:gd name="csX28" fmla="*/ 106045 w 148867"/>
              <a:gd name="csY28" fmla="*/ 133137 h 138223"/>
              <a:gd name="csX29" fmla="*/ 122275 w 148867"/>
              <a:gd name="csY29" fmla="*/ 77987 h 138223"/>
              <a:gd name="csX30" fmla="*/ 130357 w 148867"/>
              <a:gd name="csY30" fmla="*/ 77987 h 138223"/>
              <a:gd name="csX31" fmla="*/ 138234 w 148867"/>
              <a:gd name="csY31" fmla="*/ 81525 h 138223"/>
              <a:gd name="csX32" fmla="*/ 148867 w 148867"/>
              <a:gd name="csY32" fmla="*/ 70893 h 138223"/>
              <a:gd name="csX33" fmla="*/ 138234 w 148867"/>
              <a:gd name="csY33" fmla="*/ 60261 h 138223"/>
            </a:gdLst>
            <a:ahLst/>
            <a:cxnLst/>
            <a:rect l="l" t="t" r="r" b="b"/>
            <a:pathLst>
              <a:path w="100000" h="100000">
                <a:moveTo>
                  <a:pt x="92857" y="44055"/>
                </a:moveTo>
                <a:cubicBezTo>
                  <a:pt x="90755" y="44055"/>
                  <a:pt x="88880" y="44980"/>
                  <a:pt x="87566" y="46432"/>
                </a:cubicBezTo>
                <a:lnTo>
                  <a:pt x="78571" y="46432"/>
                </a:lnTo>
                <a:cubicBezTo>
                  <a:pt x="76458" y="46432"/>
                  <a:pt x="74606" y="47826"/>
                  <a:pt x="74000" y="49849"/>
                </a:cubicBezTo>
                <a:lnTo>
                  <a:pt x="68732" y="67778"/>
                </a:lnTo>
                <a:lnTo>
                  <a:pt x="61875" y="7797"/>
                </a:lnTo>
                <a:cubicBezTo>
                  <a:pt x="61611" y="5466"/>
                  <a:pt x="59669" y="3672"/>
                  <a:pt x="57326" y="3580"/>
                </a:cubicBezTo>
                <a:cubicBezTo>
                  <a:pt x="54995" y="3466"/>
                  <a:pt x="52914" y="5135"/>
                  <a:pt x="52469" y="7443"/>
                </a:cubicBezTo>
                <a:lnTo>
                  <a:pt x="43851" y="52214"/>
                </a:lnTo>
                <a:lnTo>
                  <a:pt x="37817" y="35313"/>
                </a:lnTo>
                <a:cubicBezTo>
                  <a:pt x="37155" y="33462"/>
                  <a:pt x="35440" y="32217"/>
                  <a:pt x="33486" y="32148"/>
                </a:cubicBezTo>
                <a:cubicBezTo>
                  <a:pt x="31532" y="32023"/>
                  <a:pt x="29726" y="33234"/>
                  <a:pt x="28960" y="35039"/>
                </a:cubicBezTo>
                <a:lnTo>
                  <a:pt x="23051" y="48820"/>
                </a:lnTo>
                <a:lnTo>
                  <a:pt x="12435" y="48820"/>
                </a:lnTo>
                <a:cubicBezTo>
                  <a:pt x="11120" y="47369"/>
                  <a:pt x="9246" y="46432"/>
                  <a:pt x="7143" y="46432"/>
                </a:cubicBezTo>
                <a:cubicBezTo>
                  <a:pt x="3200" y="46432"/>
                  <a:pt x="0" y="49632"/>
                  <a:pt x="0" y="53574"/>
                </a:cubicBezTo>
                <a:cubicBezTo>
                  <a:pt x="0" y="57516"/>
                  <a:pt x="3200" y="60716"/>
                  <a:pt x="7143" y="60716"/>
                </a:cubicBezTo>
                <a:cubicBezTo>
                  <a:pt x="9246" y="60716"/>
                  <a:pt x="11120" y="59790"/>
                  <a:pt x="12435" y="58339"/>
                </a:cubicBezTo>
                <a:lnTo>
                  <a:pt x="26195" y="58339"/>
                </a:lnTo>
                <a:cubicBezTo>
                  <a:pt x="28092" y="58339"/>
                  <a:pt x="29817" y="57207"/>
                  <a:pt x="30572" y="55447"/>
                </a:cubicBezTo>
                <a:lnTo>
                  <a:pt x="32926" y="49940"/>
                </a:lnTo>
                <a:lnTo>
                  <a:pt x="40754" y="71846"/>
                </a:lnTo>
                <a:cubicBezTo>
                  <a:pt x="41475" y="73869"/>
                  <a:pt x="43452" y="75160"/>
                  <a:pt x="45600" y="74988"/>
                </a:cubicBezTo>
                <a:cubicBezTo>
                  <a:pt x="47737" y="74829"/>
                  <a:pt x="49509" y="73251"/>
                  <a:pt x="49909" y="71137"/>
                </a:cubicBezTo>
                <a:lnTo>
                  <a:pt x="55943" y="39793"/>
                </a:lnTo>
                <a:lnTo>
                  <a:pt x="61932" y="92208"/>
                </a:lnTo>
                <a:cubicBezTo>
                  <a:pt x="62194" y="94460"/>
                  <a:pt x="64000" y="96219"/>
                  <a:pt x="66252" y="96414"/>
                </a:cubicBezTo>
                <a:cubicBezTo>
                  <a:pt x="66400" y="96425"/>
                  <a:pt x="66526" y="96425"/>
                  <a:pt x="66674" y="96425"/>
                </a:cubicBezTo>
                <a:cubicBezTo>
                  <a:pt x="68766" y="96425"/>
                  <a:pt x="70640" y="95054"/>
                  <a:pt x="71235" y="93009"/>
                </a:cubicBezTo>
                <a:lnTo>
                  <a:pt x="82137" y="55962"/>
                </a:lnTo>
                <a:lnTo>
                  <a:pt x="87566" y="55962"/>
                </a:lnTo>
                <a:cubicBezTo>
                  <a:pt x="88869" y="57414"/>
                  <a:pt x="90743" y="58339"/>
                  <a:pt x="92857" y="58339"/>
                </a:cubicBezTo>
                <a:cubicBezTo>
                  <a:pt x="96800" y="58339"/>
                  <a:pt x="100000" y="55140"/>
                  <a:pt x="100000" y="51197"/>
                </a:cubicBezTo>
                <a:cubicBezTo>
                  <a:pt x="100000" y="47255"/>
                  <a:pt x="96800" y="44055"/>
                  <a:pt x="92857" y="4405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1" name="Белый — SVG 20">
            <a:extLst>
              <a:ext uri="{FF2B5EF4-FFF2-40B4-BE49-F238E27FC236}">
                <a16:creationId xmlns:a16="http://schemas.microsoft.com/office/drawing/2014/main" id="{0EF83B74-7334-BC46-AA3B-371D89427047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37195 w 127556"/>
              <a:gd name="csY0" fmla="*/ 1 h 134678"/>
              <a:gd name="csX1" fmla="*/ 35136 w 127556"/>
              <a:gd name="csY1" fmla="*/ 393 h 134678"/>
              <a:gd name="csX2" fmla="*/ 33384 w 127556"/>
              <a:gd name="csY2" fmla="*/ 1532 h 134678"/>
              <a:gd name="csX3" fmla="*/ 32210 w 127556"/>
              <a:gd name="csY3" fmla="*/ 3268 h 134678"/>
              <a:gd name="csX4" fmla="*/ 31802 w 127556"/>
              <a:gd name="csY4" fmla="*/ 5326 h 134678"/>
              <a:gd name="csX5" fmla="*/ 32210 w 127556"/>
              <a:gd name="csY5" fmla="*/ 7367 h 134678"/>
              <a:gd name="csX6" fmla="*/ 33384 w 127556"/>
              <a:gd name="csY6" fmla="*/ 9102 h 134678"/>
              <a:gd name="csX7" fmla="*/ 35136 w 127556"/>
              <a:gd name="csY7" fmla="*/ 10259 h 134678"/>
              <a:gd name="csX8" fmla="*/ 37195 w 127556"/>
              <a:gd name="csY8" fmla="*/ 10633 h 134678"/>
              <a:gd name="csX9" fmla="*/ 38964 w 127556"/>
              <a:gd name="csY9" fmla="*/ 10633 h 134678"/>
              <a:gd name="csX10" fmla="*/ 38964 w 127556"/>
              <a:gd name="csY10" fmla="*/ 52447 h 134678"/>
              <a:gd name="csX11" fmla="*/ 36140 w 127556"/>
              <a:gd name="csY11" fmla="*/ 61530 h 134678"/>
              <a:gd name="csX12" fmla="*/ 2811 w 127556"/>
              <a:gd name="csY12" fmla="*/ 109638 h 134678"/>
              <a:gd name="csX13" fmla="*/ 2811 w 127556"/>
              <a:gd name="csY13" fmla="*/ 109655 h 134678"/>
              <a:gd name="csX14" fmla="*/ 4155 w 127556"/>
              <a:gd name="csY14" fmla="*/ 129490 h 134678"/>
              <a:gd name="csX15" fmla="*/ 16490 w 127556"/>
              <a:gd name="csY15" fmla="*/ 134678 h 134678"/>
              <a:gd name="csX16" fmla="*/ 111084 w 127556"/>
              <a:gd name="csY16" fmla="*/ 134678 h 134678"/>
              <a:gd name="csX17" fmla="*/ 123402 w 127556"/>
              <a:gd name="csY17" fmla="*/ 129490 h 134678"/>
              <a:gd name="csX18" fmla="*/ 124746 w 127556"/>
              <a:gd name="csY18" fmla="*/ 109655 h 134678"/>
              <a:gd name="csX19" fmla="*/ 124746 w 127556"/>
              <a:gd name="csY19" fmla="*/ 109638 h 134678"/>
              <a:gd name="csX20" fmla="*/ 91434 w 127556"/>
              <a:gd name="csY20" fmla="*/ 61530 h 134678"/>
              <a:gd name="csX21" fmla="*/ 88593 w 127556"/>
              <a:gd name="csY21" fmla="*/ 52447 h 134678"/>
              <a:gd name="csX22" fmla="*/ 88593 w 127556"/>
              <a:gd name="csY22" fmla="*/ 10633 h 134678"/>
              <a:gd name="csX23" fmla="*/ 90362 w 127556"/>
              <a:gd name="csY23" fmla="*/ 10633 h 134678"/>
              <a:gd name="csX24" fmla="*/ 92421 w 127556"/>
              <a:gd name="csY24" fmla="*/ 10259 h 134678"/>
              <a:gd name="csX25" fmla="*/ 94173 w 127556"/>
              <a:gd name="csY25" fmla="*/ 9102 h 134678"/>
              <a:gd name="csX26" fmla="*/ 95347 w 127556"/>
              <a:gd name="csY26" fmla="*/ 7367 h 134678"/>
              <a:gd name="csX27" fmla="*/ 95755 w 127556"/>
              <a:gd name="csY27" fmla="*/ 5326 h 134678"/>
              <a:gd name="csX28" fmla="*/ 95347 w 127556"/>
              <a:gd name="csY28" fmla="*/ 3268 h 134678"/>
              <a:gd name="csX29" fmla="*/ 94173 w 127556"/>
              <a:gd name="csY29" fmla="*/ 1532 h 134678"/>
              <a:gd name="csX30" fmla="*/ 92421 w 127556"/>
              <a:gd name="csY30" fmla="*/ 393 h 134678"/>
              <a:gd name="csX31" fmla="*/ 90362 w 127556"/>
              <a:gd name="csY31" fmla="*/ 1 h 134678"/>
              <a:gd name="csX32" fmla="*/ 83284 w 127556"/>
              <a:gd name="csY32" fmla="*/ 1 h 134678"/>
              <a:gd name="csX33" fmla="*/ 44290 w 127556"/>
              <a:gd name="csY33" fmla="*/ 1 h 134678"/>
              <a:gd name="csX34" fmla="*/ 37195 w 127556"/>
              <a:gd name="csY34" fmla="*/ 1 h 134678"/>
              <a:gd name="csX35" fmla="*/ 49598 w 127556"/>
              <a:gd name="csY35" fmla="*/ 10633 h 134678"/>
              <a:gd name="csX36" fmla="*/ 77959 w 127556"/>
              <a:gd name="csY36" fmla="*/ 10633 h 134678"/>
              <a:gd name="csX37" fmla="*/ 77959 w 127556"/>
              <a:gd name="csY37" fmla="*/ 38991 h 134678"/>
              <a:gd name="csX38" fmla="*/ 49598 w 127556"/>
              <a:gd name="csY38" fmla="*/ 38991 h 134678"/>
              <a:gd name="csX39" fmla="*/ 49598 w 127556"/>
              <a:gd name="csY39" fmla="*/ 10633 h 134678"/>
              <a:gd name="csX40" fmla="*/ 53154 w 127556"/>
              <a:gd name="csY40" fmla="*/ 74425 h 134678"/>
              <a:gd name="csX41" fmla="*/ 60231 w 127556"/>
              <a:gd name="csY41" fmla="*/ 81519 h 134678"/>
              <a:gd name="csX42" fmla="*/ 53154 w 127556"/>
              <a:gd name="csY42" fmla="*/ 88595 h 134678"/>
              <a:gd name="csX43" fmla="*/ 46059 w 127556"/>
              <a:gd name="csY43" fmla="*/ 81519 h 134678"/>
              <a:gd name="csX44" fmla="*/ 53154 w 127556"/>
              <a:gd name="csY44" fmla="*/ 74425 h 134678"/>
              <a:gd name="csX45" fmla="*/ 83284 w 127556"/>
              <a:gd name="csY45" fmla="*/ 95689 h 134678"/>
              <a:gd name="csX46" fmla="*/ 92131 w 127556"/>
              <a:gd name="csY46" fmla="*/ 104552 h 134678"/>
              <a:gd name="csX47" fmla="*/ 83284 w 127556"/>
              <a:gd name="csY47" fmla="*/ 113414 h 134678"/>
              <a:gd name="csX48" fmla="*/ 74420 w 127556"/>
              <a:gd name="csY48" fmla="*/ 104552 h 134678"/>
              <a:gd name="csX49" fmla="*/ 83284 w 127556"/>
              <a:gd name="csY49" fmla="*/ 95689 h 134678"/>
            </a:gdLst>
            <a:ahLst/>
            <a:cxnLst/>
            <a:rect l="l" t="t" r="r" b="b"/>
            <a:pathLst>
              <a:path w="100000" h="100000">
                <a:moveTo>
                  <a:pt x="30262" y="1"/>
                </a:moveTo>
                <a:cubicBezTo>
                  <a:pt x="29744" y="-12"/>
                  <a:pt x="29226" y="89"/>
                  <a:pt x="28733" y="292"/>
                </a:cubicBezTo>
                <a:cubicBezTo>
                  <a:pt x="28253" y="481"/>
                  <a:pt x="27811" y="771"/>
                  <a:pt x="27432" y="1138"/>
                </a:cubicBezTo>
                <a:cubicBezTo>
                  <a:pt x="27066" y="1504"/>
                  <a:pt x="26762" y="1946"/>
                  <a:pt x="26560" y="2427"/>
                </a:cubicBezTo>
                <a:cubicBezTo>
                  <a:pt x="26358" y="2906"/>
                  <a:pt x="26257" y="3424"/>
                  <a:pt x="26257" y="3955"/>
                </a:cubicBezTo>
                <a:cubicBezTo>
                  <a:pt x="26257" y="4472"/>
                  <a:pt x="26358" y="4990"/>
                  <a:pt x="26560" y="5470"/>
                </a:cubicBezTo>
                <a:cubicBezTo>
                  <a:pt x="26762" y="5950"/>
                  <a:pt x="27066" y="6392"/>
                  <a:pt x="27432" y="6758"/>
                </a:cubicBezTo>
                <a:cubicBezTo>
                  <a:pt x="27811" y="7125"/>
                  <a:pt x="28253" y="7415"/>
                  <a:pt x="28733" y="7617"/>
                </a:cubicBezTo>
                <a:cubicBezTo>
                  <a:pt x="29226" y="7807"/>
                  <a:pt x="29744" y="7908"/>
                  <a:pt x="30262" y="7895"/>
                </a:cubicBezTo>
                <a:lnTo>
                  <a:pt x="31575" y="7895"/>
                </a:lnTo>
                <a:lnTo>
                  <a:pt x="31575" y="38943"/>
                </a:lnTo>
                <a:cubicBezTo>
                  <a:pt x="31575" y="41355"/>
                  <a:pt x="30843" y="43704"/>
                  <a:pt x="29478" y="45687"/>
                </a:cubicBezTo>
                <a:lnTo>
                  <a:pt x="4731" y="81408"/>
                </a:lnTo>
                <a:lnTo>
                  <a:pt x="4731" y="81420"/>
                </a:lnTo>
                <a:cubicBezTo>
                  <a:pt x="1662" y="85854"/>
                  <a:pt x="1965" y="91992"/>
                  <a:pt x="5729" y="96148"/>
                </a:cubicBezTo>
                <a:cubicBezTo>
                  <a:pt x="8180" y="98851"/>
                  <a:pt x="11616" y="100000"/>
                  <a:pt x="14888" y="100000"/>
                </a:cubicBezTo>
                <a:lnTo>
                  <a:pt x="85125" y="100000"/>
                </a:lnTo>
                <a:cubicBezTo>
                  <a:pt x="88385" y="100000"/>
                  <a:pt x="91821" y="98851"/>
                  <a:pt x="94272" y="96148"/>
                </a:cubicBezTo>
                <a:cubicBezTo>
                  <a:pt x="98036" y="91992"/>
                  <a:pt x="98339" y="85854"/>
                  <a:pt x="95269" y="81420"/>
                </a:cubicBezTo>
                <a:lnTo>
                  <a:pt x="95269" y="81408"/>
                </a:lnTo>
                <a:lnTo>
                  <a:pt x="70535" y="45687"/>
                </a:lnTo>
                <a:cubicBezTo>
                  <a:pt x="69158" y="43704"/>
                  <a:pt x="68425" y="41355"/>
                  <a:pt x="68425" y="38943"/>
                </a:cubicBezTo>
                <a:lnTo>
                  <a:pt x="68425" y="7895"/>
                </a:lnTo>
                <a:lnTo>
                  <a:pt x="69739" y="7895"/>
                </a:lnTo>
                <a:cubicBezTo>
                  <a:pt x="70270" y="7908"/>
                  <a:pt x="70787" y="7807"/>
                  <a:pt x="71268" y="7617"/>
                </a:cubicBezTo>
                <a:cubicBezTo>
                  <a:pt x="71760" y="7415"/>
                  <a:pt x="72203" y="7125"/>
                  <a:pt x="72569" y="6758"/>
                </a:cubicBezTo>
                <a:cubicBezTo>
                  <a:pt x="72947" y="6392"/>
                  <a:pt x="73238" y="5950"/>
                  <a:pt x="73440" y="5470"/>
                </a:cubicBezTo>
                <a:cubicBezTo>
                  <a:pt x="73642" y="4990"/>
                  <a:pt x="73743" y="4472"/>
                  <a:pt x="73743" y="3955"/>
                </a:cubicBezTo>
                <a:cubicBezTo>
                  <a:pt x="73743" y="3424"/>
                  <a:pt x="73642" y="2906"/>
                  <a:pt x="73440" y="2427"/>
                </a:cubicBezTo>
                <a:cubicBezTo>
                  <a:pt x="73238" y="1946"/>
                  <a:pt x="72947" y="1504"/>
                  <a:pt x="72569" y="1138"/>
                </a:cubicBezTo>
                <a:cubicBezTo>
                  <a:pt x="72203" y="771"/>
                  <a:pt x="71760" y="481"/>
                  <a:pt x="71268" y="292"/>
                </a:cubicBezTo>
                <a:cubicBezTo>
                  <a:pt x="70787" y="89"/>
                  <a:pt x="70270" y="-12"/>
                  <a:pt x="69739" y="1"/>
                </a:cubicBezTo>
                <a:lnTo>
                  <a:pt x="64483" y="1"/>
                </a:lnTo>
                <a:lnTo>
                  <a:pt x="35530" y="1"/>
                </a:lnTo>
                <a:lnTo>
                  <a:pt x="30262" y="1"/>
                </a:lnTo>
                <a:close/>
                <a:moveTo>
                  <a:pt x="39471" y="7895"/>
                </a:moveTo>
                <a:lnTo>
                  <a:pt x="60530" y="7895"/>
                </a:lnTo>
                <a:lnTo>
                  <a:pt x="60530" y="28951"/>
                </a:lnTo>
                <a:lnTo>
                  <a:pt x="39471" y="28951"/>
                </a:lnTo>
                <a:lnTo>
                  <a:pt x="39471" y="7895"/>
                </a:lnTo>
                <a:close/>
                <a:moveTo>
                  <a:pt x="42112" y="55261"/>
                </a:moveTo>
                <a:cubicBezTo>
                  <a:pt x="45017" y="55261"/>
                  <a:pt x="47366" y="57611"/>
                  <a:pt x="47366" y="60529"/>
                </a:cubicBezTo>
                <a:cubicBezTo>
                  <a:pt x="47366" y="63434"/>
                  <a:pt x="45017" y="65783"/>
                  <a:pt x="42112" y="65783"/>
                </a:cubicBezTo>
                <a:cubicBezTo>
                  <a:pt x="39193" y="65783"/>
                  <a:pt x="36843" y="63434"/>
                  <a:pt x="36843" y="60529"/>
                </a:cubicBezTo>
                <a:cubicBezTo>
                  <a:pt x="36843" y="57611"/>
                  <a:pt x="39193" y="55261"/>
                  <a:pt x="42112" y="55261"/>
                </a:cubicBezTo>
                <a:close/>
                <a:moveTo>
                  <a:pt x="64483" y="71050"/>
                </a:moveTo>
                <a:cubicBezTo>
                  <a:pt x="68109" y="71050"/>
                  <a:pt x="71052" y="73994"/>
                  <a:pt x="71052" y="77631"/>
                </a:cubicBezTo>
                <a:cubicBezTo>
                  <a:pt x="71052" y="81269"/>
                  <a:pt x="68109" y="84211"/>
                  <a:pt x="64483" y="84211"/>
                </a:cubicBezTo>
                <a:cubicBezTo>
                  <a:pt x="60846" y="84211"/>
                  <a:pt x="57902" y="81269"/>
                  <a:pt x="57902" y="77631"/>
                </a:cubicBezTo>
                <a:cubicBezTo>
                  <a:pt x="57902" y="73994"/>
                  <a:pt x="60846" y="71050"/>
                  <a:pt x="64483" y="7105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2" name="Белый — SVG 21">
            <a:extLst>
              <a:ext uri="{FF2B5EF4-FFF2-40B4-BE49-F238E27FC236}">
                <a16:creationId xmlns:a16="http://schemas.microsoft.com/office/drawing/2014/main" id="{2BE55662-E731-CD4A-9817-3BB244B102FD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3007 w 144781"/>
              <a:gd name="csY0" fmla="*/ 125050 h 146178"/>
              <a:gd name="csX1" fmla="*/ 3619 w 144781"/>
              <a:gd name="csY1" fmla="*/ 141925 h 146178"/>
              <a:gd name="csX2" fmla="*/ 4249 w 144781"/>
              <a:gd name="csY2" fmla="*/ 142572 h 146178"/>
              <a:gd name="csX3" fmla="*/ 13028 w 144781"/>
              <a:gd name="csY3" fmla="*/ 146178 h 146178"/>
              <a:gd name="csX4" fmla="*/ 21654 w 144781"/>
              <a:gd name="csY4" fmla="*/ 142708 h 146178"/>
              <a:gd name="csX5" fmla="*/ 34074 w 144781"/>
              <a:gd name="csY5" fmla="*/ 130732 h 146178"/>
              <a:gd name="csX6" fmla="*/ 14576 w 144781"/>
              <a:gd name="csY6" fmla="*/ 111237 h 146178"/>
              <a:gd name="csX7" fmla="*/ 3007 w 144781"/>
              <a:gd name="csY7" fmla="*/ 125050 h 146178"/>
              <a:gd name="csX8" fmla="*/ 136766 w 144781"/>
              <a:gd name="csY8" fmla="*/ 8899 h 146178"/>
              <a:gd name="csX9" fmla="*/ 116231 w 144781"/>
              <a:gd name="csY9" fmla="*/ 2 h 146178"/>
              <a:gd name="csX10" fmla="*/ 95526 w 144781"/>
              <a:gd name="csY10" fmla="*/ 8456 h 146178"/>
              <a:gd name="csX11" fmla="*/ 84875 w 144781"/>
              <a:gd name="csY11" fmla="*/ 19105 h 146178"/>
              <a:gd name="csX12" fmla="*/ 92889 w 144781"/>
              <a:gd name="csY12" fmla="*/ 27117 h 146178"/>
              <a:gd name="csX13" fmla="*/ 92889 w 144781"/>
              <a:gd name="csY13" fmla="*/ 32136 h 146178"/>
              <a:gd name="csX14" fmla="*/ 90388 w 144781"/>
              <a:gd name="csY14" fmla="*/ 33173 h 146178"/>
              <a:gd name="csX15" fmla="*/ 87887 w 144781"/>
              <a:gd name="csY15" fmla="*/ 32136 h 146178"/>
              <a:gd name="csX16" fmla="*/ 79856 w 144781"/>
              <a:gd name="csY16" fmla="*/ 24124 h 146178"/>
              <a:gd name="csX17" fmla="*/ 63609 w 144781"/>
              <a:gd name="csY17" fmla="*/ 40369 h 146178"/>
              <a:gd name="csX18" fmla="*/ 71622 w 144781"/>
              <a:gd name="csY18" fmla="*/ 48381 h 146178"/>
              <a:gd name="csX19" fmla="*/ 71622 w 144781"/>
              <a:gd name="csY19" fmla="*/ 53399 h 146178"/>
              <a:gd name="csX20" fmla="*/ 69121 w 144781"/>
              <a:gd name="csY20" fmla="*/ 54437 h 146178"/>
              <a:gd name="csX21" fmla="*/ 66620 w 144781"/>
              <a:gd name="csY21" fmla="*/ 53399 h 146178"/>
              <a:gd name="csX22" fmla="*/ 58590 w 144781"/>
              <a:gd name="csY22" fmla="*/ 45387 h 146178"/>
              <a:gd name="csX23" fmla="*/ 42342 w 144781"/>
              <a:gd name="csY23" fmla="*/ 61633 h 146178"/>
              <a:gd name="csX24" fmla="*/ 50355 w 144781"/>
              <a:gd name="csY24" fmla="*/ 69645 h 146178"/>
              <a:gd name="csX25" fmla="*/ 50355 w 144781"/>
              <a:gd name="csY25" fmla="*/ 74663 h 146178"/>
              <a:gd name="csX26" fmla="*/ 47854 w 144781"/>
              <a:gd name="csY26" fmla="*/ 75701 h 146178"/>
              <a:gd name="csX27" fmla="*/ 45353 w 144781"/>
              <a:gd name="csY27" fmla="*/ 74663 h 146178"/>
              <a:gd name="csX28" fmla="*/ 37323 w 144781"/>
              <a:gd name="csY28" fmla="*/ 66651 h 146178"/>
              <a:gd name="csX29" fmla="*/ 22402 w 144781"/>
              <a:gd name="csY29" fmla="*/ 81587 h 146178"/>
              <a:gd name="csX30" fmla="*/ 18999 w 144781"/>
              <a:gd name="csY30" fmla="*/ 99126 h 146178"/>
              <a:gd name="csX31" fmla="*/ 18931 w 144781"/>
              <a:gd name="csY31" fmla="*/ 105556 h 146178"/>
              <a:gd name="csX32" fmla="*/ 26587 w 144781"/>
              <a:gd name="csY32" fmla="*/ 113228 h 146178"/>
              <a:gd name="csX33" fmla="*/ 112692 w 144781"/>
              <a:gd name="csY33" fmla="*/ 27117 h 146178"/>
              <a:gd name="csX34" fmla="*/ 117694 w 144781"/>
              <a:gd name="csY34" fmla="*/ 27117 h 146178"/>
              <a:gd name="csX35" fmla="*/ 117694 w 144781"/>
              <a:gd name="csY35" fmla="*/ 32136 h 146178"/>
              <a:gd name="csX36" fmla="*/ 31590 w 144781"/>
              <a:gd name="csY36" fmla="*/ 118229 h 146178"/>
              <a:gd name="csX37" fmla="*/ 39297 w 144781"/>
              <a:gd name="csY37" fmla="*/ 125935 h 146178"/>
              <a:gd name="csX38" fmla="*/ 45626 w 144781"/>
              <a:gd name="csY38" fmla="*/ 124812 h 146178"/>
              <a:gd name="csX39" fmla="*/ 46885 w 144781"/>
              <a:gd name="csY39" fmla="*/ 125136 h 146178"/>
              <a:gd name="csX40" fmla="*/ 61822 w 144781"/>
              <a:gd name="csY40" fmla="*/ 121138 h 146178"/>
              <a:gd name="csX41" fmla="*/ 135967 w 144781"/>
              <a:gd name="csY41" fmla="*/ 49657 h 146178"/>
              <a:gd name="csX42" fmla="*/ 136766 w 144781"/>
              <a:gd name="csY42" fmla="*/ 8899 h 146178"/>
            </a:gdLst>
            <a:ahLst/>
            <a:cxnLst/>
            <a:rect l="l" t="t" r="r" b="b"/>
            <a:pathLst>
              <a:path w="100000" h="100000">
                <a:moveTo>
                  <a:pt x="2535" y="85546"/>
                </a:moveTo>
                <a:cubicBezTo>
                  <a:pt x="-363" y="88886"/>
                  <a:pt x="-177" y="93960"/>
                  <a:pt x="2954" y="97091"/>
                </a:cubicBezTo>
                <a:lnTo>
                  <a:pt x="3385" y="97533"/>
                </a:lnTo>
                <a:cubicBezTo>
                  <a:pt x="5026" y="99174"/>
                  <a:pt x="7202" y="100000"/>
                  <a:pt x="9390" y="100000"/>
                </a:cubicBezTo>
                <a:cubicBezTo>
                  <a:pt x="11520" y="100000"/>
                  <a:pt x="13662" y="99208"/>
                  <a:pt x="15291" y="97626"/>
                </a:cubicBezTo>
                <a:lnTo>
                  <a:pt x="23788" y="89433"/>
                </a:lnTo>
                <a:lnTo>
                  <a:pt x="10449" y="76097"/>
                </a:lnTo>
                <a:lnTo>
                  <a:pt x="2535" y="85546"/>
                </a:lnTo>
                <a:close/>
                <a:moveTo>
                  <a:pt x="94039" y="6088"/>
                </a:moveTo>
                <a:cubicBezTo>
                  <a:pt x="90338" y="2224"/>
                  <a:pt x="85345" y="60"/>
                  <a:pt x="79991" y="1"/>
                </a:cubicBezTo>
                <a:cubicBezTo>
                  <a:pt x="74696" y="-57"/>
                  <a:pt x="69609" y="1991"/>
                  <a:pt x="65827" y="5785"/>
                </a:cubicBezTo>
                <a:lnTo>
                  <a:pt x="58541" y="13070"/>
                </a:lnTo>
                <a:lnTo>
                  <a:pt x="64023" y="18551"/>
                </a:lnTo>
                <a:cubicBezTo>
                  <a:pt x="64977" y="19505"/>
                  <a:pt x="64977" y="21041"/>
                  <a:pt x="64023" y="21984"/>
                </a:cubicBezTo>
                <a:cubicBezTo>
                  <a:pt x="63545" y="22461"/>
                  <a:pt x="62928" y="22694"/>
                  <a:pt x="62312" y="22694"/>
                </a:cubicBezTo>
                <a:cubicBezTo>
                  <a:pt x="61683" y="22694"/>
                  <a:pt x="61067" y="22461"/>
                  <a:pt x="60601" y="21984"/>
                </a:cubicBezTo>
                <a:lnTo>
                  <a:pt x="55107" y="16503"/>
                </a:lnTo>
                <a:lnTo>
                  <a:pt x="43993" y="27616"/>
                </a:lnTo>
                <a:lnTo>
                  <a:pt x="49474" y="33097"/>
                </a:lnTo>
                <a:cubicBezTo>
                  <a:pt x="50417" y="34052"/>
                  <a:pt x="50417" y="35576"/>
                  <a:pt x="49474" y="36530"/>
                </a:cubicBezTo>
                <a:cubicBezTo>
                  <a:pt x="48997" y="37008"/>
                  <a:pt x="48380" y="37240"/>
                  <a:pt x="47763" y="37240"/>
                </a:cubicBezTo>
                <a:cubicBezTo>
                  <a:pt x="47135" y="37240"/>
                  <a:pt x="46518" y="37008"/>
                  <a:pt x="46052" y="36530"/>
                </a:cubicBezTo>
                <a:lnTo>
                  <a:pt x="40559" y="31049"/>
                </a:lnTo>
                <a:lnTo>
                  <a:pt x="29444" y="42163"/>
                </a:lnTo>
                <a:lnTo>
                  <a:pt x="34926" y="47644"/>
                </a:lnTo>
                <a:cubicBezTo>
                  <a:pt x="35880" y="48598"/>
                  <a:pt x="35880" y="50135"/>
                  <a:pt x="34926" y="51077"/>
                </a:cubicBezTo>
                <a:cubicBezTo>
                  <a:pt x="34449" y="51554"/>
                  <a:pt x="33832" y="51787"/>
                  <a:pt x="33215" y="51787"/>
                </a:cubicBezTo>
                <a:cubicBezTo>
                  <a:pt x="32587" y="51787"/>
                  <a:pt x="31970" y="51554"/>
                  <a:pt x="31504" y="51077"/>
                </a:cubicBezTo>
                <a:lnTo>
                  <a:pt x="26010" y="45596"/>
                </a:lnTo>
                <a:lnTo>
                  <a:pt x="15803" y="55813"/>
                </a:lnTo>
                <a:cubicBezTo>
                  <a:pt x="12625" y="58979"/>
                  <a:pt x="11718" y="63692"/>
                  <a:pt x="13475" y="67812"/>
                </a:cubicBezTo>
                <a:cubicBezTo>
                  <a:pt x="14080" y="69231"/>
                  <a:pt x="14046" y="70826"/>
                  <a:pt x="13428" y="72211"/>
                </a:cubicBezTo>
                <a:lnTo>
                  <a:pt x="18666" y="77459"/>
                </a:lnTo>
                <a:lnTo>
                  <a:pt x="77570" y="18551"/>
                </a:lnTo>
                <a:cubicBezTo>
                  <a:pt x="78514" y="17609"/>
                  <a:pt x="80049" y="17609"/>
                  <a:pt x="80992" y="18551"/>
                </a:cubicBezTo>
                <a:cubicBezTo>
                  <a:pt x="81946" y="19505"/>
                  <a:pt x="81946" y="21041"/>
                  <a:pt x="80992" y="21984"/>
                </a:cubicBezTo>
                <a:lnTo>
                  <a:pt x="22088" y="80880"/>
                </a:lnTo>
                <a:lnTo>
                  <a:pt x="27361" y="86152"/>
                </a:lnTo>
                <a:cubicBezTo>
                  <a:pt x="28629" y="85314"/>
                  <a:pt x="30177" y="85011"/>
                  <a:pt x="31690" y="85384"/>
                </a:cubicBezTo>
                <a:lnTo>
                  <a:pt x="32552" y="85605"/>
                </a:lnTo>
                <a:cubicBezTo>
                  <a:pt x="36229" y="86524"/>
                  <a:pt x="40047" y="85500"/>
                  <a:pt x="42770" y="82870"/>
                </a:cubicBezTo>
                <a:lnTo>
                  <a:pt x="93493" y="33970"/>
                </a:lnTo>
                <a:cubicBezTo>
                  <a:pt x="101314" y="26429"/>
                  <a:pt x="101558" y="13931"/>
                  <a:pt x="94039" y="608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3" name="Белый — SVG 22">
            <a:extLst>
              <a:ext uri="{FF2B5EF4-FFF2-40B4-BE49-F238E27FC236}">
                <a16:creationId xmlns:a16="http://schemas.microsoft.com/office/drawing/2014/main" id="{DBF8C52A-CE25-2D40-AA6F-9FB630CD0635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101009 w 120506"/>
              <a:gd name="csY0" fmla="*/ 0 h 134676"/>
              <a:gd name="csX1" fmla="*/ 19497 w 120506"/>
              <a:gd name="csY1" fmla="*/ 0 h 134676"/>
              <a:gd name="csX2" fmla="*/ 0 w 120506"/>
              <a:gd name="csY2" fmla="*/ 19495 h 134676"/>
              <a:gd name="csX3" fmla="*/ 0 w 120506"/>
              <a:gd name="csY3" fmla="*/ 115182 h 134676"/>
              <a:gd name="csX4" fmla="*/ 19497 w 120506"/>
              <a:gd name="csY4" fmla="*/ 134677 h 134676"/>
              <a:gd name="csX5" fmla="*/ 101009 w 120506"/>
              <a:gd name="csY5" fmla="*/ 134677 h 134676"/>
              <a:gd name="csX6" fmla="*/ 120506 w 120506"/>
              <a:gd name="csY6" fmla="*/ 115182 h 134676"/>
              <a:gd name="csX7" fmla="*/ 120506 w 120506"/>
              <a:gd name="csY7" fmla="*/ 19495 h 134676"/>
              <a:gd name="csX8" fmla="*/ 101009 w 120506"/>
              <a:gd name="csY8" fmla="*/ 0 h 134676"/>
              <a:gd name="csX9" fmla="*/ 31679 w 120506"/>
              <a:gd name="csY9" fmla="*/ 26367 h 134676"/>
              <a:gd name="csX10" fmla="*/ 39199 w 120506"/>
              <a:gd name="csY10" fmla="*/ 26367 h 134676"/>
              <a:gd name="csX11" fmla="*/ 46515 w 120506"/>
              <a:gd name="csY11" fmla="*/ 27388 h 134676"/>
              <a:gd name="csX12" fmla="*/ 77547 w 120506"/>
              <a:gd name="csY12" fmla="*/ 27388 h 134676"/>
              <a:gd name="csX13" fmla="*/ 84846 w 120506"/>
              <a:gd name="csY13" fmla="*/ 26367 h 134676"/>
              <a:gd name="csX14" fmla="*/ 92366 w 120506"/>
              <a:gd name="csY14" fmla="*/ 26367 h 134676"/>
              <a:gd name="csX15" fmla="*/ 92366 w 120506"/>
              <a:gd name="csY15" fmla="*/ 33886 h 134676"/>
              <a:gd name="csX16" fmla="*/ 74349 w 120506"/>
              <a:gd name="csY16" fmla="*/ 37527 h 134676"/>
              <a:gd name="csX17" fmla="*/ 49713 w 120506"/>
              <a:gd name="csY17" fmla="*/ 37527 h 134676"/>
              <a:gd name="csX18" fmla="*/ 43197 w 120506"/>
              <a:gd name="csY18" fmla="*/ 38581 h 134676"/>
              <a:gd name="csX19" fmla="*/ 31679 w 120506"/>
              <a:gd name="csY19" fmla="*/ 33886 h 134676"/>
              <a:gd name="csX20" fmla="*/ 31679 w 120506"/>
              <a:gd name="csY20" fmla="*/ 26367 h 134676"/>
              <a:gd name="csX21" fmla="*/ 94527 w 120506"/>
              <a:gd name="csY21" fmla="*/ 56137 h 134676"/>
              <a:gd name="csX22" fmla="*/ 80337 w 120506"/>
              <a:gd name="csY22" fmla="*/ 59845 h 134676"/>
              <a:gd name="csX23" fmla="*/ 73226 w 120506"/>
              <a:gd name="csY23" fmla="*/ 58705 h 134676"/>
              <a:gd name="csX24" fmla="*/ 62762 w 120506"/>
              <a:gd name="csY24" fmla="*/ 56698 h 134676"/>
              <a:gd name="csX25" fmla="*/ 62031 w 120506"/>
              <a:gd name="csY25" fmla="*/ 56698 h 134676"/>
              <a:gd name="csX26" fmla="*/ 67339 w 120506"/>
              <a:gd name="csY26" fmla="*/ 62022 h 134676"/>
              <a:gd name="csX27" fmla="*/ 62031 w 120506"/>
              <a:gd name="csY27" fmla="*/ 67330 h 134676"/>
              <a:gd name="csX28" fmla="*/ 67339 w 120506"/>
              <a:gd name="csY28" fmla="*/ 72654 h 134676"/>
              <a:gd name="csX29" fmla="*/ 62031 w 120506"/>
              <a:gd name="csY29" fmla="*/ 77962 h 134676"/>
              <a:gd name="csX30" fmla="*/ 83298 w 120506"/>
              <a:gd name="csY30" fmla="*/ 77962 h 134676"/>
              <a:gd name="csX31" fmla="*/ 91175 w 120506"/>
              <a:gd name="csY31" fmla="*/ 81466 h 134676"/>
              <a:gd name="csX32" fmla="*/ 93880 w 120506"/>
              <a:gd name="csY32" fmla="*/ 89682 h 134676"/>
              <a:gd name="csX33" fmla="*/ 82787 w 120506"/>
              <a:gd name="csY33" fmla="*/ 99226 h 134676"/>
              <a:gd name="csX34" fmla="*/ 81835 w 120506"/>
              <a:gd name="csY34" fmla="*/ 99226 h 134676"/>
              <a:gd name="csX35" fmla="*/ 73974 w 120506"/>
              <a:gd name="csY35" fmla="*/ 106047 h 134676"/>
              <a:gd name="csX36" fmla="*/ 68683 w 120506"/>
              <a:gd name="csY36" fmla="*/ 114672 h 134676"/>
              <a:gd name="csX37" fmla="*/ 61419 w 120506"/>
              <a:gd name="csY37" fmla="*/ 116951 h 134676"/>
              <a:gd name="csX38" fmla="*/ 58679 w 120506"/>
              <a:gd name="csY38" fmla="*/ 116662 h 134676"/>
              <a:gd name="csX39" fmla="*/ 49084 w 120506"/>
              <a:gd name="csY39" fmla="*/ 107323 h 134676"/>
              <a:gd name="csX40" fmla="*/ 48403 w 120506"/>
              <a:gd name="csY40" fmla="*/ 104992 h 134676"/>
              <a:gd name="csX41" fmla="*/ 40781 w 120506"/>
              <a:gd name="csY41" fmla="*/ 99226 h 134676"/>
              <a:gd name="csX42" fmla="*/ 37209 w 120506"/>
              <a:gd name="csY42" fmla="*/ 99226 h 134676"/>
              <a:gd name="csX43" fmla="*/ 29331 w 120506"/>
              <a:gd name="csY43" fmla="*/ 95739 h 134676"/>
              <a:gd name="csX44" fmla="*/ 26643 w 120506"/>
              <a:gd name="csY44" fmla="*/ 87505 h 134676"/>
              <a:gd name="csX45" fmla="*/ 37719 w 120506"/>
              <a:gd name="csY45" fmla="*/ 77962 h 134676"/>
              <a:gd name="csX46" fmla="*/ 62031 w 120506"/>
              <a:gd name="csY46" fmla="*/ 77962 h 134676"/>
              <a:gd name="csX47" fmla="*/ 56706 w 120506"/>
              <a:gd name="csY47" fmla="*/ 72654 h 134676"/>
              <a:gd name="csX48" fmla="*/ 62031 w 120506"/>
              <a:gd name="csY48" fmla="*/ 67330 h 134676"/>
              <a:gd name="csX49" fmla="*/ 56706 w 120506"/>
              <a:gd name="csY49" fmla="*/ 62022 h 134676"/>
              <a:gd name="csX50" fmla="*/ 62031 w 120506"/>
              <a:gd name="csY50" fmla="*/ 56698 h 134676"/>
              <a:gd name="csX51" fmla="*/ 60398 w 120506"/>
              <a:gd name="csY51" fmla="*/ 56698 h 134676"/>
              <a:gd name="csX52" fmla="*/ 50887 w 120506"/>
              <a:gd name="csY52" fmla="*/ 58127 h 134676"/>
              <a:gd name="csX53" fmla="*/ 28140 w 120506"/>
              <a:gd name="csY53" fmla="*/ 55150 h 134676"/>
              <a:gd name="csX54" fmla="*/ 28140 w 120506"/>
              <a:gd name="csY54" fmla="*/ 47631 h 134676"/>
              <a:gd name="csX55" fmla="*/ 35558 w 120506"/>
              <a:gd name="csY55" fmla="*/ 47529 h 134676"/>
              <a:gd name="csX56" fmla="*/ 47365 w 120506"/>
              <a:gd name="csY56" fmla="*/ 48090 h 134676"/>
              <a:gd name="csX57" fmla="*/ 60398 w 120506"/>
              <a:gd name="csY57" fmla="*/ 46066 h 134676"/>
              <a:gd name="csX58" fmla="*/ 62031 w 120506"/>
              <a:gd name="csY58" fmla="*/ 46066 h 134676"/>
              <a:gd name="csX59" fmla="*/ 56706 w 120506"/>
              <a:gd name="csY59" fmla="*/ 40759 h 134676"/>
              <a:gd name="csX60" fmla="*/ 62031 w 120506"/>
              <a:gd name="csY60" fmla="*/ 35434 h 134676"/>
              <a:gd name="csX61" fmla="*/ 67339 w 120506"/>
              <a:gd name="csY61" fmla="*/ 40759 h 134676"/>
              <a:gd name="csX62" fmla="*/ 62031 w 120506"/>
              <a:gd name="csY62" fmla="*/ 46066 h 134676"/>
              <a:gd name="csX63" fmla="*/ 62762 w 120506"/>
              <a:gd name="csY63" fmla="*/ 46066 h 134676"/>
              <a:gd name="csX64" fmla="*/ 76680 w 120506"/>
              <a:gd name="csY64" fmla="*/ 48652 h 134676"/>
              <a:gd name="csX65" fmla="*/ 89780 w 120506"/>
              <a:gd name="csY65" fmla="*/ 46627 h 134676"/>
              <a:gd name="csX66" fmla="*/ 96908 w 120506"/>
              <a:gd name="csY66" fmla="*/ 49009 h 134676"/>
              <a:gd name="csX67" fmla="*/ 94527 w 120506"/>
              <a:gd name="csY67" fmla="*/ 56137 h 134676"/>
            </a:gdLst>
            <a:ahLst/>
            <a:cxnLst/>
            <a:rect l="l" t="t" r="r" b="b"/>
            <a:pathLst>
              <a:path w="100000" h="100000">
                <a:moveTo>
                  <a:pt x="80262" y="0"/>
                </a:moveTo>
                <a:lnTo>
                  <a:pt x="19738" y="0"/>
                </a:lnTo>
                <a:cubicBezTo>
                  <a:pt x="11754" y="0"/>
                  <a:pt x="5261" y="6493"/>
                  <a:pt x="5261" y="14475"/>
                </a:cubicBezTo>
                <a:lnTo>
                  <a:pt x="5261" y="85525"/>
                </a:lnTo>
                <a:cubicBezTo>
                  <a:pt x="5261" y="93496"/>
                  <a:pt x="11754" y="100001"/>
                  <a:pt x="19738" y="100001"/>
                </a:cubicBezTo>
                <a:lnTo>
                  <a:pt x="80262" y="100001"/>
                </a:lnTo>
                <a:cubicBezTo>
                  <a:pt x="88246" y="100001"/>
                  <a:pt x="94739" y="93496"/>
                  <a:pt x="94739" y="85525"/>
                </a:cubicBezTo>
                <a:lnTo>
                  <a:pt x="94739" y="14475"/>
                </a:lnTo>
                <a:cubicBezTo>
                  <a:pt x="94739" y="6493"/>
                  <a:pt x="88246" y="0"/>
                  <a:pt x="80262" y="0"/>
                </a:cubicBezTo>
                <a:close/>
                <a:moveTo>
                  <a:pt x="28783" y="19578"/>
                </a:moveTo>
                <a:cubicBezTo>
                  <a:pt x="30325" y="18037"/>
                  <a:pt x="32825" y="18037"/>
                  <a:pt x="34367" y="19578"/>
                </a:cubicBezTo>
                <a:cubicBezTo>
                  <a:pt x="34834" y="20046"/>
                  <a:pt x="36249" y="21460"/>
                  <a:pt x="39799" y="20336"/>
                </a:cubicBezTo>
                <a:cubicBezTo>
                  <a:pt x="48011" y="17747"/>
                  <a:pt x="54693" y="17772"/>
                  <a:pt x="62841" y="20336"/>
                </a:cubicBezTo>
                <a:cubicBezTo>
                  <a:pt x="66404" y="21460"/>
                  <a:pt x="67806" y="20046"/>
                  <a:pt x="68261" y="19578"/>
                </a:cubicBezTo>
                <a:cubicBezTo>
                  <a:pt x="69815" y="18037"/>
                  <a:pt x="72303" y="18037"/>
                  <a:pt x="73845" y="19578"/>
                </a:cubicBezTo>
                <a:cubicBezTo>
                  <a:pt x="75385" y="21120"/>
                  <a:pt x="75385" y="23620"/>
                  <a:pt x="73845" y="25161"/>
                </a:cubicBezTo>
                <a:cubicBezTo>
                  <a:pt x="70446" y="28559"/>
                  <a:pt x="65696" y="29506"/>
                  <a:pt x="60467" y="27865"/>
                </a:cubicBezTo>
                <a:cubicBezTo>
                  <a:pt x="53821" y="25767"/>
                  <a:pt x="48756" y="25780"/>
                  <a:pt x="42174" y="27865"/>
                </a:cubicBezTo>
                <a:cubicBezTo>
                  <a:pt x="40493" y="28382"/>
                  <a:pt x="38877" y="28647"/>
                  <a:pt x="37336" y="28647"/>
                </a:cubicBezTo>
                <a:cubicBezTo>
                  <a:pt x="34039" y="28647"/>
                  <a:pt x="31095" y="27473"/>
                  <a:pt x="28783" y="25161"/>
                </a:cubicBezTo>
                <a:cubicBezTo>
                  <a:pt x="27242" y="23620"/>
                  <a:pt x="27242" y="21120"/>
                  <a:pt x="28783" y="19578"/>
                </a:cubicBezTo>
                <a:close/>
                <a:moveTo>
                  <a:pt x="75449" y="41683"/>
                </a:moveTo>
                <a:cubicBezTo>
                  <a:pt x="71330" y="43754"/>
                  <a:pt x="67793" y="44436"/>
                  <a:pt x="64913" y="44436"/>
                </a:cubicBezTo>
                <a:cubicBezTo>
                  <a:pt x="62778" y="44436"/>
                  <a:pt x="61022" y="44058"/>
                  <a:pt x="59633" y="43590"/>
                </a:cubicBezTo>
                <a:cubicBezTo>
                  <a:pt x="56727" y="42592"/>
                  <a:pt x="54188" y="42100"/>
                  <a:pt x="51863" y="42100"/>
                </a:cubicBezTo>
                <a:lnTo>
                  <a:pt x="51320" y="42100"/>
                </a:lnTo>
                <a:cubicBezTo>
                  <a:pt x="53493" y="42100"/>
                  <a:pt x="55262" y="43868"/>
                  <a:pt x="55262" y="46053"/>
                </a:cubicBezTo>
                <a:cubicBezTo>
                  <a:pt x="55262" y="48225"/>
                  <a:pt x="53493" y="49994"/>
                  <a:pt x="51320" y="49994"/>
                </a:cubicBezTo>
                <a:cubicBezTo>
                  <a:pt x="53493" y="49994"/>
                  <a:pt x="55262" y="51762"/>
                  <a:pt x="55262" y="53947"/>
                </a:cubicBezTo>
                <a:cubicBezTo>
                  <a:pt x="55262" y="56120"/>
                  <a:pt x="53493" y="57889"/>
                  <a:pt x="51320" y="57889"/>
                </a:cubicBezTo>
                <a:lnTo>
                  <a:pt x="67111" y="57889"/>
                </a:lnTo>
                <a:cubicBezTo>
                  <a:pt x="69335" y="57889"/>
                  <a:pt x="71469" y="58836"/>
                  <a:pt x="72960" y="60490"/>
                </a:cubicBezTo>
                <a:cubicBezTo>
                  <a:pt x="74451" y="62145"/>
                  <a:pt x="75183" y="64369"/>
                  <a:pt x="74969" y="66591"/>
                </a:cubicBezTo>
                <a:cubicBezTo>
                  <a:pt x="74565" y="70570"/>
                  <a:pt x="70952" y="73678"/>
                  <a:pt x="66732" y="73678"/>
                </a:cubicBezTo>
                <a:lnTo>
                  <a:pt x="66025" y="73678"/>
                </a:lnTo>
                <a:cubicBezTo>
                  <a:pt x="63119" y="73678"/>
                  <a:pt x="60605" y="75863"/>
                  <a:pt x="60188" y="78742"/>
                </a:cubicBezTo>
                <a:cubicBezTo>
                  <a:pt x="59822" y="81319"/>
                  <a:pt x="58382" y="83643"/>
                  <a:pt x="56259" y="85147"/>
                </a:cubicBezTo>
                <a:cubicBezTo>
                  <a:pt x="54656" y="86258"/>
                  <a:pt x="52786" y="86839"/>
                  <a:pt x="50866" y="86839"/>
                </a:cubicBezTo>
                <a:cubicBezTo>
                  <a:pt x="50196" y="86839"/>
                  <a:pt x="49514" y="86776"/>
                  <a:pt x="48831" y="86624"/>
                </a:cubicBezTo>
                <a:cubicBezTo>
                  <a:pt x="45459" y="85917"/>
                  <a:pt x="42717" y="83252"/>
                  <a:pt x="41707" y="79690"/>
                </a:cubicBezTo>
                <a:lnTo>
                  <a:pt x="41201" y="77959"/>
                </a:lnTo>
                <a:cubicBezTo>
                  <a:pt x="40493" y="75433"/>
                  <a:pt x="38157" y="73678"/>
                  <a:pt x="35542" y="73678"/>
                </a:cubicBezTo>
                <a:lnTo>
                  <a:pt x="32889" y="73678"/>
                </a:lnTo>
                <a:cubicBezTo>
                  <a:pt x="30665" y="73678"/>
                  <a:pt x="28531" y="72730"/>
                  <a:pt x="27040" y="71088"/>
                </a:cubicBezTo>
                <a:cubicBezTo>
                  <a:pt x="25549" y="69433"/>
                  <a:pt x="24817" y="67210"/>
                  <a:pt x="25044" y="64974"/>
                </a:cubicBezTo>
                <a:cubicBezTo>
                  <a:pt x="25435" y="61009"/>
                  <a:pt x="29061" y="57889"/>
                  <a:pt x="33268" y="57889"/>
                </a:cubicBezTo>
                <a:lnTo>
                  <a:pt x="51320" y="57889"/>
                </a:lnTo>
                <a:cubicBezTo>
                  <a:pt x="49135" y="57889"/>
                  <a:pt x="47366" y="56120"/>
                  <a:pt x="47366" y="53947"/>
                </a:cubicBezTo>
                <a:cubicBezTo>
                  <a:pt x="47366" y="51762"/>
                  <a:pt x="49135" y="49994"/>
                  <a:pt x="51320" y="49994"/>
                </a:cubicBezTo>
                <a:cubicBezTo>
                  <a:pt x="49135" y="49994"/>
                  <a:pt x="47366" y="48225"/>
                  <a:pt x="47366" y="46053"/>
                </a:cubicBezTo>
                <a:cubicBezTo>
                  <a:pt x="47366" y="43868"/>
                  <a:pt x="49135" y="42100"/>
                  <a:pt x="51320" y="42100"/>
                </a:cubicBezTo>
                <a:lnTo>
                  <a:pt x="50108" y="42100"/>
                </a:lnTo>
                <a:cubicBezTo>
                  <a:pt x="47392" y="42100"/>
                  <a:pt x="45079" y="42454"/>
                  <a:pt x="43046" y="43161"/>
                </a:cubicBezTo>
                <a:cubicBezTo>
                  <a:pt x="34468" y="46167"/>
                  <a:pt x="28392" y="43186"/>
                  <a:pt x="26155" y="40950"/>
                </a:cubicBezTo>
                <a:cubicBezTo>
                  <a:pt x="24615" y="39409"/>
                  <a:pt x="24615" y="36908"/>
                  <a:pt x="26155" y="35367"/>
                </a:cubicBezTo>
                <a:cubicBezTo>
                  <a:pt x="27672" y="33852"/>
                  <a:pt x="30122" y="33826"/>
                  <a:pt x="31663" y="35291"/>
                </a:cubicBezTo>
                <a:cubicBezTo>
                  <a:pt x="31903" y="35493"/>
                  <a:pt x="34682" y="37729"/>
                  <a:pt x="40430" y="35708"/>
                </a:cubicBezTo>
                <a:cubicBezTo>
                  <a:pt x="43323" y="34697"/>
                  <a:pt x="46482" y="34205"/>
                  <a:pt x="50108" y="34205"/>
                </a:cubicBezTo>
                <a:lnTo>
                  <a:pt x="51320" y="34205"/>
                </a:lnTo>
                <a:cubicBezTo>
                  <a:pt x="49135" y="34205"/>
                  <a:pt x="47366" y="32436"/>
                  <a:pt x="47366" y="30264"/>
                </a:cubicBezTo>
                <a:cubicBezTo>
                  <a:pt x="47366" y="28079"/>
                  <a:pt x="49135" y="26311"/>
                  <a:pt x="51320" y="26311"/>
                </a:cubicBezTo>
                <a:cubicBezTo>
                  <a:pt x="53493" y="26311"/>
                  <a:pt x="55262" y="28079"/>
                  <a:pt x="55262" y="30264"/>
                </a:cubicBezTo>
                <a:cubicBezTo>
                  <a:pt x="55262" y="32436"/>
                  <a:pt x="53493" y="34205"/>
                  <a:pt x="51320" y="34205"/>
                </a:cubicBezTo>
                <a:lnTo>
                  <a:pt x="51863" y="34205"/>
                </a:lnTo>
                <a:cubicBezTo>
                  <a:pt x="55072" y="34205"/>
                  <a:pt x="58458" y="34837"/>
                  <a:pt x="62197" y="36125"/>
                </a:cubicBezTo>
                <a:cubicBezTo>
                  <a:pt x="64016" y="36744"/>
                  <a:pt x="67187" y="36997"/>
                  <a:pt x="71924" y="34622"/>
                </a:cubicBezTo>
                <a:cubicBezTo>
                  <a:pt x="73883" y="33662"/>
                  <a:pt x="76244" y="34445"/>
                  <a:pt x="77217" y="36390"/>
                </a:cubicBezTo>
                <a:cubicBezTo>
                  <a:pt x="78190" y="38336"/>
                  <a:pt x="77407" y="40710"/>
                  <a:pt x="75449" y="4168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4" name="Чёрный — SVG 1">
            <a:extLst>
              <a:ext uri="{FF2B5EF4-FFF2-40B4-BE49-F238E27FC236}">
                <a16:creationId xmlns:a16="http://schemas.microsoft.com/office/drawing/2014/main" id="{9895F06F-CF85-584B-B625-D6F8474AFB6A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27545 w 145328"/>
              <a:gd name="csY0" fmla="*/ 73148 h 141753"/>
              <a:gd name="csX1" fmla="*/ 28855 w 145328"/>
              <a:gd name="csY1" fmla="*/ 80548 h 141753"/>
              <a:gd name="csX2" fmla="*/ 36256 w 145328"/>
              <a:gd name="csY2" fmla="*/ 79238 h 141753"/>
              <a:gd name="csX3" fmla="*/ 54936 w 145328"/>
              <a:gd name="csY3" fmla="*/ 52564 h 141753"/>
              <a:gd name="csX4" fmla="*/ 54936 w 145328"/>
              <a:gd name="csY4" fmla="*/ 120490 h 141753"/>
              <a:gd name="csX5" fmla="*/ 12403 w 145328"/>
              <a:gd name="csY5" fmla="*/ 120490 h 141753"/>
              <a:gd name="csX6" fmla="*/ 0 w 145328"/>
              <a:gd name="csY6" fmla="*/ 108089 h 141753"/>
              <a:gd name="csX7" fmla="*/ 0 w 145328"/>
              <a:gd name="csY7" fmla="*/ 47835 h 141753"/>
              <a:gd name="csX8" fmla="*/ 12403 w 145328"/>
              <a:gd name="csY8" fmla="*/ 35434 h 141753"/>
              <a:gd name="csX9" fmla="*/ 64089 w 145328"/>
              <a:gd name="csY9" fmla="*/ 35434 h 141753"/>
              <a:gd name="csX10" fmla="*/ 48131 w 145328"/>
              <a:gd name="csY10" fmla="*/ 43770 h 141753"/>
              <a:gd name="csX11" fmla="*/ 27545 w 145328"/>
              <a:gd name="csY11" fmla="*/ 73148 h 141753"/>
              <a:gd name="csX12" fmla="*/ 65570 w 145328"/>
              <a:gd name="csY12" fmla="*/ 99226 h 141753"/>
              <a:gd name="csX13" fmla="*/ 79742 w 145328"/>
              <a:gd name="csY13" fmla="*/ 99226 h 141753"/>
              <a:gd name="csX14" fmla="*/ 79742 w 145328"/>
              <a:gd name="csY14" fmla="*/ 120490 h 141753"/>
              <a:gd name="csX15" fmla="*/ 65570 w 145328"/>
              <a:gd name="csY15" fmla="*/ 120490 h 141753"/>
              <a:gd name="csX16" fmla="*/ 65570 w 145328"/>
              <a:gd name="csY16" fmla="*/ 99226 h 141753"/>
              <a:gd name="csX17" fmla="*/ 145328 w 145328"/>
              <a:gd name="csY17" fmla="*/ 47835 h 141753"/>
              <a:gd name="csX18" fmla="*/ 145328 w 145328"/>
              <a:gd name="csY18" fmla="*/ 108089 h 141753"/>
              <a:gd name="csX19" fmla="*/ 132909 w 145328"/>
              <a:gd name="csY19" fmla="*/ 120490 h 141753"/>
              <a:gd name="csX20" fmla="*/ 90375 w 145328"/>
              <a:gd name="csY20" fmla="*/ 120490 h 141753"/>
              <a:gd name="csX21" fmla="*/ 90375 w 145328"/>
              <a:gd name="csY21" fmla="*/ 52564 h 141753"/>
              <a:gd name="csX22" fmla="*/ 109056 w 145328"/>
              <a:gd name="csY22" fmla="*/ 79238 h 141753"/>
              <a:gd name="csX23" fmla="*/ 113428 w 145328"/>
              <a:gd name="csY23" fmla="*/ 81517 h 141753"/>
              <a:gd name="csX24" fmla="*/ 116474 w 145328"/>
              <a:gd name="csY24" fmla="*/ 80548 h 141753"/>
              <a:gd name="csX25" fmla="*/ 117784 w 145328"/>
              <a:gd name="csY25" fmla="*/ 73148 h 141753"/>
              <a:gd name="csX26" fmla="*/ 97181 w 145328"/>
              <a:gd name="csY26" fmla="*/ 43770 h 141753"/>
              <a:gd name="csX27" fmla="*/ 81239 w 145328"/>
              <a:gd name="csY27" fmla="*/ 35434 h 141753"/>
              <a:gd name="csX28" fmla="*/ 132909 w 145328"/>
              <a:gd name="csY28" fmla="*/ 35434 h 141753"/>
              <a:gd name="csX29" fmla="*/ 145328 w 145328"/>
              <a:gd name="csY29" fmla="*/ 47835 h 141753"/>
              <a:gd name="csX30" fmla="*/ 72664 w 145328"/>
              <a:gd name="csY30" fmla="*/ 0 h 141753"/>
              <a:gd name="csX31" fmla="*/ 62643 w 145328"/>
              <a:gd name="csY31" fmla="*/ 4151 h 141753"/>
              <a:gd name="csX32" fmla="*/ 58475 w 145328"/>
              <a:gd name="csY32" fmla="*/ 14170 h 141753"/>
              <a:gd name="csX33" fmla="*/ 62643 w 145328"/>
              <a:gd name="csY33" fmla="*/ 24207 h 141753"/>
              <a:gd name="csX34" fmla="*/ 72664 w 145328"/>
              <a:gd name="csY34" fmla="*/ 28358 h 141753"/>
              <a:gd name="csX35" fmla="*/ 82685 w 145328"/>
              <a:gd name="csY35" fmla="*/ 24207 h 141753"/>
              <a:gd name="csX36" fmla="*/ 86837 w 145328"/>
              <a:gd name="csY36" fmla="*/ 14170 h 141753"/>
              <a:gd name="csX37" fmla="*/ 82685 w 145328"/>
              <a:gd name="csY37" fmla="*/ 4151 h 141753"/>
              <a:gd name="csX38" fmla="*/ 72664 w 145328"/>
              <a:gd name="csY38" fmla="*/ 0 h 141753"/>
              <a:gd name="csX39" fmla="*/ 54936 w 145328"/>
              <a:gd name="csY39" fmla="*/ 120490 h 141753"/>
              <a:gd name="csX40" fmla="*/ 65570 w 145328"/>
              <a:gd name="csY40" fmla="*/ 120490 h 141753"/>
              <a:gd name="csX41" fmla="*/ 65570 w 145328"/>
              <a:gd name="csY41" fmla="*/ 136446 h 141753"/>
              <a:gd name="csX42" fmla="*/ 60261 w 145328"/>
              <a:gd name="csY42" fmla="*/ 141754 h 141753"/>
              <a:gd name="csX43" fmla="*/ 54936 w 145328"/>
              <a:gd name="csY43" fmla="*/ 136446 h 141753"/>
              <a:gd name="csX44" fmla="*/ 54936 w 145328"/>
              <a:gd name="csY44" fmla="*/ 120490 h 141753"/>
              <a:gd name="csX45" fmla="*/ 90375 w 145328"/>
              <a:gd name="csY45" fmla="*/ 120490 h 141753"/>
              <a:gd name="csX46" fmla="*/ 90375 w 145328"/>
              <a:gd name="csY46" fmla="*/ 136446 h 141753"/>
              <a:gd name="csX47" fmla="*/ 85067 w 145328"/>
              <a:gd name="csY47" fmla="*/ 141754 h 141753"/>
              <a:gd name="csX48" fmla="*/ 79742 w 145328"/>
              <a:gd name="csY48" fmla="*/ 136446 h 141753"/>
              <a:gd name="csX49" fmla="*/ 79742 w 145328"/>
              <a:gd name="csY49" fmla="*/ 120490 h 141753"/>
              <a:gd name="csX50" fmla="*/ 90375 w 145328"/>
              <a:gd name="csY50" fmla="*/ 120490 h 141753"/>
            </a:gdLst>
            <a:ahLst/>
            <a:cxnLst/>
            <a:rect l="l" t="t" r="r" b="b"/>
            <a:pathLst>
              <a:path w="100000" h="100000">
                <a:moveTo>
                  <a:pt x="18954" y="51563"/>
                </a:moveTo>
                <a:cubicBezTo>
                  <a:pt x="17806" y="53225"/>
                  <a:pt x="18193" y="55484"/>
                  <a:pt x="19855" y="56655"/>
                </a:cubicBezTo>
                <a:cubicBezTo>
                  <a:pt x="21517" y="57802"/>
                  <a:pt x="23777" y="57415"/>
                  <a:pt x="24948" y="55754"/>
                </a:cubicBezTo>
                <a:lnTo>
                  <a:pt x="37801" y="37399"/>
                </a:lnTo>
                <a:lnTo>
                  <a:pt x="37801" y="84139"/>
                </a:lnTo>
                <a:lnTo>
                  <a:pt x="8534" y="84139"/>
                </a:lnTo>
                <a:cubicBezTo>
                  <a:pt x="3828" y="84139"/>
                  <a:pt x="0" y="80311"/>
                  <a:pt x="0" y="75606"/>
                </a:cubicBezTo>
                <a:lnTo>
                  <a:pt x="0" y="34145"/>
                </a:lnTo>
                <a:cubicBezTo>
                  <a:pt x="0" y="29440"/>
                  <a:pt x="3828" y="25612"/>
                  <a:pt x="8534" y="25612"/>
                </a:cubicBezTo>
                <a:lnTo>
                  <a:pt x="44100" y="25612"/>
                </a:lnTo>
                <a:cubicBezTo>
                  <a:pt x="39733" y="25612"/>
                  <a:pt x="35636" y="27766"/>
                  <a:pt x="33119" y="31348"/>
                </a:cubicBezTo>
                <a:lnTo>
                  <a:pt x="18954" y="51563"/>
                </a:lnTo>
                <a:close/>
                <a:moveTo>
                  <a:pt x="45119" y="69507"/>
                </a:moveTo>
                <a:lnTo>
                  <a:pt x="54870" y="69507"/>
                </a:lnTo>
                <a:lnTo>
                  <a:pt x="54870" y="84139"/>
                </a:lnTo>
                <a:lnTo>
                  <a:pt x="45119" y="84139"/>
                </a:lnTo>
                <a:lnTo>
                  <a:pt x="45119" y="69507"/>
                </a:lnTo>
                <a:close/>
                <a:moveTo>
                  <a:pt x="100000" y="34145"/>
                </a:moveTo>
                <a:lnTo>
                  <a:pt x="100000" y="75606"/>
                </a:lnTo>
                <a:cubicBezTo>
                  <a:pt x="100000" y="80311"/>
                  <a:pt x="96172" y="84139"/>
                  <a:pt x="91455" y="84139"/>
                </a:cubicBezTo>
                <a:lnTo>
                  <a:pt x="62187" y="84139"/>
                </a:lnTo>
                <a:lnTo>
                  <a:pt x="62187" y="37399"/>
                </a:lnTo>
                <a:lnTo>
                  <a:pt x="75041" y="55754"/>
                </a:lnTo>
                <a:cubicBezTo>
                  <a:pt x="75756" y="56784"/>
                  <a:pt x="76903" y="57322"/>
                  <a:pt x="78050" y="57322"/>
                </a:cubicBezTo>
                <a:cubicBezTo>
                  <a:pt x="78776" y="57322"/>
                  <a:pt x="79513" y="57099"/>
                  <a:pt x="80146" y="56655"/>
                </a:cubicBezTo>
                <a:cubicBezTo>
                  <a:pt x="81796" y="55484"/>
                  <a:pt x="82194" y="53225"/>
                  <a:pt x="81047" y="51563"/>
                </a:cubicBezTo>
                <a:lnTo>
                  <a:pt x="66870" y="31348"/>
                </a:lnTo>
                <a:cubicBezTo>
                  <a:pt x="64365" y="27766"/>
                  <a:pt x="60267" y="25612"/>
                  <a:pt x="55900" y="25612"/>
                </a:cubicBezTo>
                <a:lnTo>
                  <a:pt x="91455" y="25612"/>
                </a:lnTo>
                <a:cubicBezTo>
                  <a:pt x="96172" y="25612"/>
                  <a:pt x="100000" y="29440"/>
                  <a:pt x="100000" y="34145"/>
                </a:cubicBezTo>
                <a:close/>
                <a:moveTo>
                  <a:pt x="50000" y="1230"/>
                </a:moveTo>
                <a:cubicBezTo>
                  <a:pt x="47413" y="1230"/>
                  <a:pt x="44931" y="2260"/>
                  <a:pt x="43105" y="4086"/>
                </a:cubicBezTo>
                <a:cubicBezTo>
                  <a:pt x="41267" y="5912"/>
                  <a:pt x="40237" y="8394"/>
                  <a:pt x="40237" y="10980"/>
                </a:cubicBezTo>
                <a:cubicBezTo>
                  <a:pt x="40237" y="13568"/>
                  <a:pt x="41267" y="16049"/>
                  <a:pt x="43105" y="17887"/>
                </a:cubicBezTo>
                <a:cubicBezTo>
                  <a:pt x="44931" y="19713"/>
                  <a:pt x="47413" y="20743"/>
                  <a:pt x="50000" y="20743"/>
                </a:cubicBezTo>
                <a:cubicBezTo>
                  <a:pt x="52587" y="20743"/>
                  <a:pt x="55069" y="19713"/>
                  <a:pt x="56895" y="17887"/>
                </a:cubicBezTo>
                <a:cubicBezTo>
                  <a:pt x="58722" y="16049"/>
                  <a:pt x="59752" y="13568"/>
                  <a:pt x="59752" y="10980"/>
                </a:cubicBezTo>
                <a:cubicBezTo>
                  <a:pt x="59752" y="8394"/>
                  <a:pt x="58722" y="5912"/>
                  <a:pt x="56895" y="4086"/>
                </a:cubicBezTo>
                <a:cubicBezTo>
                  <a:pt x="55069" y="2260"/>
                  <a:pt x="52587" y="1230"/>
                  <a:pt x="50000" y="1230"/>
                </a:cubicBezTo>
                <a:close/>
                <a:moveTo>
                  <a:pt x="37801" y="84139"/>
                </a:moveTo>
                <a:lnTo>
                  <a:pt x="45119" y="84139"/>
                </a:lnTo>
                <a:lnTo>
                  <a:pt x="45119" y="95118"/>
                </a:lnTo>
                <a:cubicBezTo>
                  <a:pt x="45119" y="97143"/>
                  <a:pt x="43491" y="98771"/>
                  <a:pt x="41466" y="98771"/>
                </a:cubicBezTo>
                <a:cubicBezTo>
                  <a:pt x="39440" y="98771"/>
                  <a:pt x="37801" y="97143"/>
                  <a:pt x="37801" y="95118"/>
                </a:cubicBezTo>
                <a:lnTo>
                  <a:pt x="37801" y="84139"/>
                </a:lnTo>
                <a:close/>
                <a:moveTo>
                  <a:pt x="62187" y="84139"/>
                </a:moveTo>
                <a:lnTo>
                  <a:pt x="62187" y="95118"/>
                </a:lnTo>
                <a:cubicBezTo>
                  <a:pt x="62187" y="97143"/>
                  <a:pt x="60560" y="98771"/>
                  <a:pt x="58534" y="98771"/>
                </a:cubicBezTo>
                <a:cubicBezTo>
                  <a:pt x="56509" y="98771"/>
                  <a:pt x="54870" y="97143"/>
                  <a:pt x="54870" y="95118"/>
                </a:cubicBezTo>
                <a:lnTo>
                  <a:pt x="54870" y="84139"/>
                </a:lnTo>
                <a:lnTo>
                  <a:pt x="62187" y="8413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5" name="Чёрный — SVG 2">
            <a:extLst>
              <a:ext uri="{FF2B5EF4-FFF2-40B4-BE49-F238E27FC236}">
                <a16:creationId xmlns:a16="http://schemas.microsoft.com/office/drawing/2014/main" id="{A19B1916-B375-6F47-95A8-6399B53F2524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108089 h 127583"/>
              <a:gd name="csX4" fmla="*/ 19497 w 127600"/>
              <a:gd name="csY4" fmla="*/ 127583 h 127583"/>
              <a:gd name="csX5" fmla="*/ 108103 w 127600"/>
              <a:gd name="csY5" fmla="*/ 127583 h 127583"/>
              <a:gd name="csX6" fmla="*/ 127601 w 127600"/>
              <a:gd name="csY6" fmla="*/ 108089 h 127583"/>
              <a:gd name="csX7" fmla="*/ 127601 w 127600"/>
              <a:gd name="csY7" fmla="*/ 19495 h 127583"/>
              <a:gd name="csX8" fmla="*/ 108103 w 127600"/>
              <a:gd name="csY8" fmla="*/ 0 h 127583"/>
              <a:gd name="csX9" fmla="*/ 67339 w 127600"/>
              <a:gd name="csY9" fmla="*/ 17726 h 127583"/>
              <a:gd name="csX10" fmla="*/ 77972 w 127600"/>
              <a:gd name="csY10" fmla="*/ 28358 h 127583"/>
              <a:gd name="csX11" fmla="*/ 67339 w 127600"/>
              <a:gd name="csY11" fmla="*/ 38989 h 127583"/>
              <a:gd name="csX12" fmla="*/ 56706 w 127600"/>
              <a:gd name="csY12" fmla="*/ 28358 h 127583"/>
              <a:gd name="csX13" fmla="*/ 67339 w 127600"/>
              <a:gd name="csY13" fmla="*/ 17726 h 127583"/>
              <a:gd name="csX14" fmla="*/ 74876 w 127600"/>
              <a:gd name="csY14" fmla="*/ 100859 h 127583"/>
              <a:gd name="csX15" fmla="*/ 54936 w 127600"/>
              <a:gd name="csY15" fmla="*/ 109858 h 127583"/>
              <a:gd name="csX16" fmla="*/ 28361 w 127600"/>
              <a:gd name="csY16" fmla="*/ 83286 h 127583"/>
              <a:gd name="csX17" fmla="*/ 46072 w 127600"/>
              <a:gd name="csY17" fmla="*/ 58212 h 127583"/>
              <a:gd name="csX18" fmla="*/ 52861 w 127600"/>
              <a:gd name="csY18" fmla="*/ 61461 h 127583"/>
              <a:gd name="csX19" fmla="*/ 49628 w 127600"/>
              <a:gd name="csY19" fmla="*/ 68232 h 127583"/>
              <a:gd name="csX20" fmla="*/ 38995 w 127600"/>
              <a:gd name="csY20" fmla="*/ 83286 h 127583"/>
              <a:gd name="csX21" fmla="*/ 54936 w 127600"/>
              <a:gd name="csY21" fmla="*/ 99226 h 127583"/>
              <a:gd name="csX22" fmla="*/ 66897 w 127600"/>
              <a:gd name="csY22" fmla="*/ 93833 h 127583"/>
              <a:gd name="csX23" fmla="*/ 74400 w 127600"/>
              <a:gd name="csY23" fmla="*/ 93357 h 127583"/>
              <a:gd name="csX24" fmla="*/ 74876 w 127600"/>
              <a:gd name="csY24" fmla="*/ 100859 h 127583"/>
              <a:gd name="csX25" fmla="*/ 90375 w 127600"/>
              <a:gd name="csY25" fmla="*/ 70885 h 127583"/>
              <a:gd name="csX26" fmla="*/ 95700 w 127600"/>
              <a:gd name="csY26" fmla="*/ 76193 h 127583"/>
              <a:gd name="csX27" fmla="*/ 95700 w 127600"/>
              <a:gd name="csY27" fmla="*/ 97457 h 127583"/>
              <a:gd name="csX28" fmla="*/ 90375 w 127600"/>
              <a:gd name="csY28" fmla="*/ 102781 h 127583"/>
              <a:gd name="csX29" fmla="*/ 85067 w 127600"/>
              <a:gd name="csY29" fmla="*/ 97457 h 127583"/>
              <a:gd name="csX30" fmla="*/ 85067 w 127600"/>
              <a:gd name="csY30" fmla="*/ 81517 h 127583"/>
              <a:gd name="csX31" fmla="*/ 65570 w 127600"/>
              <a:gd name="csY31" fmla="*/ 81517 h 127583"/>
              <a:gd name="csX32" fmla="*/ 60262 w 127600"/>
              <a:gd name="csY32" fmla="*/ 76193 h 127583"/>
              <a:gd name="csX33" fmla="*/ 60262 w 127600"/>
              <a:gd name="csY33" fmla="*/ 51390 h 127583"/>
              <a:gd name="csX34" fmla="*/ 65570 w 127600"/>
              <a:gd name="csY34" fmla="*/ 46066 h 127583"/>
              <a:gd name="csX35" fmla="*/ 90375 w 127600"/>
              <a:gd name="csY35" fmla="*/ 46066 h 127583"/>
              <a:gd name="csX36" fmla="*/ 95700 w 127600"/>
              <a:gd name="csY36" fmla="*/ 51390 h 127583"/>
              <a:gd name="csX37" fmla="*/ 90375 w 127600"/>
              <a:gd name="csY37" fmla="*/ 56698 h 127583"/>
              <a:gd name="csX38" fmla="*/ 70895 w 127600"/>
              <a:gd name="csY38" fmla="*/ 56698 h 127583"/>
              <a:gd name="csX39" fmla="*/ 70895 w 127600"/>
              <a:gd name="csY39" fmla="*/ 70885 h 127583"/>
              <a:gd name="csX40" fmla="*/ 90375 w 127600"/>
              <a:gd name="csY40" fmla="*/ 70885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  <a:moveTo>
                  <a:pt x="52774" y="13899"/>
                </a:moveTo>
                <a:cubicBezTo>
                  <a:pt x="57387" y="13899"/>
                  <a:pt x="61107" y="17618"/>
                  <a:pt x="61107" y="22231"/>
                </a:cubicBezTo>
                <a:cubicBezTo>
                  <a:pt x="61107" y="26830"/>
                  <a:pt x="57387" y="30562"/>
                  <a:pt x="52774" y="30562"/>
                </a:cubicBezTo>
                <a:cubicBezTo>
                  <a:pt x="48173" y="30562"/>
                  <a:pt x="44440" y="26830"/>
                  <a:pt x="44440" y="22231"/>
                </a:cubicBezTo>
                <a:cubicBezTo>
                  <a:pt x="44440" y="17618"/>
                  <a:pt x="48173" y="13899"/>
                  <a:pt x="52774" y="13899"/>
                </a:cubicBezTo>
                <a:close/>
                <a:moveTo>
                  <a:pt x="58680" y="79050"/>
                </a:moveTo>
                <a:cubicBezTo>
                  <a:pt x="54720" y="83542"/>
                  <a:pt x="49027" y="86102"/>
                  <a:pt x="43053" y="86102"/>
                </a:cubicBezTo>
                <a:cubicBezTo>
                  <a:pt x="31560" y="86102"/>
                  <a:pt x="22226" y="76757"/>
                  <a:pt x="22226" y="65278"/>
                </a:cubicBezTo>
                <a:cubicBezTo>
                  <a:pt x="22226" y="56466"/>
                  <a:pt x="27800" y="48560"/>
                  <a:pt x="36107" y="45627"/>
                </a:cubicBezTo>
                <a:cubicBezTo>
                  <a:pt x="38280" y="44867"/>
                  <a:pt x="40667" y="46000"/>
                  <a:pt x="41427" y="48174"/>
                </a:cubicBezTo>
                <a:cubicBezTo>
                  <a:pt x="42200" y="50333"/>
                  <a:pt x="41053" y="52720"/>
                  <a:pt x="38893" y="53480"/>
                </a:cubicBezTo>
                <a:cubicBezTo>
                  <a:pt x="33907" y="55253"/>
                  <a:pt x="30560" y="59986"/>
                  <a:pt x="30560" y="65278"/>
                </a:cubicBezTo>
                <a:cubicBezTo>
                  <a:pt x="30560" y="72170"/>
                  <a:pt x="36160" y="77770"/>
                  <a:pt x="43053" y="77770"/>
                </a:cubicBezTo>
                <a:cubicBezTo>
                  <a:pt x="46640" y="77770"/>
                  <a:pt x="50053" y="76236"/>
                  <a:pt x="52427" y="73543"/>
                </a:cubicBezTo>
                <a:cubicBezTo>
                  <a:pt x="53947" y="71824"/>
                  <a:pt x="56587" y="71651"/>
                  <a:pt x="58307" y="73170"/>
                </a:cubicBezTo>
                <a:cubicBezTo>
                  <a:pt x="60040" y="74703"/>
                  <a:pt x="60201" y="77330"/>
                  <a:pt x="58680" y="79050"/>
                </a:cubicBezTo>
                <a:close/>
                <a:moveTo>
                  <a:pt x="70827" y="55559"/>
                </a:moveTo>
                <a:cubicBezTo>
                  <a:pt x="73134" y="55559"/>
                  <a:pt x="75000" y="57413"/>
                  <a:pt x="75000" y="59719"/>
                </a:cubicBezTo>
                <a:lnTo>
                  <a:pt x="75000" y="76384"/>
                </a:lnTo>
                <a:cubicBezTo>
                  <a:pt x="75000" y="78690"/>
                  <a:pt x="73134" y="80556"/>
                  <a:pt x="70827" y="80556"/>
                </a:cubicBezTo>
                <a:cubicBezTo>
                  <a:pt x="68534" y="80556"/>
                  <a:pt x="66667" y="78690"/>
                  <a:pt x="66667" y="76384"/>
                </a:cubicBezTo>
                <a:lnTo>
                  <a:pt x="66667" y="63891"/>
                </a:lnTo>
                <a:lnTo>
                  <a:pt x="51387" y="63891"/>
                </a:lnTo>
                <a:cubicBezTo>
                  <a:pt x="49080" y="63891"/>
                  <a:pt x="47227" y="62025"/>
                  <a:pt x="47227" y="59719"/>
                </a:cubicBezTo>
                <a:lnTo>
                  <a:pt x="47227" y="40281"/>
                </a:lnTo>
                <a:cubicBezTo>
                  <a:pt x="47227" y="37975"/>
                  <a:pt x="49080" y="36109"/>
                  <a:pt x="51387" y="36109"/>
                </a:cubicBezTo>
                <a:lnTo>
                  <a:pt x="70827" y="36109"/>
                </a:lnTo>
                <a:cubicBezTo>
                  <a:pt x="73134" y="36109"/>
                  <a:pt x="75000" y="37975"/>
                  <a:pt x="75000" y="40281"/>
                </a:cubicBezTo>
                <a:cubicBezTo>
                  <a:pt x="75000" y="42587"/>
                  <a:pt x="73134" y="44441"/>
                  <a:pt x="70827" y="44441"/>
                </a:cubicBezTo>
                <a:lnTo>
                  <a:pt x="55560" y="44441"/>
                </a:lnTo>
                <a:lnTo>
                  <a:pt x="55560" y="55559"/>
                </a:lnTo>
                <a:lnTo>
                  <a:pt x="70827" y="5555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6" name="Чёрный — SVG 3">
            <a:extLst>
              <a:ext uri="{FF2B5EF4-FFF2-40B4-BE49-F238E27FC236}">
                <a16:creationId xmlns:a16="http://schemas.microsoft.com/office/drawing/2014/main" id="{15FA325B-C890-BE44-9C1C-8A2292CC3176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68764 w 128498"/>
              <a:gd name="csY0" fmla="*/ 23867 h 127532"/>
              <a:gd name="csX1" fmla="*/ 58318 w 128498"/>
              <a:gd name="csY1" fmla="*/ 6107 h 127532"/>
              <a:gd name="csX2" fmla="*/ 47616 w 128498"/>
              <a:gd name="csY2" fmla="*/ 0 h 127532"/>
              <a:gd name="csX3" fmla="*/ 26588 w 128498"/>
              <a:gd name="csY3" fmla="*/ 0 h 127532"/>
              <a:gd name="csX4" fmla="*/ 15869 w 128498"/>
              <a:gd name="csY4" fmla="*/ 6107 h 127532"/>
              <a:gd name="csX5" fmla="*/ 5440 w 128498"/>
              <a:gd name="csY5" fmla="*/ 23867 h 127532"/>
              <a:gd name="csX6" fmla="*/ 5440 w 128498"/>
              <a:gd name="csY6" fmla="*/ 36336 h 127532"/>
              <a:gd name="csX7" fmla="*/ 15869 w 128498"/>
              <a:gd name="csY7" fmla="*/ 54095 h 127532"/>
              <a:gd name="csX8" fmla="*/ 26588 w 128498"/>
              <a:gd name="csY8" fmla="*/ 60202 h 127532"/>
              <a:gd name="csX9" fmla="*/ 47633 w 128498"/>
              <a:gd name="csY9" fmla="*/ 60202 h 127532"/>
              <a:gd name="csX10" fmla="*/ 58335 w 128498"/>
              <a:gd name="csY10" fmla="*/ 54095 h 127532"/>
              <a:gd name="csX11" fmla="*/ 68764 w 128498"/>
              <a:gd name="csY11" fmla="*/ 36336 h 127532"/>
              <a:gd name="csX12" fmla="*/ 68764 w 128498"/>
              <a:gd name="csY12" fmla="*/ 23867 h 127532"/>
              <a:gd name="csX13" fmla="*/ 23491 w 128498"/>
              <a:gd name="csY13" fmla="*/ 31845 h 127532"/>
              <a:gd name="csX14" fmla="*/ 18166 w 128498"/>
              <a:gd name="csY14" fmla="*/ 26537 h 127532"/>
              <a:gd name="csX15" fmla="*/ 23491 w 128498"/>
              <a:gd name="csY15" fmla="*/ 21213 h 127532"/>
              <a:gd name="csX16" fmla="*/ 28799 w 128498"/>
              <a:gd name="csY16" fmla="*/ 26537 h 127532"/>
              <a:gd name="csX17" fmla="*/ 23491 w 128498"/>
              <a:gd name="csY17" fmla="*/ 31845 h 127532"/>
              <a:gd name="csX18" fmla="*/ 32355 w 128498"/>
              <a:gd name="csY18" fmla="*/ 49570 h 127532"/>
              <a:gd name="csX19" fmla="*/ 28799 w 128498"/>
              <a:gd name="csY19" fmla="*/ 46032 h 127532"/>
              <a:gd name="csX20" fmla="*/ 32355 w 128498"/>
              <a:gd name="csY20" fmla="*/ 42477 h 127532"/>
              <a:gd name="csX21" fmla="*/ 35894 w 128498"/>
              <a:gd name="csY21" fmla="*/ 46032 h 127532"/>
              <a:gd name="csX22" fmla="*/ 32355 w 128498"/>
              <a:gd name="csY22" fmla="*/ 49570 h 127532"/>
              <a:gd name="csX23" fmla="*/ 46528 w 128498"/>
              <a:gd name="csY23" fmla="*/ 35400 h 127532"/>
              <a:gd name="csX24" fmla="*/ 39433 w 128498"/>
              <a:gd name="csY24" fmla="*/ 28307 h 127532"/>
              <a:gd name="csX25" fmla="*/ 46528 w 128498"/>
              <a:gd name="csY25" fmla="*/ 21213 h 127532"/>
              <a:gd name="csX26" fmla="*/ 53622 w 128498"/>
              <a:gd name="csY26" fmla="*/ 28307 h 127532"/>
              <a:gd name="csX27" fmla="*/ 46528 w 128498"/>
              <a:gd name="csY27" fmla="*/ 35400 h 127532"/>
              <a:gd name="csX28" fmla="*/ 64528 w 128498"/>
              <a:gd name="csY28" fmla="*/ 91230 h 127532"/>
              <a:gd name="csX29" fmla="*/ 54218 w 128498"/>
              <a:gd name="csY29" fmla="*/ 73573 h 127532"/>
              <a:gd name="csX30" fmla="*/ 43499 w 128498"/>
              <a:gd name="csY30" fmla="*/ 67432 h 127532"/>
              <a:gd name="csX31" fmla="*/ 22709 w 128498"/>
              <a:gd name="csY31" fmla="*/ 67432 h 127532"/>
              <a:gd name="csX32" fmla="*/ 12007 w 128498"/>
              <a:gd name="csY32" fmla="*/ 73573 h 127532"/>
              <a:gd name="csX33" fmla="*/ 1697 w 128498"/>
              <a:gd name="csY33" fmla="*/ 91230 h 127532"/>
              <a:gd name="csX34" fmla="*/ 1697 w 128498"/>
              <a:gd name="csY34" fmla="*/ 103751 h 127532"/>
              <a:gd name="csX35" fmla="*/ 12007 w 128498"/>
              <a:gd name="csY35" fmla="*/ 121391 h 127532"/>
              <a:gd name="csX36" fmla="*/ 22726 w 128498"/>
              <a:gd name="csY36" fmla="*/ 127532 h 127532"/>
              <a:gd name="csX37" fmla="*/ 43499 w 128498"/>
              <a:gd name="csY37" fmla="*/ 127532 h 127532"/>
              <a:gd name="csX38" fmla="*/ 54218 w 128498"/>
              <a:gd name="csY38" fmla="*/ 121391 h 127532"/>
              <a:gd name="csX39" fmla="*/ 64528 w 128498"/>
              <a:gd name="csY39" fmla="*/ 103751 h 127532"/>
              <a:gd name="csX40" fmla="*/ 64528 w 128498"/>
              <a:gd name="csY40" fmla="*/ 91230 h 127532"/>
              <a:gd name="csX41" fmla="*/ 18166 w 128498"/>
              <a:gd name="csY41" fmla="*/ 102730 h 127532"/>
              <a:gd name="csX42" fmla="*/ 14628 w 128498"/>
              <a:gd name="csY42" fmla="*/ 99192 h 127532"/>
              <a:gd name="csX43" fmla="*/ 18166 w 128498"/>
              <a:gd name="csY43" fmla="*/ 95636 h 127532"/>
              <a:gd name="csX44" fmla="*/ 21722 w 128498"/>
              <a:gd name="csY44" fmla="*/ 99192 h 127532"/>
              <a:gd name="csX45" fmla="*/ 18166 w 128498"/>
              <a:gd name="csY45" fmla="*/ 102730 h 127532"/>
              <a:gd name="csX46" fmla="*/ 34125 w 128498"/>
              <a:gd name="csY46" fmla="*/ 116900 h 127532"/>
              <a:gd name="csX47" fmla="*/ 28799 w 128498"/>
              <a:gd name="csY47" fmla="*/ 111593 h 127532"/>
              <a:gd name="csX48" fmla="*/ 34125 w 128498"/>
              <a:gd name="csY48" fmla="*/ 106268 h 127532"/>
              <a:gd name="csX49" fmla="*/ 39433 w 128498"/>
              <a:gd name="csY49" fmla="*/ 111593 h 127532"/>
              <a:gd name="csX50" fmla="*/ 34125 w 128498"/>
              <a:gd name="csY50" fmla="*/ 116900 h 127532"/>
              <a:gd name="csX51" fmla="*/ 35894 w 128498"/>
              <a:gd name="csY51" fmla="*/ 95636 h 127532"/>
              <a:gd name="csX52" fmla="*/ 28799 w 128498"/>
              <a:gd name="csY52" fmla="*/ 88560 h 127532"/>
              <a:gd name="csX53" fmla="*/ 35894 w 128498"/>
              <a:gd name="csY53" fmla="*/ 81466 h 127532"/>
              <a:gd name="csX54" fmla="*/ 42989 w 128498"/>
              <a:gd name="csY54" fmla="*/ 88560 h 127532"/>
              <a:gd name="csX55" fmla="*/ 35894 w 128498"/>
              <a:gd name="csY55" fmla="*/ 95636 h 127532"/>
              <a:gd name="csX56" fmla="*/ 126814 w 128498"/>
              <a:gd name="csY56" fmla="*/ 59165 h 127532"/>
              <a:gd name="csX57" fmla="*/ 116504 w 128498"/>
              <a:gd name="csY57" fmla="*/ 41541 h 127532"/>
              <a:gd name="csX58" fmla="*/ 105802 w 128498"/>
              <a:gd name="csY58" fmla="*/ 35400 h 127532"/>
              <a:gd name="csX59" fmla="*/ 85080 w 128498"/>
              <a:gd name="csY59" fmla="*/ 35400 h 127532"/>
              <a:gd name="csX60" fmla="*/ 74361 w 128498"/>
              <a:gd name="csY60" fmla="*/ 41541 h 127532"/>
              <a:gd name="csX61" fmla="*/ 64068 w 128498"/>
              <a:gd name="csY61" fmla="*/ 59165 h 127532"/>
              <a:gd name="csX62" fmla="*/ 64068 w 128498"/>
              <a:gd name="csY62" fmla="*/ 71685 h 127532"/>
              <a:gd name="csX63" fmla="*/ 74361 w 128498"/>
              <a:gd name="csY63" fmla="*/ 89291 h 127532"/>
              <a:gd name="csX64" fmla="*/ 85080 w 128498"/>
              <a:gd name="csY64" fmla="*/ 95449 h 127532"/>
              <a:gd name="csX65" fmla="*/ 105802 w 128498"/>
              <a:gd name="csY65" fmla="*/ 95449 h 127532"/>
              <a:gd name="csX66" fmla="*/ 116521 w 128498"/>
              <a:gd name="csY66" fmla="*/ 89308 h 127532"/>
              <a:gd name="csX67" fmla="*/ 126814 w 128498"/>
              <a:gd name="csY67" fmla="*/ 71685 h 127532"/>
              <a:gd name="csX68" fmla="*/ 126814 w 128498"/>
              <a:gd name="csY68" fmla="*/ 59165 h 127532"/>
              <a:gd name="csX69" fmla="*/ 81966 w 128498"/>
              <a:gd name="csY69" fmla="*/ 70834 h 127532"/>
              <a:gd name="csX70" fmla="*/ 74889 w 128498"/>
              <a:gd name="csY70" fmla="*/ 63741 h 127532"/>
              <a:gd name="csX71" fmla="*/ 81966 w 128498"/>
              <a:gd name="csY71" fmla="*/ 56664 h 127532"/>
              <a:gd name="csX72" fmla="*/ 89061 w 128498"/>
              <a:gd name="csY72" fmla="*/ 63741 h 127532"/>
              <a:gd name="csX73" fmla="*/ 81966 w 128498"/>
              <a:gd name="csY73" fmla="*/ 70834 h 127532"/>
              <a:gd name="csX74" fmla="*/ 101464 w 128498"/>
              <a:gd name="csY74" fmla="*/ 85004 h 127532"/>
              <a:gd name="csX75" fmla="*/ 96156 w 128498"/>
              <a:gd name="csY75" fmla="*/ 79697 h 127532"/>
              <a:gd name="csX76" fmla="*/ 101464 w 128498"/>
              <a:gd name="csY76" fmla="*/ 74373 h 127532"/>
              <a:gd name="csX77" fmla="*/ 106789 w 128498"/>
              <a:gd name="csY77" fmla="*/ 79697 h 127532"/>
              <a:gd name="csX78" fmla="*/ 101464 w 128498"/>
              <a:gd name="csY78" fmla="*/ 85004 h 127532"/>
              <a:gd name="csX79" fmla="*/ 106789 w 128498"/>
              <a:gd name="csY79" fmla="*/ 60202 h 127532"/>
              <a:gd name="csX80" fmla="*/ 103233 w 128498"/>
              <a:gd name="csY80" fmla="*/ 56664 h 127532"/>
              <a:gd name="csX81" fmla="*/ 106789 w 128498"/>
              <a:gd name="csY81" fmla="*/ 53109 h 127532"/>
              <a:gd name="csX82" fmla="*/ 110328 w 128498"/>
              <a:gd name="csY82" fmla="*/ 56664 h 127532"/>
              <a:gd name="csX83" fmla="*/ 106789 w 128498"/>
              <a:gd name="csY83" fmla="*/ 60202 h 127532"/>
            </a:gdLst>
            <a:ahLst/>
            <a:cxnLst/>
            <a:rect l="l" t="t" r="r" b="b"/>
            <a:pathLst>
              <a:path w="100000" h="100000">
                <a:moveTo>
                  <a:pt x="53514" y="18950"/>
                </a:moveTo>
                <a:lnTo>
                  <a:pt x="45384" y="5128"/>
                </a:lnTo>
                <a:cubicBezTo>
                  <a:pt x="43663" y="2203"/>
                  <a:pt x="40472" y="376"/>
                  <a:pt x="37056" y="376"/>
                </a:cubicBezTo>
                <a:lnTo>
                  <a:pt x="20691" y="376"/>
                </a:lnTo>
                <a:cubicBezTo>
                  <a:pt x="17275" y="376"/>
                  <a:pt x="14071" y="2190"/>
                  <a:pt x="12350" y="5128"/>
                </a:cubicBezTo>
                <a:lnTo>
                  <a:pt x="4234" y="18950"/>
                </a:lnTo>
                <a:cubicBezTo>
                  <a:pt x="2473" y="21941"/>
                  <a:pt x="2473" y="25661"/>
                  <a:pt x="4234" y="28653"/>
                </a:cubicBezTo>
                <a:lnTo>
                  <a:pt x="12350" y="42474"/>
                </a:lnTo>
                <a:cubicBezTo>
                  <a:pt x="14071" y="45400"/>
                  <a:pt x="17275" y="47226"/>
                  <a:pt x="20691" y="47226"/>
                </a:cubicBezTo>
                <a:lnTo>
                  <a:pt x="37069" y="47226"/>
                </a:lnTo>
                <a:cubicBezTo>
                  <a:pt x="40472" y="47226"/>
                  <a:pt x="43676" y="45400"/>
                  <a:pt x="45398" y="42474"/>
                </a:cubicBezTo>
                <a:lnTo>
                  <a:pt x="53514" y="28653"/>
                </a:lnTo>
                <a:cubicBezTo>
                  <a:pt x="55275" y="25661"/>
                  <a:pt x="55275" y="21941"/>
                  <a:pt x="53514" y="18950"/>
                </a:cubicBezTo>
                <a:close/>
                <a:moveTo>
                  <a:pt x="18281" y="25158"/>
                </a:moveTo>
                <a:cubicBezTo>
                  <a:pt x="15991" y="25158"/>
                  <a:pt x="14137" y="23305"/>
                  <a:pt x="14137" y="21028"/>
                </a:cubicBezTo>
                <a:cubicBezTo>
                  <a:pt x="14137" y="18737"/>
                  <a:pt x="15991" y="16884"/>
                  <a:pt x="18281" y="16884"/>
                </a:cubicBezTo>
                <a:cubicBezTo>
                  <a:pt x="20559" y="16884"/>
                  <a:pt x="22412" y="18737"/>
                  <a:pt x="22412" y="21028"/>
                </a:cubicBezTo>
                <a:cubicBezTo>
                  <a:pt x="22412" y="23305"/>
                  <a:pt x="20559" y="25158"/>
                  <a:pt x="18281" y="25158"/>
                </a:cubicBezTo>
                <a:close/>
                <a:moveTo>
                  <a:pt x="25179" y="38952"/>
                </a:moveTo>
                <a:cubicBezTo>
                  <a:pt x="23657" y="38952"/>
                  <a:pt x="22412" y="37721"/>
                  <a:pt x="22412" y="36199"/>
                </a:cubicBezTo>
                <a:cubicBezTo>
                  <a:pt x="22412" y="34677"/>
                  <a:pt x="23657" y="33432"/>
                  <a:pt x="25179" y="33432"/>
                </a:cubicBezTo>
                <a:cubicBezTo>
                  <a:pt x="26702" y="33432"/>
                  <a:pt x="27934" y="34677"/>
                  <a:pt x="27934" y="36199"/>
                </a:cubicBezTo>
                <a:cubicBezTo>
                  <a:pt x="27934" y="37721"/>
                  <a:pt x="26702" y="38952"/>
                  <a:pt x="25179" y="38952"/>
                </a:cubicBezTo>
                <a:close/>
                <a:moveTo>
                  <a:pt x="36209" y="27925"/>
                </a:moveTo>
                <a:cubicBezTo>
                  <a:pt x="33164" y="27925"/>
                  <a:pt x="30688" y="25449"/>
                  <a:pt x="30688" y="22405"/>
                </a:cubicBezTo>
                <a:cubicBezTo>
                  <a:pt x="30688" y="19360"/>
                  <a:pt x="33164" y="16884"/>
                  <a:pt x="36209" y="16884"/>
                </a:cubicBezTo>
                <a:cubicBezTo>
                  <a:pt x="39254" y="16884"/>
                  <a:pt x="41730" y="19360"/>
                  <a:pt x="41730" y="22405"/>
                </a:cubicBezTo>
                <a:cubicBezTo>
                  <a:pt x="41730" y="25449"/>
                  <a:pt x="39254" y="27925"/>
                  <a:pt x="36209" y="27925"/>
                </a:cubicBezTo>
                <a:close/>
                <a:moveTo>
                  <a:pt x="50217" y="71373"/>
                </a:moveTo>
                <a:lnTo>
                  <a:pt x="42194" y="57632"/>
                </a:lnTo>
                <a:cubicBezTo>
                  <a:pt x="40472" y="54693"/>
                  <a:pt x="37281" y="52853"/>
                  <a:pt x="33852" y="52853"/>
                </a:cubicBezTo>
                <a:lnTo>
                  <a:pt x="17673" y="52853"/>
                </a:lnTo>
                <a:cubicBezTo>
                  <a:pt x="14256" y="52853"/>
                  <a:pt x="11066" y="54693"/>
                  <a:pt x="9344" y="57632"/>
                </a:cubicBezTo>
                <a:lnTo>
                  <a:pt x="1321" y="71373"/>
                </a:lnTo>
                <a:cubicBezTo>
                  <a:pt x="-440" y="74379"/>
                  <a:pt x="-440" y="78098"/>
                  <a:pt x="1321" y="81117"/>
                </a:cubicBezTo>
                <a:lnTo>
                  <a:pt x="9344" y="94845"/>
                </a:lnTo>
                <a:cubicBezTo>
                  <a:pt x="11066" y="97798"/>
                  <a:pt x="14256" y="99624"/>
                  <a:pt x="17686" y="99624"/>
                </a:cubicBezTo>
                <a:lnTo>
                  <a:pt x="33852" y="99624"/>
                </a:lnTo>
                <a:cubicBezTo>
                  <a:pt x="37281" y="99624"/>
                  <a:pt x="40472" y="97798"/>
                  <a:pt x="42194" y="94845"/>
                </a:cubicBezTo>
                <a:lnTo>
                  <a:pt x="50217" y="81117"/>
                </a:lnTo>
                <a:cubicBezTo>
                  <a:pt x="51978" y="78098"/>
                  <a:pt x="51978" y="74379"/>
                  <a:pt x="50217" y="71373"/>
                </a:cubicBezTo>
                <a:close/>
                <a:moveTo>
                  <a:pt x="14137" y="80323"/>
                </a:moveTo>
                <a:cubicBezTo>
                  <a:pt x="12615" y="80323"/>
                  <a:pt x="11384" y="79092"/>
                  <a:pt x="11384" y="77569"/>
                </a:cubicBezTo>
                <a:cubicBezTo>
                  <a:pt x="11384" y="76046"/>
                  <a:pt x="12615" y="74802"/>
                  <a:pt x="14137" y="74802"/>
                </a:cubicBezTo>
                <a:cubicBezTo>
                  <a:pt x="15660" y="74802"/>
                  <a:pt x="16905" y="76046"/>
                  <a:pt x="16905" y="77569"/>
                </a:cubicBezTo>
                <a:cubicBezTo>
                  <a:pt x="16905" y="79092"/>
                  <a:pt x="15660" y="80323"/>
                  <a:pt x="14137" y="80323"/>
                </a:cubicBezTo>
                <a:close/>
                <a:moveTo>
                  <a:pt x="26557" y="91350"/>
                </a:moveTo>
                <a:cubicBezTo>
                  <a:pt x="24267" y="91350"/>
                  <a:pt x="22412" y="89497"/>
                  <a:pt x="22412" y="87220"/>
                </a:cubicBezTo>
                <a:cubicBezTo>
                  <a:pt x="22412" y="84930"/>
                  <a:pt x="24267" y="83076"/>
                  <a:pt x="26557" y="83076"/>
                </a:cubicBezTo>
                <a:cubicBezTo>
                  <a:pt x="28834" y="83076"/>
                  <a:pt x="30688" y="84930"/>
                  <a:pt x="30688" y="87220"/>
                </a:cubicBezTo>
                <a:cubicBezTo>
                  <a:pt x="30688" y="89497"/>
                  <a:pt x="28834" y="91350"/>
                  <a:pt x="26557" y="91350"/>
                </a:cubicBezTo>
                <a:close/>
                <a:moveTo>
                  <a:pt x="27934" y="74802"/>
                </a:moveTo>
                <a:cubicBezTo>
                  <a:pt x="24888" y="74802"/>
                  <a:pt x="22412" y="72340"/>
                  <a:pt x="22412" y="69295"/>
                </a:cubicBezTo>
                <a:cubicBezTo>
                  <a:pt x="22412" y="66250"/>
                  <a:pt x="24888" y="63775"/>
                  <a:pt x="27934" y="63775"/>
                </a:cubicBezTo>
                <a:cubicBezTo>
                  <a:pt x="30979" y="63775"/>
                  <a:pt x="33455" y="66250"/>
                  <a:pt x="33455" y="69295"/>
                </a:cubicBezTo>
                <a:cubicBezTo>
                  <a:pt x="33455" y="72340"/>
                  <a:pt x="30979" y="74802"/>
                  <a:pt x="27934" y="74802"/>
                </a:cubicBezTo>
                <a:close/>
                <a:moveTo>
                  <a:pt x="98689" y="46419"/>
                </a:moveTo>
                <a:lnTo>
                  <a:pt x="90666" y="32704"/>
                </a:lnTo>
                <a:cubicBezTo>
                  <a:pt x="88945" y="29752"/>
                  <a:pt x="85754" y="27925"/>
                  <a:pt x="82337" y="27925"/>
                </a:cubicBezTo>
                <a:lnTo>
                  <a:pt x="66211" y="27925"/>
                </a:lnTo>
                <a:cubicBezTo>
                  <a:pt x="62782" y="27925"/>
                  <a:pt x="59591" y="29752"/>
                  <a:pt x="57869" y="32704"/>
                </a:cubicBezTo>
                <a:lnTo>
                  <a:pt x="49859" y="46419"/>
                </a:lnTo>
                <a:cubicBezTo>
                  <a:pt x="48099" y="49424"/>
                  <a:pt x="48099" y="53157"/>
                  <a:pt x="49859" y="56163"/>
                </a:cubicBezTo>
                <a:lnTo>
                  <a:pt x="57869" y="69864"/>
                </a:lnTo>
                <a:cubicBezTo>
                  <a:pt x="59591" y="72817"/>
                  <a:pt x="62782" y="74656"/>
                  <a:pt x="66211" y="74656"/>
                </a:cubicBezTo>
                <a:lnTo>
                  <a:pt x="82337" y="74656"/>
                </a:lnTo>
                <a:cubicBezTo>
                  <a:pt x="85754" y="74656"/>
                  <a:pt x="88945" y="72817"/>
                  <a:pt x="90679" y="69877"/>
                </a:cubicBezTo>
                <a:lnTo>
                  <a:pt x="98689" y="56163"/>
                </a:lnTo>
                <a:cubicBezTo>
                  <a:pt x="100437" y="53144"/>
                  <a:pt x="100437" y="49424"/>
                  <a:pt x="98689" y="46419"/>
                </a:cubicBezTo>
                <a:close/>
                <a:moveTo>
                  <a:pt x="63788" y="55500"/>
                </a:moveTo>
                <a:cubicBezTo>
                  <a:pt x="60743" y="55500"/>
                  <a:pt x="58280" y="53038"/>
                  <a:pt x="58280" y="49981"/>
                </a:cubicBezTo>
                <a:cubicBezTo>
                  <a:pt x="58280" y="46935"/>
                  <a:pt x="60743" y="44473"/>
                  <a:pt x="63788" y="44473"/>
                </a:cubicBezTo>
                <a:cubicBezTo>
                  <a:pt x="66834" y="44473"/>
                  <a:pt x="69309" y="46935"/>
                  <a:pt x="69309" y="49981"/>
                </a:cubicBezTo>
                <a:cubicBezTo>
                  <a:pt x="69309" y="53038"/>
                  <a:pt x="66834" y="55500"/>
                  <a:pt x="63788" y="55500"/>
                </a:cubicBezTo>
                <a:close/>
                <a:moveTo>
                  <a:pt x="78962" y="66528"/>
                </a:moveTo>
                <a:cubicBezTo>
                  <a:pt x="76684" y="66528"/>
                  <a:pt x="74831" y="64675"/>
                  <a:pt x="74831" y="62398"/>
                </a:cubicBezTo>
                <a:cubicBezTo>
                  <a:pt x="74831" y="60108"/>
                  <a:pt x="76684" y="58255"/>
                  <a:pt x="78962" y="58255"/>
                </a:cubicBezTo>
                <a:cubicBezTo>
                  <a:pt x="81252" y="58255"/>
                  <a:pt x="83106" y="60108"/>
                  <a:pt x="83106" y="62398"/>
                </a:cubicBezTo>
                <a:cubicBezTo>
                  <a:pt x="83106" y="64675"/>
                  <a:pt x="81252" y="66528"/>
                  <a:pt x="78962" y="66528"/>
                </a:cubicBezTo>
                <a:close/>
                <a:moveTo>
                  <a:pt x="83106" y="47226"/>
                </a:moveTo>
                <a:cubicBezTo>
                  <a:pt x="81583" y="47226"/>
                  <a:pt x="80338" y="45995"/>
                  <a:pt x="80338" y="44473"/>
                </a:cubicBezTo>
                <a:cubicBezTo>
                  <a:pt x="80338" y="42951"/>
                  <a:pt x="81583" y="41706"/>
                  <a:pt x="83106" y="41706"/>
                </a:cubicBezTo>
                <a:cubicBezTo>
                  <a:pt x="84628" y="41706"/>
                  <a:pt x="85860" y="42951"/>
                  <a:pt x="85860" y="44473"/>
                </a:cubicBezTo>
                <a:cubicBezTo>
                  <a:pt x="85860" y="45995"/>
                  <a:pt x="84628" y="47226"/>
                  <a:pt x="83106" y="4722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7" name="Чёрный — SVG 4">
            <a:extLst>
              <a:ext uri="{FF2B5EF4-FFF2-40B4-BE49-F238E27FC236}">
                <a16:creationId xmlns:a16="http://schemas.microsoft.com/office/drawing/2014/main" id="{AD374F35-5969-FF41-BE49-60EDEB43D38F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166340 w 170132"/>
              <a:gd name="csY0" fmla="*/ 21485 h 170111"/>
              <a:gd name="csX1" fmla="*/ 124381 w 170132"/>
              <a:gd name="csY1" fmla="*/ 8948 h 170111"/>
              <a:gd name="csX2" fmla="*/ 92662 w 170132"/>
              <a:gd name="csY2" fmla="*/ 18457 h 170111"/>
              <a:gd name="csX3" fmla="*/ 88611 w 170132"/>
              <a:gd name="csY3" fmla="*/ 23271 h 170111"/>
              <a:gd name="csX4" fmla="*/ 88611 w 170132"/>
              <a:gd name="csY4" fmla="*/ 16977 h 170111"/>
              <a:gd name="csX5" fmla="*/ 93927 w 170132"/>
              <a:gd name="csY5" fmla="*/ 8863 h 170111"/>
              <a:gd name="csX6" fmla="*/ 85066 w 170132"/>
              <a:gd name="csY6" fmla="*/ 0 h 170111"/>
              <a:gd name="csX7" fmla="*/ 76205 w 170132"/>
              <a:gd name="csY7" fmla="*/ 8863 h 170111"/>
              <a:gd name="csX8" fmla="*/ 81522 w 170132"/>
              <a:gd name="csY8" fmla="*/ 16977 h 170111"/>
              <a:gd name="csX9" fmla="*/ 81522 w 170132"/>
              <a:gd name="csY9" fmla="*/ 23271 h 170111"/>
              <a:gd name="csX10" fmla="*/ 77471 w 170132"/>
              <a:gd name="csY10" fmla="*/ 18440 h 170111"/>
              <a:gd name="csX11" fmla="*/ 45751 w 170132"/>
              <a:gd name="csY11" fmla="*/ 8931 h 170111"/>
              <a:gd name="csX12" fmla="*/ 3792 w 170132"/>
              <a:gd name="csY12" fmla="*/ 21485 h 170111"/>
              <a:gd name="csX13" fmla="*/ 21 w 170132"/>
              <a:gd name="csY13" fmla="*/ 26112 h 170111"/>
              <a:gd name="csX14" fmla="*/ 2938 w 170132"/>
              <a:gd name="csY14" fmla="*/ 31335 h 170111"/>
              <a:gd name="csX15" fmla="*/ 55187 w 170132"/>
              <a:gd name="csY15" fmla="*/ 42409 h 170111"/>
              <a:gd name="csX16" fmla="*/ 81522 w 170132"/>
              <a:gd name="csY16" fmla="*/ 39483 h 170111"/>
              <a:gd name="csX17" fmla="*/ 81522 w 170132"/>
              <a:gd name="csY17" fmla="*/ 67347 h 170111"/>
              <a:gd name="csX18" fmla="*/ 58891 w 170132"/>
              <a:gd name="csY18" fmla="*/ 70290 h 170111"/>
              <a:gd name="csX19" fmla="*/ 52305 w 170132"/>
              <a:gd name="csY19" fmla="*/ 68963 h 170111"/>
              <a:gd name="csX20" fmla="*/ 49636 w 170132"/>
              <a:gd name="csY20" fmla="*/ 64251 h 170111"/>
              <a:gd name="csX21" fmla="*/ 51543 w 170132"/>
              <a:gd name="csY21" fmla="*/ 58943 h 170111"/>
              <a:gd name="csX22" fmla="*/ 52830 w 170132"/>
              <a:gd name="csY22" fmla="*/ 57872 h 170111"/>
              <a:gd name="csX23" fmla="*/ 62027 w 170132"/>
              <a:gd name="csY23" fmla="*/ 60253 h 170111"/>
              <a:gd name="csX24" fmla="*/ 74433 w 170132"/>
              <a:gd name="csY24" fmla="*/ 53160 h 170111"/>
              <a:gd name="csX25" fmla="*/ 63800 w 170132"/>
              <a:gd name="csY25" fmla="*/ 46168 h 170111"/>
              <a:gd name="csX26" fmla="*/ 63800 w 170132"/>
              <a:gd name="csY26" fmla="*/ 46066 h 170111"/>
              <a:gd name="csX27" fmla="*/ 56711 w 170132"/>
              <a:gd name="csY27" fmla="*/ 46066 h 170111"/>
              <a:gd name="csX28" fmla="*/ 43791 w 170132"/>
              <a:gd name="csY28" fmla="*/ 51663 h 170111"/>
              <a:gd name="csX29" fmla="*/ 39020 w 170132"/>
              <a:gd name="csY29" fmla="*/ 64914 h 170111"/>
              <a:gd name="csX30" fmla="*/ 45996 w 170132"/>
              <a:gd name="csY30" fmla="*/ 77520 h 170111"/>
              <a:gd name="csX31" fmla="*/ 61010 w 170132"/>
              <a:gd name="csY31" fmla="*/ 80701 h 170111"/>
              <a:gd name="csX32" fmla="*/ 60255 w 170132"/>
              <a:gd name="csY32" fmla="*/ 85056 h 170111"/>
              <a:gd name="csX33" fmla="*/ 68769 w 170132"/>
              <a:gd name="csY33" fmla="*/ 98494 h 170111"/>
              <a:gd name="csX34" fmla="*/ 63800 w 170132"/>
              <a:gd name="csY34" fmla="*/ 109858 h 170111"/>
              <a:gd name="csX35" fmla="*/ 69903 w 170132"/>
              <a:gd name="csY35" fmla="*/ 122259 h 170111"/>
              <a:gd name="csX36" fmla="*/ 63800 w 170132"/>
              <a:gd name="csY36" fmla="*/ 134677 h 170111"/>
              <a:gd name="csX37" fmla="*/ 69375 w 170132"/>
              <a:gd name="csY37" fmla="*/ 146585 h 170111"/>
              <a:gd name="csX38" fmla="*/ 63800 w 170132"/>
              <a:gd name="csY38" fmla="*/ 157710 h 170111"/>
              <a:gd name="csX39" fmla="*/ 69116 w 170132"/>
              <a:gd name="csY39" fmla="*/ 163018 h 170111"/>
              <a:gd name="csX40" fmla="*/ 74433 w 170132"/>
              <a:gd name="csY40" fmla="*/ 157710 h 170111"/>
              <a:gd name="csX41" fmla="*/ 81522 w 170132"/>
              <a:gd name="csY41" fmla="*/ 152573 h 170111"/>
              <a:gd name="csX42" fmla="*/ 81522 w 170132"/>
              <a:gd name="csY42" fmla="*/ 166573 h 170111"/>
              <a:gd name="csX43" fmla="*/ 85066 w 170132"/>
              <a:gd name="csY43" fmla="*/ 170111 h 170111"/>
              <a:gd name="csX44" fmla="*/ 88611 w 170132"/>
              <a:gd name="csY44" fmla="*/ 166573 h 170111"/>
              <a:gd name="csX45" fmla="*/ 88611 w 170132"/>
              <a:gd name="csY45" fmla="*/ 152794 h 170111"/>
              <a:gd name="csX46" fmla="*/ 95700 w 170132"/>
              <a:gd name="csY46" fmla="*/ 157710 h 170111"/>
              <a:gd name="csX47" fmla="*/ 101016 w 170132"/>
              <a:gd name="csY47" fmla="*/ 163018 h 170111"/>
              <a:gd name="csX48" fmla="*/ 106333 w 170132"/>
              <a:gd name="csY48" fmla="*/ 157710 h 170111"/>
              <a:gd name="csX49" fmla="*/ 100623 w 170132"/>
              <a:gd name="csY49" fmla="*/ 146721 h 170111"/>
              <a:gd name="csX50" fmla="*/ 106333 w 170132"/>
              <a:gd name="csY50" fmla="*/ 134677 h 170111"/>
              <a:gd name="csX51" fmla="*/ 100230 w 170132"/>
              <a:gd name="csY51" fmla="*/ 122259 h 170111"/>
              <a:gd name="csX52" fmla="*/ 106333 w 170132"/>
              <a:gd name="csY52" fmla="*/ 109858 h 170111"/>
              <a:gd name="csX53" fmla="*/ 101364 w 170132"/>
              <a:gd name="csY53" fmla="*/ 98494 h 170111"/>
              <a:gd name="csX54" fmla="*/ 109878 w 170132"/>
              <a:gd name="csY54" fmla="*/ 85056 h 170111"/>
              <a:gd name="csX55" fmla="*/ 108832 w 170132"/>
              <a:gd name="csY55" fmla="*/ 79884 h 170111"/>
              <a:gd name="csX56" fmla="*/ 112281 w 170132"/>
              <a:gd name="csY56" fmla="*/ 80632 h 170111"/>
              <a:gd name="csX57" fmla="*/ 127681 w 170132"/>
              <a:gd name="csY57" fmla="*/ 77520 h 170111"/>
              <a:gd name="csX58" fmla="*/ 134657 w 170132"/>
              <a:gd name="csY58" fmla="*/ 64914 h 170111"/>
              <a:gd name="csX59" fmla="*/ 129886 w 170132"/>
              <a:gd name="csY59" fmla="*/ 51663 h 170111"/>
              <a:gd name="csX60" fmla="*/ 116967 w 170132"/>
              <a:gd name="csY60" fmla="*/ 46066 h 170111"/>
              <a:gd name="csX61" fmla="*/ 109878 w 170132"/>
              <a:gd name="csY61" fmla="*/ 46066 h 170111"/>
              <a:gd name="csX62" fmla="*/ 109878 w 170132"/>
              <a:gd name="csY62" fmla="*/ 46168 h 170111"/>
              <a:gd name="csX63" fmla="*/ 99244 w 170132"/>
              <a:gd name="csY63" fmla="*/ 53160 h 170111"/>
              <a:gd name="csX64" fmla="*/ 111650 w 170132"/>
              <a:gd name="csY64" fmla="*/ 60253 h 170111"/>
              <a:gd name="csX65" fmla="*/ 120848 w 170132"/>
              <a:gd name="csY65" fmla="*/ 57872 h 170111"/>
              <a:gd name="csX66" fmla="*/ 122134 w 170132"/>
              <a:gd name="csY66" fmla="*/ 58943 h 170111"/>
              <a:gd name="csX67" fmla="*/ 124041 w 170132"/>
              <a:gd name="csY67" fmla="*/ 64251 h 170111"/>
              <a:gd name="csX68" fmla="*/ 121372 w 170132"/>
              <a:gd name="csY68" fmla="*/ 68963 h 170111"/>
              <a:gd name="csX69" fmla="*/ 114787 w 170132"/>
              <a:gd name="csY69" fmla="*/ 70290 h 170111"/>
              <a:gd name="csX70" fmla="*/ 88611 w 170132"/>
              <a:gd name="csY70" fmla="*/ 67364 h 170111"/>
              <a:gd name="csX71" fmla="*/ 88611 w 170132"/>
              <a:gd name="csY71" fmla="*/ 39483 h 170111"/>
              <a:gd name="csX72" fmla="*/ 114946 w 170132"/>
              <a:gd name="csY72" fmla="*/ 42409 h 170111"/>
              <a:gd name="csX73" fmla="*/ 167194 w 170132"/>
              <a:gd name="csY73" fmla="*/ 31335 h 170111"/>
              <a:gd name="csX74" fmla="*/ 170112 w 170132"/>
              <a:gd name="csY74" fmla="*/ 26112 h 170111"/>
              <a:gd name="csX75" fmla="*/ 166340 w 170132"/>
              <a:gd name="csY75" fmla="*/ 21485 h 170111"/>
              <a:gd name="csX76" fmla="*/ 81522 w 170132"/>
              <a:gd name="csY76" fmla="*/ 141311 h 170111"/>
              <a:gd name="csX77" fmla="*/ 74433 w 170132"/>
              <a:gd name="csY77" fmla="*/ 134677 h 170111"/>
              <a:gd name="csX78" fmla="*/ 81522 w 170132"/>
              <a:gd name="csY78" fmla="*/ 128026 h 170111"/>
              <a:gd name="csX79" fmla="*/ 81522 w 170132"/>
              <a:gd name="csY79" fmla="*/ 141311 h 170111"/>
              <a:gd name="csX80" fmla="*/ 88611 w 170132"/>
              <a:gd name="csY80" fmla="*/ 128026 h 170111"/>
              <a:gd name="csX81" fmla="*/ 95700 w 170132"/>
              <a:gd name="csY81" fmla="*/ 134677 h 170111"/>
              <a:gd name="csX82" fmla="*/ 88611 w 170132"/>
              <a:gd name="csY82" fmla="*/ 141311 h 170111"/>
              <a:gd name="csX83" fmla="*/ 88611 w 170132"/>
              <a:gd name="csY83" fmla="*/ 128026 h 170111"/>
              <a:gd name="csX84" fmla="*/ 81522 w 170132"/>
              <a:gd name="csY84" fmla="*/ 116509 h 170111"/>
              <a:gd name="csX85" fmla="*/ 74433 w 170132"/>
              <a:gd name="csY85" fmla="*/ 109858 h 170111"/>
              <a:gd name="csX86" fmla="*/ 81522 w 170132"/>
              <a:gd name="csY86" fmla="*/ 103223 h 170111"/>
              <a:gd name="csX87" fmla="*/ 81522 w 170132"/>
              <a:gd name="csY87" fmla="*/ 116509 h 170111"/>
              <a:gd name="csX88" fmla="*/ 88611 w 170132"/>
              <a:gd name="csY88" fmla="*/ 103223 h 170111"/>
              <a:gd name="csX89" fmla="*/ 95700 w 170132"/>
              <a:gd name="csY89" fmla="*/ 109858 h 170111"/>
              <a:gd name="csX90" fmla="*/ 88611 w 170132"/>
              <a:gd name="csY90" fmla="*/ 116509 h 170111"/>
              <a:gd name="csX91" fmla="*/ 88611 w 170132"/>
              <a:gd name="csY91" fmla="*/ 103223 h 170111"/>
              <a:gd name="csX92" fmla="*/ 77481 w 170132"/>
              <a:gd name="csY92" fmla="*/ 79221 h 170111"/>
              <a:gd name="csX93" fmla="*/ 81522 w 170132"/>
              <a:gd name="csY93" fmla="*/ 78540 h 170111"/>
              <a:gd name="csX94" fmla="*/ 81522 w 170132"/>
              <a:gd name="csY94" fmla="*/ 91860 h 170111"/>
              <a:gd name="csX95" fmla="*/ 70888 w 170132"/>
              <a:gd name="csY95" fmla="*/ 85056 h 170111"/>
              <a:gd name="csX96" fmla="*/ 77481 w 170132"/>
              <a:gd name="csY96" fmla="*/ 79221 h 170111"/>
              <a:gd name="csX97" fmla="*/ 88611 w 170132"/>
              <a:gd name="csY97" fmla="*/ 78472 h 170111"/>
              <a:gd name="csX98" fmla="*/ 92329 w 170132"/>
              <a:gd name="csY98" fmla="*/ 79119 h 170111"/>
              <a:gd name="csX99" fmla="*/ 99244 w 170132"/>
              <a:gd name="csY99" fmla="*/ 85056 h 170111"/>
              <a:gd name="csX100" fmla="*/ 88611 w 170132"/>
              <a:gd name="csY100" fmla="*/ 91860 h 170111"/>
              <a:gd name="csX101" fmla="*/ 88611 w 170132"/>
              <a:gd name="csY101" fmla="*/ 78472 h 170111"/>
            </a:gdLst>
            <a:ahLst/>
            <a:cxnLst/>
            <a:rect l="l" t="t" r="r" b="b"/>
            <a:pathLst>
              <a:path w="100000" h="100000">
                <a:moveTo>
                  <a:pt x="97771" y="12635"/>
                </a:moveTo>
                <a:lnTo>
                  <a:pt x="73109" y="5266"/>
                </a:lnTo>
                <a:cubicBezTo>
                  <a:pt x="66323" y="3236"/>
                  <a:pt x="59009" y="5425"/>
                  <a:pt x="54465" y="10855"/>
                </a:cubicBezTo>
                <a:lnTo>
                  <a:pt x="52084" y="13684"/>
                </a:lnTo>
                <a:lnTo>
                  <a:pt x="52084" y="9985"/>
                </a:lnTo>
                <a:cubicBezTo>
                  <a:pt x="53921" y="9175"/>
                  <a:pt x="55208" y="7345"/>
                  <a:pt x="55208" y="5216"/>
                </a:cubicBezTo>
                <a:cubicBezTo>
                  <a:pt x="55208" y="2336"/>
                  <a:pt x="52877" y="6"/>
                  <a:pt x="50000" y="6"/>
                </a:cubicBezTo>
                <a:cubicBezTo>
                  <a:pt x="47123" y="6"/>
                  <a:pt x="44792" y="2336"/>
                  <a:pt x="44792" y="5216"/>
                </a:cubicBezTo>
                <a:cubicBezTo>
                  <a:pt x="44792" y="7345"/>
                  <a:pt x="46080" y="9175"/>
                  <a:pt x="47917" y="9985"/>
                </a:cubicBezTo>
                <a:lnTo>
                  <a:pt x="47917" y="13684"/>
                </a:lnTo>
                <a:lnTo>
                  <a:pt x="45536" y="10845"/>
                </a:lnTo>
                <a:cubicBezTo>
                  <a:pt x="40990" y="5425"/>
                  <a:pt x="33667" y="3236"/>
                  <a:pt x="26891" y="5256"/>
                </a:cubicBezTo>
                <a:lnTo>
                  <a:pt x="2229" y="12635"/>
                </a:lnTo>
                <a:cubicBezTo>
                  <a:pt x="1000" y="13004"/>
                  <a:pt x="122" y="14085"/>
                  <a:pt x="12" y="15354"/>
                </a:cubicBezTo>
                <a:cubicBezTo>
                  <a:pt x="-101" y="16634"/>
                  <a:pt x="581" y="17854"/>
                  <a:pt x="1727" y="18424"/>
                </a:cubicBezTo>
                <a:cubicBezTo>
                  <a:pt x="2410" y="18764"/>
                  <a:pt x="15002" y="24933"/>
                  <a:pt x="32438" y="24933"/>
                </a:cubicBezTo>
                <a:cubicBezTo>
                  <a:pt x="37271" y="24933"/>
                  <a:pt x="42490" y="24413"/>
                  <a:pt x="47917" y="23213"/>
                </a:cubicBezTo>
                <a:lnTo>
                  <a:pt x="47917" y="39591"/>
                </a:lnTo>
                <a:cubicBezTo>
                  <a:pt x="41936" y="39561"/>
                  <a:pt x="36881" y="40771"/>
                  <a:pt x="34615" y="41321"/>
                </a:cubicBezTo>
                <a:cubicBezTo>
                  <a:pt x="33285" y="41641"/>
                  <a:pt x="31842" y="41351"/>
                  <a:pt x="30744" y="40541"/>
                </a:cubicBezTo>
                <a:cubicBezTo>
                  <a:pt x="30198" y="40141"/>
                  <a:pt x="29267" y="39252"/>
                  <a:pt x="29175" y="37772"/>
                </a:cubicBezTo>
                <a:cubicBezTo>
                  <a:pt x="29102" y="36602"/>
                  <a:pt x="29500" y="35492"/>
                  <a:pt x="30296" y="34652"/>
                </a:cubicBezTo>
                <a:cubicBezTo>
                  <a:pt x="30525" y="34402"/>
                  <a:pt x="30781" y="34202"/>
                  <a:pt x="31052" y="34022"/>
                </a:cubicBezTo>
                <a:cubicBezTo>
                  <a:pt x="32387" y="34872"/>
                  <a:pt x="34304" y="35422"/>
                  <a:pt x="36458" y="35422"/>
                </a:cubicBezTo>
                <a:cubicBezTo>
                  <a:pt x="40486" y="35422"/>
                  <a:pt x="43750" y="33552"/>
                  <a:pt x="43750" y="31252"/>
                </a:cubicBezTo>
                <a:cubicBezTo>
                  <a:pt x="43750" y="29152"/>
                  <a:pt x="41029" y="27433"/>
                  <a:pt x="37500" y="27143"/>
                </a:cubicBezTo>
                <a:lnTo>
                  <a:pt x="37500" y="27083"/>
                </a:lnTo>
                <a:lnTo>
                  <a:pt x="33334" y="27083"/>
                </a:lnTo>
                <a:cubicBezTo>
                  <a:pt x="30469" y="27083"/>
                  <a:pt x="27702" y="28282"/>
                  <a:pt x="25739" y="30373"/>
                </a:cubicBezTo>
                <a:cubicBezTo>
                  <a:pt x="23750" y="32492"/>
                  <a:pt x="22754" y="35252"/>
                  <a:pt x="22935" y="38161"/>
                </a:cubicBezTo>
                <a:cubicBezTo>
                  <a:pt x="23119" y="41091"/>
                  <a:pt x="24614" y="43791"/>
                  <a:pt x="27035" y="45571"/>
                </a:cubicBezTo>
                <a:cubicBezTo>
                  <a:pt x="29579" y="47451"/>
                  <a:pt x="32777" y="48121"/>
                  <a:pt x="35860" y="47441"/>
                </a:cubicBezTo>
                <a:cubicBezTo>
                  <a:pt x="35581" y="48260"/>
                  <a:pt x="35417" y="49110"/>
                  <a:pt x="35417" y="50000"/>
                </a:cubicBezTo>
                <a:cubicBezTo>
                  <a:pt x="35417" y="53200"/>
                  <a:pt x="37344" y="56009"/>
                  <a:pt x="40421" y="57899"/>
                </a:cubicBezTo>
                <a:cubicBezTo>
                  <a:pt x="38600" y="59709"/>
                  <a:pt x="37500" y="62039"/>
                  <a:pt x="37500" y="64578"/>
                </a:cubicBezTo>
                <a:cubicBezTo>
                  <a:pt x="37500" y="67418"/>
                  <a:pt x="38873" y="69988"/>
                  <a:pt x="41088" y="71867"/>
                </a:cubicBezTo>
                <a:cubicBezTo>
                  <a:pt x="38873" y="73757"/>
                  <a:pt x="37500" y="76327"/>
                  <a:pt x="37500" y="79166"/>
                </a:cubicBezTo>
                <a:cubicBezTo>
                  <a:pt x="37500" y="81866"/>
                  <a:pt x="38748" y="84316"/>
                  <a:pt x="40777" y="86166"/>
                </a:cubicBezTo>
                <a:cubicBezTo>
                  <a:pt x="38479" y="88135"/>
                  <a:pt x="37500" y="90725"/>
                  <a:pt x="37500" y="92705"/>
                </a:cubicBezTo>
                <a:cubicBezTo>
                  <a:pt x="37500" y="94425"/>
                  <a:pt x="38900" y="95825"/>
                  <a:pt x="40625" y="95825"/>
                </a:cubicBezTo>
                <a:cubicBezTo>
                  <a:pt x="42350" y="95825"/>
                  <a:pt x="43750" y="94425"/>
                  <a:pt x="43750" y="92705"/>
                </a:cubicBezTo>
                <a:cubicBezTo>
                  <a:pt x="43750" y="92675"/>
                  <a:pt x="43958" y="90225"/>
                  <a:pt x="47917" y="89685"/>
                </a:cubicBezTo>
                <a:lnTo>
                  <a:pt x="47917" y="97914"/>
                </a:lnTo>
                <a:cubicBezTo>
                  <a:pt x="47917" y="99064"/>
                  <a:pt x="48848" y="99994"/>
                  <a:pt x="50000" y="99994"/>
                </a:cubicBezTo>
                <a:cubicBezTo>
                  <a:pt x="51152" y="99994"/>
                  <a:pt x="52084" y="99064"/>
                  <a:pt x="52084" y="97914"/>
                </a:cubicBezTo>
                <a:lnTo>
                  <a:pt x="52084" y="89815"/>
                </a:lnTo>
                <a:cubicBezTo>
                  <a:pt x="55440" y="90425"/>
                  <a:pt x="56250" y="92165"/>
                  <a:pt x="56250" y="92705"/>
                </a:cubicBezTo>
                <a:cubicBezTo>
                  <a:pt x="56250" y="94425"/>
                  <a:pt x="57651" y="95825"/>
                  <a:pt x="59375" y="95825"/>
                </a:cubicBezTo>
                <a:cubicBezTo>
                  <a:pt x="61100" y="95825"/>
                  <a:pt x="62500" y="94425"/>
                  <a:pt x="62500" y="92705"/>
                </a:cubicBezTo>
                <a:cubicBezTo>
                  <a:pt x="62500" y="90695"/>
                  <a:pt x="61505" y="88165"/>
                  <a:pt x="59144" y="86246"/>
                </a:cubicBezTo>
                <a:cubicBezTo>
                  <a:pt x="61219" y="84386"/>
                  <a:pt x="62500" y="81896"/>
                  <a:pt x="62500" y="79166"/>
                </a:cubicBezTo>
                <a:cubicBezTo>
                  <a:pt x="62500" y="76327"/>
                  <a:pt x="61127" y="73757"/>
                  <a:pt x="58913" y="71867"/>
                </a:cubicBezTo>
                <a:cubicBezTo>
                  <a:pt x="61127" y="69988"/>
                  <a:pt x="62500" y="67418"/>
                  <a:pt x="62500" y="64578"/>
                </a:cubicBezTo>
                <a:cubicBezTo>
                  <a:pt x="62500" y="62039"/>
                  <a:pt x="61401" y="59709"/>
                  <a:pt x="59580" y="57899"/>
                </a:cubicBezTo>
                <a:cubicBezTo>
                  <a:pt x="62657" y="56009"/>
                  <a:pt x="64584" y="53200"/>
                  <a:pt x="64584" y="50000"/>
                </a:cubicBezTo>
                <a:cubicBezTo>
                  <a:pt x="64584" y="48940"/>
                  <a:pt x="64367" y="47920"/>
                  <a:pt x="63969" y="46960"/>
                </a:cubicBezTo>
                <a:cubicBezTo>
                  <a:pt x="64880" y="47140"/>
                  <a:pt x="65590" y="47301"/>
                  <a:pt x="65996" y="47400"/>
                </a:cubicBezTo>
                <a:cubicBezTo>
                  <a:pt x="69134" y="48150"/>
                  <a:pt x="72442" y="47500"/>
                  <a:pt x="75048" y="45571"/>
                </a:cubicBezTo>
                <a:cubicBezTo>
                  <a:pt x="77469" y="43791"/>
                  <a:pt x="78965" y="41091"/>
                  <a:pt x="79149" y="38161"/>
                </a:cubicBezTo>
                <a:cubicBezTo>
                  <a:pt x="79330" y="35252"/>
                  <a:pt x="78334" y="32482"/>
                  <a:pt x="76344" y="30373"/>
                </a:cubicBezTo>
                <a:cubicBezTo>
                  <a:pt x="74382" y="28282"/>
                  <a:pt x="71615" y="27083"/>
                  <a:pt x="68751" y="27083"/>
                </a:cubicBezTo>
                <a:lnTo>
                  <a:pt x="64584" y="27083"/>
                </a:lnTo>
                <a:lnTo>
                  <a:pt x="64584" y="27143"/>
                </a:lnTo>
                <a:cubicBezTo>
                  <a:pt x="61054" y="27443"/>
                  <a:pt x="58334" y="29152"/>
                  <a:pt x="58334" y="31252"/>
                </a:cubicBezTo>
                <a:cubicBezTo>
                  <a:pt x="58334" y="33552"/>
                  <a:pt x="61598" y="35422"/>
                  <a:pt x="65626" y="35422"/>
                </a:cubicBezTo>
                <a:cubicBezTo>
                  <a:pt x="67780" y="35422"/>
                  <a:pt x="69696" y="34872"/>
                  <a:pt x="71032" y="34022"/>
                </a:cubicBezTo>
                <a:cubicBezTo>
                  <a:pt x="71302" y="34202"/>
                  <a:pt x="71559" y="34402"/>
                  <a:pt x="71788" y="34652"/>
                </a:cubicBezTo>
                <a:cubicBezTo>
                  <a:pt x="72584" y="35492"/>
                  <a:pt x="72982" y="36602"/>
                  <a:pt x="72909" y="37772"/>
                </a:cubicBezTo>
                <a:cubicBezTo>
                  <a:pt x="72817" y="39252"/>
                  <a:pt x="71886" y="40141"/>
                  <a:pt x="71340" y="40541"/>
                </a:cubicBezTo>
                <a:cubicBezTo>
                  <a:pt x="70244" y="41351"/>
                  <a:pt x="68794" y="41651"/>
                  <a:pt x="67469" y="41321"/>
                </a:cubicBezTo>
                <a:cubicBezTo>
                  <a:pt x="65055" y="40741"/>
                  <a:pt x="58927" y="39461"/>
                  <a:pt x="52084" y="39601"/>
                </a:cubicBezTo>
                <a:lnTo>
                  <a:pt x="52084" y="23213"/>
                </a:lnTo>
                <a:cubicBezTo>
                  <a:pt x="57511" y="24413"/>
                  <a:pt x="62730" y="24933"/>
                  <a:pt x="67563" y="24933"/>
                </a:cubicBezTo>
                <a:cubicBezTo>
                  <a:pt x="84996" y="24933"/>
                  <a:pt x="97590" y="18764"/>
                  <a:pt x="98273" y="18424"/>
                </a:cubicBezTo>
                <a:cubicBezTo>
                  <a:pt x="99419" y="17854"/>
                  <a:pt x="100101" y="16634"/>
                  <a:pt x="99988" y="15354"/>
                </a:cubicBezTo>
                <a:cubicBezTo>
                  <a:pt x="99878" y="14085"/>
                  <a:pt x="99001" y="13004"/>
                  <a:pt x="97771" y="12635"/>
                </a:cubicBezTo>
                <a:close/>
                <a:moveTo>
                  <a:pt x="47917" y="83066"/>
                </a:moveTo>
                <a:cubicBezTo>
                  <a:pt x="45521" y="82476"/>
                  <a:pt x="43750" y="80936"/>
                  <a:pt x="43750" y="79166"/>
                </a:cubicBezTo>
                <a:cubicBezTo>
                  <a:pt x="43750" y="77387"/>
                  <a:pt x="45521" y="75847"/>
                  <a:pt x="47917" y="75257"/>
                </a:cubicBezTo>
                <a:lnTo>
                  <a:pt x="47917" y="83066"/>
                </a:lnTo>
                <a:close/>
                <a:moveTo>
                  <a:pt x="52084" y="75257"/>
                </a:moveTo>
                <a:cubicBezTo>
                  <a:pt x="54479" y="75847"/>
                  <a:pt x="56250" y="77387"/>
                  <a:pt x="56250" y="79166"/>
                </a:cubicBezTo>
                <a:cubicBezTo>
                  <a:pt x="56250" y="80936"/>
                  <a:pt x="54479" y="82476"/>
                  <a:pt x="52084" y="83066"/>
                </a:cubicBezTo>
                <a:lnTo>
                  <a:pt x="52084" y="75257"/>
                </a:lnTo>
                <a:close/>
                <a:moveTo>
                  <a:pt x="47917" y="68488"/>
                </a:moveTo>
                <a:cubicBezTo>
                  <a:pt x="45521" y="67898"/>
                  <a:pt x="43750" y="66358"/>
                  <a:pt x="43750" y="64578"/>
                </a:cubicBezTo>
                <a:cubicBezTo>
                  <a:pt x="43750" y="62809"/>
                  <a:pt x="45521" y="61269"/>
                  <a:pt x="47917" y="60678"/>
                </a:cubicBezTo>
                <a:lnTo>
                  <a:pt x="47917" y="68488"/>
                </a:lnTo>
                <a:close/>
                <a:moveTo>
                  <a:pt x="52084" y="60678"/>
                </a:moveTo>
                <a:cubicBezTo>
                  <a:pt x="54479" y="61269"/>
                  <a:pt x="56250" y="62809"/>
                  <a:pt x="56250" y="64578"/>
                </a:cubicBezTo>
                <a:cubicBezTo>
                  <a:pt x="56250" y="66358"/>
                  <a:pt x="54479" y="67898"/>
                  <a:pt x="52084" y="68488"/>
                </a:cubicBezTo>
                <a:lnTo>
                  <a:pt x="52084" y="60678"/>
                </a:lnTo>
                <a:close/>
                <a:moveTo>
                  <a:pt x="45542" y="46571"/>
                </a:moveTo>
                <a:cubicBezTo>
                  <a:pt x="46325" y="46400"/>
                  <a:pt x="47119" y="46270"/>
                  <a:pt x="47917" y="46170"/>
                </a:cubicBezTo>
                <a:lnTo>
                  <a:pt x="47917" y="54000"/>
                </a:lnTo>
                <a:cubicBezTo>
                  <a:pt x="44279" y="53459"/>
                  <a:pt x="41666" y="51630"/>
                  <a:pt x="41666" y="50000"/>
                </a:cubicBezTo>
                <a:cubicBezTo>
                  <a:pt x="41666" y="48750"/>
                  <a:pt x="43200" y="47390"/>
                  <a:pt x="45542" y="46571"/>
                </a:cubicBezTo>
                <a:close/>
                <a:moveTo>
                  <a:pt x="52084" y="46130"/>
                </a:moveTo>
                <a:cubicBezTo>
                  <a:pt x="52811" y="46230"/>
                  <a:pt x="53540" y="46361"/>
                  <a:pt x="54269" y="46511"/>
                </a:cubicBezTo>
                <a:cubicBezTo>
                  <a:pt x="56715" y="47321"/>
                  <a:pt x="58334" y="48720"/>
                  <a:pt x="58334" y="50000"/>
                </a:cubicBezTo>
                <a:cubicBezTo>
                  <a:pt x="58334" y="51630"/>
                  <a:pt x="55721" y="53459"/>
                  <a:pt x="52084" y="54000"/>
                </a:cubicBezTo>
                <a:lnTo>
                  <a:pt x="52084" y="4613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8" name="Чёрный — SVG 5">
            <a:extLst>
              <a:ext uri="{FF2B5EF4-FFF2-40B4-BE49-F238E27FC236}">
                <a16:creationId xmlns:a16="http://schemas.microsoft.com/office/drawing/2014/main" id="{F091005D-D76B-9643-8A53-35653292F5E5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19494 w 120511"/>
              <a:gd name="csY0" fmla="*/ 0 h 155940"/>
              <a:gd name="csX1" fmla="*/ 7089 w 120511"/>
              <a:gd name="csY1" fmla="*/ 12401 h 155940"/>
              <a:gd name="csX2" fmla="*/ 7089 w 120511"/>
              <a:gd name="csY2" fmla="*/ 63792 h 155940"/>
              <a:gd name="csX3" fmla="*/ 7089 w 120511"/>
              <a:gd name="csY3" fmla="*/ 65561 h 155940"/>
              <a:gd name="csX4" fmla="*/ 7089 w 120511"/>
              <a:gd name="csY4" fmla="*/ 78881 h 155940"/>
              <a:gd name="csX5" fmla="*/ 0 w 120511"/>
              <a:gd name="csY5" fmla="*/ 92149 h 155940"/>
              <a:gd name="csX6" fmla="*/ 13895 w 120511"/>
              <a:gd name="csY6" fmla="*/ 109092 h 155940"/>
              <a:gd name="csX7" fmla="*/ 29796 w 120511"/>
              <a:gd name="csY7" fmla="*/ 141158 h 155940"/>
              <a:gd name="csX8" fmla="*/ 60256 w 120511"/>
              <a:gd name="csY8" fmla="*/ 155941 h 155940"/>
              <a:gd name="csX9" fmla="*/ 90716 w 120511"/>
              <a:gd name="csY9" fmla="*/ 141158 h 155940"/>
              <a:gd name="csX10" fmla="*/ 106618 w 120511"/>
              <a:gd name="csY10" fmla="*/ 109092 h 155940"/>
              <a:gd name="csX11" fmla="*/ 120511 w 120511"/>
              <a:gd name="csY11" fmla="*/ 92149 h 155940"/>
              <a:gd name="csX12" fmla="*/ 113423 w 120511"/>
              <a:gd name="csY12" fmla="*/ 78914 h 155940"/>
              <a:gd name="csX13" fmla="*/ 113423 w 120511"/>
              <a:gd name="csY13" fmla="*/ 65561 h 155940"/>
              <a:gd name="csX14" fmla="*/ 113423 w 120511"/>
              <a:gd name="csY14" fmla="*/ 63792 h 155940"/>
              <a:gd name="csX15" fmla="*/ 113423 w 120511"/>
              <a:gd name="csY15" fmla="*/ 12401 h 155940"/>
              <a:gd name="csX16" fmla="*/ 101017 w 120511"/>
              <a:gd name="csY16" fmla="*/ 0 h 155940"/>
              <a:gd name="csX17" fmla="*/ 19494 w 120511"/>
              <a:gd name="csY17" fmla="*/ 0 h 155940"/>
              <a:gd name="csX18" fmla="*/ 58484 w 120511"/>
              <a:gd name="csY18" fmla="*/ 21264 h 155940"/>
              <a:gd name="csX19" fmla="*/ 63800 w 120511"/>
              <a:gd name="csY19" fmla="*/ 26571 h 155940"/>
              <a:gd name="csX20" fmla="*/ 63800 w 120511"/>
              <a:gd name="csY20" fmla="*/ 31896 h 155940"/>
              <a:gd name="csX21" fmla="*/ 69117 w 120511"/>
              <a:gd name="csY21" fmla="*/ 31896 h 155940"/>
              <a:gd name="csX22" fmla="*/ 74434 w 120511"/>
              <a:gd name="csY22" fmla="*/ 37203 h 155940"/>
              <a:gd name="csX23" fmla="*/ 69117 w 120511"/>
              <a:gd name="csY23" fmla="*/ 42528 h 155940"/>
              <a:gd name="csX24" fmla="*/ 63800 w 120511"/>
              <a:gd name="csY24" fmla="*/ 42528 h 155940"/>
              <a:gd name="csX25" fmla="*/ 63800 w 120511"/>
              <a:gd name="csY25" fmla="*/ 47835 h 155940"/>
              <a:gd name="csX26" fmla="*/ 58484 w 120511"/>
              <a:gd name="csY26" fmla="*/ 53160 h 155940"/>
              <a:gd name="csX27" fmla="*/ 53167 w 120511"/>
              <a:gd name="csY27" fmla="*/ 47835 h 155940"/>
              <a:gd name="csX28" fmla="*/ 53167 w 120511"/>
              <a:gd name="csY28" fmla="*/ 42528 h 155940"/>
              <a:gd name="csX29" fmla="*/ 47850 w 120511"/>
              <a:gd name="csY29" fmla="*/ 42528 h 155940"/>
              <a:gd name="csX30" fmla="*/ 42534 w 120511"/>
              <a:gd name="csY30" fmla="*/ 37203 h 155940"/>
              <a:gd name="csX31" fmla="*/ 47850 w 120511"/>
              <a:gd name="csY31" fmla="*/ 31896 h 155940"/>
              <a:gd name="csX32" fmla="*/ 53167 w 120511"/>
              <a:gd name="csY32" fmla="*/ 31896 h 155940"/>
              <a:gd name="csX33" fmla="*/ 53167 w 120511"/>
              <a:gd name="csY33" fmla="*/ 26571 h 155940"/>
              <a:gd name="csX34" fmla="*/ 58484 w 120511"/>
              <a:gd name="csY34" fmla="*/ 21264 h 155940"/>
              <a:gd name="csX35" fmla="*/ 17723 w 120511"/>
              <a:gd name="csY35" fmla="*/ 70885 h 155940"/>
              <a:gd name="csX36" fmla="*/ 102790 w 120511"/>
              <a:gd name="csY36" fmla="*/ 70885 h 155940"/>
              <a:gd name="csX37" fmla="*/ 102790 w 120511"/>
              <a:gd name="csY37" fmla="*/ 81075 h 155940"/>
              <a:gd name="csX38" fmla="*/ 103610 w 120511"/>
              <a:gd name="csY38" fmla="*/ 83916 h 155940"/>
              <a:gd name="csX39" fmla="*/ 105822 w 120511"/>
              <a:gd name="csY39" fmla="*/ 85889 h 155940"/>
              <a:gd name="csX40" fmla="*/ 109878 w 120511"/>
              <a:gd name="csY40" fmla="*/ 92149 h 155940"/>
              <a:gd name="csX41" fmla="*/ 102790 w 120511"/>
              <a:gd name="csY41" fmla="*/ 99226 h 155940"/>
              <a:gd name="csX42" fmla="*/ 102576 w 120511"/>
              <a:gd name="csY42" fmla="*/ 99209 h 155940"/>
              <a:gd name="csX43" fmla="*/ 99222 w 120511"/>
              <a:gd name="csY43" fmla="*/ 100400 h 155940"/>
              <a:gd name="csX44" fmla="*/ 97369 w 120511"/>
              <a:gd name="csY44" fmla="*/ 103428 h 155940"/>
              <a:gd name="csX45" fmla="*/ 82825 w 120511"/>
              <a:gd name="csY45" fmla="*/ 134014 h 155940"/>
              <a:gd name="csX46" fmla="*/ 60256 w 120511"/>
              <a:gd name="csY46" fmla="*/ 145309 h 155940"/>
              <a:gd name="csX47" fmla="*/ 37688 w 120511"/>
              <a:gd name="csY47" fmla="*/ 134014 h 155940"/>
              <a:gd name="csX48" fmla="*/ 23143 w 120511"/>
              <a:gd name="csY48" fmla="*/ 103428 h 155940"/>
              <a:gd name="csX49" fmla="*/ 21289 w 120511"/>
              <a:gd name="csY49" fmla="*/ 100400 h 155940"/>
              <a:gd name="csX50" fmla="*/ 17937 w 120511"/>
              <a:gd name="csY50" fmla="*/ 99209 h 155940"/>
              <a:gd name="csX51" fmla="*/ 17723 w 120511"/>
              <a:gd name="csY51" fmla="*/ 99226 h 155940"/>
              <a:gd name="csX52" fmla="*/ 10633 w 120511"/>
              <a:gd name="csY52" fmla="*/ 92149 h 155940"/>
              <a:gd name="csX53" fmla="*/ 14683 w 120511"/>
              <a:gd name="csY53" fmla="*/ 85838 h 155940"/>
              <a:gd name="csX54" fmla="*/ 16899 w 120511"/>
              <a:gd name="csY54" fmla="*/ 83865 h 155940"/>
              <a:gd name="csX55" fmla="*/ 17723 w 120511"/>
              <a:gd name="csY55" fmla="*/ 81024 h 155940"/>
              <a:gd name="csX56" fmla="*/ 17723 w 120511"/>
              <a:gd name="csY56" fmla="*/ 70885 h 155940"/>
              <a:gd name="csX57" fmla="*/ 42534 w 120511"/>
              <a:gd name="csY57" fmla="*/ 85056 h 155940"/>
              <a:gd name="csX58" fmla="*/ 37521 w 120511"/>
              <a:gd name="csY58" fmla="*/ 87131 h 155940"/>
              <a:gd name="csX59" fmla="*/ 35444 w 120511"/>
              <a:gd name="csY59" fmla="*/ 92149 h 155940"/>
              <a:gd name="csX60" fmla="*/ 37521 w 120511"/>
              <a:gd name="csY60" fmla="*/ 97151 h 155940"/>
              <a:gd name="csX61" fmla="*/ 42534 w 120511"/>
              <a:gd name="csY61" fmla="*/ 99226 h 155940"/>
              <a:gd name="csX62" fmla="*/ 47546 w 120511"/>
              <a:gd name="csY62" fmla="*/ 97151 h 155940"/>
              <a:gd name="csX63" fmla="*/ 49623 w 120511"/>
              <a:gd name="csY63" fmla="*/ 92149 h 155940"/>
              <a:gd name="csX64" fmla="*/ 47546 w 120511"/>
              <a:gd name="csY64" fmla="*/ 87131 h 155940"/>
              <a:gd name="csX65" fmla="*/ 42534 w 120511"/>
              <a:gd name="csY65" fmla="*/ 85056 h 155940"/>
              <a:gd name="csX66" fmla="*/ 77978 w 120511"/>
              <a:gd name="csY66" fmla="*/ 85056 h 155940"/>
              <a:gd name="csX67" fmla="*/ 72965 w 120511"/>
              <a:gd name="csY67" fmla="*/ 87131 h 155940"/>
              <a:gd name="csX68" fmla="*/ 70890 w 120511"/>
              <a:gd name="csY68" fmla="*/ 92149 h 155940"/>
              <a:gd name="csX69" fmla="*/ 72965 w 120511"/>
              <a:gd name="csY69" fmla="*/ 97151 h 155940"/>
              <a:gd name="csX70" fmla="*/ 77978 w 120511"/>
              <a:gd name="csY70" fmla="*/ 99226 h 155940"/>
              <a:gd name="csX71" fmla="*/ 82991 w 120511"/>
              <a:gd name="csY71" fmla="*/ 97151 h 155940"/>
              <a:gd name="csX72" fmla="*/ 85067 w 120511"/>
              <a:gd name="csY72" fmla="*/ 92149 h 155940"/>
              <a:gd name="csX73" fmla="*/ 82991 w 120511"/>
              <a:gd name="csY73" fmla="*/ 87131 h 155940"/>
              <a:gd name="csX74" fmla="*/ 77978 w 120511"/>
              <a:gd name="csY74" fmla="*/ 85056 h 155940"/>
            </a:gdLst>
            <a:ahLst/>
            <a:cxnLst/>
            <a:rect l="l" t="t" r="r" b="b"/>
            <a:pathLst>
              <a:path w="100000" h="100000">
                <a:moveTo>
                  <a:pt x="23861" y="0"/>
                </a:moveTo>
                <a:cubicBezTo>
                  <a:pt x="19474" y="0"/>
                  <a:pt x="15906" y="3567"/>
                  <a:pt x="15906" y="7952"/>
                </a:cubicBezTo>
                <a:lnTo>
                  <a:pt x="15906" y="40908"/>
                </a:lnTo>
                <a:lnTo>
                  <a:pt x="15906" y="42042"/>
                </a:lnTo>
                <a:lnTo>
                  <a:pt x="15906" y="50584"/>
                </a:lnTo>
                <a:cubicBezTo>
                  <a:pt x="13314" y="52657"/>
                  <a:pt x="11360" y="55525"/>
                  <a:pt x="11360" y="59093"/>
                </a:cubicBezTo>
                <a:cubicBezTo>
                  <a:pt x="11360" y="64460"/>
                  <a:pt x="15234" y="68791"/>
                  <a:pt x="20270" y="69958"/>
                </a:cubicBezTo>
                <a:cubicBezTo>
                  <a:pt x="22307" y="78030"/>
                  <a:pt x="25695" y="85230"/>
                  <a:pt x="30467" y="90521"/>
                </a:cubicBezTo>
                <a:cubicBezTo>
                  <a:pt x="35699" y="96313"/>
                  <a:pt x="42515" y="100001"/>
                  <a:pt x="50000" y="100001"/>
                </a:cubicBezTo>
                <a:cubicBezTo>
                  <a:pt x="57485" y="100001"/>
                  <a:pt x="64301" y="96313"/>
                  <a:pt x="69533" y="90521"/>
                </a:cubicBezTo>
                <a:cubicBezTo>
                  <a:pt x="74305" y="85230"/>
                  <a:pt x="77693" y="78030"/>
                  <a:pt x="79731" y="69958"/>
                </a:cubicBezTo>
                <a:cubicBezTo>
                  <a:pt x="84766" y="68791"/>
                  <a:pt x="88640" y="64460"/>
                  <a:pt x="88640" y="59093"/>
                </a:cubicBezTo>
                <a:cubicBezTo>
                  <a:pt x="88640" y="55525"/>
                  <a:pt x="86680" y="52668"/>
                  <a:pt x="84095" y="50605"/>
                </a:cubicBezTo>
                <a:lnTo>
                  <a:pt x="84095" y="42042"/>
                </a:lnTo>
                <a:lnTo>
                  <a:pt x="84095" y="40908"/>
                </a:lnTo>
                <a:lnTo>
                  <a:pt x="84095" y="7952"/>
                </a:lnTo>
                <a:cubicBezTo>
                  <a:pt x="84095" y="3567"/>
                  <a:pt x="80526" y="0"/>
                  <a:pt x="76139" y="0"/>
                </a:cubicBezTo>
                <a:lnTo>
                  <a:pt x="23861" y="0"/>
                </a:lnTo>
                <a:close/>
                <a:moveTo>
                  <a:pt x="48864" y="13636"/>
                </a:moveTo>
                <a:cubicBezTo>
                  <a:pt x="50745" y="13636"/>
                  <a:pt x="52273" y="15163"/>
                  <a:pt x="52273" y="17039"/>
                </a:cubicBezTo>
                <a:lnTo>
                  <a:pt x="52273" y="20454"/>
                </a:lnTo>
                <a:lnTo>
                  <a:pt x="55683" y="20454"/>
                </a:lnTo>
                <a:cubicBezTo>
                  <a:pt x="57565" y="20454"/>
                  <a:pt x="59092" y="21981"/>
                  <a:pt x="59092" y="23857"/>
                </a:cubicBezTo>
                <a:cubicBezTo>
                  <a:pt x="59092" y="25745"/>
                  <a:pt x="57565" y="27272"/>
                  <a:pt x="55683" y="27272"/>
                </a:cubicBezTo>
                <a:lnTo>
                  <a:pt x="52273" y="27272"/>
                </a:lnTo>
                <a:lnTo>
                  <a:pt x="52273" y="30675"/>
                </a:lnTo>
                <a:cubicBezTo>
                  <a:pt x="52273" y="32563"/>
                  <a:pt x="50745" y="34090"/>
                  <a:pt x="48864" y="34090"/>
                </a:cubicBezTo>
                <a:cubicBezTo>
                  <a:pt x="46982" y="34090"/>
                  <a:pt x="45454" y="32563"/>
                  <a:pt x="45454" y="30675"/>
                </a:cubicBezTo>
                <a:lnTo>
                  <a:pt x="45454" y="27272"/>
                </a:lnTo>
                <a:lnTo>
                  <a:pt x="42045" y="27272"/>
                </a:lnTo>
                <a:cubicBezTo>
                  <a:pt x="40163" y="27272"/>
                  <a:pt x="38636" y="25745"/>
                  <a:pt x="38636" y="23857"/>
                </a:cubicBezTo>
                <a:cubicBezTo>
                  <a:pt x="38636" y="21981"/>
                  <a:pt x="40163" y="20454"/>
                  <a:pt x="42045" y="20454"/>
                </a:cubicBezTo>
                <a:lnTo>
                  <a:pt x="45454" y="20454"/>
                </a:lnTo>
                <a:lnTo>
                  <a:pt x="45454" y="17039"/>
                </a:lnTo>
                <a:cubicBezTo>
                  <a:pt x="45454" y="15163"/>
                  <a:pt x="46982" y="13636"/>
                  <a:pt x="48864" y="13636"/>
                </a:cubicBezTo>
                <a:close/>
                <a:moveTo>
                  <a:pt x="22725" y="45457"/>
                </a:moveTo>
                <a:lnTo>
                  <a:pt x="77276" y="45457"/>
                </a:lnTo>
                <a:lnTo>
                  <a:pt x="77276" y="51991"/>
                </a:lnTo>
                <a:cubicBezTo>
                  <a:pt x="77275" y="52646"/>
                  <a:pt x="77458" y="53267"/>
                  <a:pt x="77802" y="53813"/>
                </a:cubicBezTo>
                <a:cubicBezTo>
                  <a:pt x="78146" y="54358"/>
                  <a:pt x="78638" y="54795"/>
                  <a:pt x="79221" y="55078"/>
                </a:cubicBezTo>
                <a:cubicBezTo>
                  <a:pt x="80781" y="55820"/>
                  <a:pt x="81822" y="57282"/>
                  <a:pt x="81822" y="59093"/>
                </a:cubicBezTo>
                <a:cubicBezTo>
                  <a:pt x="81822" y="61635"/>
                  <a:pt x="79827" y="63631"/>
                  <a:pt x="77276" y="63631"/>
                </a:cubicBezTo>
                <a:cubicBezTo>
                  <a:pt x="77877" y="63631"/>
                  <a:pt x="77836" y="63620"/>
                  <a:pt x="77139" y="63620"/>
                </a:cubicBezTo>
                <a:cubicBezTo>
                  <a:pt x="76355" y="63620"/>
                  <a:pt x="75596" y="63893"/>
                  <a:pt x="74988" y="64384"/>
                </a:cubicBezTo>
                <a:cubicBezTo>
                  <a:pt x="74381" y="64874"/>
                  <a:pt x="73961" y="65562"/>
                  <a:pt x="73800" y="66326"/>
                </a:cubicBezTo>
                <a:cubicBezTo>
                  <a:pt x="72110" y="74376"/>
                  <a:pt x="68722" y="81238"/>
                  <a:pt x="64473" y="85939"/>
                </a:cubicBezTo>
                <a:cubicBezTo>
                  <a:pt x="60223" y="90652"/>
                  <a:pt x="55269" y="93183"/>
                  <a:pt x="50000" y="93183"/>
                </a:cubicBezTo>
                <a:cubicBezTo>
                  <a:pt x="44732" y="93183"/>
                  <a:pt x="39777" y="90652"/>
                  <a:pt x="35528" y="85939"/>
                </a:cubicBezTo>
                <a:cubicBezTo>
                  <a:pt x="31278" y="81238"/>
                  <a:pt x="27891" y="74376"/>
                  <a:pt x="26201" y="66326"/>
                </a:cubicBezTo>
                <a:cubicBezTo>
                  <a:pt x="26040" y="65562"/>
                  <a:pt x="25620" y="64874"/>
                  <a:pt x="25012" y="64384"/>
                </a:cubicBezTo>
                <a:cubicBezTo>
                  <a:pt x="24404" y="63893"/>
                  <a:pt x="23645" y="63620"/>
                  <a:pt x="22862" y="63620"/>
                </a:cubicBezTo>
                <a:cubicBezTo>
                  <a:pt x="22165" y="63620"/>
                  <a:pt x="22123" y="63631"/>
                  <a:pt x="22725" y="63631"/>
                </a:cubicBezTo>
                <a:cubicBezTo>
                  <a:pt x="20173" y="63631"/>
                  <a:pt x="18178" y="61635"/>
                  <a:pt x="18178" y="59093"/>
                </a:cubicBezTo>
                <a:cubicBezTo>
                  <a:pt x="18178" y="57260"/>
                  <a:pt x="19227" y="55777"/>
                  <a:pt x="20776" y="55046"/>
                </a:cubicBezTo>
                <a:cubicBezTo>
                  <a:pt x="21359" y="54762"/>
                  <a:pt x="21851" y="54325"/>
                  <a:pt x="22197" y="53780"/>
                </a:cubicBezTo>
                <a:cubicBezTo>
                  <a:pt x="22542" y="53235"/>
                  <a:pt x="22725" y="52602"/>
                  <a:pt x="22725" y="51958"/>
                </a:cubicBezTo>
                <a:lnTo>
                  <a:pt x="22725" y="45457"/>
                </a:lnTo>
                <a:close/>
                <a:moveTo>
                  <a:pt x="38636" y="54544"/>
                </a:moveTo>
                <a:cubicBezTo>
                  <a:pt x="37430" y="54544"/>
                  <a:pt x="36273" y="55024"/>
                  <a:pt x="35421" y="55875"/>
                </a:cubicBezTo>
                <a:cubicBezTo>
                  <a:pt x="34568" y="56726"/>
                  <a:pt x="34089" y="57882"/>
                  <a:pt x="34089" y="59093"/>
                </a:cubicBezTo>
                <a:cubicBezTo>
                  <a:pt x="34089" y="60292"/>
                  <a:pt x="34568" y="61449"/>
                  <a:pt x="35421" y="62300"/>
                </a:cubicBezTo>
                <a:cubicBezTo>
                  <a:pt x="36273" y="63151"/>
                  <a:pt x="37430" y="63631"/>
                  <a:pt x="38636" y="63631"/>
                </a:cubicBezTo>
                <a:cubicBezTo>
                  <a:pt x="39841" y="63631"/>
                  <a:pt x="40997" y="63151"/>
                  <a:pt x="41850" y="62300"/>
                </a:cubicBezTo>
                <a:cubicBezTo>
                  <a:pt x="42703" y="61449"/>
                  <a:pt x="43182" y="60292"/>
                  <a:pt x="43182" y="59093"/>
                </a:cubicBezTo>
                <a:cubicBezTo>
                  <a:pt x="43182" y="57882"/>
                  <a:pt x="42703" y="56726"/>
                  <a:pt x="41850" y="55875"/>
                </a:cubicBezTo>
                <a:cubicBezTo>
                  <a:pt x="40997" y="55024"/>
                  <a:pt x="39841" y="54544"/>
                  <a:pt x="38636" y="54544"/>
                </a:cubicBezTo>
                <a:close/>
                <a:moveTo>
                  <a:pt x="61365" y="54544"/>
                </a:moveTo>
                <a:cubicBezTo>
                  <a:pt x="60159" y="54544"/>
                  <a:pt x="59003" y="55024"/>
                  <a:pt x="58150" y="55875"/>
                </a:cubicBezTo>
                <a:cubicBezTo>
                  <a:pt x="57299" y="56726"/>
                  <a:pt x="56820" y="57882"/>
                  <a:pt x="56820" y="59093"/>
                </a:cubicBezTo>
                <a:cubicBezTo>
                  <a:pt x="56820" y="60292"/>
                  <a:pt x="57299" y="61449"/>
                  <a:pt x="58150" y="62300"/>
                </a:cubicBezTo>
                <a:cubicBezTo>
                  <a:pt x="59003" y="63151"/>
                  <a:pt x="60159" y="63631"/>
                  <a:pt x="61365" y="63631"/>
                </a:cubicBezTo>
                <a:cubicBezTo>
                  <a:pt x="62571" y="63631"/>
                  <a:pt x="63727" y="63151"/>
                  <a:pt x="64580" y="62300"/>
                </a:cubicBezTo>
                <a:cubicBezTo>
                  <a:pt x="65432" y="61449"/>
                  <a:pt x="65911" y="60292"/>
                  <a:pt x="65911" y="59093"/>
                </a:cubicBezTo>
                <a:cubicBezTo>
                  <a:pt x="65911" y="57882"/>
                  <a:pt x="65432" y="56726"/>
                  <a:pt x="64580" y="55875"/>
                </a:cubicBezTo>
                <a:cubicBezTo>
                  <a:pt x="63727" y="55024"/>
                  <a:pt x="62571" y="54544"/>
                  <a:pt x="61365" y="5454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9" name="Чёрный — SVG 6">
            <a:extLst>
              <a:ext uri="{FF2B5EF4-FFF2-40B4-BE49-F238E27FC236}">
                <a16:creationId xmlns:a16="http://schemas.microsoft.com/office/drawing/2014/main" id="{C920EE4A-5B81-1A41-9046-3DDDAAA780D8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0 w 141777"/>
              <a:gd name="csY0" fmla="*/ 63792 h 134676"/>
              <a:gd name="csX1" fmla="*/ 0 w 141777"/>
              <a:gd name="csY1" fmla="*/ 115182 h 134676"/>
              <a:gd name="csX2" fmla="*/ 19494 w 141777"/>
              <a:gd name="csY2" fmla="*/ 134677 h 134676"/>
              <a:gd name="csX3" fmla="*/ 122284 w 141777"/>
              <a:gd name="csY3" fmla="*/ 134677 h 134676"/>
              <a:gd name="csX4" fmla="*/ 141778 w 141777"/>
              <a:gd name="csY4" fmla="*/ 115182 h 134676"/>
              <a:gd name="csX5" fmla="*/ 141778 w 141777"/>
              <a:gd name="csY5" fmla="*/ 63792 h 134676"/>
              <a:gd name="csX6" fmla="*/ 0 w 141777"/>
              <a:gd name="csY6" fmla="*/ 63792 h 134676"/>
              <a:gd name="csX7" fmla="*/ 83294 w 141777"/>
              <a:gd name="csY7" fmla="*/ 100995 h 134676"/>
              <a:gd name="csX8" fmla="*/ 76206 w 141777"/>
              <a:gd name="csY8" fmla="*/ 100995 h 134676"/>
              <a:gd name="csX9" fmla="*/ 76206 w 141777"/>
              <a:gd name="csY9" fmla="*/ 108089 h 134676"/>
              <a:gd name="csX10" fmla="*/ 70890 w 141777"/>
              <a:gd name="csY10" fmla="*/ 113413 h 134676"/>
              <a:gd name="csX11" fmla="*/ 65573 w 141777"/>
              <a:gd name="csY11" fmla="*/ 108089 h 134676"/>
              <a:gd name="csX12" fmla="*/ 65573 w 141777"/>
              <a:gd name="csY12" fmla="*/ 100995 h 134676"/>
              <a:gd name="csX13" fmla="*/ 58484 w 141777"/>
              <a:gd name="csY13" fmla="*/ 100995 h 134676"/>
              <a:gd name="csX14" fmla="*/ 53167 w 141777"/>
              <a:gd name="csY14" fmla="*/ 95687 h 134676"/>
              <a:gd name="csX15" fmla="*/ 58484 w 141777"/>
              <a:gd name="csY15" fmla="*/ 90363 h 134676"/>
              <a:gd name="csX16" fmla="*/ 65573 w 141777"/>
              <a:gd name="csY16" fmla="*/ 90363 h 134676"/>
              <a:gd name="csX17" fmla="*/ 65573 w 141777"/>
              <a:gd name="csY17" fmla="*/ 83286 h 134676"/>
              <a:gd name="csX18" fmla="*/ 70890 w 141777"/>
              <a:gd name="csY18" fmla="*/ 77962 h 134676"/>
              <a:gd name="csX19" fmla="*/ 76206 w 141777"/>
              <a:gd name="csY19" fmla="*/ 83286 h 134676"/>
              <a:gd name="csX20" fmla="*/ 76206 w 141777"/>
              <a:gd name="csY20" fmla="*/ 90363 h 134676"/>
              <a:gd name="csX21" fmla="*/ 83294 w 141777"/>
              <a:gd name="csY21" fmla="*/ 90363 h 134676"/>
              <a:gd name="csX22" fmla="*/ 88611 w 141777"/>
              <a:gd name="csY22" fmla="*/ 95687 h 134676"/>
              <a:gd name="csX23" fmla="*/ 83294 w 141777"/>
              <a:gd name="csY23" fmla="*/ 100995 h 134676"/>
              <a:gd name="csX24" fmla="*/ 122284 w 141777"/>
              <a:gd name="csY24" fmla="*/ 31896 h 134676"/>
              <a:gd name="csX25" fmla="*/ 102790 w 141777"/>
              <a:gd name="csY25" fmla="*/ 31896 h 134676"/>
              <a:gd name="csX26" fmla="*/ 102790 w 141777"/>
              <a:gd name="csY26" fmla="*/ 12401 h 134676"/>
              <a:gd name="csX27" fmla="*/ 90384 w 141777"/>
              <a:gd name="csY27" fmla="*/ 0 h 134676"/>
              <a:gd name="csX28" fmla="*/ 51394 w 141777"/>
              <a:gd name="csY28" fmla="*/ 0 h 134676"/>
              <a:gd name="csX29" fmla="*/ 38990 w 141777"/>
              <a:gd name="csY29" fmla="*/ 12401 h 134676"/>
              <a:gd name="csX30" fmla="*/ 38990 w 141777"/>
              <a:gd name="csY30" fmla="*/ 31896 h 134676"/>
              <a:gd name="csX31" fmla="*/ 19494 w 141777"/>
              <a:gd name="csY31" fmla="*/ 31896 h 134676"/>
              <a:gd name="csX32" fmla="*/ 0 w 141777"/>
              <a:gd name="csY32" fmla="*/ 51390 h 134676"/>
              <a:gd name="csX33" fmla="*/ 0 w 141777"/>
              <a:gd name="csY33" fmla="*/ 53160 h 134676"/>
              <a:gd name="csX34" fmla="*/ 17723 w 141777"/>
              <a:gd name="csY34" fmla="*/ 53160 h 134676"/>
              <a:gd name="csX35" fmla="*/ 28356 w 141777"/>
              <a:gd name="csY35" fmla="*/ 53160 h 134676"/>
              <a:gd name="csX36" fmla="*/ 49623 w 141777"/>
              <a:gd name="csY36" fmla="*/ 53160 h 134676"/>
              <a:gd name="csX37" fmla="*/ 92157 w 141777"/>
              <a:gd name="csY37" fmla="*/ 53160 h 134676"/>
              <a:gd name="csX38" fmla="*/ 113423 w 141777"/>
              <a:gd name="csY38" fmla="*/ 53160 h 134676"/>
              <a:gd name="csX39" fmla="*/ 124057 w 141777"/>
              <a:gd name="csY39" fmla="*/ 53160 h 134676"/>
              <a:gd name="csX40" fmla="*/ 141778 w 141777"/>
              <a:gd name="csY40" fmla="*/ 53160 h 134676"/>
              <a:gd name="csX41" fmla="*/ 141778 w 141777"/>
              <a:gd name="csY41" fmla="*/ 51390 h 134676"/>
              <a:gd name="csX42" fmla="*/ 122284 w 141777"/>
              <a:gd name="csY42" fmla="*/ 31896 h 134676"/>
              <a:gd name="csX43" fmla="*/ 49623 w 141777"/>
              <a:gd name="csY43" fmla="*/ 31896 h 134676"/>
              <a:gd name="csX44" fmla="*/ 49623 w 141777"/>
              <a:gd name="csY44" fmla="*/ 12401 h 134676"/>
              <a:gd name="csX45" fmla="*/ 51394 w 141777"/>
              <a:gd name="csY45" fmla="*/ 10632 h 134676"/>
              <a:gd name="csX46" fmla="*/ 90384 w 141777"/>
              <a:gd name="csY46" fmla="*/ 10632 h 134676"/>
              <a:gd name="csX47" fmla="*/ 92157 w 141777"/>
              <a:gd name="csY47" fmla="*/ 12401 h 134676"/>
              <a:gd name="csX48" fmla="*/ 92157 w 141777"/>
              <a:gd name="csY48" fmla="*/ 31896 h 134676"/>
              <a:gd name="csX49" fmla="*/ 49623 w 141777"/>
              <a:gd name="csY49" fmla="*/ 31896 h 134676"/>
            </a:gdLst>
            <a:ahLst/>
            <a:cxnLst/>
            <a:rect l="l" t="t" r="r" b="b"/>
            <a:pathLst>
              <a:path w="100000" h="100000">
                <a:moveTo>
                  <a:pt x="0" y="47499"/>
                </a:moveTo>
                <a:lnTo>
                  <a:pt x="0" y="83746"/>
                </a:lnTo>
                <a:cubicBezTo>
                  <a:pt x="0" y="91317"/>
                  <a:pt x="6170" y="97496"/>
                  <a:pt x="13750" y="97496"/>
                </a:cubicBezTo>
                <a:lnTo>
                  <a:pt x="86251" y="97496"/>
                </a:lnTo>
                <a:cubicBezTo>
                  <a:pt x="93831" y="97496"/>
                  <a:pt x="100001" y="91317"/>
                  <a:pt x="100001" y="83746"/>
                </a:cubicBezTo>
                <a:lnTo>
                  <a:pt x="100001" y="47499"/>
                </a:lnTo>
                <a:lnTo>
                  <a:pt x="0" y="47499"/>
                </a:lnTo>
                <a:close/>
                <a:moveTo>
                  <a:pt x="58750" y="73739"/>
                </a:moveTo>
                <a:lnTo>
                  <a:pt x="53751" y="73739"/>
                </a:lnTo>
                <a:lnTo>
                  <a:pt x="53751" y="78743"/>
                </a:lnTo>
                <a:cubicBezTo>
                  <a:pt x="53751" y="80819"/>
                  <a:pt x="52071" y="82498"/>
                  <a:pt x="50001" y="82498"/>
                </a:cubicBezTo>
                <a:cubicBezTo>
                  <a:pt x="47931" y="82498"/>
                  <a:pt x="46251" y="80819"/>
                  <a:pt x="46251" y="78743"/>
                </a:cubicBezTo>
                <a:lnTo>
                  <a:pt x="46251" y="73739"/>
                </a:lnTo>
                <a:lnTo>
                  <a:pt x="41251" y="73739"/>
                </a:lnTo>
                <a:cubicBezTo>
                  <a:pt x="39181" y="73739"/>
                  <a:pt x="37500" y="72059"/>
                  <a:pt x="37500" y="69995"/>
                </a:cubicBezTo>
                <a:cubicBezTo>
                  <a:pt x="37500" y="67920"/>
                  <a:pt x="39181" y="66240"/>
                  <a:pt x="41251" y="66240"/>
                </a:cubicBezTo>
                <a:lnTo>
                  <a:pt x="46251" y="66240"/>
                </a:lnTo>
                <a:lnTo>
                  <a:pt x="46251" y="61249"/>
                </a:lnTo>
                <a:cubicBezTo>
                  <a:pt x="46251" y="59173"/>
                  <a:pt x="47931" y="57493"/>
                  <a:pt x="50001" y="57493"/>
                </a:cubicBezTo>
                <a:cubicBezTo>
                  <a:pt x="52071" y="57493"/>
                  <a:pt x="53751" y="59173"/>
                  <a:pt x="53751" y="61249"/>
                </a:cubicBezTo>
                <a:lnTo>
                  <a:pt x="53751" y="66240"/>
                </a:lnTo>
                <a:lnTo>
                  <a:pt x="58750" y="66240"/>
                </a:lnTo>
                <a:cubicBezTo>
                  <a:pt x="60820" y="66240"/>
                  <a:pt x="62500" y="67920"/>
                  <a:pt x="62500" y="69995"/>
                </a:cubicBezTo>
                <a:cubicBezTo>
                  <a:pt x="62500" y="72059"/>
                  <a:pt x="60820" y="73739"/>
                  <a:pt x="58750" y="73739"/>
                </a:cubicBezTo>
                <a:close/>
                <a:moveTo>
                  <a:pt x="86251" y="25002"/>
                </a:moveTo>
                <a:lnTo>
                  <a:pt x="72501" y="25002"/>
                </a:lnTo>
                <a:lnTo>
                  <a:pt x="72501" y="11251"/>
                </a:lnTo>
                <a:cubicBezTo>
                  <a:pt x="72501" y="6428"/>
                  <a:pt x="68576" y="2504"/>
                  <a:pt x="63751" y="2504"/>
                </a:cubicBezTo>
                <a:lnTo>
                  <a:pt x="36250" y="2504"/>
                </a:lnTo>
                <a:cubicBezTo>
                  <a:pt x="31425" y="2504"/>
                  <a:pt x="27501" y="6428"/>
                  <a:pt x="27501" y="11251"/>
                </a:cubicBezTo>
                <a:lnTo>
                  <a:pt x="27501" y="25002"/>
                </a:lnTo>
                <a:lnTo>
                  <a:pt x="13750" y="25002"/>
                </a:lnTo>
                <a:cubicBezTo>
                  <a:pt x="6170" y="25002"/>
                  <a:pt x="0" y="31168"/>
                  <a:pt x="0" y="38751"/>
                </a:cubicBezTo>
                <a:lnTo>
                  <a:pt x="0" y="40000"/>
                </a:lnTo>
                <a:lnTo>
                  <a:pt x="12501" y="40000"/>
                </a:lnTo>
                <a:lnTo>
                  <a:pt x="20000" y="40000"/>
                </a:lnTo>
                <a:lnTo>
                  <a:pt x="35001" y="40000"/>
                </a:lnTo>
                <a:lnTo>
                  <a:pt x="65001" y="40000"/>
                </a:lnTo>
                <a:lnTo>
                  <a:pt x="80001" y="40000"/>
                </a:lnTo>
                <a:lnTo>
                  <a:pt x="87501" y="40000"/>
                </a:lnTo>
                <a:lnTo>
                  <a:pt x="100001" y="40000"/>
                </a:lnTo>
                <a:lnTo>
                  <a:pt x="100001" y="38751"/>
                </a:lnTo>
                <a:cubicBezTo>
                  <a:pt x="100001" y="31168"/>
                  <a:pt x="93831" y="25002"/>
                  <a:pt x="86251" y="25002"/>
                </a:cubicBezTo>
                <a:close/>
                <a:moveTo>
                  <a:pt x="35001" y="25002"/>
                </a:moveTo>
                <a:lnTo>
                  <a:pt x="35001" y="11251"/>
                </a:lnTo>
                <a:cubicBezTo>
                  <a:pt x="35001" y="10567"/>
                  <a:pt x="35562" y="10003"/>
                  <a:pt x="36250" y="10003"/>
                </a:cubicBezTo>
                <a:lnTo>
                  <a:pt x="63751" y="10003"/>
                </a:lnTo>
                <a:cubicBezTo>
                  <a:pt x="64439" y="10003"/>
                  <a:pt x="65001" y="10567"/>
                  <a:pt x="65001" y="11251"/>
                </a:cubicBezTo>
                <a:lnTo>
                  <a:pt x="65001" y="25002"/>
                </a:lnTo>
                <a:lnTo>
                  <a:pt x="35001" y="2500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0" name="Чёрный — SVG 7">
            <a:extLst>
              <a:ext uri="{FF2B5EF4-FFF2-40B4-BE49-F238E27FC236}">
                <a16:creationId xmlns:a16="http://schemas.microsoft.com/office/drawing/2014/main" id="{B38492EC-52B7-D041-BAC8-EACDEA042396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19494 w 127600"/>
              <a:gd name="csY0" fmla="*/ 0 h 127583"/>
              <a:gd name="csX1" fmla="*/ 0 w 127600"/>
              <a:gd name="csY1" fmla="*/ 19495 h 127583"/>
              <a:gd name="csX2" fmla="*/ 0 w 127600"/>
              <a:gd name="csY2" fmla="*/ 85056 h 127583"/>
              <a:gd name="csX3" fmla="*/ 26112 w 127600"/>
              <a:gd name="csY3" fmla="*/ 85056 h 127583"/>
              <a:gd name="csX4" fmla="*/ 32101 w 127600"/>
              <a:gd name="csY4" fmla="*/ 64098 h 127583"/>
              <a:gd name="csX5" fmla="*/ 37217 w 127600"/>
              <a:gd name="csY5" fmla="*/ 60253 h 127583"/>
              <a:gd name="csX6" fmla="*/ 42326 w 127600"/>
              <a:gd name="csY6" fmla="*/ 64098 h 127583"/>
              <a:gd name="csX7" fmla="*/ 48321 w 127600"/>
              <a:gd name="csY7" fmla="*/ 85056 h 127583"/>
              <a:gd name="csX8" fmla="*/ 50343 w 127600"/>
              <a:gd name="csY8" fmla="*/ 85056 h 127583"/>
              <a:gd name="csX9" fmla="*/ 58540 w 127600"/>
              <a:gd name="csY9" fmla="*/ 29344 h 127583"/>
              <a:gd name="csX10" fmla="*/ 63800 w 127600"/>
              <a:gd name="csY10" fmla="*/ 24802 h 127583"/>
              <a:gd name="csX11" fmla="*/ 69061 w 127600"/>
              <a:gd name="csY11" fmla="*/ 29344 h 127583"/>
              <a:gd name="csX12" fmla="*/ 77258 w 127600"/>
              <a:gd name="csY12" fmla="*/ 85056 h 127583"/>
              <a:gd name="csX13" fmla="*/ 78934 w 127600"/>
              <a:gd name="csY13" fmla="*/ 85056 h 127583"/>
              <a:gd name="csX14" fmla="*/ 85171 w 127600"/>
              <a:gd name="csY14" fmla="*/ 53891 h 127583"/>
              <a:gd name="csX15" fmla="*/ 90384 w 127600"/>
              <a:gd name="csY15" fmla="*/ 49621 h 127583"/>
              <a:gd name="csX16" fmla="*/ 95597 w 127600"/>
              <a:gd name="csY16" fmla="*/ 53891 h 127583"/>
              <a:gd name="csX17" fmla="*/ 101834 w 127600"/>
              <a:gd name="csY17" fmla="*/ 85056 h 127583"/>
              <a:gd name="csX18" fmla="*/ 127601 w 127600"/>
              <a:gd name="csY18" fmla="*/ 85056 h 127583"/>
              <a:gd name="csX19" fmla="*/ 127601 w 127600"/>
              <a:gd name="csY19" fmla="*/ 19495 h 127583"/>
              <a:gd name="csX20" fmla="*/ 108107 w 127600"/>
              <a:gd name="csY20" fmla="*/ 0 h 127583"/>
              <a:gd name="csX21" fmla="*/ 19494 w 127600"/>
              <a:gd name="csY21" fmla="*/ 0 h 127583"/>
              <a:gd name="csX22" fmla="*/ 63800 w 127600"/>
              <a:gd name="csY22" fmla="*/ 66649 h 127583"/>
              <a:gd name="csX23" fmla="*/ 60644 w 127600"/>
              <a:gd name="csY23" fmla="*/ 88118 h 127583"/>
              <a:gd name="csX24" fmla="*/ 51879 w 127600"/>
              <a:gd name="csY24" fmla="*/ 95687 h 127583"/>
              <a:gd name="csX25" fmla="*/ 46977 w 127600"/>
              <a:gd name="csY25" fmla="*/ 95687 h 127583"/>
              <a:gd name="csX26" fmla="*/ 38455 w 127600"/>
              <a:gd name="csY26" fmla="*/ 89257 h 127583"/>
              <a:gd name="csX27" fmla="*/ 37217 w 127600"/>
              <a:gd name="csY27" fmla="*/ 84902 h 127583"/>
              <a:gd name="csX28" fmla="*/ 35971 w 127600"/>
              <a:gd name="csY28" fmla="*/ 89257 h 127583"/>
              <a:gd name="csX29" fmla="*/ 27456 w 127600"/>
              <a:gd name="csY29" fmla="*/ 95687 h 127583"/>
              <a:gd name="csX30" fmla="*/ 0 w 127600"/>
              <a:gd name="csY30" fmla="*/ 95687 h 127583"/>
              <a:gd name="csX31" fmla="*/ 0 w 127600"/>
              <a:gd name="csY31" fmla="*/ 108089 h 127583"/>
              <a:gd name="csX32" fmla="*/ 19494 w 127600"/>
              <a:gd name="csY32" fmla="*/ 127583 h 127583"/>
              <a:gd name="csX33" fmla="*/ 108107 w 127600"/>
              <a:gd name="csY33" fmla="*/ 127583 h 127583"/>
              <a:gd name="csX34" fmla="*/ 127601 w 127600"/>
              <a:gd name="csY34" fmla="*/ 108089 h 127583"/>
              <a:gd name="csX35" fmla="*/ 127601 w 127600"/>
              <a:gd name="csY35" fmla="*/ 95687 h 127583"/>
              <a:gd name="csX36" fmla="*/ 100381 w 127600"/>
              <a:gd name="csY36" fmla="*/ 95687 h 127583"/>
              <a:gd name="csX37" fmla="*/ 91692 w 127600"/>
              <a:gd name="csY37" fmla="*/ 88560 h 127583"/>
              <a:gd name="csX38" fmla="*/ 90384 w 127600"/>
              <a:gd name="csY38" fmla="*/ 82045 h 127583"/>
              <a:gd name="csX39" fmla="*/ 89075 w 127600"/>
              <a:gd name="csY39" fmla="*/ 88560 h 127583"/>
              <a:gd name="csX40" fmla="*/ 80387 w 127600"/>
              <a:gd name="csY40" fmla="*/ 95687 h 127583"/>
              <a:gd name="csX41" fmla="*/ 75722 w 127600"/>
              <a:gd name="csY41" fmla="*/ 95687 h 127583"/>
              <a:gd name="csX42" fmla="*/ 66956 w 127600"/>
              <a:gd name="csY42" fmla="*/ 88101 h 127583"/>
              <a:gd name="csX43" fmla="*/ 63800 w 127600"/>
              <a:gd name="csY43" fmla="*/ 66649 h 127583"/>
            </a:gdLst>
            <a:ahLst/>
            <a:cxnLst/>
            <a:rect l="l" t="t" r="r" b="b"/>
            <a:pathLst>
              <a:path w="100000" h="100000">
                <a:moveTo>
                  <a:pt x="15277" y="7"/>
                </a:moveTo>
                <a:cubicBezTo>
                  <a:pt x="6853" y="7"/>
                  <a:pt x="0" y="6859"/>
                  <a:pt x="0" y="15285"/>
                </a:cubicBezTo>
                <a:lnTo>
                  <a:pt x="0" y="66665"/>
                </a:lnTo>
                <a:lnTo>
                  <a:pt x="20464" y="66665"/>
                </a:lnTo>
                <a:lnTo>
                  <a:pt x="25158" y="50240"/>
                </a:lnTo>
                <a:cubicBezTo>
                  <a:pt x="25671" y="48454"/>
                  <a:pt x="27306" y="47227"/>
                  <a:pt x="29167" y="47227"/>
                </a:cubicBezTo>
                <a:cubicBezTo>
                  <a:pt x="31028" y="47227"/>
                  <a:pt x="32660" y="48454"/>
                  <a:pt x="33171" y="50240"/>
                </a:cubicBezTo>
                <a:lnTo>
                  <a:pt x="37869" y="66665"/>
                </a:lnTo>
                <a:lnTo>
                  <a:pt x="39454" y="66665"/>
                </a:lnTo>
                <a:lnTo>
                  <a:pt x="45878" y="23004"/>
                </a:lnTo>
                <a:cubicBezTo>
                  <a:pt x="46178" y="20964"/>
                  <a:pt x="47933" y="19444"/>
                  <a:pt x="50000" y="19444"/>
                </a:cubicBezTo>
                <a:cubicBezTo>
                  <a:pt x="52067" y="19444"/>
                  <a:pt x="53823" y="20964"/>
                  <a:pt x="54123" y="23004"/>
                </a:cubicBezTo>
                <a:lnTo>
                  <a:pt x="60547" y="66665"/>
                </a:lnTo>
                <a:lnTo>
                  <a:pt x="61861" y="66665"/>
                </a:lnTo>
                <a:lnTo>
                  <a:pt x="66748" y="42241"/>
                </a:lnTo>
                <a:cubicBezTo>
                  <a:pt x="67138" y="40295"/>
                  <a:pt x="68847" y="38895"/>
                  <a:pt x="70834" y="38895"/>
                </a:cubicBezTo>
                <a:cubicBezTo>
                  <a:pt x="72821" y="38895"/>
                  <a:pt x="74530" y="40295"/>
                  <a:pt x="74919" y="42241"/>
                </a:cubicBezTo>
                <a:lnTo>
                  <a:pt x="79807" y="66665"/>
                </a:lnTo>
                <a:lnTo>
                  <a:pt x="100001" y="66665"/>
                </a:lnTo>
                <a:lnTo>
                  <a:pt x="100001" y="15285"/>
                </a:lnTo>
                <a:cubicBezTo>
                  <a:pt x="100001" y="6859"/>
                  <a:pt x="93147" y="7"/>
                  <a:pt x="84723" y="7"/>
                </a:cubicBezTo>
                <a:lnTo>
                  <a:pt x="15277" y="7"/>
                </a:lnTo>
                <a:close/>
                <a:moveTo>
                  <a:pt x="50000" y="52239"/>
                </a:moveTo>
                <a:lnTo>
                  <a:pt x="47527" y="69065"/>
                </a:lnTo>
                <a:cubicBezTo>
                  <a:pt x="47035" y="72437"/>
                  <a:pt x="44080" y="74996"/>
                  <a:pt x="40658" y="74996"/>
                </a:cubicBezTo>
                <a:lnTo>
                  <a:pt x="36816" y="74996"/>
                </a:lnTo>
                <a:cubicBezTo>
                  <a:pt x="33731" y="74996"/>
                  <a:pt x="30985" y="72917"/>
                  <a:pt x="30137" y="69957"/>
                </a:cubicBezTo>
                <a:lnTo>
                  <a:pt x="29167" y="66544"/>
                </a:lnTo>
                <a:lnTo>
                  <a:pt x="28190" y="69957"/>
                </a:lnTo>
                <a:cubicBezTo>
                  <a:pt x="27346" y="72931"/>
                  <a:pt x="24600" y="74996"/>
                  <a:pt x="21517" y="74996"/>
                </a:cubicBezTo>
                <a:lnTo>
                  <a:pt x="0" y="74996"/>
                </a:lnTo>
                <a:lnTo>
                  <a:pt x="0" y="84716"/>
                </a:lnTo>
                <a:cubicBezTo>
                  <a:pt x="0" y="93141"/>
                  <a:pt x="6853" y="99993"/>
                  <a:pt x="15277" y="99993"/>
                </a:cubicBezTo>
                <a:lnTo>
                  <a:pt x="84723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74996"/>
                </a:lnTo>
                <a:lnTo>
                  <a:pt x="78668" y="74996"/>
                </a:lnTo>
                <a:cubicBezTo>
                  <a:pt x="75368" y="74996"/>
                  <a:pt x="72503" y="72650"/>
                  <a:pt x="71859" y="69411"/>
                </a:cubicBezTo>
                <a:lnTo>
                  <a:pt x="70834" y="64305"/>
                </a:lnTo>
                <a:lnTo>
                  <a:pt x="69808" y="69411"/>
                </a:lnTo>
                <a:cubicBezTo>
                  <a:pt x="69165" y="72650"/>
                  <a:pt x="66299" y="74996"/>
                  <a:pt x="62999" y="74996"/>
                </a:cubicBezTo>
                <a:lnTo>
                  <a:pt x="59343" y="74996"/>
                </a:lnTo>
                <a:cubicBezTo>
                  <a:pt x="55920" y="74996"/>
                  <a:pt x="52971" y="72437"/>
                  <a:pt x="52473" y="69051"/>
                </a:cubicBezTo>
                <a:lnTo>
                  <a:pt x="50000" y="5223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1" name="Чёрный — SVG 8">
            <a:extLst>
              <a:ext uri="{FF2B5EF4-FFF2-40B4-BE49-F238E27FC236}">
                <a16:creationId xmlns:a16="http://schemas.microsoft.com/office/drawing/2014/main" id="{8852B0A6-3ABE-2E48-ACA1-B5A3DE0CFEBA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58475 w 63800"/>
              <a:gd name="csY0" fmla="*/ 0 h 148847"/>
              <a:gd name="csX1" fmla="*/ 5308 w 63800"/>
              <a:gd name="csY1" fmla="*/ 0 h 148847"/>
              <a:gd name="csX2" fmla="*/ 0 w 63800"/>
              <a:gd name="csY2" fmla="*/ 5307 h 148847"/>
              <a:gd name="csX3" fmla="*/ 5308 w 63800"/>
              <a:gd name="csY3" fmla="*/ 10632 h 148847"/>
              <a:gd name="csX4" fmla="*/ 7094 w 63800"/>
              <a:gd name="csY4" fmla="*/ 10632 h 148847"/>
              <a:gd name="csX5" fmla="*/ 7094 w 63800"/>
              <a:gd name="csY5" fmla="*/ 124045 h 148847"/>
              <a:gd name="csX6" fmla="*/ 31900 w 63800"/>
              <a:gd name="csY6" fmla="*/ 148847 h 148847"/>
              <a:gd name="csX7" fmla="*/ 56706 w 63800"/>
              <a:gd name="csY7" fmla="*/ 124045 h 148847"/>
              <a:gd name="csX8" fmla="*/ 56706 w 63800"/>
              <a:gd name="csY8" fmla="*/ 10632 h 148847"/>
              <a:gd name="csX9" fmla="*/ 58475 w 63800"/>
              <a:gd name="csY9" fmla="*/ 10632 h 148847"/>
              <a:gd name="csX10" fmla="*/ 63800 w 63800"/>
              <a:gd name="csY10" fmla="*/ 5307 h 148847"/>
              <a:gd name="csX11" fmla="*/ 58475 w 63800"/>
              <a:gd name="csY11" fmla="*/ 0 h 148847"/>
            </a:gdLst>
            <a:ahLst/>
            <a:cxnLst/>
            <a:rect l="l" t="t" r="r" b="b"/>
            <a:pathLst>
              <a:path w="100000" h="100000">
                <a:moveTo>
                  <a:pt x="67854" y="0"/>
                </a:moveTo>
                <a:lnTo>
                  <a:pt x="32135" y="0"/>
                </a:lnTo>
                <a:cubicBezTo>
                  <a:pt x="30169" y="0"/>
                  <a:pt x="28569" y="1600"/>
                  <a:pt x="28569" y="3565"/>
                </a:cubicBezTo>
                <a:cubicBezTo>
                  <a:pt x="28569" y="5543"/>
                  <a:pt x="30169" y="7143"/>
                  <a:pt x="32135" y="7143"/>
                </a:cubicBezTo>
                <a:lnTo>
                  <a:pt x="33335" y="7143"/>
                </a:lnTo>
                <a:lnTo>
                  <a:pt x="33335" y="83337"/>
                </a:lnTo>
                <a:cubicBezTo>
                  <a:pt x="33335" y="92526"/>
                  <a:pt x="40810" y="100000"/>
                  <a:pt x="50000" y="100000"/>
                </a:cubicBezTo>
                <a:cubicBezTo>
                  <a:pt x="59190" y="100000"/>
                  <a:pt x="66665" y="92526"/>
                  <a:pt x="66665" y="83337"/>
                </a:cubicBezTo>
                <a:lnTo>
                  <a:pt x="66665" y="7143"/>
                </a:lnTo>
                <a:lnTo>
                  <a:pt x="67854" y="7143"/>
                </a:lnTo>
                <a:cubicBezTo>
                  <a:pt x="69832" y="7143"/>
                  <a:pt x="71431" y="5543"/>
                  <a:pt x="71431" y="3565"/>
                </a:cubicBezTo>
                <a:cubicBezTo>
                  <a:pt x="71431" y="1600"/>
                  <a:pt x="69832" y="0"/>
                  <a:pt x="67854" y="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2" name="Чёрный — SVG 9">
            <a:extLst>
              <a:ext uri="{FF2B5EF4-FFF2-40B4-BE49-F238E27FC236}">
                <a16:creationId xmlns:a16="http://schemas.microsoft.com/office/drawing/2014/main" id="{877C2BB4-69E2-EA4F-ADA4-B84DEEDEB8E7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40496 w 149113"/>
              <a:gd name="csY0" fmla="*/ 0 h 130475"/>
              <a:gd name="csX1" fmla="*/ 11828 w 149113"/>
              <a:gd name="csY1" fmla="*/ 11976 h 130475"/>
              <a:gd name="csX2" fmla="*/ 11828 w 149113"/>
              <a:gd name="csY2" fmla="*/ 69694 h 130475"/>
              <a:gd name="csX3" fmla="*/ 68347 w 149113"/>
              <a:gd name="csY3" fmla="*/ 126733 h 130475"/>
              <a:gd name="csX4" fmla="*/ 77722 w 149113"/>
              <a:gd name="csY4" fmla="*/ 130475 h 130475"/>
              <a:gd name="csX5" fmla="*/ 84918 w 149113"/>
              <a:gd name="csY5" fmla="*/ 128332 h 130475"/>
              <a:gd name="csX6" fmla="*/ 90448 w 149113"/>
              <a:gd name="csY6" fmla="*/ 120541 h 130475"/>
              <a:gd name="csX7" fmla="*/ 99209 w 149113"/>
              <a:gd name="csY7" fmla="*/ 116067 h 130475"/>
              <a:gd name="csX8" fmla="*/ 103769 w 149113"/>
              <a:gd name="csY8" fmla="*/ 107289 h 130475"/>
              <a:gd name="csX9" fmla="*/ 112310 w 149113"/>
              <a:gd name="csY9" fmla="*/ 102849 h 130475"/>
              <a:gd name="csX10" fmla="*/ 116920 w 149113"/>
              <a:gd name="csY10" fmla="*/ 93748 h 130475"/>
              <a:gd name="csX11" fmla="*/ 122960 w 149113"/>
              <a:gd name="csY11" fmla="*/ 90975 h 130475"/>
              <a:gd name="csX12" fmla="*/ 123760 w 149113"/>
              <a:gd name="csY12" fmla="*/ 89955 h 130475"/>
              <a:gd name="csX13" fmla="*/ 126975 w 149113"/>
              <a:gd name="csY13" fmla="*/ 83201 h 130475"/>
              <a:gd name="csX14" fmla="*/ 123709 w 149113"/>
              <a:gd name="csY14" fmla="*/ 73403 h 130475"/>
              <a:gd name="csX15" fmla="*/ 84408 w 149113"/>
              <a:gd name="csY15" fmla="*/ 35859 h 130475"/>
              <a:gd name="csX16" fmla="*/ 76156 w 149113"/>
              <a:gd name="csY16" fmla="*/ 44178 h 130475"/>
              <a:gd name="csX17" fmla="*/ 63362 w 149113"/>
              <a:gd name="csY17" fmla="*/ 50812 h 130475"/>
              <a:gd name="csX18" fmla="*/ 62222 w 149113"/>
              <a:gd name="csY18" fmla="*/ 50846 h 130475"/>
              <a:gd name="csX19" fmla="*/ 52797 w 149113"/>
              <a:gd name="csY19" fmla="*/ 47104 h 130475"/>
              <a:gd name="csX20" fmla="*/ 52780 w 149113"/>
              <a:gd name="csY20" fmla="*/ 31266 h 130475"/>
              <a:gd name="csX21" fmla="*/ 70525 w 149113"/>
              <a:gd name="csY21" fmla="*/ 13354 h 130475"/>
              <a:gd name="csX22" fmla="*/ 69164 w 149113"/>
              <a:gd name="csY22" fmla="*/ 11976 h 130475"/>
              <a:gd name="csX23" fmla="*/ 40496 w 149113"/>
              <a:gd name="csY23" fmla="*/ 0 h 130475"/>
              <a:gd name="csX24" fmla="*/ 108618 w 149113"/>
              <a:gd name="csY24" fmla="*/ 0 h 130475"/>
              <a:gd name="csX25" fmla="*/ 102340 w 149113"/>
              <a:gd name="csY25" fmla="*/ 527 h 130475"/>
              <a:gd name="csX26" fmla="*/ 82706 w 149113"/>
              <a:gd name="csY26" fmla="*/ 11125 h 130475"/>
              <a:gd name="csX27" fmla="*/ 57816 w 149113"/>
              <a:gd name="csY27" fmla="*/ 36251 h 130475"/>
              <a:gd name="csX28" fmla="*/ 57799 w 149113"/>
              <a:gd name="csY28" fmla="*/ 42068 h 130475"/>
              <a:gd name="csX29" fmla="*/ 62818 w 149113"/>
              <a:gd name="csY29" fmla="*/ 43735 h 130475"/>
              <a:gd name="csX30" fmla="*/ 71120 w 149113"/>
              <a:gd name="csY30" fmla="*/ 39194 h 130475"/>
              <a:gd name="csX31" fmla="*/ 81600 w 149113"/>
              <a:gd name="csY31" fmla="*/ 28613 h 130475"/>
              <a:gd name="csX32" fmla="*/ 85956 w 149113"/>
              <a:gd name="csY32" fmla="*/ 28085 h 130475"/>
              <a:gd name="csX33" fmla="*/ 113399 w 149113"/>
              <a:gd name="csY33" fmla="*/ 28307 h 130475"/>
              <a:gd name="csX34" fmla="*/ 118366 w 149113"/>
              <a:gd name="csY34" fmla="*/ 28953 h 130475"/>
              <a:gd name="csX35" fmla="*/ 117720 w 149113"/>
              <a:gd name="csY35" fmla="*/ 33920 h 130475"/>
              <a:gd name="csX36" fmla="*/ 98903 w 149113"/>
              <a:gd name="csY36" fmla="*/ 39908 h 130475"/>
              <a:gd name="csX37" fmla="*/ 128728 w 149113"/>
              <a:gd name="csY37" fmla="*/ 68402 h 130475"/>
              <a:gd name="csX38" fmla="*/ 132505 w 149113"/>
              <a:gd name="csY38" fmla="*/ 74543 h 130475"/>
              <a:gd name="csX39" fmla="*/ 137285 w 149113"/>
              <a:gd name="csY39" fmla="*/ 69711 h 130475"/>
              <a:gd name="csX40" fmla="*/ 137285 w 149113"/>
              <a:gd name="csY40" fmla="*/ 11976 h 130475"/>
              <a:gd name="csX41" fmla="*/ 131603 w 149113"/>
              <a:gd name="csY41" fmla="*/ 7230 h 130475"/>
              <a:gd name="csX42" fmla="*/ 131399 w 149113"/>
              <a:gd name="csY42" fmla="*/ 7111 h 130475"/>
              <a:gd name="csX43" fmla="*/ 130956 w 149113"/>
              <a:gd name="csY43" fmla="*/ 6753 h 130475"/>
              <a:gd name="csX44" fmla="*/ 108618 w 149113"/>
              <a:gd name="csY44" fmla="*/ 0 h 130475"/>
            </a:gdLst>
            <a:ahLst/>
            <a:cxnLst/>
            <a:rect l="l" t="t" r="r" b="b"/>
            <a:pathLst>
              <a:path w="100000" h="100000">
                <a:moveTo>
                  <a:pt x="27158" y="6250"/>
                </a:moveTo>
                <a:cubicBezTo>
                  <a:pt x="19890" y="6250"/>
                  <a:pt x="13067" y="9102"/>
                  <a:pt x="7932" y="14281"/>
                </a:cubicBezTo>
                <a:cubicBezTo>
                  <a:pt x="-2644" y="24959"/>
                  <a:pt x="-2644" y="42322"/>
                  <a:pt x="7932" y="52989"/>
                </a:cubicBezTo>
                <a:lnTo>
                  <a:pt x="45836" y="91241"/>
                </a:lnTo>
                <a:cubicBezTo>
                  <a:pt x="47650" y="92895"/>
                  <a:pt x="49886" y="93750"/>
                  <a:pt x="52123" y="93750"/>
                </a:cubicBezTo>
                <a:cubicBezTo>
                  <a:pt x="53788" y="93750"/>
                  <a:pt x="55454" y="93272"/>
                  <a:pt x="56949" y="92313"/>
                </a:cubicBezTo>
                <a:cubicBezTo>
                  <a:pt x="58877" y="91070"/>
                  <a:pt x="60155" y="89187"/>
                  <a:pt x="60657" y="87088"/>
                </a:cubicBezTo>
                <a:cubicBezTo>
                  <a:pt x="62825" y="86757"/>
                  <a:pt x="64878" y="85730"/>
                  <a:pt x="66533" y="84088"/>
                </a:cubicBezTo>
                <a:cubicBezTo>
                  <a:pt x="68199" y="82433"/>
                  <a:pt x="69237" y="80369"/>
                  <a:pt x="69591" y="78201"/>
                </a:cubicBezTo>
                <a:cubicBezTo>
                  <a:pt x="71701" y="77848"/>
                  <a:pt x="73710" y="76832"/>
                  <a:pt x="75319" y="75223"/>
                </a:cubicBezTo>
                <a:cubicBezTo>
                  <a:pt x="77042" y="73512"/>
                  <a:pt x="78091" y="71368"/>
                  <a:pt x="78410" y="69120"/>
                </a:cubicBezTo>
                <a:cubicBezTo>
                  <a:pt x="79882" y="68812"/>
                  <a:pt x="81263" y="68173"/>
                  <a:pt x="82461" y="67260"/>
                </a:cubicBezTo>
                <a:cubicBezTo>
                  <a:pt x="82598" y="67010"/>
                  <a:pt x="82769" y="66782"/>
                  <a:pt x="82997" y="66576"/>
                </a:cubicBezTo>
                <a:cubicBezTo>
                  <a:pt x="84321" y="65469"/>
                  <a:pt x="85051" y="63941"/>
                  <a:pt x="85154" y="62047"/>
                </a:cubicBezTo>
                <a:cubicBezTo>
                  <a:pt x="85302" y="59401"/>
                  <a:pt x="84161" y="56742"/>
                  <a:pt x="82963" y="55476"/>
                </a:cubicBezTo>
                <a:lnTo>
                  <a:pt x="56607" y="30298"/>
                </a:lnTo>
                <a:lnTo>
                  <a:pt x="51073" y="35877"/>
                </a:lnTo>
                <a:cubicBezTo>
                  <a:pt x="47718" y="39253"/>
                  <a:pt x="44558" y="40166"/>
                  <a:pt x="42493" y="40326"/>
                </a:cubicBezTo>
                <a:cubicBezTo>
                  <a:pt x="42230" y="40349"/>
                  <a:pt x="41980" y="40349"/>
                  <a:pt x="41728" y="40349"/>
                </a:cubicBezTo>
                <a:cubicBezTo>
                  <a:pt x="39321" y="40349"/>
                  <a:pt x="37050" y="39447"/>
                  <a:pt x="35407" y="37839"/>
                </a:cubicBezTo>
                <a:cubicBezTo>
                  <a:pt x="32372" y="34827"/>
                  <a:pt x="32372" y="30264"/>
                  <a:pt x="35396" y="27218"/>
                </a:cubicBezTo>
                <a:lnTo>
                  <a:pt x="47296" y="15205"/>
                </a:lnTo>
                <a:lnTo>
                  <a:pt x="46384" y="14281"/>
                </a:lnTo>
                <a:cubicBezTo>
                  <a:pt x="41249" y="9102"/>
                  <a:pt x="34426" y="6250"/>
                  <a:pt x="27158" y="6250"/>
                </a:cubicBezTo>
                <a:close/>
                <a:moveTo>
                  <a:pt x="72843" y="6250"/>
                </a:moveTo>
                <a:cubicBezTo>
                  <a:pt x="71416" y="6250"/>
                  <a:pt x="70013" y="6398"/>
                  <a:pt x="68633" y="6603"/>
                </a:cubicBezTo>
                <a:cubicBezTo>
                  <a:pt x="63612" y="7721"/>
                  <a:pt x="58900" y="10243"/>
                  <a:pt x="55465" y="13710"/>
                </a:cubicBezTo>
                <a:lnTo>
                  <a:pt x="38773" y="30561"/>
                </a:lnTo>
                <a:cubicBezTo>
                  <a:pt x="37335" y="32009"/>
                  <a:pt x="37826" y="33527"/>
                  <a:pt x="38762" y="34462"/>
                </a:cubicBezTo>
                <a:cubicBezTo>
                  <a:pt x="39583" y="35272"/>
                  <a:pt x="40793" y="35717"/>
                  <a:pt x="42128" y="35580"/>
                </a:cubicBezTo>
                <a:cubicBezTo>
                  <a:pt x="43930" y="35443"/>
                  <a:pt x="45859" y="34382"/>
                  <a:pt x="47695" y="32534"/>
                </a:cubicBezTo>
                <a:lnTo>
                  <a:pt x="54724" y="25438"/>
                </a:lnTo>
                <a:cubicBezTo>
                  <a:pt x="55500" y="24663"/>
                  <a:pt x="56709" y="24514"/>
                  <a:pt x="57645" y="25084"/>
                </a:cubicBezTo>
                <a:cubicBezTo>
                  <a:pt x="64627" y="29339"/>
                  <a:pt x="70640" y="29386"/>
                  <a:pt x="76049" y="25233"/>
                </a:cubicBezTo>
                <a:cubicBezTo>
                  <a:pt x="77087" y="24434"/>
                  <a:pt x="78582" y="24628"/>
                  <a:pt x="79380" y="25666"/>
                </a:cubicBezTo>
                <a:cubicBezTo>
                  <a:pt x="80179" y="26716"/>
                  <a:pt x="79985" y="28199"/>
                  <a:pt x="78947" y="28997"/>
                </a:cubicBezTo>
                <a:cubicBezTo>
                  <a:pt x="75022" y="32009"/>
                  <a:pt x="70800" y="33321"/>
                  <a:pt x="66328" y="33013"/>
                </a:cubicBezTo>
                <a:lnTo>
                  <a:pt x="86329" y="52122"/>
                </a:lnTo>
                <a:cubicBezTo>
                  <a:pt x="87390" y="53240"/>
                  <a:pt x="88246" y="54677"/>
                  <a:pt x="88862" y="56241"/>
                </a:cubicBezTo>
                <a:lnTo>
                  <a:pt x="92068" y="53000"/>
                </a:lnTo>
                <a:cubicBezTo>
                  <a:pt x="102645" y="42322"/>
                  <a:pt x="102645" y="24959"/>
                  <a:pt x="92068" y="14281"/>
                </a:cubicBezTo>
                <a:cubicBezTo>
                  <a:pt x="90893" y="13095"/>
                  <a:pt x="89604" y="12034"/>
                  <a:pt x="88257" y="11098"/>
                </a:cubicBezTo>
                <a:cubicBezTo>
                  <a:pt x="88223" y="11064"/>
                  <a:pt x="88166" y="11053"/>
                  <a:pt x="88120" y="11018"/>
                </a:cubicBezTo>
                <a:cubicBezTo>
                  <a:pt x="88029" y="10927"/>
                  <a:pt x="87915" y="10859"/>
                  <a:pt x="87823" y="10778"/>
                </a:cubicBezTo>
                <a:cubicBezTo>
                  <a:pt x="83419" y="7836"/>
                  <a:pt x="78251" y="6250"/>
                  <a:pt x="72843" y="625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3" name="Чёрный — SVG 10">
            <a:extLst>
              <a:ext uri="{FF2B5EF4-FFF2-40B4-BE49-F238E27FC236}">
                <a16:creationId xmlns:a16="http://schemas.microsoft.com/office/drawing/2014/main" id="{A15B782E-67B0-3C4C-AEDB-CF46ED1068F2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38995 w 141772"/>
              <a:gd name="csY0" fmla="*/ 0 h 124044"/>
              <a:gd name="csX1" fmla="*/ 0 w 141772"/>
              <a:gd name="csY1" fmla="*/ 38989 h 124044"/>
              <a:gd name="csX2" fmla="*/ 24278 w 141772"/>
              <a:gd name="csY2" fmla="*/ 81194 h 124044"/>
              <a:gd name="csX3" fmla="*/ 67135 w 141772"/>
              <a:gd name="csY3" fmla="*/ 122480 h 124044"/>
              <a:gd name="csX4" fmla="*/ 70895 w 141772"/>
              <a:gd name="csY4" fmla="*/ 124045 h 124044"/>
              <a:gd name="csX5" fmla="*/ 74655 w 141772"/>
              <a:gd name="csY5" fmla="*/ 122480 h 124044"/>
              <a:gd name="csX6" fmla="*/ 117495 w 141772"/>
              <a:gd name="csY6" fmla="*/ 81194 h 124044"/>
              <a:gd name="csX7" fmla="*/ 141773 w 141772"/>
              <a:gd name="csY7" fmla="*/ 38989 h 124044"/>
              <a:gd name="csX8" fmla="*/ 102795 w 141772"/>
              <a:gd name="csY8" fmla="*/ 0 h 124044"/>
              <a:gd name="csX9" fmla="*/ 70895 w 141772"/>
              <a:gd name="csY9" fmla="*/ 17845 h 124044"/>
              <a:gd name="csX10" fmla="*/ 38995 w 141772"/>
              <a:gd name="csY10" fmla="*/ 0 h 124044"/>
            </a:gdLst>
            <a:ahLst/>
            <a:cxnLst/>
            <a:rect l="l" t="t" r="r" b="b"/>
            <a:pathLst>
              <a:path w="100000" h="100000">
                <a:moveTo>
                  <a:pt x="27505" y="6252"/>
                </a:moveTo>
                <a:cubicBezTo>
                  <a:pt x="12361" y="6252"/>
                  <a:pt x="0" y="18612"/>
                  <a:pt x="0" y="33753"/>
                </a:cubicBezTo>
                <a:cubicBezTo>
                  <a:pt x="0" y="43989"/>
                  <a:pt x="7717" y="53636"/>
                  <a:pt x="17125" y="63523"/>
                </a:cubicBezTo>
                <a:cubicBezTo>
                  <a:pt x="26545" y="73410"/>
                  <a:pt x="38126" y="83418"/>
                  <a:pt x="47354" y="92645"/>
                </a:cubicBezTo>
                <a:cubicBezTo>
                  <a:pt x="48050" y="93353"/>
                  <a:pt x="49010" y="93748"/>
                  <a:pt x="50006" y="93748"/>
                </a:cubicBezTo>
                <a:cubicBezTo>
                  <a:pt x="51002" y="93748"/>
                  <a:pt x="51950" y="93353"/>
                  <a:pt x="52658" y="92645"/>
                </a:cubicBezTo>
                <a:cubicBezTo>
                  <a:pt x="61887" y="83418"/>
                  <a:pt x="73467" y="73410"/>
                  <a:pt x="82876" y="63523"/>
                </a:cubicBezTo>
                <a:cubicBezTo>
                  <a:pt x="92284" y="53636"/>
                  <a:pt x="100001" y="43989"/>
                  <a:pt x="100001" y="33753"/>
                </a:cubicBezTo>
                <a:cubicBezTo>
                  <a:pt x="100001" y="18612"/>
                  <a:pt x="87652" y="6252"/>
                  <a:pt x="72507" y="6252"/>
                </a:cubicBezTo>
                <a:cubicBezTo>
                  <a:pt x="63807" y="6252"/>
                  <a:pt x="56247" y="10920"/>
                  <a:pt x="50006" y="18839"/>
                </a:cubicBezTo>
                <a:cubicBezTo>
                  <a:pt x="43754" y="10920"/>
                  <a:pt x="36194" y="6252"/>
                  <a:pt x="27505" y="625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4" name="Чёрный — SVG 11">
            <a:extLst>
              <a:ext uri="{FF2B5EF4-FFF2-40B4-BE49-F238E27FC236}">
                <a16:creationId xmlns:a16="http://schemas.microsoft.com/office/drawing/2014/main" id="{2454E3DD-306C-D448-91CE-57515A5AA95D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121643 w 155397"/>
              <a:gd name="csY0" fmla="*/ 1 h 141839"/>
              <a:gd name="csX1" fmla="*/ 117917 w 155397"/>
              <a:gd name="csY1" fmla="*/ 1617 h 141839"/>
              <a:gd name="csX2" fmla="*/ 116420 w 155397"/>
              <a:gd name="csY2" fmla="*/ 5394 h 141839"/>
              <a:gd name="csX3" fmla="*/ 116420 w 155397"/>
              <a:gd name="csY3" fmla="*/ 17795 h 141839"/>
              <a:gd name="csX4" fmla="*/ 104000 w 155397"/>
              <a:gd name="csY4" fmla="*/ 17795 h 141839"/>
              <a:gd name="csX5" fmla="*/ 101941 w 155397"/>
              <a:gd name="csY5" fmla="*/ 18186 h 141839"/>
              <a:gd name="csX6" fmla="*/ 100189 w 155397"/>
              <a:gd name="csY6" fmla="*/ 19326 h 141839"/>
              <a:gd name="csX7" fmla="*/ 99032 w 155397"/>
              <a:gd name="csY7" fmla="*/ 21061 h 141839"/>
              <a:gd name="csX8" fmla="*/ 98607 w 155397"/>
              <a:gd name="csY8" fmla="*/ 23119 h 141839"/>
              <a:gd name="csX9" fmla="*/ 99032 w 155397"/>
              <a:gd name="csY9" fmla="*/ 25161 h 141839"/>
              <a:gd name="csX10" fmla="*/ 100189 w 155397"/>
              <a:gd name="csY10" fmla="*/ 26896 h 141839"/>
              <a:gd name="csX11" fmla="*/ 101941 w 155397"/>
              <a:gd name="csY11" fmla="*/ 28053 h 141839"/>
              <a:gd name="csX12" fmla="*/ 104000 w 155397"/>
              <a:gd name="csY12" fmla="*/ 28427 h 141839"/>
              <a:gd name="csX13" fmla="*/ 116420 w 155397"/>
              <a:gd name="csY13" fmla="*/ 28427 h 141839"/>
              <a:gd name="csX14" fmla="*/ 116420 w 155397"/>
              <a:gd name="csY14" fmla="*/ 40828 h 141839"/>
              <a:gd name="csX15" fmla="*/ 116794 w 155397"/>
              <a:gd name="csY15" fmla="*/ 42886 h 141839"/>
              <a:gd name="csX16" fmla="*/ 117934 w 155397"/>
              <a:gd name="csY16" fmla="*/ 44639 h 141839"/>
              <a:gd name="csX17" fmla="*/ 119669 w 155397"/>
              <a:gd name="csY17" fmla="*/ 45812 h 141839"/>
              <a:gd name="csX18" fmla="*/ 121728 w 155397"/>
              <a:gd name="csY18" fmla="*/ 46220 h 141839"/>
              <a:gd name="csX19" fmla="*/ 123786 w 155397"/>
              <a:gd name="csY19" fmla="*/ 45812 h 141839"/>
              <a:gd name="csX20" fmla="*/ 125522 w 155397"/>
              <a:gd name="csY20" fmla="*/ 44639 h 141839"/>
              <a:gd name="csX21" fmla="*/ 126662 w 155397"/>
              <a:gd name="csY21" fmla="*/ 42886 h 141839"/>
              <a:gd name="csX22" fmla="*/ 127053 w 155397"/>
              <a:gd name="csY22" fmla="*/ 40828 h 141839"/>
              <a:gd name="csX23" fmla="*/ 127053 w 155397"/>
              <a:gd name="csY23" fmla="*/ 28427 h 141839"/>
              <a:gd name="csX24" fmla="*/ 139456 w 155397"/>
              <a:gd name="csY24" fmla="*/ 28427 h 141839"/>
              <a:gd name="csX25" fmla="*/ 141514 w 155397"/>
              <a:gd name="csY25" fmla="*/ 28053 h 141839"/>
              <a:gd name="csX26" fmla="*/ 143267 w 155397"/>
              <a:gd name="csY26" fmla="*/ 26896 h 141839"/>
              <a:gd name="csX27" fmla="*/ 144424 w 155397"/>
              <a:gd name="csY27" fmla="*/ 25161 h 141839"/>
              <a:gd name="csX28" fmla="*/ 144849 w 155397"/>
              <a:gd name="csY28" fmla="*/ 23119 h 141839"/>
              <a:gd name="csX29" fmla="*/ 144424 w 155397"/>
              <a:gd name="csY29" fmla="*/ 21061 h 141839"/>
              <a:gd name="csX30" fmla="*/ 143267 w 155397"/>
              <a:gd name="csY30" fmla="*/ 19326 h 141839"/>
              <a:gd name="csX31" fmla="*/ 141514 w 155397"/>
              <a:gd name="csY31" fmla="*/ 18186 h 141839"/>
              <a:gd name="csX32" fmla="*/ 139456 w 155397"/>
              <a:gd name="csY32" fmla="*/ 17795 h 141839"/>
              <a:gd name="csX33" fmla="*/ 127053 w 155397"/>
              <a:gd name="csY33" fmla="*/ 17795 h 141839"/>
              <a:gd name="csX34" fmla="*/ 127053 w 155397"/>
              <a:gd name="csY34" fmla="*/ 5394 h 141839"/>
              <a:gd name="csX35" fmla="*/ 126662 w 155397"/>
              <a:gd name="csY35" fmla="*/ 3319 h 141839"/>
              <a:gd name="csX36" fmla="*/ 125488 w 155397"/>
              <a:gd name="csY36" fmla="*/ 1549 h 141839"/>
              <a:gd name="csX37" fmla="*/ 123718 w 155397"/>
              <a:gd name="csY37" fmla="*/ 393 h 141839"/>
              <a:gd name="csX38" fmla="*/ 121643 w 155397"/>
              <a:gd name="csY38" fmla="*/ 1 h 141839"/>
              <a:gd name="csX39" fmla="*/ 36916 w 155397"/>
              <a:gd name="csY39" fmla="*/ 32016 h 141839"/>
              <a:gd name="csX40" fmla="*/ 33973 w 155397"/>
              <a:gd name="csY40" fmla="*/ 33003 h 141839"/>
              <a:gd name="csX41" fmla="*/ 32084 w 155397"/>
              <a:gd name="csY41" fmla="*/ 35470 h 141839"/>
              <a:gd name="csX42" fmla="*/ 31880 w 155397"/>
              <a:gd name="csY42" fmla="*/ 38565 h 141839"/>
              <a:gd name="csX43" fmla="*/ 33462 w 155397"/>
              <a:gd name="csY43" fmla="*/ 41253 h 141839"/>
              <a:gd name="csX44" fmla="*/ 47277 w 155397"/>
              <a:gd name="csY44" fmla="*/ 54335 h 141839"/>
              <a:gd name="csX45" fmla="*/ 51088 w 155397"/>
              <a:gd name="csY45" fmla="*/ 55781 h 141839"/>
              <a:gd name="csX46" fmla="*/ 54797 w 155397"/>
              <a:gd name="csY46" fmla="*/ 54131 h 141839"/>
              <a:gd name="csX47" fmla="*/ 56260 w 155397"/>
              <a:gd name="csY47" fmla="*/ 50320 h 141839"/>
              <a:gd name="csX48" fmla="*/ 54593 w 155397"/>
              <a:gd name="csY48" fmla="*/ 46612 h 141839"/>
              <a:gd name="csX49" fmla="*/ 40761 w 155397"/>
              <a:gd name="csY49" fmla="*/ 33530 h 141839"/>
              <a:gd name="csX50" fmla="*/ 38992 w 155397"/>
              <a:gd name="csY50" fmla="*/ 32391 h 141839"/>
              <a:gd name="csX51" fmla="*/ 36916 w 155397"/>
              <a:gd name="csY51" fmla="*/ 32016 h 141839"/>
              <a:gd name="csX52" fmla="*/ 15428 w 155397"/>
              <a:gd name="csY52" fmla="*/ 42529 h 141839"/>
              <a:gd name="csX53" fmla="*/ 2600 w 155397"/>
              <a:gd name="csY53" fmla="*/ 47701 h 141839"/>
              <a:gd name="csX54" fmla="*/ 1392 w 155397"/>
              <a:gd name="csY54" fmla="*/ 49028 h 141839"/>
              <a:gd name="csX55" fmla="*/ 14 w 155397"/>
              <a:gd name="csY55" fmla="*/ 52991 h 141839"/>
              <a:gd name="csX56" fmla="*/ 1852 w 155397"/>
              <a:gd name="csY56" fmla="*/ 56784 h 141839"/>
              <a:gd name="csX57" fmla="*/ 38430 w 155397"/>
              <a:gd name="csY57" fmla="*/ 91402 h 141839"/>
              <a:gd name="csX58" fmla="*/ 49387 w 155397"/>
              <a:gd name="csY58" fmla="*/ 95774 h 141839"/>
              <a:gd name="csX59" fmla="*/ 63253 w 155397"/>
              <a:gd name="csY59" fmla="*/ 95774 h 141839"/>
              <a:gd name="csX60" fmla="*/ 63253 w 155397"/>
              <a:gd name="csY60" fmla="*/ 70955 h 141839"/>
              <a:gd name="csX61" fmla="*/ 53640 w 155397"/>
              <a:gd name="csY61" fmla="*/ 70955 h 141839"/>
              <a:gd name="csX62" fmla="*/ 52398 w 155397"/>
              <a:gd name="csY62" fmla="*/ 70461 h 141839"/>
              <a:gd name="csX63" fmla="*/ 28903 w 155397"/>
              <a:gd name="csY63" fmla="*/ 48211 h 141839"/>
              <a:gd name="csX64" fmla="*/ 15428 w 155397"/>
              <a:gd name="csY64" fmla="*/ 42529 h 141839"/>
              <a:gd name="csX65" fmla="*/ 82733 w 155397"/>
              <a:gd name="csY65" fmla="*/ 56784 h 141839"/>
              <a:gd name="csX66" fmla="*/ 73886 w 155397"/>
              <a:gd name="csY66" fmla="*/ 65647 h 141839"/>
              <a:gd name="csX67" fmla="*/ 73886 w 155397"/>
              <a:gd name="csY67" fmla="*/ 95774 h 141839"/>
              <a:gd name="csX68" fmla="*/ 116420 w 155397"/>
              <a:gd name="csY68" fmla="*/ 95774 h 141839"/>
              <a:gd name="csX69" fmla="*/ 116420 w 155397"/>
              <a:gd name="csY69" fmla="*/ 65647 h 141839"/>
              <a:gd name="csX70" fmla="*/ 107556 w 155397"/>
              <a:gd name="csY70" fmla="*/ 56784 h 141839"/>
              <a:gd name="csX71" fmla="*/ 82733 w 155397"/>
              <a:gd name="csY71" fmla="*/ 56784 h 141839"/>
              <a:gd name="csX72" fmla="*/ 127053 w 155397"/>
              <a:gd name="csY72" fmla="*/ 70955 h 141839"/>
              <a:gd name="csX73" fmla="*/ 127053 w 155397"/>
              <a:gd name="csY73" fmla="*/ 95774 h 141839"/>
              <a:gd name="csX74" fmla="*/ 150089 w 155397"/>
              <a:gd name="csY74" fmla="*/ 95774 h 141839"/>
              <a:gd name="csX75" fmla="*/ 155398 w 155397"/>
              <a:gd name="csY75" fmla="*/ 90449 h 141839"/>
              <a:gd name="csX76" fmla="*/ 155398 w 155397"/>
              <a:gd name="csY76" fmla="*/ 88680 h 141839"/>
              <a:gd name="csX77" fmla="*/ 137686 w 155397"/>
              <a:gd name="csY77" fmla="*/ 70955 h 141839"/>
              <a:gd name="csX78" fmla="*/ 127053 w 155397"/>
              <a:gd name="csY78" fmla="*/ 70955 h 141839"/>
              <a:gd name="csX79" fmla="*/ 61466 w 155397"/>
              <a:gd name="csY79" fmla="*/ 106406 h 141839"/>
              <a:gd name="csX80" fmla="*/ 45644 w 155397"/>
              <a:gd name="csY80" fmla="*/ 121154 h 141839"/>
              <a:gd name="csX81" fmla="*/ 39978 w 155397"/>
              <a:gd name="csY81" fmla="*/ 125764 h 141839"/>
              <a:gd name="csX82" fmla="*/ 38617 w 155397"/>
              <a:gd name="csY82" fmla="*/ 132943 h 141839"/>
              <a:gd name="csX83" fmla="*/ 42224 w 155397"/>
              <a:gd name="csY83" fmla="*/ 139305 h 141839"/>
              <a:gd name="csX84" fmla="*/ 49064 w 155397"/>
              <a:gd name="csY84" fmla="*/ 141840 h 141839"/>
              <a:gd name="csX85" fmla="*/ 55103 w 155397"/>
              <a:gd name="csY85" fmla="*/ 139969 h 141839"/>
              <a:gd name="csX86" fmla="*/ 58999 w 155397"/>
              <a:gd name="csY86" fmla="*/ 135002 h 141839"/>
              <a:gd name="csX87" fmla="*/ 59408 w 155397"/>
              <a:gd name="csY87" fmla="*/ 128690 h 141839"/>
              <a:gd name="csX88" fmla="*/ 56158 w 155397"/>
              <a:gd name="csY88" fmla="*/ 123281 h 141839"/>
              <a:gd name="csX89" fmla="*/ 56158 w 155397"/>
              <a:gd name="csY89" fmla="*/ 122345 h 141839"/>
              <a:gd name="csX90" fmla="*/ 61466 w 155397"/>
              <a:gd name="csY90" fmla="*/ 117038 h 141839"/>
              <a:gd name="csX91" fmla="*/ 132361 w 155397"/>
              <a:gd name="csY91" fmla="*/ 117038 h 141839"/>
              <a:gd name="csX92" fmla="*/ 137686 w 155397"/>
              <a:gd name="csY92" fmla="*/ 122345 h 141839"/>
              <a:gd name="csX93" fmla="*/ 137686 w 155397"/>
              <a:gd name="csY93" fmla="*/ 123298 h 141839"/>
              <a:gd name="csX94" fmla="*/ 134454 w 155397"/>
              <a:gd name="csY94" fmla="*/ 128707 h 141839"/>
              <a:gd name="csX95" fmla="*/ 134845 w 155397"/>
              <a:gd name="csY95" fmla="*/ 135002 h 141839"/>
              <a:gd name="csX96" fmla="*/ 138741 w 155397"/>
              <a:gd name="csY96" fmla="*/ 139952 h 141839"/>
              <a:gd name="csX97" fmla="*/ 144764 w 155397"/>
              <a:gd name="csY97" fmla="*/ 141840 h 141839"/>
              <a:gd name="csX98" fmla="*/ 151621 w 155397"/>
              <a:gd name="csY98" fmla="*/ 139305 h 141839"/>
              <a:gd name="csX99" fmla="*/ 155227 w 155397"/>
              <a:gd name="csY99" fmla="*/ 132943 h 141839"/>
              <a:gd name="csX100" fmla="*/ 153866 w 155397"/>
              <a:gd name="csY100" fmla="*/ 125747 h 141839"/>
              <a:gd name="csX101" fmla="*/ 148184 w 155397"/>
              <a:gd name="csY101" fmla="*/ 121154 h 141839"/>
              <a:gd name="csX102" fmla="*/ 132361 w 155397"/>
              <a:gd name="csY102" fmla="*/ 106406 h 141839"/>
              <a:gd name="csX103" fmla="*/ 61466 w 155397"/>
              <a:gd name="csY103" fmla="*/ 106406 h 141839"/>
            </a:gdLst>
            <a:ahLst/>
            <a:cxnLst/>
            <a:rect l="l" t="t" r="r" b="b"/>
            <a:pathLst>
              <a:path w="100000" h="100000">
                <a:moveTo>
                  <a:pt x="78279" y="4363"/>
                </a:moveTo>
                <a:cubicBezTo>
                  <a:pt x="77370" y="4374"/>
                  <a:pt x="76505" y="4747"/>
                  <a:pt x="75881" y="5403"/>
                </a:cubicBezTo>
                <a:cubicBezTo>
                  <a:pt x="75246" y="6049"/>
                  <a:pt x="74895" y="6925"/>
                  <a:pt x="74918" y="7833"/>
                </a:cubicBezTo>
                <a:lnTo>
                  <a:pt x="74918" y="15814"/>
                </a:lnTo>
                <a:lnTo>
                  <a:pt x="66925" y="15814"/>
                </a:lnTo>
                <a:cubicBezTo>
                  <a:pt x="66476" y="15814"/>
                  <a:pt x="66028" y="15890"/>
                  <a:pt x="65600" y="16065"/>
                </a:cubicBezTo>
                <a:cubicBezTo>
                  <a:pt x="65185" y="16229"/>
                  <a:pt x="64801" y="16482"/>
                  <a:pt x="64473" y="16799"/>
                </a:cubicBezTo>
                <a:cubicBezTo>
                  <a:pt x="64156" y="17116"/>
                  <a:pt x="63903" y="17500"/>
                  <a:pt x="63728" y="17915"/>
                </a:cubicBezTo>
                <a:cubicBezTo>
                  <a:pt x="63553" y="18332"/>
                  <a:pt x="63455" y="18780"/>
                  <a:pt x="63455" y="19240"/>
                </a:cubicBezTo>
                <a:cubicBezTo>
                  <a:pt x="63455" y="19689"/>
                  <a:pt x="63553" y="20137"/>
                  <a:pt x="63728" y="20554"/>
                </a:cubicBezTo>
                <a:cubicBezTo>
                  <a:pt x="63903" y="20980"/>
                  <a:pt x="64156" y="21353"/>
                  <a:pt x="64473" y="21670"/>
                </a:cubicBezTo>
                <a:cubicBezTo>
                  <a:pt x="64801" y="21988"/>
                  <a:pt x="65185" y="22239"/>
                  <a:pt x="65600" y="22415"/>
                </a:cubicBezTo>
                <a:cubicBezTo>
                  <a:pt x="66028" y="22579"/>
                  <a:pt x="66476" y="22666"/>
                  <a:pt x="66925" y="22656"/>
                </a:cubicBezTo>
                <a:lnTo>
                  <a:pt x="74918" y="22656"/>
                </a:lnTo>
                <a:lnTo>
                  <a:pt x="74918" y="30636"/>
                </a:lnTo>
                <a:cubicBezTo>
                  <a:pt x="74907" y="31095"/>
                  <a:pt x="74994" y="31544"/>
                  <a:pt x="75158" y="31960"/>
                </a:cubicBezTo>
                <a:cubicBezTo>
                  <a:pt x="75323" y="32387"/>
                  <a:pt x="75575" y="32770"/>
                  <a:pt x="75892" y="33088"/>
                </a:cubicBezTo>
                <a:cubicBezTo>
                  <a:pt x="76220" y="33416"/>
                  <a:pt x="76593" y="33668"/>
                  <a:pt x="77009" y="33843"/>
                </a:cubicBezTo>
                <a:cubicBezTo>
                  <a:pt x="77436" y="34019"/>
                  <a:pt x="77884" y="34106"/>
                  <a:pt x="78334" y="34106"/>
                </a:cubicBezTo>
                <a:cubicBezTo>
                  <a:pt x="78782" y="34106"/>
                  <a:pt x="79231" y="34019"/>
                  <a:pt x="79658" y="33843"/>
                </a:cubicBezTo>
                <a:cubicBezTo>
                  <a:pt x="80074" y="33668"/>
                  <a:pt x="80446" y="33416"/>
                  <a:pt x="80775" y="33088"/>
                </a:cubicBezTo>
                <a:cubicBezTo>
                  <a:pt x="81092" y="32770"/>
                  <a:pt x="81345" y="32387"/>
                  <a:pt x="81509" y="31960"/>
                </a:cubicBezTo>
                <a:cubicBezTo>
                  <a:pt x="81673" y="31544"/>
                  <a:pt x="81760" y="31095"/>
                  <a:pt x="81760" y="30636"/>
                </a:cubicBezTo>
                <a:lnTo>
                  <a:pt x="81760" y="22656"/>
                </a:lnTo>
                <a:lnTo>
                  <a:pt x="89742" y="22656"/>
                </a:lnTo>
                <a:cubicBezTo>
                  <a:pt x="90190" y="22666"/>
                  <a:pt x="90639" y="22579"/>
                  <a:pt x="91066" y="22415"/>
                </a:cubicBezTo>
                <a:cubicBezTo>
                  <a:pt x="91482" y="22239"/>
                  <a:pt x="91865" y="21988"/>
                  <a:pt x="92194" y="21670"/>
                </a:cubicBezTo>
                <a:cubicBezTo>
                  <a:pt x="92511" y="21353"/>
                  <a:pt x="92763" y="20980"/>
                  <a:pt x="92939" y="20554"/>
                </a:cubicBezTo>
                <a:cubicBezTo>
                  <a:pt x="93114" y="20137"/>
                  <a:pt x="93212" y="19689"/>
                  <a:pt x="93212" y="19240"/>
                </a:cubicBezTo>
                <a:cubicBezTo>
                  <a:pt x="93212" y="18780"/>
                  <a:pt x="93114" y="18332"/>
                  <a:pt x="92939" y="17915"/>
                </a:cubicBezTo>
                <a:cubicBezTo>
                  <a:pt x="92763" y="17500"/>
                  <a:pt x="92511" y="17116"/>
                  <a:pt x="92194" y="16799"/>
                </a:cubicBezTo>
                <a:cubicBezTo>
                  <a:pt x="91865" y="16482"/>
                  <a:pt x="91482" y="16229"/>
                  <a:pt x="91066" y="16065"/>
                </a:cubicBezTo>
                <a:cubicBezTo>
                  <a:pt x="90639" y="15890"/>
                  <a:pt x="90190" y="15814"/>
                  <a:pt x="89742" y="15814"/>
                </a:cubicBezTo>
                <a:lnTo>
                  <a:pt x="81760" y="15814"/>
                </a:lnTo>
                <a:lnTo>
                  <a:pt x="81760" y="7833"/>
                </a:lnTo>
                <a:cubicBezTo>
                  <a:pt x="81760" y="7373"/>
                  <a:pt x="81673" y="6925"/>
                  <a:pt x="81509" y="6498"/>
                </a:cubicBezTo>
                <a:cubicBezTo>
                  <a:pt x="81334" y="6071"/>
                  <a:pt x="81070" y="5688"/>
                  <a:pt x="80753" y="5359"/>
                </a:cubicBezTo>
                <a:cubicBezTo>
                  <a:pt x="80424" y="5042"/>
                  <a:pt x="80041" y="4790"/>
                  <a:pt x="79614" y="4615"/>
                </a:cubicBezTo>
                <a:cubicBezTo>
                  <a:pt x="79188" y="4440"/>
                  <a:pt x="78738" y="4352"/>
                  <a:pt x="78279" y="4363"/>
                </a:cubicBezTo>
                <a:close/>
                <a:moveTo>
                  <a:pt x="23756" y="24965"/>
                </a:moveTo>
                <a:cubicBezTo>
                  <a:pt x="23066" y="24987"/>
                  <a:pt x="22409" y="25206"/>
                  <a:pt x="21862" y="25600"/>
                </a:cubicBezTo>
                <a:cubicBezTo>
                  <a:pt x="21304" y="26005"/>
                  <a:pt x="20877" y="26553"/>
                  <a:pt x="20646" y="27188"/>
                </a:cubicBezTo>
                <a:cubicBezTo>
                  <a:pt x="20406" y="27822"/>
                  <a:pt x="20362" y="28523"/>
                  <a:pt x="20515" y="29179"/>
                </a:cubicBezTo>
                <a:cubicBezTo>
                  <a:pt x="20679" y="29847"/>
                  <a:pt x="21030" y="30450"/>
                  <a:pt x="21533" y="30909"/>
                </a:cubicBezTo>
                <a:lnTo>
                  <a:pt x="30423" y="39328"/>
                </a:lnTo>
                <a:cubicBezTo>
                  <a:pt x="31080" y="39952"/>
                  <a:pt x="31967" y="40291"/>
                  <a:pt x="32876" y="40258"/>
                </a:cubicBezTo>
                <a:cubicBezTo>
                  <a:pt x="33784" y="40236"/>
                  <a:pt x="34638" y="39853"/>
                  <a:pt x="35263" y="39196"/>
                </a:cubicBezTo>
                <a:cubicBezTo>
                  <a:pt x="35887" y="38528"/>
                  <a:pt x="36226" y="37653"/>
                  <a:pt x="36204" y="36744"/>
                </a:cubicBezTo>
                <a:cubicBezTo>
                  <a:pt x="36171" y="35835"/>
                  <a:pt x="35788" y="34981"/>
                  <a:pt x="35131" y="34358"/>
                </a:cubicBezTo>
                <a:lnTo>
                  <a:pt x="26230" y="25939"/>
                </a:lnTo>
                <a:cubicBezTo>
                  <a:pt x="25901" y="25622"/>
                  <a:pt x="25519" y="25371"/>
                  <a:pt x="25092" y="25206"/>
                </a:cubicBezTo>
                <a:cubicBezTo>
                  <a:pt x="24665" y="25031"/>
                  <a:pt x="24205" y="24954"/>
                  <a:pt x="23756" y="24965"/>
                </a:cubicBezTo>
                <a:close/>
                <a:moveTo>
                  <a:pt x="9928" y="31730"/>
                </a:moveTo>
                <a:cubicBezTo>
                  <a:pt x="6644" y="31665"/>
                  <a:pt x="3775" y="32847"/>
                  <a:pt x="1673" y="35059"/>
                </a:cubicBezTo>
                <a:lnTo>
                  <a:pt x="896" y="35913"/>
                </a:lnTo>
                <a:cubicBezTo>
                  <a:pt x="239" y="36591"/>
                  <a:pt x="-57" y="37478"/>
                  <a:pt x="9" y="38463"/>
                </a:cubicBezTo>
                <a:cubicBezTo>
                  <a:pt x="75" y="39371"/>
                  <a:pt x="512" y="40236"/>
                  <a:pt x="1192" y="40904"/>
                </a:cubicBezTo>
                <a:lnTo>
                  <a:pt x="24730" y="63181"/>
                </a:lnTo>
                <a:cubicBezTo>
                  <a:pt x="26647" y="64987"/>
                  <a:pt x="29153" y="65994"/>
                  <a:pt x="31781" y="65994"/>
                </a:cubicBezTo>
                <a:lnTo>
                  <a:pt x="40704" y="65994"/>
                </a:lnTo>
                <a:lnTo>
                  <a:pt x="40704" y="50023"/>
                </a:lnTo>
                <a:lnTo>
                  <a:pt x="34518" y="50023"/>
                </a:lnTo>
                <a:cubicBezTo>
                  <a:pt x="34223" y="50023"/>
                  <a:pt x="33949" y="49913"/>
                  <a:pt x="33719" y="49705"/>
                </a:cubicBezTo>
                <a:lnTo>
                  <a:pt x="18599" y="35387"/>
                </a:lnTo>
                <a:cubicBezTo>
                  <a:pt x="16180" y="33099"/>
                  <a:pt x="13103" y="31807"/>
                  <a:pt x="9928" y="31730"/>
                </a:cubicBezTo>
                <a:close/>
                <a:moveTo>
                  <a:pt x="53240" y="40904"/>
                </a:moveTo>
                <a:cubicBezTo>
                  <a:pt x="50097" y="40904"/>
                  <a:pt x="47547" y="43455"/>
                  <a:pt x="47547" y="46607"/>
                </a:cubicBezTo>
                <a:lnTo>
                  <a:pt x="47547" y="65994"/>
                </a:lnTo>
                <a:lnTo>
                  <a:pt x="74918" y="65994"/>
                </a:lnTo>
                <a:lnTo>
                  <a:pt x="74918" y="46607"/>
                </a:lnTo>
                <a:cubicBezTo>
                  <a:pt x="74918" y="43455"/>
                  <a:pt x="72356" y="40904"/>
                  <a:pt x="69214" y="40904"/>
                </a:cubicBezTo>
                <a:lnTo>
                  <a:pt x="53240" y="40904"/>
                </a:lnTo>
                <a:close/>
                <a:moveTo>
                  <a:pt x="81760" y="50023"/>
                </a:moveTo>
                <a:lnTo>
                  <a:pt x="81760" y="65994"/>
                </a:lnTo>
                <a:lnTo>
                  <a:pt x="96584" y="65994"/>
                </a:lnTo>
                <a:cubicBezTo>
                  <a:pt x="98478" y="65994"/>
                  <a:pt x="100001" y="64461"/>
                  <a:pt x="100001" y="62567"/>
                </a:cubicBezTo>
                <a:lnTo>
                  <a:pt x="100001" y="61429"/>
                </a:lnTo>
                <a:cubicBezTo>
                  <a:pt x="100001" y="55135"/>
                  <a:pt x="94898" y="50023"/>
                  <a:pt x="88603" y="50023"/>
                </a:cubicBezTo>
                <a:lnTo>
                  <a:pt x="81760" y="50023"/>
                </a:lnTo>
                <a:close/>
                <a:moveTo>
                  <a:pt x="39554" y="72836"/>
                </a:moveTo>
                <a:cubicBezTo>
                  <a:pt x="34190" y="72836"/>
                  <a:pt x="29777" y="77061"/>
                  <a:pt x="29373" y="82327"/>
                </a:cubicBezTo>
                <a:cubicBezTo>
                  <a:pt x="27851" y="82852"/>
                  <a:pt x="26558" y="83903"/>
                  <a:pt x="25726" y="85293"/>
                </a:cubicBezTo>
                <a:cubicBezTo>
                  <a:pt x="24905" y="86684"/>
                  <a:pt x="24588" y="88314"/>
                  <a:pt x="24851" y="89913"/>
                </a:cubicBezTo>
                <a:cubicBezTo>
                  <a:pt x="25114" y="91500"/>
                  <a:pt x="25935" y="92956"/>
                  <a:pt x="27172" y="94007"/>
                </a:cubicBezTo>
                <a:cubicBezTo>
                  <a:pt x="28398" y="95048"/>
                  <a:pt x="29964" y="95627"/>
                  <a:pt x="31573" y="95638"/>
                </a:cubicBezTo>
                <a:cubicBezTo>
                  <a:pt x="32963" y="95638"/>
                  <a:pt x="34310" y="95212"/>
                  <a:pt x="35460" y="94434"/>
                </a:cubicBezTo>
                <a:cubicBezTo>
                  <a:pt x="36599" y="93646"/>
                  <a:pt x="37474" y="92529"/>
                  <a:pt x="37967" y="91238"/>
                </a:cubicBezTo>
                <a:cubicBezTo>
                  <a:pt x="38460" y="89946"/>
                  <a:pt x="38547" y="88523"/>
                  <a:pt x="38230" y="87176"/>
                </a:cubicBezTo>
                <a:cubicBezTo>
                  <a:pt x="37902" y="85830"/>
                  <a:pt x="37167" y="84615"/>
                  <a:pt x="36138" y="83695"/>
                </a:cubicBezTo>
                <a:lnTo>
                  <a:pt x="36138" y="83093"/>
                </a:lnTo>
                <a:cubicBezTo>
                  <a:pt x="36138" y="81166"/>
                  <a:pt x="37627" y="79678"/>
                  <a:pt x="39554" y="79678"/>
                </a:cubicBezTo>
                <a:lnTo>
                  <a:pt x="85176" y="79678"/>
                </a:lnTo>
                <a:cubicBezTo>
                  <a:pt x="87103" y="79678"/>
                  <a:pt x="88603" y="81166"/>
                  <a:pt x="88603" y="83093"/>
                </a:cubicBezTo>
                <a:lnTo>
                  <a:pt x="88603" y="83706"/>
                </a:lnTo>
                <a:cubicBezTo>
                  <a:pt x="87563" y="84626"/>
                  <a:pt x="86840" y="85841"/>
                  <a:pt x="86523" y="87187"/>
                </a:cubicBezTo>
                <a:cubicBezTo>
                  <a:pt x="86194" y="88534"/>
                  <a:pt x="86282" y="89946"/>
                  <a:pt x="86775" y="91238"/>
                </a:cubicBezTo>
                <a:cubicBezTo>
                  <a:pt x="87267" y="92529"/>
                  <a:pt x="88143" y="93646"/>
                  <a:pt x="89282" y="94423"/>
                </a:cubicBezTo>
                <a:cubicBezTo>
                  <a:pt x="90421" y="95212"/>
                  <a:pt x="91778" y="95638"/>
                  <a:pt x="93158" y="95638"/>
                </a:cubicBezTo>
                <a:cubicBezTo>
                  <a:pt x="94778" y="95627"/>
                  <a:pt x="96344" y="95058"/>
                  <a:pt x="97570" y="94007"/>
                </a:cubicBezTo>
                <a:cubicBezTo>
                  <a:pt x="98807" y="92956"/>
                  <a:pt x="99628" y="91511"/>
                  <a:pt x="99891" y="89913"/>
                </a:cubicBezTo>
                <a:cubicBezTo>
                  <a:pt x="100154" y="88314"/>
                  <a:pt x="99847" y="86673"/>
                  <a:pt x="99015" y="85282"/>
                </a:cubicBezTo>
                <a:cubicBezTo>
                  <a:pt x="98183" y="83892"/>
                  <a:pt x="96891" y="82852"/>
                  <a:pt x="95358" y="82327"/>
                </a:cubicBezTo>
                <a:cubicBezTo>
                  <a:pt x="94953" y="77050"/>
                  <a:pt x="90541" y="72836"/>
                  <a:pt x="85176" y="72836"/>
                </a:cubicBezTo>
                <a:lnTo>
                  <a:pt x="39554" y="7283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5" name="Чёрный — SVG 12">
            <a:extLst>
              <a:ext uri="{FF2B5EF4-FFF2-40B4-BE49-F238E27FC236}">
                <a16:creationId xmlns:a16="http://schemas.microsoft.com/office/drawing/2014/main" id="{2701C23B-D126-CC4C-A15A-EE06C899F144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118761 w 149021"/>
              <a:gd name="csY0" fmla="*/ 0 h 148983"/>
              <a:gd name="csX1" fmla="*/ 115792 w 149021"/>
              <a:gd name="csY1" fmla="*/ 902 h 148983"/>
              <a:gd name="csX2" fmla="*/ 113835 w 149021"/>
              <a:gd name="csY2" fmla="*/ 3317 h 148983"/>
              <a:gd name="csX3" fmla="*/ 113560 w 149021"/>
              <a:gd name="csY3" fmla="*/ 6413 h 148983"/>
              <a:gd name="csX4" fmla="*/ 115057 w 149021"/>
              <a:gd name="csY4" fmla="*/ 9135 h 148983"/>
              <a:gd name="csX5" fmla="*/ 120374 w 149021"/>
              <a:gd name="csY5" fmla="*/ 14442 h 148983"/>
              <a:gd name="csX6" fmla="*/ 108468 w 149021"/>
              <a:gd name="csY6" fmla="*/ 26350 h 148983"/>
              <a:gd name="csX7" fmla="*/ 122645 w 149021"/>
              <a:gd name="csY7" fmla="*/ 40520 h 148983"/>
              <a:gd name="csX8" fmla="*/ 134552 w 149021"/>
              <a:gd name="csY8" fmla="*/ 28630 h 148983"/>
              <a:gd name="csX9" fmla="*/ 139869 w 149021"/>
              <a:gd name="csY9" fmla="*/ 33937 h 148983"/>
              <a:gd name="csX10" fmla="*/ 141594 w 149021"/>
              <a:gd name="csY10" fmla="*/ 35128 h 148983"/>
              <a:gd name="csX11" fmla="*/ 143650 w 149021"/>
              <a:gd name="csY11" fmla="*/ 35570 h 148983"/>
              <a:gd name="csX12" fmla="*/ 145713 w 149021"/>
              <a:gd name="csY12" fmla="*/ 35179 h 148983"/>
              <a:gd name="csX13" fmla="*/ 147464 w 149021"/>
              <a:gd name="csY13" fmla="*/ 34022 h 148983"/>
              <a:gd name="csX14" fmla="*/ 148628 w 149021"/>
              <a:gd name="csY14" fmla="*/ 32270 h 148983"/>
              <a:gd name="csX15" fmla="*/ 149021 w 149021"/>
              <a:gd name="csY15" fmla="*/ 30195 h 148983"/>
              <a:gd name="csX16" fmla="*/ 148585 w 149021"/>
              <a:gd name="csY16" fmla="*/ 28153 h 148983"/>
              <a:gd name="csX17" fmla="*/ 147387 w 149021"/>
              <a:gd name="csY17" fmla="*/ 26418 h 148983"/>
              <a:gd name="csX18" fmla="*/ 122575 w 149021"/>
              <a:gd name="csY18" fmla="*/ 1616 h 148983"/>
              <a:gd name="csX19" fmla="*/ 120831 w 149021"/>
              <a:gd name="csY19" fmla="*/ 425 h 148983"/>
              <a:gd name="csX20" fmla="*/ 118761 w 149021"/>
              <a:gd name="csY20" fmla="*/ 0 h 148983"/>
              <a:gd name="csX21" fmla="*/ 91880 w 149021"/>
              <a:gd name="csY21" fmla="*/ 28443 h 148983"/>
              <a:gd name="csX22" fmla="*/ 85608 w 149021"/>
              <a:gd name="csY22" fmla="*/ 31062 h 148983"/>
              <a:gd name="csX23" fmla="*/ 56789 w 149021"/>
              <a:gd name="csY23" fmla="*/ 59879 h 148983"/>
              <a:gd name="csX24" fmla="*/ 65864 w 149021"/>
              <a:gd name="csY24" fmla="*/ 68946 h 148983"/>
              <a:gd name="csX25" fmla="*/ 65864 w 149021"/>
              <a:gd name="csY25" fmla="*/ 76465 h 148983"/>
              <a:gd name="csX26" fmla="*/ 62106 w 149021"/>
              <a:gd name="csY26" fmla="*/ 78030 h 148983"/>
              <a:gd name="csX27" fmla="*/ 58346 w 149021"/>
              <a:gd name="csY27" fmla="*/ 76465 h 148983"/>
              <a:gd name="csX28" fmla="*/ 49278 w 149021"/>
              <a:gd name="csY28" fmla="*/ 67398 h 148983"/>
              <a:gd name="csX29" fmla="*/ 42610 w 149021"/>
              <a:gd name="csY29" fmla="*/ 74049 h 148983"/>
              <a:gd name="csX30" fmla="*/ 51687 w 149021"/>
              <a:gd name="csY30" fmla="*/ 83116 h 148983"/>
              <a:gd name="csX31" fmla="*/ 51687 w 149021"/>
              <a:gd name="csY31" fmla="*/ 90635 h 148983"/>
              <a:gd name="csX32" fmla="*/ 47927 w 149021"/>
              <a:gd name="csY32" fmla="*/ 92200 h 148983"/>
              <a:gd name="csX33" fmla="*/ 44169 w 149021"/>
              <a:gd name="csY33" fmla="*/ 90635 h 148983"/>
              <a:gd name="csX34" fmla="*/ 35099 w 149021"/>
              <a:gd name="csY34" fmla="*/ 81568 h 148983"/>
              <a:gd name="csX35" fmla="*/ 32726 w 149021"/>
              <a:gd name="csY35" fmla="*/ 83933 h 148983"/>
              <a:gd name="csX36" fmla="*/ 28571 w 149021"/>
              <a:gd name="csY36" fmla="*/ 93969 h 148983"/>
              <a:gd name="csX37" fmla="*/ 32726 w 149021"/>
              <a:gd name="csY37" fmla="*/ 104006 h 148983"/>
              <a:gd name="csX38" fmla="*/ 44985 w 149021"/>
              <a:gd name="csY38" fmla="*/ 116254 h 148983"/>
              <a:gd name="csX39" fmla="*/ 55016 w 149021"/>
              <a:gd name="csY39" fmla="*/ 120405 h 148983"/>
              <a:gd name="csX40" fmla="*/ 65048 w 149021"/>
              <a:gd name="csY40" fmla="*/ 116254 h 148983"/>
              <a:gd name="csX41" fmla="*/ 117930 w 149021"/>
              <a:gd name="csY41" fmla="*/ 63383 h 148983"/>
              <a:gd name="csX42" fmla="*/ 117930 w 149021"/>
              <a:gd name="csY42" fmla="*/ 50846 h 148983"/>
              <a:gd name="csX43" fmla="*/ 98152 w 149021"/>
              <a:gd name="csY43" fmla="*/ 31062 h 148983"/>
              <a:gd name="csX44" fmla="*/ 91880 w 149021"/>
              <a:gd name="csY44" fmla="*/ 28443 h 148983"/>
              <a:gd name="csX45" fmla="*/ 94006 w 149021"/>
              <a:gd name="csY45" fmla="*/ 49672 h 148983"/>
              <a:gd name="csX46" fmla="*/ 97764 w 149021"/>
              <a:gd name="csY46" fmla="*/ 51221 h 148983"/>
              <a:gd name="csX47" fmla="*/ 97764 w 149021"/>
              <a:gd name="csY47" fmla="*/ 58739 h 148983"/>
              <a:gd name="csX48" fmla="*/ 90675 w 149021"/>
              <a:gd name="csY48" fmla="*/ 65833 h 148983"/>
              <a:gd name="csX49" fmla="*/ 86917 w 149021"/>
              <a:gd name="csY49" fmla="*/ 67398 h 148983"/>
              <a:gd name="csX50" fmla="*/ 83157 w 149021"/>
              <a:gd name="csY50" fmla="*/ 65833 h 148983"/>
              <a:gd name="csX51" fmla="*/ 83157 w 149021"/>
              <a:gd name="csY51" fmla="*/ 58314 h 148983"/>
              <a:gd name="csX52" fmla="*/ 90246 w 149021"/>
              <a:gd name="csY52" fmla="*/ 51221 h 148983"/>
              <a:gd name="csX53" fmla="*/ 94006 w 149021"/>
              <a:gd name="csY53" fmla="*/ 49672 h 148983"/>
              <a:gd name="csX54" fmla="*/ 22832 w 149021"/>
              <a:gd name="csY54" fmla="*/ 108718 h 148983"/>
              <a:gd name="csX55" fmla="*/ 16913 w 149021"/>
              <a:gd name="csY55" fmla="*/ 114638 h 148983"/>
              <a:gd name="csX56" fmla="*/ 15743 w 149021"/>
              <a:gd name="csY56" fmla="*/ 125729 h 148983"/>
              <a:gd name="csX57" fmla="*/ 1635 w 149021"/>
              <a:gd name="csY57" fmla="*/ 139831 h 148983"/>
              <a:gd name="csX58" fmla="*/ 436 w 149021"/>
              <a:gd name="csY58" fmla="*/ 141549 h 148983"/>
              <a:gd name="csX59" fmla="*/ 0 w 149021"/>
              <a:gd name="csY59" fmla="*/ 143608 h 148983"/>
              <a:gd name="csX60" fmla="*/ 395 w 149021"/>
              <a:gd name="csY60" fmla="*/ 145666 h 148983"/>
              <a:gd name="csX61" fmla="*/ 1557 w 149021"/>
              <a:gd name="csY61" fmla="*/ 147418 h 148983"/>
              <a:gd name="csX62" fmla="*/ 3308 w 149021"/>
              <a:gd name="csY62" fmla="*/ 148592 h 148983"/>
              <a:gd name="csX63" fmla="*/ 5371 w 149021"/>
              <a:gd name="csY63" fmla="*/ 148983 h 148983"/>
              <a:gd name="csX64" fmla="*/ 7427 w 149021"/>
              <a:gd name="csY64" fmla="*/ 148541 h 148983"/>
              <a:gd name="csX65" fmla="*/ 9153 w 149021"/>
              <a:gd name="csY65" fmla="*/ 147350 h 148983"/>
              <a:gd name="csX66" fmla="*/ 23247 w 149021"/>
              <a:gd name="csY66" fmla="*/ 133248 h 148983"/>
              <a:gd name="csX67" fmla="*/ 28079 w 149021"/>
              <a:gd name="csY67" fmla="*/ 134694 h 148983"/>
              <a:gd name="csX68" fmla="*/ 34352 w 149021"/>
              <a:gd name="csY68" fmla="*/ 132074 h 148983"/>
              <a:gd name="csX69" fmla="*/ 40237 w 149021"/>
              <a:gd name="csY69" fmla="*/ 126188 h 148983"/>
              <a:gd name="csX70" fmla="*/ 37474 w 149021"/>
              <a:gd name="csY70" fmla="*/ 123807 h 148983"/>
              <a:gd name="csX71" fmla="*/ 25207 w 149021"/>
              <a:gd name="csY71" fmla="*/ 111508 h 148983"/>
              <a:gd name="csX72" fmla="*/ 22832 w 149021"/>
              <a:gd name="csY72" fmla="*/ 108718 h 148983"/>
            </a:gdLst>
            <a:ahLst/>
            <a:cxnLst/>
            <a:rect l="l" t="t" r="r" b="b"/>
            <a:pathLst>
              <a:path w="100000" h="100000">
                <a:moveTo>
                  <a:pt x="79694" y="13"/>
                </a:moveTo>
                <a:cubicBezTo>
                  <a:pt x="78983" y="13"/>
                  <a:pt x="78291" y="229"/>
                  <a:pt x="77702" y="618"/>
                </a:cubicBezTo>
                <a:cubicBezTo>
                  <a:pt x="77113" y="1017"/>
                  <a:pt x="76656" y="1577"/>
                  <a:pt x="76389" y="2239"/>
                </a:cubicBezTo>
                <a:cubicBezTo>
                  <a:pt x="76121" y="2901"/>
                  <a:pt x="76058" y="3620"/>
                  <a:pt x="76204" y="4316"/>
                </a:cubicBezTo>
                <a:cubicBezTo>
                  <a:pt x="76350" y="5013"/>
                  <a:pt x="76699" y="5641"/>
                  <a:pt x="77209" y="6143"/>
                </a:cubicBezTo>
                <a:lnTo>
                  <a:pt x="80777" y="9704"/>
                </a:lnTo>
                <a:lnTo>
                  <a:pt x="72787" y="17695"/>
                </a:lnTo>
                <a:lnTo>
                  <a:pt x="82300" y="27204"/>
                </a:lnTo>
                <a:lnTo>
                  <a:pt x="90291" y="19225"/>
                </a:lnTo>
                <a:lnTo>
                  <a:pt x="93859" y="22786"/>
                </a:lnTo>
                <a:cubicBezTo>
                  <a:pt x="94187" y="23128"/>
                  <a:pt x="94581" y="23403"/>
                  <a:pt x="95016" y="23585"/>
                </a:cubicBezTo>
                <a:cubicBezTo>
                  <a:pt x="95452" y="23779"/>
                  <a:pt x="95922" y="23882"/>
                  <a:pt x="96396" y="23882"/>
                </a:cubicBezTo>
                <a:cubicBezTo>
                  <a:pt x="96870" y="23893"/>
                  <a:pt x="97342" y="23802"/>
                  <a:pt x="97780" y="23619"/>
                </a:cubicBezTo>
                <a:cubicBezTo>
                  <a:pt x="98220" y="23437"/>
                  <a:pt x="98620" y="23175"/>
                  <a:pt x="98955" y="22843"/>
                </a:cubicBezTo>
                <a:cubicBezTo>
                  <a:pt x="99291" y="22501"/>
                  <a:pt x="99556" y="22101"/>
                  <a:pt x="99736" y="21667"/>
                </a:cubicBezTo>
                <a:cubicBezTo>
                  <a:pt x="99915" y="21223"/>
                  <a:pt x="100005" y="20754"/>
                  <a:pt x="100000" y="20275"/>
                </a:cubicBezTo>
                <a:cubicBezTo>
                  <a:pt x="99995" y="19807"/>
                  <a:pt x="99896" y="19339"/>
                  <a:pt x="99707" y="18905"/>
                </a:cubicBezTo>
                <a:cubicBezTo>
                  <a:pt x="99519" y="18460"/>
                  <a:pt x="99246" y="18071"/>
                  <a:pt x="98904" y="17740"/>
                </a:cubicBezTo>
                <a:lnTo>
                  <a:pt x="82254" y="1097"/>
                </a:lnTo>
                <a:cubicBezTo>
                  <a:pt x="81921" y="755"/>
                  <a:pt x="81524" y="481"/>
                  <a:pt x="81083" y="298"/>
                </a:cubicBezTo>
                <a:cubicBezTo>
                  <a:pt x="80644" y="104"/>
                  <a:pt x="80171" y="13"/>
                  <a:pt x="79694" y="13"/>
                </a:cubicBezTo>
                <a:close/>
                <a:moveTo>
                  <a:pt x="61656" y="19099"/>
                </a:moveTo>
                <a:cubicBezTo>
                  <a:pt x="60063" y="19099"/>
                  <a:pt x="58565" y="19715"/>
                  <a:pt x="57447" y="20857"/>
                </a:cubicBezTo>
                <a:lnTo>
                  <a:pt x="38108" y="40194"/>
                </a:lnTo>
                <a:lnTo>
                  <a:pt x="44198" y="46279"/>
                </a:lnTo>
                <a:cubicBezTo>
                  <a:pt x="45601" y="47660"/>
                  <a:pt x="45601" y="49943"/>
                  <a:pt x="44198" y="51324"/>
                </a:cubicBezTo>
                <a:cubicBezTo>
                  <a:pt x="43509" y="52009"/>
                  <a:pt x="42579" y="52374"/>
                  <a:pt x="41676" y="52374"/>
                </a:cubicBezTo>
                <a:cubicBezTo>
                  <a:pt x="40771" y="52374"/>
                  <a:pt x="39843" y="52009"/>
                  <a:pt x="39153" y="51324"/>
                </a:cubicBezTo>
                <a:lnTo>
                  <a:pt x="33068" y="45240"/>
                </a:lnTo>
                <a:lnTo>
                  <a:pt x="28593" y="49703"/>
                </a:lnTo>
                <a:lnTo>
                  <a:pt x="34684" y="55787"/>
                </a:lnTo>
                <a:cubicBezTo>
                  <a:pt x="36088" y="57169"/>
                  <a:pt x="36088" y="59463"/>
                  <a:pt x="34684" y="60833"/>
                </a:cubicBezTo>
                <a:cubicBezTo>
                  <a:pt x="33995" y="61530"/>
                  <a:pt x="33065" y="61883"/>
                  <a:pt x="32161" y="61883"/>
                </a:cubicBezTo>
                <a:cubicBezTo>
                  <a:pt x="31258" y="61883"/>
                  <a:pt x="30329" y="61530"/>
                  <a:pt x="29639" y="60833"/>
                </a:cubicBezTo>
                <a:lnTo>
                  <a:pt x="23553" y="54749"/>
                </a:lnTo>
                <a:lnTo>
                  <a:pt x="21961" y="56336"/>
                </a:lnTo>
                <a:cubicBezTo>
                  <a:pt x="20152" y="58150"/>
                  <a:pt x="19172" y="60525"/>
                  <a:pt x="19172" y="63070"/>
                </a:cubicBezTo>
                <a:cubicBezTo>
                  <a:pt x="19172" y="65616"/>
                  <a:pt x="20152" y="67990"/>
                  <a:pt x="21961" y="69806"/>
                </a:cubicBezTo>
                <a:lnTo>
                  <a:pt x="30187" y="78025"/>
                </a:lnTo>
                <a:cubicBezTo>
                  <a:pt x="32042" y="79885"/>
                  <a:pt x="34492" y="80810"/>
                  <a:pt x="36918" y="80810"/>
                </a:cubicBezTo>
                <a:cubicBezTo>
                  <a:pt x="39345" y="80810"/>
                  <a:pt x="41795" y="79885"/>
                  <a:pt x="43650" y="78025"/>
                </a:cubicBezTo>
                <a:lnTo>
                  <a:pt x="79136" y="42546"/>
                </a:lnTo>
                <a:cubicBezTo>
                  <a:pt x="81468" y="40217"/>
                  <a:pt x="81468" y="36461"/>
                  <a:pt x="79136" y="34133"/>
                </a:cubicBezTo>
                <a:lnTo>
                  <a:pt x="65865" y="20857"/>
                </a:lnTo>
                <a:cubicBezTo>
                  <a:pt x="64747" y="19715"/>
                  <a:pt x="63249" y="19099"/>
                  <a:pt x="61656" y="19099"/>
                </a:cubicBezTo>
                <a:close/>
                <a:moveTo>
                  <a:pt x="63082" y="33345"/>
                </a:moveTo>
                <a:cubicBezTo>
                  <a:pt x="63991" y="33345"/>
                  <a:pt x="64902" y="33688"/>
                  <a:pt x="65604" y="34384"/>
                </a:cubicBezTo>
                <a:cubicBezTo>
                  <a:pt x="67007" y="35765"/>
                  <a:pt x="67007" y="38060"/>
                  <a:pt x="65604" y="39429"/>
                </a:cubicBezTo>
                <a:lnTo>
                  <a:pt x="60847" y="44190"/>
                </a:lnTo>
                <a:cubicBezTo>
                  <a:pt x="60157" y="44875"/>
                  <a:pt x="59229" y="45240"/>
                  <a:pt x="58325" y="45240"/>
                </a:cubicBezTo>
                <a:cubicBezTo>
                  <a:pt x="57421" y="45240"/>
                  <a:pt x="56493" y="44875"/>
                  <a:pt x="55802" y="44190"/>
                </a:cubicBezTo>
                <a:cubicBezTo>
                  <a:pt x="54399" y="42809"/>
                  <a:pt x="54399" y="40525"/>
                  <a:pt x="55802" y="39144"/>
                </a:cubicBezTo>
                <a:lnTo>
                  <a:pt x="60559" y="34384"/>
                </a:lnTo>
                <a:cubicBezTo>
                  <a:pt x="61261" y="33688"/>
                  <a:pt x="62172" y="33345"/>
                  <a:pt x="63082" y="33345"/>
                </a:cubicBezTo>
                <a:close/>
                <a:moveTo>
                  <a:pt x="15321" y="72968"/>
                </a:moveTo>
                <a:lnTo>
                  <a:pt x="11349" y="76940"/>
                </a:lnTo>
                <a:cubicBezTo>
                  <a:pt x="9322" y="78961"/>
                  <a:pt x="9062" y="82066"/>
                  <a:pt x="10564" y="84383"/>
                </a:cubicBezTo>
                <a:lnTo>
                  <a:pt x="1097" y="93846"/>
                </a:lnTo>
                <a:cubicBezTo>
                  <a:pt x="755" y="94177"/>
                  <a:pt x="481" y="94565"/>
                  <a:pt x="293" y="94999"/>
                </a:cubicBezTo>
                <a:cubicBezTo>
                  <a:pt x="105" y="95433"/>
                  <a:pt x="5" y="95901"/>
                  <a:pt x="0" y="96380"/>
                </a:cubicBezTo>
                <a:cubicBezTo>
                  <a:pt x="-5" y="96860"/>
                  <a:pt x="86" y="97328"/>
                  <a:pt x="265" y="97761"/>
                </a:cubicBezTo>
                <a:cubicBezTo>
                  <a:pt x="444" y="98207"/>
                  <a:pt x="709" y="98606"/>
                  <a:pt x="1045" y="98937"/>
                </a:cubicBezTo>
                <a:cubicBezTo>
                  <a:pt x="1380" y="99280"/>
                  <a:pt x="1780" y="99542"/>
                  <a:pt x="2220" y="99725"/>
                </a:cubicBezTo>
                <a:cubicBezTo>
                  <a:pt x="2659" y="99896"/>
                  <a:pt x="3130" y="99987"/>
                  <a:pt x="3604" y="99987"/>
                </a:cubicBezTo>
                <a:cubicBezTo>
                  <a:pt x="4079" y="99976"/>
                  <a:pt x="4548" y="99885"/>
                  <a:pt x="4984" y="99691"/>
                </a:cubicBezTo>
                <a:cubicBezTo>
                  <a:pt x="5420" y="99508"/>
                  <a:pt x="5813" y="99234"/>
                  <a:pt x="6142" y="98891"/>
                </a:cubicBezTo>
                <a:lnTo>
                  <a:pt x="15600" y="89428"/>
                </a:lnTo>
                <a:cubicBezTo>
                  <a:pt x="16555" y="90056"/>
                  <a:pt x="17673" y="90399"/>
                  <a:pt x="18842" y="90399"/>
                </a:cubicBezTo>
                <a:cubicBezTo>
                  <a:pt x="20436" y="90399"/>
                  <a:pt x="21934" y="89782"/>
                  <a:pt x="23052" y="88641"/>
                </a:cubicBezTo>
                <a:lnTo>
                  <a:pt x="27001" y="84691"/>
                </a:lnTo>
                <a:cubicBezTo>
                  <a:pt x="26334" y="84212"/>
                  <a:pt x="25718" y="83663"/>
                  <a:pt x="25147" y="83093"/>
                </a:cubicBezTo>
                <a:lnTo>
                  <a:pt x="16915" y="74840"/>
                </a:lnTo>
                <a:cubicBezTo>
                  <a:pt x="16321" y="74246"/>
                  <a:pt x="15774" y="73630"/>
                  <a:pt x="15321" y="7296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6" name="Чёрный — SVG 13">
            <a:extLst>
              <a:ext uri="{FF2B5EF4-FFF2-40B4-BE49-F238E27FC236}">
                <a16:creationId xmlns:a16="http://schemas.microsoft.com/office/drawing/2014/main" id="{A37A82BB-9CF7-2941-AA1D-C3AB0078252B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57085 w 120663"/>
              <a:gd name="csY0" fmla="*/ 1 h 149326"/>
              <a:gd name="csX1" fmla="*/ 53954 w 120663"/>
              <a:gd name="csY1" fmla="*/ 1107 h 149326"/>
              <a:gd name="csX2" fmla="*/ 52083 w 120663"/>
              <a:gd name="csY2" fmla="*/ 3846 h 149326"/>
              <a:gd name="csX3" fmla="*/ 50143 w 120663"/>
              <a:gd name="csY3" fmla="*/ 10259 h 149326"/>
              <a:gd name="csX4" fmla="*/ 45056 w 120663"/>
              <a:gd name="csY4" fmla="*/ 8711 h 149326"/>
              <a:gd name="csX5" fmla="*/ 41007 w 120663"/>
              <a:gd name="csY5" fmla="*/ 9119 h 149326"/>
              <a:gd name="csX6" fmla="*/ 38421 w 120663"/>
              <a:gd name="csY6" fmla="*/ 12283 h 149326"/>
              <a:gd name="csX7" fmla="*/ 19094 w 120663"/>
              <a:gd name="csY7" fmla="*/ 76925 h 149326"/>
              <a:gd name="csX8" fmla="*/ 22633 w 120663"/>
              <a:gd name="csY8" fmla="*/ 83543 h 149326"/>
              <a:gd name="csX9" fmla="*/ 42998 w 120663"/>
              <a:gd name="csY9" fmla="*/ 89701 h 149326"/>
              <a:gd name="csX10" fmla="*/ 44529 w 120663"/>
              <a:gd name="csY10" fmla="*/ 89939 h 149326"/>
              <a:gd name="csX11" fmla="*/ 47064 w 120663"/>
              <a:gd name="csY11" fmla="*/ 89292 h 149326"/>
              <a:gd name="csX12" fmla="*/ 49633 w 120663"/>
              <a:gd name="csY12" fmla="*/ 86128 h 149326"/>
              <a:gd name="csX13" fmla="*/ 53580 w 120663"/>
              <a:gd name="csY13" fmla="*/ 72911 h 149326"/>
              <a:gd name="csX14" fmla="*/ 46145 w 120663"/>
              <a:gd name="csY14" fmla="*/ 56767 h 149326"/>
              <a:gd name="csX15" fmla="*/ 64724 w 120663"/>
              <a:gd name="csY15" fmla="*/ 35707 h 149326"/>
              <a:gd name="csX16" fmla="*/ 68960 w 120663"/>
              <a:gd name="csY16" fmla="*/ 21486 h 149326"/>
              <a:gd name="csX17" fmla="*/ 65421 w 120663"/>
              <a:gd name="csY17" fmla="*/ 14886 h 149326"/>
              <a:gd name="csX18" fmla="*/ 60334 w 120663"/>
              <a:gd name="csY18" fmla="*/ 13338 h 149326"/>
              <a:gd name="csX19" fmla="*/ 62274 w 120663"/>
              <a:gd name="csY19" fmla="*/ 6924 h 149326"/>
              <a:gd name="csX20" fmla="*/ 62444 w 120663"/>
              <a:gd name="csY20" fmla="*/ 4441 h 149326"/>
              <a:gd name="csX21" fmla="*/ 61457 w 120663"/>
              <a:gd name="csY21" fmla="*/ 2127 h 149326"/>
              <a:gd name="csX22" fmla="*/ 59535 w 120663"/>
              <a:gd name="csY22" fmla="*/ 545 h 149326"/>
              <a:gd name="csX23" fmla="*/ 57085 w 120663"/>
              <a:gd name="csY23" fmla="*/ 1 h 149326"/>
              <a:gd name="csX24" fmla="*/ 67412 w 120663"/>
              <a:gd name="csY24" fmla="*/ 42597 h 149326"/>
              <a:gd name="csX25" fmla="*/ 57391 w 120663"/>
              <a:gd name="csY25" fmla="*/ 46748 h 149326"/>
              <a:gd name="csX26" fmla="*/ 53240 w 120663"/>
              <a:gd name="csY26" fmla="*/ 56767 h 149326"/>
              <a:gd name="csX27" fmla="*/ 57391 w 120663"/>
              <a:gd name="csY27" fmla="*/ 66804 h 149326"/>
              <a:gd name="csX28" fmla="*/ 67412 w 120663"/>
              <a:gd name="csY28" fmla="*/ 70954 h 149326"/>
              <a:gd name="csX29" fmla="*/ 77450 w 120663"/>
              <a:gd name="csY29" fmla="*/ 66804 h 149326"/>
              <a:gd name="csX30" fmla="*/ 81601 w 120663"/>
              <a:gd name="csY30" fmla="*/ 56767 h 149326"/>
              <a:gd name="csX31" fmla="*/ 77450 w 120663"/>
              <a:gd name="csY31" fmla="*/ 46748 h 149326"/>
              <a:gd name="csX32" fmla="*/ 67412 w 120663"/>
              <a:gd name="csY32" fmla="*/ 42597 h 149326"/>
              <a:gd name="csX33" fmla="*/ 88372 w 120663"/>
              <a:gd name="csY33" fmla="*/ 53314 h 149326"/>
              <a:gd name="csX34" fmla="*/ 88679 w 120663"/>
              <a:gd name="csY34" fmla="*/ 56767 h 149326"/>
              <a:gd name="csX35" fmla="*/ 87267 w 120663"/>
              <a:gd name="csY35" fmla="*/ 64371 h 149326"/>
              <a:gd name="csX36" fmla="*/ 109945 w 120663"/>
              <a:gd name="csY36" fmla="*/ 99737 h 149326"/>
              <a:gd name="csX37" fmla="*/ 70985 w 120663"/>
              <a:gd name="csY37" fmla="*/ 138693 h 149326"/>
              <a:gd name="csX38" fmla="*/ 33028 w 120663"/>
              <a:gd name="csY38" fmla="*/ 108464 h 149326"/>
              <a:gd name="csX39" fmla="*/ 49905 w 120663"/>
              <a:gd name="csY39" fmla="*/ 113652 h 149326"/>
              <a:gd name="csX40" fmla="*/ 51981 w 120663"/>
              <a:gd name="csY40" fmla="*/ 113890 h 149326"/>
              <a:gd name="csX41" fmla="*/ 53988 w 120663"/>
              <a:gd name="csY41" fmla="*/ 113312 h 149326"/>
              <a:gd name="csX42" fmla="*/ 55621 w 120663"/>
              <a:gd name="csY42" fmla="*/ 112002 h 149326"/>
              <a:gd name="csX43" fmla="*/ 56625 w 120663"/>
              <a:gd name="csY43" fmla="*/ 110165 h 149326"/>
              <a:gd name="csX44" fmla="*/ 56830 w 120663"/>
              <a:gd name="csY44" fmla="*/ 108073 h 149326"/>
              <a:gd name="csX45" fmla="*/ 56217 w 120663"/>
              <a:gd name="csY45" fmla="*/ 106083 h 149326"/>
              <a:gd name="csX46" fmla="*/ 54890 w 120663"/>
              <a:gd name="csY46" fmla="*/ 104466 h 149326"/>
              <a:gd name="csX47" fmla="*/ 53036 w 120663"/>
              <a:gd name="csY47" fmla="*/ 103497 h 149326"/>
              <a:gd name="csX48" fmla="*/ 6946 w 120663"/>
              <a:gd name="csY48" fmla="*/ 89309 h 149326"/>
              <a:gd name="csX49" fmla="*/ 5381 w 120663"/>
              <a:gd name="csY49" fmla="*/ 89054 h 149326"/>
              <a:gd name="csX50" fmla="*/ 1876 w 120663"/>
              <a:gd name="csY50" fmla="*/ 90330 h 149326"/>
              <a:gd name="csX51" fmla="*/ 56 w 120663"/>
              <a:gd name="csY51" fmla="*/ 93596 h 149326"/>
              <a:gd name="csX52" fmla="*/ 838 w 120663"/>
              <a:gd name="csY52" fmla="*/ 97236 h 149326"/>
              <a:gd name="csX53" fmla="*/ 3816 w 120663"/>
              <a:gd name="csY53" fmla="*/ 99482 h 149326"/>
              <a:gd name="csX54" fmla="*/ 21969 w 120663"/>
              <a:gd name="csY54" fmla="*/ 105062 h 149326"/>
              <a:gd name="csX55" fmla="*/ 21901 w 120663"/>
              <a:gd name="csY55" fmla="*/ 106814 h 149326"/>
              <a:gd name="csX56" fmla="*/ 40480 w 120663"/>
              <a:gd name="csY56" fmla="*/ 138693 h 149326"/>
              <a:gd name="csX57" fmla="*/ 26648 w 120663"/>
              <a:gd name="csY57" fmla="*/ 138693 h 149326"/>
              <a:gd name="csX58" fmla="*/ 24606 w 120663"/>
              <a:gd name="csY58" fmla="*/ 139084 h 149326"/>
              <a:gd name="csX59" fmla="*/ 22854 w 120663"/>
              <a:gd name="csY59" fmla="*/ 140223 h 149326"/>
              <a:gd name="csX60" fmla="*/ 21680 w 120663"/>
              <a:gd name="csY60" fmla="*/ 141959 h 149326"/>
              <a:gd name="csX61" fmla="*/ 21271 w 120663"/>
              <a:gd name="csY61" fmla="*/ 144017 h 149326"/>
              <a:gd name="csX62" fmla="*/ 21680 w 120663"/>
              <a:gd name="csY62" fmla="*/ 146059 h 149326"/>
              <a:gd name="csX63" fmla="*/ 22854 w 120663"/>
              <a:gd name="csY63" fmla="*/ 147793 h 149326"/>
              <a:gd name="csX64" fmla="*/ 24606 w 120663"/>
              <a:gd name="csY64" fmla="*/ 148950 h 149326"/>
              <a:gd name="csX65" fmla="*/ 26648 w 120663"/>
              <a:gd name="csY65" fmla="*/ 149325 h 149326"/>
              <a:gd name="csX66" fmla="*/ 115271 w 120663"/>
              <a:gd name="csY66" fmla="*/ 149325 h 149326"/>
              <a:gd name="csX67" fmla="*/ 117329 w 120663"/>
              <a:gd name="csY67" fmla="*/ 148950 h 149326"/>
              <a:gd name="csX68" fmla="*/ 119082 w 120663"/>
              <a:gd name="csY68" fmla="*/ 147793 h 149326"/>
              <a:gd name="csX69" fmla="*/ 120256 w 120663"/>
              <a:gd name="csY69" fmla="*/ 146059 h 149326"/>
              <a:gd name="csX70" fmla="*/ 120664 w 120663"/>
              <a:gd name="csY70" fmla="*/ 144017 h 149326"/>
              <a:gd name="csX71" fmla="*/ 120256 w 120663"/>
              <a:gd name="csY71" fmla="*/ 141959 h 149326"/>
              <a:gd name="csX72" fmla="*/ 119082 w 120663"/>
              <a:gd name="csY72" fmla="*/ 140223 h 149326"/>
              <a:gd name="csX73" fmla="*/ 117329 w 120663"/>
              <a:gd name="csY73" fmla="*/ 139084 h 149326"/>
              <a:gd name="csX74" fmla="*/ 115271 w 120663"/>
              <a:gd name="csY74" fmla="*/ 138693 h 149326"/>
              <a:gd name="csX75" fmla="*/ 101575 w 120663"/>
              <a:gd name="csY75" fmla="*/ 138693 h 149326"/>
              <a:gd name="csX76" fmla="*/ 120579 w 120663"/>
              <a:gd name="csY76" fmla="*/ 99737 h 149326"/>
              <a:gd name="csX77" fmla="*/ 88372 w 120663"/>
              <a:gd name="csY77" fmla="*/ 53314 h 149326"/>
            </a:gdLst>
            <a:ahLst/>
            <a:cxnLst/>
            <a:rect l="l" t="t" r="r" b="b"/>
            <a:pathLst>
              <a:path w="100000" h="100000">
                <a:moveTo>
                  <a:pt x="47826" y="1"/>
                </a:moveTo>
                <a:cubicBezTo>
                  <a:pt x="47074" y="12"/>
                  <a:pt x="46333" y="274"/>
                  <a:pt x="45729" y="741"/>
                </a:cubicBezTo>
                <a:cubicBezTo>
                  <a:pt x="45126" y="1197"/>
                  <a:pt x="44692" y="1846"/>
                  <a:pt x="44476" y="2576"/>
                </a:cubicBezTo>
                <a:lnTo>
                  <a:pt x="43177" y="6870"/>
                </a:lnTo>
                <a:lnTo>
                  <a:pt x="39770" y="5834"/>
                </a:lnTo>
                <a:cubicBezTo>
                  <a:pt x="38870" y="5572"/>
                  <a:pt x="37891" y="5663"/>
                  <a:pt x="37059" y="6107"/>
                </a:cubicBezTo>
                <a:cubicBezTo>
                  <a:pt x="36227" y="6562"/>
                  <a:pt x="35600" y="7314"/>
                  <a:pt x="35327" y="8226"/>
                </a:cubicBezTo>
                <a:lnTo>
                  <a:pt x="22384" y="51515"/>
                </a:lnTo>
                <a:cubicBezTo>
                  <a:pt x="21814" y="53395"/>
                  <a:pt x="22885" y="55377"/>
                  <a:pt x="24754" y="55947"/>
                </a:cubicBezTo>
                <a:lnTo>
                  <a:pt x="38392" y="60071"/>
                </a:lnTo>
                <a:cubicBezTo>
                  <a:pt x="38734" y="60173"/>
                  <a:pt x="39075" y="60230"/>
                  <a:pt x="39417" y="60230"/>
                </a:cubicBezTo>
                <a:cubicBezTo>
                  <a:pt x="40009" y="60230"/>
                  <a:pt x="40591" y="60082"/>
                  <a:pt x="41115" y="59797"/>
                </a:cubicBezTo>
                <a:cubicBezTo>
                  <a:pt x="41947" y="59353"/>
                  <a:pt x="42562" y="58589"/>
                  <a:pt x="42835" y="57678"/>
                </a:cubicBezTo>
                <a:lnTo>
                  <a:pt x="45479" y="48827"/>
                </a:lnTo>
                <a:cubicBezTo>
                  <a:pt x="42436" y="46218"/>
                  <a:pt x="40500" y="42344"/>
                  <a:pt x="40500" y="38015"/>
                </a:cubicBezTo>
                <a:cubicBezTo>
                  <a:pt x="40500" y="30770"/>
                  <a:pt x="45923" y="24801"/>
                  <a:pt x="52942" y="23912"/>
                </a:cubicBezTo>
                <a:lnTo>
                  <a:pt x="55778" y="14389"/>
                </a:lnTo>
                <a:cubicBezTo>
                  <a:pt x="56348" y="12509"/>
                  <a:pt x="55277" y="10538"/>
                  <a:pt x="53408" y="9969"/>
                </a:cubicBezTo>
                <a:lnTo>
                  <a:pt x="50002" y="8932"/>
                </a:lnTo>
                <a:lnTo>
                  <a:pt x="51301" y="4637"/>
                </a:lnTo>
                <a:cubicBezTo>
                  <a:pt x="51472" y="4102"/>
                  <a:pt x="51506" y="3532"/>
                  <a:pt x="51415" y="2974"/>
                </a:cubicBezTo>
                <a:cubicBezTo>
                  <a:pt x="51324" y="2416"/>
                  <a:pt x="51096" y="1880"/>
                  <a:pt x="50754" y="1424"/>
                </a:cubicBezTo>
                <a:cubicBezTo>
                  <a:pt x="50412" y="980"/>
                  <a:pt x="49979" y="605"/>
                  <a:pt x="49467" y="365"/>
                </a:cubicBezTo>
                <a:cubicBezTo>
                  <a:pt x="48954" y="115"/>
                  <a:pt x="48395" y="-11"/>
                  <a:pt x="47826" y="1"/>
                </a:cubicBezTo>
                <a:close/>
                <a:moveTo>
                  <a:pt x="54742" y="28526"/>
                </a:moveTo>
                <a:cubicBezTo>
                  <a:pt x="52224" y="28526"/>
                  <a:pt x="49808" y="29529"/>
                  <a:pt x="48031" y="31306"/>
                </a:cubicBezTo>
                <a:cubicBezTo>
                  <a:pt x="46253" y="33083"/>
                  <a:pt x="45251" y="35498"/>
                  <a:pt x="45251" y="38015"/>
                </a:cubicBezTo>
                <a:cubicBezTo>
                  <a:pt x="45251" y="40533"/>
                  <a:pt x="46253" y="42948"/>
                  <a:pt x="48031" y="44737"/>
                </a:cubicBezTo>
                <a:cubicBezTo>
                  <a:pt x="49808" y="46514"/>
                  <a:pt x="52224" y="47516"/>
                  <a:pt x="54742" y="47516"/>
                </a:cubicBezTo>
                <a:cubicBezTo>
                  <a:pt x="57260" y="47516"/>
                  <a:pt x="59675" y="46514"/>
                  <a:pt x="61464" y="44737"/>
                </a:cubicBezTo>
                <a:cubicBezTo>
                  <a:pt x="63241" y="42948"/>
                  <a:pt x="64244" y="40533"/>
                  <a:pt x="64244" y="38015"/>
                </a:cubicBezTo>
                <a:cubicBezTo>
                  <a:pt x="64244" y="35498"/>
                  <a:pt x="63241" y="33083"/>
                  <a:pt x="61464" y="31306"/>
                </a:cubicBezTo>
                <a:cubicBezTo>
                  <a:pt x="59675" y="29529"/>
                  <a:pt x="57260" y="28526"/>
                  <a:pt x="54742" y="28526"/>
                </a:cubicBezTo>
                <a:close/>
                <a:moveTo>
                  <a:pt x="68778" y="35703"/>
                </a:moveTo>
                <a:cubicBezTo>
                  <a:pt x="68904" y="36455"/>
                  <a:pt x="68984" y="37229"/>
                  <a:pt x="68984" y="38015"/>
                </a:cubicBezTo>
                <a:cubicBezTo>
                  <a:pt x="68984" y="39816"/>
                  <a:pt x="68641" y="41524"/>
                  <a:pt x="68038" y="43108"/>
                </a:cubicBezTo>
                <a:cubicBezTo>
                  <a:pt x="77095" y="47288"/>
                  <a:pt x="83225" y="56470"/>
                  <a:pt x="83225" y="66791"/>
                </a:cubicBezTo>
                <a:cubicBezTo>
                  <a:pt x="83225" y="81179"/>
                  <a:pt x="71524" y="92879"/>
                  <a:pt x="57134" y="92879"/>
                </a:cubicBezTo>
                <a:cubicBezTo>
                  <a:pt x="44954" y="92879"/>
                  <a:pt x="34393" y="84312"/>
                  <a:pt x="31716" y="72636"/>
                </a:cubicBezTo>
                <a:lnTo>
                  <a:pt x="43018" y="76110"/>
                </a:lnTo>
                <a:cubicBezTo>
                  <a:pt x="43462" y="76258"/>
                  <a:pt x="43940" y="76304"/>
                  <a:pt x="44408" y="76269"/>
                </a:cubicBezTo>
                <a:cubicBezTo>
                  <a:pt x="44875" y="76235"/>
                  <a:pt x="45331" y="76099"/>
                  <a:pt x="45752" y="75882"/>
                </a:cubicBezTo>
                <a:cubicBezTo>
                  <a:pt x="46174" y="75666"/>
                  <a:pt x="46538" y="75358"/>
                  <a:pt x="46845" y="75005"/>
                </a:cubicBezTo>
                <a:cubicBezTo>
                  <a:pt x="47142" y="74641"/>
                  <a:pt x="47370" y="74219"/>
                  <a:pt x="47518" y="73775"/>
                </a:cubicBezTo>
                <a:cubicBezTo>
                  <a:pt x="47655" y="73319"/>
                  <a:pt x="47700" y="72841"/>
                  <a:pt x="47655" y="72374"/>
                </a:cubicBezTo>
                <a:cubicBezTo>
                  <a:pt x="47609" y="71906"/>
                  <a:pt x="47472" y="71451"/>
                  <a:pt x="47245" y="71041"/>
                </a:cubicBezTo>
                <a:cubicBezTo>
                  <a:pt x="47017" y="70619"/>
                  <a:pt x="46720" y="70254"/>
                  <a:pt x="46356" y="69958"/>
                </a:cubicBezTo>
                <a:cubicBezTo>
                  <a:pt x="45980" y="69662"/>
                  <a:pt x="45558" y="69435"/>
                  <a:pt x="45114" y="69309"/>
                </a:cubicBezTo>
                <a:lnTo>
                  <a:pt x="14249" y="59808"/>
                </a:lnTo>
                <a:cubicBezTo>
                  <a:pt x="13919" y="59706"/>
                  <a:pt x="13554" y="59649"/>
                  <a:pt x="13201" y="59637"/>
                </a:cubicBezTo>
                <a:cubicBezTo>
                  <a:pt x="12346" y="59626"/>
                  <a:pt x="11503" y="59934"/>
                  <a:pt x="10854" y="60492"/>
                </a:cubicBezTo>
                <a:cubicBezTo>
                  <a:pt x="10193" y="61050"/>
                  <a:pt x="9772" y="61824"/>
                  <a:pt x="9635" y="62679"/>
                </a:cubicBezTo>
                <a:cubicBezTo>
                  <a:pt x="9510" y="63522"/>
                  <a:pt x="9703" y="64388"/>
                  <a:pt x="10159" y="65117"/>
                </a:cubicBezTo>
                <a:cubicBezTo>
                  <a:pt x="10626" y="65846"/>
                  <a:pt x="11333" y="66370"/>
                  <a:pt x="12153" y="66621"/>
                </a:cubicBezTo>
                <a:lnTo>
                  <a:pt x="24310" y="70357"/>
                </a:lnTo>
                <a:cubicBezTo>
                  <a:pt x="24230" y="70733"/>
                  <a:pt x="24207" y="71120"/>
                  <a:pt x="24264" y="71531"/>
                </a:cubicBezTo>
                <a:cubicBezTo>
                  <a:pt x="25506" y="80222"/>
                  <a:pt x="30154" y="87742"/>
                  <a:pt x="36706" y="92879"/>
                </a:cubicBezTo>
                <a:lnTo>
                  <a:pt x="27443" y="92879"/>
                </a:lnTo>
                <a:cubicBezTo>
                  <a:pt x="26976" y="92879"/>
                  <a:pt x="26509" y="92959"/>
                  <a:pt x="26075" y="93141"/>
                </a:cubicBezTo>
                <a:cubicBezTo>
                  <a:pt x="25631" y="93312"/>
                  <a:pt x="25232" y="93574"/>
                  <a:pt x="24902" y="93904"/>
                </a:cubicBezTo>
                <a:cubicBezTo>
                  <a:pt x="24560" y="94235"/>
                  <a:pt x="24298" y="94633"/>
                  <a:pt x="24116" y="95066"/>
                </a:cubicBezTo>
                <a:cubicBezTo>
                  <a:pt x="23934" y="95499"/>
                  <a:pt x="23842" y="95967"/>
                  <a:pt x="23842" y="96445"/>
                </a:cubicBezTo>
                <a:cubicBezTo>
                  <a:pt x="23842" y="96912"/>
                  <a:pt x="23934" y="97379"/>
                  <a:pt x="24116" y="97812"/>
                </a:cubicBezTo>
                <a:cubicBezTo>
                  <a:pt x="24298" y="98245"/>
                  <a:pt x="24560" y="98643"/>
                  <a:pt x="24902" y="98973"/>
                </a:cubicBezTo>
                <a:cubicBezTo>
                  <a:pt x="25232" y="99304"/>
                  <a:pt x="25631" y="99566"/>
                  <a:pt x="26075" y="99748"/>
                </a:cubicBezTo>
                <a:cubicBezTo>
                  <a:pt x="26509" y="99919"/>
                  <a:pt x="26976" y="100011"/>
                  <a:pt x="27443" y="99999"/>
                </a:cubicBezTo>
                <a:lnTo>
                  <a:pt x="86792" y="99999"/>
                </a:lnTo>
                <a:cubicBezTo>
                  <a:pt x="87258" y="100011"/>
                  <a:pt x="87726" y="99919"/>
                  <a:pt x="88170" y="99748"/>
                </a:cubicBezTo>
                <a:cubicBezTo>
                  <a:pt x="88603" y="99566"/>
                  <a:pt x="89002" y="99304"/>
                  <a:pt x="89344" y="98973"/>
                </a:cubicBezTo>
                <a:cubicBezTo>
                  <a:pt x="89674" y="98643"/>
                  <a:pt x="89947" y="98245"/>
                  <a:pt x="90130" y="97812"/>
                </a:cubicBezTo>
                <a:cubicBezTo>
                  <a:pt x="90312" y="97379"/>
                  <a:pt x="90403" y="96912"/>
                  <a:pt x="90403" y="96445"/>
                </a:cubicBezTo>
                <a:cubicBezTo>
                  <a:pt x="90403" y="95967"/>
                  <a:pt x="90312" y="95499"/>
                  <a:pt x="90130" y="95066"/>
                </a:cubicBezTo>
                <a:cubicBezTo>
                  <a:pt x="89947" y="94633"/>
                  <a:pt x="89674" y="94235"/>
                  <a:pt x="89344" y="93904"/>
                </a:cubicBezTo>
                <a:cubicBezTo>
                  <a:pt x="89002" y="93574"/>
                  <a:pt x="88603" y="93312"/>
                  <a:pt x="88170" y="93141"/>
                </a:cubicBezTo>
                <a:cubicBezTo>
                  <a:pt x="87726" y="92959"/>
                  <a:pt x="87258" y="92879"/>
                  <a:pt x="86792" y="92879"/>
                </a:cubicBezTo>
                <a:lnTo>
                  <a:pt x="77620" y="92879"/>
                </a:lnTo>
                <a:cubicBezTo>
                  <a:pt x="85356" y="86796"/>
                  <a:pt x="90346" y="77374"/>
                  <a:pt x="90346" y="66791"/>
                </a:cubicBezTo>
                <a:cubicBezTo>
                  <a:pt x="90346" y="52825"/>
                  <a:pt x="81539" y="40488"/>
                  <a:pt x="68778" y="357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7" name="Чёрный — SVG 14">
            <a:extLst>
              <a:ext uri="{FF2B5EF4-FFF2-40B4-BE49-F238E27FC236}">
                <a16:creationId xmlns:a16="http://schemas.microsoft.com/office/drawing/2014/main" id="{75E8A17F-A7E6-C642-8A36-5821F8BB1330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35439 w 141772"/>
              <a:gd name="csY0" fmla="*/ 0 h 134676"/>
              <a:gd name="csX1" fmla="*/ 28276 w 141772"/>
              <a:gd name="csY1" fmla="*/ 2824 h 134676"/>
              <a:gd name="csX2" fmla="*/ 24890 w 141772"/>
              <a:gd name="csY2" fmla="*/ 9730 h 134676"/>
              <a:gd name="csX3" fmla="*/ 27068 w 141772"/>
              <a:gd name="csY3" fmla="*/ 17130 h 134676"/>
              <a:gd name="csX4" fmla="*/ 33653 w 141772"/>
              <a:gd name="csY4" fmla="*/ 21111 h 134676"/>
              <a:gd name="csX5" fmla="*/ 39930 w 141772"/>
              <a:gd name="csY5" fmla="*/ 31079 h 134676"/>
              <a:gd name="csX6" fmla="*/ 39046 w 141772"/>
              <a:gd name="csY6" fmla="*/ 36353 h 134676"/>
              <a:gd name="csX7" fmla="*/ 40832 w 141772"/>
              <a:gd name="csY7" fmla="*/ 41405 h 134676"/>
              <a:gd name="csX8" fmla="*/ 31577 w 141772"/>
              <a:gd name="csY8" fmla="*/ 57447 h 134676"/>
              <a:gd name="csX9" fmla="*/ 27545 w 141772"/>
              <a:gd name="csY9" fmla="*/ 60253 h 134676"/>
              <a:gd name="csX10" fmla="*/ 18544 w 141772"/>
              <a:gd name="csY10" fmla="*/ 60253 h 134676"/>
              <a:gd name="csX11" fmla="*/ 14972 w 141772"/>
              <a:gd name="csY11" fmla="*/ 57633 h 134676"/>
              <a:gd name="csX12" fmla="*/ 10633 w 141772"/>
              <a:gd name="csY12" fmla="*/ 56698 h 134676"/>
              <a:gd name="csX13" fmla="*/ 3114 w 141772"/>
              <a:gd name="csY13" fmla="*/ 59811 h 134676"/>
              <a:gd name="csX14" fmla="*/ 0 w 141772"/>
              <a:gd name="csY14" fmla="*/ 67330 h 134676"/>
              <a:gd name="csX15" fmla="*/ 3114 w 141772"/>
              <a:gd name="csY15" fmla="*/ 74849 h 134676"/>
              <a:gd name="csX16" fmla="*/ 10633 w 141772"/>
              <a:gd name="csY16" fmla="*/ 77962 h 134676"/>
              <a:gd name="csX17" fmla="*/ 14972 w 141772"/>
              <a:gd name="csY17" fmla="*/ 77043 h 134676"/>
              <a:gd name="csX18" fmla="*/ 18544 w 141772"/>
              <a:gd name="csY18" fmla="*/ 74424 h 134676"/>
              <a:gd name="csX19" fmla="*/ 27528 w 141772"/>
              <a:gd name="csY19" fmla="*/ 74424 h 134676"/>
              <a:gd name="csX20" fmla="*/ 31577 w 141772"/>
              <a:gd name="csY20" fmla="*/ 77230 h 134676"/>
              <a:gd name="csX21" fmla="*/ 40832 w 141772"/>
              <a:gd name="csY21" fmla="*/ 93255 h 134676"/>
              <a:gd name="csX22" fmla="*/ 39097 w 141772"/>
              <a:gd name="csY22" fmla="*/ 97780 h 134676"/>
              <a:gd name="csX23" fmla="*/ 39539 w 141772"/>
              <a:gd name="csY23" fmla="*/ 102594 h 134676"/>
              <a:gd name="csX24" fmla="*/ 33210 w 141772"/>
              <a:gd name="csY24" fmla="*/ 113651 h 134676"/>
              <a:gd name="csX25" fmla="*/ 26847 w 141772"/>
              <a:gd name="csY25" fmla="*/ 117819 h 134676"/>
              <a:gd name="csX26" fmla="*/ 24890 w 141772"/>
              <a:gd name="csY26" fmla="*/ 125168 h 134676"/>
              <a:gd name="csX27" fmla="*/ 28344 w 141772"/>
              <a:gd name="csY27" fmla="*/ 131938 h 134676"/>
              <a:gd name="csX28" fmla="*/ 35439 w 141772"/>
              <a:gd name="csY28" fmla="*/ 134677 h 134676"/>
              <a:gd name="csX29" fmla="*/ 40288 w 141772"/>
              <a:gd name="csY29" fmla="*/ 133503 h 134676"/>
              <a:gd name="csX30" fmla="*/ 44065 w 141772"/>
              <a:gd name="csY30" fmla="*/ 130254 h 134676"/>
              <a:gd name="csX31" fmla="*/ 45953 w 141772"/>
              <a:gd name="csY31" fmla="*/ 125644 h 134676"/>
              <a:gd name="csX32" fmla="*/ 45528 w 141772"/>
              <a:gd name="csY32" fmla="*/ 120677 h 134676"/>
              <a:gd name="csX33" fmla="*/ 51857 w 141772"/>
              <a:gd name="csY33" fmla="*/ 109619 h 134676"/>
              <a:gd name="csX34" fmla="*/ 57522 w 141772"/>
              <a:gd name="csY34" fmla="*/ 106319 h 134676"/>
              <a:gd name="csX35" fmla="*/ 84233 w 141772"/>
              <a:gd name="csY35" fmla="*/ 106319 h 134676"/>
              <a:gd name="csX36" fmla="*/ 89933 w 141772"/>
              <a:gd name="csY36" fmla="*/ 109619 h 134676"/>
              <a:gd name="csX37" fmla="*/ 96262 w 141772"/>
              <a:gd name="csY37" fmla="*/ 120694 h 134676"/>
              <a:gd name="csX38" fmla="*/ 95837 w 141772"/>
              <a:gd name="csY38" fmla="*/ 125644 h 134676"/>
              <a:gd name="csX39" fmla="*/ 97725 w 141772"/>
              <a:gd name="csY39" fmla="*/ 130254 h 134676"/>
              <a:gd name="csX40" fmla="*/ 101502 w 141772"/>
              <a:gd name="csY40" fmla="*/ 133503 h 134676"/>
              <a:gd name="csX41" fmla="*/ 106334 w 141772"/>
              <a:gd name="csY41" fmla="*/ 134677 h 134676"/>
              <a:gd name="csX42" fmla="*/ 113411 w 141772"/>
              <a:gd name="csY42" fmla="*/ 131921 h 134676"/>
              <a:gd name="csX43" fmla="*/ 116848 w 141772"/>
              <a:gd name="csY43" fmla="*/ 125168 h 134676"/>
              <a:gd name="csX44" fmla="*/ 114909 w 141772"/>
              <a:gd name="csY44" fmla="*/ 117819 h 134676"/>
              <a:gd name="csX45" fmla="*/ 108563 w 141772"/>
              <a:gd name="csY45" fmla="*/ 113651 h 134676"/>
              <a:gd name="csX46" fmla="*/ 102234 w 141772"/>
              <a:gd name="csY46" fmla="*/ 102577 h 134676"/>
              <a:gd name="csX47" fmla="*/ 102676 w 141772"/>
              <a:gd name="csY47" fmla="*/ 97763 h 134676"/>
              <a:gd name="csX48" fmla="*/ 100941 w 141772"/>
              <a:gd name="csY48" fmla="*/ 93255 h 134676"/>
              <a:gd name="csX49" fmla="*/ 110196 w 141772"/>
              <a:gd name="csY49" fmla="*/ 77230 h 134676"/>
              <a:gd name="csX50" fmla="*/ 114245 w 141772"/>
              <a:gd name="csY50" fmla="*/ 74424 h 134676"/>
              <a:gd name="csX51" fmla="*/ 123228 w 141772"/>
              <a:gd name="csY51" fmla="*/ 74424 h 134676"/>
              <a:gd name="csX52" fmla="*/ 126801 w 141772"/>
              <a:gd name="csY52" fmla="*/ 77043 h 134676"/>
              <a:gd name="csX53" fmla="*/ 131139 w 141772"/>
              <a:gd name="csY53" fmla="*/ 77962 h 134676"/>
              <a:gd name="csX54" fmla="*/ 138659 w 141772"/>
              <a:gd name="csY54" fmla="*/ 74849 h 134676"/>
              <a:gd name="csX55" fmla="*/ 141773 w 141772"/>
              <a:gd name="csY55" fmla="*/ 67330 h 134676"/>
              <a:gd name="csX56" fmla="*/ 138659 w 141772"/>
              <a:gd name="csY56" fmla="*/ 59811 h 134676"/>
              <a:gd name="csX57" fmla="*/ 131139 w 141772"/>
              <a:gd name="csY57" fmla="*/ 56698 h 134676"/>
              <a:gd name="csX58" fmla="*/ 126818 w 141772"/>
              <a:gd name="csY58" fmla="*/ 57633 h 134676"/>
              <a:gd name="csX59" fmla="*/ 123245 w 141772"/>
              <a:gd name="csY59" fmla="*/ 60253 h 134676"/>
              <a:gd name="csX60" fmla="*/ 114245 w 141772"/>
              <a:gd name="csY60" fmla="*/ 60253 h 134676"/>
              <a:gd name="csX61" fmla="*/ 110196 w 141772"/>
              <a:gd name="csY61" fmla="*/ 57447 h 134676"/>
              <a:gd name="csX62" fmla="*/ 100941 w 141772"/>
              <a:gd name="csY62" fmla="*/ 41405 h 134676"/>
              <a:gd name="csX63" fmla="*/ 102744 w 141772"/>
              <a:gd name="csY63" fmla="*/ 36353 h 134676"/>
              <a:gd name="csX64" fmla="*/ 101842 w 141772"/>
              <a:gd name="csY64" fmla="*/ 31062 h 134676"/>
              <a:gd name="csX65" fmla="*/ 108120 w 141772"/>
              <a:gd name="csY65" fmla="*/ 21094 h 134676"/>
              <a:gd name="csX66" fmla="*/ 114245 w 141772"/>
              <a:gd name="csY66" fmla="*/ 17726 h 134676"/>
              <a:gd name="csX67" fmla="*/ 131139 w 141772"/>
              <a:gd name="csY67" fmla="*/ 17726 h 134676"/>
              <a:gd name="csX68" fmla="*/ 133895 w 141772"/>
              <a:gd name="csY68" fmla="*/ 17215 h 134676"/>
              <a:gd name="csX69" fmla="*/ 136226 w 141772"/>
              <a:gd name="csY69" fmla="*/ 15684 h 134676"/>
              <a:gd name="csX70" fmla="*/ 137792 w 141772"/>
              <a:gd name="csY70" fmla="*/ 13371 h 134676"/>
              <a:gd name="csX71" fmla="*/ 138336 w 141772"/>
              <a:gd name="csY71" fmla="*/ 10632 h 134676"/>
              <a:gd name="csX72" fmla="*/ 137792 w 141772"/>
              <a:gd name="csY72" fmla="*/ 7893 h 134676"/>
              <a:gd name="csX73" fmla="*/ 136226 w 141772"/>
              <a:gd name="csY73" fmla="*/ 5580 h 134676"/>
              <a:gd name="csX74" fmla="*/ 133895 w 141772"/>
              <a:gd name="csY74" fmla="*/ 4049 h 134676"/>
              <a:gd name="csX75" fmla="*/ 131139 w 141772"/>
              <a:gd name="csY75" fmla="*/ 3538 h 134676"/>
              <a:gd name="csX76" fmla="*/ 114245 w 141772"/>
              <a:gd name="csY76" fmla="*/ 3538 h 134676"/>
              <a:gd name="csX77" fmla="*/ 110672 w 141772"/>
              <a:gd name="csY77" fmla="*/ 936 h 134676"/>
              <a:gd name="csX78" fmla="*/ 106334 w 141772"/>
              <a:gd name="csY78" fmla="*/ 0 h 134676"/>
              <a:gd name="csX79" fmla="*/ 101604 w 141772"/>
              <a:gd name="csY79" fmla="*/ 1123 h 134676"/>
              <a:gd name="csX80" fmla="*/ 97844 w 141772"/>
              <a:gd name="csY80" fmla="*/ 4236 h 134676"/>
              <a:gd name="csX81" fmla="*/ 95888 w 141772"/>
              <a:gd name="csY81" fmla="*/ 8676 h 134676"/>
              <a:gd name="csX82" fmla="*/ 96109 w 141772"/>
              <a:gd name="csY82" fmla="*/ 13541 h 134676"/>
              <a:gd name="csX83" fmla="*/ 88640 w 141772"/>
              <a:gd name="csY83" fmla="*/ 25414 h 134676"/>
              <a:gd name="csX84" fmla="*/ 84250 w 141772"/>
              <a:gd name="csY84" fmla="*/ 28358 h 134676"/>
              <a:gd name="csX85" fmla="*/ 57539 w 141772"/>
              <a:gd name="csY85" fmla="*/ 28358 h 134676"/>
              <a:gd name="csX86" fmla="*/ 53133 w 141772"/>
              <a:gd name="csY86" fmla="*/ 25398 h 134676"/>
              <a:gd name="csX87" fmla="*/ 45664 w 141772"/>
              <a:gd name="csY87" fmla="*/ 13558 h 134676"/>
              <a:gd name="csX88" fmla="*/ 45885 w 141772"/>
              <a:gd name="csY88" fmla="*/ 8693 h 134676"/>
              <a:gd name="csX89" fmla="*/ 43929 w 141772"/>
              <a:gd name="csY89" fmla="*/ 4236 h 134676"/>
              <a:gd name="csX90" fmla="*/ 40186 w 141772"/>
              <a:gd name="csY90" fmla="*/ 1123 h 134676"/>
              <a:gd name="csX91" fmla="*/ 35439 w 141772"/>
              <a:gd name="csY91" fmla="*/ 0 h 134676"/>
              <a:gd name="csX92" fmla="*/ 57522 w 141772"/>
              <a:gd name="csY92" fmla="*/ 42528 h 134676"/>
              <a:gd name="csX93" fmla="*/ 84233 w 141772"/>
              <a:gd name="csY93" fmla="*/ 42528 h 134676"/>
              <a:gd name="csX94" fmla="*/ 86207 w 141772"/>
              <a:gd name="csY94" fmla="*/ 44246 h 134676"/>
              <a:gd name="csX95" fmla="*/ 96823 w 141772"/>
              <a:gd name="csY95" fmla="*/ 62601 h 134676"/>
              <a:gd name="csX96" fmla="*/ 95717 w 141772"/>
              <a:gd name="csY96" fmla="*/ 67330 h 134676"/>
              <a:gd name="csX97" fmla="*/ 96823 w 141772"/>
              <a:gd name="csY97" fmla="*/ 72042 h 134676"/>
              <a:gd name="csX98" fmla="*/ 86207 w 141772"/>
              <a:gd name="csY98" fmla="*/ 90414 h 134676"/>
              <a:gd name="csX99" fmla="*/ 84250 w 141772"/>
              <a:gd name="csY99" fmla="*/ 92149 h 134676"/>
              <a:gd name="csX100" fmla="*/ 57539 w 141772"/>
              <a:gd name="csY100" fmla="*/ 92149 h 134676"/>
              <a:gd name="csX101" fmla="*/ 55583 w 141772"/>
              <a:gd name="csY101" fmla="*/ 90448 h 134676"/>
              <a:gd name="csX102" fmla="*/ 44966 w 141772"/>
              <a:gd name="csY102" fmla="*/ 72059 h 134676"/>
              <a:gd name="csX103" fmla="*/ 46072 w 141772"/>
              <a:gd name="csY103" fmla="*/ 67347 h 134676"/>
              <a:gd name="csX104" fmla="*/ 44966 w 141772"/>
              <a:gd name="csY104" fmla="*/ 62635 h 134676"/>
              <a:gd name="csX105" fmla="*/ 55583 w 141772"/>
              <a:gd name="csY105" fmla="*/ 44246 h 134676"/>
              <a:gd name="csX106" fmla="*/ 57522 w 141772"/>
              <a:gd name="csY106" fmla="*/ 42528 h 134676"/>
            </a:gdLst>
            <a:ahLst/>
            <a:cxnLst/>
            <a:rect l="l" t="t" r="r" b="b"/>
            <a:pathLst>
              <a:path w="100000" h="100000">
                <a:moveTo>
                  <a:pt x="24997" y="2503"/>
                </a:moveTo>
                <a:cubicBezTo>
                  <a:pt x="23125" y="2515"/>
                  <a:pt x="21325" y="3223"/>
                  <a:pt x="19945" y="4495"/>
                </a:cubicBezTo>
                <a:cubicBezTo>
                  <a:pt x="18565" y="5766"/>
                  <a:pt x="17713" y="7506"/>
                  <a:pt x="17556" y="9366"/>
                </a:cubicBezTo>
                <a:cubicBezTo>
                  <a:pt x="17400" y="11238"/>
                  <a:pt x="17953" y="13098"/>
                  <a:pt x="19093" y="14585"/>
                </a:cubicBezTo>
                <a:cubicBezTo>
                  <a:pt x="20233" y="16062"/>
                  <a:pt x="21901" y="17070"/>
                  <a:pt x="23737" y="17393"/>
                </a:cubicBezTo>
                <a:lnTo>
                  <a:pt x="28165" y="24424"/>
                </a:lnTo>
                <a:cubicBezTo>
                  <a:pt x="27649" y="25588"/>
                  <a:pt x="27421" y="26873"/>
                  <a:pt x="27541" y="28144"/>
                </a:cubicBezTo>
                <a:cubicBezTo>
                  <a:pt x="27649" y="29428"/>
                  <a:pt x="28081" y="30652"/>
                  <a:pt x="28801" y="31708"/>
                </a:cubicBezTo>
                <a:lnTo>
                  <a:pt x="22273" y="43023"/>
                </a:lnTo>
                <a:cubicBezTo>
                  <a:pt x="21181" y="43443"/>
                  <a:pt x="20209" y="44126"/>
                  <a:pt x="19429" y="45003"/>
                </a:cubicBezTo>
                <a:lnTo>
                  <a:pt x="13080" y="45003"/>
                </a:lnTo>
                <a:cubicBezTo>
                  <a:pt x="12385" y="44211"/>
                  <a:pt x="11521" y="43587"/>
                  <a:pt x="10561" y="43155"/>
                </a:cubicBezTo>
                <a:cubicBezTo>
                  <a:pt x="9601" y="42723"/>
                  <a:pt x="8556" y="42495"/>
                  <a:pt x="7500" y="42495"/>
                </a:cubicBezTo>
                <a:cubicBezTo>
                  <a:pt x="5508" y="42495"/>
                  <a:pt x="3600" y="43287"/>
                  <a:pt x="2196" y="44691"/>
                </a:cubicBezTo>
                <a:cubicBezTo>
                  <a:pt x="792" y="46107"/>
                  <a:pt x="0" y="48014"/>
                  <a:pt x="0" y="49994"/>
                </a:cubicBezTo>
                <a:cubicBezTo>
                  <a:pt x="0" y="51986"/>
                  <a:pt x="792" y="53894"/>
                  <a:pt x="2196" y="55298"/>
                </a:cubicBezTo>
                <a:cubicBezTo>
                  <a:pt x="3600" y="56702"/>
                  <a:pt x="5508" y="57494"/>
                  <a:pt x="7500" y="57494"/>
                </a:cubicBezTo>
                <a:cubicBezTo>
                  <a:pt x="8556" y="57494"/>
                  <a:pt x="9589" y="57278"/>
                  <a:pt x="10561" y="56845"/>
                </a:cubicBezTo>
                <a:cubicBezTo>
                  <a:pt x="11521" y="56414"/>
                  <a:pt x="12373" y="55778"/>
                  <a:pt x="13080" y="54998"/>
                </a:cubicBezTo>
                <a:lnTo>
                  <a:pt x="19417" y="54998"/>
                </a:lnTo>
                <a:cubicBezTo>
                  <a:pt x="20197" y="55874"/>
                  <a:pt x="21181" y="56546"/>
                  <a:pt x="22273" y="56977"/>
                </a:cubicBezTo>
                <a:lnTo>
                  <a:pt x="28801" y="68281"/>
                </a:lnTo>
                <a:cubicBezTo>
                  <a:pt x="28153" y="69241"/>
                  <a:pt x="27733" y="70321"/>
                  <a:pt x="27577" y="71473"/>
                </a:cubicBezTo>
                <a:cubicBezTo>
                  <a:pt x="27421" y="72612"/>
                  <a:pt x="27517" y="73776"/>
                  <a:pt x="27889" y="74868"/>
                </a:cubicBezTo>
                <a:lnTo>
                  <a:pt x="23425" y="82667"/>
                </a:lnTo>
                <a:cubicBezTo>
                  <a:pt x="21625" y="83063"/>
                  <a:pt x="20029" y="84108"/>
                  <a:pt x="18937" y="85607"/>
                </a:cubicBezTo>
                <a:cubicBezTo>
                  <a:pt x="17857" y="87107"/>
                  <a:pt x="17365" y="88943"/>
                  <a:pt x="17556" y="90791"/>
                </a:cubicBezTo>
                <a:cubicBezTo>
                  <a:pt x="17761" y="92627"/>
                  <a:pt x="18625" y="94330"/>
                  <a:pt x="19993" y="95566"/>
                </a:cubicBezTo>
                <a:cubicBezTo>
                  <a:pt x="21373" y="96802"/>
                  <a:pt x="23149" y="97486"/>
                  <a:pt x="24997" y="97498"/>
                </a:cubicBezTo>
                <a:cubicBezTo>
                  <a:pt x="26185" y="97498"/>
                  <a:pt x="27362" y="97210"/>
                  <a:pt x="28417" y="96670"/>
                </a:cubicBezTo>
                <a:cubicBezTo>
                  <a:pt x="29473" y="96130"/>
                  <a:pt x="30385" y="95338"/>
                  <a:pt x="31082" y="94378"/>
                </a:cubicBezTo>
                <a:cubicBezTo>
                  <a:pt x="31777" y="93418"/>
                  <a:pt x="32233" y="92302"/>
                  <a:pt x="32413" y="91127"/>
                </a:cubicBezTo>
                <a:cubicBezTo>
                  <a:pt x="32593" y="89951"/>
                  <a:pt x="32497" y="88751"/>
                  <a:pt x="32114" y="87623"/>
                </a:cubicBezTo>
                <a:lnTo>
                  <a:pt x="36578" y="79823"/>
                </a:lnTo>
                <a:cubicBezTo>
                  <a:pt x="38126" y="79487"/>
                  <a:pt x="39518" y="78671"/>
                  <a:pt x="40574" y="77496"/>
                </a:cubicBezTo>
                <a:lnTo>
                  <a:pt x="59414" y="77496"/>
                </a:lnTo>
                <a:cubicBezTo>
                  <a:pt x="60470" y="78671"/>
                  <a:pt x="61875" y="79487"/>
                  <a:pt x="63435" y="79823"/>
                </a:cubicBezTo>
                <a:lnTo>
                  <a:pt x="67899" y="87635"/>
                </a:lnTo>
                <a:cubicBezTo>
                  <a:pt x="67515" y="88763"/>
                  <a:pt x="67419" y="89963"/>
                  <a:pt x="67599" y="91127"/>
                </a:cubicBezTo>
                <a:cubicBezTo>
                  <a:pt x="67779" y="92302"/>
                  <a:pt x="68235" y="93418"/>
                  <a:pt x="68931" y="94378"/>
                </a:cubicBezTo>
                <a:cubicBezTo>
                  <a:pt x="69627" y="95338"/>
                  <a:pt x="70539" y="96130"/>
                  <a:pt x="71595" y="96670"/>
                </a:cubicBezTo>
                <a:cubicBezTo>
                  <a:pt x="72651" y="97210"/>
                  <a:pt x="73815" y="97498"/>
                  <a:pt x="75004" y="97498"/>
                </a:cubicBezTo>
                <a:cubicBezTo>
                  <a:pt x="76852" y="97486"/>
                  <a:pt x="78628" y="96790"/>
                  <a:pt x="79995" y="95554"/>
                </a:cubicBezTo>
                <a:cubicBezTo>
                  <a:pt x="81364" y="94318"/>
                  <a:pt x="82228" y="92615"/>
                  <a:pt x="82420" y="90791"/>
                </a:cubicBezTo>
                <a:cubicBezTo>
                  <a:pt x="82612" y="88955"/>
                  <a:pt x="82132" y="87107"/>
                  <a:pt x="81052" y="85607"/>
                </a:cubicBezTo>
                <a:cubicBezTo>
                  <a:pt x="79971" y="84120"/>
                  <a:pt x="78376" y="83063"/>
                  <a:pt x="76576" y="82667"/>
                </a:cubicBezTo>
                <a:lnTo>
                  <a:pt x="72112" y="74856"/>
                </a:lnTo>
                <a:cubicBezTo>
                  <a:pt x="72471" y="73764"/>
                  <a:pt x="72579" y="72600"/>
                  <a:pt x="72423" y="71461"/>
                </a:cubicBezTo>
                <a:cubicBezTo>
                  <a:pt x="72267" y="70321"/>
                  <a:pt x="71847" y="69241"/>
                  <a:pt x="71200" y="68281"/>
                </a:cubicBezTo>
                <a:lnTo>
                  <a:pt x="77728" y="56977"/>
                </a:lnTo>
                <a:cubicBezTo>
                  <a:pt x="78820" y="56546"/>
                  <a:pt x="79791" y="55874"/>
                  <a:pt x="80584" y="54998"/>
                </a:cubicBezTo>
                <a:lnTo>
                  <a:pt x="86920" y="54998"/>
                </a:lnTo>
                <a:cubicBezTo>
                  <a:pt x="87616" y="55778"/>
                  <a:pt x="88480" y="56414"/>
                  <a:pt x="89440" y="56845"/>
                </a:cubicBezTo>
                <a:cubicBezTo>
                  <a:pt x="90412" y="57278"/>
                  <a:pt x="91444" y="57494"/>
                  <a:pt x="92500" y="57494"/>
                </a:cubicBezTo>
                <a:cubicBezTo>
                  <a:pt x="94493" y="57494"/>
                  <a:pt x="96401" y="56702"/>
                  <a:pt x="97804" y="55298"/>
                </a:cubicBezTo>
                <a:cubicBezTo>
                  <a:pt x="99209" y="53894"/>
                  <a:pt x="100001" y="51986"/>
                  <a:pt x="100001" y="49994"/>
                </a:cubicBezTo>
                <a:cubicBezTo>
                  <a:pt x="100001" y="48014"/>
                  <a:pt x="99209" y="46107"/>
                  <a:pt x="97804" y="44691"/>
                </a:cubicBezTo>
                <a:cubicBezTo>
                  <a:pt x="96401" y="43287"/>
                  <a:pt x="94493" y="42495"/>
                  <a:pt x="92500" y="42495"/>
                </a:cubicBezTo>
                <a:cubicBezTo>
                  <a:pt x="91456" y="42495"/>
                  <a:pt x="90412" y="42723"/>
                  <a:pt x="89452" y="43155"/>
                </a:cubicBezTo>
                <a:cubicBezTo>
                  <a:pt x="88492" y="43587"/>
                  <a:pt x="87628" y="44211"/>
                  <a:pt x="86932" y="45003"/>
                </a:cubicBezTo>
                <a:lnTo>
                  <a:pt x="80584" y="45003"/>
                </a:lnTo>
                <a:cubicBezTo>
                  <a:pt x="79803" y="44126"/>
                  <a:pt x="78820" y="43443"/>
                  <a:pt x="77728" y="43023"/>
                </a:cubicBezTo>
                <a:lnTo>
                  <a:pt x="71200" y="31708"/>
                </a:lnTo>
                <a:cubicBezTo>
                  <a:pt x="71919" y="30652"/>
                  <a:pt x="72363" y="29428"/>
                  <a:pt x="72471" y="28144"/>
                </a:cubicBezTo>
                <a:cubicBezTo>
                  <a:pt x="72579" y="26873"/>
                  <a:pt x="72363" y="25576"/>
                  <a:pt x="71835" y="24412"/>
                </a:cubicBezTo>
                <a:lnTo>
                  <a:pt x="76263" y="17381"/>
                </a:lnTo>
                <a:cubicBezTo>
                  <a:pt x="77931" y="17094"/>
                  <a:pt x="79456" y="16266"/>
                  <a:pt x="80584" y="15006"/>
                </a:cubicBezTo>
                <a:lnTo>
                  <a:pt x="92500" y="15006"/>
                </a:lnTo>
                <a:cubicBezTo>
                  <a:pt x="93172" y="15006"/>
                  <a:pt x="93820" y="14885"/>
                  <a:pt x="94444" y="14645"/>
                </a:cubicBezTo>
                <a:cubicBezTo>
                  <a:pt x="95056" y="14394"/>
                  <a:pt x="95608" y="14034"/>
                  <a:pt x="96088" y="13565"/>
                </a:cubicBezTo>
                <a:cubicBezTo>
                  <a:pt x="96556" y="13098"/>
                  <a:pt x="96928" y="12545"/>
                  <a:pt x="97193" y="11934"/>
                </a:cubicBezTo>
                <a:cubicBezTo>
                  <a:pt x="97444" y="11322"/>
                  <a:pt x="97576" y="10662"/>
                  <a:pt x="97576" y="10002"/>
                </a:cubicBezTo>
                <a:cubicBezTo>
                  <a:pt x="97576" y="9342"/>
                  <a:pt x="97444" y="8682"/>
                  <a:pt x="97193" y="8070"/>
                </a:cubicBezTo>
                <a:cubicBezTo>
                  <a:pt x="96928" y="7458"/>
                  <a:pt x="96556" y="6906"/>
                  <a:pt x="96088" y="6439"/>
                </a:cubicBezTo>
                <a:cubicBezTo>
                  <a:pt x="95608" y="5970"/>
                  <a:pt x="95056" y="5610"/>
                  <a:pt x="94444" y="5359"/>
                </a:cubicBezTo>
                <a:cubicBezTo>
                  <a:pt x="93820" y="5119"/>
                  <a:pt x="93172" y="4998"/>
                  <a:pt x="92500" y="4998"/>
                </a:cubicBezTo>
                <a:lnTo>
                  <a:pt x="80584" y="4998"/>
                </a:lnTo>
                <a:cubicBezTo>
                  <a:pt x="79887" y="4219"/>
                  <a:pt x="79023" y="3583"/>
                  <a:pt x="78063" y="3163"/>
                </a:cubicBezTo>
                <a:cubicBezTo>
                  <a:pt x="77103" y="2730"/>
                  <a:pt x="76059" y="2503"/>
                  <a:pt x="75004" y="2503"/>
                </a:cubicBezTo>
                <a:cubicBezTo>
                  <a:pt x="73840" y="2503"/>
                  <a:pt x="72699" y="2778"/>
                  <a:pt x="71667" y="3295"/>
                </a:cubicBezTo>
                <a:cubicBezTo>
                  <a:pt x="70623" y="3810"/>
                  <a:pt x="69723" y="4554"/>
                  <a:pt x="69015" y="5491"/>
                </a:cubicBezTo>
                <a:cubicBezTo>
                  <a:pt x="68319" y="6415"/>
                  <a:pt x="67851" y="7482"/>
                  <a:pt x="67635" y="8622"/>
                </a:cubicBezTo>
                <a:cubicBezTo>
                  <a:pt x="67419" y="9774"/>
                  <a:pt x="67479" y="10938"/>
                  <a:pt x="67791" y="12054"/>
                </a:cubicBezTo>
                <a:lnTo>
                  <a:pt x="62523" y="20429"/>
                </a:lnTo>
                <a:cubicBezTo>
                  <a:pt x="61335" y="20849"/>
                  <a:pt x="60266" y="21557"/>
                  <a:pt x="59426" y="22505"/>
                </a:cubicBezTo>
                <a:lnTo>
                  <a:pt x="40586" y="22505"/>
                </a:lnTo>
                <a:cubicBezTo>
                  <a:pt x="39746" y="21557"/>
                  <a:pt x="38666" y="20837"/>
                  <a:pt x="37478" y="20417"/>
                </a:cubicBezTo>
                <a:lnTo>
                  <a:pt x="32209" y="12066"/>
                </a:lnTo>
                <a:cubicBezTo>
                  <a:pt x="32522" y="10950"/>
                  <a:pt x="32581" y="9774"/>
                  <a:pt x="32365" y="8634"/>
                </a:cubicBezTo>
                <a:cubicBezTo>
                  <a:pt x="32161" y="7494"/>
                  <a:pt x="31681" y="6415"/>
                  <a:pt x="30986" y="5491"/>
                </a:cubicBezTo>
                <a:cubicBezTo>
                  <a:pt x="30289" y="4566"/>
                  <a:pt x="29377" y="3810"/>
                  <a:pt x="28346" y="3295"/>
                </a:cubicBezTo>
                <a:cubicBezTo>
                  <a:pt x="27302" y="2778"/>
                  <a:pt x="26161" y="2503"/>
                  <a:pt x="24997" y="2503"/>
                </a:cubicBezTo>
                <a:close/>
                <a:moveTo>
                  <a:pt x="40574" y="32500"/>
                </a:moveTo>
                <a:lnTo>
                  <a:pt x="59414" y="32500"/>
                </a:lnTo>
                <a:cubicBezTo>
                  <a:pt x="59823" y="32956"/>
                  <a:pt x="60290" y="33364"/>
                  <a:pt x="60807" y="33712"/>
                </a:cubicBezTo>
                <a:lnTo>
                  <a:pt x="68295" y="46659"/>
                </a:lnTo>
                <a:cubicBezTo>
                  <a:pt x="67779" y="47703"/>
                  <a:pt x="67515" y="48843"/>
                  <a:pt x="67515" y="49994"/>
                </a:cubicBezTo>
                <a:cubicBezTo>
                  <a:pt x="67515" y="51146"/>
                  <a:pt x="67779" y="52286"/>
                  <a:pt x="68295" y="53318"/>
                </a:cubicBezTo>
                <a:lnTo>
                  <a:pt x="60807" y="66277"/>
                </a:lnTo>
                <a:cubicBezTo>
                  <a:pt x="60290" y="66625"/>
                  <a:pt x="59835" y="67033"/>
                  <a:pt x="59426" y="67501"/>
                </a:cubicBezTo>
                <a:lnTo>
                  <a:pt x="40586" y="67501"/>
                </a:lnTo>
                <a:cubicBezTo>
                  <a:pt x="40178" y="67045"/>
                  <a:pt x="39710" y="66637"/>
                  <a:pt x="39206" y="66301"/>
                </a:cubicBezTo>
                <a:lnTo>
                  <a:pt x="31717" y="53330"/>
                </a:lnTo>
                <a:cubicBezTo>
                  <a:pt x="32233" y="52298"/>
                  <a:pt x="32497" y="51158"/>
                  <a:pt x="32497" y="50006"/>
                </a:cubicBezTo>
                <a:cubicBezTo>
                  <a:pt x="32497" y="48854"/>
                  <a:pt x="32233" y="47715"/>
                  <a:pt x="31717" y="46683"/>
                </a:cubicBezTo>
                <a:lnTo>
                  <a:pt x="39206" y="33712"/>
                </a:lnTo>
                <a:cubicBezTo>
                  <a:pt x="39710" y="33364"/>
                  <a:pt x="40166" y="32956"/>
                  <a:pt x="40574" y="325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8" name="Чёрный — SVG 15">
            <a:extLst>
              <a:ext uri="{FF2B5EF4-FFF2-40B4-BE49-F238E27FC236}">
                <a16:creationId xmlns:a16="http://schemas.microsoft.com/office/drawing/2014/main" id="{16D98ED4-D0F3-7B4A-BBEA-619B0FF66489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135327 w 146134"/>
              <a:gd name="csY0" fmla="*/ 24123 h 120728"/>
              <a:gd name="csX1" fmla="*/ 95719 w 146134"/>
              <a:gd name="csY1" fmla="*/ 19717 h 120728"/>
              <a:gd name="csX2" fmla="*/ 83231 w 146134"/>
              <a:gd name="csY2" fmla="*/ 51783 h 120728"/>
              <a:gd name="csX3" fmla="*/ 60570 w 146134"/>
              <a:gd name="csY3" fmla="*/ 55117 h 120728"/>
              <a:gd name="csX4" fmla="*/ 49290 w 146134"/>
              <a:gd name="csY4" fmla="*/ 71176 h 120728"/>
              <a:gd name="csX5" fmla="*/ 41140 w 146134"/>
              <a:gd name="csY5" fmla="*/ 62194 h 120728"/>
              <a:gd name="csX6" fmla="*/ 32872 w 146134"/>
              <a:gd name="csY6" fmla="*/ 52855 h 120728"/>
              <a:gd name="csX7" fmla="*/ 28278 w 146134"/>
              <a:gd name="csY7" fmla="*/ 37494 h 120728"/>
              <a:gd name="csX8" fmla="*/ 41974 w 146134"/>
              <a:gd name="csY8" fmla="*/ 33751 h 120728"/>
              <a:gd name="csX9" fmla="*/ 47758 w 146134"/>
              <a:gd name="csY9" fmla="*/ 19547 h 120728"/>
              <a:gd name="csX10" fmla="*/ 39303 w 146134"/>
              <a:gd name="csY10" fmla="*/ 3522 h 120728"/>
              <a:gd name="csX11" fmla="*/ 14276 w 146134"/>
              <a:gd name="csY11" fmla="*/ 2196 h 120728"/>
              <a:gd name="csX12" fmla="*/ 1754 w 146134"/>
              <a:gd name="csY12" fmla="*/ 48670 h 120728"/>
              <a:gd name="csX13" fmla="*/ 39847 w 146134"/>
              <a:gd name="csY13" fmla="*/ 118688 h 120728"/>
              <a:gd name="csX14" fmla="*/ 60859 w 146134"/>
              <a:gd name="csY14" fmla="*/ 120729 h 120728"/>
              <a:gd name="csX15" fmla="*/ 121341 w 146134"/>
              <a:gd name="csY15" fmla="*/ 86128 h 120728"/>
              <a:gd name="csX16" fmla="*/ 145126 w 146134"/>
              <a:gd name="csY16" fmla="*/ 58196 h 120728"/>
              <a:gd name="csX17" fmla="*/ 135327 w 146134"/>
              <a:gd name="csY17" fmla="*/ 24123 h 120728"/>
            </a:gdLst>
            <a:ahLst/>
            <a:cxnLst/>
            <a:rect l="l" t="t" r="r" b="b"/>
            <a:pathLst>
              <a:path w="100000" h="100000">
                <a:moveTo>
                  <a:pt x="92605" y="25200"/>
                </a:moveTo>
                <a:cubicBezTo>
                  <a:pt x="83861" y="16470"/>
                  <a:pt x="72685" y="17377"/>
                  <a:pt x="65501" y="22185"/>
                </a:cubicBezTo>
                <a:cubicBezTo>
                  <a:pt x="58143" y="27086"/>
                  <a:pt x="55023" y="35386"/>
                  <a:pt x="56955" y="44128"/>
                </a:cubicBezTo>
                <a:cubicBezTo>
                  <a:pt x="52869" y="43394"/>
                  <a:pt x="46663" y="43138"/>
                  <a:pt x="41448" y="46409"/>
                </a:cubicBezTo>
                <a:cubicBezTo>
                  <a:pt x="37722" y="48737"/>
                  <a:pt x="35138" y="52428"/>
                  <a:pt x="33729" y="57399"/>
                </a:cubicBezTo>
                <a:cubicBezTo>
                  <a:pt x="31843" y="55094"/>
                  <a:pt x="29922" y="53103"/>
                  <a:pt x="28152" y="51252"/>
                </a:cubicBezTo>
                <a:cubicBezTo>
                  <a:pt x="26092" y="49099"/>
                  <a:pt x="24148" y="47073"/>
                  <a:pt x="22494" y="44862"/>
                </a:cubicBezTo>
                <a:cubicBezTo>
                  <a:pt x="18280" y="39250"/>
                  <a:pt x="18757" y="35828"/>
                  <a:pt x="19351" y="34350"/>
                </a:cubicBezTo>
                <a:cubicBezTo>
                  <a:pt x="21598" y="34501"/>
                  <a:pt x="25637" y="34327"/>
                  <a:pt x="28723" y="31789"/>
                </a:cubicBezTo>
                <a:cubicBezTo>
                  <a:pt x="31342" y="29635"/>
                  <a:pt x="32681" y="26364"/>
                  <a:pt x="32681" y="22069"/>
                </a:cubicBezTo>
                <a:cubicBezTo>
                  <a:pt x="32681" y="15957"/>
                  <a:pt x="29538" y="12733"/>
                  <a:pt x="26895" y="11103"/>
                </a:cubicBezTo>
                <a:cubicBezTo>
                  <a:pt x="21365" y="7692"/>
                  <a:pt x="13401" y="8391"/>
                  <a:pt x="9769" y="10195"/>
                </a:cubicBezTo>
                <a:cubicBezTo>
                  <a:pt x="4111" y="13024"/>
                  <a:pt x="-2828" y="23827"/>
                  <a:pt x="1200" y="41998"/>
                </a:cubicBezTo>
                <a:cubicBezTo>
                  <a:pt x="6137" y="64173"/>
                  <a:pt x="18454" y="86989"/>
                  <a:pt x="27267" y="89911"/>
                </a:cubicBezTo>
                <a:cubicBezTo>
                  <a:pt x="27431" y="89946"/>
                  <a:pt x="33473" y="91308"/>
                  <a:pt x="41646" y="91308"/>
                </a:cubicBezTo>
                <a:cubicBezTo>
                  <a:pt x="55244" y="91308"/>
                  <a:pt x="74780" y="87536"/>
                  <a:pt x="83034" y="67630"/>
                </a:cubicBezTo>
                <a:cubicBezTo>
                  <a:pt x="90940" y="64557"/>
                  <a:pt x="97261" y="57177"/>
                  <a:pt x="99310" y="48516"/>
                </a:cubicBezTo>
                <a:cubicBezTo>
                  <a:pt x="101325" y="39972"/>
                  <a:pt x="98880" y="31475"/>
                  <a:pt x="92605" y="252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9" name="Чёрный — SVG 16">
            <a:extLst>
              <a:ext uri="{FF2B5EF4-FFF2-40B4-BE49-F238E27FC236}">
                <a16:creationId xmlns:a16="http://schemas.microsoft.com/office/drawing/2014/main" id="{DDA4DADB-488C-A449-878C-71D3D972676A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101027 w 141775"/>
              <a:gd name="csY0" fmla="*/ 0 h 148915"/>
              <a:gd name="csX1" fmla="*/ 88607 w 141775"/>
              <a:gd name="csY1" fmla="*/ 12401 h 148915"/>
              <a:gd name="csX2" fmla="*/ 88607 w 141775"/>
              <a:gd name="csY2" fmla="*/ 51390 h 148915"/>
              <a:gd name="csX3" fmla="*/ 101027 w 141775"/>
              <a:gd name="csY3" fmla="*/ 63792 h 148915"/>
              <a:gd name="csX4" fmla="*/ 122294 w 141775"/>
              <a:gd name="csY4" fmla="*/ 63792 h 148915"/>
              <a:gd name="csX5" fmla="*/ 134697 w 141775"/>
              <a:gd name="csY5" fmla="*/ 51390 h 148915"/>
              <a:gd name="csX6" fmla="*/ 134697 w 141775"/>
              <a:gd name="csY6" fmla="*/ 12401 h 148915"/>
              <a:gd name="csX7" fmla="*/ 122294 w 141775"/>
              <a:gd name="csY7" fmla="*/ 0 h 148915"/>
              <a:gd name="csX8" fmla="*/ 101027 w 141775"/>
              <a:gd name="csY8" fmla="*/ 0 h 148915"/>
              <a:gd name="csX9" fmla="*/ 30132 w 141775"/>
              <a:gd name="csY9" fmla="*/ 14170 h 148915"/>
              <a:gd name="csX10" fmla="*/ 20111 w 141775"/>
              <a:gd name="csY10" fmla="*/ 18321 h 148915"/>
              <a:gd name="csX11" fmla="*/ 15960 w 141775"/>
              <a:gd name="csY11" fmla="*/ 28358 h 148915"/>
              <a:gd name="csX12" fmla="*/ 20111 w 141775"/>
              <a:gd name="csY12" fmla="*/ 38377 h 148915"/>
              <a:gd name="csX13" fmla="*/ 30132 w 141775"/>
              <a:gd name="csY13" fmla="*/ 42528 h 148915"/>
              <a:gd name="csX14" fmla="*/ 40153 w 141775"/>
              <a:gd name="csY14" fmla="*/ 38377 h 148915"/>
              <a:gd name="csX15" fmla="*/ 44304 w 141775"/>
              <a:gd name="csY15" fmla="*/ 28358 h 148915"/>
              <a:gd name="csX16" fmla="*/ 40153 w 141775"/>
              <a:gd name="csY16" fmla="*/ 18321 h 148915"/>
              <a:gd name="csX17" fmla="*/ 30132 w 141775"/>
              <a:gd name="csY17" fmla="*/ 14170 h 148915"/>
              <a:gd name="csX18" fmla="*/ 5241 w 141775"/>
              <a:gd name="csY18" fmla="*/ 35366 h 148915"/>
              <a:gd name="csX19" fmla="*/ 1499 w 141775"/>
              <a:gd name="csY19" fmla="*/ 36982 h 148915"/>
              <a:gd name="csX20" fmla="*/ 1 w 141775"/>
              <a:gd name="csY20" fmla="*/ 40759 h 148915"/>
              <a:gd name="csX21" fmla="*/ 1 w 141775"/>
              <a:gd name="csY21" fmla="*/ 143523 h 148915"/>
              <a:gd name="csX22" fmla="*/ 393 w 141775"/>
              <a:gd name="csY22" fmla="*/ 145581 h 148915"/>
              <a:gd name="csX23" fmla="*/ 1533 w 141775"/>
              <a:gd name="csY23" fmla="*/ 147333 h 148915"/>
              <a:gd name="csX24" fmla="*/ 3268 w 141775"/>
              <a:gd name="csY24" fmla="*/ 148507 h 148915"/>
              <a:gd name="csX25" fmla="*/ 5327 w 141775"/>
              <a:gd name="csY25" fmla="*/ 148915 h 148915"/>
              <a:gd name="csX26" fmla="*/ 7368 w 141775"/>
              <a:gd name="csY26" fmla="*/ 148507 h 148915"/>
              <a:gd name="csX27" fmla="*/ 9104 w 141775"/>
              <a:gd name="csY27" fmla="*/ 147333 h 148915"/>
              <a:gd name="csX28" fmla="*/ 10261 w 141775"/>
              <a:gd name="csY28" fmla="*/ 145581 h 148915"/>
              <a:gd name="csX29" fmla="*/ 10635 w 141775"/>
              <a:gd name="csY29" fmla="*/ 143523 h 148915"/>
              <a:gd name="csX30" fmla="*/ 10635 w 141775"/>
              <a:gd name="csY30" fmla="*/ 138215 h 148915"/>
              <a:gd name="csX31" fmla="*/ 131141 w 141775"/>
              <a:gd name="csY31" fmla="*/ 138215 h 148915"/>
              <a:gd name="csX32" fmla="*/ 131141 w 141775"/>
              <a:gd name="csY32" fmla="*/ 143523 h 148915"/>
              <a:gd name="csX33" fmla="*/ 131532 w 141775"/>
              <a:gd name="csY33" fmla="*/ 145581 h 148915"/>
              <a:gd name="csX34" fmla="*/ 132672 w 141775"/>
              <a:gd name="csY34" fmla="*/ 147333 h 148915"/>
              <a:gd name="csX35" fmla="*/ 134407 w 141775"/>
              <a:gd name="csY35" fmla="*/ 148507 h 148915"/>
              <a:gd name="csX36" fmla="*/ 136466 w 141775"/>
              <a:gd name="csY36" fmla="*/ 148915 h 148915"/>
              <a:gd name="csX37" fmla="*/ 138508 w 141775"/>
              <a:gd name="csY37" fmla="*/ 148507 h 148915"/>
              <a:gd name="csX38" fmla="*/ 140243 w 141775"/>
              <a:gd name="csY38" fmla="*/ 147333 h 148915"/>
              <a:gd name="csX39" fmla="*/ 141400 w 141775"/>
              <a:gd name="csY39" fmla="*/ 145581 h 148915"/>
              <a:gd name="csX40" fmla="*/ 141774 w 141775"/>
              <a:gd name="csY40" fmla="*/ 143523 h 148915"/>
              <a:gd name="csX41" fmla="*/ 141774 w 141775"/>
              <a:gd name="csY41" fmla="*/ 132891 h 148915"/>
              <a:gd name="csX42" fmla="*/ 141774 w 141775"/>
              <a:gd name="csY42" fmla="*/ 122259 h 148915"/>
              <a:gd name="csX43" fmla="*/ 129371 w 141775"/>
              <a:gd name="csY43" fmla="*/ 109858 h 148915"/>
              <a:gd name="csX44" fmla="*/ 10635 w 141775"/>
              <a:gd name="csY44" fmla="*/ 109858 h 148915"/>
              <a:gd name="csX45" fmla="*/ 10635 w 141775"/>
              <a:gd name="csY45" fmla="*/ 40759 h 148915"/>
              <a:gd name="csX46" fmla="*/ 10244 w 141775"/>
              <a:gd name="csY46" fmla="*/ 38683 h 148915"/>
              <a:gd name="csX47" fmla="*/ 9069 w 141775"/>
              <a:gd name="csY47" fmla="*/ 36914 h 148915"/>
              <a:gd name="csX48" fmla="*/ 7317 w 141775"/>
              <a:gd name="csY48" fmla="*/ 35757 h 148915"/>
              <a:gd name="csX49" fmla="*/ 5241 w 141775"/>
              <a:gd name="csY49" fmla="*/ 35366 h 148915"/>
              <a:gd name="csX50" fmla="*/ 111660 w 141775"/>
              <a:gd name="csY50" fmla="*/ 42528 h 148915"/>
              <a:gd name="csX51" fmla="*/ 116969 w 141775"/>
              <a:gd name="csY51" fmla="*/ 47835 h 148915"/>
              <a:gd name="csX52" fmla="*/ 111660 w 141775"/>
              <a:gd name="csY52" fmla="*/ 53160 h 148915"/>
              <a:gd name="csX53" fmla="*/ 106335 w 141775"/>
              <a:gd name="csY53" fmla="*/ 47835 h 148915"/>
              <a:gd name="csX54" fmla="*/ 111660 w 141775"/>
              <a:gd name="csY54" fmla="*/ 42528 h 148915"/>
              <a:gd name="csX55" fmla="*/ 36750 w 141775"/>
              <a:gd name="csY55" fmla="*/ 46066 h 148915"/>
              <a:gd name="csX56" fmla="*/ 33722 w 141775"/>
              <a:gd name="csY56" fmla="*/ 46457 h 148915"/>
              <a:gd name="csX57" fmla="*/ 22085 w 141775"/>
              <a:gd name="csY57" fmla="*/ 67024 h 148915"/>
              <a:gd name="csX58" fmla="*/ 30643 w 141775"/>
              <a:gd name="csY58" fmla="*/ 89002 h 148915"/>
              <a:gd name="csX59" fmla="*/ 37210 w 141775"/>
              <a:gd name="csY59" fmla="*/ 99226 h 148915"/>
              <a:gd name="csX60" fmla="*/ 56707 w 141775"/>
              <a:gd name="csY60" fmla="*/ 99226 h 148915"/>
              <a:gd name="csX61" fmla="*/ 56707 w 141775"/>
              <a:gd name="csY61" fmla="*/ 67959 h 148915"/>
              <a:gd name="csX62" fmla="*/ 52573 w 141775"/>
              <a:gd name="csY62" fmla="*/ 57650 h 148915"/>
              <a:gd name="csX63" fmla="*/ 36750 w 141775"/>
              <a:gd name="csY63" fmla="*/ 46066 h 148915"/>
              <a:gd name="csX64" fmla="*/ 67340 w 141775"/>
              <a:gd name="csY64" fmla="*/ 70885 h 148915"/>
              <a:gd name="csX65" fmla="*/ 67340 w 141775"/>
              <a:gd name="csY65" fmla="*/ 99226 h 148915"/>
              <a:gd name="csX66" fmla="*/ 128997 w 141775"/>
              <a:gd name="csY66" fmla="*/ 99226 h 148915"/>
              <a:gd name="csX67" fmla="*/ 130954 w 141775"/>
              <a:gd name="csY67" fmla="*/ 87607 h 148915"/>
              <a:gd name="csX68" fmla="*/ 110946 w 141775"/>
              <a:gd name="csY68" fmla="*/ 70885 h 148915"/>
              <a:gd name="csX69" fmla="*/ 67340 w 141775"/>
              <a:gd name="csY69" fmla="*/ 70885 h 148915"/>
            </a:gdLst>
            <a:ahLst/>
            <a:cxnLst/>
            <a:rect l="l" t="t" r="r" b="b"/>
            <a:pathLst>
              <a:path w="100000" h="100000">
                <a:moveTo>
                  <a:pt x="70239" y="0"/>
                </a:moveTo>
                <a:cubicBezTo>
                  <a:pt x="65635" y="0"/>
                  <a:pt x="61899" y="3736"/>
                  <a:pt x="61899" y="8328"/>
                </a:cubicBezTo>
                <a:lnTo>
                  <a:pt x="61899" y="34510"/>
                </a:lnTo>
                <a:cubicBezTo>
                  <a:pt x="61899" y="39102"/>
                  <a:pt x="65635" y="42838"/>
                  <a:pt x="70239" y="42838"/>
                </a:cubicBezTo>
                <a:lnTo>
                  <a:pt x="84521" y="42838"/>
                </a:lnTo>
                <a:cubicBezTo>
                  <a:pt x="89113" y="42838"/>
                  <a:pt x="92850" y="39102"/>
                  <a:pt x="92850" y="34510"/>
                </a:cubicBezTo>
                <a:lnTo>
                  <a:pt x="92850" y="8328"/>
                </a:lnTo>
                <a:cubicBezTo>
                  <a:pt x="92850" y="3736"/>
                  <a:pt x="89113" y="0"/>
                  <a:pt x="84521" y="0"/>
                </a:cubicBezTo>
                <a:lnTo>
                  <a:pt x="70239" y="0"/>
                </a:lnTo>
                <a:close/>
                <a:moveTo>
                  <a:pt x="22632" y="9515"/>
                </a:moveTo>
                <a:cubicBezTo>
                  <a:pt x="20107" y="9515"/>
                  <a:pt x="17685" y="10521"/>
                  <a:pt x="15902" y="12303"/>
                </a:cubicBezTo>
                <a:cubicBezTo>
                  <a:pt x="14109" y="14097"/>
                  <a:pt x="13115" y="16518"/>
                  <a:pt x="13115" y="19043"/>
                </a:cubicBezTo>
                <a:cubicBezTo>
                  <a:pt x="13115" y="21567"/>
                  <a:pt x="14109" y="23989"/>
                  <a:pt x="15902" y="25771"/>
                </a:cubicBezTo>
                <a:cubicBezTo>
                  <a:pt x="17685" y="27553"/>
                  <a:pt x="20107" y="28559"/>
                  <a:pt x="22632" y="28559"/>
                </a:cubicBezTo>
                <a:cubicBezTo>
                  <a:pt x="25157" y="28559"/>
                  <a:pt x="27579" y="27553"/>
                  <a:pt x="29361" y="25771"/>
                </a:cubicBezTo>
                <a:cubicBezTo>
                  <a:pt x="31143" y="23989"/>
                  <a:pt x="32149" y="21567"/>
                  <a:pt x="32149" y="19043"/>
                </a:cubicBezTo>
                <a:cubicBezTo>
                  <a:pt x="32149" y="16518"/>
                  <a:pt x="31143" y="14097"/>
                  <a:pt x="29361" y="12303"/>
                </a:cubicBezTo>
                <a:cubicBezTo>
                  <a:pt x="27579" y="10521"/>
                  <a:pt x="25157" y="9515"/>
                  <a:pt x="22632" y="9515"/>
                </a:cubicBezTo>
                <a:close/>
                <a:moveTo>
                  <a:pt x="5917" y="23749"/>
                </a:moveTo>
                <a:cubicBezTo>
                  <a:pt x="4969" y="23761"/>
                  <a:pt x="4066" y="24149"/>
                  <a:pt x="3404" y="24834"/>
                </a:cubicBezTo>
                <a:cubicBezTo>
                  <a:pt x="2753" y="25509"/>
                  <a:pt x="2387" y="26422"/>
                  <a:pt x="2398" y="27371"/>
                </a:cubicBezTo>
                <a:lnTo>
                  <a:pt x="2398" y="96379"/>
                </a:lnTo>
                <a:cubicBezTo>
                  <a:pt x="2387" y="96859"/>
                  <a:pt x="2478" y="97327"/>
                  <a:pt x="2661" y="97761"/>
                </a:cubicBezTo>
                <a:cubicBezTo>
                  <a:pt x="2832" y="98206"/>
                  <a:pt x="3095" y="98607"/>
                  <a:pt x="3427" y="98938"/>
                </a:cubicBezTo>
                <a:cubicBezTo>
                  <a:pt x="3758" y="99280"/>
                  <a:pt x="4158" y="99543"/>
                  <a:pt x="4592" y="99726"/>
                </a:cubicBezTo>
                <a:cubicBezTo>
                  <a:pt x="5026" y="99909"/>
                  <a:pt x="5494" y="100000"/>
                  <a:pt x="5975" y="100000"/>
                </a:cubicBezTo>
                <a:cubicBezTo>
                  <a:pt x="6443" y="100000"/>
                  <a:pt x="6911" y="99909"/>
                  <a:pt x="7345" y="99726"/>
                </a:cubicBezTo>
                <a:cubicBezTo>
                  <a:pt x="7780" y="99543"/>
                  <a:pt x="8179" y="99280"/>
                  <a:pt x="8511" y="98938"/>
                </a:cubicBezTo>
                <a:cubicBezTo>
                  <a:pt x="8842" y="98607"/>
                  <a:pt x="9105" y="98206"/>
                  <a:pt x="9288" y="97761"/>
                </a:cubicBezTo>
                <a:cubicBezTo>
                  <a:pt x="9459" y="97327"/>
                  <a:pt x="9550" y="96859"/>
                  <a:pt x="9539" y="96379"/>
                </a:cubicBezTo>
                <a:lnTo>
                  <a:pt x="9539" y="92815"/>
                </a:lnTo>
                <a:lnTo>
                  <a:pt x="90462" y="92815"/>
                </a:lnTo>
                <a:lnTo>
                  <a:pt x="90462" y="96379"/>
                </a:lnTo>
                <a:cubicBezTo>
                  <a:pt x="90462" y="96859"/>
                  <a:pt x="90542" y="97327"/>
                  <a:pt x="90724" y="97761"/>
                </a:cubicBezTo>
                <a:cubicBezTo>
                  <a:pt x="90895" y="98206"/>
                  <a:pt x="91159" y="98607"/>
                  <a:pt x="91490" y="98938"/>
                </a:cubicBezTo>
                <a:cubicBezTo>
                  <a:pt x="91821" y="99280"/>
                  <a:pt x="92221" y="99543"/>
                  <a:pt x="92655" y="99726"/>
                </a:cubicBezTo>
                <a:cubicBezTo>
                  <a:pt x="93089" y="99909"/>
                  <a:pt x="93557" y="100000"/>
                  <a:pt x="94038" y="100000"/>
                </a:cubicBezTo>
                <a:cubicBezTo>
                  <a:pt x="94506" y="100000"/>
                  <a:pt x="94974" y="99909"/>
                  <a:pt x="95409" y="99726"/>
                </a:cubicBezTo>
                <a:cubicBezTo>
                  <a:pt x="95854" y="99543"/>
                  <a:pt x="96243" y="99280"/>
                  <a:pt x="96574" y="98938"/>
                </a:cubicBezTo>
                <a:cubicBezTo>
                  <a:pt x="96905" y="98607"/>
                  <a:pt x="97168" y="98206"/>
                  <a:pt x="97351" y="97761"/>
                </a:cubicBezTo>
                <a:cubicBezTo>
                  <a:pt x="97522" y="97327"/>
                  <a:pt x="97613" y="96859"/>
                  <a:pt x="97602" y="96379"/>
                </a:cubicBezTo>
                <a:lnTo>
                  <a:pt x="97602" y="89239"/>
                </a:lnTo>
                <a:lnTo>
                  <a:pt x="97602" y="82100"/>
                </a:lnTo>
                <a:cubicBezTo>
                  <a:pt x="97602" y="77508"/>
                  <a:pt x="93878" y="73772"/>
                  <a:pt x="89273" y="73772"/>
                </a:cubicBezTo>
                <a:lnTo>
                  <a:pt x="9539" y="73772"/>
                </a:lnTo>
                <a:lnTo>
                  <a:pt x="9539" y="27371"/>
                </a:lnTo>
                <a:cubicBezTo>
                  <a:pt x="9550" y="26891"/>
                  <a:pt x="9459" y="26411"/>
                  <a:pt x="9276" y="25977"/>
                </a:cubicBezTo>
                <a:cubicBezTo>
                  <a:pt x="9093" y="25531"/>
                  <a:pt x="8831" y="25131"/>
                  <a:pt x="8487" y="24789"/>
                </a:cubicBezTo>
                <a:cubicBezTo>
                  <a:pt x="8156" y="24458"/>
                  <a:pt x="7757" y="24184"/>
                  <a:pt x="7311" y="24012"/>
                </a:cubicBezTo>
                <a:cubicBezTo>
                  <a:pt x="6866" y="23829"/>
                  <a:pt x="6386" y="23738"/>
                  <a:pt x="5917" y="23749"/>
                </a:cubicBezTo>
                <a:close/>
                <a:moveTo>
                  <a:pt x="77380" y="28559"/>
                </a:moveTo>
                <a:cubicBezTo>
                  <a:pt x="79345" y="28559"/>
                  <a:pt x="80945" y="30157"/>
                  <a:pt x="80945" y="32122"/>
                </a:cubicBezTo>
                <a:cubicBezTo>
                  <a:pt x="80945" y="34099"/>
                  <a:pt x="79345" y="35698"/>
                  <a:pt x="77380" y="35698"/>
                </a:cubicBezTo>
                <a:cubicBezTo>
                  <a:pt x="75403" y="35698"/>
                  <a:pt x="73804" y="34099"/>
                  <a:pt x="73804" y="32122"/>
                </a:cubicBezTo>
                <a:cubicBezTo>
                  <a:pt x="73804" y="30157"/>
                  <a:pt x="75403" y="28559"/>
                  <a:pt x="77380" y="28559"/>
                </a:cubicBezTo>
                <a:close/>
                <a:moveTo>
                  <a:pt x="27076" y="30934"/>
                </a:moveTo>
                <a:cubicBezTo>
                  <a:pt x="26402" y="30957"/>
                  <a:pt x="25717" y="31037"/>
                  <a:pt x="25042" y="31197"/>
                </a:cubicBezTo>
                <a:cubicBezTo>
                  <a:pt x="18782" y="32625"/>
                  <a:pt x="15263" y="39068"/>
                  <a:pt x="17228" y="45008"/>
                </a:cubicBezTo>
                <a:lnTo>
                  <a:pt x="22975" y="59767"/>
                </a:lnTo>
                <a:cubicBezTo>
                  <a:pt x="23866" y="62463"/>
                  <a:pt x="25408" y="64782"/>
                  <a:pt x="27385" y="66633"/>
                </a:cubicBezTo>
                <a:lnTo>
                  <a:pt x="40477" y="66633"/>
                </a:lnTo>
                <a:lnTo>
                  <a:pt x="40477" y="45636"/>
                </a:lnTo>
                <a:lnTo>
                  <a:pt x="37701" y="38713"/>
                </a:lnTo>
                <a:cubicBezTo>
                  <a:pt x="36170" y="34064"/>
                  <a:pt x="31795" y="30832"/>
                  <a:pt x="27076" y="30934"/>
                </a:cubicBezTo>
                <a:close/>
                <a:moveTo>
                  <a:pt x="47618" y="47601"/>
                </a:moveTo>
                <a:lnTo>
                  <a:pt x="47618" y="66633"/>
                </a:lnTo>
                <a:lnTo>
                  <a:pt x="89022" y="66633"/>
                </a:lnTo>
                <a:cubicBezTo>
                  <a:pt x="90198" y="64337"/>
                  <a:pt x="90736" y="61663"/>
                  <a:pt x="90336" y="58830"/>
                </a:cubicBezTo>
                <a:cubicBezTo>
                  <a:pt x="89411" y="52285"/>
                  <a:pt x="83504" y="47601"/>
                  <a:pt x="76900" y="47601"/>
                </a:cubicBezTo>
                <a:lnTo>
                  <a:pt x="47618" y="4760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0" name="Чёрный — SVG 17">
            <a:extLst>
              <a:ext uri="{FF2B5EF4-FFF2-40B4-BE49-F238E27FC236}">
                <a16:creationId xmlns:a16="http://schemas.microsoft.com/office/drawing/2014/main" id="{B2017C53-76DB-2742-B8F0-421AA9CCC5A0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56711 w 134224"/>
              <a:gd name="csY0" fmla="*/ 0 h 141753"/>
              <a:gd name="csX1" fmla="*/ 21267 w 134224"/>
              <a:gd name="csY1" fmla="*/ 35434 h 141753"/>
              <a:gd name="csX2" fmla="*/ 56711 w 134224"/>
              <a:gd name="csY2" fmla="*/ 70885 h 141753"/>
              <a:gd name="csX3" fmla="*/ 92157 w 134224"/>
              <a:gd name="csY3" fmla="*/ 35434 h 141753"/>
              <a:gd name="csX4" fmla="*/ 56711 w 134224"/>
              <a:gd name="csY4" fmla="*/ 0 h 141753"/>
              <a:gd name="csX5" fmla="*/ 116469 w 134224"/>
              <a:gd name="csY5" fmla="*/ 76601 h 141753"/>
              <a:gd name="csX6" fmla="*/ 103897 w 134224"/>
              <a:gd name="csY6" fmla="*/ 81772 h 141753"/>
              <a:gd name="csX7" fmla="*/ 76400 w 134224"/>
              <a:gd name="csY7" fmla="*/ 109262 h 141753"/>
              <a:gd name="csX8" fmla="*/ 76400 w 134224"/>
              <a:gd name="csY8" fmla="*/ 134388 h 141753"/>
              <a:gd name="csX9" fmla="*/ 76421 w 134224"/>
              <a:gd name="csY9" fmla="*/ 134422 h 141753"/>
              <a:gd name="csX10" fmla="*/ 101550 w 134224"/>
              <a:gd name="csY10" fmla="*/ 134422 h 141753"/>
              <a:gd name="csX11" fmla="*/ 129054 w 134224"/>
              <a:gd name="csY11" fmla="*/ 106915 h 141753"/>
              <a:gd name="csX12" fmla="*/ 129054 w 134224"/>
              <a:gd name="csY12" fmla="*/ 81790 h 141753"/>
              <a:gd name="csX13" fmla="*/ 129013 w 134224"/>
              <a:gd name="csY13" fmla="*/ 81755 h 141753"/>
              <a:gd name="csX14" fmla="*/ 116469 w 134224"/>
              <a:gd name="csY14" fmla="*/ 76601 h 141753"/>
              <a:gd name="csX15" fmla="*/ 14109 w 134224"/>
              <a:gd name="csY15" fmla="*/ 85056 h 141753"/>
              <a:gd name="csX16" fmla="*/ 0 w 134224"/>
              <a:gd name="csY16" fmla="*/ 99158 h 141753"/>
              <a:gd name="csX17" fmla="*/ 0 w 134224"/>
              <a:gd name="csY17" fmla="*/ 104550 h 141753"/>
              <a:gd name="csX18" fmla="*/ 18817 w 134224"/>
              <a:gd name="csY18" fmla="*/ 133129 h 141753"/>
              <a:gd name="csX19" fmla="*/ 56711 w 134224"/>
              <a:gd name="csY19" fmla="*/ 141754 h 141753"/>
              <a:gd name="csX20" fmla="*/ 69374 w 134224"/>
              <a:gd name="csY20" fmla="*/ 140886 h 141753"/>
              <a:gd name="csX21" fmla="*/ 63924 w 134224"/>
              <a:gd name="csY21" fmla="*/ 128706 h 141753"/>
              <a:gd name="csX22" fmla="*/ 71312 w 134224"/>
              <a:gd name="csY22" fmla="*/ 101999 h 141753"/>
              <a:gd name="csX23" fmla="*/ 88203 w 134224"/>
              <a:gd name="csY23" fmla="*/ 85056 h 141753"/>
              <a:gd name="csX24" fmla="*/ 14109 w 134224"/>
              <a:gd name="csY24" fmla="*/ 85056 h 141753"/>
              <a:gd name="csX25" fmla="*/ 96172 w 134224"/>
              <a:gd name="csY25" fmla="*/ 104533 h 141753"/>
              <a:gd name="csX26" fmla="*/ 106293 w 134224"/>
              <a:gd name="csY26" fmla="*/ 114655 h 141753"/>
              <a:gd name="csX27" fmla="*/ 94038 w 134224"/>
              <a:gd name="csY27" fmla="*/ 126903 h 141753"/>
              <a:gd name="csX28" fmla="*/ 94031 w 134224"/>
              <a:gd name="csY28" fmla="*/ 126903 h 141753"/>
              <a:gd name="csX29" fmla="*/ 83939 w 134224"/>
              <a:gd name="csY29" fmla="*/ 126903 h 141753"/>
              <a:gd name="csX30" fmla="*/ 83919 w 134224"/>
              <a:gd name="csY30" fmla="*/ 126869 h 141753"/>
              <a:gd name="csX31" fmla="*/ 83919 w 134224"/>
              <a:gd name="csY31" fmla="*/ 116781 h 141753"/>
              <a:gd name="csX32" fmla="*/ 96172 w 134224"/>
              <a:gd name="csY32" fmla="*/ 104533 h 141753"/>
            </a:gdLst>
            <a:ahLst/>
            <a:cxnLst/>
            <a:rect l="l" t="t" r="r" b="b"/>
            <a:pathLst>
              <a:path w="100000" h="100000">
                <a:moveTo>
                  <a:pt x="42663" y="0"/>
                </a:moveTo>
                <a:cubicBezTo>
                  <a:pt x="28897" y="0"/>
                  <a:pt x="17659" y="11232"/>
                  <a:pt x="17659" y="24997"/>
                </a:cubicBezTo>
                <a:cubicBezTo>
                  <a:pt x="17659" y="38762"/>
                  <a:pt x="28897" y="50006"/>
                  <a:pt x="42663" y="50006"/>
                </a:cubicBezTo>
                <a:cubicBezTo>
                  <a:pt x="56427" y="50006"/>
                  <a:pt x="67668" y="38762"/>
                  <a:pt x="67668" y="24997"/>
                </a:cubicBezTo>
                <a:cubicBezTo>
                  <a:pt x="67668" y="11232"/>
                  <a:pt x="56427" y="0"/>
                  <a:pt x="42663" y="0"/>
                </a:cubicBezTo>
                <a:close/>
                <a:moveTo>
                  <a:pt x="84819" y="54038"/>
                </a:moveTo>
                <a:cubicBezTo>
                  <a:pt x="81602" y="54038"/>
                  <a:pt x="78382" y="55250"/>
                  <a:pt x="75950" y="57686"/>
                </a:cubicBezTo>
                <a:cubicBezTo>
                  <a:pt x="70345" y="63279"/>
                  <a:pt x="62151" y="71475"/>
                  <a:pt x="56552" y="77079"/>
                </a:cubicBezTo>
                <a:cubicBezTo>
                  <a:pt x="51685" y="81940"/>
                  <a:pt x="51687" y="89944"/>
                  <a:pt x="56552" y="94804"/>
                </a:cubicBezTo>
                <a:lnTo>
                  <a:pt x="56567" y="94828"/>
                </a:lnTo>
                <a:cubicBezTo>
                  <a:pt x="61430" y="99688"/>
                  <a:pt x="69430" y="99688"/>
                  <a:pt x="74294" y="94828"/>
                </a:cubicBezTo>
                <a:cubicBezTo>
                  <a:pt x="79899" y="89224"/>
                  <a:pt x="88095" y="81028"/>
                  <a:pt x="93697" y="75423"/>
                </a:cubicBezTo>
                <a:cubicBezTo>
                  <a:pt x="98561" y="70563"/>
                  <a:pt x="98560" y="62559"/>
                  <a:pt x="93697" y="57699"/>
                </a:cubicBezTo>
                <a:lnTo>
                  <a:pt x="93668" y="57674"/>
                </a:lnTo>
                <a:cubicBezTo>
                  <a:pt x="91237" y="55250"/>
                  <a:pt x="88030" y="54038"/>
                  <a:pt x="84819" y="54038"/>
                </a:cubicBezTo>
                <a:close/>
                <a:moveTo>
                  <a:pt x="12609" y="60003"/>
                </a:moveTo>
                <a:cubicBezTo>
                  <a:pt x="7125" y="60003"/>
                  <a:pt x="2656" y="64467"/>
                  <a:pt x="2656" y="69951"/>
                </a:cubicBezTo>
                <a:lnTo>
                  <a:pt x="2656" y="73755"/>
                </a:lnTo>
                <a:cubicBezTo>
                  <a:pt x="2656" y="82036"/>
                  <a:pt x="7372" y="89188"/>
                  <a:pt x="15930" y="93916"/>
                </a:cubicBezTo>
                <a:cubicBezTo>
                  <a:pt x="23051" y="97841"/>
                  <a:pt x="32541" y="100001"/>
                  <a:pt x="42663" y="100001"/>
                </a:cubicBezTo>
                <a:cubicBezTo>
                  <a:pt x="45633" y="100001"/>
                  <a:pt x="48635" y="99784"/>
                  <a:pt x="51596" y="99388"/>
                </a:cubicBezTo>
                <a:cubicBezTo>
                  <a:pt x="49902" y="97108"/>
                  <a:pt x="48524" y="94349"/>
                  <a:pt x="47751" y="90796"/>
                </a:cubicBezTo>
                <a:cubicBezTo>
                  <a:pt x="46149" y="83440"/>
                  <a:pt x="47756" y="77620"/>
                  <a:pt x="52963" y="71955"/>
                </a:cubicBezTo>
                <a:lnTo>
                  <a:pt x="64879" y="60003"/>
                </a:lnTo>
                <a:lnTo>
                  <a:pt x="12609" y="60003"/>
                </a:lnTo>
                <a:close/>
                <a:moveTo>
                  <a:pt x="70500" y="73743"/>
                </a:moveTo>
                <a:lnTo>
                  <a:pt x="77640" y="80884"/>
                </a:lnTo>
                <a:cubicBezTo>
                  <a:pt x="74574" y="83944"/>
                  <a:pt x="71492" y="87028"/>
                  <a:pt x="68995" y="89524"/>
                </a:cubicBezTo>
                <a:lnTo>
                  <a:pt x="68990" y="89524"/>
                </a:lnTo>
                <a:cubicBezTo>
                  <a:pt x="66994" y="91516"/>
                  <a:pt x="63868" y="91516"/>
                  <a:pt x="61871" y="89524"/>
                </a:cubicBezTo>
                <a:lnTo>
                  <a:pt x="61857" y="89500"/>
                </a:lnTo>
                <a:cubicBezTo>
                  <a:pt x="59856" y="87508"/>
                  <a:pt x="59857" y="84376"/>
                  <a:pt x="61857" y="82383"/>
                </a:cubicBezTo>
                <a:cubicBezTo>
                  <a:pt x="64352" y="79888"/>
                  <a:pt x="67434" y="76815"/>
                  <a:pt x="70500" y="7374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1" name="Чёрный — SVG 18">
            <a:extLst>
              <a:ext uri="{FF2B5EF4-FFF2-40B4-BE49-F238E27FC236}">
                <a16:creationId xmlns:a16="http://schemas.microsoft.com/office/drawing/2014/main" id="{9074144F-DBBD-954F-AAA5-316CC0168481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124500 w 136236"/>
              <a:gd name="csY0" fmla="*/ 11699 h 136203"/>
              <a:gd name="csX1" fmla="*/ 67846 w 136236"/>
              <a:gd name="csY1" fmla="*/ 11699 h 136203"/>
              <a:gd name="csX2" fmla="*/ 11715 w 136236"/>
              <a:gd name="csY2" fmla="*/ 67819 h 136203"/>
              <a:gd name="csX3" fmla="*/ 11715 w 136236"/>
              <a:gd name="csY3" fmla="*/ 124466 h 136203"/>
              <a:gd name="csX4" fmla="*/ 40042 w 136236"/>
              <a:gd name="csY4" fmla="*/ 136204 h 136203"/>
              <a:gd name="csX5" fmla="*/ 68373 w 136236"/>
              <a:gd name="csY5" fmla="*/ 124466 h 136203"/>
              <a:gd name="csX6" fmla="*/ 124497 w 136236"/>
              <a:gd name="csY6" fmla="*/ 68363 h 136203"/>
              <a:gd name="csX7" fmla="*/ 136236 w 136236"/>
              <a:gd name="csY7" fmla="*/ 40023 h 136203"/>
              <a:gd name="csX8" fmla="*/ 124500 w 136236"/>
              <a:gd name="csY8" fmla="*/ 11699 h 136203"/>
              <a:gd name="csX9" fmla="*/ 30649 w 136236"/>
              <a:gd name="csY9" fmla="*/ 103287 h 136203"/>
              <a:gd name="csX10" fmla="*/ 35966 w 136236"/>
              <a:gd name="csY10" fmla="*/ 108612 h 136203"/>
              <a:gd name="csX11" fmla="*/ 30649 w 136236"/>
              <a:gd name="csY11" fmla="*/ 113919 h 136203"/>
              <a:gd name="csX12" fmla="*/ 25333 w 136236"/>
              <a:gd name="csY12" fmla="*/ 108612 h 136203"/>
              <a:gd name="csX13" fmla="*/ 30649 w 136236"/>
              <a:gd name="csY13" fmla="*/ 103287 h 136203"/>
              <a:gd name="csX14" fmla="*/ 23560 w 136236"/>
              <a:gd name="csY14" fmla="*/ 96211 h 136203"/>
              <a:gd name="csX15" fmla="*/ 18243 w 136236"/>
              <a:gd name="csY15" fmla="*/ 90886 h 136203"/>
              <a:gd name="csX16" fmla="*/ 23560 w 136236"/>
              <a:gd name="csY16" fmla="*/ 85579 h 136203"/>
              <a:gd name="csX17" fmla="*/ 28876 w 136236"/>
              <a:gd name="csY17" fmla="*/ 90886 h 136203"/>
              <a:gd name="csX18" fmla="*/ 23560 w 136236"/>
              <a:gd name="csY18" fmla="*/ 96211 h 136203"/>
              <a:gd name="csX19" fmla="*/ 32422 w 136236"/>
              <a:gd name="csY19" fmla="*/ 73161 h 136203"/>
              <a:gd name="csX20" fmla="*/ 37739 w 136236"/>
              <a:gd name="csY20" fmla="*/ 67853 h 136203"/>
              <a:gd name="csX21" fmla="*/ 43055 w 136236"/>
              <a:gd name="csY21" fmla="*/ 73161 h 136203"/>
              <a:gd name="csX22" fmla="*/ 37739 w 136236"/>
              <a:gd name="csY22" fmla="*/ 78485 h 136203"/>
              <a:gd name="csX23" fmla="*/ 32422 w 136236"/>
              <a:gd name="csY23" fmla="*/ 73161 h 136203"/>
              <a:gd name="csX24" fmla="*/ 41283 w 136236"/>
              <a:gd name="csY24" fmla="*/ 89117 h 136203"/>
              <a:gd name="csX25" fmla="*/ 46599 w 136236"/>
              <a:gd name="csY25" fmla="*/ 94424 h 136203"/>
              <a:gd name="csX26" fmla="*/ 41283 w 136236"/>
              <a:gd name="csY26" fmla="*/ 99749 h 136203"/>
              <a:gd name="csX27" fmla="*/ 35966 w 136236"/>
              <a:gd name="csY27" fmla="*/ 94424 h 136203"/>
              <a:gd name="csX28" fmla="*/ 41283 w 136236"/>
              <a:gd name="csY28" fmla="*/ 89117 h 136203"/>
              <a:gd name="csX29" fmla="*/ 48372 w 136236"/>
              <a:gd name="csY29" fmla="*/ 106843 h 136203"/>
              <a:gd name="csX30" fmla="*/ 53689 w 136236"/>
              <a:gd name="csY30" fmla="*/ 112150 h 136203"/>
              <a:gd name="csX31" fmla="*/ 48372 w 136236"/>
              <a:gd name="csY31" fmla="*/ 117475 h 136203"/>
              <a:gd name="csX32" fmla="*/ 43055 w 136236"/>
              <a:gd name="csY32" fmla="*/ 112150 h 136203"/>
              <a:gd name="csX33" fmla="*/ 48372 w 136236"/>
              <a:gd name="csY33" fmla="*/ 106843 h 136203"/>
              <a:gd name="csX34" fmla="*/ 50143 w 136236"/>
              <a:gd name="csY34" fmla="*/ 80254 h 136203"/>
              <a:gd name="csX35" fmla="*/ 55460 w 136236"/>
              <a:gd name="csY35" fmla="*/ 74947 h 136203"/>
              <a:gd name="csX36" fmla="*/ 60777 w 136236"/>
              <a:gd name="csY36" fmla="*/ 80254 h 136203"/>
              <a:gd name="csX37" fmla="*/ 55460 w 136236"/>
              <a:gd name="csY37" fmla="*/ 85579 h 136203"/>
              <a:gd name="csX38" fmla="*/ 50143 w 136236"/>
              <a:gd name="csY38" fmla="*/ 80254 h 136203"/>
              <a:gd name="csX39" fmla="*/ 62549 w 136236"/>
              <a:gd name="csY39" fmla="*/ 92655 h 136203"/>
              <a:gd name="csX40" fmla="*/ 67866 w 136236"/>
              <a:gd name="csY40" fmla="*/ 97980 h 136203"/>
              <a:gd name="csX41" fmla="*/ 62549 w 136236"/>
              <a:gd name="csY41" fmla="*/ 103287 h 136203"/>
              <a:gd name="csX42" fmla="*/ 57233 w 136236"/>
              <a:gd name="csY42" fmla="*/ 97980 h 136203"/>
              <a:gd name="csX43" fmla="*/ 62549 w 136236"/>
              <a:gd name="csY43" fmla="*/ 92655 h 136203"/>
              <a:gd name="csX44" fmla="*/ 116979 w 136236"/>
              <a:gd name="csY44" fmla="*/ 60845 h 136203"/>
              <a:gd name="csX45" fmla="*/ 94450 w 136236"/>
              <a:gd name="csY45" fmla="*/ 83367 h 136203"/>
              <a:gd name="csX46" fmla="*/ 52828 w 136236"/>
              <a:gd name="csY46" fmla="*/ 41758 h 136203"/>
              <a:gd name="csX47" fmla="*/ 75359 w 136236"/>
              <a:gd name="csY47" fmla="*/ 19218 h 136203"/>
              <a:gd name="csX48" fmla="*/ 96170 w 136236"/>
              <a:gd name="csY48" fmla="*/ 10611 h 136203"/>
              <a:gd name="csX49" fmla="*/ 116979 w 136236"/>
              <a:gd name="csY49" fmla="*/ 19218 h 136203"/>
              <a:gd name="csX50" fmla="*/ 125603 w 136236"/>
              <a:gd name="csY50" fmla="*/ 40023 h 136203"/>
              <a:gd name="csX51" fmla="*/ 116979 w 136236"/>
              <a:gd name="csY51" fmla="*/ 60845 h 136203"/>
            </a:gdLst>
            <a:ahLst/>
            <a:cxnLst/>
            <a:rect l="l" t="t" r="r" b="b"/>
            <a:pathLst>
              <a:path w="100000" h="100000">
                <a:moveTo>
                  <a:pt x="91386" y="8599"/>
                </a:moveTo>
                <a:cubicBezTo>
                  <a:pt x="79922" y="-2851"/>
                  <a:pt x="61263" y="-2851"/>
                  <a:pt x="49800" y="8599"/>
                </a:cubicBezTo>
                <a:lnTo>
                  <a:pt x="8599" y="49793"/>
                </a:lnTo>
                <a:cubicBezTo>
                  <a:pt x="-2866" y="61268"/>
                  <a:pt x="-2866" y="79910"/>
                  <a:pt x="8599" y="91373"/>
                </a:cubicBezTo>
                <a:cubicBezTo>
                  <a:pt x="14154" y="96929"/>
                  <a:pt x="21537" y="99989"/>
                  <a:pt x="29392" y="99989"/>
                </a:cubicBezTo>
                <a:cubicBezTo>
                  <a:pt x="37247" y="99989"/>
                  <a:pt x="44633" y="96929"/>
                  <a:pt x="50187" y="91373"/>
                </a:cubicBezTo>
                <a:lnTo>
                  <a:pt x="91383" y="50192"/>
                </a:lnTo>
                <a:cubicBezTo>
                  <a:pt x="96941" y="44635"/>
                  <a:pt x="100000" y="37244"/>
                  <a:pt x="100000" y="29390"/>
                </a:cubicBezTo>
                <a:cubicBezTo>
                  <a:pt x="100000" y="21536"/>
                  <a:pt x="96941" y="14156"/>
                  <a:pt x="91386" y="8599"/>
                </a:cubicBezTo>
                <a:close/>
                <a:moveTo>
                  <a:pt x="22497" y="75827"/>
                </a:moveTo>
                <a:cubicBezTo>
                  <a:pt x="24651" y="75827"/>
                  <a:pt x="26400" y="77575"/>
                  <a:pt x="26400" y="79736"/>
                </a:cubicBezTo>
                <a:cubicBezTo>
                  <a:pt x="26400" y="81883"/>
                  <a:pt x="24651" y="83631"/>
                  <a:pt x="22497" y="83631"/>
                </a:cubicBezTo>
                <a:cubicBezTo>
                  <a:pt x="20343" y="83631"/>
                  <a:pt x="18595" y="81883"/>
                  <a:pt x="18595" y="79736"/>
                </a:cubicBezTo>
                <a:cubicBezTo>
                  <a:pt x="18595" y="77575"/>
                  <a:pt x="20343" y="75827"/>
                  <a:pt x="22497" y="75827"/>
                </a:cubicBezTo>
                <a:close/>
                <a:moveTo>
                  <a:pt x="17294" y="70633"/>
                </a:moveTo>
                <a:cubicBezTo>
                  <a:pt x="15139" y="70633"/>
                  <a:pt x="13391" y="68885"/>
                  <a:pt x="13391" y="66724"/>
                </a:cubicBezTo>
                <a:cubicBezTo>
                  <a:pt x="13391" y="64577"/>
                  <a:pt x="15139" y="62829"/>
                  <a:pt x="17294" y="62829"/>
                </a:cubicBezTo>
                <a:cubicBezTo>
                  <a:pt x="19448" y="62829"/>
                  <a:pt x="21196" y="64577"/>
                  <a:pt x="21196" y="66724"/>
                </a:cubicBezTo>
                <a:cubicBezTo>
                  <a:pt x="21196" y="68885"/>
                  <a:pt x="19448" y="70633"/>
                  <a:pt x="17294" y="70633"/>
                </a:cubicBezTo>
                <a:close/>
                <a:moveTo>
                  <a:pt x="23798" y="53714"/>
                </a:moveTo>
                <a:cubicBezTo>
                  <a:pt x="23798" y="51566"/>
                  <a:pt x="25547" y="49818"/>
                  <a:pt x="27701" y="49818"/>
                </a:cubicBezTo>
                <a:cubicBezTo>
                  <a:pt x="29856" y="49818"/>
                  <a:pt x="31603" y="51566"/>
                  <a:pt x="31603" y="53714"/>
                </a:cubicBezTo>
                <a:cubicBezTo>
                  <a:pt x="31603" y="55873"/>
                  <a:pt x="29856" y="57622"/>
                  <a:pt x="27701" y="57622"/>
                </a:cubicBezTo>
                <a:cubicBezTo>
                  <a:pt x="25547" y="57622"/>
                  <a:pt x="23798" y="55873"/>
                  <a:pt x="23798" y="53714"/>
                </a:cubicBezTo>
                <a:close/>
                <a:moveTo>
                  <a:pt x="30303" y="65426"/>
                </a:moveTo>
                <a:cubicBezTo>
                  <a:pt x="32456" y="65426"/>
                  <a:pt x="34205" y="67174"/>
                  <a:pt x="34205" y="69321"/>
                </a:cubicBezTo>
                <a:cubicBezTo>
                  <a:pt x="34205" y="71481"/>
                  <a:pt x="32456" y="73230"/>
                  <a:pt x="30303" y="73230"/>
                </a:cubicBezTo>
                <a:cubicBezTo>
                  <a:pt x="28148" y="73230"/>
                  <a:pt x="26400" y="71481"/>
                  <a:pt x="26400" y="69321"/>
                </a:cubicBezTo>
                <a:cubicBezTo>
                  <a:pt x="26400" y="67174"/>
                  <a:pt x="28148" y="65426"/>
                  <a:pt x="30303" y="65426"/>
                </a:cubicBezTo>
                <a:close/>
                <a:moveTo>
                  <a:pt x="35506" y="78437"/>
                </a:moveTo>
                <a:cubicBezTo>
                  <a:pt x="37660" y="78437"/>
                  <a:pt x="39409" y="80185"/>
                  <a:pt x="39409" y="82332"/>
                </a:cubicBezTo>
                <a:cubicBezTo>
                  <a:pt x="39409" y="84493"/>
                  <a:pt x="37660" y="86241"/>
                  <a:pt x="35506" y="86241"/>
                </a:cubicBezTo>
                <a:cubicBezTo>
                  <a:pt x="33352" y="86241"/>
                  <a:pt x="31603" y="84493"/>
                  <a:pt x="31603" y="82332"/>
                </a:cubicBezTo>
                <a:cubicBezTo>
                  <a:pt x="31603" y="80185"/>
                  <a:pt x="33352" y="78437"/>
                  <a:pt x="35506" y="78437"/>
                </a:cubicBezTo>
                <a:close/>
                <a:moveTo>
                  <a:pt x="36806" y="58920"/>
                </a:moveTo>
                <a:cubicBezTo>
                  <a:pt x="36806" y="56772"/>
                  <a:pt x="38554" y="55025"/>
                  <a:pt x="40709" y="55025"/>
                </a:cubicBezTo>
                <a:cubicBezTo>
                  <a:pt x="42863" y="55025"/>
                  <a:pt x="44612" y="56772"/>
                  <a:pt x="44612" y="58920"/>
                </a:cubicBezTo>
                <a:cubicBezTo>
                  <a:pt x="44612" y="61080"/>
                  <a:pt x="42863" y="62829"/>
                  <a:pt x="40709" y="62829"/>
                </a:cubicBezTo>
                <a:cubicBezTo>
                  <a:pt x="38554" y="62829"/>
                  <a:pt x="36806" y="61080"/>
                  <a:pt x="36806" y="58920"/>
                </a:cubicBezTo>
                <a:close/>
                <a:moveTo>
                  <a:pt x="45912" y="68023"/>
                </a:moveTo>
                <a:cubicBezTo>
                  <a:pt x="48067" y="68023"/>
                  <a:pt x="49815" y="69771"/>
                  <a:pt x="49815" y="71931"/>
                </a:cubicBezTo>
                <a:cubicBezTo>
                  <a:pt x="49815" y="74079"/>
                  <a:pt x="48067" y="75827"/>
                  <a:pt x="45912" y="75827"/>
                </a:cubicBezTo>
                <a:cubicBezTo>
                  <a:pt x="43759" y="75827"/>
                  <a:pt x="42010" y="74079"/>
                  <a:pt x="42010" y="71931"/>
                </a:cubicBezTo>
                <a:cubicBezTo>
                  <a:pt x="42010" y="69771"/>
                  <a:pt x="43759" y="68023"/>
                  <a:pt x="45912" y="68023"/>
                </a:cubicBezTo>
                <a:close/>
                <a:moveTo>
                  <a:pt x="85865" y="44674"/>
                </a:moveTo>
                <a:lnTo>
                  <a:pt x="69328" y="61205"/>
                </a:lnTo>
                <a:lnTo>
                  <a:pt x="38777" y="30663"/>
                </a:lnTo>
                <a:lnTo>
                  <a:pt x="55315" y="14119"/>
                </a:lnTo>
                <a:cubicBezTo>
                  <a:pt x="59527" y="9911"/>
                  <a:pt x="65058" y="7801"/>
                  <a:pt x="70591" y="7801"/>
                </a:cubicBezTo>
                <a:cubicBezTo>
                  <a:pt x="76122" y="7801"/>
                  <a:pt x="81652" y="9911"/>
                  <a:pt x="85865" y="14119"/>
                </a:cubicBezTo>
                <a:cubicBezTo>
                  <a:pt x="89943" y="18202"/>
                  <a:pt x="92195" y="23621"/>
                  <a:pt x="92195" y="29390"/>
                </a:cubicBezTo>
                <a:cubicBezTo>
                  <a:pt x="92195" y="35171"/>
                  <a:pt x="89947" y="40590"/>
                  <a:pt x="85865" y="4467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2" name="Чёрный — SVG 19">
            <a:extLst>
              <a:ext uri="{FF2B5EF4-FFF2-40B4-BE49-F238E27FC236}">
                <a16:creationId xmlns:a16="http://schemas.microsoft.com/office/drawing/2014/main" id="{7811B87C-DB6C-F540-83DA-482F157AAA90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138234 w 148867"/>
              <a:gd name="csY0" fmla="*/ 60261 h 138223"/>
              <a:gd name="csX1" fmla="*/ 130357 w 148867"/>
              <a:gd name="csY1" fmla="*/ 63800 h 138223"/>
              <a:gd name="csX2" fmla="*/ 116967 w 148867"/>
              <a:gd name="csY2" fmla="*/ 63800 h 138223"/>
              <a:gd name="csX3" fmla="*/ 110162 w 148867"/>
              <a:gd name="csY3" fmla="*/ 68886 h 138223"/>
              <a:gd name="csX4" fmla="*/ 102319 w 148867"/>
              <a:gd name="csY4" fmla="*/ 95577 h 138223"/>
              <a:gd name="csX5" fmla="*/ 92111 w 148867"/>
              <a:gd name="csY5" fmla="*/ 6285 h 138223"/>
              <a:gd name="csX6" fmla="*/ 85339 w 148867"/>
              <a:gd name="csY6" fmla="*/ 8 h 138223"/>
              <a:gd name="csX7" fmla="*/ 78109 w 148867"/>
              <a:gd name="csY7" fmla="*/ 5758 h 138223"/>
              <a:gd name="csX8" fmla="*/ 65280 w 148867"/>
              <a:gd name="csY8" fmla="*/ 72408 h 138223"/>
              <a:gd name="csX9" fmla="*/ 56297 w 148867"/>
              <a:gd name="csY9" fmla="*/ 47248 h 138223"/>
              <a:gd name="csX10" fmla="*/ 49849 w 148867"/>
              <a:gd name="csY10" fmla="*/ 42536 h 138223"/>
              <a:gd name="csX11" fmla="*/ 43112 w 148867"/>
              <a:gd name="csY11" fmla="*/ 46840 h 138223"/>
              <a:gd name="csX12" fmla="*/ 34316 w 148867"/>
              <a:gd name="csY12" fmla="*/ 67355 h 138223"/>
              <a:gd name="csX13" fmla="*/ 18511 w 148867"/>
              <a:gd name="csY13" fmla="*/ 67355 h 138223"/>
              <a:gd name="csX14" fmla="*/ 10633 w 148867"/>
              <a:gd name="csY14" fmla="*/ 63800 h 138223"/>
              <a:gd name="csX15" fmla="*/ 0 w 148867"/>
              <a:gd name="csY15" fmla="*/ 74432 h 138223"/>
              <a:gd name="csX16" fmla="*/ 10633 w 148867"/>
              <a:gd name="csY16" fmla="*/ 85064 h 138223"/>
              <a:gd name="csX17" fmla="*/ 18511 w 148867"/>
              <a:gd name="csY17" fmla="*/ 81525 h 138223"/>
              <a:gd name="csX18" fmla="*/ 38995 w 148867"/>
              <a:gd name="csY18" fmla="*/ 81525 h 138223"/>
              <a:gd name="csX19" fmla="*/ 45511 w 148867"/>
              <a:gd name="csY19" fmla="*/ 77221 h 138223"/>
              <a:gd name="csX20" fmla="*/ 49016 w 148867"/>
              <a:gd name="csY20" fmla="*/ 69022 h 138223"/>
              <a:gd name="csX21" fmla="*/ 60670 w 148867"/>
              <a:gd name="csY21" fmla="*/ 101633 h 138223"/>
              <a:gd name="csX22" fmla="*/ 67884 w 148867"/>
              <a:gd name="csY22" fmla="*/ 106311 h 138223"/>
              <a:gd name="csX23" fmla="*/ 74298 w 148867"/>
              <a:gd name="csY23" fmla="*/ 100578 h 138223"/>
              <a:gd name="csX24" fmla="*/ 83281 w 148867"/>
              <a:gd name="csY24" fmla="*/ 53916 h 138223"/>
              <a:gd name="csX25" fmla="*/ 92196 w 148867"/>
              <a:gd name="csY25" fmla="*/ 131946 h 138223"/>
              <a:gd name="csX26" fmla="*/ 98627 w 148867"/>
              <a:gd name="csY26" fmla="*/ 138206 h 138223"/>
              <a:gd name="csX27" fmla="*/ 99256 w 148867"/>
              <a:gd name="csY27" fmla="*/ 138223 h 138223"/>
              <a:gd name="csX28" fmla="*/ 106045 w 148867"/>
              <a:gd name="csY28" fmla="*/ 133137 h 138223"/>
              <a:gd name="csX29" fmla="*/ 122275 w 148867"/>
              <a:gd name="csY29" fmla="*/ 77987 h 138223"/>
              <a:gd name="csX30" fmla="*/ 130357 w 148867"/>
              <a:gd name="csY30" fmla="*/ 77987 h 138223"/>
              <a:gd name="csX31" fmla="*/ 138234 w 148867"/>
              <a:gd name="csY31" fmla="*/ 81525 h 138223"/>
              <a:gd name="csX32" fmla="*/ 148867 w 148867"/>
              <a:gd name="csY32" fmla="*/ 70893 h 138223"/>
              <a:gd name="csX33" fmla="*/ 138234 w 148867"/>
              <a:gd name="csY33" fmla="*/ 60261 h 138223"/>
            </a:gdLst>
            <a:ahLst/>
            <a:cxnLst/>
            <a:rect l="l" t="t" r="r" b="b"/>
            <a:pathLst>
              <a:path w="100000" h="100000">
                <a:moveTo>
                  <a:pt x="92857" y="44055"/>
                </a:moveTo>
                <a:cubicBezTo>
                  <a:pt x="90755" y="44055"/>
                  <a:pt x="88880" y="44980"/>
                  <a:pt x="87566" y="46432"/>
                </a:cubicBezTo>
                <a:lnTo>
                  <a:pt x="78571" y="46432"/>
                </a:lnTo>
                <a:cubicBezTo>
                  <a:pt x="76458" y="46432"/>
                  <a:pt x="74606" y="47826"/>
                  <a:pt x="74000" y="49849"/>
                </a:cubicBezTo>
                <a:lnTo>
                  <a:pt x="68732" y="67778"/>
                </a:lnTo>
                <a:lnTo>
                  <a:pt x="61875" y="7797"/>
                </a:lnTo>
                <a:cubicBezTo>
                  <a:pt x="61611" y="5466"/>
                  <a:pt x="59669" y="3672"/>
                  <a:pt x="57326" y="3580"/>
                </a:cubicBezTo>
                <a:cubicBezTo>
                  <a:pt x="54995" y="3466"/>
                  <a:pt x="52914" y="5135"/>
                  <a:pt x="52469" y="7443"/>
                </a:cubicBezTo>
                <a:lnTo>
                  <a:pt x="43851" y="52214"/>
                </a:lnTo>
                <a:lnTo>
                  <a:pt x="37817" y="35313"/>
                </a:lnTo>
                <a:cubicBezTo>
                  <a:pt x="37155" y="33462"/>
                  <a:pt x="35440" y="32217"/>
                  <a:pt x="33486" y="32148"/>
                </a:cubicBezTo>
                <a:cubicBezTo>
                  <a:pt x="31532" y="32023"/>
                  <a:pt x="29726" y="33234"/>
                  <a:pt x="28960" y="35039"/>
                </a:cubicBezTo>
                <a:lnTo>
                  <a:pt x="23051" y="48820"/>
                </a:lnTo>
                <a:lnTo>
                  <a:pt x="12435" y="48820"/>
                </a:lnTo>
                <a:cubicBezTo>
                  <a:pt x="11120" y="47369"/>
                  <a:pt x="9246" y="46432"/>
                  <a:pt x="7143" y="46432"/>
                </a:cubicBezTo>
                <a:cubicBezTo>
                  <a:pt x="3200" y="46432"/>
                  <a:pt x="0" y="49632"/>
                  <a:pt x="0" y="53574"/>
                </a:cubicBezTo>
                <a:cubicBezTo>
                  <a:pt x="0" y="57516"/>
                  <a:pt x="3200" y="60716"/>
                  <a:pt x="7143" y="60716"/>
                </a:cubicBezTo>
                <a:cubicBezTo>
                  <a:pt x="9246" y="60716"/>
                  <a:pt x="11120" y="59790"/>
                  <a:pt x="12435" y="58339"/>
                </a:cubicBezTo>
                <a:lnTo>
                  <a:pt x="26195" y="58339"/>
                </a:lnTo>
                <a:cubicBezTo>
                  <a:pt x="28092" y="58339"/>
                  <a:pt x="29817" y="57207"/>
                  <a:pt x="30572" y="55447"/>
                </a:cubicBezTo>
                <a:lnTo>
                  <a:pt x="32926" y="49940"/>
                </a:lnTo>
                <a:lnTo>
                  <a:pt x="40754" y="71846"/>
                </a:lnTo>
                <a:cubicBezTo>
                  <a:pt x="41475" y="73869"/>
                  <a:pt x="43452" y="75160"/>
                  <a:pt x="45600" y="74988"/>
                </a:cubicBezTo>
                <a:cubicBezTo>
                  <a:pt x="47737" y="74829"/>
                  <a:pt x="49509" y="73251"/>
                  <a:pt x="49909" y="71137"/>
                </a:cubicBezTo>
                <a:lnTo>
                  <a:pt x="55943" y="39793"/>
                </a:lnTo>
                <a:lnTo>
                  <a:pt x="61932" y="92208"/>
                </a:lnTo>
                <a:cubicBezTo>
                  <a:pt x="62194" y="94460"/>
                  <a:pt x="64000" y="96219"/>
                  <a:pt x="66252" y="96414"/>
                </a:cubicBezTo>
                <a:cubicBezTo>
                  <a:pt x="66400" y="96425"/>
                  <a:pt x="66526" y="96425"/>
                  <a:pt x="66674" y="96425"/>
                </a:cubicBezTo>
                <a:cubicBezTo>
                  <a:pt x="68766" y="96425"/>
                  <a:pt x="70640" y="95054"/>
                  <a:pt x="71235" y="93009"/>
                </a:cubicBezTo>
                <a:lnTo>
                  <a:pt x="82137" y="55962"/>
                </a:lnTo>
                <a:lnTo>
                  <a:pt x="87566" y="55962"/>
                </a:lnTo>
                <a:cubicBezTo>
                  <a:pt x="88869" y="57414"/>
                  <a:pt x="90743" y="58339"/>
                  <a:pt x="92857" y="58339"/>
                </a:cubicBezTo>
                <a:cubicBezTo>
                  <a:pt x="96800" y="58339"/>
                  <a:pt x="100000" y="55140"/>
                  <a:pt x="100000" y="51197"/>
                </a:cubicBezTo>
                <a:cubicBezTo>
                  <a:pt x="100000" y="47255"/>
                  <a:pt x="96800" y="44055"/>
                  <a:pt x="92857" y="4405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3" name="Чёрный — SVG 20">
            <a:extLst>
              <a:ext uri="{FF2B5EF4-FFF2-40B4-BE49-F238E27FC236}">
                <a16:creationId xmlns:a16="http://schemas.microsoft.com/office/drawing/2014/main" id="{0EF83B74-7334-BC46-AA3B-371D89427047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37195 w 127556"/>
              <a:gd name="csY0" fmla="*/ 1 h 134678"/>
              <a:gd name="csX1" fmla="*/ 35136 w 127556"/>
              <a:gd name="csY1" fmla="*/ 393 h 134678"/>
              <a:gd name="csX2" fmla="*/ 33384 w 127556"/>
              <a:gd name="csY2" fmla="*/ 1532 h 134678"/>
              <a:gd name="csX3" fmla="*/ 32210 w 127556"/>
              <a:gd name="csY3" fmla="*/ 3268 h 134678"/>
              <a:gd name="csX4" fmla="*/ 31802 w 127556"/>
              <a:gd name="csY4" fmla="*/ 5326 h 134678"/>
              <a:gd name="csX5" fmla="*/ 32210 w 127556"/>
              <a:gd name="csY5" fmla="*/ 7367 h 134678"/>
              <a:gd name="csX6" fmla="*/ 33384 w 127556"/>
              <a:gd name="csY6" fmla="*/ 9102 h 134678"/>
              <a:gd name="csX7" fmla="*/ 35136 w 127556"/>
              <a:gd name="csY7" fmla="*/ 10259 h 134678"/>
              <a:gd name="csX8" fmla="*/ 37195 w 127556"/>
              <a:gd name="csY8" fmla="*/ 10633 h 134678"/>
              <a:gd name="csX9" fmla="*/ 38964 w 127556"/>
              <a:gd name="csY9" fmla="*/ 10633 h 134678"/>
              <a:gd name="csX10" fmla="*/ 38964 w 127556"/>
              <a:gd name="csY10" fmla="*/ 52447 h 134678"/>
              <a:gd name="csX11" fmla="*/ 36140 w 127556"/>
              <a:gd name="csY11" fmla="*/ 61530 h 134678"/>
              <a:gd name="csX12" fmla="*/ 2811 w 127556"/>
              <a:gd name="csY12" fmla="*/ 109638 h 134678"/>
              <a:gd name="csX13" fmla="*/ 2811 w 127556"/>
              <a:gd name="csY13" fmla="*/ 109655 h 134678"/>
              <a:gd name="csX14" fmla="*/ 4155 w 127556"/>
              <a:gd name="csY14" fmla="*/ 129490 h 134678"/>
              <a:gd name="csX15" fmla="*/ 16490 w 127556"/>
              <a:gd name="csY15" fmla="*/ 134678 h 134678"/>
              <a:gd name="csX16" fmla="*/ 111084 w 127556"/>
              <a:gd name="csY16" fmla="*/ 134678 h 134678"/>
              <a:gd name="csX17" fmla="*/ 123402 w 127556"/>
              <a:gd name="csY17" fmla="*/ 129490 h 134678"/>
              <a:gd name="csX18" fmla="*/ 124746 w 127556"/>
              <a:gd name="csY18" fmla="*/ 109655 h 134678"/>
              <a:gd name="csX19" fmla="*/ 124746 w 127556"/>
              <a:gd name="csY19" fmla="*/ 109638 h 134678"/>
              <a:gd name="csX20" fmla="*/ 91434 w 127556"/>
              <a:gd name="csY20" fmla="*/ 61530 h 134678"/>
              <a:gd name="csX21" fmla="*/ 88593 w 127556"/>
              <a:gd name="csY21" fmla="*/ 52447 h 134678"/>
              <a:gd name="csX22" fmla="*/ 88593 w 127556"/>
              <a:gd name="csY22" fmla="*/ 10633 h 134678"/>
              <a:gd name="csX23" fmla="*/ 90362 w 127556"/>
              <a:gd name="csY23" fmla="*/ 10633 h 134678"/>
              <a:gd name="csX24" fmla="*/ 92421 w 127556"/>
              <a:gd name="csY24" fmla="*/ 10259 h 134678"/>
              <a:gd name="csX25" fmla="*/ 94173 w 127556"/>
              <a:gd name="csY25" fmla="*/ 9102 h 134678"/>
              <a:gd name="csX26" fmla="*/ 95347 w 127556"/>
              <a:gd name="csY26" fmla="*/ 7367 h 134678"/>
              <a:gd name="csX27" fmla="*/ 95755 w 127556"/>
              <a:gd name="csY27" fmla="*/ 5326 h 134678"/>
              <a:gd name="csX28" fmla="*/ 95347 w 127556"/>
              <a:gd name="csY28" fmla="*/ 3268 h 134678"/>
              <a:gd name="csX29" fmla="*/ 94173 w 127556"/>
              <a:gd name="csY29" fmla="*/ 1532 h 134678"/>
              <a:gd name="csX30" fmla="*/ 92421 w 127556"/>
              <a:gd name="csY30" fmla="*/ 393 h 134678"/>
              <a:gd name="csX31" fmla="*/ 90362 w 127556"/>
              <a:gd name="csY31" fmla="*/ 1 h 134678"/>
              <a:gd name="csX32" fmla="*/ 83284 w 127556"/>
              <a:gd name="csY32" fmla="*/ 1 h 134678"/>
              <a:gd name="csX33" fmla="*/ 44290 w 127556"/>
              <a:gd name="csY33" fmla="*/ 1 h 134678"/>
              <a:gd name="csX34" fmla="*/ 37195 w 127556"/>
              <a:gd name="csY34" fmla="*/ 1 h 134678"/>
              <a:gd name="csX35" fmla="*/ 49598 w 127556"/>
              <a:gd name="csY35" fmla="*/ 10633 h 134678"/>
              <a:gd name="csX36" fmla="*/ 77959 w 127556"/>
              <a:gd name="csY36" fmla="*/ 10633 h 134678"/>
              <a:gd name="csX37" fmla="*/ 77959 w 127556"/>
              <a:gd name="csY37" fmla="*/ 38991 h 134678"/>
              <a:gd name="csX38" fmla="*/ 49598 w 127556"/>
              <a:gd name="csY38" fmla="*/ 38991 h 134678"/>
              <a:gd name="csX39" fmla="*/ 49598 w 127556"/>
              <a:gd name="csY39" fmla="*/ 10633 h 134678"/>
              <a:gd name="csX40" fmla="*/ 53154 w 127556"/>
              <a:gd name="csY40" fmla="*/ 74425 h 134678"/>
              <a:gd name="csX41" fmla="*/ 60231 w 127556"/>
              <a:gd name="csY41" fmla="*/ 81519 h 134678"/>
              <a:gd name="csX42" fmla="*/ 53154 w 127556"/>
              <a:gd name="csY42" fmla="*/ 88595 h 134678"/>
              <a:gd name="csX43" fmla="*/ 46059 w 127556"/>
              <a:gd name="csY43" fmla="*/ 81519 h 134678"/>
              <a:gd name="csX44" fmla="*/ 53154 w 127556"/>
              <a:gd name="csY44" fmla="*/ 74425 h 134678"/>
              <a:gd name="csX45" fmla="*/ 83284 w 127556"/>
              <a:gd name="csY45" fmla="*/ 95689 h 134678"/>
              <a:gd name="csX46" fmla="*/ 92131 w 127556"/>
              <a:gd name="csY46" fmla="*/ 104552 h 134678"/>
              <a:gd name="csX47" fmla="*/ 83284 w 127556"/>
              <a:gd name="csY47" fmla="*/ 113414 h 134678"/>
              <a:gd name="csX48" fmla="*/ 74420 w 127556"/>
              <a:gd name="csY48" fmla="*/ 104552 h 134678"/>
              <a:gd name="csX49" fmla="*/ 83284 w 127556"/>
              <a:gd name="csY49" fmla="*/ 95689 h 134678"/>
            </a:gdLst>
            <a:ahLst/>
            <a:cxnLst/>
            <a:rect l="l" t="t" r="r" b="b"/>
            <a:pathLst>
              <a:path w="100000" h="100000">
                <a:moveTo>
                  <a:pt x="30262" y="1"/>
                </a:moveTo>
                <a:cubicBezTo>
                  <a:pt x="29744" y="-12"/>
                  <a:pt x="29226" y="89"/>
                  <a:pt x="28733" y="292"/>
                </a:cubicBezTo>
                <a:cubicBezTo>
                  <a:pt x="28253" y="481"/>
                  <a:pt x="27811" y="771"/>
                  <a:pt x="27432" y="1138"/>
                </a:cubicBezTo>
                <a:cubicBezTo>
                  <a:pt x="27066" y="1504"/>
                  <a:pt x="26762" y="1946"/>
                  <a:pt x="26560" y="2427"/>
                </a:cubicBezTo>
                <a:cubicBezTo>
                  <a:pt x="26358" y="2906"/>
                  <a:pt x="26257" y="3424"/>
                  <a:pt x="26257" y="3955"/>
                </a:cubicBezTo>
                <a:cubicBezTo>
                  <a:pt x="26257" y="4472"/>
                  <a:pt x="26358" y="4990"/>
                  <a:pt x="26560" y="5470"/>
                </a:cubicBezTo>
                <a:cubicBezTo>
                  <a:pt x="26762" y="5950"/>
                  <a:pt x="27066" y="6392"/>
                  <a:pt x="27432" y="6758"/>
                </a:cubicBezTo>
                <a:cubicBezTo>
                  <a:pt x="27811" y="7125"/>
                  <a:pt x="28253" y="7415"/>
                  <a:pt x="28733" y="7617"/>
                </a:cubicBezTo>
                <a:cubicBezTo>
                  <a:pt x="29226" y="7807"/>
                  <a:pt x="29744" y="7908"/>
                  <a:pt x="30262" y="7895"/>
                </a:cubicBezTo>
                <a:lnTo>
                  <a:pt x="31575" y="7895"/>
                </a:lnTo>
                <a:lnTo>
                  <a:pt x="31575" y="38943"/>
                </a:lnTo>
                <a:cubicBezTo>
                  <a:pt x="31575" y="41355"/>
                  <a:pt x="30843" y="43704"/>
                  <a:pt x="29478" y="45687"/>
                </a:cubicBezTo>
                <a:lnTo>
                  <a:pt x="4731" y="81408"/>
                </a:lnTo>
                <a:lnTo>
                  <a:pt x="4731" y="81420"/>
                </a:lnTo>
                <a:cubicBezTo>
                  <a:pt x="1662" y="85854"/>
                  <a:pt x="1965" y="91992"/>
                  <a:pt x="5729" y="96148"/>
                </a:cubicBezTo>
                <a:cubicBezTo>
                  <a:pt x="8180" y="98851"/>
                  <a:pt x="11616" y="100000"/>
                  <a:pt x="14888" y="100000"/>
                </a:cubicBezTo>
                <a:lnTo>
                  <a:pt x="85125" y="100000"/>
                </a:lnTo>
                <a:cubicBezTo>
                  <a:pt x="88385" y="100000"/>
                  <a:pt x="91821" y="98851"/>
                  <a:pt x="94272" y="96148"/>
                </a:cubicBezTo>
                <a:cubicBezTo>
                  <a:pt x="98036" y="91992"/>
                  <a:pt x="98339" y="85854"/>
                  <a:pt x="95269" y="81420"/>
                </a:cubicBezTo>
                <a:lnTo>
                  <a:pt x="95269" y="81408"/>
                </a:lnTo>
                <a:lnTo>
                  <a:pt x="70535" y="45687"/>
                </a:lnTo>
                <a:cubicBezTo>
                  <a:pt x="69158" y="43704"/>
                  <a:pt x="68425" y="41355"/>
                  <a:pt x="68425" y="38943"/>
                </a:cubicBezTo>
                <a:lnTo>
                  <a:pt x="68425" y="7895"/>
                </a:lnTo>
                <a:lnTo>
                  <a:pt x="69739" y="7895"/>
                </a:lnTo>
                <a:cubicBezTo>
                  <a:pt x="70270" y="7908"/>
                  <a:pt x="70787" y="7807"/>
                  <a:pt x="71268" y="7617"/>
                </a:cubicBezTo>
                <a:cubicBezTo>
                  <a:pt x="71760" y="7415"/>
                  <a:pt x="72203" y="7125"/>
                  <a:pt x="72569" y="6758"/>
                </a:cubicBezTo>
                <a:cubicBezTo>
                  <a:pt x="72947" y="6392"/>
                  <a:pt x="73238" y="5950"/>
                  <a:pt x="73440" y="5470"/>
                </a:cubicBezTo>
                <a:cubicBezTo>
                  <a:pt x="73642" y="4990"/>
                  <a:pt x="73743" y="4472"/>
                  <a:pt x="73743" y="3955"/>
                </a:cubicBezTo>
                <a:cubicBezTo>
                  <a:pt x="73743" y="3424"/>
                  <a:pt x="73642" y="2906"/>
                  <a:pt x="73440" y="2427"/>
                </a:cubicBezTo>
                <a:cubicBezTo>
                  <a:pt x="73238" y="1946"/>
                  <a:pt x="72947" y="1504"/>
                  <a:pt x="72569" y="1138"/>
                </a:cubicBezTo>
                <a:cubicBezTo>
                  <a:pt x="72203" y="771"/>
                  <a:pt x="71760" y="481"/>
                  <a:pt x="71268" y="292"/>
                </a:cubicBezTo>
                <a:cubicBezTo>
                  <a:pt x="70787" y="89"/>
                  <a:pt x="70270" y="-12"/>
                  <a:pt x="69739" y="1"/>
                </a:cubicBezTo>
                <a:lnTo>
                  <a:pt x="64483" y="1"/>
                </a:lnTo>
                <a:lnTo>
                  <a:pt x="35530" y="1"/>
                </a:lnTo>
                <a:lnTo>
                  <a:pt x="30262" y="1"/>
                </a:lnTo>
                <a:close/>
                <a:moveTo>
                  <a:pt x="39471" y="7895"/>
                </a:moveTo>
                <a:lnTo>
                  <a:pt x="60530" y="7895"/>
                </a:lnTo>
                <a:lnTo>
                  <a:pt x="60530" y="28951"/>
                </a:lnTo>
                <a:lnTo>
                  <a:pt x="39471" y="28951"/>
                </a:lnTo>
                <a:lnTo>
                  <a:pt x="39471" y="7895"/>
                </a:lnTo>
                <a:close/>
                <a:moveTo>
                  <a:pt x="42112" y="55261"/>
                </a:moveTo>
                <a:cubicBezTo>
                  <a:pt x="45017" y="55261"/>
                  <a:pt x="47366" y="57611"/>
                  <a:pt x="47366" y="60529"/>
                </a:cubicBezTo>
                <a:cubicBezTo>
                  <a:pt x="47366" y="63434"/>
                  <a:pt x="45017" y="65783"/>
                  <a:pt x="42112" y="65783"/>
                </a:cubicBezTo>
                <a:cubicBezTo>
                  <a:pt x="39193" y="65783"/>
                  <a:pt x="36843" y="63434"/>
                  <a:pt x="36843" y="60529"/>
                </a:cubicBezTo>
                <a:cubicBezTo>
                  <a:pt x="36843" y="57611"/>
                  <a:pt x="39193" y="55261"/>
                  <a:pt x="42112" y="55261"/>
                </a:cubicBezTo>
                <a:close/>
                <a:moveTo>
                  <a:pt x="64483" y="71050"/>
                </a:moveTo>
                <a:cubicBezTo>
                  <a:pt x="68109" y="71050"/>
                  <a:pt x="71052" y="73994"/>
                  <a:pt x="71052" y="77631"/>
                </a:cubicBezTo>
                <a:cubicBezTo>
                  <a:pt x="71052" y="81269"/>
                  <a:pt x="68109" y="84211"/>
                  <a:pt x="64483" y="84211"/>
                </a:cubicBezTo>
                <a:cubicBezTo>
                  <a:pt x="60846" y="84211"/>
                  <a:pt x="57902" y="81269"/>
                  <a:pt x="57902" y="77631"/>
                </a:cubicBezTo>
                <a:cubicBezTo>
                  <a:pt x="57902" y="73994"/>
                  <a:pt x="60846" y="71050"/>
                  <a:pt x="64483" y="7105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4" name="Чёрный — SVG 21">
            <a:extLst>
              <a:ext uri="{FF2B5EF4-FFF2-40B4-BE49-F238E27FC236}">
                <a16:creationId xmlns:a16="http://schemas.microsoft.com/office/drawing/2014/main" id="{2BE55662-E731-CD4A-9817-3BB244B102FD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3007 w 144781"/>
              <a:gd name="csY0" fmla="*/ 125050 h 146178"/>
              <a:gd name="csX1" fmla="*/ 3619 w 144781"/>
              <a:gd name="csY1" fmla="*/ 141925 h 146178"/>
              <a:gd name="csX2" fmla="*/ 4249 w 144781"/>
              <a:gd name="csY2" fmla="*/ 142572 h 146178"/>
              <a:gd name="csX3" fmla="*/ 13028 w 144781"/>
              <a:gd name="csY3" fmla="*/ 146178 h 146178"/>
              <a:gd name="csX4" fmla="*/ 21654 w 144781"/>
              <a:gd name="csY4" fmla="*/ 142708 h 146178"/>
              <a:gd name="csX5" fmla="*/ 34074 w 144781"/>
              <a:gd name="csY5" fmla="*/ 130732 h 146178"/>
              <a:gd name="csX6" fmla="*/ 14576 w 144781"/>
              <a:gd name="csY6" fmla="*/ 111237 h 146178"/>
              <a:gd name="csX7" fmla="*/ 3007 w 144781"/>
              <a:gd name="csY7" fmla="*/ 125050 h 146178"/>
              <a:gd name="csX8" fmla="*/ 136766 w 144781"/>
              <a:gd name="csY8" fmla="*/ 8899 h 146178"/>
              <a:gd name="csX9" fmla="*/ 116231 w 144781"/>
              <a:gd name="csY9" fmla="*/ 2 h 146178"/>
              <a:gd name="csX10" fmla="*/ 95526 w 144781"/>
              <a:gd name="csY10" fmla="*/ 8456 h 146178"/>
              <a:gd name="csX11" fmla="*/ 84875 w 144781"/>
              <a:gd name="csY11" fmla="*/ 19105 h 146178"/>
              <a:gd name="csX12" fmla="*/ 92889 w 144781"/>
              <a:gd name="csY12" fmla="*/ 27117 h 146178"/>
              <a:gd name="csX13" fmla="*/ 92889 w 144781"/>
              <a:gd name="csY13" fmla="*/ 32136 h 146178"/>
              <a:gd name="csX14" fmla="*/ 90388 w 144781"/>
              <a:gd name="csY14" fmla="*/ 33173 h 146178"/>
              <a:gd name="csX15" fmla="*/ 87887 w 144781"/>
              <a:gd name="csY15" fmla="*/ 32136 h 146178"/>
              <a:gd name="csX16" fmla="*/ 79856 w 144781"/>
              <a:gd name="csY16" fmla="*/ 24124 h 146178"/>
              <a:gd name="csX17" fmla="*/ 63609 w 144781"/>
              <a:gd name="csY17" fmla="*/ 40369 h 146178"/>
              <a:gd name="csX18" fmla="*/ 71622 w 144781"/>
              <a:gd name="csY18" fmla="*/ 48381 h 146178"/>
              <a:gd name="csX19" fmla="*/ 71622 w 144781"/>
              <a:gd name="csY19" fmla="*/ 53399 h 146178"/>
              <a:gd name="csX20" fmla="*/ 69121 w 144781"/>
              <a:gd name="csY20" fmla="*/ 54437 h 146178"/>
              <a:gd name="csX21" fmla="*/ 66620 w 144781"/>
              <a:gd name="csY21" fmla="*/ 53399 h 146178"/>
              <a:gd name="csX22" fmla="*/ 58590 w 144781"/>
              <a:gd name="csY22" fmla="*/ 45387 h 146178"/>
              <a:gd name="csX23" fmla="*/ 42342 w 144781"/>
              <a:gd name="csY23" fmla="*/ 61633 h 146178"/>
              <a:gd name="csX24" fmla="*/ 50355 w 144781"/>
              <a:gd name="csY24" fmla="*/ 69645 h 146178"/>
              <a:gd name="csX25" fmla="*/ 50355 w 144781"/>
              <a:gd name="csY25" fmla="*/ 74663 h 146178"/>
              <a:gd name="csX26" fmla="*/ 47854 w 144781"/>
              <a:gd name="csY26" fmla="*/ 75701 h 146178"/>
              <a:gd name="csX27" fmla="*/ 45353 w 144781"/>
              <a:gd name="csY27" fmla="*/ 74663 h 146178"/>
              <a:gd name="csX28" fmla="*/ 37323 w 144781"/>
              <a:gd name="csY28" fmla="*/ 66651 h 146178"/>
              <a:gd name="csX29" fmla="*/ 22402 w 144781"/>
              <a:gd name="csY29" fmla="*/ 81587 h 146178"/>
              <a:gd name="csX30" fmla="*/ 18999 w 144781"/>
              <a:gd name="csY30" fmla="*/ 99126 h 146178"/>
              <a:gd name="csX31" fmla="*/ 18931 w 144781"/>
              <a:gd name="csY31" fmla="*/ 105556 h 146178"/>
              <a:gd name="csX32" fmla="*/ 26587 w 144781"/>
              <a:gd name="csY32" fmla="*/ 113228 h 146178"/>
              <a:gd name="csX33" fmla="*/ 112692 w 144781"/>
              <a:gd name="csY33" fmla="*/ 27117 h 146178"/>
              <a:gd name="csX34" fmla="*/ 117694 w 144781"/>
              <a:gd name="csY34" fmla="*/ 27117 h 146178"/>
              <a:gd name="csX35" fmla="*/ 117694 w 144781"/>
              <a:gd name="csY35" fmla="*/ 32136 h 146178"/>
              <a:gd name="csX36" fmla="*/ 31590 w 144781"/>
              <a:gd name="csY36" fmla="*/ 118229 h 146178"/>
              <a:gd name="csX37" fmla="*/ 39297 w 144781"/>
              <a:gd name="csY37" fmla="*/ 125935 h 146178"/>
              <a:gd name="csX38" fmla="*/ 45626 w 144781"/>
              <a:gd name="csY38" fmla="*/ 124812 h 146178"/>
              <a:gd name="csX39" fmla="*/ 46885 w 144781"/>
              <a:gd name="csY39" fmla="*/ 125136 h 146178"/>
              <a:gd name="csX40" fmla="*/ 61822 w 144781"/>
              <a:gd name="csY40" fmla="*/ 121138 h 146178"/>
              <a:gd name="csX41" fmla="*/ 135967 w 144781"/>
              <a:gd name="csY41" fmla="*/ 49657 h 146178"/>
              <a:gd name="csX42" fmla="*/ 136766 w 144781"/>
              <a:gd name="csY42" fmla="*/ 8899 h 146178"/>
            </a:gdLst>
            <a:ahLst/>
            <a:cxnLst/>
            <a:rect l="l" t="t" r="r" b="b"/>
            <a:pathLst>
              <a:path w="100000" h="100000">
                <a:moveTo>
                  <a:pt x="2535" y="85546"/>
                </a:moveTo>
                <a:cubicBezTo>
                  <a:pt x="-363" y="88886"/>
                  <a:pt x="-177" y="93960"/>
                  <a:pt x="2954" y="97091"/>
                </a:cubicBezTo>
                <a:lnTo>
                  <a:pt x="3385" y="97533"/>
                </a:lnTo>
                <a:cubicBezTo>
                  <a:pt x="5026" y="99174"/>
                  <a:pt x="7202" y="100000"/>
                  <a:pt x="9390" y="100000"/>
                </a:cubicBezTo>
                <a:cubicBezTo>
                  <a:pt x="11520" y="100000"/>
                  <a:pt x="13662" y="99208"/>
                  <a:pt x="15291" y="97626"/>
                </a:cubicBezTo>
                <a:lnTo>
                  <a:pt x="23788" y="89433"/>
                </a:lnTo>
                <a:lnTo>
                  <a:pt x="10449" y="76097"/>
                </a:lnTo>
                <a:lnTo>
                  <a:pt x="2535" y="85546"/>
                </a:lnTo>
                <a:close/>
                <a:moveTo>
                  <a:pt x="94039" y="6088"/>
                </a:moveTo>
                <a:cubicBezTo>
                  <a:pt x="90338" y="2224"/>
                  <a:pt x="85345" y="60"/>
                  <a:pt x="79991" y="1"/>
                </a:cubicBezTo>
                <a:cubicBezTo>
                  <a:pt x="74696" y="-57"/>
                  <a:pt x="69609" y="1991"/>
                  <a:pt x="65827" y="5785"/>
                </a:cubicBezTo>
                <a:lnTo>
                  <a:pt x="58541" y="13070"/>
                </a:lnTo>
                <a:lnTo>
                  <a:pt x="64023" y="18551"/>
                </a:lnTo>
                <a:cubicBezTo>
                  <a:pt x="64977" y="19505"/>
                  <a:pt x="64977" y="21041"/>
                  <a:pt x="64023" y="21984"/>
                </a:cubicBezTo>
                <a:cubicBezTo>
                  <a:pt x="63545" y="22461"/>
                  <a:pt x="62928" y="22694"/>
                  <a:pt x="62312" y="22694"/>
                </a:cubicBezTo>
                <a:cubicBezTo>
                  <a:pt x="61683" y="22694"/>
                  <a:pt x="61067" y="22461"/>
                  <a:pt x="60601" y="21984"/>
                </a:cubicBezTo>
                <a:lnTo>
                  <a:pt x="55107" y="16503"/>
                </a:lnTo>
                <a:lnTo>
                  <a:pt x="43993" y="27616"/>
                </a:lnTo>
                <a:lnTo>
                  <a:pt x="49474" y="33097"/>
                </a:lnTo>
                <a:cubicBezTo>
                  <a:pt x="50417" y="34052"/>
                  <a:pt x="50417" y="35576"/>
                  <a:pt x="49474" y="36530"/>
                </a:cubicBezTo>
                <a:cubicBezTo>
                  <a:pt x="48997" y="37008"/>
                  <a:pt x="48380" y="37240"/>
                  <a:pt x="47763" y="37240"/>
                </a:cubicBezTo>
                <a:cubicBezTo>
                  <a:pt x="47135" y="37240"/>
                  <a:pt x="46518" y="37008"/>
                  <a:pt x="46052" y="36530"/>
                </a:cubicBezTo>
                <a:lnTo>
                  <a:pt x="40559" y="31049"/>
                </a:lnTo>
                <a:lnTo>
                  <a:pt x="29444" y="42163"/>
                </a:lnTo>
                <a:lnTo>
                  <a:pt x="34926" y="47644"/>
                </a:lnTo>
                <a:cubicBezTo>
                  <a:pt x="35880" y="48598"/>
                  <a:pt x="35880" y="50135"/>
                  <a:pt x="34926" y="51077"/>
                </a:cubicBezTo>
                <a:cubicBezTo>
                  <a:pt x="34449" y="51554"/>
                  <a:pt x="33832" y="51787"/>
                  <a:pt x="33215" y="51787"/>
                </a:cubicBezTo>
                <a:cubicBezTo>
                  <a:pt x="32587" y="51787"/>
                  <a:pt x="31970" y="51554"/>
                  <a:pt x="31504" y="51077"/>
                </a:cubicBezTo>
                <a:lnTo>
                  <a:pt x="26010" y="45596"/>
                </a:lnTo>
                <a:lnTo>
                  <a:pt x="15803" y="55813"/>
                </a:lnTo>
                <a:cubicBezTo>
                  <a:pt x="12625" y="58979"/>
                  <a:pt x="11718" y="63692"/>
                  <a:pt x="13475" y="67812"/>
                </a:cubicBezTo>
                <a:cubicBezTo>
                  <a:pt x="14080" y="69231"/>
                  <a:pt x="14046" y="70826"/>
                  <a:pt x="13428" y="72211"/>
                </a:cubicBezTo>
                <a:lnTo>
                  <a:pt x="18666" y="77459"/>
                </a:lnTo>
                <a:lnTo>
                  <a:pt x="77570" y="18551"/>
                </a:lnTo>
                <a:cubicBezTo>
                  <a:pt x="78514" y="17609"/>
                  <a:pt x="80049" y="17609"/>
                  <a:pt x="80992" y="18551"/>
                </a:cubicBezTo>
                <a:cubicBezTo>
                  <a:pt x="81946" y="19505"/>
                  <a:pt x="81946" y="21041"/>
                  <a:pt x="80992" y="21984"/>
                </a:cubicBezTo>
                <a:lnTo>
                  <a:pt x="22088" y="80880"/>
                </a:lnTo>
                <a:lnTo>
                  <a:pt x="27361" y="86152"/>
                </a:lnTo>
                <a:cubicBezTo>
                  <a:pt x="28629" y="85314"/>
                  <a:pt x="30177" y="85011"/>
                  <a:pt x="31690" y="85384"/>
                </a:cubicBezTo>
                <a:lnTo>
                  <a:pt x="32552" y="85605"/>
                </a:lnTo>
                <a:cubicBezTo>
                  <a:pt x="36229" y="86524"/>
                  <a:pt x="40047" y="85500"/>
                  <a:pt x="42770" y="82870"/>
                </a:cubicBezTo>
                <a:lnTo>
                  <a:pt x="93493" y="33970"/>
                </a:lnTo>
                <a:cubicBezTo>
                  <a:pt x="101314" y="26429"/>
                  <a:pt x="101558" y="13931"/>
                  <a:pt x="94039" y="608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5" name="Чёрный — SVG 22">
            <a:extLst>
              <a:ext uri="{FF2B5EF4-FFF2-40B4-BE49-F238E27FC236}">
                <a16:creationId xmlns:a16="http://schemas.microsoft.com/office/drawing/2014/main" id="{DBF8C52A-CE25-2D40-AA6F-9FB630CD0635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101009 w 120506"/>
              <a:gd name="csY0" fmla="*/ 0 h 134676"/>
              <a:gd name="csX1" fmla="*/ 19497 w 120506"/>
              <a:gd name="csY1" fmla="*/ 0 h 134676"/>
              <a:gd name="csX2" fmla="*/ 0 w 120506"/>
              <a:gd name="csY2" fmla="*/ 19495 h 134676"/>
              <a:gd name="csX3" fmla="*/ 0 w 120506"/>
              <a:gd name="csY3" fmla="*/ 115182 h 134676"/>
              <a:gd name="csX4" fmla="*/ 19497 w 120506"/>
              <a:gd name="csY4" fmla="*/ 134677 h 134676"/>
              <a:gd name="csX5" fmla="*/ 101009 w 120506"/>
              <a:gd name="csY5" fmla="*/ 134677 h 134676"/>
              <a:gd name="csX6" fmla="*/ 120506 w 120506"/>
              <a:gd name="csY6" fmla="*/ 115182 h 134676"/>
              <a:gd name="csX7" fmla="*/ 120506 w 120506"/>
              <a:gd name="csY7" fmla="*/ 19495 h 134676"/>
              <a:gd name="csX8" fmla="*/ 101009 w 120506"/>
              <a:gd name="csY8" fmla="*/ 0 h 134676"/>
              <a:gd name="csX9" fmla="*/ 31679 w 120506"/>
              <a:gd name="csY9" fmla="*/ 26367 h 134676"/>
              <a:gd name="csX10" fmla="*/ 39199 w 120506"/>
              <a:gd name="csY10" fmla="*/ 26367 h 134676"/>
              <a:gd name="csX11" fmla="*/ 46515 w 120506"/>
              <a:gd name="csY11" fmla="*/ 27388 h 134676"/>
              <a:gd name="csX12" fmla="*/ 77547 w 120506"/>
              <a:gd name="csY12" fmla="*/ 27388 h 134676"/>
              <a:gd name="csX13" fmla="*/ 84846 w 120506"/>
              <a:gd name="csY13" fmla="*/ 26367 h 134676"/>
              <a:gd name="csX14" fmla="*/ 92366 w 120506"/>
              <a:gd name="csY14" fmla="*/ 26367 h 134676"/>
              <a:gd name="csX15" fmla="*/ 92366 w 120506"/>
              <a:gd name="csY15" fmla="*/ 33886 h 134676"/>
              <a:gd name="csX16" fmla="*/ 74349 w 120506"/>
              <a:gd name="csY16" fmla="*/ 37527 h 134676"/>
              <a:gd name="csX17" fmla="*/ 49713 w 120506"/>
              <a:gd name="csY17" fmla="*/ 37527 h 134676"/>
              <a:gd name="csX18" fmla="*/ 43197 w 120506"/>
              <a:gd name="csY18" fmla="*/ 38581 h 134676"/>
              <a:gd name="csX19" fmla="*/ 31679 w 120506"/>
              <a:gd name="csY19" fmla="*/ 33886 h 134676"/>
              <a:gd name="csX20" fmla="*/ 31679 w 120506"/>
              <a:gd name="csY20" fmla="*/ 26367 h 134676"/>
              <a:gd name="csX21" fmla="*/ 94527 w 120506"/>
              <a:gd name="csY21" fmla="*/ 56137 h 134676"/>
              <a:gd name="csX22" fmla="*/ 80337 w 120506"/>
              <a:gd name="csY22" fmla="*/ 59845 h 134676"/>
              <a:gd name="csX23" fmla="*/ 73226 w 120506"/>
              <a:gd name="csY23" fmla="*/ 58705 h 134676"/>
              <a:gd name="csX24" fmla="*/ 62762 w 120506"/>
              <a:gd name="csY24" fmla="*/ 56698 h 134676"/>
              <a:gd name="csX25" fmla="*/ 62031 w 120506"/>
              <a:gd name="csY25" fmla="*/ 56698 h 134676"/>
              <a:gd name="csX26" fmla="*/ 67339 w 120506"/>
              <a:gd name="csY26" fmla="*/ 62022 h 134676"/>
              <a:gd name="csX27" fmla="*/ 62031 w 120506"/>
              <a:gd name="csY27" fmla="*/ 67330 h 134676"/>
              <a:gd name="csX28" fmla="*/ 67339 w 120506"/>
              <a:gd name="csY28" fmla="*/ 72654 h 134676"/>
              <a:gd name="csX29" fmla="*/ 62031 w 120506"/>
              <a:gd name="csY29" fmla="*/ 77962 h 134676"/>
              <a:gd name="csX30" fmla="*/ 83298 w 120506"/>
              <a:gd name="csY30" fmla="*/ 77962 h 134676"/>
              <a:gd name="csX31" fmla="*/ 91175 w 120506"/>
              <a:gd name="csY31" fmla="*/ 81466 h 134676"/>
              <a:gd name="csX32" fmla="*/ 93880 w 120506"/>
              <a:gd name="csY32" fmla="*/ 89682 h 134676"/>
              <a:gd name="csX33" fmla="*/ 82787 w 120506"/>
              <a:gd name="csY33" fmla="*/ 99226 h 134676"/>
              <a:gd name="csX34" fmla="*/ 81835 w 120506"/>
              <a:gd name="csY34" fmla="*/ 99226 h 134676"/>
              <a:gd name="csX35" fmla="*/ 73974 w 120506"/>
              <a:gd name="csY35" fmla="*/ 106047 h 134676"/>
              <a:gd name="csX36" fmla="*/ 68683 w 120506"/>
              <a:gd name="csY36" fmla="*/ 114672 h 134676"/>
              <a:gd name="csX37" fmla="*/ 61419 w 120506"/>
              <a:gd name="csY37" fmla="*/ 116951 h 134676"/>
              <a:gd name="csX38" fmla="*/ 58679 w 120506"/>
              <a:gd name="csY38" fmla="*/ 116662 h 134676"/>
              <a:gd name="csX39" fmla="*/ 49084 w 120506"/>
              <a:gd name="csY39" fmla="*/ 107323 h 134676"/>
              <a:gd name="csX40" fmla="*/ 48403 w 120506"/>
              <a:gd name="csY40" fmla="*/ 104992 h 134676"/>
              <a:gd name="csX41" fmla="*/ 40781 w 120506"/>
              <a:gd name="csY41" fmla="*/ 99226 h 134676"/>
              <a:gd name="csX42" fmla="*/ 37209 w 120506"/>
              <a:gd name="csY42" fmla="*/ 99226 h 134676"/>
              <a:gd name="csX43" fmla="*/ 29331 w 120506"/>
              <a:gd name="csY43" fmla="*/ 95739 h 134676"/>
              <a:gd name="csX44" fmla="*/ 26643 w 120506"/>
              <a:gd name="csY44" fmla="*/ 87505 h 134676"/>
              <a:gd name="csX45" fmla="*/ 37719 w 120506"/>
              <a:gd name="csY45" fmla="*/ 77962 h 134676"/>
              <a:gd name="csX46" fmla="*/ 62031 w 120506"/>
              <a:gd name="csY46" fmla="*/ 77962 h 134676"/>
              <a:gd name="csX47" fmla="*/ 56706 w 120506"/>
              <a:gd name="csY47" fmla="*/ 72654 h 134676"/>
              <a:gd name="csX48" fmla="*/ 62031 w 120506"/>
              <a:gd name="csY48" fmla="*/ 67330 h 134676"/>
              <a:gd name="csX49" fmla="*/ 56706 w 120506"/>
              <a:gd name="csY49" fmla="*/ 62022 h 134676"/>
              <a:gd name="csX50" fmla="*/ 62031 w 120506"/>
              <a:gd name="csY50" fmla="*/ 56698 h 134676"/>
              <a:gd name="csX51" fmla="*/ 60398 w 120506"/>
              <a:gd name="csY51" fmla="*/ 56698 h 134676"/>
              <a:gd name="csX52" fmla="*/ 50887 w 120506"/>
              <a:gd name="csY52" fmla="*/ 58127 h 134676"/>
              <a:gd name="csX53" fmla="*/ 28140 w 120506"/>
              <a:gd name="csY53" fmla="*/ 55150 h 134676"/>
              <a:gd name="csX54" fmla="*/ 28140 w 120506"/>
              <a:gd name="csY54" fmla="*/ 47631 h 134676"/>
              <a:gd name="csX55" fmla="*/ 35558 w 120506"/>
              <a:gd name="csY55" fmla="*/ 47529 h 134676"/>
              <a:gd name="csX56" fmla="*/ 47365 w 120506"/>
              <a:gd name="csY56" fmla="*/ 48090 h 134676"/>
              <a:gd name="csX57" fmla="*/ 60398 w 120506"/>
              <a:gd name="csY57" fmla="*/ 46066 h 134676"/>
              <a:gd name="csX58" fmla="*/ 62031 w 120506"/>
              <a:gd name="csY58" fmla="*/ 46066 h 134676"/>
              <a:gd name="csX59" fmla="*/ 56706 w 120506"/>
              <a:gd name="csY59" fmla="*/ 40759 h 134676"/>
              <a:gd name="csX60" fmla="*/ 62031 w 120506"/>
              <a:gd name="csY60" fmla="*/ 35434 h 134676"/>
              <a:gd name="csX61" fmla="*/ 67339 w 120506"/>
              <a:gd name="csY61" fmla="*/ 40759 h 134676"/>
              <a:gd name="csX62" fmla="*/ 62031 w 120506"/>
              <a:gd name="csY62" fmla="*/ 46066 h 134676"/>
              <a:gd name="csX63" fmla="*/ 62762 w 120506"/>
              <a:gd name="csY63" fmla="*/ 46066 h 134676"/>
              <a:gd name="csX64" fmla="*/ 76680 w 120506"/>
              <a:gd name="csY64" fmla="*/ 48652 h 134676"/>
              <a:gd name="csX65" fmla="*/ 89780 w 120506"/>
              <a:gd name="csY65" fmla="*/ 46627 h 134676"/>
              <a:gd name="csX66" fmla="*/ 96908 w 120506"/>
              <a:gd name="csY66" fmla="*/ 49009 h 134676"/>
              <a:gd name="csX67" fmla="*/ 94527 w 120506"/>
              <a:gd name="csY67" fmla="*/ 56137 h 134676"/>
            </a:gdLst>
            <a:ahLst/>
            <a:cxnLst/>
            <a:rect l="l" t="t" r="r" b="b"/>
            <a:pathLst>
              <a:path w="100000" h="100000">
                <a:moveTo>
                  <a:pt x="80262" y="0"/>
                </a:moveTo>
                <a:lnTo>
                  <a:pt x="19738" y="0"/>
                </a:lnTo>
                <a:cubicBezTo>
                  <a:pt x="11754" y="0"/>
                  <a:pt x="5261" y="6493"/>
                  <a:pt x="5261" y="14475"/>
                </a:cubicBezTo>
                <a:lnTo>
                  <a:pt x="5261" y="85525"/>
                </a:lnTo>
                <a:cubicBezTo>
                  <a:pt x="5261" y="93496"/>
                  <a:pt x="11754" y="100001"/>
                  <a:pt x="19738" y="100001"/>
                </a:cubicBezTo>
                <a:lnTo>
                  <a:pt x="80262" y="100001"/>
                </a:lnTo>
                <a:cubicBezTo>
                  <a:pt x="88246" y="100001"/>
                  <a:pt x="94739" y="93496"/>
                  <a:pt x="94739" y="85525"/>
                </a:cubicBezTo>
                <a:lnTo>
                  <a:pt x="94739" y="14475"/>
                </a:lnTo>
                <a:cubicBezTo>
                  <a:pt x="94739" y="6493"/>
                  <a:pt x="88246" y="0"/>
                  <a:pt x="80262" y="0"/>
                </a:cubicBezTo>
                <a:close/>
                <a:moveTo>
                  <a:pt x="28783" y="19578"/>
                </a:moveTo>
                <a:cubicBezTo>
                  <a:pt x="30325" y="18037"/>
                  <a:pt x="32825" y="18037"/>
                  <a:pt x="34367" y="19578"/>
                </a:cubicBezTo>
                <a:cubicBezTo>
                  <a:pt x="34834" y="20046"/>
                  <a:pt x="36249" y="21460"/>
                  <a:pt x="39799" y="20336"/>
                </a:cubicBezTo>
                <a:cubicBezTo>
                  <a:pt x="48011" y="17747"/>
                  <a:pt x="54693" y="17772"/>
                  <a:pt x="62841" y="20336"/>
                </a:cubicBezTo>
                <a:cubicBezTo>
                  <a:pt x="66404" y="21460"/>
                  <a:pt x="67806" y="20046"/>
                  <a:pt x="68261" y="19578"/>
                </a:cubicBezTo>
                <a:cubicBezTo>
                  <a:pt x="69815" y="18037"/>
                  <a:pt x="72303" y="18037"/>
                  <a:pt x="73845" y="19578"/>
                </a:cubicBezTo>
                <a:cubicBezTo>
                  <a:pt x="75385" y="21120"/>
                  <a:pt x="75385" y="23620"/>
                  <a:pt x="73845" y="25161"/>
                </a:cubicBezTo>
                <a:cubicBezTo>
                  <a:pt x="70446" y="28559"/>
                  <a:pt x="65696" y="29506"/>
                  <a:pt x="60467" y="27865"/>
                </a:cubicBezTo>
                <a:cubicBezTo>
                  <a:pt x="53821" y="25767"/>
                  <a:pt x="48756" y="25780"/>
                  <a:pt x="42174" y="27865"/>
                </a:cubicBezTo>
                <a:cubicBezTo>
                  <a:pt x="40493" y="28382"/>
                  <a:pt x="38877" y="28647"/>
                  <a:pt x="37336" y="28647"/>
                </a:cubicBezTo>
                <a:cubicBezTo>
                  <a:pt x="34039" y="28647"/>
                  <a:pt x="31095" y="27473"/>
                  <a:pt x="28783" y="25161"/>
                </a:cubicBezTo>
                <a:cubicBezTo>
                  <a:pt x="27242" y="23620"/>
                  <a:pt x="27242" y="21120"/>
                  <a:pt x="28783" y="19578"/>
                </a:cubicBezTo>
                <a:close/>
                <a:moveTo>
                  <a:pt x="75449" y="41683"/>
                </a:moveTo>
                <a:cubicBezTo>
                  <a:pt x="71330" y="43754"/>
                  <a:pt x="67793" y="44436"/>
                  <a:pt x="64913" y="44436"/>
                </a:cubicBezTo>
                <a:cubicBezTo>
                  <a:pt x="62778" y="44436"/>
                  <a:pt x="61022" y="44058"/>
                  <a:pt x="59633" y="43590"/>
                </a:cubicBezTo>
                <a:cubicBezTo>
                  <a:pt x="56727" y="42592"/>
                  <a:pt x="54188" y="42100"/>
                  <a:pt x="51863" y="42100"/>
                </a:cubicBezTo>
                <a:lnTo>
                  <a:pt x="51320" y="42100"/>
                </a:lnTo>
                <a:cubicBezTo>
                  <a:pt x="53493" y="42100"/>
                  <a:pt x="55262" y="43868"/>
                  <a:pt x="55262" y="46053"/>
                </a:cubicBezTo>
                <a:cubicBezTo>
                  <a:pt x="55262" y="48225"/>
                  <a:pt x="53493" y="49994"/>
                  <a:pt x="51320" y="49994"/>
                </a:cubicBezTo>
                <a:cubicBezTo>
                  <a:pt x="53493" y="49994"/>
                  <a:pt x="55262" y="51762"/>
                  <a:pt x="55262" y="53947"/>
                </a:cubicBezTo>
                <a:cubicBezTo>
                  <a:pt x="55262" y="56120"/>
                  <a:pt x="53493" y="57889"/>
                  <a:pt x="51320" y="57889"/>
                </a:cubicBezTo>
                <a:lnTo>
                  <a:pt x="67111" y="57889"/>
                </a:lnTo>
                <a:cubicBezTo>
                  <a:pt x="69335" y="57889"/>
                  <a:pt x="71469" y="58836"/>
                  <a:pt x="72960" y="60490"/>
                </a:cubicBezTo>
                <a:cubicBezTo>
                  <a:pt x="74451" y="62145"/>
                  <a:pt x="75183" y="64369"/>
                  <a:pt x="74969" y="66591"/>
                </a:cubicBezTo>
                <a:cubicBezTo>
                  <a:pt x="74565" y="70570"/>
                  <a:pt x="70952" y="73678"/>
                  <a:pt x="66732" y="73678"/>
                </a:cubicBezTo>
                <a:lnTo>
                  <a:pt x="66025" y="73678"/>
                </a:lnTo>
                <a:cubicBezTo>
                  <a:pt x="63119" y="73678"/>
                  <a:pt x="60605" y="75863"/>
                  <a:pt x="60188" y="78742"/>
                </a:cubicBezTo>
                <a:cubicBezTo>
                  <a:pt x="59822" y="81319"/>
                  <a:pt x="58382" y="83643"/>
                  <a:pt x="56259" y="85147"/>
                </a:cubicBezTo>
                <a:cubicBezTo>
                  <a:pt x="54656" y="86258"/>
                  <a:pt x="52786" y="86839"/>
                  <a:pt x="50866" y="86839"/>
                </a:cubicBezTo>
                <a:cubicBezTo>
                  <a:pt x="50196" y="86839"/>
                  <a:pt x="49514" y="86776"/>
                  <a:pt x="48831" y="86624"/>
                </a:cubicBezTo>
                <a:cubicBezTo>
                  <a:pt x="45459" y="85917"/>
                  <a:pt x="42717" y="83252"/>
                  <a:pt x="41707" y="79690"/>
                </a:cubicBezTo>
                <a:lnTo>
                  <a:pt x="41201" y="77959"/>
                </a:lnTo>
                <a:cubicBezTo>
                  <a:pt x="40493" y="75433"/>
                  <a:pt x="38157" y="73678"/>
                  <a:pt x="35542" y="73678"/>
                </a:cubicBezTo>
                <a:lnTo>
                  <a:pt x="32889" y="73678"/>
                </a:lnTo>
                <a:cubicBezTo>
                  <a:pt x="30665" y="73678"/>
                  <a:pt x="28531" y="72730"/>
                  <a:pt x="27040" y="71088"/>
                </a:cubicBezTo>
                <a:cubicBezTo>
                  <a:pt x="25549" y="69433"/>
                  <a:pt x="24817" y="67210"/>
                  <a:pt x="25044" y="64974"/>
                </a:cubicBezTo>
                <a:cubicBezTo>
                  <a:pt x="25435" y="61009"/>
                  <a:pt x="29061" y="57889"/>
                  <a:pt x="33268" y="57889"/>
                </a:cubicBezTo>
                <a:lnTo>
                  <a:pt x="51320" y="57889"/>
                </a:lnTo>
                <a:cubicBezTo>
                  <a:pt x="49135" y="57889"/>
                  <a:pt x="47366" y="56120"/>
                  <a:pt x="47366" y="53947"/>
                </a:cubicBezTo>
                <a:cubicBezTo>
                  <a:pt x="47366" y="51762"/>
                  <a:pt x="49135" y="49994"/>
                  <a:pt x="51320" y="49994"/>
                </a:cubicBezTo>
                <a:cubicBezTo>
                  <a:pt x="49135" y="49994"/>
                  <a:pt x="47366" y="48225"/>
                  <a:pt x="47366" y="46053"/>
                </a:cubicBezTo>
                <a:cubicBezTo>
                  <a:pt x="47366" y="43868"/>
                  <a:pt x="49135" y="42100"/>
                  <a:pt x="51320" y="42100"/>
                </a:cubicBezTo>
                <a:lnTo>
                  <a:pt x="50108" y="42100"/>
                </a:lnTo>
                <a:cubicBezTo>
                  <a:pt x="47392" y="42100"/>
                  <a:pt x="45079" y="42454"/>
                  <a:pt x="43046" y="43161"/>
                </a:cubicBezTo>
                <a:cubicBezTo>
                  <a:pt x="34468" y="46167"/>
                  <a:pt x="28392" y="43186"/>
                  <a:pt x="26155" y="40950"/>
                </a:cubicBezTo>
                <a:cubicBezTo>
                  <a:pt x="24615" y="39409"/>
                  <a:pt x="24615" y="36908"/>
                  <a:pt x="26155" y="35367"/>
                </a:cubicBezTo>
                <a:cubicBezTo>
                  <a:pt x="27672" y="33852"/>
                  <a:pt x="30122" y="33826"/>
                  <a:pt x="31663" y="35291"/>
                </a:cubicBezTo>
                <a:cubicBezTo>
                  <a:pt x="31903" y="35493"/>
                  <a:pt x="34682" y="37729"/>
                  <a:pt x="40430" y="35708"/>
                </a:cubicBezTo>
                <a:cubicBezTo>
                  <a:pt x="43323" y="34697"/>
                  <a:pt x="46482" y="34205"/>
                  <a:pt x="50108" y="34205"/>
                </a:cubicBezTo>
                <a:lnTo>
                  <a:pt x="51320" y="34205"/>
                </a:lnTo>
                <a:cubicBezTo>
                  <a:pt x="49135" y="34205"/>
                  <a:pt x="47366" y="32436"/>
                  <a:pt x="47366" y="30264"/>
                </a:cubicBezTo>
                <a:cubicBezTo>
                  <a:pt x="47366" y="28079"/>
                  <a:pt x="49135" y="26311"/>
                  <a:pt x="51320" y="26311"/>
                </a:cubicBezTo>
                <a:cubicBezTo>
                  <a:pt x="53493" y="26311"/>
                  <a:pt x="55262" y="28079"/>
                  <a:pt x="55262" y="30264"/>
                </a:cubicBezTo>
                <a:cubicBezTo>
                  <a:pt x="55262" y="32436"/>
                  <a:pt x="53493" y="34205"/>
                  <a:pt x="51320" y="34205"/>
                </a:cubicBezTo>
                <a:lnTo>
                  <a:pt x="51863" y="34205"/>
                </a:lnTo>
                <a:cubicBezTo>
                  <a:pt x="55072" y="34205"/>
                  <a:pt x="58458" y="34837"/>
                  <a:pt x="62197" y="36125"/>
                </a:cubicBezTo>
                <a:cubicBezTo>
                  <a:pt x="64016" y="36744"/>
                  <a:pt x="67187" y="36997"/>
                  <a:pt x="71924" y="34622"/>
                </a:cubicBezTo>
                <a:cubicBezTo>
                  <a:pt x="73883" y="33662"/>
                  <a:pt x="76244" y="34445"/>
                  <a:pt x="77217" y="36390"/>
                </a:cubicBezTo>
                <a:cubicBezTo>
                  <a:pt x="78190" y="38336"/>
                  <a:pt x="77407" y="40710"/>
                  <a:pt x="75449" y="4168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0652193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FE1A27BF-F838-ED4C-9EAD-6E82550A06A0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7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A49A45C-F264-6A46-A633-019AD28D5D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Энергетика</a:t>
            </a:r>
          </a:p>
        </p:txBody>
      </p:sp>
      <p:sp>
        <p:nvSpPr>
          <p:cNvPr id="188" name="Красный — SVG 1">
            <a:extLst>
              <a:ext uri="{FF2B5EF4-FFF2-40B4-BE49-F238E27FC236}">
                <a16:creationId xmlns:a16="http://schemas.microsoft.com/office/drawing/2014/main" id="{2EF242EC-D8BA-E24B-B19A-0D8C62A1FD58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65570 w 85067"/>
              <a:gd name="csY0" fmla="*/ 14170 h 141753"/>
              <a:gd name="csX1" fmla="*/ 56706 w 85067"/>
              <a:gd name="csY1" fmla="*/ 14170 h 141753"/>
              <a:gd name="csX2" fmla="*/ 56706 w 85067"/>
              <a:gd name="csY2" fmla="*/ 7093 h 141753"/>
              <a:gd name="csX3" fmla="*/ 49628 w 85067"/>
              <a:gd name="csY3" fmla="*/ 0 h 141753"/>
              <a:gd name="csX4" fmla="*/ 35439 w 85067"/>
              <a:gd name="csY4" fmla="*/ 0 h 141753"/>
              <a:gd name="csX5" fmla="*/ 28361 w 85067"/>
              <a:gd name="csY5" fmla="*/ 7093 h 141753"/>
              <a:gd name="csX6" fmla="*/ 28361 w 85067"/>
              <a:gd name="csY6" fmla="*/ 14170 h 141753"/>
              <a:gd name="csX7" fmla="*/ 19497 w 85067"/>
              <a:gd name="csY7" fmla="*/ 14170 h 141753"/>
              <a:gd name="csX8" fmla="*/ 0 w 85067"/>
              <a:gd name="csY8" fmla="*/ 33665 h 141753"/>
              <a:gd name="csX9" fmla="*/ 0 w 85067"/>
              <a:gd name="csY9" fmla="*/ 122259 h 141753"/>
              <a:gd name="csX10" fmla="*/ 19497 w 85067"/>
              <a:gd name="csY10" fmla="*/ 141754 h 141753"/>
              <a:gd name="csX11" fmla="*/ 65570 w 85067"/>
              <a:gd name="csY11" fmla="*/ 141754 h 141753"/>
              <a:gd name="csX12" fmla="*/ 85067 w 85067"/>
              <a:gd name="csY12" fmla="*/ 122259 h 141753"/>
              <a:gd name="csX13" fmla="*/ 85067 w 85067"/>
              <a:gd name="csY13" fmla="*/ 33665 h 141753"/>
              <a:gd name="csX14" fmla="*/ 65570 w 85067"/>
              <a:gd name="csY14" fmla="*/ 14170 h 141753"/>
              <a:gd name="csX15" fmla="*/ 63205 w 85067"/>
              <a:gd name="csY15" fmla="*/ 75036 h 141753"/>
              <a:gd name="csX16" fmla="*/ 39913 w 85067"/>
              <a:gd name="csY16" fmla="*/ 108956 h 141753"/>
              <a:gd name="csX17" fmla="*/ 37974 w 85067"/>
              <a:gd name="csY17" fmla="*/ 109858 h 141753"/>
              <a:gd name="csX18" fmla="*/ 36817 w 85067"/>
              <a:gd name="csY18" fmla="*/ 109585 h 141753"/>
              <a:gd name="csX19" fmla="*/ 35524 w 85067"/>
              <a:gd name="csY19" fmla="*/ 106711 h 141753"/>
              <a:gd name="csX20" fmla="*/ 42534 w 85067"/>
              <a:gd name="csY20" fmla="*/ 85056 h 141753"/>
              <a:gd name="csX21" fmla="*/ 23802 w 85067"/>
              <a:gd name="csY21" fmla="*/ 85056 h 141753"/>
              <a:gd name="csX22" fmla="*/ 21505 w 85067"/>
              <a:gd name="csY22" fmla="*/ 83592 h 141753"/>
              <a:gd name="csX23" fmla="*/ 21845 w 85067"/>
              <a:gd name="csY23" fmla="*/ 80905 h 141753"/>
              <a:gd name="csX24" fmla="*/ 45136 w 85067"/>
              <a:gd name="csY24" fmla="*/ 46985 h 141753"/>
              <a:gd name="csX25" fmla="*/ 47093 w 85067"/>
              <a:gd name="csY25" fmla="*/ 46066 h 141753"/>
              <a:gd name="csX26" fmla="*/ 48250 w 85067"/>
              <a:gd name="csY26" fmla="*/ 46355 h 141753"/>
              <a:gd name="csX27" fmla="*/ 49543 w 85067"/>
              <a:gd name="csY27" fmla="*/ 49230 h 141753"/>
              <a:gd name="csX28" fmla="*/ 42534 w 85067"/>
              <a:gd name="csY28" fmla="*/ 70885 h 141753"/>
              <a:gd name="csX29" fmla="*/ 61265 w 85067"/>
              <a:gd name="csY29" fmla="*/ 70885 h 141753"/>
              <a:gd name="csX30" fmla="*/ 63562 w 85067"/>
              <a:gd name="csY30" fmla="*/ 72331 h 141753"/>
              <a:gd name="csX31" fmla="*/ 63205 w 85067"/>
              <a:gd name="csY31" fmla="*/ 75036 h 141753"/>
            </a:gdLst>
            <a:ahLst/>
            <a:cxnLst/>
            <a:rect l="l" t="t" r="r" b="b"/>
            <a:pathLst>
              <a:path w="100000" h="100000">
                <a:moveTo>
                  <a:pt x="66251" y="9996"/>
                </a:moveTo>
                <a:lnTo>
                  <a:pt x="59998" y="9996"/>
                </a:lnTo>
                <a:lnTo>
                  <a:pt x="59998" y="5004"/>
                </a:lnTo>
                <a:cubicBezTo>
                  <a:pt x="59998" y="2232"/>
                  <a:pt x="57766" y="0"/>
                  <a:pt x="55005" y="0"/>
                </a:cubicBezTo>
                <a:lnTo>
                  <a:pt x="44995" y="0"/>
                </a:lnTo>
                <a:cubicBezTo>
                  <a:pt x="42234" y="0"/>
                  <a:pt x="40002" y="2232"/>
                  <a:pt x="40002" y="5004"/>
                </a:cubicBezTo>
                <a:lnTo>
                  <a:pt x="40002" y="9996"/>
                </a:lnTo>
                <a:lnTo>
                  <a:pt x="33749" y="9996"/>
                </a:lnTo>
                <a:cubicBezTo>
                  <a:pt x="26164" y="9996"/>
                  <a:pt x="19995" y="16165"/>
                  <a:pt x="19995" y="23749"/>
                </a:cubicBezTo>
                <a:lnTo>
                  <a:pt x="19995" y="86248"/>
                </a:lnTo>
                <a:cubicBezTo>
                  <a:pt x="19995" y="93832"/>
                  <a:pt x="26164" y="100001"/>
                  <a:pt x="33749" y="100001"/>
                </a:cubicBezTo>
                <a:lnTo>
                  <a:pt x="66251" y="100001"/>
                </a:lnTo>
                <a:cubicBezTo>
                  <a:pt x="73836" y="100001"/>
                  <a:pt x="80005" y="93832"/>
                  <a:pt x="80005" y="86248"/>
                </a:cubicBezTo>
                <a:lnTo>
                  <a:pt x="80005" y="23749"/>
                </a:lnTo>
                <a:cubicBezTo>
                  <a:pt x="80005" y="16165"/>
                  <a:pt x="73836" y="9996"/>
                  <a:pt x="66251" y="9996"/>
                </a:cubicBezTo>
                <a:close/>
                <a:moveTo>
                  <a:pt x="64583" y="52934"/>
                </a:moveTo>
                <a:lnTo>
                  <a:pt x="48151" y="76863"/>
                </a:lnTo>
                <a:cubicBezTo>
                  <a:pt x="47816" y="77283"/>
                  <a:pt x="47300" y="77500"/>
                  <a:pt x="46783" y="77500"/>
                </a:cubicBezTo>
                <a:cubicBezTo>
                  <a:pt x="46507" y="77500"/>
                  <a:pt x="46231" y="77440"/>
                  <a:pt x="45967" y="77307"/>
                </a:cubicBezTo>
                <a:cubicBezTo>
                  <a:pt x="45223" y="76923"/>
                  <a:pt x="44851" y="76083"/>
                  <a:pt x="45055" y="75280"/>
                </a:cubicBezTo>
                <a:lnTo>
                  <a:pt x="50000" y="60003"/>
                </a:lnTo>
                <a:lnTo>
                  <a:pt x="36786" y="60003"/>
                </a:lnTo>
                <a:cubicBezTo>
                  <a:pt x="36090" y="60003"/>
                  <a:pt x="35466" y="59606"/>
                  <a:pt x="35165" y="58970"/>
                </a:cubicBezTo>
                <a:cubicBezTo>
                  <a:pt x="34866" y="58347"/>
                  <a:pt x="34974" y="57602"/>
                  <a:pt x="35405" y="57075"/>
                </a:cubicBezTo>
                <a:lnTo>
                  <a:pt x="51836" y="33146"/>
                </a:lnTo>
                <a:cubicBezTo>
                  <a:pt x="52184" y="32725"/>
                  <a:pt x="52701" y="32497"/>
                  <a:pt x="53217" y="32497"/>
                </a:cubicBezTo>
                <a:cubicBezTo>
                  <a:pt x="53493" y="32497"/>
                  <a:pt x="53769" y="32569"/>
                  <a:pt x="54033" y="32701"/>
                </a:cubicBezTo>
                <a:cubicBezTo>
                  <a:pt x="54765" y="33074"/>
                  <a:pt x="55149" y="33925"/>
                  <a:pt x="54945" y="34729"/>
                </a:cubicBezTo>
                <a:lnTo>
                  <a:pt x="50000" y="50006"/>
                </a:lnTo>
                <a:lnTo>
                  <a:pt x="63214" y="50006"/>
                </a:lnTo>
                <a:cubicBezTo>
                  <a:pt x="63910" y="50006"/>
                  <a:pt x="64535" y="50402"/>
                  <a:pt x="64835" y="51026"/>
                </a:cubicBezTo>
                <a:cubicBezTo>
                  <a:pt x="65123" y="51662"/>
                  <a:pt x="65026" y="52394"/>
                  <a:pt x="64583" y="5293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9" name="Красный — SVG 2">
            <a:extLst>
              <a:ext uri="{FF2B5EF4-FFF2-40B4-BE49-F238E27FC236}">
                <a16:creationId xmlns:a16="http://schemas.microsoft.com/office/drawing/2014/main" id="{62C1ED70-49BF-9744-BFDA-484C1B767A4A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61248 w 170134"/>
              <a:gd name="csY0" fmla="*/ 0 h 136088"/>
              <a:gd name="csX1" fmla="*/ 58339 w 170134"/>
              <a:gd name="csY1" fmla="*/ 1650 h 136088"/>
              <a:gd name="csX2" fmla="*/ 53201 w 170134"/>
              <a:gd name="csY2" fmla="*/ 10207 h 136088"/>
              <a:gd name="csX3" fmla="*/ 116933 w 170134"/>
              <a:gd name="csY3" fmla="*/ 10207 h 136088"/>
              <a:gd name="csX4" fmla="*/ 111795 w 170134"/>
              <a:gd name="csY4" fmla="*/ 1650 h 136088"/>
              <a:gd name="csX5" fmla="*/ 108886 w 170134"/>
              <a:gd name="csY5" fmla="*/ 0 h 136088"/>
              <a:gd name="csX6" fmla="*/ 61248 w 170134"/>
              <a:gd name="csY6" fmla="*/ 0 h 136088"/>
              <a:gd name="csX7" fmla="*/ 27170 w 170134"/>
              <a:gd name="csY7" fmla="*/ 10156 h 136088"/>
              <a:gd name="csX8" fmla="*/ 24789 w 170134"/>
              <a:gd name="csY8" fmla="*/ 11193 h 136088"/>
              <a:gd name="csX9" fmla="*/ 23819 w 170134"/>
              <a:gd name="csY9" fmla="*/ 13609 h 136088"/>
              <a:gd name="csX10" fmla="*/ 23819 w 170134"/>
              <a:gd name="csY10" fmla="*/ 17011 h 136088"/>
              <a:gd name="csX11" fmla="*/ 20416 w 170134"/>
              <a:gd name="csY11" fmla="*/ 17011 h 136088"/>
              <a:gd name="csX12" fmla="*/ 0 w 170134"/>
              <a:gd name="csY12" fmla="*/ 68044 h 136088"/>
              <a:gd name="csX13" fmla="*/ 20416 w 170134"/>
              <a:gd name="csY13" fmla="*/ 119078 h 136088"/>
              <a:gd name="csX14" fmla="*/ 23819 w 170134"/>
              <a:gd name="csY14" fmla="*/ 119078 h 136088"/>
              <a:gd name="csX15" fmla="*/ 23819 w 170134"/>
              <a:gd name="csY15" fmla="*/ 108871 h 136088"/>
              <a:gd name="csX16" fmla="*/ 34027 w 170134"/>
              <a:gd name="csY16" fmla="*/ 98664 h 136088"/>
              <a:gd name="csX17" fmla="*/ 44235 w 170134"/>
              <a:gd name="csY17" fmla="*/ 98664 h 136088"/>
              <a:gd name="csX18" fmla="*/ 54443 w 170134"/>
              <a:gd name="csY18" fmla="*/ 108871 h 136088"/>
              <a:gd name="csX19" fmla="*/ 54443 w 170134"/>
              <a:gd name="csY19" fmla="*/ 119078 h 136088"/>
              <a:gd name="csX20" fmla="*/ 115691 w 170134"/>
              <a:gd name="csY20" fmla="*/ 119078 h 136088"/>
              <a:gd name="csX21" fmla="*/ 115691 w 170134"/>
              <a:gd name="csY21" fmla="*/ 108871 h 136088"/>
              <a:gd name="csX22" fmla="*/ 125899 w 170134"/>
              <a:gd name="csY22" fmla="*/ 98664 h 136088"/>
              <a:gd name="csX23" fmla="*/ 136107 w 170134"/>
              <a:gd name="csY23" fmla="*/ 98664 h 136088"/>
              <a:gd name="csX24" fmla="*/ 146315 w 170134"/>
              <a:gd name="csY24" fmla="*/ 108871 h 136088"/>
              <a:gd name="csX25" fmla="*/ 146315 w 170134"/>
              <a:gd name="csY25" fmla="*/ 119078 h 136088"/>
              <a:gd name="csX26" fmla="*/ 149718 w 170134"/>
              <a:gd name="csY26" fmla="*/ 119078 h 136088"/>
              <a:gd name="csX27" fmla="*/ 170134 w 170134"/>
              <a:gd name="csY27" fmla="*/ 68044 h 136088"/>
              <a:gd name="csX28" fmla="*/ 149718 w 170134"/>
              <a:gd name="csY28" fmla="*/ 17011 h 136088"/>
              <a:gd name="csX29" fmla="*/ 146315 w 170134"/>
              <a:gd name="csY29" fmla="*/ 17011 h 136088"/>
              <a:gd name="csX30" fmla="*/ 146315 w 170134"/>
              <a:gd name="csY30" fmla="*/ 13609 h 136088"/>
              <a:gd name="csX31" fmla="*/ 146060 w 170134"/>
              <a:gd name="csY31" fmla="*/ 12282 h 136088"/>
              <a:gd name="csX32" fmla="*/ 145311 w 170134"/>
              <a:gd name="csY32" fmla="*/ 11159 h 136088"/>
              <a:gd name="csX33" fmla="*/ 144189 w 170134"/>
              <a:gd name="csY33" fmla="*/ 10411 h 136088"/>
              <a:gd name="csX34" fmla="*/ 142862 w 170134"/>
              <a:gd name="csY34" fmla="*/ 10156 h 136088"/>
              <a:gd name="csX35" fmla="*/ 140480 w 170134"/>
              <a:gd name="csY35" fmla="*/ 11193 h 136088"/>
              <a:gd name="csX36" fmla="*/ 139510 w 170134"/>
              <a:gd name="csY36" fmla="*/ 13609 h 136088"/>
              <a:gd name="csX37" fmla="*/ 139510 w 170134"/>
              <a:gd name="csY37" fmla="*/ 17011 h 136088"/>
              <a:gd name="csX38" fmla="*/ 30624 w 170134"/>
              <a:gd name="csY38" fmla="*/ 17011 h 136088"/>
              <a:gd name="csX39" fmla="*/ 30624 w 170134"/>
              <a:gd name="csY39" fmla="*/ 13609 h 136088"/>
              <a:gd name="csX40" fmla="*/ 30369 w 170134"/>
              <a:gd name="csY40" fmla="*/ 12282 h 136088"/>
              <a:gd name="csX41" fmla="*/ 29620 w 170134"/>
              <a:gd name="csY41" fmla="*/ 11159 h 136088"/>
              <a:gd name="csX42" fmla="*/ 28497 w 170134"/>
              <a:gd name="csY42" fmla="*/ 10411 h 136088"/>
              <a:gd name="csX43" fmla="*/ 27170 w 170134"/>
              <a:gd name="csY43" fmla="*/ 10156 h 136088"/>
              <a:gd name="csX44" fmla="*/ 81664 w 170134"/>
              <a:gd name="csY44" fmla="*/ 44229 h 136088"/>
              <a:gd name="csX45" fmla="*/ 82413 w 170134"/>
              <a:gd name="csY45" fmla="*/ 44433 h 136088"/>
              <a:gd name="csX46" fmla="*/ 83400 w 170134"/>
              <a:gd name="csY46" fmla="*/ 45028 h 136088"/>
              <a:gd name="csX47" fmla="*/ 102080 w 170134"/>
              <a:gd name="csY47" fmla="*/ 75291 h 136088"/>
              <a:gd name="csX48" fmla="*/ 85067 w 170134"/>
              <a:gd name="csY48" fmla="*/ 91860 h 136088"/>
              <a:gd name="csX49" fmla="*/ 68054 w 170134"/>
              <a:gd name="csY49" fmla="*/ 75291 h 136088"/>
              <a:gd name="csX50" fmla="*/ 68054 w 170134"/>
              <a:gd name="csY50" fmla="*/ 75189 h 136088"/>
              <a:gd name="csX51" fmla="*/ 79963 w 170134"/>
              <a:gd name="csY51" fmla="*/ 45930 h 136088"/>
              <a:gd name="csX52" fmla="*/ 81664 w 170134"/>
              <a:gd name="csY52" fmla="*/ 44229 h 136088"/>
              <a:gd name="csX53" fmla="*/ 85067 w 170134"/>
              <a:gd name="csY53" fmla="*/ 91860 h 136088"/>
              <a:gd name="csX54" fmla="*/ 95275 w 170134"/>
              <a:gd name="csY54" fmla="*/ 82147 h 136088"/>
              <a:gd name="csX55" fmla="*/ 85067 w 170134"/>
              <a:gd name="csY55" fmla="*/ 64642 h 136088"/>
              <a:gd name="csX56" fmla="*/ 88470 w 170134"/>
              <a:gd name="csY56" fmla="*/ 74849 h 136088"/>
              <a:gd name="csX57" fmla="*/ 83366 w 170134"/>
              <a:gd name="csY57" fmla="*/ 81653 h 136088"/>
              <a:gd name="csX58" fmla="*/ 78262 w 170134"/>
              <a:gd name="csY58" fmla="*/ 74849 h 136088"/>
              <a:gd name="csX59" fmla="*/ 74859 w 170134"/>
              <a:gd name="csY59" fmla="*/ 82147 h 136088"/>
              <a:gd name="csX60" fmla="*/ 85067 w 170134"/>
              <a:gd name="csY60" fmla="*/ 91860 h 136088"/>
              <a:gd name="csX61" fmla="*/ 34027 w 170134"/>
              <a:gd name="csY61" fmla="*/ 105469 h 136088"/>
              <a:gd name="csX62" fmla="*/ 30624 w 170134"/>
              <a:gd name="csY62" fmla="*/ 108871 h 136088"/>
              <a:gd name="csX63" fmla="*/ 30624 w 170134"/>
              <a:gd name="csY63" fmla="*/ 132687 h 136088"/>
              <a:gd name="csX64" fmla="*/ 34027 w 170134"/>
              <a:gd name="csY64" fmla="*/ 136089 h 136088"/>
              <a:gd name="csX65" fmla="*/ 44235 w 170134"/>
              <a:gd name="csY65" fmla="*/ 136089 h 136088"/>
              <a:gd name="csX66" fmla="*/ 47638 w 170134"/>
              <a:gd name="csY66" fmla="*/ 132687 h 136088"/>
              <a:gd name="csX67" fmla="*/ 47638 w 170134"/>
              <a:gd name="csY67" fmla="*/ 108871 h 136088"/>
              <a:gd name="csX68" fmla="*/ 44235 w 170134"/>
              <a:gd name="csY68" fmla="*/ 105469 h 136088"/>
              <a:gd name="csX69" fmla="*/ 34027 w 170134"/>
              <a:gd name="csY69" fmla="*/ 105469 h 136088"/>
              <a:gd name="csX70" fmla="*/ 125899 w 170134"/>
              <a:gd name="csY70" fmla="*/ 105469 h 136088"/>
              <a:gd name="csX71" fmla="*/ 122497 w 170134"/>
              <a:gd name="csY71" fmla="*/ 108871 h 136088"/>
              <a:gd name="csX72" fmla="*/ 122497 w 170134"/>
              <a:gd name="csY72" fmla="*/ 132687 h 136088"/>
              <a:gd name="csX73" fmla="*/ 125899 w 170134"/>
              <a:gd name="csY73" fmla="*/ 136089 h 136088"/>
              <a:gd name="csX74" fmla="*/ 136107 w 170134"/>
              <a:gd name="csY74" fmla="*/ 136089 h 136088"/>
              <a:gd name="csX75" fmla="*/ 139510 w 170134"/>
              <a:gd name="csY75" fmla="*/ 132687 h 136088"/>
              <a:gd name="csX76" fmla="*/ 139510 w 170134"/>
              <a:gd name="csY76" fmla="*/ 108871 h 136088"/>
              <a:gd name="csX77" fmla="*/ 136107 w 170134"/>
              <a:gd name="csY77" fmla="*/ 105469 h 136088"/>
              <a:gd name="csX78" fmla="*/ 125899 w 170134"/>
              <a:gd name="csY78" fmla="*/ 105469 h 136088"/>
            </a:gdLst>
            <a:ahLst/>
            <a:cxnLst/>
            <a:rect l="l" t="t" r="r" b="b"/>
            <a:pathLst>
              <a:path w="100000" h="100000">
                <a:moveTo>
                  <a:pt x="36000" y="10006"/>
                </a:moveTo>
                <a:cubicBezTo>
                  <a:pt x="35300" y="10006"/>
                  <a:pt x="34650" y="10376"/>
                  <a:pt x="34290" y="10975"/>
                </a:cubicBezTo>
                <a:lnTo>
                  <a:pt x="31270" y="16005"/>
                </a:lnTo>
                <a:lnTo>
                  <a:pt x="68730" y="16005"/>
                </a:lnTo>
                <a:lnTo>
                  <a:pt x="65710" y="10975"/>
                </a:lnTo>
                <a:cubicBezTo>
                  <a:pt x="65350" y="10376"/>
                  <a:pt x="64700" y="10006"/>
                  <a:pt x="64000" y="10006"/>
                </a:cubicBezTo>
                <a:lnTo>
                  <a:pt x="36000" y="10006"/>
                </a:lnTo>
                <a:close/>
                <a:moveTo>
                  <a:pt x="15970" y="15975"/>
                </a:moveTo>
                <a:cubicBezTo>
                  <a:pt x="15440" y="15985"/>
                  <a:pt x="14930" y="16205"/>
                  <a:pt x="14570" y="16585"/>
                </a:cubicBezTo>
                <a:cubicBezTo>
                  <a:pt x="14200" y="16965"/>
                  <a:pt x="13990" y="17474"/>
                  <a:pt x="14000" y="18005"/>
                </a:cubicBezTo>
                <a:lnTo>
                  <a:pt x="14000" y="20004"/>
                </a:lnTo>
                <a:lnTo>
                  <a:pt x="12000" y="20004"/>
                </a:lnTo>
                <a:cubicBezTo>
                  <a:pt x="5610" y="20004"/>
                  <a:pt x="0" y="34023"/>
                  <a:pt x="0" y="50000"/>
                </a:cubicBezTo>
                <a:cubicBezTo>
                  <a:pt x="0" y="65978"/>
                  <a:pt x="5610" y="79996"/>
                  <a:pt x="12000" y="79996"/>
                </a:cubicBezTo>
                <a:lnTo>
                  <a:pt x="14000" y="79996"/>
                </a:lnTo>
                <a:lnTo>
                  <a:pt x="14000" y="73997"/>
                </a:lnTo>
                <a:cubicBezTo>
                  <a:pt x="14000" y="70687"/>
                  <a:pt x="16690" y="67998"/>
                  <a:pt x="20000" y="67998"/>
                </a:cubicBezTo>
                <a:lnTo>
                  <a:pt x="26000" y="67998"/>
                </a:lnTo>
                <a:cubicBezTo>
                  <a:pt x="29310" y="67998"/>
                  <a:pt x="32000" y="70687"/>
                  <a:pt x="32000" y="73997"/>
                </a:cubicBezTo>
                <a:lnTo>
                  <a:pt x="32000" y="79996"/>
                </a:lnTo>
                <a:lnTo>
                  <a:pt x="68000" y="79996"/>
                </a:lnTo>
                <a:lnTo>
                  <a:pt x="68000" y="73997"/>
                </a:lnTo>
                <a:cubicBezTo>
                  <a:pt x="68000" y="70687"/>
                  <a:pt x="70690" y="67998"/>
                  <a:pt x="74000" y="67998"/>
                </a:cubicBezTo>
                <a:lnTo>
                  <a:pt x="80000" y="67998"/>
                </a:lnTo>
                <a:cubicBezTo>
                  <a:pt x="83310" y="67998"/>
                  <a:pt x="86000" y="70687"/>
                  <a:pt x="86000" y="73997"/>
                </a:cubicBezTo>
                <a:lnTo>
                  <a:pt x="86000" y="79996"/>
                </a:lnTo>
                <a:lnTo>
                  <a:pt x="88000" y="79996"/>
                </a:lnTo>
                <a:cubicBezTo>
                  <a:pt x="94390" y="79996"/>
                  <a:pt x="100000" y="65978"/>
                  <a:pt x="100000" y="50000"/>
                </a:cubicBezTo>
                <a:cubicBezTo>
                  <a:pt x="100000" y="34023"/>
                  <a:pt x="94390" y="20004"/>
                  <a:pt x="88000" y="20004"/>
                </a:cubicBezTo>
                <a:lnTo>
                  <a:pt x="86000" y="20004"/>
                </a:lnTo>
                <a:lnTo>
                  <a:pt x="86000" y="18005"/>
                </a:lnTo>
                <a:cubicBezTo>
                  <a:pt x="86000" y="17735"/>
                  <a:pt x="85950" y="17474"/>
                  <a:pt x="85850" y="17225"/>
                </a:cubicBezTo>
                <a:cubicBezTo>
                  <a:pt x="85750" y="16975"/>
                  <a:pt x="85600" y="16754"/>
                  <a:pt x="85410" y="16565"/>
                </a:cubicBezTo>
                <a:cubicBezTo>
                  <a:pt x="85220" y="16375"/>
                  <a:pt x="85000" y="16225"/>
                  <a:pt x="84750" y="16125"/>
                </a:cubicBezTo>
                <a:cubicBezTo>
                  <a:pt x="84500" y="16025"/>
                  <a:pt x="84240" y="15975"/>
                  <a:pt x="83970" y="15975"/>
                </a:cubicBezTo>
                <a:cubicBezTo>
                  <a:pt x="83440" y="15985"/>
                  <a:pt x="82930" y="16205"/>
                  <a:pt x="82570" y="16585"/>
                </a:cubicBezTo>
                <a:cubicBezTo>
                  <a:pt x="82200" y="16965"/>
                  <a:pt x="81990" y="17474"/>
                  <a:pt x="82000" y="18005"/>
                </a:cubicBezTo>
                <a:lnTo>
                  <a:pt x="82000" y="20004"/>
                </a:lnTo>
                <a:lnTo>
                  <a:pt x="18000" y="20004"/>
                </a:lnTo>
                <a:lnTo>
                  <a:pt x="18000" y="18005"/>
                </a:lnTo>
                <a:cubicBezTo>
                  <a:pt x="18000" y="17735"/>
                  <a:pt x="17950" y="17474"/>
                  <a:pt x="17850" y="17225"/>
                </a:cubicBezTo>
                <a:cubicBezTo>
                  <a:pt x="17750" y="16975"/>
                  <a:pt x="17600" y="16754"/>
                  <a:pt x="17410" y="16565"/>
                </a:cubicBezTo>
                <a:cubicBezTo>
                  <a:pt x="17220" y="16375"/>
                  <a:pt x="17000" y="16225"/>
                  <a:pt x="16750" y="16125"/>
                </a:cubicBezTo>
                <a:cubicBezTo>
                  <a:pt x="16500" y="16025"/>
                  <a:pt x="16240" y="15975"/>
                  <a:pt x="15970" y="15975"/>
                </a:cubicBezTo>
                <a:close/>
                <a:moveTo>
                  <a:pt x="48000" y="36002"/>
                </a:moveTo>
                <a:cubicBezTo>
                  <a:pt x="48160" y="36002"/>
                  <a:pt x="48310" y="36052"/>
                  <a:pt x="48440" y="36122"/>
                </a:cubicBezTo>
                <a:cubicBezTo>
                  <a:pt x="48490" y="36152"/>
                  <a:pt x="48870" y="36382"/>
                  <a:pt x="49020" y="36472"/>
                </a:cubicBezTo>
                <a:cubicBezTo>
                  <a:pt x="51790" y="38302"/>
                  <a:pt x="60000" y="44631"/>
                  <a:pt x="60000" y="54260"/>
                </a:cubicBezTo>
                <a:cubicBezTo>
                  <a:pt x="60000" y="59859"/>
                  <a:pt x="55520" y="63998"/>
                  <a:pt x="50000" y="63998"/>
                </a:cubicBezTo>
                <a:cubicBezTo>
                  <a:pt x="44480" y="63998"/>
                  <a:pt x="40000" y="59679"/>
                  <a:pt x="40000" y="54260"/>
                </a:cubicBezTo>
                <a:lnTo>
                  <a:pt x="40000" y="54200"/>
                </a:lnTo>
                <a:cubicBezTo>
                  <a:pt x="40000" y="46141"/>
                  <a:pt x="46400" y="44531"/>
                  <a:pt x="47000" y="37002"/>
                </a:cubicBezTo>
                <a:cubicBezTo>
                  <a:pt x="47000" y="36452"/>
                  <a:pt x="47450" y="36002"/>
                  <a:pt x="48000" y="36002"/>
                </a:cubicBezTo>
                <a:close/>
                <a:moveTo>
                  <a:pt x="50000" y="63998"/>
                </a:moveTo>
                <a:cubicBezTo>
                  <a:pt x="53310" y="63998"/>
                  <a:pt x="56000" y="61439"/>
                  <a:pt x="56000" y="58289"/>
                </a:cubicBezTo>
                <a:cubicBezTo>
                  <a:pt x="56000" y="51430"/>
                  <a:pt x="50000" y="48000"/>
                  <a:pt x="50000" y="48000"/>
                </a:cubicBezTo>
                <a:cubicBezTo>
                  <a:pt x="50000" y="48000"/>
                  <a:pt x="52000" y="51000"/>
                  <a:pt x="52000" y="54000"/>
                </a:cubicBezTo>
                <a:cubicBezTo>
                  <a:pt x="52000" y="56859"/>
                  <a:pt x="51000" y="57999"/>
                  <a:pt x="49000" y="57999"/>
                </a:cubicBezTo>
                <a:cubicBezTo>
                  <a:pt x="46000" y="57999"/>
                  <a:pt x="46000" y="54000"/>
                  <a:pt x="46000" y="54000"/>
                </a:cubicBezTo>
                <a:cubicBezTo>
                  <a:pt x="46000" y="54000"/>
                  <a:pt x="44000" y="55500"/>
                  <a:pt x="44000" y="58289"/>
                </a:cubicBezTo>
                <a:cubicBezTo>
                  <a:pt x="44000" y="61439"/>
                  <a:pt x="46690" y="63998"/>
                  <a:pt x="50000" y="63998"/>
                </a:cubicBezTo>
                <a:close/>
                <a:moveTo>
                  <a:pt x="20000" y="71997"/>
                </a:moveTo>
                <a:cubicBezTo>
                  <a:pt x="18900" y="71997"/>
                  <a:pt x="18000" y="72887"/>
                  <a:pt x="18000" y="73997"/>
                </a:cubicBezTo>
                <a:lnTo>
                  <a:pt x="18000" y="87995"/>
                </a:lnTo>
                <a:cubicBezTo>
                  <a:pt x="18000" y="89105"/>
                  <a:pt x="18900" y="89995"/>
                  <a:pt x="20000" y="89995"/>
                </a:cubicBezTo>
                <a:lnTo>
                  <a:pt x="26000" y="89995"/>
                </a:lnTo>
                <a:cubicBezTo>
                  <a:pt x="27100" y="89995"/>
                  <a:pt x="28000" y="89105"/>
                  <a:pt x="28000" y="87995"/>
                </a:cubicBezTo>
                <a:lnTo>
                  <a:pt x="28000" y="73997"/>
                </a:lnTo>
                <a:cubicBezTo>
                  <a:pt x="28000" y="72887"/>
                  <a:pt x="27100" y="71997"/>
                  <a:pt x="26000" y="71997"/>
                </a:cubicBezTo>
                <a:lnTo>
                  <a:pt x="20000" y="71997"/>
                </a:lnTo>
                <a:close/>
                <a:moveTo>
                  <a:pt x="74000" y="71997"/>
                </a:moveTo>
                <a:cubicBezTo>
                  <a:pt x="72900" y="71997"/>
                  <a:pt x="72000" y="72887"/>
                  <a:pt x="72000" y="73997"/>
                </a:cubicBezTo>
                <a:lnTo>
                  <a:pt x="72000" y="87995"/>
                </a:lnTo>
                <a:cubicBezTo>
                  <a:pt x="72000" y="89105"/>
                  <a:pt x="72900" y="89995"/>
                  <a:pt x="74000" y="89995"/>
                </a:cubicBezTo>
                <a:lnTo>
                  <a:pt x="80000" y="89995"/>
                </a:lnTo>
                <a:cubicBezTo>
                  <a:pt x="81100" y="89995"/>
                  <a:pt x="82000" y="89105"/>
                  <a:pt x="82000" y="87995"/>
                </a:cubicBezTo>
                <a:lnTo>
                  <a:pt x="82000" y="73997"/>
                </a:lnTo>
                <a:cubicBezTo>
                  <a:pt x="82000" y="72887"/>
                  <a:pt x="81100" y="71997"/>
                  <a:pt x="80000" y="71997"/>
                </a:cubicBezTo>
                <a:lnTo>
                  <a:pt x="74000" y="7199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0" name="Красный — SVG 3">
            <a:extLst>
              <a:ext uri="{FF2B5EF4-FFF2-40B4-BE49-F238E27FC236}">
                <a16:creationId xmlns:a16="http://schemas.microsoft.com/office/drawing/2014/main" id="{295B6068-3BD5-1D4C-ACFF-19C56344EF9E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113423 w 170134"/>
              <a:gd name="csY0" fmla="*/ 67330 h 109857"/>
              <a:gd name="csX1" fmla="*/ 103675 w 170134"/>
              <a:gd name="csY1" fmla="*/ 79731 h 109857"/>
              <a:gd name="csX2" fmla="*/ 93928 w 170134"/>
              <a:gd name="csY2" fmla="*/ 67330 h 109857"/>
              <a:gd name="csX3" fmla="*/ 103675 w 170134"/>
              <a:gd name="csY3" fmla="*/ 54929 h 109857"/>
              <a:gd name="csX4" fmla="*/ 113423 w 170134"/>
              <a:gd name="csY4" fmla="*/ 67330 h 109857"/>
              <a:gd name="csX5" fmla="*/ 170134 w 170134"/>
              <a:gd name="csY5" fmla="*/ 77962 h 109857"/>
              <a:gd name="csX6" fmla="*/ 138234 w 170134"/>
              <a:gd name="csY6" fmla="*/ 109858 h 109857"/>
              <a:gd name="csX7" fmla="*/ 31900 w 170134"/>
              <a:gd name="csY7" fmla="*/ 109858 h 109857"/>
              <a:gd name="csX8" fmla="*/ 0 w 170134"/>
              <a:gd name="csY8" fmla="*/ 77962 h 109857"/>
              <a:gd name="csX9" fmla="*/ 31900 w 170134"/>
              <a:gd name="csY9" fmla="*/ 46066 h 109857"/>
              <a:gd name="csX10" fmla="*/ 33945 w 170134"/>
              <a:gd name="csY10" fmla="*/ 46066 h 109857"/>
              <a:gd name="csX11" fmla="*/ 85067 w 170134"/>
              <a:gd name="csY11" fmla="*/ 0 h 109857"/>
              <a:gd name="csX12" fmla="*/ 136189 w 170134"/>
              <a:gd name="csY12" fmla="*/ 46066 h 109857"/>
              <a:gd name="csX13" fmla="*/ 138234 w 170134"/>
              <a:gd name="csY13" fmla="*/ 46066 h 109857"/>
              <a:gd name="csX14" fmla="*/ 170134 w 170134"/>
              <a:gd name="csY14" fmla="*/ 77962 h 109857"/>
              <a:gd name="csX15" fmla="*/ 58484 w 170134"/>
              <a:gd name="csY15" fmla="*/ 67330 h 109857"/>
              <a:gd name="csX16" fmla="*/ 67387 w 170134"/>
              <a:gd name="csY16" fmla="*/ 54929 h 109857"/>
              <a:gd name="csX17" fmla="*/ 73299 w 170134"/>
              <a:gd name="csY17" fmla="*/ 58110 h 109857"/>
              <a:gd name="csX18" fmla="*/ 79385 w 170134"/>
              <a:gd name="csY18" fmla="*/ 59607 h 109857"/>
              <a:gd name="csX19" fmla="*/ 80882 w 170134"/>
              <a:gd name="csY19" fmla="*/ 53517 h 109857"/>
              <a:gd name="csX20" fmla="*/ 67387 w 170134"/>
              <a:gd name="csY20" fmla="*/ 46066 h 109857"/>
              <a:gd name="csX21" fmla="*/ 49623 w 170134"/>
              <a:gd name="csY21" fmla="*/ 67330 h 109857"/>
              <a:gd name="csX22" fmla="*/ 67387 w 170134"/>
              <a:gd name="csY22" fmla="*/ 88594 h 109857"/>
              <a:gd name="csX23" fmla="*/ 80882 w 170134"/>
              <a:gd name="csY23" fmla="*/ 81143 h 109857"/>
              <a:gd name="csX24" fmla="*/ 79385 w 170134"/>
              <a:gd name="csY24" fmla="*/ 75070 h 109857"/>
              <a:gd name="csX25" fmla="*/ 73302 w 170134"/>
              <a:gd name="csY25" fmla="*/ 76567 h 109857"/>
              <a:gd name="csX26" fmla="*/ 67390 w 170134"/>
              <a:gd name="csY26" fmla="*/ 79731 h 109857"/>
              <a:gd name="csX27" fmla="*/ 58484 w 170134"/>
              <a:gd name="csY27" fmla="*/ 67330 h 109857"/>
              <a:gd name="csX28" fmla="*/ 122284 w 170134"/>
              <a:gd name="csY28" fmla="*/ 67330 h 109857"/>
              <a:gd name="csX29" fmla="*/ 103675 w 170134"/>
              <a:gd name="csY29" fmla="*/ 46066 h 109857"/>
              <a:gd name="csX30" fmla="*/ 85067 w 170134"/>
              <a:gd name="csY30" fmla="*/ 67330 h 109857"/>
              <a:gd name="csX31" fmla="*/ 103675 w 170134"/>
              <a:gd name="csY31" fmla="*/ 88594 h 109857"/>
              <a:gd name="csX32" fmla="*/ 122284 w 170134"/>
              <a:gd name="csY32" fmla="*/ 67330 h 109857"/>
              <a:gd name="csX33" fmla="*/ 136798 w 170134"/>
              <a:gd name="csY33" fmla="*/ 95687 h 109857"/>
              <a:gd name="csX34" fmla="*/ 145323 w 170134"/>
              <a:gd name="csY34" fmla="*/ 85056 h 109857"/>
              <a:gd name="csX35" fmla="*/ 134690 w 170134"/>
              <a:gd name="csY35" fmla="*/ 74424 h 109857"/>
              <a:gd name="csX36" fmla="*/ 124460 w 170134"/>
              <a:gd name="csY36" fmla="*/ 79867 h 109857"/>
              <a:gd name="csX37" fmla="*/ 125886 w 170134"/>
              <a:gd name="csY37" fmla="*/ 84545 h 109857"/>
              <a:gd name="csX38" fmla="*/ 130689 w 170134"/>
              <a:gd name="csY38" fmla="*/ 83252 h 109857"/>
              <a:gd name="csX39" fmla="*/ 134690 w 170134"/>
              <a:gd name="csY39" fmla="*/ 81517 h 109857"/>
              <a:gd name="csX40" fmla="*/ 138234 w 170134"/>
              <a:gd name="csY40" fmla="*/ 85056 h 109857"/>
              <a:gd name="csX41" fmla="*/ 132201 w 170134"/>
              <a:gd name="csY41" fmla="*/ 90142 h 109857"/>
              <a:gd name="csX42" fmla="*/ 124057 w 170134"/>
              <a:gd name="csY42" fmla="*/ 99226 h 109857"/>
              <a:gd name="csX43" fmla="*/ 127601 w 170134"/>
              <a:gd name="csY43" fmla="*/ 102781 h 109857"/>
              <a:gd name="csX44" fmla="*/ 141778 w 170134"/>
              <a:gd name="csY44" fmla="*/ 102781 h 109857"/>
              <a:gd name="csX45" fmla="*/ 145323 w 170134"/>
              <a:gd name="csY45" fmla="*/ 99226 h 109857"/>
              <a:gd name="csX46" fmla="*/ 141778 w 170134"/>
              <a:gd name="csY46" fmla="*/ 95687 h 109857"/>
              <a:gd name="csX47" fmla="*/ 136798 w 170134"/>
              <a:gd name="csY47" fmla="*/ 95687 h 109857"/>
            </a:gdLst>
            <a:ahLst/>
            <a:cxnLst/>
            <a:rect l="l" t="t" r="r" b="b"/>
            <a:pathLst>
              <a:path w="100000" h="100000">
                <a:moveTo>
                  <a:pt x="66667" y="57289"/>
                </a:moveTo>
                <a:cubicBezTo>
                  <a:pt x="66667" y="61309"/>
                  <a:pt x="64098" y="64578"/>
                  <a:pt x="60937" y="64578"/>
                </a:cubicBezTo>
                <a:cubicBezTo>
                  <a:pt x="57777" y="64578"/>
                  <a:pt x="55208" y="61309"/>
                  <a:pt x="55208" y="57289"/>
                </a:cubicBezTo>
                <a:cubicBezTo>
                  <a:pt x="55208" y="53270"/>
                  <a:pt x="57777" y="50000"/>
                  <a:pt x="60937" y="50000"/>
                </a:cubicBezTo>
                <a:cubicBezTo>
                  <a:pt x="64098" y="50000"/>
                  <a:pt x="66667" y="53270"/>
                  <a:pt x="66667" y="57289"/>
                </a:cubicBezTo>
                <a:close/>
                <a:moveTo>
                  <a:pt x="100000" y="63538"/>
                </a:moveTo>
                <a:cubicBezTo>
                  <a:pt x="100000" y="73877"/>
                  <a:pt x="91587" y="82286"/>
                  <a:pt x="81250" y="82286"/>
                </a:cubicBezTo>
                <a:lnTo>
                  <a:pt x="18750" y="82286"/>
                </a:lnTo>
                <a:cubicBezTo>
                  <a:pt x="8412" y="82286"/>
                  <a:pt x="0" y="73877"/>
                  <a:pt x="0" y="63538"/>
                </a:cubicBezTo>
                <a:cubicBezTo>
                  <a:pt x="0" y="53210"/>
                  <a:pt x="8412" y="44791"/>
                  <a:pt x="18750" y="44791"/>
                </a:cubicBezTo>
                <a:lnTo>
                  <a:pt x="19952" y="44791"/>
                </a:lnTo>
                <a:cubicBezTo>
                  <a:pt x="21521" y="29603"/>
                  <a:pt x="34398" y="17715"/>
                  <a:pt x="50000" y="17715"/>
                </a:cubicBezTo>
                <a:cubicBezTo>
                  <a:pt x="65602" y="17715"/>
                  <a:pt x="78479" y="29603"/>
                  <a:pt x="80048" y="44791"/>
                </a:cubicBezTo>
                <a:lnTo>
                  <a:pt x="81250" y="44791"/>
                </a:lnTo>
                <a:cubicBezTo>
                  <a:pt x="91587" y="44791"/>
                  <a:pt x="100000" y="53210"/>
                  <a:pt x="100000" y="63538"/>
                </a:cubicBezTo>
                <a:close/>
                <a:moveTo>
                  <a:pt x="34375" y="57289"/>
                </a:moveTo>
                <a:cubicBezTo>
                  <a:pt x="34375" y="53339"/>
                  <a:pt x="36771" y="50000"/>
                  <a:pt x="39608" y="50000"/>
                </a:cubicBezTo>
                <a:cubicBezTo>
                  <a:pt x="41783" y="50000"/>
                  <a:pt x="42819" y="51430"/>
                  <a:pt x="43083" y="51870"/>
                </a:cubicBezTo>
                <a:cubicBezTo>
                  <a:pt x="43829" y="53100"/>
                  <a:pt x="45433" y="53490"/>
                  <a:pt x="46660" y="52750"/>
                </a:cubicBezTo>
                <a:cubicBezTo>
                  <a:pt x="47892" y="52000"/>
                  <a:pt x="48283" y="50400"/>
                  <a:pt x="47540" y="49170"/>
                </a:cubicBezTo>
                <a:cubicBezTo>
                  <a:pt x="46919" y="48151"/>
                  <a:pt x="44506" y="44791"/>
                  <a:pt x="39608" y="44791"/>
                </a:cubicBezTo>
                <a:cubicBezTo>
                  <a:pt x="33852" y="44791"/>
                  <a:pt x="29167" y="50400"/>
                  <a:pt x="29167" y="57289"/>
                </a:cubicBezTo>
                <a:cubicBezTo>
                  <a:pt x="29167" y="64189"/>
                  <a:pt x="33852" y="69788"/>
                  <a:pt x="39608" y="69788"/>
                </a:cubicBezTo>
                <a:cubicBezTo>
                  <a:pt x="44510" y="69788"/>
                  <a:pt x="46919" y="66438"/>
                  <a:pt x="47540" y="65408"/>
                </a:cubicBezTo>
                <a:cubicBezTo>
                  <a:pt x="48283" y="64179"/>
                  <a:pt x="47890" y="62579"/>
                  <a:pt x="46660" y="61839"/>
                </a:cubicBezTo>
                <a:cubicBezTo>
                  <a:pt x="45433" y="61089"/>
                  <a:pt x="43829" y="61489"/>
                  <a:pt x="43085" y="62719"/>
                </a:cubicBezTo>
                <a:cubicBezTo>
                  <a:pt x="42821" y="63148"/>
                  <a:pt x="41785" y="64578"/>
                  <a:pt x="39610" y="64578"/>
                </a:cubicBezTo>
                <a:cubicBezTo>
                  <a:pt x="36771" y="64578"/>
                  <a:pt x="34375" y="61248"/>
                  <a:pt x="34375" y="57289"/>
                </a:cubicBezTo>
                <a:close/>
                <a:moveTo>
                  <a:pt x="71875" y="57289"/>
                </a:moveTo>
                <a:cubicBezTo>
                  <a:pt x="71875" y="50400"/>
                  <a:pt x="66969" y="44791"/>
                  <a:pt x="60937" y="44791"/>
                </a:cubicBezTo>
                <a:cubicBezTo>
                  <a:pt x="54906" y="44791"/>
                  <a:pt x="50000" y="50400"/>
                  <a:pt x="50000" y="57289"/>
                </a:cubicBezTo>
                <a:cubicBezTo>
                  <a:pt x="50000" y="64189"/>
                  <a:pt x="54906" y="69788"/>
                  <a:pt x="60937" y="69788"/>
                </a:cubicBezTo>
                <a:cubicBezTo>
                  <a:pt x="66969" y="69788"/>
                  <a:pt x="71875" y="64189"/>
                  <a:pt x="71875" y="57289"/>
                </a:cubicBezTo>
                <a:close/>
                <a:moveTo>
                  <a:pt x="80406" y="73957"/>
                </a:moveTo>
                <a:cubicBezTo>
                  <a:pt x="82790" y="72607"/>
                  <a:pt x="85417" y="70867"/>
                  <a:pt x="85417" y="67708"/>
                </a:cubicBezTo>
                <a:cubicBezTo>
                  <a:pt x="85417" y="64258"/>
                  <a:pt x="82612" y="61459"/>
                  <a:pt x="79167" y="61459"/>
                </a:cubicBezTo>
                <a:cubicBezTo>
                  <a:pt x="75742" y="61459"/>
                  <a:pt x="73777" y="63469"/>
                  <a:pt x="73154" y="64658"/>
                </a:cubicBezTo>
                <a:cubicBezTo>
                  <a:pt x="72633" y="65658"/>
                  <a:pt x="73015" y="66848"/>
                  <a:pt x="73992" y="67408"/>
                </a:cubicBezTo>
                <a:cubicBezTo>
                  <a:pt x="74969" y="67958"/>
                  <a:pt x="76227" y="67598"/>
                  <a:pt x="76815" y="66648"/>
                </a:cubicBezTo>
                <a:cubicBezTo>
                  <a:pt x="76879" y="66538"/>
                  <a:pt x="77490" y="65628"/>
                  <a:pt x="79167" y="65628"/>
                </a:cubicBezTo>
                <a:cubicBezTo>
                  <a:pt x="80315" y="65628"/>
                  <a:pt x="81250" y="66558"/>
                  <a:pt x="81250" y="67708"/>
                </a:cubicBezTo>
                <a:cubicBezTo>
                  <a:pt x="81250" y="68718"/>
                  <a:pt x="79283" y="69818"/>
                  <a:pt x="77704" y="70698"/>
                </a:cubicBezTo>
                <a:cubicBezTo>
                  <a:pt x="75460" y="71947"/>
                  <a:pt x="72917" y="73367"/>
                  <a:pt x="72917" y="76037"/>
                </a:cubicBezTo>
                <a:cubicBezTo>
                  <a:pt x="72917" y="77187"/>
                  <a:pt x="73850" y="78126"/>
                  <a:pt x="75000" y="78126"/>
                </a:cubicBezTo>
                <a:lnTo>
                  <a:pt x="83333" y="78126"/>
                </a:lnTo>
                <a:cubicBezTo>
                  <a:pt x="84483" y="78126"/>
                  <a:pt x="85417" y="77187"/>
                  <a:pt x="85417" y="76037"/>
                </a:cubicBezTo>
                <a:cubicBezTo>
                  <a:pt x="85417" y="74887"/>
                  <a:pt x="84483" y="73957"/>
                  <a:pt x="83333" y="73957"/>
                </a:cubicBezTo>
                <a:lnTo>
                  <a:pt x="80406" y="7395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1" name="Красный — SVG 4">
            <a:extLst>
              <a:ext uri="{FF2B5EF4-FFF2-40B4-BE49-F238E27FC236}">
                <a16:creationId xmlns:a16="http://schemas.microsoft.com/office/drawing/2014/main" id="{D81F0749-74DB-1945-9CF5-038FCFA0651F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5393 w 155744"/>
              <a:gd name="csY0" fmla="*/ 1 h 124046"/>
              <a:gd name="csX1" fmla="*/ 3335 w 155744"/>
              <a:gd name="csY1" fmla="*/ 393 h 124046"/>
              <a:gd name="csX2" fmla="*/ 1584 w 155744"/>
              <a:gd name="csY2" fmla="*/ 1532 h 124046"/>
              <a:gd name="csX3" fmla="*/ 412 w 155744"/>
              <a:gd name="csY3" fmla="*/ 3267 h 124046"/>
              <a:gd name="csX4" fmla="*/ 0 w 155744"/>
              <a:gd name="csY4" fmla="*/ 5326 h 124046"/>
              <a:gd name="csX5" fmla="*/ 412 w 155744"/>
              <a:gd name="csY5" fmla="*/ 7367 h 124046"/>
              <a:gd name="csX6" fmla="*/ 1584 w 155744"/>
              <a:gd name="csY6" fmla="*/ 9103 h 124046"/>
              <a:gd name="csX7" fmla="*/ 3335 w 155744"/>
              <a:gd name="csY7" fmla="*/ 10259 h 124046"/>
              <a:gd name="csX8" fmla="*/ 5393 w 155744"/>
              <a:gd name="csY8" fmla="*/ 10633 h 124046"/>
              <a:gd name="csX9" fmla="*/ 7164 w 155744"/>
              <a:gd name="csY9" fmla="*/ 10633 h 124046"/>
              <a:gd name="csX10" fmla="*/ 7164 w 155744"/>
              <a:gd name="csY10" fmla="*/ 56700 h 124046"/>
              <a:gd name="csX11" fmla="*/ 5393 w 155744"/>
              <a:gd name="csY11" fmla="*/ 56700 h 124046"/>
              <a:gd name="csX12" fmla="*/ 3335 w 155744"/>
              <a:gd name="csY12" fmla="*/ 57091 h 124046"/>
              <a:gd name="csX13" fmla="*/ 1584 w 155744"/>
              <a:gd name="csY13" fmla="*/ 58230 h 124046"/>
              <a:gd name="csX14" fmla="*/ 412 w 155744"/>
              <a:gd name="csY14" fmla="*/ 59966 h 124046"/>
              <a:gd name="csX15" fmla="*/ 0 w 155744"/>
              <a:gd name="csY15" fmla="*/ 62024 h 124046"/>
              <a:gd name="csX16" fmla="*/ 412 w 155744"/>
              <a:gd name="csY16" fmla="*/ 64065 h 124046"/>
              <a:gd name="csX17" fmla="*/ 1584 w 155744"/>
              <a:gd name="csY17" fmla="*/ 65800 h 124046"/>
              <a:gd name="csX18" fmla="*/ 3335 w 155744"/>
              <a:gd name="csY18" fmla="*/ 66957 h 124046"/>
              <a:gd name="csX19" fmla="*/ 5393 w 155744"/>
              <a:gd name="csY19" fmla="*/ 67332 h 124046"/>
              <a:gd name="csX20" fmla="*/ 7164 w 155744"/>
              <a:gd name="csY20" fmla="*/ 67332 h 124046"/>
              <a:gd name="csX21" fmla="*/ 7164 w 155744"/>
              <a:gd name="csY21" fmla="*/ 113414 h 124046"/>
              <a:gd name="csX22" fmla="*/ 5393 w 155744"/>
              <a:gd name="csY22" fmla="*/ 113414 h 124046"/>
              <a:gd name="csX23" fmla="*/ 77 w 155744"/>
              <a:gd name="csY23" fmla="*/ 118722 h 124046"/>
              <a:gd name="csX24" fmla="*/ 5393 w 155744"/>
              <a:gd name="csY24" fmla="*/ 124046 h 124046"/>
              <a:gd name="csX25" fmla="*/ 57534 w 155744"/>
              <a:gd name="csY25" fmla="*/ 124046 h 124046"/>
              <a:gd name="csX26" fmla="*/ 57493 w 155744"/>
              <a:gd name="csY26" fmla="*/ 117055 h 124046"/>
              <a:gd name="csX27" fmla="*/ 57521 w 155744"/>
              <a:gd name="csY27" fmla="*/ 116953 h 124046"/>
              <a:gd name="csX28" fmla="*/ 57534 w 155744"/>
              <a:gd name="csY28" fmla="*/ 116953 h 124046"/>
              <a:gd name="csX29" fmla="*/ 62810 w 155744"/>
              <a:gd name="csY29" fmla="*/ 95791 h 124046"/>
              <a:gd name="csX30" fmla="*/ 76565 w 155744"/>
              <a:gd name="csY30" fmla="*/ 85057 h 124046"/>
              <a:gd name="csX31" fmla="*/ 82304 w 155744"/>
              <a:gd name="csY31" fmla="*/ 85057 h 124046"/>
              <a:gd name="csX32" fmla="*/ 82304 w 155744"/>
              <a:gd name="csY32" fmla="*/ 78065 h 124046"/>
              <a:gd name="csX33" fmla="*/ 87621 w 155744"/>
              <a:gd name="csY33" fmla="*/ 56801 h 124046"/>
              <a:gd name="csX34" fmla="*/ 99321 w 155744"/>
              <a:gd name="csY34" fmla="*/ 46255 h 124046"/>
              <a:gd name="csX35" fmla="*/ 99321 w 155744"/>
              <a:gd name="csY35" fmla="*/ 10633 h 124046"/>
              <a:gd name="csX36" fmla="*/ 101094 w 155744"/>
              <a:gd name="csY36" fmla="*/ 10633 h 124046"/>
              <a:gd name="csX37" fmla="*/ 103151 w 155744"/>
              <a:gd name="csY37" fmla="*/ 10259 h 124046"/>
              <a:gd name="csX38" fmla="*/ 104901 w 155744"/>
              <a:gd name="csY38" fmla="*/ 9103 h 124046"/>
              <a:gd name="csX39" fmla="*/ 106073 w 155744"/>
              <a:gd name="csY39" fmla="*/ 7367 h 124046"/>
              <a:gd name="csX40" fmla="*/ 106485 w 155744"/>
              <a:gd name="csY40" fmla="*/ 5326 h 124046"/>
              <a:gd name="csX41" fmla="*/ 106073 w 155744"/>
              <a:gd name="csY41" fmla="*/ 3267 h 124046"/>
              <a:gd name="csX42" fmla="*/ 104901 w 155744"/>
              <a:gd name="csY42" fmla="*/ 1532 h 124046"/>
              <a:gd name="csX43" fmla="*/ 103151 w 155744"/>
              <a:gd name="csY43" fmla="*/ 393 h 124046"/>
              <a:gd name="csX44" fmla="*/ 101094 w 155744"/>
              <a:gd name="csY44" fmla="*/ 1 h 124046"/>
              <a:gd name="csX45" fmla="*/ 5393 w 155744"/>
              <a:gd name="csY45" fmla="*/ 1 h 124046"/>
              <a:gd name="csX46" fmla="*/ 51471 w 155744"/>
              <a:gd name="csY46" fmla="*/ 35793 h 124046"/>
              <a:gd name="csX47" fmla="*/ 55867 w 155744"/>
              <a:gd name="csY47" fmla="*/ 38140 h 124046"/>
              <a:gd name="csX48" fmla="*/ 67421 w 155744"/>
              <a:gd name="csY48" fmla="*/ 62024 h 124046"/>
              <a:gd name="csX49" fmla="*/ 51471 w 155744"/>
              <a:gd name="csY49" fmla="*/ 77963 h 124046"/>
              <a:gd name="csX50" fmla="*/ 35521 w 155744"/>
              <a:gd name="csY50" fmla="*/ 62024 h 124046"/>
              <a:gd name="csX51" fmla="*/ 47074 w 155744"/>
              <a:gd name="csY51" fmla="*/ 38140 h 124046"/>
              <a:gd name="csX52" fmla="*/ 51471 w 155744"/>
              <a:gd name="csY52" fmla="*/ 35793 h 124046"/>
              <a:gd name="csX53" fmla="*/ 101376 w 155744"/>
              <a:gd name="csY53" fmla="*/ 56700 h 124046"/>
              <a:gd name="csX54" fmla="*/ 97943 w 155744"/>
              <a:gd name="csY54" fmla="*/ 59387 h 124046"/>
              <a:gd name="csX55" fmla="*/ 92626 w 155744"/>
              <a:gd name="csY55" fmla="*/ 80651 h 124046"/>
              <a:gd name="csX56" fmla="*/ 96059 w 155744"/>
              <a:gd name="csY56" fmla="*/ 85057 h 124046"/>
              <a:gd name="csX57" fmla="*/ 127393 w 155744"/>
              <a:gd name="csY57" fmla="*/ 85057 h 124046"/>
              <a:gd name="csX58" fmla="*/ 130826 w 155744"/>
              <a:gd name="csY58" fmla="*/ 80651 h 124046"/>
              <a:gd name="csX59" fmla="*/ 125510 w 155744"/>
              <a:gd name="csY59" fmla="*/ 59387 h 124046"/>
              <a:gd name="csX60" fmla="*/ 122076 w 155744"/>
              <a:gd name="csY60" fmla="*/ 56700 h 124046"/>
              <a:gd name="csX61" fmla="*/ 101376 w 155744"/>
              <a:gd name="csY61" fmla="*/ 56700 h 124046"/>
              <a:gd name="csX62" fmla="*/ 76565 w 155744"/>
              <a:gd name="csY62" fmla="*/ 95689 h 124046"/>
              <a:gd name="csX63" fmla="*/ 73132 w 155744"/>
              <a:gd name="csY63" fmla="*/ 98377 h 124046"/>
              <a:gd name="csX64" fmla="*/ 67815 w 155744"/>
              <a:gd name="csY64" fmla="*/ 119641 h 124046"/>
              <a:gd name="csX65" fmla="*/ 71249 w 155744"/>
              <a:gd name="csY65" fmla="*/ 124046 h 124046"/>
              <a:gd name="csX66" fmla="*/ 102581 w 155744"/>
              <a:gd name="csY66" fmla="*/ 124046 h 124046"/>
              <a:gd name="csX67" fmla="*/ 106016 w 155744"/>
              <a:gd name="csY67" fmla="*/ 119641 h 124046"/>
              <a:gd name="csX68" fmla="*/ 100699 w 155744"/>
              <a:gd name="csY68" fmla="*/ 98377 h 124046"/>
              <a:gd name="csX69" fmla="*/ 97264 w 155744"/>
              <a:gd name="csY69" fmla="*/ 95689 h 124046"/>
              <a:gd name="csX70" fmla="*/ 76565 w 155744"/>
              <a:gd name="csY70" fmla="*/ 95689 h 124046"/>
              <a:gd name="csX71" fmla="*/ 126188 w 155744"/>
              <a:gd name="csY71" fmla="*/ 95689 h 124046"/>
              <a:gd name="csX72" fmla="*/ 122753 w 155744"/>
              <a:gd name="csY72" fmla="*/ 98377 h 124046"/>
              <a:gd name="csX73" fmla="*/ 117437 w 155744"/>
              <a:gd name="csY73" fmla="*/ 119641 h 124046"/>
              <a:gd name="csX74" fmla="*/ 120872 w 155744"/>
              <a:gd name="csY74" fmla="*/ 124046 h 124046"/>
              <a:gd name="csX75" fmla="*/ 152204 w 155744"/>
              <a:gd name="csY75" fmla="*/ 124046 h 124046"/>
              <a:gd name="csX76" fmla="*/ 155637 w 155744"/>
              <a:gd name="csY76" fmla="*/ 119641 h 124046"/>
              <a:gd name="csX77" fmla="*/ 150320 w 155744"/>
              <a:gd name="csY77" fmla="*/ 98377 h 124046"/>
              <a:gd name="csX78" fmla="*/ 146887 w 155744"/>
              <a:gd name="csY78" fmla="*/ 95689 h 124046"/>
              <a:gd name="csX79" fmla="*/ 126188 w 155744"/>
              <a:gd name="csY79" fmla="*/ 95689 h 124046"/>
            </a:gdLst>
            <a:ahLst/>
            <a:cxnLst/>
            <a:rect l="l" t="t" r="r" b="b"/>
            <a:pathLst>
              <a:path w="100000" h="100000">
                <a:moveTo>
                  <a:pt x="3463" y="10177"/>
                </a:moveTo>
                <a:cubicBezTo>
                  <a:pt x="3009" y="10166"/>
                  <a:pt x="2561" y="10254"/>
                  <a:pt x="2141" y="10429"/>
                </a:cubicBezTo>
                <a:cubicBezTo>
                  <a:pt x="1721" y="10592"/>
                  <a:pt x="1339" y="10843"/>
                  <a:pt x="1017" y="11160"/>
                </a:cubicBezTo>
                <a:cubicBezTo>
                  <a:pt x="695" y="11477"/>
                  <a:pt x="439" y="11859"/>
                  <a:pt x="265" y="12274"/>
                </a:cubicBezTo>
                <a:cubicBezTo>
                  <a:pt x="90" y="12689"/>
                  <a:pt x="0" y="13137"/>
                  <a:pt x="0" y="13596"/>
                </a:cubicBezTo>
                <a:cubicBezTo>
                  <a:pt x="0" y="14044"/>
                  <a:pt x="90" y="14492"/>
                  <a:pt x="265" y="14907"/>
                </a:cubicBezTo>
                <a:cubicBezTo>
                  <a:pt x="439" y="15322"/>
                  <a:pt x="695" y="15704"/>
                  <a:pt x="1017" y="16021"/>
                </a:cubicBezTo>
                <a:cubicBezTo>
                  <a:pt x="1339" y="16338"/>
                  <a:pt x="1721" y="16589"/>
                  <a:pt x="2141" y="16763"/>
                </a:cubicBezTo>
                <a:cubicBezTo>
                  <a:pt x="2561" y="16927"/>
                  <a:pt x="3009" y="17014"/>
                  <a:pt x="3463" y="17004"/>
                </a:cubicBezTo>
                <a:lnTo>
                  <a:pt x="4600" y="17004"/>
                </a:lnTo>
                <a:lnTo>
                  <a:pt x="4600" y="46582"/>
                </a:lnTo>
                <a:lnTo>
                  <a:pt x="3463" y="46582"/>
                </a:lnTo>
                <a:cubicBezTo>
                  <a:pt x="3009" y="46582"/>
                  <a:pt x="2561" y="46658"/>
                  <a:pt x="2141" y="46833"/>
                </a:cubicBezTo>
                <a:cubicBezTo>
                  <a:pt x="1721" y="46997"/>
                  <a:pt x="1339" y="47248"/>
                  <a:pt x="1017" y="47565"/>
                </a:cubicBezTo>
                <a:cubicBezTo>
                  <a:pt x="695" y="47882"/>
                  <a:pt x="439" y="48264"/>
                  <a:pt x="265" y="48679"/>
                </a:cubicBezTo>
                <a:cubicBezTo>
                  <a:pt x="90" y="49094"/>
                  <a:pt x="0" y="49542"/>
                  <a:pt x="0" y="50001"/>
                </a:cubicBezTo>
                <a:cubicBezTo>
                  <a:pt x="0" y="50449"/>
                  <a:pt x="90" y="50896"/>
                  <a:pt x="265" y="51311"/>
                </a:cubicBezTo>
                <a:cubicBezTo>
                  <a:pt x="439" y="51737"/>
                  <a:pt x="695" y="52109"/>
                  <a:pt x="1017" y="52425"/>
                </a:cubicBezTo>
                <a:cubicBezTo>
                  <a:pt x="1339" y="52742"/>
                  <a:pt x="1721" y="52993"/>
                  <a:pt x="2141" y="53168"/>
                </a:cubicBezTo>
                <a:cubicBezTo>
                  <a:pt x="2561" y="53332"/>
                  <a:pt x="3009" y="53420"/>
                  <a:pt x="3463" y="53409"/>
                </a:cubicBezTo>
                <a:lnTo>
                  <a:pt x="4600" y="53409"/>
                </a:lnTo>
                <a:lnTo>
                  <a:pt x="4600" y="82997"/>
                </a:lnTo>
                <a:lnTo>
                  <a:pt x="3463" y="82997"/>
                </a:lnTo>
                <a:cubicBezTo>
                  <a:pt x="1573" y="82997"/>
                  <a:pt x="49" y="84516"/>
                  <a:pt x="49" y="86405"/>
                </a:cubicBezTo>
                <a:cubicBezTo>
                  <a:pt x="49" y="88295"/>
                  <a:pt x="1573" y="89824"/>
                  <a:pt x="3463" y="89824"/>
                </a:cubicBezTo>
                <a:lnTo>
                  <a:pt x="36941" y="89824"/>
                </a:lnTo>
                <a:cubicBezTo>
                  <a:pt x="36555" y="88382"/>
                  <a:pt x="36529" y="86842"/>
                  <a:pt x="36915" y="85335"/>
                </a:cubicBezTo>
                <a:lnTo>
                  <a:pt x="36933" y="85269"/>
                </a:lnTo>
                <a:lnTo>
                  <a:pt x="36941" y="85269"/>
                </a:lnTo>
                <a:lnTo>
                  <a:pt x="40329" y="71682"/>
                </a:lnTo>
                <a:cubicBezTo>
                  <a:pt x="41352" y="67630"/>
                  <a:pt x="44974" y="64790"/>
                  <a:pt x="49161" y="64790"/>
                </a:cubicBezTo>
                <a:lnTo>
                  <a:pt x="52846" y="64790"/>
                </a:lnTo>
                <a:cubicBezTo>
                  <a:pt x="52482" y="63337"/>
                  <a:pt x="52482" y="61808"/>
                  <a:pt x="52846" y="60300"/>
                </a:cubicBezTo>
                <a:lnTo>
                  <a:pt x="56260" y="46647"/>
                </a:lnTo>
                <a:cubicBezTo>
                  <a:pt x="57171" y="43032"/>
                  <a:pt x="60153" y="40378"/>
                  <a:pt x="63772" y="39876"/>
                </a:cubicBezTo>
                <a:lnTo>
                  <a:pt x="63772" y="17004"/>
                </a:lnTo>
                <a:lnTo>
                  <a:pt x="64910" y="17004"/>
                </a:lnTo>
                <a:cubicBezTo>
                  <a:pt x="65362" y="17014"/>
                  <a:pt x="65811" y="16927"/>
                  <a:pt x="66231" y="16763"/>
                </a:cubicBezTo>
                <a:cubicBezTo>
                  <a:pt x="66650" y="16589"/>
                  <a:pt x="67032" y="16338"/>
                  <a:pt x="67355" y="16021"/>
                </a:cubicBezTo>
                <a:cubicBezTo>
                  <a:pt x="67677" y="15704"/>
                  <a:pt x="67933" y="15322"/>
                  <a:pt x="68107" y="14907"/>
                </a:cubicBezTo>
                <a:cubicBezTo>
                  <a:pt x="68283" y="14492"/>
                  <a:pt x="68372" y="14044"/>
                  <a:pt x="68372" y="13596"/>
                </a:cubicBezTo>
                <a:cubicBezTo>
                  <a:pt x="68372" y="13137"/>
                  <a:pt x="68283" y="12689"/>
                  <a:pt x="68107" y="12274"/>
                </a:cubicBezTo>
                <a:cubicBezTo>
                  <a:pt x="67933" y="11859"/>
                  <a:pt x="67677" y="11477"/>
                  <a:pt x="67355" y="11160"/>
                </a:cubicBezTo>
                <a:cubicBezTo>
                  <a:pt x="67032" y="10843"/>
                  <a:pt x="66650" y="10592"/>
                  <a:pt x="66231" y="10429"/>
                </a:cubicBezTo>
                <a:cubicBezTo>
                  <a:pt x="65811" y="10254"/>
                  <a:pt x="65362" y="10166"/>
                  <a:pt x="64910" y="10177"/>
                </a:cubicBezTo>
                <a:lnTo>
                  <a:pt x="3463" y="10177"/>
                </a:lnTo>
                <a:close/>
                <a:moveTo>
                  <a:pt x="33048" y="33158"/>
                </a:moveTo>
                <a:cubicBezTo>
                  <a:pt x="34123" y="33158"/>
                  <a:pt x="35199" y="33660"/>
                  <a:pt x="35871" y="34665"/>
                </a:cubicBezTo>
                <a:cubicBezTo>
                  <a:pt x="38897" y="39144"/>
                  <a:pt x="43290" y="46287"/>
                  <a:pt x="43290" y="50001"/>
                </a:cubicBezTo>
                <a:cubicBezTo>
                  <a:pt x="43290" y="55670"/>
                  <a:pt x="38715" y="60235"/>
                  <a:pt x="33048" y="60235"/>
                </a:cubicBezTo>
                <a:cubicBezTo>
                  <a:pt x="27381" y="60235"/>
                  <a:pt x="22807" y="55670"/>
                  <a:pt x="22807" y="50001"/>
                </a:cubicBezTo>
                <a:cubicBezTo>
                  <a:pt x="22807" y="46287"/>
                  <a:pt x="27198" y="39144"/>
                  <a:pt x="30225" y="34665"/>
                </a:cubicBezTo>
                <a:cubicBezTo>
                  <a:pt x="30897" y="33660"/>
                  <a:pt x="31972" y="33158"/>
                  <a:pt x="33048" y="33158"/>
                </a:cubicBezTo>
                <a:close/>
                <a:moveTo>
                  <a:pt x="65091" y="46582"/>
                </a:moveTo>
                <a:cubicBezTo>
                  <a:pt x="64047" y="46582"/>
                  <a:pt x="63140" y="47303"/>
                  <a:pt x="62887" y="48307"/>
                </a:cubicBezTo>
                <a:lnTo>
                  <a:pt x="59473" y="61961"/>
                </a:lnTo>
                <a:cubicBezTo>
                  <a:pt x="59114" y="63403"/>
                  <a:pt x="60196" y="64790"/>
                  <a:pt x="61677" y="64790"/>
                </a:cubicBezTo>
                <a:lnTo>
                  <a:pt x="81796" y="64790"/>
                </a:lnTo>
                <a:cubicBezTo>
                  <a:pt x="83278" y="64790"/>
                  <a:pt x="84360" y="63403"/>
                  <a:pt x="84001" y="61961"/>
                </a:cubicBezTo>
                <a:lnTo>
                  <a:pt x="80587" y="48307"/>
                </a:lnTo>
                <a:cubicBezTo>
                  <a:pt x="80335" y="47303"/>
                  <a:pt x="79427" y="46582"/>
                  <a:pt x="78382" y="46582"/>
                </a:cubicBezTo>
                <a:lnTo>
                  <a:pt x="65091" y="46582"/>
                </a:lnTo>
                <a:close/>
                <a:moveTo>
                  <a:pt x="49161" y="71616"/>
                </a:moveTo>
                <a:cubicBezTo>
                  <a:pt x="48117" y="71616"/>
                  <a:pt x="47209" y="72326"/>
                  <a:pt x="46957" y="73342"/>
                </a:cubicBezTo>
                <a:lnTo>
                  <a:pt x="43543" y="86995"/>
                </a:lnTo>
                <a:cubicBezTo>
                  <a:pt x="43184" y="88437"/>
                  <a:pt x="44266" y="89824"/>
                  <a:pt x="45748" y="89824"/>
                </a:cubicBezTo>
                <a:lnTo>
                  <a:pt x="65865" y="89824"/>
                </a:lnTo>
                <a:cubicBezTo>
                  <a:pt x="67347" y="89824"/>
                  <a:pt x="68430" y="88437"/>
                  <a:pt x="68071" y="86995"/>
                </a:cubicBezTo>
                <a:lnTo>
                  <a:pt x="64657" y="73342"/>
                </a:lnTo>
                <a:cubicBezTo>
                  <a:pt x="64403" y="72326"/>
                  <a:pt x="63497" y="71616"/>
                  <a:pt x="62451" y="71616"/>
                </a:cubicBezTo>
                <a:lnTo>
                  <a:pt x="49161" y="71616"/>
                </a:lnTo>
                <a:close/>
                <a:moveTo>
                  <a:pt x="81023" y="71616"/>
                </a:moveTo>
                <a:cubicBezTo>
                  <a:pt x="79977" y="71616"/>
                  <a:pt x="79071" y="72326"/>
                  <a:pt x="78817" y="73342"/>
                </a:cubicBezTo>
                <a:lnTo>
                  <a:pt x="75404" y="86995"/>
                </a:lnTo>
                <a:cubicBezTo>
                  <a:pt x="75044" y="88437"/>
                  <a:pt x="76127" y="89824"/>
                  <a:pt x="77609" y="89824"/>
                </a:cubicBezTo>
                <a:lnTo>
                  <a:pt x="97727" y="89824"/>
                </a:lnTo>
                <a:cubicBezTo>
                  <a:pt x="99208" y="89824"/>
                  <a:pt x="100291" y="88437"/>
                  <a:pt x="99931" y="86995"/>
                </a:cubicBezTo>
                <a:lnTo>
                  <a:pt x="96517" y="73342"/>
                </a:lnTo>
                <a:cubicBezTo>
                  <a:pt x="96265" y="72326"/>
                  <a:pt x="95357" y="71616"/>
                  <a:pt x="94313" y="71616"/>
                </a:cubicBezTo>
                <a:lnTo>
                  <a:pt x="81023" y="7161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2" name="Красный — SVG 5">
            <a:extLst>
              <a:ext uri="{FF2B5EF4-FFF2-40B4-BE49-F238E27FC236}">
                <a16:creationId xmlns:a16="http://schemas.microsoft.com/office/drawing/2014/main" id="{18D9A22C-309A-F549-9B59-A9C0FB1DFB42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7113 w 141978"/>
              <a:gd name="csY0" fmla="*/ 2 h 141942"/>
              <a:gd name="csX1" fmla="*/ 3166 w 141978"/>
              <a:gd name="csY1" fmla="*/ 1210 h 141942"/>
              <a:gd name="csX2" fmla="*/ 562 w 141978"/>
              <a:gd name="csY2" fmla="*/ 4425 h 141942"/>
              <a:gd name="csX3" fmla="*/ 188 w 141978"/>
              <a:gd name="csY3" fmla="*/ 8542 h 141942"/>
              <a:gd name="csX4" fmla="*/ 2179 w 141978"/>
              <a:gd name="csY4" fmla="*/ 12182 h 141942"/>
              <a:gd name="csX5" fmla="*/ 16351 w 141978"/>
              <a:gd name="csY5" fmla="*/ 26352 h 141942"/>
              <a:gd name="csX6" fmla="*/ 18665 w 141978"/>
              <a:gd name="csY6" fmla="*/ 27951 h 141942"/>
              <a:gd name="csX7" fmla="*/ 21404 w 141978"/>
              <a:gd name="csY7" fmla="*/ 28530 h 141942"/>
              <a:gd name="csX8" fmla="*/ 24160 w 141978"/>
              <a:gd name="csY8" fmla="*/ 28002 h 141942"/>
              <a:gd name="csX9" fmla="*/ 26491 w 141978"/>
              <a:gd name="csY9" fmla="*/ 26454 h 141942"/>
              <a:gd name="csX10" fmla="*/ 28039 w 141978"/>
              <a:gd name="csY10" fmla="*/ 24124 h 141942"/>
              <a:gd name="csX11" fmla="*/ 28567 w 141978"/>
              <a:gd name="csY11" fmla="*/ 21368 h 141942"/>
              <a:gd name="csX12" fmla="*/ 27988 w 141978"/>
              <a:gd name="csY12" fmla="*/ 18629 h 141942"/>
              <a:gd name="csX13" fmla="*/ 26389 w 141978"/>
              <a:gd name="csY13" fmla="*/ 16333 h 141942"/>
              <a:gd name="csX14" fmla="*/ 12200 w 141978"/>
              <a:gd name="csY14" fmla="*/ 2145 h 141942"/>
              <a:gd name="csX15" fmla="*/ 9886 w 141978"/>
              <a:gd name="csY15" fmla="*/ 564 h 141942"/>
              <a:gd name="csX16" fmla="*/ 7113 w 141978"/>
              <a:gd name="csY16" fmla="*/ 2 h 141942"/>
              <a:gd name="csX17" fmla="*/ 134662 w 141978"/>
              <a:gd name="csY17" fmla="*/ 2 h 141942"/>
              <a:gd name="csX18" fmla="*/ 129779 w 141978"/>
              <a:gd name="csY18" fmla="*/ 2145 h 141942"/>
              <a:gd name="csX19" fmla="*/ 115607 w 141978"/>
              <a:gd name="csY19" fmla="*/ 16333 h 141942"/>
              <a:gd name="csX20" fmla="*/ 114008 w 141978"/>
              <a:gd name="csY20" fmla="*/ 18629 h 141942"/>
              <a:gd name="csX21" fmla="*/ 113430 w 141978"/>
              <a:gd name="csY21" fmla="*/ 21368 h 141942"/>
              <a:gd name="csX22" fmla="*/ 113957 w 141978"/>
              <a:gd name="csY22" fmla="*/ 24124 h 141942"/>
              <a:gd name="csX23" fmla="*/ 115505 w 141978"/>
              <a:gd name="csY23" fmla="*/ 26454 h 141942"/>
              <a:gd name="csX24" fmla="*/ 117836 w 141978"/>
              <a:gd name="csY24" fmla="*/ 28002 h 141942"/>
              <a:gd name="csX25" fmla="*/ 120592 w 141978"/>
              <a:gd name="csY25" fmla="*/ 28530 h 141942"/>
              <a:gd name="csX26" fmla="*/ 123331 w 141978"/>
              <a:gd name="csY26" fmla="*/ 27951 h 141942"/>
              <a:gd name="csX27" fmla="*/ 125628 w 141978"/>
              <a:gd name="csY27" fmla="*/ 26352 h 141942"/>
              <a:gd name="csX28" fmla="*/ 139800 w 141978"/>
              <a:gd name="csY28" fmla="*/ 12182 h 141942"/>
              <a:gd name="csX29" fmla="*/ 141808 w 141978"/>
              <a:gd name="csY29" fmla="*/ 8491 h 141942"/>
              <a:gd name="csX30" fmla="*/ 141399 w 141978"/>
              <a:gd name="csY30" fmla="*/ 4323 h 141942"/>
              <a:gd name="csX31" fmla="*/ 138694 w 141978"/>
              <a:gd name="csY31" fmla="*/ 1125 h 141942"/>
              <a:gd name="csX32" fmla="*/ 134662 w 141978"/>
              <a:gd name="csY32" fmla="*/ 2 h 141942"/>
              <a:gd name="csX33" fmla="*/ 83571 w 141978"/>
              <a:gd name="csY33" fmla="*/ 70 h 141942"/>
              <a:gd name="csX34" fmla="*/ 79284 w 141978"/>
              <a:gd name="csY34" fmla="*/ 2026 h 141942"/>
              <a:gd name="csX35" fmla="*/ 15483 w 141978"/>
              <a:gd name="csY35" fmla="*/ 79988 h 141942"/>
              <a:gd name="csX36" fmla="*/ 14786 w 141978"/>
              <a:gd name="csY36" fmla="*/ 85636 h 141942"/>
              <a:gd name="csX37" fmla="*/ 19601 w 141978"/>
              <a:gd name="csY37" fmla="*/ 88681 h 141942"/>
              <a:gd name="csX38" fmla="*/ 53270 w 141978"/>
              <a:gd name="csY38" fmla="*/ 88681 h 141942"/>
              <a:gd name="csX39" fmla="*/ 53270 w 141978"/>
              <a:gd name="csY39" fmla="*/ 136516 h 141942"/>
              <a:gd name="csX40" fmla="*/ 56809 w 141978"/>
              <a:gd name="csY40" fmla="*/ 141517 h 141942"/>
              <a:gd name="csX41" fmla="*/ 58595 w 141978"/>
              <a:gd name="csY41" fmla="*/ 141840 h 141942"/>
              <a:gd name="csX42" fmla="*/ 62695 w 141978"/>
              <a:gd name="csY42" fmla="*/ 139884 h 141942"/>
              <a:gd name="csX43" fmla="*/ 126496 w 141978"/>
              <a:gd name="csY43" fmla="*/ 61922 h 141942"/>
              <a:gd name="csX44" fmla="*/ 127193 w 141978"/>
              <a:gd name="csY44" fmla="*/ 56275 h 141942"/>
              <a:gd name="csX45" fmla="*/ 122395 w 141978"/>
              <a:gd name="csY45" fmla="*/ 53230 h 141942"/>
              <a:gd name="csX46" fmla="*/ 88709 w 141978"/>
              <a:gd name="csY46" fmla="*/ 53230 h 141942"/>
              <a:gd name="csX47" fmla="*/ 88709 w 141978"/>
              <a:gd name="csY47" fmla="*/ 5394 h 141942"/>
              <a:gd name="csX48" fmla="*/ 85187 w 141978"/>
              <a:gd name="csY48" fmla="*/ 393 h 141942"/>
              <a:gd name="csX49" fmla="*/ 83571 w 141978"/>
              <a:gd name="csY49" fmla="*/ 70 h 141942"/>
              <a:gd name="csX50" fmla="*/ 21234 w 141978"/>
              <a:gd name="csY50" fmla="*/ 113415 h 141942"/>
              <a:gd name="csX51" fmla="*/ 16351 w 141978"/>
              <a:gd name="csY51" fmla="*/ 115558 h 141942"/>
              <a:gd name="csX52" fmla="*/ 2179 w 141978"/>
              <a:gd name="csY52" fmla="*/ 129729 h 141942"/>
              <a:gd name="csX53" fmla="*/ 579 w 141978"/>
              <a:gd name="csY53" fmla="*/ 132042 h 141942"/>
              <a:gd name="csX54" fmla="*/ 1 w 141978"/>
              <a:gd name="csY54" fmla="*/ 134781 h 141942"/>
              <a:gd name="csX55" fmla="*/ 529 w 141978"/>
              <a:gd name="csY55" fmla="*/ 137520 h 141942"/>
              <a:gd name="csX56" fmla="*/ 2077 w 141978"/>
              <a:gd name="csY56" fmla="*/ 139867 h 141942"/>
              <a:gd name="csX57" fmla="*/ 4407 w 141978"/>
              <a:gd name="csY57" fmla="*/ 141415 h 141942"/>
              <a:gd name="csX58" fmla="*/ 7164 w 141978"/>
              <a:gd name="csY58" fmla="*/ 141943 h 141942"/>
              <a:gd name="csX59" fmla="*/ 9903 w 141978"/>
              <a:gd name="csY59" fmla="*/ 141347 h 141942"/>
              <a:gd name="csX60" fmla="*/ 12200 w 141978"/>
              <a:gd name="csY60" fmla="*/ 139765 h 141942"/>
              <a:gd name="csX61" fmla="*/ 26389 w 141978"/>
              <a:gd name="csY61" fmla="*/ 125578 h 141942"/>
              <a:gd name="csX62" fmla="*/ 28396 w 141978"/>
              <a:gd name="csY62" fmla="*/ 121903 h 141942"/>
              <a:gd name="csX63" fmla="*/ 27971 w 141978"/>
              <a:gd name="csY63" fmla="*/ 117736 h 141942"/>
              <a:gd name="csX64" fmla="*/ 25266 w 141978"/>
              <a:gd name="csY64" fmla="*/ 114538 h 141942"/>
              <a:gd name="csX65" fmla="*/ 21234 w 141978"/>
              <a:gd name="csY65" fmla="*/ 113415 h 141942"/>
              <a:gd name="csX66" fmla="*/ 120541 w 141978"/>
              <a:gd name="csY66" fmla="*/ 113415 h 141942"/>
              <a:gd name="csX67" fmla="*/ 116577 w 141978"/>
              <a:gd name="csY67" fmla="*/ 114623 h 141942"/>
              <a:gd name="csX68" fmla="*/ 113974 w 141978"/>
              <a:gd name="csY68" fmla="*/ 117838 h 141942"/>
              <a:gd name="csX69" fmla="*/ 113617 w 141978"/>
              <a:gd name="csY69" fmla="*/ 121955 h 141942"/>
              <a:gd name="csX70" fmla="*/ 115607 w 141978"/>
              <a:gd name="csY70" fmla="*/ 125578 h 141942"/>
              <a:gd name="csX71" fmla="*/ 129779 w 141978"/>
              <a:gd name="csY71" fmla="*/ 139765 h 141942"/>
              <a:gd name="csX72" fmla="*/ 132076 w 141978"/>
              <a:gd name="csY72" fmla="*/ 141347 h 141942"/>
              <a:gd name="csX73" fmla="*/ 134815 w 141978"/>
              <a:gd name="csY73" fmla="*/ 141943 h 141942"/>
              <a:gd name="csX74" fmla="*/ 137571 w 141978"/>
              <a:gd name="csY74" fmla="*/ 141415 h 141942"/>
              <a:gd name="csX75" fmla="*/ 139902 w 141978"/>
              <a:gd name="csY75" fmla="*/ 139867 h 141942"/>
              <a:gd name="csX76" fmla="*/ 141451 w 141978"/>
              <a:gd name="csY76" fmla="*/ 137520 h 141942"/>
              <a:gd name="csX77" fmla="*/ 141978 w 141978"/>
              <a:gd name="csY77" fmla="*/ 134781 h 141942"/>
              <a:gd name="csX78" fmla="*/ 141399 w 141978"/>
              <a:gd name="csY78" fmla="*/ 132042 h 141942"/>
              <a:gd name="csX79" fmla="*/ 139800 w 141978"/>
              <a:gd name="csY79" fmla="*/ 129729 h 141942"/>
              <a:gd name="csX80" fmla="*/ 125628 w 141978"/>
              <a:gd name="csY80" fmla="*/ 115558 h 141942"/>
              <a:gd name="csX81" fmla="*/ 123297 w 141978"/>
              <a:gd name="csY81" fmla="*/ 113976 h 141942"/>
              <a:gd name="csX82" fmla="*/ 120541 w 141978"/>
              <a:gd name="csY82" fmla="*/ 113415 h 141942"/>
            </a:gdLst>
            <a:ahLst/>
            <a:cxnLst/>
            <a:rect l="l" t="t" r="r" b="b"/>
            <a:pathLst>
              <a:path w="100000" h="100000">
                <a:moveTo>
                  <a:pt x="5010" y="14"/>
                </a:moveTo>
                <a:cubicBezTo>
                  <a:pt x="4015" y="14"/>
                  <a:pt x="3045" y="313"/>
                  <a:pt x="2230" y="865"/>
                </a:cubicBezTo>
                <a:cubicBezTo>
                  <a:pt x="1403" y="1428"/>
                  <a:pt x="768" y="2207"/>
                  <a:pt x="396" y="3129"/>
                </a:cubicBezTo>
                <a:cubicBezTo>
                  <a:pt x="13" y="4052"/>
                  <a:pt x="-71" y="5059"/>
                  <a:pt x="132" y="6029"/>
                </a:cubicBezTo>
                <a:cubicBezTo>
                  <a:pt x="336" y="7012"/>
                  <a:pt x="828" y="7898"/>
                  <a:pt x="1535" y="8593"/>
                </a:cubicBezTo>
                <a:lnTo>
                  <a:pt x="11517" y="18573"/>
                </a:lnTo>
                <a:cubicBezTo>
                  <a:pt x="11984" y="19053"/>
                  <a:pt x="12535" y="19436"/>
                  <a:pt x="13146" y="19700"/>
                </a:cubicBezTo>
                <a:cubicBezTo>
                  <a:pt x="13757" y="19963"/>
                  <a:pt x="14404" y="20095"/>
                  <a:pt x="15076" y="20107"/>
                </a:cubicBezTo>
                <a:cubicBezTo>
                  <a:pt x="15735" y="20107"/>
                  <a:pt x="16394" y="19987"/>
                  <a:pt x="17017" y="19735"/>
                </a:cubicBezTo>
                <a:cubicBezTo>
                  <a:pt x="17628" y="19484"/>
                  <a:pt x="18179" y="19113"/>
                  <a:pt x="18659" y="18645"/>
                </a:cubicBezTo>
                <a:cubicBezTo>
                  <a:pt x="19125" y="18178"/>
                  <a:pt x="19497" y="17615"/>
                  <a:pt x="19749" y="17004"/>
                </a:cubicBezTo>
                <a:cubicBezTo>
                  <a:pt x="20000" y="16381"/>
                  <a:pt x="20121" y="15722"/>
                  <a:pt x="20121" y="15063"/>
                </a:cubicBezTo>
                <a:cubicBezTo>
                  <a:pt x="20109" y="14404"/>
                  <a:pt x="19976" y="13745"/>
                  <a:pt x="19713" y="13134"/>
                </a:cubicBezTo>
                <a:cubicBezTo>
                  <a:pt x="19449" y="12523"/>
                  <a:pt x="19066" y="11972"/>
                  <a:pt x="18587" y="11517"/>
                </a:cubicBezTo>
                <a:lnTo>
                  <a:pt x="8593" y="1523"/>
                </a:lnTo>
                <a:cubicBezTo>
                  <a:pt x="8125" y="1045"/>
                  <a:pt x="7574" y="673"/>
                  <a:pt x="6963" y="410"/>
                </a:cubicBezTo>
                <a:cubicBezTo>
                  <a:pt x="6340" y="146"/>
                  <a:pt x="5680" y="14"/>
                  <a:pt x="5010" y="14"/>
                </a:cubicBezTo>
                <a:close/>
                <a:moveTo>
                  <a:pt x="94847" y="14"/>
                </a:moveTo>
                <a:cubicBezTo>
                  <a:pt x="93541" y="50"/>
                  <a:pt x="92319" y="602"/>
                  <a:pt x="91408" y="1523"/>
                </a:cubicBezTo>
                <a:lnTo>
                  <a:pt x="81426" y="11517"/>
                </a:lnTo>
                <a:cubicBezTo>
                  <a:pt x="80947" y="11972"/>
                  <a:pt x="80563" y="12523"/>
                  <a:pt x="80300" y="13134"/>
                </a:cubicBezTo>
                <a:cubicBezTo>
                  <a:pt x="80036" y="13745"/>
                  <a:pt x="79893" y="14404"/>
                  <a:pt x="79893" y="15063"/>
                </a:cubicBezTo>
                <a:cubicBezTo>
                  <a:pt x="79881" y="15722"/>
                  <a:pt x="80012" y="16381"/>
                  <a:pt x="80264" y="17004"/>
                </a:cubicBezTo>
                <a:cubicBezTo>
                  <a:pt x="80515" y="17615"/>
                  <a:pt x="80887" y="18178"/>
                  <a:pt x="81354" y="18645"/>
                </a:cubicBezTo>
                <a:cubicBezTo>
                  <a:pt x="81822" y="19113"/>
                  <a:pt x="82385" y="19484"/>
                  <a:pt x="82996" y="19735"/>
                </a:cubicBezTo>
                <a:cubicBezTo>
                  <a:pt x="83607" y="19987"/>
                  <a:pt x="84266" y="20107"/>
                  <a:pt x="84937" y="20107"/>
                </a:cubicBezTo>
                <a:cubicBezTo>
                  <a:pt x="85596" y="20095"/>
                  <a:pt x="86256" y="19963"/>
                  <a:pt x="86866" y="19700"/>
                </a:cubicBezTo>
                <a:cubicBezTo>
                  <a:pt x="87478" y="19436"/>
                  <a:pt x="88029" y="19053"/>
                  <a:pt x="88484" y="18573"/>
                </a:cubicBezTo>
                <a:lnTo>
                  <a:pt x="98466" y="8593"/>
                </a:lnTo>
                <a:cubicBezTo>
                  <a:pt x="99197" y="7886"/>
                  <a:pt x="99689" y="6988"/>
                  <a:pt x="99880" y="5993"/>
                </a:cubicBezTo>
                <a:cubicBezTo>
                  <a:pt x="100084" y="5011"/>
                  <a:pt x="99976" y="3992"/>
                  <a:pt x="99592" y="3058"/>
                </a:cubicBezTo>
                <a:cubicBezTo>
                  <a:pt x="99197" y="2135"/>
                  <a:pt x="98538" y="1344"/>
                  <a:pt x="97687" y="805"/>
                </a:cubicBezTo>
                <a:cubicBezTo>
                  <a:pt x="96837" y="266"/>
                  <a:pt x="95842" y="-10"/>
                  <a:pt x="94847" y="14"/>
                </a:cubicBezTo>
                <a:close/>
                <a:moveTo>
                  <a:pt x="58862" y="62"/>
                </a:moveTo>
                <a:cubicBezTo>
                  <a:pt x="57724" y="26"/>
                  <a:pt x="56597" y="517"/>
                  <a:pt x="55842" y="1440"/>
                </a:cubicBezTo>
                <a:lnTo>
                  <a:pt x="10905" y="56351"/>
                </a:lnTo>
                <a:cubicBezTo>
                  <a:pt x="9995" y="57477"/>
                  <a:pt x="9803" y="59023"/>
                  <a:pt x="10414" y="60329"/>
                </a:cubicBezTo>
                <a:cubicBezTo>
                  <a:pt x="11037" y="61635"/>
                  <a:pt x="12355" y="62474"/>
                  <a:pt x="13806" y="62474"/>
                </a:cubicBezTo>
                <a:lnTo>
                  <a:pt x="37520" y="62474"/>
                </a:lnTo>
                <a:lnTo>
                  <a:pt x="37520" y="96166"/>
                </a:lnTo>
                <a:cubicBezTo>
                  <a:pt x="37520" y="97748"/>
                  <a:pt x="38514" y="99161"/>
                  <a:pt x="40013" y="99688"/>
                </a:cubicBezTo>
                <a:cubicBezTo>
                  <a:pt x="40420" y="99844"/>
                  <a:pt x="40839" y="99915"/>
                  <a:pt x="41270" y="99915"/>
                </a:cubicBezTo>
                <a:cubicBezTo>
                  <a:pt x="42361" y="99915"/>
                  <a:pt x="43440" y="99425"/>
                  <a:pt x="44158" y="98538"/>
                </a:cubicBezTo>
                <a:lnTo>
                  <a:pt x="89095" y="43626"/>
                </a:lnTo>
                <a:cubicBezTo>
                  <a:pt x="90018" y="42500"/>
                  <a:pt x="90210" y="40955"/>
                  <a:pt x="89586" y="39649"/>
                </a:cubicBezTo>
                <a:cubicBezTo>
                  <a:pt x="88964" y="38343"/>
                  <a:pt x="87645" y="37504"/>
                  <a:pt x="86207" y="37504"/>
                </a:cubicBezTo>
                <a:lnTo>
                  <a:pt x="62481" y="37504"/>
                </a:lnTo>
                <a:lnTo>
                  <a:pt x="62481" y="3812"/>
                </a:lnTo>
                <a:cubicBezTo>
                  <a:pt x="62481" y="2231"/>
                  <a:pt x="61486" y="817"/>
                  <a:pt x="60000" y="289"/>
                </a:cubicBezTo>
                <a:cubicBezTo>
                  <a:pt x="59629" y="146"/>
                  <a:pt x="59245" y="74"/>
                  <a:pt x="58862" y="62"/>
                </a:cubicBezTo>
                <a:close/>
                <a:moveTo>
                  <a:pt x="14956" y="79895"/>
                </a:moveTo>
                <a:cubicBezTo>
                  <a:pt x="13661" y="79931"/>
                  <a:pt x="12427" y="80470"/>
                  <a:pt x="11517" y="81404"/>
                </a:cubicBezTo>
                <a:lnTo>
                  <a:pt x="1535" y="91385"/>
                </a:lnTo>
                <a:cubicBezTo>
                  <a:pt x="1055" y="91852"/>
                  <a:pt x="672" y="92404"/>
                  <a:pt x="408" y="93014"/>
                </a:cubicBezTo>
                <a:cubicBezTo>
                  <a:pt x="144" y="93614"/>
                  <a:pt x="13" y="94272"/>
                  <a:pt x="1" y="94944"/>
                </a:cubicBezTo>
                <a:cubicBezTo>
                  <a:pt x="-11" y="95603"/>
                  <a:pt x="120" y="96261"/>
                  <a:pt x="373" y="96873"/>
                </a:cubicBezTo>
                <a:cubicBezTo>
                  <a:pt x="624" y="97496"/>
                  <a:pt x="995" y="98047"/>
                  <a:pt x="1463" y="98526"/>
                </a:cubicBezTo>
                <a:cubicBezTo>
                  <a:pt x="1930" y="98994"/>
                  <a:pt x="2493" y="99365"/>
                  <a:pt x="3104" y="99616"/>
                </a:cubicBezTo>
                <a:cubicBezTo>
                  <a:pt x="3727" y="99868"/>
                  <a:pt x="4387" y="99988"/>
                  <a:pt x="5046" y="99988"/>
                </a:cubicBezTo>
                <a:cubicBezTo>
                  <a:pt x="5704" y="99976"/>
                  <a:pt x="6364" y="99832"/>
                  <a:pt x="6975" y="99568"/>
                </a:cubicBezTo>
                <a:cubicBezTo>
                  <a:pt x="7586" y="99305"/>
                  <a:pt x="8137" y="98934"/>
                  <a:pt x="8593" y="98454"/>
                </a:cubicBezTo>
                <a:lnTo>
                  <a:pt x="18587" y="88462"/>
                </a:lnTo>
                <a:cubicBezTo>
                  <a:pt x="19306" y="87766"/>
                  <a:pt x="19797" y="86856"/>
                  <a:pt x="20000" y="85873"/>
                </a:cubicBezTo>
                <a:cubicBezTo>
                  <a:pt x="20193" y="84891"/>
                  <a:pt x="20097" y="83861"/>
                  <a:pt x="19701" y="82938"/>
                </a:cubicBezTo>
                <a:cubicBezTo>
                  <a:pt x="19306" y="82016"/>
                  <a:pt x="18647" y="81225"/>
                  <a:pt x="17796" y="80686"/>
                </a:cubicBezTo>
                <a:cubicBezTo>
                  <a:pt x="16957" y="80135"/>
                  <a:pt x="15962" y="79859"/>
                  <a:pt x="14956" y="79895"/>
                </a:cubicBezTo>
                <a:close/>
                <a:moveTo>
                  <a:pt x="84901" y="79895"/>
                </a:moveTo>
                <a:cubicBezTo>
                  <a:pt x="83907" y="79895"/>
                  <a:pt x="82936" y="80194"/>
                  <a:pt x="82109" y="80746"/>
                </a:cubicBezTo>
                <a:cubicBezTo>
                  <a:pt x="81294" y="81297"/>
                  <a:pt x="80647" y="82087"/>
                  <a:pt x="80276" y="83010"/>
                </a:cubicBezTo>
                <a:cubicBezTo>
                  <a:pt x="79905" y="83933"/>
                  <a:pt x="79820" y="84939"/>
                  <a:pt x="80024" y="85910"/>
                </a:cubicBezTo>
                <a:cubicBezTo>
                  <a:pt x="80228" y="86880"/>
                  <a:pt x="80707" y="87766"/>
                  <a:pt x="81426" y="88462"/>
                </a:cubicBezTo>
                <a:lnTo>
                  <a:pt x="91408" y="98454"/>
                </a:lnTo>
                <a:cubicBezTo>
                  <a:pt x="91876" y="98934"/>
                  <a:pt x="92414" y="99305"/>
                  <a:pt x="93026" y="99568"/>
                </a:cubicBezTo>
                <a:cubicBezTo>
                  <a:pt x="93637" y="99832"/>
                  <a:pt x="94296" y="99976"/>
                  <a:pt x="94955" y="99988"/>
                </a:cubicBezTo>
                <a:cubicBezTo>
                  <a:pt x="95626" y="99988"/>
                  <a:pt x="96285" y="99868"/>
                  <a:pt x="96896" y="99616"/>
                </a:cubicBezTo>
                <a:cubicBezTo>
                  <a:pt x="97519" y="99365"/>
                  <a:pt x="98071" y="98994"/>
                  <a:pt x="98538" y="98526"/>
                </a:cubicBezTo>
                <a:cubicBezTo>
                  <a:pt x="99017" y="98047"/>
                  <a:pt x="99389" y="97496"/>
                  <a:pt x="99629" y="96873"/>
                </a:cubicBezTo>
                <a:cubicBezTo>
                  <a:pt x="99880" y="96261"/>
                  <a:pt x="100012" y="95603"/>
                  <a:pt x="100000" y="94944"/>
                </a:cubicBezTo>
                <a:cubicBezTo>
                  <a:pt x="100000" y="94272"/>
                  <a:pt x="99856" y="93614"/>
                  <a:pt x="99592" y="93014"/>
                </a:cubicBezTo>
                <a:cubicBezTo>
                  <a:pt x="99329" y="92404"/>
                  <a:pt x="98946" y="91852"/>
                  <a:pt x="98466" y="91385"/>
                </a:cubicBezTo>
                <a:lnTo>
                  <a:pt x="88484" y="81404"/>
                </a:lnTo>
                <a:cubicBezTo>
                  <a:pt x="88016" y="80925"/>
                  <a:pt x="87466" y="80542"/>
                  <a:pt x="86842" y="80290"/>
                </a:cubicBezTo>
                <a:cubicBezTo>
                  <a:pt x="86231" y="80026"/>
                  <a:pt x="85572" y="79895"/>
                  <a:pt x="84901" y="7989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3" name="Красный — SVG 6">
            <a:extLst>
              <a:ext uri="{FF2B5EF4-FFF2-40B4-BE49-F238E27FC236}">
                <a16:creationId xmlns:a16="http://schemas.microsoft.com/office/drawing/2014/main" id="{66C5386B-F0C7-BD48-AA34-C777180DB655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65434 w 170134"/>
              <a:gd name="csY0" fmla="*/ 0 h 170111"/>
              <a:gd name="csX1" fmla="*/ 58901 w 170134"/>
              <a:gd name="csY1" fmla="*/ 6549 h 170111"/>
              <a:gd name="csX2" fmla="*/ 58901 w 170134"/>
              <a:gd name="csY2" fmla="*/ 163562 h 170111"/>
              <a:gd name="csX3" fmla="*/ 65434 w 170134"/>
              <a:gd name="csY3" fmla="*/ 170111 h 170111"/>
              <a:gd name="csX4" fmla="*/ 104088 w 170134"/>
              <a:gd name="csY4" fmla="*/ 170111 h 170111"/>
              <a:gd name="csX5" fmla="*/ 110621 w 170134"/>
              <a:gd name="csY5" fmla="*/ 162949 h 170111"/>
              <a:gd name="csX6" fmla="*/ 92230 w 170134"/>
              <a:gd name="csY6" fmla="*/ 5937 h 170111"/>
              <a:gd name="csX7" fmla="*/ 85680 w 170134"/>
              <a:gd name="csY7" fmla="*/ 0 h 170111"/>
              <a:gd name="csX8" fmla="*/ 65434 w 170134"/>
              <a:gd name="csY8" fmla="*/ 0 h 170111"/>
              <a:gd name="csX9" fmla="*/ 0 w 170134"/>
              <a:gd name="csY9" fmla="*/ 19631 h 170111"/>
              <a:gd name="csX10" fmla="*/ 0 w 170134"/>
              <a:gd name="csY10" fmla="*/ 32712 h 170111"/>
              <a:gd name="csX11" fmla="*/ 13083 w 170134"/>
              <a:gd name="csY11" fmla="*/ 39262 h 170111"/>
              <a:gd name="csX12" fmla="*/ 26166 w 170134"/>
              <a:gd name="csY12" fmla="*/ 32712 h 170111"/>
              <a:gd name="csX13" fmla="*/ 39267 w 170134"/>
              <a:gd name="csY13" fmla="*/ 39262 h 170111"/>
              <a:gd name="csX14" fmla="*/ 52350 w 170134"/>
              <a:gd name="csY14" fmla="*/ 32712 h 170111"/>
              <a:gd name="csX15" fmla="*/ 52350 w 170134"/>
              <a:gd name="csY15" fmla="*/ 19631 h 170111"/>
              <a:gd name="csX16" fmla="*/ 39267 w 170134"/>
              <a:gd name="csY16" fmla="*/ 26163 h 170111"/>
              <a:gd name="csX17" fmla="*/ 26166 w 170134"/>
              <a:gd name="csY17" fmla="*/ 19631 h 170111"/>
              <a:gd name="csX18" fmla="*/ 13083 w 170134"/>
              <a:gd name="csY18" fmla="*/ 26163 h 170111"/>
              <a:gd name="csX19" fmla="*/ 0 w 170134"/>
              <a:gd name="csY19" fmla="*/ 19631 h 170111"/>
              <a:gd name="csX20" fmla="*/ 0 w 170134"/>
              <a:gd name="csY20" fmla="*/ 52343 h 170111"/>
              <a:gd name="csX21" fmla="*/ 0 w 170134"/>
              <a:gd name="csY21" fmla="*/ 65425 h 170111"/>
              <a:gd name="csX22" fmla="*/ 13083 w 170134"/>
              <a:gd name="csY22" fmla="*/ 71974 h 170111"/>
              <a:gd name="csX23" fmla="*/ 26166 w 170134"/>
              <a:gd name="csY23" fmla="*/ 65425 h 170111"/>
              <a:gd name="csX24" fmla="*/ 39267 w 170134"/>
              <a:gd name="csY24" fmla="*/ 71974 h 170111"/>
              <a:gd name="csX25" fmla="*/ 52350 w 170134"/>
              <a:gd name="csY25" fmla="*/ 65425 h 170111"/>
              <a:gd name="csX26" fmla="*/ 52350 w 170134"/>
              <a:gd name="csY26" fmla="*/ 52343 h 170111"/>
              <a:gd name="csX27" fmla="*/ 39267 w 170134"/>
              <a:gd name="csY27" fmla="*/ 58893 h 170111"/>
              <a:gd name="csX28" fmla="*/ 26166 w 170134"/>
              <a:gd name="csY28" fmla="*/ 52343 h 170111"/>
              <a:gd name="csX29" fmla="*/ 13083 w 170134"/>
              <a:gd name="csY29" fmla="*/ 58893 h 170111"/>
              <a:gd name="csX30" fmla="*/ 0 w 170134"/>
              <a:gd name="csY30" fmla="*/ 52343 h 170111"/>
              <a:gd name="csX31" fmla="*/ 0 w 170134"/>
              <a:gd name="csY31" fmla="*/ 85056 h 170111"/>
              <a:gd name="csX32" fmla="*/ 0 w 170134"/>
              <a:gd name="csY32" fmla="*/ 98137 h 170111"/>
              <a:gd name="csX33" fmla="*/ 13083 w 170134"/>
              <a:gd name="csY33" fmla="*/ 104686 h 170111"/>
              <a:gd name="csX34" fmla="*/ 26166 w 170134"/>
              <a:gd name="csY34" fmla="*/ 98137 h 170111"/>
              <a:gd name="csX35" fmla="*/ 39267 w 170134"/>
              <a:gd name="csY35" fmla="*/ 104686 h 170111"/>
              <a:gd name="csX36" fmla="*/ 52350 w 170134"/>
              <a:gd name="csY36" fmla="*/ 98137 h 170111"/>
              <a:gd name="csX37" fmla="*/ 52350 w 170134"/>
              <a:gd name="csY37" fmla="*/ 85056 h 170111"/>
              <a:gd name="csX38" fmla="*/ 39267 w 170134"/>
              <a:gd name="csY38" fmla="*/ 91605 h 170111"/>
              <a:gd name="csX39" fmla="*/ 26166 w 170134"/>
              <a:gd name="csY39" fmla="*/ 85056 h 170111"/>
              <a:gd name="csX40" fmla="*/ 13083 w 170134"/>
              <a:gd name="csY40" fmla="*/ 91605 h 170111"/>
              <a:gd name="csX41" fmla="*/ 0 w 170134"/>
              <a:gd name="csY41" fmla="*/ 85056 h 170111"/>
              <a:gd name="csX42" fmla="*/ 0 w 170134"/>
              <a:gd name="csY42" fmla="*/ 117768 h 170111"/>
              <a:gd name="csX43" fmla="*/ 0 w 170134"/>
              <a:gd name="csY43" fmla="*/ 130849 h 170111"/>
              <a:gd name="csX44" fmla="*/ 13083 w 170134"/>
              <a:gd name="csY44" fmla="*/ 137399 h 170111"/>
              <a:gd name="csX45" fmla="*/ 26166 w 170134"/>
              <a:gd name="csY45" fmla="*/ 130849 h 170111"/>
              <a:gd name="csX46" fmla="*/ 39267 w 170134"/>
              <a:gd name="csY46" fmla="*/ 137399 h 170111"/>
              <a:gd name="csX47" fmla="*/ 52350 w 170134"/>
              <a:gd name="csY47" fmla="*/ 130849 h 170111"/>
              <a:gd name="csX48" fmla="*/ 52350 w 170134"/>
              <a:gd name="csY48" fmla="*/ 117768 h 170111"/>
              <a:gd name="csX49" fmla="*/ 39267 w 170134"/>
              <a:gd name="csY49" fmla="*/ 124317 h 170111"/>
              <a:gd name="csX50" fmla="*/ 26166 w 170134"/>
              <a:gd name="csY50" fmla="*/ 117768 h 170111"/>
              <a:gd name="csX51" fmla="*/ 13083 w 170134"/>
              <a:gd name="csY51" fmla="*/ 124317 h 170111"/>
              <a:gd name="csX52" fmla="*/ 0 w 170134"/>
              <a:gd name="csY52" fmla="*/ 117768 h 170111"/>
              <a:gd name="csX53" fmla="*/ 117784 w 170134"/>
              <a:gd name="csY53" fmla="*/ 117768 h 170111"/>
              <a:gd name="csX54" fmla="*/ 117172 w 170134"/>
              <a:gd name="csY54" fmla="*/ 118993 h 170111"/>
              <a:gd name="csX55" fmla="*/ 118396 w 170134"/>
              <a:gd name="csY55" fmla="*/ 132074 h 170111"/>
              <a:gd name="csX56" fmla="*/ 130867 w 170134"/>
              <a:gd name="csY56" fmla="*/ 138011 h 170111"/>
              <a:gd name="csX57" fmla="*/ 143968 w 170134"/>
              <a:gd name="csY57" fmla="*/ 131462 h 170111"/>
              <a:gd name="csX58" fmla="*/ 157051 w 170134"/>
              <a:gd name="csY58" fmla="*/ 138011 h 170111"/>
              <a:gd name="csX59" fmla="*/ 170134 w 170134"/>
              <a:gd name="csY59" fmla="*/ 131462 h 170111"/>
              <a:gd name="csX60" fmla="*/ 170134 w 170134"/>
              <a:gd name="csY60" fmla="*/ 118380 h 170111"/>
              <a:gd name="csX61" fmla="*/ 157051 w 170134"/>
              <a:gd name="csY61" fmla="*/ 124317 h 170111"/>
              <a:gd name="csX62" fmla="*/ 143968 w 170134"/>
              <a:gd name="csY62" fmla="*/ 117768 h 170111"/>
              <a:gd name="csX63" fmla="*/ 130867 w 170134"/>
              <a:gd name="csY63" fmla="*/ 124317 h 170111"/>
              <a:gd name="csX64" fmla="*/ 117784 w 170134"/>
              <a:gd name="csY64" fmla="*/ 117768 h 170111"/>
              <a:gd name="csX65" fmla="*/ 0 w 170134"/>
              <a:gd name="csY65" fmla="*/ 150480 h 170111"/>
              <a:gd name="csX66" fmla="*/ 0 w 170134"/>
              <a:gd name="csY66" fmla="*/ 163562 h 170111"/>
              <a:gd name="csX67" fmla="*/ 13083 w 170134"/>
              <a:gd name="csY67" fmla="*/ 170111 h 170111"/>
              <a:gd name="csX68" fmla="*/ 26166 w 170134"/>
              <a:gd name="csY68" fmla="*/ 163562 h 170111"/>
              <a:gd name="csX69" fmla="*/ 39267 w 170134"/>
              <a:gd name="csY69" fmla="*/ 170111 h 170111"/>
              <a:gd name="csX70" fmla="*/ 52350 w 170134"/>
              <a:gd name="csY70" fmla="*/ 163562 h 170111"/>
              <a:gd name="csX71" fmla="*/ 52350 w 170134"/>
              <a:gd name="csY71" fmla="*/ 150480 h 170111"/>
              <a:gd name="csX72" fmla="*/ 39267 w 170134"/>
              <a:gd name="csY72" fmla="*/ 157030 h 170111"/>
              <a:gd name="csX73" fmla="*/ 26166 w 170134"/>
              <a:gd name="csY73" fmla="*/ 150480 h 170111"/>
              <a:gd name="csX74" fmla="*/ 13083 w 170134"/>
              <a:gd name="csY74" fmla="*/ 157030 h 170111"/>
              <a:gd name="csX75" fmla="*/ 0 w 170134"/>
              <a:gd name="csY75" fmla="*/ 150480 h 170111"/>
              <a:gd name="csX76" fmla="*/ 143968 w 170134"/>
              <a:gd name="csY76" fmla="*/ 150480 h 170111"/>
              <a:gd name="csX77" fmla="*/ 130867 w 170134"/>
              <a:gd name="csY77" fmla="*/ 157030 h 170111"/>
              <a:gd name="csX78" fmla="*/ 121050 w 170134"/>
              <a:gd name="csY78" fmla="*/ 153746 h 170111"/>
              <a:gd name="csX79" fmla="*/ 122276 w 170134"/>
              <a:gd name="csY79" fmla="*/ 168070 h 170111"/>
              <a:gd name="csX80" fmla="*/ 130867 w 170134"/>
              <a:gd name="csY80" fmla="*/ 170111 h 170111"/>
              <a:gd name="csX81" fmla="*/ 143968 w 170134"/>
              <a:gd name="csY81" fmla="*/ 163562 h 170111"/>
              <a:gd name="csX82" fmla="*/ 157051 w 170134"/>
              <a:gd name="csY82" fmla="*/ 170111 h 170111"/>
              <a:gd name="csX83" fmla="*/ 170134 w 170134"/>
              <a:gd name="csY83" fmla="*/ 163562 h 170111"/>
              <a:gd name="csX84" fmla="*/ 170134 w 170134"/>
              <a:gd name="csY84" fmla="*/ 150480 h 170111"/>
              <a:gd name="csX85" fmla="*/ 157051 w 170134"/>
              <a:gd name="csY85" fmla="*/ 157030 h 170111"/>
              <a:gd name="csX86" fmla="*/ 143968 w 170134"/>
              <a:gd name="csY86" fmla="*/ 150480 h 170111"/>
            </a:gdLst>
            <a:ahLst/>
            <a:cxnLst/>
            <a:rect l="l" t="t" r="r" b="b"/>
            <a:pathLst>
              <a:path w="100000" h="100000">
                <a:moveTo>
                  <a:pt x="38460" y="7"/>
                </a:moveTo>
                <a:cubicBezTo>
                  <a:pt x="36150" y="7"/>
                  <a:pt x="34620" y="1537"/>
                  <a:pt x="34620" y="3856"/>
                </a:cubicBezTo>
                <a:lnTo>
                  <a:pt x="34620" y="96144"/>
                </a:lnTo>
                <a:cubicBezTo>
                  <a:pt x="34620" y="98463"/>
                  <a:pt x="36150" y="99993"/>
                  <a:pt x="38460" y="99993"/>
                </a:cubicBezTo>
                <a:lnTo>
                  <a:pt x="61180" y="99993"/>
                </a:lnTo>
                <a:cubicBezTo>
                  <a:pt x="63490" y="99993"/>
                  <a:pt x="65020" y="98104"/>
                  <a:pt x="65020" y="95784"/>
                </a:cubicBezTo>
                <a:lnTo>
                  <a:pt x="54210" y="3496"/>
                </a:lnTo>
                <a:cubicBezTo>
                  <a:pt x="53820" y="1567"/>
                  <a:pt x="52280" y="7"/>
                  <a:pt x="50360" y="7"/>
                </a:cubicBezTo>
                <a:lnTo>
                  <a:pt x="38460" y="7"/>
                </a:lnTo>
                <a:close/>
                <a:moveTo>
                  <a:pt x="0" y="11545"/>
                </a:moveTo>
                <a:lnTo>
                  <a:pt x="0" y="19234"/>
                </a:lnTo>
                <a:cubicBezTo>
                  <a:pt x="0" y="19234"/>
                  <a:pt x="1920" y="23084"/>
                  <a:pt x="7690" y="23084"/>
                </a:cubicBezTo>
                <a:cubicBezTo>
                  <a:pt x="13460" y="23084"/>
                  <a:pt x="15380" y="19234"/>
                  <a:pt x="15380" y="19234"/>
                </a:cubicBezTo>
                <a:cubicBezTo>
                  <a:pt x="15380" y="19234"/>
                  <a:pt x="17310" y="23084"/>
                  <a:pt x="23080" y="23084"/>
                </a:cubicBezTo>
                <a:cubicBezTo>
                  <a:pt x="28850" y="23084"/>
                  <a:pt x="30770" y="19234"/>
                  <a:pt x="30770" y="19234"/>
                </a:cubicBezTo>
                <a:lnTo>
                  <a:pt x="30770" y="11545"/>
                </a:lnTo>
                <a:cubicBezTo>
                  <a:pt x="30770" y="11545"/>
                  <a:pt x="28850" y="15385"/>
                  <a:pt x="23080" y="15385"/>
                </a:cubicBezTo>
                <a:cubicBezTo>
                  <a:pt x="17310" y="15385"/>
                  <a:pt x="15380" y="11545"/>
                  <a:pt x="15380" y="11545"/>
                </a:cubicBezTo>
                <a:cubicBezTo>
                  <a:pt x="15380" y="11545"/>
                  <a:pt x="13460" y="15385"/>
                  <a:pt x="7690" y="15385"/>
                </a:cubicBezTo>
                <a:cubicBezTo>
                  <a:pt x="1920" y="15385"/>
                  <a:pt x="0" y="11545"/>
                  <a:pt x="0" y="11545"/>
                </a:cubicBezTo>
                <a:close/>
                <a:moveTo>
                  <a:pt x="0" y="30773"/>
                </a:moveTo>
                <a:lnTo>
                  <a:pt x="0" y="38462"/>
                </a:lnTo>
                <a:cubicBezTo>
                  <a:pt x="0" y="38462"/>
                  <a:pt x="1920" y="42311"/>
                  <a:pt x="7690" y="42311"/>
                </a:cubicBezTo>
                <a:cubicBezTo>
                  <a:pt x="13460" y="42311"/>
                  <a:pt x="15380" y="38462"/>
                  <a:pt x="15380" y="38462"/>
                </a:cubicBezTo>
                <a:cubicBezTo>
                  <a:pt x="15380" y="38462"/>
                  <a:pt x="17310" y="42311"/>
                  <a:pt x="23080" y="42311"/>
                </a:cubicBezTo>
                <a:cubicBezTo>
                  <a:pt x="28850" y="42311"/>
                  <a:pt x="30770" y="38462"/>
                  <a:pt x="30770" y="38462"/>
                </a:cubicBezTo>
                <a:lnTo>
                  <a:pt x="30770" y="30773"/>
                </a:lnTo>
                <a:cubicBezTo>
                  <a:pt x="30770" y="30773"/>
                  <a:pt x="28850" y="34622"/>
                  <a:pt x="23080" y="34622"/>
                </a:cubicBezTo>
                <a:cubicBezTo>
                  <a:pt x="17310" y="34622"/>
                  <a:pt x="15380" y="30773"/>
                  <a:pt x="15380" y="30773"/>
                </a:cubicBezTo>
                <a:cubicBezTo>
                  <a:pt x="15380" y="30773"/>
                  <a:pt x="13460" y="34622"/>
                  <a:pt x="7690" y="34622"/>
                </a:cubicBezTo>
                <a:cubicBezTo>
                  <a:pt x="1920" y="34622"/>
                  <a:pt x="0" y="30773"/>
                  <a:pt x="0" y="30773"/>
                </a:cubicBezTo>
                <a:close/>
                <a:moveTo>
                  <a:pt x="0" y="50000"/>
                </a:moveTo>
                <a:lnTo>
                  <a:pt x="0" y="57689"/>
                </a:lnTo>
                <a:cubicBezTo>
                  <a:pt x="0" y="57689"/>
                  <a:pt x="1920" y="61538"/>
                  <a:pt x="7690" y="61538"/>
                </a:cubicBezTo>
                <a:cubicBezTo>
                  <a:pt x="13460" y="61538"/>
                  <a:pt x="15380" y="57689"/>
                  <a:pt x="15380" y="57689"/>
                </a:cubicBezTo>
                <a:cubicBezTo>
                  <a:pt x="15380" y="57689"/>
                  <a:pt x="17310" y="61538"/>
                  <a:pt x="23080" y="61538"/>
                </a:cubicBezTo>
                <a:cubicBezTo>
                  <a:pt x="28850" y="61538"/>
                  <a:pt x="30770" y="57689"/>
                  <a:pt x="30770" y="57689"/>
                </a:cubicBezTo>
                <a:lnTo>
                  <a:pt x="30770" y="50000"/>
                </a:lnTo>
                <a:cubicBezTo>
                  <a:pt x="30770" y="50000"/>
                  <a:pt x="28850" y="53850"/>
                  <a:pt x="23080" y="53850"/>
                </a:cubicBezTo>
                <a:cubicBezTo>
                  <a:pt x="17310" y="53850"/>
                  <a:pt x="15380" y="50000"/>
                  <a:pt x="15380" y="50000"/>
                </a:cubicBezTo>
                <a:cubicBezTo>
                  <a:pt x="15380" y="50000"/>
                  <a:pt x="13460" y="53850"/>
                  <a:pt x="7690" y="53850"/>
                </a:cubicBezTo>
                <a:cubicBezTo>
                  <a:pt x="1920" y="53850"/>
                  <a:pt x="0" y="50000"/>
                  <a:pt x="0" y="50000"/>
                </a:cubicBezTo>
                <a:close/>
                <a:moveTo>
                  <a:pt x="0" y="69227"/>
                </a:moveTo>
                <a:lnTo>
                  <a:pt x="0" y="76916"/>
                </a:lnTo>
                <a:cubicBezTo>
                  <a:pt x="0" y="76916"/>
                  <a:pt x="1920" y="80766"/>
                  <a:pt x="7690" y="80766"/>
                </a:cubicBezTo>
                <a:cubicBezTo>
                  <a:pt x="13460" y="80766"/>
                  <a:pt x="15380" y="76916"/>
                  <a:pt x="15380" y="76916"/>
                </a:cubicBezTo>
                <a:cubicBezTo>
                  <a:pt x="15380" y="76916"/>
                  <a:pt x="17310" y="80766"/>
                  <a:pt x="23080" y="80766"/>
                </a:cubicBezTo>
                <a:cubicBezTo>
                  <a:pt x="28850" y="80766"/>
                  <a:pt x="30770" y="76916"/>
                  <a:pt x="30770" y="76916"/>
                </a:cubicBezTo>
                <a:lnTo>
                  <a:pt x="30770" y="69227"/>
                </a:lnTo>
                <a:cubicBezTo>
                  <a:pt x="30770" y="69227"/>
                  <a:pt x="28850" y="73077"/>
                  <a:pt x="23080" y="73077"/>
                </a:cubicBezTo>
                <a:cubicBezTo>
                  <a:pt x="17310" y="73077"/>
                  <a:pt x="15380" y="69227"/>
                  <a:pt x="15380" y="69227"/>
                </a:cubicBezTo>
                <a:cubicBezTo>
                  <a:pt x="15380" y="69227"/>
                  <a:pt x="13460" y="73077"/>
                  <a:pt x="7690" y="73077"/>
                </a:cubicBezTo>
                <a:cubicBezTo>
                  <a:pt x="1920" y="73077"/>
                  <a:pt x="0" y="69227"/>
                  <a:pt x="0" y="69227"/>
                </a:cubicBezTo>
                <a:close/>
                <a:moveTo>
                  <a:pt x="69230" y="69227"/>
                </a:moveTo>
                <a:cubicBezTo>
                  <a:pt x="69230" y="69227"/>
                  <a:pt x="69260" y="69557"/>
                  <a:pt x="68870" y="69948"/>
                </a:cubicBezTo>
                <a:lnTo>
                  <a:pt x="69590" y="77636"/>
                </a:lnTo>
                <a:cubicBezTo>
                  <a:pt x="70360" y="78796"/>
                  <a:pt x="72690" y="81126"/>
                  <a:pt x="76920" y="81126"/>
                </a:cubicBezTo>
                <a:cubicBezTo>
                  <a:pt x="82690" y="81126"/>
                  <a:pt x="84620" y="77276"/>
                  <a:pt x="84620" y="77276"/>
                </a:cubicBezTo>
                <a:cubicBezTo>
                  <a:pt x="84620" y="77276"/>
                  <a:pt x="86540" y="81126"/>
                  <a:pt x="92310" y="81126"/>
                </a:cubicBezTo>
                <a:cubicBezTo>
                  <a:pt x="98080" y="81126"/>
                  <a:pt x="100000" y="77276"/>
                  <a:pt x="100000" y="77276"/>
                </a:cubicBezTo>
                <a:lnTo>
                  <a:pt x="100000" y="69587"/>
                </a:lnTo>
                <a:cubicBezTo>
                  <a:pt x="100000" y="69198"/>
                  <a:pt x="98080" y="73077"/>
                  <a:pt x="92310" y="73077"/>
                </a:cubicBezTo>
                <a:cubicBezTo>
                  <a:pt x="86540" y="73077"/>
                  <a:pt x="84620" y="69227"/>
                  <a:pt x="84620" y="69227"/>
                </a:cubicBezTo>
                <a:cubicBezTo>
                  <a:pt x="84620" y="69227"/>
                  <a:pt x="82690" y="73077"/>
                  <a:pt x="76920" y="73077"/>
                </a:cubicBezTo>
                <a:cubicBezTo>
                  <a:pt x="71150" y="73077"/>
                  <a:pt x="69230" y="69227"/>
                  <a:pt x="69230" y="69227"/>
                </a:cubicBezTo>
                <a:close/>
                <a:moveTo>
                  <a:pt x="0" y="88455"/>
                </a:moveTo>
                <a:lnTo>
                  <a:pt x="0" y="96144"/>
                </a:lnTo>
                <a:cubicBezTo>
                  <a:pt x="0" y="96144"/>
                  <a:pt x="1920" y="99993"/>
                  <a:pt x="7690" y="99993"/>
                </a:cubicBezTo>
                <a:cubicBezTo>
                  <a:pt x="13460" y="99993"/>
                  <a:pt x="15380" y="96144"/>
                  <a:pt x="15380" y="96144"/>
                </a:cubicBezTo>
                <a:cubicBezTo>
                  <a:pt x="15380" y="96144"/>
                  <a:pt x="17310" y="99993"/>
                  <a:pt x="23080" y="99993"/>
                </a:cubicBezTo>
                <a:cubicBezTo>
                  <a:pt x="28850" y="99993"/>
                  <a:pt x="30770" y="96144"/>
                  <a:pt x="30770" y="96144"/>
                </a:cubicBezTo>
                <a:lnTo>
                  <a:pt x="30770" y="88455"/>
                </a:lnTo>
                <a:cubicBezTo>
                  <a:pt x="30770" y="88455"/>
                  <a:pt x="28850" y="92305"/>
                  <a:pt x="23080" y="92305"/>
                </a:cubicBezTo>
                <a:cubicBezTo>
                  <a:pt x="17310" y="92305"/>
                  <a:pt x="15380" y="88455"/>
                  <a:pt x="15380" y="88455"/>
                </a:cubicBezTo>
                <a:cubicBezTo>
                  <a:pt x="15380" y="88455"/>
                  <a:pt x="13460" y="92305"/>
                  <a:pt x="7690" y="92305"/>
                </a:cubicBezTo>
                <a:cubicBezTo>
                  <a:pt x="1920" y="92305"/>
                  <a:pt x="0" y="88455"/>
                  <a:pt x="0" y="88455"/>
                </a:cubicBezTo>
                <a:close/>
                <a:moveTo>
                  <a:pt x="84620" y="88455"/>
                </a:moveTo>
                <a:cubicBezTo>
                  <a:pt x="84620" y="88455"/>
                  <a:pt x="82690" y="92305"/>
                  <a:pt x="76920" y="92305"/>
                </a:cubicBezTo>
                <a:cubicBezTo>
                  <a:pt x="74230" y="92305"/>
                  <a:pt x="72310" y="91535"/>
                  <a:pt x="71150" y="90374"/>
                </a:cubicBezTo>
                <a:lnTo>
                  <a:pt x="71870" y="98794"/>
                </a:lnTo>
                <a:cubicBezTo>
                  <a:pt x="73030" y="99554"/>
                  <a:pt x="75000" y="99993"/>
                  <a:pt x="76920" y="99993"/>
                </a:cubicBezTo>
                <a:cubicBezTo>
                  <a:pt x="82690" y="99993"/>
                  <a:pt x="84620" y="96144"/>
                  <a:pt x="84620" y="96144"/>
                </a:cubicBezTo>
                <a:cubicBezTo>
                  <a:pt x="84620" y="96144"/>
                  <a:pt x="86540" y="99993"/>
                  <a:pt x="92310" y="99993"/>
                </a:cubicBezTo>
                <a:cubicBezTo>
                  <a:pt x="98080" y="99993"/>
                  <a:pt x="100000" y="96144"/>
                  <a:pt x="100000" y="96144"/>
                </a:cubicBezTo>
                <a:lnTo>
                  <a:pt x="100000" y="88455"/>
                </a:lnTo>
                <a:cubicBezTo>
                  <a:pt x="100000" y="88455"/>
                  <a:pt x="98080" y="92305"/>
                  <a:pt x="92310" y="92305"/>
                </a:cubicBezTo>
                <a:cubicBezTo>
                  <a:pt x="86540" y="92305"/>
                  <a:pt x="84620" y="88455"/>
                  <a:pt x="84620" y="8845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4" name="Красный — SVG 7">
            <a:extLst>
              <a:ext uri="{FF2B5EF4-FFF2-40B4-BE49-F238E27FC236}">
                <a16:creationId xmlns:a16="http://schemas.microsoft.com/office/drawing/2014/main" id="{83E3A67B-7C8D-CC48-83B9-BA16EA3917DB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70895 w 141772"/>
              <a:gd name="csY5" fmla="*/ 15940 h 141753"/>
              <a:gd name="csX6" fmla="*/ 76203 w 141772"/>
              <a:gd name="csY6" fmla="*/ 21264 h 141753"/>
              <a:gd name="csX7" fmla="*/ 70895 w 141772"/>
              <a:gd name="csY7" fmla="*/ 26572 h 141753"/>
              <a:gd name="csX8" fmla="*/ 65570 w 141772"/>
              <a:gd name="csY8" fmla="*/ 21264 h 141753"/>
              <a:gd name="csX9" fmla="*/ 70895 w 141772"/>
              <a:gd name="csY9" fmla="*/ 15940 h 141753"/>
              <a:gd name="csX10" fmla="*/ 21267 w 141772"/>
              <a:gd name="csY10" fmla="*/ 76193 h 141753"/>
              <a:gd name="csX11" fmla="*/ 15942 w 141772"/>
              <a:gd name="csY11" fmla="*/ 70885 h 141753"/>
              <a:gd name="csX12" fmla="*/ 21267 w 141772"/>
              <a:gd name="csY12" fmla="*/ 65561 h 141753"/>
              <a:gd name="csX13" fmla="*/ 26575 w 141772"/>
              <a:gd name="csY13" fmla="*/ 70885 h 141753"/>
              <a:gd name="csX14" fmla="*/ 21267 w 141772"/>
              <a:gd name="csY14" fmla="*/ 76193 h 141753"/>
              <a:gd name="csX15" fmla="*/ 39556 w 141772"/>
              <a:gd name="csY15" fmla="*/ 109722 h 141753"/>
              <a:gd name="csX16" fmla="*/ 32036 w 141772"/>
              <a:gd name="csY16" fmla="*/ 109722 h 141753"/>
              <a:gd name="csX17" fmla="*/ 32036 w 141772"/>
              <a:gd name="csY17" fmla="*/ 102203 h 141753"/>
              <a:gd name="csX18" fmla="*/ 39556 w 141772"/>
              <a:gd name="csY18" fmla="*/ 102203 h 141753"/>
              <a:gd name="csX19" fmla="*/ 39556 w 141772"/>
              <a:gd name="csY19" fmla="*/ 109722 h 141753"/>
              <a:gd name="csX20" fmla="*/ 39556 w 141772"/>
              <a:gd name="csY20" fmla="*/ 39551 h 141753"/>
              <a:gd name="csX21" fmla="*/ 32036 w 141772"/>
              <a:gd name="csY21" fmla="*/ 39551 h 141753"/>
              <a:gd name="csX22" fmla="*/ 32036 w 141772"/>
              <a:gd name="csY22" fmla="*/ 32032 h 141753"/>
              <a:gd name="csX23" fmla="*/ 39556 w 141772"/>
              <a:gd name="csY23" fmla="*/ 32032 h 141753"/>
              <a:gd name="csX24" fmla="*/ 39556 w 141772"/>
              <a:gd name="csY24" fmla="*/ 39551 h 141753"/>
              <a:gd name="csX25" fmla="*/ 64345 w 141772"/>
              <a:gd name="csY25" fmla="*/ 73590 h 141753"/>
              <a:gd name="csX26" fmla="*/ 68173 w 141772"/>
              <a:gd name="csY26" fmla="*/ 64336 h 141753"/>
              <a:gd name="csX27" fmla="*/ 110179 w 141772"/>
              <a:gd name="csY27" fmla="*/ 54606 h 141753"/>
              <a:gd name="csX28" fmla="*/ 73600 w 141772"/>
              <a:gd name="csY28" fmla="*/ 77435 h 141753"/>
              <a:gd name="csX29" fmla="*/ 64345 w 141772"/>
              <a:gd name="csY29" fmla="*/ 73590 h 141753"/>
              <a:gd name="csX30" fmla="*/ 109736 w 141772"/>
              <a:gd name="csY30" fmla="*/ 109722 h 141753"/>
              <a:gd name="csX31" fmla="*/ 102216 w 141772"/>
              <a:gd name="csY31" fmla="*/ 109722 h 141753"/>
              <a:gd name="csX32" fmla="*/ 102216 w 141772"/>
              <a:gd name="csY32" fmla="*/ 102203 h 141753"/>
              <a:gd name="csX33" fmla="*/ 109736 w 141772"/>
              <a:gd name="csY33" fmla="*/ 102203 h 141753"/>
              <a:gd name="csX34" fmla="*/ 109736 w 141772"/>
              <a:gd name="csY34" fmla="*/ 109722 h 141753"/>
              <a:gd name="csX35" fmla="*/ 109736 w 141772"/>
              <a:gd name="csY35" fmla="*/ 39551 h 141753"/>
              <a:gd name="csX36" fmla="*/ 102216 w 141772"/>
              <a:gd name="csY36" fmla="*/ 39551 h 141753"/>
              <a:gd name="csX37" fmla="*/ 102216 w 141772"/>
              <a:gd name="csY37" fmla="*/ 32032 h 141753"/>
              <a:gd name="csX38" fmla="*/ 109736 w 141772"/>
              <a:gd name="csY38" fmla="*/ 32032 h 141753"/>
              <a:gd name="csX39" fmla="*/ 109736 w 141772"/>
              <a:gd name="csY39" fmla="*/ 39551 h 141753"/>
              <a:gd name="csX40" fmla="*/ 120506 w 141772"/>
              <a:gd name="csY40" fmla="*/ 76193 h 141753"/>
              <a:gd name="csX41" fmla="*/ 115198 w 141772"/>
              <a:gd name="csY41" fmla="*/ 70885 h 141753"/>
              <a:gd name="csX42" fmla="*/ 120506 w 141772"/>
              <a:gd name="csY42" fmla="*/ 65561 h 141753"/>
              <a:gd name="csX43" fmla="*/ 125831 w 141772"/>
              <a:gd name="csY43" fmla="*/ 70885 h 141753"/>
              <a:gd name="csX44" fmla="*/ 120506 w 141772"/>
              <a:gd name="csY44" fmla="*/ 76193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2" y="99994"/>
                  <a:pt x="100001" y="77568"/>
                  <a:pt x="100001" y="50006"/>
                </a:cubicBezTo>
                <a:cubicBezTo>
                  <a:pt x="100001" y="22433"/>
                  <a:pt x="77572" y="7"/>
                  <a:pt x="50006" y="7"/>
                </a:cubicBezTo>
                <a:close/>
                <a:moveTo>
                  <a:pt x="50006" y="11250"/>
                </a:moveTo>
                <a:cubicBezTo>
                  <a:pt x="52070" y="11250"/>
                  <a:pt x="53750" y="12930"/>
                  <a:pt x="53750" y="15005"/>
                </a:cubicBezTo>
                <a:cubicBezTo>
                  <a:pt x="53750" y="17069"/>
                  <a:pt x="52070" y="18749"/>
                  <a:pt x="50006" y="18749"/>
                </a:cubicBezTo>
                <a:cubicBezTo>
                  <a:pt x="47930" y="18749"/>
                  <a:pt x="46250" y="17069"/>
                  <a:pt x="46250" y="15005"/>
                </a:cubicBezTo>
                <a:cubicBezTo>
                  <a:pt x="46250" y="12930"/>
                  <a:pt x="47930" y="11250"/>
                  <a:pt x="50006" y="11250"/>
                </a:cubicBezTo>
                <a:close/>
                <a:moveTo>
                  <a:pt x="15001" y="53750"/>
                </a:moveTo>
                <a:cubicBezTo>
                  <a:pt x="12924" y="53750"/>
                  <a:pt x="11245" y="52070"/>
                  <a:pt x="11245" y="50006"/>
                </a:cubicBezTo>
                <a:cubicBezTo>
                  <a:pt x="11245" y="47930"/>
                  <a:pt x="12924" y="46251"/>
                  <a:pt x="15001" y="46251"/>
                </a:cubicBezTo>
                <a:cubicBezTo>
                  <a:pt x="17065" y="46251"/>
                  <a:pt x="18745" y="47930"/>
                  <a:pt x="18745" y="50006"/>
                </a:cubicBezTo>
                <a:cubicBezTo>
                  <a:pt x="18745" y="52070"/>
                  <a:pt x="17065" y="53750"/>
                  <a:pt x="15001" y="53750"/>
                </a:cubicBezTo>
                <a:close/>
                <a:moveTo>
                  <a:pt x="27901" y="77400"/>
                </a:moveTo>
                <a:cubicBezTo>
                  <a:pt x="26438" y="78864"/>
                  <a:pt x="24061" y="78864"/>
                  <a:pt x="22597" y="77400"/>
                </a:cubicBezTo>
                <a:cubicBezTo>
                  <a:pt x="21133" y="75936"/>
                  <a:pt x="21133" y="73560"/>
                  <a:pt x="22597" y="72096"/>
                </a:cubicBezTo>
                <a:cubicBezTo>
                  <a:pt x="24061" y="70633"/>
                  <a:pt x="26438" y="70633"/>
                  <a:pt x="27901" y="72096"/>
                </a:cubicBezTo>
                <a:cubicBezTo>
                  <a:pt x="29365" y="73560"/>
                  <a:pt x="29365" y="75936"/>
                  <a:pt x="27901" y="77400"/>
                </a:cubicBezTo>
                <a:close/>
                <a:moveTo>
                  <a:pt x="27901" y="27904"/>
                </a:moveTo>
                <a:cubicBezTo>
                  <a:pt x="26438" y="29368"/>
                  <a:pt x="24061" y="29368"/>
                  <a:pt x="22597" y="27904"/>
                </a:cubicBezTo>
                <a:cubicBezTo>
                  <a:pt x="21133" y="26441"/>
                  <a:pt x="21133" y="24064"/>
                  <a:pt x="22597" y="22601"/>
                </a:cubicBezTo>
                <a:cubicBezTo>
                  <a:pt x="24061" y="21137"/>
                  <a:pt x="26438" y="21137"/>
                  <a:pt x="27901" y="22601"/>
                </a:cubicBezTo>
                <a:cubicBezTo>
                  <a:pt x="29365" y="24064"/>
                  <a:pt x="29365" y="26441"/>
                  <a:pt x="27901" y="27904"/>
                </a:cubicBezTo>
                <a:close/>
                <a:moveTo>
                  <a:pt x="45386" y="51914"/>
                </a:moveTo>
                <a:cubicBezTo>
                  <a:pt x="44330" y="49358"/>
                  <a:pt x="45542" y="46443"/>
                  <a:pt x="48086" y="45387"/>
                </a:cubicBezTo>
                <a:cubicBezTo>
                  <a:pt x="50643" y="44331"/>
                  <a:pt x="76660" y="35967"/>
                  <a:pt x="77716" y="38523"/>
                </a:cubicBezTo>
                <a:cubicBezTo>
                  <a:pt x="78772" y="41079"/>
                  <a:pt x="54471" y="53569"/>
                  <a:pt x="51914" y="54626"/>
                </a:cubicBezTo>
                <a:cubicBezTo>
                  <a:pt x="49370" y="55681"/>
                  <a:pt x="46442" y="54470"/>
                  <a:pt x="45386" y="51914"/>
                </a:cubicBezTo>
                <a:close/>
                <a:moveTo>
                  <a:pt x="77403" y="77400"/>
                </a:moveTo>
                <a:cubicBezTo>
                  <a:pt x="75940" y="78864"/>
                  <a:pt x="73563" y="78864"/>
                  <a:pt x="72099" y="77400"/>
                </a:cubicBezTo>
                <a:cubicBezTo>
                  <a:pt x="70635" y="75936"/>
                  <a:pt x="70635" y="73560"/>
                  <a:pt x="72099" y="72096"/>
                </a:cubicBezTo>
                <a:cubicBezTo>
                  <a:pt x="73563" y="70633"/>
                  <a:pt x="75940" y="70633"/>
                  <a:pt x="77403" y="72096"/>
                </a:cubicBezTo>
                <a:cubicBezTo>
                  <a:pt x="78867" y="73560"/>
                  <a:pt x="78867" y="75936"/>
                  <a:pt x="77403" y="77400"/>
                </a:cubicBezTo>
                <a:close/>
                <a:moveTo>
                  <a:pt x="77403" y="27904"/>
                </a:moveTo>
                <a:cubicBezTo>
                  <a:pt x="75940" y="29368"/>
                  <a:pt x="73563" y="29368"/>
                  <a:pt x="72099" y="27904"/>
                </a:cubicBezTo>
                <a:cubicBezTo>
                  <a:pt x="70635" y="26441"/>
                  <a:pt x="70635" y="24064"/>
                  <a:pt x="72099" y="22601"/>
                </a:cubicBezTo>
                <a:cubicBezTo>
                  <a:pt x="73563" y="21137"/>
                  <a:pt x="75940" y="21137"/>
                  <a:pt x="77403" y="22601"/>
                </a:cubicBezTo>
                <a:cubicBezTo>
                  <a:pt x="78867" y="24064"/>
                  <a:pt x="78867" y="26441"/>
                  <a:pt x="77403" y="27904"/>
                </a:cubicBezTo>
                <a:close/>
                <a:moveTo>
                  <a:pt x="85000" y="53750"/>
                </a:moveTo>
                <a:cubicBezTo>
                  <a:pt x="82936" y="53750"/>
                  <a:pt x="81256" y="52070"/>
                  <a:pt x="81256" y="50006"/>
                </a:cubicBezTo>
                <a:cubicBezTo>
                  <a:pt x="81256" y="47930"/>
                  <a:pt x="82936" y="46251"/>
                  <a:pt x="85000" y="46251"/>
                </a:cubicBezTo>
                <a:cubicBezTo>
                  <a:pt x="87076" y="46251"/>
                  <a:pt x="88756" y="47930"/>
                  <a:pt x="88756" y="50006"/>
                </a:cubicBezTo>
                <a:cubicBezTo>
                  <a:pt x="88756" y="52070"/>
                  <a:pt x="87076" y="53750"/>
                  <a:pt x="85000" y="5375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5" name="Красный — SVG 8">
            <a:extLst>
              <a:ext uri="{FF2B5EF4-FFF2-40B4-BE49-F238E27FC236}">
                <a16:creationId xmlns:a16="http://schemas.microsoft.com/office/drawing/2014/main" id="{B334C346-1375-8544-9B81-FE565F66E7F8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68105 w 163430"/>
              <a:gd name="csY0" fmla="*/ 0 h 153099"/>
              <a:gd name="csX1" fmla="*/ 64702 w 163430"/>
              <a:gd name="csY1" fmla="*/ 3402 h 153099"/>
              <a:gd name="csX2" fmla="*/ 64702 w 163430"/>
              <a:gd name="csY2" fmla="*/ 41575 h 153099"/>
              <a:gd name="csX3" fmla="*/ 98729 w 163430"/>
              <a:gd name="csY3" fmla="*/ 33069 h 153099"/>
              <a:gd name="csX4" fmla="*/ 98729 w 163430"/>
              <a:gd name="csY4" fmla="*/ 3402 h 153099"/>
              <a:gd name="csX5" fmla="*/ 95326 w 163430"/>
              <a:gd name="csY5" fmla="*/ 0 h 153099"/>
              <a:gd name="csX6" fmla="*/ 68105 w 163430"/>
              <a:gd name="csY6" fmla="*/ 0 h 153099"/>
              <a:gd name="csX7" fmla="*/ 3454 w 163430"/>
              <a:gd name="csY7" fmla="*/ 20413 h 153099"/>
              <a:gd name="csX8" fmla="*/ 51 w 163430"/>
              <a:gd name="csY8" fmla="*/ 23816 h 153099"/>
              <a:gd name="csX9" fmla="*/ 51 w 163430"/>
              <a:gd name="csY9" fmla="*/ 125882 h 153099"/>
              <a:gd name="csX10" fmla="*/ 3454 w 163430"/>
              <a:gd name="csY10" fmla="*/ 129284 h 153099"/>
              <a:gd name="csX11" fmla="*/ 23002 w 163430"/>
              <a:gd name="csY11" fmla="*/ 120966 h 153099"/>
              <a:gd name="csX12" fmla="*/ 42585 w 163430"/>
              <a:gd name="csY12" fmla="*/ 129284 h 153099"/>
              <a:gd name="csX13" fmla="*/ 62150 w 163430"/>
              <a:gd name="csY13" fmla="*/ 120983 h 153099"/>
              <a:gd name="csX14" fmla="*/ 81715 w 163430"/>
              <a:gd name="csY14" fmla="*/ 129284 h 153099"/>
              <a:gd name="csX15" fmla="*/ 101281 w 163430"/>
              <a:gd name="csY15" fmla="*/ 120983 h 153099"/>
              <a:gd name="csX16" fmla="*/ 120846 w 163430"/>
              <a:gd name="csY16" fmla="*/ 129284 h 153099"/>
              <a:gd name="csX17" fmla="*/ 140429 w 163430"/>
              <a:gd name="csY17" fmla="*/ 120966 h 153099"/>
              <a:gd name="csX18" fmla="*/ 159977 w 163430"/>
              <a:gd name="csY18" fmla="*/ 129284 h 153099"/>
              <a:gd name="csX19" fmla="*/ 163380 w 163430"/>
              <a:gd name="csY19" fmla="*/ 125882 h 153099"/>
              <a:gd name="csX20" fmla="*/ 163380 w 163430"/>
              <a:gd name="csY20" fmla="*/ 23816 h 153099"/>
              <a:gd name="csX21" fmla="*/ 159977 w 163430"/>
              <a:gd name="csY21" fmla="*/ 20413 h 153099"/>
              <a:gd name="csX22" fmla="*/ 108937 w 163430"/>
              <a:gd name="csY22" fmla="*/ 20413 h 153099"/>
              <a:gd name="csX23" fmla="*/ 105534 w 163430"/>
              <a:gd name="csY23" fmla="*/ 23816 h 153099"/>
              <a:gd name="csX24" fmla="*/ 105534 w 163430"/>
              <a:gd name="csY24" fmla="*/ 73250 h 153099"/>
              <a:gd name="csX25" fmla="*/ 85747 w 163430"/>
              <a:gd name="csY25" fmla="*/ 97831 h 153099"/>
              <a:gd name="csX26" fmla="*/ 78142 w 163430"/>
              <a:gd name="csY26" fmla="*/ 98018 h 153099"/>
              <a:gd name="csX27" fmla="*/ 57897 w 163430"/>
              <a:gd name="csY27" fmla="*/ 73250 h 153099"/>
              <a:gd name="csX28" fmla="*/ 57897 w 163430"/>
              <a:gd name="csY28" fmla="*/ 23816 h 153099"/>
              <a:gd name="csX29" fmla="*/ 54494 w 163430"/>
              <a:gd name="csY29" fmla="*/ 20413 h 153099"/>
              <a:gd name="csX30" fmla="*/ 3454 w 163430"/>
              <a:gd name="csY30" fmla="*/ 20413 h 153099"/>
              <a:gd name="csX31" fmla="*/ 98729 w 163430"/>
              <a:gd name="csY31" fmla="*/ 40078 h 153099"/>
              <a:gd name="csX32" fmla="*/ 64702 w 163430"/>
              <a:gd name="csY32" fmla="*/ 48584 h 153099"/>
              <a:gd name="csX33" fmla="*/ 64702 w 163430"/>
              <a:gd name="csY33" fmla="*/ 55184 h 153099"/>
              <a:gd name="csX34" fmla="*/ 98729 w 163430"/>
              <a:gd name="csY34" fmla="*/ 46678 h 153099"/>
              <a:gd name="csX35" fmla="*/ 98729 w 163430"/>
              <a:gd name="csY35" fmla="*/ 40078 h 153099"/>
              <a:gd name="csX36" fmla="*/ 98729 w 163430"/>
              <a:gd name="csY36" fmla="*/ 53687 h 153099"/>
              <a:gd name="csX37" fmla="*/ 64702 w 163430"/>
              <a:gd name="csY37" fmla="*/ 62193 h 153099"/>
              <a:gd name="csX38" fmla="*/ 64702 w 163430"/>
              <a:gd name="csY38" fmla="*/ 68793 h 153099"/>
              <a:gd name="csX39" fmla="*/ 98729 w 163430"/>
              <a:gd name="csY39" fmla="*/ 60287 h 153099"/>
              <a:gd name="csX40" fmla="*/ 98729 w 163430"/>
              <a:gd name="csY40" fmla="*/ 53687 h 153099"/>
              <a:gd name="csX41" fmla="*/ 98729 w 163430"/>
              <a:gd name="csY41" fmla="*/ 67296 h 153099"/>
              <a:gd name="csX42" fmla="*/ 65076 w 163430"/>
              <a:gd name="csY42" fmla="*/ 75716 h 153099"/>
              <a:gd name="csX43" fmla="*/ 80525 w 163430"/>
              <a:gd name="csY43" fmla="*/ 91656 h 153099"/>
              <a:gd name="csX44" fmla="*/ 81715 w 163430"/>
              <a:gd name="csY44" fmla="*/ 91860 h 153099"/>
              <a:gd name="csX45" fmla="*/ 83060 w 163430"/>
              <a:gd name="csY45" fmla="*/ 91588 h 153099"/>
              <a:gd name="csX46" fmla="*/ 98729 w 163430"/>
              <a:gd name="csY46" fmla="*/ 73250 h 153099"/>
              <a:gd name="csX47" fmla="*/ 98729 w 163430"/>
              <a:gd name="csY47" fmla="*/ 67296 h 153099"/>
              <a:gd name="csX48" fmla="*/ 62167 w 163430"/>
              <a:gd name="csY48" fmla="*/ 136089 h 153099"/>
              <a:gd name="csX49" fmla="*/ 60517 w 163430"/>
              <a:gd name="csY49" fmla="*/ 136497 h 153099"/>
              <a:gd name="csX50" fmla="*/ 59275 w 163430"/>
              <a:gd name="csY50" fmla="*/ 137671 h 153099"/>
              <a:gd name="csX51" fmla="*/ 42585 w 163430"/>
              <a:gd name="csY51" fmla="*/ 146296 h 153099"/>
              <a:gd name="csX52" fmla="*/ 25894 w 163430"/>
              <a:gd name="csY52" fmla="*/ 137671 h 153099"/>
              <a:gd name="csX53" fmla="*/ 24669 w 163430"/>
              <a:gd name="csY53" fmla="*/ 136514 h 153099"/>
              <a:gd name="csX54" fmla="*/ 23036 w 163430"/>
              <a:gd name="csY54" fmla="*/ 136089 h 153099"/>
              <a:gd name="csX55" fmla="*/ 21403 w 163430"/>
              <a:gd name="csY55" fmla="*/ 136497 h 153099"/>
              <a:gd name="csX56" fmla="*/ 20161 w 163430"/>
              <a:gd name="csY56" fmla="*/ 137637 h 153099"/>
              <a:gd name="csX57" fmla="*/ 3454 w 163430"/>
              <a:gd name="csY57" fmla="*/ 146296 h 153099"/>
              <a:gd name="csX58" fmla="*/ 2127 w 163430"/>
              <a:gd name="csY58" fmla="*/ 146533 h 153099"/>
              <a:gd name="csX59" fmla="*/ 1021 w 163430"/>
              <a:gd name="csY59" fmla="*/ 147282 h 153099"/>
              <a:gd name="csX60" fmla="*/ 255 w 163430"/>
              <a:gd name="csY60" fmla="*/ 148388 h 153099"/>
              <a:gd name="csX61" fmla="*/ 0 w 163430"/>
              <a:gd name="csY61" fmla="*/ 149698 h 153099"/>
              <a:gd name="csX62" fmla="*/ 255 w 163430"/>
              <a:gd name="csY62" fmla="*/ 151008 h 153099"/>
              <a:gd name="csX63" fmla="*/ 1021 w 163430"/>
              <a:gd name="csY63" fmla="*/ 152113 h 153099"/>
              <a:gd name="csX64" fmla="*/ 2127 w 163430"/>
              <a:gd name="csY64" fmla="*/ 152862 h 153099"/>
              <a:gd name="csX65" fmla="*/ 3454 w 163430"/>
              <a:gd name="csY65" fmla="*/ 153100 h 153099"/>
              <a:gd name="csX66" fmla="*/ 23002 w 163430"/>
              <a:gd name="csY66" fmla="*/ 144305 h 153099"/>
              <a:gd name="csX67" fmla="*/ 42585 w 163430"/>
              <a:gd name="csY67" fmla="*/ 153100 h 153099"/>
              <a:gd name="csX68" fmla="*/ 62150 w 163430"/>
              <a:gd name="csY68" fmla="*/ 144322 h 153099"/>
              <a:gd name="csX69" fmla="*/ 81715 w 163430"/>
              <a:gd name="csY69" fmla="*/ 153100 h 153099"/>
              <a:gd name="csX70" fmla="*/ 101281 w 163430"/>
              <a:gd name="csY70" fmla="*/ 144322 h 153099"/>
              <a:gd name="csX71" fmla="*/ 120846 w 163430"/>
              <a:gd name="csY71" fmla="*/ 153100 h 153099"/>
              <a:gd name="csX72" fmla="*/ 140412 w 163430"/>
              <a:gd name="csY72" fmla="*/ 144305 h 153099"/>
              <a:gd name="csX73" fmla="*/ 159977 w 163430"/>
              <a:gd name="csY73" fmla="*/ 153100 h 153099"/>
              <a:gd name="csX74" fmla="*/ 161287 w 163430"/>
              <a:gd name="csY74" fmla="*/ 152862 h 153099"/>
              <a:gd name="csX75" fmla="*/ 162410 w 163430"/>
              <a:gd name="csY75" fmla="*/ 152113 h 153099"/>
              <a:gd name="csX76" fmla="*/ 163158 w 163430"/>
              <a:gd name="csY76" fmla="*/ 151008 h 153099"/>
              <a:gd name="csX77" fmla="*/ 163431 w 163430"/>
              <a:gd name="csY77" fmla="*/ 149698 h 153099"/>
              <a:gd name="csX78" fmla="*/ 163158 w 163430"/>
              <a:gd name="csY78" fmla="*/ 148388 h 153099"/>
              <a:gd name="csX79" fmla="*/ 162410 w 163430"/>
              <a:gd name="csY79" fmla="*/ 147282 h 153099"/>
              <a:gd name="csX80" fmla="*/ 161287 w 163430"/>
              <a:gd name="csY80" fmla="*/ 146533 h 153099"/>
              <a:gd name="csX81" fmla="*/ 159977 w 163430"/>
              <a:gd name="csY81" fmla="*/ 146296 h 153099"/>
              <a:gd name="csX82" fmla="*/ 143270 w 163430"/>
              <a:gd name="csY82" fmla="*/ 137654 h 153099"/>
              <a:gd name="csX83" fmla="*/ 142028 w 163430"/>
              <a:gd name="csY83" fmla="*/ 136497 h 153099"/>
              <a:gd name="csX84" fmla="*/ 140395 w 163430"/>
              <a:gd name="csY84" fmla="*/ 136089 h 153099"/>
              <a:gd name="csX85" fmla="*/ 138761 w 163430"/>
              <a:gd name="csY85" fmla="*/ 136514 h 153099"/>
              <a:gd name="csX86" fmla="*/ 137537 w 163430"/>
              <a:gd name="csY86" fmla="*/ 137671 h 153099"/>
              <a:gd name="csX87" fmla="*/ 120846 w 163430"/>
              <a:gd name="csY87" fmla="*/ 146296 h 153099"/>
              <a:gd name="csX88" fmla="*/ 104156 w 163430"/>
              <a:gd name="csY88" fmla="*/ 137671 h 153099"/>
              <a:gd name="csX89" fmla="*/ 102914 w 163430"/>
              <a:gd name="csY89" fmla="*/ 136514 h 153099"/>
              <a:gd name="csX90" fmla="*/ 101281 w 163430"/>
              <a:gd name="csY90" fmla="*/ 136089 h 153099"/>
              <a:gd name="csX91" fmla="*/ 99631 w 163430"/>
              <a:gd name="csY91" fmla="*/ 136514 h 153099"/>
              <a:gd name="csX92" fmla="*/ 98406 w 163430"/>
              <a:gd name="csY92" fmla="*/ 137671 h 153099"/>
              <a:gd name="csX93" fmla="*/ 81715 w 163430"/>
              <a:gd name="csY93" fmla="*/ 146296 h 153099"/>
              <a:gd name="csX94" fmla="*/ 65025 w 163430"/>
              <a:gd name="csY94" fmla="*/ 137671 h 153099"/>
              <a:gd name="csX95" fmla="*/ 63800 w 163430"/>
              <a:gd name="csY95" fmla="*/ 136514 h 153099"/>
              <a:gd name="csX96" fmla="*/ 62167 w 163430"/>
              <a:gd name="csY96" fmla="*/ 136089 h 153099"/>
            </a:gdLst>
            <a:ahLst/>
            <a:cxnLst/>
            <a:rect l="l" t="t" r="r" b="b"/>
            <a:pathLst>
              <a:path w="100000" h="100000">
                <a:moveTo>
                  <a:pt x="41672" y="3161"/>
                </a:moveTo>
                <a:cubicBezTo>
                  <a:pt x="40516" y="3161"/>
                  <a:pt x="39590" y="4087"/>
                  <a:pt x="39590" y="5242"/>
                </a:cubicBezTo>
                <a:lnTo>
                  <a:pt x="39590" y="28600"/>
                </a:lnTo>
                <a:lnTo>
                  <a:pt x="60411" y="23395"/>
                </a:lnTo>
                <a:lnTo>
                  <a:pt x="60411" y="5242"/>
                </a:lnTo>
                <a:cubicBezTo>
                  <a:pt x="60411" y="4087"/>
                  <a:pt x="59473" y="3161"/>
                  <a:pt x="58328" y="3161"/>
                </a:cubicBezTo>
                <a:lnTo>
                  <a:pt x="41672" y="3161"/>
                </a:lnTo>
                <a:close/>
                <a:moveTo>
                  <a:pt x="2113" y="15651"/>
                </a:moveTo>
                <a:cubicBezTo>
                  <a:pt x="958" y="15651"/>
                  <a:pt x="31" y="16577"/>
                  <a:pt x="31" y="17733"/>
                </a:cubicBezTo>
                <a:lnTo>
                  <a:pt x="31" y="80186"/>
                </a:lnTo>
                <a:cubicBezTo>
                  <a:pt x="31" y="81342"/>
                  <a:pt x="958" y="82267"/>
                  <a:pt x="2113" y="82267"/>
                </a:cubicBezTo>
                <a:cubicBezTo>
                  <a:pt x="7984" y="82267"/>
                  <a:pt x="11961" y="79311"/>
                  <a:pt x="14075" y="77178"/>
                </a:cubicBezTo>
                <a:cubicBezTo>
                  <a:pt x="16157" y="79311"/>
                  <a:pt x="20123" y="82267"/>
                  <a:pt x="26057" y="82267"/>
                </a:cubicBezTo>
                <a:cubicBezTo>
                  <a:pt x="31970" y="82267"/>
                  <a:pt x="35936" y="79322"/>
                  <a:pt x="38029" y="77188"/>
                </a:cubicBezTo>
                <a:cubicBezTo>
                  <a:pt x="40121" y="79322"/>
                  <a:pt x="44077" y="82267"/>
                  <a:pt x="50000" y="82267"/>
                </a:cubicBezTo>
                <a:cubicBezTo>
                  <a:pt x="55913" y="82267"/>
                  <a:pt x="59879" y="79322"/>
                  <a:pt x="61972" y="77188"/>
                </a:cubicBezTo>
                <a:cubicBezTo>
                  <a:pt x="64065" y="79322"/>
                  <a:pt x="68021" y="82267"/>
                  <a:pt x="73944" y="82267"/>
                </a:cubicBezTo>
                <a:cubicBezTo>
                  <a:pt x="79867" y="82267"/>
                  <a:pt x="83833" y="79311"/>
                  <a:pt x="85926" y="77178"/>
                </a:cubicBezTo>
                <a:cubicBezTo>
                  <a:pt x="88029" y="79311"/>
                  <a:pt x="92005" y="82267"/>
                  <a:pt x="97887" y="82267"/>
                </a:cubicBezTo>
                <a:cubicBezTo>
                  <a:pt x="99032" y="82267"/>
                  <a:pt x="99969" y="81342"/>
                  <a:pt x="99969" y="80186"/>
                </a:cubicBezTo>
                <a:lnTo>
                  <a:pt x="99969" y="17733"/>
                </a:lnTo>
                <a:cubicBezTo>
                  <a:pt x="99969" y="16577"/>
                  <a:pt x="99032" y="15651"/>
                  <a:pt x="97887" y="15651"/>
                </a:cubicBezTo>
                <a:lnTo>
                  <a:pt x="66657" y="15651"/>
                </a:lnTo>
                <a:cubicBezTo>
                  <a:pt x="65501" y="15651"/>
                  <a:pt x="64574" y="16577"/>
                  <a:pt x="64574" y="17733"/>
                </a:cubicBezTo>
                <a:lnTo>
                  <a:pt x="64574" y="47981"/>
                </a:lnTo>
                <a:cubicBezTo>
                  <a:pt x="64574" y="53207"/>
                  <a:pt x="58922" y="60243"/>
                  <a:pt x="52467" y="63022"/>
                </a:cubicBezTo>
                <a:cubicBezTo>
                  <a:pt x="51000" y="63657"/>
                  <a:pt x="49313" y="63698"/>
                  <a:pt x="47814" y="63136"/>
                </a:cubicBezTo>
                <a:cubicBezTo>
                  <a:pt x="40163" y="60284"/>
                  <a:pt x="35426" y="53050"/>
                  <a:pt x="35426" y="47981"/>
                </a:cubicBezTo>
                <a:lnTo>
                  <a:pt x="35426" y="17733"/>
                </a:lnTo>
                <a:cubicBezTo>
                  <a:pt x="35426" y="16577"/>
                  <a:pt x="34489" y="15651"/>
                  <a:pt x="33344" y="15651"/>
                </a:cubicBezTo>
                <a:lnTo>
                  <a:pt x="2113" y="15651"/>
                </a:lnTo>
                <a:close/>
                <a:moveTo>
                  <a:pt x="60411" y="27684"/>
                </a:moveTo>
                <a:lnTo>
                  <a:pt x="39590" y="32888"/>
                </a:lnTo>
                <a:lnTo>
                  <a:pt x="39590" y="36927"/>
                </a:lnTo>
                <a:lnTo>
                  <a:pt x="60411" y="31722"/>
                </a:lnTo>
                <a:lnTo>
                  <a:pt x="60411" y="27684"/>
                </a:lnTo>
                <a:close/>
                <a:moveTo>
                  <a:pt x="60411" y="36011"/>
                </a:moveTo>
                <a:lnTo>
                  <a:pt x="39590" y="41216"/>
                </a:lnTo>
                <a:lnTo>
                  <a:pt x="39590" y="45254"/>
                </a:lnTo>
                <a:lnTo>
                  <a:pt x="60411" y="40049"/>
                </a:lnTo>
                <a:lnTo>
                  <a:pt x="60411" y="36011"/>
                </a:lnTo>
                <a:close/>
                <a:moveTo>
                  <a:pt x="60411" y="44338"/>
                </a:moveTo>
                <a:lnTo>
                  <a:pt x="39819" y="49490"/>
                </a:lnTo>
                <a:cubicBezTo>
                  <a:pt x="40662" y="52717"/>
                  <a:pt x="43931" y="57245"/>
                  <a:pt x="49272" y="59243"/>
                </a:cubicBezTo>
                <a:cubicBezTo>
                  <a:pt x="49511" y="59327"/>
                  <a:pt x="49750" y="59368"/>
                  <a:pt x="50000" y="59368"/>
                </a:cubicBezTo>
                <a:cubicBezTo>
                  <a:pt x="50281" y="59368"/>
                  <a:pt x="50562" y="59316"/>
                  <a:pt x="50823" y="59202"/>
                </a:cubicBezTo>
                <a:cubicBezTo>
                  <a:pt x="56132" y="56912"/>
                  <a:pt x="60411" y="51187"/>
                  <a:pt x="60411" y="47981"/>
                </a:cubicBezTo>
                <a:lnTo>
                  <a:pt x="60411" y="44338"/>
                </a:lnTo>
                <a:close/>
                <a:moveTo>
                  <a:pt x="38039" y="86431"/>
                </a:moveTo>
                <a:cubicBezTo>
                  <a:pt x="37685" y="86421"/>
                  <a:pt x="37341" y="86514"/>
                  <a:pt x="37029" y="86681"/>
                </a:cubicBezTo>
                <a:cubicBezTo>
                  <a:pt x="36717" y="86847"/>
                  <a:pt x="36457" y="87097"/>
                  <a:pt x="36269" y="87399"/>
                </a:cubicBezTo>
                <a:cubicBezTo>
                  <a:pt x="36269" y="87399"/>
                  <a:pt x="33000" y="92677"/>
                  <a:pt x="26057" y="92677"/>
                </a:cubicBezTo>
                <a:cubicBezTo>
                  <a:pt x="19113" y="92677"/>
                  <a:pt x="15844" y="87399"/>
                  <a:pt x="15844" y="87399"/>
                </a:cubicBezTo>
                <a:cubicBezTo>
                  <a:pt x="15657" y="87107"/>
                  <a:pt x="15397" y="86858"/>
                  <a:pt x="15095" y="86691"/>
                </a:cubicBezTo>
                <a:cubicBezTo>
                  <a:pt x="14793" y="86525"/>
                  <a:pt x="14449" y="86431"/>
                  <a:pt x="14095" y="86431"/>
                </a:cubicBezTo>
                <a:cubicBezTo>
                  <a:pt x="13742" y="86431"/>
                  <a:pt x="13398" y="86514"/>
                  <a:pt x="13096" y="86681"/>
                </a:cubicBezTo>
                <a:cubicBezTo>
                  <a:pt x="12784" y="86847"/>
                  <a:pt x="12523" y="87087"/>
                  <a:pt x="12336" y="87378"/>
                </a:cubicBezTo>
                <a:cubicBezTo>
                  <a:pt x="12336" y="87378"/>
                  <a:pt x="8953" y="92677"/>
                  <a:pt x="2113" y="92677"/>
                </a:cubicBezTo>
                <a:cubicBezTo>
                  <a:pt x="1832" y="92677"/>
                  <a:pt x="1562" y="92729"/>
                  <a:pt x="1301" y="92822"/>
                </a:cubicBezTo>
                <a:cubicBezTo>
                  <a:pt x="1051" y="92926"/>
                  <a:pt x="812" y="93082"/>
                  <a:pt x="625" y="93280"/>
                </a:cubicBezTo>
                <a:cubicBezTo>
                  <a:pt x="426" y="93467"/>
                  <a:pt x="270" y="93697"/>
                  <a:pt x="156" y="93957"/>
                </a:cubicBezTo>
                <a:cubicBezTo>
                  <a:pt x="52" y="94206"/>
                  <a:pt x="0" y="94477"/>
                  <a:pt x="0" y="94758"/>
                </a:cubicBezTo>
                <a:cubicBezTo>
                  <a:pt x="0" y="95039"/>
                  <a:pt x="52" y="95310"/>
                  <a:pt x="156" y="95560"/>
                </a:cubicBezTo>
                <a:cubicBezTo>
                  <a:pt x="270" y="95820"/>
                  <a:pt x="426" y="96049"/>
                  <a:pt x="625" y="96236"/>
                </a:cubicBezTo>
                <a:cubicBezTo>
                  <a:pt x="812" y="96434"/>
                  <a:pt x="1051" y="96590"/>
                  <a:pt x="1301" y="96694"/>
                </a:cubicBezTo>
                <a:cubicBezTo>
                  <a:pt x="1562" y="96788"/>
                  <a:pt x="1832" y="96840"/>
                  <a:pt x="2113" y="96840"/>
                </a:cubicBezTo>
                <a:cubicBezTo>
                  <a:pt x="8859" y="96840"/>
                  <a:pt x="12315" y="93488"/>
                  <a:pt x="14075" y="91458"/>
                </a:cubicBezTo>
                <a:cubicBezTo>
                  <a:pt x="15823" y="93498"/>
                  <a:pt x="19269" y="96840"/>
                  <a:pt x="26057" y="96840"/>
                </a:cubicBezTo>
                <a:cubicBezTo>
                  <a:pt x="32834" y="96840"/>
                  <a:pt x="36280" y="93509"/>
                  <a:pt x="38029" y="91469"/>
                </a:cubicBezTo>
                <a:cubicBezTo>
                  <a:pt x="39777" y="93509"/>
                  <a:pt x="43213" y="96840"/>
                  <a:pt x="50000" y="96840"/>
                </a:cubicBezTo>
                <a:cubicBezTo>
                  <a:pt x="56788" y="96840"/>
                  <a:pt x="60223" y="93509"/>
                  <a:pt x="61972" y="91469"/>
                </a:cubicBezTo>
                <a:cubicBezTo>
                  <a:pt x="63721" y="93509"/>
                  <a:pt x="67157" y="96840"/>
                  <a:pt x="73944" y="96840"/>
                </a:cubicBezTo>
                <a:cubicBezTo>
                  <a:pt x="80731" y="96840"/>
                  <a:pt x="84167" y="93498"/>
                  <a:pt x="85916" y="91458"/>
                </a:cubicBezTo>
                <a:cubicBezTo>
                  <a:pt x="87675" y="93488"/>
                  <a:pt x="91131" y="96840"/>
                  <a:pt x="97887" y="96840"/>
                </a:cubicBezTo>
                <a:cubicBezTo>
                  <a:pt x="98158" y="96840"/>
                  <a:pt x="98439" y="96788"/>
                  <a:pt x="98689" y="96694"/>
                </a:cubicBezTo>
                <a:cubicBezTo>
                  <a:pt x="98949" y="96590"/>
                  <a:pt x="99178" y="96434"/>
                  <a:pt x="99376" y="96236"/>
                </a:cubicBezTo>
                <a:cubicBezTo>
                  <a:pt x="99574" y="96049"/>
                  <a:pt x="99730" y="95820"/>
                  <a:pt x="99834" y="95560"/>
                </a:cubicBezTo>
                <a:cubicBezTo>
                  <a:pt x="99938" y="95310"/>
                  <a:pt x="100001" y="95039"/>
                  <a:pt x="100001" y="94758"/>
                </a:cubicBezTo>
                <a:cubicBezTo>
                  <a:pt x="100001" y="94477"/>
                  <a:pt x="99938" y="94206"/>
                  <a:pt x="99834" y="93957"/>
                </a:cubicBezTo>
                <a:cubicBezTo>
                  <a:pt x="99730" y="93697"/>
                  <a:pt x="99574" y="93467"/>
                  <a:pt x="99376" y="93280"/>
                </a:cubicBezTo>
                <a:cubicBezTo>
                  <a:pt x="99178" y="93082"/>
                  <a:pt x="98949" y="92926"/>
                  <a:pt x="98689" y="92822"/>
                </a:cubicBezTo>
                <a:cubicBezTo>
                  <a:pt x="98439" y="92729"/>
                  <a:pt x="98158" y="92677"/>
                  <a:pt x="97887" y="92677"/>
                </a:cubicBezTo>
                <a:cubicBezTo>
                  <a:pt x="91027" y="92677"/>
                  <a:pt x="87664" y="87389"/>
                  <a:pt x="87664" y="87389"/>
                </a:cubicBezTo>
                <a:cubicBezTo>
                  <a:pt x="87477" y="87097"/>
                  <a:pt x="87217" y="86847"/>
                  <a:pt x="86904" y="86681"/>
                </a:cubicBezTo>
                <a:cubicBezTo>
                  <a:pt x="86602" y="86514"/>
                  <a:pt x="86249" y="86431"/>
                  <a:pt x="85905" y="86431"/>
                </a:cubicBezTo>
                <a:cubicBezTo>
                  <a:pt x="85551" y="86431"/>
                  <a:pt x="85208" y="86525"/>
                  <a:pt x="84905" y="86691"/>
                </a:cubicBezTo>
                <a:cubicBezTo>
                  <a:pt x="84593" y="86868"/>
                  <a:pt x="84344" y="87107"/>
                  <a:pt x="84157" y="87399"/>
                </a:cubicBezTo>
                <a:cubicBezTo>
                  <a:pt x="84157" y="87399"/>
                  <a:pt x="80887" y="92677"/>
                  <a:pt x="73944" y="92677"/>
                </a:cubicBezTo>
                <a:cubicBezTo>
                  <a:pt x="66990" y="92677"/>
                  <a:pt x="63731" y="87399"/>
                  <a:pt x="63731" y="87399"/>
                </a:cubicBezTo>
                <a:cubicBezTo>
                  <a:pt x="63544" y="87107"/>
                  <a:pt x="63284" y="86858"/>
                  <a:pt x="62971" y="86691"/>
                </a:cubicBezTo>
                <a:cubicBezTo>
                  <a:pt x="62670" y="86525"/>
                  <a:pt x="62326" y="86431"/>
                  <a:pt x="61972" y="86431"/>
                </a:cubicBezTo>
                <a:cubicBezTo>
                  <a:pt x="61618" y="86431"/>
                  <a:pt x="61275" y="86514"/>
                  <a:pt x="60962" y="86691"/>
                </a:cubicBezTo>
                <a:cubicBezTo>
                  <a:pt x="60660" y="86858"/>
                  <a:pt x="60400" y="87097"/>
                  <a:pt x="60213" y="87399"/>
                </a:cubicBezTo>
                <a:cubicBezTo>
                  <a:pt x="60213" y="87399"/>
                  <a:pt x="56944" y="92677"/>
                  <a:pt x="50000" y="92677"/>
                </a:cubicBezTo>
                <a:cubicBezTo>
                  <a:pt x="43057" y="92677"/>
                  <a:pt x="39788" y="87399"/>
                  <a:pt x="39788" y="87399"/>
                </a:cubicBezTo>
                <a:cubicBezTo>
                  <a:pt x="39600" y="87107"/>
                  <a:pt x="39340" y="86858"/>
                  <a:pt x="39038" y="86691"/>
                </a:cubicBezTo>
                <a:cubicBezTo>
                  <a:pt x="38736" y="86525"/>
                  <a:pt x="38393" y="86431"/>
                  <a:pt x="38039" y="8643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6" name="Красный — SVG 9">
            <a:extLst>
              <a:ext uri="{FF2B5EF4-FFF2-40B4-BE49-F238E27FC236}">
                <a16:creationId xmlns:a16="http://schemas.microsoft.com/office/drawing/2014/main" id="{DD04A3C3-EDD7-6246-9A12-5C630A259BFC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19497 w 141772"/>
              <a:gd name="csY0" fmla="*/ 0 h 85055"/>
              <a:gd name="csX1" fmla="*/ 0 w 141772"/>
              <a:gd name="csY1" fmla="*/ 19495 h 85055"/>
              <a:gd name="csX2" fmla="*/ 0 w 141772"/>
              <a:gd name="csY2" fmla="*/ 65561 h 85055"/>
              <a:gd name="csX3" fmla="*/ 19497 w 141772"/>
              <a:gd name="csY3" fmla="*/ 85056 h 85055"/>
              <a:gd name="csX4" fmla="*/ 108103 w 141772"/>
              <a:gd name="csY4" fmla="*/ 85056 h 85055"/>
              <a:gd name="csX5" fmla="*/ 127601 w 141772"/>
              <a:gd name="csY5" fmla="*/ 65561 h 85055"/>
              <a:gd name="csX6" fmla="*/ 127601 w 141772"/>
              <a:gd name="csY6" fmla="*/ 56698 h 85055"/>
              <a:gd name="csX7" fmla="*/ 134695 w 141772"/>
              <a:gd name="csY7" fmla="*/ 56698 h 85055"/>
              <a:gd name="csX8" fmla="*/ 141773 w 141772"/>
              <a:gd name="csY8" fmla="*/ 49621 h 85055"/>
              <a:gd name="csX9" fmla="*/ 141773 w 141772"/>
              <a:gd name="csY9" fmla="*/ 35434 h 85055"/>
              <a:gd name="csX10" fmla="*/ 134695 w 141772"/>
              <a:gd name="csY10" fmla="*/ 28357 h 85055"/>
              <a:gd name="csX11" fmla="*/ 127601 w 141772"/>
              <a:gd name="csY11" fmla="*/ 28357 h 85055"/>
              <a:gd name="csX12" fmla="*/ 127601 w 141772"/>
              <a:gd name="csY12" fmla="*/ 19495 h 85055"/>
              <a:gd name="csX13" fmla="*/ 108103 w 141772"/>
              <a:gd name="csY13" fmla="*/ 0 h 85055"/>
              <a:gd name="csX14" fmla="*/ 19497 w 141772"/>
              <a:gd name="csY14" fmla="*/ 0 h 85055"/>
            </a:gdLst>
            <a:ahLst/>
            <a:cxnLst/>
            <a:rect l="l" t="t" r="r" b="b"/>
            <a:pathLst>
              <a:path w="100000" h="100000">
                <a:moveTo>
                  <a:pt x="13752" y="20003"/>
                </a:moveTo>
                <a:cubicBezTo>
                  <a:pt x="6168" y="20003"/>
                  <a:pt x="0" y="26171"/>
                  <a:pt x="0" y="33754"/>
                </a:cubicBezTo>
                <a:lnTo>
                  <a:pt x="0" y="66247"/>
                </a:lnTo>
                <a:cubicBezTo>
                  <a:pt x="0" y="73830"/>
                  <a:pt x="6168" y="79998"/>
                  <a:pt x="13752" y="79998"/>
                </a:cubicBezTo>
                <a:lnTo>
                  <a:pt x="76251" y="79998"/>
                </a:lnTo>
                <a:cubicBezTo>
                  <a:pt x="83835" y="79998"/>
                  <a:pt x="90004" y="73830"/>
                  <a:pt x="90004" y="66247"/>
                </a:cubicBezTo>
                <a:lnTo>
                  <a:pt x="90004" y="59995"/>
                </a:lnTo>
                <a:lnTo>
                  <a:pt x="95008" y="59995"/>
                </a:lnTo>
                <a:cubicBezTo>
                  <a:pt x="97769" y="59995"/>
                  <a:pt x="100001" y="57764"/>
                  <a:pt x="100001" y="55003"/>
                </a:cubicBezTo>
                <a:lnTo>
                  <a:pt x="100001" y="44997"/>
                </a:lnTo>
                <a:cubicBezTo>
                  <a:pt x="100001" y="42237"/>
                  <a:pt x="97769" y="40005"/>
                  <a:pt x="95008" y="40005"/>
                </a:cubicBezTo>
                <a:lnTo>
                  <a:pt x="90004" y="40005"/>
                </a:lnTo>
                <a:lnTo>
                  <a:pt x="90004" y="33754"/>
                </a:lnTo>
                <a:cubicBezTo>
                  <a:pt x="90004" y="26171"/>
                  <a:pt x="83835" y="20003"/>
                  <a:pt x="76251" y="20003"/>
                </a:cubicBezTo>
                <a:lnTo>
                  <a:pt x="13752" y="2000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7" name="Красный — SVG 10">
            <a:extLst>
              <a:ext uri="{FF2B5EF4-FFF2-40B4-BE49-F238E27FC236}">
                <a16:creationId xmlns:a16="http://schemas.microsoft.com/office/drawing/2014/main" id="{0C2A4DB5-3775-0B4B-8060-DFBDA4FB594A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69127 w 155963"/>
              <a:gd name="csY0" fmla="*/ 1 h 124046"/>
              <a:gd name="csX1" fmla="*/ 67068 w 155963"/>
              <a:gd name="csY1" fmla="*/ 393 h 124046"/>
              <a:gd name="csX2" fmla="*/ 65316 w 155963"/>
              <a:gd name="csY2" fmla="*/ 1532 h 124046"/>
              <a:gd name="csX3" fmla="*/ 64142 w 155963"/>
              <a:gd name="csY3" fmla="*/ 3267 h 124046"/>
              <a:gd name="csX4" fmla="*/ 63734 w 155963"/>
              <a:gd name="csY4" fmla="*/ 5326 h 124046"/>
              <a:gd name="csX5" fmla="*/ 64142 w 155963"/>
              <a:gd name="csY5" fmla="*/ 7367 h 124046"/>
              <a:gd name="csX6" fmla="*/ 65316 w 155963"/>
              <a:gd name="csY6" fmla="*/ 9103 h 124046"/>
              <a:gd name="csX7" fmla="*/ 67068 w 155963"/>
              <a:gd name="csY7" fmla="*/ 10259 h 124046"/>
              <a:gd name="csX8" fmla="*/ 69127 w 155963"/>
              <a:gd name="csY8" fmla="*/ 10633 h 124046"/>
              <a:gd name="csX9" fmla="*/ 108105 w 155963"/>
              <a:gd name="csY9" fmla="*/ 10633 h 124046"/>
              <a:gd name="csX10" fmla="*/ 110163 w 155963"/>
              <a:gd name="csY10" fmla="*/ 10259 h 124046"/>
              <a:gd name="csX11" fmla="*/ 111916 w 155963"/>
              <a:gd name="csY11" fmla="*/ 9103 h 124046"/>
              <a:gd name="csX12" fmla="*/ 113090 w 155963"/>
              <a:gd name="csY12" fmla="*/ 7367 h 124046"/>
              <a:gd name="csX13" fmla="*/ 113498 w 155963"/>
              <a:gd name="csY13" fmla="*/ 5326 h 124046"/>
              <a:gd name="csX14" fmla="*/ 113090 w 155963"/>
              <a:gd name="csY14" fmla="*/ 3267 h 124046"/>
              <a:gd name="csX15" fmla="*/ 111916 w 155963"/>
              <a:gd name="csY15" fmla="*/ 1532 h 124046"/>
              <a:gd name="csX16" fmla="*/ 110163 w 155963"/>
              <a:gd name="csY16" fmla="*/ 393 h 124046"/>
              <a:gd name="csX17" fmla="*/ 108105 w 155963"/>
              <a:gd name="csY17" fmla="*/ 1 h 124046"/>
              <a:gd name="csX18" fmla="*/ 69127 w 155963"/>
              <a:gd name="csY18" fmla="*/ 1 h 124046"/>
              <a:gd name="csX19" fmla="*/ 63751 w 155963"/>
              <a:gd name="csY19" fmla="*/ 17727 h 124046"/>
              <a:gd name="csX20" fmla="*/ 44951 w 155963"/>
              <a:gd name="csY20" fmla="*/ 25501 h 124046"/>
              <a:gd name="csX21" fmla="*/ 31476 w 155963"/>
              <a:gd name="csY21" fmla="*/ 38991 h 124046"/>
              <a:gd name="csX22" fmla="*/ 23038 w 155963"/>
              <a:gd name="csY22" fmla="*/ 38991 h 124046"/>
              <a:gd name="csX23" fmla="*/ 17729 w 155963"/>
              <a:gd name="csY23" fmla="*/ 44298 h 124046"/>
              <a:gd name="csX24" fmla="*/ 17729 w 155963"/>
              <a:gd name="csY24" fmla="*/ 97458 h 124046"/>
              <a:gd name="csX25" fmla="*/ 23038 w 155963"/>
              <a:gd name="csY25" fmla="*/ 102782 h 124046"/>
              <a:gd name="csX26" fmla="*/ 31187 w 155963"/>
              <a:gd name="csY26" fmla="*/ 102782 h 124046"/>
              <a:gd name="csX27" fmla="*/ 43062 w 155963"/>
              <a:gd name="csY27" fmla="*/ 117038 h 124046"/>
              <a:gd name="csX28" fmla="*/ 58034 w 155963"/>
              <a:gd name="csY28" fmla="*/ 124046 h 124046"/>
              <a:gd name="csX29" fmla="*/ 99309 w 155963"/>
              <a:gd name="csY29" fmla="*/ 124046 h 124046"/>
              <a:gd name="csX30" fmla="*/ 118092 w 155963"/>
              <a:gd name="csY30" fmla="*/ 116255 h 124046"/>
              <a:gd name="csX31" fmla="*/ 132519 w 155963"/>
              <a:gd name="csY31" fmla="*/ 101830 h 124046"/>
              <a:gd name="csX32" fmla="*/ 138235 w 155963"/>
              <a:gd name="csY32" fmla="*/ 88051 h 124046"/>
              <a:gd name="csX33" fmla="*/ 138235 w 155963"/>
              <a:gd name="csY33" fmla="*/ 37222 h 124046"/>
              <a:gd name="csX34" fmla="*/ 118738 w 155963"/>
              <a:gd name="csY34" fmla="*/ 17727 h 124046"/>
              <a:gd name="csX35" fmla="*/ 63751 w 155963"/>
              <a:gd name="csY35" fmla="*/ 17727 h 124046"/>
              <a:gd name="csX36" fmla="*/ 83129 w 155963"/>
              <a:gd name="csY36" fmla="*/ 42529 h 124046"/>
              <a:gd name="csX37" fmla="*/ 83180 w 155963"/>
              <a:gd name="csY37" fmla="*/ 42529 h 124046"/>
              <a:gd name="csX38" fmla="*/ 86668 w 155963"/>
              <a:gd name="csY38" fmla="*/ 46068 h 124046"/>
              <a:gd name="csX39" fmla="*/ 86668 w 155963"/>
              <a:gd name="csY39" fmla="*/ 46323 h 124046"/>
              <a:gd name="csX40" fmla="*/ 86634 w 155963"/>
              <a:gd name="csY40" fmla="*/ 63028 h 124046"/>
              <a:gd name="csX41" fmla="*/ 99904 w 155963"/>
              <a:gd name="csY41" fmla="*/ 65766 h 124046"/>
              <a:gd name="csX42" fmla="*/ 102490 w 155963"/>
              <a:gd name="csY42" fmla="*/ 67961 h 124046"/>
              <a:gd name="csX43" fmla="*/ 102048 w 155963"/>
              <a:gd name="csY43" fmla="*/ 71312 h 124046"/>
              <a:gd name="csX44" fmla="*/ 82721 w 155963"/>
              <a:gd name="csY44" fmla="*/ 97781 h 124046"/>
              <a:gd name="csX45" fmla="*/ 79862 w 155963"/>
              <a:gd name="csY45" fmla="*/ 99227 h 124046"/>
              <a:gd name="csX46" fmla="*/ 78757 w 155963"/>
              <a:gd name="csY46" fmla="*/ 99057 h 124046"/>
              <a:gd name="csX47" fmla="*/ 76324 w 155963"/>
              <a:gd name="csY47" fmla="*/ 95689 h 124046"/>
              <a:gd name="csX48" fmla="*/ 76341 w 155963"/>
              <a:gd name="csY48" fmla="*/ 78729 h 124046"/>
              <a:gd name="csX49" fmla="*/ 63087 w 155963"/>
              <a:gd name="csY49" fmla="*/ 76007 h 124046"/>
              <a:gd name="csX50" fmla="*/ 60501 w 155963"/>
              <a:gd name="csY50" fmla="*/ 73812 h 124046"/>
              <a:gd name="csX51" fmla="*/ 60943 w 155963"/>
              <a:gd name="csY51" fmla="*/ 70444 h 124046"/>
              <a:gd name="csX52" fmla="*/ 80237 w 155963"/>
              <a:gd name="csY52" fmla="*/ 44026 h 124046"/>
              <a:gd name="csX53" fmla="*/ 80424 w 155963"/>
              <a:gd name="csY53" fmla="*/ 43771 h 124046"/>
              <a:gd name="csX54" fmla="*/ 81053 w 155963"/>
              <a:gd name="csY54" fmla="*/ 43192 h 124046"/>
              <a:gd name="csX55" fmla="*/ 82840 w 155963"/>
              <a:gd name="csY55" fmla="*/ 42546 h 124046"/>
              <a:gd name="csX56" fmla="*/ 83129 w 155963"/>
              <a:gd name="csY56" fmla="*/ 42529 h 124046"/>
              <a:gd name="csX57" fmla="*/ 150553 w 155963"/>
              <a:gd name="csY57" fmla="*/ 46000 h 124046"/>
              <a:gd name="csX58" fmla="*/ 146827 w 155963"/>
              <a:gd name="csY58" fmla="*/ 47615 h 124046"/>
              <a:gd name="csX59" fmla="*/ 145330 w 155963"/>
              <a:gd name="csY59" fmla="*/ 51392 h 124046"/>
              <a:gd name="csX60" fmla="*/ 145330 w 155963"/>
              <a:gd name="csY60" fmla="*/ 86826 h 124046"/>
              <a:gd name="csX61" fmla="*/ 145704 w 155963"/>
              <a:gd name="csY61" fmla="*/ 88884 h 124046"/>
              <a:gd name="csX62" fmla="*/ 146861 w 155963"/>
              <a:gd name="csY62" fmla="*/ 90637 h 124046"/>
              <a:gd name="csX63" fmla="*/ 148596 w 155963"/>
              <a:gd name="csY63" fmla="*/ 91810 h 124046"/>
              <a:gd name="csX64" fmla="*/ 150638 w 155963"/>
              <a:gd name="csY64" fmla="*/ 92219 h 124046"/>
              <a:gd name="csX65" fmla="*/ 152697 w 155963"/>
              <a:gd name="csY65" fmla="*/ 91810 h 124046"/>
              <a:gd name="csX66" fmla="*/ 154432 w 155963"/>
              <a:gd name="csY66" fmla="*/ 90637 h 124046"/>
              <a:gd name="csX67" fmla="*/ 155572 w 155963"/>
              <a:gd name="csY67" fmla="*/ 88884 h 124046"/>
              <a:gd name="csX68" fmla="*/ 155963 w 155963"/>
              <a:gd name="csY68" fmla="*/ 86826 h 124046"/>
              <a:gd name="csX69" fmla="*/ 155963 w 155963"/>
              <a:gd name="csY69" fmla="*/ 51392 h 124046"/>
              <a:gd name="csX70" fmla="*/ 155572 w 155963"/>
              <a:gd name="csY70" fmla="*/ 49317 h 124046"/>
              <a:gd name="csX71" fmla="*/ 154398 w 155963"/>
              <a:gd name="csY71" fmla="*/ 47547 h 124046"/>
              <a:gd name="csX72" fmla="*/ 152629 w 155963"/>
              <a:gd name="csY72" fmla="*/ 46391 h 124046"/>
              <a:gd name="csX73" fmla="*/ 150553 w 155963"/>
              <a:gd name="csY73" fmla="*/ 46000 h 124046"/>
              <a:gd name="csX74" fmla="*/ 5241 w 155963"/>
              <a:gd name="csY74" fmla="*/ 49538 h 124046"/>
              <a:gd name="csX75" fmla="*/ 1499 w 155963"/>
              <a:gd name="csY75" fmla="*/ 51154 h 124046"/>
              <a:gd name="csX76" fmla="*/ 1 w 155963"/>
              <a:gd name="csY76" fmla="*/ 54930 h 124046"/>
              <a:gd name="csX77" fmla="*/ 1 w 155963"/>
              <a:gd name="csY77" fmla="*/ 86826 h 124046"/>
              <a:gd name="csX78" fmla="*/ 393 w 155963"/>
              <a:gd name="csY78" fmla="*/ 88884 h 124046"/>
              <a:gd name="csX79" fmla="*/ 1533 w 155963"/>
              <a:gd name="csY79" fmla="*/ 90637 h 124046"/>
              <a:gd name="csX80" fmla="*/ 3268 w 155963"/>
              <a:gd name="csY80" fmla="*/ 91810 h 124046"/>
              <a:gd name="csX81" fmla="*/ 5327 w 155963"/>
              <a:gd name="csY81" fmla="*/ 92219 h 124046"/>
              <a:gd name="csX82" fmla="*/ 7368 w 155963"/>
              <a:gd name="csY82" fmla="*/ 91810 h 124046"/>
              <a:gd name="csX83" fmla="*/ 9104 w 155963"/>
              <a:gd name="csY83" fmla="*/ 90637 h 124046"/>
              <a:gd name="csX84" fmla="*/ 10261 w 155963"/>
              <a:gd name="csY84" fmla="*/ 88884 h 124046"/>
              <a:gd name="csX85" fmla="*/ 10635 w 155963"/>
              <a:gd name="csY85" fmla="*/ 86826 h 124046"/>
              <a:gd name="csX86" fmla="*/ 10635 w 155963"/>
              <a:gd name="csY86" fmla="*/ 54930 h 124046"/>
              <a:gd name="csX87" fmla="*/ 10244 w 155963"/>
              <a:gd name="csY87" fmla="*/ 52855 h 124046"/>
              <a:gd name="csX88" fmla="*/ 9069 w 155963"/>
              <a:gd name="csY88" fmla="*/ 51103 h 124046"/>
              <a:gd name="csX89" fmla="*/ 7317 w 155963"/>
              <a:gd name="csY89" fmla="*/ 49929 h 124046"/>
              <a:gd name="csX90" fmla="*/ 5241 w 155963"/>
              <a:gd name="csY90" fmla="*/ 49538 h 124046"/>
            </a:gdLst>
            <a:ahLst/>
            <a:cxnLst/>
            <a:rect l="l" t="t" r="r" b="b"/>
            <a:pathLst>
              <a:path w="100000" h="100000">
                <a:moveTo>
                  <a:pt x="44323" y="10233"/>
                </a:moveTo>
                <a:cubicBezTo>
                  <a:pt x="43864" y="10222"/>
                  <a:pt x="43417" y="10310"/>
                  <a:pt x="43003" y="10484"/>
                </a:cubicBezTo>
                <a:cubicBezTo>
                  <a:pt x="42577" y="10648"/>
                  <a:pt x="42195" y="10898"/>
                  <a:pt x="41879" y="11215"/>
                </a:cubicBezTo>
                <a:cubicBezTo>
                  <a:pt x="41552" y="11531"/>
                  <a:pt x="41301" y="11913"/>
                  <a:pt x="41126" y="12327"/>
                </a:cubicBezTo>
                <a:cubicBezTo>
                  <a:pt x="40952" y="12742"/>
                  <a:pt x="40865" y="13189"/>
                  <a:pt x="40865" y="13647"/>
                </a:cubicBezTo>
                <a:cubicBezTo>
                  <a:pt x="40865" y="14094"/>
                  <a:pt x="40952" y="14542"/>
                  <a:pt x="41126" y="14956"/>
                </a:cubicBezTo>
                <a:cubicBezTo>
                  <a:pt x="41301" y="15371"/>
                  <a:pt x="41552" y="15752"/>
                  <a:pt x="41879" y="16069"/>
                </a:cubicBezTo>
                <a:cubicBezTo>
                  <a:pt x="42195" y="16385"/>
                  <a:pt x="42577" y="16636"/>
                  <a:pt x="43003" y="16810"/>
                </a:cubicBezTo>
                <a:cubicBezTo>
                  <a:pt x="43417" y="16974"/>
                  <a:pt x="43864" y="17061"/>
                  <a:pt x="44323" y="17050"/>
                </a:cubicBezTo>
                <a:lnTo>
                  <a:pt x="69315" y="17050"/>
                </a:lnTo>
                <a:cubicBezTo>
                  <a:pt x="69772" y="17061"/>
                  <a:pt x="70220" y="16974"/>
                  <a:pt x="70634" y="16810"/>
                </a:cubicBezTo>
                <a:cubicBezTo>
                  <a:pt x="71060" y="16636"/>
                  <a:pt x="71441" y="16385"/>
                  <a:pt x="71758" y="16069"/>
                </a:cubicBezTo>
                <a:cubicBezTo>
                  <a:pt x="72085" y="15752"/>
                  <a:pt x="72336" y="15371"/>
                  <a:pt x="72511" y="14956"/>
                </a:cubicBezTo>
                <a:cubicBezTo>
                  <a:pt x="72685" y="14542"/>
                  <a:pt x="72772" y="14094"/>
                  <a:pt x="72772" y="13647"/>
                </a:cubicBezTo>
                <a:cubicBezTo>
                  <a:pt x="72772" y="13189"/>
                  <a:pt x="72685" y="12742"/>
                  <a:pt x="72511" y="12327"/>
                </a:cubicBezTo>
                <a:cubicBezTo>
                  <a:pt x="72336" y="11913"/>
                  <a:pt x="72085" y="11531"/>
                  <a:pt x="71758" y="11215"/>
                </a:cubicBezTo>
                <a:cubicBezTo>
                  <a:pt x="71441" y="10898"/>
                  <a:pt x="71060" y="10648"/>
                  <a:pt x="70634" y="10484"/>
                </a:cubicBezTo>
                <a:cubicBezTo>
                  <a:pt x="70220" y="10310"/>
                  <a:pt x="69772" y="10222"/>
                  <a:pt x="69315" y="10233"/>
                </a:cubicBezTo>
                <a:lnTo>
                  <a:pt x="44323" y="10233"/>
                </a:lnTo>
                <a:close/>
                <a:moveTo>
                  <a:pt x="40876" y="21598"/>
                </a:moveTo>
                <a:cubicBezTo>
                  <a:pt x="36316" y="21598"/>
                  <a:pt x="32040" y="23365"/>
                  <a:pt x="28822" y="26583"/>
                </a:cubicBezTo>
                <a:lnTo>
                  <a:pt x="20182" y="35232"/>
                </a:lnTo>
                <a:lnTo>
                  <a:pt x="14771" y="35232"/>
                </a:lnTo>
                <a:cubicBezTo>
                  <a:pt x="12884" y="35232"/>
                  <a:pt x="11367" y="36749"/>
                  <a:pt x="11367" y="38635"/>
                </a:cubicBezTo>
                <a:lnTo>
                  <a:pt x="11367" y="72720"/>
                </a:lnTo>
                <a:cubicBezTo>
                  <a:pt x="11367" y="74607"/>
                  <a:pt x="12884" y="76134"/>
                  <a:pt x="14771" y="76134"/>
                </a:cubicBezTo>
                <a:lnTo>
                  <a:pt x="19996" y="76134"/>
                </a:lnTo>
                <a:lnTo>
                  <a:pt x="27610" y="85274"/>
                </a:lnTo>
                <a:cubicBezTo>
                  <a:pt x="29989" y="88121"/>
                  <a:pt x="33491" y="89768"/>
                  <a:pt x="37210" y="89768"/>
                </a:cubicBezTo>
                <a:lnTo>
                  <a:pt x="63675" y="89768"/>
                </a:lnTo>
                <a:cubicBezTo>
                  <a:pt x="68223" y="89768"/>
                  <a:pt x="72499" y="87990"/>
                  <a:pt x="75718" y="84772"/>
                </a:cubicBezTo>
                <a:lnTo>
                  <a:pt x="84968" y="75523"/>
                </a:lnTo>
                <a:cubicBezTo>
                  <a:pt x="87335" y="73156"/>
                  <a:pt x="88633" y="70026"/>
                  <a:pt x="88633" y="66689"/>
                </a:cubicBezTo>
                <a:lnTo>
                  <a:pt x="88633" y="34098"/>
                </a:lnTo>
                <a:cubicBezTo>
                  <a:pt x="88633" y="27205"/>
                  <a:pt x="83026" y="21598"/>
                  <a:pt x="76132" y="21598"/>
                </a:cubicBezTo>
                <a:lnTo>
                  <a:pt x="40876" y="21598"/>
                </a:lnTo>
                <a:close/>
                <a:moveTo>
                  <a:pt x="53300" y="37501"/>
                </a:moveTo>
                <a:lnTo>
                  <a:pt x="53333" y="37501"/>
                </a:lnTo>
                <a:cubicBezTo>
                  <a:pt x="54577" y="37512"/>
                  <a:pt x="55570" y="38526"/>
                  <a:pt x="55570" y="39770"/>
                </a:cubicBezTo>
                <a:cubicBezTo>
                  <a:pt x="55570" y="39835"/>
                  <a:pt x="55570" y="39878"/>
                  <a:pt x="55570" y="39934"/>
                </a:cubicBezTo>
                <a:lnTo>
                  <a:pt x="55548" y="50644"/>
                </a:lnTo>
                <a:lnTo>
                  <a:pt x="64056" y="52400"/>
                </a:lnTo>
                <a:cubicBezTo>
                  <a:pt x="64809" y="52553"/>
                  <a:pt x="65431" y="53087"/>
                  <a:pt x="65714" y="53807"/>
                </a:cubicBezTo>
                <a:cubicBezTo>
                  <a:pt x="65987" y="54527"/>
                  <a:pt x="65889" y="55335"/>
                  <a:pt x="65431" y="55956"/>
                </a:cubicBezTo>
                <a:lnTo>
                  <a:pt x="53039" y="72927"/>
                </a:lnTo>
                <a:cubicBezTo>
                  <a:pt x="52602" y="73516"/>
                  <a:pt x="51915" y="73854"/>
                  <a:pt x="51206" y="73854"/>
                </a:cubicBezTo>
                <a:cubicBezTo>
                  <a:pt x="50966" y="73854"/>
                  <a:pt x="50737" y="73822"/>
                  <a:pt x="50497" y="73745"/>
                </a:cubicBezTo>
                <a:cubicBezTo>
                  <a:pt x="49569" y="73440"/>
                  <a:pt x="48937" y="72568"/>
                  <a:pt x="48937" y="71586"/>
                </a:cubicBezTo>
                <a:lnTo>
                  <a:pt x="48948" y="60712"/>
                </a:lnTo>
                <a:lnTo>
                  <a:pt x="40450" y="58966"/>
                </a:lnTo>
                <a:cubicBezTo>
                  <a:pt x="39697" y="58814"/>
                  <a:pt x="39065" y="58279"/>
                  <a:pt x="38792" y="57559"/>
                </a:cubicBezTo>
                <a:cubicBezTo>
                  <a:pt x="38508" y="56839"/>
                  <a:pt x="38617" y="56021"/>
                  <a:pt x="39075" y="55399"/>
                </a:cubicBezTo>
                <a:lnTo>
                  <a:pt x="51446" y="38461"/>
                </a:lnTo>
                <a:cubicBezTo>
                  <a:pt x="51490" y="38406"/>
                  <a:pt x="51522" y="38352"/>
                  <a:pt x="51566" y="38297"/>
                </a:cubicBezTo>
                <a:cubicBezTo>
                  <a:pt x="51686" y="38156"/>
                  <a:pt x="51828" y="38025"/>
                  <a:pt x="51969" y="37926"/>
                </a:cubicBezTo>
                <a:cubicBezTo>
                  <a:pt x="52297" y="37686"/>
                  <a:pt x="52689" y="37544"/>
                  <a:pt x="53115" y="37512"/>
                </a:cubicBezTo>
                <a:cubicBezTo>
                  <a:pt x="53181" y="37501"/>
                  <a:pt x="53235" y="37501"/>
                  <a:pt x="53300" y="37501"/>
                </a:cubicBezTo>
                <a:close/>
                <a:moveTo>
                  <a:pt x="96531" y="39726"/>
                </a:moveTo>
                <a:cubicBezTo>
                  <a:pt x="95637" y="39737"/>
                  <a:pt x="94775" y="40108"/>
                  <a:pt x="94142" y="40762"/>
                </a:cubicBezTo>
                <a:cubicBezTo>
                  <a:pt x="93509" y="41406"/>
                  <a:pt x="93171" y="42278"/>
                  <a:pt x="93182" y="43184"/>
                </a:cubicBezTo>
                <a:lnTo>
                  <a:pt x="93182" y="65903"/>
                </a:lnTo>
                <a:cubicBezTo>
                  <a:pt x="93171" y="66362"/>
                  <a:pt x="93259" y="66808"/>
                  <a:pt x="93422" y="67223"/>
                </a:cubicBezTo>
                <a:cubicBezTo>
                  <a:pt x="93597" y="67648"/>
                  <a:pt x="93848" y="68030"/>
                  <a:pt x="94164" y="68347"/>
                </a:cubicBezTo>
                <a:cubicBezTo>
                  <a:pt x="94481" y="68674"/>
                  <a:pt x="94851" y="68924"/>
                  <a:pt x="95276" y="69099"/>
                </a:cubicBezTo>
                <a:cubicBezTo>
                  <a:pt x="95691" y="69273"/>
                  <a:pt x="96139" y="69361"/>
                  <a:pt x="96586" y="69361"/>
                </a:cubicBezTo>
                <a:cubicBezTo>
                  <a:pt x="97044" y="69361"/>
                  <a:pt x="97491" y="69273"/>
                  <a:pt x="97906" y="69099"/>
                </a:cubicBezTo>
                <a:cubicBezTo>
                  <a:pt x="98320" y="68924"/>
                  <a:pt x="98702" y="68674"/>
                  <a:pt x="99018" y="68347"/>
                </a:cubicBezTo>
                <a:cubicBezTo>
                  <a:pt x="99335" y="68030"/>
                  <a:pt x="99586" y="67648"/>
                  <a:pt x="99749" y="67223"/>
                </a:cubicBezTo>
                <a:cubicBezTo>
                  <a:pt x="99924" y="66808"/>
                  <a:pt x="100000" y="66362"/>
                  <a:pt x="100000" y="65903"/>
                </a:cubicBezTo>
                <a:lnTo>
                  <a:pt x="100000" y="43184"/>
                </a:lnTo>
                <a:cubicBezTo>
                  <a:pt x="100000" y="42726"/>
                  <a:pt x="99913" y="42278"/>
                  <a:pt x="99749" y="41853"/>
                </a:cubicBezTo>
                <a:cubicBezTo>
                  <a:pt x="99575" y="41427"/>
                  <a:pt x="99324" y="41046"/>
                  <a:pt x="98997" y="40718"/>
                </a:cubicBezTo>
                <a:cubicBezTo>
                  <a:pt x="98670" y="40402"/>
                  <a:pt x="98287" y="40141"/>
                  <a:pt x="97862" y="39977"/>
                </a:cubicBezTo>
                <a:cubicBezTo>
                  <a:pt x="97447" y="39803"/>
                  <a:pt x="96990" y="39715"/>
                  <a:pt x="96531" y="39726"/>
                </a:cubicBezTo>
                <a:close/>
                <a:moveTo>
                  <a:pt x="3360" y="41995"/>
                </a:moveTo>
                <a:cubicBezTo>
                  <a:pt x="2455" y="42017"/>
                  <a:pt x="1593" y="42387"/>
                  <a:pt x="961" y="43031"/>
                </a:cubicBezTo>
                <a:cubicBezTo>
                  <a:pt x="339" y="43674"/>
                  <a:pt x="-10" y="44547"/>
                  <a:pt x="1" y="45452"/>
                </a:cubicBezTo>
                <a:lnTo>
                  <a:pt x="1" y="65903"/>
                </a:lnTo>
                <a:cubicBezTo>
                  <a:pt x="-10" y="66362"/>
                  <a:pt x="77" y="66808"/>
                  <a:pt x="252" y="67223"/>
                </a:cubicBezTo>
                <a:cubicBezTo>
                  <a:pt x="415" y="67648"/>
                  <a:pt x="666" y="68030"/>
                  <a:pt x="983" y="68347"/>
                </a:cubicBezTo>
                <a:cubicBezTo>
                  <a:pt x="1299" y="68674"/>
                  <a:pt x="1681" y="68924"/>
                  <a:pt x="2095" y="69099"/>
                </a:cubicBezTo>
                <a:cubicBezTo>
                  <a:pt x="2510" y="69273"/>
                  <a:pt x="2957" y="69361"/>
                  <a:pt x="3416" y="69361"/>
                </a:cubicBezTo>
                <a:cubicBezTo>
                  <a:pt x="3862" y="69361"/>
                  <a:pt x="4310" y="69273"/>
                  <a:pt x="4724" y="69099"/>
                </a:cubicBezTo>
                <a:cubicBezTo>
                  <a:pt x="5139" y="68924"/>
                  <a:pt x="5521" y="68674"/>
                  <a:pt x="5837" y="68347"/>
                </a:cubicBezTo>
                <a:cubicBezTo>
                  <a:pt x="6153" y="68030"/>
                  <a:pt x="6404" y="67648"/>
                  <a:pt x="6579" y="67223"/>
                </a:cubicBezTo>
                <a:cubicBezTo>
                  <a:pt x="6743" y="66808"/>
                  <a:pt x="6830" y="66362"/>
                  <a:pt x="6819" y="65903"/>
                </a:cubicBezTo>
                <a:lnTo>
                  <a:pt x="6819" y="45452"/>
                </a:lnTo>
                <a:cubicBezTo>
                  <a:pt x="6830" y="44994"/>
                  <a:pt x="6743" y="44547"/>
                  <a:pt x="6568" y="44122"/>
                </a:cubicBezTo>
                <a:cubicBezTo>
                  <a:pt x="6393" y="43696"/>
                  <a:pt x="6142" y="43314"/>
                  <a:pt x="5815" y="42998"/>
                </a:cubicBezTo>
                <a:cubicBezTo>
                  <a:pt x="5499" y="42671"/>
                  <a:pt x="5117" y="42420"/>
                  <a:pt x="4691" y="42246"/>
                </a:cubicBezTo>
                <a:cubicBezTo>
                  <a:pt x="4266" y="42071"/>
                  <a:pt x="3808" y="41995"/>
                  <a:pt x="3360" y="4199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8" name="Красный — SVG 11">
            <a:extLst>
              <a:ext uri="{FF2B5EF4-FFF2-40B4-BE49-F238E27FC236}">
                <a16:creationId xmlns:a16="http://schemas.microsoft.com/office/drawing/2014/main" id="{CAB5DC14-E93E-9343-AC8F-11422B6DEBFC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83805 w 113423"/>
              <a:gd name="csY0" fmla="*/ 25230 h 145293"/>
              <a:gd name="csX1" fmla="*/ 77918 w 113423"/>
              <a:gd name="csY1" fmla="*/ 23664 h 145293"/>
              <a:gd name="csX2" fmla="*/ 74434 w 113423"/>
              <a:gd name="csY2" fmla="*/ 28666 h 145293"/>
              <a:gd name="csX3" fmla="*/ 74434 w 113423"/>
              <a:gd name="csY3" fmla="*/ 44299 h 145293"/>
              <a:gd name="csX4" fmla="*/ 69117 w 113423"/>
              <a:gd name="csY4" fmla="*/ 49606 h 145293"/>
              <a:gd name="csX5" fmla="*/ 63800 w 113423"/>
              <a:gd name="csY5" fmla="*/ 44299 h 145293"/>
              <a:gd name="csX6" fmla="*/ 63800 w 113423"/>
              <a:gd name="csY6" fmla="*/ 6858 h 145293"/>
              <a:gd name="csX7" fmla="*/ 62007 w 113423"/>
              <a:gd name="csY7" fmla="*/ 2877 h 145293"/>
              <a:gd name="csX8" fmla="*/ 60136 w 113423"/>
              <a:gd name="csY8" fmla="*/ 1244 h 145293"/>
              <a:gd name="csX9" fmla="*/ 53298 w 113423"/>
              <a:gd name="csY9" fmla="*/ 1244 h 145293"/>
              <a:gd name="csX10" fmla="*/ 0 w 113423"/>
              <a:gd name="csY10" fmla="*/ 88596 h 145293"/>
              <a:gd name="csX11" fmla="*/ 56711 w 113423"/>
              <a:gd name="csY11" fmla="*/ 145294 h 145293"/>
              <a:gd name="csX12" fmla="*/ 113423 w 113423"/>
              <a:gd name="csY12" fmla="*/ 88596 h 145293"/>
              <a:gd name="csX13" fmla="*/ 83805 w 113423"/>
              <a:gd name="csY13" fmla="*/ 25230 h 145293"/>
              <a:gd name="csX14" fmla="*/ 57398 w 113423"/>
              <a:gd name="csY14" fmla="*/ 136431 h 145293"/>
              <a:gd name="csX15" fmla="*/ 42778 w 113423"/>
              <a:gd name="csY15" fmla="*/ 131243 h 145293"/>
              <a:gd name="csX16" fmla="*/ 51483 w 113423"/>
              <a:gd name="csY16" fmla="*/ 78049 h 145293"/>
              <a:gd name="csX17" fmla="*/ 61958 w 113423"/>
              <a:gd name="csY17" fmla="*/ 78066 h 145293"/>
              <a:gd name="csX18" fmla="*/ 79750 w 113423"/>
              <a:gd name="csY18" fmla="*/ 113398 h 145293"/>
              <a:gd name="csX19" fmla="*/ 57398 w 113423"/>
              <a:gd name="csY19" fmla="*/ 136431 h 145293"/>
            </a:gdLst>
            <a:ahLst/>
            <a:cxnLst/>
            <a:rect l="l" t="t" r="r" b="b"/>
            <a:pathLst>
              <a:path w="100000" h="100000">
                <a:moveTo>
                  <a:pt x="68647" y="17365"/>
                </a:moveTo>
                <a:cubicBezTo>
                  <a:pt x="67654" y="16194"/>
                  <a:pt x="66037" y="15761"/>
                  <a:pt x="64596" y="16287"/>
                </a:cubicBezTo>
                <a:cubicBezTo>
                  <a:pt x="63157" y="16814"/>
                  <a:pt x="62198" y="18196"/>
                  <a:pt x="62198" y="19730"/>
                </a:cubicBezTo>
                <a:lnTo>
                  <a:pt x="62198" y="30489"/>
                </a:lnTo>
                <a:cubicBezTo>
                  <a:pt x="62198" y="32503"/>
                  <a:pt x="60556" y="34142"/>
                  <a:pt x="58538" y="34142"/>
                </a:cubicBezTo>
                <a:cubicBezTo>
                  <a:pt x="56521" y="34142"/>
                  <a:pt x="54879" y="32503"/>
                  <a:pt x="54879" y="30489"/>
                </a:cubicBezTo>
                <a:lnTo>
                  <a:pt x="54879" y="4720"/>
                </a:lnTo>
                <a:cubicBezTo>
                  <a:pt x="54879" y="3666"/>
                  <a:pt x="54431" y="2671"/>
                  <a:pt x="53645" y="1980"/>
                </a:cubicBezTo>
                <a:cubicBezTo>
                  <a:pt x="52832" y="1266"/>
                  <a:pt x="52357" y="856"/>
                  <a:pt x="52357" y="856"/>
                </a:cubicBezTo>
                <a:cubicBezTo>
                  <a:pt x="51000" y="-279"/>
                  <a:pt x="49015" y="-291"/>
                  <a:pt x="47651" y="856"/>
                </a:cubicBezTo>
                <a:cubicBezTo>
                  <a:pt x="46153" y="2109"/>
                  <a:pt x="10967" y="31882"/>
                  <a:pt x="10967" y="60977"/>
                </a:cubicBezTo>
                <a:cubicBezTo>
                  <a:pt x="10967" y="82497"/>
                  <a:pt x="28478" y="100001"/>
                  <a:pt x="50000" y="100001"/>
                </a:cubicBezTo>
                <a:cubicBezTo>
                  <a:pt x="71521" y="100001"/>
                  <a:pt x="89033" y="82497"/>
                  <a:pt x="89033" y="60977"/>
                </a:cubicBezTo>
                <a:cubicBezTo>
                  <a:pt x="89033" y="44774"/>
                  <a:pt x="77947" y="28312"/>
                  <a:pt x="68647" y="17365"/>
                </a:cubicBezTo>
                <a:close/>
                <a:moveTo>
                  <a:pt x="50472" y="93901"/>
                </a:moveTo>
                <a:cubicBezTo>
                  <a:pt x="46799" y="94006"/>
                  <a:pt x="43298" y="92601"/>
                  <a:pt x="40410" y="90330"/>
                </a:cubicBezTo>
                <a:cubicBezTo>
                  <a:pt x="26278" y="79207"/>
                  <a:pt x="39498" y="61399"/>
                  <a:pt x="46401" y="53718"/>
                </a:cubicBezTo>
                <a:cubicBezTo>
                  <a:pt x="48331" y="51576"/>
                  <a:pt x="51681" y="51587"/>
                  <a:pt x="53611" y="53730"/>
                </a:cubicBezTo>
                <a:cubicBezTo>
                  <a:pt x="58289" y="58940"/>
                  <a:pt x="65857" y="68787"/>
                  <a:pt x="65857" y="78048"/>
                </a:cubicBezTo>
                <a:cubicBezTo>
                  <a:pt x="65857" y="86653"/>
                  <a:pt x="59011" y="93655"/>
                  <a:pt x="50472" y="9390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9" name="Красный — SVG 12">
            <a:extLst>
              <a:ext uri="{FF2B5EF4-FFF2-40B4-BE49-F238E27FC236}">
                <a16:creationId xmlns:a16="http://schemas.microsoft.com/office/drawing/2014/main" id="{32A1BC75-4E6C-4448-B30C-1CEA275B92C6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84729 w 169474"/>
              <a:gd name="csY0" fmla="*/ 0 h 144492"/>
              <a:gd name="csX1" fmla="*/ 82296 w 169474"/>
              <a:gd name="csY1" fmla="*/ 2654 h 144492"/>
              <a:gd name="csX2" fmla="*/ 67716 w 169474"/>
              <a:gd name="csY2" fmla="*/ 32849 h 144492"/>
              <a:gd name="csX3" fmla="*/ 72820 w 169474"/>
              <a:gd name="csY3" fmla="*/ 46355 h 144492"/>
              <a:gd name="csX4" fmla="*/ 62509 w 169474"/>
              <a:gd name="csY4" fmla="*/ 47954 h 144492"/>
              <a:gd name="csX5" fmla="*/ 61233 w 169474"/>
              <a:gd name="csY5" fmla="*/ 31266 h 144492"/>
              <a:gd name="csX6" fmla="*/ 46347 w 169474"/>
              <a:gd name="csY6" fmla="*/ 10734 h 144492"/>
              <a:gd name="csX7" fmla="*/ 43897 w 169474"/>
              <a:gd name="csY7" fmla="*/ 8829 h 144492"/>
              <a:gd name="csX8" fmla="*/ 41668 w 169474"/>
              <a:gd name="csY8" fmla="*/ 10955 h 144492"/>
              <a:gd name="csX9" fmla="*/ 31783 w 169474"/>
              <a:gd name="csY9" fmla="*/ 38921 h 144492"/>
              <a:gd name="csX10" fmla="*/ 36785 w 169474"/>
              <a:gd name="csY10" fmla="*/ 51135 h 144492"/>
              <a:gd name="csX11" fmla="*/ 41566 w 169474"/>
              <a:gd name="csY11" fmla="*/ 55490 h 144492"/>
              <a:gd name="csX12" fmla="*/ 35611 w 169474"/>
              <a:gd name="csY12" fmla="*/ 59216 h 144492"/>
              <a:gd name="csX13" fmla="*/ 35509 w 169474"/>
              <a:gd name="csY13" fmla="*/ 57515 h 144492"/>
              <a:gd name="csX14" fmla="*/ 27104 w 169474"/>
              <a:gd name="csY14" fmla="*/ 44756 h 144492"/>
              <a:gd name="csX15" fmla="*/ 9342 w 169474"/>
              <a:gd name="csY15" fmla="*/ 33495 h 144492"/>
              <a:gd name="csX16" fmla="*/ 6365 w 169474"/>
              <a:gd name="csY16" fmla="*/ 31471 h 144492"/>
              <a:gd name="csX17" fmla="*/ 4562 w 169474"/>
              <a:gd name="csY17" fmla="*/ 34550 h 144492"/>
              <a:gd name="csX18" fmla="*/ 3813 w 169474"/>
              <a:gd name="csY18" fmla="*/ 64319 h 144492"/>
              <a:gd name="csX19" fmla="*/ 13494 w 169474"/>
              <a:gd name="csY19" fmla="*/ 73352 h 144492"/>
              <a:gd name="csX20" fmla="*/ 22426 w 169474"/>
              <a:gd name="csY20" fmla="*/ 75495 h 144492"/>
              <a:gd name="csX21" fmla="*/ 24025 w 169474"/>
              <a:gd name="csY21" fmla="*/ 75376 h 144492"/>
              <a:gd name="csX22" fmla="*/ 23481 w 169474"/>
              <a:gd name="csY22" fmla="*/ 79850 h 144492"/>
              <a:gd name="csX23" fmla="*/ 23600 w 169474"/>
              <a:gd name="csY23" fmla="*/ 79850 h 144492"/>
              <a:gd name="csX24" fmla="*/ 84729 w 169474"/>
              <a:gd name="csY24" fmla="*/ 106966 h 144492"/>
              <a:gd name="csX25" fmla="*/ 145875 w 169474"/>
              <a:gd name="csY25" fmla="*/ 79850 h 144492"/>
              <a:gd name="csX26" fmla="*/ 145977 w 169474"/>
              <a:gd name="csY26" fmla="*/ 79850 h 144492"/>
              <a:gd name="csX27" fmla="*/ 145450 w 169474"/>
              <a:gd name="csY27" fmla="*/ 75376 h 144492"/>
              <a:gd name="csX28" fmla="*/ 147049 w 169474"/>
              <a:gd name="csY28" fmla="*/ 75495 h 144492"/>
              <a:gd name="csX29" fmla="*/ 155981 w 169474"/>
              <a:gd name="csY29" fmla="*/ 73352 h 144492"/>
              <a:gd name="csX30" fmla="*/ 165662 w 169474"/>
              <a:gd name="csY30" fmla="*/ 64319 h 144492"/>
              <a:gd name="csX31" fmla="*/ 164913 w 169474"/>
              <a:gd name="csY31" fmla="*/ 34550 h 144492"/>
              <a:gd name="csX32" fmla="*/ 162991 w 169474"/>
              <a:gd name="csY32" fmla="*/ 31471 h 144492"/>
              <a:gd name="csX33" fmla="*/ 160132 w 169474"/>
              <a:gd name="csY33" fmla="*/ 33495 h 144492"/>
              <a:gd name="csX34" fmla="*/ 142370 w 169474"/>
              <a:gd name="csY34" fmla="*/ 44756 h 144492"/>
              <a:gd name="csX35" fmla="*/ 133966 w 169474"/>
              <a:gd name="csY35" fmla="*/ 57515 h 144492"/>
              <a:gd name="csX36" fmla="*/ 133863 w 169474"/>
              <a:gd name="csY36" fmla="*/ 59216 h 144492"/>
              <a:gd name="csX37" fmla="*/ 127909 w 169474"/>
              <a:gd name="csY37" fmla="*/ 55490 h 144492"/>
              <a:gd name="csX38" fmla="*/ 132690 w 169474"/>
              <a:gd name="csY38" fmla="*/ 51135 h 144492"/>
              <a:gd name="csX39" fmla="*/ 137691 w 169474"/>
              <a:gd name="csY39" fmla="*/ 38921 h 144492"/>
              <a:gd name="csX40" fmla="*/ 127807 w 169474"/>
              <a:gd name="csY40" fmla="*/ 10955 h 144492"/>
              <a:gd name="csX41" fmla="*/ 125561 w 169474"/>
              <a:gd name="csY41" fmla="*/ 8829 h 144492"/>
              <a:gd name="csX42" fmla="*/ 123230 w 169474"/>
              <a:gd name="csY42" fmla="*/ 10734 h 144492"/>
              <a:gd name="csX43" fmla="*/ 108242 w 169474"/>
              <a:gd name="csY43" fmla="*/ 31266 h 144492"/>
              <a:gd name="csX44" fmla="*/ 106966 w 169474"/>
              <a:gd name="csY44" fmla="*/ 47954 h 144492"/>
              <a:gd name="csX45" fmla="*/ 96638 w 169474"/>
              <a:gd name="csY45" fmla="*/ 46355 h 144492"/>
              <a:gd name="csX46" fmla="*/ 101742 w 169474"/>
              <a:gd name="csY46" fmla="*/ 32849 h 144492"/>
              <a:gd name="csX47" fmla="*/ 87179 w 169474"/>
              <a:gd name="csY47" fmla="*/ 2654 h 144492"/>
              <a:gd name="csX48" fmla="*/ 84729 w 169474"/>
              <a:gd name="csY48" fmla="*/ 0 h 144492"/>
              <a:gd name="csX49" fmla="*/ 84729 w 169474"/>
              <a:gd name="csY49" fmla="*/ 32525 h 144492"/>
              <a:gd name="csX50" fmla="*/ 89833 w 169474"/>
              <a:gd name="csY50" fmla="*/ 43055 h 144492"/>
              <a:gd name="csX51" fmla="*/ 89203 w 169474"/>
              <a:gd name="csY51" fmla="*/ 45828 h 144492"/>
              <a:gd name="csX52" fmla="*/ 84729 w 169474"/>
              <a:gd name="csY52" fmla="*/ 45726 h 144492"/>
              <a:gd name="csX53" fmla="*/ 80271 w 169474"/>
              <a:gd name="csY53" fmla="*/ 45828 h 144492"/>
              <a:gd name="csX54" fmla="*/ 79625 w 169474"/>
              <a:gd name="csY54" fmla="*/ 43055 h 144492"/>
              <a:gd name="csX55" fmla="*/ 84729 w 169474"/>
              <a:gd name="csY55" fmla="*/ 32525 h 144492"/>
              <a:gd name="csX56" fmla="*/ 46993 w 169474"/>
              <a:gd name="csY56" fmla="*/ 35077 h 144492"/>
              <a:gd name="csX57" fmla="*/ 55704 w 169474"/>
              <a:gd name="csY57" fmla="*/ 45828 h 144492"/>
              <a:gd name="csX58" fmla="*/ 56657 w 169474"/>
              <a:gd name="csY58" fmla="*/ 49434 h 144492"/>
              <a:gd name="csX59" fmla="*/ 47946 w 169474"/>
              <a:gd name="csY59" fmla="*/ 52411 h 144492"/>
              <a:gd name="csX60" fmla="*/ 46670 w 169474"/>
              <a:gd name="csY60" fmla="*/ 50710 h 144492"/>
              <a:gd name="csX61" fmla="*/ 46993 w 169474"/>
              <a:gd name="csY61" fmla="*/ 35077 h 144492"/>
              <a:gd name="csX62" fmla="*/ 122482 w 169474"/>
              <a:gd name="csY62" fmla="*/ 35077 h 144492"/>
              <a:gd name="csX63" fmla="*/ 122805 w 169474"/>
              <a:gd name="csY63" fmla="*/ 50710 h 144492"/>
              <a:gd name="csX64" fmla="*/ 121529 w 169474"/>
              <a:gd name="csY64" fmla="*/ 52411 h 144492"/>
              <a:gd name="csX65" fmla="*/ 112801 w 169474"/>
              <a:gd name="csY65" fmla="*/ 49434 h 144492"/>
              <a:gd name="csX66" fmla="*/ 113771 w 169474"/>
              <a:gd name="csY66" fmla="*/ 45828 h 144492"/>
              <a:gd name="csX67" fmla="*/ 122482 w 169474"/>
              <a:gd name="csY67" fmla="*/ 35077 h 144492"/>
              <a:gd name="csX68" fmla="*/ 16046 w 169474"/>
              <a:gd name="csY68" fmla="*/ 54436 h 144492"/>
              <a:gd name="csX69" fmla="*/ 28483 w 169474"/>
              <a:gd name="csY69" fmla="*/ 60492 h 144492"/>
              <a:gd name="csX70" fmla="*/ 30831 w 169474"/>
              <a:gd name="csY70" fmla="*/ 63366 h 144492"/>
              <a:gd name="csX71" fmla="*/ 25930 w 169474"/>
              <a:gd name="csY71" fmla="*/ 70069 h 144492"/>
              <a:gd name="csX72" fmla="*/ 22324 w 169474"/>
              <a:gd name="csY72" fmla="*/ 68793 h 144492"/>
              <a:gd name="csX73" fmla="*/ 16046 w 169474"/>
              <a:gd name="csY73" fmla="*/ 54436 h 144492"/>
              <a:gd name="csX74" fmla="*/ 153429 w 169474"/>
              <a:gd name="csY74" fmla="*/ 54436 h 144492"/>
              <a:gd name="csX75" fmla="*/ 147151 w 169474"/>
              <a:gd name="csY75" fmla="*/ 68793 h 144492"/>
              <a:gd name="csX76" fmla="*/ 143544 w 169474"/>
              <a:gd name="csY76" fmla="*/ 70069 h 144492"/>
              <a:gd name="csX77" fmla="*/ 138747 w 169474"/>
              <a:gd name="csY77" fmla="*/ 63469 h 144492"/>
              <a:gd name="csX78" fmla="*/ 140992 w 169474"/>
              <a:gd name="csY78" fmla="*/ 60492 h 144492"/>
              <a:gd name="csX79" fmla="*/ 153429 w 169474"/>
              <a:gd name="csY79" fmla="*/ 54436 h 144492"/>
              <a:gd name="csX80" fmla="*/ 30286 w 169474"/>
              <a:gd name="csY80" fmla="*/ 100570 h 144492"/>
              <a:gd name="csX81" fmla="*/ 30286 w 169474"/>
              <a:gd name="csY81" fmla="*/ 110470 h 144492"/>
              <a:gd name="csX82" fmla="*/ 84729 w 169474"/>
              <a:gd name="csY82" fmla="*/ 144492 h 144492"/>
              <a:gd name="csX83" fmla="*/ 139172 w 169474"/>
              <a:gd name="csY83" fmla="*/ 110470 h 144492"/>
              <a:gd name="csX84" fmla="*/ 139172 w 169474"/>
              <a:gd name="csY84" fmla="*/ 100570 h 144492"/>
              <a:gd name="csX85" fmla="*/ 120457 w 169474"/>
              <a:gd name="csY85" fmla="*/ 108973 h 144492"/>
              <a:gd name="csX86" fmla="*/ 114622 w 169474"/>
              <a:gd name="csY86" fmla="*/ 116424 h 144492"/>
              <a:gd name="csX87" fmla="*/ 108548 w 169474"/>
              <a:gd name="csY87" fmla="*/ 111848 h 144492"/>
              <a:gd name="csX88" fmla="*/ 91534 w 169474"/>
              <a:gd name="csY88" fmla="*/ 113770 h 144492"/>
              <a:gd name="csX89" fmla="*/ 91534 w 169474"/>
              <a:gd name="csY89" fmla="*/ 113872 h 144492"/>
              <a:gd name="csX90" fmla="*/ 84729 w 169474"/>
              <a:gd name="csY90" fmla="*/ 120677 h 144492"/>
              <a:gd name="csX91" fmla="*/ 77924 w 169474"/>
              <a:gd name="csY91" fmla="*/ 113872 h 144492"/>
              <a:gd name="csX92" fmla="*/ 77924 w 169474"/>
              <a:gd name="csY92" fmla="*/ 113770 h 144492"/>
              <a:gd name="csX93" fmla="*/ 60910 w 169474"/>
              <a:gd name="csY93" fmla="*/ 111848 h 144492"/>
              <a:gd name="csX94" fmla="*/ 54853 w 169474"/>
              <a:gd name="csY94" fmla="*/ 116424 h 144492"/>
              <a:gd name="csX95" fmla="*/ 49001 w 169474"/>
              <a:gd name="csY95" fmla="*/ 108973 h 144492"/>
              <a:gd name="csX96" fmla="*/ 30286 w 169474"/>
              <a:gd name="csY96" fmla="*/ 100570 h 144492"/>
            </a:gdLst>
            <a:ahLst/>
            <a:cxnLst/>
            <a:rect l="l" t="t" r="r" b="b"/>
            <a:pathLst>
              <a:path w="100000" h="100000">
                <a:moveTo>
                  <a:pt x="49995" y="7370"/>
                </a:moveTo>
                <a:lnTo>
                  <a:pt x="48560" y="8936"/>
                </a:lnTo>
                <a:cubicBezTo>
                  <a:pt x="48198" y="9308"/>
                  <a:pt x="39957" y="18081"/>
                  <a:pt x="39957" y="26753"/>
                </a:cubicBezTo>
                <a:cubicBezTo>
                  <a:pt x="39957" y="29504"/>
                  <a:pt x="41101" y="32465"/>
                  <a:pt x="42968" y="34723"/>
                </a:cubicBezTo>
                <a:cubicBezTo>
                  <a:pt x="40850" y="34943"/>
                  <a:pt x="38842" y="35245"/>
                  <a:pt x="36884" y="35666"/>
                </a:cubicBezTo>
                <a:cubicBezTo>
                  <a:pt x="37908" y="32485"/>
                  <a:pt x="37627" y="28711"/>
                  <a:pt x="36131" y="25819"/>
                </a:cubicBezTo>
                <a:cubicBezTo>
                  <a:pt x="32036" y="17870"/>
                  <a:pt x="27548" y="13875"/>
                  <a:pt x="27348" y="13704"/>
                </a:cubicBezTo>
                <a:lnTo>
                  <a:pt x="25902" y="12580"/>
                </a:lnTo>
                <a:lnTo>
                  <a:pt x="24587" y="13835"/>
                </a:lnTo>
                <a:cubicBezTo>
                  <a:pt x="24295" y="14105"/>
                  <a:pt x="17610" y="20721"/>
                  <a:pt x="18754" y="30336"/>
                </a:cubicBezTo>
                <a:cubicBezTo>
                  <a:pt x="19196" y="34061"/>
                  <a:pt x="20963" y="36610"/>
                  <a:pt x="21705" y="37543"/>
                </a:cubicBezTo>
                <a:cubicBezTo>
                  <a:pt x="22388" y="38406"/>
                  <a:pt x="23372" y="39361"/>
                  <a:pt x="24526" y="40113"/>
                </a:cubicBezTo>
                <a:cubicBezTo>
                  <a:pt x="23261" y="40816"/>
                  <a:pt x="22077" y="41518"/>
                  <a:pt x="21013" y="42312"/>
                </a:cubicBezTo>
                <a:cubicBezTo>
                  <a:pt x="20973" y="41980"/>
                  <a:pt x="21013" y="41649"/>
                  <a:pt x="20952" y="41308"/>
                </a:cubicBezTo>
                <a:cubicBezTo>
                  <a:pt x="20310" y="38085"/>
                  <a:pt x="18463" y="35275"/>
                  <a:pt x="15993" y="33779"/>
                </a:cubicBezTo>
                <a:cubicBezTo>
                  <a:pt x="9318" y="29734"/>
                  <a:pt x="5553" y="27155"/>
                  <a:pt x="5512" y="27135"/>
                </a:cubicBezTo>
                <a:lnTo>
                  <a:pt x="3756" y="25940"/>
                </a:lnTo>
                <a:lnTo>
                  <a:pt x="2692" y="27757"/>
                </a:lnTo>
                <a:cubicBezTo>
                  <a:pt x="2461" y="28128"/>
                  <a:pt x="-2950" y="36861"/>
                  <a:pt x="2250" y="45323"/>
                </a:cubicBezTo>
                <a:cubicBezTo>
                  <a:pt x="4208" y="48504"/>
                  <a:pt x="6898" y="50120"/>
                  <a:pt x="7962" y="50653"/>
                </a:cubicBezTo>
                <a:cubicBezTo>
                  <a:pt x="8544" y="50954"/>
                  <a:pt x="10682" y="51917"/>
                  <a:pt x="13233" y="51917"/>
                </a:cubicBezTo>
                <a:cubicBezTo>
                  <a:pt x="13534" y="51917"/>
                  <a:pt x="13875" y="51877"/>
                  <a:pt x="14176" y="51847"/>
                </a:cubicBezTo>
                <a:cubicBezTo>
                  <a:pt x="13976" y="52720"/>
                  <a:pt x="13855" y="53583"/>
                  <a:pt x="13855" y="54487"/>
                </a:cubicBezTo>
                <a:lnTo>
                  <a:pt x="13925" y="54487"/>
                </a:lnTo>
                <a:cubicBezTo>
                  <a:pt x="13925" y="63160"/>
                  <a:pt x="30439" y="70487"/>
                  <a:pt x="49995" y="70487"/>
                </a:cubicBezTo>
                <a:cubicBezTo>
                  <a:pt x="69561" y="70487"/>
                  <a:pt x="86075" y="63160"/>
                  <a:pt x="86075" y="54487"/>
                </a:cubicBezTo>
                <a:lnTo>
                  <a:pt x="86135" y="54487"/>
                </a:lnTo>
                <a:cubicBezTo>
                  <a:pt x="86135" y="53583"/>
                  <a:pt x="86025" y="52720"/>
                  <a:pt x="85824" y="51847"/>
                </a:cubicBezTo>
                <a:cubicBezTo>
                  <a:pt x="86125" y="51877"/>
                  <a:pt x="86457" y="51917"/>
                  <a:pt x="86768" y="51917"/>
                </a:cubicBezTo>
                <a:cubicBezTo>
                  <a:pt x="89318" y="51917"/>
                  <a:pt x="91436" y="50964"/>
                  <a:pt x="92038" y="50653"/>
                </a:cubicBezTo>
                <a:cubicBezTo>
                  <a:pt x="93102" y="50120"/>
                  <a:pt x="95793" y="48504"/>
                  <a:pt x="97751" y="45323"/>
                </a:cubicBezTo>
                <a:cubicBezTo>
                  <a:pt x="102951" y="36861"/>
                  <a:pt x="97539" y="28128"/>
                  <a:pt x="97309" y="27757"/>
                </a:cubicBezTo>
                <a:lnTo>
                  <a:pt x="96175" y="25940"/>
                </a:lnTo>
                <a:lnTo>
                  <a:pt x="94488" y="27135"/>
                </a:lnTo>
                <a:cubicBezTo>
                  <a:pt x="94448" y="27155"/>
                  <a:pt x="90683" y="29734"/>
                  <a:pt x="84007" y="33779"/>
                </a:cubicBezTo>
                <a:cubicBezTo>
                  <a:pt x="81538" y="35275"/>
                  <a:pt x="79681" y="38085"/>
                  <a:pt x="79048" y="41308"/>
                </a:cubicBezTo>
                <a:cubicBezTo>
                  <a:pt x="78987" y="41649"/>
                  <a:pt x="79028" y="41980"/>
                  <a:pt x="78987" y="42312"/>
                </a:cubicBezTo>
                <a:cubicBezTo>
                  <a:pt x="77923" y="41518"/>
                  <a:pt x="76739" y="40816"/>
                  <a:pt x="75474" y="40113"/>
                </a:cubicBezTo>
                <a:cubicBezTo>
                  <a:pt x="76629" y="39361"/>
                  <a:pt x="77612" y="38406"/>
                  <a:pt x="78295" y="37543"/>
                </a:cubicBezTo>
                <a:cubicBezTo>
                  <a:pt x="79038" y="36610"/>
                  <a:pt x="80795" y="34061"/>
                  <a:pt x="81246" y="30336"/>
                </a:cubicBezTo>
                <a:cubicBezTo>
                  <a:pt x="82381" y="20721"/>
                  <a:pt x="75695" y="14105"/>
                  <a:pt x="75414" y="13835"/>
                </a:cubicBezTo>
                <a:lnTo>
                  <a:pt x="74089" y="12580"/>
                </a:lnTo>
                <a:lnTo>
                  <a:pt x="72713" y="13704"/>
                </a:lnTo>
                <a:cubicBezTo>
                  <a:pt x="72513" y="13875"/>
                  <a:pt x="67955" y="17870"/>
                  <a:pt x="63869" y="25819"/>
                </a:cubicBezTo>
                <a:cubicBezTo>
                  <a:pt x="62373" y="28711"/>
                  <a:pt x="62082" y="32485"/>
                  <a:pt x="63116" y="35666"/>
                </a:cubicBezTo>
                <a:cubicBezTo>
                  <a:pt x="61149" y="35245"/>
                  <a:pt x="59151" y="34943"/>
                  <a:pt x="57022" y="34723"/>
                </a:cubicBezTo>
                <a:cubicBezTo>
                  <a:pt x="58890" y="32465"/>
                  <a:pt x="60034" y="29504"/>
                  <a:pt x="60034" y="26753"/>
                </a:cubicBezTo>
                <a:cubicBezTo>
                  <a:pt x="60034" y="18081"/>
                  <a:pt x="51782" y="9308"/>
                  <a:pt x="51441" y="8936"/>
                </a:cubicBezTo>
                <a:lnTo>
                  <a:pt x="49995" y="7370"/>
                </a:lnTo>
                <a:close/>
                <a:moveTo>
                  <a:pt x="49995" y="26562"/>
                </a:moveTo>
                <a:cubicBezTo>
                  <a:pt x="49995" y="26562"/>
                  <a:pt x="53007" y="29764"/>
                  <a:pt x="53007" y="32776"/>
                </a:cubicBezTo>
                <a:cubicBezTo>
                  <a:pt x="53007" y="33318"/>
                  <a:pt x="52887" y="33880"/>
                  <a:pt x="52635" y="34412"/>
                </a:cubicBezTo>
                <a:cubicBezTo>
                  <a:pt x="51762" y="34382"/>
                  <a:pt x="50889" y="34352"/>
                  <a:pt x="49995" y="34352"/>
                </a:cubicBezTo>
                <a:cubicBezTo>
                  <a:pt x="49112" y="34352"/>
                  <a:pt x="48239" y="34382"/>
                  <a:pt x="47365" y="34412"/>
                </a:cubicBezTo>
                <a:cubicBezTo>
                  <a:pt x="47114" y="33880"/>
                  <a:pt x="46984" y="33318"/>
                  <a:pt x="46984" y="32776"/>
                </a:cubicBezTo>
                <a:cubicBezTo>
                  <a:pt x="46984" y="29764"/>
                  <a:pt x="49995" y="26562"/>
                  <a:pt x="49995" y="26562"/>
                </a:cubicBezTo>
                <a:close/>
                <a:moveTo>
                  <a:pt x="27729" y="28068"/>
                </a:moveTo>
                <a:cubicBezTo>
                  <a:pt x="27729" y="28068"/>
                  <a:pt x="30670" y="31712"/>
                  <a:pt x="32869" y="34412"/>
                </a:cubicBezTo>
                <a:cubicBezTo>
                  <a:pt x="33320" y="34964"/>
                  <a:pt x="33511" y="35757"/>
                  <a:pt x="33431" y="36540"/>
                </a:cubicBezTo>
                <a:cubicBezTo>
                  <a:pt x="31624" y="37052"/>
                  <a:pt x="29907" y="37634"/>
                  <a:pt x="28291" y="38296"/>
                </a:cubicBezTo>
                <a:cubicBezTo>
                  <a:pt x="27990" y="38015"/>
                  <a:pt x="27689" y="37644"/>
                  <a:pt x="27538" y="37292"/>
                </a:cubicBezTo>
                <a:cubicBezTo>
                  <a:pt x="25651" y="33117"/>
                  <a:pt x="27729" y="28068"/>
                  <a:pt x="27729" y="28068"/>
                </a:cubicBezTo>
                <a:close/>
                <a:moveTo>
                  <a:pt x="72272" y="28068"/>
                </a:moveTo>
                <a:cubicBezTo>
                  <a:pt x="72272" y="28068"/>
                  <a:pt x="74339" y="33117"/>
                  <a:pt x="72462" y="37292"/>
                </a:cubicBezTo>
                <a:cubicBezTo>
                  <a:pt x="72302" y="37644"/>
                  <a:pt x="72010" y="38015"/>
                  <a:pt x="71710" y="38296"/>
                </a:cubicBezTo>
                <a:cubicBezTo>
                  <a:pt x="70093" y="37634"/>
                  <a:pt x="68377" y="37052"/>
                  <a:pt x="66559" y="36540"/>
                </a:cubicBezTo>
                <a:cubicBezTo>
                  <a:pt x="66489" y="35757"/>
                  <a:pt x="66670" y="34964"/>
                  <a:pt x="67132" y="34412"/>
                </a:cubicBezTo>
                <a:cubicBezTo>
                  <a:pt x="69330" y="31712"/>
                  <a:pt x="72272" y="28068"/>
                  <a:pt x="72272" y="28068"/>
                </a:cubicBezTo>
                <a:close/>
                <a:moveTo>
                  <a:pt x="9468" y="39491"/>
                </a:moveTo>
                <a:cubicBezTo>
                  <a:pt x="9468" y="39491"/>
                  <a:pt x="13675" y="41539"/>
                  <a:pt x="16807" y="43064"/>
                </a:cubicBezTo>
                <a:cubicBezTo>
                  <a:pt x="17449" y="43385"/>
                  <a:pt x="17931" y="44028"/>
                  <a:pt x="18192" y="44760"/>
                </a:cubicBezTo>
                <a:cubicBezTo>
                  <a:pt x="16987" y="45995"/>
                  <a:pt x="16023" y="47330"/>
                  <a:pt x="15300" y="48715"/>
                </a:cubicBezTo>
                <a:cubicBezTo>
                  <a:pt x="14507" y="48685"/>
                  <a:pt x="13714" y="48434"/>
                  <a:pt x="13173" y="47963"/>
                </a:cubicBezTo>
                <a:cubicBezTo>
                  <a:pt x="9709" y="44951"/>
                  <a:pt x="9468" y="39491"/>
                  <a:pt x="9468" y="39491"/>
                </a:cubicBezTo>
                <a:close/>
                <a:moveTo>
                  <a:pt x="90532" y="39491"/>
                </a:moveTo>
                <a:cubicBezTo>
                  <a:pt x="90532" y="39491"/>
                  <a:pt x="90292" y="44951"/>
                  <a:pt x="86828" y="47963"/>
                </a:cubicBezTo>
                <a:cubicBezTo>
                  <a:pt x="86276" y="48434"/>
                  <a:pt x="85493" y="48685"/>
                  <a:pt x="84700" y="48715"/>
                </a:cubicBezTo>
                <a:cubicBezTo>
                  <a:pt x="83987" y="47360"/>
                  <a:pt x="83043" y="46035"/>
                  <a:pt x="81869" y="44821"/>
                </a:cubicBezTo>
                <a:cubicBezTo>
                  <a:pt x="82130" y="44068"/>
                  <a:pt x="82531" y="43385"/>
                  <a:pt x="83194" y="43064"/>
                </a:cubicBezTo>
                <a:cubicBezTo>
                  <a:pt x="86316" y="41539"/>
                  <a:pt x="90532" y="39491"/>
                  <a:pt x="90532" y="39491"/>
                </a:cubicBezTo>
                <a:close/>
                <a:moveTo>
                  <a:pt x="17871" y="66713"/>
                </a:moveTo>
                <a:lnTo>
                  <a:pt x="17871" y="72554"/>
                </a:lnTo>
                <a:cubicBezTo>
                  <a:pt x="17871" y="83806"/>
                  <a:pt x="31985" y="92630"/>
                  <a:pt x="49995" y="92630"/>
                </a:cubicBezTo>
                <a:cubicBezTo>
                  <a:pt x="68015" y="92630"/>
                  <a:pt x="82120" y="83806"/>
                  <a:pt x="82120" y="72554"/>
                </a:cubicBezTo>
                <a:lnTo>
                  <a:pt x="82120" y="66713"/>
                </a:lnTo>
                <a:cubicBezTo>
                  <a:pt x="79118" y="68710"/>
                  <a:pt x="75374" y="70377"/>
                  <a:pt x="71077" y="71671"/>
                </a:cubicBezTo>
                <a:cubicBezTo>
                  <a:pt x="70816" y="73669"/>
                  <a:pt x="69401" y="75576"/>
                  <a:pt x="67634" y="76068"/>
                </a:cubicBezTo>
                <a:cubicBezTo>
                  <a:pt x="65766" y="76590"/>
                  <a:pt x="64190" y="75395"/>
                  <a:pt x="64050" y="73368"/>
                </a:cubicBezTo>
                <a:cubicBezTo>
                  <a:pt x="60867" y="73950"/>
                  <a:pt x="57545" y="74321"/>
                  <a:pt x="54011" y="74502"/>
                </a:cubicBezTo>
                <a:cubicBezTo>
                  <a:pt x="54011" y="74512"/>
                  <a:pt x="54011" y="74542"/>
                  <a:pt x="54011" y="74562"/>
                </a:cubicBezTo>
                <a:cubicBezTo>
                  <a:pt x="54011" y="76781"/>
                  <a:pt x="52214" y="78577"/>
                  <a:pt x="49995" y="78577"/>
                </a:cubicBezTo>
                <a:cubicBezTo>
                  <a:pt x="47777" y="78577"/>
                  <a:pt x="45980" y="76781"/>
                  <a:pt x="45980" y="74562"/>
                </a:cubicBezTo>
                <a:cubicBezTo>
                  <a:pt x="45980" y="74542"/>
                  <a:pt x="45980" y="74512"/>
                  <a:pt x="45980" y="74502"/>
                </a:cubicBezTo>
                <a:cubicBezTo>
                  <a:pt x="42456" y="74321"/>
                  <a:pt x="39133" y="73950"/>
                  <a:pt x="35941" y="73368"/>
                </a:cubicBezTo>
                <a:cubicBezTo>
                  <a:pt x="35800" y="75395"/>
                  <a:pt x="34234" y="76590"/>
                  <a:pt x="32367" y="76068"/>
                </a:cubicBezTo>
                <a:cubicBezTo>
                  <a:pt x="30600" y="75576"/>
                  <a:pt x="29184" y="73669"/>
                  <a:pt x="28914" y="71671"/>
                </a:cubicBezTo>
                <a:cubicBezTo>
                  <a:pt x="24627" y="70377"/>
                  <a:pt x="20882" y="68710"/>
                  <a:pt x="17871" y="6671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0" name="Красный — SVG 13">
            <a:extLst>
              <a:ext uri="{FF2B5EF4-FFF2-40B4-BE49-F238E27FC236}">
                <a16:creationId xmlns:a16="http://schemas.microsoft.com/office/drawing/2014/main" id="{1FA00255-AE0D-7C40-AA22-D857078DE12C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23096 w 134746"/>
              <a:gd name="csY0" fmla="*/ 0 h 134740"/>
              <a:gd name="csX1" fmla="*/ 3601 w 134746"/>
              <a:gd name="csY1" fmla="*/ 19495 h 134740"/>
              <a:gd name="csX2" fmla="*/ 3601 w 134746"/>
              <a:gd name="csY2" fmla="*/ 40759 h 134740"/>
              <a:gd name="csX3" fmla="*/ 3601 w 134746"/>
              <a:gd name="csY3" fmla="*/ 124317 h 134740"/>
              <a:gd name="csX4" fmla="*/ 746 w 134746"/>
              <a:gd name="csY4" fmla="*/ 126631 h 134740"/>
              <a:gd name="csX5" fmla="*/ 76 w 134746"/>
              <a:gd name="csY5" fmla="*/ 130254 h 134740"/>
              <a:gd name="csX6" fmla="*/ 1911 w 134746"/>
              <a:gd name="csY6" fmla="*/ 133435 h 134740"/>
              <a:gd name="csX7" fmla="*/ 5373 w 134746"/>
              <a:gd name="csY7" fmla="*/ 134677 h 134740"/>
              <a:gd name="csX8" fmla="*/ 8045 w 134746"/>
              <a:gd name="csY8" fmla="*/ 134677 h 134740"/>
              <a:gd name="csX9" fmla="*/ 9769 w 134746"/>
              <a:gd name="csY9" fmla="*/ 134677 h 134740"/>
              <a:gd name="csX10" fmla="*/ 75390 w 134746"/>
              <a:gd name="csY10" fmla="*/ 134677 h 134740"/>
              <a:gd name="csX11" fmla="*/ 77114 w 134746"/>
              <a:gd name="csY11" fmla="*/ 134677 h 134740"/>
              <a:gd name="csX12" fmla="*/ 79807 w 134746"/>
              <a:gd name="csY12" fmla="*/ 134677 h 134740"/>
              <a:gd name="csX13" fmla="*/ 83269 w 134746"/>
              <a:gd name="csY13" fmla="*/ 133435 h 134740"/>
              <a:gd name="csX14" fmla="*/ 85104 w 134746"/>
              <a:gd name="csY14" fmla="*/ 130254 h 134740"/>
              <a:gd name="csX15" fmla="*/ 84434 w 134746"/>
              <a:gd name="csY15" fmla="*/ 126631 h 134740"/>
              <a:gd name="csX16" fmla="*/ 81579 w 134746"/>
              <a:gd name="csY16" fmla="*/ 124317 h 134740"/>
              <a:gd name="csX17" fmla="*/ 81579 w 134746"/>
              <a:gd name="csY17" fmla="*/ 92149 h 134740"/>
              <a:gd name="csX18" fmla="*/ 97529 w 134746"/>
              <a:gd name="csY18" fmla="*/ 92149 h 134740"/>
              <a:gd name="csX19" fmla="*/ 99301 w 134746"/>
              <a:gd name="csY19" fmla="*/ 93918 h 134740"/>
              <a:gd name="csX20" fmla="*/ 99301 w 134746"/>
              <a:gd name="csY20" fmla="*/ 106319 h 134740"/>
              <a:gd name="csX21" fmla="*/ 117024 w 134746"/>
              <a:gd name="csY21" fmla="*/ 124045 h 134740"/>
              <a:gd name="csX22" fmla="*/ 134746 w 134746"/>
              <a:gd name="csY22" fmla="*/ 106319 h 134740"/>
              <a:gd name="csX23" fmla="*/ 134746 w 134746"/>
              <a:gd name="csY23" fmla="*/ 60134 h 134740"/>
              <a:gd name="csX24" fmla="*/ 128585 w 134746"/>
              <a:gd name="csY24" fmla="*/ 47546 h 134740"/>
              <a:gd name="csX25" fmla="*/ 100790 w 134746"/>
              <a:gd name="csY25" fmla="*/ 25925 h 134740"/>
              <a:gd name="csX26" fmla="*/ 97335 w 134746"/>
              <a:gd name="csY26" fmla="*/ 24751 h 134740"/>
              <a:gd name="csX27" fmla="*/ 94283 w 134746"/>
              <a:gd name="csY27" fmla="*/ 25823 h 134740"/>
              <a:gd name="csX28" fmla="*/ 92408 w 134746"/>
              <a:gd name="csY28" fmla="*/ 28443 h 134740"/>
              <a:gd name="csX29" fmla="*/ 92402 w 134746"/>
              <a:gd name="csY29" fmla="*/ 31675 h 134740"/>
              <a:gd name="csX30" fmla="*/ 94269 w 134746"/>
              <a:gd name="csY30" fmla="*/ 34311 h 134740"/>
              <a:gd name="csX31" fmla="*/ 106390 w 134746"/>
              <a:gd name="csY31" fmla="*/ 43753 h 134740"/>
              <a:gd name="csX32" fmla="*/ 106390 w 134746"/>
              <a:gd name="csY32" fmla="*/ 60253 h 134740"/>
              <a:gd name="csX33" fmla="*/ 120568 w 134746"/>
              <a:gd name="csY33" fmla="*/ 74424 h 134740"/>
              <a:gd name="csX34" fmla="*/ 124113 w 134746"/>
              <a:gd name="csY34" fmla="*/ 74424 h 134740"/>
              <a:gd name="csX35" fmla="*/ 124113 w 134746"/>
              <a:gd name="csY35" fmla="*/ 106319 h 134740"/>
              <a:gd name="csX36" fmla="*/ 117024 w 134746"/>
              <a:gd name="csY36" fmla="*/ 113413 h 134740"/>
              <a:gd name="csX37" fmla="*/ 109935 w 134746"/>
              <a:gd name="csY37" fmla="*/ 106319 h 134740"/>
              <a:gd name="csX38" fmla="*/ 109935 w 134746"/>
              <a:gd name="csY38" fmla="*/ 93918 h 134740"/>
              <a:gd name="csX39" fmla="*/ 97529 w 134746"/>
              <a:gd name="csY39" fmla="*/ 81517 h 134740"/>
              <a:gd name="csX40" fmla="*/ 81579 w 134746"/>
              <a:gd name="csY40" fmla="*/ 81517 h 134740"/>
              <a:gd name="csX41" fmla="*/ 81579 w 134746"/>
              <a:gd name="csY41" fmla="*/ 40759 h 134740"/>
              <a:gd name="csX42" fmla="*/ 81579 w 134746"/>
              <a:gd name="csY42" fmla="*/ 19495 h 134740"/>
              <a:gd name="csX43" fmla="*/ 62085 w 134746"/>
              <a:gd name="csY43" fmla="*/ 0 h 134740"/>
              <a:gd name="csX44" fmla="*/ 23096 w 134746"/>
              <a:gd name="csY44" fmla="*/ 0 h 134740"/>
              <a:gd name="csX45" fmla="*/ 23096 w 134746"/>
              <a:gd name="csY45" fmla="*/ 10632 h 134740"/>
              <a:gd name="csX46" fmla="*/ 62085 w 134746"/>
              <a:gd name="csY46" fmla="*/ 10632 h 134740"/>
              <a:gd name="csX47" fmla="*/ 70946 w 134746"/>
              <a:gd name="csY47" fmla="*/ 19495 h 134740"/>
              <a:gd name="csX48" fmla="*/ 70946 w 134746"/>
              <a:gd name="csY48" fmla="*/ 40759 h 134740"/>
              <a:gd name="csX49" fmla="*/ 62085 w 134746"/>
              <a:gd name="csY49" fmla="*/ 49621 h 134740"/>
              <a:gd name="csX50" fmla="*/ 23096 w 134746"/>
              <a:gd name="csY50" fmla="*/ 49621 h 134740"/>
              <a:gd name="csX51" fmla="*/ 14234 w 134746"/>
              <a:gd name="csY51" fmla="*/ 40759 h 134740"/>
              <a:gd name="csX52" fmla="*/ 14234 w 134746"/>
              <a:gd name="csY52" fmla="*/ 19495 h 134740"/>
              <a:gd name="csX53" fmla="*/ 23096 w 134746"/>
              <a:gd name="csY53" fmla="*/ 10632 h 134740"/>
            </a:gdLst>
            <a:ahLst/>
            <a:cxnLst/>
            <a:rect l="l" t="t" r="r" b="b"/>
            <a:pathLst>
              <a:path w="100000" h="100000">
                <a:moveTo>
                  <a:pt x="17140" y="2"/>
                </a:moveTo>
                <a:cubicBezTo>
                  <a:pt x="9197" y="2"/>
                  <a:pt x="2672" y="6529"/>
                  <a:pt x="2672" y="14470"/>
                </a:cubicBezTo>
                <a:lnTo>
                  <a:pt x="2672" y="30251"/>
                </a:lnTo>
                <a:lnTo>
                  <a:pt x="2672" y="92262"/>
                </a:lnTo>
                <a:cubicBezTo>
                  <a:pt x="1784" y="92566"/>
                  <a:pt x="1033" y="93184"/>
                  <a:pt x="554" y="93980"/>
                </a:cubicBezTo>
                <a:cubicBezTo>
                  <a:pt x="75" y="94788"/>
                  <a:pt x="-102" y="95747"/>
                  <a:pt x="56" y="96669"/>
                </a:cubicBezTo>
                <a:cubicBezTo>
                  <a:pt x="215" y="97590"/>
                  <a:pt x="698" y="98436"/>
                  <a:pt x="1418" y="99029"/>
                </a:cubicBezTo>
                <a:cubicBezTo>
                  <a:pt x="2139" y="99636"/>
                  <a:pt x="3049" y="99951"/>
                  <a:pt x="3988" y="99951"/>
                </a:cubicBezTo>
                <a:lnTo>
                  <a:pt x="5970" y="99951"/>
                </a:lnTo>
                <a:cubicBezTo>
                  <a:pt x="6394" y="100014"/>
                  <a:pt x="6827" y="100014"/>
                  <a:pt x="7250" y="99951"/>
                </a:cubicBezTo>
                <a:lnTo>
                  <a:pt x="55950" y="99951"/>
                </a:lnTo>
                <a:cubicBezTo>
                  <a:pt x="56373" y="100014"/>
                  <a:pt x="56805" y="100014"/>
                  <a:pt x="57229" y="99951"/>
                </a:cubicBezTo>
                <a:lnTo>
                  <a:pt x="59228" y="99951"/>
                </a:lnTo>
                <a:cubicBezTo>
                  <a:pt x="60166" y="99951"/>
                  <a:pt x="61077" y="99636"/>
                  <a:pt x="61797" y="99029"/>
                </a:cubicBezTo>
                <a:cubicBezTo>
                  <a:pt x="62518" y="98436"/>
                  <a:pt x="63000" y="97590"/>
                  <a:pt x="63159" y="96669"/>
                </a:cubicBezTo>
                <a:cubicBezTo>
                  <a:pt x="63317" y="95747"/>
                  <a:pt x="63141" y="94788"/>
                  <a:pt x="62662" y="93980"/>
                </a:cubicBezTo>
                <a:cubicBezTo>
                  <a:pt x="62182" y="93184"/>
                  <a:pt x="61431" y="92566"/>
                  <a:pt x="60543" y="92262"/>
                </a:cubicBezTo>
                <a:lnTo>
                  <a:pt x="60543" y="68389"/>
                </a:lnTo>
                <a:lnTo>
                  <a:pt x="72380" y="68389"/>
                </a:lnTo>
                <a:cubicBezTo>
                  <a:pt x="73156" y="68389"/>
                  <a:pt x="73695" y="68920"/>
                  <a:pt x="73695" y="69702"/>
                </a:cubicBezTo>
                <a:lnTo>
                  <a:pt x="73695" y="78905"/>
                </a:lnTo>
                <a:cubicBezTo>
                  <a:pt x="73695" y="86127"/>
                  <a:pt x="79631" y="92061"/>
                  <a:pt x="86848" y="92061"/>
                </a:cubicBezTo>
                <a:cubicBezTo>
                  <a:pt x="94065" y="92061"/>
                  <a:pt x="100000" y="86127"/>
                  <a:pt x="100000" y="78905"/>
                </a:cubicBezTo>
                <a:lnTo>
                  <a:pt x="100000" y="44630"/>
                </a:lnTo>
                <a:cubicBezTo>
                  <a:pt x="100000" y="40982"/>
                  <a:pt x="98311" y="37522"/>
                  <a:pt x="95428" y="35288"/>
                </a:cubicBezTo>
                <a:lnTo>
                  <a:pt x="74800" y="19242"/>
                </a:lnTo>
                <a:cubicBezTo>
                  <a:pt x="74074" y="18661"/>
                  <a:pt x="73167" y="18358"/>
                  <a:pt x="72236" y="18371"/>
                </a:cubicBezTo>
                <a:cubicBezTo>
                  <a:pt x="71417" y="18396"/>
                  <a:pt x="70626" y="18674"/>
                  <a:pt x="69971" y="19166"/>
                </a:cubicBezTo>
                <a:cubicBezTo>
                  <a:pt x="69316" y="19658"/>
                  <a:pt x="68830" y="20340"/>
                  <a:pt x="68579" y="21111"/>
                </a:cubicBezTo>
                <a:cubicBezTo>
                  <a:pt x="68329" y="21893"/>
                  <a:pt x="68328" y="22739"/>
                  <a:pt x="68575" y="23509"/>
                </a:cubicBezTo>
                <a:cubicBezTo>
                  <a:pt x="68823" y="24292"/>
                  <a:pt x="69307" y="24974"/>
                  <a:pt x="69961" y="25466"/>
                </a:cubicBezTo>
                <a:lnTo>
                  <a:pt x="78956" y="32473"/>
                </a:lnTo>
                <a:lnTo>
                  <a:pt x="78956" y="44718"/>
                </a:lnTo>
                <a:cubicBezTo>
                  <a:pt x="78956" y="50525"/>
                  <a:pt x="83668" y="55235"/>
                  <a:pt x="89478" y="55235"/>
                </a:cubicBezTo>
                <a:lnTo>
                  <a:pt x="92109" y="55235"/>
                </a:lnTo>
                <a:lnTo>
                  <a:pt x="92109" y="78905"/>
                </a:lnTo>
                <a:cubicBezTo>
                  <a:pt x="92109" y="81860"/>
                  <a:pt x="89800" y="84170"/>
                  <a:pt x="86848" y="84170"/>
                </a:cubicBezTo>
                <a:cubicBezTo>
                  <a:pt x="83896" y="84170"/>
                  <a:pt x="81587" y="81860"/>
                  <a:pt x="81587" y="78905"/>
                </a:cubicBezTo>
                <a:lnTo>
                  <a:pt x="81587" y="69702"/>
                </a:lnTo>
                <a:cubicBezTo>
                  <a:pt x="81587" y="64665"/>
                  <a:pt x="77418" y="60499"/>
                  <a:pt x="72380" y="60499"/>
                </a:cubicBezTo>
                <a:lnTo>
                  <a:pt x="60543" y="60499"/>
                </a:lnTo>
                <a:lnTo>
                  <a:pt x="60543" y="30251"/>
                </a:lnTo>
                <a:lnTo>
                  <a:pt x="60543" y="14470"/>
                </a:lnTo>
                <a:cubicBezTo>
                  <a:pt x="60543" y="6529"/>
                  <a:pt x="54019" y="2"/>
                  <a:pt x="46076" y="2"/>
                </a:cubicBezTo>
                <a:lnTo>
                  <a:pt x="17140" y="2"/>
                </a:lnTo>
                <a:close/>
                <a:moveTo>
                  <a:pt x="17140" y="7893"/>
                </a:moveTo>
                <a:lnTo>
                  <a:pt x="46076" y="7893"/>
                </a:lnTo>
                <a:cubicBezTo>
                  <a:pt x="49754" y="7893"/>
                  <a:pt x="52652" y="10797"/>
                  <a:pt x="52652" y="14470"/>
                </a:cubicBezTo>
                <a:lnTo>
                  <a:pt x="52652" y="30251"/>
                </a:lnTo>
                <a:cubicBezTo>
                  <a:pt x="52652" y="33925"/>
                  <a:pt x="49754" y="36828"/>
                  <a:pt x="46076" y="36828"/>
                </a:cubicBezTo>
                <a:lnTo>
                  <a:pt x="17140" y="36828"/>
                </a:lnTo>
                <a:cubicBezTo>
                  <a:pt x="13462" y="36828"/>
                  <a:pt x="10564" y="33925"/>
                  <a:pt x="10564" y="30251"/>
                </a:cubicBezTo>
                <a:lnTo>
                  <a:pt x="10564" y="14470"/>
                </a:lnTo>
                <a:cubicBezTo>
                  <a:pt x="10564" y="10797"/>
                  <a:pt x="13462" y="7893"/>
                  <a:pt x="17140" y="789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1" name="Красный — SVG 14">
            <a:extLst>
              <a:ext uri="{FF2B5EF4-FFF2-40B4-BE49-F238E27FC236}">
                <a16:creationId xmlns:a16="http://schemas.microsoft.com/office/drawing/2014/main" id="{A6B82074-DC82-6D40-AC81-97542EC9441F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24776 w 161635"/>
              <a:gd name="csY0" fmla="*/ 135085 h 154632"/>
              <a:gd name="csX1" fmla="*/ 47046 w 161635"/>
              <a:gd name="csY1" fmla="*/ 135085 h 154632"/>
              <a:gd name="csX2" fmla="*/ 69062 w 161635"/>
              <a:gd name="csY2" fmla="*/ 135085 h 154632"/>
              <a:gd name="csX3" fmla="*/ 91332 w 161635"/>
              <a:gd name="csY3" fmla="*/ 135085 h 154632"/>
              <a:gd name="csX4" fmla="*/ 113586 w 161635"/>
              <a:gd name="csY4" fmla="*/ 135085 h 154632"/>
              <a:gd name="csX5" fmla="*/ 124610 w 161635"/>
              <a:gd name="csY5" fmla="*/ 138845 h 154632"/>
              <a:gd name="csX6" fmla="*/ 135618 w 161635"/>
              <a:gd name="csY6" fmla="*/ 135085 h 154632"/>
              <a:gd name="csX7" fmla="*/ 159624 w 161635"/>
              <a:gd name="csY7" fmla="*/ 133588 h 154632"/>
              <a:gd name="csX8" fmla="*/ 159624 w 161635"/>
              <a:gd name="csY8" fmla="*/ 130084 h 154632"/>
              <a:gd name="csX9" fmla="*/ 156119 w 161635"/>
              <a:gd name="csY9" fmla="*/ 130084 h 154632"/>
              <a:gd name="csX10" fmla="*/ 154622 w 161635"/>
              <a:gd name="csY10" fmla="*/ 131343 h 154632"/>
              <a:gd name="csX11" fmla="*/ 143870 w 161635"/>
              <a:gd name="csY11" fmla="*/ 56545 h 154632"/>
              <a:gd name="csX12" fmla="*/ 149127 w 161635"/>
              <a:gd name="csY12" fmla="*/ 49537 h 154632"/>
              <a:gd name="csX13" fmla="*/ 149127 w 161635"/>
              <a:gd name="csY13" fmla="*/ 20260 h 154632"/>
              <a:gd name="csX14" fmla="*/ 152121 w 161635"/>
              <a:gd name="csY14" fmla="*/ 20260 h 154632"/>
              <a:gd name="csX15" fmla="*/ 158127 w 161635"/>
              <a:gd name="csY15" fmla="*/ 14255 h 154632"/>
              <a:gd name="csX16" fmla="*/ 158127 w 161635"/>
              <a:gd name="csY16" fmla="*/ 6005 h 154632"/>
              <a:gd name="csX17" fmla="*/ 152121 w 161635"/>
              <a:gd name="csY17" fmla="*/ 0 h 154632"/>
              <a:gd name="csX18" fmla="*/ 8256 w 161635"/>
              <a:gd name="csY18" fmla="*/ 0 h 154632"/>
              <a:gd name="csX19" fmla="*/ 2250 w 161635"/>
              <a:gd name="csY19" fmla="*/ 6005 h 154632"/>
              <a:gd name="csX20" fmla="*/ 2250 w 161635"/>
              <a:gd name="csY20" fmla="*/ 14017 h 154632"/>
              <a:gd name="csX21" fmla="*/ 8256 w 161635"/>
              <a:gd name="csY21" fmla="*/ 20005 h 154632"/>
              <a:gd name="csX22" fmla="*/ 11267 w 161635"/>
              <a:gd name="csY22" fmla="*/ 20005 h 154632"/>
              <a:gd name="csX23" fmla="*/ 11267 w 161635"/>
              <a:gd name="csY23" fmla="*/ 49026 h 154632"/>
              <a:gd name="csX24" fmla="*/ 16524 w 161635"/>
              <a:gd name="csY24" fmla="*/ 56034 h 154632"/>
              <a:gd name="csX25" fmla="*/ 5754 w 161635"/>
              <a:gd name="csY25" fmla="*/ 131088 h 154632"/>
              <a:gd name="csX26" fmla="*/ 4258 w 161635"/>
              <a:gd name="csY26" fmla="*/ 129829 h 154632"/>
              <a:gd name="csX27" fmla="*/ 753 w 161635"/>
              <a:gd name="csY27" fmla="*/ 129829 h 154632"/>
              <a:gd name="csX28" fmla="*/ 753 w 161635"/>
              <a:gd name="csY28" fmla="*/ 133333 h 154632"/>
              <a:gd name="csX29" fmla="*/ 24776 w 161635"/>
              <a:gd name="csY29" fmla="*/ 135085 h 154632"/>
              <a:gd name="csX30" fmla="*/ 31785 w 161635"/>
              <a:gd name="csY30" fmla="*/ 44773 h 154632"/>
              <a:gd name="csX31" fmla="*/ 40785 w 161635"/>
              <a:gd name="csY31" fmla="*/ 36523 h 154632"/>
              <a:gd name="csX32" fmla="*/ 49785 w 161635"/>
              <a:gd name="csY32" fmla="*/ 44773 h 154632"/>
              <a:gd name="csX33" fmla="*/ 31785 w 161635"/>
              <a:gd name="csY33" fmla="*/ 44773 h 154632"/>
              <a:gd name="csX34" fmla="*/ 68551 w 161635"/>
              <a:gd name="csY34" fmla="*/ 56783 h 154632"/>
              <a:gd name="csX35" fmla="*/ 69555 w 161635"/>
              <a:gd name="csY35" fmla="*/ 56783 h 154632"/>
              <a:gd name="csX36" fmla="*/ 62545 w 161635"/>
              <a:gd name="csY36" fmla="*/ 132840 h 154632"/>
              <a:gd name="csX37" fmla="*/ 58547 w 161635"/>
              <a:gd name="csY37" fmla="*/ 133588 h 154632"/>
              <a:gd name="csX38" fmla="*/ 51299 w 161635"/>
              <a:gd name="csY38" fmla="*/ 56545 h 154632"/>
              <a:gd name="csX39" fmla="*/ 68551 w 161635"/>
              <a:gd name="csY39" fmla="*/ 56783 h 154632"/>
              <a:gd name="csX40" fmla="*/ 110591 w 161635"/>
              <a:gd name="csY40" fmla="*/ 44773 h 154632"/>
              <a:gd name="csX41" fmla="*/ 119591 w 161635"/>
              <a:gd name="csY41" fmla="*/ 36523 h 154632"/>
              <a:gd name="csX42" fmla="*/ 128609 w 161635"/>
              <a:gd name="csY42" fmla="*/ 44773 h 154632"/>
              <a:gd name="csX43" fmla="*/ 110591 w 161635"/>
              <a:gd name="csY43" fmla="*/ 44773 h 154632"/>
              <a:gd name="csX44" fmla="*/ 108839 w 161635"/>
              <a:gd name="csY44" fmla="*/ 56783 h 154632"/>
              <a:gd name="csX45" fmla="*/ 101591 w 161635"/>
              <a:gd name="csY45" fmla="*/ 133843 h 154632"/>
              <a:gd name="csX46" fmla="*/ 97576 w 161635"/>
              <a:gd name="csY46" fmla="*/ 133095 h 154632"/>
              <a:gd name="csX47" fmla="*/ 90584 w 161635"/>
              <a:gd name="csY47" fmla="*/ 57038 h 154632"/>
              <a:gd name="csX48" fmla="*/ 108839 w 161635"/>
              <a:gd name="csY48" fmla="*/ 56783 h 154632"/>
              <a:gd name="csX49" fmla="*/ 71052 w 161635"/>
              <a:gd name="csY49" fmla="*/ 44773 h 154632"/>
              <a:gd name="csX50" fmla="*/ 80069 w 161635"/>
              <a:gd name="csY50" fmla="*/ 36523 h 154632"/>
              <a:gd name="csX51" fmla="*/ 89070 w 161635"/>
              <a:gd name="csY51" fmla="*/ 44773 h 154632"/>
              <a:gd name="csX52" fmla="*/ 71052 w 161635"/>
              <a:gd name="csY52" fmla="*/ 44773 h 154632"/>
              <a:gd name="csX53" fmla="*/ 136860 w 161635"/>
              <a:gd name="csY53" fmla="*/ 129590 h 154632"/>
              <a:gd name="csX54" fmla="*/ 130106 w 161635"/>
              <a:gd name="csY54" fmla="*/ 56783 h 154632"/>
              <a:gd name="csX55" fmla="*/ 138612 w 161635"/>
              <a:gd name="csY55" fmla="*/ 56783 h 154632"/>
              <a:gd name="csX56" fmla="*/ 149620 w 161635"/>
              <a:gd name="csY56" fmla="*/ 133333 h 154632"/>
              <a:gd name="csX57" fmla="*/ 136860 w 161635"/>
              <a:gd name="csY57" fmla="*/ 129590 h 154632"/>
              <a:gd name="csX58" fmla="*/ 152870 w 161635"/>
              <a:gd name="csY58" fmla="*/ 6005 h 154632"/>
              <a:gd name="csX59" fmla="*/ 152870 w 161635"/>
              <a:gd name="csY59" fmla="*/ 14017 h 154632"/>
              <a:gd name="csX60" fmla="*/ 151866 w 161635"/>
              <a:gd name="csY60" fmla="*/ 15004 h 154632"/>
              <a:gd name="csX61" fmla="*/ 142611 w 161635"/>
              <a:gd name="csY61" fmla="*/ 15004 h 154632"/>
              <a:gd name="csX62" fmla="*/ 142611 w 161635"/>
              <a:gd name="csY62" fmla="*/ 5001 h 154632"/>
              <a:gd name="csX63" fmla="*/ 151866 w 161635"/>
              <a:gd name="csY63" fmla="*/ 5001 h 154632"/>
              <a:gd name="csX64" fmla="*/ 152870 w 161635"/>
              <a:gd name="csY64" fmla="*/ 6005 h 154632"/>
              <a:gd name="csX65" fmla="*/ 125359 w 161635"/>
              <a:gd name="csY65" fmla="*/ 15259 h 154632"/>
              <a:gd name="csX66" fmla="*/ 125359 w 161635"/>
              <a:gd name="csY66" fmla="*/ 5001 h 154632"/>
              <a:gd name="csX67" fmla="*/ 137370 w 161635"/>
              <a:gd name="csY67" fmla="*/ 5001 h 154632"/>
              <a:gd name="csX68" fmla="*/ 137370 w 161635"/>
              <a:gd name="csY68" fmla="*/ 15259 h 154632"/>
              <a:gd name="csX69" fmla="*/ 125359 w 161635"/>
              <a:gd name="csY69" fmla="*/ 15259 h 154632"/>
              <a:gd name="csX70" fmla="*/ 108345 w 161635"/>
              <a:gd name="csY70" fmla="*/ 15259 h 154632"/>
              <a:gd name="csX71" fmla="*/ 108345 w 161635"/>
              <a:gd name="csY71" fmla="*/ 5001 h 154632"/>
              <a:gd name="csX72" fmla="*/ 120357 w 161635"/>
              <a:gd name="csY72" fmla="*/ 5001 h 154632"/>
              <a:gd name="csX73" fmla="*/ 120357 w 161635"/>
              <a:gd name="csY73" fmla="*/ 15259 h 154632"/>
              <a:gd name="csX74" fmla="*/ 108345 w 161635"/>
              <a:gd name="csY74" fmla="*/ 15259 h 154632"/>
              <a:gd name="csX75" fmla="*/ 91077 w 161635"/>
              <a:gd name="csY75" fmla="*/ 15259 h 154632"/>
              <a:gd name="csX76" fmla="*/ 91077 w 161635"/>
              <a:gd name="csY76" fmla="*/ 5001 h 154632"/>
              <a:gd name="csX77" fmla="*/ 103089 w 161635"/>
              <a:gd name="csY77" fmla="*/ 5001 h 154632"/>
              <a:gd name="csX78" fmla="*/ 103089 w 161635"/>
              <a:gd name="csY78" fmla="*/ 15259 h 154632"/>
              <a:gd name="csX79" fmla="*/ 91077 w 161635"/>
              <a:gd name="csY79" fmla="*/ 15259 h 154632"/>
              <a:gd name="csX80" fmla="*/ 74064 w 161635"/>
              <a:gd name="csY80" fmla="*/ 15259 h 154632"/>
              <a:gd name="csX81" fmla="*/ 74064 w 161635"/>
              <a:gd name="csY81" fmla="*/ 5001 h 154632"/>
              <a:gd name="csX82" fmla="*/ 86075 w 161635"/>
              <a:gd name="csY82" fmla="*/ 5001 h 154632"/>
              <a:gd name="csX83" fmla="*/ 86075 w 161635"/>
              <a:gd name="csY83" fmla="*/ 15259 h 154632"/>
              <a:gd name="csX84" fmla="*/ 74064 w 161635"/>
              <a:gd name="csY84" fmla="*/ 15259 h 154632"/>
              <a:gd name="csX85" fmla="*/ 56795 w 161635"/>
              <a:gd name="csY85" fmla="*/ 15259 h 154632"/>
              <a:gd name="csX86" fmla="*/ 56795 w 161635"/>
              <a:gd name="csY86" fmla="*/ 5001 h 154632"/>
              <a:gd name="csX87" fmla="*/ 68806 w 161635"/>
              <a:gd name="csY87" fmla="*/ 5001 h 154632"/>
              <a:gd name="csX88" fmla="*/ 68806 w 161635"/>
              <a:gd name="csY88" fmla="*/ 15259 h 154632"/>
              <a:gd name="csX89" fmla="*/ 56795 w 161635"/>
              <a:gd name="csY89" fmla="*/ 15259 h 154632"/>
              <a:gd name="csX90" fmla="*/ 39781 w 161635"/>
              <a:gd name="csY90" fmla="*/ 15259 h 154632"/>
              <a:gd name="csX91" fmla="*/ 39781 w 161635"/>
              <a:gd name="csY91" fmla="*/ 5001 h 154632"/>
              <a:gd name="csX92" fmla="*/ 51793 w 161635"/>
              <a:gd name="csY92" fmla="*/ 5001 h 154632"/>
              <a:gd name="csX93" fmla="*/ 51793 w 161635"/>
              <a:gd name="csY93" fmla="*/ 15259 h 154632"/>
              <a:gd name="csX94" fmla="*/ 39781 w 161635"/>
              <a:gd name="csY94" fmla="*/ 15259 h 154632"/>
              <a:gd name="csX95" fmla="*/ 22768 w 161635"/>
              <a:gd name="csY95" fmla="*/ 15259 h 154632"/>
              <a:gd name="csX96" fmla="*/ 22768 w 161635"/>
              <a:gd name="csY96" fmla="*/ 5001 h 154632"/>
              <a:gd name="csX97" fmla="*/ 34779 w 161635"/>
              <a:gd name="csY97" fmla="*/ 5001 h 154632"/>
              <a:gd name="csX98" fmla="*/ 34779 w 161635"/>
              <a:gd name="csY98" fmla="*/ 15259 h 154632"/>
              <a:gd name="csX99" fmla="*/ 22768 w 161635"/>
              <a:gd name="csY99" fmla="*/ 15259 h 154632"/>
              <a:gd name="csX100" fmla="*/ 7252 w 161635"/>
              <a:gd name="csY100" fmla="*/ 14255 h 154632"/>
              <a:gd name="csX101" fmla="*/ 7252 w 161635"/>
              <a:gd name="csY101" fmla="*/ 6005 h 154632"/>
              <a:gd name="csX102" fmla="*/ 8256 w 161635"/>
              <a:gd name="csY102" fmla="*/ 5001 h 154632"/>
              <a:gd name="csX103" fmla="*/ 17511 w 161635"/>
              <a:gd name="csY103" fmla="*/ 5001 h 154632"/>
              <a:gd name="csX104" fmla="*/ 17511 w 161635"/>
              <a:gd name="csY104" fmla="*/ 15259 h 154632"/>
              <a:gd name="csX105" fmla="*/ 8256 w 161635"/>
              <a:gd name="csY105" fmla="*/ 15259 h 154632"/>
              <a:gd name="csX106" fmla="*/ 7252 w 161635"/>
              <a:gd name="csY106" fmla="*/ 14255 h 154632"/>
              <a:gd name="csX107" fmla="*/ 16269 w 161635"/>
              <a:gd name="csY107" fmla="*/ 20260 h 154632"/>
              <a:gd name="csX108" fmla="*/ 143870 w 161635"/>
              <a:gd name="csY108" fmla="*/ 20260 h 154632"/>
              <a:gd name="csX109" fmla="*/ 143870 w 161635"/>
              <a:gd name="csY109" fmla="*/ 49281 h 154632"/>
              <a:gd name="csX110" fmla="*/ 141369 w 161635"/>
              <a:gd name="csY110" fmla="*/ 51782 h 154632"/>
              <a:gd name="csX111" fmla="*/ 133611 w 161635"/>
              <a:gd name="csY111" fmla="*/ 51782 h 154632"/>
              <a:gd name="csX112" fmla="*/ 133611 w 161635"/>
              <a:gd name="csY112" fmla="*/ 45522 h 154632"/>
              <a:gd name="csX113" fmla="*/ 119591 w 161635"/>
              <a:gd name="csY113" fmla="*/ 31522 h 154632"/>
              <a:gd name="csX114" fmla="*/ 105589 w 161635"/>
              <a:gd name="csY114" fmla="*/ 45522 h 154632"/>
              <a:gd name="csX115" fmla="*/ 105589 w 161635"/>
              <a:gd name="csY115" fmla="*/ 51782 h 154632"/>
              <a:gd name="csX116" fmla="*/ 94326 w 161635"/>
              <a:gd name="csY116" fmla="*/ 51782 h 154632"/>
              <a:gd name="csX117" fmla="*/ 94326 w 161635"/>
              <a:gd name="csY117" fmla="*/ 45522 h 154632"/>
              <a:gd name="csX118" fmla="*/ 80324 w 161635"/>
              <a:gd name="csY118" fmla="*/ 31522 h 154632"/>
              <a:gd name="csX119" fmla="*/ 66305 w 161635"/>
              <a:gd name="csY119" fmla="*/ 45522 h 154632"/>
              <a:gd name="csX120" fmla="*/ 66305 w 161635"/>
              <a:gd name="csY120" fmla="*/ 51782 h 154632"/>
              <a:gd name="csX121" fmla="*/ 55043 w 161635"/>
              <a:gd name="csY121" fmla="*/ 51782 h 154632"/>
              <a:gd name="csX122" fmla="*/ 55043 w 161635"/>
              <a:gd name="csY122" fmla="*/ 45522 h 154632"/>
              <a:gd name="csX123" fmla="*/ 41041 w 161635"/>
              <a:gd name="csY123" fmla="*/ 31522 h 154632"/>
              <a:gd name="csX124" fmla="*/ 27021 w 161635"/>
              <a:gd name="csY124" fmla="*/ 45522 h 154632"/>
              <a:gd name="csX125" fmla="*/ 27021 w 161635"/>
              <a:gd name="csY125" fmla="*/ 51782 h 154632"/>
              <a:gd name="csX126" fmla="*/ 19263 w 161635"/>
              <a:gd name="csY126" fmla="*/ 51782 h 154632"/>
              <a:gd name="csX127" fmla="*/ 16763 w 161635"/>
              <a:gd name="csY127" fmla="*/ 49281 h 154632"/>
              <a:gd name="csX128" fmla="*/ 16763 w 161635"/>
              <a:gd name="csY128" fmla="*/ 20260 h 154632"/>
              <a:gd name="csX129" fmla="*/ 16269 w 161635"/>
              <a:gd name="csY129" fmla="*/ 20260 h 154632"/>
              <a:gd name="csX130" fmla="*/ 21526 w 161635"/>
              <a:gd name="csY130" fmla="*/ 56783 h 154632"/>
              <a:gd name="csX131" fmla="*/ 30033 w 161635"/>
              <a:gd name="csY131" fmla="*/ 56783 h 154632"/>
              <a:gd name="csX132" fmla="*/ 23278 w 161635"/>
              <a:gd name="csY132" fmla="*/ 129590 h 154632"/>
              <a:gd name="csX133" fmla="*/ 10518 w 161635"/>
              <a:gd name="csY133" fmla="*/ 133333 h 154632"/>
              <a:gd name="csX134" fmla="*/ 21526 w 161635"/>
              <a:gd name="csY134" fmla="*/ 56783 h 154632"/>
              <a:gd name="csX135" fmla="*/ 155881 w 161635"/>
              <a:gd name="csY135" fmla="*/ 145853 h 154632"/>
              <a:gd name="csX136" fmla="*/ 137370 w 161635"/>
              <a:gd name="csY136" fmla="*/ 145853 h 154632"/>
              <a:gd name="csX137" fmla="*/ 133866 w 161635"/>
              <a:gd name="csY137" fmla="*/ 145853 h 154632"/>
              <a:gd name="csX138" fmla="*/ 115338 w 161635"/>
              <a:gd name="csY138" fmla="*/ 145853 h 154632"/>
              <a:gd name="csX139" fmla="*/ 111850 w 161635"/>
              <a:gd name="csY139" fmla="*/ 145853 h 154632"/>
              <a:gd name="csX140" fmla="*/ 93323 w 161635"/>
              <a:gd name="csY140" fmla="*/ 145853 h 154632"/>
              <a:gd name="csX141" fmla="*/ 89818 w 161635"/>
              <a:gd name="csY141" fmla="*/ 145853 h 154632"/>
              <a:gd name="csX142" fmla="*/ 71307 w 161635"/>
              <a:gd name="csY142" fmla="*/ 145853 h 154632"/>
              <a:gd name="csX143" fmla="*/ 67803 w 161635"/>
              <a:gd name="csY143" fmla="*/ 145853 h 154632"/>
              <a:gd name="csX144" fmla="*/ 49292 w 161635"/>
              <a:gd name="csY144" fmla="*/ 145853 h 154632"/>
              <a:gd name="csX145" fmla="*/ 45787 w 161635"/>
              <a:gd name="csY145" fmla="*/ 145853 h 154632"/>
              <a:gd name="csX146" fmla="*/ 27277 w 161635"/>
              <a:gd name="csY146" fmla="*/ 145853 h 154632"/>
              <a:gd name="csX147" fmla="*/ 23772 w 161635"/>
              <a:gd name="csY147" fmla="*/ 145853 h 154632"/>
              <a:gd name="csX148" fmla="*/ 5261 w 161635"/>
              <a:gd name="csY148" fmla="*/ 145853 h 154632"/>
              <a:gd name="csX149" fmla="*/ 1757 w 161635"/>
              <a:gd name="csY149" fmla="*/ 145853 h 154632"/>
              <a:gd name="csX150" fmla="*/ 1757 w 161635"/>
              <a:gd name="csY150" fmla="*/ 149341 h 154632"/>
              <a:gd name="csX151" fmla="*/ 25779 w 161635"/>
              <a:gd name="csY151" fmla="*/ 150854 h 154632"/>
              <a:gd name="csX152" fmla="*/ 48050 w 161635"/>
              <a:gd name="csY152" fmla="*/ 150854 h 154632"/>
              <a:gd name="csX153" fmla="*/ 70304 w 161635"/>
              <a:gd name="csY153" fmla="*/ 150854 h 154632"/>
              <a:gd name="csX154" fmla="*/ 92574 w 161635"/>
              <a:gd name="csY154" fmla="*/ 150854 h 154632"/>
              <a:gd name="csX155" fmla="*/ 114845 w 161635"/>
              <a:gd name="csY155" fmla="*/ 150854 h 154632"/>
              <a:gd name="csX156" fmla="*/ 125852 w 161635"/>
              <a:gd name="csY156" fmla="*/ 154597 h 154632"/>
              <a:gd name="csX157" fmla="*/ 136860 w 161635"/>
              <a:gd name="csY157" fmla="*/ 150854 h 154632"/>
              <a:gd name="csX158" fmla="*/ 160883 w 161635"/>
              <a:gd name="csY158" fmla="*/ 149341 h 154632"/>
              <a:gd name="csX159" fmla="*/ 160883 w 161635"/>
              <a:gd name="csY159" fmla="*/ 145853 h 154632"/>
              <a:gd name="csX160" fmla="*/ 155881 w 161635"/>
              <a:gd name="csY160" fmla="*/ 145853 h 154632"/>
            </a:gdLst>
            <a:ahLst/>
            <a:cxnLst/>
            <a:rect l="l" t="t" r="r" b="b"/>
            <a:pathLst>
              <a:path w="100000" h="100000">
                <a:moveTo>
                  <a:pt x="15328" y="85740"/>
                </a:moveTo>
                <a:cubicBezTo>
                  <a:pt x="19349" y="88835"/>
                  <a:pt x="25075" y="88835"/>
                  <a:pt x="29106" y="85740"/>
                </a:cubicBezTo>
                <a:cubicBezTo>
                  <a:pt x="32969" y="88687"/>
                  <a:pt x="38695" y="88835"/>
                  <a:pt x="42727" y="85740"/>
                </a:cubicBezTo>
                <a:cubicBezTo>
                  <a:pt x="46906" y="88993"/>
                  <a:pt x="52632" y="88687"/>
                  <a:pt x="56505" y="85740"/>
                </a:cubicBezTo>
                <a:cubicBezTo>
                  <a:pt x="60526" y="88835"/>
                  <a:pt x="66410" y="88687"/>
                  <a:pt x="70273" y="85740"/>
                </a:cubicBezTo>
                <a:cubicBezTo>
                  <a:pt x="72294" y="87288"/>
                  <a:pt x="74767" y="88067"/>
                  <a:pt x="77093" y="88067"/>
                </a:cubicBezTo>
                <a:cubicBezTo>
                  <a:pt x="79568" y="88067"/>
                  <a:pt x="81883" y="87288"/>
                  <a:pt x="83904" y="85740"/>
                </a:cubicBezTo>
                <a:cubicBezTo>
                  <a:pt x="88230" y="88993"/>
                  <a:pt x="94577" y="88835"/>
                  <a:pt x="98756" y="84814"/>
                </a:cubicBezTo>
                <a:cubicBezTo>
                  <a:pt x="99377" y="84193"/>
                  <a:pt x="99377" y="83268"/>
                  <a:pt x="98756" y="82646"/>
                </a:cubicBezTo>
                <a:cubicBezTo>
                  <a:pt x="98145" y="82025"/>
                  <a:pt x="97209" y="82025"/>
                  <a:pt x="96587" y="82646"/>
                </a:cubicBezTo>
                <a:cubicBezTo>
                  <a:pt x="96282" y="82951"/>
                  <a:pt x="95977" y="83109"/>
                  <a:pt x="95661" y="83425"/>
                </a:cubicBezTo>
                <a:lnTo>
                  <a:pt x="89009" y="37149"/>
                </a:lnTo>
                <a:cubicBezTo>
                  <a:pt x="90862" y="36528"/>
                  <a:pt x="92262" y="34824"/>
                  <a:pt x="92262" y="32814"/>
                </a:cubicBezTo>
                <a:lnTo>
                  <a:pt x="92262" y="14701"/>
                </a:lnTo>
                <a:lnTo>
                  <a:pt x="94114" y="14701"/>
                </a:lnTo>
                <a:cubicBezTo>
                  <a:pt x="96125" y="14701"/>
                  <a:pt x="97830" y="12996"/>
                  <a:pt x="97830" y="10986"/>
                </a:cubicBezTo>
                <a:lnTo>
                  <a:pt x="97830" y="5881"/>
                </a:lnTo>
                <a:cubicBezTo>
                  <a:pt x="97830" y="3871"/>
                  <a:pt x="96125" y="2166"/>
                  <a:pt x="94114" y="2166"/>
                </a:cubicBezTo>
                <a:lnTo>
                  <a:pt x="5108" y="2166"/>
                </a:lnTo>
                <a:cubicBezTo>
                  <a:pt x="3097" y="2166"/>
                  <a:pt x="1392" y="3871"/>
                  <a:pt x="1392" y="5881"/>
                </a:cubicBezTo>
                <a:lnTo>
                  <a:pt x="1392" y="10838"/>
                </a:lnTo>
                <a:cubicBezTo>
                  <a:pt x="1392" y="12848"/>
                  <a:pt x="3097" y="14543"/>
                  <a:pt x="5108" y="14543"/>
                </a:cubicBezTo>
                <a:lnTo>
                  <a:pt x="6971" y="14543"/>
                </a:lnTo>
                <a:lnTo>
                  <a:pt x="6971" y="32498"/>
                </a:lnTo>
                <a:cubicBezTo>
                  <a:pt x="6971" y="34518"/>
                  <a:pt x="8360" y="36213"/>
                  <a:pt x="10223" y="36833"/>
                </a:cubicBezTo>
                <a:lnTo>
                  <a:pt x="3560" y="83268"/>
                </a:lnTo>
                <a:cubicBezTo>
                  <a:pt x="3255" y="83109"/>
                  <a:pt x="2939" y="82804"/>
                  <a:pt x="2634" y="82489"/>
                </a:cubicBezTo>
                <a:cubicBezTo>
                  <a:pt x="2013" y="81878"/>
                  <a:pt x="1087" y="81878"/>
                  <a:pt x="466" y="82489"/>
                </a:cubicBezTo>
                <a:cubicBezTo>
                  <a:pt x="-155" y="83109"/>
                  <a:pt x="-155" y="84035"/>
                  <a:pt x="466" y="84656"/>
                </a:cubicBezTo>
                <a:cubicBezTo>
                  <a:pt x="4802" y="89151"/>
                  <a:pt x="11150" y="88835"/>
                  <a:pt x="15328" y="85740"/>
                </a:cubicBezTo>
                <a:close/>
                <a:moveTo>
                  <a:pt x="19665" y="29866"/>
                </a:moveTo>
                <a:cubicBezTo>
                  <a:pt x="19813" y="26930"/>
                  <a:pt x="22296" y="24762"/>
                  <a:pt x="25233" y="24762"/>
                </a:cubicBezTo>
                <a:cubicBezTo>
                  <a:pt x="28022" y="24762"/>
                  <a:pt x="30496" y="26930"/>
                  <a:pt x="30801" y="29866"/>
                </a:cubicBezTo>
                <a:lnTo>
                  <a:pt x="19665" y="29866"/>
                </a:lnTo>
                <a:close/>
                <a:moveTo>
                  <a:pt x="42411" y="37297"/>
                </a:moveTo>
                <a:lnTo>
                  <a:pt x="43032" y="37297"/>
                </a:lnTo>
                <a:lnTo>
                  <a:pt x="38695" y="84351"/>
                </a:lnTo>
                <a:cubicBezTo>
                  <a:pt x="37622" y="84656"/>
                  <a:pt x="37149" y="84814"/>
                  <a:pt x="36222" y="84814"/>
                </a:cubicBezTo>
                <a:lnTo>
                  <a:pt x="31738" y="37149"/>
                </a:lnTo>
                <a:cubicBezTo>
                  <a:pt x="32043" y="37297"/>
                  <a:pt x="42885" y="37297"/>
                  <a:pt x="42411" y="37297"/>
                </a:cubicBezTo>
                <a:close/>
                <a:moveTo>
                  <a:pt x="68420" y="29866"/>
                </a:moveTo>
                <a:cubicBezTo>
                  <a:pt x="68578" y="26930"/>
                  <a:pt x="71052" y="24762"/>
                  <a:pt x="73988" y="24762"/>
                </a:cubicBezTo>
                <a:cubicBezTo>
                  <a:pt x="76778" y="24762"/>
                  <a:pt x="79251" y="26930"/>
                  <a:pt x="79568" y="29866"/>
                </a:cubicBezTo>
                <a:lnTo>
                  <a:pt x="68420" y="29866"/>
                </a:lnTo>
                <a:close/>
                <a:moveTo>
                  <a:pt x="67336" y="37297"/>
                </a:moveTo>
                <a:lnTo>
                  <a:pt x="62852" y="84972"/>
                </a:lnTo>
                <a:cubicBezTo>
                  <a:pt x="62073" y="84972"/>
                  <a:pt x="61147" y="84814"/>
                  <a:pt x="60368" y="84509"/>
                </a:cubicBezTo>
                <a:lnTo>
                  <a:pt x="56042" y="37454"/>
                </a:lnTo>
                <a:cubicBezTo>
                  <a:pt x="61147" y="37297"/>
                  <a:pt x="63937" y="37297"/>
                  <a:pt x="67336" y="37297"/>
                </a:cubicBezTo>
                <a:close/>
                <a:moveTo>
                  <a:pt x="43958" y="29866"/>
                </a:moveTo>
                <a:cubicBezTo>
                  <a:pt x="44116" y="26930"/>
                  <a:pt x="46590" y="24762"/>
                  <a:pt x="49537" y="24762"/>
                </a:cubicBezTo>
                <a:cubicBezTo>
                  <a:pt x="52327" y="24762"/>
                  <a:pt x="54800" y="26930"/>
                  <a:pt x="55106" y="29866"/>
                </a:cubicBezTo>
                <a:lnTo>
                  <a:pt x="43958" y="29866"/>
                </a:lnTo>
                <a:close/>
                <a:moveTo>
                  <a:pt x="84672" y="82341"/>
                </a:moveTo>
                <a:lnTo>
                  <a:pt x="80494" y="37297"/>
                </a:lnTo>
                <a:cubicBezTo>
                  <a:pt x="80651" y="37297"/>
                  <a:pt x="85915" y="37297"/>
                  <a:pt x="85756" y="37297"/>
                </a:cubicBezTo>
                <a:lnTo>
                  <a:pt x="92567" y="84656"/>
                </a:lnTo>
                <a:cubicBezTo>
                  <a:pt x="89167" y="85435"/>
                  <a:pt x="87462" y="84351"/>
                  <a:pt x="84672" y="82341"/>
                </a:cubicBezTo>
                <a:close/>
                <a:moveTo>
                  <a:pt x="94577" y="5881"/>
                </a:moveTo>
                <a:lnTo>
                  <a:pt x="94577" y="10838"/>
                </a:lnTo>
                <a:cubicBezTo>
                  <a:pt x="94577" y="11144"/>
                  <a:pt x="94272" y="11449"/>
                  <a:pt x="93956" y="11449"/>
                </a:cubicBezTo>
                <a:cubicBezTo>
                  <a:pt x="93493" y="11449"/>
                  <a:pt x="87925" y="11449"/>
                  <a:pt x="88230" y="11449"/>
                </a:cubicBezTo>
                <a:lnTo>
                  <a:pt x="88230" y="5260"/>
                </a:lnTo>
                <a:lnTo>
                  <a:pt x="93956" y="5260"/>
                </a:lnTo>
                <a:cubicBezTo>
                  <a:pt x="94272" y="5260"/>
                  <a:pt x="94577" y="5576"/>
                  <a:pt x="94577" y="5881"/>
                </a:cubicBezTo>
                <a:close/>
                <a:moveTo>
                  <a:pt x="77557" y="11607"/>
                </a:moveTo>
                <a:lnTo>
                  <a:pt x="77557" y="5260"/>
                </a:lnTo>
                <a:lnTo>
                  <a:pt x="84988" y="5260"/>
                </a:lnTo>
                <a:lnTo>
                  <a:pt x="84988" y="11607"/>
                </a:lnTo>
                <a:lnTo>
                  <a:pt x="77557" y="11607"/>
                </a:lnTo>
                <a:close/>
                <a:moveTo>
                  <a:pt x="67031" y="11607"/>
                </a:moveTo>
                <a:lnTo>
                  <a:pt x="67031" y="5260"/>
                </a:lnTo>
                <a:lnTo>
                  <a:pt x="74462" y="5260"/>
                </a:lnTo>
                <a:lnTo>
                  <a:pt x="74462" y="11607"/>
                </a:lnTo>
                <a:lnTo>
                  <a:pt x="67031" y="11607"/>
                </a:lnTo>
                <a:close/>
                <a:moveTo>
                  <a:pt x="56347" y="11607"/>
                </a:moveTo>
                <a:lnTo>
                  <a:pt x="56347" y="5260"/>
                </a:lnTo>
                <a:lnTo>
                  <a:pt x="63779" y="5260"/>
                </a:lnTo>
                <a:lnTo>
                  <a:pt x="63779" y="11607"/>
                </a:lnTo>
                <a:lnTo>
                  <a:pt x="56347" y="11607"/>
                </a:lnTo>
                <a:close/>
                <a:moveTo>
                  <a:pt x="45822" y="11607"/>
                </a:moveTo>
                <a:lnTo>
                  <a:pt x="45822" y="5260"/>
                </a:lnTo>
                <a:lnTo>
                  <a:pt x="53253" y="5260"/>
                </a:lnTo>
                <a:lnTo>
                  <a:pt x="53253" y="11607"/>
                </a:lnTo>
                <a:lnTo>
                  <a:pt x="45822" y="11607"/>
                </a:lnTo>
                <a:close/>
                <a:moveTo>
                  <a:pt x="35138" y="11607"/>
                </a:moveTo>
                <a:lnTo>
                  <a:pt x="35138" y="5260"/>
                </a:lnTo>
                <a:lnTo>
                  <a:pt x="42569" y="5260"/>
                </a:lnTo>
                <a:lnTo>
                  <a:pt x="42569" y="11607"/>
                </a:lnTo>
                <a:lnTo>
                  <a:pt x="35138" y="11607"/>
                </a:lnTo>
                <a:close/>
                <a:moveTo>
                  <a:pt x="24612" y="11607"/>
                </a:moveTo>
                <a:lnTo>
                  <a:pt x="24612" y="5260"/>
                </a:lnTo>
                <a:lnTo>
                  <a:pt x="32043" y="5260"/>
                </a:lnTo>
                <a:lnTo>
                  <a:pt x="32043" y="11607"/>
                </a:lnTo>
                <a:lnTo>
                  <a:pt x="24612" y="11607"/>
                </a:lnTo>
                <a:close/>
                <a:moveTo>
                  <a:pt x="14086" y="11607"/>
                </a:moveTo>
                <a:lnTo>
                  <a:pt x="14086" y="5260"/>
                </a:lnTo>
                <a:lnTo>
                  <a:pt x="21517" y="5260"/>
                </a:lnTo>
                <a:lnTo>
                  <a:pt x="21517" y="11607"/>
                </a:lnTo>
                <a:lnTo>
                  <a:pt x="14086" y="11607"/>
                </a:lnTo>
                <a:close/>
                <a:moveTo>
                  <a:pt x="4487" y="10986"/>
                </a:moveTo>
                <a:lnTo>
                  <a:pt x="4487" y="5881"/>
                </a:lnTo>
                <a:cubicBezTo>
                  <a:pt x="4487" y="5576"/>
                  <a:pt x="4802" y="5260"/>
                  <a:pt x="5108" y="5260"/>
                </a:cubicBezTo>
                <a:lnTo>
                  <a:pt x="10834" y="5260"/>
                </a:lnTo>
                <a:lnTo>
                  <a:pt x="10834" y="11607"/>
                </a:lnTo>
                <a:cubicBezTo>
                  <a:pt x="10223" y="11607"/>
                  <a:pt x="4960" y="11607"/>
                  <a:pt x="5108" y="11607"/>
                </a:cubicBezTo>
                <a:cubicBezTo>
                  <a:pt x="4802" y="11607"/>
                  <a:pt x="4487" y="11302"/>
                  <a:pt x="4487" y="10986"/>
                </a:cubicBezTo>
                <a:close/>
                <a:moveTo>
                  <a:pt x="10065" y="14701"/>
                </a:moveTo>
                <a:lnTo>
                  <a:pt x="89009" y="14701"/>
                </a:lnTo>
                <a:lnTo>
                  <a:pt x="89009" y="32655"/>
                </a:lnTo>
                <a:cubicBezTo>
                  <a:pt x="89009" y="33434"/>
                  <a:pt x="88388" y="34203"/>
                  <a:pt x="87462" y="34203"/>
                </a:cubicBezTo>
                <a:cubicBezTo>
                  <a:pt x="86998" y="34203"/>
                  <a:pt x="82504" y="34203"/>
                  <a:pt x="82662" y="34203"/>
                </a:cubicBezTo>
                <a:lnTo>
                  <a:pt x="82662" y="30330"/>
                </a:lnTo>
                <a:cubicBezTo>
                  <a:pt x="82662" y="25541"/>
                  <a:pt x="78789" y="21668"/>
                  <a:pt x="73988" y="21668"/>
                </a:cubicBezTo>
                <a:cubicBezTo>
                  <a:pt x="69199" y="21668"/>
                  <a:pt x="65326" y="25541"/>
                  <a:pt x="65326" y="30330"/>
                </a:cubicBezTo>
                <a:lnTo>
                  <a:pt x="65326" y="34203"/>
                </a:lnTo>
                <a:lnTo>
                  <a:pt x="58357" y="34203"/>
                </a:lnTo>
                <a:lnTo>
                  <a:pt x="58357" y="30330"/>
                </a:lnTo>
                <a:cubicBezTo>
                  <a:pt x="58357" y="25541"/>
                  <a:pt x="54484" y="21668"/>
                  <a:pt x="49695" y="21668"/>
                </a:cubicBezTo>
                <a:cubicBezTo>
                  <a:pt x="44895" y="21668"/>
                  <a:pt x="41021" y="25541"/>
                  <a:pt x="41021" y="30330"/>
                </a:cubicBezTo>
                <a:lnTo>
                  <a:pt x="41021" y="34203"/>
                </a:lnTo>
                <a:lnTo>
                  <a:pt x="34054" y="34203"/>
                </a:lnTo>
                <a:lnTo>
                  <a:pt x="34054" y="30330"/>
                </a:lnTo>
                <a:cubicBezTo>
                  <a:pt x="34054" y="25541"/>
                  <a:pt x="30190" y="21668"/>
                  <a:pt x="25391" y="21668"/>
                </a:cubicBezTo>
                <a:cubicBezTo>
                  <a:pt x="20591" y="21668"/>
                  <a:pt x="16717" y="25541"/>
                  <a:pt x="16717" y="30330"/>
                </a:cubicBezTo>
                <a:lnTo>
                  <a:pt x="16717" y="34203"/>
                </a:lnTo>
                <a:cubicBezTo>
                  <a:pt x="15633" y="34203"/>
                  <a:pt x="11613" y="34203"/>
                  <a:pt x="11918" y="34203"/>
                </a:cubicBezTo>
                <a:cubicBezTo>
                  <a:pt x="11150" y="34203"/>
                  <a:pt x="10371" y="33582"/>
                  <a:pt x="10371" y="32655"/>
                </a:cubicBezTo>
                <a:lnTo>
                  <a:pt x="10371" y="14701"/>
                </a:lnTo>
                <a:lnTo>
                  <a:pt x="10065" y="14701"/>
                </a:lnTo>
                <a:close/>
                <a:moveTo>
                  <a:pt x="13318" y="37297"/>
                </a:moveTo>
                <a:cubicBezTo>
                  <a:pt x="14402" y="37297"/>
                  <a:pt x="18728" y="37297"/>
                  <a:pt x="18581" y="37297"/>
                </a:cubicBezTo>
                <a:lnTo>
                  <a:pt x="14402" y="82341"/>
                </a:lnTo>
                <a:cubicBezTo>
                  <a:pt x="12381" y="83730"/>
                  <a:pt x="10529" y="85583"/>
                  <a:pt x="6507" y="84656"/>
                </a:cubicBezTo>
                <a:lnTo>
                  <a:pt x="13318" y="37297"/>
                </a:lnTo>
                <a:close/>
                <a:moveTo>
                  <a:pt x="96440" y="92402"/>
                </a:moveTo>
                <a:cubicBezTo>
                  <a:pt x="93188" y="95496"/>
                  <a:pt x="88082" y="95496"/>
                  <a:pt x="84988" y="92402"/>
                </a:cubicBezTo>
                <a:cubicBezTo>
                  <a:pt x="84367" y="91781"/>
                  <a:pt x="83430" y="91781"/>
                  <a:pt x="82820" y="92402"/>
                </a:cubicBezTo>
                <a:cubicBezTo>
                  <a:pt x="79568" y="95496"/>
                  <a:pt x="74462" y="95496"/>
                  <a:pt x="71357" y="92402"/>
                </a:cubicBezTo>
                <a:cubicBezTo>
                  <a:pt x="70746" y="91781"/>
                  <a:pt x="69810" y="91781"/>
                  <a:pt x="69199" y="92402"/>
                </a:cubicBezTo>
                <a:cubicBezTo>
                  <a:pt x="65947" y="95496"/>
                  <a:pt x="60832" y="95496"/>
                  <a:pt x="57737" y="92402"/>
                </a:cubicBezTo>
                <a:cubicBezTo>
                  <a:pt x="57116" y="91781"/>
                  <a:pt x="56190" y="91781"/>
                  <a:pt x="55568" y="92402"/>
                </a:cubicBezTo>
                <a:cubicBezTo>
                  <a:pt x="52327" y="95496"/>
                  <a:pt x="47211" y="95496"/>
                  <a:pt x="44116" y="92402"/>
                </a:cubicBezTo>
                <a:cubicBezTo>
                  <a:pt x="43496" y="91781"/>
                  <a:pt x="42569" y="91781"/>
                  <a:pt x="41948" y="92402"/>
                </a:cubicBezTo>
                <a:cubicBezTo>
                  <a:pt x="38695" y="95496"/>
                  <a:pt x="33590" y="95496"/>
                  <a:pt x="30496" y="92402"/>
                </a:cubicBezTo>
                <a:cubicBezTo>
                  <a:pt x="29875" y="91781"/>
                  <a:pt x="28949" y="91781"/>
                  <a:pt x="28327" y="92402"/>
                </a:cubicBezTo>
                <a:cubicBezTo>
                  <a:pt x="25075" y="95496"/>
                  <a:pt x="19970" y="95496"/>
                  <a:pt x="16876" y="92402"/>
                </a:cubicBezTo>
                <a:cubicBezTo>
                  <a:pt x="16255" y="91781"/>
                  <a:pt x="15328" y="91781"/>
                  <a:pt x="14707" y="92402"/>
                </a:cubicBezTo>
                <a:cubicBezTo>
                  <a:pt x="11455" y="95496"/>
                  <a:pt x="6349" y="95496"/>
                  <a:pt x="3255" y="92402"/>
                </a:cubicBezTo>
                <a:cubicBezTo>
                  <a:pt x="2634" y="91781"/>
                  <a:pt x="1708" y="91781"/>
                  <a:pt x="1087" y="92402"/>
                </a:cubicBezTo>
                <a:cubicBezTo>
                  <a:pt x="466" y="93013"/>
                  <a:pt x="466" y="93950"/>
                  <a:pt x="1087" y="94560"/>
                </a:cubicBezTo>
                <a:cubicBezTo>
                  <a:pt x="5108" y="98591"/>
                  <a:pt x="11455" y="98896"/>
                  <a:pt x="15949" y="95496"/>
                </a:cubicBezTo>
                <a:cubicBezTo>
                  <a:pt x="19970" y="98591"/>
                  <a:pt x="25696" y="98591"/>
                  <a:pt x="29727" y="95496"/>
                </a:cubicBezTo>
                <a:cubicBezTo>
                  <a:pt x="33748" y="98591"/>
                  <a:pt x="39474" y="98591"/>
                  <a:pt x="43496" y="95496"/>
                </a:cubicBezTo>
                <a:cubicBezTo>
                  <a:pt x="47527" y="98591"/>
                  <a:pt x="53253" y="98591"/>
                  <a:pt x="57273" y="95496"/>
                </a:cubicBezTo>
                <a:cubicBezTo>
                  <a:pt x="61305" y="98591"/>
                  <a:pt x="67031" y="98591"/>
                  <a:pt x="71052" y="95496"/>
                </a:cubicBezTo>
                <a:cubicBezTo>
                  <a:pt x="73062" y="97044"/>
                  <a:pt x="75536" y="97812"/>
                  <a:pt x="77862" y="97812"/>
                </a:cubicBezTo>
                <a:cubicBezTo>
                  <a:pt x="80336" y="97812"/>
                  <a:pt x="82662" y="97044"/>
                  <a:pt x="84672" y="95496"/>
                </a:cubicBezTo>
                <a:cubicBezTo>
                  <a:pt x="89009" y="98896"/>
                  <a:pt x="95514" y="98591"/>
                  <a:pt x="99535" y="94560"/>
                </a:cubicBezTo>
                <a:cubicBezTo>
                  <a:pt x="100156" y="93950"/>
                  <a:pt x="100156" y="93013"/>
                  <a:pt x="99535" y="92402"/>
                </a:cubicBezTo>
                <a:cubicBezTo>
                  <a:pt x="98914" y="91781"/>
                  <a:pt x="97061" y="91781"/>
                  <a:pt x="96440" y="9240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2" name="Красный — SVG 15">
            <a:extLst>
              <a:ext uri="{FF2B5EF4-FFF2-40B4-BE49-F238E27FC236}">
                <a16:creationId xmlns:a16="http://schemas.microsoft.com/office/drawing/2014/main" id="{AA529D17-E86A-3C4B-B9E3-BBEF2F2F2060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77954 w 156006"/>
              <a:gd name="csY0" fmla="*/ 1 h 131241"/>
              <a:gd name="csX1" fmla="*/ 74227 w 156006"/>
              <a:gd name="csY1" fmla="*/ 1617 h 131241"/>
              <a:gd name="csX2" fmla="*/ 72713 w 156006"/>
              <a:gd name="csY2" fmla="*/ 5394 h 131241"/>
              <a:gd name="csX3" fmla="*/ 72713 w 156006"/>
              <a:gd name="csY3" fmla="*/ 14563 h 131241"/>
              <a:gd name="csX4" fmla="*/ 52127 w 156006"/>
              <a:gd name="csY4" fmla="*/ 20227 h 131241"/>
              <a:gd name="csX5" fmla="*/ 45288 w 156006"/>
              <a:gd name="csY5" fmla="*/ 9630 h 131241"/>
              <a:gd name="csX6" fmla="*/ 43382 w 156006"/>
              <a:gd name="csY6" fmla="*/ 7827 h 131241"/>
              <a:gd name="csX7" fmla="*/ 40847 w 156006"/>
              <a:gd name="csY7" fmla="*/ 7146 h 131241"/>
              <a:gd name="csX8" fmla="*/ 38091 w 156006"/>
              <a:gd name="csY8" fmla="*/ 7877 h 131241"/>
              <a:gd name="csX9" fmla="*/ 36100 w 156006"/>
              <a:gd name="csY9" fmla="*/ 9919 h 131241"/>
              <a:gd name="csX10" fmla="*/ 35471 w 156006"/>
              <a:gd name="csY10" fmla="*/ 12709 h 131241"/>
              <a:gd name="csX11" fmla="*/ 36356 w 156006"/>
              <a:gd name="csY11" fmla="*/ 15414 h 131241"/>
              <a:gd name="csX12" fmla="*/ 42957 w 156006"/>
              <a:gd name="csY12" fmla="*/ 25654 h 131241"/>
              <a:gd name="csX13" fmla="*/ 29142 w 156006"/>
              <a:gd name="csY13" fmla="*/ 39484 h 131241"/>
              <a:gd name="csX14" fmla="*/ 18900 w 156006"/>
              <a:gd name="csY14" fmla="*/ 32867 h 131241"/>
              <a:gd name="csX15" fmla="*/ 15872 w 156006"/>
              <a:gd name="csY15" fmla="*/ 31982 h 131241"/>
              <a:gd name="csX16" fmla="*/ 12707 w 156006"/>
              <a:gd name="csY16" fmla="*/ 33071 h 131241"/>
              <a:gd name="csX17" fmla="*/ 10819 w 156006"/>
              <a:gd name="csY17" fmla="*/ 35861 h 131241"/>
              <a:gd name="csX18" fmla="*/ 10989 w 156006"/>
              <a:gd name="csY18" fmla="*/ 39212 h 131241"/>
              <a:gd name="csX19" fmla="*/ 13115 w 156006"/>
              <a:gd name="csY19" fmla="*/ 41798 h 131241"/>
              <a:gd name="csX20" fmla="*/ 23715 w 156006"/>
              <a:gd name="csY20" fmla="*/ 48636 h 131241"/>
              <a:gd name="csX21" fmla="*/ 18049 w 156006"/>
              <a:gd name="csY21" fmla="*/ 69220 h 131241"/>
              <a:gd name="csX22" fmla="*/ 8913 w 156006"/>
              <a:gd name="csY22" fmla="*/ 69220 h 131241"/>
              <a:gd name="csX23" fmla="*/ 6854 w 156006"/>
              <a:gd name="csY23" fmla="*/ 69611 h 131241"/>
              <a:gd name="csX24" fmla="*/ 5119 w 156006"/>
              <a:gd name="csY24" fmla="*/ 70751 h 131241"/>
              <a:gd name="csX25" fmla="*/ 3945 w 156006"/>
              <a:gd name="csY25" fmla="*/ 72486 h 131241"/>
              <a:gd name="csX26" fmla="*/ 3520 w 156006"/>
              <a:gd name="csY26" fmla="*/ 74544 h 131241"/>
              <a:gd name="csX27" fmla="*/ 3945 w 156006"/>
              <a:gd name="csY27" fmla="*/ 76602 h 131241"/>
              <a:gd name="csX28" fmla="*/ 5119 w 156006"/>
              <a:gd name="csY28" fmla="*/ 78338 h 131241"/>
              <a:gd name="csX29" fmla="*/ 6854 w 156006"/>
              <a:gd name="csY29" fmla="*/ 79477 h 131241"/>
              <a:gd name="csX30" fmla="*/ 8913 w 156006"/>
              <a:gd name="csY30" fmla="*/ 79851 h 131241"/>
              <a:gd name="csX31" fmla="*/ 18015 w 156006"/>
              <a:gd name="csY31" fmla="*/ 79851 h 131241"/>
              <a:gd name="csX32" fmla="*/ 32068 w 156006"/>
              <a:gd name="csY32" fmla="*/ 113414 h 131241"/>
              <a:gd name="csX33" fmla="*/ 45849 w 156006"/>
              <a:gd name="csY33" fmla="*/ 109332 h 131241"/>
              <a:gd name="csX34" fmla="*/ 53845 w 156006"/>
              <a:gd name="csY34" fmla="*/ 106457 h 131241"/>
              <a:gd name="csX35" fmla="*/ 62012 w 156006"/>
              <a:gd name="csY35" fmla="*/ 109519 h 131241"/>
              <a:gd name="csX36" fmla="*/ 78039 w 156006"/>
              <a:gd name="csY36" fmla="*/ 113534 h 131241"/>
              <a:gd name="csX37" fmla="*/ 94269 w 156006"/>
              <a:gd name="csY37" fmla="*/ 109332 h 131241"/>
              <a:gd name="csX38" fmla="*/ 102266 w 156006"/>
              <a:gd name="csY38" fmla="*/ 106457 h 131241"/>
              <a:gd name="csX39" fmla="*/ 110449 w 156006"/>
              <a:gd name="csY39" fmla="*/ 109519 h 131241"/>
              <a:gd name="csX40" fmla="*/ 123992 w 156006"/>
              <a:gd name="csY40" fmla="*/ 113414 h 131241"/>
              <a:gd name="csX41" fmla="*/ 138045 w 156006"/>
              <a:gd name="csY41" fmla="*/ 79851 h 131241"/>
              <a:gd name="csX42" fmla="*/ 147147 w 156006"/>
              <a:gd name="csY42" fmla="*/ 79851 h 131241"/>
              <a:gd name="csX43" fmla="*/ 149206 w 156006"/>
              <a:gd name="csY43" fmla="*/ 79477 h 131241"/>
              <a:gd name="csX44" fmla="*/ 150958 w 156006"/>
              <a:gd name="csY44" fmla="*/ 78338 h 131241"/>
              <a:gd name="csX45" fmla="*/ 152132 w 156006"/>
              <a:gd name="csY45" fmla="*/ 76602 h 131241"/>
              <a:gd name="csX46" fmla="*/ 152540 w 156006"/>
              <a:gd name="csY46" fmla="*/ 74544 h 131241"/>
              <a:gd name="csX47" fmla="*/ 152132 w 156006"/>
              <a:gd name="csY47" fmla="*/ 72486 h 131241"/>
              <a:gd name="csX48" fmla="*/ 150958 w 156006"/>
              <a:gd name="csY48" fmla="*/ 70751 h 131241"/>
              <a:gd name="csX49" fmla="*/ 149206 w 156006"/>
              <a:gd name="csY49" fmla="*/ 69611 h 131241"/>
              <a:gd name="csX50" fmla="*/ 147147 w 156006"/>
              <a:gd name="csY50" fmla="*/ 69220 h 131241"/>
              <a:gd name="csX51" fmla="*/ 138028 w 156006"/>
              <a:gd name="csY51" fmla="*/ 69220 h 131241"/>
              <a:gd name="csX52" fmla="*/ 132345 w 156006"/>
              <a:gd name="csY52" fmla="*/ 48636 h 131241"/>
              <a:gd name="csX53" fmla="*/ 142945 w 156006"/>
              <a:gd name="csY53" fmla="*/ 41798 h 131241"/>
              <a:gd name="csX54" fmla="*/ 145105 w 156006"/>
              <a:gd name="csY54" fmla="*/ 39178 h 131241"/>
              <a:gd name="csX55" fmla="*/ 145225 w 156006"/>
              <a:gd name="csY55" fmla="*/ 35776 h 131241"/>
              <a:gd name="csX56" fmla="*/ 143268 w 156006"/>
              <a:gd name="csY56" fmla="*/ 33003 h 131241"/>
              <a:gd name="csX57" fmla="*/ 140035 w 156006"/>
              <a:gd name="csY57" fmla="*/ 31982 h 131241"/>
              <a:gd name="csX58" fmla="*/ 137177 w 156006"/>
              <a:gd name="csY58" fmla="*/ 32867 h 131241"/>
              <a:gd name="csX59" fmla="*/ 126935 w 156006"/>
              <a:gd name="csY59" fmla="*/ 39484 h 131241"/>
              <a:gd name="csX60" fmla="*/ 113103 w 156006"/>
              <a:gd name="csY60" fmla="*/ 25654 h 131241"/>
              <a:gd name="csX61" fmla="*/ 119722 w 156006"/>
              <a:gd name="csY61" fmla="*/ 15414 h 131241"/>
              <a:gd name="csX62" fmla="*/ 120606 w 156006"/>
              <a:gd name="csY62" fmla="*/ 12658 h 131241"/>
              <a:gd name="csX63" fmla="*/ 119926 w 156006"/>
              <a:gd name="csY63" fmla="*/ 9851 h 131241"/>
              <a:gd name="csX64" fmla="*/ 117884 w 156006"/>
              <a:gd name="csY64" fmla="*/ 7810 h 131241"/>
              <a:gd name="csX65" fmla="*/ 115077 w 156006"/>
              <a:gd name="csY65" fmla="*/ 7146 h 131241"/>
              <a:gd name="csX66" fmla="*/ 112627 w 156006"/>
              <a:gd name="csY66" fmla="*/ 7861 h 131241"/>
              <a:gd name="csX67" fmla="*/ 110790 w 156006"/>
              <a:gd name="csY67" fmla="*/ 9630 h 131241"/>
              <a:gd name="csX68" fmla="*/ 103950 w 156006"/>
              <a:gd name="csY68" fmla="*/ 20227 h 131241"/>
              <a:gd name="csX69" fmla="*/ 83347 w 156006"/>
              <a:gd name="csY69" fmla="*/ 14563 h 131241"/>
              <a:gd name="csX70" fmla="*/ 83347 w 156006"/>
              <a:gd name="csY70" fmla="*/ 5394 h 131241"/>
              <a:gd name="csX71" fmla="*/ 82955 w 156006"/>
              <a:gd name="csY71" fmla="*/ 3319 h 131241"/>
              <a:gd name="csX72" fmla="*/ 81799 w 156006"/>
              <a:gd name="csY72" fmla="*/ 1549 h 131241"/>
              <a:gd name="csX73" fmla="*/ 80029 w 156006"/>
              <a:gd name="csY73" fmla="*/ 393 h 131241"/>
              <a:gd name="csX74" fmla="*/ 77954 w 156006"/>
              <a:gd name="csY74" fmla="*/ 1 h 131241"/>
              <a:gd name="csX75" fmla="*/ 79706 w 156006"/>
              <a:gd name="csY75" fmla="*/ 42648 h 131241"/>
              <a:gd name="csX76" fmla="*/ 79757 w 156006"/>
              <a:gd name="csY76" fmla="*/ 42648 h 131241"/>
              <a:gd name="csX77" fmla="*/ 83245 w 156006"/>
              <a:gd name="csY77" fmla="*/ 46186 h 131241"/>
              <a:gd name="csX78" fmla="*/ 83245 w 156006"/>
              <a:gd name="csY78" fmla="*/ 46442 h 131241"/>
              <a:gd name="csX79" fmla="*/ 83210 w 156006"/>
              <a:gd name="csY79" fmla="*/ 63147 h 131241"/>
              <a:gd name="csX80" fmla="*/ 96464 w 156006"/>
              <a:gd name="csY80" fmla="*/ 65885 h 131241"/>
              <a:gd name="csX81" fmla="*/ 99067 w 156006"/>
              <a:gd name="csY81" fmla="*/ 68080 h 131241"/>
              <a:gd name="csX82" fmla="*/ 98625 w 156006"/>
              <a:gd name="csY82" fmla="*/ 71431 h 131241"/>
              <a:gd name="csX83" fmla="*/ 79298 w 156006"/>
              <a:gd name="csY83" fmla="*/ 97900 h 131241"/>
              <a:gd name="csX84" fmla="*/ 76439 w 156006"/>
              <a:gd name="csY84" fmla="*/ 99346 h 131241"/>
              <a:gd name="csX85" fmla="*/ 75333 w 156006"/>
              <a:gd name="csY85" fmla="*/ 99176 h 131241"/>
              <a:gd name="csX86" fmla="*/ 72901 w 156006"/>
              <a:gd name="csY86" fmla="*/ 95808 h 131241"/>
              <a:gd name="csX87" fmla="*/ 72918 w 156006"/>
              <a:gd name="csY87" fmla="*/ 78848 h 131241"/>
              <a:gd name="csX88" fmla="*/ 59664 w 156006"/>
              <a:gd name="csY88" fmla="*/ 76126 h 131241"/>
              <a:gd name="csX89" fmla="*/ 57061 w 156006"/>
              <a:gd name="csY89" fmla="*/ 73932 h 131241"/>
              <a:gd name="csX90" fmla="*/ 57503 w 156006"/>
              <a:gd name="csY90" fmla="*/ 70563 h 131241"/>
              <a:gd name="csX91" fmla="*/ 76813 w 156006"/>
              <a:gd name="csY91" fmla="*/ 44128 h 131241"/>
              <a:gd name="csX92" fmla="*/ 77001 w 156006"/>
              <a:gd name="csY92" fmla="*/ 43890 h 131241"/>
              <a:gd name="csX93" fmla="*/ 77630 w 156006"/>
              <a:gd name="csY93" fmla="*/ 43312 h 131241"/>
              <a:gd name="csX94" fmla="*/ 79416 w 156006"/>
              <a:gd name="csY94" fmla="*/ 42665 h 131241"/>
              <a:gd name="csX95" fmla="*/ 79706 w 156006"/>
              <a:gd name="csY95" fmla="*/ 42648 h 131241"/>
              <a:gd name="csX96" fmla="*/ 5493 w 156006"/>
              <a:gd name="csY96" fmla="*/ 113482 h 131241"/>
              <a:gd name="csX97" fmla="*/ 2380 w 156006"/>
              <a:gd name="csY97" fmla="*/ 114350 h 131241"/>
              <a:gd name="csX98" fmla="*/ 355 w 156006"/>
              <a:gd name="csY98" fmla="*/ 116868 h 131241"/>
              <a:gd name="csX99" fmla="*/ 151 w 156006"/>
              <a:gd name="csY99" fmla="*/ 120100 h 131241"/>
              <a:gd name="csX100" fmla="*/ 1870 w 156006"/>
              <a:gd name="csY100" fmla="*/ 122839 h 131241"/>
              <a:gd name="csX101" fmla="*/ 9287 w 156006"/>
              <a:gd name="csY101" fmla="*/ 127262 h 131241"/>
              <a:gd name="csX102" fmla="*/ 29584 w 156006"/>
              <a:gd name="csY102" fmla="*/ 131242 h 131241"/>
              <a:gd name="csX103" fmla="*/ 49898 w 156006"/>
              <a:gd name="csY103" fmla="*/ 127262 h 131241"/>
              <a:gd name="csX104" fmla="*/ 53811 w 156006"/>
              <a:gd name="csY104" fmla="*/ 124914 h 131241"/>
              <a:gd name="csX105" fmla="*/ 57724 w 156006"/>
              <a:gd name="csY105" fmla="*/ 127262 h 131241"/>
              <a:gd name="csX106" fmla="*/ 78022 w 156006"/>
              <a:gd name="csY106" fmla="*/ 131242 h 131241"/>
              <a:gd name="csX107" fmla="*/ 98336 w 156006"/>
              <a:gd name="csY107" fmla="*/ 127262 h 131241"/>
              <a:gd name="csX108" fmla="*/ 102249 w 156006"/>
              <a:gd name="csY108" fmla="*/ 124914 h 131241"/>
              <a:gd name="csX109" fmla="*/ 106162 w 156006"/>
              <a:gd name="csY109" fmla="*/ 127262 h 131241"/>
              <a:gd name="csX110" fmla="*/ 126476 w 156006"/>
              <a:gd name="csY110" fmla="*/ 131242 h 131241"/>
              <a:gd name="csX111" fmla="*/ 146773 w 156006"/>
              <a:gd name="csY111" fmla="*/ 127262 h 131241"/>
              <a:gd name="csX112" fmla="*/ 154207 w 156006"/>
              <a:gd name="csY112" fmla="*/ 122839 h 131241"/>
              <a:gd name="csX113" fmla="*/ 155466 w 156006"/>
              <a:gd name="csY113" fmla="*/ 121189 h 131241"/>
              <a:gd name="csX114" fmla="*/ 155994 w 156006"/>
              <a:gd name="csY114" fmla="*/ 119181 h 131241"/>
              <a:gd name="csX115" fmla="*/ 155722 w 156006"/>
              <a:gd name="csY115" fmla="*/ 117123 h 131241"/>
              <a:gd name="csX116" fmla="*/ 154684 w 156006"/>
              <a:gd name="csY116" fmla="*/ 115337 h 131241"/>
              <a:gd name="csX117" fmla="*/ 153034 w 156006"/>
              <a:gd name="csY117" fmla="*/ 114078 h 131241"/>
              <a:gd name="csX118" fmla="*/ 151026 w 156006"/>
              <a:gd name="csY118" fmla="*/ 113534 h 131241"/>
              <a:gd name="csX119" fmla="*/ 148985 w 156006"/>
              <a:gd name="csY119" fmla="*/ 113806 h 131241"/>
              <a:gd name="csX120" fmla="*/ 147181 w 156006"/>
              <a:gd name="csY120" fmla="*/ 114843 h 131241"/>
              <a:gd name="csX121" fmla="*/ 142502 w 156006"/>
              <a:gd name="csY121" fmla="*/ 117514 h 131241"/>
              <a:gd name="csX122" fmla="*/ 126476 w 156006"/>
              <a:gd name="csY122" fmla="*/ 120610 h 131241"/>
              <a:gd name="csX123" fmla="*/ 110449 w 156006"/>
              <a:gd name="csY123" fmla="*/ 117514 h 131241"/>
              <a:gd name="csX124" fmla="*/ 105753 w 156006"/>
              <a:gd name="csY124" fmla="*/ 114843 h 131241"/>
              <a:gd name="csX125" fmla="*/ 102249 w 156006"/>
              <a:gd name="csY125" fmla="*/ 113534 h 131241"/>
              <a:gd name="csX126" fmla="*/ 98744 w 156006"/>
              <a:gd name="csY126" fmla="*/ 114843 h 131241"/>
              <a:gd name="csX127" fmla="*/ 94065 w 156006"/>
              <a:gd name="csY127" fmla="*/ 117514 h 131241"/>
              <a:gd name="csX128" fmla="*/ 78022 w 156006"/>
              <a:gd name="csY128" fmla="*/ 120610 h 131241"/>
              <a:gd name="csX129" fmla="*/ 61995 w 156006"/>
              <a:gd name="csY129" fmla="*/ 117514 h 131241"/>
              <a:gd name="csX130" fmla="*/ 57316 w 156006"/>
              <a:gd name="csY130" fmla="*/ 114843 h 131241"/>
              <a:gd name="csX131" fmla="*/ 53811 w 156006"/>
              <a:gd name="csY131" fmla="*/ 113534 h 131241"/>
              <a:gd name="csX132" fmla="*/ 50307 w 156006"/>
              <a:gd name="csY132" fmla="*/ 114843 h 131241"/>
              <a:gd name="csX133" fmla="*/ 45628 w 156006"/>
              <a:gd name="csY133" fmla="*/ 117514 h 131241"/>
              <a:gd name="csX134" fmla="*/ 29584 w 156006"/>
              <a:gd name="csY134" fmla="*/ 120610 h 131241"/>
              <a:gd name="csX135" fmla="*/ 13558 w 156006"/>
              <a:gd name="csY135" fmla="*/ 117514 h 131241"/>
              <a:gd name="csX136" fmla="*/ 8879 w 156006"/>
              <a:gd name="csY136" fmla="*/ 114843 h 131241"/>
              <a:gd name="csX137" fmla="*/ 5493 w 156006"/>
              <a:gd name="csY137" fmla="*/ 113482 h 131241"/>
            </a:gdLst>
            <a:ahLst/>
            <a:cxnLst/>
            <a:rect l="l" t="t" r="r" b="b"/>
            <a:pathLst>
              <a:path w="100000" h="100000">
                <a:moveTo>
                  <a:pt x="49969" y="7938"/>
                </a:moveTo>
                <a:cubicBezTo>
                  <a:pt x="49063" y="7949"/>
                  <a:pt x="48201" y="8320"/>
                  <a:pt x="47580" y="8974"/>
                </a:cubicBezTo>
                <a:cubicBezTo>
                  <a:pt x="46948" y="9617"/>
                  <a:pt x="46598" y="10490"/>
                  <a:pt x="46609" y="11395"/>
                </a:cubicBezTo>
                <a:lnTo>
                  <a:pt x="46609" y="17272"/>
                </a:lnTo>
                <a:cubicBezTo>
                  <a:pt x="41920" y="17686"/>
                  <a:pt x="37481" y="18962"/>
                  <a:pt x="33413" y="20903"/>
                </a:cubicBezTo>
                <a:lnTo>
                  <a:pt x="29030" y="14110"/>
                </a:lnTo>
                <a:cubicBezTo>
                  <a:pt x="28724" y="13630"/>
                  <a:pt x="28310" y="13227"/>
                  <a:pt x="27808" y="12954"/>
                </a:cubicBezTo>
                <a:cubicBezTo>
                  <a:pt x="27307" y="12670"/>
                  <a:pt x="26750" y="12529"/>
                  <a:pt x="26183" y="12518"/>
                </a:cubicBezTo>
                <a:cubicBezTo>
                  <a:pt x="25561" y="12507"/>
                  <a:pt x="24950" y="12670"/>
                  <a:pt x="24416" y="12986"/>
                </a:cubicBezTo>
                <a:cubicBezTo>
                  <a:pt x="23882" y="13303"/>
                  <a:pt x="23435" y="13750"/>
                  <a:pt x="23140" y="14295"/>
                </a:cubicBezTo>
                <a:cubicBezTo>
                  <a:pt x="22846" y="14841"/>
                  <a:pt x="22704" y="15462"/>
                  <a:pt x="22737" y="16084"/>
                </a:cubicBezTo>
                <a:cubicBezTo>
                  <a:pt x="22759" y="16694"/>
                  <a:pt x="22955" y="17294"/>
                  <a:pt x="23304" y="17818"/>
                </a:cubicBezTo>
                <a:lnTo>
                  <a:pt x="27535" y="24381"/>
                </a:lnTo>
                <a:cubicBezTo>
                  <a:pt x="24122" y="26835"/>
                  <a:pt x="21134" y="29834"/>
                  <a:pt x="18680" y="33246"/>
                </a:cubicBezTo>
                <a:lnTo>
                  <a:pt x="12115" y="29005"/>
                </a:lnTo>
                <a:cubicBezTo>
                  <a:pt x="11537" y="28623"/>
                  <a:pt x="10860" y="28427"/>
                  <a:pt x="10174" y="28438"/>
                </a:cubicBezTo>
                <a:cubicBezTo>
                  <a:pt x="9443" y="28438"/>
                  <a:pt x="8723" y="28689"/>
                  <a:pt x="8145" y="29136"/>
                </a:cubicBezTo>
                <a:cubicBezTo>
                  <a:pt x="7556" y="29583"/>
                  <a:pt x="7142" y="30215"/>
                  <a:pt x="6935" y="30924"/>
                </a:cubicBezTo>
                <a:cubicBezTo>
                  <a:pt x="6738" y="31633"/>
                  <a:pt x="6771" y="32385"/>
                  <a:pt x="7044" y="33072"/>
                </a:cubicBezTo>
                <a:cubicBezTo>
                  <a:pt x="7305" y="33759"/>
                  <a:pt x="7785" y="34337"/>
                  <a:pt x="8407" y="34730"/>
                </a:cubicBezTo>
                <a:lnTo>
                  <a:pt x="15201" y="39113"/>
                </a:lnTo>
                <a:cubicBezTo>
                  <a:pt x="13260" y="43180"/>
                  <a:pt x="11984" y="47618"/>
                  <a:pt x="11569" y="52307"/>
                </a:cubicBezTo>
                <a:lnTo>
                  <a:pt x="5713" y="52307"/>
                </a:lnTo>
                <a:cubicBezTo>
                  <a:pt x="5266" y="52307"/>
                  <a:pt x="4819" y="52394"/>
                  <a:pt x="4393" y="52558"/>
                </a:cubicBezTo>
                <a:cubicBezTo>
                  <a:pt x="3979" y="52721"/>
                  <a:pt x="3598" y="52972"/>
                  <a:pt x="3281" y="53289"/>
                </a:cubicBezTo>
                <a:cubicBezTo>
                  <a:pt x="2954" y="53605"/>
                  <a:pt x="2703" y="53986"/>
                  <a:pt x="2529" y="54401"/>
                </a:cubicBezTo>
                <a:cubicBezTo>
                  <a:pt x="2354" y="54826"/>
                  <a:pt x="2256" y="55273"/>
                  <a:pt x="2256" y="55720"/>
                </a:cubicBezTo>
                <a:cubicBezTo>
                  <a:pt x="2256" y="56167"/>
                  <a:pt x="2354" y="56614"/>
                  <a:pt x="2529" y="57039"/>
                </a:cubicBezTo>
                <a:cubicBezTo>
                  <a:pt x="2703" y="57454"/>
                  <a:pt x="2954" y="57824"/>
                  <a:pt x="3281" y="58152"/>
                </a:cubicBezTo>
                <a:cubicBezTo>
                  <a:pt x="3598" y="58468"/>
                  <a:pt x="3979" y="58719"/>
                  <a:pt x="4393" y="58882"/>
                </a:cubicBezTo>
                <a:cubicBezTo>
                  <a:pt x="4819" y="59046"/>
                  <a:pt x="5266" y="59133"/>
                  <a:pt x="5713" y="59122"/>
                </a:cubicBezTo>
                <a:lnTo>
                  <a:pt x="11548" y="59122"/>
                </a:lnTo>
                <a:cubicBezTo>
                  <a:pt x="12267" y="67289"/>
                  <a:pt x="15550" y="74726"/>
                  <a:pt x="20556" y="80636"/>
                </a:cubicBezTo>
                <a:cubicBezTo>
                  <a:pt x="26401" y="80287"/>
                  <a:pt x="29258" y="78128"/>
                  <a:pt x="29389" y="78019"/>
                </a:cubicBezTo>
                <a:cubicBezTo>
                  <a:pt x="30796" y="76841"/>
                  <a:pt x="32628" y="76176"/>
                  <a:pt x="34515" y="76176"/>
                </a:cubicBezTo>
                <a:cubicBezTo>
                  <a:pt x="36445" y="76176"/>
                  <a:pt x="38310" y="76874"/>
                  <a:pt x="39750" y="78139"/>
                </a:cubicBezTo>
                <a:cubicBezTo>
                  <a:pt x="39761" y="78150"/>
                  <a:pt x="43098" y="80713"/>
                  <a:pt x="50023" y="80713"/>
                </a:cubicBezTo>
                <a:cubicBezTo>
                  <a:pt x="56970" y="80713"/>
                  <a:pt x="60296" y="78128"/>
                  <a:pt x="60427" y="78019"/>
                </a:cubicBezTo>
                <a:cubicBezTo>
                  <a:pt x="61844" y="76841"/>
                  <a:pt x="63676" y="76176"/>
                  <a:pt x="65553" y="76176"/>
                </a:cubicBezTo>
                <a:cubicBezTo>
                  <a:pt x="67494" y="76176"/>
                  <a:pt x="69347" y="76874"/>
                  <a:pt x="70798" y="78139"/>
                </a:cubicBezTo>
                <a:cubicBezTo>
                  <a:pt x="70809" y="78150"/>
                  <a:pt x="73666" y="80287"/>
                  <a:pt x="79479" y="80636"/>
                </a:cubicBezTo>
                <a:cubicBezTo>
                  <a:pt x="84495" y="74726"/>
                  <a:pt x="87767" y="67289"/>
                  <a:pt x="88487" y="59122"/>
                </a:cubicBezTo>
                <a:lnTo>
                  <a:pt x="94321" y="59122"/>
                </a:lnTo>
                <a:cubicBezTo>
                  <a:pt x="94779" y="59133"/>
                  <a:pt x="95226" y="59046"/>
                  <a:pt x="95641" y="58882"/>
                </a:cubicBezTo>
                <a:cubicBezTo>
                  <a:pt x="96066" y="58719"/>
                  <a:pt x="96448" y="58468"/>
                  <a:pt x="96764" y="58152"/>
                </a:cubicBezTo>
                <a:cubicBezTo>
                  <a:pt x="97091" y="57824"/>
                  <a:pt x="97342" y="57454"/>
                  <a:pt x="97517" y="57039"/>
                </a:cubicBezTo>
                <a:cubicBezTo>
                  <a:pt x="97691" y="56614"/>
                  <a:pt x="97778" y="56167"/>
                  <a:pt x="97778" y="55720"/>
                </a:cubicBezTo>
                <a:cubicBezTo>
                  <a:pt x="97778" y="55273"/>
                  <a:pt x="97691" y="54826"/>
                  <a:pt x="97517" y="54401"/>
                </a:cubicBezTo>
                <a:cubicBezTo>
                  <a:pt x="97342" y="53986"/>
                  <a:pt x="97091" y="53605"/>
                  <a:pt x="96764" y="53289"/>
                </a:cubicBezTo>
                <a:cubicBezTo>
                  <a:pt x="96448" y="52972"/>
                  <a:pt x="96066" y="52721"/>
                  <a:pt x="95641" y="52558"/>
                </a:cubicBezTo>
                <a:cubicBezTo>
                  <a:pt x="95226" y="52394"/>
                  <a:pt x="94779" y="52307"/>
                  <a:pt x="94321" y="52307"/>
                </a:cubicBezTo>
                <a:lnTo>
                  <a:pt x="88476" y="52307"/>
                </a:lnTo>
                <a:cubicBezTo>
                  <a:pt x="88061" y="47618"/>
                  <a:pt x="86786" y="43180"/>
                  <a:pt x="84833" y="39113"/>
                </a:cubicBezTo>
                <a:lnTo>
                  <a:pt x="91628" y="34730"/>
                </a:lnTo>
                <a:cubicBezTo>
                  <a:pt x="92261" y="34337"/>
                  <a:pt x="92751" y="33737"/>
                  <a:pt x="93012" y="33050"/>
                </a:cubicBezTo>
                <a:cubicBezTo>
                  <a:pt x="93275" y="32352"/>
                  <a:pt x="93307" y="31589"/>
                  <a:pt x="93089" y="30870"/>
                </a:cubicBezTo>
                <a:cubicBezTo>
                  <a:pt x="92882" y="30161"/>
                  <a:pt x="92435" y="29528"/>
                  <a:pt x="91835" y="29092"/>
                </a:cubicBezTo>
                <a:cubicBezTo>
                  <a:pt x="91235" y="28656"/>
                  <a:pt x="90504" y="28416"/>
                  <a:pt x="89763" y="28438"/>
                </a:cubicBezTo>
                <a:cubicBezTo>
                  <a:pt x="89109" y="28449"/>
                  <a:pt x="88476" y="28645"/>
                  <a:pt x="87931" y="29005"/>
                </a:cubicBezTo>
                <a:lnTo>
                  <a:pt x="81365" y="33246"/>
                </a:lnTo>
                <a:cubicBezTo>
                  <a:pt x="78912" y="29834"/>
                  <a:pt x="75913" y="26835"/>
                  <a:pt x="72499" y="24381"/>
                </a:cubicBezTo>
                <a:lnTo>
                  <a:pt x="76742" y="17818"/>
                </a:lnTo>
                <a:cubicBezTo>
                  <a:pt x="77091" y="17294"/>
                  <a:pt x="77287" y="16683"/>
                  <a:pt x="77309" y="16051"/>
                </a:cubicBezTo>
                <a:cubicBezTo>
                  <a:pt x="77330" y="15429"/>
                  <a:pt x="77189" y="14797"/>
                  <a:pt x="76873" y="14252"/>
                </a:cubicBezTo>
                <a:cubicBezTo>
                  <a:pt x="76567" y="13706"/>
                  <a:pt x="76109" y="13249"/>
                  <a:pt x="75564" y="12943"/>
                </a:cubicBezTo>
                <a:cubicBezTo>
                  <a:pt x="75018" y="12638"/>
                  <a:pt x="74386" y="12496"/>
                  <a:pt x="73764" y="12518"/>
                </a:cubicBezTo>
                <a:cubicBezTo>
                  <a:pt x="73208" y="12540"/>
                  <a:pt x="72673" y="12703"/>
                  <a:pt x="72194" y="12976"/>
                </a:cubicBezTo>
                <a:cubicBezTo>
                  <a:pt x="71714" y="13259"/>
                  <a:pt x="71311" y="13641"/>
                  <a:pt x="71016" y="14110"/>
                </a:cubicBezTo>
                <a:lnTo>
                  <a:pt x="66632" y="20903"/>
                </a:lnTo>
                <a:cubicBezTo>
                  <a:pt x="62564" y="18962"/>
                  <a:pt x="58126" y="17686"/>
                  <a:pt x="53426" y="17272"/>
                </a:cubicBezTo>
                <a:lnTo>
                  <a:pt x="53426" y="11395"/>
                </a:lnTo>
                <a:cubicBezTo>
                  <a:pt x="53436" y="10936"/>
                  <a:pt x="53349" y="10490"/>
                  <a:pt x="53174" y="10065"/>
                </a:cubicBezTo>
                <a:cubicBezTo>
                  <a:pt x="53011" y="9639"/>
                  <a:pt x="52749" y="9258"/>
                  <a:pt x="52433" y="8930"/>
                </a:cubicBezTo>
                <a:cubicBezTo>
                  <a:pt x="52106" y="8614"/>
                  <a:pt x="51724" y="8363"/>
                  <a:pt x="51299" y="8189"/>
                </a:cubicBezTo>
                <a:cubicBezTo>
                  <a:pt x="50873" y="8015"/>
                  <a:pt x="50426" y="7927"/>
                  <a:pt x="49969" y="7938"/>
                </a:cubicBezTo>
                <a:close/>
                <a:moveTo>
                  <a:pt x="51092" y="35275"/>
                </a:moveTo>
                <a:lnTo>
                  <a:pt x="51124" y="35275"/>
                </a:lnTo>
                <a:cubicBezTo>
                  <a:pt x="52367" y="35286"/>
                  <a:pt x="53360" y="36300"/>
                  <a:pt x="53360" y="37542"/>
                </a:cubicBezTo>
                <a:cubicBezTo>
                  <a:pt x="53360" y="37598"/>
                  <a:pt x="53360" y="37652"/>
                  <a:pt x="53360" y="37707"/>
                </a:cubicBezTo>
                <a:lnTo>
                  <a:pt x="53338" y="48414"/>
                </a:lnTo>
                <a:lnTo>
                  <a:pt x="61834" y="50170"/>
                </a:lnTo>
                <a:cubicBezTo>
                  <a:pt x="62586" y="50323"/>
                  <a:pt x="63219" y="50846"/>
                  <a:pt x="63502" y="51577"/>
                </a:cubicBezTo>
                <a:cubicBezTo>
                  <a:pt x="63774" y="52296"/>
                  <a:pt x="63666" y="53103"/>
                  <a:pt x="63219" y="53725"/>
                </a:cubicBezTo>
                <a:lnTo>
                  <a:pt x="50830" y="70691"/>
                </a:lnTo>
                <a:cubicBezTo>
                  <a:pt x="50394" y="71291"/>
                  <a:pt x="49706" y="71618"/>
                  <a:pt x="48997" y="71618"/>
                </a:cubicBezTo>
                <a:cubicBezTo>
                  <a:pt x="48758" y="71618"/>
                  <a:pt x="48518" y="71585"/>
                  <a:pt x="48289" y="71509"/>
                </a:cubicBezTo>
                <a:cubicBezTo>
                  <a:pt x="47351" y="71204"/>
                  <a:pt x="46719" y="70332"/>
                  <a:pt x="46730" y="69350"/>
                </a:cubicBezTo>
                <a:lnTo>
                  <a:pt x="46741" y="58479"/>
                </a:lnTo>
                <a:lnTo>
                  <a:pt x="38245" y="56734"/>
                </a:lnTo>
                <a:cubicBezTo>
                  <a:pt x="37492" y="56581"/>
                  <a:pt x="36859" y="56048"/>
                  <a:pt x="36576" y="55328"/>
                </a:cubicBezTo>
                <a:cubicBezTo>
                  <a:pt x="36304" y="54608"/>
                  <a:pt x="36413" y="53790"/>
                  <a:pt x="36859" y="53168"/>
                </a:cubicBezTo>
                <a:lnTo>
                  <a:pt x="49237" y="36223"/>
                </a:lnTo>
                <a:cubicBezTo>
                  <a:pt x="49270" y="36180"/>
                  <a:pt x="49314" y="36125"/>
                  <a:pt x="49358" y="36071"/>
                </a:cubicBezTo>
                <a:cubicBezTo>
                  <a:pt x="49478" y="35929"/>
                  <a:pt x="49619" y="35798"/>
                  <a:pt x="49761" y="35700"/>
                </a:cubicBezTo>
                <a:cubicBezTo>
                  <a:pt x="50088" y="35460"/>
                  <a:pt x="50481" y="35318"/>
                  <a:pt x="50906" y="35286"/>
                </a:cubicBezTo>
                <a:cubicBezTo>
                  <a:pt x="50961" y="35275"/>
                  <a:pt x="51026" y="35275"/>
                  <a:pt x="51092" y="35275"/>
                </a:cubicBezTo>
                <a:close/>
                <a:moveTo>
                  <a:pt x="3521" y="80679"/>
                </a:moveTo>
                <a:cubicBezTo>
                  <a:pt x="2824" y="80657"/>
                  <a:pt x="2126" y="80854"/>
                  <a:pt x="1526" y="81236"/>
                </a:cubicBezTo>
                <a:cubicBezTo>
                  <a:pt x="937" y="81629"/>
                  <a:pt x="490" y="82195"/>
                  <a:pt x="228" y="82850"/>
                </a:cubicBezTo>
                <a:cubicBezTo>
                  <a:pt x="-23" y="83504"/>
                  <a:pt x="-67" y="84234"/>
                  <a:pt x="97" y="84921"/>
                </a:cubicBezTo>
                <a:cubicBezTo>
                  <a:pt x="271" y="85597"/>
                  <a:pt x="653" y="86219"/>
                  <a:pt x="1199" y="86677"/>
                </a:cubicBezTo>
                <a:cubicBezTo>
                  <a:pt x="1199" y="86677"/>
                  <a:pt x="2987" y="88203"/>
                  <a:pt x="5953" y="89512"/>
                </a:cubicBezTo>
                <a:cubicBezTo>
                  <a:pt x="8930" y="90810"/>
                  <a:pt x="13292" y="92063"/>
                  <a:pt x="18963" y="92063"/>
                </a:cubicBezTo>
                <a:cubicBezTo>
                  <a:pt x="24645" y="92063"/>
                  <a:pt x="29008" y="90810"/>
                  <a:pt x="31985" y="89512"/>
                </a:cubicBezTo>
                <a:cubicBezTo>
                  <a:pt x="33555" y="88814"/>
                  <a:pt x="33675" y="88563"/>
                  <a:pt x="34493" y="88007"/>
                </a:cubicBezTo>
                <a:cubicBezTo>
                  <a:pt x="35311" y="88563"/>
                  <a:pt x="35442" y="88814"/>
                  <a:pt x="37001" y="89512"/>
                </a:cubicBezTo>
                <a:cubicBezTo>
                  <a:pt x="39979" y="90810"/>
                  <a:pt x="44341" y="92063"/>
                  <a:pt x="50012" y="92063"/>
                </a:cubicBezTo>
                <a:cubicBezTo>
                  <a:pt x="55694" y="92063"/>
                  <a:pt x="60067" y="90810"/>
                  <a:pt x="63033" y="89512"/>
                </a:cubicBezTo>
                <a:cubicBezTo>
                  <a:pt x="64603" y="88814"/>
                  <a:pt x="64724" y="88563"/>
                  <a:pt x="65542" y="88007"/>
                </a:cubicBezTo>
                <a:cubicBezTo>
                  <a:pt x="66360" y="88563"/>
                  <a:pt x="66490" y="88814"/>
                  <a:pt x="68050" y="89512"/>
                </a:cubicBezTo>
                <a:cubicBezTo>
                  <a:pt x="71027" y="90810"/>
                  <a:pt x="75389" y="92063"/>
                  <a:pt x="81071" y="92063"/>
                </a:cubicBezTo>
                <a:cubicBezTo>
                  <a:pt x="86742" y="92063"/>
                  <a:pt x="91115" y="90810"/>
                  <a:pt x="94082" y="89512"/>
                </a:cubicBezTo>
                <a:cubicBezTo>
                  <a:pt x="97048" y="88203"/>
                  <a:pt x="98847" y="86677"/>
                  <a:pt x="98847" y="86677"/>
                </a:cubicBezTo>
                <a:cubicBezTo>
                  <a:pt x="99174" y="86382"/>
                  <a:pt x="99458" y="86023"/>
                  <a:pt x="99654" y="85619"/>
                </a:cubicBezTo>
                <a:cubicBezTo>
                  <a:pt x="99851" y="85216"/>
                  <a:pt x="99971" y="84780"/>
                  <a:pt x="99992" y="84332"/>
                </a:cubicBezTo>
                <a:cubicBezTo>
                  <a:pt x="100025" y="83886"/>
                  <a:pt x="99960" y="83438"/>
                  <a:pt x="99818" y="83013"/>
                </a:cubicBezTo>
                <a:cubicBezTo>
                  <a:pt x="99676" y="82598"/>
                  <a:pt x="99447" y="82206"/>
                  <a:pt x="99153" y="81868"/>
                </a:cubicBezTo>
                <a:cubicBezTo>
                  <a:pt x="98858" y="81530"/>
                  <a:pt x="98498" y="81257"/>
                  <a:pt x="98095" y="81061"/>
                </a:cubicBezTo>
                <a:cubicBezTo>
                  <a:pt x="97691" y="80865"/>
                  <a:pt x="97255" y="80745"/>
                  <a:pt x="96808" y="80713"/>
                </a:cubicBezTo>
                <a:cubicBezTo>
                  <a:pt x="96361" y="80690"/>
                  <a:pt x="95914" y="80745"/>
                  <a:pt x="95500" y="80887"/>
                </a:cubicBezTo>
                <a:cubicBezTo>
                  <a:pt x="95074" y="81029"/>
                  <a:pt x="94682" y="81257"/>
                  <a:pt x="94343" y="81552"/>
                </a:cubicBezTo>
                <a:cubicBezTo>
                  <a:pt x="94343" y="81552"/>
                  <a:pt x="93547" y="82304"/>
                  <a:pt x="91344" y="83264"/>
                </a:cubicBezTo>
                <a:cubicBezTo>
                  <a:pt x="89141" y="84234"/>
                  <a:pt x="85739" y="85248"/>
                  <a:pt x="81071" y="85248"/>
                </a:cubicBezTo>
                <a:cubicBezTo>
                  <a:pt x="76393" y="85248"/>
                  <a:pt x="73001" y="84234"/>
                  <a:pt x="70798" y="83264"/>
                </a:cubicBezTo>
                <a:cubicBezTo>
                  <a:pt x="68584" y="82304"/>
                  <a:pt x="67788" y="81552"/>
                  <a:pt x="67788" y="81552"/>
                </a:cubicBezTo>
                <a:cubicBezTo>
                  <a:pt x="67167" y="81007"/>
                  <a:pt x="66371" y="80713"/>
                  <a:pt x="65542" y="80713"/>
                </a:cubicBezTo>
                <a:cubicBezTo>
                  <a:pt x="64713" y="80713"/>
                  <a:pt x="63917" y="81007"/>
                  <a:pt x="63295" y="81552"/>
                </a:cubicBezTo>
                <a:cubicBezTo>
                  <a:pt x="63295" y="81552"/>
                  <a:pt x="62499" y="82304"/>
                  <a:pt x="60296" y="83264"/>
                </a:cubicBezTo>
                <a:cubicBezTo>
                  <a:pt x="58093" y="84234"/>
                  <a:pt x="54690" y="85248"/>
                  <a:pt x="50012" y="85248"/>
                </a:cubicBezTo>
                <a:cubicBezTo>
                  <a:pt x="45344" y="85248"/>
                  <a:pt x="41953" y="84234"/>
                  <a:pt x="39739" y="83264"/>
                </a:cubicBezTo>
                <a:cubicBezTo>
                  <a:pt x="37536" y="82304"/>
                  <a:pt x="36740" y="81552"/>
                  <a:pt x="36740" y="81552"/>
                </a:cubicBezTo>
                <a:cubicBezTo>
                  <a:pt x="36118" y="81007"/>
                  <a:pt x="35322" y="80713"/>
                  <a:pt x="34493" y="80713"/>
                </a:cubicBezTo>
                <a:cubicBezTo>
                  <a:pt x="33665" y="80713"/>
                  <a:pt x="32868" y="81007"/>
                  <a:pt x="32247" y="81552"/>
                </a:cubicBezTo>
                <a:cubicBezTo>
                  <a:pt x="32247" y="81552"/>
                  <a:pt x="31451" y="82304"/>
                  <a:pt x="29248" y="83264"/>
                </a:cubicBezTo>
                <a:cubicBezTo>
                  <a:pt x="27044" y="84234"/>
                  <a:pt x="23642" y="85248"/>
                  <a:pt x="18963" y="85248"/>
                </a:cubicBezTo>
                <a:cubicBezTo>
                  <a:pt x="14296" y="85248"/>
                  <a:pt x="10904" y="84234"/>
                  <a:pt x="8691" y="83264"/>
                </a:cubicBezTo>
                <a:cubicBezTo>
                  <a:pt x="6488" y="82304"/>
                  <a:pt x="5691" y="81552"/>
                  <a:pt x="5691" y="81552"/>
                </a:cubicBezTo>
                <a:cubicBezTo>
                  <a:pt x="5102" y="81018"/>
                  <a:pt x="4328" y="80701"/>
                  <a:pt x="3521" y="8067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3" name="Красный — SVG 16">
            <a:extLst>
              <a:ext uri="{FF2B5EF4-FFF2-40B4-BE49-F238E27FC236}">
                <a16:creationId xmlns:a16="http://schemas.microsoft.com/office/drawing/2014/main" id="{CF5BFC3A-81E3-0846-B733-83A836CB2C47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98812 w 99238"/>
              <a:gd name="csY0" fmla="*/ 49298 h 141753"/>
              <a:gd name="csX1" fmla="*/ 93929 w 99238"/>
              <a:gd name="csY1" fmla="*/ 46066 h 141753"/>
              <a:gd name="csX2" fmla="*/ 69090 w 99238"/>
              <a:gd name="csY2" fmla="*/ 46066 h 141753"/>
              <a:gd name="csX3" fmla="*/ 91428 w 99238"/>
              <a:gd name="csY3" fmla="*/ 8012 h 141753"/>
              <a:gd name="csX4" fmla="*/ 91445 w 99238"/>
              <a:gd name="csY4" fmla="*/ 2671 h 141753"/>
              <a:gd name="csX5" fmla="*/ 86835 w 99238"/>
              <a:gd name="csY5" fmla="*/ 0 h 141753"/>
              <a:gd name="csX6" fmla="*/ 44301 w 99238"/>
              <a:gd name="csY6" fmla="*/ 0 h 141753"/>
              <a:gd name="csX7" fmla="*/ 39640 w 99238"/>
              <a:gd name="csY7" fmla="*/ 2756 h 141753"/>
              <a:gd name="csX8" fmla="*/ 662 w 99238"/>
              <a:gd name="csY8" fmla="*/ 73641 h 141753"/>
              <a:gd name="csX9" fmla="*/ 730 w 99238"/>
              <a:gd name="csY9" fmla="*/ 78897 h 141753"/>
              <a:gd name="csX10" fmla="*/ 5306 w 99238"/>
              <a:gd name="csY10" fmla="*/ 81517 h 141753"/>
              <a:gd name="csX11" fmla="*/ 29329 w 99238"/>
              <a:gd name="csY11" fmla="*/ 81517 h 141753"/>
              <a:gd name="csX12" fmla="*/ 7484 w 99238"/>
              <a:gd name="csY12" fmla="*/ 134422 h 141753"/>
              <a:gd name="csX13" fmla="*/ 9492 w 99238"/>
              <a:gd name="csY13" fmla="*/ 140903 h 141753"/>
              <a:gd name="csX14" fmla="*/ 12401 w 99238"/>
              <a:gd name="csY14" fmla="*/ 141754 h 141753"/>
              <a:gd name="csX15" fmla="*/ 16246 w 99238"/>
              <a:gd name="csY15" fmla="*/ 140121 h 141753"/>
              <a:gd name="csX16" fmla="*/ 97757 w 99238"/>
              <a:gd name="csY16" fmla="*/ 55065 h 141753"/>
              <a:gd name="csX17" fmla="*/ 98812 w 99238"/>
              <a:gd name="csY17" fmla="*/ 49298 h 141753"/>
            </a:gdLst>
            <a:ahLst/>
            <a:cxnLst/>
            <a:rect l="l" t="t" r="r" b="b"/>
            <a:pathLst>
              <a:path w="100000" h="100000">
                <a:moveTo>
                  <a:pt x="84703" y="34777"/>
                </a:moveTo>
                <a:cubicBezTo>
                  <a:pt x="84115" y="33398"/>
                  <a:pt x="82759" y="32497"/>
                  <a:pt x="81259" y="32497"/>
                </a:cubicBezTo>
                <a:lnTo>
                  <a:pt x="63736" y="32497"/>
                </a:lnTo>
                <a:lnTo>
                  <a:pt x="79494" y="5652"/>
                </a:lnTo>
                <a:cubicBezTo>
                  <a:pt x="80167" y="4488"/>
                  <a:pt x="80179" y="3048"/>
                  <a:pt x="79506" y="1884"/>
                </a:cubicBezTo>
                <a:cubicBezTo>
                  <a:pt x="78834" y="720"/>
                  <a:pt x="77598" y="0"/>
                  <a:pt x="76254" y="0"/>
                </a:cubicBezTo>
                <a:lnTo>
                  <a:pt x="46248" y="0"/>
                </a:lnTo>
                <a:cubicBezTo>
                  <a:pt x="44881" y="0"/>
                  <a:pt x="43620" y="744"/>
                  <a:pt x="42960" y="1944"/>
                </a:cubicBezTo>
                <a:lnTo>
                  <a:pt x="15463" y="51950"/>
                </a:lnTo>
                <a:cubicBezTo>
                  <a:pt x="14827" y="53102"/>
                  <a:pt x="14839" y="54518"/>
                  <a:pt x="15511" y="55658"/>
                </a:cubicBezTo>
                <a:cubicBezTo>
                  <a:pt x="16195" y="56799"/>
                  <a:pt x="17419" y="57506"/>
                  <a:pt x="18739" y="57506"/>
                </a:cubicBezTo>
                <a:lnTo>
                  <a:pt x="35686" y="57506"/>
                </a:lnTo>
                <a:lnTo>
                  <a:pt x="20276" y="94828"/>
                </a:lnTo>
                <a:cubicBezTo>
                  <a:pt x="19591" y="96496"/>
                  <a:pt x="20180" y="98416"/>
                  <a:pt x="21692" y="99400"/>
                </a:cubicBezTo>
                <a:cubicBezTo>
                  <a:pt x="22328" y="99808"/>
                  <a:pt x="23036" y="100001"/>
                  <a:pt x="23744" y="100001"/>
                </a:cubicBezTo>
                <a:cubicBezTo>
                  <a:pt x="24741" y="100001"/>
                  <a:pt x="25725" y="99604"/>
                  <a:pt x="26457" y="98849"/>
                </a:cubicBezTo>
                <a:lnTo>
                  <a:pt x="83959" y="38846"/>
                </a:lnTo>
                <a:cubicBezTo>
                  <a:pt x="85003" y="37766"/>
                  <a:pt x="85292" y="36157"/>
                  <a:pt x="84703" y="3477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4" name="Красный — SVG 17">
            <a:extLst>
              <a:ext uri="{FF2B5EF4-FFF2-40B4-BE49-F238E27FC236}">
                <a16:creationId xmlns:a16="http://schemas.microsoft.com/office/drawing/2014/main" id="{24E52CAF-6B5A-C349-B1D3-C5654B7CFEF4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119009 w 124760"/>
              <a:gd name="csY0" fmla="*/ 1 h 153186"/>
              <a:gd name="csX1" fmla="*/ 115028 w 124760"/>
              <a:gd name="csY1" fmla="*/ 1719 h 153186"/>
              <a:gd name="csX2" fmla="*/ 113428 w 124760"/>
              <a:gd name="csY2" fmla="*/ 5751 h 153186"/>
              <a:gd name="csX3" fmla="*/ 108392 w 124760"/>
              <a:gd name="csY3" fmla="*/ 13729 h 153186"/>
              <a:gd name="csX4" fmla="*/ 96415 w 124760"/>
              <a:gd name="csY4" fmla="*/ 17098 h 153186"/>
              <a:gd name="csX5" fmla="*/ 94220 w 124760"/>
              <a:gd name="csY5" fmla="*/ 17506 h 153186"/>
              <a:gd name="csX6" fmla="*/ 92349 w 124760"/>
              <a:gd name="csY6" fmla="*/ 18731 h 153186"/>
              <a:gd name="csX7" fmla="*/ 91090 w 124760"/>
              <a:gd name="csY7" fmla="*/ 20568 h 153186"/>
              <a:gd name="csX8" fmla="*/ 90665 w 124760"/>
              <a:gd name="csY8" fmla="*/ 22762 h 153186"/>
              <a:gd name="csX9" fmla="*/ 91090 w 124760"/>
              <a:gd name="csY9" fmla="*/ 24956 h 153186"/>
              <a:gd name="csX10" fmla="*/ 92349 w 124760"/>
              <a:gd name="csY10" fmla="*/ 26794 h 153186"/>
              <a:gd name="csX11" fmla="*/ 94220 w 124760"/>
              <a:gd name="csY11" fmla="*/ 28019 h 153186"/>
              <a:gd name="csX12" fmla="*/ 96415 w 124760"/>
              <a:gd name="csY12" fmla="*/ 28427 h 153186"/>
              <a:gd name="csX13" fmla="*/ 114500 w 124760"/>
              <a:gd name="csY13" fmla="*/ 23289 h 153186"/>
              <a:gd name="csX14" fmla="*/ 124759 w 124760"/>
              <a:gd name="csY14" fmla="*/ 5751 h 153186"/>
              <a:gd name="csX15" fmla="*/ 124351 w 124760"/>
              <a:gd name="csY15" fmla="*/ 3540 h 153186"/>
              <a:gd name="csX16" fmla="*/ 123092 w 124760"/>
              <a:gd name="csY16" fmla="*/ 1651 h 153186"/>
              <a:gd name="csX17" fmla="*/ 121221 w 124760"/>
              <a:gd name="csY17" fmla="*/ 410 h 153186"/>
              <a:gd name="csX18" fmla="*/ 119009 w 124760"/>
              <a:gd name="csY18" fmla="*/ 1 h 153186"/>
              <a:gd name="csX19" fmla="*/ 90733 w 124760"/>
              <a:gd name="csY19" fmla="*/ 86 h 153186"/>
              <a:gd name="csX20" fmla="*/ 71031 w 124760"/>
              <a:gd name="csY20" fmla="*/ 5462 h 153186"/>
              <a:gd name="csX21" fmla="*/ 67934 w 124760"/>
              <a:gd name="csY21" fmla="*/ 8677 h 153186"/>
              <a:gd name="csX22" fmla="*/ 62167 w 124760"/>
              <a:gd name="csY22" fmla="*/ 8660 h 153186"/>
              <a:gd name="csX23" fmla="*/ 45970 w 124760"/>
              <a:gd name="csY23" fmla="*/ 20227 h 153186"/>
              <a:gd name="csX24" fmla="*/ 45375 w 124760"/>
              <a:gd name="csY24" fmla="*/ 22354 h 153186"/>
              <a:gd name="csX25" fmla="*/ 45664 w 124760"/>
              <a:gd name="csY25" fmla="*/ 24548 h 153186"/>
              <a:gd name="csX26" fmla="*/ 46753 w 124760"/>
              <a:gd name="csY26" fmla="*/ 26471 h 153186"/>
              <a:gd name="csX27" fmla="*/ 48505 w 124760"/>
              <a:gd name="csY27" fmla="*/ 27832 h 153186"/>
              <a:gd name="csX28" fmla="*/ 52827 w 124760"/>
              <a:gd name="csY28" fmla="*/ 28138 h 153186"/>
              <a:gd name="csX29" fmla="*/ 56110 w 124760"/>
              <a:gd name="csY29" fmla="*/ 25297 h 153186"/>
              <a:gd name="csX30" fmla="*/ 64021 w 124760"/>
              <a:gd name="csY30" fmla="*/ 19853 h 153186"/>
              <a:gd name="csX31" fmla="*/ 69789 w 124760"/>
              <a:gd name="csY31" fmla="*/ 19819 h 153186"/>
              <a:gd name="csX32" fmla="*/ 73736 w 124760"/>
              <a:gd name="csY32" fmla="*/ 19156 h 153186"/>
              <a:gd name="csX33" fmla="*/ 76271 w 124760"/>
              <a:gd name="csY33" fmla="*/ 16043 h 153186"/>
              <a:gd name="csX34" fmla="*/ 76322 w 124760"/>
              <a:gd name="csY34" fmla="*/ 16077 h 153186"/>
              <a:gd name="csX35" fmla="*/ 77836 w 124760"/>
              <a:gd name="csY35" fmla="*/ 14546 h 153186"/>
              <a:gd name="csX36" fmla="*/ 90733 w 124760"/>
              <a:gd name="csY36" fmla="*/ 11416 h 153186"/>
              <a:gd name="csX37" fmla="*/ 92927 w 124760"/>
              <a:gd name="csY37" fmla="*/ 11007 h 153186"/>
              <a:gd name="csX38" fmla="*/ 94799 w 124760"/>
              <a:gd name="csY38" fmla="*/ 9783 h 153186"/>
              <a:gd name="csX39" fmla="*/ 96058 w 124760"/>
              <a:gd name="csY39" fmla="*/ 7945 h 153186"/>
              <a:gd name="csX40" fmla="*/ 96483 w 124760"/>
              <a:gd name="csY40" fmla="*/ 5751 h 153186"/>
              <a:gd name="csX41" fmla="*/ 96058 w 124760"/>
              <a:gd name="csY41" fmla="*/ 3557 h 153186"/>
              <a:gd name="csX42" fmla="*/ 94799 w 124760"/>
              <a:gd name="csY42" fmla="*/ 1719 h 153186"/>
              <a:gd name="csX43" fmla="*/ 92927 w 124760"/>
              <a:gd name="csY43" fmla="*/ 495 h 153186"/>
              <a:gd name="csX44" fmla="*/ 90733 w 124760"/>
              <a:gd name="csY44" fmla="*/ 86 h 153186"/>
              <a:gd name="csX45" fmla="*/ 28361 w 124760"/>
              <a:gd name="csY45" fmla="*/ 39773 h 153186"/>
              <a:gd name="csX46" fmla="*/ 26166 w 124760"/>
              <a:gd name="csY46" fmla="*/ 40182 h 153186"/>
              <a:gd name="csX47" fmla="*/ 24295 w 124760"/>
              <a:gd name="csY47" fmla="*/ 41406 h 153186"/>
              <a:gd name="csX48" fmla="*/ 23036 w 124760"/>
              <a:gd name="csY48" fmla="*/ 43260 h 153186"/>
              <a:gd name="csX49" fmla="*/ 22611 w 124760"/>
              <a:gd name="csY49" fmla="*/ 45438 h 153186"/>
              <a:gd name="csX50" fmla="*/ 23036 w 124760"/>
              <a:gd name="csY50" fmla="*/ 47632 h 153186"/>
              <a:gd name="csX51" fmla="*/ 24295 w 124760"/>
              <a:gd name="csY51" fmla="*/ 49487 h 153186"/>
              <a:gd name="csX52" fmla="*/ 26166 w 124760"/>
              <a:gd name="csY52" fmla="*/ 50711 h 153186"/>
              <a:gd name="csX53" fmla="*/ 28361 w 124760"/>
              <a:gd name="csY53" fmla="*/ 51120 h 153186"/>
              <a:gd name="csX54" fmla="*/ 28361 w 124760"/>
              <a:gd name="csY54" fmla="*/ 62449 h 153186"/>
              <a:gd name="csX55" fmla="*/ 970 w 124760"/>
              <a:gd name="csY55" fmla="*/ 137281 h 153186"/>
              <a:gd name="csX56" fmla="*/ 0 w 124760"/>
              <a:gd name="csY56" fmla="*/ 141840 h 153186"/>
              <a:gd name="csX57" fmla="*/ 3318 w 124760"/>
              <a:gd name="csY57" fmla="*/ 149852 h 153186"/>
              <a:gd name="csX58" fmla="*/ 11348 w 124760"/>
              <a:gd name="csY58" fmla="*/ 153186 h 153186"/>
              <a:gd name="csX59" fmla="*/ 62388 w 124760"/>
              <a:gd name="csY59" fmla="*/ 153186 h 153186"/>
              <a:gd name="csX60" fmla="*/ 113428 w 124760"/>
              <a:gd name="csY60" fmla="*/ 153186 h 153186"/>
              <a:gd name="csX61" fmla="*/ 121442 w 124760"/>
              <a:gd name="csY61" fmla="*/ 149852 h 153186"/>
              <a:gd name="csX62" fmla="*/ 124759 w 124760"/>
              <a:gd name="csY62" fmla="*/ 141840 h 153186"/>
              <a:gd name="csX63" fmla="*/ 123790 w 124760"/>
              <a:gd name="csY63" fmla="*/ 137281 h 153186"/>
              <a:gd name="csX64" fmla="*/ 123807 w 124760"/>
              <a:gd name="csY64" fmla="*/ 137281 h 153186"/>
              <a:gd name="csX65" fmla="*/ 96415 w 124760"/>
              <a:gd name="csY65" fmla="*/ 62449 h 153186"/>
              <a:gd name="csX66" fmla="*/ 96415 w 124760"/>
              <a:gd name="csY66" fmla="*/ 51120 h 153186"/>
              <a:gd name="csX67" fmla="*/ 98610 w 124760"/>
              <a:gd name="csY67" fmla="*/ 50711 h 153186"/>
              <a:gd name="csX68" fmla="*/ 100464 w 124760"/>
              <a:gd name="csY68" fmla="*/ 49487 h 153186"/>
              <a:gd name="csX69" fmla="*/ 101723 w 124760"/>
              <a:gd name="csY69" fmla="*/ 47632 h 153186"/>
              <a:gd name="csX70" fmla="*/ 102166 w 124760"/>
              <a:gd name="csY70" fmla="*/ 45438 h 153186"/>
              <a:gd name="csX71" fmla="*/ 101723 w 124760"/>
              <a:gd name="csY71" fmla="*/ 43260 h 153186"/>
              <a:gd name="csX72" fmla="*/ 100464 w 124760"/>
              <a:gd name="csY72" fmla="*/ 41406 h 153186"/>
              <a:gd name="csX73" fmla="*/ 98610 w 124760"/>
              <a:gd name="csY73" fmla="*/ 40182 h 153186"/>
              <a:gd name="csX74" fmla="*/ 96415 w 124760"/>
              <a:gd name="csY74" fmla="*/ 39773 h 153186"/>
              <a:gd name="csX75" fmla="*/ 28361 w 124760"/>
              <a:gd name="csY75" fmla="*/ 39773 h 153186"/>
              <a:gd name="csX76" fmla="*/ 42993 w 124760"/>
              <a:gd name="csY76" fmla="*/ 79902 h 153186"/>
              <a:gd name="csX77" fmla="*/ 54460 w 124760"/>
              <a:gd name="csY77" fmla="*/ 99754 h 153186"/>
              <a:gd name="csX78" fmla="*/ 51414 w 124760"/>
              <a:gd name="csY78" fmla="*/ 104977 h 153186"/>
              <a:gd name="csX79" fmla="*/ 28497 w 124760"/>
              <a:gd name="csY79" fmla="*/ 104977 h 153186"/>
              <a:gd name="csX80" fmla="*/ 42993 w 124760"/>
              <a:gd name="csY80" fmla="*/ 79902 h 153186"/>
              <a:gd name="csX81" fmla="*/ 81784 w 124760"/>
              <a:gd name="csY81" fmla="*/ 79902 h 153186"/>
              <a:gd name="csX82" fmla="*/ 91838 w 124760"/>
              <a:gd name="csY82" fmla="*/ 90790 h 153186"/>
              <a:gd name="csX83" fmla="*/ 96262 w 124760"/>
              <a:gd name="csY83" fmla="*/ 104977 h 153186"/>
              <a:gd name="csX84" fmla="*/ 73311 w 124760"/>
              <a:gd name="csY84" fmla="*/ 104977 h 153186"/>
              <a:gd name="csX85" fmla="*/ 72205 w 124760"/>
              <a:gd name="csY85" fmla="*/ 102153 h 153186"/>
              <a:gd name="csX86" fmla="*/ 70300 w 124760"/>
              <a:gd name="csY86" fmla="*/ 99771 h 153186"/>
              <a:gd name="csX87" fmla="*/ 81784 w 124760"/>
              <a:gd name="csY87" fmla="*/ 79902 h 153186"/>
              <a:gd name="csX88" fmla="*/ 62388 w 124760"/>
              <a:gd name="csY88" fmla="*/ 102153 h 153186"/>
              <a:gd name="csX89" fmla="*/ 68054 w 124760"/>
              <a:gd name="csY89" fmla="*/ 107817 h 153186"/>
              <a:gd name="csX90" fmla="*/ 62388 w 124760"/>
              <a:gd name="csY90" fmla="*/ 113482 h 153186"/>
              <a:gd name="csX91" fmla="*/ 56706 w 124760"/>
              <a:gd name="csY91" fmla="*/ 107817 h 153186"/>
              <a:gd name="csX92" fmla="*/ 62388 w 124760"/>
              <a:gd name="csY92" fmla="*/ 102153 h 153186"/>
              <a:gd name="csX93" fmla="*/ 65399 w 124760"/>
              <a:gd name="csY93" fmla="*/ 118722 h 153186"/>
              <a:gd name="csX94" fmla="*/ 76866 w 124760"/>
              <a:gd name="csY94" fmla="*/ 138574 h 153186"/>
              <a:gd name="csX95" fmla="*/ 47893 w 124760"/>
              <a:gd name="csY95" fmla="*/ 138591 h 153186"/>
              <a:gd name="csX96" fmla="*/ 59360 w 124760"/>
              <a:gd name="csY96" fmla="*/ 118739 h 153186"/>
              <a:gd name="csX97" fmla="*/ 65399 w 124760"/>
              <a:gd name="csY97" fmla="*/ 118722 h 153186"/>
            </a:gdLst>
            <a:ahLst/>
            <a:cxnLst/>
            <a:rect l="l" t="t" r="r" b="b"/>
            <a:pathLst>
              <a:path w="100000" h="100000">
                <a:moveTo>
                  <a:pt x="86967" y="1"/>
                </a:moveTo>
                <a:cubicBezTo>
                  <a:pt x="85979" y="12"/>
                  <a:pt x="85046" y="423"/>
                  <a:pt x="84369" y="1122"/>
                </a:cubicBezTo>
                <a:cubicBezTo>
                  <a:pt x="83680" y="1822"/>
                  <a:pt x="83302" y="2777"/>
                  <a:pt x="83324" y="3754"/>
                </a:cubicBezTo>
                <a:cubicBezTo>
                  <a:pt x="83324" y="6053"/>
                  <a:pt x="82203" y="7574"/>
                  <a:pt x="80037" y="8962"/>
                </a:cubicBezTo>
                <a:cubicBezTo>
                  <a:pt x="77871" y="10340"/>
                  <a:pt x="74717" y="11162"/>
                  <a:pt x="72218" y="11162"/>
                </a:cubicBezTo>
                <a:cubicBezTo>
                  <a:pt x="71718" y="11150"/>
                  <a:pt x="71241" y="11239"/>
                  <a:pt x="70785" y="11428"/>
                </a:cubicBezTo>
                <a:cubicBezTo>
                  <a:pt x="70330" y="11605"/>
                  <a:pt x="69908" y="11883"/>
                  <a:pt x="69564" y="12228"/>
                </a:cubicBezTo>
                <a:cubicBezTo>
                  <a:pt x="69208" y="12572"/>
                  <a:pt x="68931" y="12982"/>
                  <a:pt x="68742" y="13427"/>
                </a:cubicBezTo>
                <a:cubicBezTo>
                  <a:pt x="68553" y="13882"/>
                  <a:pt x="68464" y="14371"/>
                  <a:pt x="68464" y="14859"/>
                </a:cubicBezTo>
                <a:cubicBezTo>
                  <a:pt x="68464" y="15348"/>
                  <a:pt x="68553" y="15836"/>
                  <a:pt x="68742" y="16291"/>
                </a:cubicBezTo>
                <a:cubicBezTo>
                  <a:pt x="68931" y="16736"/>
                  <a:pt x="69208" y="17146"/>
                  <a:pt x="69564" y="17491"/>
                </a:cubicBezTo>
                <a:cubicBezTo>
                  <a:pt x="69908" y="17835"/>
                  <a:pt x="70330" y="18113"/>
                  <a:pt x="70785" y="18291"/>
                </a:cubicBezTo>
                <a:cubicBezTo>
                  <a:pt x="71241" y="18479"/>
                  <a:pt x="71718" y="18568"/>
                  <a:pt x="72218" y="18557"/>
                </a:cubicBezTo>
                <a:cubicBezTo>
                  <a:pt x="76139" y="18557"/>
                  <a:pt x="80392" y="17524"/>
                  <a:pt x="84024" y="15203"/>
                </a:cubicBezTo>
                <a:cubicBezTo>
                  <a:pt x="87656" y="12882"/>
                  <a:pt x="90721" y="8851"/>
                  <a:pt x="90721" y="3754"/>
                </a:cubicBezTo>
                <a:cubicBezTo>
                  <a:pt x="90732" y="3254"/>
                  <a:pt x="90643" y="2766"/>
                  <a:pt x="90455" y="2311"/>
                </a:cubicBezTo>
                <a:cubicBezTo>
                  <a:pt x="90266" y="1844"/>
                  <a:pt x="89988" y="1434"/>
                  <a:pt x="89633" y="1078"/>
                </a:cubicBezTo>
                <a:cubicBezTo>
                  <a:pt x="89289" y="734"/>
                  <a:pt x="88866" y="456"/>
                  <a:pt x="88411" y="268"/>
                </a:cubicBezTo>
                <a:cubicBezTo>
                  <a:pt x="87956" y="90"/>
                  <a:pt x="87456" y="-10"/>
                  <a:pt x="86967" y="1"/>
                </a:cubicBezTo>
                <a:close/>
                <a:moveTo>
                  <a:pt x="68509" y="56"/>
                </a:moveTo>
                <a:cubicBezTo>
                  <a:pt x="62344" y="56"/>
                  <a:pt x="58213" y="1644"/>
                  <a:pt x="55647" y="3566"/>
                </a:cubicBezTo>
                <a:cubicBezTo>
                  <a:pt x="54692" y="4288"/>
                  <a:pt x="54159" y="4987"/>
                  <a:pt x="53626" y="5664"/>
                </a:cubicBezTo>
                <a:cubicBezTo>
                  <a:pt x="52438" y="5553"/>
                  <a:pt x="51915" y="5309"/>
                  <a:pt x="49861" y="5653"/>
                </a:cubicBezTo>
                <a:cubicBezTo>
                  <a:pt x="46351" y="6242"/>
                  <a:pt x="41742" y="8285"/>
                  <a:pt x="39288" y="13204"/>
                </a:cubicBezTo>
                <a:cubicBezTo>
                  <a:pt x="39066" y="13638"/>
                  <a:pt x="38944" y="14115"/>
                  <a:pt x="38899" y="14593"/>
                </a:cubicBezTo>
                <a:cubicBezTo>
                  <a:pt x="38866" y="15081"/>
                  <a:pt x="38932" y="15570"/>
                  <a:pt x="39088" y="16025"/>
                </a:cubicBezTo>
                <a:cubicBezTo>
                  <a:pt x="39243" y="16492"/>
                  <a:pt x="39476" y="16913"/>
                  <a:pt x="39799" y="17280"/>
                </a:cubicBezTo>
                <a:cubicBezTo>
                  <a:pt x="40121" y="17647"/>
                  <a:pt x="40510" y="17957"/>
                  <a:pt x="40942" y="18169"/>
                </a:cubicBezTo>
                <a:cubicBezTo>
                  <a:pt x="41820" y="18613"/>
                  <a:pt x="42841" y="18679"/>
                  <a:pt x="43764" y="18369"/>
                </a:cubicBezTo>
                <a:cubicBezTo>
                  <a:pt x="44697" y="18057"/>
                  <a:pt x="45474" y="17391"/>
                  <a:pt x="45907" y="16514"/>
                </a:cubicBezTo>
                <a:cubicBezTo>
                  <a:pt x="47151" y="14026"/>
                  <a:pt x="49017" y="13305"/>
                  <a:pt x="51071" y="12960"/>
                </a:cubicBezTo>
                <a:cubicBezTo>
                  <a:pt x="53126" y="12616"/>
                  <a:pt x="54837" y="12938"/>
                  <a:pt x="54837" y="12938"/>
                </a:cubicBezTo>
                <a:cubicBezTo>
                  <a:pt x="55714" y="13115"/>
                  <a:pt x="56636" y="12960"/>
                  <a:pt x="57413" y="12505"/>
                </a:cubicBezTo>
                <a:cubicBezTo>
                  <a:pt x="58191" y="12049"/>
                  <a:pt x="58780" y="11328"/>
                  <a:pt x="59068" y="10473"/>
                </a:cubicBezTo>
                <a:cubicBezTo>
                  <a:pt x="59068" y="10473"/>
                  <a:pt x="58957" y="10695"/>
                  <a:pt x="59101" y="10495"/>
                </a:cubicBezTo>
                <a:cubicBezTo>
                  <a:pt x="59235" y="10284"/>
                  <a:pt x="59524" y="9917"/>
                  <a:pt x="60090" y="9496"/>
                </a:cubicBezTo>
                <a:cubicBezTo>
                  <a:pt x="61234" y="8640"/>
                  <a:pt x="63577" y="7452"/>
                  <a:pt x="68509" y="7452"/>
                </a:cubicBezTo>
                <a:cubicBezTo>
                  <a:pt x="69008" y="7463"/>
                  <a:pt x="69486" y="7374"/>
                  <a:pt x="69941" y="7185"/>
                </a:cubicBezTo>
                <a:cubicBezTo>
                  <a:pt x="70397" y="7008"/>
                  <a:pt x="70818" y="6730"/>
                  <a:pt x="71163" y="6386"/>
                </a:cubicBezTo>
                <a:cubicBezTo>
                  <a:pt x="71518" y="6042"/>
                  <a:pt x="71796" y="5631"/>
                  <a:pt x="71985" y="5187"/>
                </a:cubicBezTo>
                <a:cubicBezTo>
                  <a:pt x="72174" y="4732"/>
                  <a:pt x="72262" y="4243"/>
                  <a:pt x="72262" y="3754"/>
                </a:cubicBezTo>
                <a:cubicBezTo>
                  <a:pt x="72262" y="3265"/>
                  <a:pt x="72174" y="2777"/>
                  <a:pt x="71985" y="2322"/>
                </a:cubicBezTo>
                <a:cubicBezTo>
                  <a:pt x="71796" y="1877"/>
                  <a:pt x="71518" y="1467"/>
                  <a:pt x="71163" y="1122"/>
                </a:cubicBezTo>
                <a:cubicBezTo>
                  <a:pt x="70818" y="778"/>
                  <a:pt x="70397" y="501"/>
                  <a:pt x="69941" y="323"/>
                </a:cubicBezTo>
                <a:cubicBezTo>
                  <a:pt x="69486" y="134"/>
                  <a:pt x="69008" y="45"/>
                  <a:pt x="68509" y="56"/>
                </a:cubicBezTo>
                <a:close/>
                <a:moveTo>
                  <a:pt x="27792" y="25964"/>
                </a:moveTo>
                <a:cubicBezTo>
                  <a:pt x="27293" y="25953"/>
                  <a:pt x="26815" y="26042"/>
                  <a:pt x="26359" y="26231"/>
                </a:cubicBezTo>
                <a:cubicBezTo>
                  <a:pt x="25904" y="26408"/>
                  <a:pt x="25483" y="26686"/>
                  <a:pt x="25138" y="27030"/>
                </a:cubicBezTo>
                <a:cubicBezTo>
                  <a:pt x="24783" y="27374"/>
                  <a:pt x="24505" y="27785"/>
                  <a:pt x="24316" y="28240"/>
                </a:cubicBezTo>
                <a:cubicBezTo>
                  <a:pt x="24128" y="28685"/>
                  <a:pt x="24039" y="29173"/>
                  <a:pt x="24039" y="29662"/>
                </a:cubicBezTo>
                <a:cubicBezTo>
                  <a:pt x="24039" y="30150"/>
                  <a:pt x="24128" y="30639"/>
                  <a:pt x="24316" y="31094"/>
                </a:cubicBezTo>
                <a:cubicBezTo>
                  <a:pt x="24505" y="31550"/>
                  <a:pt x="24783" y="31960"/>
                  <a:pt x="25138" y="32305"/>
                </a:cubicBezTo>
                <a:cubicBezTo>
                  <a:pt x="25483" y="32649"/>
                  <a:pt x="25904" y="32916"/>
                  <a:pt x="26359" y="33104"/>
                </a:cubicBezTo>
                <a:cubicBezTo>
                  <a:pt x="26815" y="33282"/>
                  <a:pt x="27293" y="33371"/>
                  <a:pt x="27792" y="33371"/>
                </a:cubicBezTo>
                <a:lnTo>
                  <a:pt x="27792" y="40767"/>
                </a:lnTo>
                <a:lnTo>
                  <a:pt x="9911" y="89617"/>
                </a:lnTo>
                <a:cubicBezTo>
                  <a:pt x="9489" y="90550"/>
                  <a:pt x="9278" y="91572"/>
                  <a:pt x="9278" y="92593"/>
                </a:cubicBezTo>
                <a:cubicBezTo>
                  <a:pt x="9278" y="94559"/>
                  <a:pt x="10056" y="96436"/>
                  <a:pt x="11444" y="97824"/>
                </a:cubicBezTo>
                <a:cubicBezTo>
                  <a:pt x="12832" y="99212"/>
                  <a:pt x="14720" y="100000"/>
                  <a:pt x="16686" y="100000"/>
                </a:cubicBezTo>
                <a:lnTo>
                  <a:pt x="50005" y="100000"/>
                </a:lnTo>
                <a:lnTo>
                  <a:pt x="83324" y="100000"/>
                </a:lnTo>
                <a:cubicBezTo>
                  <a:pt x="85279" y="100000"/>
                  <a:pt x="87167" y="99212"/>
                  <a:pt x="88556" y="97824"/>
                </a:cubicBezTo>
                <a:cubicBezTo>
                  <a:pt x="89944" y="96436"/>
                  <a:pt x="90721" y="94559"/>
                  <a:pt x="90721" y="92593"/>
                </a:cubicBezTo>
                <a:cubicBezTo>
                  <a:pt x="90721" y="91572"/>
                  <a:pt x="90499" y="90561"/>
                  <a:pt x="90089" y="89617"/>
                </a:cubicBezTo>
                <a:lnTo>
                  <a:pt x="90100" y="89617"/>
                </a:lnTo>
                <a:lnTo>
                  <a:pt x="72218" y="40767"/>
                </a:lnTo>
                <a:lnTo>
                  <a:pt x="72218" y="33371"/>
                </a:lnTo>
                <a:cubicBezTo>
                  <a:pt x="72707" y="33371"/>
                  <a:pt x="73195" y="33282"/>
                  <a:pt x="73651" y="33104"/>
                </a:cubicBezTo>
                <a:cubicBezTo>
                  <a:pt x="74106" y="32916"/>
                  <a:pt x="74517" y="32649"/>
                  <a:pt x="74861" y="32305"/>
                </a:cubicBezTo>
                <a:cubicBezTo>
                  <a:pt x="75217" y="31960"/>
                  <a:pt x="75494" y="31550"/>
                  <a:pt x="75683" y="31094"/>
                </a:cubicBezTo>
                <a:cubicBezTo>
                  <a:pt x="75872" y="30639"/>
                  <a:pt x="75972" y="30150"/>
                  <a:pt x="75972" y="29662"/>
                </a:cubicBezTo>
                <a:cubicBezTo>
                  <a:pt x="75972" y="29173"/>
                  <a:pt x="75872" y="28685"/>
                  <a:pt x="75683" y="28240"/>
                </a:cubicBezTo>
                <a:cubicBezTo>
                  <a:pt x="75494" y="27785"/>
                  <a:pt x="75217" y="27374"/>
                  <a:pt x="74861" y="27030"/>
                </a:cubicBezTo>
                <a:cubicBezTo>
                  <a:pt x="74517" y="26686"/>
                  <a:pt x="74106" y="26408"/>
                  <a:pt x="73651" y="26231"/>
                </a:cubicBezTo>
                <a:cubicBezTo>
                  <a:pt x="73195" y="26042"/>
                  <a:pt x="72707" y="25953"/>
                  <a:pt x="72218" y="25964"/>
                </a:cubicBezTo>
                <a:lnTo>
                  <a:pt x="27792" y="25964"/>
                </a:lnTo>
                <a:close/>
                <a:moveTo>
                  <a:pt x="37344" y="52160"/>
                </a:moveTo>
                <a:lnTo>
                  <a:pt x="44830" y="65120"/>
                </a:lnTo>
                <a:cubicBezTo>
                  <a:pt x="43864" y="66075"/>
                  <a:pt x="43175" y="67252"/>
                  <a:pt x="42841" y="68529"/>
                </a:cubicBezTo>
                <a:lnTo>
                  <a:pt x="27881" y="68529"/>
                </a:lnTo>
                <a:cubicBezTo>
                  <a:pt x="28414" y="62110"/>
                  <a:pt x="31746" y="56036"/>
                  <a:pt x="37344" y="52160"/>
                </a:cubicBezTo>
                <a:close/>
                <a:moveTo>
                  <a:pt x="62667" y="52160"/>
                </a:moveTo>
                <a:cubicBezTo>
                  <a:pt x="65276" y="53970"/>
                  <a:pt x="67542" y="56336"/>
                  <a:pt x="69230" y="59268"/>
                </a:cubicBezTo>
                <a:cubicBezTo>
                  <a:pt x="70929" y="62200"/>
                  <a:pt x="71852" y="65364"/>
                  <a:pt x="72118" y="68529"/>
                </a:cubicBezTo>
                <a:lnTo>
                  <a:pt x="57136" y="68529"/>
                </a:lnTo>
                <a:cubicBezTo>
                  <a:pt x="56980" y="67896"/>
                  <a:pt x="56758" y="67274"/>
                  <a:pt x="56414" y="66686"/>
                </a:cubicBezTo>
                <a:cubicBezTo>
                  <a:pt x="56069" y="66086"/>
                  <a:pt x="55636" y="65586"/>
                  <a:pt x="55170" y="65131"/>
                </a:cubicBezTo>
                <a:lnTo>
                  <a:pt x="62667" y="52160"/>
                </a:lnTo>
                <a:close/>
                <a:moveTo>
                  <a:pt x="50005" y="66686"/>
                </a:moveTo>
                <a:cubicBezTo>
                  <a:pt x="52049" y="66686"/>
                  <a:pt x="53704" y="68340"/>
                  <a:pt x="53704" y="70383"/>
                </a:cubicBezTo>
                <a:cubicBezTo>
                  <a:pt x="53704" y="72427"/>
                  <a:pt x="52049" y="74081"/>
                  <a:pt x="50005" y="74081"/>
                </a:cubicBezTo>
                <a:cubicBezTo>
                  <a:pt x="47962" y="74081"/>
                  <a:pt x="46296" y="72427"/>
                  <a:pt x="46296" y="70383"/>
                </a:cubicBezTo>
                <a:cubicBezTo>
                  <a:pt x="46296" y="68340"/>
                  <a:pt x="47962" y="66686"/>
                  <a:pt x="50005" y="66686"/>
                </a:cubicBezTo>
                <a:close/>
                <a:moveTo>
                  <a:pt x="51971" y="77502"/>
                </a:moveTo>
                <a:lnTo>
                  <a:pt x="59456" y="90461"/>
                </a:lnTo>
                <a:cubicBezTo>
                  <a:pt x="53304" y="93371"/>
                  <a:pt x="46374" y="93204"/>
                  <a:pt x="40543" y="90472"/>
                </a:cubicBezTo>
                <a:lnTo>
                  <a:pt x="48029" y="77513"/>
                </a:lnTo>
                <a:cubicBezTo>
                  <a:pt x="49305" y="77868"/>
                  <a:pt x="50650" y="77857"/>
                  <a:pt x="51971" y="7750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5" name="Красный — SVG 18">
            <a:extLst>
              <a:ext uri="{FF2B5EF4-FFF2-40B4-BE49-F238E27FC236}">
                <a16:creationId xmlns:a16="http://schemas.microsoft.com/office/drawing/2014/main" id="{68AE2359-27F8-2C47-A23D-253B5D7F6AC8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5393 w 127751"/>
              <a:gd name="csY0" fmla="*/ 1 h 134678"/>
              <a:gd name="csX1" fmla="*/ 3335 w 127751"/>
              <a:gd name="csY1" fmla="*/ 393 h 134678"/>
              <a:gd name="csX2" fmla="*/ 1584 w 127751"/>
              <a:gd name="csY2" fmla="*/ 1532 h 134678"/>
              <a:gd name="csX3" fmla="*/ 412 w 127751"/>
              <a:gd name="csY3" fmla="*/ 3267 h 134678"/>
              <a:gd name="csX4" fmla="*/ 0 w 127751"/>
              <a:gd name="csY4" fmla="*/ 5326 h 134678"/>
              <a:gd name="csX5" fmla="*/ 412 w 127751"/>
              <a:gd name="csY5" fmla="*/ 7367 h 134678"/>
              <a:gd name="csX6" fmla="*/ 1584 w 127751"/>
              <a:gd name="csY6" fmla="*/ 9103 h 134678"/>
              <a:gd name="csX7" fmla="*/ 3335 w 127751"/>
              <a:gd name="csY7" fmla="*/ 10259 h 134678"/>
              <a:gd name="csX8" fmla="*/ 5393 w 127751"/>
              <a:gd name="csY8" fmla="*/ 10633 h 134678"/>
              <a:gd name="csX9" fmla="*/ 10710 w 127751"/>
              <a:gd name="csY9" fmla="*/ 10633 h 134678"/>
              <a:gd name="csX10" fmla="*/ 10710 w 127751"/>
              <a:gd name="csY10" fmla="*/ 60255 h 134678"/>
              <a:gd name="csX11" fmla="*/ 5393 w 127751"/>
              <a:gd name="csY11" fmla="*/ 60255 h 134678"/>
              <a:gd name="csX12" fmla="*/ 3335 w 127751"/>
              <a:gd name="csY12" fmla="*/ 60629 h 134678"/>
              <a:gd name="csX13" fmla="*/ 1584 w 127751"/>
              <a:gd name="csY13" fmla="*/ 61786 h 134678"/>
              <a:gd name="csX14" fmla="*/ 412 w 127751"/>
              <a:gd name="csY14" fmla="*/ 63521 h 134678"/>
              <a:gd name="csX15" fmla="*/ 0 w 127751"/>
              <a:gd name="csY15" fmla="*/ 65562 h 134678"/>
              <a:gd name="csX16" fmla="*/ 412 w 127751"/>
              <a:gd name="csY16" fmla="*/ 67621 h 134678"/>
              <a:gd name="csX17" fmla="*/ 1584 w 127751"/>
              <a:gd name="csY17" fmla="*/ 69356 h 134678"/>
              <a:gd name="csX18" fmla="*/ 3335 w 127751"/>
              <a:gd name="csY18" fmla="*/ 70495 h 134678"/>
              <a:gd name="csX19" fmla="*/ 5393 w 127751"/>
              <a:gd name="csY19" fmla="*/ 70887 h 134678"/>
              <a:gd name="csX20" fmla="*/ 10710 w 127751"/>
              <a:gd name="csY20" fmla="*/ 70887 h 134678"/>
              <a:gd name="csX21" fmla="*/ 10710 w 127751"/>
              <a:gd name="csY21" fmla="*/ 124046 h 134678"/>
              <a:gd name="csX22" fmla="*/ 5393 w 127751"/>
              <a:gd name="csY22" fmla="*/ 124046 h 134678"/>
              <a:gd name="csX23" fmla="*/ 3335 w 127751"/>
              <a:gd name="csY23" fmla="*/ 124420 h 134678"/>
              <a:gd name="csX24" fmla="*/ 1584 w 127751"/>
              <a:gd name="csY24" fmla="*/ 125578 h 134678"/>
              <a:gd name="csX25" fmla="*/ 412 w 127751"/>
              <a:gd name="csY25" fmla="*/ 127313 h 134678"/>
              <a:gd name="csX26" fmla="*/ 0 w 127751"/>
              <a:gd name="csY26" fmla="*/ 129354 h 134678"/>
              <a:gd name="csX27" fmla="*/ 412 w 127751"/>
              <a:gd name="csY27" fmla="*/ 131412 h 134678"/>
              <a:gd name="csX28" fmla="*/ 1584 w 127751"/>
              <a:gd name="csY28" fmla="*/ 133147 h 134678"/>
              <a:gd name="csX29" fmla="*/ 3335 w 127751"/>
              <a:gd name="csY29" fmla="*/ 134287 h 134678"/>
              <a:gd name="csX30" fmla="*/ 5393 w 127751"/>
              <a:gd name="csY30" fmla="*/ 134678 h 134678"/>
              <a:gd name="csX31" fmla="*/ 10710 w 127751"/>
              <a:gd name="csY31" fmla="*/ 134678 h 134678"/>
              <a:gd name="csX32" fmla="*/ 117044 w 127751"/>
              <a:gd name="csY32" fmla="*/ 134678 h 134678"/>
              <a:gd name="csX33" fmla="*/ 122360 w 127751"/>
              <a:gd name="csY33" fmla="*/ 134678 h 134678"/>
              <a:gd name="csX34" fmla="*/ 124417 w 127751"/>
              <a:gd name="csY34" fmla="*/ 134287 h 134678"/>
              <a:gd name="csX35" fmla="*/ 126168 w 127751"/>
              <a:gd name="csY35" fmla="*/ 133147 h 134678"/>
              <a:gd name="csX36" fmla="*/ 127340 w 127751"/>
              <a:gd name="csY36" fmla="*/ 131412 h 134678"/>
              <a:gd name="csX37" fmla="*/ 127752 w 127751"/>
              <a:gd name="csY37" fmla="*/ 129354 h 134678"/>
              <a:gd name="csX38" fmla="*/ 127340 w 127751"/>
              <a:gd name="csY38" fmla="*/ 127313 h 134678"/>
              <a:gd name="csX39" fmla="*/ 126168 w 127751"/>
              <a:gd name="csY39" fmla="*/ 125578 h 134678"/>
              <a:gd name="csX40" fmla="*/ 124417 w 127751"/>
              <a:gd name="csY40" fmla="*/ 124420 h 134678"/>
              <a:gd name="csX41" fmla="*/ 122360 w 127751"/>
              <a:gd name="csY41" fmla="*/ 124046 h 134678"/>
              <a:gd name="csX42" fmla="*/ 117044 w 127751"/>
              <a:gd name="csY42" fmla="*/ 124046 h 134678"/>
              <a:gd name="csX43" fmla="*/ 117044 w 127751"/>
              <a:gd name="csY43" fmla="*/ 70887 h 134678"/>
              <a:gd name="csX44" fmla="*/ 122360 w 127751"/>
              <a:gd name="csY44" fmla="*/ 70887 h 134678"/>
              <a:gd name="csX45" fmla="*/ 124417 w 127751"/>
              <a:gd name="csY45" fmla="*/ 70495 h 134678"/>
              <a:gd name="csX46" fmla="*/ 126168 w 127751"/>
              <a:gd name="csY46" fmla="*/ 69356 h 134678"/>
              <a:gd name="csX47" fmla="*/ 127340 w 127751"/>
              <a:gd name="csY47" fmla="*/ 67621 h 134678"/>
              <a:gd name="csX48" fmla="*/ 127752 w 127751"/>
              <a:gd name="csY48" fmla="*/ 65562 h 134678"/>
              <a:gd name="csX49" fmla="*/ 127340 w 127751"/>
              <a:gd name="csY49" fmla="*/ 63521 h 134678"/>
              <a:gd name="csX50" fmla="*/ 126168 w 127751"/>
              <a:gd name="csY50" fmla="*/ 61786 h 134678"/>
              <a:gd name="csX51" fmla="*/ 124417 w 127751"/>
              <a:gd name="csY51" fmla="*/ 60629 h 134678"/>
              <a:gd name="csX52" fmla="*/ 122360 w 127751"/>
              <a:gd name="csY52" fmla="*/ 60255 h 134678"/>
              <a:gd name="csX53" fmla="*/ 117044 w 127751"/>
              <a:gd name="csY53" fmla="*/ 60255 h 134678"/>
              <a:gd name="csX54" fmla="*/ 117044 w 127751"/>
              <a:gd name="csY54" fmla="*/ 10633 h 134678"/>
              <a:gd name="csX55" fmla="*/ 122360 w 127751"/>
              <a:gd name="csY55" fmla="*/ 10633 h 134678"/>
              <a:gd name="csX56" fmla="*/ 124417 w 127751"/>
              <a:gd name="csY56" fmla="*/ 10259 h 134678"/>
              <a:gd name="csX57" fmla="*/ 126168 w 127751"/>
              <a:gd name="csY57" fmla="*/ 9103 h 134678"/>
              <a:gd name="csX58" fmla="*/ 127340 w 127751"/>
              <a:gd name="csY58" fmla="*/ 7367 h 134678"/>
              <a:gd name="csX59" fmla="*/ 127752 w 127751"/>
              <a:gd name="csY59" fmla="*/ 5326 h 134678"/>
              <a:gd name="csX60" fmla="*/ 127340 w 127751"/>
              <a:gd name="csY60" fmla="*/ 3267 h 134678"/>
              <a:gd name="csX61" fmla="*/ 126168 w 127751"/>
              <a:gd name="csY61" fmla="*/ 1532 h 134678"/>
              <a:gd name="csX62" fmla="*/ 124417 w 127751"/>
              <a:gd name="csY62" fmla="*/ 393 h 134678"/>
              <a:gd name="csX63" fmla="*/ 122360 w 127751"/>
              <a:gd name="csY63" fmla="*/ 1 h 134678"/>
              <a:gd name="csX64" fmla="*/ 117044 w 127751"/>
              <a:gd name="csY64" fmla="*/ 1 h 134678"/>
              <a:gd name="csX65" fmla="*/ 10710 w 127751"/>
              <a:gd name="csY65" fmla="*/ 1 h 134678"/>
              <a:gd name="csX66" fmla="*/ 5393 w 127751"/>
              <a:gd name="csY66" fmla="*/ 1 h 134678"/>
              <a:gd name="csX67" fmla="*/ 63668 w 127751"/>
              <a:gd name="csY67" fmla="*/ 39076 h 134678"/>
              <a:gd name="csX68" fmla="*/ 66405 w 127751"/>
              <a:gd name="csY68" fmla="*/ 39637 h 134678"/>
              <a:gd name="csX69" fmla="*/ 68556 w 127751"/>
              <a:gd name="csY69" fmla="*/ 41424 h 134678"/>
              <a:gd name="csX70" fmla="*/ 85144 w 127751"/>
              <a:gd name="csY70" fmla="*/ 74425 h 134678"/>
              <a:gd name="csX71" fmla="*/ 78913 w 127751"/>
              <a:gd name="csY71" fmla="*/ 89463 h 134678"/>
              <a:gd name="csX72" fmla="*/ 63877 w 127751"/>
              <a:gd name="csY72" fmla="*/ 95689 h 134678"/>
              <a:gd name="csX73" fmla="*/ 48839 w 127751"/>
              <a:gd name="csY73" fmla="*/ 89463 h 134678"/>
              <a:gd name="csX74" fmla="*/ 42610 w 127751"/>
              <a:gd name="csY74" fmla="*/ 74425 h 134678"/>
              <a:gd name="csX75" fmla="*/ 59196 w 127751"/>
              <a:gd name="csY75" fmla="*/ 41424 h 134678"/>
              <a:gd name="csX76" fmla="*/ 61162 w 127751"/>
              <a:gd name="csY76" fmla="*/ 39740 h 134678"/>
              <a:gd name="csX77" fmla="*/ 63668 w 127751"/>
              <a:gd name="csY77" fmla="*/ 39076 h 134678"/>
            </a:gdLst>
            <a:ahLst/>
            <a:cxnLst/>
            <a:rect l="l" t="t" r="r" b="b"/>
            <a:pathLst>
              <a:path w="100000" h="100000">
                <a:moveTo>
                  <a:pt x="6576" y="1"/>
                </a:moveTo>
                <a:cubicBezTo>
                  <a:pt x="6052" y="-12"/>
                  <a:pt x="5533" y="90"/>
                  <a:pt x="5048" y="292"/>
                </a:cubicBezTo>
                <a:cubicBezTo>
                  <a:pt x="4562" y="481"/>
                  <a:pt x="4121" y="771"/>
                  <a:pt x="3748" y="1138"/>
                </a:cubicBezTo>
                <a:cubicBezTo>
                  <a:pt x="3375" y="1504"/>
                  <a:pt x="3080" y="1946"/>
                  <a:pt x="2878" y="2426"/>
                </a:cubicBezTo>
                <a:cubicBezTo>
                  <a:pt x="2676" y="2906"/>
                  <a:pt x="2572" y="3424"/>
                  <a:pt x="2572" y="3955"/>
                </a:cubicBezTo>
                <a:cubicBezTo>
                  <a:pt x="2572" y="4472"/>
                  <a:pt x="2676" y="4990"/>
                  <a:pt x="2878" y="5470"/>
                </a:cubicBezTo>
                <a:cubicBezTo>
                  <a:pt x="3080" y="5950"/>
                  <a:pt x="3375" y="6392"/>
                  <a:pt x="3748" y="6759"/>
                </a:cubicBezTo>
                <a:cubicBezTo>
                  <a:pt x="4121" y="7125"/>
                  <a:pt x="4562" y="7415"/>
                  <a:pt x="5048" y="7617"/>
                </a:cubicBezTo>
                <a:cubicBezTo>
                  <a:pt x="5533" y="7807"/>
                  <a:pt x="6052" y="7908"/>
                  <a:pt x="6576" y="7895"/>
                </a:cubicBezTo>
                <a:lnTo>
                  <a:pt x="10524" y="7895"/>
                </a:lnTo>
                <a:lnTo>
                  <a:pt x="10524" y="44740"/>
                </a:lnTo>
                <a:lnTo>
                  <a:pt x="6576" y="44740"/>
                </a:lnTo>
                <a:cubicBezTo>
                  <a:pt x="6052" y="44727"/>
                  <a:pt x="5533" y="44828"/>
                  <a:pt x="5048" y="45018"/>
                </a:cubicBezTo>
                <a:cubicBezTo>
                  <a:pt x="4562" y="45220"/>
                  <a:pt x="4121" y="45510"/>
                  <a:pt x="3748" y="45877"/>
                </a:cubicBezTo>
                <a:cubicBezTo>
                  <a:pt x="3375" y="46243"/>
                  <a:pt x="3080" y="46672"/>
                  <a:pt x="2878" y="47165"/>
                </a:cubicBezTo>
                <a:cubicBezTo>
                  <a:pt x="2676" y="47645"/>
                  <a:pt x="2572" y="48163"/>
                  <a:pt x="2572" y="48681"/>
                </a:cubicBezTo>
                <a:cubicBezTo>
                  <a:pt x="2572" y="49211"/>
                  <a:pt x="2676" y="49729"/>
                  <a:pt x="2878" y="50209"/>
                </a:cubicBezTo>
                <a:cubicBezTo>
                  <a:pt x="3080" y="50689"/>
                  <a:pt x="3375" y="51131"/>
                  <a:pt x="3748" y="51498"/>
                </a:cubicBezTo>
                <a:cubicBezTo>
                  <a:pt x="4121" y="51864"/>
                  <a:pt x="4562" y="52154"/>
                  <a:pt x="5048" y="52343"/>
                </a:cubicBezTo>
                <a:cubicBezTo>
                  <a:pt x="5533" y="52546"/>
                  <a:pt x="6052" y="52634"/>
                  <a:pt x="6576" y="52634"/>
                </a:cubicBezTo>
                <a:lnTo>
                  <a:pt x="10524" y="52634"/>
                </a:lnTo>
                <a:lnTo>
                  <a:pt x="10524" y="92106"/>
                </a:lnTo>
                <a:lnTo>
                  <a:pt x="6576" y="92106"/>
                </a:lnTo>
                <a:cubicBezTo>
                  <a:pt x="6052" y="92093"/>
                  <a:pt x="5533" y="92194"/>
                  <a:pt x="5048" y="92383"/>
                </a:cubicBezTo>
                <a:cubicBezTo>
                  <a:pt x="4562" y="92586"/>
                  <a:pt x="4121" y="92876"/>
                  <a:pt x="3748" y="93243"/>
                </a:cubicBezTo>
                <a:cubicBezTo>
                  <a:pt x="3375" y="93609"/>
                  <a:pt x="3080" y="94038"/>
                  <a:pt x="2878" y="94531"/>
                </a:cubicBezTo>
                <a:cubicBezTo>
                  <a:pt x="2676" y="95011"/>
                  <a:pt x="2572" y="95529"/>
                  <a:pt x="2572" y="96047"/>
                </a:cubicBezTo>
                <a:cubicBezTo>
                  <a:pt x="2572" y="96577"/>
                  <a:pt x="2676" y="97095"/>
                  <a:pt x="2878" y="97575"/>
                </a:cubicBezTo>
                <a:cubicBezTo>
                  <a:pt x="3080" y="98055"/>
                  <a:pt x="3375" y="98497"/>
                  <a:pt x="3748" y="98863"/>
                </a:cubicBezTo>
                <a:cubicBezTo>
                  <a:pt x="4121" y="99230"/>
                  <a:pt x="4562" y="99520"/>
                  <a:pt x="5048" y="99710"/>
                </a:cubicBezTo>
                <a:cubicBezTo>
                  <a:pt x="5533" y="99912"/>
                  <a:pt x="6052" y="100000"/>
                  <a:pt x="6576" y="100000"/>
                </a:cubicBezTo>
                <a:lnTo>
                  <a:pt x="10524" y="100000"/>
                </a:lnTo>
                <a:lnTo>
                  <a:pt x="89478" y="100000"/>
                </a:lnTo>
                <a:lnTo>
                  <a:pt x="93425" y="100000"/>
                </a:lnTo>
                <a:cubicBezTo>
                  <a:pt x="93949" y="100000"/>
                  <a:pt x="94468" y="99912"/>
                  <a:pt x="94953" y="99710"/>
                </a:cubicBezTo>
                <a:cubicBezTo>
                  <a:pt x="95438" y="99520"/>
                  <a:pt x="95880" y="99230"/>
                  <a:pt x="96253" y="98863"/>
                </a:cubicBezTo>
                <a:cubicBezTo>
                  <a:pt x="96626" y="98497"/>
                  <a:pt x="96921" y="98055"/>
                  <a:pt x="97123" y="97575"/>
                </a:cubicBezTo>
                <a:cubicBezTo>
                  <a:pt x="97326" y="97095"/>
                  <a:pt x="97429" y="96577"/>
                  <a:pt x="97429" y="96047"/>
                </a:cubicBezTo>
                <a:cubicBezTo>
                  <a:pt x="97429" y="95529"/>
                  <a:pt x="97326" y="95011"/>
                  <a:pt x="97123" y="94531"/>
                </a:cubicBezTo>
                <a:cubicBezTo>
                  <a:pt x="96921" y="94038"/>
                  <a:pt x="96626" y="93609"/>
                  <a:pt x="96253" y="93243"/>
                </a:cubicBezTo>
                <a:cubicBezTo>
                  <a:pt x="95880" y="92876"/>
                  <a:pt x="95438" y="92586"/>
                  <a:pt x="94953" y="92383"/>
                </a:cubicBezTo>
                <a:cubicBezTo>
                  <a:pt x="94468" y="92194"/>
                  <a:pt x="93949" y="92093"/>
                  <a:pt x="93425" y="92106"/>
                </a:cubicBezTo>
                <a:lnTo>
                  <a:pt x="89478" y="92106"/>
                </a:lnTo>
                <a:lnTo>
                  <a:pt x="89478" y="52634"/>
                </a:lnTo>
                <a:lnTo>
                  <a:pt x="93425" y="52634"/>
                </a:lnTo>
                <a:cubicBezTo>
                  <a:pt x="93949" y="52634"/>
                  <a:pt x="94468" y="52546"/>
                  <a:pt x="94953" y="52343"/>
                </a:cubicBezTo>
                <a:cubicBezTo>
                  <a:pt x="95438" y="52154"/>
                  <a:pt x="95880" y="51864"/>
                  <a:pt x="96253" y="51498"/>
                </a:cubicBezTo>
                <a:cubicBezTo>
                  <a:pt x="96626" y="51131"/>
                  <a:pt x="96921" y="50689"/>
                  <a:pt x="97123" y="50209"/>
                </a:cubicBezTo>
                <a:cubicBezTo>
                  <a:pt x="97326" y="49729"/>
                  <a:pt x="97429" y="49211"/>
                  <a:pt x="97429" y="48681"/>
                </a:cubicBezTo>
                <a:cubicBezTo>
                  <a:pt x="97429" y="48163"/>
                  <a:pt x="97326" y="47645"/>
                  <a:pt x="97123" y="47165"/>
                </a:cubicBezTo>
                <a:cubicBezTo>
                  <a:pt x="96921" y="46672"/>
                  <a:pt x="96626" y="46243"/>
                  <a:pt x="96253" y="45877"/>
                </a:cubicBezTo>
                <a:cubicBezTo>
                  <a:pt x="95880" y="45510"/>
                  <a:pt x="95438" y="45220"/>
                  <a:pt x="94953" y="45018"/>
                </a:cubicBezTo>
                <a:cubicBezTo>
                  <a:pt x="94468" y="44828"/>
                  <a:pt x="93949" y="44727"/>
                  <a:pt x="93425" y="44740"/>
                </a:cubicBezTo>
                <a:lnTo>
                  <a:pt x="89478" y="44740"/>
                </a:lnTo>
                <a:lnTo>
                  <a:pt x="89478" y="7895"/>
                </a:lnTo>
                <a:lnTo>
                  <a:pt x="93425" y="7895"/>
                </a:lnTo>
                <a:cubicBezTo>
                  <a:pt x="93949" y="7908"/>
                  <a:pt x="94468" y="7807"/>
                  <a:pt x="94953" y="7617"/>
                </a:cubicBezTo>
                <a:cubicBezTo>
                  <a:pt x="95438" y="7415"/>
                  <a:pt x="95880" y="7125"/>
                  <a:pt x="96253" y="6759"/>
                </a:cubicBezTo>
                <a:cubicBezTo>
                  <a:pt x="96626" y="6392"/>
                  <a:pt x="96921" y="5950"/>
                  <a:pt x="97123" y="5470"/>
                </a:cubicBezTo>
                <a:cubicBezTo>
                  <a:pt x="97326" y="4990"/>
                  <a:pt x="97429" y="4472"/>
                  <a:pt x="97429" y="3955"/>
                </a:cubicBezTo>
                <a:cubicBezTo>
                  <a:pt x="97429" y="3424"/>
                  <a:pt x="97326" y="2906"/>
                  <a:pt x="97123" y="2426"/>
                </a:cubicBezTo>
                <a:cubicBezTo>
                  <a:pt x="96921" y="1946"/>
                  <a:pt x="96626" y="1504"/>
                  <a:pt x="96253" y="1138"/>
                </a:cubicBezTo>
                <a:cubicBezTo>
                  <a:pt x="95880" y="771"/>
                  <a:pt x="95438" y="481"/>
                  <a:pt x="94953" y="292"/>
                </a:cubicBezTo>
                <a:cubicBezTo>
                  <a:pt x="94468" y="90"/>
                  <a:pt x="93949" y="-12"/>
                  <a:pt x="93425" y="1"/>
                </a:cubicBezTo>
                <a:lnTo>
                  <a:pt x="89478" y="1"/>
                </a:lnTo>
                <a:lnTo>
                  <a:pt x="10524" y="1"/>
                </a:lnTo>
                <a:lnTo>
                  <a:pt x="6576" y="1"/>
                </a:lnTo>
                <a:close/>
                <a:moveTo>
                  <a:pt x="49846" y="29014"/>
                </a:moveTo>
                <a:cubicBezTo>
                  <a:pt x="50548" y="28989"/>
                  <a:pt x="51246" y="29128"/>
                  <a:pt x="51878" y="29431"/>
                </a:cubicBezTo>
                <a:cubicBezTo>
                  <a:pt x="52510" y="29747"/>
                  <a:pt x="53058" y="30202"/>
                  <a:pt x="53475" y="30758"/>
                </a:cubicBezTo>
                <a:cubicBezTo>
                  <a:pt x="58134" y="36846"/>
                  <a:pt x="65792" y="48264"/>
                  <a:pt x="65792" y="55261"/>
                </a:cubicBezTo>
                <a:cubicBezTo>
                  <a:pt x="65792" y="59455"/>
                  <a:pt x="64128" y="63459"/>
                  <a:pt x="61166" y="66427"/>
                </a:cubicBezTo>
                <a:cubicBezTo>
                  <a:pt x="58204" y="69383"/>
                  <a:pt x="54189" y="71050"/>
                  <a:pt x="50001" y="71050"/>
                </a:cubicBezTo>
                <a:cubicBezTo>
                  <a:pt x="45812" y="71050"/>
                  <a:pt x="41796" y="69383"/>
                  <a:pt x="38835" y="66427"/>
                </a:cubicBezTo>
                <a:cubicBezTo>
                  <a:pt x="35873" y="63459"/>
                  <a:pt x="34210" y="59455"/>
                  <a:pt x="34210" y="55261"/>
                </a:cubicBezTo>
                <a:cubicBezTo>
                  <a:pt x="34210" y="48264"/>
                  <a:pt x="41867" y="36846"/>
                  <a:pt x="46525" y="30758"/>
                </a:cubicBezTo>
                <a:cubicBezTo>
                  <a:pt x="46911" y="30240"/>
                  <a:pt x="47410" y="29810"/>
                  <a:pt x="47985" y="29507"/>
                </a:cubicBezTo>
                <a:cubicBezTo>
                  <a:pt x="48561" y="29204"/>
                  <a:pt x="49196" y="29027"/>
                  <a:pt x="49846" y="2901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6" name="Красный — SVG 19">
            <a:extLst>
              <a:ext uri="{FF2B5EF4-FFF2-40B4-BE49-F238E27FC236}">
                <a16:creationId xmlns:a16="http://schemas.microsoft.com/office/drawing/2014/main" id="{BB4C6E12-1CAF-A044-977B-F50BBC78A4AC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40526 w 152843"/>
              <a:gd name="csY0" fmla="*/ 0 h 153099"/>
              <a:gd name="csX1" fmla="*/ 2144 w 152843"/>
              <a:gd name="csY1" fmla="*/ 32542 h 153099"/>
              <a:gd name="csX2" fmla="*/ 17882 w 152843"/>
              <a:gd name="csY2" fmla="*/ 91009 h 153099"/>
              <a:gd name="csX3" fmla="*/ 21080 w 152843"/>
              <a:gd name="csY3" fmla="*/ 93782 h 153099"/>
              <a:gd name="csX4" fmla="*/ 42551 w 152843"/>
              <a:gd name="csY4" fmla="*/ 54555 h 153099"/>
              <a:gd name="csX5" fmla="*/ 46600 w 152843"/>
              <a:gd name="csY5" fmla="*/ 37645 h 153099"/>
              <a:gd name="csX6" fmla="*/ 45001 w 152843"/>
              <a:gd name="csY6" fmla="*/ 221 h 153099"/>
              <a:gd name="csX7" fmla="*/ 42023 w 152843"/>
              <a:gd name="csY7" fmla="*/ 0 h 153099"/>
              <a:gd name="csX8" fmla="*/ 40526 w 152843"/>
              <a:gd name="csY8" fmla="*/ 0 h 153099"/>
              <a:gd name="csX9" fmla="*/ 53184 w 152843"/>
              <a:gd name="csY9" fmla="*/ 39126 h 153099"/>
              <a:gd name="csX10" fmla="*/ 49254 w 152843"/>
              <a:gd name="csY10" fmla="*/ 56034 h 153099"/>
              <a:gd name="csX11" fmla="*/ 87109 w 152843"/>
              <a:gd name="csY11" fmla="*/ 64965 h 153099"/>
              <a:gd name="csX12" fmla="*/ 74979 w 152843"/>
              <a:gd name="csY12" fmla="*/ 132687 h 153099"/>
              <a:gd name="csX13" fmla="*/ 54137 w 152843"/>
              <a:gd name="csY13" fmla="*/ 132687 h 153099"/>
              <a:gd name="csX14" fmla="*/ 54137 w 152843"/>
              <a:gd name="csY14" fmla="*/ 153100 h 153099"/>
              <a:gd name="csX15" fmla="*/ 142607 w 152843"/>
              <a:gd name="csY15" fmla="*/ 153100 h 153099"/>
              <a:gd name="csX16" fmla="*/ 142607 w 152843"/>
              <a:gd name="csY16" fmla="*/ 132687 h 153099"/>
              <a:gd name="csX17" fmla="*/ 133250 w 152843"/>
              <a:gd name="csY17" fmla="*/ 132687 h 153099"/>
              <a:gd name="csX18" fmla="*/ 143781 w 152843"/>
              <a:gd name="csY18" fmla="*/ 85056 h 153099"/>
              <a:gd name="csX19" fmla="*/ 140599 w 152843"/>
              <a:gd name="csY19" fmla="*/ 84630 h 153099"/>
              <a:gd name="csX20" fmla="*/ 137078 w 152843"/>
              <a:gd name="csY20" fmla="*/ 83780 h 153099"/>
              <a:gd name="csX21" fmla="*/ 126342 w 152843"/>
              <a:gd name="csY21" fmla="*/ 132687 h 153099"/>
              <a:gd name="csX22" fmla="*/ 121561 w 152843"/>
              <a:gd name="csY22" fmla="*/ 132687 h 153099"/>
              <a:gd name="csX23" fmla="*/ 110179 w 152843"/>
              <a:gd name="csY23" fmla="*/ 70494 h 153099"/>
              <a:gd name="csX24" fmla="*/ 142182 w 152843"/>
              <a:gd name="csY24" fmla="*/ 78047 h 153099"/>
              <a:gd name="csX25" fmla="*/ 144104 w 152843"/>
              <a:gd name="csY25" fmla="*/ 78251 h 153099"/>
              <a:gd name="csX26" fmla="*/ 152611 w 152843"/>
              <a:gd name="csY26" fmla="*/ 71566 h 153099"/>
              <a:gd name="csX27" fmla="*/ 146128 w 152843"/>
              <a:gd name="csY27" fmla="*/ 61138 h 153099"/>
              <a:gd name="csX28" fmla="*/ 53184 w 152843"/>
              <a:gd name="csY28" fmla="*/ 39126 h 153099"/>
              <a:gd name="csX29" fmla="*/ 93693 w 152843"/>
              <a:gd name="csY29" fmla="*/ 66564 h 153099"/>
              <a:gd name="csX30" fmla="*/ 102949 w 152843"/>
              <a:gd name="csY30" fmla="*/ 68793 h 153099"/>
              <a:gd name="csX31" fmla="*/ 104122 w 152843"/>
              <a:gd name="csY31" fmla="*/ 75172 h 153099"/>
              <a:gd name="csX32" fmla="*/ 97521 w 152843"/>
              <a:gd name="csY32" fmla="*/ 81976 h 153099"/>
              <a:gd name="csX33" fmla="*/ 91992 w 152843"/>
              <a:gd name="csY33" fmla="*/ 76244 h 153099"/>
              <a:gd name="csX34" fmla="*/ 93693 w 152843"/>
              <a:gd name="csY34" fmla="*/ 66564 h 153099"/>
              <a:gd name="csX35" fmla="*/ 105603 w 152843"/>
              <a:gd name="csY35" fmla="*/ 83474 h 153099"/>
              <a:gd name="csX36" fmla="*/ 107304 w 152843"/>
              <a:gd name="csY36" fmla="*/ 92183 h 153099"/>
              <a:gd name="csX37" fmla="*/ 102319 w 152843"/>
              <a:gd name="csY37" fmla="*/ 86978 h 153099"/>
              <a:gd name="csX38" fmla="*/ 105603 w 152843"/>
              <a:gd name="csY38" fmla="*/ 83474 h 153099"/>
              <a:gd name="csX39" fmla="*/ 90614 w 152843"/>
              <a:gd name="csY39" fmla="*/ 84630 h 153099"/>
              <a:gd name="csX40" fmla="*/ 92843 w 152843"/>
              <a:gd name="csY40" fmla="*/ 86978 h 153099"/>
              <a:gd name="csX41" fmla="*/ 89559 w 152843"/>
              <a:gd name="csY41" fmla="*/ 90380 h 153099"/>
              <a:gd name="csX42" fmla="*/ 90614 w 152843"/>
              <a:gd name="csY42" fmla="*/ 84630 h 153099"/>
              <a:gd name="csX43" fmla="*/ 97521 w 152843"/>
              <a:gd name="csY43" fmla="*/ 91860 h 153099"/>
              <a:gd name="csX44" fmla="*/ 106777 w 152843"/>
              <a:gd name="csY44" fmla="*/ 101641 h 153099"/>
              <a:gd name="csX45" fmla="*/ 97947 w 152843"/>
              <a:gd name="csY45" fmla="*/ 110470 h 153099"/>
              <a:gd name="csX46" fmla="*/ 88589 w 152843"/>
              <a:gd name="csY46" fmla="*/ 101114 h 153099"/>
              <a:gd name="csX47" fmla="*/ 97521 w 152843"/>
              <a:gd name="csY47" fmla="*/ 91860 h 153099"/>
              <a:gd name="csX48" fmla="*/ 16708 w 152843"/>
              <a:gd name="csY48" fmla="*/ 99090 h 153099"/>
              <a:gd name="csX49" fmla="*/ 16708 w 152843"/>
              <a:gd name="csY49" fmla="*/ 153100 h 153099"/>
              <a:gd name="csX50" fmla="*/ 23513 w 152843"/>
              <a:gd name="csY50" fmla="*/ 153100 h 153099"/>
              <a:gd name="csX51" fmla="*/ 23513 w 152843"/>
              <a:gd name="csY51" fmla="*/ 105044 h 153099"/>
              <a:gd name="csX52" fmla="*/ 22986 w 152843"/>
              <a:gd name="csY52" fmla="*/ 104516 h 153099"/>
              <a:gd name="csX53" fmla="*/ 16708 w 152843"/>
              <a:gd name="csY53" fmla="*/ 99090 h 153099"/>
              <a:gd name="csX54" fmla="*/ 110179 w 152843"/>
              <a:gd name="csY54" fmla="*/ 107918 h 153099"/>
              <a:gd name="csX55" fmla="*/ 113480 w 152843"/>
              <a:gd name="csY55" fmla="*/ 125882 h 153099"/>
              <a:gd name="csX56" fmla="*/ 102846 w 152843"/>
              <a:gd name="csY56" fmla="*/ 115250 h 153099"/>
              <a:gd name="csX57" fmla="*/ 110179 w 152843"/>
              <a:gd name="csY57" fmla="*/ 107918 h 153099"/>
              <a:gd name="csX58" fmla="*/ 86360 w 152843"/>
              <a:gd name="csY58" fmla="*/ 108446 h 153099"/>
              <a:gd name="csX59" fmla="*/ 93166 w 152843"/>
              <a:gd name="csY59" fmla="*/ 115250 h 153099"/>
              <a:gd name="csX60" fmla="*/ 83485 w 152843"/>
              <a:gd name="csY60" fmla="*/ 124929 h 153099"/>
              <a:gd name="csX61" fmla="*/ 86360 w 152843"/>
              <a:gd name="csY61" fmla="*/ 108446 h 153099"/>
              <a:gd name="csX62" fmla="*/ 97947 w 152843"/>
              <a:gd name="csY62" fmla="*/ 120149 h 153099"/>
              <a:gd name="csX63" fmla="*/ 110502 w 152843"/>
              <a:gd name="csY63" fmla="*/ 132687 h 153099"/>
              <a:gd name="csX64" fmla="*/ 85408 w 152843"/>
              <a:gd name="csY64" fmla="*/ 132687 h 153099"/>
              <a:gd name="csX65" fmla="*/ 97947 w 152843"/>
              <a:gd name="csY65" fmla="*/ 120149 h 153099"/>
            </a:gdLst>
            <a:ahLst/>
            <a:cxnLst/>
            <a:rect l="l" t="t" r="r" b="b"/>
            <a:pathLst>
              <a:path w="100000" h="100000">
                <a:moveTo>
                  <a:pt x="26554" y="0"/>
                </a:moveTo>
                <a:cubicBezTo>
                  <a:pt x="22509" y="78"/>
                  <a:pt x="6574" y="1645"/>
                  <a:pt x="1484" y="21256"/>
                </a:cubicBezTo>
                <a:cubicBezTo>
                  <a:pt x="-4606" y="44734"/>
                  <a:pt x="11097" y="58856"/>
                  <a:pt x="11764" y="59445"/>
                </a:cubicBezTo>
                <a:lnTo>
                  <a:pt x="13852" y="61256"/>
                </a:lnTo>
                <a:lnTo>
                  <a:pt x="27877" y="35634"/>
                </a:lnTo>
                <a:lnTo>
                  <a:pt x="30521" y="24589"/>
                </a:lnTo>
                <a:lnTo>
                  <a:pt x="29477" y="144"/>
                </a:lnTo>
                <a:lnTo>
                  <a:pt x="27532" y="0"/>
                </a:lnTo>
                <a:cubicBezTo>
                  <a:pt x="27510" y="0"/>
                  <a:pt x="27143" y="0"/>
                  <a:pt x="26554" y="0"/>
                </a:cubicBezTo>
                <a:close/>
                <a:moveTo>
                  <a:pt x="34822" y="25556"/>
                </a:moveTo>
                <a:lnTo>
                  <a:pt x="32255" y="36600"/>
                </a:lnTo>
                <a:lnTo>
                  <a:pt x="56981" y="42433"/>
                </a:lnTo>
                <a:lnTo>
                  <a:pt x="49058" y="86667"/>
                </a:lnTo>
                <a:lnTo>
                  <a:pt x="35444" y="86667"/>
                </a:lnTo>
                <a:lnTo>
                  <a:pt x="35444" y="100001"/>
                </a:lnTo>
                <a:lnTo>
                  <a:pt x="93231" y="100001"/>
                </a:lnTo>
                <a:lnTo>
                  <a:pt x="93231" y="86667"/>
                </a:lnTo>
                <a:lnTo>
                  <a:pt x="87119" y="86667"/>
                </a:lnTo>
                <a:lnTo>
                  <a:pt x="93997" y="55556"/>
                </a:lnTo>
                <a:cubicBezTo>
                  <a:pt x="93297" y="55544"/>
                  <a:pt x="92597" y="55445"/>
                  <a:pt x="91919" y="55278"/>
                </a:cubicBezTo>
                <a:lnTo>
                  <a:pt x="89619" y="54723"/>
                </a:lnTo>
                <a:lnTo>
                  <a:pt x="82607" y="86667"/>
                </a:lnTo>
                <a:lnTo>
                  <a:pt x="79484" y="86667"/>
                </a:lnTo>
                <a:lnTo>
                  <a:pt x="72049" y="46045"/>
                </a:lnTo>
                <a:lnTo>
                  <a:pt x="92953" y="50978"/>
                </a:lnTo>
                <a:cubicBezTo>
                  <a:pt x="93386" y="51078"/>
                  <a:pt x="93775" y="51111"/>
                  <a:pt x="94208" y="51111"/>
                </a:cubicBezTo>
                <a:cubicBezTo>
                  <a:pt x="96842" y="51111"/>
                  <a:pt x="99153" y="49311"/>
                  <a:pt x="99765" y="46745"/>
                </a:cubicBezTo>
                <a:cubicBezTo>
                  <a:pt x="100487" y="43700"/>
                  <a:pt x="98564" y="40656"/>
                  <a:pt x="95530" y="39934"/>
                </a:cubicBezTo>
                <a:lnTo>
                  <a:pt x="34822" y="25556"/>
                </a:lnTo>
                <a:close/>
                <a:moveTo>
                  <a:pt x="61281" y="43478"/>
                </a:moveTo>
                <a:lnTo>
                  <a:pt x="67327" y="44934"/>
                </a:lnTo>
                <a:lnTo>
                  <a:pt x="68093" y="49100"/>
                </a:lnTo>
                <a:lnTo>
                  <a:pt x="63782" y="53544"/>
                </a:lnTo>
                <a:lnTo>
                  <a:pt x="60170" y="49800"/>
                </a:lnTo>
                <a:lnTo>
                  <a:pt x="61281" y="43478"/>
                </a:lnTo>
                <a:close/>
                <a:moveTo>
                  <a:pt x="69061" y="54523"/>
                </a:moveTo>
                <a:lnTo>
                  <a:pt x="70172" y="60211"/>
                </a:lnTo>
                <a:lnTo>
                  <a:pt x="66916" y="56812"/>
                </a:lnTo>
                <a:lnTo>
                  <a:pt x="69061" y="54523"/>
                </a:lnTo>
                <a:close/>
                <a:moveTo>
                  <a:pt x="59270" y="55278"/>
                </a:moveTo>
                <a:lnTo>
                  <a:pt x="60726" y="56812"/>
                </a:lnTo>
                <a:lnTo>
                  <a:pt x="58581" y="59034"/>
                </a:lnTo>
                <a:lnTo>
                  <a:pt x="59270" y="55278"/>
                </a:lnTo>
                <a:close/>
                <a:moveTo>
                  <a:pt x="63782" y="60000"/>
                </a:moveTo>
                <a:lnTo>
                  <a:pt x="69827" y="66389"/>
                </a:lnTo>
                <a:lnTo>
                  <a:pt x="64060" y="72156"/>
                </a:lnTo>
                <a:lnTo>
                  <a:pt x="57947" y="66045"/>
                </a:lnTo>
                <a:lnTo>
                  <a:pt x="63782" y="60000"/>
                </a:lnTo>
                <a:close/>
                <a:moveTo>
                  <a:pt x="10997" y="64723"/>
                </a:moveTo>
                <a:lnTo>
                  <a:pt x="10997" y="100001"/>
                </a:lnTo>
                <a:lnTo>
                  <a:pt x="15442" y="100001"/>
                </a:lnTo>
                <a:lnTo>
                  <a:pt x="15442" y="68612"/>
                </a:lnTo>
                <a:lnTo>
                  <a:pt x="15097" y="68267"/>
                </a:lnTo>
                <a:lnTo>
                  <a:pt x="10997" y="64723"/>
                </a:lnTo>
                <a:close/>
                <a:moveTo>
                  <a:pt x="72049" y="70489"/>
                </a:moveTo>
                <a:lnTo>
                  <a:pt x="74206" y="82223"/>
                </a:lnTo>
                <a:lnTo>
                  <a:pt x="67260" y="75278"/>
                </a:lnTo>
                <a:lnTo>
                  <a:pt x="72049" y="70489"/>
                </a:lnTo>
                <a:close/>
                <a:moveTo>
                  <a:pt x="56492" y="70834"/>
                </a:moveTo>
                <a:lnTo>
                  <a:pt x="60937" y="75278"/>
                </a:lnTo>
                <a:lnTo>
                  <a:pt x="54614" y="81600"/>
                </a:lnTo>
                <a:lnTo>
                  <a:pt x="56492" y="70834"/>
                </a:lnTo>
                <a:close/>
                <a:moveTo>
                  <a:pt x="64060" y="78478"/>
                </a:moveTo>
                <a:lnTo>
                  <a:pt x="72260" y="86667"/>
                </a:lnTo>
                <a:lnTo>
                  <a:pt x="55870" y="86667"/>
                </a:lnTo>
                <a:lnTo>
                  <a:pt x="64060" y="7847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7" name="Красный — SVG 20">
            <a:extLst>
              <a:ext uri="{FF2B5EF4-FFF2-40B4-BE49-F238E27FC236}">
                <a16:creationId xmlns:a16="http://schemas.microsoft.com/office/drawing/2014/main" id="{CA34B558-2D7B-2446-9591-1FA020A21478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67968 w 119119"/>
              <a:gd name="csY0" fmla="*/ 0 h 141987"/>
              <a:gd name="csX1" fmla="*/ 67152 w 119119"/>
              <a:gd name="csY1" fmla="*/ 85 h 141987"/>
              <a:gd name="csX2" fmla="*/ 62388 w 119119"/>
              <a:gd name="csY2" fmla="*/ 85 h 141987"/>
              <a:gd name="csX3" fmla="*/ 60193 w 119119"/>
              <a:gd name="csY3" fmla="*/ 493 h 141987"/>
              <a:gd name="csX4" fmla="*/ 58322 w 119119"/>
              <a:gd name="csY4" fmla="*/ 1718 h 141987"/>
              <a:gd name="csX5" fmla="*/ 57063 w 119119"/>
              <a:gd name="csY5" fmla="*/ 3555 h 141987"/>
              <a:gd name="csX6" fmla="*/ 56638 w 119119"/>
              <a:gd name="csY6" fmla="*/ 5750 h 141987"/>
              <a:gd name="csX7" fmla="*/ 57063 w 119119"/>
              <a:gd name="csY7" fmla="*/ 7944 h 141987"/>
              <a:gd name="csX8" fmla="*/ 58322 w 119119"/>
              <a:gd name="csY8" fmla="*/ 9781 h 141987"/>
              <a:gd name="csX9" fmla="*/ 60193 w 119119"/>
              <a:gd name="csY9" fmla="*/ 11006 h 141987"/>
              <a:gd name="csX10" fmla="*/ 62388 w 119119"/>
              <a:gd name="csY10" fmla="*/ 11414 h 141987"/>
              <a:gd name="csX11" fmla="*/ 62388 w 119119"/>
              <a:gd name="csY11" fmla="*/ 17096 h 141987"/>
              <a:gd name="csX12" fmla="*/ 45375 w 119119"/>
              <a:gd name="csY12" fmla="*/ 17096 h 141987"/>
              <a:gd name="csX13" fmla="*/ 41768 w 119119"/>
              <a:gd name="csY13" fmla="*/ 18372 h 141987"/>
              <a:gd name="csX14" fmla="*/ 39811 w 119119"/>
              <a:gd name="csY14" fmla="*/ 21655 h 141987"/>
              <a:gd name="csX15" fmla="*/ 17133 w 119119"/>
              <a:gd name="csY15" fmla="*/ 135051 h 141987"/>
              <a:gd name="csX16" fmla="*/ 17064 w 119119"/>
              <a:gd name="csY16" fmla="*/ 137314 h 141987"/>
              <a:gd name="csX17" fmla="*/ 17898 w 119119"/>
              <a:gd name="csY17" fmla="*/ 139406 h 141987"/>
              <a:gd name="csX18" fmla="*/ 19463 w 119119"/>
              <a:gd name="csY18" fmla="*/ 141005 h 141987"/>
              <a:gd name="csX19" fmla="*/ 21539 w 119119"/>
              <a:gd name="csY19" fmla="*/ 141872 h 141987"/>
              <a:gd name="csX20" fmla="*/ 23802 w 119119"/>
              <a:gd name="csY20" fmla="*/ 141872 h 141987"/>
              <a:gd name="csX21" fmla="*/ 25860 w 119119"/>
              <a:gd name="csY21" fmla="*/ 140988 h 141987"/>
              <a:gd name="csX22" fmla="*/ 27426 w 119119"/>
              <a:gd name="csY22" fmla="*/ 139372 h 141987"/>
              <a:gd name="csX23" fmla="*/ 28242 w 119119"/>
              <a:gd name="csY23" fmla="*/ 137280 h 141987"/>
              <a:gd name="csX24" fmla="*/ 32172 w 119119"/>
              <a:gd name="csY24" fmla="*/ 117666 h 141987"/>
              <a:gd name="csX25" fmla="*/ 62388 w 119119"/>
              <a:gd name="csY25" fmla="*/ 92404 h 141987"/>
              <a:gd name="csX26" fmla="*/ 62388 w 119119"/>
              <a:gd name="csY26" fmla="*/ 136174 h 141987"/>
              <a:gd name="csX27" fmla="*/ 62796 w 119119"/>
              <a:gd name="csY27" fmla="*/ 138368 h 141987"/>
              <a:gd name="csX28" fmla="*/ 64021 w 119119"/>
              <a:gd name="csY28" fmla="*/ 140222 h 141987"/>
              <a:gd name="csX29" fmla="*/ 65859 w 119119"/>
              <a:gd name="csY29" fmla="*/ 141481 h 141987"/>
              <a:gd name="csX30" fmla="*/ 68054 w 119119"/>
              <a:gd name="csY30" fmla="*/ 141924 h 141987"/>
              <a:gd name="csX31" fmla="*/ 70248 w 119119"/>
              <a:gd name="csY31" fmla="*/ 141481 h 141987"/>
              <a:gd name="csX32" fmla="*/ 72086 w 119119"/>
              <a:gd name="csY32" fmla="*/ 140222 h 141987"/>
              <a:gd name="csX33" fmla="*/ 73311 w 119119"/>
              <a:gd name="csY33" fmla="*/ 138368 h 141987"/>
              <a:gd name="csX34" fmla="*/ 73719 w 119119"/>
              <a:gd name="csY34" fmla="*/ 136174 h 141987"/>
              <a:gd name="csX35" fmla="*/ 73719 w 119119"/>
              <a:gd name="csY35" fmla="*/ 92404 h 141987"/>
              <a:gd name="csX36" fmla="*/ 103935 w 119119"/>
              <a:gd name="csY36" fmla="*/ 117666 h 141987"/>
              <a:gd name="csX37" fmla="*/ 107865 w 119119"/>
              <a:gd name="csY37" fmla="*/ 137280 h 141987"/>
              <a:gd name="csX38" fmla="*/ 108681 w 119119"/>
              <a:gd name="csY38" fmla="*/ 139372 h 141987"/>
              <a:gd name="csX39" fmla="*/ 110247 w 119119"/>
              <a:gd name="csY39" fmla="*/ 140988 h 141987"/>
              <a:gd name="csX40" fmla="*/ 112306 w 119119"/>
              <a:gd name="csY40" fmla="*/ 141872 h 141987"/>
              <a:gd name="csX41" fmla="*/ 114568 w 119119"/>
              <a:gd name="csY41" fmla="*/ 141872 h 141987"/>
              <a:gd name="csX42" fmla="*/ 116644 w 119119"/>
              <a:gd name="csY42" fmla="*/ 141005 h 141987"/>
              <a:gd name="csX43" fmla="*/ 118209 w 119119"/>
              <a:gd name="csY43" fmla="*/ 139406 h 141987"/>
              <a:gd name="csX44" fmla="*/ 119043 w 119119"/>
              <a:gd name="csY44" fmla="*/ 137314 h 141987"/>
              <a:gd name="csX45" fmla="*/ 118975 w 119119"/>
              <a:gd name="csY45" fmla="*/ 135051 h 141987"/>
              <a:gd name="csX46" fmla="*/ 96296 w 119119"/>
              <a:gd name="csY46" fmla="*/ 21655 h 141987"/>
              <a:gd name="csX47" fmla="*/ 94339 w 119119"/>
              <a:gd name="csY47" fmla="*/ 18372 h 141987"/>
              <a:gd name="csX48" fmla="*/ 90733 w 119119"/>
              <a:gd name="csY48" fmla="*/ 17096 h 141987"/>
              <a:gd name="csX49" fmla="*/ 73719 w 119119"/>
              <a:gd name="csY49" fmla="*/ 17096 h 141987"/>
              <a:gd name="csX50" fmla="*/ 73719 w 119119"/>
              <a:gd name="csY50" fmla="*/ 11414 h 141987"/>
              <a:gd name="csX51" fmla="*/ 75914 w 119119"/>
              <a:gd name="csY51" fmla="*/ 11006 h 141987"/>
              <a:gd name="csX52" fmla="*/ 77785 w 119119"/>
              <a:gd name="csY52" fmla="*/ 9781 h 141987"/>
              <a:gd name="csX53" fmla="*/ 79044 w 119119"/>
              <a:gd name="csY53" fmla="*/ 7944 h 141987"/>
              <a:gd name="csX54" fmla="*/ 79470 w 119119"/>
              <a:gd name="csY54" fmla="*/ 5750 h 141987"/>
              <a:gd name="csX55" fmla="*/ 79044 w 119119"/>
              <a:gd name="csY55" fmla="*/ 3555 h 141987"/>
              <a:gd name="csX56" fmla="*/ 77785 w 119119"/>
              <a:gd name="csY56" fmla="*/ 1718 h 141987"/>
              <a:gd name="csX57" fmla="*/ 75914 w 119119"/>
              <a:gd name="csY57" fmla="*/ 493 h 141987"/>
              <a:gd name="csX58" fmla="*/ 73719 w 119119"/>
              <a:gd name="csY58" fmla="*/ 85 h 141987"/>
              <a:gd name="csX59" fmla="*/ 68921 w 119119"/>
              <a:gd name="csY59" fmla="*/ 85 h 141987"/>
              <a:gd name="csX60" fmla="*/ 67968 w 119119"/>
              <a:gd name="csY60" fmla="*/ 0 h 141987"/>
              <a:gd name="csX61" fmla="*/ 25520 w 119119"/>
              <a:gd name="csY61" fmla="*/ 85 h 141987"/>
              <a:gd name="csX62" fmla="*/ 17013 w 119119"/>
              <a:gd name="csY62" fmla="*/ 8591 h 141987"/>
              <a:gd name="csX63" fmla="*/ 25520 w 119119"/>
              <a:gd name="csY63" fmla="*/ 17096 h 141987"/>
              <a:gd name="csX64" fmla="*/ 42516 w 119119"/>
              <a:gd name="csY64" fmla="*/ 85 h 141987"/>
              <a:gd name="csX65" fmla="*/ 25520 w 119119"/>
              <a:gd name="csY65" fmla="*/ 85 h 141987"/>
              <a:gd name="csX66" fmla="*/ 17013 w 119119"/>
              <a:gd name="csY66" fmla="*/ 25602 h 141987"/>
              <a:gd name="csX67" fmla="*/ 0 w 119119"/>
              <a:gd name="csY67" fmla="*/ 42613 h 141987"/>
              <a:gd name="csX68" fmla="*/ 8507 w 119119"/>
              <a:gd name="csY68" fmla="*/ 51118 h 141987"/>
              <a:gd name="csX69" fmla="*/ 17013 w 119119"/>
              <a:gd name="csY69" fmla="*/ 42613 h 141987"/>
              <a:gd name="csX70" fmla="*/ 17013 w 119119"/>
              <a:gd name="csY70" fmla="*/ 25602 h 141987"/>
              <a:gd name="csX71" fmla="*/ 50019 w 119119"/>
              <a:gd name="csY71" fmla="*/ 28425 h 141987"/>
              <a:gd name="csX72" fmla="*/ 62388 w 119119"/>
              <a:gd name="csY72" fmla="*/ 28425 h 141987"/>
              <a:gd name="csX73" fmla="*/ 62388 w 119119"/>
              <a:gd name="csY73" fmla="*/ 68130 h 141987"/>
              <a:gd name="csX74" fmla="*/ 45000 w 119119"/>
              <a:gd name="csY74" fmla="*/ 53568 h 141987"/>
              <a:gd name="csX75" fmla="*/ 50019 w 119119"/>
              <a:gd name="csY75" fmla="*/ 28425 h 141987"/>
              <a:gd name="csX76" fmla="*/ 73719 w 119119"/>
              <a:gd name="csY76" fmla="*/ 28425 h 141987"/>
              <a:gd name="csX77" fmla="*/ 86088 w 119119"/>
              <a:gd name="csY77" fmla="*/ 28425 h 141987"/>
              <a:gd name="csX78" fmla="*/ 91107 w 119119"/>
              <a:gd name="csY78" fmla="*/ 53568 h 141987"/>
              <a:gd name="csX79" fmla="*/ 73719 w 119119"/>
              <a:gd name="csY79" fmla="*/ 68130 h 141987"/>
              <a:gd name="csX80" fmla="*/ 73719 w 119119"/>
              <a:gd name="csY80" fmla="*/ 28425 h 141987"/>
              <a:gd name="csX81" fmla="*/ 42448 w 119119"/>
              <a:gd name="csY81" fmla="*/ 66258 h 141987"/>
              <a:gd name="csX82" fmla="*/ 59207 w 119119"/>
              <a:gd name="csY82" fmla="*/ 80258 h 141987"/>
              <a:gd name="csX83" fmla="*/ 35728 w 119119"/>
              <a:gd name="csY83" fmla="*/ 99906 h 141987"/>
              <a:gd name="csX84" fmla="*/ 42448 w 119119"/>
              <a:gd name="csY84" fmla="*/ 66258 h 141987"/>
              <a:gd name="csX85" fmla="*/ 93659 w 119119"/>
              <a:gd name="csY85" fmla="*/ 66258 h 141987"/>
              <a:gd name="csX86" fmla="*/ 100379 w 119119"/>
              <a:gd name="csY86" fmla="*/ 99906 h 141987"/>
              <a:gd name="csX87" fmla="*/ 76901 w 119119"/>
              <a:gd name="csY87" fmla="*/ 80258 h 141987"/>
              <a:gd name="csX88" fmla="*/ 93659 w 119119"/>
              <a:gd name="csY88" fmla="*/ 66258 h 141987"/>
            </a:gdLst>
            <a:ahLst/>
            <a:cxnLst/>
            <a:rect l="l" t="t" r="r" b="b"/>
            <a:pathLst>
              <a:path w="100000" h="100000">
                <a:moveTo>
                  <a:pt x="55922" y="0"/>
                </a:moveTo>
                <a:cubicBezTo>
                  <a:pt x="55730" y="0"/>
                  <a:pt x="55539" y="24"/>
                  <a:pt x="55347" y="60"/>
                </a:cubicBezTo>
                <a:lnTo>
                  <a:pt x="51992" y="60"/>
                </a:lnTo>
                <a:cubicBezTo>
                  <a:pt x="51453" y="48"/>
                  <a:pt x="50938" y="144"/>
                  <a:pt x="50446" y="347"/>
                </a:cubicBezTo>
                <a:cubicBezTo>
                  <a:pt x="49955" y="539"/>
                  <a:pt x="49500" y="827"/>
                  <a:pt x="49128" y="1210"/>
                </a:cubicBezTo>
                <a:cubicBezTo>
                  <a:pt x="48745" y="1582"/>
                  <a:pt x="48445" y="2013"/>
                  <a:pt x="48242" y="2504"/>
                </a:cubicBezTo>
                <a:cubicBezTo>
                  <a:pt x="48038" y="2995"/>
                  <a:pt x="47942" y="3522"/>
                  <a:pt x="47942" y="4050"/>
                </a:cubicBezTo>
                <a:cubicBezTo>
                  <a:pt x="47942" y="4576"/>
                  <a:pt x="48038" y="5104"/>
                  <a:pt x="48242" y="5595"/>
                </a:cubicBezTo>
                <a:cubicBezTo>
                  <a:pt x="48445" y="6074"/>
                  <a:pt x="48745" y="6517"/>
                  <a:pt x="49128" y="6889"/>
                </a:cubicBezTo>
                <a:cubicBezTo>
                  <a:pt x="49500" y="7261"/>
                  <a:pt x="49955" y="7560"/>
                  <a:pt x="50446" y="7751"/>
                </a:cubicBezTo>
                <a:cubicBezTo>
                  <a:pt x="50938" y="7955"/>
                  <a:pt x="51453" y="8051"/>
                  <a:pt x="51992" y="8039"/>
                </a:cubicBezTo>
                <a:lnTo>
                  <a:pt x="51992" y="12041"/>
                </a:lnTo>
                <a:lnTo>
                  <a:pt x="40010" y="12041"/>
                </a:lnTo>
                <a:cubicBezTo>
                  <a:pt x="39087" y="12041"/>
                  <a:pt x="38189" y="12353"/>
                  <a:pt x="37470" y="12939"/>
                </a:cubicBezTo>
                <a:cubicBezTo>
                  <a:pt x="36763" y="13527"/>
                  <a:pt x="36272" y="14341"/>
                  <a:pt x="36091" y="15251"/>
                </a:cubicBezTo>
                <a:lnTo>
                  <a:pt x="20119" y="95115"/>
                </a:lnTo>
                <a:cubicBezTo>
                  <a:pt x="19999" y="95643"/>
                  <a:pt x="19987" y="96181"/>
                  <a:pt x="20071" y="96709"/>
                </a:cubicBezTo>
                <a:cubicBezTo>
                  <a:pt x="20167" y="97236"/>
                  <a:pt x="20371" y="97727"/>
                  <a:pt x="20658" y="98182"/>
                </a:cubicBezTo>
                <a:cubicBezTo>
                  <a:pt x="20946" y="98626"/>
                  <a:pt x="21329" y="99009"/>
                  <a:pt x="21760" y="99308"/>
                </a:cubicBezTo>
                <a:cubicBezTo>
                  <a:pt x="22204" y="99608"/>
                  <a:pt x="22707" y="99824"/>
                  <a:pt x="23223" y="99919"/>
                </a:cubicBezTo>
                <a:cubicBezTo>
                  <a:pt x="23750" y="100027"/>
                  <a:pt x="24289" y="100027"/>
                  <a:pt x="24816" y="99919"/>
                </a:cubicBezTo>
                <a:cubicBezTo>
                  <a:pt x="25331" y="99812"/>
                  <a:pt x="25835" y="99596"/>
                  <a:pt x="26266" y="99296"/>
                </a:cubicBezTo>
                <a:cubicBezTo>
                  <a:pt x="26709" y="98997"/>
                  <a:pt x="27081" y="98614"/>
                  <a:pt x="27369" y="98158"/>
                </a:cubicBezTo>
                <a:cubicBezTo>
                  <a:pt x="27656" y="97715"/>
                  <a:pt x="27860" y="97212"/>
                  <a:pt x="27943" y="96685"/>
                </a:cubicBezTo>
                <a:lnTo>
                  <a:pt x="30711" y="82871"/>
                </a:lnTo>
                <a:lnTo>
                  <a:pt x="51992" y="65079"/>
                </a:lnTo>
                <a:lnTo>
                  <a:pt x="51992" y="95906"/>
                </a:lnTo>
                <a:cubicBezTo>
                  <a:pt x="51980" y="96433"/>
                  <a:pt x="52076" y="96960"/>
                  <a:pt x="52279" y="97451"/>
                </a:cubicBezTo>
                <a:cubicBezTo>
                  <a:pt x="52472" y="97943"/>
                  <a:pt x="52771" y="98386"/>
                  <a:pt x="53142" y="98757"/>
                </a:cubicBezTo>
                <a:cubicBezTo>
                  <a:pt x="53514" y="99141"/>
                  <a:pt x="53957" y="99440"/>
                  <a:pt x="54437" y="99644"/>
                </a:cubicBezTo>
                <a:cubicBezTo>
                  <a:pt x="54928" y="99848"/>
                  <a:pt x="55455" y="99956"/>
                  <a:pt x="55983" y="99956"/>
                </a:cubicBezTo>
                <a:cubicBezTo>
                  <a:pt x="56509" y="99956"/>
                  <a:pt x="57037" y="99848"/>
                  <a:pt x="57528" y="99644"/>
                </a:cubicBezTo>
                <a:cubicBezTo>
                  <a:pt x="58007" y="99440"/>
                  <a:pt x="58451" y="99141"/>
                  <a:pt x="58822" y="98757"/>
                </a:cubicBezTo>
                <a:cubicBezTo>
                  <a:pt x="59193" y="98386"/>
                  <a:pt x="59493" y="97943"/>
                  <a:pt x="59685" y="97451"/>
                </a:cubicBezTo>
                <a:cubicBezTo>
                  <a:pt x="59889" y="96960"/>
                  <a:pt x="59984" y="96433"/>
                  <a:pt x="59972" y="95906"/>
                </a:cubicBezTo>
                <a:lnTo>
                  <a:pt x="59972" y="65079"/>
                </a:lnTo>
                <a:lnTo>
                  <a:pt x="81253" y="82871"/>
                </a:lnTo>
                <a:lnTo>
                  <a:pt x="84021" y="96685"/>
                </a:lnTo>
                <a:cubicBezTo>
                  <a:pt x="84105" y="97212"/>
                  <a:pt x="84308" y="97715"/>
                  <a:pt x="84596" y="98158"/>
                </a:cubicBezTo>
                <a:cubicBezTo>
                  <a:pt x="84884" y="98614"/>
                  <a:pt x="85255" y="98997"/>
                  <a:pt x="85699" y="99296"/>
                </a:cubicBezTo>
                <a:cubicBezTo>
                  <a:pt x="86130" y="99596"/>
                  <a:pt x="86633" y="99812"/>
                  <a:pt x="87149" y="99919"/>
                </a:cubicBezTo>
                <a:cubicBezTo>
                  <a:pt x="87676" y="100027"/>
                  <a:pt x="88215" y="100027"/>
                  <a:pt x="88742" y="99919"/>
                </a:cubicBezTo>
                <a:cubicBezTo>
                  <a:pt x="89257" y="99824"/>
                  <a:pt x="89760" y="99608"/>
                  <a:pt x="90204" y="99308"/>
                </a:cubicBezTo>
                <a:cubicBezTo>
                  <a:pt x="90635" y="99009"/>
                  <a:pt x="91019" y="98626"/>
                  <a:pt x="91306" y="98182"/>
                </a:cubicBezTo>
                <a:cubicBezTo>
                  <a:pt x="91594" y="97727"/>
                  <a:pt x="91798" y="97236"/>
                  <a:pt x="91894" y="96709"/>
                </a:cubicBezTo>
                <a:cubicBezTo>
                  <a:pt x="91977" y="96181"/>
                  <a:pt x="91965" y="95643"/>
                  <a:pt x="91846" y="95115"/>
                </a:cubicBezTo>
                <a:lnTo>
                  <a:pt x="75873" y="15251"/>
                </a:lnTo>
                <a:cubicBezTo>
                  <a:pt x="75694" y="14341"/>
                  <a:pt x="75202" y="13527"/>
                  <a:pt x="74495" y="12939"/>
                </a:cubicBezTo>
                <a:cubicBezTo>
                  <a:pt x="73776" y="12353"/>
                  <a:pt x="72878" y="12041"/>
                  <a:pt x="71955" y="12041"/>
                </a:cubicBezTo>
                <a:lnTo>
                  <a:pt x="59972" y="12041"/>
                </a:lnTo>
                <a:lnTo>
                  <a:pt x="59972" y="8039"/>
                </a:lnTo>
                <a:cubicBezTo>
                  <a:pt x="60512" y="8051"/>
                  <a:pt x="61027" y="7955"/>
                  <a:pt x="61518" y="7751"/>
                </a:cubicBezTo>
                <a:cubicBezTo>
                  <a:pt x="62009" y="7560"/>
                  <a:pt x="62465" y="7261"/>
                  <a:pt x="62836" y="6889"/>
                </a:cubicBezTo>
                <a:cubicBezTo>
                  <a:pt x="63220" y="6517"/>
                  <a:pt x="63519" y="6074"/>
                  <a:pt x="63723" y="5595"/>
                </a:cubicBezTo>
                <a:cubicBezTo>
                  <a:pt x="63926" y="5104"/>
                  <a:pt x="64023" y="4576"/>
                  <a:pt x="64023" y="4050"/>
                </a:cubicBezTo>
                <a:cubicBezTo>
                  <a:pt x="64023" y="3522"/>
                  <a:pt x="63926" y="2995"/>
                  <a:pt x="63723" y="2504"/>
                </a:cubicBezTo>
                <a:cubicBezTo>
                  <a:pt x="63519" y="2013"/>
                  <a:pt x="63220" y="1582"/>
                  <a:pt x="62836" y="1210"/>
                </a:cubicBezTo>
                <a:cubicBezTo>
                  <a:pt x="62465" y="827"/>
                  <a:pt x="62009" y="539"/>
                  <a:pt x="61518" y="347"/>
                </a:cubicBezTo>
                <a:cubicBezTo>
                  <a:pt x="61027" y="144"/>
                  <a:pt x="60512" y="48"/>
                  <a:pt x="59972" y="60"/>
                </a:cubicBezTo>
                <a:lnTo>
                  <a:pt x="56593" y="60"/>
                </a:lnTo>
                <a:cubicBezTo>
                  <a:pt x="56378" y="12"/>
                  <a:pt x="56150" y="0"/>
                  <a:pt x="55922" y="0"/>
                </a:cubicBezTo>
                <a:close/>
                <a:moveTo>
                  <a:pt x="26026" y="60"/>
                </a:moveTo>
                <a:cubicBezTo>
                  <a:pt x="22719" y="60"/>
                  <a:pt x="20035" y="2744"/>
                  <a:pt x="20035" y="6051"/>
                </a:cubicBezTo>
                <a:cubicBezTo>
                  <a:pt x="20035" y="9357"/>
                  <a:pt x="22719" y="12041"/>
                  <a:pt x="26026" y="12041"/>
                </a:cubicBezTo>
                <a:cubicBezTo>
                  <a:pt x="33911" y="12041"/>
                  <a:pt x="37996" y="60"/>
                  <a:pt x="37996" y="60"/>
                </a:cubicBezTo>
                <a:lnTo>
                  <a:pt x="26026" y="60"/>
                </a:lnTo>
                <a:close/>
                <a:moveTo>
                  <a:pt x="20035" y="18031"/>
                </a:moveTo>
                <a:cubicBezTo>
                  <a:pt x="20035" y="18031"/>
                  <a:pt x="8053" y="22632"/>
                  <a:pt x="8053" y="30012"/>
                </a:cubicBezTo>
                <a:cubicBezTo>
                  <a:pt x="8053" y="33319"/>
                  <a:pt x="10737" y="36002"/>
                  <a:pt x="14044" y="36002"/>
                </a:cubicBezTo>
                <a:cubicBezTo>
                  <a:pt x="17351" y="36002"/>
                  <a:pt x="20035" y="33319"/>
                  <a:pt x="20035" y="30012"/>
                </a:cubicBezTo>
                <a:lnTo>
                  <a:pt x="20035" y="18031"/>
                </a:lnTo>
                <a:close/>
                <a:moveTo>
                  <a:pt x="43281" y="20019"/>
                </a:moveTo>
                <a:lnTo>
                  <a:pt x="51992" y="20019"/>
                </a:lnTo>
                <a:lnTo>
                  <a:pt x="51992" y="47983"/>
                </a:lnTo>
                <a:lnTo>
                  <a:pt x="39746" y="37727"/>
                </a:lnTo>
                <a:lnTo>
                  <a:pt x="43281" y="20019"/>
                </a:lnTo>
                <a:close/>
                <a:moveTo>
                  <a:pt x="59972" y="20019"/>
                </a:moveTo>
                <a:lnTo>
                  <a:pt x="68684" y="20019"/>
                </a:lnTo>
                <a:lnTo>
                  <a:pt x="72219" y="37727"/>
                </a:lnTo>
                <a:lnTo>
                  <a:pt x="59972" y="47983"/>
                </a:lnTo>
                <a:lnTo>
                  <a:pt x="59972" y="20019"/>
                </a:lnTo>
                <a:close/>
                <a:moveTo>
                  <a:pt x="37949" y="46665"/>
                </a:moveTo>
                <a:lnTo>
                  <a:pt x="49752" y="56525"/>
                </a:lnTo>
                <a:lnTo>
                  <a:pt x="33216" y="70363"/>
                </a:lnTo>
                <a:lnTo>
                  <a:pt x="37949" y="46665"/>
                </a:lnTo>
                <a:close/>
                <a:moveTo>
                  <a:pt x="74016" y="46665"/>
                </a:moveTo>
                <a:lnTo>
                  <a:pt x="78749" y="70363"/>
                </a:lnTo>
                <a:lnTo>
                  <a:pt x="62213" y="56525"/>
                </a:lnTo>
                <a:lnTo>
                  <a:pt x="74016" y="4666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8" name="Красный — SVG 21">
            <a:extLst>
              <a:ext uri="{FF2B5EF4-FFF2-40B4-BE49-F238E27FC236}">
                <a16:creationId xmlns:a16="http://schemas.microsoft.com/office/drawing/2014/main" id="{E6F5EF9A-6183-374C-9527-EB670432D5F1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23013 w 120589"/>
              <a:gd name="csY0" fmla="*/ 3 h 134730"/>
              <a:gd name="csX1" fmla="*/ 19356 w 120589"/>
              <a:gd name="csY1" fmla="*/ 1619 h 134730"/>
              <a:gd name="csX2" fmla="*/ 1635 w 120589"/>
              <a:gd name="csY2" fmla="*/ 19327 h 134730"/>
              <a:gd name="csX3" fmla="*/ 436 w 120589"/>
              <a:gd name="csY3" fmla="*/ 21062 h 134730"/>
              <a:gd name="csX4" fmla="*/ 0 w 120589"/>
              <a:gd name="csY4" fmla="*/ 23104 h 134730"/>
              <a:gd name="csX5" fmla="*/ 395 w 120589"/>
              <a:gd name="csY5" fmla="*/ 25179 h 134730"/>
              <a:gd name="csX6" fmla="*/ 1557 w 120589"/>
              <a:gd name="csY6" fmla="*/ 26931 h 134730"/>
              <a:gd name="csX7" fmla="*/ 3308 w 120589"/>
              <a:gd name="csY7" fmla="*/ 28088 h 134730"/>
              <a:gd name="csX8" fmla="*/ 5371 w 120589"/>
              <a:gd name="csY8" fmla="*/ 28479 h 134730"/>
              <a:gd name="csX9" fmla="*/ 7427 w 120589"/>
              <a:gd name="csY9" fmla="*/ 28054 h 134730"/>
              <a:gd name="csX10" fmla="*/ 9153 w 120589"/>
              <a:gd name="csY10" fmla="*/ 26846 h 134730"/>
              <a:gd name="csX11" fmla="*/ 26875 w 120589"/>
              <a:gd name="csY11" fmla="*/ 9121 h 134730"/>
              <a:gd name="csX12" fmla="*/ 28377 w 120589"/>
              <a:gd name="csY12" fmla="*/ 6365 h 134730"/>
              <a:gd name="csX13" fmla="*/ 28062 w 120589"/>
              <a:gd name="csY13" fmla="*/ 3252 h 134730"/>
              <a:gd name="csX14" fmla="*/ 26038 w 120589"/>
              <a:gd name="csY14" fmla="*/ 853 h 134730"/>
              <a:gd name="csX15" fmla="*/ 23013 w 120589"/>
              <a:gd name="csY15" fmla="*/ 3 h 134730"/>
              <a:gd name="csX16" fmla="*/ 53798 w 120589"/>
              <a:gd name="csY16" fmla="*/ 3592 h 134730"/>
              <a:gd name="csX17" fmla="*/ 40014 w 120589"/>
              <a:gd name="csY17" fmla="*/ 9308 h 134730"/>
              <a:gd name="csX18" fmla="*/ 9589 w 120589"/>
              <a:gd name="csY18" fmla="*/ 39724 h 134730"/>
              <a:gd name="csX19" fmla="*/ 3898 w 120589"/>
              <a:gd name="csY19" fmla="*/ 54370 h 134730"/>
              <a:gd name="csX20" fmla="*/ 6605 w 120589"/>
              <a:gd name="csY20" fmla="*/ 116052 h 134730"/>
              <a:gd name="csX21" fmla="*/ 26087 w 120589"/>
              <a:gd name="csY21" fmla="*/ 134730 h 134730"/>
              <a:gd name="csX22" fmla="*/ 101094 w 120589"/>
              <a:gd name="csY22" fmla="*/ 134730 h 134730"/>
              <a:gd name="csX23" fmla="*/ 120590 w 120589"/>
              <a:gd name="csY23" fmla="*/ 115236 h 134730"/>
              <a:gd name="csX24" fmla="*/ 120590 w 120589"/>
              <a:gd name="csY24" fmla="*/ 23087 h 134730"/>
              <a:gd name="csX25" fmla="*/ 101094 w 120589"/>
              <a:gd name="csY25" fmla="*/ 3592 h 134730"/>
              <a:gd name="csX26" fmla="*/ 53798 w 120589"/>
              <a:gd name="csY26" fmla="*/ 3592 h 134730"/>
              <a:gd name="csX27" fmla="*/ 58560 w 120589"/>
              <a:gd name="csY27" fmla="*/ 17779 h 134730"/>
              <a:gd name="csX28" fmla="*/ 94006 w 120589"/>
              <a:gd name="csY28" fmla="*/ 17779 h 134730"/>
              <a:gd name="csX29" fmla="*/ 99323 w 120589"/>
              <a:gd name="csY29" fmla="*/ 23087 h 134730"/>
              <a:gd name="csX30" fmla="*/ 94006 w 120589"/>
              <a:gd name="csY30" fmla="*/ 28411 h 134730"/>
              <a:gd name="csX31" fmla="*/ 58560 w 120589"/>
              <a:gd name="csY31" fmla="*/ 28411 h 134730"/>
              <a:gd name="csX32" fmla="*/ 53244 w 120589"/>
              <a:gd name="csY32" fmla="*/ 23087 h 134730"/>
              <a:gd name="csX33" fmla="*/ 58560 w 120589"/>
              <a:gd name="csY33" fmla="*/ 17779 h 134730"/>
              <a:gd name="csX34" fmla="*/ 63877 w 120589"/>
              <a:gd name="csY34" fmla="*/ 53316 h 134730"/>
              <a:gd name="csX35" fmla="*/ 67809 w 120589"/>
              <a:gd name="csY35" fmla="*/ 54983 h 134730"/>
              <a:gd name="csX36" fmla="*/ 85144 w 120589"/>
              <a:gd name="csY36" fmla="*/ 87984 h 134730"/>
              <a:gd name="csX37" fmla="*/ 63877 w 120589"/>
              <a:gd name="csY37" fmla="*/ 109911 h 134730"/>
              <a:gd name="csX38" fmla="*/ 42610 w 120589"/>
              <a:gd name="csY38" fmla="*/ 87984 h 134730"/>
              <a:gd name="csX39" fmla="*/ 59945 w 120589"/>
              <a:gd name="csY39" fmla="*/ 54983 h 134730"/>
              <a:gd name="csX40" fmla="*/ 63877 w 120589"/>
              <a:gd name="csY40" fmla="*/ 53316 h 134730"/>
            </a:gdLst>
            <a:ahLst/>
            <a:cxnLst/>
            <a:rect l="l" t="t" r="r" b="b"/>
            <a:pathLst>
              <a:path w="100000" h="100000">
                <a:moveTo>
                  <a:pt x="22329" y="2"/>
                </a:moveTo>
                <a:cubicBezTo>
                  <a:pt x="21303" y="27"/>
                  <a:pt x="20331" y="456"/>
                  <a:pt x="19614" y="1202"/>
                </a:cubicBezTo>
                <a:lnTo>
                  <a:pt x="6461" y="14345"/>
                </a:lnTo>
                <a:cubicBezTo>
                  <a:pt x="6083" y="14711"/>
                  <a:pt x="5780" y="15141"/>
                  <a:pt x="5572" y="15633"/>
                </a:cubicBezTo>
                <a:cubicBezTo>
                  <a:pt x="5364" y="16113"/>
                  <a:pt x="5253" y="16630"/>
                  <a:pt x="5248" y="17148"/>
                </a:cubicBezTo>
                <a:cubicBezTo>
                  <a:pt x="5243" y="17678"/>
                  <a:pt x="5343" y="18196"/>
                  <a:pt x="5541" y="18688"/>
                </a:cubicBezTo>
                <a:cubicBezTo>
                  <a:pt x="5739" y="19168"/>
                  <a:pt x="6032" y="19610"/>
                  <a:pt x="6404" y="19989"/>
                </a:cubicBezTo>
                <a:cubicBezTo>
                  <a:pt x="6775" y="20356"/>
                  <a:pt x="7217" y="20646"/>
                  <a:pt x="7703" y="20848"/>
                </a:cubicBezTo>
                <a:cubicBezTo>
                  <a:pt x="8189" y="21050"/>
                  <a:pt x="8710" y="21150"/>
                  <a:pt x="9234" y="21138"/>
                </a:cubicBezTo>
                <a:cubicBezTo>
                  <a:pt x="9760" y="21138"/>
                  <a:pt x="10279" y="21024"/>
                  <a:pt x="10760" y="20822"/>
                </a:cubicBezTo>
                <a:cubicBezTo>
                  <a:pt x="11243" y="20608"/>
                  <a:pt x="11678" y="20305"/>
                  <a:pt x="12041" y="19926"/>
                </a:cubicBezTo>
                <a:lnTo>
                  <a:pt x="25195" y="6770"/>
                </a:lnTo>
                <a:cubicBezTo>
                  <a:pt x="25764" y="6227"/>
                  <a:pt x="26153" y="5507"/>
                  <a:pt x="26310" y="4724"/>
                </a:cubicBezTo>
                <a:cubicBezTo>
                  <a:pt x="26468" y="3954"/>
                  <a:pt x="26386" y="3146"/>
                  <a:pt x="26076" y="2414"/>
                </a:cubicBezTo>
                <a:cubicBezTo>
                  <a:pt x="25767" y="1681"/>
                  <a:pt x="25243" y="1063"/>
                  <a:pt x="24574" y="633"/>
                </a:cubicBezTo>
                <a:cubicBezTo>
                  <a:pt x="23906" y="204"/>
                  <a:pt x="23123" y="-23"/>
                  <a:pt x="22329" y="2"/>
                </a:cubicBezTo>
                <a:close/>
                <a:moveTo>
                  <a:pt x="45178" y="2666"/>
                </a:moveTo>
                <a:cubicBezTo>
                  <a:pt x="41342" y="2666"/>
                  <a:pt x="37660" y="4194"/>
                  <a:pt x="34947" y="6909"/>
                </a:cubicBezTo>
                <a:lnTo>
                  <a:pt x="12365" y="29484"/>
                </a:lnTo>
                <a:cubicBezTo>
                  <a:pt x="9501" y="32350"/>
                  <a:pt x="7964" y="36301"/>
                  <a:pt x="8141" y="40355"/>
                </a:cubicBezTo>
                <a:lnTo>
                  <a:pt x="10150" y="86137"/>
                </a:lnTo>
                <a:cubicBezTo>
                  <a:pt x="10478" y="93839"/>
                  <a:pt x="16896" y="100000"/>
                  <a:pt x="24610" y="100000"/>
                </a:cubicBezTo>
                <a:lnTo>
                  <a:pt x="80282" y="100000"/>
                </a:lnTo>
                <a:cubicBezTo>
                  <a:pt x="88226" y="100000"/>
                  <a:pt x="94753" y="93473"/>
                  <a:pt x="94753" y="85531"/>
                </a:cubicBezTo>
                <a:lnTo>
                  <a:pt x="94753" y="17136"/>
                </a:lnTo>
                <a:cubicBezTo>
                  <a:pt x="94753" y="9194"/>
                  <a:pt x="88226" y="2666"/>
                  <a:pt x="80282" y="2666"/>
                </a:cubicBezTo>
                <a:lnTo>
                  <a:pt x="45178" y="2666"/>
                </a:lnTo>
                <a:close/>
                <a:moveTo>
                  <a:pt x="48713" y="13196"/>
                </a:moveTo>
                <a:lnTo>
                  <a:pt x="75022" y="13196"/>
                </a:lnTo>
                <a:cubicBezTo>
                  <a:pt x="77205" y="13196"/>
                  <a:pt x="78968" y="14951"/>
                  <a:pt x="78968" y="17136"/>
                </a:cubicBezTo>
                <a:cubicBezTo>
                  <a:pt x="78968" y="19320"/>
                  <a:pt x="77205" y="21087"/>
                  <a:pt x="75022" y="21087"/>
                </a:cubicBezTo>
                <a:lnTo>
                  <a:pt x="48713" y="21087"/>
                </a:lnTo>
                <a:cubicBezTo>
                  <a:pt x="46530" y="21087"/>
                  <a:pt x="44767" y="19320"/>
                  <a:pt x="44767" y="17136"/>
                </a:cubicBezTo>
                <a:cubicBezTo>
                  <a:pt x="44767" y="14951"/>
                  <a:pt x="46530" y="13196"/>
                  <a:pt x="48713" y="13196"/>
                </a:cubicBezTo>
                <a:close/>
                <a:moveTo>
                  <a:pt x="52659" y="39572"/>
                </a:moveTo>
                <a:cubicBezTo>
                  <a:pt x="53752" y="39572"/>
                  <a:pt x="54841" y="39989"/>
                  <a:pt x="55577" y="40810"/>
                </a:cubicBezTo>
                <a:cubicBezTo>
                  <a:pt x="56893" y="42262"/>
                  <a:pt x="68444" y="55354"/>
                  <a:pt x="68444" y="65304"/>
                </a:cubicBezTo>
                <a:cubicBezTo>
                  <a:pt x="68444" y="74269"/>
                  <a:pt x="61368" y="81579"/>
                  <a:pt x="52659" y="81579"/>
                </a:cubicBezTo>
                <a:cubicBezTo>
                  <a:pt x="43951" y="81579"/>
                  <a:pt x="36874" y="74269"/>
                  <a:pt x="36874" y="65304"/>
                </a:cubicBezTo>
                <a:cubicBezTo>
                  <a:pt x="36874" y="55354"/>
                  <a:pt x="48425" y="42262"/>
                  <a:pt x="49741" y="40810"/>
                </a:cubicBezTo>
                <a:cubicBezTo>
                  <a:pt x="50477" y="39989"/>
                  <a:pt x="51568" y="39572"/>
                  <a:pt x="52659" y="3957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9" name="Красный — SVG 22">
            <a:extLst>
              <a:ext uri="{FF2B5EF4-FFF2-40B4-BE49-F238E27FC236}">
                <a16:creationId xmlns:a16="http://schemas.microsoft.com/office/drawing/2014/main" id="{9CDC686A-32BD-E24B-90FD-C28ABF9F817B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67421 w 134841"/>
              <a:gd name="csY0" fmla="*/ 0 h 138215"/>
              <a:gd name="csX1" fmla="*/ 21343 w 134841"/>
              <a:gd name="csY1" fmla="*/ 46066 h 138215"/>
              <a:gd name="csX2" fmla="*/ 62104 w 134841"/>
              <a:gd name="csY2" fmla="*/ 91826 h 138215"/>
              <a:gd name="csX3" fmla="*/ 62104 w 134841"/>
              <a:gd name="csY3" fmla="*/ 106319 h 138215"/>
              <a:gd name="csX4" fmla="*/ 51471 w 134841"/>
              <a:gd name="csY4" fmla="*/ 106319 h 138215"/>
              <a:gd name="csX5" fmla="*/ 39245 w 134841"/>
              <a:gd name="csY5" fmla="*/ 116951 h 138215"/>
              <a:gd name="csX6" fmla="*/ 5393 w 134841"/>
              <a:gd name="csY6" fmla="*/ 116951 h 138215"/>
              <a:gd name="csX7" fmla="*/ 3335 w 134841"/>
              <a:gd name="csY7" fmla="*/ 117343 h 138215"/>
              <a:gd name="csX8" fmla="*/ 1584 w 134841"/>
              <a:gd name="csY8" fmla="*/ 118482 h 138215"/>
              <a:gd name="csX9" fmla="*/ 412 w 134841"/>
              <a:gd name="csY9" fmla="*/ 120217 h 138215"/>
              <a:gd name="csX10" fmla="*/ 0 w 134841"/>
              <a:gd name="csY10" fmla="*/ 122259 h 138215"/>
              <a:gd name="csX11" fmla="*/ 412 w 134841"/>
              <a:gd name="csY11" fmla="*/ 124317 h 138215"/>
              <a:gd name="csX12" fmla="*/ 1584 w 134841"/>
              <a:gd name="csY12" fmla="*/ 126052 h 138215"/>
              <a:gd name="csX13" fmla="*/ 3335 w 134841"/>
              <a:gd name="csY13" fmla="*/ 127192 h 138215"/>
              <a:gd name="csX14" fmla="*/ 5393 w 134841"/>
              <a:gd name="csY14" fmla="*/ 127583 h 138215"/>
              <a:gd name="csX15" fmla="*/ 39245 w 134841"/>
              <a:gd name="csY15" fmla="*/ 127583 h 138215"/>
              <a:gd name="csX16" fmla="*/ 51471 w 134841"/>
              <a:gd name="csY16" fmla="*/ 138215 h 138215"/>
              <a:gd name="csX17" fmla="*/ 83371 w 134841"/>
              <a:gd name="csY17" fmla="*/ 138215 h 138215"/>
              <a:gd name="csX18" fmla="*/ 95597 w 134841"/>
              <a:gd name="csY18" fmla="*/ 127583 h 138215"/>
              <a:gd name="csX19" fmla="*/ 129448 w 134841"/>
              <a:gd name="csY19" fmla="*/ 127583 h 138215"/>
              <a:gd name="csX20" fmla="*/ 131507 w 134841"/>
              <a:gd name="csY20" fmla="*/ 127192 h 138215"/>
              <a:gd name="csX21" fmla="*/ 133258 w 134841"/>
              <a:gd name="csY21" fmla="*/ 126052 h 138215"/>
              <a:gd name="csX22" fmla="*/ 134430 w 134841"/>
              <a:gd name="csY22" fmla="*/ 124317 h 138215"/>
              <a:gd name="csX23" fmla="*/ 134841 w 134841"/>
              <a:gd name="csY23" fmla="*/ 122259 h 138215"/>
              <a:gd name="csX24" fmla="*/ 134430 w 134841"/>
              <a:gd name="csY24" fmla="*/ 120217 h 138215"/>
              <a:gd name="csX25" fmla="*/ 133258 w 134841"/>
              <a:gd name="csY25" fmla="*/ 118482 h 138215"/>
              <a:gd name="csX26" fmla="*/ 131507 w 134841"/>
              <a:gd name="csY26" fmla="*/ 117343 h 138215"/>
              <a:gd name="csX27" fmla="*/ 129448 w 134841"/>
              <a:gd name="csY27" fmla="*/ 116951 h 138215"/>
              <a:gd name="csX28" fmla="*/ 95597 w 134841"/>
              <a:gd name="csY28" fmla="*/ 116951 h 138215"/>
              <a:gd name="csX29" fmla="*/ 83371 w 134841"/>
              <a:gd name="csY29" fmla="*/ 106319 h 138215"/>
              <a:gd name="csX30" fmla="*/ 72737 w 134841"/>
              <a:gd name="csY30" fmla="*/ 106319 h 138215"/>
              <a:gd name="csX31" fmla="*/ 72737 w 134841"/>
              <a:gd name="csY31" fmla="*/ 91826 h 138215"/>
              <a:gd name="csX32" fmla="*/ 113498 w 134841"/>
              <a:gd name="csY32" fmla="*/ 46066 h 138215"/>
              <a:gd name="csX33" fmla="*/ 67421 w 134841"/>
              <a:gd name="csY33" fmla="*/ 0 h 138215"/>
              <a:gd name="csX34" fmla="*/ 83371 w 134841"/>
              <a:gd name="csY34" fmla="*/ 24802 h 138215"/>
              <a:gd name="csX35" fmla="*/ 87129 w 134841"/>
              <a:gd name="csY35" fmla="*/ 26367 h 138215"/>
              <a:gd name="csX36" fmla="*/ 87129 w 134841"/>
              <a:gd name="csY36" fmla="*/ 33886 h 138215"/>
              <a:gd name="csX37" fmla="*/ 71179 w 134841"/>
              <a:gd name="csY37" fmla="*/ 49826 h 138215"/>
              <a:gd name="csX38" fmla="*/ 67421 w 134841"/>
              <a:gd name="csY38" fmla="*/ 51390 h 138215"/>
              <a:gd name="csX39" fmla="*/ 63661 w 134841"/>
              <a:gd name="csY39" fmla="*/ 49826 h 138215"/>
              <a:gd name="csX40" fmla="*/ 63661 w 134841"/>
              <a:gd name="csY40" fmla="*/ 42307 h 138215"/>
              <a:gd name="csX41" fmla="*/ 79611 w 134841"/>
              <a:gd name="csY41" fmla="*/ 26367 h 138215"/>
              <a:gd name="csX42" fmla="*/ 83371 w 134841"/>
              <a:gd name="csY42" fmla="*/ 24802 h 138215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31619" y="0"/>
                  <a:pt x="16662" y="14954"/>
                  <a:pt x="16662" y="33329"/>
                </a:cubicBezTo>
                <a:cubicBezTo>
                  <a:pt x="16662" y="50412"/>
                  <a:pt x="29578" y="64517"/>
                  <a:pt x="46153" y="66437"/>
                </a:cubicBezTo>
                <a:lnTo>
                  <a:pt x="46153" y="76923"/>
                </a:lnTo>
                <a:lnTo>
                  <a:pt x="38460" y="76923"/>
                </a:lnTo>
                <a:cubicBezTo>
                  <a:pt x="33949" y="76923"/>
                  <a:pt x="30243" y="80271"/>
                  <a:pt x="29615" y="84615"/>
                </a:cubicBezTo>
                <a:lnTo>
                  <a:pt x="5122" y="84615"/>
                </a:lnTo>
                <a:cubicBezTo>
                  <a:pt x="4612" y="84603"/>
                  <a:pt x="4106" y="84702"/>
                  <a:pt x="3633" y="84899"/>
                </a:cubicBezTo>
                <a:cubicBezTo>
                  <a:pt x="3160" y="85083"/>
                  <a:pt x="2730" y="85366"/>
                  <a:pt x="2367" y="85723"/>
                </a:cubicBezTo>
                <a:cubicBezTo>
                  <a:pt x="2003" y="86080"/>
                  <a:pt x="1715" y="86511"/>
                  <a:pt x="1519" y="86978"/>
                </a:cubicBezTo>
                <a:cubicBezTo>
                  <a:pt x="1321" y="87446"/>
                  <a:pt x="1221" y="87951"/>
                  <a:pt x="1221" y="88456"/>
                </a:cubicBezTo>
                <a:cubicBezTo>
                  <a:pt x="1221" y="88972"/>
                  <a:pt x="1321" y="89477"/>
                  <a:pt x="1519" y="89945"/>
                </a:cubicBezTo>
                <a:cubicBezTo>
                  <a:pt x="1715" y="90413"/>
                  <a:pt x="2003" y="90843"/>
                  <a:pt x="2367" y="91200"/>
                </a:cubicBezTo>
                <a:cubicBezTo>
                  <a:pt x="2730" y="91557"/>
                  <a:pt x="3160" y="91840"/>
                  <a:pt x="3633" y="92025"/>
                </a:cubicBezTo>
                <a:cubicBezTo>
                  <a:pt x="4106" y="92222"/>
                  <a:pt x="4612" y="92320"/>
                  <a:pt x="5122" y="92308"/>
                </a:cubicBezTo>
                <a:lnTo>
                  <a:pt x="29615" y="92308"/>
                </a:lnTo>
                <a:cubicBezTo>
                  <a:pt x="30243" y="96652"/>
                  <a:pt x="33949" y="100000"/>
                  <a:pt x="38460" y="100000"/>
                </a:cubicBezTo>
                <a:lnTo>
                  <a:pt x="61540" y="100000"/>
                </a:lnTo>
                <a:cubicBezTo>
                  <a:pt x="66051" y="100000"/>
                  <a:pt x="69757" y="96652"/>
                  <a:pt x="70386" y="92308"/>
                </a:cubicBezTo>
                <a:lnTo>
                  <a:pt x="94878" y="92308"/>
                </a:lnTo>
                <a:cubicBezTo>
                  <a:pt x="95388" y="92320"/>
                  <a:pt x="95893" y="92222"/>
                  <a:pt x="96367" y="92025"/>
                </a:cubicBezTo>
                <a:cubicBezTo>
                  <a:pt x="96840" y="91840"/>
                  <a:pt x="97271" y="91557"/>
                  <a:pt x="97634" y="91200"/>
                </a:cubicBezTo>
                <a:cubicBezTo>
                  <a:pt x="97997" y="90843"/>
                  <a:pt x="98285" y="90413"/>
                  <a:pt x="98482" y="89945"/>
                </a:cubicBezTo>
                <a:cubicBezTo>
                  <a:pt x="98677" y="89477"/>
                  <a:pt x="98779" y="88972"/>
                  <a:pt x="98779" y="88456"/>
                </a:cubicBezTo>
                <a:cubicBezTo>
                  <a:pt x="98779" y="87951"/>
                  <a:pt x="98677" y="87446"/>
                  <a:pt x="98482" y="86978"/>
                </a:cubicBezTo>
                <a:cubicBezTo>
                  <a:pt x="98285" y="86511"/>
                  <a:pt x="97997" y="86080"/>
                  <a:pt x="97634" y="85723"/>
                </a:cubicBezTo>
                <a:cubicBezTo>
                  <a:pt x="97271" y="85366"/>
                  <a:pt x="96840" y="85083"/>
                  <a:pt x="96367" y="84899"/>
                </a:cubicBezTo>
                <a:cubicBezTo>
                  <a:pt x="95893" y="84702"/>
                  <a:pt x="95388" y="84603"/>
                  <a:pt x="94878" y="84615"/>
                </a:cubicBezTo>
                <a:lnTo>
                  <a:pt x="70386" y="84615"/>
                </a:lnTo>
                <a:cubicBezTo>
                  <a:pt x="69757" y="80271"/>
                  <a:pt x="66051" y="76923"/>
                  <a:pt x="61540" y="76923"/>
                </a:cubicBezTo>
                <a:lnTo>
                  <a:pt x="53847" y="76923"/>
                </a:lnTo>
                <a:lnTo>
                  <a:pt x="53847" y="66437"/>
                </a:lnTo>
                <a:cubicBezTo>
                  <a:pt x="70421" y="64517"/>
                  <a:pt x="83338" y="50412"/>
                  <a:pt x="83338" y="33329"/>
                </a:cubicBezTo>
                <a:cubicBezTo>
                  <a:pt x="83338" y="14954"/>
                  <a:pt x="68382" y="0"/>
                  <a:pt x="50000" y="0"/>
                </a:cubicBezTo>
                <a:close/>
                <a:moveTo>
                  <a:pt x="61540" y="17945"/>
                </a:moveTo>
                <a:cubicBezTo>
                  <a:pt x="62524" y="17945"/>
                  <a:pt x="63508" y="18326"/>
                  <a:pt x="64259" y="19077"/>
                </a:cubicBezTo>
                <a:cubicBezTo>
                  <a:pt x="65762" y="20579"/>
                  <a:pt x="65760" y="23016"/>
                  <a:pt x="64259" y="24517"/>
                </a:cubicBezTo>
                <a:lnTo>
                  <a:pt x="52719" y="36050"/>
                </a:lnTo>
                <a:cubicBezTo>
                  <a:pt x="51968" y="36800"/>
                  <a:pt x="50985" y="37181"/>
                  <a:pt x="50000" y="37181"/>
                </a:cubicBezTo>
                <a:cubicBezTo>
                  <a:pt x="49016" y="37181"/>
                  <a:pt x="48032" y="36800"/>
                  <a:pt x="47280" y="36050"/>
                </a:cubicBezTo>
                <a:cubicBezTo>
                  <a:pt x="45778" y="34548"/>
                  <a:pt x="45778" y="32111"/>
                  <a:pt x="47280" y="30610"/>
                </a:cubicBezTo>
                <a:lnTo>
                  <a:pt x="58820" y="19077"/>
                </a:lnTo>
                <a:cubicBezTo>
                  <a:pt x="59572" y="18326"/>
                  <a:pt x="60556" y="17945"/>
                  <a:pt x="61540" y="1794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0" name="Красный — SVG 23">
            <a:extLst>
              <a:ext uri="{FF2B5EF4-FFF2-40B4-BE49-F238E27FC236}">
                <a16:creationId xmlns:a16="http://schemas.microsoft.com/office/drawing/2014/main" id="{C44DB901-2D6F-B642-A072-400D785B2A9F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35133 w 141772"/>
              <a:gd name="csY1" fmla="*/ 9662 h 141753"/>
              <a:gd name="csX2" fmla="*/ 35133 w 141772"/>
              <a:gd name="csY2" fmla="*/ 9662 h 141753"/>
              <a:gd name="csX3" fmla="*/ 0 w 141772"/>
              <a:gd name="csY3" fmla="*/ 70188 h 141753"/>
              <a:gd name="csX4" fmla="*/ 0 w 141772"/>
              <a:gd name="csY4" fmla="*/ 70239 h 141753"/>
              <a:gd name="csX5" fmla="*/ 0 w 141772"/>
              <a:gd name="csY5" fmla="*/ 70885 h 141753"/>
              <a:gd name="csX6" fmla="*/ 153 w 141772"/>
              <a:gd name="csY6" fmla="*/ 75631 h 141753"/>
              <a:gd name="csX7" fmla="*/ 630 w 141772"/>
              <a:gd name="csY7" fmla="*/ 80292 h 141753"/>
              <a:gd name="csX8" fmla="*/ 14649 w 141772"/>
              <a:gd name="csY8" fmla="*/ 113991 h 141753"/>
              <a:gd name="csX9" fmla="*/ 14768 w 141772"/>
              <a:gd name="csY9" fmla="*/ 114145 h 141753"/>
              <a:gd name="csX10" fmla="*/ 17371 w 141772"/>
              <a:gd name="csY10" fmla="*/ 117309 h 141753"/>
              <a:gd name="csX11" fmla="*/ 17728 w 141772"/>
              <a:gd name="csY11" fmla="*/ 117751 h 141753"/>
              <a:gd name="csX12" fmla="*/ 20314 w 141772"/>
              <a:gd name="csY12" fmla="*/ 120507 h 141753"/>
              <a:gd name="csX13" fmla="*/ 20927 w 141772"/>
              <a:gd name="csY13" fmla="*/ 121153 h 141753"/>
              <a:gd name="csX14" fmla="*/ 23530 w 141772"/>
              <a:gd name="csY14" fmla="*/ 123568 h 141753"/>
              <a:gd name="csX15" fmla="*/ 24346 w 141772"/>
              <a:gd name="csY15" fmla="*/ 124334 h 141753"/>
              <a:gd name="csX16" fmla="*/ 26694 w 141772"/>
              <a:gd name="csY16" fmla="*/ 126256 h 141753"/>
              <a:gd name="csX17" fmla="*/ 28004 w 141772"/>
              <a:gd name="csY17" fmla="*/ 127311 h 141753"/>
              <a:gd name="csX18" fmla="*/ 30063 w 141772"/>
              <a:gd name="csY18" fmla="*/ 128791 h 141753"/>
              <a:gd name="csX19" fmla="*/ 31781 w 141772"/>
              <a:gd name="csY19" fmla="*/ 130016 h 141753"/>
              <a:gd name="csX20" fmla="*/ 31832 w 141772"/>
              <a:gd name="csY20" fmla="*/ 130033 h 141753"/>
              <a:gd name="csX21" fmla="*/ 35745 w 141772"/>
              <a:gd name="csY21" fmla="*/ 132449 h 141753"/>
              <a:gd name="csX22" fmla="*/ 70895 w 141772"/>
              <a:gd name="csY22" fmla="*/ 141754 h 141753"/>
              <a:gd name="csX23" fmla="*/ 105670 w 141772"/>
              <a:gd name="csY23" fmla="*/ 132636 h 141753"/>
              <a:gd name="csX24" fmla="*/ 105772 w 141772"/>
              <a:gd name="csY24" fmla="*/ 132601 h 141753"/>
              <a:gd name="csX25" fmla="*/ 113479 w 141772"/>
              <a:gd name="csY25" fmla="*/ 127532 h 141753"/>
              <a:gd name="csX26" fmla="*/ 116933 w 141772"/>
              <a:gd name="csY26" fmla="*/ 124760 h 141753"/>
              <a:gd name="csX27" fmla="*/ 117069 w 141772"/>
              <a:gd name="csY27" fmla="*/ 124640 h 141753"/>
              <a:gd name="csX28" fmla="*/ 117086 w 141772"/>
              <a:gd name="csY28" fmla="*/ 124640 h 141753"/>
              <a:gd name="csX29" fmla="*/ 119383 w 141772"/>
              <a:gd name="csY29" fmla="*/ 122531 h 141753"/>
              <a:gd name="csX30" fmla="*/ 120591 w 141772"/>
              <a:gd name="csY30" fmla="*/ 121408 h 141753"/>
              <a:gd name="csX31" fmla="*/ 121918 w 141772"/>
              <a:gd name="csY31" fmla="*/ 120013 h 141753"/>
              <a:gd name="csX32" fmla="*/ 123875 w 141772"/>
              <a:gd name="csY32" fmla="*/ 117955 h 141753"/>
              <a:gd name="csX33" fmla="*/ 124402 w 141772"/>
              <a:gd name="csY33" fmla="*/ 117326 h 141753"/>
              <a:gd name="csX34" fmla="*/ 141773 w 141772"/>
              <a:gd name="csY34" fmla="*/ 70885 h 141753"/>
              <a:gd name="csX35" fmla="*/ 141773 w 141772"/>
              <a:gd name="csY35" fmla="*/ 70562 h 141753"/>
              <a:gd name="csX36" fmla="*/ 141773 w 141772"/>
              <a:gd name="csY36" fmla="*/ 70545 h 141753"/>
              <a:gd name="csX37" fmla="*/ 108375 w 141772"/>
              <a:gd name="csY37" fmla="*/ 10768 h 141753"/>
              <a:gd name="csX38" fmla="*/ 107270 w 141772"/>
              <a:gd name="csY38" fmla="*/ 9849 h 141753"/>
              <a:gd name="csX39" fmla="*/ 71201 w 141772"/>
              <a:gd name="csY39" fmla="*/ 0 h 141753"/>
              <a:gd name="csX40" fmla="*/ 71048 w 141772"/>
              <a:gd name="csY40" fmla="*/ 0 h 141753"/>
              <a:gd name="csX41" fmla="*/ 70895 w 141772"/>
              <a:gd name="csY41" fmla="*/ 0 h 141753"/>
              <a:gd name="csX42" fmla="*/ 36273 w 141772"/>
              <a:gd name="csY42" fmla="*/ 21570 h 141753"/>
              <a:gd name="csX43" fmla="*/ 57965 w 141772"/>
              <a:gd name="csY43" fmla="*/ 58467 h 141753"/>
              <a:gd name="csX44" fmla="*/ 57608 w 141772"/>
              <a:gd name="csY44" fmla="*/ 58825 h 141753"/>
              <a:gd name="csX45" fmla="*/ 54052 w 141772"/>
              <a:gd name="csY45" fmla="*/ 65272 h 141753"/>
              <a:gd name="csX46" fmla="*/ 10957 w 141772"/>
              <a:gd name="csY46" fmla="*/ 64965 h 141753"/>
              <a:gd name="csX47" fmla="*/ 36273 w 141772"/>
              <a:gd name="csY47" fmla="*/ 21570 h 141753"/>
              <a:gd name="csX48" fmla="*/ 106215 w 141772"/>
              <a:gd name="csY48" fmla="*/ 22097 h 141753"/>
              <a:gd name="csX49" fmla="*/ 130867 w 141772"/>
              <a:gd name="csY49" fmla="*/ 65288 h 141753"/>
              <a:gd name="csX50" fmla="*/ 87806 w 141772"/>
              <a:gd name="csY50" fmla="*/ 65595 h 141753"/>
              <a:gd name="csX51" fmla="*/ 84437 w 141772"/>
              <a:gd name="csY51" fmla="*/ 59182 h 141753"/>
              <a:gd name="csX52" fmla="*/ 106215 w 141772"/>
              <a:gd name="csY52" fmla="*/ 22097 h 141753"/>
              <a:gd name="csX53" fmla="*/ 70895 w 141772"/>
              <a:gd name="csY53" fmla="*/ 63792 h 141753"/>
              <a:gd name="csX54" fmla="*/ 74655 w 141772"/>
              <a:gd name="csY54" fmla="*/ 64642 h 141753"/>
              <a:gd name="csX55" fmla="*/ 74927 w 141772"/>
              <a:gd name="csY55" fmla="*/ 64863 h 141753"/>
              <a:gd name="csX56" fmla="*/ 75267 w 141772"/>
              <a:gd name="csY56" fmla="*/ 64999 h 141753"/>
              <a:gd name="csX57" fmla="*/ 76220 w 141772"/>
              <a:gd name="csY57" fmla="*/ 65884 h 141753"/>
              <a:gd name="csX58" fmla="*/ 77973 w 141772"/>
              <a:gd name="csY58" fmla="*/ 70885 h 141753"/>
              <a:gd name="csX59" fmla="*/ 76220 w 141772"/>
              <a:gd name="csY59" fmla="*/ 75870 h 141753"/>
              <a:gd name="csX60" fmla="*/ 75404 w 141772"/>
              <a:gd name="csY60" fmla="*/ 76635 h 141753"/>
              <a:gd name="csX61" fmla="*/ 74263 w 141772"/>
              <a:gd name="csY61" fmla="*/ 77094 h 141753"/>
              <a:gd name="csX62" fmla="*/ 73617 w 141772"/>
              <a:gd name="csY62" fmla="*/ 77554 h 141753"/>
              <a:gd name="csX63" fmla="*/ 70895 w 141772"/>
              <a:gd name="csY63" fmla="*/ 77962 h 141753"/>
              <a:gd name="csX64" fmla="*/ 68105 w 141772"/>
              <a:gd name="csY64" fmla="*/ 77537 h 141753"/>
              <a:gd name="csX65" fmla="*/ 67271 w 141772"/>
              <a:gd name="csY65" fmla="*/ 76958 h 141753"/>
              <a:gd name="csX66" fmla="*/ 66284 w 141772"/>
              <a:gd name="csY66" fmla="*/ 76550 h 141753"/>
              <a:gd name="csX67" fmla="*/ 65553 w 141772"/>
              <a:gd name="csY67" fmla="*/ 75870 h 141753"/>
              <a:gd name="csX68" fmla="*/ 63800 w 141772"/>
              <a:gd name="csY68" fmla="*/ 70885 h 141753"/>
              <a:gd name="csX69" fmla="*/ 65553 w 141772"/>
              <a:gd name="csY69" fmla="*/ 65884 h 141753"/>
              <a:gd name="csX70" fmla="*/ 66199 w 141772"/>
              <a:gd name="csY70" fmla="*/ 65272 h 141753"/>
              <a:gd name="csX71" fmla="*/ 67782 w 141772"/>
              <a:gd name="csY71" fmla="*/ 64693 h 141753"/>
              <a:gd name="csX72" fmla="*/ 68547 w 141772"/>
              <a:gd name="csY72" fmla="*/ 64081 h 141753"/>
              <a:gd name="csX73" fmla="*/ 70895 w 141772"/>
              <a:gd name="csY73" fmla="*/ 63792 h 141753"/>
              <a:gd name="csX74" fmla="*/ 66999 w 141772"/>
              <a:gd name="csY74" fmla="*/ 88203 h 141753"/>
              <a:gd name="csX75" fmla="*/ 70895 w 141772"/>
              <a:gd name="csY75" fmla="*/ 88594 h 141753"/>
              <a:gd name="csX76" fmla="*/ 74468 w 141772"/>
              <a:gd name="csY76" fmla="*/ 88253 h 141753"/>
              <a:gd name="csX77" fmla="*/ 95769 w 141772"/>
              <a:gd name="csY77" fmla="*/ 125729 h 141753"/>
              <a:gd name="csX78" fmla="*/ 70895 w 141772"/>
              <a:gd name="csY78" fmla="*/ 131122 h 141753"/>
              <a:gd name="csX79" fmla="*/ 45749 w 141772"/>
              <a:gd name="csY79" fmla="*/ 125627 h 141753"/>
              <a:gd name="csX80" fmla="*/ 66999 w 141772"/>
              <a:gd name="csY80" fmla="*/ 88203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40826" y="7"/>
                  <a:pt x="32185" y="2490"/>
                  <a:pt x="24781" y="6822"/>
                </a:cubicBezTo>
                <a:lnTo>
                  <a:pt x="24781" y="6822"/>
                </a:lnTo>
                <a:cubicBezTo>
                  <a:pt x="10080" y="15413"/>
                  <a:pt x="192" y="31336"/>
                  <a:pt x="0" y="49514"/>
                </a:cubicBezTo>
                <a:cubicBezTo>
                  <a:pt x="0" y="49526"/>
                  <a:pt x="0" y="49538"/>
                  <a:pt x="0" y="49550"/>
                </a:cubicBezTo>
                <a:lnTo>
                  <a:pt x="0" y="50006"/>
                </a:lnTo>
                <a:cubicBezTo>
                  <a:pt x="0" y="51122"/>
                  <a:pt x="36" y="52238"/>
                  <a:pt x="108" y="53354"/>
                </a:cubicBezTo>
                <a:cubicBezTo>
                  <a:pt x="180" y="54458"/>
                  <a:pt x="300" y="55562"/>
                  <a:pt x="444" y="56641"/>
                </a:cubicBezTo>
                <a:cubicBezTo>
                  <a:pt x="1620" y="65509"/>
                  <a:pt x="5136" y="73644"/>
                  <a:pt x="10333" y="80411"/>
                </a:cubicBezTo>
                <a:cubicBezTo>
                  <a:pt x="10356" y="80448"/>
                  <a:pt x="10392" y="80484"/>
                  <a:pt x="10417" y="80520"/>
                </a:cubicBezTo>
                <a:cubicBezTo>
                  <a:pt x="11004" y="81287"/>
                  <a:pt x="11617" y="82019"/>
                  <a:pt x="12253" y="82752"/>
                </a:cubicBezTo>
                <a:cubicBezTo>
                  <a:pt x="12337" y="82847"/>
                  <a:pt x="12421" y="82967"/>
                  <a:pt x="12505" y="83063"/>
                </a:cubicBezTo>
                <a:cubicBezTo>
                  <a:pt x="13092" y="83736"/>
                  <a:pt x="13704" y="84371"/>
                  <a:pt x="14329" y="85007"/>
                </a:cubicBezTo>
                <a:cubicBezTo>
                  <a:pt x="14473" y="85163"/>
                  <a:pt x="14616" y="85307"/>
                  <a:pt x="14761" y="85463"/>
                </a:cubicBezTo>
                <a:cubicBezTo>
                  <a:pt x="15349" y="86051"/>
                  <a:pt x="15973" y="86615"/>
                  <a:pt x="16597" y="87166"/>
                </a:cubicBezTo>
                <a:cubicBezTo>
                  <a:pt x="16789" y="87347"/>
                  <a:pt x="16969" y="87527"/>
                  <a:pt x="17173" y="87707"/>
                </a:cubicBezTo>
                <a:cubicBezTo>
                  <a:pt x="17713" y="88175"/>
                  <a:pt x="18277" y="88619"/>
                  <a:pt x="18829" y="89062"/>
                </a:cubicBezTo>
                <a:cubicBezTo>
                  <a:pt x="19141" y="89315"/>
                  <a:pt x="19441" y="89567"/>
                  <a:pt x="19753" y="89807"/>
                </a:cubicBezTo>
                <a:cubicBezTo>
                  <a:pt x="20221" y="90166"/>
                  <a:pt x="20713" y="90503"/>
                  <a:pt x="21205" y="90850"/>
                </a:cubicBezTo>
                <a:cubicBezTo>
                  <a:pt x="21613" y="91138"/>
                  <a:pt x="22009" y="91439"/>
                  <a:pt x="22417" y="91715"/>
                </a:cubicBezTo>
                <a:cubicBezTo>
                  <a:pt x="22429" y="91715"/>
                  <a:pt x="22441" y="91727"/>
                  <a:pt x="22453" y="91727"/>
                </a:cubicBezTo>
                <a:cubicBezTo>
                  <a:pt x="23353" y="92326"/>
                  <a:pt x="24277" y="92890"/>
                  <a:pt x="25213" y="93431"/>
                </a:cubicBezTo>
                <a:cubicBezTo>
                  <a:pt x="32522" y="97618"/>
                  <a:pt x="40994" y="99994"/>
                  <a:pt x="50006" y="99994"/>
                </a:cubicBezTo>
                <a:cubicBezTo>
                  <a:pt x="58911" y="99994"/>
                  <a:pt x="67299" y="97654"/>
                  <a:pt x="74535" y="93563"/>
                </a:cubicBezTo>
                <a:cubicBezTo>
                  <a:pt x="74559" y="93563"/>
                  <a:pt x="74583" y="93551"/>
                  <a:pt x="74607" y="93538"/>
                </a:cubicBezTo>
                <a:cubicBezTo>
                  <a:pt x="76516" y="92471"/>
                  <a:pt x="78328" y="91259"/>
                  <a:pt x="80043" y="89962"/>
                </a:cubicBezTo>
                <a:cubicBezTo>
                  <a:pt x="80883" y="89339"/>
                  <a:pt x="81699" y="88679"/>
                  <a:pt x="82480" y="88007"/>
                </a:cubicBezTo>
                <a:cubicBezTo>
                  <a:pt x="82516" y="87983"/>
                  <a:pt x="82552" y="87958"/>
                  <a:pt x="82576" y="87923"/>
                </a:cubicBezTo>
                <a:lnTo>
                  <a:pt x="82588" y="87923"/>
                </a:lnTo>
                <a:cubicBezTo>
                  <a:pt x="83140" y="87443"/>
                  <a:pt x="83667" y="86939"/>
                  <a:pt x="84208" y="86435"/>
                </a:cubicBezTo>
                <a:cubicBezTo>
                  <a:pt x="84484" y="86171"/>
                  <a:pt x="84784" y="85919"/>
                  <a:pt x="85060" y="85643"/>
                </a:cubicBezTo>
                <a:cubicBezTo>
                  <a:pt x="85384" y="85319"/>
                  <a:pt x="85684" y="84995"/>
                  <a:pt x="85996" y="84659"/>
                </a:cubicBezTo>
                <a:cubicBezTo>
                  <a:pt x="86464" y="84179"/>
                  <a:pt x="86932" y="83699"/>
                  <a:pt x="87376" y="83207"/>
                </a:cubicBezTo>
                <a:cubicBezTo>
                  <a:pt x="87508" y="83063"/>
                  <a:pt x="87628" y="82907"/>
                  <a:pt x="87748" y="82764"/>
                </a:cubicBezTo>
                <a:cubicBezTo>
                  <a:pt x="95381" y="73980"/>
                  <a:pt x="100001" y="62521"/>
                  <a:pt x="100001" y="50006"/>
                </a:cubicBezTo>
                <a:lnTo>
                  <a:pt x="100001" y="49778"/>
                </a:lnTo>
                <a:lnTo>
                  <a:pt x="100001" y="49766"/>
                </a:lnTo>
                <a:cubicBezTo>
                  <a:pt x="99929" y="31983"/>
                  <a:pt x="90532" y="16373"/>
                  <a:pt x="76443" y="7602"/>
                </a:cubicBezTo>
                <a:cubicBezTo>
                  <a:pt x="76215" y="7362"/>
                  <a:pt x="75964" y="7134"/>
                  <a:pt x="75664" y="6954"/>
                </a:cubicBezTo>
                <a:cubicBezTo>
                  <a:pt x="67971" y="2406"/>
                  <a:pt x="59175" y="7"/>
                  <a:pt x="50222" y="7"/>
                </a:cubicBezTo>
                <a:cubicBezTo>
                  <a:pt x="50186" y="7"/>
                  <a:pt x="50150" y="7"/>
                  <a:pt x="50114" y="7"/>
                </a:cubicBezTo>
                <a:cubicBezTo>
                  <a:pt x="50078" y="7"/>
                  <a:pt x="50042" y="7"/>
                  <a:pt x="50006" y="7"/>
                </a:cubicBezTo>
                <a:close/>
                <a:moveTo>
                  <a:pt x="25585" y="15221"/>
                </a:moveTo>
                <a:lnTo>
                  <a:pt x="40886" y="41247"/>
                </a:lnTo>
                <a:cubicBezTo>
                  <a:pt x="40802" y="41331"/>
                  <a:pt x="40717" y="41415"/>
                  <a:pt x="40634" y="41499"/>
                </a:cubicBezTo>
                <a:cubicBezTo>
                  <a:pt x="39434" y="42843"/>
                  <a:pt x="38630" y="44415"/>
                  <a:pt x="38126" y="46047"/>
                </a:cubicBezTo>
                <a:lnTo>
                  <a:pt x="7729" y="45830"/>
                </a:lnTo>
                <a:cubicBezTo>
                  <a:pt x="8964" y="33159"/>
                  <a:pt x="15721" y="22156"/>
                  <a:pt x="25585" y="15221"/>
                </a:cubicBezTo>
                <a:close/>
                <a:moveTo>
                  <a:pt x="74920" y="15593"/>
                </a:moveTo>
                <a:cubicBezTo>
                  <a:pt x="84567" y="22577"/>
                  <a:pt x="91156" y="33496"/>
                  <a:pt x="92308" y="46058"/>
                </a:cubicBezTo>
                <a:lnTo>
                  <a:pt x="61935" y="46275"/>
                </a:lnTo>
                <a:cubicBezTo>
                  <a:pt x="61467" y="44654"/>
                  <a:pt x="60699" y="43107"/>
                  <a:pt x="59558" y="41751"/>
                </a:cubicBezTo>
                <a:lnTo>
                  <a:pt x="74920" y="15593"/>
                </a:lnTo>
                <a:close/>
                <a:moveTo>
                  <a:pt x="50006" y="45003"/>
                </a:moveTo>
                <a:cubicBezTo>
                  <a:pt x="51194" y="45003"/>
                  <a:pt x="52010" y="45231"/>
                  <a:pt x="52658" y="45602"/>
                </a:cubicBezTo>
                <a:cubicBezTo>
                  <a:pt x="52730" y="45650"/>
                  <a:pt x="52778" y="45710"/>
                  <a:pt x="52850" y="45758"/>
                </a:cubicBezTo>
                <a:cubicBezTo>
                  <a:pt x="52934" y="45806"/>
                  <a:pt x="53006" y="45818"/>
                  <a:pt x="53090" y="45854"/>
                </a:cubicBezTo>
                <a:cubicBezTo>
                  <a:pt x="53343" y="46047"/>
                  <a:pt x="53559" y="46251"/>
                  <a:pt x="53762" y="46479"/>
                </a:cubicBezTo>
                <a:cubicBezTo>
                  <a:pt x="54531" y="47343"/>
                  <a:pt x="54999" y="48650"/>
                  <a:pt x="54999" y="50006"/>
                </a:cubicBezTo>
                <a:cubicBezTo>
                  <a:pt x="54999" y="51362"/>
                  <a:pt x="54531" y="52658"/>
                  <a:pt x="53762" y="53522"/>
                </a:cubicBezTo>
                <a:cubicBezTo>
                  <a:pt x="53595" y="53726"/>
                  <a:pt x="53391" y="53894"/>
                  <a:pt x="53187" y="54062"/>
                </a:cubicBezTo>
                <a:cubicBezTo>
                  <a:pt x="52910" y="54134"/>
                  <a:pt x="52647" y="54242"/>
                  <a:pt x="52382" y="54386"/>
                </a:cubicBezTo>
                <a:cubicBezTo>
                  <a:pt x="52214" y="54481"/>
                  <a:pt x="52070" y="54602"/>
                  <a:pt x="51926" y="54710"/>
                </a:cubicBezTo>
                <a:cubicBezTo>
                  <a:pt x="51399" y="54890"/>
                  <a:pt x="50798" y="54998"/>
                  <a:pt x="50006" y="54998"/>
                </a:cubicBezTo>
                <a:cubicBezTo>
                  <a:pt x="49190" y="54998"/>
                  <a:pt x="48566" y="54878"/>
                  <a:pt x="48038" y="54698"/>
                </a:cubicBezTo>
                <a:cubicBezTo>
                  <a:pt x="47858" y="54541"/>
                  <a:pt x="47666" y="54410"/>
                  <a:pt x="47450" y="54290"/>
                </a:cubicBezTo>
                <a:cubicBezTo>
                  <a:pt x="47222" y="54158"/>
                  <a:pt x="46994" y="54086"/>
                  <a:pt x="46754" y="54002"/>
                </a:cubicBezTo>
                <a:cubicBezTo>
                  <a:pt x="46574" y="53858"/>
                  <a:pt x="46394" y="53702"/>
                  <a:pt x="46238" y="53522"/>
                </a:cubicBezTo>
                <a:cubicBezTo>
                  <a:pt x="45470" y="52658"/>
                  <a:pt x="45002" y="51362"/>
                  <a:pt x="45002" y="50006"/>
                </a:cubicBezTo>
                <a:cubicBezTo>
                  <a:pt x="45002" y="48650"/>
                  <a:pt x="45470" y="47343"/>
                  <a:pt x="46238" y="46479"/>
                </a:cubicBezTo>
                <a:cubicBezTo>
                  <a:pt x="46382" y="46323"/>
                  <a:pt x="46538" y="46191"/>
                  <a:pt x="46694" y="46047"/>
                </a:cubicBezTo>
                <a:cubicBezTo>
                  <a:pt x="47078" y="45975"/>
                  <a:pt x="47450" y="45842"/>
                  <a:pt x="47811" y="45638"/>
                </a:cubicBezTo>
                <a:cubicBezTo>
                  <a:pt x="48014" y="45519"/>
                  <a:pt x="48170" y="45363"/>
                  <a:pt x="48350" y="45207"/>
                </a:cubicBezTo>
                <a:cubicBezTo>
                  <a:pt x="48818" y="45087"/>
                  <a:pt x="49346" y="45003"/>
                  <a:pt x="50006" y="45003"/>
                </a:cubicBezTo>
                <a:close/>
                <a:moveTo>
                  <a:pt x="47258" y="62221"/>
                </a:moveTo>
                <a:cubicBezTo>
                  <a:pt x="48134" y="62401"/>
                  <a:pt x="49058" y="62497"/>
                  <a:pt x="50006" y="62497"/>
                </a:cubicBezTo>
                <a:cubicBezTo>
                  <a:pt x="50870" y="62497"/>
                  <a:pt x="51722" y="62413"/>
                  <a:pt x="52527" y="62257"/>
                </a:cubicBezTo>
                <a:lnTo>
                  <a:pt x="67551" y="88691"/>
                </a:lnTo>
                <a:cubicBezTo>
                  <a:pt x="62211" y="91126"/>
                  <a:pt x="56283" y="92495"/>
                  <a:pt x="50006" y="92495"/>
                </a:cubicBezTo>
                <a:cubicBezTo>
                  <a:pt x="43646" y="92495"/>
                  <a:pt x="37658" y="91102"/>
                  <a:pt x="32269" y="88619"/>
                </a:cubicBezTo>
                <a:lnTo>
                  <a:pt x="47258" y="6222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1" name="Красный — SVG 24">
            <a:extLst>
              <a:ext uri="{FF2B5EF4-FFF2-40B4-BE49-F238E27FC236}">
                <a16:creationId xmlns:a16="http://schemas.microsoft.com/office/drawing/2014/main" id="{BC5C70F0-A9A5-7F4E-A852-90B6D8A45306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122275 w 127600"/>
              <a:gd name="csY0" fmla="*/ 24802 h 147928"/>
              <a:gd name="csX1" fmla="*/ 67611 w 127600"/>
              <a:gd name="csY1" fmla="*/ 1616 h 147928"/>
              <a:gd name="csX2" fmla="*/ 63800 w 127600"/>
              <a:gd name="csY2" fmla="*/ 0 h 147928"/>
              <a:gd name="csX3" fmla="*/ 63800 w 127600"/>
              <a:gd name="csY3" fmla="*/ 0 h 147928"/>
              <a:gd name="csX4" fmla="*/ 59989 w 127600"/>
              <a:gd name="csY4" fmla="*/ 1599 h 147928"/>
              <a:gd name="csX5" fmla="*/ 5308 w 127600"/>
              <a:gd name="csY5" fmla="*/ 24802 h 147928"/>
              <a:gd name="csX6" fmla="*/ 0 w 127600"/>
              <a:gd name="csY6" fmla="*/ 30127 h 147928"/>
              <a:gd name="csX7" fmla="*/ 0 w 127600"/>
              <a:gd name="csY7" fmla="*/ 62022 h 147928"/>
              <a:gd name="csX8" fmla="*/ 61742 w 127600"/>
              <a:gd name="csY8" fmla="*/ 147503 h 147928"/>
              <a:gd name="csX9" fmla="*/ 63800 w 127600"/>
              <a:gd name="csY9" fmla="*/ 147929 h 147928"/>
              <a:gd name="csX10" fmla="*/ 65859 w 127600"/>
              <a:gd name="csY10" fmla="*/ 147503 h 147928"/>
              <a:gd name="csX11" fmla="*/ 127601 w 127600"/>
              <a:gd name="csY11" fmla="*/ 62022 h 147928"/>
              <a:gd name="csX12" fmla="*/ 127601 w 127600"/>
              <a:gd name="csY12" fmla="*/ 30127 h 147928"/>
              <a:gd name="csX13" fmla="*/ 122275 w 127600"/>
              <a:gd name="csY13" fmla="*/ 24802 h 147928"/>
              <a:gd name="csX14" fmla="*/ 87942 w 127600"/>
              <a:gd name="csY14" fmla="*/ 74849 h 147928"/>
              <a:gd name="csX15" fmla="*/ 65042 w 127600"/>
              <a:gd name="csY15" fmla="*/ 108412 h 147928"/>
              <a:gd name="csX16" fmla="*/ 62167 w 127600"/>
              <a:gd name="csY16" fmla="*/ 109875 h 147928"/>
              <a:gd name="csX17" fmla="*/ 61078 w 127600"/>
              <a:gd name="csY17" fmla="*/ 109688 h 147928"/>
              <a:gd name="csX18" fmla="*/ 58628 w 127600"/>
              <a:gd name="csY18" fmla="*/ 106319 h 147928"/>
              <a:gd name="csX19" fmla="*/ 58662 w 127600"/>
              <a:gd name="csY19" fmla="*/ 82266 h 147928"/>
              <a:gd name="csX20" fmla="*/ 41819 w 127600"/>
              <a:gd name="csY20" fmla="*/ 79544 h 147928"/>
              <a:gd name="csX21" fmla="*/ 39233 w 127600"/>
              <a:gd name="csY21" fmla="*/ 77349 h 147928"/>
              <a:gd name="csX22" fmla="*/ 39675 w 127600"/>
              <a:gd name="csY22" fmla="*/ 73981 h 147928"/>
              <a:gd name="csX23" fmla="*/ 62541 w 127600"/>
              <a:gd name="csY23" fmla="*/ 40214 h 147928"/>
              <a:gd name="csX24" fmla="*/ 62745 w 127600"/>
              <a:gd name="csY24" fmla="*/ 39976 h 147928"/>
              <a:gd name="csX25" fmla="*/ 63375 w 127600"/>
              <a:gd name="csY25" fmla="*/ 39381 h 147928"/>
              <a:gd name="csX26" fmla="*/ 65161 w 127600"/>
              <a:gd name="csY26" fmla="*/ 38734 h 147928"/>
              <a:gd name="csX27" fmla="*/ 65434 w 127600"/>
              <a:gd name="csY27" fmla="*/ 38717 h 147928"/>
              <a:gd name="csX28" fmla="*/ 65485 w 127600"/>
              <a:gd name="csY28" fmla="*/ 38717 h 147928"/>
              <a:gd name="csX29" fmla="*/ 68989 w 127600"/>
              <a:gd name="csY29" fmla="*/ 42273 h 147928"/>
              <a:gd name="csX30" fmla="*/ 68972 w 127600"/>
              <a:gd name="csY30" fmla="*/ 42528 h 147928"/>
              <a:gd name="csX31" fmla="*/ 68938 w 127600"/>
              <a:gd name="csY31" fmla="*/ 66564 h 147928"/>
              <a:gd name="csX32" fmla="*/ 85782 w 127600"/>
              <a:gd name="csY32" fmla="*/ 69303 h 147928"/>
              <a:gd name="csX33" fmla="*/ 88368 w 127600"/>
              <a:gd name="csY33" fmla="*/ 71498 h 147928"/>
              <a:gd name="csX34" fmla="*/ 87942 w 127600"/>
              <a:gd name="csY34" fmla="*/ 74849 h 147928"/>
            </a:gdLst>
            <a:ahLst/>
            <a:cxnLst/>
            <a:rect l="l" t="t" r="r" b="b"/>
            <a:pathLst>
              <a:path w="100000" h="100000">
                <a:moveTo>
                  <a:pt x="89529" y="16766"/>
                </a:moveTo>
                <a:cubicBezTo>
                  <a:pt x="68137" y="16766"/>
                  <a:pt x="52726" y="1242"/>
                  <a:pt x="52576" y="1092"/>
                </a:cubicBezTo>
                <a:cubicBezTo>
                  <a:pt x="51910" y="391"/>
                  <a:pt x="50978" y="0"/>
                  <a:pt x="50000" y="0"/>
                </a:cubicBezTo>
                <a:lnTo>
                  <a:pt x="50000" y="0"/>
                </a:lnTo>
                <a:cubicBezTo>
                  <a:pt x="49034" y="0"/>
                  <a:pt x="48102" y="391"/>
                  <a:pt x="47424" y="1081"/>
                </a:cubicBezTo>
                <a:cubicBezTo>
                  <a:pt x="47274" y="1242"/>
                  <a:pt x="31863" y="16766"/>
                  <a:pt x="10459" y="16766"/>
                </a:cubicBezTo>
                <a:cubicBezTo>
                  <a:pt x="8481" y="16766"/>
                  <a:pt x="6871" y="18377"/>
                  <a:pt x="6871" y="20366"/>
                </a:cubicBezTo>
                <a:lnTo>
                  <a:pt x="6871" y="41927"/>
                </a:lnTo>
                <a:cubicBezTo>
                  <a:pt x="6871" y="68606"/>
                  <a:pt x="20914" y="88052"/>
                  <a:pt x="48609" y="99713"/>
                </a:cubicBezTo>
                <a:cubicBezTo>
                  <a:pt x="49045" y="99908"/>
                  <a:pt x="49529" y="100001"/>
                  <a:pt x="50000" y="100001"/>
                </a:cubicBezTo>
                <a:cubicBezTo>
                  <a:pt x="50472" y="100001"/>
                  <a:pt x="50955" y="99908"/>
                  <a:pt x="51392" y="99713"/>
                </a:cubicBezTo>
                <a:cubicBezTo>
                  <a:pt x="79086" y="88052"/>
                  <a:pt x="93130" y="68606"/>
                  <a:pt x="93130" y="41927"/>
                </a:cubicBezTo>
                <a:lnTo>
                  <a:pt x="93130" y="20366"/>
                </a:lnTo>
                <a:cubicBezTo>
                  <a:pt x="93130" y="18377"/>
                  <a:pt x="91520" y="16766"/>
                  <a:pt x="89529" y="16766"/>
                </a:cubicBezTo>
                <a:close/>
                <a:moveTo>
                  <a:pt x="66320" y="50598"/>
                </a:moveTo>
                <a:lnTo>
                  <a:pt x="50840" y="73287"/>
                </a:lnTo>
                <a:cubicBezTo>
                  <a:pt x="50380" y="73919"/>
                  <a:pt x="49655" y="74276"/>
                  <a:pt x="48896" y="74276"/>
                </a:cubicBezTo>
                <a:cubicBezTo>
                  <a:pt x="48655" y="74276"/>
                  <a:pt x="48401" y="74230"/>
                  <a:pt x="48160" y="74150"/>
                </a:cubicBezTo>
                <a:cubicBezTo>
                  <a:pt x="47171" y="73827"/>
                  <a:pt x="46504" y="72907"/>
                  <a:pt x="46504" y="71872"/>
                </a:cubicBezTo>
                <a:lnTo>
                  <a:pt x="46527" y="55612"/>
                </a:lnTo>
                <a:lnTo>
                  <a:pt x="35141" y="53772"/>
                </a:lnTo>
                <a:cubicBezTo>
                  <a:pt x="34347" y="53611"/>
                  <a:pt x="33680" y="53047"/>
                  <a:pt x="33393" y="52288"/>
                </a:cubicBezTo>
                <a:cubicBezTo>
                  <a:pt x="33094" y="51530"/>
                  <a:pt x="33209" y="50667"/>
                  <a:pt x="33691" y="50011"/>
                </a:cubicBezTo>
                <a:lnTo>
                  <a:pt x="49149" y="27185"/>
                </a:lnTo>
                <a:cubicBezTo>
                  <a:pt x="49195" y="27127"/>
                  <a:pt x="49241" y="27070"/>
                  <a:pt x="49287" y="27024"/>
                </a:cubicBezTo>
                <a:cubicBezTo>
                  <a:pt x="49414" y="26863"/>
                  <a:pt x="49552" y="26737"/>
                  <a:pt x="49713" y="26622"/>
                </a:cubicBezTo>
                <a:cubicBezTo>
                  <a:pt x="50057" y="26380"/>
                  <a:pt x="50472" y="26219"/>
                  <a:pt x="50920" y="26184"/>
                </a:cubicBezTo>
                <a:cubicBezTo>
                  <a:pt x="50978" y="26173"/>
                  <a:pt x="51036" y="26173"/>
                  <a:pt x="51105" y="26173"/>
                </a:cubicBezTo>
                <a:lnTo>
                  <a:pt x="51139" y="26173"/>
                </a:lnTo>
                <a:cubicBezTo>
                  <a:pt x="52450" y="26196"/>
                  <a:pt x="53508" y="27254"/>
                  <a:pt x="53508" y="28577"/>
                </a:cubicBezTo>
                <a:cubicBezTo>
                  <a:pt x="53508" y="28634"/>
                  <a:pt x="53508" y="28692"/>
                  <a:pt x="53496" y="28749"/>
                </a:cubicBezTo>
                <a:lnTo>
                  <a:pt x="53473" y="44998"/>
                </a:lnTo>
                <a:lnTo>
                  <a:pt x="64860" y="46849"/>
                </a:lnTo>
                <a:cubicBezTo>
                  <a:pt x="65654" y="47010"/>
                  <a:pt x="66320" y="47562"/>
                  <a:pt x="66608" y="48333"/>
                </a:cubicBezTo>
                <a:cubicBezTo>
                  <a:pt x="66907" y="49091"/>
                  <a:pt x="66792" y="49943"/>
                  <a:pt x="66320" y="5059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2" name="Красный — SVG 25">
            <a:extLst>
              <a:ext uri="{FF2B5EF4-FFF2-40B4-BE49-F238E27FC236}">
                <a16:creationId xmlns:a16="http://schemas.microsoft.com/office/drawing/2014/main" id="{572CCF2B-545D-FC42-8F82-D23E1913CF6F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37225 w 127600"/>
              <a:gd name="csY0" fmla="*/ 0 h 127583"/>
              <a:gd name="csX1" fmla="*/ 21267 w 127600"/>
              <a:gd name="csY1" fmla="*/ 15956 h 127583"/>
              <a:gd name="csX2" fmla="*/ 15958 w 127600"/>
              <a:gd name="csY2" fmla="*/ 15956 h 127583"/>
              <a:gd name="csX3" fmla="*/ 15958 w 127600"/>
              <a:gd name="csY3" fmla="*/ 26572 h 127583"/>
              <a:gd name="csX4" fmla="*/ 21267 w 127600"/>
              <a:gd name="csY4" fmla="*/ 26572 h 127583"/>
              <a:gd name="csX5" fmla="*/ 21267 w 127600"/>
              <a:gd name="csY5" fmla="*/ 42528 h 127583"/>
              <a:gd name="csX6" fmla="*/ 10633 w 127600"/>
              <a:gd name="csY6" fmla="*/ 42528 h 127583"/>
              <a:gd name="csX7" fmla="*/ 10633 w 127600"/>
              <a:gd name="csY7" fmla="*/ 47835 h 127583"/>
              <a:gd name="csX8" fmla="*/ 10633 w 127600"/>
              <a:gd name="csY8" fmla="*/ 58484 h 127583"/>
              <a:gd name="csX9" fmla="*/ 0 w 127600"/>
              <a:gd name="csY9" fmla="*/ 58484 h 127583"/>
              <a:gd name="csX10" fmla="*/ 0 w 127600"/>
              <a:gd name="csY10" fmla="*/ 101012 h 127583"/>
              <a:gd name="csX11" fmla="*/ 10633 w 127600"/>
              <a:gd name="csY11" fmla="*/ 101012 h 127583"/>
              <a:gd name="csX12" fmla="*/ 10633 w 127600"/>
              <a:gd name="csY12" fmla="*/ 116951 h 127583"/>
              <a:gd name="csX13" fmla="*/ 26575 w 127600"/>
              <a:gd name="csY13" fmla="*/ 116951 h 127583"/>
              <a:gd name="csX14" fmla="*/ 26575 w 127600"/>
              <a:gd name="csY14" fmla="*/ 127583 h 127583"/>
              <a:gd name="csX15" fmla="*/ 37225 w 127600"/>
              <a:gd name="csY15" fmla="*/ 127583 h 127583"/>
              <a:gd name="csX16" fmla="*/ 37225 w 127600"/>
              <a:gd name="csY16" fmla="*/ 116951 h 127583"/>
              <a:gd name="csX17" fmla="*/ 90375 w 127600"/>
              <a:gd name="csY17" fmla="*/ 116951 h 127583"/>
              <a:gd name="csX18" fmla="*/ 90375 w 127600"/>
              <a:gd name="csY18" fmla="*/ 127583 h 127583"/>
              <a:gd name="csX19" fmla="*/ 101025 w 127600"/>
              <a:gd name="csY19" fmla="*/ 127583 h 127583"/>
              <a:gd name="csX20" fmla="*/ 101025 w 127600"/>
              <a:gd name="csY20" fmla="*/ 116951 h 127583"/>
              <a:gd name="csX21" fmla="*/ 116967 w 127600"/>
              <a:gd name="csY21" fmla="*/ 116951 h 127583"/>
              <a:gd name="csX22" fmla="*/ 116967 w 127600"/>
              <a:gd name="csY22" fmla="*/ 101012 h 127583"/>
              <a:gd name="csX23" fmla="*/ 127601 w 127600"/>
              <a:gd name="csY23" fmla="*/ 101012 h 127583"/>
              <a:gd name="csX24" fmla="*/ 127601 w 127600"/>
              <a:gd name="csY24" fmla="*/ 58484 h 127583"/>
              <a:gd name="csX25" fmla="*/ 116967 w 127600"/>
              <a:gd name="csY25" fmla="*/ 58484 h 127583"/>
              <a:gd name="csX26" fmla="*/ 116967 w 127600"/>
              <a:gd name="csY26" fmla="*/ 42528 h 127583"/>
              <a:gd name="csX27" fmla="*/ 106334 w 127600"/>
              <a:gd name="csY27" fmla="*/ 42528 h 127583"/>
              <a:gd name="csX28" fmla="*/ 106334 w 127600"/>
              <a:gd name="csY28" fmla="*/ 26572 h 127583"/>
              <a:gd name="csX29" fmla="*/ 111642 w 127600"/>
              <a:gd name="csY29" fmla="*/ 26572 h 127583"/>
              <a:gd name="csX30" fmla="*/ 111642 w 127600"/>
              <a:gd name="csY30" fmla="*/ 15956 h 127583"/>
              <a:gd name="csX31" fmla="*/ 106334 w 127600"/>
              <a:gd name="csY31" fmla="*/ 15956 h 127583"/>
              <a:gd name="csX32" fmla="*/ 90375 w 127600"/>
              <a:gd name="csY32" fmla="*/ 0 h 127583"/>
              <a:gd name="csX33" fmla="*/ 74434 w 127600"/>
              <a:gd name="csY33" fmla="*/ 15956 h 127583"/>
              <a:gd name="csX34" fmla="*/ 69109 w 127600"/>
              <a:gd name="csY34" fmla="*/ 15956 h 127583"/>
              <a:gd name="csX35" fmla="*/ 69109 w 127600"/>
              <a:gd name="csY35" fmla="*/ 26572 h 127583"/>
              <a:gd name="csX36" fmla="*/ 74434 w 127600"/>
              <a:gd name="csY36" fmla="*/ 26572 h 127583"/>
              <a:gd name="csX37" fmla="*/ 74434 w 127600"/>
              <a:gd name="csY37" fmla="*/ 42528 h 127583"/>
              <a:gd name="csX38" fmla="*/ 53167 w 127600"/>
              <a:gd name="csY38" fmla="*/ 42528 h 127583"/>
              <a:gd name="csX39" fmla="*/ 53167 w 127600"/>
              <a:gd name="csY39" fmla="*/ 26572 h 127583"/>
              <a:gd name="csX40" fmla="*/ 58492 w 127600"/>
              <a:gd name="csY40" fmla="*/ 26572 h 127583"/>
              <a:gd name="csX41" fmla="*/ 58492 w 127600"/>
              <a:gd name="csY41" fmla="*/ 15956 h 127583"/>
              <a:gd name="csX42" fmla="*/ 53167 w 127600"/>
              <a:gd name="csY42" fmla="*/ 15956 h 127583"/>
              <a:gd name="csX43" fmla="*/ 37225 w 127600"/>
              <a:gd name="csY43" fmla="*/ 0 h 127583"/>
              <a:gd name="csX44" fmla="*/ 37225 w 127600"/>
              <a:gd name="csY44" fmla="*/ 10632 h 127583"/>
              <a:gd name="csX45" fmla="*/ 42534 w 127600"/>
              <a:gd name="csY45" fmla="*/ 15956 h 127583"/>
              <a:gd name="csX46" fmla="*/ 42534 w 127600"/>
              <a:gd name="csY46" fmla="*/ 42528 h 127583"/>
              <a:gd name="csX47" fmla="*/ 31900 w 127600"/>
              <a:gd name="csY47" fmla="*/ 42528 h 127583"/>
              <a:gd name="csX48" fmla="*/ 31900 w 127600"/>
              <a:gd name="csY48" fmla="*/ 15956 h 127583"/>
              <a:gd name="csX49" fmla="*/ 37225 w 127600"/>
              <a:gd name="csY49" fmla="*/ 10632 h 127583"/>
              <a:gd name="csX50" fmla="*/ 90375 w 127600"/>
              <a:gd name="csY50" fmla="*/ 10632 h 127583"/>
              <a:gd name="csX51" fmla="*/ 95700 w 127600"/>
              <a:gd name="csY51" fmla="*/ 15956 h 127583"/>
              <a:gd name="csX52" fmla="*/ 95700 w 127600"/>
              <a:gd name="csY52" fmla="*/ 42528 h 127583"/>
              <a:gd name="csX53" fmla="*/ 85067 w 127600"/>
              <a:gd name="csY53" fmla="*/ 42528 h 127583"/>
              <a:gd name="csX54" fmla="*/ 85067 w 127600"/>
              <a:gd name="csY54" fmla="*/ 15956 h 127583"/>
              <a:gd name="csX55" fmla="*/ 90375 w 127600"/>
              <a:gd name="csY55" fmla="*/ 10632 h 127583"/>
              <a:gd name="csX56" fmla="*/ 21267 w 127600"/>
              <a:gd name="csY56" fmla="*/ 53160 h 127583"/>
              <a:gd name="csX57" fmla="*/ 106334 w 127600"/>
              <a:gd name="csY57" fmla="*/ 53160 h 127583"/>
              <a:gd name="csX58" fmla="*/ 106334 w 127600"/>
              <a:gd name="csY58" fmla="*/ 106319 h 127583"/>
              <a:gd name="csX59" fmla="*/ 21267 w 127600"/>
              <a:gd name="csY59" fmla="*/ 106319 h 127583"/>
              <a:gd name="csX60" fmla="*/ 21267 w 127600"/>
              <a:gd name="csY60" fmla="*/ 53160 h 127583"/>
              <a:gd name="csX61" fmla="*/ 37225 w 127600"/>
              <a:gd name="csY61" fmla="*/ 63792 h 127583"/>
              <a:gd name="csX62" fmla="*/ 37225 w 127600"/>
              <a:gd name="csY62" fmla="*/ 95687 h 127583"/>
              <a:gd name="csX63" fmla="*/ 47842 w 127600"/>
              <a:gd name="csY63" fmla="*/ 95687 h 127583"/>
              <a:gd name="csX64" fmla="*/ 47842 w 127600"/>
              <a:gd name="csY64" fmla="*/ 63792 h 127583"/>
              <a:gd name="csX65" fmla="*/ 37225 w 127600"/>
              <a:gd name="csY65" fmla="*/ 63792 h 127583"/>
              <a:gd name="csX66" fmla="*/ 58492 w 127600"/>
              <a:gd name="csY66" fmla="*/ 63792 h 127583"/>
              <a:gd name="csX67" fmla="*/ 58492 w 127600"/>
              <a:gd name="csY67" fmla="*/ 95687 h 127583"/>
              <a:gd name="csX68" fmla="*/ 69109 w 127600"/>
              <a:gd name="csY68" fmla="*/ 95687 h 127583"/>
              <a:gd name="csX69" fmla="*/ 69109 w 127600"/>
              <a:gd name="csY69" fmla="*/ 63792 h 127583"/>
              <a:gd name="csX70" fmla="*/ 58492 w 127600"/>
              <a:gd name="csY70" fmla="*/ 63792 h 127583"/>
              <a:gd name="csX71" fmla="*/ 79759 w 127600"/>
              <a:gd name="csY71" fmla="*/ 63792 h 127583"/>
              <a:gd name="csX72" fmla="*/ 79759 w 127600"/>
              <a:gd name="csY72" fmla="*/ 95687 h 127583"/>
              <a:gd name="csX73" fmla="*/ 90375 w 127600"/>
              <a:gd name="csY73" fmla="*/ 95687 h 127583"/>
              <a:gd name="csX74" fmla="*/ 90375 w 127600"/>
              <a:gd name="csY74" fmla="*/ 63792 h 127583"/>
              <a:gd name="csX75" fmla="*/ 79759 w 127600"/>
              <a:gd name="csY75" fmla="*/ 63792 h 127583"/>
            </a:gdLst>
            <a:ahLst/>
            <a:cxnLst/>
            <a:rect l="l" t="t" r="r" b="b"/>
            <a:pathLst>
              <a:path w="100000" h="100000">
                <a:moveTo>
                  <a:pt x="29173" y="7"/>
                </a:moveTo>
                <a:cubicBezTo>
                  <a:pt x="22306" y="7"/>
                  <a:pt x="16667" y="5646"/>
                  <a:pt x="16667" y="12511"/>
                </a:cubicBezTo>
                <a:lnTo>
                  <a:pt x="12506" y="12511"/>
                </a:lnTo>
                <a:lnTo>
                  <a:pt x="12506" y="20831"/>
                </a:lnTo>
                <a:lnTo>
                  <a:pt x="16667" y="20831"/>
                </a:lnTo>
                <a:lnTo>
                  <a:pt x="16667" y="33336"/>
                </a:lnTo>
                <a:lnTo>
                  <a:pt x="8333" y="33336"/>
                </a:lnTo>
                <a:lnTo>
                  <a:pt x="8333" y="37495"/>
                </a:lnTo>
                <a:lnTo>
                  <a:pt x="8333" y="45841"/>
                </a:lnTo>
                <a:lnTo>
                  <a:pt x="0" y="45841"/>
                </a:lnTo>
                <a:lnTo>
                  <a:pt x="0" y="79170"/>
                </a:lnTo>
                <a:lnTo>
                  <a:pt x="8333" y="79170"/>
                </a:lnTo>
                <a:lnTo>
                  <a:pt x="8333" y="91661"/>
                </a:lnTo>
                <a:lnTo>
                  <a:pt x="20827" y="91661"/>
                </a:lnTo>
                <a:lnTo>
                  <a:pt x="20827" y="99993"/>
                </a:lnTo>
                <a:lnTo>
                  <a:pt x="29173" y="99993"/>
                </a:lnTo>
                <a:lnTo>
                  <a:pt x="29173" y="91661"/>
                </a:lnTo>
                <a:lnTo>
                  <a:pt x="70827" y="91661"/>
                </a:lnTo>
                <a:lnTo>
                  <a:pt x="70827" y="99993"/>
                </a:lnTo>
                <a:lnTo>
                  <a:pt x="79173" y="99993"/>
                </a:lnTo>
                <a:lnTo>
                  <a:pt x="79173" y="91661"/>
                </a:lnTo>
                <a:lnTo>
                  <a:pt x="91667" y="91661"/>
                </a:lnTo>
                <a:lnTo>
                  <a:pt x="91667" y="79170"/>
                </a:lnTo>
                <a:lnTo>
                  <a:pt x="100001" y="79170"/>
                </a:lnTo>
                <a:lnTo>
                  <a:pt x="100001" y="45841"/>
                </a:lnTo>
                <a:lnTo>
                  <a:pt x="91667" y="45841"/>
                </a:lnTo>
                <a:lnTo>
                  <a:pt x="91667" y="33336"/>
                </a:lnTo>
                <a:lnTo>
                  <a:pt x="83334" y="33336"/>
                </a:lnTo>
                <a:lnTo>
                  <a:pt x="83334" y="20831"/>
                </a:lnTo>
                <a:lnTo>
                  <a:pt x="87494" y="20831"/>
                </a:lnTo>
                <a:lnTo>
                  <a:pt x="87494" y="12511"/>
                </a:lnTo>
                <a:lnTo>
                  <a:pt x="83334" y="12511"/>
                </a:lnTo>
                <a:cubicBezTo>
                  <a:pt x="83334" y="5646"/>
                  <a:pt x="77694" y="7"/>
                  <a:pt x="70827" y="7"/>
                </a:cubicBezTo>
                <a:cubicBezTo>
                  <a:pt x="63973" y="7"/>
                  <a:pt x="58334" y="5646"/>
                  <a:pt x="58334" y="12511"/>
                </a:cubicBezTo>
                <a:lnTo>
                  <a:pt x="54161" y="12511"/>
                </a:lnTo>
                <a:lnTo>
                  <a:pt x="54161" y="20831"/>
                </a:lnTo>
                <a:lnTo>
                  <a:pt x="58334" y="20831"/>
                </a:lnTo>
                <a:lnTo>
                  <a:pt x="58334" y="33336"/>
                </a:lnTo>
                <a:lnTo>
                  <a:pt x="41667" y="33336"/>
                </a:lnTo>
                <a:lnTo>
                  <a:pt x="41667" y="20831"/>
                </a:lnTo>
                <a:lnTo>
                  <a:pt x="45840" y="20831"/>
                </a:lnTo>
                <a:lnTo>
                  <a:pt x="45840" y="12511"/>
                </a:lnTo>
                <a:lnTo>
                  <a:pt x="41667" y="12511"/>
                </a:lnTo>
                <a:cubicBezTo>
                  <a:pt x="41667" y="5646"/>
                  <a:pt x="36027" y="7"/>
                  <a:pt x="29173" y="7"/>
                </a:cubicBezTo>
                <a:close/>
                <a:moveTo>
                  <a:pt x="29173" y="8339"/>
                </a:moveTo>
                <a:cubicBezTo>
                  <a:pt x="31520" y="8339"/>
                  <a:pt x="33334" y="10152"/>
                  <a:pt x="33334" y="12511"/>
                </a:cubicBezTo>
                <a:lnTo>
                  <a:pt x="33334" y="33336"/>
                </a:lnTo>
                <a:lnTo>
                  <a:pt x="25000" y="33336"/>
                </a:lnTo>
                <a:lnTo>
                  <a:pt x="25000" y="12511"/>
                </a:lnTo>
                <a:cubicBezTo>
                  <a:pt x="25000" y="10152"/>
                  <a:pt x="26813" y="8339"/>
                  <a:pt x="29173" y="8339"/>
                </a:cubicBezTo>
                <a:close/>
                <a:moveTo>
                  <a:pt x="70827" y="8339"/>
                </a:moveTo>
                <a:cubicBezTo>
                  <a:pt x="73187" y="8339"/>
                  <a:pt x="75000" y="10152"/>
                  <a:pt x="75000" y="12511"/>
                </a:cubicBezTo>
                <a:lnTo>
                  <a:pt x="75000" y="33336"/>
                </a:lnTo>
                <a:lnTo>
                  <a:pt x="66667" y="33336"/>
                </a:lnTo>
                <a:lnTo>
                  <a:pt x="66667" y="12511"/>
                </a:lnTo>
                <a:cubicBezTo>
                  <a:pt x="66667" y="10152"/>
                  <a:pt x="68480" y="8339"/>
                  <a:pt x="70827" y="8339"/>
                </a:cubicBezTo>
                <a:close/>
                <a:moveTo>
                  <a:pt x="16667" y="41668"/>
                </a:moveTo>
                <a:lnTo>
                  <a:pt x="83334" y="41668"/>
                </a:lnTo>
                <a:lnTo>
                  <a:pt x="83334" y="83329"/>
                </a:lnTo>
                <a:lnTo>
                  <a:pt x="16667" y="83329"/>
                </a:lnTo>
                <a:lnTo>
                  <a:pt x="16667" y="41668"/>
                </a:lnTo>
                <a:close/>
                <a:moveTo>
                  <a:pt x="29173" y="50000"/>
                </a:moveTo>
                <a:lnTo>
                  <a:pt x="29173" y="74996"/>
                </a:lnTo>
                <a:lnTo>
                  <a:pt x="37494" y="74996"/>
                </a:lnTo>
                <a:lnTo>
                  <a:pt x="37494" y="50000"/>
                </a:lnTo>
                <a:lnTo>
                  <a:pt x="29173" y="50000"/>
                </a:lnTo>
                <a:close/>
                <a:moveTo>
                  <a:pt x="45840" y="50000"/>
                </a:moveTo>
                <a:lnTo>
                  <a:pt x="45840" y="74996"/>
                </a:lnTo>
                <a:lnTo>
                  <a:pt x="54161" y="74996"/>
                </a:lnTo>
                <a:lnTo>
                  <a:pt x="54161" y="50000"/>
                </a:lnTo>
                <a:lnTo>
                  <a:pt x="45840" y="50000"/>
                </a:lnTo>
                <a:close/>
                <a:moveTo>
                  <a:pt x="62507" y="50000"/>
                </a:moveTo>
                <a:lnTo>
                  <a:pt x="62507" y="74996"/>
                </a:lnTo>
                <a:lnTo>
                  <a:pt x="70827" y="74996"/>
                </a:lnTo>
                <a:lnTo>
                  <a:pt x="70827" y="50000"/>
                </a:lnTo>
                <a:lnTo>
                  <a:pt x="62507" y="5000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3" name="Красный — SVG 26">
            <a:extLst>
              <a:ext uri="{FF2B5EF4-FFF2-40B4-BE49-F238E27FC236}">
                <a16:creationId xmlns:a16="http://schemas.microsoft.com/office/drawing/2014/main" id="{E7CC7C2C-4E46-074E-9D1F-108A159F4F43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67986 w 136196"/>
              <a:gd name="csY0" fmla="*/ 2 h 156502"/>
              <a:gd name="csX1" fmla="*/ 65502 w 136196"/>
              <a:gd name="csY1" fmla="*/ 1193 h 156502"/>
              <a:gd name="csX2" fmla="*/ 46124 w 136196"/>
              <a:gd name="csY2" fmla="*/ 23817 h 156502"/>
              <a:gd name="csX3" fmla="*/ 10787 w 136196"/>
              <a:gd name="csY3" fmla="*/ 23817 h 156502"/>
              <a:gd name="csX4" fmla="*/ 10208 w 136196"/>
              <a:gd name="csY4" fmla="*/ 23766 h 156502"/>
              <a:gd name="csX5" fmla="*/ 9715 w 136196"/>
              <a:gd name="csY5" fmla="*/ 23817 h 156502"/>
              <a:gd name="csX6" fmla="*/ 3454 w 136196"/>
              <a:gd name="csY6" fmla="*/ 23817 h 156502"/>
              <a:gd name="csX7" fmla="*/ 459 w 136196"/>
              <a:gd name="csY7" fmla="*/ 25501 h 156502"/>
              <a:gd name="csX8" fmla="*/ 459 w 136196"/>
              <a:gd name="csY8" fmla="*/ 28938 h 156502"/>
              <a:gd name="csX9" fmla="*/ 3454 w 136196"/>
              <a:gd name="csY9" fmla="*/ 30622 h 156502"/>
              <a:gd name="csX10" fmla="*/ 6857 w 136196"/>
              <a:gd name="csY10" fmla="*/ 30622 h 156502"/>
              <a:gd name="csX11" fmla="*/ 6857 w 136196"/>
              <a:gd name="csY11" fmla="*/ 37426 h 156502"/>
              <a:gd name="csX12" fmla="*/ 8541 w 136196"/>
              <a:gd name="csY12" fmla="*/ 40420 h 156502"/>
              <a:gd name="csX13" fmla="*/ 11978 w 136196"/>
              <a:gd name="csY13" fmla="*/ 40420 h 156502"/>
              <a:gd name="csX14" fmla="*/ 13662 w 136196"/>
              <a:gd name="csY14" fmla="*/ 37426 h 156502"/>
              <a:gd name="csX15" fmla="*/ 13662 w 136196"/>
              <a:gd name="csY15" fmla="*/ 30622 h 156502"/>
              <a:gd name="csX16" fmla="*/ 16027 w 136196"/>
              <a:gd name="csY16" fmla="*/ 30622 h 156502"/>
              <a:gd name="csX17" fmla="*/ 44286 w 136196"/>
              <a:gd name="csY17" fmla="*/ 49453 h 156502"/>
              <a:gd name="csX18" fmla="*/ 44286 w 136196"/>
              <a:gd name="csY18" fmla="*/ 68046 h 156502"/>
              <a:gd name="csX19" fmla="*/ 10787 w 136196"/>
              <a:gd name="csY19" fmla="*/ 68046 h 156502"/>
              <a:gd name="csX20" fmla="*/ 10208 w 136196"/>
              <a:gd name="csY20" fmla="*/ 67995 h 156502"/>
              <a:gd name="csX21" fmla="*/ 9715 w 136196"/>
              <a:gd name="csY21" fmla="*/ 68046 h 156502"/>
              <a:gd name="csX22" fmla="*/ 3454 w 136196"/>
              <a:gd name="csY22" fmla="*/ 68046 h 156502"/>
              <a:gd name="csX23" fmla="*/ 459 w 136196"/>
              <a:gd name="csY23" fmla="*/ 69730 h 156502"/>
              <a:gd name="csX24" fmla="*/ 459 w 136196"/>
              <a:gd name="csY24" fmla="*/ 73167 h 156502"/>
              <a:gd name="csX25" fmla="*/ 3454 w 136196"/>
              <a:gd name="csY25" fmla="*/ 74851 h 156502"/>
              <a:gd name="csX26" fmla="*/ 6857 w 136196"/>
              <a:gd name="csY26" fmla="*/ 74851 h 156502"/>
              <a:gd name="csX27" fmla="*/ 6857 w 136196"/>
              <a:gd name="csY27" fmla="*/ 81655 h 156502"/>
              <a:gd name="csX28" fmla="*/ 8541 w 136196"/>
              <a:gd name="csY28" fmla="*/ 84649 h 156502"/>
              <a:gd name="csX29" fmla="*/ 11978 w 136196"/>
              <a:gd name="csY29" fmla="*/ 84649 h 156502"/>
              <a:gd name="csX30" fmla="*/ 13662 w 136196"/>
              <a:gd name="csY30" fmla="*/ 81655 h 156502"/>
              <a:gd name="csX31" fmla="*/ 13662 w 136196"/>
              <a:gd name="csY31" fmla="*/ 74851 h 156502"/>
              <a:gd name="csX32" fmla="*/ 16027 w 136196"/>
              <a:gd name="csY32" fmla="*/ 74851 h 156502"/>
              <a:gd name="csX33" fmla="*/ 44286 w 136196"/>
              <a:gd name="csY33" fmla="*/ 93682 h 156502"/>
              <a:gd name="csX34" fmla="*/ 44286 w 136196"/>
              <a:gd name="csY34" fmla="*/ 114572 h 156502"/>
              <a:gd name="csX35" fmla="*/ 17711 w 136196"/>
              <a:gd name="csY35" fmla="*/ 151095 h 156502"/>
              <a:gd name="csX36" fmla="*/ 17745 w 136196"/>
              <a:gd name="csY36" fmla="*/ 155143 h 156502"/>
              <a:gd name="csX37" fmla="*/ 21607 w 136196"/>
              <a:gd name="csY37" fmla="*/ 156300 h 156502"/>
              <a:gd name="csX38" fmla="*/ 68104 w 136196"/>
              <a:gd name="csY38" fmla="*/ 139714 h 156502"/>
              <a:gd name="csX39" fmla="*/ 114602 w 136196"/>
              <a:gd name="csY39" fmla="*/ 156300 h 156502"/>
              <a:gd name="csX40" fmla="*/ 118464 w 136196"/>
              <a:gd name="csY40" fmla="*/ 155143 h 156502"/>
              <a:gd name="csX41" fmla="*/ 118482 w 136196"/>
              <a:gd name="csY41" fmla="*/ 151095 h 156502"/>
              <a:gd name="csX42" fmla="*/ 91923 w 136196"/>
              <a:gd name="csY42" fmla="*/ 114572 h 156502"/>
              <a:gd name="csX43" fmla="*/ 91923 w 136196"/>
              <a:gd name="csY43" fmla="*/ 93682 h 156502"/>
              <a:gd name="csX44" fmla="*/ 120166 w 136196"/>
              <a:gd name="csY44" fmla="*/ 74851 h 156502"/>
              <a:gd name="csX45" fmla="*/ 122547 w 136196"/>
              <a:gd name="csY45" fmla="*/ 74851 h 156502"/>
              <a:gd name="csX46" fmla="*/ 122547 w 136196"/>
              <a:gd name="csY46" fmla="*/ 81655 h 156502"/>
              <a:gd name="csX47" fmla="*/ 124232 w 136196"/>
              <a:gd name="csY47" fmla="*/ 84649 h 156502"/>
              <a:gd name="csX48" fmla="*/ 127669 w 136196"/>
              <a:gd name="csY48" fmla="*/ 84649 h 156502"/>
              <a:gd name="csX49" fmla="*/ 129353 w 136196"/>
              <a:gd name="csY49" fmla="*/ 81655 h 156502"/>
              <a:gd name="csX50" fmla="*/ 129353 w 136196"/>
              <a:gd name="csY50" fmla="*/ 74851 h 156502"/>
              <a:gd name="csX51" fmla="*/ 132755 w 136196"/>
              <a:gd name="csY51" fmla="*/ 74851 h 156502"/>
              <a:gd name="csX52" fmla="*/ 135750 w 136196"/>
              <a:gd name="csY52" fmla="*/ 73167 h 156502"/>
              <a:gd name="csX53" fmla="*/ 135750 w 136196"/>
              <a:gd name="csY53" fmla="*/ 69730 h 156502"/>
              <a:gd name="csX54" fmla="*/ 132755 w 136196"/>
              <a:gd name="csY54" fmla="*/ 68046 h 156502"/>
              <a:gd name="csX55" fmla="*/ 126478 w 136196"/>
              <a:gd name="csY55" fmla="*/ 68046 h 156502"/>
              <a:gd name="csX56" fmla="*/ 125899 w 136196"/>
              <a:gd name="csY56" fmla="*/ 67995 h 156502"/>
              <a:gd name="csX57" fmla="*/ 125406 w 136196"/>
              <a:gd name="csY57" fmla="*/ 68046 h 156502"/>
              <a:gd name="csX58" fmla="*/ 91923 w 136196"/>
              <a:gd name="csY58" fmla="*/ 68046 h 156502"/>
              <a:gd name="csX59" fmla="*/ 91923 w 136196"/>
              <a:gd name="csY59" fmla="*/ 49453 h 156502"/>
              <a:gd name="csX60" fmla="*/ 120166 w 136196"/>
              <a:gd name="csY60" fmla="*/ 30622 h 156502"/>
              <a:gd name="csX61" fmla="*/ 122547 w 136196"/>
              <a:gd name="csY61" fmla="*/ 30622 h 156502"/>
              <a:gd name="csX62" fmla="*/ 122547 w 136196"/>
              <a:gd name="csY62" fmla="*/ 37426 h 156502"/>
              <a:gd name="csX63" fmla="*/ 124232 w 136196"/>
              <a:gd name="csY63" fmla="*/ 40420 h 156502"/>
              <a:gd name="csX64" fmla="*/ 127669 w 136196"/>
              <a:gd name="csY64" fmla="*/ 40420 h 156502"/>
              <a:gd name="csX65" fmla="*/ 129353 w 136196"/>
              <a:gd name="csY65" fmla="*/ 37426 h 156502"/>
              <a:gd name="csX66" fmla="*/ 129353 w 136196"/>
              <a:gd name="csY66" fmla="*/ 30622 h 156502"/>
              <a:gd name="csX67" fmla="*/ 132755 w 136196"/>
              <a:gd name="csY67" fmla="*/ 30622 h 156502"/>
              <a:gd name="csX68" fmla="*/ 135750 w 136196"/>
              <a:gd name="csY68" fmla="*/ 28938 h 156502"/>
              <a:gd name="csX69" fmla="*/ 135750 w 136196"/>
              <a:gd name="csY69" fmla="*/ 25501 h 156502"/>
              <a:gd name="csX70" fmla="*/ 132755 w 136196"/>
              <a:gd name="csY70" fmla="*/ 23817 h 156502"/>
              <a:gd name="csX71" fmla="*/ 126478 w 136196"/>
              <a:gd name="csY71" fmla="*/ 23817 h 156502"/>
              <a:gd name="csX72" fmla="*/ 125899 w 136196"/>
              <a:gd name="csY72" fmla="*/ 23766 h 156502"/>
              <a:gd name="csX73" fmla="*/ 125406 w 136196"/>
              <a:gd name="csY73" fmla="*/ 23817 h 156502"/>
              <a:gd name="csX74" fmla="*/ 90086 w 136196"/>
              <a:gd name="csY74" fmla="*/ 23817 h 156502"/>
              <a:gd name="csX75" fmla="*/ 70690 w 136196"/>
              <a:gd name="csY75" fmla="*/ 1193 h 156502"/>
              <a:gd name="csX76" fmla="*/ 67986 w 136196"/>
              <a:gd name="csY76" fmla="*/ 2 h 156502"/>
              <a:gd name="csX77" fmla="*/ 68104 w 136196"/>
              <a:gd name="csY77" fmla="*/ 8644 h 156502"/>
              <a:gd name="csX78" fmla="*/ 81120 w 136196"/>
              <a:gd name="csY78" fmla="*/ 23817 h 156502"/>
              <a:gd name="csX79" fmla="*/ 55073 w 136196"/>
              <a:gd name="csY79" fmla="*/ 23817 h 156502"/>
              <a:gd name="csX80" fmla="*/ 68104 w 136196"/>
              <a:gd name="csY80" fmla="*/ 8644 h 156502"/>
              <a:gd name="csX81" fmla="*/ 28293 w 136196"/>
              <a:gd name="csY81" fmla="*/ 30622 h 156502"/>
              <a:gd name="csX82" fmla="*/ 44286 w 136196"/>
              <a:gd name="csY82" fmla="*/ 30622 h 156502"/>
              <a:gd name="csX83" fmla="*/ 44286 w 136196"/>
              <a:gd name="csY83" fmla="*/ 41271 h 156502"/>
              <a:gd name="csX84" fmla="*/ 28293 w 136196"/>
              <a:gd name="csY84" fmla="*/ 30622 h 156502"/>
              <a:gd name="csX85" fmla="*/ 55447 w 136196"/>
              <a:gd name="csY85" fmla="*/ 30622 h 156502"/>
              <a:gd name="csX86" fmla="*/ 80746 w 136196"/>
              <a:gd name="csY86" fmla="*/ 30622 h 156502"/>
              <a:gd name="csX87" fmla="*/ 68104 w 136196"/>
              <a:gd name="csY87" fmla="*/ 44333 h 156502"/>
              <a:gd name="csX88" fmla="*/ 55447 w 136196"/>
              <a:gd name="csY88" fmla="*/ 30622 h 156502"/>
              <a:gd name="csX89" fmla="*/ 91923 w 136196"/>
              <a:gd name="csY89" fmla="*/ 30622 h 156502"/>
              <a:gd name="csX90" fmla="*/ 107916 w 136196"/>
              <a:gd name="csY90" fmla="*/ 30622 h 156502"/>
              <a:gd name="csX91" fmla="*/ 91923 w 136196"/>
              <a:gd name="csY91" fmla="*/ 41271 h 156502"/>
              <a:gd name="csX92" fmla="*/ 91923 w 136196"/>
              <a:gd name="csY92" fmla="*/ 30622 h 156502"/>
              <a:gd name="csX93" fmla="*/ 51091 w 136196"/>
              <a:gd name="csY93" fmla="*/ 35929 h 156502"/>
              <a:gd name="csX94" fmla="*/ 63477 w 136196"/>
              <a:gd name="csY94" fmla="*/ 49334 h 156502"/>
              <a:gd name="csX95" fmla="*/ 51091 w 136196"/>
              <a:gd name="csY95" fmla="*/ 62739 h 156502"/>
              <a:gd name="csX96" fmla="*/ 51091 w 136196"/>
              <a:gd name="csY96" fmla="*/ 35929 h 156502"/>
              <a:gd name="csX97" fmla="*/ 85118 w 136196"/>
              <a:gd name="csY97" fmla="*/ 35929 h 156502"/>
              <a:gd name="csX98" fmla="*/ 85118 w 136196"/>
              <a:gd name="csY98" fmla="*/ 62739 h 156502"/>
              <a:gd name="csX99" fmla="*/ 72732 w 136196"/>
              <a:gd name="csY99" fmla="*/ 49334 h 156502"/>
              <a:gd name="csX100" fmla="*/ 85118 w 136196"/>
              <a:gd name="csY100" fmla="*/ 35929 h 156502"/>
              <a:gd name="csX101" fmla="*/ 68104 w 136196"/>
              <a:gd name="csY101" fmla="*/ 54352 h 156502"/>
              <a:gd name="csX102" fmla="*/ 80746 w 136196"/>
              <a:gd name="csY102" fmla="*/ 68046 h 156502"/>
              <a:gd name="csX103" fmla="*/ 55464 w 136196"/>
              <a:gd name="csY103" fmla="*/ 68046 h 156502"/>
              <a:gd name="csX104" fmla="*/ 68104 w 136196"/>
              <a:gd name="csY104" fmla="*/ 54352 h 156502"/>
              <a:gd name="csX105" fmla="*/ 28293 w 136196"/>
              <a:gd name="csY105" fmla="*/ 74851 h 156502"/>
              <a:gd name="csX106" fmla="*/ 44286 w 136196"/>
              <a:gd name="csY106" fmla="*/ 74851 h 156502"/>
              <a:gd name="csX107" fmla="*/ 44286 w 136196"/>
              <a:gd name="csY107" fmla="*/ 85500 h 156502"/>
              <a:gd name="csX108" fmla="*/ 28293 w 136196"/>
              <a:gd name="csY108" fmla="*/ 74851 h 156502"/>
              <a:gd name="csX109" fmla="*/ 55464 w 136196"/>
              <a:gd name="csY109" fmla="*/ 74851 h 156502"/>
              <a:gd name="csX110" fmla="*/ 80746 w 136196"/>
              <a:gd name="csY110" fmla="*/ 74851 h 156502"/>
              <a:gd name="csX111" fmla="*/ 68104 w 136196"/>
              <a:gd name="csY111" fmla="*/ 88562 h 156502"/>
              <a:gd name="csX112" fmla="*/ 55464 w 136196"/>
              <a:gd name="csY112" fmla="*/ 74851 h 156502"/>
              <a:gd name="csX113" fmla="*/ 91923 w 136196"/>
              <a:gd name="csY113" fmla="*/ 74851 h 156502"/>
              <a:gd name="csX114" fmla="*/ 107916 w 136196"/>
              <a:gd name="csY114" fmla="*/ 74851 h 156502"/>
              <a:gd name="csX115" fmla="*/ 91923 w 136196"/>
              <a:gd name="csY115" fmla="*/ 85500 h 156502"/>
              <a:gd name="csX116" fmla="*/ 91923 w 136196"/>
              <a:gd name="csY116" fmla="*/ 74851 h 156502"/>
              <a:gd name="csX117" fmla="*/ 51091 w 136196"/>
              <a:gd name="csY117" fmla="*/ 80158 h 156502"/>
              <a:gd name="csX118" fmla="*/ 63477 w 136196"/>
              <a:gd name="csY118" fmla="*/ 93563 h 156502"/>
              <a:gd name="csX119" fmla="*/ 51091 w 136196"/>
              <a:gd name="csY119" fmla="*/ 106967 h 156502"/>
              <a:gd name="csX120" fmla="*/ 51091 w 136196"/>
              <a:gd name="csY120" fmla="*/ 80158 h 156502"/>
              <a:gd name="csX121" fmla="*/ 85118 w 136196"/>
              <a:gd name="csY121" fmla="*/ 80158 h 156502"/>
              <a:gd name="csX122" fmla="*/ 85118 w 136196"/>
              <a:gd name="csY122" fmla="*/ 106967 h 156502"/>
              <a:gd name="csX123" fmla="*/ 72732 w 136196"/>
              <a:gd name="csY123" fmla="*/ 93563 h 156502"/>
              <a:gd name="csX124" fmla="*/ 85118 w 136196"/>
              <a:gd name="csY124" fmla="*/ 80158 h 156502"/>
              <a:gd name="csX125" fmla="*/ 68104 w 136196"/>
              <a:gd name="csY125" fmla="*/ 98581 h 156502"/>
              <a:gd name="csX126" fmla="*/ 83791 w 136196"/>
              <a:gd name="csY126" fmla="*/ 115592 h 156502"/>
              <a:gd name="csX127" fmla="*/ 68104 w 136196"/>
              <a:gd name="csY127" fmla="*/ 131276 h 156502"/>
              <a:gd name="csX128" fmla="*/ 52401 w 136196"/>
              <a:gd name="csY128" fmla="*/ 115592 h 156502"/>
              <a:gd name="csX129" fmla="*/ 68104 w 136196"/>
              <a:gd name="csY129" fmla="*/ 98581 h 156502"/>
              <a:gd name="csX130" fmla="*/ 48097 w 136196"/>
              <a:gd name="csY130" fmla="*/ 120900 h 156502"/>
              <a:gd name="csX131" fmla="*/ 61895 w 136196"/>
              <a:gd name="csY131" fmla="*/ 134696 h 156502"/>
              <a:gd name="csX132" fmla="*/ 29705 w 136196"/>
              <a:gd name="csY132" fmla="*/ 146195 h 156502"/>
              <a:gd name="csX133" fmla="*/ 48097 w 136196"/>
              <a:gd name="csY133" fmla="*/ 120900 h 156502"/>
              <a:gd name="csX134" fmla="*/ 88113 w 136196"/>
              <a:gd name="csY134" fmla="*/ 120900 h 156502"/>
              <a:gd name="csX135" fmla="*/ 106504 w 136196"/>
              <a:gd name="csY135" fmla="*/ 146195 h 156502"/>
              <a:gd name="csX136" fmla="*/ 74315 w 136196"/>
              <a:gd name="csY136" fmla="*/ 134696 h 156502"/>
              <a:gd name="csX137" fmla="*/ 88113 w 136196"/>
              <a:gd name="csY137" fmla="*/ 120900 h 156502"/>
            </a:gdLst>
            <a:ahLst/>
            <a:cxnLst/>
            <a:rect l="l" t="t" r="r" b="b"/>
            <a:pathLst>
              <a:path w="100000" h="100000">
                <a:moveTo>
                  <a:pt x="49928" y="1"/>
                </a:moveTo>
                <a:cubicBezTo>
                  <a:pt x="49309" y="23"/>
                  <a:pt x="48743" y="295"/>
                  <a:pt x="48341" y="762"/>
                </a:cubicBezTo>
                <a:lnTo>
                  <a:pt x="35959" y="15218"/>
                </a:lnTo>
                <a:lnTo>
                  <a:pt x="13380" y="15218"/>
                </a:lnTo>
                <a:cubicBezTo>
                  <a:pt x="13249" y="15207"/>
                  <a:pt x="13130" y="15186"/>
                  <a:pt x="13010" y="15186"/>
                </a:cubicBezTo>
                <a:cubicBezTo>
                  <a:pt x="12901" y="15197"/>
                  <a:pt x="12793" y="15207"/>
                  <a:pt x="12695" y="15218"/>
                </a:cubicBezTo>
                <a:lnTo>
                  <a:pt x="8694" y="15218"/>
                </a:lnTo>
                <a:cubicBezTo>
                  <a:pt x="7912" y="15207"/>
                  <a:pt x="7183" y="15621"/>
                  <a:pt x="6781" y="16294"/>
                </a:cubicBezTo>
                <a:cubicBezTo>
                  <a:pt x="6390" y="16979"/>
                  <a:pt x="6390" y="17806"/>
                  <a:pt x="6781" y="18490"/>
                </a:cubicBezTo>
                <a:cubicBezTo>
                  <a:pt x="7183" y="19164"/>
                  <a:pt x="7912" y="19577"/>
                  <a:pt x="8694" y="19567"/>
                </a:cubicBezTo>
                <a:lnTo>
                  <a:pt x="10869" y="19567"/>
                </a:lnTo>
                <a:lnTo>
                  <a:pt x="10869" y="23914"/>
                </a:lnTo>
                <a:cubicBezTo>
                  <a:pt x="10858" y="24697"/>
                  <a:pt x="11260" y="25425"/>
                  <a:pt x="11945" y="25827"/>
                </a:cubicBezTo>
                <a:cubicBezTo>
                  <a:pt x="12618" y="26219"/>
                  <a:pt x="13456" y="26219"/>
                  <a:pt x="14141" y="25827"/>
                </a:cubicBezTo>
                <a:cubicBezTo>
                  <a:pt x="14815" y="25425"/>
                  <a:pt x="15228" y="24697"/>
                  <a:pt x="15217" y="23914"/>
                </a:cubicBezTo>
                <a:lnTo>
                  <a:pt x="15217" y="19567"/>
                </a:lnTo>
                <a:lnTo>
                  <a:pt x="16728" y="19567"/>
                </a:lnTo>
                <a:lnTo>
                  <a:pt x="34785" y="31599"/>
                </a:lnTo>
                <a:lnTo>
                  <a:pt x="34785" y="43479"/>
                </a:lnTo>
                <a:lnTo>
                  <a:pt x="13380" y="43479"/>
                </a:lnTo>
                <a:cubicBezTo>
                  <a:pt x="13249" y="43468"/>
                  <a:pt x="13130" y="43447"/>
                  <a:pt x="13010" y="43447"/>
                </a:cubicBezTo>
                <a:cubicBezTo>
                  <a:pt x="12901" y="43458"/>
                  <a:pt x="12793" y="43468"/>
                  <a:pt x="12695" y="43479"/>
                </a:cubicBezTo>
                <a:lnTo>
                  <a:pt x="8694" y="43479"/>
                </a:lnTo>
                <a:cubicBezTo>
                  <a:pt x="7912" y="43468"/>
                  <a:pt x="7183" y="43882"/>
                  <a:pt x="6781" y="44555"/>
                </a:cubicBezTo>
                <a:cubicBezTo>
                  <a:pt x="6390" y="45240"/>
                  <a:pt x="6390" y="46067"/>
                  <a:pt x="6781" y="46751"/>
                </a:cubicBezTo>
                <a:cubicBezTo>
                  <a:pt x="7183" y="47425"/>
                  <a:pt x="7912" y="47838"/>
                  <a:pt x="8694" y="47828"/>
                </a:cubicBezTo>
                <a:lnTo>
                  <a:pt x="10869" y="47828"/>
                </a:lnTo>
                <a:lnTo>
                  <a:pt x="10869" y="52175"/>
                </a:lnTo>
                <a:cubicBezTo>
                  <a:pt x="10858" y="52958"/>
                  <a:pt x="11260" y="53686"/>
                  <a:pt x="11945" y="54088"/>
                </a:cubicBezTo>
                <a:cubicBezTo>
                  <a:pt x="12618" y="54480"/>
                  <a:pt x="13456" y="54480"/>
                  <a:pt x="14141" y="54088"/>
                </a:cubicBezTo>
                <a:cubicBezTo>
                  <a:pt x="14815" y="53686"/>
                  <a:pt x="15228" y="52958"/>
                  <a:pt x="15217" y="52175"/>
                </a:cubicBezTo>
                <a:lnTo>
                  <a:pt x="15217" y="47828"/>
                </a:lnTo>
                <a:lnTo>
                  <a:pt x="16728" y="47828"/>
                </a:lnTo>
                <a:lnTo>
                  <a:pt x="34785" y="59860"/>
                </a:lnTo>
                <a:lnTo>
                  <a:pt x="34785" y="73208"/>
                </a:lnTo>
                <a:lnTo>
                  <a:pt x="17804" y="96545"/>
                </a:lnTo>
                <a:cubicBezTo>
                  <a:pt x="17239" y="97316"/>
                  <a:pt x="17250" y="98360"/>
                  <a:pt x="17826" y="99132"/>
                </a:cubicBezTo>
                <a:cubicBezTo>
                  <a:pt x="18402" y="99893"/>
                  <a:pt x="19391" y="100197"/>
                  <a:pt x="20294" y="99871"/>
                </a:cubicBezTo>
                <a:lnTo>
                  <a:pt x="50004" y="89273"/>
                </a:lnTo>
                <a:lnTo>
                  <a:pt x="79715" y="99871"/>
                </a:lnTo>
                <a:cubicBezTo>
                  <a:pt x="80607" y="100197"/>
                  <a:pt x="81607" y="99893"/>
                  <a:pt x="82182" y="99132"/>
                </a:cubicBezTo>
                <a:cubicBezTo>
                  <a:pt x="82748" y="98360"/>
                  <a:pt x="82759" y="97316"/>
                  <a:pt x="82194" y="96545"/>
                </a:cubicBezTo>
                <a:lnTo>
                  <a:pt x="65223" y="73208"/>
                </a:lnTo>
                <a:lnTo>
                  <a:pt x="65223" y="59860"/>
                </a:lnTo>
                <a:lnTo>
                  <a:pt x="83270" y="47828"/>
                </a:lnTo>
                <a:lnTo>
                  <a:pt x="84791" y="47828"/>
                </a:lnTo>
                <a:lnTo>
                  <a:pt x="84791" y="52175"/>
                </a:lnTo>
                <a:cubicBezTo>
                  <a:pt x="84781" y="52958"/>
                  <a:pt x="85183" y="53686"/>
                  <a:pt x="85868" y="54088"/>
                </a:cubicBezTo>
                <a:cubicBezTo>
                  <a:pt x="86542" y="54480"/>
                  <a:pt x="87379" y="54480"/>
                  <a:pt x="88064" y="54088"/>
                </a:cubicBezTo>
                <a:cubicBezTo>
                  <a:pt x="88738" y="53686"/>
                  <a:pt x="89151" y="52958"/>
                  <a:pt x="89140" y="52175"/>
                </a:cubicBezTo>
                <a:lnTo>
                  <a:pt x="89140" y="47828"/>
                </a:lnTo>
                <a:lnTo>
                  <a:pt x="91314" y="47828"/>
                </a:lnTo>
                <a:cubicBezTo>
                  <a:pt x="92097" y="47838"/>
                  <a:pt x="92825" y="47425"/>
                  <a:pt x="93228" y="46751"/>
                </a:cubicBezTo>
                <a:cubicBezTo>
                  <a:pt x="93608" y="46067"/>
                  <a:pt x="93608" y="45240"/>
                  <a:pt x="93228" y="44555"/>
                </a:cubicBezTo>
                <a:cubicBezTo>
                  <a:pt x="92825" y="43882"/>
                  <a:pt x="92097" y="43468"/>
                  <a:pt x="91314" y="43479"/>
                </a:cubicBezTo>
                <a:lnTo>
                  <a:pt x="87303" y="43479"/>
                </a:lnTo>
                <a:cubicBezTo>
                  <a:pt x="87173" y="43468"/>
                  <a:pt x="87053" y="43447"/>
                  <a:pt x="86933" y="43447"/>
                </a:cubicBezTo>
                <a:cubicBezTo>
                  <a:pt x="86824" y="43458"/>
                  <a:pt x="86716" y="43468"/>
                  <a:pt x="86618" y="43479"/>
                </a:cubicBezTo>
                <a:lnTo>
                  <a:pt x="65223" y="43479"/>
                </a:lnTo>
                <a:lnTo>
                  <a:pt x="65223" y="31599"/>
                </a:lnTo>
                <a:lnTo>
                  <a:pt x="83270" y="19567"/>
                </a:lnTo>
                <a:lnTo>
                  <a:pt x="84791" y="19567"/>
                </a:lnTo>
                <a:lnTo>
                  <a:pt x="84791" y="23914"/>
                </a:lnTo>
                <a:cubicBezTo>
                  <a:pt x="84781" y="24697"/>
                  <a:pt x="85183" y="25425"/>
                  <a:pt x="85868" y="25827"/>
                </a:cubicBezTo>
                <a:cubicBezTo>
                  <a:pt x="86542" y="26219"/>
                  <a:pt x="87379" y="26219"/>
                  <a:pt x="88064" y="25827"/>
                </a:cubicBezTo>
                <a:cubicBezTo>
                  <a:pt x="88738" y="25425"/>
                  <a:pt x="89151" y="24697"/>
                  <a:pt x="89140" y="23914"/>
                </a:cubicBezTo>
                <a:lnTo>
                  <a:pt x="89140" y="19567"/>
                </a:lnTo>
                <a:lnTo>
                  <a:pt x="91314" y="19567"/>
                </a:lnTo>
                <a:cubicBezTo>
                  <a:pt x="92097" y="19577"/>
                  <a:pt x="92825" y="19164"/>
                  <a:pt x="93228" y="18490"/>
                </a:cubicBezTo>
                <a:cubicBezTo>
                  <a:pt x="93608" y="17806"/>
                  <a:pt x="93608" y="16979"/>
                  <a:pt x="93228" y="16294"/>
                </a:cubicBezTo>
                <a:cubicBezTo>
                  <a:pt x="92825" y="15621"/>
                  <a:pt x="92097" y="15207"/>
                  <a:pt x="91314" y="15218"/>
                </a:cubicBezTo>
                <a:lnTo>
                  <a:pt x="87303" y="15218"/>
                </a:lnTo>
                <a:cubicBezTo>
                  <a:pt x="87173" y="15207"/>
                  <a:pt x="87053" y="15186"/>
                  <a:pt x="86933" y="15186"/>
                </a:cubicBezTo>
                <a:cubicBezTo>
                  <a:pt x="86824" y="15197"/>
                  <a:pt x="86716" y="15207"/>
                  <a:pt x="86618" y="15218"/>
                </a:cubicBezTo>
                <a:lnTo>
                  <a:pt x="64050" y="15218"/>
                </a:lnTo>
                <a:lnTo>
                  <a:pt x="51656" y="762"/>
                </a:lnTo>
                <a:cubicBezTo>
                  <a:pt x="51222" y="262"/>
                  <a:pt x="50591" y="-20"/>
                  <a:pt x="49928" y="1"/>
                </a:cubicBezTo>
                <a:close/>
                <a:moveTo>
                  <a:pt x="50004" y="5523"/>
                </a:moveTo>
                <a:lnTo>
                  <a:pt x="58321" y="15218"/>
                </a:lnTo>
                <a:lnTo>
                  <a:pt x="41677" y="15218"/>
                </a:lnTo>
                <a:lnTo>
                  <a:pt x="50004" y="5523"/>
                </a:lnTo>
                <a:close/>
                <a:moveTo>
                  <a:pt x="24566" y="19567"/>
                </a:moveTo>
                <a:lnTo>
                  <a:pt x="34785" y="19567"/>
                </a:lnTo>
                <a:lnTo>
                  <a:pt x="34785" y="26371"/>
                </a:lnTo>
                <a:lnTo>
                  <a:pt x="24566" y="19567"/>
                </a:lnTo>
                <a:close/>
                <a:moveTo>
                  <a:pt x="41916" y="19567"/>
                </a:moveTo>
                <a:lnTo>
                  <a:pt x="58082" y="19567"/>
                </a:lnTo>
                <a:lnTo>
                  <a:pt x="50004" y="28327"/>
                </a:lnTo>
                <a:lnTo>
                  <a:pt x="41916" y="19567"/>
                </a:lnTo>
                <a:close/>
                <a:moveTo>
                  <a:pt x="65223" y="19567"/>
                </a:moveTo>
                <a:lnTo>
                  <a:pt x="75442" y="19567"/>
                </a:lnTo>
                <a:lnTo>
                  <a:pt x="65223" y="26371"/>
                </a:lnTo>
                <a:lnTo>
                  <a:pt x="65223" y="19567"/>
                </a:lnTo>
                <a:close/>
                <a:moveTo>
                  <a:pt x="39133" y="22958"/>
                </a:moveTo>
                <a:lnTo>
                  <a:pt x="47047" y="31523"/>
                </a:lnTo>
                <a:lnTo>
                  <a:pt x="39133" y="40088"/>
                </a:lnTo>
                <a:lnTo>
                  <a:pt x="39133" y="22958"/>
                </a:lnTo>
                <a:close/>
                <a:moveTo>
                  <a:pt x="60875" y="22958"/>
                </a:moveTo>
                <a:lnTo>
                  <a:pt x="60875" y="40088"/>
                </a:lnTo>
                <a:lnTo>
                  <a:pt x="52961" y="31523"/>
                </a:lnTo>
                <a:lnTo>
                  <a:pt x="60875" y="22958"/>
                </a:lnTo>
                <a:close/>
                <a:moveTo>
                  <a:pt x="50004" y="34729"/>
                </a:moveTo>
                <a:lnTo>
                  <a:pt x="58082" y="43479"/>
                </a:lnTo>
                <a:lnTo>
                  <a:pt x="41927" y="43479"/>
                </a:lnTo>
                <a:lnTo>
                  <a:pt x="50004" y="34729"/>
                </a:lnTo>
                <a:close/>
                <a:moveTo>
                  <a:pt x="24566" y="47828"/>
                </a:moveTo>
                <a:lnTo>
                  <a:pt x="34785" y="47828"/>
                </a:lnTo>
                <a:lnTo>
                  <a:pt x="34785" y="54632"/>
                </a:lnTo>
                <a:lnTo>
                  <a:pt x="24566" y="47828"/>
                </a:lnTo>
                <a:close/>
                <a:moveTo>
                  <a:pt x="41927" y="47828"/>
                </a:moveTo>
                <a:lnTo>
                  <a:pt x="58082" y="47828"/>
                </a:lnTo>
                <a:lnTo>
                  <a:pt x="50004" y="56588"/>
                </a:lnTo>
                <a:lnTo>
                  <a:pt x="41927" y="47828"/>
                </a:lnTo>
                <a:close/>
                <a:moveTo>
                  <a:pt x="65223" y="47828"/>
                </a:moveTo>
                <a:lnTo>
                  <a:pt x="75442" y="47828"/>
                </a:lnTo>
                <a:lnTo>
                  <a:pt x="65223" y="54632"/>
                </a:lnTo>
                <a:lnTo>
                  <a:pt x="65223" y="47828"/>
                </a:lnTo>
                <a:close/>
                <a:moveTo>
                  <a:pt x="39133" y="51219"/>
                </a:moveTo>
                <a:lnTo>
                  <a:pt x="47047" y="59784"/>
                </a:lnTo>
                <a:lnTo>
                  <a:pt x="39133" y="68349"/>
                </a:lnTo>
                <a:lnTo>
                  <a:pt x="39133" y="51219"/>
                </a:lnTo>
                <a:close/>
                <a:moveTo>
                  <a:pt x="60875" y="51219"/>
                </a:moveTo>
                <a:lnTo>
                  <a:pt x="60875" y="68349"/>
                </a:lnTo>
                <a:lnTo>
                  <a:pt x="52961" y="59784"/>
                </a:lnTo>
                <a:lnTo>
                  <a:pt x="60875" y="51219"/>
                </a:lnTo>
                <a:close/>
                <a:moveTo>
                  <a:pt x="50004" y="62990"/>
                </a:moveTo>
                <a:lnTo>
                  <a:pt x="60027" y="73860"/>
                </a:lnTo>
                <a:lnTo>
                  <a:pt x="50004" y="83881"/>
                </a:lnTo>
                <a:lnTo>
                  <a:pt x="39970" y="73860"/>
                </a:lnTo>
                <a:lnTo>
                  <a:pt x="50004" y="62990"/>
                </a:lnTo>
                <a:close/>
                <a:moveTo>
                  <a:pt x="37220" y="77251"/>
                </a:moveTo>
                <a:lnTo>
                  <a:pt x="46036" y="86067"/>
                </a:lnTo>
                <a:lnTo>
                  <a:pt x="25468" y="93414"/>
                </a:lnTo>
                <a:lnTo>
                  <a:pt x="37220" y="77251"/>
                </a:lnTo>
                <a:close/>
                <a:moveTo>
                  <a:pt x="62789" y="77251"/>
                </a:moveTo>
                <a:lnTo>
                  <a:pt x="74540" y="93414"/>
                </a:lnTo>
                <a:lnTo>
                  <a:pt x="53972" y="86067"/>
                </a:lnTo>
                <a:lnTo>
                  <a:pt x="62789" y="7725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4" name="Красный — SVG 27">
            <a:extLst>
              <a:ext uri="{FF2B5EF4-FFF2-40B4-BE49-F238E27FC236}">
                <a16:creationId xmlns:a16="http://schemas.microsoft.com/office/drawing/2014/main" id="{73028125-E2AD-4C42-A7B7-3E61170808B1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65995 w 113428"/>
              <a:gd name="csY0" fmla="*/ 4185 h 152385"/>
              <a:gd name="csX1" fmla="*/ 61810 w 113428"/>
              <a:gd name="csY1" fmla="*/ 1089 h 152385"/>
              <a:gd name="csX2" fmla="*/ 56706 w 113428"/>
              <a:gd name="csY2" fmla="*/ 0 h 152385"/>
              <a:gd name="csX3" fmla="*/ 51619 w 113428"/>
              <a:gd name="csY3" fmla="*/ 1089 h 152385"/>
              <a:gd name="csX4" fmla="*/ 47416 w 113428"/>
              <a:gd name="csY4" fmla="*/ 4185 h 152385"/>
              <a:gd name="csX5" fmla="*/ 0 w 113428"/>
              <a:gd name="csY5" fmla="*/ 95687 h 152385"/>
              <a:gd name="csX6" fmla="*/ 16605 w 113428"/>
              <a:gd name="csY6" fmla="*/ 135783 h 152385"/>
              <a:gd name="csX7" fmla="*/ 56706 w 113428"/>
              <a:gd name="csY7" fmla="*/ 152386 h 152385"/>
              <a:gd name="csX8" fmla="*/ 96806 w 113428"/>
              <a:gd name="csY8" fmla="*/ 135783 h 152385"/>
              <a:gd name="csX9" fmla="*/ 113428 w 113428"/>
              <a:gd name="csY9" fmla="*/ 95687 h 152385"/>
              <a:gd name="csX10" fmla="*/ 65995 w 113428"/>
              <a:gd name="csY10" fmla="*/ 4185 h 152385"/>
            </a:gdLst>
            <a:ahLst/>
            <a:cxnLst/>
            <a:rect l="l" t="t" r="r" b="b"/>
            <a:pathLst>
              <a:path w="100000" h="100000">
                <a:moveTo>
                  <a:pt x="56090" y="2746"/>
                </a:moveTo>
                <a:cubicBezTo>
                  <a:pt x="55331" y="1876"/>
                  <a:pt x="54393" y="1194"/>
                  <a:pt x="53344" y="715"/>
                </a:cubicBezTo>
                <a:cubicBezTo>
                  <a:pt x="52294" y="245"/>
                  <a:pt x="51156" y="0"/>
                  <a:pt x="49995" y="0"/>
                </a:cubicBezTo>
                <a:cubicBezTo>
                  <a:pt x="48844" y="0"/>
                  <a:pt x="47706" y="245"/>
                  <a:pt x="46656" y="715"/>
                </a:cubicBezTo>
                <a:cubicBezTo>
                  <a:pt x="45607" y="1194"/>
                  <a:pt x="44669" y="1876"/>
                  <a:pt x="43898" y="2746"/>
                </a:cubicBezTo>
                <a:cubicBezTo>
                  <a:pt x="34554" y="13351"/>
                  <a:pt x="12782" y="40422"/>
                  <a:pt x="12782" y="62793"/>
                </a:cubicBezTo>
                <a:cubicBezTo>
                  <a:pt x="12782" y="72661"/>
                  <a:pt x="16701" y="82128"/>
                  <a:pt x="23679" y="89105"/>
                </a:cubicBezTo>
                <a:cubicBezTo>
                  <a:pt x="30657" y="96082"/>
                  <a:pt x="40125" y="100001"/>
                  <a:pt x="49995" y="100001"/>
                </a:cubicBezTo>
                <a:cubicBezTo>
                  <a:pt x="59864" y="100001"/>
                  <a:pt x="69332" y="96082"/>
                  <a:pt x="76310" y="89105"/>
                </a:cubicBezTo>
                <a:cubicBezTo>
                  <a:pt x="83288" y="82128"/>
                  <a:pt x="87218" y="72661"/>
                  <a:pt x="87218" y="62793"/>
                </a:cubicBezTo>
                <a:cubicBezTo>
                  <a:pt x="87218" y="40422"/>
                  <a:pt x="65446" y="13351"/>
                  <a:pt x="56090" y="274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5" name="Красный — SVG 28">
            <a:extLst>
              <a:ext uri="{FF2B5EF4-FFF2-40B4-BE49-F238E27FC236}">
                <a16:creationId xmlns:a16="http://schemas.microsoft.com/office/drawing/2014/main" id="{7D4227D4-5126-EF44-954A-83C0BC650091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56780 w 113549"/>
              <a:gd name="csY0" fmla="*/ 0 h 149040"/>
              <a:gd name="csX1" fmla="*/ 54943 w 113549"/>
              <a:gd name="csY1" fmla="*/ 323 h 149040"/>
              <a:gd name="csX2" fmla="*/ 25901 w 113549"/>
              <a:gd name="csY2" fmla="*/ 11023 h 149040"/>
              <a:gd name="csX3" fmla="*/ 17785 w 113549"/>
              <a:gd name="csY3" fmla="*/ 22659 h 149040"/>
              <a:gd name="csX4" fmla="*/ 17785 w 113549"/>
              <a:gd name="csY4" fmla="*/ 47835 h 149040"/>
              <a:gd name="csX5" fmla="*/ 26649 w 113549"/>
              <a:gd name="csY5" fmla="*/ 59658 h 149040"/>
              <a:gd name="csX6" fmla="*/ 22141 w 113549"/>
              <a:gd name="csY6" fmla="*/ 73743 h 149040"/>
              <a:gd name="csX7" fmla="*/ 21613 w 113549"/>
              <a:gd name="csY7" fmla="*/ 75376 h 149040"/>
              <a:gd name="csX8" fmla="*/ 4974 w 113549"/>
              <a:gd name="csY8" fmla="*/ 127396 h 149040"/>
              <a:gd name="csX9" fmla="*/ 4923 w 113549"/>
              <a:gd name="csY9" fmla="*/ 127549 h 149040"/>
              <a:gd name="csX10" fmla="*/ 330 w 113549"/>
              <a:gd name="csY10" fmla="*/ 141907 h 149040"/>
              <a:gd name="csX11" fmla="*/ 6 w 113549"/>
              <a:gd name="csY11" fmla="*/ 144016 h 149040"/>
              <a:gd name="csX12" fmla="*/ 551 w 113549"/>
              <a:gd name="csY12" fmla="*/ 146075 h 149040"/>
              <a:gd name="csX13" fmla="*/ 1844 w 113549"/>
              <a:gd name="csY13" fmla="*/ 147742 h 149040"/>
              <a:gd name="csX14" fmla="*/ 3698 w 113549"/>
              <a:gd name="csY14" fmla="*/ 148779 h 149040"/>
              <a:gd name="csX15" fmla="*/ 5808 w 113549"/>
              <a:gd name="csY15" fmla="*/ 149017 h 149040"/>
              <a:gd name="csX16" fmla="*/ 7850 w 113549"/>
              <a:gd name="csY16" fmla="*/ 148405 h 149040"/>
              <a:gd name="csX17" fmla="*/ 9483 w 113549"/>
              <a:gd name="csY17" fmla="*/ 147044 h 149040"/>
              <a:gd name="csX18" fmla="*/ 10452 w 113549"/>
              <a:gd name="csY18" fmla="*/ 145156 h 149040"/>
              <a:gd name="csX19" fmla="*/ 14434 w 113549"/>
              <a:gd name="csY19" fmla="*/ 132687 h 149040"/>
              <a:gd name="csX20" fmla="*/ 50570 w 113549"/>
              <a:gd name="csY20" fmla="*/ 107646 h 149040"/>
              <a:gd name="csX21" fmla="*/ 41230 w 113549"/>
              <a:gd name="csY21" fmla="*/ 101182 h 149040"/>
              <a:gd name="csX22" fmla="*/ 19759 w 113549"/>
              <a:gd name="csY22" fmla="*/ 116067 h 149040"/>
              <a:gd name="csX23" fmla="*/ 29814 w 113549"/>
              <a:gd name="csY23" fmla="*/ 84647 h 149040"/>
              <a:gd name="csX24" fmla="*/ 99126 w 113549"/>
              <a:gd name="csY24" fmla="*/ 132670 h 149040"/>
              <a:gd name="csX25" fmla="*/ 103108 w 113549"/>
              <a:gd name="csY25" fmla="*/ 145156 h 149040"/>
              <a:gd name="csX26" fmla="*/ 104077 w 113549"/>
              <a:gd name="csY26" fmla="*/ 147044 h 149040"/>
              <a:gd name="csX27" fmla="*/ 105710 w 113549"/>
              <a:gd name="csY27" fmla="*/ 148405 h 149040"/>
              <a:gd name="csX28" fmla="*/ 107752 w 113549"/>
              <a:gd name="csY28" fmla="*/ 149017 h 149040"/>
              <a:gd name="csX29" fmla="*/ 109862 w 113549"/>
              <a:gd name="csY29" fmla="*/ 148779 h 149040"/>
              <a:gd name="csX30" fmla="*/ 111699 w 113549"/>
              <a:gd name="csY30" fmla="*/ 147742 h 149040"/>
              <a:gd name="csX31" fmla="*/ 113009 w 113549"/>
              <a:gd name="csY31" fmla="*/ 146075 h 149040"/>
              <a:gd name="csX32" fmla="*/ 113537 w 113549"/>
              <a:gd name="csY32" fmla="*/ 144016 h 149040"/>
              <a:gd name="csX33" fmla="*/ 113231 w 113549"/>
              <a:gd name="csY33" fmla="*/ 141907 h 149040"/>
              <a:gd name="csX34" fmla="*/ 109011 w 113549"/>
              <a:gd name="csY34" fmla="*/ 128706 h 149040"/>
              <a:gd name="csX35" fmla="*/ 108433 w 113549"/>
              <a:gd name="csY35" fmla="*/ 126920 h 149040"/>
              <a:gd name="csX36" fmla="*/ 86911 w 113549"/>
              <a:gd name="csY36" fmla="*/ 59675 h 149040"/>
              <a:gd name="csX37" fmla="*/ 95775 w 113549"/>
              <a:gd name="csY37" fmla="*/ 47835 h 149040"/>
              <a:gd name="csX38" fmla="*/ 95775 w 113549"/>
              <a:gd name="csY38" fmla="*/ 22659 h 149040"/>
              <a:gd name="csX39" fmla="*/ 87659 w 113549"/>
              <a:gd name="csY39" fmla="*/ 11023 h 149040"/>
              <a:gd name="csX40" fmla="*/ 58617 w 113549"/>
              <a:gd name="csY40" fmla="*/ 323 h 149040"/>
              <a:gd name="csX41" fmla="*/ 56780 w 113549"/>
              <a:gd name="csY41" fmla="*/ 0 h 149040"/>
              <a:gd name="csX42" fmla="*/ 37623 w 113549"/>
              <a:gd name="csY42" fmla="*/ 60253 h 149040"/>
              <a:gd name="csX43" fmla="*/ 75937 w 113549"/>
              <a:gd name="csY43" fmla="*/ 60253 h 149040"/>
              <a:gd name="csX44" fmla="*/ 80361 w 113549"/>
              <a:gd name="csY44" fmla="*/ 74066 h 149040"/>
              <a:gd name="csX45" fmla="*/ 63007 w 113549"/>
              <a:gd name="csY45" fmla="*/ 86093 h 149040"/>
              <a:gd name="csX46" fmla="*/ 72347 w 113549"/>
              <a:gd name="csY46" fmla="*/ 92557 h 149040"/>
              <a:gd name="csX47" fmla="*/ 83746 w 113549"/>
              <a:gd name="csY47" fmla="*/ 84647 h 149040"/>
              <a:gd name="csX48" fmla="*/ 93801 w 113549"/>
              <a:gd name="csY48" fmla="*/ 116050 h 149040"/>
              <a:gd name="csX49" fmla="*/ 33200 w 113549"/>
              <a:gd name="csY49" fmla="*/ 74066 h 149040"/>
              <a:gd name="csX50" fmla="*/ 37623 w 113549"/>
              <a:gd name="csY50" fmla="*/ 60253 h 149040"/>
            </a:gdLst>
            <a:ahLst/>
            <a:cxnLst/>
            <a:rect l="l" t="t" r="r" b="b"/>
            <a:pathLst>
              <a:path w="100000" h="100000">
                <a:moveTo>
                  <a:pt x="50004" y="0"/>
                </a:moveTo>
                <a:cubicBezTo>
                  <a:pt x="49582" y="0"/>
                  <a:pt x="49170" y="68"/>
                  <a:pt x="48771" y="217"/>
                </a:cubicBezTo>
                <a:lnTo>
                  <a:pt x="29285" y="7396"/>
                </a:lnTo>
                <a:cubicBezTo>
                  <a:pt x="26032" y="8594"/>
                  <a:pt x="23840" y="11733"/>
                  <a:pt x="23840" y="15203"/>
                </a:cubicBezTo>
                <a:lnTo>
                  <a:pt x="23840" y="32095"/>
                </a:lnTo>
                <a:cubicBezTo>
                  <a:pt x="23840" y="35862"/>
                  <a:pt x="26362" y="39001"/>
                  <a:pt x="29787" y="40028"/>
                </a:cubicBezTo>
                <a:lnTo>
                  <a:pt x="26762" y="49479"/>
                </a:lnTo>
                <a:cubicBezTo>
                  <a:pt x="26591" y="49821"/>
                  <a:pt x="26465" y="50187"/>
                  <a:pt x="26408" y="50574"/>
                </a:cubicBezTo>
                <a:lnTo>
                  <a:pt x="15244" y="85478"/>
                </a:lnTo>
                <a:cubicBezTo>
                  <a:pt x="15221" y="85512"/>
                  <a:pt x="15221" y="85546"/>
                  <a:pt x="15210" y="85580"/>
                </a:cubicBezTo>
                <a:lnTo>
                  <a:pt x="12128" y="95214"/>
                </a:lnTo>
                <a:cubicBezTo>
                  <a:pt x="11956" y="95670"/>
                  <a:pt x="11888" y="96150"/>
                  <a:pt x="11911" y="96629"/>
                </a:cubicBezTo>
                <a:cubicBezTo>
                  <a:pt x="11945" y="97109"/>
                  <a:pt x="12070" y="97576"/>
                  <a:pt x="12276" y="98011"/>
                </a:cubicBezTo>
                <a:cubicBezTo>
                  <a:pt x="12493" y="98433"/>
                  <a:pt x="12790" y="98820"/>
                  <a:pt x="13144" y="99129"/>
                </a:cubicBezTo>
                <a:cubicBezTo>
                  <a:pt x="13509" y="99448"/>
                  <a:pt x="13931" y="99677"/>
                  <a:pt x="14388" y="99825"/>
                </a:cubicBezTo>
                <a:cubicBezTo>
                  <a:pt x="14845" y="99973"/>
                  <a:pt x="15324" y="100030"/>
                  <a:pt x="15803" y="99985"/>
                </a:cubicBezTo>
                <a:cubicBezTo>
                  <a:pt x="16283" y="99939"/>
                  <a:pt x="16751" y="99802"/>
                  <a:pt x="17174" y="99574"/>
                </a:cubicBezTo>
                <a:cubicBezTo>
                  <a:pt x="17596" y="99346"/>
                  <a:pt x="17961" y="99037"/>
                  <a:pt x="18269" y="98661"/>
                </a:cubicBezTo>
                <a:cubicBezTo>
                  <a:pt x="18566" y="98284"/>
                  <a:pt x="18783" y="97850"/>
                  <a:pt x="18919" y="97394"/>
                </a:cubicBezTo>
                <a:lnTo>
                  <a:pt x="21591" y="89028"/>
                </a:lnTo>
                <a:lnTo>
                  <a:pt x="45837" y="72226"/>
                </a:lnTo>
                <a:lnTo>
                  <a:pt x="39570" y="67889"/>
                </a:lnTo>
                <a:lnTo>
                  <a:pt x="25164" y="77876"/>
                </a:lnTo>
                <a:lnTo>
                  <a:pt x="31911" y="56795"/>
                </a:lnTo>
                <a:lnTo>
                  <a:pt x="78416" y="89016"/>
                </a:lnTo>
                <a:lnTo>
                  <a:pt x="81088" y="97394"/>
                </a:lnTo>
                <a:cubicBezTo>
                  <a:pt x="81225" y="97850"/>
                  <a:pt x="81442" y="98284"/>
                  <a:pt x="81738" y="98661"/>
                </a:cubicBezTo>
                <a:cubicBezTo>
                  <a:pt x="82035" y="99037"/>
                  <a:pt x="82412" y="99346"/>
                  <a:pt x="82834" y="99574"/>
                </a:cubicBezTo>
                <a:cubicBezTo>
                  <a:pt x="83257" y="99802"/>
                  <a:pt x="83725" y="99939"/>
                  <a:pt x="84204" y="99985"/>
                </a:cubicBezTo>
                <a:cubicBezTo>
                  <a:pt x="84672" y="100030"/>
                  <a:pt x="85163" y="99973"/>
                  <a:pt x="85620" y="99825"/>
                </a:cubicBezTo>
                <a:cubicBezTo>
                  <a:pt x="86076" y="99677"/>
                  <a:pt x="86499" y="99448"/>
                  <a:pt x="86852" y="99129"/>
                </a:cubicBezTo>
                <a:cubicBezTo>
                  <a:pt x="87218" y="98820"/>
                  <a:pt x="87514" y="98433"/>
                  <a:pt x="87731" y="98011"/>
                </a:cubicBezTo>
                <a:cubicBezTo>
                  <a:pt x="87937" y="97576"/>
                  <a:pt x="88063" y="97109"/>
                  <a:pt x="88085" y="96629"/>
                </a:cubicBezTo>
                <a:cubicBezTo>
                  <a:pt x="88120" y="96150"/>
                  <a:pt x="88051" y="95670"/>
                  <a:pt x="87880" y="95214"/>
                </a:cubicBezTo>
                <a:lnTo>
                  <a:pt x="85049" y="86357"/>
                </a:lnTo>
                <a:cubicBezTo>
                  <a:pt x="84992" y="85935"/>
                  <a:pt x="84855" y="85535"/>
                  <a:pt x="84661" y="85158"/>
                </a:cubicBezTo>
                <a:lnTo>
                  <a:pt x="70220" y="40040"/>
                </a:lnTo>
                <a:cubicBezTo>
                  <a:pt x="73645" y="39012"/>
                  <a:pt x="76168" y="35862"/>
                  <a:pt x="76168" y="32095"/>
                </a:cubicBezTo>
                <a:lnTo>
                  <a:pt x="76168" y="15203"/>
                </a:lnTo>
                <a:cubicBezTo>
                  <a:pt x="76168" y="11733"/>
                  <a:pt x="73976" y="8594"/>
                  <a:pt x="70722" y="7396"/>
                </a:cubicBezTo>
                <a:lnTo>
                  <a:pt x="51236" y="217"/>
                </a:lnTo>
                <a:cubicBezTo>
                  <a:pt x="50837" y="68"/>
                  <a:pt x="50415" y="0"/>
                  <a:pt x="50004" y="0"/>
                </a:cubicBezTo>
                <a:close/>
                <a:moveTo>
                  <a:pt x="37150" y="40427"/>
                </a:moveTo>
                <a:lnTo>
                  <a:pt x="62857" y="40427"/>
                </a:lnTo>
                <a:lnTo>
                  <a:pt x="65826" y="49695"/>
                </a:lnTo>
                <a:lnTo>
                  <a:pt x="54182" y="57765"/>
                </a:lnTo>
                <a:lnTo>
                  <a:pt x="60449" y="62102"/>
                </a:lnTo>
                <a:lnTo>
                  <a:pt x="68097" y="56795"/>
                </a:lnTo>
                <a:lnTo>
                  <a:pt x="74843" y="77865"/>
                </a:lnTo>
                <a:lnTo>
                  <a:pt x="34182" y="49695"/>
                </a:lnTo>
                <a:lnTo>
                  <a:pt x="37150" y="4042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6" name="Красный — SVG 29">
            <a:extLst>
              <a:ext uri="{FF2B5EF4-FFF2-40B4-BE49-F238E27FC236}">
                <a16:creationId xmlns:a16="http://schemas.microsoft.com/office/drawing/2014/main" id="{166B4338-3091-D741-B3BC-0183F8371030}"/>
              </a:ext>
            </a:extLst>
          </p:cNvPr>
          <p:cNvSpPr>
            <a:spLocks noGrp="1"/>
          </p:cNvSpPr>
          <p:nvPr/>
        </p:nvSpPr>
        <p:spPr>
          <a:xfrm>
            <a:off x="6420000" y="1410000"/>
            <a:ext cx="220000" cy="220000"/>
          </a:xfrm>
          <a:custGeom>
            <a:avLst/>
            <a:gdLst>
              <a:gd name="csX0" fmla="*/ 67336 w 134670"/>
              <a:gd name="csY0" fmla="*/ 0 h 148744"/>
              <a:gd name="csX1" fmla="*/ 46069 w 134670"/>
              <a:gd name="csY1" fmla="*/ 46474 h 148744"/>
              <a:gd name="csX2" fmla="*/ 47753 w 134670"/>
              <a:gd name="csY2" fmla="*/ 59862 h 148744"/>
              <a:gd name="csX3" fmla="*/ 34483 w 134670"/>
              <a:gd name="csY3" fmla="*/ 65578 h 148744"/>
              <a:gd name="csX4" fmla="*/ 473 w 134670"/>
              <a:gd name="csY4" fmla="*/ 99243 h 148744"/>
              <a:gd name="csX5" fmla="*/ 1324 w 134670"/>
              <a:gd name="csY5" fmla="*/ 107783 h 148744"/>
              <a:gd name="csX6" fmla="*/ 14492 w 134670"/>
              <a:gd name="csY6" fmla="*/ 113311 h 148744"/>
              <a:gd name="csX7" fmla="*/ 54916 w 134670"/>
              <a:gd name="csY7" fmla="*/ 100655 h 148744"/>
              <a:gd name="csX8" fmla="*/ 66774 w 134670"/>
              <a:gd name="csY8" fmla="*/ 92115 h 148744"/>
              <a:gd name="csX9" fmla="*/ 67336 w 134670"/>
              <a:gd name="csY9" fmla="*/ 92149 h 148744"/>
              <a:gd name="csX10" fmla="*/ 67897 w 134670"/>
              <a:gd name="csY10" fmla="*/ 92115 h 148744"/>
              <a:gd name="csX11" fmla="*/ 79738 w 134670"/>
              <a:gd name="csY11" fmla="*/ 100655 h 148744"/>
              <a:gd name="csX12" fmla="*/ 120179 w 134670"/>
              <a:gd name="csY12" fmla="*/ 113311 h 148744"/>
              <a:gd name="csX13" fmla="*/ 133331 w 134670"/>
              <a:gd name="csY13" fmla="*/ 107783 h 148744"/>
              <a:gd name="csX14" fmla="*/ 134198 w 134670"/>
              <a:gd name="csY14" fmla="*/ 99243 h 148744"/>
              <a:gd name="csX15" fmla="*/ 100189 w 134670"/>
              <a:gd name="csY15" fmla="*/ 65578 h 148744"/>
              <a:gd name="csX16" fmla="*/ 86918 w 134670"/>
              <a:gd name="csY16" fmla="*/ 59862 h 148744"/>
              <a:gd name="csX17" fmla="*/ 88602 w 134670"/>
              <a:gd name="csY17" fmla="*/ 46474 h 148744"/>
              <a:gd name="csX18" fmla="*/ 67336 w 134670"/>
              <a:gd name="csY18" fmla="*/ 0 h 148744"/>
              <a:gd name="csX19" fmla="*/ 67336 w 134670"/>
              <a:gd name="csY19" fmla="*/ 60151 h 148744"/>
              <a:gd name="csX20" fmla="*/ 77969 w 134670"/>
              <a:gd name="csY20" fmla="*/ 70783 h 148744"/>
              <a:gd name="csX21" fmla="*/ 67336 w 134670"/>
              <a:gd name="csY21" fmla="*/ 81415 h 148744"/>
              <a:gd name="csX22" fmla="*/ 56702 w 134670"/>
              <a:gd name="csY22" fmla="*/ 70783 h 148744"/>
              <a:gd name="csX23" fmla="*/ 67336 w 134670"/>
              <a:gd name="csY23" fmla="*/ 60151 h 148744"/>
              <a:gd name="csX24" fmla="*/ 67319 w 134670"/>
              <a:gd name="csY24" fmla="*/ 100961 h 148744"/>
              <a:gd name="csX25" fmla="*/ 58421 w 134670"/>
              <a:gd name="csY25" fmla="*/ 106813 h 148744"/>
              <a:gd name="csX26" fmla="*/ 51496 w 134670"/>
              <a:gd name="csY26" fmla="*/ 110334 h 148744"/>
              <a:gd name="csX27" fmla="*/ 46137 w 134670"/>
              <a:gd name="csY27" fmla="*/ 142570 h 148744"/>
              <a:gd name="csX28" fmla="*/ 47328 w 134670"/>
              <a:gd name="csY28" fmla="*/ 146874 h 148744"/>
              <a:gd name="csX29" fmla="*/ 51377 w 134670"/>
              <a:gd name="csY29" fmla="*/ 148745 h 148744"/>
              <a:gd name="csX30" fmla="*/ 83277 w 134670"/>
              <a:gd name="csY30" fmla="*/ 148745 h 148744"/>
              <a:gd name="csX31" fmla="*/ 87343 w 134670"/>
              <a:gd name="csY31" fmla="*/ 146874 h 148744"/>
              <a:gd name="csX32" fmla="*/ 88534 w 134670"/>
              <a:gd name="csY32" fmla="*/ 142570 h 148744"/>
              <a:gd name="csX33" fmla="*/ 83158 w 134670"/>
              <a:gd name="csY33" fmla="*/ 110334 h 148744"/>
              <a:gd name="csX34" fmla="*/ 76251 w 134670"/>
              <a:gd name="csY34" fmla="*/ 106813 h 148744"/>
              <a:gd name="csX35" fmla="*/ 67319 w 134670"/>
              <a:gd name="csY35" fmla="*/ 100961 h 148744"/>
            </a:gdLst>
            <a:ahLst/>
            <a:cxnLst/>
            <a:rect l="l" t="t" r="r" b="b"/>
            <a:pathLst>
              <a:path w="100000" h="100000">
                <a:moveTo>
                  <a:pt x="50001" y="0"/>
                </a:moveTo>
                <a:cubicBezTo>
                  <a:pt x="39901" y="0"/>
                  <a:pt x="35703" y="20346"/>
                  <a:pt x="35703" y="31244"/>
                </a:cubicBezTo>
                <a:cubicBezTo>
                  <a:pt x="35703" y="34870"/>
                  <a:pt x="36137" y="37821"/>
                  <a:pt x="36835" y="40245"/>
                </a:cubicBezTo>
                <a:cubicBezTo>
                  <a:pt x="34239" y="40966"/>
                  <a:pt x="31299" y="42166"/>
                  <a:pt x="27914" y="44088"/>
                </a:cubicBezTo>
                <a:cubicBezTo>
                  <a:pt x="18180" y="49600"/>
                  <a:pt x="6959" y="59573"/>
                  <a:pt x="5049" y="66721"/>
                </a:cubicBezTo>
                <a:cubicBezTo>
                  <a:pt x="4328" y="69419"/>
                  <a:pt x="4969" y="71341"/>
                  <a:pt x="5621" y="72462"/>
                </a:cubicBezTo>
                <a:cubicBezTo>
                  <a:pt x="7200" y="75126"/>
                  <a:pt x="10447" y="76179"/>
                  <a:pt x="14474" y="76179"/>
                </a:cubicBezTo>
                <a:cubicBezTo>
                  <a:pt x="22927" y="76179"/>
                  <a:pt x="34777" y="71570"/>
                  <a:pt x="41651" y="67670"/>
                </a:cubicBezTo>
                <a:cubicBezTo>
                  <a:pt x="44945" y="65794"/>
                  <a:pt x="47576" y="63896"/>
                  <a:pt x="49623" y="61929"/>
                </a:cubicBezTo>
                <a:cubicBezTo>
                  <a:pt x="49749" y="61929"/>
                  <a:pt x="49863" y="61951"/>
                  <a:pt x="50001" y="61951"/>
                </a:cubicBezTo>
                <a:cubicBezTo>
                  <a:pt x="50126" y="61951"/>
                  <a:pt x="50252" y="61929"/>
                  <a:pt x="50378" y="61929"/>
                </a:cubicBezTo>
                <a:cubicBezTo>
                  <a:pt x="52425" y="63896"/>
                  <a:pt x="55056" y="65794"/>
                  <a:pt x="58338" y="67670"/>
                </a:cubicBezTo>
                <a:cubicBezTo>
                  <a:pt x="65225" y="71559"/>
                  <a:pt x="77074" y="76179"/>
                  <a:pt x="85527" y="76179"/>
                </a:cubicBezTo>
                <a:cubicBezTo>
                  <a:pt x="89542" y="76179"/>
                  <a:pt x="92802" y="75126"/>
                  <a:pt x="94369" y="72462"/>
                </a:cubicBezTo>
                <a:cubicBezTo>
                  <a:pt x="95032" y="71341"/>
                  <a:pt x="95672" y="69419"/>
                  <a:pt x="94952" y="66721"/>
                </a:cubicBezTo>
                <a:cubicBezTo>
                  <a:pt x="93030" y="59573"/>
                  <a:pt x="81821" y="49600"/>
                  <a:pt x="72088" y="44088"/>
                </a:cubicBezTo>
                <a:cubicBezTo>
                  <a:pt x="68702" y="42166"/>
                  <a:pt x="65762" y="40966"/>
                  <a:pt x="63166" y="40245"/>
                </a:cubicBezTo>
                <a:cubicBezTo>
                  <a:pt x="63863" y="37809"/>
                  <a:pt x="64298" y="34870"/>
                  <a:pt x="64298" y="31244"/>
                </a:cubicBezTo>
                <a:cubicBezTo>
                  <a:pt x="64298" y="20346"/>
                  <a:pt x="60101" y="0"/>
                  <a:pt x="50001" y="0"/>
                </a:cubicBezTo>
                <a:close/>
                <a:moveTo>
                  <a:pt x="50001" y="40439"/>
                </a:moveTo>
                <a:cubicBezTo>
                  <a:pt x="53946" y="40439"/>
                  <a:pt x="57149" y="43641"/>
                  <a:pt x="57149" y="47587"/>
                </a:cubicBezTo>
                <a:cubicBezTo>
                  <a:pt x="57149" y="51533"/>
                  <a:pt x="53946" y="54735"/>
                  <a:pt x="50001" y="54735"/>
                </a:cubicBezTo>
                <a:cubicBezTo>
                  <a:pt x="46054" y="54735"/>
                  <a:pt x="42851" y="51533"/>
                  <a:pt x="42851" y="47587"/>
                </a:cubicBezTo>
                <a:cubicBezTo>
                  <a:pt x="42851" y="43641"/>
                  <a:pt x="46054" y="40439"/>
                  <a:pt x="50001" y="40439"/>
                </a:cubicBezTo>
                <a:close/>
                <a:moveTo>
                  <a:pt x="49989" y="67876"/>
                </a:moveTo>
                <a:cubicBezTo>
                  <a:pt x="48262" y="69225"/>
                  <a:pt x="46271" y="70517"/>
                  <a:pt x="44007" y="71810"/>
                </a:cubicBezTo>
                <a:cubicBezTo>
                  <a:pt x="42611" y="72599"/>
                  <a:pt x="41021" y="73399"/>
                  <a:pt x="39352" y="74177"/>
                </a:cubicBezTo>
                <a:lnTo>
                  <a:pt x="35749" y="95849"/>
                </a:lnTo>
                <a:cubicBezTo>
                  <a:pt x="35577" y="96879"/>
                  <a:pt x="35863" y="97942"/>
                  <a:pt x="36549" y="98743"/>
                </a:cubicBezTo>
                <a:cubicBezTo>
                  <a:pt x="37224" y="99544"/>
                  <a:pt x="38231" y="100001"/>
                  <a:pt x="39272" y="100001"/>
                </a:cubicBezTo>
                <a:lnTo>
                  <a:pt x="60718" y="100001"/>
                </a:lnTo>
                <a:cubicBezTo>
                  <a:pt x="61770" y="100001"/>
                  <a:pt x="62766" y="99544"/>
                  <a:pt x="63451" y="98743"/>
                </a:cubicBezTo>
                <a:cubicBezTo>
                  <a:pt x="64126" y="97942"/>
                  <a:pt x="64423" y="96879"/>
                  <a:pt x="64252" y="95849"/>
                </a:cubicBezTo>
                <a:lnTo>
                  <a:pt x="60638" y="74177"/>
                </a:lnTo>
                <a:cubicBezTo>
                  <a:pt x="58979" y="73399"/>
                  <a:pt x="57389" y="72599"/>
                  <a:pt x="55994" y="71810"/>
                </a:cubicBezTo>
                <a:cubicBezTo>
                  <a:pt x="53718" y="70529"/>
                  <a:pt x="51739" y="69225"/>
                  <a:pt x="49989" y="6787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7" name="Красный — SVG 30">
            <a:extLst>
              <a:ext uri="{FF2B5EF4-FFF2-40B4-BE49-F238E27FC236}">
                <a16:creationId xmlns:a16="http://schemas.microsoft.com/office/drawing/2014/main" id="{38F2D577-2E7F-034E-A827-91FCD7459347}"/>
              </a:ext>
            </a:extLst>
          </p:cNvPr>
          <p:cNvSpPr>
            <a:spLocks noGrp="1"/>
          </p:cNvSpPr>
          <p:nvPr/>
        </p:nvSpPr>
        <p:spPr>
          <a:xfrm>
            <a:off x="7020000" y="1410000"/>
            <a:ext cx="220000" cy="220000"/>
          </a:xfrm>
          <a:custGeom>
            <a:avLst/>
            <a:gdLst>
              <a:gd name="csX0" fmla="*/ 60925 w 142963"/>
              <a:gd name="csY0" fmla="*/ 18 h 143013"/>
              <a:gd name="csX1" fmla="*/ 60500 w 142963"/>
              <a:gd name="csY1" fmla="*/ 120 h 143013"/>
              <a:gd name="csX2" fmla="*/ 57846 w 142963"/>
              <a:gd name="csY2" fmla="*/ 3522 h 143013"/>
              <a:gd name="csX3" fmla="*/ 57846 w 142963"/>
              <a:gd name="csY3" fmla="*/ 6924 h 143013"/>
              <a:gd name="csX4" fmla="*/ 6805 w 142963"/>
              <a:gd name="csY4" fmla="*/ 6924 h 143013"/>
              <a:gd name="csX5" fmla="*/ 6805 w 142963"/>
              <a:gd name="csY5" fmla="*/ 3522 h 143013"/>
              <a:gd name="csX6" fmla="*/ 3403 w 142963"/>
              <a:gd name="csY6" fmla="*/ 120 h 143013"/>
              <a:gd name="csX7" fmla="*/ 0 w 142963"/>
              <a:gd name="csY7" fmla="*/ 3522 h 143013"/>
              <a:gd name="csX8" fmla="*/ 0 w 142963"/>
              <a:gd name="csY8" fmla="*/ 40947 h 143013"/>
              <a:gd name="csX9" fmla="*/ 3403 w 142963"/>
              <a:gd name="csY9" fmla="*/ 44349 h 143013"/>
              <a:gd name="csX10" fmla="*/ 6805 w 142963"/>
              <a:gd name="csY10" fmla="*/ 40947 h 143013"/>
              <a:gd name="csX11" fmla="*/ 6805 w 142963"/>
              <a:gd name="csY11" fmla="*/ 37544 h 143013"/>
              <a:gd name="csX12" fmla="*/ 57846 w 142963"/>
              <a:gd name="csY12" fmla="*/ 37544 h 143013"/>
              <a:gd name="csX13" fmla="*/ 57846 w 142963"/>
              <a:gd name="csY13" fmla="*/ 40947 h 143013"/>
              <a:gd name="csX14" fmla="*/ 59530 w 142963"/>
              <a:gd name="csY14" fmla="*/ 43941 h 143013"/>
              <a:gd name="csX15" fmla="*/ 62967 w 142963"/>
              <a:gd name="csY15" fmla="*/ 43941 h 143013"/>
              <a:gd name="csX16" fmla="*/ 64651 w 142963"/>
              <a:gd name="csY16" fmla="*/ 40947 h 143013"/>
              <a:gd name="csX17" fmla="*/ 64651 w 142963"/>
              <a:gd name="csY17" fmla="*/ 3522 h 143013"/>
              <a:gd name="csX18" fmla="*/ 63596 w 142963"/>
              <a:gd name="csY18" fmla="*/ 937 h 143013"/>
              <a:gd name="csX19" fmla="*/ 60925 w 142963"/>
              <a:gd name="csY19" fmla="*/ 18 h 143013"/>
              <a:gd name="csX20" fmla="*/ 71456 w 142963"/>
              <a:gd name="csY20" fmla="*/ 7145 h 143013"/>
              <a:gd name="csX21" fmla="*/ 71456 w 142963"/>
              <a:gd name="csY21" fmla="*/ 37765 h 143013"/>
              <a:gd name="csX22" fmla="*/ 105483 w 142963"/>
              <a:gd name="csY22" fmla="*/ 74969 h 143013"/>
              <a:gd name="csX23" fmla="*/ 105483 w 142963"/>
              <a:gd name="csY23" fmla="*/ 81773 h 143013"/>
              <a:gd name="csX24" fmla="*/ 102080 w 142963"/>
              <a:gd name="csY24" fmla="*/ 81773 h 143013"/>
              <a:gd name="csX25" fmla="*/ 101757 w 142963"/>
              <a:gd name="csY25" fmla="*/ 81773 h 143013"/>
              <a:gd name="csX26" fmla="*/ 98525 w 142963"/>
              <a:gd name="csY26" fmla="*/ 85345 h 143013"/>
              <a:gd name="csX27" fmla="*/ 102080 w 142963"/>
              <a:gd name="csY27" fmla="*/ 88578 h 143013"/>
              <a:gd name="csX28" fmla="*/ 139510 w 142963"/>
              <a:gd name="csY28" fmla="*/ 88578 h 143013"/>
              <a:gd name="csX29" fmla="*/ 142504 w 142963"/>
              <a:gd name="csY29" fmla="*/ 86894 h 143013"/>
              <a:gd name="csX30" fmla="*/ 142504 w 142963"/>
              <a:gd name="csY30" fmla="*/ 83457 h 143013"/>
              <a:gd name="csX31" fmla="*/ 139510 w 142963"/>
              <a:gd name="csY31" fmla="*/ 81773 h 143013"/>
              <a:gd name="csX32" fmla="*/ 136107 w 142963"/>
              <a:gd name="csY32" fmla="*/ 81773 h 143013"/>
              <a:gd name="csX33" fmla="*/ 136107 w 142963"/>
              <a:gd name="csY33" fmla="*/ 74969 h 143013"/>
              <a:gd name="csX34" fmla="*/ 71456 w 142963"/>
              <a:gd name="csY34" fmla="*/ 7145 h 143013"/>
              <a:gd name="csX35" fmla="*/ 3403 w 142963"/>
              <a:gd name="csY35" fmla="*/ 51153 h 143013"/>
              <a:gd name="csX36" fmla="*/ 0 w 142963"/>
              <a:gd name="csY36" fmla="*/ 54556 h 143013"/>
              <a:gd name="csX37" fmla="*/ 0 w 142963"/>
              <a:gd name="csY37" fmla="*/ 91980 h 143013"/>
              <a:gd name="csX38" fmla="*/ 3403 w 142963"/>
              <a:gd name="csY38" fmla="*/ 95382 h 143013"/>
              <a:gd name="csX39" fmla="*/ 6805 w 142963"/>
              <a:gd name="csY39" fmla="*/ 91980 h 143013"/>
              <a:gd name="csX40" fmla="*/ 6805 w 142963"/>
              <a:gd name="csY40" fmla="*/ 88578 h 143013"/>
              <a:gd name="csX41" fmla="*/ 51040 w 142963"/>
              <a:gd name="csY41" fmla="*/ 88578 h 143013"/>
              <a:gd name="csX42" fmla="*/ 54443 w 142963"/>
              <a:gd name="csY42" fmla="*/ 91980 h 143013"/>
              <a:gd name="csX43" fmla="*/ 54443 w 142963"/>
              <a:gd name="csY43" fmla="*/ 136209 h 143013"/>
              <a:gd name="csX44" fmla="*/ 51040 w 142963"/>
              <a:gd name="csY44" fmla="*/ 136209 h 143013"/>
              <a:gd name="csX45" fmla="*/ 47638 w 142963"/>
              <a:gd name="csY45" fmla="*/ 139611 h 143013"/>
              <a:gd name="csX46" fmla="*/ 51040 w 142963"/>
              <a:gd name="csY46" fmla="*/ 143013 h 143013"/>
              <a:gd name="csX47" fmla="*/ 88470 w 142963"/>
              <a:gd name="csY47" fmla="*/ 143013 h 143013"/>
              <a:gd name="csX48" fmla="*/ 91872 w 142963"/>
              <a:gd name="csY48" fmla="*/ 139611 h 143013"/>
              <a:gd name="csX49" fmla="*/ 88470 w 142963"/>
              <a:gd name="csY49" fmla="*/ 136209 h 143013"/>
              <a:gd name="csX50" fmla="*/ 85067 w 142963"/>
              <a:gd name="csY50" fmla="*/ 136209 h 143013"/>
              <a:gd name="csX51" fmla="*/ 85067 w 142963"/>
              <a:gd name="csY51" fmla="*/ 91980 h 143013"/>
              <a:gd name="csX52" fmla="*/ 51040 w 142963"/>
              <a:gd name="csY52" fmla="*/ 57958 h 143013"/>
              <a:gd name="csX53" fmla="*/ 6805 w 142963"/>
              <a:gd name="csY53" fmla="*/ 57958 h 143013"/>
              <a:gd name="csX54" fmla="*/ 6805 w 142963"/>
              <a:gd name="csY54" fmla="*/ 54556 h 143013"/>
              <a:gd name="csX55" fmla="*/ 3403 w 142963"/>
              <a:gd name="csY55" fmla="*/ 51153 h 143013"/>
              <a:gd name="csX56" fmla="*/ 105483 w 142963"/>
              <a:gd name="csY56" fmla="*/ 95382 h 143013"/>
              <a:gd name="csX57" fmla="*/ 105483 w 142963"/>
              <a:gd name="csY57" fmla="*/ 136209 h 143013"/>
              <a:gd name="csX58" fmla="*/ 102080 w 142963"/>
              <a:gd name="csY58" fmla="*/ 136209 h 143013"/>
              <a:gd name="csX59" fmla="*/ 98678 w 142963"/>
              <a:gd name="csY59" fmla="*/ 139611 h 143013"/>
              <a:gd name="csX60" fmla="*/ 102080 w 142963"/>
              <a:gd name="csY60" fmla="*/ 143013 h 143013"/>
              <a:gd name="csX61" fmla="*/ 139510 w 142963"/>
              <a:gd name="csY61" fmla="*/ 143013 h 143013"/>
              <a:gd name="csX62" fmla="*/ 142913 w 142963"/>
              <a:gd name="csY62" fmla="*/ 139611 h 143013"/>
              <a:gd name="csX63" fmla="*/ 139510 w 142963"/>
              <a:gd name="csY63" fmla="*/ 136209 h 143013"/>
              <a:gd name="csX64" fmla="*/ 136107 w 142963"/>
              <a:gd name="csY64" fmla="*/ 136209 h 143013"/>
              <a:gd name="csX65" fmla="*/ 136107 w 142963"/>
              <a:gd name="csY65" fmla="*/ 95382 h 143013"/>
              <a:gd name="csX66" fmla="*/ 105483 w 142963"/>
              <a:gd name="csY66" fmla="*/ 95382 h 143013"/>
            </a:gdLst>
            <a:ahLst/>
            <a:cxnLst/>
            <a:rect l="l" t="t" r="r" b="b"/>
            <a:pathLst>
              <a:path w="100000" h="100000">
                <a:moveTo>
                  <a:pt x="42619" y="13"/>
                </a:moveTo>
                <a:cubicBezTo>
                  <a:pt x="42523" y="24"/>
                  <a:pt x="42416" y="60"/>
                  <a:pt x="42321" y="84"/>
                </a:cubicBezTo>
                <a:cubicBezTo>
                  <a:pt x="41214" y="334"/>
                  <a:pt x="40442" y="1333"/>
                  <a:pt x="40466" y="2463"/>
                </a:cubicBezTo>
                <a:lnTo>
                  <a:pt x="40466" y="4842"/>
                </a:lnTo>
                <a:lnTo>
                  <a:pt x="4776" y="4842"/>
                </a:lnTo>
                <a:lnTo>
                  <a:pt x="4776" y="2463"/>
                </a:lnTo>
                <a:cubicBezTo>
                  <a:pt x="4776" y="1143"/>
                  <a:pt x="3717" y="84"/>
                  <a:pt x="2397" y="84"/>
                </a:cubicBezTo>
                <a:cubicBezTo>
                  <a:pt x="1076" y="84"/>
                  <a:pt x="17" y="1143"/>
                  <a:pt x="17" y="2463"/>
                </a:cubicBezTo>
                <a:lnTo>
                  <a:pt x="17" y="28632"/>
                </a:lnTo>
                <a:cubicBezTo>
                  <a:pt x="17" y="29952"/>
                  <a:pt x="1076" y="31010"/>
                  <a:pt x="2397" y="31010"/>
                </a:cubicBezTo>
                <a:cubicBezTo>
                  <a:pt x="3717" y="31010"/>
                  <a:pt x="4776" y="29952"/>
                  <a:pt x="4776" y="28632"/>
                </a:cubicBezTo>
                <a:lnTo>
                  <a:pt x="4776" y="26252"/>
                </a:lnTo>
                <a:lnTo>
                  <a:pt x="40466" y="26252"/>
                </a:lnTo>
                <a:lnTo>
                  <a:pt x="40466" y="28632"/>
                </a:lnTo>
                <a:cubicBezTo>
                  <a:pt x="40454" y="29488"/>
                  <a:pt x="40905" y="30285"/>
                  <a:pt x="41643" y="30725"/>
                </a:cubicBezTo>
                <a:cubicBezTo>
                  <a:pt x="42393" y="31153"/>
                  <a:pt x="43297" y="31153"/>
                  <a:pt x="44046" y="30725"/>
                </a:cubicBezTo>
                <a:cubicBezTo>
                  <a:pt x="44783" y="30285"/>
                  <a:pt x="45236" y="29488"/>
                  <a:pt x="45224" y="28632"/>
                </a:cubicBezTo>
                <a:lnTo>
                  <a:pt x="45224" y="2463"/>
                </a:lnTo>
                <a:cubicBezTo>
                  <a:pt x="45248" y="1773"/>
                  <a:pt x="44974" y="1119"/>
                  <a:pt x="44486" y="655"/>
                </a:cubicBezTo>
                <a:cubicBezTo>
                  <a:pt x="43974" y="179"/>
                  <a:pt x="43297" y="-59"/>
                  <a:pt x="42619" y="13"/>
                </a:cubicBezTo>
                <a:close/>
                <a:moveTo>
                  <a:pt x="49982" y="4996"/>
                </a:moveTo>
                <a:lnTo>
                  <a:pt x="49982" y="26407"/>
                </a:lnTo>
                <a:cubicBezTo>
                  <a:pt x="63306" y="27609"/>
                  <a:pt x="73775" y="38801"/>
                  <a:pt x="73775" y="52421"/>
                </a:cubicBezTo>
                <a:lnTo>
                  <a:pt x="73775" y="57179"/>
                </a:lnTo>
                <a:lnTo>
                  <a:pt x="71396" y="57179"/>
                </a:lnTo>
                <a:cubicBezTo>
                  <a:pt x="71324" y="57179"/>
                  <a:pt x="71253" y="57179"/>
                  <a:pt x="71170" y="57179"/>
                </a:cubicBezTo>
                <a:cubicBezTo>
                  <a:pt x="69861" y="57250"/>
                  <a:pt x="68838" y="58356"/>
                  <a:pt x="68910" y="59676"/>
                </a:cubicBezTo>
                <a:cubicBezTo>
                  <a:pt x="68969" y="60985"/>
                  <a:pt x="70087" y="62008"/>
                  <a:pt x="71396" y="61937"/>
                </a:cubicBezTo>
                <a:lnTo>
                  <a:pt x="97568" y="61937"/>
                </a:lnTo>
                <a:cubicBezTo>
                  <a:pt x="98425" y="61949"/>
                  <a:pt x="99222" y="61497"/>
                  <a:pt x="99662" y="60760"/>
                </a:cubicBezTo>
                <a:cubicBezTo>
                  <a:pt x="100090" y="60010"/>
                  <a:pt x="100090" y="59106"/>
                  <a:pt x="99662" y="58356"/>
                </a:cubicBezTo>
                <a:cubicBezTo>
                  <a:pt x="99222" y="57619"/>
                  <a:pt x="98425" y="57167"/>
                  <a:pt x="97568" y="57179"/>
                </a:cubicBezTo>
                <a:lnTo>
                  <a:pt x="95189" y="57179"/>
                </a:lnTo>
                <a:lnTo>
                  <a:pt x="95189" y="52421"/>
                </a:lnTo>
                <a:cubicBezTo>
                  <a:pt x="95189" y="26990"/>
                  <a:pt x="75108" y="6246"/>
                  <a:pt x="49982" y="4996"/>
                </a:cubicBezTo>
                <a:close/>
                <a:moveTo>
                  <a:pt x="2397" y="35768"/>
                </a:moveTo>
                <a:cubicBezTo>
                  <a:pt x="1076" y="35768"/>
                  <a:pt x="17" y="36827"/>
                  <a:pt x="17" y="38148"/>
                </a:cubicBezTo>
                <a:lnTo>
                  <a:pt x="17" y="64316"/>
                </a:lnTo>
                <a:cubicBezTo>
                  <a:pt x="17" y="65636"/>
                  <a:pt x="1076" y="66695"/>
                  <a:pt x="2397" y="66695"/>
                </a:cubicBezTo>
                <a:cubicBezTo>
                  <a:pt x="3717" y="66695"/>
                  <a:pt x="4776" y="65636"/>
                  <a:pt x="4776" y="64316"/>
                </a:cubicBezTo>
                <a:lnTo>
                  <a:pt x="4776" y="61937"/>
                </a:lnTo>
                <a:lnTo>
                  <a:pt x="35707" y="61937"/>
                </a:lnTo>
                <a:cubicBezTo>
                  <a:pt x="37016" y="61937"/>
                  <a:pt x="38086" y="63008"/>
                  <a:pt x="38086" y="64316"/>
                </a:cubicBezTo>
                <a:lnTo>
                  <a:pt x="38086" y="95242"/>
                </a:lnTo>
                <a:lnTo>
                  <a:pt x="35707" y="95242"/>
                </a:lnTo>
                <a:cubicBezTo>
                  <a:pt x="34386" y="95242"/>
                  <a:pt x="33328" y="96301"/>
                  <a:pt x="33328" y="97621"/>
                </a:cubicBezTo>
                <a:cubicBezTo>
                  <a:pt x="33328" y="98941"/>
                  <a:pt x="34386" y="100000"/>
                  <a:pt x="35707" y="100000"/>
                </a:cubicBezTo>
                <a:lnTo>
                  <a:pt x="61879" y="100000"/>
                </a:lnTo>
                <a:cubicBezTo>
                  <a:pt x="63199" y="100000"/>
                  <a:pt x="64258" y="98941"/>
                  <a:pt x="64258" y="97621"/>
                </a:cubicBezTo>
                <a:cubicBezTo>
                  <a:pt x="64258" y="96301"/>
                  <a:pt x="63199" y="95242"/>
                  <a:pt x="61879" y="95242"/>
                </a:cubicBezTo>
                <a:lnTo>
                  <a:pt x="59499" y="95242"/>
                </a:lnTo>
                <a:lnTo>
                  <a:pt x="59499" y="64316"/>
                </a:lnTo>
                <a:cubicBezTo>
                  <a:pt x="59499" y="51196"/>
                  <a:pt x="48828" y="40526"/>
                  <a:pt x="35707" y="40526"/>
                </a:cubicBezTo>
                <a:lnTo>
                  <a:pt x="4776" y="40526"/>
                </a:lnTo>
                <a:lnTo>
                  <a:pt x="4776" y="38148"/>
                </a:lnTo>
                <a:cubicBezTo>
                  <a:pt x="4776" y="36827"/>
                  <a:pt x="3717" y="35768"/>
                  <a:pt x="2397" y="35768"/>
                </a:cubicBezTo>
                <a:close/>
                <a:moveTo>
                  <a:pt x="73775" y="66695"/>
                </a:moveTo>
                <a:lnTo>
                  <a:pt x="73775" y="95242"/>
                </a:lnTo>
                <a:lnTo>
                  <a:pt x="71396" y="95242"/>
                </a:lnTo>
                <a:cubicBezTo>
                  <a:pt x="70075" y="95242"/>
                  <a:pt x="69017" y="96301"/>
                  <a:pt x="69017" y="97621"/>
                </a:cubicBezTo>
                <a:cubicBezTo>
                  <a:pt x="69017" y="98941"/>
                  <a:pt x="70075" y="100000"/>
                  <a:pt x="71396" y="100000"/>
                </a:cubicBezTo>
                <a:lnTo>
                  <a:pt x="97568" y="100000"/>
                </a:lnTo>
                <a:cubicBezTo>
                  <a:pt x="98889" y="100000"/>
                  <a:pt x="99948" y="98941"/>
                  <a:pt x="99948" y="97621"/>
                </a:cubicBezTo>
                <a:cubicBezTo>
                  <a:pt x="99948" y="96301"/>
                  <a:pt x="98889" y="95242"/>
                  <a:pt x="97568" y="95242"/>
                </a:cubicBezTo>
                <a:lnTo>
                  <a:pt x="95189" y="95242"/>
                </a:lnTo>
                <a:lnTo>
                  <a:pt x="95189" y="66695"/>
                </a:lnTo>
                <a:lnTo>
                  <a:pt x="73775" y="6669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8" name="Белый — SVG 1">
            <a:extLst>
              <a:ext uri="{FF2B5EF4-FFF2-40B4-BE49-F238E27FC236}">
                <a16:creationId xmlns:a16="http://schemas.microsoft.com/office/drawing/2014/main" id="{2EF242EC-D8BA-E24B-B19A-0D8C62A1FD58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65570 w 85067"/>
              <a:gd name="csY0" fmla="*/ 14170 h 141753"/>
              <a:gd name="csX1" fmla="*/ 56706 w 85067"/>
              <a:gd name="csY1" fmla="*/ 14170 h 141753"/>
              <a:gd name="csX2" fmla="*/ 56706 w 85067"/>
              <a:gd name="csY2" fmla="*/ 7093 h 141753"/>
              <a:gd name="csX3" fmla="*/ 49628 w 85067"/>
              <a:gd name="csY3" fmla="*/ 0 h 141753"/>
              <a:gd name="csX4" fmla="*/ 35439 w 85067"/>
              <a:gd name="csY4" fmla="*/ 0 h 141753"/>
              <a:gd name="csX5" fmla="*/ 28361 w 85067"/>
              <a:gd name="csY5" fmla="*/ 7093 h 141753"/>
              <a:gd name="csX6" fmla="*/ 28361 w 85067"/>
              <a:gd name="csY6" fmla="*/ 14170 h 141753"/>
              <a:gd name="csX7" fmla="*/ 19497 w 85067"/>
              <a:gd name="csY7" fmla="*/ 14170 h 141753"/>
              <a:gd name="csX8" fmla="*/ 0 w 85067"/>
              <a:gd name="csY8" fmla="*/ 33665 h 141753"/>
              <a:gd name="csX9" fmla="*/ 0 w 85067"/>
              <a:gd name="csY9" fmla="*/ 122259 h 141753"/>
              <a:gd name="csX10" fmla="*/ 19497 w 85067"/>
              <a:gd name="csY10" fmla="*/ 141754 h 141753"/>
              <a:gd name="csX11" fmla="*/ 65570 w 85067"/>
              <a:gd name="csY11" fmla="*/ 141754 h 141753"/>
              <a:gd name="csX12" fmla="*/ 85067 w 85067"/>
              <a:gd name="csY12" fmla="*/ 122259 h 141753"/>
              <a:gd name="csX13" fmla="*/ 85067 w 85067"/>
              <a:gd name="csY13" fmla="*/ 33665 h 141753"/>
              <a:gd name="csX14" fmla="*/ 65570 w 85067"/>
              <a:gd name="csY14" fmla="*/ 14170 h 141753"/>
              <a:gd name="csX15" fmla="*/ 63205 w 85067"/>
              <a:gd name="csY15" fmla="*/ 75036 h 141753"/>
              <a:gd name="csX16" fmla="*/ 39913 w 85067"/>
              <a:gd name="csY16" fmla="*/ 108956 h 141753"/>
              <a:gd name="csX17" fmla="*/ 37974 w 85067"/>
              <a:gd name="csY17" fmla="*/ 109858 h 141753"/>
              <a:gd name="csX18" fmla="*/ 36817 w 85067"/>
              <a:gd name="csY18" fmla="*/ 109585 h 141753"/>
              <a:gd name="csX19" fmla="*/ 35524 w 85067"/>
              <a:gd name="csY19" fmla="*/ 106711 h 141753"/>
              <a:gd name="csX20" fmla="*/ 42534 w 85067"/>
              <a:gd name="csY20" fmla="*/ 85056 h 141753"/>
              <a:gd name="csX21" fmla="*/ 23802 w 85067"/>
              <a:gd name="csY21" fmla="*/ 85056 h 141753"/>
              <a:gd name="csX22" fmla="*/ 21505 w 85067"/>
              <a:gd name="csY22" fmla="*/ 83592 h 141753"/>
              <a:gd name="csX23" fmla="*/ 21845 w 85067"/>
              <a:gd name="csY23" fmla="*/ 80905 h 141753"/>
              <a:gd name="csX24" fmla="*/ 45136 w 85067"/>
              <a:gd name="csY24" fmla="*/ 46985 h 141753"/>
              <a:gd name="csX25" fmla="*/ 47093 w 85067"/>
              <a:gd name="csY25" fmla="*/ 46066 h 141753"/>
              <a:gd name="csX26" fmla="*/ 48250 w 85067"/>
              <a:gd name="csY26" fmla="*/ 46355 h 141753"/>
              <a:gd name="csX27" fmla="*/ 49543 w 85067"/>
              <a:gd name="csY27" fmla="*/ 49230 h 141753"/>
              <a:gd name="csX28" fmla="*/ 42534 w 85067"/>
              <a:gd name="csY28" fmla="*/ 70885 h 141753"/>
              <a:gd name="csX29" fmla="*/ 61265 w 85067"/>
              <a:gd name="csY29" fmla="*/ 70885 h 141753"/>
              <a:gd name="csX30" fmla="*/ 63562 w 85067"/>
              <a:gd name="csY30" fmla="*/ 72331 h 141753"/>
              <a:gd name="csX31" fmla="*/ 63205 w 85067"/>
              <a:gd name="csY31" fmla="*/ 75036 h 141753"/>
            </a:gdLst>
            <a:ahLst/>
            <a:cxnLst/>
            <a:rect l="l" t="t" r="r" b="b"/>
            <a:pathLst>
              <a:path w="100000" h="100000">
                <a:moveTo>
                  <a:pt x="66251" y="9996"/>
                </a:moveTo>
                <a:lnTo>
                  <a:pt x="59998" y="9996"/>
                </a:lnTo>
                <a:lnTo>
                  <a:pt x="59998" y="5004"/>
                </a:lnTo>
                <a:cubicBezTo>
                  <a:pt x="59998" y="2232"/>
                  <a:pt x="57766" y="0"/>
                  <a:pt x="55005" y="0"/>
                </a:cubicBezTo>
                <a:lnTo>
                  <a:pt x="44995" y="0"/>
                </a:lnTo>
                <a:cubicBezTo>
                  <a:pt x="42234" y="0"/>
                  <a:pt x="40002" y="2232"/>
                  <a:pt x="40002" y="5004"/>
                </a:cubicBezTo>
                <a:lnTo>
                  <a:pt x="40002" y="9996"/>
                </a:lnTo>
                <a:lnTo>
                  <a:pt x="33749" y="9996"/>
                </a:lnTo>
                <a:cubicBezTo>
                  <a:pt x="26164" y="9996"/>
                  <a:pt x="19995" y="16165"/>
                  <a:pt x="19995" y="23749"/>
                </a:cubicBezTo>
                <a:lnTo>
                  <a:pt x="19995" y="86248"/>
                </a:lnTo>
                <a:cubicBezTo>
                  <a:pt x="19995" y="93832"/>
                  <a:pt x="26164" y="100001"/>
                  <a:pt x="33749" y="100001"/>
                </a:cubicBezTo>
                <a:lnTo>
                  <a:pt x="66251" y="100001"/>
                </a:lnTo>
                <a:cubicBezTo>
                  <a:pt x="73836" y="100001"/>
                  <a:pt x="80005" y="93832"/>
                  <a:pt x="80005" y="86248"/>
                </a:cubicBezTo>
                <a:lnTo>
                  <a:pt x="80005" y="23749"/>
                </a:lnTo>
                <a:cubicBezTo>
                  <a:pt x="80005" y="16165"/>
                  <a:pt x="73836" y="9996"/>
                  <a:pt x="66251" y="9996"/>
                </a:cubicBezTo>
                <a:close/>
                <a:moveTo>
                  <a:pt x="64583" y="52934"/>
                </a:moveTo>
                <a:lnTo>
                  <a:pt x="48151" y="76863"/>
                </a:lnTo>
                <a:cubicBezTo>
                  <a:pt x="47816" y="77283"/>
                  <a:pt x="47300" y="77500"/>
                  <a:pt x="46783" y="77500"/>
                </a:cubicBezTo>
                <a:cubicBezTo>
                  <a:pt x="46507" y="77500"/>
                  <a:pt x="46231" y="77440"/>
                  <a:pt x="45967" y="77307"/>
                </a:cubicBezTo>
                <a:cubicBezTo>
                  <a:pt x="45223" y="76923"/>
                  <a:pt x="44851" y="76083"/>
                  <a:pt x="45055" y="75280"/>
                </a:cubicBezTo>
                <a:lnTo>
                  <a:pt x="50000" y="60003"/>
                </a:lnTo>
                <a:lnTo>
                  <a:pt x="36786" y="60003"/>
                </a:lnTo>
                <a:cubicBezTo>
                  <a:pt x="36090" y="60003"/>
                  <a:pt x="35466" y="59606"/>
                  <a:pt x="35165" y="58970"/>
                </a:cubicBezTo>
                <a:cubicBezTo>
                  <a:pt x="34866" y="58347"/>
                  <a:pt x="34974" y="57602"/>
                  <a:pt x="35405" y="57075"/>
                </a:cubicBezTo>
                <a:lnTo>
                  <a:pt x="51836" y="33146"/>
                </a:lnTo>
                <a:cubicBezTo>
                  <a:pt x="52184" y="32725"/>
                  <a:pt x="52701" y="32497"/>
                  <a:pt x="53217" y="32497"/>
                </a:cubicBezTo>
                <a:cubicBezTo>
                  <a:pt x="53493" y="32497"/>
                  <a:pt x="53769" y="32569"/>
                  <a:pt x="54033" y="32701"/>
                </a:cubicBezTo>
                <a:cubicBezTo>
                  <a:pt x="54765" y="33074"/>
                  <a:pt x="55149" y="33925"/>
                  <a:pt x="54945" y="34729"/>
                </a:cubicBezTo>
                <a:lnTo>
                  <a:pt x="50000" y="50006"/>
                </a:lnTo>
                <a:lnTo>
                  <a:pt x="63214" y="50006"/>
                </a:lnTo>
                <a:cubicBezTo>
                  <a:pt x="63910" y="50006"/>
                  <a:pt x="64535" y="50402"/>
                  <a:pt x="64835" y="51026"/>
                </a:cubicBezTo>
                <a:cubicBezTo>
                  <a:pt x="65123" y="51662"/>
                  <a:pt x="65026" y="52394"/>
                  <a:pt x="64583" y="5293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9" name="Белый — SVG 2">
            <a:extLst>
              <a:ext uri="{FF2B5EF4-FFF2-40B4-BE49-F238E27FC236}">
                <a16:creationId xmlns:a16="http://schemas.microsoft.com/office/drawing/2014/main" id="{62C1ED70-49BF-9744-BFDA-484C1B767A4A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61248 w 170134"/>
              <a:gd name="csY0" fmla="*/ 0 h 136088"/>
              <a:gd name="csX1" fmla="*/ 58339 w 170134"/>
              <a:gd name="csY1" fmla="*/ 1650 h 136088"/>
              <a:gd name="csX2" fmla="*/ 53201 w 170134"/>
              <a:gd name="csY2" fmla="*/ 10207 h 136088"/>
              <a:gd name="csX3" fmla="*/ 116933 w 170134"/>
              <a:gd name="csY3" fmla="*/ 10207 h 136088"/>
              <a:gd name="csX4" fmla="*/ 111795 w 170134"/>
              <a:gd name="csY4" fmla="*/ 1650 h 136088"/>
              <a:gd name="csX5" fmla="*/ 108886 w 170134"/>
              <a:gd name="csY5" fmla="*/ 0 h 136088"/>
              <a:gd name="csX6" fmla="*/ 61248 w 170134"/>
              <a:gd name="csY6" fmla="*/ 0 h 136088"/>
              <a:gd name="csX7" fmla="*/ 27170 w 170134"/>
              <a:gd name="csY7" fmla="*/ 10156 h 136088"/>
              <a:gd name="csX8" fmla="*/ 24789 w 170134"/>
              <a:gd name="csY8" fmla="*/ 11193 h 136088"/>
              <a:gd name="csX9" fmla="*/ 23819 w 170134"/>
              <a:gd name="csY9" fmla="*/ 13609 h 136088"/>
              <a:gd name="csX10" fmla="*/ 23819 w 170134"/>
              <a:gd name="csY10" fmla="*/ 17011 h 136088"/>
              <a:gd name="csX11" fmla="*/ 20416 w 170134"/>
              <a:gd name="csY11" fmla="*/ 17011 h 136088"/>
              <a:gd name="csX12" fmla="*/ 0 w 170134"/>
              <a:gd name="csY12" fmla="*/ 68044 h 136088"/>
              <a:gd name="csX13" fmla="*/ 20416 w 170134"/>
              <a:gd name="csY13" fmla="*/ 119078 h 136088"/>
              <a:gd name="csX14" fmla="*/ 23819 w 170134"/>
              <a:gd name="csY14" fmla="*/ 119078 h 136088"/>
              <a:gd name="csX15" fmla="*/ 23819 w 170134"/>
              <a:gd name="csY15" fmla="*/ 108871 h 136088"/>
              <a:gd name="csX16" fmla="*/ 34027 w 170134"/>
              <a:gd name="csY16" fmla="*/ 98664 h 136088"/>
              <a:gd name="csX17" fmla="*/ 44235 w 170134"/>
              <a:gd name="csY17" fmla="*/ 98664 h 136088"/>
              <a:gd name="csX18" fmla="*/ 54443 w 170134"/>
              <a:gd name="csY18" fmla="*/ 108871 h 136088"/>
              <a:gd name="csX19" fmla="*/ 54443 w 170134"/>
              <a:gd name="csY19" fmla="*/ 119078 h 136088"/>
              <a:gd name="csX20" fmla="*/ 115691 w 170134"/>
              <a:gd name="csY20" fmla="*/ 119078 h 136088"/>
              <a:gd name="csX21" fmla="*/ 115691 w 170134"/>
              <a:gd name="csY21" fmla="*/ 108871 h 136088"/>
              <a:gd name="csX22" fmla="*/ 125899 w 170134"/>
              <a:gd name="csY22" fmla="*/ 98664 h 136088"/>
              <a:gd name="csX23" fmla="*/ 136107 w 170134"/>
              <a:gd name="csY23" fmla="*/ 98664 h 136088"/>
              <a:gd name="csX24" fmla="*/ 146315 w 170134"/>
              <a:gd name="csY24" fmla="*/ 108871 h 136088"/>
              <a:gd name="csX25" fmla="*/ 146315 w 170134"/>
              <a:gd name="csY25" fmla="*/ 119078 h 136088"/>
              <a:gd name="csX26" fmla="*/ 149718 w 170134"/>
              <a:gd name="csY26" fmla="*/ 119078 h 136088"/>
              <a:gd name="csX27" fmla="*/ 170134 w 170134"/>
              <a:gd name="csY27" fmla="*/ 68044 h 136088"/>
              <a:gd name="csX28" fmla="*/ 149718 w 170134"/>
              <a:gd name="csY28" fmla="*/ 17011 h 136088"/>
              <a:gd name="csX29" fmla="*/ 146315 w 170134"/>
              <a:gd name="csY29" fmla="*/ 17011 h 136088"/>
              <a:gd name="csX30" fmla="*/ 146315 w 170134"/>
              <a:gd name="csY30" fmla="*/ 13609 h 136088"/>
              <a:gd name="csX31" fmla="*/ 146060 w 170134"/>
              <a:gd name="csY31" fmla="*/ 12282 h 136088"/>
              <a:gd name="csX32" fmla="*/ 145311 w 170134"/>
              <a:gd name="csY32" fmla="*/ 11159 h 136088"/>
              <a:gd name="csX33" fmla="*/ 144189 w 170134"/>
              <a:gd name="csY33" fmla="*/ 10411 h 136088"/>
              <a:gd name="csX34" fmla="*/ 142862 w 170134"/>
              <a:gd name="csY34" fmla="*/ 10156 h 136088"/>
              <a:gd name="csX35" fmla="*/ 140480 w 170134"/>
              <a:gd name="csY35" fmla="*/ 11193 h 136088"/>
              <a:gd name="csX36" fmla="*/ 139510 w 170134"/>
              <a:gd name="csY36" fmla="*/ 13609 h 136088"/>
              <a:gd name="csX37" fmla="*/ 139510 w 170134"/>
              <a:gd name="csY37" fmla="*/ 17011 h 136088"/>
              <a:gd name="csX38" fmla="*/ 30624 w 170134"/>
              <a:gd name="csY38" fmla="*/ 17011 h 136088"/>
              <a:gd name="csX39" fmla="*/ 30624 w 170134"/>
              <a:gd name="csY39" fmla="*/ 13609 h 136088"/>
              <a:gd name="csX40" fmla="*/ 30369 w 170134"/>
              <a:gd name="csY40" fmla="*/ 12282 h 136088"/>
              <a:gd name="csX41" fmla="*/ 29620 w 170134"/>
              <a:gd name="csY41" fmla="*/ 11159 h 136088"/>
              <a:gd name="csX42" fmla="*/ 28497 w 170134"/>
              <a:gd name="csY42" fmla="*/ 10411 h 136088"/>
              <a:gd name="csX43" fmla="*/ 27170 w 170134"/>
              <a:gd name="csY43" fmla="*/ 10156 h 136088"/>
              <a:gd name="csX44" fmla="*/ 81664 w 170134"/>
              <a:gd name="csY44" fmla="*/ 44229 h 136088"/>
              <a:gd name="csX45" fmla="*/ 82413 w 170134"/>
              <a:gd name="csY45" fmla="*/ 44433 h 136088"/>
              <a:gd name="csX46" fmla="*/ 83400 w 170134"/>
              <a:gd name="csY46" fmla="*/ 45028 h 136088"/>
              <a:gd name="csX47" fmla="*/ 102080 w 170134"/>
              <a:gd name="csY47" fmla="*/ 75291 h 136088"/>
              <a:gd name="csX48" fmla="*/ 85067 w 170134"/>
              <a:gd name="csY48" fmla="*/ 91860 h 136088"/>
              <a:gd name="csX49" fmla="*/ 68054 w 170134"/>
              <a:gd name="csY49" fmla="*/ 75291 h 136088"/>
              <a:gd name="csX50" fmla="*/ 68054 w 170134"/>
              <a:gd name="csY50" fmla="*/ 75189 h 136088"/>
              <a:gd name="csX51" fmla="*/ 79963 w 170134"/>
              <a:gd name="csY51" fmla="*/ 45930 h 136088"/>
              <a:gd name="csX52" fmla="*/ 81664 w 170134"/>
              <a:gd name="csY52" fmla="*/ 44229 h 136088"/>
              <a:gd name="csX53" fmla="*/ 85067 w 170134"/>
              <a:gd name="csY53" fmla="*/ 91860 h 136088"/>
              <a:gd name="csX54" fmla="*/ 95275 w 170134"/>
              <a:gd name="csY54" fmla="*/ 82147 h 136088"/>
              <a:gd name="csX55" fmla="*/ 85067 w 170134"/>
              <a:gd name="csY55" fmla="*/ 64642 h 136088"/>
              <a:gd name="csX56" fmla="*/ 88470 w 170134"/>
              <a:gd name="csY56" fmla="*/ 74849 h 136088"/>
              <a:gd name="csX57" fmla="*/ 83366 w 170134"/>
              <a:gd name="csY57" fmla="*/ 81653 h 136088"/>
              <a:gd name="csX58" fmla="*/ 78262 w 170134"/>
              <a:gd name="csY58" fmla="*/ 74849 h 136088"/>
              <a:gd name="csX59" fmla="*/ 74859 w 170134"/>
              <a:gd name="csY59" fmla="*/ 82147 h 136088"/>
              <a:gd name="csX60" fmla="*/ 85067 w 170134"/>
              <a:gd name="csY60" fmla="*/ 91860 h 136088"/>
              <a:gd name="csX61" fmla="*/ 34027 w 170134"/>
              <a:gd name="csY61" fmla="*/ 105469 h 136088"/>
              <a:gd name="csX62" fmla="*/ 30624 w 170134"/>
              <a:gd name="csY62" fmla="*/ 108871 h 136088"/>
              <a:gd name="csX63" fmla="*/ 30624 w 170134"/>
              <a:gd name="csY63" fmla="*/ 132687 h 136088"/>
              <a:gd name="csX64" fmla="*/ 34027 w 170134"/>
              <a:gd name="csY64" fmla="*/ 136089 h 136088"/>
              <a:gd name="csX65" fmla="*/ 44235 w 170134"/>
              <a:gd name="csY65" fmla="*/ 136089 h 136088"/>
              <a:gd name="csX66" fmla="*/ 47638 w 170134"/>
              <a:gd name="csY66" fmla="*/ 132687 h 136088"/>
              <a:gd name="csX67" fmla="*/ 47638 w 170134"/>
              <a:gd name="csY67" fmla="*/ 108871 h 136088"/>
              <a:gd name="csX68" fmla="*/ 44235 w 170134"/>
              <a:gd name="csY68" fmla="*/ 105469 h 136088"/>
              <a:gd name="csX69" fmla="*/ 34027 w 170134"/>
              <a:gd name="csY69" fmla="*/ 105469 h 136088"/>
              <a:gd name="csX70" fmla="*/ 125899 w 170134"/>
              <a:gd name="csY70" fmla="*/ 105469 h 136088"/>
              <a:gd name="csX71" fmla="*/ 122497 w 170134"/>
              <a:gd name="csY71" fmla="*/ 108871 h 136088"/>
              <a:gd name="csX72" fmla="*/ 122497 w 170134"/>
              <a:gd name="csY72" fmla="*/ 132687 h 136088"/>
              <a:gd name="csX73" fmla="*/ 125899 w 170134"/>
              <a:gd name="csY73" fmla="*/ 136089 h 136088"/>
              <a:gd name="csX74" fmla="*/ 136107 w 170134"/>
              <a:gd name="csY74" fmla="*/ 136089 h 136088"/>
              <a:gd name="csX75" fmla="*/ 139510 w 170134"/>
              <a:gd name="csY75" fmla="*/ 132687 h 136088"/>
              <a:gd name="csX76" fmla="*/ 139510 w 170134"/>
              <a:gd name="csY76" fmla="*/ 108871 h 136088"/>
              <a:gd name="csX77" fmla="*/ 136107 w 170134"/>
              <a:gd name="csY77" fmla="*/ 105469 h 136088"/>
              <a:gd name="csX78" fmla="*/ 125899 w 170134"/>
              <a:gd name="csY78" fmla="*/ 105469 h 136088"/>
            </a:gdLst>
            <a:ahLst/>
            <a:cxnLst/>
            <a:rect l="l" t="t" r="r" b="b"/>
            <a:pathLst>
              <a:path w="100000" h="100000">
                <a:moveTo>
                  <a:pt x="36000" y="10006"/>
                </a:moveTo>
                <a:cubicBezTo>
                  <a:pt x="35300" y="10006"/>
                  <a:pt x="34650" y="10376"/>
                  <a:pt x="34290" y="10975"/>
                </a:cubicBezTo>
                <a:lnTo>
                  <a:pt x="31270" y="16005"/>
                </a:lnTo>
                <a:lnTo>
                  <a:pt x="68730" y="16005"/>
                </a:lnTo>
                <a:lnTo>
                  <a:pt x="65710" y="10975"/>
                </a:lnTo>
                <a:cubicBezTo>
                  <a:pt x="65350" y="10376"/>
                  <a:pt x="64700" y="10006"/>
                  <a:pt x="64000" y="10006"/>
                </a:cubicBezTo>
                <a:lnTo>
                  <a:pt x="36000" y="10006"/>
                </a:lnTo>
                <a:close/>
                <a:moveTo>
                  <a:pt x="15970" y="15975"/>
                </a:moveTo>
                <a:cubicBezTo>
                  <a:pt x="15440" y="15985"/>
                  <a:pt x="14930" y="16205"/>
                  <a:pt x="14570" y="16585"/>
                </a:cubicBezTo>
                <a:cubicBezTo>
                  <a:pt x="14200" y="16965"/>
                  <a:pt x="13990" y="17474"/>
                  <a:pt x="14000" y="18005"/>
                </a:cubicBezTo>
                <a:lnTo>
                  <a:pt x="14000" y="20004"/>
                </a:lnTo>
                <a:lnTo>
                  <a:pt x="12000" y="20004"/>
                </a:lnTo>
                <a:cubicBezTo>
                  <a:pt x="5610" y="20004"/>
                  <a:pt x="0" y="34023"/>
                  <a:pt x="0" y="50000"/>
                </a:cubicBezTo>
                <a:cubicBezTo>
                  <a:pt x="0" y="65978"/>
                  <a:pt x="5610" y="79996"/>
                  <a:pt x="12000" y="79996"/>
                </a:cubicBezTo>
                <a:lnTo>
                  <a:pt x="14000" y="79996"/>
                </a:lnTo>
                <a:lnTo>
                  <a:pt x="14000" y="73997"/>
                </a:lnTo>
                <a:cubicBezTo>
                  <a:pt x="14000" y="70687"/>
                  <a:pt x="16690" y="67998"/>
                  <a:pt x="20000" y="67998"/>
                </a:cubicBezTo>
                <a:lnTo>
                  <a:pt x="26000" y="67998"/>
                </a:lnTo>
                <a:cubicBezTo>
                  <a:pt x="29310" y="67998"/>
                  <a:pt x="32000" y="70687"/>
                  <a:pt x="32000" y="73997"/>
                </a:cubicBezTo>
                <a:lnTo>
                  <a:pt x="32000" y="79996"/>
                </a:lnTo>
                <a:lnTo>
                  <a:pt x="68000" y="79996"/>
                </a:lnTo>
                <a:lnTo>
                  <a:pt x="68000" y="73997"/>
                </a:lnTo>
                <a:cubicBezTo>
                  <a:pt x="68000" y="70687"/>
                  <a:pt x="70690" y="67998"/>
                  <a:pt x="74000" y="67998"/>
                </a:cubicBezTo>
                <a:lnTo>
                  <a:pt x="80000" y="67998"/>
                </a:lnTo>
                <a:cubicBezTo>
                  <a:pt x="83310" y="67998"/>
                  <a:pt x="86000" y="70687"/>
                  <a:pt x="86000" y="73997"/>
                </a:cubicBezTo>
                <a:lnTo>
                  <a:pt x="86000" y="79996"/>
                </a:lnTo>
                <a:lnTo>
                  <a:pt x="88000" y="79996"/>
                </a:lnTo>
                <a:cubicBezTo>
                  <a:pt x="94390" y="79996"/>
                  <a:pt x="100000" y="65978"/>
                  <a:pt x="100000" y="50000"/>
                </a:cubicBezTo>
                <a:cubicBezTo>
                  <a:pt x="100000" y="34023"/>
                  <a:pt x="94390" y="20004"/>
                  <a:pt x="88000" y="20004"/>
                </a:cubicBezTo>
                <a:lnTo>
                  <a:pt x="86000" y="20004"/>
                </a:lnTo>
                <a:lnTo>
                  <a:pt x="86000" y="18005"/>
                </a:lnTo>
                <a:cubicBezTo>
                  <a:pt x="86000" y="17735"/>
                  <a:pt x="85950" y="17474"/>
                  <a:pt x="85850" y="17225"/>
                </a:cubicBezTo>
                <a:cubicBezTo>
                  <a:pt x="85750" y="16975"/>
                  <a:pt x="85600" y="16754"/>
                  <a:pt x="85410" y="16565"/>
                </a:cubicBezTo>
                <a:cubicBezTo>
                  <a:pt x="85220" y="16375"/>
                  <a:pt x="85000" y="16225"/>
                  <a:pt x="84750" y="16125"/>
                </a:cubicBezTo>
                <a:cubicBezTo>
                  <a:pt x="84500" y="16025"/>
                  <a:pt x="84240" y="15975"/>
                  <a:pt x="83970" y="15975"/>
                </a:cubicBezTo>
                <a:cubicBezTo>
                  <a:pt x="83440" y="15985"/>
                  <a:pt x="82930" y="16205"/>
                  <a:pt x="82570" y="16585"/>
                </a:cubicBezTo>
                <a:cubicBezTo>
                  <a:pt x="82200" y="16965"/>
                  <a:pt x="81990" y="17474"/>
                  <a:pt x="82000" y="18005"/>
                </a:cubicBezTo>
                <a:lnTo>
                  <a:pt x="82000" y="20004"/>
                </a:lnTo>
                <a:lnTo>
                  <a:pt x="18000" y="20004"/>
                </a:lnTo>
                <a:lnTo>
                  <a:pt x="18000" y="18005"/>
                </a:lnTo>
                <a:cubicBezTo>
                  <a:pt x="18000" y="17735"/>
                  <a:pt x="17950" y="17474"/>
                  <a:pt x="17850" y="17225"/>
                </a:cubicBezTo>
                <a:cubicBezTo>
                  <a:pt x="17750" y="16975"/>
                  <a:pt x="17600" y="16754"/>
                  <a:pt x="17410" y="16565"/>
                </a:cubicBezTo>
                <a:cubicBezTo>
                  <a:pt x="17220" y="16375"/>
                  <a:pt x="17000" y="16225"/>
                  <a:pt x="16750" y="16125"/>
                </a:cubicBezTo>
                <a:cubicBezTo>
                  <a:pt x="16500" y="16025"/>
                  <a:pt x="16240" y="15975"/>
                  <a:pt x="15970" y="15975"/>
                </a:cubicBezTo>
                <a:close/>
                <a:moveTo>
                  <a:pt x="48000" y="36002"/>
                </a:moveTo>
                <a:cubicBezTo>
                  <a:pt x="48160" y="36002"/>
                  <a:pt x="48310" y="36052"/>
                  <a:pt x="48440" y="36122"/>
                </a:cubicBezTo>
                <a:cubicBezTo>
                  <a:pt x="48490" y="36152"/>
                  <a:pt x="48870" y="36382"/>
                  <a:pt x="49020" y="36472"/>
                </a:cubicBezTo>
                <a:cubicBezTo>
                  <a:pt x="51790" y="38302"/>
                  <a:pt x="60000" y="44631"/>
                  <a:pt x="60000" y="54260"/>
                </a:cubicBezTo>
                <a:cubicBezTo>
                  <a:pt x="60000" y="59859"/>
                  <a:pt x="55520" y="63998"/>
                  <a:pt x="50000" y="63998"/>
                </a:cubicBezTo>
                <a:cubicBezTo>
                  <a:pt x="44480" y="63998"/>
                  <a:pt x="40000" y="59679"/>
                  <a:pt x="40000" y="54260"/>
                </a:cubicBezTo>
                <a:lnTo>
                  <a:pt x="40000" y="54200"/>
                </a:lnTo>
                <a:cubicBezTo>
                  <a:pt x="40000" y="46141"/>
                  <a:pt x="46400" y="44531"/>
                  <a:pt x="47000" y="37002"/>
                </a:cubicBezTo>
                <a:cubicBezTo>
                  <a:pt x="47000" y="36452"/>
                  <a:pt x="47450" y="36002"/>
                  <a:pt x="48000" y="36002"/>
                </a:cubicBezTo>
                <a:close/>
                <a:moveTo>
                  <a:pt x="50000" y="63998"/>
                </a:moveTo>
                <a:cubicBezTo>
                  <a:pt x="53310" y="63998"/>
                  <a:pt x="56000" y="61439"/>
                  <a:pt x="56000" y="58289"/>
                </a:cubicBezTo>
                <a:cubicBezTo>
                  <a:pt x="56000" y="51430"/>
                  <a:pt x="50000" y="48000"/>
                  <a:pt x="50000" y="48000"/>
                </a:cubicBezTo>
                <a:cubicBezTo>
                  <a:pt x="50000" y="48000"/>
                  <a:pt x="52000" y="51000"/>
                  <a:pt x="52000" y="54000"/>
                </a:cubicBezTo>
                <a:cubicBezTo>
                  <a:pt x="52000" y="56859"/>
                  <a:pt x="51000" y="57999"/>
                  <a:pt x="49000" y="57999"/>
                </a:cubicBezTo>
                <a:cubicBezTo>
                  <a:pt x="46000" y="57999"/>
                  <a:pt x="46000" y="54000"/>
                  <a:pt x="46000" y="54000"/>
                </a:cubicBezTo>
                <a:cubicBezTo>
                  <a:pt x="46000" y="54000"/>
                  <a:pt x="44000" y="55500"/>
                  <a:pt x="44000" y="58289"/>
                </a:cubicBezTo>
                <a:cubicBezTo>
                  <a:pt x="44000" y="61439"/>
                  <a:pt x="46690" y="63998"/>
                  <a:pt x="50000" y="63998"/>
                </a:cubicBezTo>
                <a:close/>
                <a:moveTo>
                  <a:pt x="20000" y="71997"/>
                </a:moveTo>
                <a:cubicBezTo>
                  <a:pt x="18900" y="71997"/>
                  <a:pt x="18000" y="72887"/>
                  <a:pt x="18000" y="73997"/>
                </a:cubicBezTo>
                <a:lnTo>
                  <a:pt x="18000" y="87995"/>
                </a:lnTo>
                <a:cubicBezTo>
                  <a:pt x="18000" y="89105"/>
                  <a:pt x="18900" y="89995"/>
                  <a:pt x="20000" y="89995"/>
                </a:cubicBezTo>
                <a:lnTo>
                  <a:pt x="26000" y="89995"/>
                </a:lnTo>
                <a:cubicBezTo>
                  <a:pt x="27100" y="89995"/>
                  <a:pt x="28000" y="89105"/>
                  <a:pt x="28000" y="87995"/>
                </a:cubicBezTo>
                <a:lnTo>
                  <a:pt x="28000" y="73997"/>
                </a:lnTo>
                <a:cubicBezTo>
                  <a:pt x="28000" y="72887"/>
                  <a:pt x="27100" y="71997"/>
                  <a:pt x="26000" y="71997"/>
                </a:cubicBezTo>
                <a:lnTo>
                  <a:pt x="20000" y="71997"/>
                </a:lnTo>
                <a:close/>
                <a:moveTo>
                  <a:pt x="74000" y="71997"/>
                </a:moveTo>
                <a:cubicBezTo>
                  <a:pt x="72900" y="71997"/>
                  <a:pt x="72000" y="72887"/>
                  <a:pt x="72000" y="73997"/>
                </a:cubicBezTo>
                <a:lnTo>
                  <a:pt x="72000" y="87995"/>
                </a:lnTo>
                <a:cubicBezTo>
                  <a:pt x="72000" y="89105"/>
                  <a:pt x="72900" y="89995"/>
                  <a:pt x="74000" y="89995"/>
                </a:cubicBezTo>
                <a:lnTo>
                  <a:pt x="80000" y="89995"/>
                </a:lnTo>
                <a:cubicBezTo>
                  <a:pt x="81100" y="89995"/>
                  <a:pt x="82000" y="89105"/>
                  <a:pt x="82000" y="87995"/>
                </a:cubicBezTo>
                <a:lnTo>
                  <a:pt x="82000" y="73997"/>
                </a:lnTo>
                <a:cubicBezTo>
                  <a:pt x="82000" y="72887"/>
                  <a:pt x="81100" y="71997"/>
                  <a:pt x="80000" y="71997"/>
                </a:cubicBezTo>
                <a:lnTo>
                  <a:pt x="74000" y="7199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0" name="Белый — SVG 3">
            <a:extLst>
              <a:ext uri="{FF2B5EF4-FFF2-40B4-BE49-F238E27FC236}">
                <a16:creationId xmlns:a16="http://schemas.microsoft.com/office/drawing/2014/main" id="{295B6068-3BD5-1D4C-ACFF-19C56344EF9E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113423 w 170134"/>
              <a:gd name="csY0" fmla="*/ 67330 h 109857"/>
              <a:gd name="csX1" fmla="*/ 103675 w 170134"/>
              <a:gd name="csY1" fmla="*/ 79731 h 109857"/>
              <a:gd name="csX2" fmla="*/ 93928 w 170134"/>
              <a:gd name="csY2" fmla="*/ 67330 h 109857"/>
              <a:gd name="csX3" fmla="*/ 103675 w 170134"/>
              <a:gd name="csY3" fmla="*/ 54929 h 109857"/>
              <a:gd name="csX4" fmla="*/ 113423 w 170134"/>
              <a:gd name="csY4" fmla="*/ 67330 h 109857"/>
              <a:gd name="csX5" fmla="*/ 170134 w 170134"/>
              <a:gd name="csY5" fmla="*/ 77962 h 109857"/>
              <a:gd name="csX6" fmla="*/ 138234 w 170134"/>
              <a:gd name="csY6" fmla="*/ 109858 h 109857"/>
              <a:gd name="csX7" fmla="*/ 31900 w 170134"/>
              <a:gd name="csY7" fmla="*/ 109858 h 109857"/>
              <a:gd name="csX8" fmla="*/ 0 w 170134"/>
              <a:gd name="csY8" fmla="*/ 77962 h 109857"/>
              <a:gd name="csX9" fmla="*/ 31900 w 170134"/>
              <a:gd name="csY9" fmla="*/ 46066 h 109857"/>
              <a:gd name="csX10" fmla="*/ 33945 w 170134"/>
              <a:gd name="csY10" fmla="*/ 46066 h 109857"/>
              <a:gd name="csX11" fmla="*/ 85067 w 170134"/>
              <a:gd name="csY11" fmla="*/ 0 h 109857"/>
              <a:gd name="csX12" fmla="*/ 136189 w 170134"/>
              <a:gd name="csY12" fmla="*/ 46066 h 109857"/>
              <a:gd name="csX13" fmla="*/ 138234 w 170134"/>
              <a:gd name="csY13" fmla="*/ 46066 h 109857"/>
              <a:gd name="csX14" fmla="*/ 170134 w 170134"/>
              <a:gd name="csY14" fmla="*/ 77962 h 109857"/>
              <a:gd name="csX15" fmla="*/ 58484 w 170134"/>
              <a:gd name="csY15" fmla="*/ 67330 h 109857"/>
              <a:gd name="csX16" fmla="*/ 67387 w 170134"/>
              <a:gd name="csY16" fmla="*/ 54929 h 109857"/>
              <a:gd name="csX17" fmla="*/ 73299 w 170134"/>
              <a:gd name="csY17" fmla="*/ 58110 h 109857"/>
              <a:gd name="csX18" fmla="*/ 79385 w 170134"/>
              <a:gd name="csY18" fmla="*/ 59607 h 109857"/>
              <a:gd name="csX19" fmla="*/ 80882 w 170134"/>
              <a:gd name="csY19" fmla="*/ 53517 h 109857"/>
              <a:gd name="csX20" fmla="*/ 67387 w 170134"/>
              <a:gd name="csY20" fmla="*/ 46066 h 109857"/>
              <a:gd name="csX21" fmla="*/ 49623 w 170134"/>
              <a:gd name="csY21" fmla="*/ 67330 h 109857"/>
              <a:gd name="csX22" fmla="*/ 67387 w 170134"/>
              <a:gd name="csY22" fmla="*/ 88594 h 109857"/>
              <a:gd name="csX23" fmla="*/ 80882 w 170134"/>
              <a:gd name="csY23" fmla="*/ 81143 h 109857"/>
              <a:gd name="csX24" fmla="*/ 79385 w 170134"/>
              <a:gd name="csY24" fmla="*/ 75070 h 109857"/>
              <a:gd name="csX25" fmla="*/ 73302 w 170134"/>
              <a:gd name="csY25" fmla="*/ 76567 h 109857"/>
              <a:gd name="csX26" fmla="*/ 67390 w 170134"/>
              <a:gd name="csY26" fmla="*/ 79731 h 109857"/>
              <a:gd name="csX27" fmla="*/ 58484 w 170134"/>
              <a:gd name="csY27" fmla="*/ 67330 h 109857"/>
              <a:gd name="csX28" fmla="*/ 122284 w 170134"/>
              <a:gd name="csY28" fmla="*/ 67330 h 109857"/>
              <a:gd name="csX29" fmla="*/ 103675 w 170134"/>
              <a:gd name="csY29" fmla="*/ 46066 h 109857"/>
              <a:gd name="csX30" fmla="*/ 85067 w 170134"/>
              <a:gd name="csY30" fmla="*/ 67330 h 109857"/>
              <a:gd name="csX31" fmla="*/ 103675 w 170134"/>
              <a:gd name="csY31" fmla="*/ 88594 h 109857"/>
              <a:gd name="csX32" fmla="*/ 122284 w 170134"/>
              <a:gd name="csY32" fmla="*/ 67330 h 109857"/>
              <a:gd name="csX33" fmla="*/ 136798 w 170134"/>
              <a:gd name="csY33" fmla="*/ 95687 h 109857"/>
              <a:gd name="csX34" fmla="*/ 145323 w 170134"/>
              <a:gd name="csY34" fmla="*/ 85056 h 109857"/>
              <a:gd name="csX35" fmla="*/ 134690 w 170134"/>
              <a:gd name="csY35" fmla="*/ 74424 h 109857"/>
              <a:gd name="csX36" fmla="*/ 124460 w 170134"/>
              <a:gd name="csY36" fmla="*/ 79867 h 109857"/>
              <a:gd name="csX37" fmla="*/ 125886 w 170134"/>
              <a:gd name="csY37" fmla="*/ 84545 h 109857"/>
              <a:gd name="csX38" fmla="*/ 130689 w 170134"/>
              <a:gd name="csY38" fmla="*/ 83252 h 109857"/>
              <a:gd name="csX39" fmla="*/ 134690 w 170134"/>
              <a:gd name="csY39" fmla="*/ 81517 h 109857"/>
              <a:gd name="csX40" fmla="*/ 138234 w 170134"/>
              <a:gd name="csY40" fmla="*/ 85056 h 109857"/>
              <a:gd name="csX41" fmla="*/ 132201 w 170134"/>
              <a:gd name="csY41" fmla="*/ 90142 h 109857"/>
              <a:gd name="csX42" fmla="*/ 124057 w 170134"/>
              <a:gd name="csY42" fmla="*/ 99226 h 109857"/>
              <a:gd name="csX43" fmla="*/ 127601 w 170134"/>
              <a:gd name="csY43" fmla="*/ 102781 h 109857"/>
              <a:gd name="csX44" fmla="*/ 141778 w 170134"/>
              <a:gd name="csY44" fmla="*/ 102781 h 109857"/>
              <a:gd name="csX45" fmla="*/ 145323 w 170134"/>
              <a:gd name="csY45" fmla="*/ 99226 h 109857"/>
              <a:gd name="csX46" fmla="*/ 141778 w 170134"/>
              <a:gd name="csY46" fmla="*/ 95687 h 109857"/>
              <a:gd name="csX47" fmla="*/ 136798 w 170134"/>
              <a:gd name="csY47" fmla="*/ 95687 h 109857"/>
            </a:gdLst>
            <a:ahLst/>
            <a:cxnLst/>
            <a:rect l="l" t="t" r="r" b="b"/>
            <a:pathLst>
              <a:path w="100000" h="100000">
                <a:moveTo>
                  <a:pt x="66667" y="57289"/>
                </a:moveTo>
                <a:cubicBezTo>
                  <a:pt x="66667" y="61309"/>
                  <a:pt x="64098" y="64578"/>
                  <a:pt x="60937" y="64578"/>
                </a:cubicBezTo>
                <a:cubicBezTo>
                  <a:pt x="57777" y="64578"/>
                  <a:pt x="55208" y="61309"/>
                  <a:pt x="55208" y="57289"/>
                </a:cubicBezTo>
                <a:cubicBezTo>
                  <a:pt x="55208" y="53270"/>
                  <a:pt x="57777" y="50000"/>
                  <a:pt x="60937" y="50000"/>
                </a:cubicBezTo>
                <a:cubicBezTo>
                  <a:pt x="64098" y="50000"/>
                  <a:pt x="66667" y="53270"/>
                  <a:pt x="66667" y="57289"/>
                </a:cubicBezTo>
                <a:close/>
                <a:moveTo>
                  <a:pt x="100000" y="63538"/>
                </a:moveTo>
                <a:cubicBezTo>
                  <a:pt x="100000" y="73877"/>
                  <a:pt x="91587" y="82286"/>
                  <a:pt x="81250" y="82286"/>
                </a:cubicBezTo>
                <a:lnTo>
                  <a:pt x="18750" y="82286"/>
                </a:lnTo>
                <a:cubicBezTo>
                  <a:pt x="8412" y="82286"/>
                  <a:pt x="0" y="73877"/>
                  <a:pt x="0" y="63538"/>
                </a:cubicBezTo>
                <a:cubicBezTo>
                  <a:pt x="0" y="53210"/>
                  <a:pt x="8412" y="44791"/>
                  <a:pt x="18750" y="44791"/>
                </a:cubicBezTo>
                <a:lnTo>
                  <a:pt x="19952" y="44791"/>
                </a:lnTo>
                <a:cubicBezTo>
                  <a:pt x="21521" y="29603"/>
                  <a:pt x="34398" y="17715"/>
                  <a:pt x="50000" y="17715"/>
                </a:cubicBezTo>
                <a:cubicBezTo>
                  <a:pt x="65602" y="17715"/>
                  <a:pt x="78479" y="29603"/>
                  <a:pt x="80048" y="44791"/>
                </a:cubicBezTo>
                <a:lnTo>
                  <a:pt x="81250" y="44791"/>
                </a:lnTo>
                <a:cubicBezTo>
                  <a:pt x="91587" y="44791"/>
                  <a:pt x="100000" y="53210"/>
                  <a:pt x="100000" y="63538"/>
                </a:cubicBezTo>
                <a:close/>
                <a:moveTo>
                  <a:pt x="34375" y="57289"/>
                </a:moveTo>
                <a:cubicBezTo>
                  <a:pt x="34375" y="53339"/>
                  <a:pt x="36771" y="50000"/>
                  <a:pt x="39608" y="50000"/>
                </a:cubicBezTo>
                <a:cubicBezTo>
                  <a:pt x="41783" y="50000"/>
                  <a:pt x="42819" y="51430"/>
                  <a:pt x="43083" y="51870"/>
                </a:cubicBezTo>
                <a:cubicBezTo>
                  <a:pt x="43829" y="53100"/>
                  <a:pt x="45433" y="53490"/>
                  <a:pt x="46660" y="52750"/>
                </a:cubicBezTo>
                <a:cubicBezTo>
                  <a:pt x="47892" y="52000"/>
                  <a:pt x="48283" y="50400"/>
                  <a:pt x="47540" y="49170"/>
                </a:cubicBezTo>
                <a:cubicBezTo>
                  <a:pt x="46919" y="48151"/>
                  <a:pt x="44506" y="44791"/>
                  <a:pt x="39608" y="44791"/>
                </a:cubicBezTo>
                <a:cubicBezTo>
                  <a:pt x="33852" y="44791"/>
                  <a:pt x="29167" y="50400"/>
                  <a:pt x="29167" y="57289"/>
                </a:cubicBezTo>
                <a:cubicBezTo>
                  <a:pt x="29167" y="64189"/>
                  <a:pt x="33852" y="69788"/>
                  <a:pt x="39608" y="69788"/>
                </a:cubicBezTo>
                <a:cubicBezTo>
                  <a:pt x="44510" y="69788"/>
                  <a:pt x="46919" y="66438"/>
                  <a:pt x="47540" y="65408"/>
                </a:cubicBezTo>
                <a:cubicBezTo>
                  <a:pt x="48283" y="64179"/>
                  <a:pt x="47890" y="62579"/>
                  <a:pt x="46660" y="61839"/>
                </a:cubicBezTo>
                <a:cubicBezTo>
                  <a:pt x="45433" y="61089"/>
                  <a:pt x="43829" y="61489"/>
                  <a:pt x="43085" y="62719"/>
                </a:cubicBezTo>
                <a:cubicBezTo>
                  <a:pt x="42821" y="63148"/>
                  <a:pt x="41785" y="64578"/>
                  <a:pt x="39610" y="64578"/>
                </a:cubicBezTo>
                <a:cubicBezTo>
                  <a:pt x="36771" y="64578"/>
                  <a:pt x="34375" y="61248"/>
                  <a:pt x="34375" y="57289"/>
                </a:cubicBezTo>
                <a:close/>
                <a:moveTo>
                  <a:pt x="71875" y="57289"/>
                </a:moveTo>
                <a:cubicBezTo>
                  <a:pt x="71875" y="50400"/>
                  <a:pt x="66969" y="44791"/>
                  <a:pt x="60937" y="44791"/>
                </a:cubicBezTo>
                <a:cubicBezTo>
                  <a:pt x="54906" y="44791"/>
                  <a:pt x="50000" y="50400"/>
                  <a:pt x="50000" y="57289"/>
                </a:cubicBezTo>
                <a:cubicBezTo>
                  <a:pt x="50000" y="64189"/>
                  <a:pt x="54906" y="69788"/>
                  <a:pt x="60937" y="69788"/>
                </a:cubicBezTo>
                <a:cubicBezTo>
                  <a:pt x="66969" y="69788"/>
                  <a:pt x="71875" y="64189"/>
                  <a:pt x="71875" y="57289"/>
                </a:cubicBezTo>
                <a:close/>
                <a:moveTo>
                  <a:pt x="80406" y="73957"/>
                </a:moveTo>
                <a:cubicBezTo>
                  <a:pt x="82790" y="72607"/>
                  <a:pt x="85417" y="70867"/>
                  <a:pt x="85417" y="67708"/>
                </a:cubicBezTo>
                <a:cubicBezTo>
                  <a:pt x="85417" y="64258"/>
                  <a:pt x="82612" y="61459"/>
                  <a:pt x="79167" y="61459"/>
                </a:cubicBezTo>
                <a:cubicBezTo>
                  <a:pt x="75742" y="61459"/>
                  <a:pt x="73777" y="63469"/>
                  <a:pt x="73154" y="64658"/>
                </a:cubicBezTo>
                <a:cubicBezTo>
                  <a:pt x="72633" y="65658"/>
                  <a:pt x="73015" y="66848"/>
                  <a:pt x="73992" y="67408"/>
                </a:cubicBezTo>
                <a:cubicBezTo>
                  <a:pt x="74969" y="67958"/>
                  <a:pt x="76227" y="67598"/>
                  <a:pt x="76815" y="66648"/>
                </a:cubicBezTo>
                <a:cubicBezTo>
                  <a:pt x="76879" y="66538"/>
                  <a:pt x="77490" y="65628"/>
                  <a:pt x="79167" y="65628"/>
                </a:cubicBezTo>
                <a:cubicBezTo>
                  <a:pt x="80315" y="65628"/>
                  <a:pt x="81250" y="66558"/>
                  <a:pt x="81250" y="67708"/>
                </a:cubicBezTo>
                <a:cubicBezTo>
                  <a:pt x="81250" y="68718"/>
                  <a:pt x="79283" y="69818"/>
                  <a:pt x="77704" y="70698"/>
                </a:cubicBezTo>
                <a:cubicBezTo>
                  <a:pt x="75460" y="71947"/>
                  <a:pt x="72917" y="73367"/>
                  <a:pt x="72917" y="76037"/>
                </a:cubicBezTo>
                <a:cubicBezTo>
                  <a:pt x="72917" y="77187"/>
                  <a:pt x="73850" y="78126"/>
                  <a:pt x="75000" y="78126"/>
                </a:cubicBezTo>
                <a:lnTo>
                  <a:pt x="83333" y="78126"/>
                </a:lnTo>
                <a:cubicBezTo>
                  <a:pt x="84483" y="78126"/>
                  <a:pt x="85417" y="77187"/>
                  <a:pt x="85417" y="76037"/>
                </a:cubicBezTo>
                <a:cubicBezTo>
                  <a:pt x="85417" y="74887"/>
                  <a:pt x="84483" y="73957"/>
                  <a:pt x="83333" y="73957"/>
                </a:cubicBezTo>
                <a:lnTo>
                  <a:pt x="80406" y="7395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1" name="Белый — SVG 4">
            <a:extLst>
              <a:ext uri="{FF2B5EF4-FFF2-40B4-BE49-F238E27FC236}">
                <a16:creationId xmlns:a16="http://schemas.microsoft.com/office/drawing/2014/main" id="{D81F0749-74DB-1945-9CF5-038FCFA0651F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5393 w 155744"/>
              <a:gd name="csY0" fmla="*/ 1 h 124046"/>
              <a:gd name="csX1" fmla="*/ 3335 w 155744"/>
              <a:gd name="csY1" fmla="*/ 393 h 124046"/>
              <a:gd name="csX2" fmla="*/ 1584 w 155744"/>
              <a:gd name="csY2" fmla="*/ 1532 h 124046"/>
              <a:gd name="csX3" fmla="*/ 412 w 155744"/>
              <a:gd name="csY3" fmla="*/ 3267 h 124046"/>
              <a:gd name="csX4" fmla="*/ 0 w 155744"/>
              <a:gd name="csY4" fmla="*/ 5326 h 124046"/>
              <a:gd name="csX5" fmla="*/ 412 w 155744"/>
              <a:gd name="csY5" fmla="*/ 7367 h 124046"/>
              <a:gd name="csX6" fmla="*/ 1584 w 155744"/>
              <a:gd name="csY6" fmla="*/ 9103 h 124046"/>
              <a:gd name="csX7" fmla="*/ 3335 w 155744"/>
              <a:gd name="csY7" fmla="*/ 10259 h 124046"/>
              <a:gd name="csX8" fmla="*/ 5393 w 155744"/>
              <a:gd name="csY8" fmla="*/ 10633 h 124046"/>
              <a:gd name="csX9" fmla="*/ 7164 w 155744"/>
              <a:gd name="csY9" fmla="*/ 10633 h 124046"/>
              <a:gd name="csX10" fmla="*/ 7164 w 155744"/>
              <a:gd name="csY10" fmla="*/ 56700 h 124046"/>
              <a:gd name="csX11" fmla="*/ 5393 w 155744"/>
              <a:gd name="csY11" fmla="*/ 56700 h 124046"/>
              <a:gd name="csX12" fmla="*/ 3335 w 155744"/>
              <a:gd name="csY12" fmla="*/ 57091 h 124046"/>
              <a:gd name="csX13" fmla="*/ 1584 w 155744"/>
              <a:gd name="csY13" fmla="*/ 58230 h 124046"/>
              <a:gd name="csX14" fmla="*/ 412 w 155744"/>
              <a:gd name="csY14" fmla="*/ 59966 h 124046"/>
              <a:gd name="csX15" fmla="*/ 0 w 155744"/>
              <a:gd name="csY15" fmla="*/ 62024 h 124046"/>
              <a:gd name="csX16" fmla="*/ 412 w 155744"/>
              <a:gd name="csY16" fmla="*/ 64065 h 124046"/>
              <a:gd name="csX17" fmla="*/ 1584 w 155744"/>
              <a:gd name="csY17" fmla="*/ 65800 h 124046"/>
              <a:gd name="csX18" fmla="*/ 3335 w 155744"/>
              <a:gd name="csY18" fmla="*/ 66957 h 124046"/>
              <a:gd name="csX19" fmla="*/ 5393 w 155744"/>
              <a:gd name="csY19" fmla="*/ 67332 h 124046"/>
              <a:gd name="csX20" fmla="*/ 7164 w 155744"/>
              <a:gd name="csY20" fmla="*/ 67332 h 124046"/>
              <a:gd name="csX21" fmla="*/ 7164 w 155744"/>
              <a:gd name="csY21" fmla="*/ 113414 h 124046"/>
              <a:gd name="csX22" fmla="*/ 5393 w 155744"/>
              <a:gd name="csY22" fmla="*/ 113414 h 124046"/>
              <a:gd name="csX23" fmla="*/ 77 w 155744"/>
              <a:gd name="csY23" fmla="*/ 118722 h 124046"/>
              <a:gd name="csX24" fmla="*/ 5393 w 155744"/>
              <a:gd name="csY24" fmla="*/ 124046 h 124046"/>
              <a:gd name="csX25" fmla="*/ 57534 w 155744"/>
              <a:gd name="csY25" fmla="*/ 124046 h 124046"/>
              <a:gd name="csX26" fmla="*/ 57493 w 155744"/>
              <a:gd name="csY26" fmla="*/ 117055 h 124046"/>
              <a:gd name="csX27" fmla="*/ 57521 w 155744"/>
              <a:gd name="csY27" fmla="*/ 116953 h 124046"/>
              <a:gd name="csX28" fmla="*/ 57534 w 155744"/>
              <a:gd name="csY28" fmla="*/ 116953 h 124046"/>
              <a:gd name="csX29" fmla="*/ 62810 w 155744"/>
              <a:gd name="csY29" fmla="*/ 95791 h 124046"/>
              <a:gd name="csX30" fmla="*/ 76565 w 155744"/>
              <a:gd name="csY30" fmla="*/ 85057 h 124046"/>
              <a:gd name="csX31" fmla="*/ 82304 w 155744"/>
              <a:gd name="csY31" fmla="*/ 85057 h 124046"/>
              <a:gd name="csX32" fmla="*/ 82304 w 155744"/>
              <a:gd name="csY32" fmla="*/ 78065 h 124046"/>
              <a:gd name="csX33" fmla="*/ 87621 w 155744"/>
              <a:gd name="csY33" fmla="*/ 56801 h 124046"/>
              <a:gd name="csX34" fmla="*/ 99321 w 155744"/>
              <a:gd name="csY34" fmla="*/ 46255 h 124046"/>
              <a:gd name="csX35" fmla="*/ 99321 w 155744"/>
              <a:gd name="csY35" fmla="*/ 10633 h 124046"/>
              <a:gd name="csX36" fmla="*/ 101094 w 155744"/>
              <a:gd name="csY36" fmla="*/ 10633 h 124046"/>
              <a:gd name="csX37" fmla="*/ 103151 w 155744"/>
              <a:gd name="csY37" fmla="*/ 10259 h 124046"/>
              <a:gd name="csX38" fmla="*/ 104901 w 155744"/>
              <a:gd name="csY38" fmla="*/ 9103 h 124046"/>
              <a:gd name="csX39" fmla="*/ 106073 w 155744"/>
              <a:gd name="csY39" fmla="*/ 7367 h 124046"/>
              <a:gd name="csX40" fmla="*/ 106485 w 155744"/>
              <a:gd name="csY40" fmla="*/ 5326 h 124046"/>
              <a:gd name="csX41" fmla="*/ 106073 w 155744"/>
              <a:gd name="csY41" fmla="*/ 3267 h 124046"/>
              <a:gd name="csX42" fmla="*/ 104901 w 155744"/>
              <a:gd name="csY42" fmla="*/ 1532 h 124046"/>
              <a:gd name="csX43" fmla="*/ 103151 w 155744"/>
              <a:gd name="csY43" fmla="*/ 393 h 124046"/>
              <a:gd name="csX44" fmla="*/ 101094 w 155744"/>
              <a:gd name="csY44" fmla="*/ 1 h 124046"/>
              <a:gd name="csX45" fmla="*/ 5393 w 155744"/>
              <a:gd name="csY45" fmla="*/ 1 h 124046"/>
              <a:gd name="csX46" fmla="*/ 51471 w 155744"/>
              <a:gd name="csY46" fmla="*/ 35793 h 124046"/>
              <a:gd name="csX47" fmla="*/ 55867 w 155744"/>
              <a:gd name="csY47" fmla="*/ 38140 h 124046"/>
              <a:gd name="csX48" fmla="*/ 67421 w 155744"/>
              <a:gd name="csY48" fmla="*/ 62024 h 124046"/>
              <a:gd name="csX49" fmla="*/ 51471 w 155744"/>
              <a:gd name="csY49" fmla="*/ 77963 h 124046"/>
              <a:gd name="csX50" fmla="*/ 35521 w 155744"/>
              <a:gd name="csY50" fmla="*/ 62024 h 124046"/>
              <a:gd name="csX51" fmla="*/ 47074 w 155744"/>
              <a:gd name="csY51" fmla="*/ 38140 h 124046"/>
              <a:gd name="csX52" fmla="*/ 51471 w 155744"/>
              <a:gd name="csY52" fmla="*/ 35793 h 124046"/>
              <a:gd name="csX53" fmla="*/ 101376 w 155744"/>
              <a:gd name="csY53" fmla="*/ 56700 h 124046"/>
              <a:gd name="csX54" fmla="*/ 97943 w 155744"/>
              <a:gd name="csY54" fmla="*/ 59387 h 124046"/>
              <a:gd name="csX55" fmla="*/ 92626 w 155744"/>
              <a:gd name="csY55" fmla="*/ 80651 h 124046"/>
              <a:gd name="csX56" fmla="*/ 96059 w 155744"/>
              <a:gd name="csY56" fmla="*/ 85057 h 124046"/>
              <a:gd name="csX57" fmla="*/ 127393 w 155744"/>
              <a:gd name="csY57" fmla="*/ 85057 h 124046"/>
              <a:gd name="csX58" fmla="*/ 130826 w 155744"/>
              <a:gd name="csY58" fmla="*/ 80651 h 124046"/>
              <a:gd name="csX59" fmla="*/ 125510 w 155744"/>
              <a:gd name="csY59" fmla="*/ 59387 h 124046"/>
              <a:gd name="csX60" fmla="*/ 122076 w 155744"/>
              <a:gd name="csY60" fmla="*/ 56700 h 124046"/>
              <a:gd name="csX61" fmla="*/ 101376 w 155744"/>
              <a:gd name="csY61" fmla="*/ 56700 h 124046"/>
              <a:gd name="csX62" fmla="*/ 76565 w 155744"/>
              <a:gd name="csY62" fmla="*/ 95689 h 124046"/>
              <a:gd name="csX63" fmla="*/ 73132 w 155744"/>
              <a:gd name="csY63" fmla="*/ 98377 h 124046"/>
              <a:gd name="csX64" fmla="*/ 67815 w 155744"/>
              <a:gd name="csY64" fmla="*/ 119641 h 124046"/>
              <a:gd name="csX65" fmla="*/ 71249 w 155744"/>
              <a:gd name="csY65" fmla="*/ 124046 h 124046"/>
              <a:gd name="csX66" fmla="*/ 102581 w 155744"/>
              <a:gd name="csY66" fmla="*/ 124046 h 124046"/>
              <a:gd name="csX67" fmla="*/ 106016 w 155744"/>
              <a:gd name="csY67" fmla="*/ 119641 h 124046"/>
              <a:gd name="csX68" fmla="*/ 100699 w 155744"/>
              <a:gd name="csY68" fmla="*/ 98377 h 124046"/>
              <a:gd name="csX69" fmla="*/ 97264 w 155744"/>
              <a:gd name="csY69" fmla="*/ 95689 h 124046"/>
              <a:gd name="csX70" fmla="*/ 76565 w 155744"/>
              <a:gd name="csY70" fmla="*/ 95689 h 124046"/>
              <a:gd name="csX71" fmla="*/ 126188 w 155744"/>
              <a:gd name="csY71" fmla="*/ 95689 h 124046"/>
              <a:gd name="csX72" fmla="*/ 122753 w 155744"/>
              <a:gd name="csY72" fmla="*/ 98377 h 124046"/>
              <a:gd name="csX73" fmla="*/ 117437 w 155744"/>
              <a:gd name="csY73" fmla="*/ 119641 h 124046"/>
              <a:gd name="csX74" fmla="*/ 120872 w 155744"/>
              <a:gd name="csY74" fmla="*/ 124046 h 124046"/>
              <a:gd name="csX75" fmla="*/ 152204 w 155744"/>
              <a:gd name="csY75" fmla="*/ 124046 h 124046"/>
              <a:gd name="csX76" fmla="*/ 155637 w 155744"/>
              <a:gd name="csY76" fmla="*/ 119641 h 124046"/>
              <a:gd name="csX77" fmla="*/ 150320 w 155744"/>
              <a:gd name="csY77" fmla="*/ 98377 h 124046"/>
              <a:gd name="csX78" fmla="*/ 146887 w 155744"/>
              <a:gd name="csY78" fmla="*/ 95689 h 124046"/>
              <a:gd name="csX79" fmla="*/ 126188 w 155744"/>
              <a:gd name="csY79" fmla="*/ 95689 h 124046"/>
            </a:gdLst>
            <a:ahLst/>
            <a:cxnLst/>
            <a:rect l="l" t="t" r="r" b="b"/>
            <a:pathLst>
              <a:path w="100000" h="100000">
                <a:moveTo>
                  <a:pt x="3463" y="10177"/>
                </a:moveTo>
                <a:cubicBezTo>
                  <a:pt x="3009" y="10166"/>
                  <a:pt x="2561" y="10254"/>
                  <a:pt x="2141" y="10429"/>
                </a:cubicBezTo>
                <a:cubicBezTo>
                  <a:pt x="1721" y="10592"/>
                  <a:pt x="1339" y="10843"/>
                  <a:pt x="1017" y="11160"/>
                </a:cubicBezTo>
                <a:cubicBezTo>
                  <a:pt x="695" y="11477"/>
                  <a:pt x="439" y="11859"/>
                  <a:pt x="265" y="12274"/>
                </a:cubicBezTo>
                <a:cubicBezTo>
                  <a:pt x="90" y="12689"/>
                  <a:pt x="0" y="13137"/>
                  <a:pt x="0" y="13596"/>
                </a:cubicBezTo>
                <a:cubicBezTo>
                  <a:pt x="0" y="14044"/>
                  <a:pt x="90" y="14492"/>
                  <a:pt x="265" y="14907"/>
                </a:cubicBezTo>
                <a:cubicBezTo>
                  <a:pt x="439" y="15322"/>
                  <a:pt x="695" y="15704"/>
                  <a:pt x="1017" y="16021"/>
                </a:cubicBezTo>
                <a:cubicBezTo>
                  <a:pt x="1339" y="16338"/>
                  <a:pt x="1721" y="16589"/>
                  <a:pt x="2141" y="16763"/>
                </a:cubicBezTo>
                <a:cubicBezTo>
                  <a:pt x="2561" y="16927"/>
                  <a:pt x="3009" y="17014"/>
                  <a:pt x="3463" y="17004"/>
                </a:cubicBezTo>
                <a:lnTo>
                  <a:pt x="4600" y="17004"/>
                </a:lnTo>
                <a:lnTo>
                  <a:pt x="4600" y="46582"/>
                </a:lnTo>
                <a:lnTo>
                  <a:pt x="3463" y="46582"/>
                </a:lnTo>
                <a:cubicBezTo>
                  <a:pt x="3009" y="46582"/>
                  <a:pt x="2561" y="46658"/>
                  <a:pt x="2141" y="46833"/>
                </a:cubicBezTo>
                <a:cubicBezTo>
                  <a:pt x="1721" y="46997"/>
                  <a:pt x="1339" y="47248"/>
                  <a:pt x="1017" y="47565"/>
                </a:cubicBezTo>
                <a:cubicBezTo>
                  <a:pt x="695" y="47882"/>
                  <a:pt x="439" y="48264"/>
                  <a:pt x="265" y="48679"/>
                </a:cubicBezTo>
                <a:cubicBezTo>
                  <a:pt x="90" y="49094"/>
                  <a:pt x="0" y="49542"/>
                  <a:pt x="0" y="50001"/>
                </a:cubicBezTo>
                <a:cubicBezTo>
                  <a:pt x="0" y="50449"/>
                  <a:pt x="90" y="50896"/>
                  <a:pt x="265" y="51311"/>
                </a:cubicBezTo>
                <a:cubicBezTo>
                  <a:pt x="439" y="51737"/>
                  <a:pt x="695" y="52109"/>
                  <a:pt x="1017" y="52425"/>
                </a:cubicBezTo>
                <a:cubicBezTo>
                  <a:pt x="1339" y="52742"/>
                  <a:pt x="1721" y="52993"/>
                  <a:pt x="2141" y="53168"/>
                </a:cubicBezTo>
                <a:cubicBezTo>
                  <a:pt x="2561" y="53332"/>
                  <a:pt x="3009" y="53420"/>
                  <a:pt x="3463" y="53409"/>
                </a:cubicBezTo>
                <a:lnTo>
                  <a:pt x="4600" y="53409"/>
                </a:lnTo>
                <a:lnTo>
                  <a:pt x="4600" y="82997"/>
                </a:lnTo>
                <a:lnTo>
                  <a:pt x="3463" y="82997"/>
                </a:lnTo>
                <a:cubicBezTo>
                  <a:pt x="1573" y="82997"/>
                  <a:pt x="49" y="84516"/>
                  <a:pt x="49" y="86405"/>
                </a:cubicBezTo>
                <a:cubicBezTo>
                  <a:pt x="49" y="88295"/>
                  <a:pt x="1573" y="89824"/>
                  <a:pt x="3463" y="89824"/>
                </a:cubicBezTo>
                <a:lnTo>
                  <a:pt x="36941" y="89824"/>
                </a:lnTo>
                <a:cubicBezTo>
                  <a:pt x="36555" y="88382"/>
                  <a:pt x="36529" y="86842"/>
                  <a:pt x="36915" y="85335"/>
                </a:cubicBezTo>
                <a:lnTo>
                  <a:pt x="36933" y="85269"/>
                </a:lnTo>
                <a:lnTo>
                  <a:pt x="36941" y="85269"/>
                </a:lnTo>
                <a:lnTo>
                  <a:pt x="40329" y="71682"/>
                </a:lnTo>
                <a:cubicBezTo>
                  <a:pt x="41352" y="67630"/>
                  <a:pt x="44974" y="64790"/>
                  <a:pt x="49161" y="64790"/>
                </a:cubicBezTo>
                <a:lnTo>
                  <a:pt x="52846" y="64790"/>
                </a:lnTo>
                <a:cubicBezTo>
                  <a:pt x="52482" y="63337"/>
                  <a:pt x="52482" y="61808"/>
                  <a:pt x="52846" y="60300"/>
                </a:cubicBezTo>
                <a:lnTo>
                  <a:pt x="56260" y="46647"/>
                </a:lnTo>
                <a:cubicBezTo>
                  <a:pt x="57171" y="43032"/>
                  <a:pt x="60153" y="40378"/>
                  <a:pt x="63772" y="39876"/>
                </a:cubicBezTo>
                <a:lnTo>
                  <a:pt x="63772" y="17004"/>
                </a:lnTo>
                <a:lnTo>
                  <a:pt x="64910" y="17004"/>
                </a:lnTo>
                <a:cubicBezTo>
                  <a:pt x="65362" y="17014"/>
                  <a:pt x="65811" y="16927"/>
                  <a:pt x="66231" y="16763"/>
                </a:cubicBezTo>
                <a:cubicBezTo>
                  <a:pt x="66650" y="16589"/>
                  <a:pt x="67032" y="16338"/>
                  <a:pt x="67355" y="16021"/>
                </a:cubicBezTo>
                <a:cubicBezTo>
                  <a:pt x="67677" y="15704"/>
                  <a:pt x="67933" y="15322"/>
                  <a:pt x="68107" y="14907"/>
                </a:cubicBezTo>
                <a:cubicBezTo>
                  <a:pt x="68283" y="14492"/>
                  <a:pt x="68372" y="14044"/>
                  <a:pt x="68372" y="13596"/>
                </a:cubicBezTo>
                <a:cubicBezTo>
                  <a:pt x="68372" y="13137"/>
                  <a:pt x="68283" y="12689"/>
                  <a:pt x="68107" y="12274"/>
                </a:cubicBezTo>
                <a:cubicBezTo>
                  <a:pt x="67933" y="11859"/>
                  <a:pt x="67677" y="11477"/>
                  <a:pt x="67355" y="11160"/>
                </a:cubicBezTo>
                <a:cubicBezTo>
                  <a:pt x="67032" y="10843"/>
                  <a:pt x="66650" y="10592"/>
                  <a:pt x="66231" y="10429"/>
                </a:cubicBezTo>
                <a:cubicBezTo>
                  <a:pt x="65811" y="10254"/>
                  <a:pt x="65362" y="10166"/>
                  <a:pt x="64910" y="10177"/>
                </a:cubicBezTo>
                <a:lnTo>
                  <a:pt x="3463" y="10177"/>
                </a:lnTo>
                <a:close/>
                <a:moveTo>
                  <a:pt x="33048" y="33158"/>
                </a:moveTo>
                <a:cubicBezTo>
                  <a:pt x="34123" y="33158"/>
                  <a:pt x="35199" y="33660"/>
                  <a:pt x="35871" y="34665"/>
                </a:cubicBezTo>
                <a:cubicBezTo>
                  <a:pt x="38897" y="39144"/>
                  <a:pt x="43290" y="46287"/>
                  <a:pt x="43290" y="50001"/>
                </a:cubicBezTo>
                <a:cubicBezTo>
                  <a:pt x="43290" y="55670"/>
                  <a:pt x="38715" y="60235"/>
                  <a:pt x="33048" y="60235"/>
                </a:cubicBezTo>
                <a:cubicBezTo>
                  <a:pt x="27381" y="60235"/>
                  <a:pt x="22807" y="55670"/>
                  <a:pt x="22807" y="50001"/>
                </a:cubicBezTo>
                <a:cubicBezTo>
                  <a:pt x="22807" y="46287"/>
                  <a:pt x="27198" y="39144"/>
                  <a:pt x="30225" y="34665"/>
                </a:cubicBezTo>
                <a:cubicBezTo>
                  <a:pt x="30897" y="33660"/>
                  <a:pt x="31972" y="33158"/>
                  <a:pt x="33048" y="33158"/>
                </a:cubicBezTo>
                <a:close/>
                <a:moveTo>
                  <a:pt x="65091" y="46582"/>
                </a:moveTo>
                <a:cubicBezTo>
                  <a:pt x="64047" y="46582"/>
                  <a:pt x="63140" y="47303"/>
                  <a:pt x="62887" y="48307"/>
                </a:cubicBezTo>
                <a:lnTo>
                  <a:pt x="59473" y="61961"/>
                </a:lnTo>
                <a:cubicBezTo>
                  <a:pt x="59114" y="63403"/>
                  <a:pt x="60196" y="64790"/>
                  <a:pt x="61677" y="64790"/>
                </a:cubicBezTo>
                <a:lnTo>
                  <a:pt x="81796" y="64790"/>
                </a:lnTo>
                <a:cubicBezTo>
                  <a:pt x="83278" y="64790"/>
                  <a:pt x="84360" y="63403"/>
                  <a:pt x="84001" y="61961"/>
                </a:cubicBezTo>
                <a:lnTo>
                  <a:pt x="80587" y="48307"/>
                </a:lnTo>
                <a:cubicBezTo>
                  <a:pt x="80335" y="47303"/>
                  <a:pt x="79427" y="46582"/>
                  <a:pt x="78382" y="46582"/>
                </a:cubicBezTo>
                <a:lnTo>
                  <a:pt x="65091" y="46582"/>
                </a:lnTo>
                <a:close/>
                <a:moveTo>
                  <a:pt x="49161" y="71616"/>
                </a:moveTo>
                <a:cubicBezTo>
                  <a:pt x="48117" y="71616"/>
                  <a:pt x="47209" y="72326"/>
                  <a:pt x="46957" y="73342"/>
                </a:cubicBezTo>
                <a:lnTo>
                  <a:pt x="43543" y="86995"/>
                </a:lnTo>
                <a:cubicBezTo>
                  <a:pt x="43184" y="88437"/>
                  <a:pt x="44266" y="89824"/>
                  <a:pt x="45748" y="89824"/>
                </a:cubicBezTo>
                <a:lnTo>
                  <a:pt x="65865" y="89824"/>
                </a:lnTo>
                <a:cubicBezTo>
                  <a:pt x="67347" y="89824"/>
                  <a:pt x="68430" y="88437"/>
                  <a:pt x="68071" y="86995"/>
                </a:cubicBezTo>
                <a:lnTo>
                  <a:pt x="64657" y="73342"/>
                </a:lnTo>
                <a:cubicBezTo>
                  <a:pt x="64403" y="72326"/>
                  <a:pt x="63497" y="71616"/>
                  <a:pt x="62451" y="71616"/>
                </a:cubicBezTo>
                <a:lnTo>
                  <a:pt x="49161" y="71616"/>
                </a:lnTo>
                <a:close/>
                <a:moveTo>
                  <a:pt x="81023" y="71616"/>
                </a:moveTo>
                <a:cubicBezTo>
                  <a:pt x="79977" y="71616"/>
                  <a:pt x="79071" y="72326"/>
                  <a:pt x="78817" y="73342"/>
                </a:cubicBezTo>
                <a:lnTo>
                  <a:pt x="75404" y="86995"/>
                </a:lnTo>
                <a:cubicBezTo>
                  <a:pt x="75044" y="88437"/>
                  <a:pt x="76127" y="89824"/>
                  <a:pt x="77609" y="89824"/>
                </a:cubicBezTo>
                <a:lnTo>
                  <a:pt x="97727" y="89824"/>
                </a:lnTo>
                <a:cubicBezTo>
                  <a:pt x="99208" y="89824"/>
                  <a:pt x="100291" y="88437"/>
                  <a:pt x="99931" y="86995"/>
                </a:cubicBezTo>
                <a:lnTo>
                  <a:pt x="96517" y="73342"/>
                </a:lnTo>
                <a:cubicBezTo>
                  <a:pt x="96265" y="72326"/>
                  <a:pt x="95357" y="71616"/>
                  <a:pt x="94313" y="71616"/>
                </a:cubicBezTo>
                <a:lnTo>
                  <a:pt x="81023" y="7161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2" name="Белый — SVG 5">
            <a:extLst>
              <a:ext uri="{FF2B5EF4-FFF2-40B4-BE49-F238E27FC236}">
                <a16:creationId xmlns:a16="http://schemas.microsoft.com/office/drawing/2014/main" id="{18D9A22C-309A-F549-9B59-A9C0FB1DFB42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7113 w 141978"/>
              <a:gd name="csY0" fmla="*/ 2 h 141942"/>
              <a:gd name="csX1" fmla="*/ 3166 w 141978"/>
              <a:gd name="csY1" fmla="*/ 1210 h 141942"/>
              <a:gd name="csX2" fmla="*/ 562 w 141978"/>
              <a:gd name="csY2" fmla="*/ 4425 h 141942"/>
              <a:gd name="csX3" fmla="*/ 188 w 141978"/>
              <a:gd name="csY3" fmla="*/ 8542 h 141942"/>
              <a:gd name="csX4" fmla="*/ 2179 w 141978"/>
              <a:gd name="csY4" fmla="*/ 12182 h 141942"/>
              <a:gd name="csX5" fmla="*/ 16351 w 141978"/>
              <a:gd name="csY5" fmla="*/ 26352 h 141942"/>
              <a:gd name="csX6" fmla="*/ 18665 w 141978"/>
              <a:gd name="csY6" fmla="*/ 27951 h 141942"/>
              <a:gd name="csX7" fmla="*/ 21404 w 141978"/>
              <a:gd name="csY7" fmla="*/ 28530 h 141942"/>
              <a:gd name="csX8" fmla="*/ 24160 w 141978"/>
              <a:gd name="csY8" fmla="*/ 28002 h 141942"/>
              <a:gd name="csX9" fmla="*/ 26491 w 141978"/>
              <a:gd name="csY9" fmla="*/ 26454 h 141942"/>
              <a:gd name="csX10" fmla="*/ 28039 w 141978"/>
              <a:gd name="csY10" fmla="*/ 24124 h 141942"/>
              <a:gd name="csX11" fmla="*/ 28567 w 141978"/>
              <a:gd name="csY11" fmla="*/ 21368 h 141942"/>
              <a:gd name="csX12" fmla="*/ 27988 w 141978"/>
              <a:gd name="csY12" fmla="*/ 18629 h 141942"/>
              <a:gd name="csX13" fmla="*/ 26389 w 141978"/>
              <a:gd name="csY13" fmla="*/ 16333 h 141942"/>
              <a:gd name="csX14" fmla="*/ 12200 w 141978"/>
              <a:gd name="csY14" fmla="*/ 2145 h 141942"/>
              <a:gd name="csX15" fmla="*/ 9886 w 141978"/>
              <a:gd name="csY15" fmla="*/ 564 h 141942"/>
              <a:gd name="csX16" fmla="*/ 7113 w 141978"/>
              <a:gd name="csY16" fmla="*/ 2 h 141942"/>
              <a:gd name="csX17" fmla="*/ 134662 w 141978"/>
              <a:gd name="csY17" fmla="*/ 2 h 141942"/>
              <a:gd name="csX18" fmla="*/ 129779 w 141978"/>
              <a:gd name="csY18" fmla="*/ 2145 h 141942"/>
              <a:gd name="csX19" fmla="*/ 115607 w 141978"/>
              <a:gd name="csY19" fmla="*/ 16333 h 141942"/>
              <a:gd name="csX20" fmla="*/ 114008 w 141978"/>
              <a:gd name="csY20" fmla="*/ 18629 h 141942"/>
              <a:gd name="csX21" fmla="*/ 113430 w 141978"/>
              <a:gd name="csY21" fmla="*/ 21368 h 141942"/>
              <a:gd name="csX22" fmla="*/ 113957 w 141978"/>
              <a:gd name="csY22" fmla="*/ 24124 h 141942"/>
              <a:gd name="csX23" fmla="*/ 115505 w 141978"/>
              <a:gd name="csY23" fmla="*/ 26454 h 141942"/>
              <a:gd name="csX24" fmla="*/ 117836 w 141978"/>
              <a:gd name="csY24" fmla="*/ 28002 h 141942"/>
              <a:gd name="csX25" fmla="*/ 120592 w 141978"/>
              <a:gd name="csY25" fmla="*/ 28530 h 141942"/>
              <a:gd name="csX26" fmla="*/ 123331 w 141978"/>
              <a:gd name="csY26" fmla="*/ 27951 h 141942"/>
              <a:gd name="csX27" fmla="*/ 125628 w 141978"/>
              <a:gd name="csY27" fmla="*/ 26352 h 141942"/>
              <a:gd name="csX28" fmla="*/ 139800 w 141978"/>
              <a:gd name="csY28" fmla="*/ 12182 h 141942"/>
              <a:gd name="csX29" fmla="*/ 141808 w 141978"/>
              <a:gd name="csY29" fmla="*/ 8491 h 141942"/>
              <a:gd name="csX30" fmla="*/ 141399 w 141978"/>
              <a:gd name="csY30" fmla="*/ 4323 h 141942"/>
              <a:gd name="csX31" fmla="*/ 138694 w 141978"/>
              <a:gd name="csY31" fmla="*/ 1125 h 141942"/>
              <a:gd name="csX32" fmla="*/ 134662 w 141978"/>
              <a:gd name="csY32" fmla="*/ 2 h 141942"/>
              <a:gd name="csX33" fmla="*/ 83571 w 141978"/>
              <a:gd name="csY33" fmla="*/ 70 h 141942"/>
              <a:gd name="csX34" fmla="*/ 79284 w 141978"/>
              <a:gd name="csY34" fmla="*/ 2026 h 141942"/>
              <a:gd name="csX35" fmla="*/ 15483 w 141978"/>
              <a:gd name="csY35" fmla="*/ 79988 h 141942"/>
              <a:gd name="csX36" fmla="*/ 14786 w 141978"/>
              <a:gd name="csY36" fmla="*/ 85636 h 141942"/>
              <a:gd name="csX37" fmla="*/ 19601 w 141978"/>
              <a:gd name="csY37" fmla="*/ 88681 h 141942"/>
              <a:gd name="csX38" fmla="*/ 53270 w 141978"/>
              <a:gd name="csY38" fmla="*/ 88681 h 141942"/>
              <a:gd name="csX39" fmla="*/ 53270 w 141978"/>
              <a:gd name="csY39" fmla="*/ 136516 h 141942"/>
              <a:gd name="csX40" fmla="*/ 56809 w 141978"/>
              <a:gd name="csY40" fmla="*/ 141517 h 141942"/>
              <a:gd name="csX41" fmla="*/ 58595 w 141978"/>
              <a:gd name="csY41" fmla="*/ 141840 h 141942"/>
              <a:gd name="csX42" fmla="*/ 62695 w 141978"/>
              <a:gd name="csY42" fmla="*/ 139884 h 141942"/>
              <a:gd name="csX43" fmla="*/ 126496 w 141978"/>
              <a:gd name="csY43" fmla="*/ 61922 h 141942"/>
              <a:gd name="csX44" fmla="*/ 127193 w 141978"/>
              <a:gd name="csY44" fmla="*/ 56275 h 141942"/>
              <a:gd name="csX45" fmla="*/ 122395 w 141978"/>
              <a:gd name="csY45" fmla="*/ 53230 h 141942"/>
              <a:gd name="csX46" fmla="*/ 88709 w 141978"/>
              <a:gd name="csY46" fmla="*/ 53230 h 141942"/>
              <a:gd name="csX47" fmla="*/ 88709 w 141978"/>
              <a:gd name="csY47" fmla="*/ 5394 h 141942"/>
              <a:gd name="csX48" fmla="*/ 85187 w 141978"/>
              <a:gd name="csY48" fmla="*/ 393 h 141942"/>
              <a:gd name="csX49" fmla="*/ 83571 w 141978"/>
              <a:gd name="csY49" fmla="*/ 70 h 141942"/>
              <a:gd name="csX50" fmla="*/ 21234 w 141978"/>
              <a:gd name="csY50" fmla="*/ 113415 h 141942"/>
              <a:gd name="csX51" fmla="*/ 16351 w 141978"/>
              <a:gd name="csY51" fmla="*/ 115558 h 141942"/>
              <a:gd name="csX52" fmla="*/ 2179 w 141978"/>
              <a:gd name="csY52" fmla="*/ 129729 h 141942"/>
              <a:gd name="csX53" fmla="*/ 579 w 141978"/>
              <a:gd name="csY53" fmla="*/ 132042 h 141942"/>
              <a:gd name="csX54" fmla="*/ 1 w 141978"/>
              <a:gd name="csY54" fmla="*/ 134781 h 141942"/>
              <a:gd name="csX55" fmla="*/ 529 w 141978"/>
              <a:gd name="csY55" fmla="*/ 137520 h 141942"/>
              <a:gd name="csX56" fmla="*/ 2077 w 141978"/>
              <a:gd name="csY56" fmla="*/ 139867 h 141942"/>
              <a:gd name="csX57" fmla="*/ 4407 w 141978"/>
              <a:gd name="csY57" fmla="*/ 141415 h 141942"/>
              <a:gd name="csX58" fmla="*/ 7164 w 141978"/>
              <a:gd name="csY58" fmla="*/ 141943 h 141942"/>
              <a:gd name="csX59" fmla="*/ 9903 w 141978"/>
              <a:gd name="csY59" fmla="*/ 141347 h 141942"/>
              <a:gd name="csX60" fmla="*/ 12200 w 141978"/>
              <a:gd name="csY60" fmla="*/ 139765 h 141942"/>
              <a:gd name="csX61" fmla="*/ 26389 w 141978"/>
              <a:gd name="csY61" fmla="*/ 125578 h 141942"/>
              <a:gd name="csX62" fmla="*/ 28396 w 141978"/>
              <a:gd name="csY62" fmla="*/ 121903 h 141942"/>
              <a:gd name="csX63" fmla="*/ 27971 w 141978"/>
              <a:gd name="csY63" fmla="*/ 117736 h 141942"/>
              <a:gd name="csX64" fmla="*/ 25266 w 141978"/>
              <a:gd name="csY64" fmla="*/ 114538 h 141942"/>
              <a:gd name="csX65" fmla="*/ 21234 w 141978"/>
              <a:gd name="csY65" fmla="*/ 113415 h 141942"/>
              <a:gd name="csX66" fmla="*/ 120541 w 141978"/>
              <a:gd name="csY66" fmla="*/ 113415 h 141942"/>
              <a:gd name="csX67" fmla="*/ 116577 w 141978"/>
              <a:gd name="csY67" fmla="*/ 114623 h 141942"/>
              <a:gd name="csX68" fmla="*/ 113974 w 141978"/>
              <a:gd name="csY68" fmla="*/ 117838 h 141942"/>
              <a:gd name="csX69" fmla="*/ 113617 w 141978"/>
              <a:gd name="csY69" fmla="*/ 121955 h 141942"/>
              <a:gd name="csX70" fmla="*/ 115607 w 141978"/>
              <a:gd name="csY70" fmla="*/ 125578 h 141942"/>
              <a:gd name="csX71" fmla="*/ 129779 w 141978"/>
              <a:gd name="csY71" fmla="*/ 139765 h 141942"/>
              <a:gd name="csX72" fmla="*/ 132076 w 141978"/>
              <a:gd name="csY72" fmla="*/ 141347 h 141942"/>
              <a:gd name="csX73" fmla="*/ 134815 w 141978"/>
              <a:gd name="csY73" fmla="*/ 141943 h 141942"/>
              <a:gd name="csX74" fmla="*/ 137571 w 141978"/>
              <a:gd name="csY74" fmla="*/ 141415 h 141942"/>
              <a:gd name="csX75" fmla="*/ 139902 w 141978"/>
              <a:gd name="csY75" fmla="*/ 139867 h 141942"/>
              <a:gd name="csX76" fmla="*/ 141451 w 141978"/>
              <a:gd name="csY76" fmla="*/ 137520 h 141942"/>
              <a:gd name="csX77" fmla="*/ 141978 w 141978"/>
              <a:gd name="csY77" fmla="*/ 134781 h 141942"/>
              <a:gd name="csX78" fmla="*/ 141399 w 141978"/>
              <a:gd name="csY78" fmla="*/ 132042 h 141942"/>
              <a:gd name="csX79" fmla="*/ 139800 w 141978"/>
              <a:gd name="csY79" fmla="*/ 129729 h 141942"/>
              <a:gd name="csX80" fmla="*/ 125628 w 141978"/>
              <a:gd name="csY80" fmla="*/ 115558 h 141942"/>
              <a:gd name="csX81" fmla="*/ 123297 w 141978"/>
              <a:gd name="csY81" fmla="*/ 113976 h 141942"/>
              <a:gd name="csX82" fmla="*/ 120541 w 141978"/>
              <a:gd name="csY82" fmla="*/ 113415 h 141942"/>
            </a:gdLst>
            <a:ahLst/>
            <a:cxnLst/>
            <a:rect l="l" t="t" r="r" b="b"/>
            <a:pathLst>
              <a:path w="100000" h="100000">
                <a:moveTo>
                  <a:pt x="5010" y="14"/>
                </a:moveTo>
                <a:cubicBezTo>
                  <a:pt x="4015" y="14"/>
                  <a:pt x="3045" y="313"/>
                  <a:pt x="2230" y="865"/>
                </a:cubicBezTo>
                <a:cubicBezTo>
                  <a:pt x="1403" y="1428"/>
                  <a:pt x="768" y="2207"/>
                  <a:pt x="396" y="3129"/>
                </a:cubicBezTo>
                <a:cubicBezTo>
                  <a:pt x="13" y="4052"/>
                  <a:pt x="-71" y="5059"/>
                  <a:pt x="132" y="6029"/>
                </a:cubicBezTo>
                <a:cubicBezTo>
                  <a:pt x="336" y="7012"/>
                  <a:pt x="828" y="7898"/>
                  <a:pt x="1535" y="8593"/>
                </a:cubicBezTo>
                <a:lnTo>
                  <a:pt x="11517" y="18573"/>
                </a:lnTo>
                <a:cubicBezTo>
                  <a:pt x="11984" y="19053"/>
                  <a:pt x="12535" y="19436"/>
                  <a:pt x="13146" y="19700"/>
                </a:cubicBezTo>
                <a:cubicBezTo>
                  <a:pt x="13757" y="19963"/>
                  <a:pt x="14404" y="20095"/>
                  <a:pt x="15076" y="20107"/>
                </a:cubicBezTo>
                <a:cubicBezTo>
                  <a:pt x="15735" y="20107"/>
                  <a:pt x="16394" y="19987"/>
                  <a:pt x="17017" y="19735"/>
                </a:cubicBezTo>
                <a:cubicBezTo>
                  <a:pt x="17628" y="19484"/>
                  <a:pt x="18179" y="19113"/>
                  <a:pt x="18659" y="18645"/>
                </a:cubicBezTo>
                <a:cubicBezTo>
                  <a:pt x="19125" y="18178"/>
                  <a:pt x="19497" y="17615"/>
                  <a:pt x="19749" y="17004"/>
                </a:cubicBezTo>
                <a:cubicBezTo>
                  <a:pt x="20000" y="16381"/>
                  <a:pt x="20121" y="15722"/>
                  <a:pt x="20121" y="15063"/>
                </a:cubicBezTo>
                <a:cubicBezTo>
                  <a:pt x="20109" y="14404"/>
                  <a:pt x="19976" y="13745"/>
                  <a:pt x="19713" y="13134"/>
                </a:cubicBezTo>
                <a:cubicBezTo>
                  <a:pt x="19449" y="12523"/>
                  <a:pt x="19066" y="11972"/>
                  <a:pt x="18587" y="11517"/>
                </a:cubicBezTo>
                <a:lnTo>
                  <a:pt x="8593" y="1523"/>
                </a:lnTo>
                <a:cubicBezTo>
                  <a:pt x="8125" y="1045"/>
                  <a:pt x="7574" y="673"/>
                  <a:pt x="6963" y="410"/>
                </a:cubicBezTo>
                <a:cubicBezTo>
                  <a:pt x="6340" y="146"/>
                  <a:pt x="5680" y="14"/>
                  <a:pt x="5010" y="14"/>
                </a:cubicBezTo>
                <a:close/>
                <a:moveTo>
                  <a:pt x="94847" y="14"/>
                </a:moveTo>
                <a:cubicBezTo>
                  <a:pt x="93541" y="50"/>
                  <a:pt x="92319" y="602"/>
                  <a:pt x="91408" y="1523"/>
                </a:cubicBezTo>
                <a:lnTo>
                  <a:pt x="81426" y="11517"/>
                </a:lnTo>
                <a:cubicBezTo>
                  <a:pt x="80947" y="11972"/>
                  <a:pt x="80563" y="12523"/>
                  <a:pt x="80300" y="13134"/>
                </a:cubicBezTo>
                <a:cubicBezTo>
                  <a:pt x="80036" y="13745"/>
                  <a:pt x="79893" y="14404"/>
                  <a:pt x="79893" y="15063"/>
                </a:cubicBezTo>
                <a:cubicBezTo>
                  <a:pt x="79881" y="15722"/>
                  <a:pt x="80012" y="16381"/>
                  <a:pt x="80264" y="17004"/>
                </a:cubicBezTo>
                <a:cubicBezTo>
                  <a:pt x="80515" y="17615"/>
                  <a:pt x="80887" y="18178"/>
                  <a:pt x="81354" y="18645"/>
                </a:cubicBezTo>
                <a:cubicBezTo>
                  <a:pt x="81822" y="19113"/>
                  <a:pt x="82385" y="19484"/>
                  <a:pt x="82996" y="19735"/>
                </a:cubicBezTo>
                <a:cubicBezTo>
                  <a:pt x="83607" y="19987"/>
                  <a:pt x="84266" y="20107"/>
                  <a:pt x="84937" y="20107"/>
                </a:cubicBezTo>
                <a:cubicBezTo>
                  <a:pt x="85596" y="20095"/>
                  <a:pt x="86256" y="19963"/>
                  <a:pt x="86866" y="19700"/>
                </a:cubicBezTo>
                <a:cubicBezTo>
                  <a:pt x="87478" y="19436"/>
                  <a:pt x="88029" y="19053"/>
                  <a:pt x="88484" y="18573"/>
                </a:cubicBezTo>
                <a:lnTo>
                  <a:pt x="98466" y="8593"/>
                </a:lnTo>
                <a:cubicBezTo>
                  <a:pt x="99197" y="7886"/>
                  <a:pt x="99689" y="6988"/>
                  <a:pt x="99880" y="5993"/>
                </a:cubicBezTo>
                <a:cubicBezTo>
                  <a:pt x="100084" y="5011"/>
                  <a:pt x="99976" y="3992"/>
                  <a:pt x="99592" y="3058"/>
                </a:cubicBezTo>
                <a:cubicBezTo>
                  <a:pt x="99197" y="2135"/>
                  <a:pt x="98538" y="1344"/>
                  <a:pt x="97687" y="805"/>
                </a:cubicBezTo>
                <a:cubicBezTo>
                  <a:pt x="96837" y="266"/>
                  <a:pt x="95842" y="-10"/>
                  <a:pt x="94847" y="14"/>
                </a:cubicBezTo>
                <a:close/>
                <a:moveTo>
                  <a:pt x="58862" y="62"/>
                </a:moveTo>
                <a:cubicBezTo>
                  <a:pt x="57724" y="26"/>
                  <a:pt x="56597" y="517"/>
                  <a:pt x="55842" y="1440"/>
                </a:cubicBezTo>
                <a:lnTo>
                  <a:pt x="10905" y="56351"/>
                </a:lnTo>
                <a:cubicBezTo>
                  <a:pt x="9995" y="57477"/>
                  <a:pt x="9803" y="59023"/>
                  <a:pt x="10414" y="60329"/>
                </a:cubicBezTo>
                <a:cubicBezTo>
                  <a:pt x="11037" y="61635"/>
                  <a:pt x="12355" y="62474"/>
                  <a:pt x="13806" y="62474"/>
                </a:cubicBezTo>
                <a:lnTo>
                  <a:pt x="37520" y="62474"/>
                </a:lnTo>
                <a:lnTo>
                  <a:pt x="37520" y="96166"/>
                </a:lnTo>
                <a:cubicBezTo>
                  <a:pt x="37520" y="97748"/>
                  <a:pt x="38514" y="99161"/>
                  <a:pt x="40013" y="99688"/>
                </a:cubicBezTo>
                <a:cubicBezTo>
                  <a:pt x="40420" y="99844"/>
                  <a:pt x="40839" y="99915"/>
                  <a:pt x="41270" y="99915"/>
                </a:cubicBezTo>
                <a:cubicBezTo>
                  <a:pt x="42361" y="99915"/>
                  <a:pt x="43440" y="99425"/>
                  <a:pt x="44158" y="98538"/>
                </a:cubicBezTo>
                <a:lnTo>
                  <a:pt x="89095" y="43626"/>
                </a:lnTo>
                <a:cubicBezTo>
                  <a:pt x="90018" y="42500"/>
                  <a:pt x="90210" y="40955"/>
                  <a:pt x="89586" y="39649"/>
                </a:cubicBezTo>
                <a:cubicBezTo>
                  <a:pt x="88964" y="38343"/>
                  <a:pt x="87645" y="37504"/>
                  <a:pt x="86207" y="37504"/>
                </a:cubicBezTo>
                <a:lnTo>
                  <a:pt x="62481" y="37504"/>
                </a:lnTo>
                <a:lnTo>
                  <a:pt x="62481" y="3812"/>
                </a:lnTo>
                <a:cubicBezTo>
                  <a:pt x="62481" y="2231"/>
                  <a:pt x="61486" y="817"/>
                  <a:pt x="60000" y="289"/>
                </a:cubicBezTo>
                <a:cubicBezTo>
                  <a:pt x="59629" y="146"/>
                  <a:pt x="59245" y="74"/>
                  <a:pt x="58862" y="62"/>
                </a:cubicBezTo>
                <a:close/>
                <a:moveTo>
                  <a:pt x="14956" y="79895"/>
                </a:moveTo>
                <a:cubicBezTo>
                  <a:pt x="13661" y="79931"/>
                  <a:pt x="12427" y="80470"/>
                  <a:pt x="11517" y="81404"/>
                </a:cubicBezTo>
                <a:lnTo>
                  <a:pt x="1535" y="91385"/>
                </a:lnTo>
                <a:cubicBezTo>
                  <a:pt x="1055" y="91852"/>
                  <a:pt x="672" y="92404"/>
                  <a:pt x="408" y="93014"/>
                </a:cubicBezTo>
                <a:cubicBezTo>
                  <a:pt x="144" y="93614"/>
                  <a:pt x="13" y="94272"/>
                  <a:pt x="1" y="94944"/>
                </a:cubicBezTo>
                <a:cubicBezTo>
                  <a:pt x="-11" y="95603"/>
                  <a:pt x="120" y="96261"/>
                  <a:pt x="373" y="96873"/>
                </a:cubicBezTo>
                <a:cubicBezTo>
                  <a:pt x="624" y="97496"/>
                  <a:pt x="995" y="98047"/>
                  <a:pt x="1463" y="98526"/>
                </a:cubicBezTo>
                <a:cubicBezTo>
                  <a:pt x="1930" y="98994"/>
                  <a:pt x="2493" y="99365"/>
                  <a:pt x="3104" y="99616"/>
                </a:cubicBezTo>
                <a:cubicBezTo>
                  <a:pt x="3727" y="99868"/>
                  <a:pt x="4387" y="99988"/>
                  <a:pt x="5046" y="99988"/>
                </a:cubicBezTo>
                <a:cubicBezTo>
                  <a:pt x="5704" y="99976"/>
                  <a:pt x="6364" y="99832"/>
                  <a:pt x="6975" y="99568"/>
                </a:cubicBezTo>
                <a:cubicBezTo>
                  <a:pt x="7586" y="99305"/>
                  <a:pt x="8137" y="98934"/>
                  <a:pt x="8593" y="98454"/>
                </a:cubicBezTo>
                <a:lnTo>
                  <a:pt x="18587" y="88462"/>
                </a:lnTo>
                <a:cubicBezTo>
                  <a:pt x="19306" y="87766"/>
                  <a:pt x="19797" y="86856"/>
                  <a:pt x="20000" y="85873"/>
                </a:cubicBezTo>
                <a:cubicBezTo>
                  <a:pt x="20193" y="84891"/>
                  <a:pt x="20097" y="83861"/>
                  <a:pt x="19701" y="82938"/>
                </a:cubicBezTo>
                <a:cubicBezTo>
                  <a:pt x="19306" y="82016"/>
                  <a:pt x="18647" y="81225"/>
                  <a:pt x="17796" y="80686"/>
                </a:cubicBezTo>
                <a:cubicBezTo>
                  <a:pt x="16957" y="80135"/>
                  <a:pt x="15962" y="79859"/>
                  <a:pt x="14956" y="79895"/>
                </a:cubicBezTo>
                <a:close/>
                <a:moveTo>
                  <a:pt x="84901" y="79895"/>
                </a:moveTo>
                <a:cubicBezTo>
                  <a:pt x="83907" y="79895"/>
                  <a:pt x="82936" y="80194"/>
                  <a:pt x="82109" y="80746"/>
                </a:cubicBezTo>
                <a:cubicBezTo>
                  <a:pt x="81294" y="81297"/>
                  <a:pt x="80647" y="82087"/>
                  <a:pt x="80276" y="83010"/>
                </a:cubicBezTo>
                <a:cubicBezTo>
                  <a:pt x="79905" y="83933"/>
                  <a:pt x="79820" y="84939"/>
                  <a:pt x="80024" y="85910"/>
                </a:cubicBezTo>
                <a:cubicBezTo>
                  <a:pt x="80228" y="86880"/>
                  <a:pt x="80707" y="87766"/>
                  <a:pt x="81426" y="88462"/>
                </a:cubicBezTo>
                <a:lnTo>
                  <a:pt x="91408" y="98454"/>
                </a:lnTo>
                <a:cubicBezTo>
                  <a:pt x="91876" y="98934"/>
                  <a:pt x="92414" y="99305"/>
                  <a:pt x="93026" y="99568"/>
                </a:cubicBezTo>
                <a:cubicBezTo>
                  <a:pt x="93637" y="99832"/>
                  <a:pt x="94296" y="99976"/>
                  <a:pt x="94955" y="99988"/>
                </a:cubicBezTo>
                <a:cubicBezTo>
                  <a:pt x="95626" y="99988"/>
                  <a:pt x="96285" y="99868"/>
                  <a:pt x="96896" y="99616"/>
                </a:cubicBezTo>
                <a:cubicBezTo>
                  <a:pt x="97519" y="99365"/>
                  <a:pt x="98071" y="98994"/>
                  <a:pt x="98538" y="98526"/>
                </a:cubicBezTo>
                <a:cubicBezTo>
                  <a:pt x="99017" y="98047"/>
                  <a:pt x="99389" y="97496"/>
                  <a:pt x="99629" y="96873"/>
                </a:cubicBezTo>
                <a:cubicBezTo>
                  <a:pt x="99880" y="96261"/>
                  <a:pt x="100012" y="95603"/>
                  <a:pt x="100000" y="94944"/>
                </a:cubicBezTo>
                <a:cubicBezTo>
                  <a:pt x="100000" y="94272"/>
                  <a:pt x="99856" y="93614"/>
                  <a:pt x="99592" y="93014"/>
                </a:cubicBezTo>
                <a:cubicBezTo>
                  <a:pt x="99329" y="92404"/>
                  <a:pt x="98946" y="91852"/>
                  <a:pt x="98466" y="91385"/>
                </a:cubicBezTo>
                <a:lnTo>
                  <a:pt x="88484" y="81404"/>
                </a:lnTo>
                <a:cubicBezTo>
                  <a:pt x="88016" y="80925"/>
                  <a:pt x="87466" y="80542"/>
                  <a:pt x="86842" y="80290"/>
                </a:cubicBezTo>
                <a:cubicBezTo>
                  <a:pt x="86231" y="80026"/>
                  <a:pt x="85572" y="79895"/>
                  <a:pt x="84901" y="7989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3" name="Белый — SVG 6">
            <a:extLst>
              <a:ext uri="{FF2B5EF4-FFF2-40B4-BE49-F238E27FC236}">
                <a16:creationId xmlns:a16="http://schemas.microsoft.com/office/drawing/2014/main" id="{66C5386B-F0C7-BD48-AA34-C777180DB655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65434 w 170134"/>
              <a:gd name="csY0" fmla="*/ 0 h 170111"/>
              <a:gd name="csX1" fmla="*/ 58901 w 170134"/>
              <a:gd name="csY1" fmla="*/ 6549 h 170111"/>
              <a:gd name="csX2" fmla="*/ 58901 w 170134"/>
              <a:gd name="csY2" fmla="*/ 163562 h 170111"/>
              <a:gd name="csX3" fmla="*/ 65434 w 170134"/>
              <a:gd name="csY3" fmla="*/ 170111 h 170111"/>
              <a:gd name="csX4" fmla="*/ 104088 w 170134"/>
              <a:gd name="csY4" fmla="*/ 170111 h 170111"/>
              <a:gd name="csX5" fmla="*/ 110621 w 170134"/>
              <a:gd name="csY5" fmla="*/ 162949 h 170111"/>
              <a:gd name="csX6" fmla="*/ 92230 w 170134"/>
              <a:gd name="csY6" fmla="*/ 5937 h 170111"/>
              <a:gd name="csX7" fmla="*/ 85680 w 170134"/>
              <a:gd name="csY7" fmla="*/ 0 h 170111"/>
              <a:gd name="csX8" fmla="*/ 65434 w 170134"/>
              <a:gd name="csY8" fmla="*/ 0 h 170111"/>
              <a:gd name="csX9" fmla="*/ 0 w 170134"/>
              <a:gd name="csY9" fmla="*/ 19631 h 170111"/>
              <a:gd name="csX10" fmla="*/ 0 w 170134"/>
              <a:gd name="csY10" fmla="*/ 32712 h 170111"/>
              <a:gd name="csX11" fmla="*/ 13083 w 170134"/>
              <a:gd name="csY11" fmla="*/ 39262 h 170111"/>
              <a:gd name="csX12" fmla="*/ 26166 w 170134"/>
              <a:gd name="csY12" fmla="*/ 32712 h 170111"/>
              <a:gd name="csX13" fmla="*/ 39267 w 170134"/>
              <a:gd name="csY13" fmla="*/ 39262 h 170111"/>
              <a:gd name="csX14" fmla="*/ 52350 w 170134"/>
              <a:gd name="csY14" fmla="*/ 32712 h 170111"/>
              <a:gd name="csX15" fmla="*/ 52350 w 170134"/>
              <a:gd name="csY15" fmla="*/ 19631 h 170111"/>
              <a:gd name="csX16" fmla="*/ 39267 w 170134"/>
              <a:gd name="csY16" fmla="*/ 26163 h 170111"/>
              <a:gd name="csX17" fmla="*/ 26166 w 170134"/>
              <a:gd name="csY17" fmla="*/ 19631 h 170111"/>
              <a:gd name="csX18" fmla="*/ 13083 w 170134"/>
              <a:gd name="csY18" fmla="*/ 26163 h 170111"/>
              <a:gd name="csX19" fmla="*/ 0 w 170134"/>
              <a:gd name="csY19" fmla="*/ 19631 h 170111"/>
              <a:gd name="csX20" fmla="*/ 0 w 170134"/>
              <a:gd name="csY20" fmla="*/ 52343 h 170111"/>
              <a:gd name="csX21" fmla="*/ 0 w 170134"/>
              <a:gd name="csY21" fmla="*/ 65425 h 170111"/>
              <a:gd name="csX22" fmla="*/ 13083 w 170134"/>
              <a:gd name="csY22" fmla="*/ 71974 h 170111"/>
              <a:gd name="csX23" fmla="*/ 26166 w 170134"/>
              <a:gd name="csY23" fmla="*/ 65425 h 170111"/>
              <a:gd name="csX24" fmla="*/ 39267 w 170134"/>
              <a:gd name="csY24" fmla="*/ 71974 h 170111"/>
              <a:gd name="csX25" fmla="*/ 52350 w 170134"/>
              <a:gd name="csY25" fmla="*/ 65425 h 170111"/>
              <a:gd name="csX26" fmla="*/ 52350 w 170134"/>
              <a:gd name="csY26" fmla="*/ 52343 h 170111"/>
              <a:gd name="csX27" fmla="*/ 39267 w 170134"/>
              <a:gd name="csY27" fmla="*/ 58893 h 170111"/>
              <a:gd name="csX28" fmla="*/ 26166 w 170134"/>
              <a:gd name="csY28" fmla="*/ 52343 h 170111"/>
              <a:gd name="csX29" fmla="*/ 13083 w 170134"/>
              <a:gd name="csY29" fmla="*/ 58893 h 170111"/>
              <a:gd name="csX30" fmla="*/ 0 w 170134"/>
              <a:gd name="csY30" fmla="*/ 52343 h 170111"/>
              <a:gd name="csX31" fmla="*/ 0 w 170134"/>
              <a:gd name="csY31" fmla="*/ 85056 h 170111"/>
              <a:gd name="csX32" fmla="*/ 0 w 170134"/>
              <a:gd name="csY32" fmla="*/ 98137 h 170111"/>
              <a:gd name="csX33" fmla="*/ 13083 w 170134"/>
              <a:gd name="csY33" fmla="*/ 104686 h 170111"/>
              <a:gd name="csX34" fmla="*/ 26166 w 170134"/>
              <a:gd name="csY34" fmla="*/ 98137 h 170111"/>
              <a:gd name="csX35" fmla="*/ 39267 w 170134"/>
              <a:gd name="csY35" fmla="*/ 104686 h 170111"/>
              <a:gd name="csX36" fmla="*/ 52350 w 170134"/>
              <a:gd name="csY36" fmla="*/ 98137 h 170111"/>
              <a:gd name="csX37" fmla="*/ 52350 w 170134"/>
              <a:gd name="csY37" fmla="*/ 85056 h 170111"/>
              <a:gd name="csX38" fmla="*/ 39267 w 170134"/>
              <a:gd name="csY38" fmla="*/ 91605 h 170111"/>
              <a:gd name="csX39" fmla="*/ 26166 w 170134"/>
              <a:gd name="csY39" fmla="*/ 85056 h 170111"/>
              <a:gd name="csX40" fmla="*/ 13083 w 170134"/>
              <a:gd name="csY40" fmla="*/ 91605 h 170111"/>
              <a:gd name="csX41" fmla="*/ 0 w 170134"/>
              <a:gd name="csY41" fmla="*/ 85056 h 170111"/>
              <a:gd name="csX42" fmla="*/ 0 w 170134"/>
              <a:gd name="csY42" fmla="*/ 117768 h 170111"/>
              <a:gd name="csX43" fmla="*/ 0 w 170134"/>
              <a:gd name="csY43" fmla="*/ 130849 h 170111"/>
              <a:gd name="csX44" fmla="*/ 13083 w 170134"/>
              <a:gd name="csY44" fmla="*/ 137399 h 170111"/>
              <a:gd name="csX45" fmla="*/ 26166 w 170134"/>
              <a:gd name="csY45" fmla="*/ 130849 h 170111"/>
              <a:gd name="csX46" fmla="*/ 39267 w 170134"/>
              <a:gd name="csY46" fmla="*/ 137399 h 170111"/>
              <a:gd name="csX47" fmla="*/ 52350 w 170134"/>
              <a:gd name="csY47" fmla="*/ 130849 h 170111"/>
              <a:gd name="csX48" fmla="*/ 52350 w 170134"/>
              <a:gd name="csY48" fmla="*/ 117768 h 170111"/>
              <a:gd name="csX49" fmla="*/ 39267 w 170134"/>
              <a:gd name="csY49" fmla="*/ 124317 h 170111"/>
              <a:gd name="csX50" fmla="*/ 26166 w 170134"/>
              <a:gd name="csY50" fmla="*/ 117768 h 170111"/>
              <a:gd name="csX51" fmla="*/ 13083 w 170134"/>
              <a:gd name="csY51" fmla="*/ 124317 h 170111"/>
              <a:gd name="csX52" fmla="*/ 0 w 170134"/>
              <a:gd name="csY52" fmla="*/ 117768 h 170111"/>
              <a:gd name="csX53" fmla="*/ 117784 w 170134"/>
              <a:gd name="csY53" fmla="*/ 117768 h 170111"/>
              <a:gd name="csX54" fmla="*/ 117172 w 170134"/>
              <a:gd name="csY54" fmla="*/ 118993 h 170111"/>
              <a:gd name="csX55" fmla="*/ 118396 w 170134"/>
              <a:gd name="csY55" fmla="*/ 132074 h 170111"/>
              <a:gd name="csX56" fmla="*/ 130867 w 170134"/>
              <a:gd name="csY56" fmla="*/ 138011 h 170111"/>
              <a:gd name="csX57" fmla="*/ 143968 w 170134"/>
              <a:gd name="csY57" fmla="*/ 131462 h 170111"/>
              <a:gd name="csX58" fmla="*/ 157051 w 170134"/>
              <a:gd name="csY58" fmla="*/ 138011 h 170111"/>
              <a:gd name="csX59" fmla="*/ 170134 w 170134"/>
              <a:gd name="csY59" fmla="*/ 131462 h 170111"/>
              <a:gd name="csX60" fmla="*/ 170134 w 170134"/>
              <a:gd name="csY60" fmla="*/ 118380 h 170111"/>
              <a:gd name="csX61" fmla="*/ 157051 w 170134"/>
              <a:gd name="csY61" fmla="*/ 124317 h 170111"/>
              <a:gd name="csX62" fmla="*/ 143968 w 170134"/>
              <a:gd name="csY62" fmla="*/ 117768 h 170111"/>
              <a:gd name="csX63" fmla="*/ 130867 w 170134"/>
              <a:gd name="csY63" fmla="*/ 124317 h 170111"/>
              <a:gd name="csX64" fmla="*/ 117784 w 170134"/>
              <a:gd name="csY64" fmla="*/ 117768 h 170111"/>
              <a:gd name="csX65" fmla="*/ 0 w 170134"/>
              <a:gd name="csY65" fmla="*/ 150480 h 170111"/>
              <a:gd name="csX66" fmla="*/ 0 w 170134"/>
              <a:gd name="csY66" fmla="*/ 163562 h 170111"/>
              <a:gd name="csX67" fmla="*/ 13083 w 170134"/>
              <a:gd name="csY67" fmla="*/ 170111 h 170111"/>
              <a:gd name="csX68" fmla="*/ 26166 w 170134"/>
              <a:gd name="csY68" fmla="*/ 163562 h 170111"/>
              <a:gd name="csX69" fmla="*/ 39267 w 170134"/>
              <a:gd name="csY69" fmla="*/ 170111 h 170111"/>
              <a:gd name="csX70" fmla="*/ 52350 w 170134"/>
              <a:gd name="csY70" fmla="*/ 163562 h 170111"/>
              <a:gd name="csX71" fmla="*/ 52350 w 170134"/>
              <a:gd name="csY71" fmla="*/ 150480 h 170111"/>
              <a:gd name="csX72" fmla="*/ 39267 w 170134"/>
              <a:gd name="csY72" fmla="*/ 157030 h 170111"/>
              <a:gd name="csX73" fmla="*/ 26166 w 170134"/>
              <a:gd name="csY73" fmla="*/ 150480 h 170111"/>
              <a:gd name="csX74" fmla="*/ 13083 w 170134"/>
              <a:gd name="csY74" fmla="*/ 157030 h 170111"/>
              <a:gd name="csX75" fmla="*/ 0 w 170134"/>
              <a:gd name="csY75" fmla="*/ 150480 h 170111"/>
              <a:gd name="csX76" fmla="*/ 143968 w 170134"/>
              <a:gd name="csY76" fmla="*/ 150480 h 170111"/>
              <a:gd name="csX77" fmla="*/ 130867 w 170134"/>
              <a:gd name="csY77" fmla="*/ 157030 h 170111"/>
              <a:gd name="csX78" fmla="*/ 121050 w 170134"/>
              <a:gd name="csY78" fmla="*/ 153746 h 170111"/>
              <a:gd name="csX79" fmla="*/ 122276 w 170134"/>
              <a:gd name="csY79" fmla="*/ 168070 h 170111"/>
              <a:gd name="csX80" fmla="*/ 130867 w 170134"/>
              <a:gd name="csY80" fmla="*/ 170111 h 170111"/>
              <a:gd name="csX81" fmla="*/ 143968 w 170134"/>
              <a:gd name="csY81" fmla="*/ 163562 h 170111"/>
              <a:gd name="csX82" fmla="*/ 157051 w 170134"/>
              <a:gd name="csY82" fmla="*/ 170111 h 170111"/>
              <a:gd name="csX83" fmla="*/ 170134 w 170134"/>
              <a:gd name="csY83" fmla="*/ 163562 h 170111"/>
              <a:gd name="csX84" fmla="*/ 170134 w 170134"/>
              <a:gd name="csY84" fmla="*/ 150480 h 170111"/>
              <a:gd name="csX85" fmla="*/ 157051 w 170134"/>
              <a:gd name="csY85" fmla="*/ 157030 h 170111"/>
              <a:gd name="csX86" fmla="*/ 143968 w 170134"/>
              <a:gd name="csY86" fmla="*/ 150480 h 170111"/>
            </a:gdLst>
            <a:ahLst/>
            <a:cxnLst/>
            <a:rect l="l" t="t" r="r" b="b"/>
            <a:pathLst>
              <a:path w="100000" h="100000">
                <a:moveTo>
                  <a:pt x="38460" y="7"/>
                </a:moveTo>
                <a:cubicBezTo>
                  <a:pt x="36150" y="7"/>
                  <a:pt x="34620" y="1537"/>
                  <a:pt x="34620" y="3856"/>
                </a:cubicBezTo>
                <a:lnTo>
                  <a:pt x="34620" y="96144"/>
                </a:lnTo>
                <a:cubicBezTo>
                  <a:pt x="34620" y="98463"/>
                  <a:pt x="36150" y="99993"/>
                  <a:pt x="38460" y="99993"/>
                </a:cubicBezTo>
                <a:lnTo>
                  <a:pt x="61180" y="99993"/>
                </a:lnTo>
                <a:cubicBezTo>
                  <a:pt x="63490" y="99993"/>
                  <a:pt x="65020" y="98104"/>
                  <a:pt x="65020" y="95784"/>
                </a:cubicBezTo>
                <a:lnTo>
                  <a:pt x="54210" y="3496"/>
                </a:lnTo>
                <a:cubicBezTo>
                  <a:pt x="53820" y="1567"/>
                  <a:pt x="52280" y="7"/>
                  <a:pt x="50360" y="7"/>
                </a:cubicBezTo>
                <a:lnTo>
                  <a:pt x="38460" y="7"/>
                </a:lnTo>
                <a:close/>
                <a:moveTo>
                  <a:pt x="0" y="11545"/>
                </a:moveTo>
                <a:lnTo>
                  <a:pt x="0" y="19234"/>
                </a:lnTo>
                <a:cubicBezTo>
                  <a:pt x="0" y="19234"/>
                  <a:pt x="1920" y="23084"/>
                  <a:pt x="7690" y="23084"/>
                </a:cubicBezTo>
                <a:cubicBezTo>
                  <a:pt x="13460" y="23084"/>
                  <a:pt x="15380" y="19234"/>
                  <a:pt x="15380" y="19234"/>
                </a:cubicBezTo>
                <a:cubicBezTo>
                  <a:pt x="15380" y="19234"/>
                  <a:pt x="17310" y="23084"/>
                  <a:pt x="23080" y="23084"/>
                </a:cubicBezTo>
                <a:cubicBezTo>
                  <a:pt x="28850" y="23084"/>
                  <a:pt x="30770" y="19234"/>
                  <a:pt x="30770" y="19234"/>
                </a:cubicBezTo>
                <a:lnTo>
                  <a:pt x="30770" y="11545"/>
                </a:lnTo>
                <a:cubicBezTo>
                  <a:pt x="30770" y="11545"/>
                  <a:pt x="28850" y="15385"/>
                  <a:pt x="23080" y="15385"/>
                </a:cubicBezTo>
                <a:cubicBezTo>
                  <a:pt x="17310" y="15385"/>
                  <a:pt x="15380" y="11545"/>
                  <a:pt x="15380" y="11545"/>
                </a:cubicBezTo>
                <a:cubicBezTo>
                  <a:pt x="15380" y="11545"/>
                  <a:pt x="13460" y="15385"/>
                  <a:pt x="7690" y="15385"/>
                </a:cubicBezTo>
                <a:cubicBezTo>
                  <a:pt x="1920" y="15385"/>
                  <a:pt x="0" y="11545"/>
                  <a:pt x="0" y="11545"/>
                </a:cubicBezTo>
                <a:close/>
                <a:moveTo>
                  <a:pt x="0" y="30773"/>
                </a:moveTo>
                <a:lnTo>
                  <a:pt x="0" y="38462"/>
                </a:lnTo>
                <a:cubicBezTo>
                  <a:pt x="0" y="38462"/>
                  <a:pt x="1920" y="42311"/>
                  <a:pt x="7690" y="42311"/>
                </a:cubicBezTo>
                <a:cubicBezTo>
                  <a:pt x="13460" y="42311"/>
                  <a:pt x="15380" y="38462"/>
                  <a:pt x="15380" y="38462"/>
                </a:cubicBezTo>
                <a:cubicBezTo>
                  <a:pt x="15380" y="38462"/>
                  <a:pt x="17310" y="42311"/>
                  <a:pt x="23080" y="42311"/>
                </a:cubicBezTo>
                <a:cubicBezTo>
                  <a:pt x="28850" y="42311"/>
                  <a:pt x="30770" y="38462"/>
                  <a:pt x="30770" y="38462"/>
                </a:cubicBezTo>
                <a:lnTo>
                  <a:pt x="30770" y="30773"/>
                </a:lnTo>
                <a:cubicBezTo>
                  <a:pt x="30770" y="30773"/>
                  <a:pt x="28850" y="34622"/>
                  <a:pt x="23080" y="34622"/>
                </a:cubicBezTo>
                <a:cubicBezTo>
                  <a:pt x="17310" y="34622"/>
                  <a:pt x="15380" y="30773"/>
                  <a:pt x="15380" y="30773"/>
                </a:cubicBezTo>
                <a:cubicBezTo>
                  <a:pt x="15380" y="30773"/>
                  <a:pt x="13460" y="34622"/>
                  <a:pt x="7690" y="34622"/>
                </a:cubicBezTo>
                <a:cubicBezTo>
                  <a:pt x="1920" y="34622"/>
                  <a:pt x="0" y="30773"/>
                  <a:pt x="0" y="30773"/>
                </a:cubicBezTo>
                <a:close/>
                <a:moveTo>
                  <a:pt x="0" y="50000"/>
                </a:moveTo>
                <a:lnTo>
                  <a:pt x="0" y="57689"/>
                </a:lnTo>
                <a:cubicBezTo>
                  <a:pt x="0" y="57689"/>
                  <a:pt x="1920" y="61538"/>
                  <a:pt x="7690" y="61538"/>
                </a:cubicBezTo>
                <a:cubicBezTo>
                  <a:pt x="13460" y="61538"/>
                  <a:pt x="15380" y="57689"/>
                  <a:pt x="15380" y="57689"/>
                </a:cubicBezTo>
                <a:cubicBezTo>
                  <a:pt x="15380" y="57689"/>
                  <a:pt x="17310" y="61538"/>
                  <a:pt x="23080" y="61538"/>
                </a:cubicBezTo>
                <a:cubicBezTo>
                  <a:pt x="28850" y="61538"/>
                  <a:pt x="30770" y="57689"/>
                  <a:pt x="30770" y="57689"/>
                </a:cubicBezTo>
                <a:lnTo>
                  <a:pt x="30770" y="50000"/>
                </a:lnTo>
                <a:cubicBezTo>
                  <a:pt x="30770" y="50000"/>
                  <a:pt x="28850" y="53850"/>
                  <a:pt x="23080" y="53850"/>
                </a:cubicBezTo>
                <a:cubicBezTo>
                  <a:pt x="17310" y="53850"/>
                  <a:pt x="15380" y="50000"/>
                  <a:pt x="15380" y="50000"/>
                </a:cubicBezTo>
                <a:cubicBezTo>
                  <a:pt x="15380" y="50000"/>
                  <a:pt x="13460" y="53850"/>
                  <a:pt x="7690" y="53850"/>
                </a:cubicBezTo>
                <a:cubicBezTo>
                  <a:pt x="1920" y="53850"/>
                  <a:pt x="0" y="50000"/>
                  <a:pt x="0" y="50000"/>
                </a:cubicBezTo>
                <a:close/>
                <a:moveTo>
                  <a:pt x="0" y="69227"/>
                </a:moveTo>
                <a:lnTo>
                  <a:pt x="0" y="76916"/>
                </a:lnTo>
                <a:cubicBezTo>
                  <a:pt x="0" y="76916"/>
                  <a:pt x="1920" y="80766"/>
                  <a:pt x="7690" y="80766"/>
                </a:cubicBezTo>
                <a:cubicBezTo>
                  <a:pt x="13460" y="80766"/>
                  <a:pt x="15380" y="76916"/>
                  <a:pt x="15380" y="76916"/>
                </a:cubicBezTo>
                <a:cubicBezTo>
                  <a:pt x="15380" y="76916"/>
                  <a:pt x="17310" y="80766"/>
                  <a:pt x="23080" y="80766"/>
                </a:cubicBezTo>
                <a:cubicBezTo>
                  <a:pt x="28850" y="80766"/>
                  <a:pt x="30770" y="76916"/>
                  <a:pt x="30770" y="76916"/>
                </a:cubicBezTo>
                <a:lnTo>
                  <a:pt x="30770" y="69227"/>
                </a:lnTo>
                <a:cubicBezTo>
                  <a:pt x="30770" y="69227"/>
                  <a:pt x="28850" y="73077"/>
                  <a:pt x="23080" y="73077"/>
                </a:cubicBezTo>
                <a:cubicBezTo>
                  <a:pt x="17310" y="73077"/>
                  <a:pt x="15380" y="69227"/>
                  <a:pt x="15380" y="69227"/>
                </a:cubicBezTo>
                <a:cubicBezTo>
                  <a:pt x="15380" y="69227"/>
                  <a:pt x="13460" y="73077"/>
                  <a:pt x="7690" y="73077"/>
                </a:cubicBezTo>
                <a:cubicBezTo>
                  <a:pt x="1920" y="73077"/>
                  <a:pt x="0" y="69227"/>
                  <a:pt x="0" y="69227"/>
                </a:cubicBezTo>
                <a:close/>
                <a:moveTo>
                  <a:pt x="69230" y="69227"/>
                </a:moveTo>
                <a:cubicBezTo>
                  <a:pt x="69230" y="69227"/>
                  <a:pt x="69260" y="69557"/>
                  <a:pt x="68870" y="69948"/>
                </a:cubicBezTo>
                <a:lnTo>
                  <a:pt x="69590" y="77636"/>
                </a:lnTo>
                <a:cubicBezTo>
                  <a:pt x="70360" y="78796"/>
                  <a:pt x="72690" y="81126"/>
                  <a:pt x="76920" y="81126"/>
                </a:cubicBezTo>
                <a:cubicBezTo>
                  <a:pt x="82690" y="81126"/>
                  <a:pt x="84620" y="77276"/>
                  <a:pt x="84620" y="77276"/>
                </a:cubicBezTo>
                <a:cubicBezTo>
                  <a:pt x="84620" y="77276"/>
                  <a:pt x="86540" y="81126"/>
                  <a:pt x="92310" y="81126"/>
                </a:cubicBezTo>
                <a:cubicBezTo>
                  <a:pt x="98080" y="81126"/>
                  <a:pt x="100000" y="77276"/>
                  <a:pt x="100000" y="77276"/>
                </a:cubicBezTo>
                <a:lnTo>
                  <a:pt x="100000" y="69587"/>
                </a:lnTo>
                <a:cubicBezTo>
                  <a:pt x="100000" y="69198"/>
                  <a:pt x="98080" y="73077"/>
                  <a:pt x="92310" y="73077"/>
                </a:cubicBezTo>
                <a:cubicBezTo>
                  <a:pt x="86540" y="73077"/>
                  <a:pt x="84620" y="69227"/>
                  <a:pt x="84620" y="69227"/>
                </a:cubicBezTo>
                <a:cubicBezTo>
                  <a:pt x="84620" y="69227"/>
                  <a:pt x="82690" y="73077"/>
                  <a:pt x="76920" y="73077"/>
                </a:cubicBezTo>
                <a:cubicBezTo>
                  <a:pt x="71150" y="73077"/>
                  <a:pt x="69230" y="69227"/>
                  <a:pt x="69230" y="69227"/>
                </a:cubicBezTo>
                <a:close/>
                <a:moveTo>
                  <a:pt x="0" y="88455"/>
                </a:moveTo>
                <a:lnTo>
                  <a:pt x="0" y="96144"/>
                </a:lnTo>
                <a:cubicBezTo>
                  <a:pt x="0" y="96144"/>
                  <a:pt x="1920" y="99993"/>
                  <a:pt x="7690" y="99993"/>
                </a:cubicBezTo>
                <a:cubicBezTo>
                  <a:pt x="13460" y="99993"/>
                  <a:pt x="15380" y="96144"/>
                  <a:pt x="15380" y="96144"/>
                </a:cubicBezTo>
                <a:cubicBezTo>
                  <a:pt x="15380" y="96144"/>
                  <a:pt x="17310" y="99993"/>
                  <a:pt x="23080" y="99993"/>
                </a:cubicBezTo>
                <a:cubicBezTo>
                  <a:pt x="28850" y="99993"/>
                  <a:pt x="30770" y="96144"/>
                  <a:pt x="30770" y="96144"/>
                </a:cubicBezTo>
                <a:lnTo>
                  <a:pt x="30770" y="88455"/>
                </a:lnTo>
                <a:cubicBezTo>
                  <a:pt x="30770" y="88455"/>
                  <a:pt x="28850" y="92305"/>
                  <a:pt x="23080" y="92305"/>
                </a:cubicBezTo>
                <a:cubicBezTo>
                  <a:pt x="17310" y="92305"/>
                  <a:pt x="15380" y="88455"/>
                  <a:pt x="15380" y="88455"/>
                </a:cubicBezTo>
                <a:cubicBezTo>
                  <a:pt x="15380" y="88455"/>
                  <a:pt x="13460" y="92305"/>
                  <a:pt x="7690" y="92305"/>
                </a:cubicBezTo>
                <a:cubicBezTo>
                  <a:pt x="1920" y="92305"/>
                  <a:pt x="0" y="88455"/>
                  <a:pt x="0" y="88455"/>
                </a:cubicBezTo>
                <a:close/>
                <a:moveTo>
                  <a:pt x="84620" y="88455"/>
                </a:moveTo>
                <a:cubicBezTo>
                  <a:pt x="84620" y="88455"/>
                  <a:pt x="82690" y="92305"/>
                  <a:pt x="76920" y="92305"/>
                </a:cubicBezTo>
                <a:cubicBezTo>
                  <a:pt x="74230" y="92305"/>
                  <a:pt x="72310" y="91535"/>
                  <a:pt x="71150" y="90374"/>
                </a:cubicBezTo>
                <a:lnTo>
                  <a:pt x="71870" y="98794"/>
                </a:lnTo>
                <a:cubicBezTo>
                  <a:pt x="73030" y="99554"/>
                  <a:pt x="75000" y="99993"/>
                  <a:pt x="76920" y="99993"/>
                </a:cubicBezTo>
                <a:cubicBezTo>
                  <a:pt x="82690" y="99993"/>
                  <a:pt x="84620" y="96144"/>
                  <a:pt x="84620" y="96144"/>
                </a:cubicBezTo>
                <a:cubicBezTo>
                  <a:pt x="84620" y="96144"/>
                  <a:pt x="86540" y="99993"/>
                  <a:pt x="92310" y="99993"/>
                </a:cubicBezTo>
                <a:cubicBezTo>
                  <a:pt x="98080" y="99993"/>
                  <a:pt x="100000" y="96144"/>
                  <a:pt x="100000" y="96144"/>
                </a:cubicBezTo>
                <a:lnTo>
                  <a:pt x="100000" y="88455"/>
                </a:lnTo>
                <a:cubicBezTo>
                  <a:pt x="100000" y="88455"/>
                  <a:pt x="98080" y="92305"/>
                  <a:pt x="92310" y="92305"/>
                </a:cubicBezTo>
                <a:cubicBezTo>
                  <a:pt x="86540" y="92305"/>
                  <a:pt x="84620" y="88455"/>
                  <a:pt x="84620" y="8845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4" name="Белый — SVG 7">
            <a:extLst>
              <a:ext uri="{FF2B5EF4-FFF2-40B4-BE49-F238E27FC236}">
                <a16:creationId xmlns:a16="http://schemas.microsoft.com/office/drawing/2014/main" id="{83E3A67B-7C8D-CC48-83B9-BA16EA3917DB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70895 w 141772"/>
              <a:gd name="csY5" fmla="*/ 15940 h 141753"/>
              <a:gd name="csX6" fmla="*/ 76203 w 141772"/>
              <a:gd name="csY6" fmla="*/ 21264 h 141753"/>
              <a:gd name="csX7" fmla="*/ 70895 w 141772"/>
              <a:gd name="csY7" fmla="*/ 26572 h 141753"/>
              <a:gd name="csX8" fmla="*/ 65570 w 141772"/>
              <a:gd name="csY8" fmla="*/ 21264 h 141753"/>
              <a:gd name="csX9" fmla="*/ 70895 w 141772"/>
              <a:gd name="csY9" fmla="*/ 15940 h 141753"/>
              <a:gd name="csX10" fmla="*/ 21267 w 141772"/>
              <a:gd name="csY10" fmla="*/ 76193 h 141753"/>
              <a:gd name="csX11" fmla="*/ 15942 w 141772"/>
              <a:gd name="csY11" fmla="*/ 70885 h 141753"/>
              <a:gd name="csX12" fmla="*/ 21267 w 141772"/>
              <a:gd name="csY12" fmla="*/ 65561 h 141753"/>
              <a:gd name="csX13" fmla="*/ 26575 w 141772"/>
              <a:gd name="csY13" fmla="*/ 70885 h 141753"/>
              <a:gd name="csX14" fmla="*/ 21267 w 141772"/>
              <a:gd name="csY14" fmla="*/ 76193 h 141753"/>
              <a:gd name="csX15" fmla="*/ 39556 w 141772"/>
              <a:gd name="csY15" fmla="*/ 109722 h 141753"/>
              <a:gd name="csX16" fmla="*/ 32036 w 141772"/>
              <a:gd name="csY16" fmla="*/ 109722 h 141753"/>
              <a:gd name="csX17" fmla="*/ 32036 w 141772"/>
              <a:gd name="csY17" fmla="*/ 102203 h 141753"/>
              <a:gd name="csX18" fmla="*/ 39556 w 141772"/>
              <a:gd name="csY18" fmla="*/ 102203 h 141753"/>
              <a:gd name="csX19" fmla="*/ 39556 w 141772"/>
              <a:gd name="csY19" fmla="*/ 109722 h 141753"/>
              <a:gd name="csX20" fmla="*/ 39556 w 141772"/>
              <a:gd name="csY20" fmla="*/ 39551 h 141753"/>
              <a:gd name="csX21" fmla="*/ 32036 w 141772"/>
              <a:gd name="csY21" fmla="*/ 39551 h 141753"/>
              <a:gd name="csX22" fmla="*/ 32036 w 141772"/>
              <a:gd name="csY22" fmla="*/ 32032 h 141753"/>
              <a:gd name="csX23" fmla="*/ 39556 w 141772"/>
              <a:gd name="csY23" fmla="*/ 32032 h 141753"/>
              <a:gd name="csX24" fmla="*/ 39556 w 141772"/>
              <a:gd name="csY24" fmla="*/ 39551 h 141753"/>
              <a:gd name="csX25" fmla="*/ 64345 w 141772"/>
              <a:gd name="csY25" fmla="*/ 73590 h 141753"/>
              <a:gd name="csX26" fmla="*/ 68173 w 141772"/>
              <a:gd name="csY26" fmla="*/ 64336 h 141753"/>
              <a:gd name="csX27" fmla="*/ 110179 w 141772"/>
              <a:gd name="csY27" fmla="*/ 54606 h 141753"/>
              <a:gd name="csX28" fmla="*/ 73600 w 141772"/>
              <a:gd name="csY28" fmla="*/ 77435 h 141753"/>
              <a:gd name="csX29" fmla="*/ 64345 w 141772"/>
              <a:gd name="csY29" fmla="*/ 73590 h 141753"/>
              <a:gd name="csX30" fmla="*/ 109736 w 141772"/>
              <a:gd name="csY30" fmla="*/ 109722 h 141753"/>
              <a:gd name="csX31" fmla="*/ 102216 w 141772"/>
              <a:gd name="csY31" fmla="*/ 109722 h 141753"/>
              <a:gd name="csX32" fmla="*/ 102216 w 141772"/>
              <a:gd name="csY32" fmla="*/ 102203 h 141753"/>
              <a:gd name="csX33" fmla="*/ 109736 w 141772"/>
              <a:gd name="csY33" fmla="*/ 102203 h 141753"/>
              <a:gd name="csX34" fmla="*/ 109736 w 141772"/>
              <a:gd name="csY34" fmla="*/ 109722 h 141753"/>
              <a:gd name="csX35" fmla="*/ 109736 w 141772"/>
              <a:gd name="csY35" fmla="*/ 39551 h 141753"/>
              <a:gd name="csX36" fmla="*/ 102216 w 141772"/>
              <a:gd name="csY36" fmla="*/ 39551 h 141753"/>
              <a:gd name="csX37" fmla="*/ 102216 w 141772"/>
              <a:gd name="csY37" fmla="*/ 32032 h 141753"/>
              <a:gd name="csX38" fmla="*/ 109736 w 141772"/>
              <a:gd name="csY38" fmla="*/ 32032 h 141753"/>
              <a:gd name="csX39" fmla="*/ 109736 w 141772"/>
              <a:gd name="csY39" fmla="*/ 39551 h 141753"/>
              <a:gd name="csX40" fmla="*/ 120506 w 141772"/>
              <a:gd name="csY40" fmla="*/ 76193 h 141753"/>
              <a:gd name="csX41" fmla="*/ 115198 w 141772"/>
              <a:gd name="csY41" fmla="*/ 70885 h 141753"/>
              <a:gd name="csX42" fmla="*/ 120506 w 141772"/>
              <a:gd name="csY42" fmla="*/ 65561 h 141753"/>
              <a:gd name="csX43" fmla="*/ 125831 w 141772"/>
              <a:gd name="csY43" fmla="*/ 70885 h 141753"/>
              <a:gd name="csX44" fmla="*/ 120506 w 141772"/>
              <a:gd name="csY44" fmla="*/ 76193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2" y="99994"/>
                  <a:pt x="100001" y="77568"/>
                  <a:pt x="100001" y="50006"/>
                </a:cubicBezTo>
                <a:cubicBezTo>
                  <a:pt x="100001" y="22433"/>
                  <a:pt x="77572" y="7"/>
                  <a:pt x="50006" y="7"/>
                </a:cubicBezTo>
                <a:close/>
                <a:moveTo>
                  <a:pt x="50006" y="11250"/>
                </a:moveTo>
                <a:cubicBezTo>
                  <a:pt x="52070" y="11250"/>
                  <a:pt x="53750" y="12930"/>
                  <a:pt x="53750" y="15005"/>
                </a:cubicBezTo>
                <a:cubicBezTo>
                  <a:pt x="53750" y="17069"/>
                  <a:pt x="52070" y="18749"/>
                  <a:pt x="50006" y="18749"/>
                </a:cubicBezTo>
                <a:cubicBezTo>
                  <a:pt x="47930" y="18749"/>
                  <a:pt x="46250" y="17069"/>
                  <a:pt x="46250" y="15005"/>
                </a:cubicBezTo>
                <a:cubicBezTo>
                  <a:pt x="46250" y="12930"/>
                  <a:pt x="47930" y="11250"/>
                  <a:pt x="50006" y="11250"/>
                </a:cubicBezTo>
                <a:close/>
                <a:moveTo>
                  <a:pt x="15001" y="53750"/>
                </a:moveTo>
                <a:cubicBezTo>
                  <a:pt x="12924" y="53750"/>
                  <a:pt x="11245" y="52070"/>
                  <a:pt x="11245" y="50006"/>
                </a:cubicBezTo>
                <a:cubicBezTo>
                  <a:pt x="11245" y="47930"/>
                  <a:pt x="12924" y="46251"/>
                  <a:pt x="15001" y="46251"/>
                </a:cubicBezTo>
                <a:cubicBezTo>
                  <a:pt x="17065" y="46251"/>
                  <a:pt x="18745" y="47930"/>
                  <a:pt x="18745" y="50006"/>
                </a:cubicBezTo>
                <a:cubicBezTo>
                  <a:pt x="18745" y="52070"/>
                  <a:pt x="17065" y="53750"/>
                  <a:pt x="15001" y="53750"/>
                </a:cubicBezTo>
                <a:close/>
                <a:moveTo>
                  <a:pt x="27901" y="77400"/>
                </a:moveTo>
                <a:cubicBezTo>
                  <a:pt x="26438" y="78864"/>
                  <a:pt x="24061" y="78864"/>
                  <a:pt x="22597" y="77400"/>
                </a:cubicBezTo>
                <a:cubicBezTo>
                  <a:pt x="21133" y="75936"/>
                  <a:pt x="21133" y="73560"/>
                  <a:pt x="22597" y="72096"/>
                </a:cubicBezTo>
                <a:cubicBezTo>
                  <a:pt x="24061" y="70633"/>
                  <a:pt x="26438" y="70633"/>
                  <a:pt x="27901" y="72096"/>
                </a:cubicBezTo>
                <a:cubicBezTo>
                  <a:pt x="29365" y="73560"/>
                  <a:pt x="29365" y="75936"/>
                  <a:pt x="27901" y="77400"/>
                </a:cubicBezTo>
                <a:close/>
                <a:moveTo>
                  <a:pt x="27901" y="27904"/>
                </a:moveTo>
                <a:cubicBezTo>
                  <a:pt x="26438" y="29368"/>
                  <a:pt x="24061" y="29368"/>
                  <a:pt x="22597" y="27904"/>
                </a:cubicBezTo>
                <a:cubicBezTo>
                  <a:pt x="21133" y="26441"/>
                  <a:pt x="21133" y="24064"/>
                  <a:pt x="22597" y="22601"/>
                </a:cubicBezTo>
                <a:cubicBezTo>
                  <a:pt x="24061" y="21137"/>
                  <a:pt x="26438" y="21137"/>
                  <a:pt x="27901" y="22601"/>
                </a:cubicBezTo>
                <a:cubicBezTo>
                  <a:pt x="29365" y="24064"/>
                  <a:pt x="29365" y="26441"/>
                  <a:pt x="27901" y="27904"/>
                </a:cubicBezTo>
                <a:close/>
                <a:moveTo>
                  <a:pt x="45386" y="51914"/>
                </a:moveTo>
                <a:cubicBezTo>
                  <a:pt x="44330" y="49358"/>
                  <a:pt x="45542" y="46443"/>
                  <a:pt x="48086" y="45387"/>
                </a:cubicBezTo>
                <a:cubicBezTo>
                  <a:pt x="50643" y="44331"/>
                  <a:pt x="76660" y="35967"/>
                  <a:pt x="77716" y="38523"/>
                </a:cubicBezTo>
                <a:cubicBezTo>
                  <a:pt x="78772" y="41079"/>
                  <a:pt x="54471" y="53569"/>
                  <a:pt x="51914" y="54626"/>
                </a:cubicBezTo>
                <a:cubicBezTo>
                  <a:pt x="49370" y="55681"/>
                  <a:pt x="46442" y="54470"/>
                  <a:pt x="45386" y="51914"/>
                </a:cubicBezTo>
                <a:close/>
                <a:moveTo>
                  <a:pt x="77403" y="77400"/>
                </a:moveTo>
                <a:cubicBezTo>
                  <a:pt x="75940" y="78864"/>
                  <a:pt x="73563" y="78864"/>
                  <a:pt x="72099" y="77400"/>
                </a:cubicBezTo>
                <a:cubicBezTo>
                  <a:pt x="70635" y="75936"/>
                  <a:pt x="70635" y="73560"/>
                  <a:pt x="72099" y="72096"/>
                </a:cubicBezTo>
                <a:cubicBezTo>
                  <a:pt x="73563" y="70633"/>
                  <a:pt x="75940" y="70633"/>
                  <a:pt x="77403" y="72096"/>
                </a:cubicBezTo>
                <a:cubicBezTo>
                  <a:pt x="78867" y="73560"/>
                  <a:pt x="78867" y="75936"/>
                  <a:pt x="77403" y="77400"/>
                </a:cubicBezTo>
                <a:close/>
                <a:moveTo>
                  <a:pt x="77403" y="27904"/>
                </a:moveTo>
                <a:cubicBezTo>
                  <a:pt x="75940" y="29368"/>
                  <a:pt x="73563" y="29368"/>
                  <a:pt x="72099" y="27904"/>
                </a:cubicBezTo>
                <a:cubicBezTo>
                  <a:pt x="70635" y="26441"/>
                  <a:pt x="70635" y="24064"/>
                  <a:pt x="72099" y="22601"/>
                </a:cubicBezTo>
                <a:cubicBezTo>
                  <a:pt x="73563" y="21137"/>
                  <a:pt x="75940" y="21137"/>
                  <a:pt x="77403" y="22601"/>
                </a:cubicBezTo>
                <a:cubicBezTo>
                  <a:pt x="78867" y="24064"/>
                  <a:pt x="78867" y="26441"/>
                  <a:pt x="77403" y="27904"/>
                </a:cubicBezTo>
                <a:close/>
                <a:moveTo>
                  <a:pt x="85000" y="53750"/>
                </a:moveTo>
                <a:cubicBezTo>
                  <a:pt x="82936" y="53750"/>
                  <a:pt x="81256" y="52070"/>
                  <a:pt x="81256" y="50006"/>
                </a:cubicBezTo>
                <a:cubicBezTo>
                  <a:pt x="81256" y="47930"/>
                  <a:pt x="82936" y="46251"/>
                  <a:pt x="85000" y="46251"/>
                </a:cubicBezTo>
                <a:cubicBezTo>
                  <a:pt x="87076" y="46251"/>
                  <a:pt x="88756" y="47930"/>
                  <a:pt x="88756" y="50006"/>
                </a:cubicBezTo>
                <a:cubicBezTo>
                  <a:pt x="88756" y="52070"/>
                  <a:pt x="87076" y="53750"/>
                  <a:pt x="85000" y="5375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5" name="Белый — SVG 8">
            <a:extLst>
              <a:ext uri="{FF2B5EF4-FFF2-40B4-BE49-F238E27FC236}">
                <a16:creationId xmlns:a16="http://schemas.microsoft.com/office/drawing/2014/main" id="{B334C346-1375-8544-9B81-FE565F66E7F8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68105 w 163430"/>
              <a:gd name="csY0" fmla="*/ 0 h 153099"/>
              <a:gd name="csX1" fmla="*/ 64702 w 163430"/>
              <a:gd name="csY1" fmla="*/ 3402 h 153099"/>
              <a:gd name="csX2" fmla="*/ 64702 w 163430"/>
              <a:gd name="csY2" fmla="*/ 41575 h 153099"/>
              <a:gd name="csX3" fmla="*/ 98729 w 163430"/>
              <a:gd name="csY3" fmla="*/ 33069 h 153099"/>
              <a:gd name="csX4" fmla="*/ 98729 w 163430"/>
              <a:gd name="csY4" fmla="*/ 3402 h 153099"/>
              <a:gd name="csX5" fmla="*/ 95326 w 163430"/>
              <a:gd name="csY5" fmla="*/ 0 h 153099"/>
              <a:gd name="csX6" fmla="*/ 68105 w 163430"/>
              <a:gd name="csY6" fmla="*/ 0 h 153099"/>
              <a:gd name="csX7" fmla="*/ 3454 w 163430"/>
              <a:gd name="csY7" fmla="*/ 20413 h 153099"/>
              <a:gd name="csX8" fmla="*/ 51 w 163430"/>
              <a:gd name="csY8" fmla="*/ 23816 h 153099"/>
              <a:gd name="csX9" fmla="*/ 51 w 163430"/>
              <a:gd name="csY9" fmla="*/ 125882 h 153099"/>
              <a:gd name="csX10" fmla="*/ 3454 w 163430"/>
              <a:gd name="csY10" fmla="*/ 129284 h 153099"/>
              <a:gd name="csX11" fmla="*/ 23002 w 163430"/>
              <a:gd name="csY11" fmla="*/ 120966 h 153099"/>
              <a:gd name="csX12" fmla="*/ 42585 w 163430"/>
              <a:gd name="csY12" fmla="*/ 129284 h 153099"/>
              <a:gd name="csX13" fmla="*/ 62150 w 163430"/>
              <a:gd name="csY13" fmla="*/ 120983 h 153099"/>
              <a:gd name="csX14" fmla="*/ 81715 w 163430"/>
              <a:gd name="csY14" fmla="*/ 129284 h 153099"/>
              <a:gd name="csX15" fmla="*/ 101281 w 163430"/>
              <a:gd name="csY15" fmla="*/ 120983 h 153099"/>
              <a:gd name="csX16" fmla="*/ 120846 w 163430"/>
              <a:gd name="csY16" fmla="*/ 129284 h 153099"/>
              <a:gd name="csX17" fmla="*/ 140429 w 163430"/>
              <a:gd name="csY17" fmla="*/ 120966 h 153099"/>
              <a:gd name="csX18" fmla="*/ 159977 w 163430"/>
              <a:gd name="csY18" fmla="*/ 129284 h 153099"/>
              <a:gd name="csX19" fmla="*/ 163380 w 163430"/>
              <a:gd name="csY19" fmla="*/ 125882 h 153099"/>
              <a:gd name="csX20" fmla="*/ 163380 w 163430"/>
              <a:gd name="csY20" fmla="*/ 23816 h 153099"/>
              <a:gd name="csX21" fmla="*/ 159977 w 163430"/>
              <a:gd name="csY21" fmla="*/ 20413 h 153099"/>
              <a:gd name="csX22" fmla="*/ 108937 w 163430"/>
              <a:gd name="csY22" fmla="*/ 20413 h 153099"/>
              <a:gd name="csX23" fmla="*/ 105534 w 163430"/>
              <a:gd name="csY23" fmla="*/ 23816 h 153099"/>
              <a:gd name="csX24" fmla="*/ 105534 w 163430"/>
              <a:gd name="csY24" fmla="*/ 73250 h 153099"/>
              <a:gd name="csX25" fmla="*/ 85747 w 163430"/>
              <a:gd name="csY25" fmla="*/ 97831 h 153099"/>
              <a:gd name="csX26" fmla="*/ 78142 w 163430"/>
              <a:gd name="csY26" fmla="*/ 98018 h 153099"/>
              <a:gd name="csX27" fmla="*/ 57897 w 163430"/>
              <a:gd name="csY27" fmla="*/ 73250 h 153099"/>
              <a:gd name="csX28" fmla="*/ 57897 w 163430"/>
              <a:gd name="csY28" fmla="*/ 23816 h 153099"/>
              <a:gd name="csX29" fmla="*/ 54494 w 163430"/>
              <a:gd name="csY29" fmla="*/ 20413 h 153099"/>
              <a:gd name="csX30" fmla="*/ 3454 w 163430"/>
              <a:gd name="csY30" fmla="*/ 20413 h 153099"/>
              <a:gd name="csX31" fmla="*/ 98729 w 163430"/>
              <a:gd name="csY31" fmla="*/ 40078 h 153099"/>
              <a:gd name="csX32" fmla="*/ 64702 w 163430"/>
              <a:gd name="csY32" fmla="*/ 48584 h 153099"/>
              <a:gd name="csX33" fmla="*/ 64702 w 163430"/>
              <a:gd name="csY33" fmla="*/ 55184 h 153099"/>
              <a:gd name="csX34" fmla="*/ 98729 w 163430"/>
              <a:gd name="csY34" fmla="*/ 46678 h 153099"/>
              <a:gd name="csX35" fmla="*/ 98729 w 163430"/>
              <a:gd name="csY35" fmla="*/ 40078 h 153099"/>
              <a:gd name="csX36" fmla="*/ 98729 w 163430"/>
              <a:gd name="csY36" fmla="*/ 53687 h 153099"/>
              <a:gd name="csX37" fmla="*/ 64702 w 163430"/>
              <a:gd name="csY37" fmla="*/ 62193 h 153099"/>
              <a:gd name="csX38" fmla="*/ 64702 w 163430"/>
              <a:gd name="csY38" fmla="*/ 68793 h 153099"/>
              <a:gd name="csX39" fmla="*/ 98729 w 163430"/>
              <a:gd name="csY39" fmla="*/ 60287 h 153099"/>
              <a:gd name="csX40" fmla="*/ 98729 w 163430"/>
              <a:gd name="csY40" fmla="*/ 53687 h 153099"/>
              <a:gd name="csX41" fmla="*/ 98729 w 163430"/>
              <a:gd name="csY41" fmla="*/ 67296 h 153099"/>
              <a:gd name="csX42" fmla="*/ 65076 w 163430"/>
              <a:gd name="csY42" fmla="*/ 75716 h 153099"/>
              <a:gd name="csX43" fmla="*/ 80525 w 163430"/>
              <a:gd name="csY43" fmla="*/ 91656 h 153099"/>
              <a:gd name="csX44" fmla="*/ 81715 w 163430"/>
              <a:gd name="csY44" fmla="*/ 91860 h 153099"/>
              <a:gd name="csX45" fmla="*/ 83060 w 163430"/>
              <a:gd name="csY45" fmla="*/ 91588 h 153099"/>
              <a:gd name="csX46" fmla="*/ 98729 w 163430"/>
              <a:gd name="csY46" fmla="*/ 73250 h 153099"/>
              <a:gd name="csX47" fmla="*/ 98729 w 163430"/>
              <a:gd name="csY47" fmla="*/ 67296 h 153099"/>
              <a:gd name="csX48" fmla="*/ 62167 w 163430"/>
              <a:gd name="csY48" fmla="*/ 136089 h 153099"/>
              <a:gd name="csX49" fmla="*/ 60517 w 163430"/>
              <a:gd name="csY49" fmla="*/ 136497 h 153099"/>
              <a:gd name="csX50" fmla="*/ 59275 w 163430"/>
              <a:gd name="csY50" fmla="*/ 137671 h 153099"/>
              <a:gd name="csX51" fmla="*/ 42585 w 163430"/>
              <a:gd name="csY51" fmla="*/ 146296 h 153099"/>
              <a:gd name="csX52" fmla="*/ 25894 w 163430"/>
              <a:gd name="csY52" fmla="*/ 137671 h 153099"/>
              <a:gd name="csX53" fmla="*/ 24669 w 163430"/>
              <a:gd name="csY53" fmla="*/ 136514 h 153099"/>
              <a:gd name="csX54" fmla="*/ 23036 w 163430"/>
              <a:gd name="csY54" fmla="*/ 136089 h 153099"/>
              <a:gd name="csX55" fmla="*/ 21403 w 163430"/>
              <a:gd name="csY55" fmla="*/ 136497 h 153099"/>
              <a:gd name="csX56" fmla="*/ 20161 w 163430"/>
              <a:gd name="csY56" fmla="*/ 137637 h 153099"/>
              <a:gd name="csX57" fmla="*/ 3454 w 163430"/>
              <a:gd name="csY57" fmla="*/ 146296 h 153099"/>
              <a:gd name="csX58" fmla="*/ 2127 w 163430"/>
              <a:gd name="csY58" fmla="*/ 146533 h 153099"/>
              <a:gd name="csX59" fmla="*/ 1021 w 163430"/>
              <a:gd name="csY59" fmla="*/ 147282 h 153099"/>
              <a:gd name="csX60" fmla="*/ 255 w 163430"/>
              <a:gd name="csY60" fmla="*/ 148388 h 153099"/>
              <a:gd name="csX61" fmla="*/ 0 w 163430"/>
              <a:gd name="csY61" fmla="*/ 149698 h 153099"/>
              <a:gd name="csX62" fmla="*/ 255 w 163430"/>
              <a:gd name="csY62" fmla="*/ 151008 h 153099"/>
              <a:gd name="csX63" fmla="*/ 1021 w 163430"/>
              <a:gd name="csY63" fmla="*/ 152113 h 153099"/>
              <a:gd name="csX64" fmla="*/ 2127 w 163430"/>
              <a:gd name="csY64" fmla="*/ 152862 h 153099"/>
              <a:gd name="csX65" fmla="*/ 3454 w 163430"/>
              <a:gd name="csY65" fmla="*/ 153100 h 153099"/>
              <a:gd name="csX66" fmla="*/ 23002 w 163430"/>
              <a:gd name="csY66" fmla="*/ 144305 h 153099"/>
              <a:gd name="csX67" fmla="*/ 42585 w 163430"/>
              <a:gd name="csY67" fmla="*/ 153100 h 153099"/>
              <a:gd name="csX68" fmla="*/ 62150 w 163430"/>
              <a:gd name="csY68" fmla="*/ 144322 h 153099"/>
              <a:gd name="csX69" fmla="*/ 81715 w 163430"/>
              <a:gd name="csY69" fmla="*/ 153100 h 153099"/>
              <a:gd name="csX70" fmla="*/ 101281 w 163430"/>
              <a:gd name="csY70" fmla="*/ 144322 h 153099"/>
              <a:gd name="csX71" fmla="*/ 120846 w 163430"/>
              <a:gd name="csY71" fmla="*/ 153100 h 153099"/>
              <a:gd name="csX72" fmla="*/ 140412 w 163430"/>
              <a:gd name="csY72" fmla="*/ 144305 h 153099"/>
              <a:gd name="csX73" fmla="*/ 159977 w 163430"/>
              <a:gd name="csY73" fmla="*/ 153100 h 153099"/>
              <a:gd name="csX74" fmla="*/ 161287 w 163430"/>
              <a:gd name="csY74" fmla="*/ 152862 h 153099"/>
              <a:gd name="csX75" fmla="*/ 162410 w 163430"/>
              <a:gd name="csY75" fmla="*/ 152113 h 153099"/>
              <a:gd name="csX76" fmla="*/ 163158 w 163430"/>
              <a:gd name="csY76" fmla="*/ 151008 h 153099"/>
              <a:gd name="csX77" fmla="*/ 163431 w 163430"/>
              <a:gd name="csY77" fmla="*/ 149698 h 153099"/>
              <a:gd name="csX78" fmla="*/ 163158 w 163430"/>
              <a:gd name="csY78" fmla="*/ 148388 h 153099"/>
              <a:gd name="csX79" fmla="*/ 162410 w 163430"/>
              <a:gd name="csY79" fmla="*/ 147282 h 153099"/>
              <a:gd name="csX80" fmla="*/ 161287 w 163430"/>
              <a:gd name="csY80" fmla="*/ 146533 h 153099"/>
              <a:gd name="csX81" fmla="*/ 159977 w 163430"/>
              <a:gd name="csY81" fmla="*/ 146296 h 153099"/>
              <a:gd name="csX82" fmla="*/ 143270 w 163430"/>
              <a:gd name="csY82" fmla="*/ 137654 h 153099"/>
              <a:gd name="csX83" fmla="*/ 142028 w 163430"/>
              <a:gd name="csY83" fmla="*/ 136497 h 153099"/>
              <a:gd name="csX84" fmla="*/ 140395 w 163430"/>
              <a:gd name="csY84" fmla="*/ 136089 h 153099"/>
              <a:gd name="csX85" fmla="*/ 138761 w 163430"/>
              <a:gd name="csY85" fmla="*/ 136514 h 153099"/>
              <a:gd name="csX86" fmla="*/ 137537 w 163430"/>
              <a:gd name="csY86" fmla="*/ 137671 h 153099"/>
              <a:gd name="csX87" fmla="*/ 120846 w 163430"/>
              <a:gd name="csY87" fmla="*/ 146296 h 153099"/>
              <a:gd name="csX88" fmla="*/ 104156 w 163430"/>
              <a:gd name="csY88" fmla="*/ 137671 h 153099"/>
              <a:gd name="csX89" fmla="*/ 102914 w 163430"/>
              <a:gd name="csY89" fmla="*/ 136514 h 153099"/>
              <a:gd name="csX90" fmla="*/ 101281 w 163430"/>
              <a:gd name="csY90" fmla="*/ 136089 h 153099"/>
              <a:gd name="csX91" fmla="*/ 99631 w 163430"/>
              <a:gd name="csY91" fmla="*/ 136514 h 153099"/>
              <a:gd name="csX92" fmla="*/ 98406 w 163430"/>
              <a:gd name="csY92" fmla="*/ 137671 h 153099"/>
              <a:gd name="csX93" fmla="*/ 81715 w 163430"/>
              <a:gd name="csY93" fmla="*/ 146296 h 153099"/>
              <a:gd name="csX94" fmla="*/ 65025 w 163430"/>
              <a:gd name="csY94" fmla="*/ 137671 h 153099"/>
              <a:gd name="csX95" fmla="*/ 63800 w 163430"/>
              <a:gd name="csY95" fmla="*/ 136514 h 153099"/>
              <a:gd name="csX96" fmla="*/ 62167 w 163430"/>
              <a:gd name="csY96" fmla="*/ 136089 h 153099"/>
            </a:gdLst>
            <a:ahLst/>
            <a:cxnLst/>
            <a:rect l="l" t="t" r="r" b="b"/>
            <a:pathLst>
              <a:path w="100000" h="100000">
                <a:moveTo>
                  <a:pt x="41672" y="3161"/>
                </a:moveTo>
                <a:cubicBezTo>
                  <a:pt x="40516" y="3161"/>
                  <a:pt x="39590" y="4087"/>
                  <a:pt x="39590" y="5242"/>
                </a:cubicBezTo>
                <a:lnTo>
                  <a:pt x="39590" y="28600"/>
                </a:lnTo>
                <a:lnTo>
                  <a:pt x="60411" y="23395"/>
                </a:lnTo>
                <a:lnTo>
                  <a:pt x="60411" y="5242"/>
                </a:lnTo>
                <a:cubicBezTo>
                  <a:pt x="60411" y="4087"/>
                  <a:pt x="59473" y="3161"/>
                  <a:pt x="58328" y="3161"/>
                </a:cubicBezTo>
                <a:lnTo>
                  <a:pt x="41672" y="3161"/>
                </a:lnTo>
                <a:close/>
                <a:moveTo>
                  <a:pt x="2113" y="15651"/>
                </a:moveTo>
                <a:cubicBezTo>
                  <a:pt x="958" y="15651"/>
                  <a:pt x="31" y="16577"/>
                  <a:pt x="31" y="17733"/>
                </a:cubicBezTo>
                <a:lnTo>
                  <a:pt x="31" y="80186"/>
                </a:lnTo>
                <a:cubicBezTo>
                  <a:pt x="31" y="81342"/>
                  <a:pt x="958" y="82267"/>
                  <a:pt x="2113" y="82267"/>
                </a:cubicBezTo>
                <a:cubicBezTo>
                  <a:pt x="7984" y="82267"/>
                  <a:pt x="11961" y="79311"/>
                  <a:pt x="14075" y="77178"/>
                </a:cubicBezTo>
                <a:cubicBezTo>
                  <a:pt x="16157" y="79311"/>
                  <a:pt x="20123" y="82267"/>
                  <a:pt x="26057" y="82267"/>
                </a:cubicBezTo>
                <a:cubicBezTo>
                  <a:pt x="31970" y="82267"/>
                  <a:pt x="35936" y="79322"/>
                  <a:pt x="38029" y="77188"/>
                </a:cubicBezTo>
                <a:cubicBezTo>
                  <a:pt x="40121" y="79322"/>
                  <a:pt x="44077" y="82267"/>
                  <a:pt x="50000" y="82267"/>
                </a:cubicBezTo>
                <a:cubicBezTo>
                  <a:pt x="55913" y="82267"/>
                  <a:pt x="59879" y="79322"/>
                  <a:pt x="61972" y="77188"/>
                </a:cubicBezTo>
                <a:cubicBezTo>
                  <a:pt x="64065" y="79322"/>
                  <a:pt x="68021" y="82267"/>
                  <a:pt x="73944" y="82267"/>
                </a:cubicBezTo>
                <a:cubicBezTo>
                  <a:pt x="79867" y="82267"/>
                  <a:pt x="83833" y="79311"/>
                  <a:pt x="85926" y="77178"/>
                </a:cubicBezTo>
                <a:cubicBezTo>
                  <a:pt x="88029" y="79311"/>
                  <a:pt x="92005" y="82267"/>
                  <a:pt x="97887" y="82267"/>
                </a:cubicBezTo>
                <a:cubicBezTo>
                  <a:pt x="99032" y="82267"/>
                  <a:pt x="99969" y="81342"/>
                  <a:pt x="99969" y="80186"/>
                </a:cubicBezTo>
                <a:lnTo>
                  <a:pt x="99969" y="17733"/>
                </a:lnTo>
                <a:cubicBezTo>
                  <a:pt x="99969" y="16577"/>
                  <a:pt x="99032" y="15651"/>
                  <a:pt x="97887" y="15651"/>
                </a:cubicBezTo>
                <a:lnTo>
                  <a:pt x="66657" y="15651"/>
                </a:lnTo>
                <a:cubicBezTo>
                  <a:pt x="65501" y="15651"/>
                  <a:pt x="64574" y="16577"/>
                  <a:pt x="64574" y="17733"/>
                </a:cubicBezTo>
                <a:lnTo>
                  <a:pt x="64574" y="47981"/>
                </a:lnTo>
                <a:cubicBezTo>
                  <a:pt x="64574" y="53207"/>
                  <a:pt x="58922" y="60243"/>
                  <a:pt x="52467" y="63022"/>
                </a:cubicBezTo>
                <a:cubicBezTo>
                  <a:pt x="51000" y="63657"/>
                  <a:pt x="49313" y="63698"/>
                  <a:pt x="47814" y="63136"/>
                </a:cubicBezTo>
                <a:cubicBezTo>
                  <a:pt x="40163" y="60284"/>
                  <a:pt x="35426" y="53050"/>
                  <a:pt x="35426" y="47981"/>
                </a:cubicBezTo>
                <a:lnTo>
                  <a:pt x="35426" y="17733"/>
                </a:lnTo>
                <a:cubicBezTo>
                  <a:pt x="35426" y="16577"/>
                  <a:pt x="34489" y="15651"/>
                  <a:pt x="33344" y="15651"/>
                </a:cubicBezTo>
                <a:lnTo>
                  <a:pt x="2113" y="15651"/>
                </a:lnTo>
                <a:close/>
                <a:moveTo>
                  <a:pt x="60411" y="27684"/>
                </a:moveTo>
                <a:lnTo>
                  <a:pt x="39590" y="32888"/>
                </a:lnTo>
                <a:lnTo>
                  <a:pt x="39590" y="36927"/>
                </a:lnTo>
                <a:lnTo>
                  <a:pt x="60411" y="31722"/>
                </a:lnTo>
                <a:lnTo>
                  <a:pt x="60411" y="27684"/>
                </a:lnTo>
                <a:close/>
                <a:moveTo>
                  <a:pt x="60411" y="36011"/>
                </a:moveTo>
                <a:lnTo>
                  <a:pt x="39590" y="41216"/>
                </a:lnTo>
                <a:lnTo>
                  <a:pt x="39590" y="45254"/>
                </a:lnTo>
                <a:lnTo>
                  <a:pt x="60411" y="40049"/>
                </a:lnTo>
                <a:lnTo>
                  <a:pt x="60411" y="36011"/>
                </a:lnTo>
                <a:close/>
                <a:moveTo>
                  <a:pt x="60411" y="44338"/>
                </a:moveTo>
                <a:lnTo>
                  <a:pt x="39819" y="49490"/>
                </a:lnTo>
                <a:cubicBezTo>
                  <a:pt x="40662" y="52717"/>
                  <a:pt x="43931" y="57245"/>
                  <a:pt x="49272" y="59243"/>
                </a:cubicBezTo>
                <a:cubicBezTo>
                  <a:pt x="49511" y="59327"/>
                  <a:pt x="49750" y="59368"/>
                  <a:pt x="50000" y="59368"/>
                </a:cubicBezTo>
                <a:cubicBezTo>
                  <a:pt x="50281" y="59368"/>
                  <a:pt x="50562" y="59316"/>
                  <a:pt x="50823" y="59202"/>
                </a:cubicBezTo>
                <a:cubicBezTo>
                  <a:pt x="56132" y="56912"/>
                  <a:pt x="60411" y="51187"/>
                  <a:pt x="60411" y="47981"/>
                </a:cubicBezTo>
                <a:lnTo>
                  <a:pt x="60411" y="44338"/>
                </a:lnTo>
                <a:close/>
                <a:moveTo>
                  <a:pt x="38039" y="86431"/>
                </a:moveTo>
                <a:cubicBezTo>
                  <a:pt x="37685" y="86421"/>
                  <a:pt x="37341" y="86514"/>
                  <a:pt x="37029" y="86681"/>
                </a:cubicBezTo>
                <a:cubicBezTo>
                  <a:pt x="36717" y="86847"/>
                  <a:pt x="36457" y="87097"/>
                  <a:pt x="36269" y="87399"/>
                </a:cubicBezTo>
                <a:cubicBezTo>
                  <a:pt x="36269" y="87399"/>
                  <a:pt x="33000" y="92677"/>
                  <a:pt x="26057" y="92677"/>
                </a:cubicBezTo>
                <a:cubicBezTo>
                  <a:pt x="19113" y="92677"/>
                  <a:pt x="15844" y="87399"/>
                  <a:pt x="15844" y="87399"/>
                </a:cubicBezTo>
                <a:cubicBezTo>
                  <a:pt x="15657" y="87107"/>
                  <a:pt x="15397" y="86858"/>
                  <a:pt x="15095" y="86691"/>
                </a:cubicBezTo>
                <a:cubicBezTo>
                  <a:pt x="14793" y="86525"/>
                  <a:pt x="14449" y="86431"/>
                  <a:pt x="14095" y="86431"/>
                </a:cubicBezTo>
                <a:cubicBezTo>
                  <a:pt x="13742" y="86431"/>
                  <a:pt x="13398" y="86514"/>
                  <a:pt x="13096" y="86681"/>
                </a:cubicBezTo>
                <a:cubicBezTo>
                  <a:pt x="12784" y="86847"/>
                  <a:pt x="12523" y="87087"/>
                  <a:pt x="12336" y="87378"/>
                </a:cubicBezTo>
                <a:cubicBezTo>
                  <a:pt x="12336" y="87378"/>
                  <a:pt x="8953" y="92677"/>
                  <a:pt x="2113" y="92677"/>
                </a:cubicBezTo>
                <a:cubicBezTo>
                  <a:pt x="1832" y="92677"/>
                  <a:pt x="1562" y="92729"/>
                  <a:pt x="1301" y="92822"/>
                </a:cubicBezTo>
                <a:cubicBezTo>
                  <a:pt x="1051" y="92926"/>
                  <a:pt x="812" y="93082"/>
                  <a:pt x="625" y="93280"/>
                </a:cubicBezTo>
                <a:cubicBezTo>
                  <a:pt x="426" y="93467"/>
                  <a:pt x="270" y="93697"/>
                  <a:pt x="156" y="93957"/>
                </a:cubicBezTo>
                <a:cubicBezTo>
                  <a:pt x="52" y="94206"/>
                  <a:pt x="0" y="94477"/>
                  <a:pt x="0" y="94758"/>
                </a:cubicBezTo>
                <a:cubicBezTo>
                  <a:pt x="0" y="95039"/>
                  <a:pt x="52" y="95310"/>
                  <a:pt x="156" y="95560"/>
                </a:cubicBezTo>
                <a:cubicBezTo>
                  <a:pt x="270" y="95820"/>
                  <a:pt x="426" y="96049"/>
                  <a:pt x="625" y="96236"/>
                </a:cubicBezTo>
                <a:cubicBezTo>
                  <a:pt x="812" y="96434"/>
                  <a:pt x="1051" y="96590"/>
                  <a:pt x="1301" y="96694"/>
                </a:cubicBezTo>
                <a:cubicBezTo>
                  <a:pt x="1562" y="96788"/>
                  <a:pt x="1832" y="96840"/>
                  <a:pt x="2113" y="96840"/>
                </a:cubicBezTo>
                <a:cubicBezTo>
                  <a:pt x="8859" y="96840"/>
                  <a:pt x="12315" y="93488"/>
                  <a:pt x="14075" y="91458"/>
                </a:cubicBezTo>
                <a:cubicBezTo>
                  <a:pt x="15823" y="93498"/>
                  <a:pt x="19269" y="96840"/>
                  <a:pt x="26057" y="96840"/>
                </a:cubicBezTo>
                <a:cubicBezTo>
                  <a:pt x="32834" y="96840"/>
                  <a:pt x="36280" y="93509"/>
                  <a:pt x="38029" y="91469"/>
                </a:cubicBezTo>
                <a:cubicBezTo>
                  <a:pt x="39777" y="93509"/>
                  <a:pt x="43213" y="96840"/>
                  <a:pt x="50000" y="96840"/>
                </a:cubicBezTo>
                <a:cubicBezTo>
                  <a:pt x="56788" y="96840"/>
                  <a:pt x="60223" y="93509"/>
                  <a:pt x="61972" y="91469"/>
                </a:cubicBezTo>
                <a:cubicBezTo>
                  <a:pt x="63721" y="93509"/>
                  <a:pt x="67157" y="96840"/>
                  <a:pt x="73944" y="96840"/>
                </a:cubicBezTo>
                <a:cubicBezTo>
                  <a:pt x="80731" y="96840"/>
                  <a:pt x="84167" y="93498"/>
                  <a:pt x="85916" y="91458"/>
                </a:cubicBezTo>
                <a:cubicBezTo>
                  <a:pt x="87675" y="93488"/>
                  <a:pt x="91131" y="96840"/>
                  <a:pt x="97887" y="96840"/>
                </a:cubicBezTo>
                <a:cubicBezTo>
                  <a:pt x="98158" y="96840"/>
                  <a:pt x="98439" y="96788"/>
                  <a:pt x="98689" y="96694"/>
                </a:cubicBezTo>
                <a:cubicBezTo>
                  <a:pt x="98949" y="96590"/>
                  <a:pt x="99178" y="96434"/>
                  <a:pt x="99376" y="96236"/>
                </a:cubicBezTo>
                <a:cubicBezTo>
                  <a:pt x="99574" y="96049"/>
                  <a:pt x="99730" y="95820"/>
                  <a:pt x="99834" y="95560"/>
                </a:cubicBezTo>
                <a:cubicBezTo>
                  <a:pt x="99938" y="95310"/>
                  <a:pt x="100001" y="95039"/>
                  <a:pt x="100001" y="94758"/>
                </a:cubicBezTo>
                <a:cubicBezTo>
                  <a:pt x="100001" y="94477"/>
                  <a:pt x="99938" y="94206"/>
                  <a:pt x="99834" y="93957"/>
                </a:cubicBezTo>
                <a:cubicBezTo>
                  <a:pt x="99730" y="93697"/>
                  <a:pt x="99574" y="93467"/>
                  <a:pt x="99376" y="93280"/>
                </a:cubicBezTo>
                <a:cubicBezTo>
                  <a:pt x="99178" y="93082"/>
                  <a:pt x="98949" y="92926"/>
                  <a:pt x="98689" y="92822"/>
                </a:cubicBezTo>
                <a:cubicBezTo>
                  <a:pt x="98439" y="92729"/>
                  <a:pt x="98158" y="92677"/>
                  <a:pt x="97887" y="92677"/>
                </a:cubicBezTo>
                <a:cubicBezTo>
                  <a:pt x="91027" y="92677"/>
                  <a:pt x="87664" y="87389"/>
                  <a:pt x="87664" y="87389"/>
                </a:cubicBezTo>
                <a:cubicBezTo>
                  <a:pt x="87477" y="87097"/>
                  <a:pt x="87217" y="86847"/>
                  <a:pt x="86904" y="86681"/>
                </a:cubicBezTo>
                <a:cubicBezTo>
                  <a:pt x="86602" y="86514"/>
                  <a:pt x="86249" y="86431"/>
                  <a:pt x="85905" y="86431"/>
                </a:cubicBezTo>
                <a:cubicBezTo>
                  <a:pt x="85551" y="86431"/>
                  <a:pt x="85208" y="86525"/>
                  <a:pt x="84905" y="86691"/>
                </a:cubicBezTo>
                <a:cubicBezTo>
                  <a:pt x="84593" y="86868"/>
                  <a:pt x="84344" y="87107"/>
                  <a:pt x="84157" y="87399"/>
                </a:cubicBezTo>
                <a:cubicBezTo>
                  <a:pt x="84157" y="87399"/>
                  <a:pt x="80887" y="92677"/>
                  <a:pt x="73944" y="92677"/>
                </a:cubicBezTo>
                <a:cubicBezTo>
                  <a:pt x="66990" y="92677"/>
                  <a:pt x="63731" y="87399"/>
                  <a:pt x="63731" y="87399"/>
                </a:cubicBezTo>
                <a:cubicBezTo>
                  <a:pt x="63544" y="87107"/>
                  <a:pt x="63284" y="86858"/>
                  <a:pt x="62971" y="86691"/>
                </a:cubicBezTo>
                <a:cubicBezTo>
                  <a:pt x="62670" y="86525"/>
                  <a:pt x="62326" y="86431"/>
                  <a:pt x="61972" y="86431"/>
                </a:cubicBezTo>
                <a:cubicBezTo>
                  <a:pt x="61618" y="86431"/>
                  <a:pt x="61275" y="86514"/>
                  <a:pt x="60962" y="86691"/>
                </a:cubicBezTo>
                <a:cubicBezTo>
                  <a:pt x="60660" y="86858"/>
                  <a:pt x="60400" y="87097"/>
                  <a:pt x="60213" y="87399"/>
                </a:cubicBezTo>
                <a:cubicBezTo>
                  <a:pt x="60213" y="87399"/>
                  <a:pt x="56944" y="92677"/>
                  <a:pt x="50000" y="92677"/>
                </a:cubicBezTo>
                <a:cubicBezTo>
                  <a:pt x="43057" y="92677"/>
                  <a:pt x="39788" y="87399"/>
                  <a:pt x="39788" y="87399"/>
                </a:cubicBezTo>
                <a:cubicBezTo>
                  <a:pt x="39600" y="87107"/>
                  <a:pt x="39340" y="86858"/>
                  <a:pt x="39038" y="86691"/>
                </a:cubicBezTo>
                <a:cubicBezTo>
                  <a:pt x="38736" y="86525"/>
                  <a:pt x="38393" y="86431"/>
                  <a:pt x="38039" y="8643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6" name="Белый — SVG 9">
            <a:extLst>
              <a:ext uri="{FF2B5EF4-FFF2-40B4-BE49-F238E27FC236}">
                <a16:creationId xmlns:a16="http://schemas.microsoft.com/office/drawing/2014/main" id="{DD04A3C3-EDD7-6246-9A12-5C630A259BFC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19497 w 141772"/>
              <a:gd name="csY0" fmla="*/ 0 h 85055"/>
              <a:gd name="csX1" fmla="*/ 0 w 141772"/>
              <a:gd name="csY1" fmla="*/ 19495 h 85055"/>
              <a:gd name="csX2" fmla="*/ 0 w 141772"/>
              <a:gd name="csY2" fmla="*/ 65561 h 85055"/>
              <a:gd name="csX3" fmla="*/ 19497 w 141772"/>
              <a:gd name="csY3" fmla="*/ 85056 h 85055"/>
              <a:gd name="csX4" fmla="*/ 108103 w 141772"/>
              <a:gd name="csY4" fmla="*/ 85056 h 85055"/>
              <a:gd name="csX5" fmla="*/ 127601 w 141772"/>
              <a:gd name="csY5" fmla="*/ 65561 h 85055"/>
              <a:gd name="csX6" fmla="*/ 127601 w 141772"/>
              <a:gd name="csY6" fmla="*/ 56698 h 85055"/>
              <a:gd name="csX7" fmla="*/ 134695 w 141772"/>
              <a:gd name="csY7" fmla="*/ 56698 h 85055"/>
              <a:gd name="csX8" fmla="*/ 141773 w 141772"/>
              <a:gd name="csY8" fmla="*/ 49621 h 85055"/>
              <a:gd name="csX9" fmla="*/ 141773 w 141772"/>
              <a:gd name="csY9" fmla="*/ 35434 h 85055"/>
              <a:gd name="csX10" fmla="*/ 134695 w 141772"/>
              <a:gd name="csY10" fmla="*/ 28357 h 85055"/>
              <a:gd name="csX11" fmla="*/ 127601 w 141772"/>
              <a:gd name="csY11" fmla="*/ 28357 h 85055"/>
              <a:gd name="csX12" fmla="*/ 127601 w 141772"/>
              <a:gd name="csY12" fmla="*/ 19495 h 85055"/>
              <a:gd name="csX13" fmla="*/ 108103 w 141772"/>
              <a:gd name="csY13" fmla="*/ 0 h 85055"/>
              <a:gd name="csX14" fmla="*/ 19497 w 141772"/>
              <a:gd name="csY14" fmla="*/ 0 h 85055"/>
            </a:gdLst>
            <a:ahLst/>
            <a:cxnLst/>
            <a:rect l="l" t="t" r="r" b="b"/>
            <a:pathLst>
              <a:path w="100000" h="100000">
                <a:moveTo>
                  <a:pt x="13752" y="20003"/>
                </a:moveTo>
                <a:cubicBezTo>
                  <a:pt x="6168" y="20003"/>
                  <a:pt x="0" y="26171"/>
                  <a:pt x="0" y="33754"/>
                </a:cubicBezTo>
                <a:lnTo>
                  <a:pt x="0" y="66247"/>
                </a:lnTo>
                <a:cubicBezTo>
                  <a:pt x="0" y="73830"/>
                  <a:pt x="6168" y="79998"/>
                  <a:pt x="13752" y="79998"/>
                </a:cubicBezTo>
                <a:lnTo>
                  <a:pt x="76251" y="79998"/>
                </a:lnTo>
                <a:cubicBezTo>
                  <a:pt x="83835" y="79998"/>
                  <a:pt x="90004" y="73830"/>
                  <a:pt x="90004" y="66247"/>
                </a:cubicBezTo>
                <a:lnTo>
                  <a:pt x="90004" y="59995"/>
                </a:lnTo>
                <a:lnTo>
                  <a:pt x="95008" y="59995"/>
                </a:lnTo>
                <a:cubicBezTo>
                  <a:pt x="97769" y="59995"/>
                  <a:pt x="100001" y="57764"/>
                  <a:pt x="100001" y="55003"/>
                </a:cubicBezTo>
                <a:lnTo>
                  <a:pt x="100001" y="44997"/>
                </a:lnTo>
                <a:cubicBezTo>
                  <a:pt x="100001" y="42237"/>
                  <a:pt x="97769" y="40005"/>
                  <a:pt x="95008" y="40005"/>
                </a:cubicBezTo>
                <a:lnTo>
                  <a:pt x="90004" y="40005"/>
                </a:lnTo>
                <a:lnTo>
                  <a:pt x="90004" y="33754"/>
                </a:lnTo>
                <a:cubicBezTo>
                  <a:pt x="90004" y="26171"/>
                  <a:pt x="83835" y="20003"/>
                  <a:pt x="76251" y="20003"/>
                </a:cubicBezTo>
                <a:lnTo>
                  <a:pt x="13752" y="2000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7" name="Белый — SVG 10">
            <a:extLst>
              <a:ext uri="{FF2B5EF4-FFF2-40B4-BE49-F238E27FC236}">
                <a16:creationId xmlns:a16="http://schemas.microsoft.com/office/drawing/2014/main" id="{0C2A4DB5-3775-0B4B-8060-DFBDA4FB594A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69127 w 155963"/>
              <a:gd name="csY0" fmla="*/ 1 h 124046"/>
              <a:gd name="csX1" fmla="*/ 67068 w 155963"/>
              <a:gd name="csY1" fmla="*/ 393 h 124046"/>
              <a:gd name="csX2" fmla="*/ 65316 w 155963"/>
              <a:gd name="csY2" fmla="*/ 1532 h 124046"/>
              <a:gd name="csX3" fmla="*/ 64142 w 155963"/>
              <a:gd name="csY3" fmla="*/ 3267 h 124046"/>
              <a:gd name="csX4" fmla="*/ 63734 w 155963"/>
              <a:gd name="csY4" fmla="*/ 5326 h 124046"/>
              <a:gd name="csX5" fmla="*/ 64142 w 155963"/>
              <a:gd name="csY5" fmla="*/ 7367 h 124046"/>
              <a:gd name="csX6" fmla="*/ 65316 w 155963"/>
              <a:gd name="csY6" fmla="*/ 9103 h 124046"/>
              <a:gd name="csX7" fmla="*/ 67068 w 155963"/>
              <a:gd name="csY7" fmla="*/ 10259 h 124046"/>
              <a:gd name="csX8" fmla="*/ 69127 w 155963"/>
              <a:gd name="csY8" fmla="*/ 10633 h 124046"/>
              <a:gd name="csX9" fmla="*/ 108105 w 155963"/>
              <a:gd name="csY9" fmla="*/ 10633 h 124046"/>
              <a:gd name="csX10" fmla="*/ 110163 w 155963"/>
              <a:gd name="csY10" fmla="*/ 10259 h 124046"/>
              <a:gd name="csX11" fmla="*/ 111916 w 155963"/>
              <a:gd name="csY11" fmla="*/ 9103 h 124046"/>
              <a:gd name="csX12" fmla="*/ 113090 w 155963"/>
              <a:gd name="csY12" fmla="*/ 7367 h 124046"/>
              <a:gd name="csX13" fmla="*/ 113498 w 155963"/>
              <a:gd name="csY13" fmla="*/ 5326 h 124046"/>
              <a:gd name="csX14" fmla="*/ 113090 w 155963"/>
              <a:gd name="csY14" fmla="*/ 3267 h 124046"/>
              <a:gd name="csX15" fmla="*/ 111916 w 155963"/>
              <a:gd name="csY15" fmla="*/ 1532 h 124046"/>
              <a:gd name="csX16" fmla="*/ 110163 w 155963"/>
              <a:gd name="csY16" fmla="*/ 393 h 124046"/>
              <a:gd name="csX17" fmla="*/ 108105 w 155963"/>
              <a:gd name="csY17" fmla="*/ 1 h 124046"/>
              <a:gd name="csX18" fmla="*/ 69127 w 155963"/>
              <a:gd name="csY18" fmla="*/ 1 h 124046"/>
              <a:gd name="csX19" fmla="*/ 63751 w 155963"/>
              <a:gd name="csY19" fmla="*/ 17727 h 124046"/>
              <a:gd name="csX20" fmla="*/ 44951 w 155963"/>
              <a:gd name="csY20" fmla="*/ 25501 h 124046"/>
              <a:gd name="csX21" fmla="*/ 31476 w 155963"/>
              <a:gd name="csY21" fmla="*/ 38991 h 124046"/>
              <a:gd name="csX22" fmla="*/ 23038 w 155963"/>
              <a:gd name="csY22" fmla="*/ 38991 h 124046"/>
              <a:gd name="csX23" fmla="*/ 17729 w 155963"/>
              <a:gd name="csY23" fmla="*/ 44298 h 124046"/>
              <a:gd name="csX24" fmla="*/ 17729 w 155963"/>
              <a:gd name="csY24" fmla="*/ 97458 h 124046"/>
              <a:gd name="csX25" fmla="*/ 23038 w 155963"/>
              <a:gd name="csY25" fmla="*/ 102782 h 124046"/>
              <a:gd name="csX26" fmla="*/ 31187 w 155963"/>
              <a:gd name="csY26" fmla="*/ 102782 h 124046"/>
              <a:gd name="csX27" fmla="*/ 43062 w 155963"/>
              <a:gd name="csY27" fmla="*/ 117038 h 124046"/>
              <a:gd name="csX28" fmla="*/ 58034 w 155963"/>
              <a:gd name="csY28" fmla="*/ 124046 h 124046"/>
              <a:gd name="csX29" fmla="*/ 99309 w 155963"/>
              <a:gd name="csY29" fmla="*/ 124046 h 124046"/>
              <a:gd name="csX30" fmla="*/ 118092 w 155963"/>
              <a:gd name="csY30" fmla="*/ 116255 h 124046"/>
              <a:gd name="csX31" fmla="*/ 132519 w 155963"/>
              <a:gd name="csY31" fmla="*/ 101830 h 124046"/>
              <a:gd name="csX32" fmla="*/ 138235 w 155963"/>
              <a:gd name="csY32" fmla="*/ 88051 h 124046"/>
              <a:gd name="csX33" fmla="*/ 138235 w 155963"/>
              <a:gd name="csY33" fmla="*/ 37222 h 124046"/>
              <a:gd name="csX34" fmla="*/ 118738 w 155963"/>
              <a:gd name="csY34" fmla="*/ 17727 h 124046"/>
              <a:gd name="csX35" fmla="*/ 63751 w 155963"/>
              <a:gd name="csY35" fmla="*/ 17727 h 124046"/>
              <a:gd name="csX36" fmla="*/ 83129 w 155963"/>
              <a:gd name="csY36" fmla="*/ 42529 h 124046"/>
              <a:gd name="csX37" fmla="*/ 83180 w 155963"/>
              <a:gd name="csY37" fmla="*/ 42529 h 124046"/>
              <a:gd name="csX38" fmla="*/ 86668 w 155963"/>
              <a:gd name="csY38" fmla="*/ 46068 h 124046"/>
              <a:gd name="csX39" fmla="*/ 86668 w 155963"/>
              <a:gd name="csY39" fmla="*/ 46323 h 124046"/>
              <a:gd name="csX40" fmla="*/ 86634 w 155963"/>
              <a:gd name="csY40" fmla="*/ 63028 h 124046"/>
              <a:gd name="csX41" fmla="*/ 99904 w 155963"/>
              <a:gd name="csY41" fmla="*/ 65766 h 124046"/>
              <a:gd name="csX42" fmla="*/ 102490 w 155963"/>
              <a:gd name="csY42" fmla="*/ 67961 h 124046"/>
              <a:gd name="csX43" fmla="*/ 102048 w 155963"/>
              <a:gd name="csY43" fmla="*/ 71312 h 124046"/>
              <a:gd name="csX44" fmla="*/ 82721 w 155963"/>
              <a:gd name="csY44" fmla="*/ 97781 h 124046"/>
              <a:gd name="csX45" fmla="*/ 79862 w 155963"/>
              <a:gd name="csY45" fmla="*/ 99227 h 124046"/>
              <a:gd name="csX46" fmla="*/ 78757 w 155963"/>
              <a:gd name="csY46" fmla="*/ 99057 h 124046"/>
              <a:gd name="csX47" fmla="*/ 76324 w 155963"/>
              <a:gd name="csY47" fmla="*/ 95689 h 124046"/>
              <a:gd name="csX48" fmla="*/ 76341 w 155963"/>
              <a:gd name="csY48" fmla="*/ 78729 h 124046"/>
              <a:gd name="csX49" fmla="*/ 63087 w 155963"/>
              <a:gd name="csY49" fmla="*/ 76007 h 124046"/>
              <a:gd name="csX50" fmla="*/ 60501 w 155963"/>
              <a:gd name="csY50" fmla="*/ 73812 h 124046"/>
              <a:gd name="csX51" fmla="*/ 60943 w 155963"/>
              <a:gd name="csY51" fmla="*/ 70444 h 124046"/>
              <a:gd name="csX52" fmla="*/ 80237 w 155963"/>
              <a:gd name="csY52" fmla="*/ 44026 h 124046"/>
              <a:gd name="csX53" fmla="*/ 80424 w 155963"/>
              <a:gd name="csY53" fmla="*/ 43771 h 124046"/>
              <a:gd name="csX54" fmla="*/ 81053 w 155963"/>
              <a:gd name="csY54" fmla="*/ 43192 h 124046"/>
              <a:gd name="csX55" fmla="*/ 82840 w 155963"/>
              <a:gd name="csY55" fmla="*/ 42546 h 124046"/>
              <a:gd name="csX56" fmla="*/ 83129 w 155963"/>
              <a:gd name="csY56" fmla="*/ 42529 h 124046"/>
              <a:gd name="csX57" fmla="*/ 150553 w 155963"/>
              <a:gd name="csY57" fmla="*/ 46000 h 124046"/>
              <a:gd name="csX58" fmla="*/ 146827 w 155963"/>
              <a:gd name="csY58" fmla="*/ 47615 h 124046"/>
              <a:gd name="csX59" fmla="*/ 145330 w 155963"/>
              <a:gd name="csY59" fmla="*/ 51392 h 124046"/>
              <a:gd name="csX60" fmla="*/ 145330 w 155963"/>
              <a:gd name="csY60" fmla="*/ 86826 h 124046"/>
              <a:gd name="csX61" fmla="*/ 145704 w 155963"/>
              <a:gd name="csY61" fmla="*/ 88884 h 124046"/>
              <a:gd name="csX62" fmla="*/ 146861 w 155963"/>
              <a:gd name="csY62" fmla="*/ 90637 h 124046"/>
              <a:gd name="csX63" fmla="*/ 148596 w 155963"/>
              <a:gd name="csY63" fmla="*/ 91810 h 124046"/>
              <a:gd name="csX64" fmla="*/ 150638 w 155963"/>
              <a:gd name="csY64" fmla="*/ 92219 h 124046"/>
              <a:gd name="csX65" fmla="*/ 152697 w 155963"/>
              <a:gd name="csY65" fmla="*/ 91810 h 124046"/>
              <a:gd name="csX66" fmla="*/ 154432 w 155963"/>
              <a:gd name="csY66" fmla="*/ 90637 h 124046"/>
              <a:gd name="csX67" fmla="*/ 155572 w 155963"/>
              <a:gd name="csY67" fmla="*/ 88884 h 124046"/>
              <a:gd name="csX68" fmla="*/ 155963 w 155963"/>
              <a:gd name="csY68" fmla="*/ 86826 h 124046"/>
              <a:gd name="csX69" fmla="*/ 155963 w 155963"/>
              <a:gd name="csY69" fmla="*/ 51392 h 124046"/>
              <a:gd name="csX70" fmla="*/ 155572 w 155963"/>
              <a:gd name="csY70" fmla="*/ 49317 h 124046"/>
              <a:gd name="csX71" fmla="*/ 154398 w 155963"/>
              <a:gd name="csY71" fmla="*/ 47547 h 124046"/>
              <a:gd name="csX72" fmla="*/ 152629 w 155963"/>
              <a:gd name="csY72" fmla="*/ 46391 h 124046"/>
              <a:gd name="csX73" fmla="*/ 150553 w 155963"/>
              <a:gd name="csY73" fmla="*/ 46000 h 124046"/>
              <a:gd name="csX74" fmla="*/ 5241 w 155963"/>
              <a:gd name="csY74" fmla="*/ 49538 h 124046"/>
              <a:gd name="csX75" fmla="*/ 1499 w 155963"/>
              <a:gd name="csY75" fmla="*/ 51154 h 124046"/>
              <a:gd name="csX76" fmla="*/ 1 w 155963"/>
              <a:gd name="csY76" fmla="*/ 54930 h 124046"/>
              <a:gd name="csX77" fmla="*/ 1 w 155963"/>
              <a:gd name="csY77" fmla="*/ 86826 h 124046"/>
              <a:gd name="csX78" fmla="*/ 393 w 155963"/>
              <a:gd name="csY78" fmla="*/ 88884 h 124046"/>
              <a:gd name="csX79" fmla="*/ 1533 w 155963"/>
              <a:gd name="csY79" fmla="*/ 90637 h 124046"/>
              <a:gd name="csX80" fmla="*/ 3268 w 155963"/>
              <a:gd name="csY80" fmla="*/ 91810 h 124046"/>
              <a:gd name="csX81" fmla="*/ 5327 w 155963"/>
              <a:gd name="csY81" fmla="*/ 92219 h 124046"/>
              <a:gd name="csX82" fmla="*/ 7368 w 155963"/>
              <a:gd name="csY82" fmla="*/ 91810 h 124046"/>
              <a:gd name="csX83" fmla="*/ 9104 w 155963"/>
              <a:gd name="csY83" fmla="*/ 90637 h 124046"/>
              <a:gd name="csX84" fmla="*/ 10261 w 155963"/>
              <a:gd name="csY84" fmla="*/ 88884 h 124046"/>
              <a:gd name="csX85" fmla="*/ 10635 w 155963"/>
              <a:gd name="csY85" fmla="*/ 86826 h 124046"/>
              <a:gd name="csX86" fmla="*/ 10635 w 155963"/>
              <a:gd name="csY86" fmla="*/ 54930 h 124046"/>
              <a:gd name="csX87" fmla="*/ 10244 w 155963"/>
              <a:gd name="csY87" fmla="*/ 52855 h 124046"/>
              <a:gd name="csX88" fmla="*/ 9069 w 155963"/>
              <a:gd name="csY88" fmla="*/ 51103 h 124046"/>
              <a:gd name="csX89" fmla="*/ 7317 w 155963"/>
              <a:gd name="csY89" fmla="*/ 49929 h 124046"/>
              <a:gd name="csX90" fmla="*/ 5241 w 155963"/>
              <a:gd name="csY90" fmla="*/ 49538 h 124046"/>
            </a:gdLst>
            <a:ahLst/>
            <a:cxnLst/>
            <a:rect l="l" t="t" r="r" b="b"/>
            <a:pathLst>
              <a:path w="100000" h="100000">
                <a:moveTo>
                  <a:pt x="44323" y="10233"/>
                </a:moveTo>
                <a:cubicBezTo>
                  <a:pt x="43864" y="10222"/>
                  <a:pt x="43417" y="10310"/>
                  <a:pt x="43003" y="10484"/>
                </a:cubicBezTo>
                <a:cubicBezTo>
                  <a:pt x="42577" y="10648"/>
                  <a:pt x="42195" y="10898"/>
                  <a:pt x="41879" y="11215"/>
                </a:cubicBezTo>
                <a:cubicBezTo>
                  <a:pt x="41552" y="11531"/>
                  <a:pt x="41301" y="11913"/>
                  <a:pt x="41126" y="12327"/>
                </a:cubicBezTo>
                <a:cubicBezTo>
                  <a:pt x="40952" y="12742"/>
                  <a:pt x="40865" y="13189"/>
                  <a:pt x="40865" y="13647"/>
                </a:cubicBezTo>
                <a:cubicBezTo>
                  <a:pt x="40865" y="14094"/>
                  <a:pt x="40952" y="14542"/>
                  <a:pt x="41126" y="14956"/>
                </a:cubicBezTo>
                <a:cubicBezTo>
                  <a:pt x="41301" y="15371"/>
                  <a:pt x="41552" y="15752"/>
                  <a:pt x="41879" y="16069"/>
                </a:cubicBezTo>
                <a:cubicBezTo>
                  <a:pt x="42195" y="16385"/>
                  <a:pt x="42577" y="16636"/>
                  <a:pt x="43003" y="16810"/>
                </a:cubicBezTo>
                <a:cubicBezTo>
                  <a:pt x="43417" y="16974"/>
                  <a:pt x="43864" y="17061"/>
                  <a:pt x="44323" y="17050"/>
                </a:cubicBezTo>
                <a:lnTo>
                  <a:pt x="69315" y="17050"/>
                </a:lnTo>
                <a:cubicBezTo>
                  <a:pt x="69772" y="17061"/>
                  <a:pt x="70220" y="16974"/>
                  <a:pt x="70634" y="16810"/>
                </a:cubicBezTo>
                <a:cubicBezTo>
                  <a:pt x="71060" y="16636"/>
                  <a:pt x="71441" y="16385"/>
                  <a:pt x="71758" y="16069"/>
                </a:cubicBezTo>
                <a:cubicBezTo>
                  <a:pt x="72085" y="15752"/>
                  <a:pt x="72336" y="15371"/>
                  <a:pt x="72511" y="14956"/>
                </a:cubicBezTo>
                <a:cubicBezTo>
                  <a:pt x="72685" y="14542"/>
                  <a:pt x="72772" y="14094"/>
                  <a:pt x="72772" y="13647"/>
                </a:cubicBezTo>
                <a:cubicBezTo>
                  <a:pt x="72772" y="13189"/>
                  <a:pt x="72685" y="12742"/>
                  <a:pt x="72511" y="12327"/>
                </a:cubicBezTo>
                <a:cubicBezTo>
                  <a:pt x="72336" y="11913"/>
                  <a:pt x="72085" y="11531"/>
                  <a:pt x="71758" y="11215"/>
                </a:cubicBezTo>
                <a:cubicBezTo>
                  <a:pt x="71441" y="10898"/>
                  <a:pt x="71060" y="10648"/>
                  <a:pt x="70634" y="10484"/>
                </a:cubicBezTo>
                <a:cubicBezTo>
                  <a:pt x="70220" y="10310"/>
                  <a:pt x="69772" y="10222"/>
                  <a:pt x="69315" y="10233"/>
                </a:cubicBezTo>
                <a:lnTo>
                  <a:pt x="44323" y="10233"/>
                </a:lnTo>
                <a:close/>
                <a:moveTo>
                  <a:pt x="40876" y="21598"/>
                </a:moveTo>
                <a:cubicBezTo>
                  <a:pt x="36316" y="21598"/>
                  <a:pt x="32040" y="23365"/>
                  <a:pt x="28822" y="26583"/>
                </a:cubicBezTo>
                <a:lnTo>
                  <a:pt x="20182" y="35232"/>
                </a:lnTo>
                <a:lnTo>
                  <a:pt x="14771" y="35232"/>
                </a:lnTo>
                <a:cubicBezTo>
                  <a:pt x="12884" y="35232"/>
                  <a:pt x="11367" y="36749"/>
                  <a:pt x="11367" y="38635"/>
                </a:cubicBezTo>
                <a:lnTo>
                  <a:pt x="11367" y="72720"/>
                </a:lnTo>
                <a:cubicBezTo>
                  <a:pt x="11367" y="74607"/>
                  <a:pt x="12884" y="76134"/>
                  <a:pt x="14771" y="76134"/>
                </a:cubicBezTo>
                <a:lnTo>
                  <a:pt x="19996" y="76134"/>
                </a:lnTo>
                <a:lnTo>
                  <a:pt x="27610" y="85274"/>
                </a:lnTo>
                <a:cubicBezTo>
                  <a:pt x="29989" y="88121"/>
                  <a:pt x="33491" y="89768"/>
                  <a:pt x="37210" y="89768"/>
                </a:cubicBezTo>
                <a:lnTo>
                  <a:pt x="63675" y="89768"/>
                </a:lnTo>
                <a:cubicBezTo>
                  <a:pt x="68223" y="89768"/>
                  <a:pt x="72499" y="87990"/>
                  <a:pt x="75718" y="84772"/>
                </a:cubicBezTo>
                <a:lnTo>
                  <a:pt x="84968" y="75523"/>
                </a:lnTo>
                <a:cubicBezTo>
                  <a:pt x="87335" y="73156"/>
                  <a:pt x="88633" y="70026"/>
                  <a:pt x="88633" y="66689"/>
                </a:cubicBezTo>
                <a:lnTo>
                  <a:pt x="88633" y="34098"/>
                </a:lnTo>
                <a:cubicBezTo>
                  <a:pt x="88633" y="27205"/>
                  <a:pt x="83026" y="21598"/>
                  <a:pt x="76132" y="21598"/>
                </a:cubicBezTo>
                <a:lnTo>
                  <a:pt x="40876" y="21598"/>
                </a:lnTo>
                <a:close/>
                <a:moveTo>
                  <a:pt x="53300" y="37501"/>
                </a:moveTo>
                <a:lnTo>
                  <a:pt x="53333" y="37501"/>
                </a:lnTo>
                <a:cubicBezTo>
                  <a:pt x="54577" y="37512"/>
                  <a:pt x="55570" y="38526"/>
                  <a:pt x="55570" y="39770"/>
                </a:cubicBezTo>
                <a:cubicBezTo>
                  <a:pt x="55570" y="39835"/>
                  <a:pt x="55570" y="39878"/>
                  <a:pt x="55570" y="39934"/>
                </a:cubicBezTo>
                <a:lnTo>
                  <a:pt x="55548" y="50644"/>
                </a:lnTo>
                <a:lnTo>
                  <a:pt x="64056" y="52400"/>
                </a:lnTo>
                <a:cubicBezTo>
                  <a:pt x="64809" y="52553"/>
                  <a:pt x="65431" y="53087"/>
                  <a:pt x="65714" y="53807"/>
                </a:cubicBezTo>
                <a:cubicBezTo>
                  <a:pt x="65987" y="54527"/>
                  <a:pt x="65889" y="55335"/>
                  <a:pt x="65431" y="55956"/>
                </a:cubicBezTo>
                <a:lnTo>
                  <a:pt x="53039" y="72927"/>
                </a:lnTo>
                <a:cubicBezTo>
                  <a:pt x="52602" y="73516"/>
                  <a:pt x="51915" y="73854"/>
                  <a:pt x="51206" y="73854"/>
                </a:cubicBezTo>
                <a:cubicBezTo>
                  <a:pt x="50966" y="73854"/>
                  <a:pt x="50737" y="73822"/>
                  <a:pt x="50497" y="73745"/>
                </a:cubicBezTo>
                <a:cubicBezTo>
                  <a:pt x="49569" y="73440"/>
                  <a:pt x="48937" y="72568"/>
                  <a:pt x="48937" y="71586"/>
                </a:cubicBezTo>
                <a:lnTo>
                  <a:pt x="48948" y="60712"/>
                </a:lnTo>
                <a:lnTo>
                  <a:pt x="40450" y="58966"/>
                </a:lnTo>
                <a:cubicBezTo>
                  <a:pt x="39697" y="58814"/>
                  <a:pt x="39065" y="58279"/>
                  <a:pt x="38792" y="57559"/>
                </a:cubicBezTo>
                <a:cubicBezTo>
                  <a:pt x="38508" y="56839"/>
                  <a:pt x="38617" y="56021"/>
                  <a:pt x="39075" y="55399"/>
                </a:cubicBezTo>
                <a:lnTo>
                  <a:pt x="51446" y="38461"/>
                </a:lnTo>
                <a:cubicBezTo>
                  <a:pt x="51490" y="38406"/>
                  <a:pt x="51522" y="38352"/>
                  <a:pt x="51566" y="38297"/>
                </a:cubicBezTo>
                <a:cubicBezTo>
                  <a:pt x="51686" y="38156"/>
                  <a:pt x="51828" y="38025"/>
                  <a:pt x="51969" y="37926"/>
                </a:cubicBezTo>
                <a:cubicBezTo>
                  <a:pt x="52297" y="37686"/>
                  <a:pt x="52689" y="37544"/>
                  <a:pt x="53115" y="37512"/>
                </a:cubicBezTo>
                <a:cubicBezTo>
                  <a:pt x="53181" y="37501"/>
                  <a:pt x="53235" y="37501"/>
                  <a:pt x="53300" y="37501"/>
                </a:cubicBezTo>
                <a:close/>
                <a:moveTo>
                  <a:pt x="96531" y="39726"/>
                </a:moveTo>
                <a:cubicBezTo>
                  <a:pt x="95637" y="39737"/>
                  <a:pt x="94775" y="40108"/>
                  <a:pt x="94142" y="40762"/>
                </a:cubicBezTo>
                <a:cubicBezTo>
                  <a:pt x="93509" y="41406"/>
                  <a:pt x="93171" y="42278"/>
                  <a:pt x="93182" y="43184"/>
                </a:cubicBezTo>
                <a:lnTo>
                  <a:pt x="93182" y="65903"/>
                </a:lnTo>
                <a:cubicBezTo>
                  <a:pt x="93171" y="66362"/>
                  <a:pt x="93259" y="66808"/>
                  <a:pt x="93422" y="67223"/>
                </a:cubicBezTo>
                <a:cubicBezTo>
                  <a:pt x="93597" y="67648"/>
                  <a:pt x="93848" y="68030"/>
                  <a:pt x="94164" y="68347"/>
                </a:cubicBezTo>
                <a:cubicBezTo>
                  <a:pt x="94481" y="68674"/>
                  <a:pt x="94851" y="68924"/>
                  <a:pt x="95276" y="69099"/>
                </a:cubicBezTo>
                <a:cubicBezTo>
                  <a:pt x="95691" y="69273"/>
                  <a:pt x="96139" y="69361"/>
                  <a:pt x="96586" y="69361"/>
                </a:cubicBezTo>
                <a:cubicBezTo>
                  <a:pt x="97044" y="69361"/>
                  <a:pt x="97491" y="69273"/>
                  <a:pt x="97906" y="69099"/>
                </a:cubicBezTo>
                <a:cubicBezTo>
                  <a:pt x="98320" y="68924"/>
                  <a:pt x="98702" y="68674"/>
                  <a:pt x="99018" y="68347"/>
                </a:cubicBezTo>
                <a:cubicBezTo>
                  <a:pt x="99335" y="68030"/>
                  <a:pt x="99586" y="67648"/>
                  <a:pt x="99749" y="67223"/>
                </a:cubicBezTo>
                <a:cubicBezTo>
                  <a:pt x="99924" y="66808"/>
                  <a:pt x="100000" y="66362"/>
                  <a:pt x="100000" y="65903"/>
                </a:cubicBezTo>
                <a:lnTo>
                  <a:pt x="100000" y="43184"/>
                </a:lnTo>
                <a:cubicBezTo>
                  <a:pt x="100000" y="42726"/>
                  <a:pt x="99913" y="42278"/>
                  <a:pt x="99749" y="41853"/>
                </a:cubicBezTo>
                <a:cubicBezTo>
                  <a:pt x="99575" y="41427"/>
                  <a:pt x="99324" y="41046"/>
                  <a:pt x="98997" y="40718"/>
                </a:cubicBezTo>
                <a:cubicBezTo>
                  <a:pt x="98670" y="40402"/>
                  <a:pt x="98287" y="40141"/>
                  <a:pt x="97862" y="39977"/>
                </a:cubicBezTo>
                <a:cubicBezTo>
                  <a:pt x="97447" y="39803"/>
                  <a:pt x="96990" y="39715"/>
                  <a:pt x="96531" y="39726"/>
                </a:cubicBezTo>
                <a:close/>
                <a:moveTo>
                  <a:pt x="3360" y="41995"/>
                </a:moveTo>
                <a:cubicBezTo>
                  <a:pt x="2455" y="42017"/>
                  <a:pt x="1593" y="42387"/>
                  <a:pt x="961" y="43031"/>
                </a:cubicBezTo>
                <a:cubicBezTo>
                  <a:pt x="339" y="43674"/>
                  <a:pt x="-10" y="44547"/>
                  <a:pt x="1" y="45452"/>
                </a:cubicBezTo>
                <a:lnTo>
                  <a:pt x="1" y="65903"/>
                </a:lnTo>
                <a:cubicBezTo>
                  <a:pt x="-10" y="66362"/>
                  <a:pt x="77" y="66808"/>
                  <a:pt x="252" y="67223"/>
                </a:cubicBezTo>
                <a:cubicBezTo>
                  <a:pt x="415" y="67648"/>
                  <a:pt x="666" y="68030"/>
                  <a:pt x="983" y="68347"/>
                </a:cubicBezTo>
                <a:cubicBezTo>
                  <a:pt x="1299" y="68674"/>
                  <a:pt x="1681" y="68924"/>
                  <a:pt x="2095" y="69099"/>
                </a:cubicBezTo>
                <a:cubicBezTo>
                  <a:pt x="2510" y="69273"/>
                  <a:pt x="2957" y="69361"/>
                  <a:pt x="3416" y="69361"/>
                </a:cubicBezTo>
                <a:cubicBezTo>
                  <a:pt x="3862" y="69361"/>
                  <a:pt x="4310" y="69273"/>
                  <a:pt x="4724" y="69099"/>
                </a:cubicBezTo>
                <a:cubicBezTo>
                  <a:pt x="5139" y="68924"/>
                  <a:pt x="5521" y="68674"/>
                  <a:pt x="5837" y="68347"/>
                </a:cubicBezTo>
                <a:cubicBezTo>
                  <a:pt x="6153" y="68030"/>
                  <a:pt x="6404" y="67648"/>
                  <a:pt x="6579" y="67223"/>
                </a:cubicBezTo>
                <a:cubicBezTo>
                  <a:pt x="6743" y="66808"/>
                  <a:pt x="6830" y="66362"/>
                  <a:pt x="6819" y="65903"/>
                </a:cubicBezTo>
                <a:lnTo>
                  <a:pt x="6819" y="45452"/>
                </a:lnTo>
                <a:cubicBezTo>
                  <a:pt x="6830" y="44994"/>
                  <a:pt x="6743" y="44547"/>
                  <a:pt x="6568" y="44122"/>
                </a:cubicBezTo>
                <a:cubicBezTo>
                  <a:pt x="6393" y="43696"/>
                  <a:pt x="6142" y="43314"/>
                  <a:pt x="5815" y="42998"/>
                </a:cubicBezTo>
                <a:cubicBezTo>
                  <a:pt x="5499" y="42671"/>
                  <a:pt x="5117" y="42420"/>
                  <a:pt x="4691" y="42246"/>
                </a:cubicBezTo>
                <a:cubicBezTo>
                  <a:pt x="4266" y="42071"/>
                  <a:pt x="3808" y="41995"/>
                  <a:pt x="3360" y="4199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8" name="Белый — SVG 11">
            <a:extLst>
              <a:ext uri="{FF2B5EF4-FFF2-40B4-BE49-F238E27FC236}">
                <a16:creationId xmlns:a16="http://schemas.microsoft.com/office/drawing/2014/main" id="{CAB5DC14-E93E-9343-AC8F-11422B6DEBFC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83805 w 113423"/>
              <a:gd name="csY0" fmla="*/ 25230 h 145293"/>
              <a:gd name="csX1" fmla="*/ 77918 w 113423"/>
              <a:gd name="csY1" fmla="*/ 23664 h 145293"/>
              <a:gd name="csX2" fmla="*/ 74434 w 113423"/>
              <a:gd name="csY2" fmla="*/ 28666 h 145293"/>
              <a:gd name="csX3" fmla="*/ 74434 w 113423"/>
              <a:gd name="csY3" fmla="*/ 44299 h 145293"/>
              <a:gd name="csX4" fmla="*/ 69117 w 113423"/>
              <a:gd name="csY4" fmla="*/ 49606 h 145293"/>
              <a:gd name="csX5" fmla="*/ 63800 w 113423"/>
              <a:gd name="csY5" fmla="*/ 44299 h 145293"/>
              <a:gd name="csX6" fmla="*/ 63800 w 113423"/>
              <a:gd name="csY6" fmla="*/ 6858 h 145293"/>
              <a:gd name="csX7" fmla="*/ 62007 w 113423"/>
              <a:gd name="csY7" fmla="*/ 2877 h 145293"/>
              <a:gd name="csX8" fmla="*/ 60136 w 113423"/>
              <a:gd name="csY8" fmla="*/ 1244 h 145293"/>
              <a:gd name="csX9" fmla="*/ 53298 w 113423"/>
              <a:gd name="csY9" fmla="*/ 1244 h 145293"/>
              <a:gd name="csX10" fmla="*/ 0 w 113423"/>
              <a:gd name="csY10" fmla="*/ 88596 h 145293"/>
              <a:gd name="csX11" fmla="*/ 56711 w 113423"/>
              <a:gd name="csY11" fmla="*/ 145294 h 145293"/>
              <a:gd name="csX12" fmla="*/ 113423 w 113423"/>
              <a:gd name="csY12" fmla="*/ 88596 h 145293"/>
              <a:gd name="csX13" fmla="*/ 83805 w 113423"/>
              <a:gd name="csY13" fmla="*/ 25230 h 145293"/>
              <a:gd name="csX14" fmla="*/ 57398 w 113423"/>
              <a:gd name="csY14" fmla="*/ 136431 h 145293"/>
              <a:gd name="csX15" fmla="*/ 42778 w 113423"/>
              <a:gd name="csY15" fmla="*/ 131243 h 145293"/>
              <a:gd name="csX16" fmla="*/ 51483 w 113423"/>
              <a:gd name="csY16" fmla="*/ 78049 h 145293"/>
              <a:gd name="csX17" fmla="*/ 61958 w 113423"/>
              <a:gd name="csY17" fmla="*/ 78066 h 145293"/>
              <a:gd name="csX18" fmla="*/ 79750 w 113423"/>
              <a:gd name="csY18" fmla="*/ 113398 h 145293"/>
              <a:gd name="csX19" fmla="*/ 57398 w 113423"/>
              <a:gd name="csY19" fmla="*/ 136431 h 145293"/>
            </a:gdLst>
            <a:ahLst/>
            <a:cxnLst/>
            <a:rect l="l" t="t" r="r" b="b"/>
            <a:pathLst>
              <a:path w="100000" h="100000">
                <a:moveTo>
                  <a:pt x="68647" y="17365"/>
                </a:moveTo>
                <a:cubicBezTo>
                  <a:pt x="67654" y="16194"/>
                  <a:pt x="66037" y="15761"/>
                  <a:pt x="64596" y="16287"/>
                </a:cubicBezTo>
                <a:cubicBezTo>
                  <a:pt x="63157" y="16814"/>
                  <a:pt x="62198" y="18196"/>
                  <a:pt x="62198" y="19730"/>
                </a:cubicBezTo>
                <a:lnTo>
                  <a:pt x="62198" y="30489"/>
                </a:lnTo>
                <a:cubicBezTo>
                  <a:pt x="62198" y="32503"/>
                  <a:pt x="60556" y="34142"/>
                  <a:pt x="58538" y="34142"/>
                </a:cubicBezTo>
                <a:cubicBezTo>
                  <a:pt x="56521" y="34142"/>
                  <a:pt x="54879" y="32503"/>
                  <a:pt x="54879" y="30489"/>
                </a:cubicBezTo>
                <a:lnTo>
                  <a:pt x="54879" y="4720"/>
                </a:lnTo>
                <a:cubicBezTo>
                  <a:pt x="54879" y="3666"/>
                  <a:pt x="54431" y="2671"/>
                  <a:pt x="53645" y="1980"/>
                </a:cubicBezTo>
                <a:cubicBezTo>
                  <a:pt x="52832" y="1266"/>
                  <a:pt x="52357" y="856"/>
                  <a:pt x="52357" y="856"/>
                </a:cubicBezTo>
                <a:cubicBezTo>
                  <a:pt x="51000" y="-279"/>
                  <a:pt x="49015" y="-291"/>
                  <a:pt x="47651" y="856"/>
                </a:cubicBezTo>
                <a:cubicBezTo>
                  <a:pt x="46153" y="2109"/>
                  <a:pt x="10967" y="31882"/>
                  <a:pt x="10967" y="60977"/>
                </a:cubicBezTo>
                <a:cubicBezTo>
                  <a:pt x="10967" y="82497"/>
                  <a:pt x="28478" y="100001"/>
                  <a:pt x="50000" y="100001"/>
                </a:cubicBezTo>
                <a:cubicBezTo>
                  <a:pt x="71521" y="100001"/>
                  <a:pt x="89033" y="82497"/>
                  <a:pt x="89033" y="60977"/>
                </a:cubicBezTo>
                <a:cubicBezTo>
                  <a:pt x="89033" y="44774"/>
                  <a:pt x="77947" y="28312"/>
                  <a:pt x="68647" y="17365"/>
                </a:cubicBezTo>
                <a:close/>
                <a:moveTo>
                  <a:pt x="50472" y="93901"/>
                </a:moveTo>
                <a:cubicBezTo>
                  <a:pt x="46799" y="94006"/>
                  <a:pt x="43298" y="92601"/>
                  <a:pt x="40410" y="90330"/>
                </a:cubicBezTo>
                <a:cubicBezTo>
                  <a:pt x="26278" y="79207"/>
                  <a:pt x="39498" y="61399"/>
                  <a:pt x="46401" y="53718"/>
                </a:cubicBezTo>
                <a:cubicBezTo>
                  <a:pt x="48331" y="51576"/>
                  <a:pt x="51681" y="51587"/>
                  <a:pt x="53611" y="53730"/>
                </a:cubicBezTo>
                <a:cubicBezTo>
                  <a:pt x="58289" y="58940"/>
                  <a:pt x="65857" y="68787"/>
                  <a:pt x="65857" y="78048"/>
                </a:cubicBezTo>
                <a:cubicBezTo>
                  <a:pt x="65857" y="86653"/>
                  <a:pt x="59011" y="93655"/>
                  <a:pt x="50472" y="9390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9" name="Белый — SVG 12">
            <a:extLst>
              <a:ext uri="{FF2B5EF4-FFF2-40B4-BE49-F238E27FC236}">
                <a16:creationId xmlns:a16="http://schemas.microsoft.com/office/drawing/2014/main" id="{32A1BC75-4E6C-4448-B30C-1CEA275B92C6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84729 w 169474"/>
              <a:gd name="csY0" fmla="*/ 0 h 144492"/>
              <a:gd name="csX1" fmla="*/ 82296 w 169474"/>
              <a:gd name="csY1" fmla="*/ 2654 h 144492"/>
              <a:gd name="csX2" fmla="*/ 67716 w 169474"/>
              <a:gd name="csY2" fmla="*/ 32849 h 144492"/>
              <a:gd name="csX3" fmla="*/ 72820 w 169474"/>
              <a:gd name="csY3" fmla="*/ 46355 h 144492"/>
              <a:gd name="csX4" fmla="*/ 62509 w 169474"/>
              <a:gd name="csY4" fmla="*/ 47954 h 144492"/>
              <a:gd name="csX5" fmla="*/ 61233 w 169474"/>
              <a:gd name="csY5" fmla="*/ 31266 h 144492"/>
              <a:gd name="csX6" fmla="*/ 46347 w 169474"/>
              <a:gd name="csY6" fmla="*/ 10734 h 144492"/>
              <a:gd name="csX7" fmla="*/ 43897 w 169474"/>
              <a:gd name="csY7" fmla="*/ 8829 h 144492"/>
              <a:gd name="csX8" fmla="*/ 41668 w 169474"/>
              <a:gd name="csY8" fmla="*/ 10955 h 144492"/>
              <a:gd name="csX9" fmla="*/ 31783 w 169474"/>
              <a:gd name="csY9" fmla="*/ 38921 h 144492"/>
              <a:gd name="csX10" fmla="*/ 36785 w 169474"/>
              <a:gd name="csY10" fmla="*/ 51135 h 144492"/>
              <a:gd name="csX11" fmla="*/ 41566 w 169474"/>
              <a:gd name="csY11" fmla="*/ 55490 h 144492"/>
              <a:gd name="csX12" fmla="*/ 35611 w 169474"/>
              <a:gd name="csY12" fmla="*/ 59216 h 144492"/>
              <a:gd name="csX13" fmla="*/ 35509 w 169474"/>
              <a:gd name="csY13" fmla="*/ 57515 h 144492"/>
              <a:gd name="csX14" fmla="*/ 27104 w 169474"/>
              <a:gd name="csY14" fmla="*/ 44756 h 144492"/>
              <a:gd name="csX15" fmla="*/ 9342 w 169474"/>
              <a:gd name="csY15" fmla="*/ 33495 h 144492"/>
              <a:gd name="csX16" fmla="*/ 6365 w 169474"/>
              <a:gd name="csY16" fmla="*/ 31471 h 144492"/>
              <a:gd name="csX17" fmla="*/ 4562 w 169474"/>
              <a:gd name="csY17" fmla="*/ 34550 h 144492"/>
              <a:gd name="csX18" fmla="*/ 3813 w 169474"/>
              <a:gd name="csY18" fmla="*/ 64319 h 144492"/>
              <a:gd name="csX19" fmla="*/ 13494 w 169474"/>
              <a:gd name="csY19" fmla="*/ 73352 h 144492"/>
              <a:gd name="csX20" fmla="*/ 22426 w 169474"/>
              <a:gd name="csY20" fmla="*/ 75495 h 144492"/>
              <a:gd name="csX21" fmla="*/ 24025 w 169474"/>
              <a:gd name="csY21" fmla="*/ 75376 h 144492"/>
              <a:gd name="csX22" fmla="*/ 23481 w 169474"/>
              <a:gd name="csY22" fmla="*/ 79850 h 144492"/>
              <a:gd name="csX23" fmla="*/ 23600 w 169474"/>
              <a:gd name="csY23" fmla="*/ 79850 h 144492"/>
              <a:gd name="csX24" fmla="*/ 84729 w 169474"/>
              <a:gd name="csY24" fmla="*/ 106966 h 144492"/>
              <a:gd name="csX25" fmla="*/ 145875 w 169474"/>
              <a:gd name="csY25" fmla="*/ 79850 h 144492"/>
              <a:gd name="csX26" fmla="*/ 145977 w 169474"/>
              <a:gd name="csY26" fmla="*/ 79850 h 144492"/>
              <a:gd name="csX27" fmla="*/ 145450 w 169474"/>
              <a:gd name="csY27" fmla="*/ 75376 h 144492"/>
              <a:gd name="csX28" fmla="*/ 147049 w 169474"/>
              <a:gd name="csY28" fmla="*/ 75495 h 144492"/>
              <a:gd name="csX29" fmla="*/ 155981 w 169474"/>
              <a:gd name="csY29" fmla="*/ 73352 h 144492"/>
              <a:gd name="csX30" fmla="*/ 165662 w 169474"/>
              <a:gd name="csY30" fmla="*/ 64319 h 144492"/>
              <a:gd name="csX31" fmla="*/ 164913 w 169474"/>
              <a:gd name="csY31" fmla="*/ 34550 h 144492"/>
              <a:gd name="csX32" fmla="*/ 162991 w 169474"/>
              <a:gd name="csY32" fmla="*/ 31471 h 144492"/>
              <a:gd name="csX33" fmla="*/ 160132 w 169474"/>
              <a:gd name="csY33" fmla="*/ 33495 h 144492"/>
              <a:gd name="csX34" fmla="*/ 142370 w 169474"/>
              <a:gd name="csY34" fmla="*/ 44756 h 144492"/>
              <a:gd name="csX35" fmla="*/ 133966 w 169474"/>
              <a:gd name="csY35" fmla="*/ 57515 h 144492"/>
              <a:gd name="csX36" fmla="*/ 133863 w 169474"/>
              <a:gd name="csY36" fmla="*/ 59216 h 144492"/>
              <a:gd name="csX37" fmla="*/ 127909 w 169474"/>
              <a:gd name="csY37" fmla="*/ 55490 h 144492"/>
              <a:gd name="csX38" fmla="*/ 132690 w 169474"/>
              <a:gd name="csY38" fmla="*/ 51135 h 144492"/>
              <a:gd name="csX39" fmla="*/ 137691 w 169474"/>
              <a:gd name="csY39" fmla="*/ 38921 h 144492"/>
              <a:gd name="csX40" fmla="*/ 127807 w 169474"/>
              <a:gd name="csY40" fmla="*/ 10955 h 144492"/>
              <a:gd name="csX41" fmla="*/ 125561 w 169474"/>
              <a:gd name="csY41" fmla="*/ 8829 h 144492"/>
              <a:gd name="csX42" fmla="*/ 123230 w 169474"/>
              <a:gd name="csY42" fmla="*/ 10734 h 144492"/>
              <a:gd name="csX43" fmla="*/ 108242 w 169474"/>
              <a:gd name="csY43" fmla="*/ 31266 h 144492"/>
              <a:gd name="csX44" fmla="*/ 106966 w 169474"/>
              <a:gd name="csY44" fmla="*/ 47954 h 144492"/>
              <a:gd name="csX45" fmla="*/ 96638 w 169474"/>
              <a:gd name="csY45" fmla="*/ 46355 h 144492"/>
              <a:gd name="csX46" fmla="*/ 101742 w 169474"/>
              <a:gd name="csY46" fmla="*/ 32849 h 144492"/>
              <a:gd name="csX47" fmla="*/ 87179 w 169474"/>
              <a:gd name="csY47" fmla="*/ 2654 h 144492"/>
              <a:gd name="csX48" fmla="*/ 84729 w 169474"/>
              <a:gd name="csY48" fmla="*/ 0 h 144492"/>
              <a:gd name="csX49" fmla="*/ 84729 w 169474"/>
              <a:gd name="csY49" fmla="*/ 32525 h 144492"/>
              <a:gd name="csX50" fmla="*/ 89833 w 169474"/>
              <a:gd name="csY50" fmla="*/ 43055 h 144492"/>
              <a:gd name="csX51" fmla="*/ 89203 w 169474"/>
              <a:gd name="csY51" fmla="*/ 45828 h 144492"/>
              <a:gd name="csX52" fmla="*/ 84729 w 169474"/>
              <a:gd name="csY52" fmla="*/ 45726 h 144492"/>
              <a:gd name="csX53" fmla="*/ 80271 w 169474"/>
              <a:gd name="csY53" fmla="*/ 45828 h 144492"/>
              <a:gd name="csX54" fmla="*/ 79625 w 169474"/>
              <a:gd name="csY54" fmla="*/ 43055 h 144492"/>
              <a:gd name="csX55" fmla="*/ 84729 w 169474"/>
              <a:gd name="csY55" fmla="*/ 32525 h 144492"/>
              <a:gd name="csX56" fmla="*/ 46993 w 169474"/>
              <a:gd name="csY56" fmla="*/ 35077 h 144492"/>
              <a:gd name="csX57" fmla="*/ 55704 w 169474"/>
              <a:gd name="csY57" fmla="*/ 45828 h 144492"/>
              <a:gd name="csX58" fmla="*/ 56657 w 169474"/>
              <a:gd name="csY58" fmla="*/ 49434 h 144492"/>
              <a:gd name="csX59" fmla="*/ 47946 w 169474"/>
              <a:gd name="csY59" fmla="*/ 52411 h 144492"/>
              <a:gd name="csX60" fmla="*/ 46670 w 169474"/>
              <a:gd name="csY60" fmla="*/ 50710 h 144492"/>
              <a:gd name="csX61" fmla="*/ 46993 w 169474"/>
              <a:gd name="csY61" fmla="*/ 35077 h 144492"/>
              <a:gd name="csX62" fmla="*/ 122482 w 169474"/>
              <a:gd name="csY62" fmla="*/ 35077 h 144492"/>
              <a:gd name="csX63" fmla="*/ 122805 w 169474"/>
              <a:gd name="csY63" fmla="*/ 50710 h 144492"/>
              <a:gd name="csX64" fmla="*/ 121529 w 169474"/>
              <a:gd name="csY64" fmla="*/ 52411 h 144492"/>
              <a:gd name="csX65" fmla="*/ 112801 w 169474"/>
              <a:gd name="csY65" fmla="*/ 49434 h 144492"/>
              <a:gd name="csX66" fmla="*/ 113771 w 169474"/>
              <a:gd name="csY66" fmla="*/ 45828 h 144492"/>
              <a:gd name="csX67" fmla="*/ 122482 w 169474"/>
              <a:gd name="csY67" fmla="*/ 35077 h 144492"/>
              <a:gd name="csX68" fmla="*/ 16046 w 169474"/>
              <a:gd name="csY68" fmla="*/ 54436 h 144492"/>
              <a:gd name="csX69" fmla="*/ 28483 w 169474"/>
              <a:gd name="csY69" fmla="*/ 60492 h 144492"/>
              <a:gd name="csX70" fmla="*/ 30831 w 169474"/>
              <a:gd name="csY70" fmla="*/ 63366 h 144492"/>
              <a:gd name="csX71" fmla="*/ 25930 w 169474"/>
              <a:gd name="csY71" fmla="*/ 70069 h 144492"/>
              <a:gd name="csX72" fmla="*/ 22324 w 169474"/>
              <a:gd name="csY72" fmla="*/ 68793 h 144492"/>
              <a:gd name="csX73" fmla="*/ 16046 w 169474"/>
              <a:gd name="csY73" fmla="*/ 54436 h 144492"/>
              <a:gd name="csX74" fmla="*/ 153429 w 169474"/>
              <a:gd name="csY74" fmla="*/ 54436 h 144492"/>
              <a:gd name="csX75" fmla="*/ 147151 w 169474"/>
              <a:gd name="csY75" fmla="*/ 68793 h 144492"/>
              <a:gd name="csX76" fmla="*/ 143544 w 169474"/>
              <a:gd name="csY76" fmla="*/ 70069 h 144492"/>
              <a:gd name="csX77" fmla="*/ 138747 w 169474"/>
              <a:gd name="csY77" fmla="*/ 63469 h 144492"/>
              <a:gd name="csX78" fmla="*/ 140992 w 169474"/>
              <a:gd name="csY78" fmla="*/ 60492 h 144492"/>
              <a:gd name="csX79" fmla="*/ 153429 w 169474"/>
              <a:gd name="csY79" fmla="*/ 54436 h 144492"/>
              <a:gd name="csX80" fmla="*/ 30286 w 169474"/>
              <a:gd name="csY80" fmla="*/ 100570 h 144492"/>
              <a:gd name="csX81" fmla="*/ 30286 w 169474"/>
              <a:gd name="csY81" fmla="*/ 110470 h 144492"/>
              <a:gd name="csX82" fmla="*/ 84729 w 169474"/>
              <a:gd name="csY82" fmla="*/ 144492 h 144492"/>
              <a:gd name="csX83" fmla="*/ 139172 w 169474"/>
              <a:gd name="csY83" fmla="*/ 110470 h 144492"/>
              <a:gd name="csX84" fmla="*/ 139172 w 169474"/>
              <a:gd name="csY84" fmla="*/ 100570 h 144492"/>
              <a:gd name="csX85" fmla="*/ 120457 w 169474"/>
              <a:gd name="csY85" fmla="*/ 108973 h 144492"/>
              <a:gd name="csX86" fmla="*/ 114622 w 169474"/>
              <a:gd name="csY86" fmla="*/ 116424 h 144492"/>
              <a:gd name="csX87" fmla="*/ 108548 w 169474"/>
              <a:gd name="csY87" fmla="*/ 111848 h 144492"/>
              <a:gd name="csX88" fmla="*/ 91534 w 169474"/>
              <a:gd name="csY88" fmla="*/ 113770 h 144492"/>
              <a:gd name="csX89" fmla="*/ 91534 w 169474"/>
              <a:gd name="csY89" fmla="*/ 113872 h 144492"/>
              <a:gd name="csX90" fmla="*/ 84729 w 169474"/>
              <a:gd name="csY90" fmla="*/ 120677 h 144492"/>
              <a:gd name="csX91" fmla="*/ 77924 w 169474"/>
              <a:gd name="csY91" fmla="*/ 113872 h 144492"/>
              <a:gd name="csX92" fmla="*/ 77924 w 169474"/>
              <a:gd name="csY92" fmla="*/ 113770 h 144492"/>
              <a:gd name="csX93" fmla="*/ 60910 w 169474"/>
              <a:gd name="csY93" fmla="*/ 111848 h 144492"/>
              <a:gd name="csX94" fmla="*/ 54853 w 169474"/>
              <a:gd name="csY94" fmla="*/ 116424 h 144492"/>
              <a:gd name="csX95" fmla="*/ 49001 w 169474"/>
              <a:gd name="csY95" fmla="*/ 108973 h 144492"/>
              <a:gd name="csX96" fmla="*/ 30286 w 169474"/>
              <a:gd name="csY96" fmla="*/ 100570 h 144492"/>
            </a:gdLst>
            <a:ahLst/>
            <a:cxnLst/>
            <a:rect l="l" t="t" r="r" b="b"/>
            <a:pathLst>
              <a:path w="100000" h="100000">
                <a:moveTo>
                  <a:pt x="49995" y="7370"/>
                </a:moveTo>
                <a:lnTo>
                  <a:pt x="48560" y="8936"/>
                </a:lnTo>
                <a:cubicBezTo>
                  <a:pt x="48198" y="9308"/>
                  <a:pt x="39957" y="18081"/>
                  <a:pt x="39957" y="26753"/>
                </a:cubicBezTo>
                <a:cubicBezTo>
                  <a:pt x="39957" y="29504"/>
                  <a:pt x="41101" y="32465"/>
                  <a:pt x="42968" y="34723"/>
                </a:cubicBezTo>
                <a:cubicBezTo>
                  <a:pt x="40850" y="34943"/>
                  <a:pt x="38842" y="35245"/>
                  <a:pt x="36884" y="35666"/>
                </a:cubicBezTo>
                <a:cubicBezTo>
                  <a:pt x="37908" y="32485"/>
                  <a:pt x="37627" y="28711"/>
                  <a:pt x="36131" y="25819"/>
                </a:cubicBezTo>
                <a:cubicBezTo>
                  <a:pt x="32036" y="17870"/>
                  <a:pt x="27548" y="13875"/>
                  <a:pt x="27348" y="13704"/>
                </a:cubicBezTo>
                <a:lnTo>
                  <a:pt x="25902" y="12580"/>
                </a:lnTo>
                <a:lnTo>
                  <a:pt x="24587" y="13835"/>
                </a:lnTo>
                <a:cubicBezTo>
                  <a:pt x="24295" y="14105"/>
                  <a:pt x="17610" y="20721"/>
                  <a:pt x="18754" y="30336"/>
                </a:cubicBezTo>
                <a:cubicBezTo>
                  <a:pt x="19196" y="34061"/>
                  <a:pt x="20963" y="36610"/>
                  <a:pt x="21705" y="37543"/>
                </a:cubicBezTo>
                <a:cubicBezTo>
                  <a:pt x="22388" y="38406"/>
                  <a:pt x="23372" y="39361"/>
                  <a:pt x="24526" y="40113"/>
                </a:cubicBezTo>
                <a:cubicBezTo>
                  <a:pt x="23261" y="40816"/>
                  <a:pt x="22077" y="41518"/>
                  <a:pt x="21013" y="42312"/>
                </a:cubicBezTo>
                <a:cubicBezTo>
                  <a:pt x="20973" y="41980"/>
                  <a:pt x="21013" y="41649"/>
                  <a:pt x="20952" y="41308"/>
                </a:cubicBezTo>
                <a:cubicBezTo>
                  <a:pt x="20310" y="38085"/>
                  <a:pt x="18463" y="35275"/>
                  <a:pt x="15993" y="33779"/>
                </a:cubicBezTo>
                <a:cubicBezTo>
                  <a:pt x="9318" y="29734"/>
                  <a:pt x="5553" y="27155"/>
                  <a:pt x="5512" y="27135"/>
                </a:cubicBezTo>
                <a:lnTo>
                  <a:pt x="3756" y="25940"/>
                </a:lnTo>
                <a:lnTo>
                  <a:pt x="2692" y="27757"/>
                </a:lnTo>
                <a:cubicBezTo>
                  <a:pt x="2461" y="28128"/>
                  <a:pt x="-2950" y="36861"/>
                  <a:pt x="2250" y="45323"/>
                </a:cubicBezTo>
                <a:cubicBezTo>
                  <a:pt x="4208" y="48504"/>
                  <a:pt x="6898" y="50120"/>
                  <a:pt x="7962" y="50653"/>
                </a:cubicBezTo>
                <a:cubicBezTo>
                  <a:pt x="8544" y="50954"/>
                  <a:pt x="10682" y="51917"/>
                  <a:pt x="13233" y="51917"/>
                </a:cubicBezTo>
                <a:cubicBezTo>
                  <a:pt x="13534" y="51917"/>
                  <a:pt x="13875" y="51877"/>
                  <a:pt x="14176" y="51847"/>
                </a:cubicBezTo>
                <a:cubicBezTo>
                  <a:pt x="13976" y="52720"/>
                  <a:pt x="13855" y="53583"/>
                  <a:pt x="13855" y="54487"/>
                </a:cubicBezTo>
                <a:lnTo>
                  <a:pt x="13925" y="54487"/>
                </a:lnTo>
                <a:cubicBezTo>
                  <a:pt x="13925" y="63160"/>
                  <a:pt x="30439" y="70487"/>
                  <a:pt x="49995" y="70487"/>
                </a:cubicBezTo>
                <a:cubicBezTo>
                  <a:pt x="69561" y="70487"/>
                  <a:pt x="86075" y="63160"/>
                  <a:pt x="86075" y="54487"/>
                </a:cubicBezTo>
                <a:lnTo>
                  <a:pt x="86135" y="54487"/>
                </a:lnTo>
                <a:cubicBezTo>
                  <a:pt x="86135" y="53583"/>
                  <a:pt x="86025" y="52720"/>
                  <a:pt x="85824" y="51847"/>
                </a:cubicBezTo>
                <a:cubicBezTo>
                  <a:pt x="86125" y="51877"/>
                  <a:pt x="86457" y="51917"/>
                  <a:pt x="86768" y="51917"/>
                </a:cubicBezTo>
                <a:cubicBezTo>
                  <a:pt x="89318" y="51917"/>
                  <a:pt x="91436" y="50964"/>
                  <a:pt x="92038" y="50653"/>
                </a:cubicBezTo>
                <a:cubicBezTo>
                  <a:pt x="93102" y="50120"/>
                  <a:pt x="95793" y="48504"/>
                  <a:pt x="97751" y="45323"/>
                </a:cubicBezTo>
                <a:cubicBezTo>
                  <a:pt x="102951" y="36861"/>
                  <a:pt x="97539" y="28128"/>
                  <a:pt x="97309" y="27757"/>
                </a:cubicBezTo>
                <a:lnTo>
                  <a:pt x="96175" y="25940"/>
                </a:lnTo>
                <a:lnTo>
                  <a:pt x="94488" y="27135"/>
                </a:lnTo>
                <a:cubicBezTo>
                  <a:pt x="94448" y="27155"/>
                  <a:pt x="90683" y="29734"/>
                  <a:pt x="84007" y="33779"/>
                </a:cubicBezTo>
                <a:cubicBezTo>
                  <a:pt x="81538" y="35275"/>
                  <a:pt x="79681" y="38085"/>
                  <a:pt x="79048" y="41308"/>
                </a:cubicBezTo>
                <a:cubicBezTo>
                  <a:pt x="78987" y="41649"/>
                  <a:pt x="79028" y="41980"/>
                  <a:pt x="78987" y="42312"/>
                </a:cubicBezTo>
                <a:cubicBezTo>
                  <a:pt x="77923" y="41518"/>
                  <a:pt x="76739" y="40816"/>
                  <a:pt x="75474" y="40113"/>
                </a:cubicBezTo>
                <a:cubicBezTo>
                  <a:pt x="76629" y="39361"/>
                  <a:pt x="77612" y="38406"/>
                  <a:pt x="78295" y="37543"/>
                </a:cubicBezTo>
                <a:cubicBezTo>
                  <a:pt x="79038" y="36610"/>
                  <a:pt x="80795" y="34061"/>
                  <a:pt x="81246" y="30336"/>
                </a:cubicBezTo>
                <a:cubicBezTo>
                  <a:pt x="82381" y="20721"/>
                  <a:pt x="75695" y="14105"/>
                  <a:pt x="75414" y="13835"/>
                </a:cubicBezTo>
                <a:lnTo>
                  <a:pt x="74089" y="12580"/>
                </a:lnTo>
                <a:lnTo>
                  <a:pt x="72713" y="13704"/>
                </a:lnTo>
                <a:cubicBezTo>
                  <a:pt x="72513" y="13875"/>
                  <a:pt x="67955" y="17870"/>
                  <a:pt x="63869" y="25819"/>
                </a:cubicBezTo>
                <a:cubicBezTo>
                  <a:pt x="62373" y="28711"/>
                  <a:pt x="62082" y="32485"/>
                  <a:pt x="63116" y="35666"/>
                </a:cubicBezTo>
                <a:cubicBezTo>
                  <a:pt x="61149" y="35245"/>
                  <a:pt x="59151" y="34943"/>
                  <a:pt x="57022" y="34723"/>
                </a:cubicBezTo>
                <a:cubicBezTo>
                  <a:pt x="58890" y="32465"/>
                  <a:pt x="60034" y="29504"/>
                  <a:pt x="60034" y="26753"/>
                </a:cubicBezTo>
                <a:cubicBezTo>
                  <a:pt x="60034" y="18081"/>
                  <a:pt x="51782" y="9308"/>
                  <a:pt x="51441" y="8936"/>
                </a:cubicBezTo>
                <a:lnTo>
                  <a:pt x="49995" y="7370"/>
                </a:lnTo>
                <a:close/>
                <a:moveTo>
                  <a:pt x="49995" y="26562"/>
                </a:moveTo>
                <a:cubicBezTo>
                  <a:pt x="49995" y="26562"/>
                  <a:pt x="53007" y="29764"/>
                  <a:pt x="53007" y="32776"/>
                </a:cubicBezTo>
                <a:cubicBezTo>
                  <a:pt x="53007" y="33318"/>
                  <a:pt x="52887" y="33880"/>
                  <a:pt x="52635" y="34412"/>
                </a:cubicBezTo>
                <a:cubicBezTo>
                  <a:pt x="51762" y="34382"/>
                  <a:pt x="50889" y="34352"/>
                  <a:pt x="49995" y="34352"/>
                </a:cubicBezTo>
                <a:cubicBezTo>
                  <a:pt x="49112" y="34352"/>
                  <a:pt x="48239" y="34382"/>
                  <a:pt x="47365" y="34412"/>
                </a:cubicBezTo>
                <a:cubicBezTo>
                  <a:pt x="47114" y="33880"/>
                  <a:pt x="46984" y="33318"/>
                  <a:pt x="46984" y="32776"/>
                </a:cubicBezTo>
                <a:cubicBezTo>
                  <a:pt x="46984" y="29764"/>
                  <a:pt x="49995" y="26562"/>
                  <a:pt x="49995" y="26562"/>
                </a:cubicBezTo>
                <a:close/>
                <a:moveTo>
                  <a:pt x="27729" y="28068"/>
                </a:moveTo>
                <a:cubicBezTo>
                  <a:pt x="27729" y="28068"/>
                  <a:pt x="30670" y="31712"/>
                  <a:pt x="32869" y="34412"/>
                </a:cubicBezTo>
                <a:cubicBezTo>
                  <a:pt x="33320" y="34964"/>
                  <a:pt x="33511" y="35757"/>
                  <a:pt x="33431" y="36540"/>
                </a:cubicBezTo>
                <a:cubicBezTo>
                  <a:pt x="31624" y="37052"/>
                  <a:pt x="29907" y="37634"/>
                  <a:pt x="28291" y="38296"/>
                </a:cubicBezTo>
                <a:cubicBezTo>
                  <a:pt x="27990" y="38015"/>
                  <a:pt x="27689" y="37644"/>
                  <a:pt x="27538" y="37292"/>
                </a:cubicBezTo>
                <a:cubicBezTo>
                  <a:pt x="25651" y="33117"/>
                  <a:pt x="27729" y="28068"/>
                  <a:pt x="27729" y="28068"/>
                </a:cubicBezTo>
                <a:close/>
                <a:moveTo>
                  <a:pt x="72272" y="28068"/>
                </a:moveTo>
                <a:cubicBezTo>
                  <a:pt x="72272" y="28068"/>
                  <a:pt x="74339" y="33117"/>
                  <a:pt x="72462" y="37292"/>
                </a:cubicBezTo>
                <a:cubicBezTo>
                  <a:pt x="72302" y="37644"/>
                  <a:pt x="72010" y="38015"/>
                  <a:pt x="71710" y="38296"/>
                </a:cubicBezTo>
                <a:cubicBezTo>
                  <a:pt x="70093" y="37634"/>
                  <a:pt x="68377" y="37052"/>
                  <a:pt x="66559" y="36540"/>
                </a:cubicBezTo>
                <a:cubicBezTo>
                  <a:pt x="66489" y="35757"/>
                  <a:pt x="66670" y="34964"/>
                  <a:pt x="67132" y="34412"/>
                </a:cubicBezTo>
                <a:cubicBezTo>
                  <a:pt x="69330" y="31712"/>
                  <a:pt x="72272" y="28068"/>
                  <a:pt x="72272" y="28068"/>
                </a:cubicBezTo>
                <a:close/>
                <a:moveTo>
                  <a:pt x="9468" y="39491"/>
                </a:moveTo>
                <a:cubicBezTo>
                  <a:pt x="9468" y="39491"/>
                  <a:pt x="13675" y="41539"/>
                  <a:pt x="16807" y="43064"/>
                </a:cubicBezTo>
                <a:cubicBezTo>
                  <a:pt x="17449" y="43385"/>
                  <a:pt x="17931" y="44028"/>
                  <a:pt x="18192" y="44760"/>
                </a:cubicBezTo>
                <a:cubicBezTo>
                  <a:pt x="16987" y="45995"/>
                  <a:pt x="16023" y="47330"/>
                  <a:pt x="15300" y="48715"/>
                </a:cubicBezTo>
                <a:cubicBezTo>
                  <a:pt x="14507" y="48685"/>
                  <a:pt x="13714" y="48434"/>
                  <a:pt x="13173" y="47963"/>
                </a:cubicBezTo>
                <a:cubicBezTo>
                  <a:pt x="9709" y="44951"/>
                  <a:pt x="9468" y="39491"/>
                  <a:pt x="9468" y="39491"/>
                </a:cubicBezTo>
                <a:close/>
                <a:moveTo>
                  <a:pt x="90532" y="39491"/>
                </a:moveTo>
                <a:cubicBezTo>
                  <a:pt x="90532" y="39491"/>
                  <a:pt x="90292" y="44951"/>
                  <a:pt x="86828" y="47963"/>
                </a:cubicBezTo>
                <a:cubicBezTo>
                  <a:pt x="86276" y="48434"/>
                  <a:pt x="85493" y="48685"/>
                  <a:pt x="84700" y="48715"/>
                </a:cubicBezTo>
                <a:cubicBezTo>
                  <a:pt x="83987" y="47360"/>
                  <a:pt x="83043" y="46035"/>
                  <a:pt x="81869" y="44821"/>
                </a:cubicBezTo>
                <a:cubicBezTo>
                  <a:pt x="82130" y="44068"/>
                  <a:pt x="82531" y="43385"/>
                  <a:pt x="83194" y="43064"/>
                </a:cubicBezTo>
                <a:cubicBezTo>
                  <a:pt x="86316" y="41539"/>
                  <a:pt x="90532" y="39491"/>
                  <a:pt x="90532" y="39491"/>
                </a:cubicBezTo>
                <a:close/>
                <a:moveTo>
                  <a:pt x="17871" y="66713"/>
                </a:moveTo>
                <a:lnTo>
                  <a:pt x="17871" y="72554"/>
                </a:lnTo>
                <a:cubicBezTo>
                  <a:pt x="17871" y="83806"/>
                  <a:pt x="31985" y="92630"/>
                  <a:pt x="49995" y="92630"/>
                </a:cubicBezTo>
                <a:cubicBezTo>
                  <a:pt x="68015" y="92630"/>
                  <a:pt x="82120" y="83806"/>
                  <a:pt x="82120" y="72554"/>
                </a:cubicBezTo>
                <a:lnTo>
                  <a:pt x="82120" y="66713"/>
                </a:lnTo>
                <a:cubicBezTo>
                  <a:pt x="79118" y="68710"/>
                  <a:pt x="75374" y="70377"/>
                  <a:pt x="71077" y="71671"/>
                </a:cubicBezTo>
                <a:cubicBezTo>
                  <a:pt x="70816" y="73669"/>
                  <a:pt x="69401" y="75576"/>
                  <a:pt x="67634" y="76068"/>
                </a:cubicBezTo>
                <a:cubicBezTo>
                  <a:pt x="65766" y="76590"/>
                  <a:pt x="64190" y="75395"/>
                  <a:pt x="64050" y="73368"/>
                </a:cubicBezTo>
                <a:cubicBezTo>
                  <a:pt x="60867" y="73950"/>
                  <a:pt x="57545" y="74321"/>
                  <a:pt x="54011" y="74502"/>
                </a:cubicBezTo>
                <a:cubicBezTo>
                  <a:pt x="54011" y="74512"/>
                  <a:pt x="54011" y="74542"/>
                  <a:pt x="54011" y="74562"/>
                </a:cubicBezTo>
                <a:cubicBezTo>
                  <a:pt x="54011" y="76781"/>
                  <a:pt x="52214" y="78577"/>
                  <a:pt x="49995" y="78577"/>
                </a:cubicBezTo>
                <a:cubicBezTo>
                  <a:pt x="47777" y="78577"/>
                  <a:pt x="45980" y="76781"/>
                  <a:pt x="45980" y="74562"/>
                </a:cubicBezTo>
                <a:cubicBezTo>
                  <a:pt x="45980" y="74542"/>
                  <a:pt x="45980" y="74512"/>
                  <a:pt x="45980" y="74502"/>
                </a:cubicBezTo>
                <a:cubicBezTo>
                  <a:pt x="42456" y="74321"/>
                  <a:pt x="39133" y="73950"/>
                  <a:pt x="35941" y="73368"/>
                </a:cubicBezTo>
                <a:cubicBezTo>
                  <a:pt x="35800" y="75395"/>
                  <a:pt x="34234" y="76590"/>
                  <a:pt x="32367" y="76068"/>
                </a:cubicBezTo>
                <a:cubicBezTo>
                  <a:pt x="30600" y="75576"/>
                  <a:pt x="29184" y="73669"/>
                  <a:pt x="28914" y="71671"/>
                </a:cubicBezTo>
                <a:cubicBezTo>
                  <a:pt x="24627" y="70377"/>
                  <a:pt x="20882" y="68710"/>
                  <a:pt x="17871" y="6671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0" name="Белый — SVG 13">
            <a:extLst>
              <a:ext uri="{FF2B5EF4-FFF2-40B4-BE49-F238E27FC236}">
                <a16:creationId xmlns:a16="http://schemas.microsoft.com/office/drawing/2014/main" id="{1FA00255-AE0D-7C40-AA22-D857078DE12C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23096 w 134746"/>
              <a:gd name="csY0" fmla="*/ 0 h 134740"/>
              <a:gd name="csX1" fmla="*/ 3601 w 134746"/>
              <a:gd name="csY1" fmla="*/ 19495 h 134740"/>
              <a:gd name="csX2" fmla="*/ 3601 w 134746"/>
              <a:gd name="csY2" fmla="*/ 40759 h 134740"/>
              <a:gd name="csX3" fmla="*/ 3601 w 134746"/>
              <a:gd name="csY3" fmla="*/ 124317 h 134740"/>
              <a:gd name="csX4" fmla="*/ 746 w 134746"/>
              <a:gd name="csY4" fmla="*/ 126631 h 134740"/>
              <a:gd name="csX5" fmla="*/ 76 w 134746"/>
              <a:gd name="csY5" fmla="*/ 130254 h 134740"/>
              <a:gd name="csX6" fmla="*/ 1911 w 134746"/>
              <a:gd name="csY6" fmla="*/ 133435 h 134740"/>
              <a:gd name="csX7" fmla="*/ 5373 w 134746"/>
              <a:gd name="csY7" fmla="*/ 134677 h 134740"/>
              <a:gd name="csX8" fmla="*/ 8045 w 134746"/>
              <a:gd name="csY8" fmla="*/ 134677 h 134740"/>
              <a:gd name="csX9" fmla="*/ 9769 w 134746"/>
              <a:gd name="csY9" fmla="*/ 134677 h 134740"/>
              <a:gd name="csX10" fmla="*/ 75390 w 134746"/>
              <a:gd name="csY10" fmla="*/ 134677 h 134740"/>
              <a:gd name="csX11" fmla="*/ 77114 w 134746"/>
              <a:gd name="csY11" fmla="*/ 134677 h 134740"/>
              <a:gd name="csX12" fmla="*/ 79807 w 134746"/>
              <a:gd name="csY12" fmla="*/ 134677 h 134740"/>
              <a:gd name="csX13" fmla="*/ 83269 w 134746"/>
              <a:gd name="csY13" fmla="*/ 133435 h 134740"/>
              <a:gd name="csX14" fmla="*/ 85104 w 134746"/>
              <a:gd name="csY14" fmla="*/ 130254 h 134740"/>
              <a:gd name="csX15" fmla="*/ 84434 w 134746"/>
              <a:gd name="csY15" fmla="*/ 126631 h 134740"/>
              <a:gd name="csX16" fmla="*/ 81579 w 134746"/>
              <a:gd name="csY16" fmla="*/ 124317 h 134740"/>
              <a:gd name="csX17" fmla="*/ 81579 w 134746"/>
              <a:gd name="csY17" fmla="*/ 92149 h 134740"/>
              <a:gd name="csX18" fmla="*/ 97529 w 134746"/>
              <a:gd name="csY18" fmla="*/ 92149 h 134740"/>
              <a:gd name="csX19" fmla="*/ 99301 w 134746"/>
              <a:gd name="csY19" fmla="*/ 93918 h 134740"/>
              <a:gd name="csX20" fmla="*/ 99301 w 134746"/>
              <a:gd name="csY20" fmla="*/ 106319 h 134740"/>
              <a:gd name="csX21" fmla="*/ 117024 w 134746"/>
              <a:gd name="csY21" fmla="*/ 124045 h 134740"/>
              <a:gd name="csX22" fmla="*/ 134746 w 134746"/>
              <a:gd name="csY22" fmla="*/ 106319 h 134740"/>
              <a:gd name="csX23" fmla="*/ 134746 w 134746"/>
              <a:gd name="csY23" fmla="*/ 60134 h 134740"/>
              <a:gd name="csX24" fmla="*/ 128585 w 134746"/>
              <a:gd name="csY24" fmla="*/ 47546 h 134740"/>
              <a:gd name="csX25" fmla="*/ 100790 w 134746"/>
              <a:gd name="csY25" fmla="*/ 25925 h 134740"/>
              <a:gd name="csX26" fmla="*/ 97335 w 134746"/>
              <a:gd name="csY26" fmla="*/ 24751 h 134740"/>
              <a:gd name="csX27" fmla="*/ 94283 w 134746"/>
              <a:gd name="csY27" fmla="*/ 25823 h 134740"/>
              <a:gd name="csX28" fmla="*/ 92408 w 134746"/>
              <a:gd name="csY28" fmla="*/ 28443 h 134740"/>
              <a:gd name="csX29" fmla="*/ 92402 w 134746"/>
              <a:gd name="csY29" fmla="*/ 31675 h 134740"/>
              <a:gd name="csX30" fmla="*/ 94269 w 134746"/>
              <a:gd name="csY30" fmla="*/ 34311 h 134740"/>
              <a:gd name="csX31" fmla="*/ 106390 w 134746"/>
              <a:gd name="csY31" fmla="*/ 43753 h 134740"/>
              <a:gd name="csX32" fmla="*/ 106390 w 134746"/>
              <a:gd name="csY32" fmla="*/ 60253 h 134740"/>
              <a:gd name="csX33" fmla="*/ 120568 w 134746"/>
              <a:gd name="csY33" fmla="*/ 74424 h 134740"/>
              <a:gd name="csX34" fmla="*/ 124113 w 134746"/>
              <a:gd name="csY34" fmla="*/ 74424 h 134740"/>
              <a:gd name="csX35" fmla="*/ 124113 w 134746"/>
              <a:gd name="csY35" fmla="*/ 106319 h 134740"/>
              <a:gd name="csX36" fmla="*/ 117024 w 134746"/>
              <a:gd name="csY36" fmla="*/ 113413 h 134740"/>
              <a:gd name="csX37" fmla="*/ 109935 w 134746"/>
              <a:gd name="csY37" fmla="*/ 106319 h 134740"/>
              <a:gd name="csX38" fmla="*/ 109935 w 134746"/>
              <a:gd name="csY38" fmla="*/ 93918 h 134740"/>
              <a:gd name="csX39" fmla="*/ 97529 w 134746"/>
              <a:gd name="csY39" fmla="*/ 81517 h 134740"/>
              <a:gd name="csX40" fmla="*/ 81579 w 134746"/>
              <a:gd name="csY40" fmla="*/ 81517 h 134740"/>
              <a:gd name="csX41" fmla="*/ 81579 w 134746"/>
              <a:gd name="csY41" fmla="*/ 40759 h 134740"/>
              <a:gd name="csX42" fmla="*/ 81579 w 134746"/>
              <a:gd name="csY42" fmla="*/ 19495 h 134740"/>
              <a:gd name="csX43" fmla="*/ 62085 w 134746"/>
              <a:gd name="csY43" fmla="*/ 0 h 134740"/>
              <a:gd name="csX44" fmla="*/ 23096 w 134746"/>
              <a:gd name="csY44" fmla="*/ 0 h 134740"/>
              <a:gd name="csX45" fmla="*/ 23096 w 134746"/>
              <a:gd name="csY45" fmla="*/ 10632 h 134740"/>
              <a:gd name="csX46" fmla="*/ 62085 w 134746"/>
              <a:gd name="csY46" fmla="*/ 10632 h 134740"/>
              <a:gd name="csX47" fmla="*/ 70946 w 134746"/>
              <a:gd name="csY47" fmla="*/ 19495 h 134740"/>
              <a:gd name="csX48" fmla="*/ 70946 w 134746"/>
              <a:gd name="csY48" fmla="*/ 40759 h 134740"/>
              <a:gd name="csX49" fmla="*/ 62085 w 134746"/>
              <a:gd name="csY49" fmla="*/ 49621 h 134740"/>
              <a:gd name="csX50" fmla="*/ 23096 w 134746"/>
              <a:gd name="csY50" fmla="*/ 49621 h 134740"/>
              <a:gd name="csX51" fmla="*/ 14234 w 134746"/>
              <a:gd name="csY51" fmla="*/ 40759 h 134740"/>
              <a:gd name="csX52" fmla="*/ 14234 w 134746"/>
              <a:gd name="csY52" fmla="*/ 19495 h 134740"/>
              <a:gd name="csX53" fmla="*/ 23096 w 134746"/>
              <a:gd name="csY53" fmla="*/ 10632 h 134740"/>
            </a:gdLst>
            <a:ahLst/>
            <a:cxnLst/>
            <a:rect l="l" t="t" r="r" b="b"/>
            <a:pathLst>
              <a:path w="100000" h="100000">
                <a:moveTo>
                  <a:pt x="17140" y="2"/>
                </a:moveTo>
                <a:cubicBezTo>
                  <a:pt x="9197" y="2"/>
                  <a:pt x="2672" y="6529"/>
                  <a:pt x="2672" y="14470"/>
                </a:cubicBezTo>
                <a:lnTo>
                  <a:pt x="2672" y="30251"/>
                </a:lnTo>
                <a:lnTo>
                  <a:pt x="2672" y="92262"/>
                </a:lnTo>
                <a:cubicBezTo>
                  <a:pt x="1784" y="92566"/>
                  <a:pt x="1033" y="93184"/>
                  <a:pt x="554" y="93980"/>
                </a:cubicBezTo>
                <a:cubicBezTo>
                  <a:pt x="75" y="94788"/>
                  <a:pt x="-102" y="95747"/>
                  <a:pt x="56" y="96669"/>
                </a:cubicBezTo>
                <a:cubicBezTo>
                  <a:pt x="215" y="97590"/>
                  <a:pt x="698" y="98436"/>
                  <a:pt x="1418" y="99029"/>
                </a:cubicBezTo>
                <a:cubicBezTo>
                  <a:pt x="2139" y="99636"/>
                  <a:pt x="3049" y="99951"/>
                  <a:pt x="3988" y="99951"/>
                </a:cubicBezTo>
                <a:lnTo>
                  <a:pt x="5970" y="99951"/>
                </a:lnTo>
                <a:cubicBezTo>
                  <a:pt x="6394" y="100014"/>
                  <a:pt x="6827" y="100014"/>
                  <a:pt x="7250" y="99951"/>
                </a:cubicBezTo>
                <a:lnTo>
                  <a:pt x="55950" y="99951"/>
                </a:lnTo>
                <a:cubicBezTo>
                  <a:pt x="56373" y="100014"/>
                  <a:pt x="56805" y="100014"/>
                  <a:pt x="57229" y="99951"/>
                </a:cubicBezTo>
                <a:lnTo>
                  <a:pt x="59228" y="99951"/>
                </a:lnTo>
                <a:cubicBezTo>
                  <a:pt x="60166" y="99951"/>
                  <a:pt x="61077" y="99636"/>
                  <a:pt x="61797" y="99029"/>
                </a:cubicBezTo>
                <a:cubicBezTo>
                  <a:pt x="62518" y="98436"/>
                  <a:pt x="63000" y="97590"/>
                  <a:pt x="63159" y="96669"/>
                </a:cubicBezTo>
                <a:cubicBezTo>
                  <a:pt x="63317" y="95747"/>
                  <a:pt x="63141" y="94788"/>
                  <a:pt x="62662" y="93980"/>
                </a:cubicBezTo>
                <a:cubicBezTo>
                  <a:pt x="62182" y="93184"/>
                  <a:pt x="61431" y="92566"/>
                  <a:pt x="60543" y="92262"/>
                </a:cubicBezTo>
                <a:lnTo>
                  <a:pt x="60543" y="68389"/>
                </a:lnTo>
                <a:lnTo>
                  <a:pt x="72380" y="68389"/>
                </a:lnTo>
                <a:cubicBezTo>
                  <a:pt x="73156" y="68389"/>
                  <a:pt x="73695" y="68920"/>
                  <a:pt x="73695" y="69702"/>
                </a:cubicBezTo>
                <a:lnTo>
                  <a:pt x="73695" y="78905"/>
                </a:lnTo>
                <a:cubicBezTo>
                  <a:pt x="73695" y="86127"/>
                  <a:pt x="79631" y="92061"/>
                  <a:pt x="86848" y="92061"/>
                </a:cubicBezTo>
                <a:cubicBezTo>
                  <a:pt x="94065" y="92061"/>
                  <a:pt x="100000" y="86127"/>
                  <a:pt x="100000" y="78905"/>
                </a:cubicBezTo>
                <a:lnTo>
                  <a:pt x="100000" y="44630"/>
                </a:lnTo>
                <a:cubicBezTo>
                  <a:pt x="100000" y="40982"/>
                  <a:pt x="98311" y="37522"/>
                  <a:pt x="95428" y="35288"/>
                </a:cubicBezTo>
                <a:lnTo>
                  <a:pt x="74800" y="19242"/>
                </a:lnTo>
                <a:cubicBezTo>
                  <a:pt x="74074" y="18661"/>
                  <a:pt x="73167" y="18358"/>
                  <a:pt x="72236" y="18371"/>
                </a:cubicBezTo>
                <a:cubicBezTo>
                  <a:pt x="71417" y="18396"/>
                  <a:pt x="70626" y="18674"/>
                  <a:pt x="69971" y="19166"/>
                </a:cubicBezTo>
                <a:cubicBezTo>
                  <a:pt x="69316" y="19658"/>
                  <a:pt x="68830" y="20340"/>
                  <a:pt x="68579" y="21111"/>
                </a:cubicBezTo>
                <a:cubicBezTo>
                  <a:pt x="68329" y="21893"/>
                  <a:pt x="68328" y="22739"/>
                  <a:pt x="68575" y="23509"/>
                </a:cubicBezTo>
                <a:cubicBezTo>
                  <a:pt x="68823" y="24292"/>
                  <a:pt x="69307" y="24974"/>
                  <a:pt x="69961" y="25466"/>
                </a:cubicBezTo>
                <a:lnTo>
                  <a:pt x="78956" y="32473"/>
                </a:lnTo>
                <a:lnTo>
                  <a:pt x="78956" y="44718"/>
                </a:lnTo>
                <a:cubicBezTo>
                  <a:pt x="78956" y="50525"/>
                  <a:pt x="83668" y="55235"/>
                  <a:pt x="89478" y="55235"/>
                </a:cubicBezTo>
                <a:lnTo>
                  <a:pt x="92109" y="55235"/>
                </a:lnTo>
                <a:lnTo>
                  <a:pt x="92109" y="78905"/>
                </a:lnTo>
                <a:cubicBezTo>
                  <a:pt x="92109" y="81860"/>
                  <a:pt x="89800" y="84170"/>
                  <a:pt x="86848" y="84170"/>
                </a:cubicBezTo>
                <a:cubicBezTo>
                  <a:pt x="83896" y="84170"/>
                  <a:pt x="81587" y="81860"/>
                  <a:pt x="81587" y="78905"/>
                </a:cubicBezTo>
                <a:lnTo>
                  <a:pt x="81587" y="69702"/>
                </a:lnTo>
                <a:cubicBezTo>
                  <a:pt x="81587" y="64665"/>
                  <a:pt x="77418" y="60499"/>
                  <a:pt x="72380" y="60499"/>
                </a:cubicBezTo>
                <a:lnTo>
                  <a:pt x="60543" y="60499"/>
                </a:lnTo>
                <a:lnTo>
                  <a:pt x="60543" y="30251"/>
                </a:lnTo>
                <a:lnTo>
                  <a:pt x="60543" y="14470"/>
                </a:lnTo>
                <a:cubicBezTo>
                  <a:pt x="60543" y="6529"/>
                  <a:pt x="54019" y="2"/>
                  <a:pt x="46076" y="2"/>
                </a:cubicBezTo>
                <a:lnTo>
                  <a:pt x="17140" y="2"/>
                </a:lnTo>
                <a:close/>
                <a:moveTo>
                  <a:pt x="17140" y="7893"/>
                </a:moveTo>
                <a:lnTo>
                  <a:pt x="46076" y="7893"/>
                </a:lnTo>
                <a:cubicBezTo>
                  <a:pt x="49754" y="7893"/>
                  <a:pt x="52652" y="10797"/>
                  <a:pt x="52652" y="14470"/>
                </a:cubicBezTo>
                <a:lnTo>
                  <a:pt x="52652" y="30251"/>
                </a:lnTo>
                <a:cubicBezTo>
                  <a:pt x="52652" y="33925"/>
                  <a:pt x="49754" y="36828"/>
                  <a:pt x="46076" y="36828"/>
                </a:cubicBezTo>
                <a:lnTo>
                  <a:pt x="17140" y="36828"/>
                </a:lnTo>
                <a:cubicBezTo>
                  <a:pt x="13462" y="36828"/>
                  <a:pt x="10564" y="33925"/>
                  <a:pt x="10564" y="30251"/>
                </a:cubicBezTo>
                <a:lnTo>
                  <a:pt x="10564" y="14470"/>
                </a:lnTo>
                <a:cubicBezTo>
                  <a:pt x="10564" y="10797"/>
                  <a:pt x="13462" y="7893"/>
                  <a:pt x="17140" y="789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1" name="Белый — SVG 14">
            <a:extLst>
              <a:ext uri="{FF2B5EF4-FFF2-40B4-BE49-F238E27FC236}">
                <a16:creationId xmlns:a16="http://schemas.microsoft.com/office/drawing/2014/main" id="{A6B82074-DC82-6D40-AC81-97542EC9441F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24776 w 161635"/>
              <a:gd name="csY0" fmla="*/ 135085 h 154632"/>
              <a:gd name="csX1" fmla="*/ 47046 w 161635"/>
              <a:gd name="csY1" fmla="*/ 135085 h 154632"/>
              <a:gd name="csX2" fmla="*/ 69062 w 161635"/>
              <a:gd name="csY2" fmla="*/ 135085 h 154632"/>
              <a:gd name="csX3" fmla="*/ 91332 w 161635"/>
              <a:gd name="csY3" fmla="*/ 135085 h 154632"/>
              <a:gd name="csX4" fmla="*/ 113586 w 161635"/>
              <a:gd name="csY4" fmla="*/ 135085 h 154632"/>
              <a:gd name="csX5" fmla="*/ 124610 w 161635"/>
              <a:gd name="csY5" fmla="*/ 138845 h 154632"/>
              <a:gd name="csX6" fmla="*/ 135618 w 161635"/>
              <a:gd name="csY6" fmla="*/ 135085 h 154632"/>
              <a:gd name="csX7" fmla="*/ 159624 w 161635"/>
              <a:gd name="csY7" fmla="*/ 133588 h 154632"/>
              <a:gd name="csX8" fmla="*/ 159624 w 161635"/>
              <a:gd name="csY8" fmla="*/ 130084 h 154632"/>
              <a:gd name="csX9" fmla="*/ 156119 w 161635"/>
              <a:gd name="csY9" fmla="*/ 130084 h 154632"/>
              <a:gd name="csX10" fmla="*/ 154622 w 161635"/>
              <a:gd name="csY10" fmla="*/ 131343 h 154632"/>
              <a:gd name="csX11" fmla="*/ 143870 w 161635"/>
              <a:gd name="csY11" fmla="*/ 56545 h 154632"/>
              <a:gd name="csX12" fmla="*/ 149127 w 161635"/>
              <a:gd name="csY12" fmla="*/ 49537 h 154632"/>
              <a:gd name="csX13" fmla="*/ 149127 w 161635"/>
              <a:gd name="csY13" fmla="*/ 20260 h 154632"/>
              <a:gd name="csX14" fmla="*/ 152121 w 161635"/>
              <a:gd name="csY14" fmla="*/ 20260 h 154632"/>
              <a:gd name="csX15" fmla="*/ 158127 w 161635"/>
              <a:gd name="csY15" fmla="*/ 14255 h 154632"/>
              <a:gd name="csX16" fmla="*/ 158127 w 161635"/>
              <a:gd name="csY16" fmla="*/ 6005 h 154632"/>
              <a:gd name="csX17" fmla="*/ 152121 w 161635"/>
              <a:gd name="csY17" fmla="*/ 0 h 154632"/>
              <a:gd name="csX18" fmla="*/ 8256 w 161635"/>
              <a:gd name="csY18" fmla="*/ 0 h 154632"/>
              <a:gd name="csX19" fmla="*/ 2250 w 161635"/>
              <a:gd name="csY19" fmla="*/ 6005 h 154632"/>
              <a:gd name="csX20" fmla="*/ 2250 w 161635"/>
              <a:gd name="csY20" fmla="*/ 14017 h 154632"/>
              <a:gd name="csX21" fmla="*/ 8256 w 161635"/>
              <a:gd name="csY21" fmla="*/ 20005 h 154632"/>
              <a:gd name="csX22" fmla="*/ 11267 w 161635"/>
              <a:gd name="csY22" fmla="*/ 20005 h 154632"/>
              <a:gd name="csX23" fmla="*/ 11267 w 161635"/>
              <a:gd name="csY23" fmla="*/ 49026 h 154632"/>
              <a:gd name="csX24" fmla="*/ 16524 w 161635"/>
              <a:gd name="csY24" fmla="*/ 56034 h 154632"/>
              <a:gd name="csX25" fmla="*/ 5754 w 161635"/>
              <a:gd name="csY25" fmla="*/ 131088 h 154632"/>
              <a:gd name="csX26" fmla="*/ 4258 w 161635"/>
              <a:gd name="csY26" fmla="*/ 129829 h 154632"/>
              <a:gd name="csX27" fmla="*/ 753 w 161635"/>
              <a:gd name="csY27" fmla="*/ 129829 h 154632"/>
              <a:gd name="csX28" fmla="*/ 753 w 161635"/>
              <a:gd name="csY28" fmla="*/ 133333 h 154632"/>
              <a:gd name="csX29" fmla="*/ 24776 w 161635"/>
              <a:gd name="csY29" fmla="*/ 135085 h 154632"/>
              <a:gd name="csX30" fmla="*/ 31785 w 161635"/>
              <a:gd name="csY30" fmla="*/ 44773 h 154632"/>
              <a:gd name="csX31" fmla="*/ 40785 w 161635"/>
              <a:gd name="csY31" fmla="*/ 36523 h 154632"/>
              <a:gd name="csX32" fmla="*/ 49785 w 161635"/>
              <a:gd name="csY32" fmla="*/ 44773 h 154632"/>
              <a:gd name="csX33" fmla="*/ 31785 w 161635"/>
              <a:gd name="csY33" fmla="*/ 44773 h 154632"/>
              <a:gd name="csX34" fmla="*/ 68551 w 161635"/>
              <a:gd name="csY34" fmla="*/ 56783 h 154632"/>
              <a:gd name="csX35" fmla="*/ 69555 w 161635"/>
              <a:gd name="csY35" fmla="*/ 56783 h 154632"/>
              <a:gd name="csX36" fmla="*/ 62545 w 161635"/>
              <a:gd name="csY36" fmla="*/ 132840 h 154632"/>
              <a:gd name="csX37" fmla="*/ 58547 w 161635"/>
              <a:gd name="csY37" fmla="*/ 133588 h 154632"/>
              <a:gd name="csX38" fmla="*/ 51299 w 161635"/>
              <a:gd name="csY38" fmla="*/ 56545 h 154632"/>
              <a:gd name="csX39" fmla="*/ 68551 w 161635"/>
              <a:gd name="csY39" fmla="*/ 56783 h 154632"/>
              <a:gd name="csX40" fmla="*/ 110591 w 161635"/>
              <a:gd name="csY40" fmla="*/ 44773 h 154632"/>
              <a:gd name="csX41" fmla="*/ 119591 w 161635"/>
              <a:gd name="csY41" fmla="*/ 36523 h 154632"/>
              <a:gd name="csX42" fmla="*/ 128609 w 161635"/>
              <a:gd name="csY42" fmla="*/ 44773 h 154632"/>
              <a:gd name="csX43" fmla="*/ 110591 w 161635"/>
              <a:gd name="csY43" fmla="*/ 44773 h 154632"/>
              <a:gd name="csX44" fmla="*/ 108839 w 161635"/>
              <a:gd name="csY44" fmla="*/ 56783 h 154632"/>
              <a:gd name="csX45" fmla="*/ 101591 w 161635"/>
              <a:gd name="csY45" fmla="*/ 133843 h 154632"/>
              <a:gd name="csX46" fmla="*/ 97576 w 161635"/>
              <a:gd name="csY46" fmla="*/ 133095 h 154632"/>
              <a:gd name="csX47" fmla="*/ 90584 w 161635"/>
              <a:gd name="csY47" fmla="*/ 57038 h 154632"/>
              <a:gd name="csX48" fmla="*/ 108839 w 161635"/>
              <a:gd name="csY48" fmla="*/ 56783 h 154632"/>
              <a:gd name="csX49" fmla="*/ 71052 w 161635"/>
              <a:gd name="csY49" fmla="*/ 44773 h 154632"/>
              <a:gd name="csX50" fmla="*/ 80069 w 161635"/>
              <a:gd name="csY50" fmla="*/ 36523 h 154632"/>
              <a:gd name="csX51" fmla="*/ 89070 w 161635"/>
              <a:gd name="csY51" fmla="*/ 44773 h 154632"/>
              <a:gd name="csX52" fmla="*/ 71052 w 161635"/>
              <a:gd name="csY52" fmla="*/ 44773 h 154632"/>
              <a:gd name="csX53" fmla="*/ 136860 w 161635"/>
              <a:gd name="csY53" fmla="*/ 129590 h 154632"/>
              <a:gd name="csX54" fmla="*/ 130106 w 161635"/>
              <a:gd name="csY54" fmla="*/ 56783 h 154632"/>
              <a:gd name="csX55" fmla="*/ 138612 w 161635"/>
              <a:gd name="csY55" fmla="*/ 56783 h 154632"/>
              <a:gd name="csX56" fmla="*/ 149620 w 161635"/>
              <a:gd name="csY56" fmla="*/ 133333 h 154632"/>
              <a:gd name="csX57" fmla="*/ 136860 w 161635"/>
              <a:gd name="csY57" fmla="*/ 129590 h 154632"/>
              <a:gd name="csX58" fmla="*/ 152870 w 161635"/>
              <a:gd name="csY58" fmla="*/ 6005 h 154632"/>
              <a:gd name="csX59" fmla="*/ 152870 w 161635"/>
              <a:gd name="csY59" fmla="*/ 14017 h 154632"/>
              <a:gd name="csX60" fmla="*/ 151866 w 161635"/>
              <a:gd name="csY60" fmla="*/ 15004 h 154632"/>
              <a:gd name="csX61" fmla="*/ 142611 w 161635"/>
              <a:gd name="csY61" fmla="*/ 15004 h 154632"/>
              <a:gd name="csX62" fmla="*/ 142611 w 161635"/>
              <a:gd name="csY62" fmla="*/ 5001 h 154632"/>
              <a:gd name="csX63" fmla="*/ 151866 w 161635"/>
              <a:gd name="csY63" fmla="*/ 5001 h 154632"/>
              <a:gd name="csX64" fmla="*/ 152870 w 161635"/>
              <a:gd name="csY64" fmla="*/ 6005 h 154632"/>
              <a:gd name="csX65" fmla="*/ 125359 w 161635"/>
              <a:gd name="csY65" fmla="*/ 15259 h 154632"/>
              <a:gd name="csX66" fmla="*/ 125359 w 161635"/>
              <a:gd name="csY66" fmla="*/ 5001 h 154632"/>
              <a:gd name="csX67" fmla="*/ 137370 w 161635"/>
              <a:gd name="csY67" fmla="*/ 5001 h 154632"/>
              <a:gd name="csX68" fmla="*/ 137370 w 161635"/>
              <a:gd name="csY68" fmla="*/ 15259 h 154632"/>
              <a:gd name="csX69" fmla="*/ 125359 w 161635"/>
              <a:gd name="csY69" fmla="*/ 15259 h 154632"/>
              <a:gd name="csX70" fmla="*/ 108345 w 161635"/>
              <a:gd name="csY70" fmla="*/ 15259 h 154632"/>
              <a:gd name="csX71" fmla="*/ 108345 w 161635"/>
              <a:gd name="csY71" fmla="*/ 5001 h 154632"/>
              <a:gd name="csX72" fmla="*/ 120357 w 161635"/>
              <a:gd name="csY72" fmla="*/ 5001 h 154632"/>
              <a:gd name="csX73" fmla="*/ 120357 w 161635"/>
              <a:gd name="csY73" fmla="*/ 15259 h 154632"/>
              <a:gd name="csX74" fmla="*/ 108345 w 161635"/>
              <a:gd name="csY74" fmla="*/ 15259 h 154632"/>
              <a:gd name="csX75" fmla="*/ 91077 w 161635"/>
              <a:gd name="csY75" fmla="*/ 15259 h 154632"/>
              <a:gd name="csX76" fmla="*/ 91077 w 161635"/>
              <a:gd name="csY76" fmla="*/ 5001 h 154632"/>
              <a:gd name="csX77" fmla="*/ 103089 w 161635"/>
              <a:gd name="csY77" fmla="*/ 5001 h 154632"/>
              <a:gd name="csX78" fmla="*/ 103089 w 161635"/>
              <a:gd name="csY78" fmla="*/ 15259 h 154632"/>
              <a:gd name="csX79" fmla="*/ 91077 w 161635"/>
              <a:gd name="csY79" fmla="*/ 15259 h 154632"/>
              <a:gd name="csX80" fmla="*/ 74064 w 161635"/>
              <a:gd name="csY80" fmla="*/ 15259 h 154632"/>
              <a:gd name="csX81" fmla="*/ 74064 w 161635"/>
              <a:gd name="csY81" fmla="*/ 5001 h 154632"/>
              <a:gd name="csX82" fmla="*/ 86075 w 161635"/>
              <a:gd name="csY82" fmla="*/ 5001 h 154632"/>
              <a:gd name="csX83" fmla="*/ 86075 w 161635"/>
              <a:gd name="csY83" fmla="*/ 15259 h 154632"/>
              <a:gd name="csX84" fmla="*/ 74064 w 161635"/>
              <a:gd name="csY84" fmla="*/ 15259 h 154632"/>
              <a:gd name="csX85" fmla="*/ 56795 w 161635"/>
              <a:gd name="csY85" fmla="*/ 15259 h 154632"/>
              <a:gd name="csX86" fmla="*/ 56795 w 161635"/>
              <a:gd name="csY86" fmla="*/ 5001 h 154632"/>
              <a:gd name="csX87" fmla="*/ 68806 w 161635"/>
              <a:gd name="csY87" fmla="*/ 5001 h 154632"/>
              <a:gd name="csX88" fmla="*/ 68806 w 161635"/>
              <a:gd name="csY88" fmla="*/ 15259 h 154632"/>
              <a:gd name="csX89" fmla="*/ 56795 w 161635"/>
              <a:gd name="csY89" fmla="*/ 15259 h 154632"/>
              <a:gd name="csX90" fmla="*/ 39781 w 161635"/>
              <a:gd name="csY90" fmla="*/ 15259 h 154632"/>
              <a:gd name="csX91" fmla="*/ 39781 w 161635"/>
              <a:gd name="csY91" fmla="*/ 5001 h 154632"/>
              <a:gd name="csX92" fmla="*/ 51793 w 161635"/>
              <a:gd name="csY92" fmla="*/ 5001 h 154632"/>
              <a:gd name="csX93" fmla="*/ 51793 w 161635"/>
              <a:gd name="csY93" fmla="*/ 15259 h 154632"/>
              <a:gd name="csX94" fmla="*/ 39781 w 161635"/>
              <a:gd name="csY94" fmla="*/ 15259 h 154632"/>
              <a:gd name="csX95" fmla="*/ 22768 w 161635"/>
              <a:gd name="csY95" fmla="*/ 15259 h 154632"/>
              <a:gd name="csX96" fmla="*/ 22768 w 161635"/>
              <a:gd name="csY96" fmla="*/ 5001 h 154632"/>
              <a:gd name="csX97" fmla="*/ 34779 w 161635"/>
              <a:gd name="csY97" fmla="*/ 5001 h 154632"/>
              <a:gd name="csX98" fmla="*/ 34779 w 161635"/>
              <a:gd name="csY98" fmla="*/ 15259 h 154632"/>
              <a:gd name="csX99" fmla="*/ 22768 w 161635"/>
              <a:gd name="csY99" fmla="*/ 15259 h 154632"/>
              <a:gd name="csX100" fmla="*/ 7252 w 161635"/>
              <a:gd name="csY100" fmla="*/ 14255 h 154632"/>
              <a:gd name="csX101" fmla="*/ 7252 w 161635"/>
              <a:gd name="csY101" fmla="*/ 6005 h 154632"/>
              <a:gd name="csX102" fmla="*/ 8256 w 161635"/>
              <a:gd name="csY102" fmla="*/ 5001 h 154632"/>
              <a:gd name="csX103" fmla="*/ 17511 w 161635"/>
              <a:gd name="csY103" fmla="*/ 5001 h 154632"/>
              <a:gd name="csX104" fmla="*/ 17511 w 161635"/>
              <a:gd name="csY104" fmla="*/ 15259 h 154632"/>
              <a:gd name="csX105" fmla="*/ 8256 w 161635"/>
              <a:gd name="csY105" fmla="*/ 15259 h 154632"/>
              <a:gd name="csX106" fmla="*/ 7252 w 161635"/>
              <a:gd name="csY106" fmla="*/ 14255 h 154632"/>
              <a:gd name="csX107" fmla="*/ 16269 w 161635"/>
              <a:gd name="csY107" fmla="*/ 20260 h 154632"/>
              <a:gd name="csX108" fmla="*/ 143870 w 161635"/>
              <a:gd name="csY108" fmla="*/ 20260 h 154632"/>
              <a:gd name="csX109" fmla="*/ 143870 w 161635"/>
              <a:gd name="csY109" fmla="*/ 49281 h 154632"/>
              <a:gd name="csX110" fmla="*/ 141369 w 161635"/>
              <a:gd name="csY110" fmla="*/ 51782 h 154632"/>
              <a:gd name="csX111" fmla="*/ 133611 w 161635"/>
              <a:gd name="csY111" fmla="*/ 51782 h 154632"/>
              <a:gd name="csX112" fmla="*/ 133611 w 161635"/>
              <a:gd name="csY112" fmla="*/ 45522 h 154632"/>
              <a:gd name="csX113" fmla="*/ 119591 w 161635"/>
              <a:gd name="csY113" fmla="*/ 31522 h 154632"/>
              <a:gd name="csX114" fmla="*/ 105589 w 161635"/>
              <a:gd name="csY114" fmla="*/ 45522 h 154632"/>
              <a:gd name="csX115" fmla="*/ 105589 w 161635"/>
              <a:gd name="csY115" fmla="*/ 51782 h 154632"/>
              <a:gd name="csX116" fmla="*/ 94326 w 161635"/>
              <a:gd name="csY116" fmla="*/ 51782 h 154632"/>
              <a:gd name="csX117" fmla="*/ 94326 w 161635"/>
              <a:gd name="csY117" fmla="*/ 45522 h 154632"/>
              <a:gd name="csX118" fmla="*/ 80324 w 161635"/>
              <a:gd name="csY118" fmla="*/ 31522 h 154632"/>
              <a:gd name="csX119" fmla="*/ 66305 w 161635"/>
              <a:gd name="csY119" fmla="*/ 45522 h 154632"/>
              <a:gd name="csX120" fmla="*/ 66305 w 161635"/>
              <a:gd name="csY120" fmla="*/ 51782 h 154632"/>
              <a:gd name="csX121" fmla="*/ 55043 w 161635"/>
              <a:gd name="csY121" fmla="*/ 51782 h 154632"/>
              <a:gd name="csX122" fmla="*/ 55043 w 161635"/>
              <a:gd name="csY122" fmla="*/ 45522 h 154632"/>
              <a:gd name="csX123" fmla="*/ 41041 w 161635"/>
              <a:gd name="csY123" fmla="*/ 31522 h 154632"/>
              <a:gd name="csX124" fmla="*/ 27021 w 161635"/>
              <a:gd name="csY124" fmla="*/ 45522 h 154632"/>
              <a:gd name="csX125" fmla="*/ 27021 w 161635"/>
              <a:gd name="csY125" fmla="*/ 51782 h 154632"/>
              <a:gd name="csX126" fmla="*/ 19263 w 161635"/>
              <a:gd name="csY126" fmla="*/ 51782 h 154632"/>
              <a:gd name="csX127" fmla="*/ 16763 w 161635"/>
              <a:gd name="csY127" fmla="*/ 49281 h 154632"/>
              <a:gd name="csX128" fmla="*/ 16763 w 161635"/>
              <a:gd name="csY128" fmla="*/ 20260 h 154632"/>
              <a:gd name="csX129" fmla="*/ 16269 w 161635"/>
              <a:gd name="csY129" fmla="*/ 20260 h 154632"/>
              <a:gd name="csX130" fmla="*/ 21526 w 161635"/>
              <a:gd name="csY130" fmla="*/ 56783 h 154632"/>
              <a:gd name="csX131" fmla="*/ 30033 w 161635"/>
              <a:gd name="csY131" fmla="*/ 56783 h 154632"/>
              <a:gd name="csX132" fmla="*/ 23278 w 161635"/>
              <a:gd name="csY132" fmla="*/ 129590 h 154632"/>
              <a:gd name="csX133" fmla="*/ 10518 w 161635"/>
              <a:gd name="csY133" fmla="*/ 133333 h 154632"/>
              <a:gd name="csX134" fmla="*/ 21526 w 161635"/>
              <a:gd name="csY134" fmla="*/ 56783 h 154632"/>
              <a:gd name="csX135" fmla="*/ 155881 w 161635"/>
              <a:gd name="csY135" fmla="*/ 145853 h 154632"/>
              <a:gd name="csX136" fmla="*/ 137370 w 161635"/>
              <a:gd name="csY136" fmla="*/ 145853 h 154632"/>
              <a:gd name="csX137" fmla="*/ 133866 w 161635"/>
              <a:gd name="csY137" fmla="*/ 145853 h 154632"/>
              <a:gd name="csX138" fmla="*/ 115338 w 161635"/>
              <a:gd name="csY138" fmla="*/ 145853 h 154632"/>
              <a:gd name="csX139" fmla="*/ 111850 w 161635"/>
              <a:gd name="csY139" fmla="*/ 145853 h 154632"/>
              <a:gd name="csX140" fmla="*/ 93323 w 161635"/>
              <a:gd name="csY140" fmla="*/ 145853 h 154632"/>
              <a:gd name="csX141" fmla="*/ 89818 w 161635"/>
              <a:gd name="csY141" fmla="*/ 145853 h 154632"/>
              <a:gd name="csX142" fmla="*/ 71307 w 161635"/>
              <a:gd name="csY142" fmla="*/ 145853 h 154632"/>
              <a:gd name="csX143" fmla="*/ 67803 w 161635"/>
              <a:gd name="csY143" fmla="*/ 145853 h 154632"/>
              <a:gd name="csX144" fmla="*/ 49292 w 161635"/>
              <a:gd name="csY144" fmla="*/ 145853 h 154632"/>
              <a:gd name="csX145" fmla="*/ 45787 w 161635"/>
              <a:gd name="csY145" fmla="*/ 145853 h 154632"/>
              <a:gd name="csX146" fmla="*/ 27277 w 161635"/>
              <a:gd name="csY146" fmla="*/ 145853 h 154632"/>
              <a:gd name="csX147" fmla="*/ 23772 w 161635"/>
              <a:gd name="csY147" fmla="*/ 145853 h 154632"/>
              <a:gd name="csX148" fmla="*/ 5261 w 161635"/>
              <a:gd name="csY148" fmla="*/ 145853 h 154632"/>
              <a:gd name="csX149" fmla="*/ 1757 w 161635"/>
              <a:gd name="csY149" fmla="*/ 145853 h 154632"/>
              <a:gd name="csX150" fmla="*/ 1757 w 161635"/>
              <a:gd name="csY150" fmla="*/ 149341 h 154632"/>
              <a:gd name="csX151" fmla="*/ 25779 w 161635"/>
              <a:gd name="csY151" fmla="*/ 150854 h 154632"/>
              <a:gd name="csX152" fmla="*/ 48050 w 161635"/>
              <a:gd name="csY152" fmla="*/ 150854 h 154632"/>
              <a:gd name="csX153" fmla="*/ 70304 w 161635"/>
              <a:gd name="csY153" fmla="*/ 150854 h 154632"/>
              <a:gd name="csX154" fmla="*/ 92574 w 161635"/>
              <a:gd name="csY154" fmla="*/ 150854 h 154632"/>
              <a:gd name="csX155" fmla="*/ 114845 w 161635"/>
              <a:gd name="csY155" fmla="*/ 150854 h 154632"/>
              <a:gd name="csX156" fmla="*/ 125852 w 161635"/>
              <a:gd name="csY156" fmla="*/ 154597 h 154632"/>
              <a:gd name="csX157" fmla="*/ 136860 w 161635"/>
              <a:gd name="csY157" fmla="*/ 150854 h 154632"/>
              <a:gd name="csX158" fmla="*/ 160883 w 161635"/>
              <a:gd name="csY158" fmla="*/ 149341 h 154632"/>
              <a:gd name="csX159" fmla="*/ 160883 w 161635"/>
              <a:gd name="csY159" fmla="*/ 145853 h 154632"/>
              <a:gd name="csX160" fmla="*/ 155881 w 161635"/>
              <a:gd name="csY160" fmla="*/ 145853 h 154632"/>
            </a:gdLst>
            <a:ahLst/>
            <a:cxnLst/>
            <a:rect l="l" t="t" r="r" b="b"/>
            <a:pathLst>
              <a:path w="100000" h="100000">
                <a:moveTo>
                  <a:pt x="15328" y="85740"/>
                </a:moveTo>
                <a:cubicBezTo>
                  <a:pt x="19349" y="88835"/>
                  <a:pt x="25075" y="88835"/>
                  <a:pt x="29106" y="85740"/>
                </a:cubicBezTo>
                <a:cubicBezTo>
                  <a:pt x="32969" y="88687"/>
                  <a:pt x="38695" y="88835"/>
                  <a:pt x="42727" y="85740"/>
                </a:cubicBezTo>
                <a:cubicBezTo>
                  <a:pt x="46906" y="88993"/>
                  <a:pt x="52632" y="88687"/>
                  <a:pt x="56505" y="85740"/>
                </a:cubicBezTo>
                <a:cubicBezTo>
                  <a:pt x="60526" y="88835"/>
                  <a:pt x="66410" y="88687"/>
                  <a:pt x="70273" y="85740"/>
                </a:cubicBezTo>
                <a:cubicBezTo>
                  <a:pt x="72294" y="87288"/>
                  <a:pt x="74767" y="88067"/>
                  <a:pt x="77093" y="88067"/>
                </a:cubicBezTo>
                <a:cubicBezTo>
                  <a:pt x="79568" y="88067"/>
                  <a:pt x="81883" y="87288"/>
                  <a:pt x="83904" y="85740"/>
                </a:cubicBezTo>
                <a:cubicBezTo>
                  <a:pt x="88230" y="88993"/>
                  <a:pt x="94577" y="88835"/>
                  <a:pt x="98756" y="84814"/>
                </a:cubicBezTo>
                <a:cubicBezTo>
                  <a:pt x="99377" y="84193"/>
                  <a:pt x="99377" y="83268"/>
                  <a:pt x="98756" y="82646"/>
                </a:cubicBezTo>
                <a:cubicBezTo>
                  <a:pt x="98145" y="82025"/>
                  <a:pt x="97209" y="82025"/>
                  <a:pt x="96587" y="82646"/>
                </a:cubicBezTo>
                <a:cubicBezTo>
                  <a:pt x="96282" y="82951"/>
                  <a:pt x="95977" y="83109"/>
                  <a:pt x="95661" y="83425"/>
                </a:cubicBezTo>
                <a:lnTo>
                  <a:pt x="89009" y="37149"/>
                </a:lnTo>
                <a:cubicBezTo>
                  <a:pt x="90862" y="36528"/>
                  <a:pt x="92262" y="34824"/>
                  <a:pt x="92262" y="32814"/>
                </a:cubicBezTo>
                <a:lnTo>
                  <a:pt x="92262" y="14701"/>
                </a:lnTo>
                <a:lnTo>
                  <a:pt x="94114" y="14701"/>
                </a:lnTo>
                <a:cubicBezTo>
                  <a:pt x="96125" y="14701"/>
                  <a:pt x="97830" y="12996"/>
                  <a:pt x="97830" y="10986"/>
                </a:cubicBezTo>
                <a:lnTo>
                  <a:pt x="97830" y="5881"/>
                </a:lnTo>
                <a:cubicBezTo>
                  <a:pt x="97830" y="3871"/>
                  <a:pt x="96125" y="2166"/>
                  <a:pt x="94114" y="2166"/>
                </a:cubicBezTo>
                <a:lnTo>
                  <a:pt x="5108" y="2166"/>
                </a:lnTo>
                <a:cubicBezTo>
                  <a:pt x="3097" y="2166"/>
                  <a:pt x="1392" y="3871"/>
                  <a:pt x="1392" y="5881"/>
                </a:cubicBezTo>
                <a:lnTo>
                  <a:pt x="1392" y="10838"/>
                </a:lnTo>
                <a:cubicBezTo>
                  <a:pt x="1392" y="12848"/>
                  <a:pt x="3097" y="14543"/>
                  <a:pt x="5108" y="14543"/>
                </a:cubicBezTo>
                <a:lnTo>
                  <a:pt x="6971" y="14543"/>
                </a:lnTo>
                <a:lnTo>
                  <a:pt x="6971" y="32498"/>
                </a:lnTo>
                <a:cubicBezTo>
                  <a:pt x="6971" y="34518"/>
                  <a:pt x="8360" y="36213"/>
                  <a:pt x="10223" y="36833"/>
                </a:cubicBezTo>
                <a:lnTo>
                  <a:pt x="3560" y="83268"/>
                </a:lnTo>
                <a:cubicBezTo>
                  <a:pt x="3255" y="83109"/>
                  <a:pt x="2939" y="82804"/>
                  <a:pt x="2634" y="82489"/>
                </a:cubicBezTo>
                <a:cubicBezTo>
                  <a:pt x="2013" y="81878"/>
                  <a:pt x="1087" y="81878"/>
                  <a:pt x="466" y="82489"/>
                </a:cubicBezTo>
                <a:cubicBezTo>
                  <a:pt x="-155" y="83109"/>
                  <a:pt x="-155" y="84035"/>
                  <a:pt x="466" y="84656"/>
                </a:cubicBezTo>
                <a:cubicBezTo>
                  <a:pt x="4802" y="89151"/>
                  <a:pt x="11150" y="88835"/>
                  <a:pt x="15328" y="85740"/>
                </a:cubicBezTo>
                <a:close/>
                <a:moveTo>
                  <a:pt x="19665" y="29866"/>
                </a:moveTo>
                <a:cubicBezTo>
                  <a:pt x="19813" y="26930"/>
                  <a:pt x="22296" y="24762"/>
                  <a:pt x="25233" y="24762"/>
                </a:cubicBezTo>
                <a:cubicBezTo>
                  <a:pt x="28022" y="24762"/>
                  <a:pt x="30496" y="26930"/>
                  <a:pt x="30801" y="29866"/>
                </a:cubicBezTo>
                <a:lnTo>
                  <a:pt x="19665" y="29866"/>
                </a:lnTo>
                <a:close/>
                <a:moveTo>
                  <a:pt x="42411" y="37297"/>
                </a:moveTo>
                <a:lnTo>
                  <a:pt x="43032" y="37297"/>
                </a:lnTo>
                <a:lnTo>
                  <a:pt x="38695" y="84351"/>
                </a:lnTo>
                <a:cubicBezTo>
                  <a:pt x="37622" y="84656"/>
                  <a:pt x="37149" y="84814"/>
                  <a:pt x="36222" y="84814"/>
                </a:cubicBezTo>
                <a:lnTo>
                  <a:pt x="31738" y="37149"/>
                </a:lnTo>
                <a:cubicBezTo>
                  <a:pt x="32043" y="37297"/>
                  <a:pt x="42885" y="37297"/>
                  <a:pt x="42411" y="37297"/>
                </a:cubicBezTo>
                <a:close/>
                <a:moveTo>
                  <a:pt x="68420" y="29866"/>
                </a:moveTo>
                <a:cubicBezTo>
                  <a:pt x="68578" y="26930"/>
                  <a:pt x="71052" y="24762"/>
                  <a:pt x="73988" y="24762"/>
                </a:cubicBezTo>
                <a:cubicBezTo>
                  <a:pt x="76778" y="24762"/>
                  <a:pt x="79251" y="26930"/>
                  <a:pt x="79568" y="29866"/>
                </a:cubicBezTo>
                <a:lnTo>
                  <a:pt x="68420" y="29866"/>
                </a:lnTo>
                <a:close/>
                <a:moveTo>
                  <a:pt x="67336" y="37297"/>
                </a:moveTo>
                <a:lnTo>
                  <a:pt x="62852" y="84972"/>
                </a:lnTo>
                <a:cubicBezTo>
                  <a:pt x="62073" y="84972"/>
                  <a:pt x="61147" y="84814"/>
                  <a:pt x="60368" y="84509"/>
                </a:cubicBezTo>
                <a:lnTo>
                  <a:pt x="56042" y="37454"/>
                </a:lnTo>
                <a:cubicBezTo>
                  <a:pt x="61147" y="37297"/>
                  <a:pt x="63937" y="37297"/>
                  <a:pt x="67336" y="37297"/>
                </a:cubicBezTo>
                <a:close/>
                <a:moveTo>
                  <a:pt x="43958" y="29866"/>
                </a:moveTo>
                <a:cubicBezTo>
                  <a:pt x="44116" y="26930"/>
                  <a:pt x="46590" y="24762"/>
                  <a:pt x="49537" y="24762"/>
                </a:cubicBezTo>
                <a:cubicBezTo>
                  <a:pt x="52327" y="24762"/>
                  <a:pt x="54800" y="26930"/>
                  <a:pt x="55106" y="29866"/>
                </a:cubicBezTo>
                <a:lnTo>
                  <a:pt x="43958" y="29866"/>
                </a:lnTo>
                <a:close/>
                <a:moveTo>
                  <a:pt x="84672" y="82341"/>
                </a:moveTo>
                <a:lnTo>
                  <a:pt x="80494" y="37297"/>
                </a:lnTo>
                <a:cubicBezTo>
                  <a:pt x="80651" y="37297"/>
                  <a:pt x="85915" y="37297"/>
                  <a:pt x="85756" y="37297"/>
                </a:cubicBezTo>
                <a:lnTo>
                  <a:pt x="92567" y="84656"/>
                </a:lnTo>
                <a:cubicBezTo>
                  <a:pt x="89167" y="85435"/>
                  <a:pt x="87462" y="84351"/>
                  <a:pt x="84672" y="82341"/>
                </a:cubicBezTo>
                <a:close/>
                <a:moveTo>
                  <a:pt x="94577" y="5881"/>
                </a:moveTo>
                <a:lnTo>
                  <a:pt x="94577" y="10838"/>
                </a:lnTo>
                <a:cubicBezTo>
                  <a:pt x="94577" y="11144"/>
                  <a:pt x="94272" y="11449"/>
                  <a:pt x="93956" y="11449"/>
                </a:cubicBezTo>
                <a:cubicBezTo>
                  <a:pt x="93493" y="11449"/>
                  <a:pt x="87925" y="11449"/>
                  <a:pt x="88230" y="11449"/>
                </a:cubicBezTo>
                <a:lnTo>
                  <a:pt x="88230" y="5260"/>
                </a:lnTo>
                <a:lnTo>
                  <a:pt x="93956" y="5260"/>
                </a:lnTo>
                <a:cubicBezTo>
                  <a:pt x="94272" y="5260"/>
                  <a:pt x="94577" y="5576"/>
                  <a:pt x="94577" y="5881"/>
                </a:cubicBezTo>
                <a:close/>
                <a:moveTo>
                  <a:pt x="77557" y="11607"/>
                </a:moveTo>
                <a:lnTo>
                  <a:pt x="77557" y="5260"/>
                </a:lnTo>
                <a:lnTo>
                  <a:pt x="84988" y="5260"/>
                </a:lnTo>
                <a:lnTo>
                  <a:pt x="84988" y="11607"/>
                </a:lnTo>
                <a:lnTo>
                  <a:pt x="77557" y="11607"/>
                </a:lnTo>
                <a:close/>
                <a:moveTo>
                  <a:pt x="67031" y="11607"/>
                </a:moveTo>
                <a:lnTo>
                  <a:pt x="67031" y="5260"/>
                </a:lnTo>
                <a:lnTo>
                  <a:pt x="74462" y="5260"/>
                </a:lnTo>
                <a:lnTo>
                  <a:pt x="74462" y="11607"/>
                </a:lnTo>
                <a:lnTo>
                  <a:pt x="67031" y="11607"/>
                </a:lnTo>
                <a:close/>
                <a:moveTo>
                  <a:pt x="56347" y="11607"/>
                </a:moveTo>
                <a:lnTo>
                  <a:pt x="56347" y="5260"/>
                </a:lnTo>
                <a:lnTo>
                  <a:pt x="63779" y="5260"/>
                </a:lnTo>
                <a:lnTo>
                  <a:pt x="63779" y="11607"/>
                </a:lnTo>
                <a:lnTo>
                  <a:pt x="56347" y="11607"/>
                </a:lnTo>
                <a:close/>
                <a:moveTo>
                  <a:pt x="45822" y="11607"/>
                </a:moveTo>
                <a:lnTo>
                  <a:pt x="45822" y="5260"/>
                </a:lnTo>
                <a:lnTo>
                  <a:pt x="53253" y="5260"/>
                </a:lnTo>
                <a:lnTo>
                  <a:pt x="53253" y="11607"/>
                </a:lnTo>
                <a:lnTo>
                  <a:pt x="45822" y="11607"/>
                </a:lnTo>
                <a:close/>
                <a:moveTo>
                  <a:pt x="35138" y="11607"/>
                </a:moveTo>
                <a:lnTo>
                  <a:pt x="35138" y="5260"/>
                </a:lnTo>
                <a:lnTo>
                  <a:pt x="42569" y="5260"/>
                </a:lnTo>
                <a:lnTo>
                  <a:pt x="42569" y="11607"/>
                </a:lnTo>
                <a:lnTo>
                  <a:pt x="35138" y="11607"/>
                </a:lnTo>
                <a:close/>
                <a:moveTo>
                  <a:pt x="24612" y="11607"/>
                </a:moveTo>
                <a:lnTo>
                  <a:pt x="24612" y="5260"/>
                </a:lnTo>
                <a:lnTo>
                  <a:pt x="32043" y="5260"/>
                </a:lnTo>
                <a:lnTo>
                  <a:pt x="32043" y="11607"/>
                </a:lnTo>
                <a:lnTo>
                  <a:pt x="24612" y="11607"/>
                </a:lnTo>
                <a:close/>
                <a:moveTo>
                  <a:pt x="14086" y="11607"/>
                </a:moveTo>
                <a:lnTo>
                  <a:pt x="14086" y="5260"/>
                </a:lnTo>
                <a:lnTo>
                  <a:pt x="21517" y="5260"/>
                </a:lnTo>
                <a:lnTo>
                  <a:pt x="21517" y="11607"/>
                </a:lnTo>
                <a:lnTo>
                  <a:pt x="14086" y="11607"/>
                </a:lnTo>
                <a:close/>
                <a:moveTo>
                  <a:pt x="4487" y="10986"/>
                </a:moveTo>
                <a:lnTo>
                  <a:pt x="4487" y="5881"/>
                </a:lnTo>
                <a:cubicBezTo>
                  <a:pt x="4487" y="5576"/>
                  <a:pt x="4802" y="5260"/>
                  <a:pt x="5108" y="5260"/>
                </a:cubicBezTo>
                <a:lnTo>
                  <a:pt x="10834" y="5260"/>
                </a:lnTo>
                <a:lnTo>
                  <a:pt x="10834" y="11607"/>
                </a:lnTo>
                <a:cubicBezTo>
                  <a:pt x="10223" y="11607"/>
                  <a:pt x="4960" y="11607"/>
                  <a:pt x="5108" y="11607"/>
                </a:cubicBezTo>
                <a:cubicBezTo>
                  <a:pt x="4802" y="11607"/>
                  <a:pt x="4487" y="11302"/>
                  <a:pt x="4487" y="10986"/>
                </a:cubicBezTo>
                <a:close/>
                <a:moveTo>
                  <a:pt x="10065" y="14701"/>
                </a:moveTo>
                <a:lnTo>
                  <a:pt x="89009" y="14701"/>
                </a:lnTo>
                <a:lnTo>
                  <a:pt x="89009" y="32655"/>
                </a:lnTo>
                <a:cubicBezTo>
                  <a:pt x="89009" y="33434"/>
                  <a:pt x="88388" y="34203"/>
                  <a:pt x="87462" y="34203"/>
                </a:cubicBezTo>
                <a:cubicBezTo>
                  <a:pt x="86998" y="34203"/>
                  <a:pt x="82504" y="34203"/>
                  <a:pt x="82662" y="34203"/>
                </a:cubicBezTo>
                <a:lnTo>
                  <a:pt x="82662" y="30330"/>
                </a:lnTo>
                <a:cubicBezTo>
                  <a:pt x="82662" y="25541"/>
                  <a:pt x="78789" y="21668"/>
                  <a:pt x="73988" y="21668"/>
                </a:cubicBezTo>
                <a:cubicBezTo>
                  <a:pt x="69199" y="21668"/>
                  <a:pt x="65326" y="25541"/>
                  <a:pt x="65326" y="30330"/>
                </a:cubicBezTo>
                <a:lnTo>
                  <a:pt x="65326" y="34203"/>
                </a:lnTo>
                <a:lnTo>
                  <a:pt x="58357" y="34203"/>
                </a:lnTo>
                <a:lnTo>
                  <a:pt x="58357" y="30330"/>
                </a:lnTo>
                <a:cubicBezTo>
                  <a:pt x="58357" y="25541"/>
                  <a:pt x="54484" y="21668"/>
                  <a:pt x="49695" y="21668"/>
                </a:cubicBezTo>
                <a:cubicBezTo>
                  <a:pt x="44895" y="21668"/>
                  <a:pt x="41021" y="25541"/>
                  <a:pt x="41021" y="30330"/>
                </a:cubicBezTo>
                <a:lnTo>
                  <a:pt x="41021" y="34203"/>
                </a:lnTo>
                <a:lnTo>
                  <a:pt x="34054" y="34203"/>
                </a:lnTo>
                <a:lnTo>
                  <a:pt x="34054" y="30330"/>
                </a:lnTo>
                <a:cubicBezTo>
                  <a:pt x="34054" y="25541"/>
                  <a:pt x="30190" y="21668"/>
                  <a:pt x="25391" y="21668"/>
                </a:cubicBezTo>
                <a:cubicBezTo>
                  <a:pt x="20591" y="21668"/>
                  <a:pt x="16717" y="25541"/>
                  <a:pt x="16717" y="30330"/>
                </a:cubicBezTo>
                <a:lnTo>
                  <a:pt x="16717" y="34203"/>
                </a:lnTo>
                <a:cubicBezTo>
                  <a:pt x="15633" y="34203"/>
                  <a:pt x="11613" y="34203"/>
                  <a:pt x="11918" y="34203"/>
                </a:cubicBezTo>
                <a:cubicBezTo>
                  <a:pt x="11150" y="34203"/>
                  <a:pt x="10371" y="33582"/>
                  <a:pt x="10371" y="32655"/>
                </a:cubicBezTo>
                <a:lnTo>
                  <a:pt x="10371" y="14701"/>
                </a:lnTo>
                <a:lnTo>
                  <a:pt x="10065" y="14701"/>
                </a:lnTo>
                <a:close/>
                <a:moveTo>
                  <a:pt x="13318" y="37297"/>
                </a:moveTo>
                <a:cubicBezTo>
                  <a:pt x="14402" y="37297"/>
                  <a:pt x="18728" y="37297"/>
                  <a:pt x="18581" y="37297"/>
                </a:cubicBezTo>
                <a:lnTo>
                  <a:pt x="14402" y="82341"/>
                </a:lnTo>
                <a:cubicBezTo>
                  <a:pt x="12381" y="83730"/>
                  <a:pt x="10529" y="85583"/>
                  <a:pt x="6507" y="84656"/>
                </a:cubicBezTo>
                <a:lnTo>
                  <a:pt x="13318" y="37297"/>
                </a:lnTo>
                <a:close/>
                <a:moveTo>
                  <a:pt x="96440" y="92402"/>
                </a:moveTo>
                <a:cubicBezTo>
                  <a:pt x="93188" y="95496"/>
                  <a:pt x="88082" y="95496"/>
                  <a:pt x="84988" y="92402"/>
                </a:cubicBezTo>
                <a:cubicBezTo>
                  <a:pt x="84367" y="91781"/>
                  <a:pt x="83430" y="91781"/>
                  <a:pt x="82820" y="92402"/>
                </a:cubicBezTo>
                <a:cubicBezTo>
                  <a:pt x="79568" y="95496"/>
                  <a:pt x="74462" y="95496"/>
                  <a:pt x="71357" y="92402"/>
                </a:cubicBezTo>
                <a:cubicBezTo>
                  <a:pt x="70746" y="91781"/>
                  <a:pt x="69810" y="91781"/>
                  <a:pt x="69199" y="92402"/>
                </a:cubicBezTo>
                <a:cubicBezTo>
                  <a:pt x="65947" y="95496"/>
                  <a:pt x="60832" y="95496"/>
                  <a:pt x="57737" y="92402"/>
                </a:cubicBezTo>
                <a:cubicBezTo>
                  <a:pt x="57116" y="91781"/>
                  <a:pt x="56190" y="91781"/>
                  <a:pt x="55568" y="92402"/>
                </a:cubicBezTo>
                <a:cubicBezTo>
                  <a:pt x="52327" y="95496"/>
                  <a:pt x="47211" y="95496"/>
                  <a:pt x="44116" y="92402"/>
                </a:cubicBezTo>
                <a:cubicBezTo>
                  <a:pt x="43496" y="91781"/>
                  <a:pt x="42569" y="91781"/>
                  <a:pt x="41948" y="92402"/>
                </a:cubicBezTo>
                <a:cubicBezTo>
                  <a:pt x="38695" y="95496"/>
                  <a:pt x="33590" y="95496"/>
                  <a:pt x="30496" y="92402"/>
                </a:cubicBezTo>
                <a:cubicBezTo>
                  <a:pt x="29875" y="91781"/>
                  <a:pt x="28949" y="91781"/>
                  <a:pt x="28327" y="92402"/>
                </a:cubicBezTo>
                <a:cubicBezTo>
                  <a:pt x="25075" y="95496"/>
                  <a:pt x="19970" y="95496"/>
                  <a:pt x="16876" y="92402"/>
                </a:cubicBezTo>
                <a:cubicBezTo>
                  <a:pt x="16255" y="91781"/>
                  <a:pt x="15328" y="91781"/>
                  <a:pt x="14707" y="92402"/>
                </a:cubicBezTo>
                <a:cubicBezTo>
                  <a:pt x="11455" y="95496"/>
                  <a:pt x="6349" y="95496"/>
                  <a:pt x="3255" y="92402"/>
                </a:cubicBezTo>
                <a:cubicBezTo>
                  <a:pt x="2634" y="91781"/>
                  <a:pt x="1708" y="91781"/>
                  <a:pt x="1087" y="92402"/>
                </a:cubicBezTo>
                <a:cubicBezTo>
                  <a:pt x="466" y="93013"/>
                  <a:pt x="466" y="93950"/>
                  <a:pt x="1087" y="94560"/>
                </a:cubicBezTo>
                <a:cubicBezTo>
                  <a:pt x="5108" y="98591"/>
                  <a:pt x="11455" y="98896"/>
                  <a:pt x="15949" y="95496"/>
                </a:cubicBezTo>
                <a:cubicBezTo>
                  <a:pt x="19970" y="98591"/>
                  <a:pt x="25696" y="98591"/>
                  <a:pt x="29727" y="95496"/>
                </a:cubicBezTo>
                <a:cubicBezTo>
                  <a:pt x="33748" y="98591"/>
                  <a:pt x="39474" y="98591"/>
                  <a:pt x="43496" y="95496"/>
                </a:cubicBezTo>
                <a:cubicBezTo>
                  <a:pt x="47527" y="98591"/>
                  <a:pt x="53253" y="98591"/>
                  <a:pt x="57273" y="95496"/>
                </a:cubicBezTo>
                <a:cubicBezTo>
                  <a:pt x="61305" y="98591"/>
                  <a:pt x="67031" y="98591"/>
                  <a:pt x="71052" y="95496"/>
                </a:cubicBezTo>
                <a:cubicBezTo>
                  <a:pt x="73062" y="97044"/>
                  <a:pt x="75536" y="97812"/>
                  <a:pt x="77862" y="97812"/>
                </a:cubicBezTo>
                <a:cubicBezTo>
                  <a:pt x="80336" y="97812"/>
                  <a:pt x="82662" y="97044"/>
                  <a:pt x="84672" y="95496"/>
                </a:cubicBezTo>
                <a:cubicBezTo>
                  <a:pt x="89009" y="98896"/>
                  <a:pt x="95514" y="98591"/>
                  <a:pt x="99535" y="94560"/>
                </a:cubicBezTo>
                <a:cubicBezTo>
                  <a:pt x="100156" y="93950"/>
                  <a:pt x="100156" y="93013"/>
                  <a:pt x="99535" y="92402"/>
                </a:cubicBezTo>
                <a:cubicBezTo>
                  <a:pt x="98914" y="91781"/>
                  <a:pt x="97061" y="91781"/>
                  <a:pt x="96440" y="9240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2" name="Белый — SVG 15">
            <a:extLst>
              <a:ext uri="{FF2B5EF4-FFF2-40B4-BE49-F238E27FC236}">
                <a16:creationId xmlns:a16="http://schemas.microsoft.com/office/drawing/2014/main" id="{AA529D17-E86A-3C4B-B9E3-BBEF2F2F2060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77954 w 156006"/>
              <a:gd name="csY0" fmla="*/ 1 h 131241"/>
              <a:gd name="csX1" fmla="*/ 74227 w 156006"/>
              <a:gd name="csY1" fmla="*/ 1617 h 131241"/>
              <a:gd name="csX2" fmla="*/ 72713 w 156006"/>
              <a:gd name="csY2" fmla="*/ 5394 h 131241"/>
              <a:gd name="csX3" fmla="*/ 72713 w 156006"/>
              <a:gd name="csY3" fmla="*/ 14563 h 131241"/>
              <a:gd name="csX4" fmla="*/ 52127 w 156006"/>
              <a:gd name="csY4" fmla="*/ 20227 h 131241"/>
              <a:gd name="csX5" fmla="*/ 45288 w 156006"/>
              <a:gd name="csY5" fmla="*/ 9630 h 131241"/>
              <a:gd name="csX6" fmla="*/ 43382 w 156006"/>
              <a:gd name="csY6" fmla="*/ 7827 h 131241"/>
              <a:gd name="csX7" fmla="*/ 40847 w 156006"/>
              <a:gd name="csY7" fmla="*/ 7146 h 131241"/>
              <a:gd name="csX8" fmla="*/ 38091 w 156006"/>
              <a:gd name="csY8" fmla="*/ 7877 h 131241"/>
              <a:gd name="csX9" fmla="*/ 36100 w 156006"/>
              <a:gd name="csY9" fmla="*/ 9919 h 131241"/>
              <a:gd name="csX10" fmla="*/ 35471 w 156006"/>
              <a:gd name="csY10" fmla="*/ 12709 h 131241"/>
              <a:gd name="csX11" fmla="*/ 36356 w 156006"/>
              <a:gd name="csY11" fmla="*/ 15414 h 131241"/>
              <a:gd name="csX12" fmla="*/ 42957 w 156006"/>
              <a:gd name="csY12" fmla="*/ 25654 h 131241"/>
              <a:gd name="csX13" fmla="*/ 29142 w 156006"/>
              <a:gd name="csY13" fmla="*/ 39484 h 131241"/>
              <a:gd name="csX14" fmla="*/ 18900 w 156006"/>
              <a:gd name="csY14" fmla="*/ 32867 h 131241"/>
              <a:gd name="csX15" fmla="*/ 15872 w 156006"/>
              <a:gd name="csY15" fmla="*/ 31982 h 131241"/>
              <a:gd name="csX16" fmla="*/ 12707 w 156006"/>
              <a:gd name="csY16" fmla="*/ 33071 h 131241"/>
              <a:gd name="csX17" fmla="*/ 10819 w 156006"/>
              <a:gd name="csY17" fmla="*/ 35861 h 131241"/>
              <a:gd name="csX18" fmla="*/ 10989 w 156006"/>
              <a:gd name="csY18" fmla="*/ 39212 h 131241"/>
              <a:gd name="csX19" fmla="*/ 13115 w 156006"/>
              <a:gd name="csY19" fmla="*/ 41798 h 131241"/>
              <a:gd name="csX20" fmla="*/ 23715 w 156006"/>
              <a:gd name="csY20" fmla="*/ 48636 h 131241"/>
              <a:gd name="csX21" fmla="*/ 18049 w 156006"/>
              <a:gd name="csY21" fmla="*/ 69220 h 131241"/>
              <a:gd name="csX22" fmla="*/ 8913 w 156006"/>
              <a:gd name="csY22" fmla="*/ 69220 h 131241"/>
              <a:gd name="csX23" fmla="*/ 6854 w 156006"/>
              <a:gd name="csY23" fmla="*/ 69611 h 131241"/>
              <a:gd name="csX24" fmla="*/ 5119 w 156006"/>
              <a:gd name="csY24" fmla="*/ 70751 h 131241"/>
              <a:gd name="csX25" fmla="*/ 3945 w 156006"/>
              <a:gd name="csY25" fmla="*/ 72486 h 131241"/>
              <a:gd name="csX26" fmla="*/ 3520 w 156006"/>
              <a:gd name="csY26" fmla="*/ 74544 h 131241"/>
              <a:gd name="csX27" fmla="*/ 3945 w 156006"/>
              <a:gd name="csY27" fmla="*/ 76602 h 131241"/>
              <a:gd name="csX28" fmla="*/ 5119 w 156006"/>
              <a:gd name="csY28" fmla="*/ 78338 h 131241"/>
              <a:gd name="csX29" fmla="*/ 6854 w 156006"/>
              <a:gd name="csY29" fmla="*/ 79477 h 131241"/>
              <a:gd name="csX30" fmla="*/ 8913 w 156006"/>
              <a:gd name="csY30" fmla="*/ 79851 h 131241"/>
              <a:gd name="csX31" fmla="*/ 18015 w 156006"/>
              <a:gd name="csY31" fmla="*/ 79851 h 131241"/>
              <a:gd name="csX32" fmla="*/ 32068 w 156006"/>
              <a:gd name="csY32" fmla="*/ 113414 h 131241"/>
              <a:gd name="csX33" fmla="*/ 45849 w 156006"/>
              <a:gd name="csY33" fmla="*/ 109332 h 131241"/>
              <a:gd name="csX34" fmla="*/ 53845 w 156006"/>
              <a:gd name="csY34" fmla="*/ 106457 h 131241"/>
              <a:gd name="csX35" fmla="*/ 62012 w 156006"/>
              <a:gd name="csY35" fmla="*/ 109519 h 131241"/>
              <a:gd name="csX36" fmla="*/ 78039 w 156006"/>
              <a:gd name="csY36" fmla="*/ 113534 h 131241"/>
              <a:gd name="csX37" fmla="*/ 94269 w 156006"/>
              <a:gd name="csY37" fmla="*/ 109332 h 131241"/>
              <a:gd name="csX38" fmla="*/ 102266 w 156006"/>
              <a:gd name="csY38" fmla="*/ 106457 h 131241"/>
              <a:gd name="csX39" fmla="*/ 110449 w 156006"/>
              <a:gd name="csY39" fmla="*/ 109519 h 131241"/>
              <a:gd name="csX40" fmla="*/ 123992 w 156006"/>
              <a:gd name="csY40" fmla="*/ 113414 h 131241"/>
              <a:gd name="csX41" fmla="*/ 138045 w 156006"/>
              <a:gd name="csY41" fmla="*/ 79851 h 131241"/>
              <a:gd name="csX42" fmla="*/ 147147 w 156006"/>
              <a:gd name="csY42" fmla="*/ 79851 h 131241"/>
              <a:gd name="csX43" fmla="*/ 149206 w 156006"/>
              <a:gd name="csY43" fmla="*/ 79477 h 131241"/>
              <a:gd name="csX44" fmla="*/ 150958 w 156006"/>
              <a:gd name="csY44" fmla="*/ 78338 h 131241"/>
              <a:gd name="csX45" fmla="*/ 152132 w 156006"/>
              <a:gd name="csY45" fmla="*/ 76602 h 131241"/>
              <a:gd name="csX46" fmla="*/ 152540 w 156006"/>
              <a:gd name="csY46" fmla="*/ 74544 h 131241"/>
              <a:gd name="csX47" fmla="*/ 152132 w 156006"/>
              <a:gd name="csY47" fmla="*/ 72486 h 131241"/>
              <a:gd name="csX48" fmla="*/ 150958 w 156006"/>
              <a:gd name="csY48" fmla="*/ 70751 h 131241"/>
              <a:gd name="csX49" fmla="*/ 149206 w 156006"/>
              <a:gd name="csY49" fmla="*/ 69611 h 131241"/>
              <a:gd name="csX50" fmla="*/ 147147 w 156006"/>
              <a:gd name="csY50" fmla="*/ 69220 h 131241"/>
              <a:gd name="csX51" fmla="*/ 138028 w 156006"/>
              <a:gd name="csY51" fmla="*/ 69220 h 131241"/>
              <a:gd name="csX52" fmla="*/ 132345 w 156006"/>
              <a:gd name="csY52" fmla="*/ 48636 h 131241"/>
              <a:gd name="csX53" fmla="*/ 142945 w 156006"/>
              <a:gd name="csY53" fmla="*/ 41798 h 131241"/>
              <a:gd name="csX54" fmla="*/ 145105 w 156006"/>
              <a:gd name="csY54" fmla="*/ 39178 h 131241"/>
              <a:gd name="csX55" fmla="*/ 145225 w 156006"/>
              <a:gd name="csY55" fmla="*/ 35776 h 131241"/>
              <a:gd name="csX56" fmla="*/ 143268 w 156006"/>
              <a:gd name="csY56" fmla="*/ 33003 h 131241"/>
              <a:gd name="csX57" fmla="*/ 140035 w 156006"/>
              <a:gd name="csY57" fmla="*/ 31982 h 131241"/>
              <a:gd name="csX58" fmla="*/ 137177 w 156006"/>
              <a:gd name="csY58" fmla="*/ 32867 h 131241"/>
              <a:gd name="csX59" fmla="*/ 126935 w 156006"/>
              <a:gd name="csY59" fmla="*/ 39484 h 131241"/>
              <a:gd name="csX60" fmla="*/ 113103 w 156006"/>
              <a:gd name="csY60" fmla="*/ 25654 h 131241"/>
              <a:gd name="csX61" fmla="*/ 119722 w 156006"/>
              <a:gd name="csY61" fmla="*/ 15414 h 131241"/>
              <a:gd name="csX62" fmla="*/ 120606 w 156006"/>
              <a:gd name="csY62" fmla="*/ 12658 h 131241"/>
              <a:gd name="csX63" fmla="*/ 119926 w 156006"/>
              <a:gd name="csY63" fmla="*/ 9851 h 131241"/>
              <a:gd name="csX64" fmla="*/ 117884 w 156006"/>
              <a:gd name="csY64" fmla="*/ 7810 h 131241"/>
              <a:gd name="csX65" fmla="*/ 115077 w 156006"/>
              <a:gd name="csY65" fmla="*/ 7146 h 131241"/>
              <a:gd name="csX66" fmla="*/ 112627 w 156006"/>
              <a:gd name="csY66" fmla="*/ 7861 h 131241"/>
              <a:gd name="csX67" fmla="*/ 110790 w 156006"/>
              <a:gd name="csY67" fmla="*/ 9630 h 131241"/>
              <a:gd name="csX68" fmla="*/ 103950 w 156006"/>
              <a:gd name="csY68" fmla="*/ 20227 h 131241"/>
              <a:gd name="csX69" fmla="*/ 83347 w 156006"/>
              <a:gd name="csY69" fmla="*/ 14563 h 131241"/>
              <a:gd name="csX70" fmla="*/ 83347 w 156006"/>
              <a:gd name="csY70" fmla="*/ 5394 h 131241"/>
              <a:gd name="csX71" fmla="*/ 82955 w 156006"/>
              <a:gd name="csY71" fmla="*/ 3319 h 131241"/>
              <a:gd name="csX72" fmla="*/ 81799 w 156006"/>
              <a:gd name="csY72" fmla="*/ 1549 h 131241"/>
              <a:gd name="csX73" fmla="*/ 80029 w 156006"/>
              <a:gd name="csY73" fmla="*/ 393 h 131241"/>
              <a:gd name="csX74" fmla="*/ 77954 w 156006"/>
              <a:gd name="csY74" fmla="*/ 1 h 131241"/>
              <a:gd name="csX75" fmla="*/ 79706 w 156006"/>
              <a:gd name="csY75" fmla="*/ 42648 h 131241"/>
              <a:gd name="csX76" fmla="*/ 79757 w 156006"/>
              <a:gd name="csY76" fmla="*/ 42648 h 131241"/>
              <a:gd name="csX77" fmla="*/ 83245 w 156006"/>
              <a:gd name="csY77" fmla="*/ 46186 h 131241"/>
              <a:gd name="csX78" fmla="*/ 83245 w 156006"/>
              <a:gd name="csY78" fmla="*/ 46442 h 131241"/>
              <a:gd name="csX79" fmla="*/ 83210 w 156006"/>
              <a:gd name="csY79" fmla="*/ 63147 h 131241"/>
              <a:gd name="csX80" fmla="*/ 96464 w 156006"/>
              <a:gd name="csY80" fmla="*/ 65885 h 131241"/>
              <a:gd name="csX81" fmla="*/ 99067 w 156006"/>
              <a:gd name="csY81" fmla="*/ 68080 h 131241"/>
              <a:gd name="csX82" fmla="*/ 98625 w 156006"/>
              <a:gd name="csY82" fmla="*/ 71431 h 131241"/>
              <a:gd name="csX83" fmla="*/ 79298 w 156006"/>
              <a:gd name="csY83" fmla="*/ 97900 h 131241"/>
              <a:gd name="csX84" fmla="*/ 76439 w 156006"/>
              <a:gd name="csY84" fmla="*/ 99346 h 131241"/>
              <a:gd name="csX85" fmla="*/ 75333 w 156006"/>
              <a:gd name="csY85" fmla="*/ 99176 h 131241"/>
              <a:gd name="csX86" fmla="*/ 72901 w 156006"/>
              <a:gd name="csY86" fmla="*/ 95808 h 131241"/>
              <a:gd name="csX87" fmla="*/ 72918 w 156006"/>
              <a:gd name="csY87" fmla="*/ 78848 h 131241"/>
              <a:gd name="csX88" fmla="*/ 59664 w 156006"/>
              <a:gd name="csY88" fmla="*/ 76126 h 131241"/>
              <a:gd name="csX89" fmla="*/ 57061 w 156006"/>
              <a:gd name="csY89" fmla="*/ 73932 h 131241"/>
              <a:gd name="csX90" fmla="*/ 57503 w 156006"/>
              <a:gd name="csY90" fmla="*/ 70563 h 131241"/>
              <a:gd name="csX91" fmla="*/ 76813 w 156006"/>
              <a:gd name="csY91" fmla="*/ 44128 h 131241"/>
              <a:gd name="csX92" fmla="*/ 77001 w 156006"/>
              <a:gd name="csY92" fmla="*/ 43890 h 131241"/>
              <a:gd name="csX93" fmla="*/ 77630 w 156006"/>
              <a:gd name="csY93" fmla="*/ 43312 h 131241"/>
              <a:gd name="csX94" fmla="*/ 79416 w 156006"/>
              <a:gd name="csY94" fmla="*/ 42665 h 131241"/>
              <a:gd name="csX95" fmla="*/ 79706 w 156006"/>
              <a:gd name="csY95" fmla="*/ 42648 h 131241"/>
              <a:gd name="csX96" fmla="*/ 5493 w 156006"/>
              <a:gd name="csY96" fmla="*/ 113482 h 131241"/>
              <a:gd name="csX97" fmla="*/ 2380 w 156006"/>
              <a:gd name="csY97" fmla="*/ 114350 h 131241"/>
              <a:gd name="csX98" fmla="*/ 355 w 156006"/>
              <a:gd name="csY98" fmla="*/ 116868 h 131241"/>
              <a:gd name="csX99" fmla="*/ 151 w 156006"/>
              <a:gd name="csY99" fmla="*/ 120100 h 131241"/>
              <a:gd name="csX100" fmla="*/ 1870 w 156006"/>
              <a:gd name="csY100" fmla="*/ 122839 h 131241"/>
              <a:gd name="csX101" fmla="*/ 9287 w 156006"/>
              <a:gd name="csY101" fmla="*/ 127262 h 131241"/>
              <a:gd name="csX102" fmla="*/ 29584 w 156006"/>
              <a:gd name="csY102" fmla="*/ 131242 h 131241"/>
              <a:gd name="csX103" fmla="*/ 49898 w 156006"/>
              <a:gd name="csY103" fmla="*/ 127262 h 131241"/>
              <a:gd name="csX104" fmla="*/ 53811 w 156006"/>
              <a:gd name="csY104" fmla="*/ 124914 h 131241"/>
              <a:gd name="csX105" fmla="*/ 57724 w 156006"/>
              <a:gd name="csY105" fmla="*/ 127262 h 131241"/>
              <a:gd name="csX106" fmla="*/ 78022 w 156006"/>
              <a:gd name="csY106" fmla="*/ 131242 h 131241"/>
              <a:gd name="csX107" fmla="*/ 98336 w 156006"/>
              <a:gd name="csY107" fmla="*/ 127262 h 131241"/>
              <a:gd name="csX108" fmla="*/ 102249 w 156006"/>
              <a:gd name="csY108" fmla="*/ 124914 h 131241"/>
              <a:gd name="csX109" fmla="*/ 106162 w 156006"/>
              <a:gd name="csY109" fmla="*/ 127262 h 131241"/>
              <a:gd name="csX110" fmla="*/ 126476 w 156006"/>
              <a:gd name="csY110" fmla="*/ 131242 h 131241"/>
              <a:gd name="csX111" fmla="*/ 146773 w 156006"/>
              <a:gd name="csY111" fmla="*/ 127262 h 131241"/>
              <a:gd name="csX112" fmla="*/ 154207 w 156006"/>
              <a:gd name="csY112" fmla="*/ 122839 h 131241"/>
              <a:gd name="csX113" fmla="*/ 155466 w 156006"/>
              <a:gd name="csY113" fmla="*/ 121189 h 131241"/>
              <a:gd name="csX114" fmla="*/ 155994 w 156006"/>
              <a:gd name="csY114" fmla="*/ 119181 h 131241"/>
              <a:gd name="csX115" fmla="*/ 155722 w 156006"/>
              <a:gd name="csY115" fmla="*/ 117123 h 131241"/>
              <a:gd name="csX116" fmla="*/ 154684 w 156006"/>
              <a:gd name="csY116" fmla="*/ 115337 h 131241"/>
              <a:gd name="csX117" fmla="*/ 153034 w 156006"/>
              <a:gd name="csY117" fmla="*/ 114078 h 131241"/>
              <a:gd name="csX118" fmla="*/ 151026 w 156006"/>
              <a:gd name="csY118" fmla="*/ 113534 h 131241"/>
              <a:gd name="csX119" fmla="*/ 148985 w 156006"/>
              <a:gd name="csY119" fmla="*/ 113806 h 131241"/>
              <a:gd name="csX120" fmla="*/ 147181 w 156006"/>
              <a:gd name="csY120" fmla="*/ 114843 h 131241"/>
              <a:gd name="csX121" fmla="*/ 142502 w 156006"/>
              <a:gd name="csY121" fmla="*/ 117514 h 131241"/>
              <a:gd name="csX122" fmla="*/ 126476 w 156006"/>
              <a:gd name="csY122" fmla="*/ 120610 h 131241"/>
              <a:gd name="csX123" fmla="*/ 110449 w 156006"/>
              <a:gd name="csY123" fmla="*/ 117514 h 131241"/>
              <a:gd name="csX124" fmla="*/ 105753 w 156006"/>
              <a:gd name="csY124" fmla="*/ 114843 h 131241"/>
              <a:gd name="csX125" fmla="*/ 102249 w 156006"/>
              <a:gd name="csY125" fmla="*/ 113534 h 131241"/>
              <a:gd name="csX126" fmla="*/ 98744 w 156006"/>
              <a:gd name="csY126" fmla="*/ 114843 h 131241"/>
              <a:gd name="csX127" fmla="*/ 94065 w 156006"/>
              <a:gd name="csY127" fmla="*/ 117514 h 131241"/>
              <a:gd name="csX128" fmla="*/ 78022 w 156006"/>
              <a:gd name="csY128" fmla="*/ 120610 h 131241"/>
              <a:gd name="csX129" fmla="*/ 61995 w 156006"/>
              <a:gd name="csY129" fmla="*/ 117514 h 131241"/>
              <a:gd name="csX130" fmla="*/ 57316 w 156006"/>
              <a:gd name="csY130" fmla="*/ 114843 h 131241"/>
              <a:gd name="csX131" fmla="*/ 53811 w 156006"/>
              <a:gd name="csY131" fmla="*/ 113534 h 131241"/>
              <a:gd name="csX132" fmla="*/ 50307 w 156006"/>
              <a:gd name="csY132" fmla="*/ 114843 h 131241"/>
              <a:gd name="csX133" fmla="*/ 45628 w 156006"/>
              <a:gd name="csY133" fmla="*/ 117514 h 131241"/>
              <a:gd name="csX134" fmla="*/ 29584 w 156006"/>
              <a:gd name="csY134" fmla="*/ 120610 h 131241"/>
              <a:gd name="csX135" fmla="*/ 13558 w 156006"/>
              <a:gd name="csY135" fmla="*/ 117514 h 131241"/>
              <a:gd name="csX136" fmla="*/ 8879 w 156006"/>
              <a:gd name="csY136" fmla="*/ 114843 h 131241"/>
              <a:gd name="csX137" fmla="*/ 5493 w 156006"/>
              <a:gd name="csY137" fmla="*/ 113482 h 131241"/>
            </a:gdLst>
            <a:ahLst/>
            <a:cxnLst/>
            <a:rect l="l" t="t" r="r" b="b"/>
            <a:pathLst>
              <a:path w="100000" h="100000">
                <a:moveTo>
                  <a:pt x="49969" y="7938"/>
                </a:moveTo>
                <a:cubicBezTo>
                  <a:pt x="49063" y="7949"/>
                  <a:pt x="48201" y="8320"/>
                  <a:pt x="47580" y="8974"/>
                </a:cubicBezTo>
                <a:cubicBezTo>
                  <a:pt x="46948" y="9617"/>
                  <a:pt x="46598" y="10490"/>
                  <a:pt x="46609" y="11395"/>
                </a:cubicBezTo>
                <a:lnTo>
                  <a:pt x="46609" y="17272"/>
                </a:lnTo>
                <a:cubicBezTo>
                  <a:pt x="41920" y="17686"/>
                  <a:pt x="37481" y="18962"/>
                  <a:pt x="33413" y="20903"/>
                </a:cubicBezTo>
                <a:lnTo>
                  <a:pt x="29030" y="14110"/>
                </a:lnTo>
                <a:cubicBezTo>
                  <a:pt x="28724" y="13630"/>
                  <a:pt x="28310" y="13227"/>
                  <a:pt x="27808" y="12954"/>
                </a:cubicBezTo>
                <a:cubicBezTo>
                  <a:pt x="27307" y="12670"/>
                  <a:pt x="26750" y="12529"/>
                  <a:pt x="26183" y="12518"/>
                </a:cubicBezTo>
                <a:cubicBezTo>
                  <a:pt x="25561" y="12507"/>
                  <a:pt x="24950" y="12670"/>
                  <a:pt x="24416" y="12986"/>
                </a:cubicBezTo>
                <a:cubicBezTo>
                  <a:pt x="23882" y="13303"/>
                  <a:pt x="23435" y="13750"/>
                  <a:pt x="23140" y="14295"/>
                </a:cubicBezTo>
                <a:cubicBezTo>
                  <a:pt x="22846" y="14841"/>
                  <a:pt x="22704" y="15462"/>
                  <a:pt x="22737" y="16084"/>
                </a:cubicBezTo>
                <a:cubicBezTo>
                  <a:pt x="22759" y="16694"/>
                  <a:pt x="22955" y="17294"/>
                  <a:pt x="23304" y="17818"/>
                </a:cubicBezTo>
                <a:lnTo>
                  <a:pt x="27535" y="24381"/>
                </a:lnTo>
                <a:cubicBezTo>
                  <a:pt x="24122" y="26835"/>
                  <a:pt x="21134" y="29834"/>
                  <a:pt x="18680" y="33246"/>
                </a:cubicBezTo>
                <a:lnTo>
                  <a:pt x="12115" y="29005"/>
                </a:lnTo>
                <a:cubicBezTo>
                  <a:pt x="11537" y="28623"/>
                  <a:pt x="10860" y="28427"/>
                  <a:pt x="10174" y="28438"/>
                </a:cubicBezTo>
                <a:cubicBezTo>
                  <a:pt x="9443" y="28438"/>
                  <a:pt x="8723" y="28689"/>
                  <a:pt x="8145" y="29136"/>
                </a:cubicBezTo>
                <a:cubicBezTo>
                  <a:pt x="7556" y="29583"/>
                  <a:pt x="7142" y="30215"/>
                  <a:pt x="6935" y="30924"/>
                </a:cubicBezTo>
                <a:cubicBezTo>
                  <a:pt x="6738" y="31633"/>
                  <a:pt x="6771" y="32385"/>
                  <a:pt x="7044" y="33072"/>
                </a:cubicBezTo>
                <a:cubicBezTo>
                  <a:pt x="7305" y="33759"/>
                  <a:pt x="7785" y="34337"/>
                  <a:pt x="8407" y="34730"/>
                </a:cubicBezTo>
                <a:lnTo>
                  <a:pt x="15201" y="39113"/>
                </a:lnTo>
                <a:cubicBezTo>
                  <a:pt x="13260" y="43180"/>
                  <a:pt x="11984" y="47618"/>
                  <a:pt x="11569" y="52307"/>
                </a:cubicBezTo>
                <a:lnTo>
                  <a:pt x="5713" y="52307"/>
                </a:lnTo>
                <a:cubicBezTo>
                  <a:pt x="5266" y="52307"/>
                  <a:pt x="4819" y="52394"/>
                  <a:pt x="4393" y="52558"/>
                </a:cubicBezTo>
                <a:cubicBezTo>
                  <a:pt x="3979" y="52721"/>
                  <a:pt x="3598" y="52972"/>
                  <a:pt x="3281" y="53289"/>
                </a:cubicBezTo>
                <a:cubicBezTo>
                  <a:pt x="2954" y="53605"/>
                  <a:pt x="2703" y="53986"/>
                  <a:pt x="2529" y="54401"/>
                </a:cubicBezTo>
                <a:cubicBezTo>
                  <a:pt x="2354" y="54826"/>
                  <a:pt x="2256" y="55273"/>
                  <a:pt x="2256" y="55720"/>
                </a:cubicBezTo>
                <a:cubicBezTo>
                  <a:pt x="2256" y="56167"/>
                  <a:pt x="2354" y="56614"/>
                  <a:pt x="2529" y="57039"/>
                </a:cubicBezTo>
                <a:cubicBezTo>
                  <a:pt x="2703" y="57454"/>
                  <a:pt x="2954" y="57824"/>
                  <a:pt x="3281" y="58152"/>
                </a:cubicBezTo>
                <a:cubicBezTo>
                  <a:pt x="3598" y="58468"/>
                  <a:pt x="3979" y="58719"/>
                  <a:pt x="4393" y="58882"/>
                </a:cubicBezTo>
                <a:cubicBezTo>
                  <a:pt x="4819" y="59046"/>
                  <a:pt x="5266" y="59133"/>
                  <a:pt x="5713" y="59122"/>
                </a:cubicBezTo>
                <a:lnTo>
                  <a:pt x="11548" y="59122"/>
                </a:lnTo>
                <a:cubicBezTo>
                  <a:pt x="12267" y="67289"/>
                  <a:pt x="15550" y="74726"/>
                  <a:pt x="20556" y="80636"/>
                </a:cubicBezTo>
                <a:cubicBezTo>
                  <a:pt x="26401" y="80287"/>
                  <a:pt x="29258" y="78128"/>
                  <a:pt x="29389" y="78019"/>
                </a:cubicBezTo>
                <a:cubicBezTo>
                  <a:pt x="30796" y="76841"/>
                  <a:pt x="32628" y="76176"/>
                  <a:pt x="34515" y="76176"/>
                </a:cubicBezTo>
                <a:cubicBezTo>
                  <a:pt x="36445" y="76176"/>
                  <a:pt x="38310" y="76874"/>
                  <a:pt x="39750" y="78139"/>
                </a:cubicBezTo>
                <a:cubicBezTo>
                  <a:pt x="39761" y="78150"/>
                  <a:pt x="43098" y="80713"/>
                  <a:pt x="50023" y="80713"/>
                </a:cubicBezTo>
                <a:cubicBezTo>
                  <a:pt x="56970" y="80713"/>
                  <a:pt x="60296" y="78128"/>
                  <a:pt x="60427" y="78019"/>
                </a:cubicBezTo>
                <a:cubicBezTo>
                  <a:pt x="61844" y="76841"/>
                  <a:pt x="63676" y="76176"/>
                  <a:pt x="65553" y="76176"/>
                </a:cubicBezTo>
                <a:cubicBezTo>
                  <a:pt x="67494" y="76176"/>
                  <a:pt x="69347" y="76874"/>
                  <a:pt x="70798" y="78139"/>
                </a:cubicBezTo>
                <a:cubicBezTo>
                  <a:pt x="70809" y="78150"/>
                  <a:pt x="73666" y="80287"/>
                  <a:pt x="79479" y="80636"/>
                </a:cubicBezTo>
                <a:cubicBezTo>
                  <a:pt x="84495" y="74726"/>
                  <a:pt x="87767" y="67289"/>
                  <a:pt x="88487" y="59122"/>
                </a:cubicBezTo>
                <a:lnTo>
                  <a:pt x="94321" y="59122"/>
                </a:lnTo>
                <a:cubicBezTo>
                  <a:pt x="94779" y="59133"/>
                  <a:pt x="95226" y="59046"/>
                  <a:pt x="95641" y="58882"/>
                </a:cubicBezTo>
                <a:cubicBezTo>
                  <a:pt x="96066" y="58719"/>
                  <a:pt x="96448" y="58468"/>
                  <a:pt x="96764" y="58152"/>
                </a:cubicBezTo>
                <a:cubicBezTo>
                  <a:pt x="97091" y="57824"/>
                  <a:pt x="97342" y="57454"/>
                  <a:pt x="97517" y="57039"/>
                </a:cubicBezTo>
                <a:cubicBezTo>
                  <a:pt x="97691" y="56614"/>
                  <a:pt x="97778" y="56167"/>
                  <a:pt x="97778" y="55720"/>
                </a:cubicBezTo>
                <a:cubicBezTo>
                  <a:pt x="97778" y="55273"/>
                  <a:pt x="97691" y="54826"/>
                  <a:pt x="97517" y="54401"/>
                </a:cubicBezTo>
                <a:cubicBezTo>
                  <a:pt x="97342" y="53986"/>
                  <a:pt x="97091" y="53605"/>
                  <a:pt x="96764" y="53289"/>
                </a:cubicBezTo>
                <a:cubicBezTo>
                  <a:pt x="96448" y="52972"/>
                  <a:pt x="96066" y="52721"/>
                  <a:pt x="95641" y="52558"/>
                </a:cubicBezTo>
                <a:cubicBezTo>
                  <a:pt x="95226" y="52394"/>
                  <a:pt x="94779" y="52307"/>
                  <a:pt x="94321" y="52307"/>
                </a:cubicBezTo>
                <a:lnTo>
                  <a:pt x="88476" y="52307"/>
                </a:lnTo>
                <a:cubicBezTo>
                  <a:pt x="88061" y="47618"/>
                  <a:pt x="86786" y="43180"/>
                  <a:pt x="84833" y="39113"/>
                </a:cubicBezTo>
                <a:lnTo>
                  <a:pt x="91628" y="34730"/>
                </a:lnTo>
                <a:cubicBezTo>
                  <a:pt x="92261" y="34337"/>
                  <a:pt x="92751" y="33737"/>
                  <a:pt x="93012" y="33050"/>
                </a:cubicBezTo>
                <a:cubicBezTo>
                  <a:pt x="93275" y="32352"/>
                  <a:pt x="93307" y="31589"/>
                  <a:pt x="93089" y="30870"/>
                </a:cubicBezTo>
                <a:cubicBezTo>
                  <a:pt x="92882" y="30161"/>
                  <a:pt x="92435" y="29528"/>
                  <a:pt x="91835" y="29092"/>
                </a:cubicBezTo>
                <a:cubicBezTo>
                  <a:pt x="91235" y="28656"/>
                  <a:pt x="90504" y="28416"/>
                  <a:pt x="89763" y="28438"/>
                </a:cubicBezTo>
                <a:cubicBezTo>
                  <a:pt x="89109" y="28449"/>
                  <a:pt x="88476" y="28645"/>
                  <a:pt x="87931" y="29005"/>
                </a:cubicBezTo>
                <a:lnTo>
                  <a:pt x="81365" y="33246"/>
                </a:lnTo>
                <a:cubicBezTo>
                  <a:pt x="78912" y="29834"/>
                  <a:pt x="75913" y="26835"/>
                  <a:pt x="72499" y="24381"/>
                </a:cubicBezTo>
                <a:lnTo>
                  <a:pt x="76742" y="17818"/>
                </a:lnTo>
                <a:cubicBezTo>
                  <a:pt x="77091" y="17294"/>
                  <a:pt x="77287" y="16683"/>
                  <a:pt x="77309" y="16051"/>
                </a:cubicBezTo>
                <a:cubicBezTo>
                  <a:pt x="77330" y="15429"/>
                  <a:pt x="77189" y="14797"/>
                  <a:pt x="76873" y="14252"/>
                </a:cubicBezTo>
                <a:cubicBezTo>
                  <a:pt x="76567" y="13706"/>
                  <a:pt x="76109" y="13249"/>
                  <a:pt x="75564" y="12943"/>
                </a:cubicBezTo>
                <a:cubicBezTo>
                  <a:pt x="75018" y="12638"/>
                  <a:pt x="74386" y="12496"/>
                  <a:pt x="73764" y="12518"/>
                </a:cubicBezTo>
                <a:cubicBezTo>
                  <a:pt x="73208" y="12540"/>
                  <a:pt x="72673" y="12703"/>
                  <a:pt x="72194" y="12976"/>
                </a:cubicBezTo>
                <a:cubicBezTo>
                  <a:pt x="71714" y="13259"/>
                  <a:pt x="71311" y="13641"/>
                  <a:pt x="71016" y="14110"/>
                </a:cubicBezTo>
                <a:lnTo>
                  <a:pt x="66632" y="20903"/>
                </a:lnTo>
                <a:cubicBezTo>
                  <a:pt x="62564" y="18962"/>
                  <a:pt x="58126" y="17686"/>
                  <a:pt x="53426" y="17272"/>
                </a:cubicBezTo>
                <a:lnTo>
                  <a:pt x="53426" y="11395"/>
                </a:lnTo>
                <a:cubicBezTo>
                  <a:pt x="53436" y="10936"/>
                  <a:pt x="53349" y="10490"/>
                  <a:pt x="53174" y="10065"/>
                </a:cubicBezTo>
                <a:cubicBezTo>
                  <a:pt x="53011" y="9639"/>
                  <a:pt x="52749" y="9258"/>
                  <a:pt x="52433" y="8930"/>
                </a:cubicBezTo>
                <a:cubicBezTo>
                  <a:pt x="52106" y="8614"/>
                  <a:pt x="51724" y="8363"/>
                  <a:pt x="51299" y="8189"/>
                </a:cubicBezTo>
                <a:cubicBezTo>
                  <a:pt x="50873" y="8015"/>
                  <a:pt x="50426" y="7927"/>
                  <a:pt x="49969" y="7938"/>
                </a:cubicBezTo>
                <a:close/>
                <a:moveTo>
                  <a:pt x="51092" y="35275"/>
                </a:moveTo>
                <a:lnTo>
                  <a:pt x="51124" y="35275"/>
                </a:lnTo>
                <a:cubicBezTo>
                  <a:pt x="52367" y="35286"/>
                  <a:pt x="53360" y="36300"/>
                  <a:pt x="53360" y="37542"/>
                </a:cubicBezTo>
                <a:cubicBezTo>
                  <a:pt x="53360" y="37598"/>
                  <a:pt x="53360" y="37652"/>
                  <a:pt x="53360" y="37707"/>
                </a:cubicBezTo>
                <a:lnTo>
                  <a:pt x="53338" y="48414"/>
                </a:lnTo>
                <a:lnTo>
                  <a:pt x="61834" y="50170"/>
                </a:lnTo>
                <a:cubicBezTo>
                  <a:pt x="62586" y="50323"/>
                  <a:pt x="63219" y="50846"/>
                  <a:pt x="63502" y="51577"/>
                </a:cubicBezTo>
                <a:cubicBezTo>
                  <a:pt x="63774" y="52296"/>
                  <a:pt x="63666" y="53103"/>
                  <a:pt x="63219" y="53725"/>
                </a:cubicBezTo>
                <a:lnTo>
                  <a:pt x="50830" y="70691"/>
                </a:lnTo>
                <a:cubicBezTo>
                  <a:pt x="50394" y="71291"/>
                  <a:pt x="49706" y="71618"/>
                  <a:pt x="48997" y="71618"/>
                </a:cubicBezTo>
                <a:cubicBezTo>
                  <a:pt x="48758" y="71618"/>
                  <a:pt x="48518" y="71585"/>
                  <a:pt x="48289" y="71509"/>
                </a:cubicBezTo>
                <a:cubicBezTo>
                  <a:pt x="47351" y="71204"/>
                  <a:pt x="46719" y="70332"/>
                  <a:pt x="46730" y="69350"/>
                </a:cubicBezTo>
                <a:lnTo>
                  <a:pt x="46741" y="58479"/>
                </a:lnTo>
                <a:lnTo>
                  <a:pt x="38245" y="56734"/>
                </a:lnTo>
                <a:cubicBezTo>
                  <a:pt x="37492" y="56581"/>
                  <a:pt x="36859" y="56048"/>
                  <a:pt x="36576" y="55328"/>
                </a:cubicBezTo>
                <a:cubicBezTo>
                  <a:pt x="36304" y="54608"/>
                  <a:pt x="36413" y="53790"/>
                  <a:pt x="36859" y="53168"/>
                </a:cubicBezTo>
                <a:lnTo>
                  <a:pt x="49237" y="36223"/>
                </a:lnTo>
                <a:cubicBezTo>
                  <a:pt x="49270" y="36180"/>
                  <a:pt x="49314" y="36125"/>
                  <a:pt x="49358" y="36071"/>
                </a:cubicBezTo>
                <a:cubicBezTo>
                  <a:pt x="49478" y="35929"/>
                  <a:pt x="49619" y="35798"/>
                  <a:pt x="49761" y="35700"/>
                </a:cubicBezTo>
                <a:cubicBezTo>
                  <a:pt x="50088" y="35460"/>
                  <a:pt x="50481" y="35318"/>
                  <a:pt x="50906" y="35286"/>
                </a:cubicBezTo>
                <a:cubicBezTo>
                  <a:pt x="50961" y="35275"/>
                  <a:pt x="51026" y="35275"/>
                  <a:pt x="51092" y="35275"/>
                </a:cubicBezTo>
                <a:close/>
                <a:moveTo>
                  <a:pt x="3521" y="80679"/>
                </a:moveTo>
                <a:cubicBezTo>
                  <a:pt x="2824" y="80657"/>
                  <a:pt x="2126" y="80854"/>
                  <a:pt x="1526" y="81236"/>
                </a:cubicBezTo>
                <a:cubicBezTo>
                  <a:pt x="937" y="81629"/>
                  <a:pt x="490" y="82195"/>
                  <a:pt x="228" y="82850"/>
                </a:cubicBezTo>
                <a:cubicBezTo>
                  <a:pt x="-23" y="83504"/>
                  <a:pt x="-67" y="84234"/>
                  <a:pt x="97" y="84921"/>
                </a:cubicBezTo>
                <a:cubicBezTo>
                  <a:pt x="271" y="85597"/>
                  <a:pt x="653" y="86219"/>
                  <a:pt x="1199" y="86677"/>
                </a:cubicBezTo>
                <a:cubicBezTo>
                  <a:pt x="1199" y="86677"/>
                  <a:pt x="2987" y="88203"/>
                  <a:pt x="5953" y="89512"/>
                </a:cubicBezTo>
                <a:cubicBezTo>
                  <a:pt x="8930" y="90810"/>
                  <a:pt x="13292" y="92063"/>
                  <a:pt x="18963" y="92063"/>
                </a:cubicBezTo>
                <a:cubicBezTo>
                  <a:pt x="24645" y="92063"/>
                  <a:pt x="29008" y="90810"/>
                  <a:pt x="31985" y="89512"/>
                </a:cubicBezTo>
                <a:cubicBezTo>
                  <a:pt x="33555" y="88814"/>
                  <a:pt x="33675" y="88563"/>
                  <a:pt x="34493" y="88007"/>
                </a:cubicBezTo>
                <a:cubicBezTo>
                  <a:pt x="35311" y="88563"/>
                  <a:pt x="35442" y="88814"/>
                  <a:pt x="37001" y="89512"/>
                </a:cubicBezTo>
                <a:cubicBezTo>
                  <a:pt x="39979" y="90810"/>
                  <a:pt x="44341" y="92063"/>
                  <a:pt x="50012" y="92063"/>
                </a:cubicBezTo>
                <a:cubicBezTo>
                  <a:pt x="55694" y="92063"/>
                  <a:pt x="60067" y="90810"/>
                  <a:pt x="63033" y="89512"/>
                </a:cubicBezTo>
                <a:cubicBezTo>
                  <a:pt x="64603" y="88814"/>
                  <a:pt x="64724" y="88563"/>
                  <a:pt x="65542" y="88007"/>
                </a:cubicBezTo>
                <a:cubicBezTo>
                  <a:pt x="66360" y="88563"/>
                  <a:pt x="66490" y="88814"/>
                  <a:pt x="68050" y="89512"/>
                </a:cubicBezTo>
                <a:cubicBezTo>
                  <a:pt x="71027" y="90810"/>
                  <a:pt x="75389" y="92063"/>
                  <a:pt x="81071" y="92063"/>
                </a:cubicBezTo>
                <a:cubicBezTo>
                  <a:pt x="86742" y="92063"/>
                  <a:pt x="91115" y="90810"/>
                  <a:pt x="94082" y="89512"/>
                </a:cubicBezTo>
                <a:cubicBezTo>
                  <a:pt x="97048" y="88203"/>
                  <a:pt x="98847" y="86677"/>
                  <a:pt x="98847" y="86677"/>
                </a:cubicBezTo>
                <a:cubicBezTo>
                  <a:pt x="99174" y="86382"/>
                  <a:pt x="99458" y="86023"/>
                  <a:pt x="99654" y="85619"/>
                </a:cubicBezTo>
                <a:cubicBezTo>
                  <a:pt x="99851" y="85216"/>
                  <a:pt x="99971" y="84780"/>
                  <a:pt x="99992" y="84332"/>
                </a:cubicBezTo>
                <a:cubicBezTo>
                  <a:pt x="100025" y="83886"/>
                  <a:pt x="99960" y="83438"/>
                  <a:pt x="99818" y="83013"/>
                </a:cubicBezTo>
                <a:cubicBezTo>
                  <a:pt x="99676" y="82598"/>
                  <a:pt x="99447" y="82206"/>
                  <a:pt x="99153" y="81868"/>
                </a:cubicBezTo>
                <a:cubicBezTo>
                  <a:pt x="98858" y="81530"/>
                  <a:pt x="98498" y="81257"/>
                  <a:pt x="98095" y="81061"/>
                </a:cubicBezTo>
                <a:cubicBezTo>
                  <a:pt x="97691" y="80865"/>
                  <a:pt x="97255" y="80745"/>
                  <a:pt x="96808" y="80713"/>
                </a:cubicBezTo>
                <a:cubicBezTo>
                  <a:pt x="96361" y="80690"/>
                  <a:pt x="95914" y="80745"/>
                  <a:pt x="95500" y="80887"/>
                </a:cubicBezTo>
                <a:cubicBezTo>
                  <a:pt x="95074" y="81029"/>
                  <a:pt x="94682" y="81257"/>
                  <a:pt x="94343" y="81552"/>
                </a:cubicBezTo>
                <a:cubicBezTo>
                  <a:pt x="94343" y="81552"/>
                  <a:pt x="93547" y="82304"/>
                  <a:pt x="91344" y="83264"/>
                </a:cubicBezTo>
                <a:cubicBezTo>
                  <a:pt x="89141" y="84234"/>
                  <a:pt x="85739" y="85248"/>
                  <a:pt x="81071" y="85248"/>
                </a:cubicBezTo>
                <a:cubicBezTo>
                  <a:pt x="76393" y="85248"/>
                  <a:pt x="73001" y="84234"/>
                  <a:pt x="70798" y="83264"/>
                </a:cubicBezTo>
                <a:cubicBezTo>
                  <a:pt x="68584" y="82304"/>
                  <a:pt x="67788" y="81552"/>
                  <a:pt x="67788" y="81552"/>
                </a:cubicBezTo>
                <a:cubicBezTo>
                  <a:pt x="67167" y="81007"/>
                  <a:pt x="66371" y="80713"/>
                  <a:pt x="65542" y="80713"/>
                </a:cubicBezTo>
                <a:cubicBezTo>
                  <a:pt x="64713" y="80713"/>
                  <a:pt x="63917" y="81007"/>
                  <a:pt x="63295" y="81552"/>
                </a:cubicBezTo>
                <a:cubicBezTo>
                  <a:pt x="63295" y="81552"/>
                  <a:pt x="62499" y="82304"/>
                  <a:pt x="60296" y="83264"/>
                </a:cubicBezTo>
                <a:cubicBezTo>
                  <a:pt x="58093" y="84234"/>
                  <a:pt x="54690" y="85248"/>
                  <a:pt x="50012" y="85248"/>
                </a:cubicBezTo>
                <a:cubicBezTo>
                  <a:pt x="45344" y="85248"/>
                  <a:pt x="41953" y="84234"/>
                  <a:pt x="39739" y="83264"/>
                </a:cubicBezTo>
                <a:cubicBezTo>
                  <a:pt x="37536" y="82304"/>
                  <a:pt x="36740" y="81552"/>
                  <a:pt x="36740" y="81552"/>
                </a:cubicBezTo>
                <a:cubicBezTo>
                  <a:pt x="36118" y="81007"/>
                  <a:pt x="35322" y="80713"/>
                  <a:pt x="34493" y="80713"/>
                </a:cubicBezTo>
                <a:cubicBezTo>
                  <a:pt x="33665" y="80713"/>
                  <a:pt x="32868" y="81007"/>
                  <a:pt x="32247" y="81552"/>
                </a:cubicBezTo>
                <a:cubicBezTo>
                  <a:pt x="32247" y="81552"/>
                  <a:pt x="31451" y="82304"/>
                  <a:pt x="29248" y="83264"/>
                </a:cubicBezTo>
                <a:cubicBezTo>
                  <a:pt x="27044" y="84234"/>
                  <a:pt x="23642" y="85248"/>
                  <a:pt x="18963" y="85248"/>
                </a:cubicBezTo>
                <a:cubicBezTo>
                  <a:pt x="14296" y="85248"/>
                  <a:pt x="10904" y="84234"/>
                  <a:pt x="8691" y="83264"/>
                </a:cubicBezTo>
                <a:cubicBezTo>
                  <a:pt x="6488" y="82304"/>
                  <a:pt x="5691" y="81552"/>
                  <a:pt x="5691" y="81552"/>
                </a:cubicBezTo>
                <a:cubicBezTo>
                  <a:pt x="5102" y="81018"/>
                  <a:pt x="4328" y="80701"/>
                  <a:pt x="3521" y="8067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3" name="Белый — SVG 16">
            <a:extLst>
              <a:ext uri="{FF2B5EF4-FFF2-40B4-BE49-F238E27FC236}">
                <a16:creationId xmlns:a16="http://schemas.microsoft.com/office/drawing/2014/main" id="{CF5BFC3A-81E3-0846-B733-83A836CB2C47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98812 w 99238"/>
              <a:gd name="csY0" fmla="*/ 49298 h 141753"/>
              <a:gd name="csX1" fmla="*/ 93929 w 99238"/>
              <a:gd name="csY1" fmla="*/ 46066 h 141753"/>
              <a:gd name="csX2" fmla="*/ 69090 w 99238"/>
              <a:gd name="csY2" fmla="*/ 46066 h 141753"/>
              <a:gd name="csX3" fmla="*/ 91428 w 99238"/>
              <a:gd name="csY3" fmla="*/ 8012 h 141753"/>
              <a:gd name="csX4" fmla="*/ 91445 w 99238"/>
              <a:gd name="csY4" fmla="*/ 2671 h 141753"/>
              <a:gd name="csX5" fmla="*/ 86835 w 99238"/>
              <a:gd name="csY5" fmla="*/ 0 h 141753"/>
              <a:gd name="csX6" fmla="*/ 44301 w 99238"/>
              <a:gd name="csY6" fmla="*/ 0 h 141753"/>
              <a:gd name="csX7" fmla="*/ 39640 w 99238"/>
              <a:gd name="csY7" fmla="*/ 2756 h 141753"/>
              <a:gd name="csX8" fmla="*/ 662 w 99238"/>
              <a:gd name="csY8" fmla="*/ 73641 h 141753"/>
              <a:gd name="csX9" fmla="*/ 730 w 99238"/>
              <a:gd name="csY9" fmla="*/ 78897 h 141753"/>
              <a:gd name="csX10" fmla="*/ 5306 w 99238"/>
              <a:gd name="csY10" fmla="*/ 81517 h 141753"/>
              <a:gd name="csX11" fmla="*/ 29329 w 99238"/>
              <a:gd name="csY11" fmla="*/ 81517 h 141753"/>
              <a:gd name="csX12" fmla="*/ 7484 w 99238"/>
              <a:gd name="csY12" fmla="*/ 134422 h 141753"/>
              <a:gd name="csX13" fmla="*/ 9492 w 99238"/>
              <a:gd name="csY13" fmla="*/ 140903 h 141753"/>
              <a:gd name="csX14" fmla="*/ 12401 w 99238"/>
              <a:gd name="csY14" fmla="*/ 141754 h 141753"/>
              <a:gd name="csX15" fmla="*/ 16246 w 99238"/>
              <a:gd name="csY15" fmla="*/ 140121 h 141753"/>
              <a:gd name="csX16" fmla="*/ 97757 w 99238"/>
              <a:gd name="csY16" fmla="*/ 55065 h 141753"/>
              <a:gd name="csX17" fmla="*/ 98812 w 99238"/>
              <a:gd name="csY17" fmla="*/ 49298 h 141753"/>
            </a:gdLst>
            <a:ahLst/>
            <a:cxnLst/>
            <a:rect l="l" t="t" r="r" b="b"/>
            <a:pathLst>
              <a:path w="100000" h="100000">
                <a:moveTo>
                  <a:pt x="84703" y="34777"/>
                </a:moveTo>
                <a:cubicBezTo>
                  <a:pt x="84115" y="33398"/>
                  <a:pt x="82759" y="32497"/>
                  <a:pt x="81259" y="32497"/>
                </a:cubicBezTo>
                <a:lnTo>
                  <a:pt x="63736" y="32497"/>
                </a:lnTo>
                <a:lnTo>
                  <a:pt x="79494" y="5652"/>
                </a:lnTo>
                <a:cubicBezTo>
                  <a:pt x="80167" y="4488"/>
                  <a:pt x="80179" y="3048"/>
                  <a:pt x="79506" y="1884"/>
                </a:cubicBezTo>
                <a:cubicBezTo>
                  <a:pt x="78834" y="720"/>
                  <a:pt x="77598" y="0"/>
                  <a:pt x="76254" y="0"/>
                </a:cubicBezTo>
                <a:lnTo>
                  <a:pt x="46248" y="0"/>
                </a:lnTo>
                <a:cubicBezTo>
                  <a:pt x="44881" y="0"/>
                  <a:pt x="43620" y="744"/>
                  <a:pt x="42960" y="1944"/>
                </a:cubicBezTo>
                <a:lnTo>
                  <a:pt x="15463" y="51950"/>
                </a:lnTo>
                <a:cubicBezTo>
                  <a:pt x="14827" y="53102"/>
                  <a:pt x="14839" y="54518"/>
                  <a:pt x="15511" y="55658"/>
                </a:cubicBezTo>
                <a:cubicBezTo>
                  <a:pt x="16195" y="56799"/>
                  <a:pt x="17419" y="57506"/>
                  <a:pt x="18739" y="57506"/>
                </a:cubicBezTo>
                <a:lnTo>
                  <a:pt x="35686" y="57506"/>
                </a:lnTo>
                <a:lnTo>
                  <a:pt x="20276" y="94828"/>
                </a:lnTo>
                <a:cubicBezTo>
                  <a:pt x="19591" y="96496"/>
                  <a:pt x="20180" y="98416"/>
                  <a:pt x="21692" y="99400"/>
                </a:cubicBezTo>
                <a:cubicBezTo>
                  <a:pt x="22328" y="99808"/>
                  <a:pt x="23036" y="100001"/>
                  <a:pt x="23744" y="100001"/>
                </a:cubicBezTo>
                <a:cubicBezTo>
                  <a:pt x="24741" y="100001"/>
                  <a:pt x="25725" y="99604"/>
                  <a:pt x="26457" y="98849"/>
                </a:cubicBezTo>
                <a:lnTo>
                  <a:pt x="83959" y="38846"/>
                </a:lnTo>
                <a:cubicBezTo>
                  <a:pt x="85003" y="37766"/>
                  <a:pt x="85292" y="36157"/>
                  <a:pt x="84703" y="3477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4" name="Белый — SVG 17">
            <a:extLst>
              <a:ext uri="{FF2B5EF4-FFF2-40B4-BE49-F238E27FC236}">
                <a16:creationId xmlns:a16="http://schemas.microsoft.com/office/drawing/2014/main" id="{24E52CAF-6B5A-C349-B1D3-C5654B7CFEF4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119009 w 124760"/>
              <a:gd name="csY0" fmla="*/ 1 h 153186"/>
              <a:gd name="csX1" fmla="*/ 115028 w 124760"/>
              <a:gd name="csY1" fmla="*/ 1719 h 153186"/>
              <a:gd name="csX2" fmla="*/ 113428 w 124760"/>
              <a:gd name="csY2" fmla="*/ 5751 h 153186"/>
              <a:gd name="csX3" fmla="*/ 108392 w 124760"/>
              <a:gd name="csY3" fmla="*/ 13729 h 153186"/>
              <a:gd name="csX4" fmla="*/ 96415 w 124760"/>
              <a:gd name="csY4" fmla="*/ 17098 h 153186"/>
              <a:gd name="csX5" fmla="*/ 94220 w 124760"/>
              <a:gd name="csY5" fmla="*/ 17506 h 153186"/>
              <a:gd name="csX6" fmla="*/ 92349 w 124760"/>
              <a:gd name="csY6" fmla="*/ 18731 h 153186"/>
              <a:gd name="csX7" fmla="*/ 91090 w 124760"/>
              <a:gd name="csY7" fmla="*/ 20568 h 153186"/>
              <a:gd name="csX8" fmla="*/ 90665 w 124760"/>
              <a:gd name="csY8" fmla="*/ 22762 h 153186"/>
              <a:gd name="csX9" fmla="*/ 91090 w 124760"/>
              <a:gd name="csY9" fmla="*/ 24956 h 153186"/>
              <a:gd name="csX10" fmla="*/ 92349 w 124760"/>
              <a:gd name="csY10" fmla="*/ 26794 h 153186"/>
              <a:gd name="csX11" fmla="*/ 94220 w 124760"/>
              <a:gd name="csY11" fmla="*/ 28019 h 153186"/>
              <a:gd name="csX12" fmla="*/ 96415 w 124760"/>
              <a:gd name="csY12" fmla="*/ 28427 h 153186"/>
              <a:gd name="csX13" fmla="*/ 114500 w 124760"/>
              <a:gd name="csY13" fmla="*/ 23289 h 153186"/>
              <a:gd name="csX14" fmla="*/ 124759 w 124760"/>
              <a:gd name="csY14" fmla="*/ 5751 h 153186"/>
              <a:gd name="csX15" fmla="*/ 124351 w 124760"/>
              <a:gd name="csY15" fmla="*/ 3540 h 153186"/>
              <a:gd name="csX16" fmla="*/ 123092 w 124760"/>
              <a:gd name="csY16" fmla="*/ 1651 h 153186"/>
              <a:gd name="csX17" fmla="*/ 121221 w 124760"/>
              <a:gd name="csY17" fmla="*/ 410 h 153186"/>
              <a:gd name="csX18" fmla="*/ 119009 w 124760"/>
              <a:gd name="csY18" fmla="*/ 1 h 153186"/>
              <a:gd name="csX19" fmla="*/ 90733 w 124760"/>
              <a:gd name="csY19" fmla="*/ 86 h 153186"/>
              <a:gd name="csX20" fmla="*/ 71031 w 124760"/>
              <a:gd name="csY20" fmla="*/ 5462 h 153186"/>
              <a:gd name="csX21" fmla="*/ 67934 w 124760"/>
              <a:gd name="csY21" fmla="*/ 8677 h 153186"/>
              <a:gd name="csX22" fmla="*/ 62167 w 124760"/>
              <a:gd name="csY22" fmla="*/ 8660 h 153186"/>
              <a:gd name="csX23" fmla="*/ 45970 w 124760"/>
              <a:gd name="csY23" fmla="*/ 20227 h 153186"/>
              <a:gd name="csX24" fmla="*/ 45375 w 124760"/>
              <a:gd name="csY24" fmla="*/ 22354 h 153186"/>
              <a:gd name="csX25" fmla="*/ 45664 w 124760"/>
              <a:gd name="csY25" fmla="*/ 24548 h 153186"/>
              <a:gd name="csX26" fmla="*/ 46753 w 124760"/>
              <a:gd name="csY26" fmla="*/ 26471 h 153186"/>
              <a:gd name="csX27" fmla="*/ 48505 w 124760"/>
              <a:gd name="csY27" fmla="*/ 27832 h 153186"/>
              <a:gd name="csX28" fmla="*/ 52827 w 124760"/>
              <a:gd name="csY28" fmla="*/ 28138 h 153186"/>
              <a:gd name="csX29" fmla="*/ 56110 w 124760"/>
              <a:gd name="csY29" fmla="*/ 25297 h 153186"/>
              <a:gd name="csX30" fmla="*/ 64021 w 124760"/>
              <a:gd name="csY30" fmla="*/ 19853 h 153186"/>
              <a:gd name="csX31" fmla="*/ 69789 w 124760"/>
              <a:gd name="csY31" fmla="*/ 19819 h 153186"/>
              <a:gd name="csX32" fmla="*/ 73736 w 124760"/>
              <a:gd name="csY32" fmla="*/ 19156 h 153186"/>
              <a:gd name="csX33" fmla="*/ 76271 w 124760"/>
              <a:gd name="csY33" fmla="*/ 16043 h 153186"/>
              <a:gd name="csX34" fmla="*/ 76322 w 124760"/>
              <a:gd name="csY34" fmla="*/ 16077 h 153186"/>
              <a:gd name="csX35" fmla="*/ 77836 w 124760"/>
              <a:gd name="csY35" fmla="*/ 14546 h 153186"/>
              <a:gd name="csX36" fmla="*/ 90733 w 124760"/>
              <a:gd name="csY36" fmla="*/ 11416 h 153186"/>
              <a:gd name="csX37" fmla="*/ 92927 w 124760"/>
              <a:gd name="csY37" fmla="*/ 11007 h 153186"/>
              <a:gd name="csX38" fmla="*/ 94799 w 124760"/>
              <a:gd name="csY38" fmla="*/ 9783 h 153186"/>
              <a:gd name="csX39" fmla="*/ 96058 w 124760"/>
              <a:gd name="csY39" fmla="*/ 7945 h 153186"/>
              <a:gd name="csX40" fmla="*/ 96483 w 124760"/>
              <a:gd name="csY40" fmla="*/ 5751 h 153186"/>
              <a:gd name="csX41" fmla="*/ 96058 w 124760"/>
              <a:gd name="csY41" fmla="*/ 3557 h 153186"/>
              <a:gd name="csX42" fmla="*/ 94799 w 124760"/>
              <a:gd name="csY42" fmla="*/ 1719 h 153186"/>
              <a:gd name="csX43" fmla="*/ 92927 w 124760"/>
              <a:gd name="csY43" fmla="*/ 495 h 153186"/>
              <a:gd name="csX44" fmla="*/ 90733 w 124760"/>
              <a:gd name="csY44" fmla="*/ 86 h 153186"/>
              <a:gd name="csX45" fmla="*/ 28361 w 124760"/>
              <a:gd name="csY45" fmla="*/ 39773 h 153186"/>
              <a:gd name="csX46" fmla="*/ 26166 w 124760"/>
              <a:gd name="csY46" fmla="*/ 40182 h 153186"/>
              <a:gd name="csX47" fmla="*/ 24295 w 124760"/>
              <a:gd name="csY47" fmla="*/ 41406 h 153186"/>
              <a:gd name="csX48" fmla="*/ 23036 w 124760"/>
              <a:gd name="csY48" fmla="*/ 43260 h 153186"/>
              <a:gd name="csX49" fmla="*/ 22611 w 124760"/>
              <a:gd name="csY49" fmla="*/ 45438 h 153186"/>
              <a:gd name="csX50" fmla="*/ 23036 w 124760"/>
              <a:gd name="csY50" fmla="*/ 47632 h 153186"/>
              <a:gd name="csX51" fmla="*/ 24295 w 124760"/>
              <a:gd name="csY51" fmla="*/ 49487 h 153186"/>
              <a:gd name="csX52" fmla="*/ 26166 w 124760"/>
              <a:gd name="csY52" fmla="*/ 50711 h 153186"/>
              <a:gd name="csX53" fmla="*/ 28361 w 124760"/>
              <a:gd name="csY53" fmla="*/ 51120 h 153186"/>
              <a:gd name="csX54" fmla="*/ 28361 w 124760"/>
              <a:gd name="csY54" fmla="*/ 62449 h 153186"/>
              <a:gd name="csX55" fmla="*/ 970 w 124760"/>
              <a:gd name="csY55" fmla="*/ 137281 h 153186"/>
              <a:gd name="csX56" fmla="*/ 0 w 124760"/>
              <a:gd name="csY56" fmla="*/ 141840 h 153186"/>
              <a:gd name="csX57" fmla="*/ 3318 w 124760"/>
              <a:gd name="csY57" fmla="*/ 149852 h 153186"/>
              <a:gd name="csX58" fmla="*/ 11348 w 124760"/>
              <a:gd name="csY58" fmla="*/ 153186 h 153186"/>
              <a:gd name="csX59" fmla="*/ 62388 w 124760"/>
              <a:gd name="csY59" fmla="*/ 153186 h 153186"/>
              <a:gd name="csX60" fmla="*/ 113428 w 124760"/>
              <a:gd name="csY60" fmla="*/ 153186 h 153186"/>
              <a:gd name="csX61" fmla="*/ 121442 w 124760"/>
              <a:gd name="csY61" fmla="*/ 149852 h 153186"/>
              <a:gd name="csX62" fmla="*/ 124759 w 124760"/>
              <a:gd name="csY62" fmla="*/ 141840 h 153186"/>
              <a:gd name="csX63" fmla="*/ 123790 w 124760"/>
              <a:gd name="csY63" fmla="*/ 137281 h 153186"/>
              <a:gd name="csX64" fmla="*/ 123807 w 124760"/>
              <a:gd name="csY64" fmla="*/ 137281 h 153186"/>
              <a:gd name="csX65" fmla="*/ 96415 w 124760"/>
              <a:gd name="csY65" fmla="*/ 62449 h 153186"/>
              <a:gd name="csX66" fmla="*/ 96415 w 124760"/>
              <a:gd name="csY66" fmla="*/ 51120 h 153186"/>
              <a:gd name="csX67" fmla="*/ 98610 w 124760"/>
              <a:gd name="csY67" fmla="*/ 50711 h 153186"/>
              <a:gd name="csX68" fmla="*/ 100464 w 124760"/>
              <a:gd name="csY68" fmla="*/ 49487 h 153186"/>
              <a:gd name="csX69" fmla="*/ 101723 w 124760"/>
              <a:gd name="csY69" fmla="*/ 47632 h 153186"/>
              <a:gd name="csX70" fmla="*/ 102166 w 124760"/>
              <a:gd name="csY70" fmla="*/ 45438 h 153186"/>
              <a:gd name="csX71" fmla="*/ 101723 w 124760"/>
              <a:gd name="csY71" fmla="*/ 43260 h 153186"/>
              <a:gd name="csX72" fmla="*/ 100464 w 124760"/>
              <a:gd name="csY72" fmla="*/ 41406 h 153186"/>
              <a:gd name="csX73" fmla="*/ 98610 w 124760"/>
              <a:gd name="csY73" fmla="*/ 40182 h 153186"/>
              <a:gd name="csX74" fmla="*/ 96415 w 124760"/>
              <a:gd name="csY74" fmla="*/ 39773 h 153186"/>
              <a:gd name="csX75" fmla="*/ 28361 w 124760"/>
              <a:gd name="csY75" fmla="*/ 39773 h 153186"/>
              <a:gd name="csX76" fmla="*/ 42993 w 124760"/>
              <a:gd name="csY76" fmla="*/ 79902 h 153186"/>
              <a:gd name="csX77" fmla="*/ 54460 w 124760"/>
              <a:gd name="csY77" fmla="*/ 99754 h 153186"/>
              <a:gd name="csX78" fmla="*/ 51414 w 124760"/>
              <a:gd name="csY78" fmla="*/ 104977 h 153186"/>
              <a:gd name="csX79" fmla="*/ 28497 w 124760"/>
              <a:gd name="csY79" fmla="*/ 104977 h 153186"/>
              <a:gd name="csX80" fmla="*/ 42993 w 124760"/>
              <a:gd name="csY80" fmla="*/ 79902 h 153186"/>
              <a:gd name="csX81" fmla="*/ 81784 w 124760"/>
              <a:gd name="csY81" fmla="*/ 79902 h 153186"/>
              <a:gd name="csX82" fmla="*/ 91838 w 124760"/>
              <a:gd name="csY82" fmla="*/ 90790 h 153186"/>
              <a:gd name="csX83" fmla="*/ 96262 w 124760"/>
              <a:gd name="csY83" fmla="*/ 104977 h 153186"/>
              <a:gd name="csX84" fmla="*/ 73311 w 124760"/>
              <a:gd name="csY84" fmla="*/ 104977 h 153186"/>
              <a:gd name="csX85" fmla="*/ 72205 w 124760"/>
              <a:gd name="csY85" fmla="*/ 102153 h 153186"/>
              <a:gd name="csX86" fmla="*/ 70300 w 124760"/>
              <a:gd name="csY86" fmla="*/ 99771 h 153186"/>
              <a:gd name="csX87" fmla="*/ 81784 w 124760"/>
              <a:gd name="csY87" fmla="*/ 79902 h 153186"/>
              <a:gd name="csX88" fmla="*/ 62388 w 124760"/>
              <a:gd name="csY88" fmla="*/ 102153 h 153186"/>
              <a:gd name="csX89" fmla="*/ 68054 w 124760"/>
              <a:gd name="csY89" fmla="*/ 107817 h 153186"/>
              <a:gd name="csX90" fmla="*/ 62388 w 124760"/>
              <a:gd name="csY90" fmla="*/ 113482 h 153186"/>
              <a:gd name="csX91" fmla="*/ 56706 w 124760"/>
              <a:gd name="csY91" fmla="*/ 107817 h 153186"/>
              <a:gd name="csX92" fmla="*/ 62388 w 124760"/>
              <a:gd name="csY92" fmla="*/ 102153 h 153186"/>
              <a:gd name="csX93" fmla="*/ 65399 w 124760"/>
              <a:gd name="csY93" fmla="*/ 118722 h 153186"/>
              <a:gd name="csX94" fmla="*/ 76866 w 124760"/>
              <a:gd name="csY94" fmla="*/ 138574 h 153186"/>
              <a:gd name="csX95" fmla="*/ 47893 w 124760"/>
              <a:gd name="csY95" fmla="*/ 138591 h 153186"/>
              <a:gd name="csX96" fmla="*/ 59360 w 124760"/>
              <a:gd name="csY96" fmla="*/ 118739 h 153186"/>
              <a:gd name="csX97" fmla="*/ 65399 w 124760"/>
              <a:gd name="csY97" fmla="*/ 118722 h 153186"/>
            </a:gdLst>
            <a:ahLst/>
            <a:cxnLst/>
            <a:rect l="l" t="t" r="r" b="b"/>
            <a:pathLst>
              <a:path w="100000" h="100000">
                <a:moveTo>
                  <a:pt x="86967" y="1"/>
                </a:moveTo>
                <a:cubicBezTo>
                  <a:pt x="85979" y="12"/>
                  <a:pt x="85046" y="423"/>
                  <a:pt x="84369" y="1122"/>
                </a:cubicBezTo>
                <a:cubicBezTo>
                  <a:pt x="83680" y="1822"/>
                  <a:pt x="83302" y="2777"/>
                  <a:pt x="83324" y="3754"/>
                </a:cubicBezTo>
                <a:cubicBezTo>
                  <a:pt x="83324" y="6053"/>
                  <a:pt x="82203" y="7574"/>
                  <a:pt x="80037" y="8962"/>
                </a:cubicBezTo>
                <a:cubicBezTo>
                  <a:pt x="77871" y="10340"/>
                  <a:pt x="74717" y="11162"/>
                  <a:pt x="72218" y="11162"/>
                </a:cubicBezTo>
                <a:cubicBezTo>
                  <a:pt x="71718" y="11150"/>
                  <a:pt x="71241" y="11239"/>
                  <a:pt x="70785" y="11428"/>
                </a:cubicBezTo>
                <a:cubicBezTo>
                  <a:pt x="70330" y="11605"/>
                  <a:pt x="69908" y="11883"/>
                  <a:pt x="69564" y="12228"/>
                </a:cubicBezTo>
                <a:cubicBezTo>
                  <a:pt x="69208" y="12572"/>
                  <a:pt x="68931" y="12982"/>
                  <a:pt x="68742" y="13427"/>
                </a:cubicBezTo>
                <a:cubicBezTo>
                  <a:pt x="68553" y="13882"/>
                  <a:pt x="68464" y="14371"/>
                  <a:pt x="68464" y="14859"/>
                </a:cubicBezTo>
                <a:cubicBezTo>
                  <a:pt x="68464" y="15348"/>
                  <a:pt x="68553" y="15836"/>
                  <a:pt x="68742" y="16291"/>
                </a:cubicBezTo>
                <a:cubicBezTo>
                  <a:pt x="68931" y="16736"/>
                  <a:pt x="69208" y="17146"/>
                  <a:pt x="69564" y="17491"/>
                </a:cubicBezTo>
                <a:cubicBezTo>
                  <a:pt x="69908" y="17835"/>
                  <a:pt x="70330" y="18113"/>
                  <a:pt x="70785" y="18291"/>
                </a:cubicBezTo>
                <a:cubicBezTo>
                  <a:pt x="71241" y="18479"/>
                  <a:pt x="71718" y="18568"/>
                  <a:pt x="72218" y="18557"/>
                </a:cubicBezTo>
                <a:cubicBezTo>
                  <a:pt x="76139" y="18557"/>
                  <a:pt x="80392" y="17524"/>
                  <a:pt x="84024" y="15203"/>
                </a:cubicBezTo>
                <a:cubicBezTo>
                  <a:pt x="87656" y="12882"/>
                  <a:pt x="90721" y="8851"/>
                  <a:pt x="90721" y="3754"/>
                </a:cubicBezTo>
                <a:cubicBezTo>
                  <a:pt x="90732" y="3254"/>
                  <a:pt x="90643" y="2766"/>
                  <a:pt x="90455" y="2311"/>
                </a:cubicBezTo>
                <a:cubicBezTo>
                  <a:pt x="90266" y="1844"/>
                  <a:pt x="89988" y="1434"/>
                  <a:pt x="89633" y="1078"/>
                </a:cubicBezTo>
                <a:cubicBezTo>
                  <a:pt x="89289" y="734"/>
                  <a:pt x="88866" y="456"/>
                  <a:pt x="88411" y="268"/>
                </a:cubicBezTo>
                <a:cubicBezTo>
                  <a:pt x="87956" y="90"/>
                  <a:pt x="87456" y="-10"/>
                  <a:pt x="86967" y="1"/>
                </a:cubicBezTo>
                <a:close/>
                <a:moveTo>
                  <a:pt x="68509" y="56"/>
                </a:moveTo>
                <a:cubicBezTo>
                  <a:pt x="62344" y="56"/>
                  <a:pt x="58213" y="1644"/>
                  <a:pt x="55647" y="3566"/>
                </a:cubicBezTo>
                <a:cubicBezTo>
                  <a:pt x="54692" y="4288"/>
                  <a:pt x="54159" y="4987"/>
                  <a:pt x="53626" y="5664"/>
                </a:cubicBezTo>
                <a:cubicBezTo>
                  <a:pt x="52438" y="5553"/>
                  <a:pt x="51915" y="5309"/>
                  <a:pt x="49861" y="5653"/>
                </a:cubicBezTo>
                <a:cubicBezTo>
                  <a:pt x="46351" y="6242"/>
                  <a:pt x="41742" y="8285"/>
                  <a:pt x="39288" y="13204"/>
                </a:cubicBezTo>
                <a:cubicBezTo>
                  <a:pt x="39066" y="13638"/>
                  <a:pt x="38944" y="14115"/>
                  <a:pt x="38899" y="14593"/>
                </a:cubicBezTo>
                <a:cubicBezTo>
                  <a:pt x="38866" y="15081"/>
                  <a:pt x="38932" y="15570"/>
                  <a:pt x="39088" y="16025"/>
                </a:cubicBezTo>
                <a:cubicBezTo>
                  <a:pt x="39243" y="16492"/>
                  <a:pt x="39476" y="16913"/>
                  <a:pt x="39799" y="17280"/>
                </a:cubicBezTo>
                <a:cubicBezTo>
                  <a:pt x="40121" y="17647"/>
                  <a:pt x="40510" y="17957"/>
                  <a:pt x="40942" y="18169"/>
                </a:cubicBezTo>
                <a:cubicBezTo>
                  <a:pt x="41820" y="18613"/>
                  <a:pt x="42841" y="18679"/>
                  <a:pt x="43764" y="18369"/>
                </a:cubicBezTo>
                <a:cubicBezTo>
                  <a:pt x="44697" y="18057"/>
                  <a:pt x="45474" y="17391"/>
                  <a:pt x="45907" y="16514"/>
                </a:cubicBezTo>
                <a:cubicBezTo>
                  <a:pt x="47151" y="14026"/>
                  <a:pt x="49017" y="13305"/>
                  <a:pt x="51071" y="12960"/>
                </a:cubicBezTo>
                <a:cubicBezTo>
                  <a:pt x="53126" y="12616"/>
                  <a:pt x="54837" y="12938"/>
                  <a:pt x="54837" y="12938"/>
                </a:cubicBezTo>
                <a:cubicBezTo>
                  <a:pt x="55714" y="13115"/>
                  <a:pt x="56636" y="12960"/>
                  <a:pt x="57413" y="12505"/>
                </a:cubicBezTo>
                <a:cubicBezTo>
                  <a:pt x="58191" y="12049"/>
                  <a:pt x="58780" y="11328"/>
                  <a:pt x="59068" y="10473"/>
                </a:cubicBezTo>
                <a:cubicBezTo>
                  <a:pt x="59068" y="10473"/>
                  <a:pt x="58957" y="10695"/>
                  <a:pt x="59101" y="10495"/>
                </a:cubicBezTo>
                <a:cubicBezTo>
                  <a:pt x="59235" y="10284"/>
                  <a:pt x="59524" y="9917"/>
                  <a:pt x="60090" y="9496"/>
                </a:cubicBezTo>
                <a:cubicBezTo>
                  <a:pt x="61234" y="8640"/>
                  <a:pt x="63577" y="7452"/>
                  <a:pt x="68509" y="7452"/>
                </a:cubicBezTo>
                <a:cubicBezTo>
                  <a:pt x="69008" y="7463"/>
                  <a:pt x="69486" y="7374"/>
                  <a:pt x="69941" y="7185"/>
                </a:cubicBezTo>
                <a:cubicBezTo>
                  <a:pt x="70397" y="7008"/>
                  <a:pt x="70818" y="6730"/>
                  <a:pt x="71163" y="6386"/>
                </a:cubicBezTo>
                <a:cubicBezTo>
                  <a:pt x="71518" y="6042"/>
                  <a:pt x="71796" y="5631"/>
                  <a:pt x="71985" y="5187"/>
                </a:cubicBezTo>
                <a:cubicBezTo>
                  <a:pt x="72174" y="4732"/>
                  <a:pt x="72262" y="4243"/>
                  <a:pt x="72262" y="3754"/>
                </a:cubicBezTo>
                <a:cubicBezTo>
                  <a:pt x="72262" y="3265"/>
                  <a:pt x="72174" y="2777"/>
                  <a:pt x="71985" y="2322"/>
                </a:cubicBezTo>
                <a:cubicBezTo>
                  <a:pt x="71796" y="1877"/>
                  <a:pt x="71518" y="1467"/>
                  <a:pt x="71163" y="1122"/>
                </a:cubicBezTo>
                <a:cubicBezTo>
                  <a:pt x="70818" y="778"/>
                  <a:pt x="70397" y="501"/>
                  <a:pt x="69941" y="323"/>
                </a:cubicBezTo>
                <a:cubicBezTo>
                  <a:pt x="69486" y="134"/>
                  <a:pt x="69008" y="45"/>
                  <a:pt x="68509" y="56"/>
                </a:cubicBezTo>
                <a:close/>
                <a:moveTo>
                  <a:pt x="27792" y="25964"/>
                </a:moveTo>
                <a:cubicBezTo>
                  <a:pt x="27293" y="25953"/>
                  <a:pt x="26815" y="26042"/>
                  <a:pt x="26359" y="26231"/>
                </a:cubicBezTo>
                <a:cubicBezTo>
                  <a:pt x="25904" y="26408"/>
                  <a:pt x="25483" y="26686"/>
                  <a:pt x="25138" y="27030"/>
                </a:cubicBezTo>
                <a:cubicBezTo>
                  <a:pt x="24783" y="27374"/>
                  <a:pt x="24505" y="27785"/>
                  <a:pt x="24316" y="28240"/>
                </a:cubicBezTo>
                <a:cubicBezTo>
                  <a:pt x="24128" y="28685"/>
                  <a:pt x="24039" y="29173"/>
                  <a:pt x="24039" y="29662"/>
                </a:cubicBezTo>
                <a:cubicBezTo>
                  <a:pt x="24039" y="30150"/>
                  <a:pt x="24128" y="30639"/>
                  <a:pt x="24316" y="31094"/>
                </a:cubicBezTo>
                <a:cubicBezTo>
                  <a:pt x="24505" y="31550"/>
                  <a:pt x="24783" y="31960"/>
                  <a:pt x="25138" y="32305"/>
                </a:cubicBezTo>
                <a:cubicBezTo>
                  <a:pt x="25483" y="32649"/>
                  <a:pt x="25904" y="32916"/>
                  <a:pt x="26359" y="33104"/>
                </a:cubicBezTo>
                <a:cubicBezTo>
                  <a:pt x="26815" y="33282"/>
                  <a:pt x="27293" y="33371"/>
                  <a:pt x="27792" y="33371"/>
                </a:cubicBezTo>
                <a:lnTo>
                  <a:pt x="27792" y="40767"/>
                </a:lnTo>
                <a:lnTo>
                  <a:pt x="9911" y="89617"/>
                </a:lnTo>
                <a:cubicBezTo>
                  <a:pt x="9489" y="90550"/>
                  <a:pt x="9278" y="91572"/>
                  <a:pt x="9278" y="92593"/>
                </a:cubicBezTo>
                <a:cubicBezTo>
                  <a:pt x="9278" y="94559"/>
                  <a:pt x="10056" y="96436"/>
                  <a:pt x="11444" y="97824"/>
                </a:cubicBezTo>
                <a:cubicBezTo>
                  <a:pt x="12832" y="99212"/>
                  <a:pt x="14720" y="100000"/>
                  <a:pt x="16686" y="100000"/>
                </a:cubicBezTo>
                <a:lnTo>
                  <a:pt x="50005" y="100000"/>
                </a:lnTo>
                <a:lnTo>
                  <a:pt x="83324" y="100000"/>
                </a:lnTo>
                <a:cubicBezTo>
                  <a:pt x="85279" y="100000"/>
                  <a:pt x="87167" y="99212"/>
                  <a:pt x="88556" y="97824"/>
                </a:cubicBezTo>
                <a:cubicBezTo>
                  <a:pt x="89944" y="96436"/>
                  <a:pt x="90721" y="94559"/>
                  <a:pt x="90721" y="92593"/>
                </a:cubicBezTo>
                <a:cubicBezTo>
                  <a:pt x="90721" y="91572"/>
                  <a:pt x="90499" y="90561"/>
                  <a:pt x="90089" y="89617"/>
                </a:cubicBezTo>
                <a:lnTo>
                  <a:pt x="90100" y="89617"/>
                </a:lnTo>
                <a:lnTo>
                  <a:pt x="72218" y="40767"/>
                </a:lnTo>
                <a:lnTo>
                  <a:pt x="72218" y="33371"/>
                </a:lnTo>
                <a:cubicBezTo>
                  <a:pt x="72707" y="33371"/>
                  <a:pt x="73195" y="33282"/>
                  <a:pt x="73651" y="33104"/>
                </a:cubicBezTo>
                <a:cubicBezTo>
                  <a:pt x="74106" y="32916"/>
                  <a:pt x="74517" y="32649"/>
                  <a:pt x="74861" y="32305"/>
                </a:cubicBezTo>
                <a:cubicBezTo>
                  <a:pt x="75217" y="31960"/>
                  <a:pt x="75494" y="31550"/>
                  <a:pt x="75683" y="31094"/>
                </a:cubicBezTo>
                <a:cubicBezTo>
                  <a:pt x="75872" y="30639"/>
                  <a:pt x="75972" y="30150"/>
                  <a:pt x="75972" y="29662"/>
                </a:cubicBezTo>
                <a:cubicBezTo>
                  <a:pt x="75972" y="29173"/>
                  <a:pt x="75872" y="28685"/>
                  <a:pt x="75683" y="28240"/>
                </a:cubicBezTo>
                <a:cubicBezTo>
                  <a:pt x="75494" y="27785"/>
                  <a:pt x="75217" y="27374"/>
                  <a:pt x="74861" y="27030"/>
                </a:cubicBezTo>
                <a:cubicBezTo>
                  <a:pt x="74517" y="26686"/>
                  <a:pt x="74106" y="26408"/>
                  <a:pt x="73651" y="26231"/>
                </a:cubicBezTo>
                <a:cubicBezTo>
                  <a:pt x="73195" y="26042"/>
                  <a:pt x="72707" y="25953"/>
                  <a:pt x="72218" y="25964"/>
                </a:cubicBezTo>
                <a:lnTo>
                  <a:pt x="27792" y="25964"/>
                </a:lnTo>
                <a:close/>
                <a:moveTo>
                  <a:pt x="37344" y="52160"/>
                </a:moveTo>
                <a:lnTo>
                  <a:pt x="44830" y="65120"/>
                </a:lnTo>
                <a:cubicBezTo>
                  <a:pt x="43864" y="66075"/>
                  <a:pt x="43175" y="67252"/>
                  <a:pt x="42841" y="68529"/>
                </a:cubicBezTo>
                <a:lnTo>
                  <a:pt x="27881" y="68529"/>
                </a:lnTo>
                <a:cubicBezTo>
                  <a:pt x="28414" y="62110"/>
                  <a:pt x="31746" y="56036"/>
                  <a:pt x="37344" y="52160"/>
                </a:cubicBezTo>
                <a:close/>
                <a:moveTo>
                  <a:pt x="62667" y="52160"/>
                </a:moveTo>
                <a:cubicBezTo>
                  <a:pt x="65276" y="53970"/>
                  <a:pt x="67542" y="56336"/>
                  <a:pt x="69230" y="59268"/>
                </a:cubicBezTo>
                <a:cubicBezTo>
                  <a:pt x="70929" y="62200"/>
                  <a:pt x="71852" y="65364"/>
                  <a:pt x="72118" y="68529"/>
                </a:cubicBezTo>
                <a:lnTo>
                  <a:pt x="57136" y="68529"/>
                </a:lnTo>
                <a:cubicBezTo>
                  <a:pt x="56980" y="67896"/>
                  <a:pt x="56758" y="67274"/>
                  <a:pt x="56414" y="66686"/>
                </a:cubicBezTo>
                <a:cubicBezTo>
                  <a:pt x="56069" y="66086"/>
                  <a:pt x="55636" y="65586"/>
                  <a:pt x="55170" y="65131"/>
                </a:cubicBezTo>
                <a:lnTo>
                  <a:pt x="62667" y="52160"/>
                </a:lnTo>
                <a:close/>
                <a:moveTo>
                  <a:pt x="50005" y="66686"/>
                </a:moveTo>
                <a:cubicBezTo>
                  <a:pt x="52049" y="66686"/>
                  <a:pt x="53704" y="68340"/>
                  <a:pt x="53704" y="70383"/>
                </a:cubicBezTo>
                <a:cubicBezTo>
                  <a:pt x="53704" y="72427"/>
                  <a:pt x="52049" y="74081"/>
                  <a:pt x="50005" y="74081"/>
                </a:cubicBezTo>
                <a:cubicBezTo>
                  <a:pt x="47962" y="74081"/>
                  <a:pt x="46296" y="72427"/>
                  <a:pt x="46296" y="70383"/>
                </a:cubicBezTo>
                <a:cubicBezTo>
                  <a:pt x="46296" y="68340"/>
                  <a:pt x="47962" y="66686"/>
                  <a:pt x="50005" y="66686"/>
                </a:cubicBezTo>
                <a:close/>
                <a:moveTo>
                  <a:pt x="51971" y="77502"/>
                </a:moveTo>
                <a:lnTo>
                  <a:pt x="59456" y="90461"/>
                </a:lnTo>
                <a:cubicBezTo>
                  <a:pt x="53304" y="93371"/>
                  <a:pt x="46374" y="93204"/>
                  <a:pt x="40543" y="90472"/>
                </a:cubicBezTo>
                <a:lnTo>
                  <a:pt x="48029" y="77513"/>
                </a:lnTo>
                <a:cubicBezTo>
                  <a:pt x="49305" y="77868"/>
                  <a:pt x="50650" y="77857"/>
                  <a:pt x="51971" y="7750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5" name="Белый — SVG 18">
            <a:extLst>
              <a:ext uri="{FF2B5EF4-FFF2-40B4-BE49-F238E27FC236}">
                <a16:creationId xmlns:a16="http://schemas.microsoft.com/office/drawing/2014/main" id="{68AE2359-27F8-2C47-A23D-253B5D7F6AC8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5393 w 127751"/>
              <a:gd name="csY0" fmla="*/ 1 h 134678"/>
              <a:gd name="csX1" fmla="*/ 3335 w 127751"/>
              <a:gd name="csY1" fmla="*/ 393 h 134678"/>
              <a:gd name="csX2" fmla="*/ 1584 w 127751"/>
              <a:gd name="csY2" fmla="*/ 1532 h 134678"/>
              <a:gd name="csX3" fmla="*/ 412 w 127751"/>
              <a:gd name="csY3" fmla="*/ 3267 h 134678"/>
              <a:gd name="csX4" fmla="*/ 0 w 127751"/>
              <a:gd name="csY4" fmla="*/ 5326 h 134678"/>
              <a:gd name="csX5" fmla="*/ 412 w 127751"/>
              <a:gd name="csY5" fmla="*/ 7367 h 134678"/>
              <a:gd name="csX6" fmla="*/ 1584 w 127751"/>
              <a:gd name="csY6" fmla="*/ 9103 h 134678"/>
              <a:gd name="csX7" fmla="*/ 3335 w 127751"/>
              <a:gd name="csY7" fmla="*/ 10259 h 134678"/>
              <a:gd name="csX8" fmla="*/ 5393 w 127751"/>
              <a:gd name="csY8" fmla="*/ 10633 h 134678"/>
              <a:gd name="csX9" fmla="*/ 10710 w 127751"/>
              <a:gd name="csY9" fmla="*/ 10633 h 134678"/>
              <a:gd name="csX10" fmla="*/ 10710 w 127751"/>
              <a:gd name="csY10" fmla="*/ 60255 h 134678"/>
              <a:gd name="csX11" fmla="*/ 5393 w 127751"/>
              <a:gd name="csY11" fmla="*/ 60255 h 134678"/>
              <a:gd name="csX12" fmla="*/ 3335 w 127751"/>
              <a:gd name="csY12" fmla="*/ 60629 h 134678"/>
              <a:gd name="csX13" fmla="*/ 1584 w 127751"/>
              <a:gd name="csY13" fmla="*/ 61786 h 134678"/>
              <a:gd name="csX14" fmla="*/ 412 w 127751"/>
              <a:gd name="csY14" fmla="*/ 63521 h 134678"/>
              <a:gd name="csX15" fmla="*/ 0 w 127751"/>
              <a:gd name="csY15" fmla="*/ 65562 h 134678"/>
              <a:gd name="csX16" fmla="*/ 412 w 127751"/>
              <a:gd name="csY16" fmla="*/ 67621 h 134678"/>
              <a:gd name="csX17" fmla="*/ 1584 w 127751"/>
              <a:gd name="csY17" fmla="*/ 69356 h 134678"/>
              <a:gd name="csX18" fmla="*/ 3335 w 127751"/>
              <a:gd name="csY18" fmla="*/ 70495 h 134678"/>
              <a:gd name="csX19" fmla="*/ 5393 w 127751"/>
              <a:gd name="csY19" fmla="*/ 70887 h 134678"/>
              <a:gd name="csX20" fmla="*/ 10710 w 127751"/>
              <a:gd name="csY20" fmla="*/ 70887 h 134678"/>
              <a:gd name="csX21" fmla="*/ 10710 w 127751"/>
              <a:gd name="csY21" fmla="*/ 124046 h 134678"/>
              <a:gd name="csX22" fmla="*/ 5393 w 127751"/>
              <a:gd name="csY22" fmla="*/ 124046 h 134678"/>
              <a:gd name="csX23" fmla="*/ 3335 w 127751"/>
              <a:gd name="csY23" fmla="*/ 124420 h 134678"/>
              <a:gd name="csX24" fmla="*/ 1584 w 127751"/>
              <a:gd name="csY24" fmla="*/ 125578 h 134678"/>
              <a:gd name="csX25" fmla="*/ 412 w 127751"/>
              <a:gd name="csY25" fmla="*/ 127313 h 134678"/>
              <a:gd name="csX26" fmla="*/ 0 w 127751"/>
              <a:gd name="csY26" fmla="*/ 129354 h 134678"/>
              <a:gd name="csX27" fmla="*/ 412 w 127751"/>
              <a:gd name="csY27" fmla="*/ 131412 h 134678"/>
              <a:gd name="csX28" fmla="*/ 1584 w 127751"/>
              <a:gd name="csY28" fmla="*/ 133147 h 134678"/>
              <a:gd name="csX29" fmla="*/ 3335 w 127751"/>
              <a:gd name="csY29" fmla="*/ 134287 h 134678"/>
              <a:gd name="csX30" fmla="*/ 5393 w 127751"/>
              <a:gd name="csY30" fmla="*/ 134678 h 134678"/>
              <a:gd name="csX31" fmla="*/ 10710 w 127751"/>
              <a:gd name="csY31" fmla="*/ 134678 h 134678"/>
              <a:gd name="csX32" fmla="*/ 117044 w 127751"/>
              <a:gd name="csY32" fmla="*/ 134678 h 134678"/>
              <a:gd name="csX33" fmla="*/ 122360 w 127751"/>
              <a:gd name="csY33" fmla="*/ 134678 h 134678"/>
              <a:gd name="csX34" fmla="*/ 124417 w 127751"/>
              <a:gd name="csY34" fmla="*/ 134287 h 134678"/>
              <a:gd name="csX35" fmla="*/ 126168 w 127751"/>
              <a:gd name="csY35" fmla="*/ 133147 h 134678"/>
              <a:gd name="csX36" fmla="*/ 127340 w 127751"/>
              <a:gd name="csY36" fmla="*/ 131412 h 134678"/>
              <a:gd name="csX37" fmla="*/ 127752 w 127751"/>
              <a:gd name="csY37" fmla="*/ 129354 h 134678"/>
              <a:gd name="csX38" fmla="*/ 127340 w 127751"/>
              <a:gd name="csY38" fmla="*/ 127313 h 134678"/>
              <a:gd name="csX39" fmla="*/ 126168 w 127751"/>
              <a:gd name="csY39" fmla="*/ 125578 h 134678"/>
              <a:gd name="csX40" fmla="*/ 124417 w 127751"/>
              <a:gd name="csY40" fmla="*/ 124420 h 134678"/>
              <a:gd name="csX41" fmla="*/ 122360 w 127751"/>
              <a:gd name="csY41" fmla="*/ 124046 h 134678"/>
              <a:gd name="csX42" fmla="*/ 117044 w 127751"/>
              <a:gd name="csY42" fmla="*/ 124046 h 134678"/>
              <a:gd name="csX43" fmla="*/ 117044 w 127751"/>
              <a:gd name="csY43" fmla="*/ 70887 h 134678"/>
              <a:gd name="csX44" fmla="*/ 122360 w 127751"/>
              <a:gd name="csY44" fmla="*/ 70887 h 134678"/>
              <a:gd name="csX45" fmla="*/ 124417 w 127751"/>
              <a:gd name="csY45" fmla="*/ 70495 h 134678"/>
              <a:gd name="csX46" fmla="*/ 126168 w 127751"/>
              <a:gd name="csY46" fmla="*/ 69356 h 134678"/>
              <a:gd name="csX47" fmla="*/ 127340 w 127751"/>
              <a:gd name="csY47" fmla="*/ 67621 h 134678"/>
              <a:gd name="csX48" fmla="*/ 127752 w 127751"/>
              <a:gd name="csY48" fmla="*/ 65562 h 134678"/>
              <a:gd name="csX49" fmla="*/ 127340 w 127751"/>
              <a:gd name="csY49" fmla="*/ 63521 h 134678"/>
              <a:gd name="csX50" fmla="*/ 126168 w 127751"/>
              <a:gd name="csY50" fmla="*/ 61786 h 134678"/>
              <a:gd name="csX51" fmla="*/ 124417 w 127751"/>
              <a:gd name="csY51" fmla="*/ 60629 h 134678"/>
              <a:gd name="csX52" fmla="*/ 122360 w 127751"/>
              <a:gd name="csY52" fmla="*/ 60255 h 134678"/>
              <a:gd name="csX53" fmla="*/ 117044 w 127751"/>
              <a:gd name="csY53" fmla="*/ 60255 h 134678"/>
              <a:gd name="csX54" fmla="*/ 117044 w 127751"/>
              <a:gd name="csY54" fmla="*/ 10633 h 134678"/>
              <a:gd name="csX55" fmla="*/ 122360 w 127751"/>
              <a:gd name="csY55" fmla="*/ 10633 h 134678"/>
              <a:gd name="csX56" fmla="*/ 124417 w 127751"/>
              <a:gd name="csY56" fmla="*/ 10259 h 134678"/>
              <a:gd name="csX57" fmla="*/ 126168 w 127751"/>
              <a:gd name="csY57" fmla="*/ 9103 h 134678"/>
              <a:gd name="csX58" fmla="*/ 127340 w 127751"/>
              <a:gd name="csY58" fmla="*/ 7367 h 134678"/>
              <a:gd name="csX59" fmla="*/ 127752 w 127751"/>
              <a:gd name="csY59" fmla="*/ 5326 h 134678"/>
              <a:gd name="csX60" fmla="*/ 127340 w 127751"/>
              <a:gd name="csY60" fmla="*/ 3267 h 134678"/>
              <a:gd name="csX61" fmla="*/ 126168 w 127751"/>
              <a:gd name="csY61" fmla="*/ 1532 h 134678"/>
              <a:gd name="csX62" fmla="*/ 124417 w 127751"/>
              <a:gd name="csY62" fmla="*/ 393 h 134678"/>
              <a:gd name="csX63" fmla="*/ 122360 w 127751"/>
              <a:gd name="csY63" fmla="*/ 1 h 134678"/>
              <a:gd name="csX64" fmla="*/ 117044 w 127751"/>
              <a:gd name="csY64" fmla="*/ 1 h 134678"/>
              <a:gd name="csX65" fmla="*/ 10710 w 127751"/>
              <a:gd name="csY65" fmla="*/ 1 h 134678"/>
              <a:gd name="csX66" fmla="*/ 5393 w 127751"/>
              <a:gd name="csY66" fmla="*/ 1 h 134678"/>
              <a:gd name="csX67" fmla="*/ 63668 w 127751"/>
              <a:gd name="csY67" fmla="*/ 39076 h 134678"/>
              <a:gd name="csX68" fmla="*/ 66405 w 127751"/>
              <a:gd name="csY68" fmla="*/ 39637 h 134678"/>
              <a:gd name="csX69" fmla="*/ 68556 w 127751"/>
              <a:gd name="csY69" fmla="*/ 41424 h 134678"/>
              <a:gd name="csX70" fmla="*/ 85144 w 127751"/>
              <a:gd name="csY70" fmla="*/ 74425 h 134678"/>
              <a:gd name="csX71" fmla="*/ 78913 w 127751"/>
              <a:gd name="csY71" fmla="*/ 89463 h 134678"/>
              <a:gd name="csX72" fmla="*/ 63877 w 127751"/>
              <a:gd name="csY72" fmla="*/ 95689 h 134678"/>
              <a:gd name="csX73" fmla="*/ 48839 w 127751"/>
              <a:gd name="csY73" fmla="*/ 89463 h 134678"/>
              <a:gd name="csX74" fmla="*/ 42610 w 127751"/>
              <a:gd name="csY74" fmla="*/ 74425 h 134678"/>
              <a:gd name="csX75" fmla="*/ 59196 w 127751"/>
              <a:gd name="csY75" fmla="*/ 41424 h 134678"/>
              <a:gd name="csX76" fmla="*/ 61162 w 127751"/>
              <a:gd name="csY76" fmla="*/ 39740 h 134678"/>
              <a:gd name="csX77" fmla="*/ 63668 w 127751"/>
              <a:gd name="csY77" fmla="*/ 39076 h 134678"/>
            </a:gdLst>
            <a:ahLst/>
            <a:cxnLst/>
            <a:rect l="l" t="t" r="r" b="b"/>
            <a:pathLst>
              <a:path w="100000" h="100000">
                <a:moveTo>
                  <a:pt x="6576" y="1"/>
                </a:moveTo>
                <a:cubicBezTo>
                  <a:pt x="6052" y="-12"/>
                  <a:pt x="5533" y="90"/>
                  <a:pt x="5048" y="292"/>
                </a:cubicBezTo>
                <a:cubicBezTo>
                  <a:pt x="4562" y="481"/>
                  <a:pt x="4121" y="771"/>
                  <a:pt x="3748" y="1138"/>
                </a:cubicBezTo>
                <a:cubicBezTo>
                  <a:pt x="3375" y="1504"/>
                  <a:pt x="3080" y="1946"/>
                  <a:pt x="2878" y="2426"/>
                </a:cubicBezTo>
                <a:cubicBezTo>
                  <a:pt x="2676" y="2906"/>
                  <a:pt x="2572" y="3424"/>
                  <a:pt x="2572" y="3955"/>
                </a:cubicBezTo>
                <a:cubicBezTo>
                  <a:pt x="2572" y="4472"/>
                  <a:pt x="2676" y="4990"/>
                  <a:pt x="2878" y="5470"/>
                </a:cubicBezTo>
                <a:cubicBezTo>
                  <a:pt x="3080" y="5950"/>
                  <a:pt x="3375" y="6392"/>
                  <a:pt x="3748" y="6759"/>
                </a:cubicBezTo>
                <a:cubicBezTo>
                  <a:pt x="4121" y="7125"/>
                  <a:pt x="4562" y="7415"/>
                  <a:pt x="5048" y="7617"/>
                </a:cubicBezTo>
                <a:cubicBezTo>
                  <a:pt x="5533" y="7807"/>
                  <a:pt x="6052" y="7908"/>
                  <a:pt x="6576" y="7895"/>
                </a:cubicBezTo>
                <a:lnTo>
                  <a:pt x="10524" y="7895"/>
                </a:lnTo>
                <a:lnTo>
                  <a:pt x="10524" y="44740"/>
                </a:lnTo>
                <a:lnTo>
                  <a:pt x="6576" y="44740"/>
                </a:lnTo>
                <a:cubicBezTo>
                  <a:pt x="6052" y="44727"/>
                  <a:pt x="5533" y="44828"/>
                  <a:pt x="5048" y="45018"/>
                </a:cubicBezTo>
                <a:cubicBezTo>
                  <a:pt x="4562" y="45220"/>
                  <a:pt x="4121" y="45510"/>
                  <a:pt x="3748" y="45877"/>
                </a:cubicBezTo>
                <a:cubicBezTo>
                  <a:pt x="3375" y="46243"/>
                  <a:pt x="3080" y="46672"/>
                  <a:pt x="2878" y="47165"/>
                </a:cubicBezTo>
                <a:cubicBezTo>
                  <a:pt x="2676" y="47645"/>
                  <a:pt x="2572" y="48163"/>
                  <a:pt x="2572" y="48681"/>
                </a:cubicBezTo>
                <a:cubicBezTo>
                  <a:pt x="2572" y="49211"/>
                  <a:pt x="2676" y="49729"/>
                  <a:pt x="2878" y="50209"/>
                </a:cubicBezTo>
                <a:cubicBezTo>
                  <a:pt x="3080" y="50689"/>
                  <a:pt x="3375" y="51131"/>
                  <a:pt x="3748" y="51498"/>
                </a:cubicBezTo>
                <a:cubicBezTo>
                  <a:pt x="4121" y="51864"/>
                  <a:pt x="4562" y="52154"/>
                  <a:pt x="5048" y="52343"/>
                </a:cubicBezTo>
                <a:cubicBezTo>
                  <a:pt x="5533" y="52546"/>
                  <a:pt x="6052" y="52634"/>
                  <a:pt x="6576" y="52634"/>
                </a:cubicBezTo>
                <a:lnTo>
                  <a:pt x="10524" y="52634"/>
                </a:lnTo>
                <a:lnTo>
                  <a:pt x="10524" y="92106"/>
                </a:lnTo>
                <a:lnTo>
                  <a:pt x="6576" y="92106"/>
                </a:lnTo>
                <a:cubicBezTo>
                  <a:pt x="6052" y="92093"/>
                  <a:pt x="5533" y="92194"/>
                  <a:pt x="5048" y="92383"/>
                </a:cubicBezTo>
                <a:cubicBezTo>
                  <a:pt x="4562" y="92586"/>
                  <a:pt x="4121" y="92876"/>
                  <a:pt x="3748" y="93243"/>
                </a:cubicBezTo>
                <a:cubicBezTo>
                  <a:pt x="3375" y="93609"/>
                  <a:pt x="3080" y="94038"/>
                  <a:pt x="2878" y="94531"/>
                </a:cubicBezTo>
                <a:cubicBezTo>
                  <a:pt x="2676" y="95011"/>
                  <a:pt x="2572" y="95529"/>
                  <a:pt x="2572" y="96047"/>
                </a:cubicBezTo>
                <a:cubicBezTo>
                  <a:pt x="2572" y="96577"/>
                  <a:pt x="2676" y="97095"/>
                  <a:pt x="2878" y="97575"/>
                </a:cubicBezTo>
                <a:cubicBezTo>
                  <a:pt x="3080" y="98055"/>
                  <a:pt x="3375" y="98497"/>
                  <a:pt x="3748" y="98863"/>
                </a:cubicBezTo>
                <a:cubicBezTo>
                  <a:pt x="4121" y="99230"/>
                  <a:pt x="4562" y="99520"/>
                  <a:pt x="5048" y="99710"/>
                </a:cubicBezTo>
                <a:cubicBezTo>
                  <a:pt x="5533" y="99912"/>
                  <a:pt x="6052" y="100000"/>
                  <a:pt x="6576" y="100000"/>
                </a:cubicBezTo>
                <a:lnTo>
                  <a:pt x="10524" y="100000"/>
                </a:lnTo>
                <a:lnTo>
                  <a:pt x="89478" y="100000"/>
                </a:lnTo>
                <a:lnTo>
                  <a:pt x="93425" y="100000"/>
                </a:lnTo>
                <a:cubicBezTo>
                  <a:pt x="93949" y="100000"/>
                  <a:pt x="94468" y="99912"/>
                  <a:pt x="94953" y="99710"/>
                </a:cubicBezTo>
                <a:cubicBezTo>
                  <a:pt x="95438" y="99520"/>
                  <a:pt x="95880" y="99230"/>
                  <a:pt x="96253" y="98863"/>
                </a:cubicBezTo>
                <a:cubicBezTo>
                  <a:pt x="96626" y="98497"/>
                  <a:pt x="96921" y="98055"/>
                  <a:pt x="97123" y="97575"/>
                </a:cubicBezTo>
                <a:cubicBezTo>
                  <a:pt x="97326" y="97095"/>
                  <a:pt x="97429" y="96577"/>
                  <a:pt x="97429" y="96047"/>
                </a:cubicBezTo>
                <a:cubicBezTo>
                  <a:pt x="97429" y="95529"/>
                  <a:pt x="97326" y="95011"/>
                  <a:pt x="97123" y="94531"/>
                </a:cubicBezTo>
                <a:cubicBezTo>
                  <a:pt x="96921" y="94038"/>
                  <a:pt x="96626" y="93609"/>
                  <a:pt x="96253" y="93243"/>
                </a:cubicBezTo>
                <a:cubicBezTo>
                  <a:pt x="95880" y="92876"/>
                  <a:pt x="95438" y="92586"/>
                  <a:pt x="94953" y="92383"/>
                </a:cubicBezTo>
                <a:cubicBezTo>
                  <a:pt x="94468" y="92194"/>
                  <a:pt x="93949" y="92093"/>
                  <a:pt x="93425" y="92106"/>
                </a:cubicBezTo>
                <a:lnTo>
                  <a:pt x="89478" y="92106"/>
                </a:lnTo>
                <a:lnTo>
                  <a:pt x="89478" y="52634"/>
                </a:lnTo>
                <a:lnTo>
                  <a:pt x="93425" y="52634"/>
                </a:lnTo>
                <a:cubicBezTo>
                  <a:pt x="93949" y="52634"/>
                  <a:pt x="94468" y="52546"/>
                  <a:pt x="94953" y="52343"/>
                </a:cubicBezTo>
                <a:cubicBezTo>
                  <a:pt x="95438" y="52154"/>
                  <a:pt x="95880" y="51864"/>
                  <a:pt x="96253" y="51498"/>
                </a:cubicBezTo>
                <a:cubicBezTo>
                  <a:pt x="96626" y="51131"/>
                  <a:pt x="96921" y="50689"/>
                  <a:pt x="97123" y="50209"/>
                </a:cubicBezTo>
                <a:cubicBezTo>
                  <a:pt x="97326" y="49729"/>
                  <a:pt x="97429" y="49211"/>
                  <a:pt x="97429" y="48681"/>
                </a:cubicBezTo>
                <a:cubicBezTo>
                  <a:pt x="97429" y="48163"/>
                  <a:pt x="97326" y="47645"/>
                  <a:pt x="97123" y="47165"/>
                </a:cubicBezTo>
                <a:cubicBezTo>
                  <a:pt x="96921" y="46672"/>
                  <a:pt x="96626" y="46243"/>
                  <a:pt x="96253" y="45877"/>
                </a:cubicBezTo>
                <a:cubicBezTo>
                  <a:pt x="95880" y="45510"/>
                  <a:pt x="95438" y="45220"/>
                  <a:pt x="94953" y="45018"/>
                </a:cubicBezTo>
                <a:cubicBezTo>
                  <a:pt x="94468" y="44828"/>
                  <a:pt x="93949" y="44727"/>
                  <a:pt x="93425" y="44740"/>
                </a:cubicBezTo>
                <a:lnTo>
                  <a:pt x="89478" y="44740"/>
                </a:lnTo>
                <a:lnTo>
                  <a:pt x="89478" y="7895"/>
                </a:lnTo>
                <a:lnTo>
                  <a:pt x="93425" y="7895"/>
                </a:lnTo>
                <a:cubicBezTo>
                  <a:pt x="93949" y="7908"/>
                  <a:pt x="94468" y="7807"/>
                  <a:pt x="94953" y="7617"/>
                </a:cubicBezTo>
                <a:cubicBezTo>
                  <a:pt x="95438" y="7415"/>
                  <a:pt x="95880" y="7125"/>
                  <a:pt x="96253" y="6759"/>
                </a:cubicBezTo>
                <a:cubicBezTo>
                  <a:pt x="96626" y="6392"/>
                  <a:pt x="96921" y="5950"/>
                  <a:pt x="97123" y="5470"/>
                </a:cubicBezTo>
                <a:cubicBezTo>
                  <a:pt x="97326" y="4990"/>
                  <a:pt x="97429" y="4472"/>
                  <a:pt x="97429" y="3955"/>
                </a:cubicBezTo>
                <a:cubicBezTo>
                  <a:pt x="97429" y="3424"/>
                  <a:pt x="97326" y="2906"/>
                  <a:pt x="97123" y="2426"/>
                </a:cubicBezTo>
                <a:cubicBezTo>
                  <a:pt x="96921" y="1946"/>
                  <a:pt x="96626" y="1504"/>
                  <a:pt x="96253" y="1138"/>
                </a:cubicBezTo>
                <a:cubicBezTo>
                  <a:pt x="95880" y="771"/>
                  <a:pt x="95438" y="481"/>
                  <a:pt x="94953" y="292"/>
                </a:cubicBezTo>
                <a:cubicBezTo>
                  <a:pt x="94468" y="90"/>
                  <a:pt x="93949" y="-12"/>
                  <a:pt x="93425" y="1"/>
                </a:cubicBezTo>
                <a:lnTo>
                  <a:pt x="89478" y="1"/>
                </a:lnTo>
                <a:lnTo>
                  <a:pt x="10524" y="1"/>
                </a:lnTo>
                <a:lnTo>
                  <a:pt x="6576" y="1"/>
                </a:lnTo>
                <a:close/>
                <a:moveTo>
                  <a:pt x="49846" y="29014"/>
                </a:moveTo>
                <a:cubicBezTo>
                  <a:pt x="50548" y="28989"/>
                  <a:pt x="51246" y="29128"/>
                  <a:pt x="51878" y="29431"/>
                </a:cubicBezTo>
                <a:cubicBezTo>
                  <a:pt x="52510" y="29747"/>
                  <a:pt x="53058" y="30202"/>
                  <a:pt x="53475" y="30758"/>
                </a:cubicBezTo>
                <a:cubicBezTo>
                  <a:pt x="58134" y="36846"/>
                  <a:pt x="65792" y="48264"/>
                  <a:pt x="65792" y="55261"/>
                </a:cubicBezTo>
                <a:cubicBezTo>
                  <a:pt x="65792" y="59455"/>
                  <a:pt x="64128" y="63459"/>
                  <a:pt x="61166" y="66427"/>
                </a:cubicBezTo>
                <a:cubicBezTo>
                  <a:pt x="58204" y="69383"/>
                  <a:pt x="54189" y="71050"/>
                  <a:pt x="50001" y="71050"/>
                </a:cubicBezTo>
                <a:cubicBezTo>
                  <a:pt x="45812" y="71050"/>
                  <a:pt x="41796" y="69383"/>
                  <a:pt x="38835" y="66427"/>
                </a:cubicBezTo>
                <a:cubicBezTo>
                  <a:pt x="35873" y="63459"/>
                  <a:pt x="34210" y="59455"/>
                  <a:pt x="34210" y="55261"/>
                </a:cubicBezTo>
                <a:cubicBezTo>
                  <a:pt x="34210" y="48264"/>
                  <a:pt x="41867" y="36846"/>
                  <a:pt x="46525" y="30758"/>
                </a:cubicBezTo>
                <a:cubicBezTo>
                  <a:pt x="46911" y="30240"/>
                  <a:pt x="47410" y="29810"/>
                  <a:pt x="47985" y="29507"/>
                </a:cubicBezTo>
                <a:cubicBezTo>
                  <a:pt x="48561" y="29204"/>
                  <a:pt x="49196" y="29027"/>
                  <a:pt x="49846" y="2901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6" name="Белый — SVG 19">
            <a:extLst>
              <a:ext uri="{FF2B5EF4-FFF2-40B4-BE49-F238E27FC236}">
                <a16:creationId xmlns:a16="http://schemas.microsoft.com/office/drawing/2014/main" id="{BB4C6E12-1CAF-A044-977B-F50BBC78A4AC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40526 w 152843"/>
              <a:gd name="csY0" fmla="*/ 0 h 153099"/>
              <a:gd name="csX1" fmla="*/ 2144 w 152843"/>
              <a:gd name="csY1" fmla="*/ 32542 h 153099"/>
              <a:gd name="csX2" fmla="*/ 17882 w 152843"/>
              <a:gd name="csY2" fmla="*/ 91009 h 153099"/>
              <a:gd name="csX3" fmla="*/ 21080 w 152843"/>
              <a:gd name="csY3" fmla="*/ 93782 h 153099"/>
              <a:gd name="csX4" fmla="*/ 42551 w 152843"/>
              <a:gd name="csY4" fmla="*/ 54555 h 153099"/>
              <a:gd name="csX5" fmla="*/ 46600 w 152843"/>
              <a:gd name="csY5" fmla="*/ 37645 h 153099"/>
              <a:gd name="csX6" fmla="*/ 45001 w 152843"/>
              <a:gd name="csY6" fmla="*/ 221 h 153099"/>
              <a:gd name="csX7" fmla="*/ 42023 w 152843"/>
              <a:gd name="csY7" fmla="*/ 0 h 153099"/>
              <a:gd name="csX8" fmla="*/ 40526 w 152843"/>
              <a:gd name="csY8" fmla="*/ 0 h 153099"/>
              <a:gd name="csX9" fmla="*/ 53184 w 152843"/>
              <a:gd name="csY9" fmla="*/ 39126 h 153099"/>
              <a:gd name="csX10" fmla="*/ 49254 w 152843"/>
              <a:gd name="csY10" fmla="*/ 56034 h 153099"/>
              <a:gd name="csX11" fmla="*/ 87109 w 152843"/>
              <a:gd name="csY11" fmla="*/ 64965 h 153099"/>
              <a:gd name="csX12" fmla="*/ 74979 w 152843"/>
              <a:gd name="csY12" fmla="*/ 132687 h 153099"/>
              <a:gd name="csX13" fmla="*/ 54137 w 152843"/>
              <a:gd name="csY13" fmla="*/ 132687 h 153099"/>
              <a:gd name="csX14" fmla="*/ 54137 w 152843"/>
              <a:gd name="csY14" fmla="*/ 153100 h 153099"/>
              <a:gd name="csX15" fmla="*/ 142607 w 152843"/>
              <a:gd name="csY15" fmla="*/ 153100 h 153099"/>
              <a:gd name="csX16" fmla="*/ 142607 w 152843"/>
              <a:gd name="csY16" fmla="*/ 132687 h 153099"/>
              <a:gd name="csX17" fmla="*/ 133250 w 152843"/>
              <a:gd name="csY17" fmla="*/ 132687 h 153099"/>
              <a:gd name="csX18" fmla="*/ 143781 w 152843"/>
              <a:gd name="csY18" fmla="*/ 85056 h 153099"/>
              <a:gd name="csX19" fmla="*/ 140599 w 152843"/>
              <a:gd name="csY19" fmla="*/ 84630 h 153099"/>
              <a:gd name="csX20" fmla="*/ 137078 w 152843"/>
              <a:gd name="csY20" fmla="*/ 83780 h 153099"/>
              <a:gd name="csX21" fmla="*/ 126342 w 152843"/>
              <a:gd name="csY21" fmla="*/ 132687 h 153099"/>
              <a:gd name="csX22" fmla="*/ 121561 w 152843"/>
              <a:gd name="csY22" fmla="*/ 132687 h 153099"/>
              <a:gd name="csX23" fmla="*/ 110179 w 152843"/>
              <a:gd name="csY23" fmla="*/ 70494 h 153099"/>
              <a:gd name="csX24" fmla="*/ 142182 w 152843"/>
              <a:gd name="csY24" fmla="*/ 78047 h 153099"/>
              <a:gd name="csX25" fmla="*/ 144104 w 152843"/>
              <a:gd name="csY25" fmla="*/ 78251 h 153099"/>
              <a:gd name="csX26" fmla="*/ 152611 w 152843"/>
              <a:gd name="csY26" fmla="*/ 71566 h 153099"/>
              <a:gd name="csX27" fmla="*/ 146128 w 152843"/>
              <a:gd name="csY27" fmla="*/ 61138 h 153099"/>
              <a:gd name="csX28" fmla="*/ 53184 w 152843"/>
              <a:gd name="csY28" fmla="*/ 39126 h 153099"/>
              <a:gd name="csX29" fmla="*/ 93693 w 152843"/>
              <a:gd name="csY29" fmla="*/ 66564 h 153099"/>
              <a:gd name="csX30" fmla="*/ 102949 w 152843"/>
              <a:gd name="csY30" fmla="*/ 68793 h 153099"/>
              <a:gd name="csX31" fmla="*/ 104122 w 152843"/>
              <a:gd name="csY31" fmla="*/ 75172 h 153099"/>
              <a:gd name="csX32" fmla="*/ 97521 w 152843"/>
              <a:gd name="csY32" fmla="*/ 81976 h 153099"/>
              <a:gd name="csX33" fmla="*/ 91992 w 152843"/>
              <a:gd name="csY33" fmla="*/ 76244 h 153099"/>
              <a:gd name="csX34" fmla="*/ 93693 w 152843"/>
              <a:gd name="csY34" fmla="*/ 66564 h 153099"/>
              <a:gd name="csX35" fmla="*/ 105603 w 152843"/>
              <a:gd name="csY35" fmla="*/ 83474 h 153099"/>
              <a:gd name="csX36" fmla="*/ 107304 w 152843"/>
              <a:gd name="csY36" fmla="*/ 92183 h 153099"/>
              <a:gd name="csX37" fmla="*/ 102319 w 152843"/>
              <a:gd name="csY37" fmla="*/ 86978 h 153099"/>
              <a:gd name="csX38" fmla="*/ 105603 w 152843"/>
              <a:gd name="csY38" fmla="*/ 83474 h 153099"/>
              <a:gd name="csX39" fmla="*/ 90614 w 152843"/>
              <a:gd name="csY39" fmla="*/ 84630 h 153099"/>
              <a:gd name="csX40" fmla="*/ 92843 w 152843"/>
              <a:gd name="csY40" fmla="*/ 86978 h 153099"/>
              <a:gd name="csX41" fmla="*/ 89559 w 152843"/>
              <a:gd name="csY41" fmla="*/ 90380 h 153099"/>
              <a:gd name="csX42" fmla="*/ 90614 w 152843"/>
              <a:gd name="csY42" fmla="*/ 84630 h 153099"/>
              <a:gd name="csX43" fmla="*/ 97521 w 152843"/>
              <a:gd name="csY43" fmla="*/ 91860 h 153099"/>
              <a:gd name="csX44" fmla="*/ 106777 w 152843"/>
              <a:gd name="csY44" fmla="*/ 101641 h 153099"/>
              <a:gd name="csX45" fmla="*/ 97947 w 152843"/>
              <a:gd name="csY45" fmla="*/ 110470 h 153099"/>
              <a:gd name="csX46" fmla="*/ 88589 w 152843"/>
              <a:gd name="csY46" fmla="*/ 101114 h 153099"/>
              <a:gd name="csX47" fmla="*/ 97521 w 152843"/>
              <a:gd name="csY47" fmla="*/ 91860 h 153099"/>
              <a:gd name="csX48" fmla="*/ 16708 w 152843"/>
              <a:gd name="csY48" fmla="*/ 99090 h 153099"/>
              <a:gd name="csX49" fmla="*/ 16708 w 152843"/>
              <a:gd name="csY49" fmla="*/ 153100 h 153099"/>
              <a:gd name="csX50" fmla="*/ 23513 w 152843"/>
              <a:gd name="csY50" fmla="*/ 153100 h 153099"/>
              <a:gd name="csX51" fmla="*/ 23513 w 152843"/>
              <a:gd name="csY51" fmla="*/ 105044 h 153099"/>
              <a:gd name="csX52" fmla="*/ 22986 w 152843"/>
              <a:gd name="csY52" fmla="*/ 104516 h 153099"/>
              <a:gd name="csX53" fmla="*/ 16708 w 152843"/>
              <a:gd name="csY53" fmla="*/ 99090 h 153099"/>
              <a:gd name="csX54" fmla="*/ 110179 w 152843"/>
              <a:gd name="csY54" fmla="*/ 107918 h 153099"/>
              <a:gd name="csX55" fmla="*/ 113480 w 152843"/>
              <a:gd name="csY55" fmla="*/ 125882 h 153099"/>
              <a:gd name="csX56" fmla="*/ 102846 w 152843"/>
              <a:gd name="csY56" fmla="*/ 115250 h 153099"/>
              <a:gd name="csX57" fmla="*/ 110179 w 152843"/>
              <a:gd name="csY57" fmla="*/ 107918 h 153099"/>
              <a:gd name="csX58" fmla="*/ 86360 w 152843"/>
              <a:gd name="csY58" fmla="*/ 108446 h 153099"/>
              <a:gd name="csX59" fmla="*/ 93166 w 152843"/>
              <a:gd name="csY59" fmla="*/ 115250 h 153099"/>
              <a:gd name="csX60" fmla="*/ 83485 w 152843"/>
              <a:gd name="csY60" fmla="*/ 124929 h 153099"/>
              <a:gd name="csX61" fmla="*/ 86360 w 152843"/>
              <a:gd name="csY61" fmla="*/ 108446 h 153099"/>
              <a:gd name="csX62" fmla="*/ 97947 w 152843"/>
              <a:gd name="csY62" fmla="*/ 120149 h 153099"/>
              <a:gd name="csX63" fmla="*/ 110502 w 152843"/>
              <a:gd name="csY63" fmla="*/ 132687 h 153099"/>
              <a:gd name="csX64" fmla="*/ 85408 w 152843"/>
              <a:gd name="csY64" fmla="*/ 132687 h 153099"/>
              <a:gd name="csX65" fmla="*/ 97947 w 152843"/>
              <a:gd name="csY65" fmla="*/ 120149 h 153099"/>
            </a:gdLst>
            <a:ahLst/>
            <a:cxnLst/>
            <a:rect l="l" t="t" r="r" b="b"/>
            <a:pathLst>
              <a:path w="100000" h="100000">
                <a:moveTo>
                  <a:pt x="26554" y="0"/>
                </a:moveTo>
                <a:cubicBezTo>
                  <a:pt x="22509" y="78"/>
                  <a:pt x="6574" y="1645"/>
                  <a:pt x="1484" y="21256"/>
                </a:cubicBezTo>
                <a:cubicBezTo>
                  <a:pt x="-4606" y="44734"/>
                  <a:pt x="11097" y="58856"/>
                  <a:pt x="11764" y="59445"/>
                </a:cubicBezTo>
                <a:lnTo>
                  <a:pt x="13852" y="61256"/>
                </a:lnTo>
                <a:lnTo>
                  <a:pt x="27877" y="35634"/>
                </a:lnTo>
                <a:lnTo>
                  <a:pt x="30521" y="24589"/>
                </a:lnTo>
                <a:lnTo>
                  <a:pt x="29477" y="144"/>
                </a:lnTo>
                <a:lnTo>
                  <a:pt x="27532" y="0"/>
                </a:lnTo>
                <a:cubicBezTo>
                  <a:pt x="27510" y="0"/>
                  <a:pt x="27143" y="0"/>
                  <a:pt x="26554" y="0"/>
                </a:cubicBezTo>
                <a:close/>
                <a:moveTo>
                  <a:pt x="34822" y="25556"/>
                </a:moveTo>
                <a:lnTo>
                  <a:pt x="32255" y="36600"/>
                </a:lnTo>
                <a:lnTo>
                  <a:pt x="56981" y="42433"/>
                </a:lnTo>
                <a:lnTo>
                  <a:pt x="49058" y="86667"/>
                </a:lnTo>
                <a:lnTo>
                  <a:pt x="35444" y="86667"/>
                </a:lnTo>
                <a:lnTo>
                  <a:pt x="35444" y="100001"/>
                </a:lnTo>
                <a:lnTo>
                  <a:pt x="93231" y="100001"/>
                </a:lnTo>
                <a:lnTo>
                  <a:pt x="93231" y="86667"/>
                </a:lnTo>
                <a:lnTo>
                  <a:pt x="87119" y="86667"/>
                </a:lnTo>
                <a:lnTo>
                  <a:pt x="93997" y="55556"/>
                </a:lnTo>
                <a:cubicBezTo>
                  <a:pt x="93297" y="55544"/>
                  <a:pt x="92597" y="55445"/>
                  <a:pt x="91919" y="55278"/>
                </a:cubicBezTo>
                <a:lnTo>
                  <a:pt x="89619" y="54723"/>
                </a:lnTo>
                <a:lnTo>
                  <a:pt x="82607" y="86667"/>
                </a:lnTo>
                <a:lnTo>
                  <a:pt x="79484" y="86667"/>
                </a:lnTo>
                <a:lnTo>
                  <a:pt x="72049" y="46045"/>
                </a:lnTo>
                <a:lnTo>
                  <a:pt x="92953" y="50978"/>
                </a:lnTo>
                <a:cubicBezTo>
                  <a:pt x="93386" y="51078"/>
                  <a:pt x="93775" y="51111"/>
                  <a:pt x="94208" y="51111"/>
                </a:cubicBezTo>
                <a:cubicBezTo>
                  <a:pt x="96842" y="51111"/>
                  <a:pt x="99153" y="49311"/>
                  <a:pt x="99765" y="46745"/>
                </a:cubicBezTo>
                <a:cubicBezTo>
                  <a:pt x="100487" y="43700"/>
                  <a:pt x="98564" y="40656"/>
                  <a:pt x="95530" y="39934"/>
                </a:cubicBezTo>
                <a:lnTo>
                  <a:pt x="34822" y="25556"/>
                </a:lnTo>
                <a:close/>
                <a:moveTo>
                  <a:pt x="61281" y="43478"/>
                </a:moveTo>
                <a:lnTo>
                  <a:pt x="67327" y="44934"/>
                </a:lnTo>
                <a:lnTo>
                  <a:pt x="68093" y="49100"/>
                </a:lnTo>
                <a:lnTo>
                  <a:pt x="63782" y="53544"/>
                </a:lnTo>
                <a:lnTo>
                  <a:pt x="60170" y="49800"/>
                </a:lnTo>
                <a:lnTo>
                  <a:pt x="61281" y="43478"/>
                </a:lnTo>
                <a:close/>
                <a:moveTo>
                  <a:pt x="69061" y="54523"/>
                </a:moveTo>
                <a:lnTo>
                  <a:pt x="70172" y="60211"/>
                </a:lnTo>
                <a:lnTo>
                  <a:pt x="66916" y="56812"/>
                </a:lnTo>
                <a:lnTo>
                  <a:pt x="69061" y="54523"/>
                </a:lnTo>
                <a:close/>
                <a:moveTo>
                  <a:pt x="59270" y="55278"/>
                </a:moveTo>
                <a:lnTo>
                  <a:pt x="60726" y="56812"/>
                </a:lnTo>
                <a:lnTo>
                  <a:pt x="58581" y="59034"/>
                </a:lnTo>
                <a:lnTo>
                  <a:pt x="59270" y="55278"/>
                </a:lnTo>
                <a:close/>
                <a:moveTo>
                  <a:pt x="63782" y="60000"/>
                </a:moveTo>
                <a:lnTo>
                  <a:pt x="69827" y="66389"/>
                </a:lnTo>
                <a:lnTo>
                  <a:pt x="64060" y="72156"/>
                </a:lnTo>
                <a:lnTo>
                  <a:pt x="57947" y="66045"/>
                </a:lnTo>
                <a:lnTo>
                  <a:pt x="63782" y="60000"/>
                </a:lnTo>
                <a:close/>
                <a:moveTo>
                  <a:pt x="10997" y="64723"/>
                </a:moveTo>
                <a:lnTo>
                  <a:pt x="10997" y="100001"/>
                </a:lnTo>
                <a:lnTo>
                  <a:pt x="15442" y="100001"/>
                </a:lnTo>
                <a:lnTo>
                  <a:pt x="15442" y="68612"/>
                </a:lnTo>
                <a:lnTo>
                  <a:pt x="15097" y="68267"/>
                </a:lnTo>
                <a:lnTo>
                  <a:pt x="10997" y="64723"/>
                </a:lnTo>
                <a:close/>
                <a:moveTo>
                  <a:pt x="72049" y="70489"/>
                </a:moveTo>
                <a:lnTo>
                  <a:pt x="74206" y="82223"/>
                </a:lnTo>
                <a:lnTo>
                  <a:pt x="67260" y="75278"/>
                </a:lnTo>
                <a:lnTo>
                  <a:pt x="72049" y="70489"/>
                </a:lnTo>
                <a:close/>
                <a:moveTo>
                  <a:pt x="56492" y="70834"/>
                </a:moveTo>
                <a:lnTo>
                  <a:pt x="60937" y="75278"/>
                </a:lnTo>
                <a:lnTo>
                  <a:pt x="54614" y="81600"/>
                </a:lnTo>
                <a:lnTo>
                  <a:pt x="56492" y="70834"/>
                </a:lnTo>
                <a:close/>
                <a:moveTo>
                  <a:pt x="64060" y="78478"/>
                </a:moveTo>
                <a:lnTo>
                  <a:pt x="72260" y="86667"/>
                </a:lnTo>
                <a:lnTo>
                  <a:pt x="55870" y="86667"/>
                </a:lnTo>
                <a:lnTo>
                  <a:pt x="64060" y="7847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7" name="Белый — SVG 20">
            <a:extLst>
              <a:ext uri="{FF2B5EF4-FFF2-40B4-BE49-F238E27FC236}">
                <a16:creationId xmlns:a16="http://schemas.microsoft.com/office/drawing/2014/main" id="{CA34B558-2D7B-2446-9591-1FA020A21478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67968 w 119119"/>
              <a:gd name="csY0" fmla="*/ 0 h 141987"/>
              <a:gd name="csX1" fmla="*/ 67152 w 119119"/>
              <a:gd name="csY1" fmla="*/ 85 h 141987"/>
              <a:gd name="csX2" fmla="*/ 62388 w 119119"/>
              <a:gd name="csY2" fmla="*/ 85 h 141987"/>
              <a:gd name="csX3" fmla="*/ 60193 w 119119"/>
              <a:gd name="csY3" fmla="*/ 493 h 141987"/>
              <a:gd name="csX4" fmla="*/ 58322 w 119119"/>
              <a:gd name="csY4" fmla="*/ 1718 h 141987"/>
              <a:gd name="csX5" fmla="*/ 57063 w 119119"/>
              <a:gd name="csY5" fmla="*/ 3555 h 141987"/>
              <a:gd name="csX6" fmla="*/ 56638 w 119119"/>
              <a:gd name="csY6" fmla="*/ 5750 h 141987"/>
              <a:gd name="csX7" fmla="*/ 57063 w 119119"/>
              <a:gd name="csY7" fmla="*/ 7944 h 141987"/>
              <a:gd name="csX8" fmla="*/ 58322 w 119119"/>
              <a:gd name="csY8" fmla="*/ 9781 h 141987"/>
              <a:gd name="csX9" fmla="*/ 60193 w 119119"/>
              <a:gd name="csY9" fmla="*/ 11006 h 141987"/>
              <a:gd name="csX10" fmla="*/ 62388 w 119119"/>
              <a:gd name="csY10" fmla="*/ 11414 h 141987"/>
              <a:gd name="csX11" fmla="*/ 62388 w 119119"/>
              <a:gd name="csY11" fmla="*/ 17096 h 141987"/>
              <a:gd name="csX12" fmla="*/ 45375 w 119119"/>
              <a:gd name="csY12" fmla="*/ 17096 h 141987"/>
              <a:gd name="csX13" fmla="*/ 41768 w 119119"/>
              <a:gd name="csY13" fmla="*/ 18372 h 141987"/>
              <a:gd name="csX14" fmla="*/ 39811 w 119119"/>
              <a:gd name="csY14" fmla="*/ 21655 h 141987"/>
              <a:gd name="csX15" fmla="*/ 17133 w 119119"/>
              <a:gd name="csY15" fmla="*/ 135051 h 141987"/>
              <a:gd name="csX16" fmla="*/ 17064 w 119119"/>
              <a:gd name="csY16" fmla="*/ 137314 h 141987"/>
              <a:gd name="csX17" fmla="*/ 17898 w 119119"/>
              <a:gd name="csY17" fmla="*/ 139406 h 141987"/>
              <a:gd name="csX18" fmla="*/ 19463 w 119119"/>
              <a:gd name="csY18" fmla="*/ 141005 h 141987"/>
              <a:gd name="csX19" fmla="*/ 21539 w 119119"/>
              <a:gd name="csY19" fmla="*/ 141872 h 141987"/>
              <a:gd name="csX20" fmla="*/ 23802 w 119119"/>
              <a:gd name="csY20" fmla="*/ 141872 h 141987"/>
              <a:gd name="csX21" fmla="*/ 25860 w 119119"/>
              <a:gd name="csY21" fmla="*/ 140988 h 141987"/>
              <a:gd name="csX22" fmla="*/ 27426 w 119119"/>
              <a:gd name="csY22" fmla="*/ 139372 h 141987"/>
              <a:gd name="csX23" fmla="*/ 28242 w 119119"/>
              <a:gd name="csY23" fmla="*/ 137280 h 141987"/>
              <a:gd name="csX24" fmla="*/ 32172 w 119119"/>
              <a:gd name="csY24" fmla="*/ 117666 h 141987"/>
              <a:gd name="csX25" fmla="*/ 62388 w 119119"/>
              <a:gd name="csY25" fmla="*/ 92404 h 141987"/>
              <a:gd name="csX26" fmla="*/ 62388 w 119119"/>
              <a:gd name="csY26" fmla="*/ 136174 h 141987"/>
              <a:gd name="csX27" fmla="*/ 62796 w 119119"/>
              <a:gd name="csY27" fmla="*/ 138368 h 141987"/>
              <a:gd name="csX28" fmla="*/ 64021 w 119119"/>
              <a:gd name="csY28" fmla="*/ 140222 h 141987"/>
              <a:gd name="csX29" fmla="*/ 65859 w 119119"/>
              <a:gd name="csY29" fmla="*/ 141481 h 141987"/>
              <a:gd name="csX30" fmla="*/ 68054 w 119119"/>
              <a:gd name="csY30" fmla="*/ 141924 h 141987"/>
              <a:gd name="csX31" fmla="*/ 70248 w 119119"/>
              <a:gd name="csY31" fmla="*/ 141481 h 141987"/>
              <a:gd name="csX32" fmla="*/ 72086 w 119119"/>
              <a:gd name="csY32" fmla="*/ 140222 h 141987"/>
              <a:gd name="csX33" fmla="*/ 73311 w 119119"/>
              <a:gd name="csY33" fmla="*/ 138368 h 141987"/>
              <a:gd name="csX34" fmla="*/ 73719 w 119119"/>
              <a:gd name="csY34" fmla="*/ 136174 h 141987"/>
              <a:gd name="csX35" fmla="*/ 73719 w 119119"/>
              <a:gd name="csY35" fmla="*/ 92404 h 141987"/>
              <a:gd name="csX36" fmla="*/ 103935 w 119119"/>
              <a:gd name="csY36" fmla="*/ 117666 h 141987"/>
              <a:gd name="csX37" fmla="*/ 107865 w 119119"/>
              <a:gd name="csY37" fmla="*/ 137280 h 141987"/>
              <a:gd name="csX38" fmla="*/ 108681 w 119119"/>
              <a:gd name="csY38" fmla="*/ 139372 h 141987"/>
              <a:gd name="csX39" fmla="*/ 110247 w 119119"/>
              <a:gd name="csY39" fmla="*/ 140988 h 141987"/>
              <a:gd name="csX40" fmla="*/ 112306 w 119119"/>
              <a:gd name="csY40" fmla="*/ 141872 h 141987"/>
              <a:gd name="csX41" fmla="*/ 114568 w 119119"/>
              <a:gd name="csY41" fmla="*/ 141872 h 141987"/>
              <a:gd name="csX42" fmla="*/ 116644 w 119119"/>
              <a:gd name="csY42" fmla="*/ 141005 h 141987"/>
              <a:gd name="csX43" fmla="*/ 118209 w 119119"/>
              <a:gd name="csY43" fmla="*/ 139406 h 141987"/>
              <a:gd name="csX44" fmla="*/ 119043 w 119119"/>
              <a:gd name="csY44" fmla="*/ 137314 h 141987"/>
              <a:gd name="csX45" fmla="*/ 118975 w 119119"/>
              <a:gd name="csY45" fmla="*/ 135051 h 141987"/>
              <a:gd name="csX46" fmla="*/ 96296 w 119119"/>
              <a:gd name="csY46" fmla="*/ 21655 h 141987"/>
              <a:gd name="csX47" fmla="*/ 94339 w 119119"/>
              <a:gd name="csY47" fmla="*/ 18372 h 141987"/>
              <a:gd name="csX48" fmla="*/ 90733 w 119119"/>
              <a:gd name="csY48" fmla="*/ 17096 h 141987"/>
              <a:gd name="csX49" fmla="*/ 73719 w 119119"/>
              <a:gd name="csY49" fmla="*/ 17096 h 141987"/>
              <a:gd name="csX50" fmla="*/ 73719 w 119119"/>
              <a:gd name="csY50" fmla="*/ 11414 h 141987"/>
              <a:gd name="csX51" fmla="*/ 75914 w 119119"/>
              <a:gd name="csY51" fmla="*/ 11006 h 141987"/>
              <a:gd name="csX52" fmla="*/ 77785 w 119119"/>
              <a:gd name="csY52" fmla="*/ 9781 h 141987"/>
              <a:gd name="csX53" fmla="*/ 79044 w 119119"/>
              <a:gd name="csY53" fmla="*/ 7944 h 141987"/>
              <a:gd name="csX54" fmla="*/ 79470 w 119119"/>
              <a:gd name="csY54" fmla="*/ 5750 h 141987"/>
              <a:gd name="csX55" fmla="*/ 79044 w 119119"/>
              <a:gd name="csY55" fmla="*/ 3555 h 141987"/>
              <a:gd name="csX56" fmla="*/ 77785 w 119119"/>
              <a:gd name="csY56" fmla="*/ 1718 h 141987"/>
              <a:gd name="csX57" fmla="*/ 75914 w 119119"/>
              <a:gd name="csY57" fmla="*/ 493 h 141987"/>
              <a:gd name="csX58" fmla="*/ 73719 w 119119"/>
              <a:gd name="csY58" fmla="*/ 85 h 141987"/>
              <a:gd name="csX59" fmla="*/ 68921 w 119119"/>
              <a:gd name="csY59" fmla="*/ 85 h 141987"/>
              <a:gd name="csX60" fmla="*/ 67968 w 119119"/>
              <a:gd name="csY60" fmla="*/ 0 h 141987"/>
              <a:gd name="csX61" fmla="*/ 25520 w 119119"/>
              <a:gd name="csY61" fmla="*/ 85 h 141987"/>
              <a:gd name="csX62" fmla="*/ 17013 w 119119"/>
              <a:gd name="csY62" fmla="*/ 8591 h 141987"/>
              <a:gd name="csX63" fmla="*/ 25520 w 119119"/>
              <a:gd name="csY63" fmla="*/ 17096 h 141987"/>
              <a:gd name="csX64" fmla="*/ 42516 w 119119"/>
              <a:gd name="csY64" fmla="*/ 85 h 141987"/>
              <a:gd name="csX65" fmla="*/ 25520 w 119119"/>
              <a:gd name="csY65" fmla="*/ 85 h 141987"/>
              <a:gd name="csX66" fmla="*/ 17013 w 119119"/>
              <a:gd name="csY66" fmla="*/ 25602 h 141987"/>
              <a:gd name="csX67" fmla="*/ 0 w 119119"/>
              <a:gd name="csY67" fmla="*/ 42613 h 141987"/>
              <a:gd name="csX68" fmla="*/ 8507 w 119119"/>
              <a:gd name="csY68" fmla="*/ 51118 h 141987"/>
              <a:gd name="csX69" fmla="*/ 17013 w 119119"/>
              <a:gd name="csY69" fmla="*/ 42613 h 141987"/>
              <a:gd name="csX70" fmla="*/ 17013 w 119119"/>
              <a:gd name="csY70" fmla="*/ 25602 h 141987"/>
              <a:gd name="csX71" fmla="*/ 50019 w 119119"/>
              <a:gd name="csY71" fmla="*/ 28425 h 141987"/>
              <a:gd name="csX72" fmla="*/ 62388 w 119119"/>
              <a:gd name="csY72" fmla="*/ 28425 h 141987"/>
              <a:gd name="csX73" fmla="*/ 62388 w 119119"/>
              <a:gd name="csY73" fmla="*/ 68130 h 141987"/>
              <a:gd name="csX74" fmla="*/ 45000 w 119119"/>
              <a:gd name="csY74" fmla="*/ 53568 h 141987"/>
              <a:gd name="csX75" fmla="*/ 50019 w 119119"/>
              <a:gd name="csY75" fmla="*/ 28425 h 141987"/>
              <a:gd name="csX76" fmla="*/ 73719 w 119119"/>
              <a:gd name="csY76" fmla="*/ 28425 h 141987"/>
              <a:gd name="csX77" fmla="*/ 86088 w 119119"/>
              <a:gd name="csY77" fmla="*/ 28425 h 141987"/>
              <a:gd name="csX78" fmla="*/ 91107 w 119119"/>
              <a:gd name="csY78" fmla="*/ 53568 h 141987"/>
              <a:gd name="csX79" fmla="*/ 73719 w 119119"/>
              <a:gd name="csY79" fmla="*/ 68130 h 141987"/>
              <a:gd name="csX80" fmla="*/ 73719 w 119119"/>
              <a:gd name="csY80" fmla="*/ 28425 h 141987"/>
              <a:gd name="csX81" fmla="*/ 42448 w 119119"/>
              <a:gd name="csY81" fmla="*/ 66258 h 141987"/>
              <a:gd name="csX82" fmla="*/ 59207 w 119119"/>
              <a:gd name="csY82" fmla="*/ 80258 h 141987"/>
              <a:gd name="csX83" fmla="*/ 35728 w 119119"/>
              <a:gd name="csY83" fmla="*/ 99906 h 141987"/>
              <a:gd name="csX84" fmla="*/ 42448 w 119119"/>
              <a:gd name="csY84" fmla="*/ 66258 h 141987"/>
              <a:gd name="csX85" fmla="*/ 93659 w 119119"/>
              <a:gd name="csY85" fmla="*/ 66258 h 141987"/>
              <a:gd name="csX86" fmla="*/ 100379 w 119119"/>
              <a:gd name="csY86" fmla="*/ 99906 h 141987"/>
              <a:gd name="csX87" fmla="*/ 76901 w 119119"/>
              <a:gd name="csY87" fmla="*/ 80258 h 141987"/>
              <a:gd name="csX88" fmla="*/ 93659 w 119119"/>
              <a:gd name="csY88" fmla="*/ 66258 h 141987"/>
            </a:gdLst>
            <a:ahLst/>
            <a:cxnLst/>
            <a:rect l="l" t="t" r="r" b="b"/>
            <a:pathLst>
              <a:path w="100000" h="100000">
                <a:moveTo>
                  <a:pt x="55922" y="0"/>
                </a:moveTo>
                <a:cubicBezTo>
                  <a:pt x="55730" y="0"/>
                  <a:pt x="55539" y="24"/>
                  <a:pt x="55347" y="60"/>
                </a:cubicBezTo>
                <a:lnTo>
                  <a:pt x="51992" y="60"/>
                </a:lnTo>
                <a:cubicBezTo>
                  <a:pt x="51453" y="48"/>
                  <a:pt x="50938" y="144"/>
                  <a:pt x="50446" y="347"/>
                </a:cubicBezTo>
                <a:cubicBezTo>
                  <a:pt x="49955" y="539"/>
                  <a:pt x="49500" y="827"/>
                  <a:pt x="49128" y="1210"/>
                </a:cubicBezTo>
                <a:cubicBezTo>
                  <a:pt x="48745" y="1582"/>
                  <a:pt x="48445" y="2013"/>
                  <a:pt x="48242" y="2504"/>
                </a:cubicBezTo>
                <a:cubicBezTo>
                  <a:pt x="48038" y="2995"/>
                  <a:pt x="47942" y="3522"/>
                  <a:pt x="47942" y="4050"/>
                </a:cubicBezTo>
                <a:cubicBezTo>
                  <a:pt x="47942" y="4576"/>
                  <a:pt x="48038" y="5104"/>
                  <a:pt x="48242" y="5595"/>
                </a:cubicBezTo>
                <a:cubicBezTo>
                  <a:pt x="48445" y="6074"/>
                  <a:pt x="48745" y="6517"/>
                  <a:pt x="49128" y="6889"/>
                </a:cubicBezTo>
                <a:cubicBezTo>
                  <a:pt x="49500" y="7261"/>
                  <a:pt x="49955" y="7560"/>
                  <a:pt x="50446" y="7751"/>
                </a:cubicBezTo>
                <a:cubicBezTo>
                  <a:pt x="50938" y="7955"/>
                  <a:pt x="51453" y="8051"/>
                  <a:pt x="51992" y="8039"/>
                </a:cubicBezTo>
                <a:lnTo>
                  <a:pt x="51992" y="12041"/>
                </a:lnTo>
                <a:lnTo>
                  <a:pt x="40010" y="12041"/>
                </a:lnTo>
                <a:cubicBezTo>
                  <a:pt x="39087" y="12041"/>
                  <a:pt x="38189" y="12353"/>
                  <a:pt x="37470" y="12939"/>
                </a:cubicBezTo>
                <a:cubicBezTo>
                  <a:pt x="36763" y="13527"/>
                  <a:pt x="36272" y="14341"/>
                  <a:pt x="36091" y="15251"/>
                </a:cubicBezTo>
                <a:lnTo>
                  <a:pt x="20119" y="95115"/>
                </a:lnTo>
                <a:cubicBezTo>
                  <a:pt x="19999" y="95643"/>
                  <a:pt x="19987" y="96181"/>
                  <a:pt x="20071" y="96709"/>
                </a:cubicBezTo>
                <a:cubicBezTo>
                  <a:pt x="20167" y="97236"/>
                  <a:pt x="20371" y="97727"/>
                  <a:pt x="20658" y="98182"/>
                </a:cubicBezTo>
                <a:cubicBezTo>
                  <a:pt x="20946" y="98626"/>
                  <a:pt x="21329" y="99009"/>
                  <a:pt x="21760" y="99308"/>
                </a:cubicBezTo>
                <a:cubicBezTo>
                  <a:pt x="22204" y="99608"/>
                  <a:pt x="22707" y="99824"/>
                  <a:pt x="23223" y="99919"/>
                </a:cubicBezTo>
                <a:cubicBezTo>
                  <a:pt x="23750" y="100027"/>
                  <a:pt x="24289" y="100027"/>
                  <a:pt x="24816" y="99919"/>
                </a:cubicBezTo>
                <a:cubicBezTo>
                  <a:pt x="25331" y="99812"/>
                  <a:pt x="25835" y="99596"/>
                  <a:pt x="26266" y="99296"/>
                </a:cubicBezTo>
                <a:cubicBezTo>
                  <a:pt x="26709" y="98997"/>
                  <a:pt x="27081" y="98614"/>
                  <a:pt x="27369" y="98158"/>
                </a:cubicBezTo>
                <a:cubicBezTo>
                  <a:pt x="27656" y="97715"/>
                  <a:pt x="27860" y="97212"/>
                  <a:pt x="27943" y="96685"/>
                </a:cubicBezTo>
                <a:lnTo>
                  <a:pt x="30711" y="82871"/>
                </a:lnTo>
                <a:lnTo>
                  <a:pt x="51992" y="65079"/>
                </a:lnTo>
                <a:lnTo>
                  <a:pt x="51992" y="95906"/>
                </a:lnTo>
                <a:cubicBezTo>
                  <a:pt x="51980" y="96433"/>
                  <a:pt x="52076" y="96960"/>
                  <a:pt x="52279" y="97451"/>
                </a:cubicBezTo>
                <a:cubicBezTo>
                  <a:pt x="52472" y="97943"/>
                  <a:pt x="52771" y="98386"/>
                  <a:pt x="53142" y="98757"/>
                </a:cubicBezTo>
                <a:cubicBezTo>
                  <a:pt x="53514" y="99141"/>
                  <a:pt x="53957" y="99440"/>
                  <a:pt x="54437" y="99644"/>
                </a:cubicBezTo>
                <a:cubicBezTo>
                  <a:pt x="54928" y="99848"/>
                  <a:pt x="55455" y="99956"/>
                  <a:pt x="55983" y="99956"/>
                </a:cubicBezTo>
                <a:cubicBezTo>
                  <a:pt x="56509" y="99956"/>
                  <a:pt x="57037" y="99848"/>
                  <a:pt x="57528" y="99644"/>
                </a:cubicBezTo>
                <a:cubicBezTo>
                  <a:pt x="58007" y="99440"/>
                  <a:pt x="58451" y="99141"/>
                  <a:pt x="58822" y="98757"/>
                </a:cubicBezTo>
                <a:cubicBezTo>
                  <a:pt x="59193" y="98386"/>
                  <a:pt x="59493" y="97943"/>
                  <a:pt x="59685" y="97451"/>
                </a:cubicBezTo>
                <a:cubicBezTo>
                  <a:pt x="59889" y="96960"/>
                  <a:pt x="59984" y="96433"/>
                  <a:pt x="59972" y="95906"/>
                </a:cubicBezTo>
                <a:lnTo>
                  <a:pt x="59972" y="65079"/>
                </a:lnTo>
                <a:lnTo>
                  <a:pt x="81253" y="82871"/>
                </a:lnTo>
                <a:lnTo>
                  <a:pt x="84021" y="96685"/>
                </a:lnTo>
                <a:cubicBezTo>
                  <a:pt x="84105" y="97212"/>
                  <a:pt x="84308" y="97715"/>
                  <a:pt x="84596" y="98158"/>
                </a:cubicBezTo>
                <a:cubicBezTo>
                  <a:pt x="84884" y="98614"/>
                  <a:pt x="85255" y="98997"/>
                  <a:pt x="85699" y="99296"/>
                </a:cubicBezTo>
                <a:cubicBezTo>
                  <a:pt x="86130" y="99596"/>
                  <a:pt x="86633" y="99812"/>
                  <a:pt x="87149" y="99919"/>
                </a:cubicBezTo>
                <a:cubicBezTo>
                  <a:pt x="87676" y="100027"/>
                  <a:pt x="88215" y="100027"/>
                  <a:pt x="88742" y="99919"/>
                </a:cubicBezTo>
                <a:cubicBezTo>
                  <a:pt x="89257" y="99824"/>
                  <a:pt x="89760" y="99608"/>
                  <a:pt x="90204" y="99308"/>
                </a:cubicBezTo>
                <a:cubicBezTo>
                  <a:pt x="90635" y="99009"/>
                  <a:pt x="91019" y="98626"/>
                  <a:pt x="91306" y="98182"/>
                </a:cubicBezTo>
                <a:cubicBezTo>
                  <a:pt x="91594" y="97727"/>
                  <a:pt x="91798" y="97236"/>
                  <a:pt x="91894" y="96709"/>
                </a:cubicBezTo>
                <a:cubicBezTo>
                  <a:pt x="91977" y="96181"/>
                  <a:pt x="91965" y="95643"/>
                  <a:pt x="91846" y="95115"/>
                </a:cubicBezTo>
                <a:lnTo>
                  <a:pt x="75873" y="15251"/>
                </a:lnTo>
                <a:cubicBezTo>
                  <a:pt x="75694" y="14341"/>
                  <a:pt x="75202" y="13527"/>
                  <a:pt x="74495" y="12939"/>
                </a:cubicBezTo>
                <a:cubicBezTo>
                  <a:pt x="73776" y="12353"/>
                  <a:pt x="72878" y="12041"/>
                  <a:pt x="71955" y="12041"/>
                </a:cubicBezTo>
                <a:lnTo>
                  <a:pt x="59972" y="12041"/>
                </a:lnTo>
                <a:lnTo>
                  <a:pt x="59972" y="8039"/>
                </a:lnTo>
                <a:cubicBezTo>
                  <a:pt x="60512" y="8051"/>
                  <a:pt x="61027" y="7955"/>
                  <a:pt x="61518" y="7751"/>
                </a:cubicBezTo>
                <a:cubicBezTo>
                  <a:pt x="62009" y="7560"/>
                  <a:pt x="62465" y="7261"/>
                  <a:pt x="62836" y="6889"/>
                </a:cubicBezTo>
                <a:cubicBezTo>
                  <a:pt x="63220" y="6517"/>
                  <a:pt x="63519" y="6074"/>
                  <a:pt x="63723" y="5595"/>
                </a:cubicBezTo>
                <a:cubicBezTo>
                  <a:pt x="63926" y="5104"/>
                  <a:pt x="64023" y="4576"/>
                  <a:pt x="64023" y="4050"/>
                </a:cubicBezTo>
                <a:cubicBezTo>
                  <a:pt x="64023" y="3522"/>
                  <a:pt x="63926" y="2995"/>
                  <a:pt x="63723" y="2504"/>
                </a:cubicBezTo>
                <a:cubicBezTo>
                  <a:pt x="63519" y="2013"/>
                  <a:pt x="63220" y="1582"/>
                  <a:pt x="62836" y="1210"/>
                </a:cubicBezTo>
                <a:cubicBezTo>
                  <a:pt x="62465" y="827"/>
                  <a:pt x="62009" y="539"/>
                  <a:pt x="61518" y="347"/>
                </a:cubicBezTo>
                <a:cubicBezTo>
                  <a:pt x="61027" y="144"/>
                  <a:pt x="60512" y="48"/>
                  <a:pt x="59972" y="60"/>
                </a:cubicBezTo>
                <a:lnTo>
                  <a:pt x="56593" y="60"/>
                </a:lnTo>
                <a:cubicBezTo>
                  <a:pt x="56378" y="12"/>
                  <a:pt x="56150" y="0"/>
                  <a:pt x="55922" y="0"/>
                </a:cubicBezTo>
                <a:close/>
                <a:moveTo>
                  <a:pt x="26026" y="60"/>
                </a:moveTo>
                <a:cubicBezTo>
                  <a:pt x="22719" y="60"/>
                  <a:pt x="20035" y="2744"/>
                  <a:pt x="20035" y="6051"/>
                </a:cubicBezTo>
                <a:cubicBezTo>
                  <a:pt x="20035" y="9357"/>
                  <a:pt x="22719" y="12041"/>
                  <a:pt x="26026" y="12041"/>
                </a:cubicBezTo>
                <a:cubicBezTo>
                  <a:pt x="33911" y="12041"/>
                  <a:pt x="37996" y="60"/>
                  <a:pt x="37996" y="60"/>
                </a:cubicBezTo>
                <a:lnTo>
                  <a:pt x="26026" y="60"/>
                </a:lnTo>
                <a:close/>
                <a:moveTo>
                  <a:pt x="20035" y="18031"/>
                </a:moveTo>
                <a:cubicBezTo>
                  <a:pt x="20035" y="18031"/>
                  <a:pt x="8053" y="22632"/>
                  <a:pt x="8053" y="30012"/>
                </a:cubicBezTo>
                <a:cubicBezTo>
                  <a:pt x="8053" y="33319"/>
                  <a:pt x="10737" y="36002"/>
                  <a:pt x="14044" y="36002"/>
                </a:cubicBezTo>
                <a:cubicBezTo>
                  <a:pt x="17351" y="36002"/>
                  <a:pt x="20035" y="33319"/>
                  <a:pt x="20035" y="30012"/>
                </a:cubicBezTo>
                <a:lnTo>
                  <a:pt x="20035" y="18031"/>
                </a:lnTo>
                <a:close/>
                <a:moveTo>
                  <a:pt x="43281" y="20019"/>
                </a:moveTo>
                <a:lnTo>
                  <a:pt x="51992" y="20019"/>
                </a:lnTo>
                <a:lnTo>
                  <a:pt x="51992" y="47983"/>
                </a:lnTo>
                <a:lnTo>
                  <a:pt x="39746" y="37727"/>
                </a:lnTo>
                <a:lnTo>
                  <a:pt x="43281" y="20019"/>
                </a:lnTo>
                <a:close/>
                <a:moveTo>
                  <a:pt x="59972" y="20019"/>
                </a:moveTo>
                <a:lnTo>
                  <a:pt x="68684" y="20019"/>
                </a:lnTo>
                <a:lnTo>
                  <a:pt x="72219" y="37727"/>
                </a:lnTo>
                <a:lnTo>
                  <a:pt x="59972" y="47983"/>
                </a:lnTo>
                <a:lnTo>
                  <a:pt x="59972" y="20019"/>
                </a:lnTo>
                <a:close/>
                <a:moveTo>
                  <a:pt x="37949" y="46665"/>
                </a:moveTo>
                <a:lnTo>
                  <a:pt x="49752" y="56525"/>
                </a:lnTo>
                <a:lnTo>
                  <a:pt x="33216" y="70363"/>
                </a:lnTo>
                <a:lnTo>
                  <a:pt x="37949" y="46665"/>
                </a:lnTo>
                <a:close/>
                <a:moveTo>
                  <a:pt x="74016" y="46665"/>
                </a:moveTo>
                <a:lnTo>
                  <a:pt x="78749" y="70363"/>
                </a:lnTo>
                <a:lnTo>
                  <a:pt x="62213" y="56525"/>
                </a:lnTo>
                <a:lnTo>
                  <a:pt x="74016" y="4666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8" name="Белый — SVG 21">
            <a:extLst>
              <a:ext uri="{FF2B5EF4-FFF2-40B4-BE49-F238E27FC236}">
                <a16:creationId xmlns:a16="http://schemas.microsoft.com/office/drawing/2014/main" id="{E6F5EF9A-6183-374C-9527-EB670432D5F1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23013 w 120589"/>
              <a:gd name="csY0" fmla="*/ 3 h 134730"/>
              <a:gd name="csX1" fmla="*/ 19356 w 120589"/>
              <a:gd name="csY1" fmla="*/ 1619 h 134730"/>
              <a:gd name="csX2" fmla="*/ 1635 w 120589"/>
              <a:gd name="csY2" fmla="*/ 19327 h 134730"/>
              <a:gd name="csX3" fmla="*/ 436 w 120589"/>
              <a:gd name="csY3" fmla="*/ 21062 h 134730"/>
              <a:gd name="csX4" fmla="*/ 0 w 120589"/>
              <a:gd name="csY4" fmla="*/ 23104 h 134730"/>
              <a:gd name="csX5" fmla="*/ 395 w 120589"/>
              <a:gd name="csY5" fmla="*/ 25179 h 134730"/>
              <a:gd name="csX6" fmla="*/ 1557 w 120589"/>
              <a:gd name="csY6" fmla="*/ 26931 h 134730"/>
              <a:gd name="csX7" fmla="*/ 3308 w 120589"/>
              <a:gd name="csY7" fmla="*/ 28088 h 134730"/>
              <a:gd name="csX8" fmla="*/ 5371 w 120589"/>
              <a:gd name="csY8" fmla="*/ 28479 h 134730"/>
              <a:gd name="csX9" fmla="*/ 7427 w 120589"/>
              <a:gd name="csY9" fmla="*/ 28054 h 134730"/>
              <a:gd name="csX10" fmla="*/ 9153 w 120589"/>
              <a:gd name="csY10" fmla="*/ 26846 h 134730"/>
              <a:gd name="csX11" fmla="*/ 26875 w 120589"/>
              <a:gd name="csY11" fmla="*/ 9121 h 134730"/>
              <a:gd name="csX12" fmla="*/ 28377 w 120589"/>
              <a:gd name="csY12" fmla="*/ 6365 h 134730"/>
              <a:gd name="csX13" fmla="*/ 28062 w 120589"/>
              <a:gd name="csY13" fmla="*/ 3252 h 134730"/>
              <a:gd name="csX14" fmla="*/ 26038 w 120589"/>
              <a:gd name="csY14" fmla="*/ 853 h 134730"/>
              <a:gd name="csX15" fmla="*/ 23013 w 120589"/>
              <a:gd name="csY15" fmla="*/ 3 h 134730"/>
              <a:gd name="csX16" fmla="*/ 53798 w 120589"/>
              <a:gd name="csY16" fmla="*/ 3592 h 134730"/>
              <a:gd name="csX17" fmla="*/ 40014 w 120589"/>
              <a:gd name="csY17" fmla="*/ 9308 h 134730"/>
              <a:gd name="csX18" fmla="*/ 9589 w 120589"/>
              <a:gd name="csY18" fmla="*/ 39724 h 134730"/>
              <a:gd name="csX19" fmla="*/ 3898 w 120589"/>
              <a:gd name="csY19" fmla="*/ 54370 h 134730"/>
              <a:gd name="csX20" fmla="*/ 6605 w 120589"/>
              <a:gd name="csY20" fmla="*/ 116052 h 134730"/>
              <a:gd name="csX21" fmla="*/ 26087 w 120589"/>
              <a:gd name="csY21" fmla="*/ 134730 h 134730"/>
              <a:gd name="csX22" fmla="*/ 101094 w 120589"/>
              <a:gd name="csY22" fmla="*/ 134730 h 134730"/>
              <a:gd name="csX23" fmla="*/ 120590 w 120589"/>
              <a:gd name="csY23" fmla="*/ 115236 h 134730"/>
              <a:gd name="csX24" fmla="*/ 120590 w 120589"/>
              <a:gd name="csY24" fmla="*/ 23087 h 134730"/>
              <a:gd name="csX25" fmla="*/ 101094 w 120589"/>
              <a:gd name="csY25" fmla="*/ 3592 h 134730"/>
              <a:gd name="csX26" fmla="*/ 53798 w 120589"/>
              <a:gd name="csY26" fmla="*/ 3592 h 134730"/>
              <a:gd name="csX27" fmla="*/ 58560 w 120589"/>
              <a:gd name="csY27" fmla="*/ 17779 h 134730"/>
              <a:gd name="csX28" fmla="*/ 94006 w 120589"/>
              <a:gd name="csY28" fmla="*/ 17779 h 134730"/>
              <a:gd name="csX29" fmla="*/ 99323 w 120589"/>
              <a:gd name="csY29" fmla="*/ 23087 h 134730"/>
              <a:gd name="csX30" fmla="*/ 94006 w 120589"/>
              <a:gd name="csY30" fmla="*/ 28411 h 134730"/>
              <a:gd name="csX31" fmla="*/ 58560 w 120589"/>
              <a:gd name="csY31" fmla="*/ 28411 h 134730"/>
              <a:gd name="csX32" fmla="*/ 53244 w 120589"/>
              <a:gd name="csY32" fmla="*/ 23087 h 134730"/>
              <a:gd name="csX33" fmla="*/ 58560 w 120589"/>
              <a:gd name="csY33" fmla="*/ 17779 h 134730"/>
              <a:gd name="csX34" fmla="*/ 63877 w 120589"/>
              <a:gd name="csY34" fmla="*/ 53316 h 134730"/>
              <a:gd name="csX35" fmla="*/ 67809 w 120589"/>
              <a:gd name="csY35" fmla="*/ 54983 h 134730"/>
              <a:gd name="csX36" fmla="*/ 85144 w 120589"/>
              <a:gd name="csY36" fmla="*/ 87984 h 134730"/>
              <a:gd name="csX37" fmla="*/ 63877 w 120589"/>
              <a:gd name="csY37" fmla="*/ 109911 h 134730"/>
              <a:gd name="csX38" fmla="*/ 42610 w 120589"/>
              <a:gd name="csY38" fmla="*/ 87984 h 134730"/>
              <a:gd name="csX39" fmla="*/ 59945 w 120589"/>
              <a:gd name="csY39" fmla="*/ 54983 h 134730"/>
              <a:gd name="csX40" fmla="*/ 63877 w 120589"/>
              <a:gd name="csY40" fmla="*/ 53316 h 134730"/>
            </a:gdLst>
            <a:ahLst/>
            <a:cxnLst/>
            <a:rect l="l" t="t" r="r" b="b"/>
            <a:pathLst>
              <a:path w="100000" h="100000">
                <a:moveTo>
                  <a:pt x="22329" y="2"/>
                </a:moveTo>
                <a:cubicBezTo>
                  <a:pt x="21303" y="27"/>
                  <a:pt x="20331" y="456"/>
                  <a:pt x="19614" y="1202"/>
                </a:cubicBezTo>
                <a:lnTo>
                  <a:pt x="6461" y="14345"/>
                </a:lnTo>
                <a:cubicBezTo>
                  <a:pt x="6083" y="14711"/>
                  <a:pt x="5780" y="15141"/>
                  <a:pt x="5572" y="15633"/>
                </a:cubicBezTo>
                <a:cubicBezTo>
                  <a:pt x="5364" y="16113"/>
                  <a:pt x="5253" y="16630"/>
                  <a:pt x="5248" y="17148"/>
                </a:cubicBezTo>
                <a:cubicBezTo>
                  <a:pt x="5243" y="17678"/>
                  <a:pt x="5343" y="18196"/>
                  <a:pt x="5541" y="18688"/>
                </a:cubicBezTo>
                <a:cubicBezTo>
                  <a:pt x="5739" y="19168"/>
                  <a:pt x="6032" y="19610"/>
                  <a:pt x="6404" y="19989"/>
                </a:cubicBezTo>
                <a:cubicBezTo>
                  <a:pt x="6775" y="20356"/>
                  <a:pt x="7217" y="20646"/>
                  <a:pt x="7703" y="20848"/>
                </a:cubicBezTo>
                <a:cubicBezTo>
                  <a:pt x="8189" y="21050"/>
                  <a:pt x="8710" y="21150"/>
                  <a:pt x="9234" y="21138"/>
                </a:cubicBezTo>
                <a:cubicBezTo>
                  <a:pt x="9760" y="21138"/>
                  <a:pt x="10279" y="21024"/>
                  <a:pt x="10760" y="20822"/>
                </a:cubicBezTo>
                <a:cubicBezTo>
                  <a:pt x="11243" y="20608"/>
                  <a:pt x="11678" y="20305"/>
                  <a:pt x="12041" y="19926"/>
                </a:cubicBezTo>
                <a:lnTo>
                  <a:pt x="25195" y="6770"/>
                </a:lnTo>
                <a:cubicBezTo>
                  <a:pt x="25764" y="6227"/>
                  <a:pt x="26153" y="5507"/>
                  <a:pt x="26310" y="4724"/>
                </a:cubicBezTo>
                <a:cubicBezTo>
                  <a:pt x="26468" y="3954"/>
                  <a:pt x="26386" y="3146"/>
                  <a:pt x="26076" y="2414"/>
                </a:cubicBezTo>
                <a:cubicBezTo>
                  <a:pt x="25767" y="1681"/>
                  <a:pt x="25243" y="1063"/>
                  <a:pt x="24574" y="633"/>
                </a:cubicBezTo>
                <a:cubicBezTo>
                  <a:pt x="23906" y="204"/>
                  <a:pt x="23123" y="-23"/>
                  <a:pt x="22329" y="2"/>
                </a:cubicBezTo>
                <a:close/>
                <a:moveTo>
                  <a:pt x="45178" y="2666"/>
                </a:moveTo>
                <a:cubicBezTo>
                  <a:pt x="41342" y="2666"/>
                  <a:pt x="37660" y="4194"/>
                  <a:pt x="34947" y="6909"/>
                </a:cubicBezTo>
                <a:lnTo>
                  <a:pt x="12365" y="29484"/>
                </a:lnTo>
                <a:cubicBezTo>
                  <a:pt x="9501" y="32350"/>
                  <a:pt x="7964" y="36301"/>
                  <a:pt x="8141" y="40355"/>
                </a:cubicBezTo>
                <a:lnTo>
                  <a:pt x="10150" y="86137"/>
                </a:lnTo>
                <a:cubicBezTo>
                  <a:pt x="10478" y="93839"/>
                  <a:pt x="16896" y="100000"/>
                  <a:pt x="24610" y="100000"/>
                </a:cubicBezTo>
                <a:lnTo>
                  <a:pt x="80282" y="100000"/>
                </a:lnTo>
                <a:cubicBezTo>
                  <a:pt x="88226" y="100000"/>
                  <a:pt x="94753" y="93473"/>
                  <a:pt x="94753" y="85531"/>
                </a:cubicBezTo>
                <a:lnTo>
                  <a:pt x="94753" y="17136"/>
                </a:lnTo>
                <a:cubicBezTo>
                  <a:pt x="94753" y="9194"/>
                  <a:pt x="88226" y="2666"/>
                  <a:pt x="80282" y="2666"/>
                </a:cubicBezTo>
                <a:lnTo>
                  <a:pt x="45178" y="2666"/>
                </a:lnTo>
                <a:close/>
                <a:moveTo>
                  <a:pt x="48713" y="13196"/>
                </a:moveTo>
                <a:lnTo>
                  <a:pt x="75022" y="13196"/>
                </a:lnTo>
                <a:cubicBezTo>
                  <a:pt x="77205" y="13196"/>
                  <a:pt x="78968" y="14951"/>
                  <a:pt x="78968" y="17136"/>
                </a:cubicBezTo>
                <a:cubicBezTo>
                  <a:pt x="78968" y="19320"/>
                  <a:pt x="77205" y="21087"/>
                  <a:pt x="75022" y="21087"/>
                </a:cubicBezTo>
                <a:lnTo>
                  <a:pt x="48713" y="21087"/>
                </a:lnTo>
                <a:cubicBezTo>
                  <a:pt x="46530" y="21087"/>
                  <a:pt x="44767" y="19320"/>
                  <a:pt x="44767" y="17136"/>
                </a:cubicBezTo>
                <a:cubicBezTo>
                  <a:pt x="44767" y="14951"/>
                  <a:pt x="46530" y="13196"/>
                  <a:pt x="48713" y="13196"/>
                </a:cubicBezTo>
                <a:close/>
                <a:moveTo>
                  <a:pt x="52659" y="39572"/>
                </a:moveTo>
                <a:cubicBezTo>
                  <a:pt x="53752" y="39572"/>
                  <a:pt x="54841" y="39989"/>
                  <a:pt x="55577" y="40810"/>
                </a:cubicBezTo>
                <a:cubicBezTo>
                  <a:pt x="56893" y="42262"/>
                  <a:pt x="68444" y="55354"/>
                  <a:pt x="68444" y="65304"/>
                </a:cubicBezTo>
                <a:cubicBezTo>
                  <a:pt x="68444" y="74269"/>
                  <a:pt x="61368" y="81579"/>
                  <a:pt x="52659" y="81579"/>
                </a:cubicBezTo>
                <a:cubicBezTo>
                  <a:pt x="43951" y="81579"/>
                  <a:pt x="36874" y="74269"/>
                  <a:pt x="36874" y="65304"/>
                </a:cubicBezTo>
                <a:cubicBezTo>
                  <a:pt x="36874" y="55354"/>
                  <a:pt x="48425" y="42262"/>
                  <a:pt x="49741" y="40810"/>
                </a:cubicBezTo>
                <a:cubicBezTo>
                  <a:pt x="50477" y="39989"/>
                  <a:pt x="51568" y="39572"/>
                  <a:pt x="52659" y="3957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9" name="Белый — SVG 22">
            <a:extLst>
              <a:ext uri="{FF2B5EF4-FFF2-40B4-BE49-F238E27FC236}">
                <a16:creationId xmlns:a16="http://schemas.microsoft.com/office/drawing/2014/main" id="{9CDC686A-32BD-E24B-90FD-C28ABF9F817B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67421 w 134841"/>
              <a:gd name="csY0" fmla="*/ 0 h 138215"/>
              <a:gd name="csX1" fmla="*/ 21343 w 134841"/>
              <a:gd name="csY1" fmla="*/ 46066 h 138215"/>
              <a:gd name="csX2" fmla="*/ 62104 w 134841"/>
              <a:gd name="csY2" fmla="*/ 91826 h 138215"/>
              <a:gd name="csX3" fmla="*/ 62104 w 134841"/>
              <a:gd name="csY3" fmla="*/ 106319 h 138215"/>
              <a:gd name="csX4" fmla="*/ 51471 w 134841"/>
              <a:gd name="csY4" fmla="*/ 106319 h 138215"/>
              <a:gd name="csX5" fmla="*/ 39245 w 134841"/>
              <a:gd name="csY5" fmla="*/ 116951 h 138215"/>
              <a:gd name="csX6" fmla="*/ 5393 w 134841"/>
              <a:gd name="csY6" fmla="*/ 116951 h 138215"/>
              <a:gd name="csX7" fmla="*/ 3335 w 134841"/>
              <a:gd name="csY7" fmla="*/ 117343 h 138215"/>
              <a:gd name="csX8" fmla="*/ 1584 w 134841"/>
              <a:gd name="csY8" fmla="*/ 118482 h 138215"/>
              <a:gd name="csX9" fmla="*/ 412 w 134841"/>
              <a:gd name="csY9" fmla="*/ 120217 h 138215"/>
              <a:gd name="csX10" fmla="*/ 0 w 134841"/>
              <a:gd name="csY10" fmla="*/ 122259 h 138215"/>
              <a:gd name="csX11" fmla="*/ 412 w 134841"/>
              <a:gd name="csY11" fmla="*/ 124317 h 138215"/>
              <a:gd name="csX12" fmla="*/ 1584 w 134841"/>
              <a:gd name="csY12" fmla="*/ 126052 h 138215"/>
              <a:gd name="csX13" fmla="*/ 3335 w 134841"/>
              <a:gd name="csY13" fmla="*/ 127192 h 138215"/>
              <a:gd name="csX14" fmla="*/ 5393 w 134841"/>
              <a:gd name="csY14" fmla="*/ 127583 h 138215"/>
              <a:gd name="csX15" fmla="*/ 39245 w 134841"/>
              <a:gd name="csY15" fmla="*/ 127583 h 138215"/>
              <a:gd name="csX16" fmla="*/ 51471 w 134841"/>
              <a:gd name="csY16" fmla="*/ 138215 h 138215"/>
              <a:gd name="csX17" fmla="*/ 83371 w 134841"/>
              <a:gd name="csY17" fmla="*/ 138215 h 138215"/>
              <a:gd name="csX18" fmla="*/ 95597 w 134841"/>
              <a:gd name="csY18" fmla="*/ 127583 h 138215"/>
              <a:gd name="csX19" fmla="*/ 129448 w 134841"/>
              <a:gd name="csY19" fmla="*/ 127583 h 138215"/>
              <a:gd name="csX20" fmla="*/ 131507 w 134841"/>
              <a:gd name="csY20" fmla="*/ 127192 h 138215"/>
              <a:gd name="csX21" fmla="*/ 133258 w 134841"/>
              <a:gd name="csY21" fmla="*/ 126052 h 138215"/>
              <a:gd name="csX22" fmla="*/ 134430 w 134841"/>
              <a:gd name="csY22" fmla="*/ 124317 h 138215"/>
              <a:gd name="csX23" fmla="*/ 134841 w 134841"/>
              <a:gd name="csY23" fmla="*/ 122259 h 138215"/>
              <a:gd name="csX24" fmla="*/ 134430 w 134841"/>
              <a:gd name="csY24" fmla="*/ 120217 h 138215"/>
              <a:gd name="csX25" fmla="*/ 133258 w 134841"/>
              <a:gd name="csY25" fmla="*/ 118482 h 138215"/>
              <a:gd name="csX26" fmla="*/ 131507 w 134841"/>
              <a:gd name="csY26" fmla="*/ 117343 h 138215"/>
              <a:gd name="csX27" fmla="*/ 129448 w 134841"/>
              <a:gd name="csY27" fmla="*/ 116951 h 138215"/>
              <a:gd name="csX28" fmla="*/ 95597 w 134841"/>
              <a:gd name="csY28" fmla="*/ 116951 h 138215"/>
              <a:gd name="csX29" fmla="*/ 83371 w 134841"/>
              <a:gd name="csY29" fmla="*/ 106319 h 138215"/>
              <a:gd name="csX30" fmla="*/ 72737 w 134841"/>
              <a:gd name="csY30" fmla="*/ 106319 h 138215"/>
              <a:gd name="csX31" fmla="*/ 72737 w 134841"/>
              <a:gd name="csY31" fmla="*/ 91826 h 138215"/>
              <a:gd name="csX32" fmla="*/ 113498 w 134841"/>
              <a:gd name="csY32" fmla="*/ 46066 h 138215"/>
              <a:gd name="csX33" fmla="*/ 67421 w 134841"/>
              <a:gd name="csY33" fmla="*/ 0 h 138215"/>
              <a:gd name="csX34" fmla="*/ 83371 w 134841"/>
              <a:gd name="csY34" fmla="*/ 24802 h 138215"/>
              <a:gd name="csX35" fmla="*/ 87129 w 134841"/>
              <a:gd name="csY35" fmla="*/ 26367 h 138215"/>
              <a:gd name="csX36" fmla="*/ 87129 w 134841"/>
              <a:gd name="csY36" fmla="*/ 33886 h 138215"/>
              <a:gd name="csX37" fmla="*/ 71179 w 134841"/>
              <a:gd name="csY37" fmla="*/ 49826 h 138215"/>
              <a:gd name="csX38" fmla="*/ 67421 w 134841"/>
              <a:gd name="csY38" fmla="*/ 51390 h 138215"/>
              <a:gd name="csX39" fmla="*/ 63661 w 134841"/>
              <a:gd name="csY39" fmla="*/ 49826 h 138215"/>
              <a:gd name="csX40" fmla="*/ 63661 w 134841"/>
              <a:gd name="csY40" fmla="*/ 42307 h 138215"/>
              <a:gd name="csX41" fmla="*/ 79611 w 134841"/>
              <a:gd name="csY41" fmla="*/ 26367 h 138215"/>
              <a:gd name="csX42" fmla="*/ 83371 w 134841"/>
              <a:gd name="csY42" fmla="*/ 24802 h 138215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31619" y="0"/>
                  <a:pt x="16662" y="14954"/>
                  <a:pt x="16662" y="33329"/>
                </a:cubicBezTo>
                <a:cubicBezTo>
                  <a:pt x="16662" y="50412"/>
                  <a:pt x="29578" y="64517"/>
                  <a:pt x="46153" y="66437"/>
                </a:cubicBezTo>
                <a:lnTo>
                  <a:pt x="46153" y="76923"/>
                </a:lnTo>
                <a:lnTo>
                  <a:pt x="38460" y="76923"/>
                </a:lnTo>
                <a:cubicBezTo>
                  <a:pt x="33949" y="76923"/>
                  <a:pt x="30243" y="80271"/>
                  <a:pt x="29615" y="84615"/>
                </a:cubicBezTo>
                <a:lnTo>
                  <a:pt x="5122" y="84615"/>
                </a:lnTo>
                <a:cubicBezTo>
                  <a:pt x="4612" y="84603"/>
                  <a:pt x="4106" y="84702"/>
                  <a:pt x="3633" y="84899"/>
                </a:cubicBezTo>
                <a:cubicBezTo>
                  <a:pt x="3160" y="85083"/>
                  <a:pt x="2730" y="85366"/>
                  <a:pt x="2367" y="85723"/>
                </a:cubicBezTo>
                <a:cubicBezTo>
                  <a:pt x="2003" y="86080"/>
                  <a:pt x="1715" y="86511"/>
                  <a:pt x="1519" y="86978"/>
                </a:cubicBezTo>
                <a:cubicBezTo>
                  <a:pt x="1321" y="87446"/>
                  <a:pt x="1221" y="87951"/>
                  <a:pt x="1221" y="88456"/>
                </a:cubicBezTo>
                <a:cubicBezTo>
                  <a:pt x="1221" y="88972"/>
                  <a:pt x="1321" y="89477"/>
                  <a:pt x="1519" y="89945"/>
                </a:cubicBezTo>
                <a:cubicBezTo>
                  <a:pt x="1715" y="90413"/>
                  <a:pt x="2003" y="90843"/>
                  <a:pt x="2367" y="91200"/>
                </a:cubicBezTo>
                <a:cubicBezTo>
                  <a:pt x="2730" y="91557"/>
                  <a:pt x="3160" y="91840"/>
                  <a:pt x="3633" y="92025"/>
                </a:cubicBezTo>
                <a:cubicBezTo>
                  <a:pt x="4106" y="92222"/>
                  <a:pt x="4612" y="92320"/>
                  <a:pt x="5122" y="92308"/>
                </a:cubicBezTo>
                <a:lnTo>
                  <a:pt x="29615" y="92308"/>
                </a:lnTo>
                <a:cubicBezTo>
                  <a:pt x="30243" y="96652"/>
                  <a:pt x="33949" y="100000"/>
                  <a:pt x="38460" y="100000"/>
                </a:cubicBezTo>
                <a:lnTo>
                  <a:pt x="61540" y="100000"/>
                </a:lnTo>
                <a:cubicBezTo>
                  <a:pt x="66051" y="100000"/>
                  <a:pt x="69757" y="96652"/>
                  <a:pt x="70386" y="92308"/>
                </a:cubicBezTo>
                <a:lnTo>
                  <a:pt x="94878" y="92308"/>
                </a:lnTo>
                <a:cubicBezTo>
                  <a:pt x="95388" y="92320"/>
                  <a:pt x="95893" y="92222"/>
                  <a:pt x="96367" y="92025"/>
                </a:cubicBezTo>
                <a:cubicBezTo>
                  <a:pt x="96840" y="91840"/>
                  <a:pt x="97271" y="91557"/>
                  <a:pt x="97634" y="91200"/>
                </a:cubicBezTo>
                <a:cubicBezTo>
                  <a:pt x="97997" y="90843"/>
                  <a:pt x="98285" y="90413"/>
                  <a:pt x="98482" y="89945"/>
                </a:cubicBezTo>
                <a:cubicBezTo>
                  <a:pt x="98677" y="89477"/>
                  <a:pt x="98779" y="88972"/>
                  <a:pt x="98779" y="88456"/>
                </a:cubicBezTo>
                <a:cubicBezTo>
                  <a:pt x="98779" y="87951"/>
                  <a:pt x="98677" y="87446"/>
                  <a:pt x="98482" y="86978"/>
                </a:cubicBezTo>
                <a:cubicBezTo>
                  <a:pt x="98285" y="86511"/>
                  <a:pt x="97997" y="86080"/>
                  <a:pt x="97634" y="85723"/>
                </a:cubicBezTo>
                <a:cubicBezTo>
                  <a:pt x="97271" y="85366"/>
                  <a:pt x="96840" y="85083"/>
                  <a:pt x="96367" y="84899"/>
                </a:cubicBezTo>
                <a:cubicBezTo>
                  <a:pt x="95893" y="84702"/>
                  <a:pt x="95388" y="84603"/>
                  <a:pt x="94878" y="84615"/>
                </a:cubicBezTo>
                <a:lnTo>
                  <a:pt x="70386" y="84615"/>
                </a:lnTo>
                <a:cubicBezTo>
                  <a:pt x="69757" y="80271"/>
                  <a:pt x="66051" y="76923"/>
                  <a:pt x="61540" y="76923"/>
                </a:cubicBezTo>
                <a:lnTo>
                  <a:pt x="53847" y="76923"/>
                </a:lnTo>
                <a:lnTo>
                  <a:pt x="53847" y="66437"/>
                </a:lnTo>
                <a:cubicBezTo>
                  <a:pt x="70421" y="64517"/>
                  <a:pt x="83338" y="50412"/>
                  <a:pt x="83338" y="33329"/>
                </a:cubicBezTo>
                <a:cubicBezTo>
                  <a:pt x="83338" y="14954"/>
                  <a:pt x="68382" y="0"/>
                  <a:pt x="50000" y="0"/>
                </a:cubicBezTo>
                <a:close/>
                <a:moveTo>
                  <a:pt x="61540" y="17945"/>
                </a:moveTo>
                <a:cubicBezTo>
                  <a:pt x="62524" y="17945"/>
                  <a:pt x="63508" y="18326"/>
                  <a:pt x="64259" y="19077"/>
                </a:cubicBezTo>
                <a:cubicBezTo>
                  <a:pt x="65762" y="20579"/>
                  <a:pt x="65760" y="23016"/>
                  <a:pt x="64259" y="24517"/>
                </a:cubicBezTo>
                <a:lnTo>
                  <a:pt x="52719" y="36050"/>
                </a:lnTo>
                <a:cubicBezTo>
                  <a:pt x="51968" y="36800"/>
                  <a:pt x="50985" y="37181"/>
                  <a:pt x="50000" y="37181"/>
                </a:cubicBezTo>
                <a:cubicBezTo>
                  <a:pt x="49016" y="37181"/>
                  <a:pt x="48032" y="36800"/>
                  <a:pt x="47280" y="36050"/>
                </a:cubicBezTo>
                <a:cubicBezTo>
                  <a:pt x="45778" y="34548"/>
                  <a:pt x="45778" y="32111"/>
                  <a:pt x="47280" y="30610"/>
                </a:cubicBezTo>
                <a:lnTo>
                  <a:pt x="58820" y="19077"/>
                </a:lnTo>
                <a:cubicBezTo>
                  <a:pt x="59572" y="18326"/>
                  <a:pt x="60556" y="17945"/>
                  <a:pt x="61540" y="1794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0" name="Белый — SVG 23">
            <a:extLst>
              <a:ext uri="{FF2B5EF4-FFF2-40B4-BE49-F238E27FC236}">
                <a16:creationId xmlns:a16="http://schemas.microsoft.com/office/drawing/2014/main" id="{C44DB901-2D6F-B642-A072-400D785B2A9F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35133 w 141772"/>
              <a:gd name="csY1" fmla="*/ 9662 h 141753"/>
              <a:gd name="csX2" fmla="*/ 35133 w 141772"/>
              <a:gd name="csY2" fmla="*/ 9662 h 141753"/>
              <a:gd name="csX3" fmla="*/ 0 w 141772"/>
              <a:gd name="csY3" fmla="*/ 70188 h 141753"/>
              <a:gd name="csX4" fmla="*/ 0 w 141772"/>
              <a:gd name="csY4" fmla="*/ 70239 h 141753"/>
              <a:gd name="csX5" fmla="*/ 0 w 141772"/>
              <a:gd name="csY5" fmla="*/ 70885 h 141753"/>
              <a:gd name="csX6" fmla="*/ 153 w 141772"/>
              <a:gd name="csY6" fmla="*/ 75631 h 141753"/>
              <a:gd name="csX7" fmla="*/ 630 w 141772"/>
              <a:gd name="csY7" fmla="*/ 80292 h 141753"/>
              <a:gd name="csX8" fmla="*/ 14649 w 141772"/>
              <a:gd name="csY8" fmla="*/ 113991 h 141753"/>
              <a:gd name="csX9" fmla="*/ 14768 w 141772"/>
              <a:gd name="csY9" fmla="*/ 114145 h 141753"/>
              <a:gd name="csX10" fmla="*/ 17371 w 141772"/>
              <a:gd name="csY10" fmla="*/ 117309 h 141753"/>
              <a:gd name="csX11" fmla="*/ 17728 w 141772"/>
              <a:gd name="csY11" fmla="*/ 117751 h 141753"/>
              <a:gd name="csX12" fmla="*/ 20314 w 141772"/>
              <a:gd name="csY12" fmla="*/ 120507 h 141753"/>
              <a:gd name="csX13" fmla="*/ 20927 w 141772"/>
              <a:gd name="csY13" fmla="*/ 121153 h 141753"/>
              <a:gd name="csX14" fmla="*/ 23530 w 141772"/>
              <a:gd name="csY14" fmla="*/ 123568 h 141753"/>
              <a:gd name="csX15" fmla="*/ 24346 w 141772"/>
              <a:gd name="csY15" fmla="*/ 124334 h 141753"/>
              <a:gd name="csX16" fmla="*/ 26694 w 141772"/>
              <a:gd name="csY16" fmla="*/ 126256 h 141753"/>
              <a:gd name="csX17" fmla="*/ 28004 w 141772"/>
              <a:gd name="csY17" fmla="*/ 127311 h 141753"/>
              <a:gd name="csX18" fmla="*/ 30063 w 141772"/>
              <a:gd name="csY18" fmla="*/ 128791 h 141753"/>
              <a:gd name="csX19" fmla="*/ 31781 w 141772"/>
              <a:gd name="csY19" fmla="*/ 130016 h 141753"/>
              <a:gd name="csX20" fmla="*/ 31832 w 141772"/>
              <a:gd name="csY20" fmla="*/ 130033 h 141753"/>
              <a:gd name="csX21" fmla="*/ 35745 w 141772"/>
              <a:gd name="csY21" fmla="*/ 132449 h 141753"/>
              <a:gd name="csX22" fmla="*/ 70895 w 141772"/>
              <a:gd name="csY22" fmla="*/ 141754 h 141753"/>
              <a:gd name="csX23" fmla="*/ 105670 w 141772"/>
              <a:gd name="csY23" fmla="*/ 132636 h 141753"/>
              <a:gd name="csX24" fmla="*/ 105772 w 141772"/>
              <a:gd name="csY24" fmla="*/ 132601 h 141753"/>
              <a:gd name="csX25" fmla="*/ 113479 w 141772"/>
              <a:gd name="csY25" fmla="*/ 127532 h 141753"/>
              <a:gd name="csX26" fmla="*/ 116933 w 141772"/>
              <a:gd name="csY26" fmla="*/ 124760 h 141753"/>
              <a:gd name="csX27" fmla="*/ 117069 w 141772"/>
              <a:gd name="csY27" fmla="*/ 124640 h 141753"/>
              <a:gd name="csX28" fmla="*/ 117086 w 141772"/>
              <a:gd name="csY28" fmla="*/ 124640 h 141753"/>
              <a:gd name="csX29" fmla="*/ 119383 w 141772"/>
              <a:gd name="csY29" fmla="*/ 122531 h 141753"/>
              <a:gd name="csX30" fmla="*/ 120591 w 141772"/>
              <a:gd name="csY30" fmla="*/ 121408 h 141753"/>
              <a:gd name="csX31" fmla="*/ 121918 w 141772"/>
              <a:gd name="csY31" fmla="*/ 120013 h 141753"/>
              <a:gd name="csX32" fmla="*/ 123875 w 141772"/>
              <a:gd name="csY32" fmla="*/ 117955 h 141753"/>
              <a:gd name="csX33" fmla="*/ 124402 w 141772"/>
              <a:gd name="csY33" fmla="*/ 117326 h 141753"/>
              <a:gd name="csX34" fmla="*/ 141773 w 141772"/>
              <a:gd name="csY34" fmla="*/ 70885 h 141753"/>
              <a:gd name="csX35" fmla="*/ 141773 w 141772"/>
              <a:gd name="csY35" fmla="*/ 70562 h 141753"/>
              <a:gd name="csX36" fmla="*/ 141773 w 141772"/>
              <a:gd name="csY36" fmla="*/ 70545 h 141753"/>
              <a:gd name="csX37" fmla="*/ 108375 w 141772"/>
              <a:gd name="csY37" fmla="*/ 10768 h 141753"/>
              <a:gd name="csX38" fmla="*/ 107270 w 141772"/>
              <a:gd name="csY38" fmla="*/ 9849 h 141753"/>
              <a:gd name="csX39" fmla="*/ 71201 w 141772"/>
              <a:gd name="csY39" fmla="*/ 0 h 141753"/>
              <a:gd name="csX40" fmla="*/ 71048 w 141772"/>
              <a:gd name="csY40" fmla="*/ 0 h 141753"/>
              <a:gd name="csX41" fmla="*/ 70895 w 141772"/>
              <a:gd name="csY41" fmla="*/ 0 h 141753"/>
              <a:gd name="csX42" fmla="*/ 36273 w 141772"/>
              <a:gd name="csY42" fmla="*/ 21570 h 141753"/>
              <a:gd name="csX43" fmla="*/ 57965 w 141772"/>
              <a:gd name="csY43" fmla="*/ 58467 h 141753"/>
              <a:gd name="csX44" fmla="*/ 57608 w 141772"/>
              <a:gd name="csY44" fmla="*/ 58825 h 141753"/>
              <a:gd name="csX45" fmla="*/ 54052 w 141772"/>
              <a:gd name="csY45" fmla="*/ 65272 h 141753"/>
              <a:gd name="csX46" fmla="*/ 10957 w 141772"/>
              <a:gd name="csY46" fmla="*/ 64965 h 141753"/>
              <a:gd name="csX47" fmla="*/ 36273 w 141772"/>
              <a:gd name="csY47" fmla="*/ 21570 h 141753"/>
              <a:gd name="csX48" fmla="*/ 106215 w 141772"/>
              <a:gd name="csY48" fmla="*/ 22097 h 141753"/>
              <a:gd name="csX49" fmla="*/ 130867 w 141772"/>
              <a:gd name="csY49" fmla="*/ 65288 h 141753"/>
              <a:gd name="csX50" fmla="*/ 87806 w 141772"/>
              <a:gd name="csY50" fmla="*/ 65595 h 141753"/>
              <a:gd name="csX51" fmla="*/ 84437 w 141772"/>
              <a:gd name="csY51" fmla="*/ 59182 h 141753"/>
              <a:gd name="csX52" fmla="*/ 106215 w 141772"/>
              <a:gd name="csY52" fmla="*/ 22097 h 141753"/>
              <a:gd name="csX53" fmla="*/ 70895 w 141772"/>
              <a:gd name="csY53" fmla="*/ 63792 h 141753"/>
              <a:gd name="csX54" fmla="*/ 74655 w 141772"/>
              <a:gd name="csY54" fmla="*/ 64642 h 141753"/>
              <a:gd name="csX55" fmla="*/ 74927 w 141772"/>
              <a:gd name="csY55" fmla="*/ 64863 h 141753"/>
              <a:gd name="csX56" fmla="*/ 75267 w 141772"/>
              <a:gd name="csY56" fmla="*/ 64999 h 141753"/>
              <a:gd name="csX57" fmla="*/ 76220 w 141772"/>
              <a:gd name="csY57" fmla="*/ 65884 h 141753"/>
              <a:gd name="csX58" fmla="*/ 77973 w 141772"/>
              <a:gd name="csY58" fmla="*/ 70885 h 141753"/>
              <a:gd name="csX59" fmla="*/ 76220 w 141772"/>
              <a:gd name="csY59" fmla="*/ 75870 h 141753"/>
              <a:gd name="csX60" fmla="*/ 75404 w 141772"/>
              <a:gd name="csY60" fmla="*/ 76635 h 141753"/>
              <a:gd name="csX61" fmla="*/ 74263 w 141772"/>
              <a:gd name="csY61" fmla="*/ 77094 h 141753"/>
              <a:gd name="csX62" fmla="*/ 73617 w 141772"/>
              <a:gd name="csY62" fmla="*/ 77554 h 141753"/>
              <a:gd name="csX63" fmla="*/ 70895 w 141772"/>
              <a:gd name="csY63" fmla="*/ 77962 h 141753"/>
              <a:gd name="csX64" fmla="*/ 68105 w 141772"/>
              <a:gd name="csY64" fmla="*/ 77537 h 141753"/>
              <a:gd name="csX65" fmla="*/ 67271 w 141772"/>
              <a:gd name="csY65" fmla="*/ 76958 h 141753"/>
              <a:gd name="csX66" fmla="*/ 66284 w 141772"/>
              <a:gd name="csY66" fmla="*/ 76550 h 141753"/>
              <a:gd name="csX67" fmla="*/ 65553 w 141772"/>
              <a:gd name="csY67" fmla="*/ 75870 h 141753"/>
              <a:gd name="csX68" fmla="*/ 63800 w 141772"/>
              <a:gd name="csY68" fmla="*/ 70885 h 141753"/>
              <a:gd name="csX69" fmla="*/ 65553 w 141772"/>
              <a:gd name="csY69" fmla="*/ 65884 h 141753"/>
              <a:gd name="csX70" fmla="*/ 66199 w 141772"/>
              <a:gd name="csY70" fmla="*/ 65272 h 141753"/>
              <a:gd name="csX71" fmla="*/ 67782 w 141772"/>
              <a:gd name="csY71" fmla="*/ 64693 h 141753"/>
              <a:gd name="csX72" fmla="*/ 68547 w 141772"/>
              <a:gd name="csY72" fmla="*/ 64081 h 141753"/>
              <a:gd name="csX73" fmla="*/ 70895 w 141772"/>
              <a:gd name="csY73" fmla="*/ 63792 h 141753"/>
              <a:gd name="csX74" fmla="*/ 66999 w 141772"/>
              <a:gd name="csY74" fmla="*/ 88203 h 141753"/>
              <a:gd name="csX75" fmla="*/ 70895 w 141772"/>
              <a:gd name="csY75" fmla="*/ 88594 h 141753"/>
              <a:gd name="csX76" fmla="*/ 74468 w 141772"/>
              <a:gd name="csY76" fmla="*/ 88253 h 141753"/>
              <a:gd name="csX77" fmla="*/ 95769 w 141772"/>
              <a:gd name="csY77" fmla="*/ 125729 h 141753"/>
              <a:gd name="csX78" fmla="*/ 70895 w 141772"/>
              <a:gd name="csY78" fmla="*/ 131122 h 141753"/>
              <a:gd name="csX79" fmla="*/ 45749 w 141772"/>
              <a:gd name="csY79" fmla="*/ 125627 h 141753"/>
              <a:gd name="csX80" fmla="*/ 66999 w 141772"/>
              <a:gd name="csY80" fmla="*/ 88203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40826" y="7"/>
                  <a:pt x="32185" y="2490"/>
                  <a:pt x="24781" y="6822"/>
                </a:cubicBezTo>
                <a:lnTo>
                  <a:pt x="24781" y="6822"/>
                </a:lnTo>
                <a:cubicBezTo>
                  <a:pt x="10080" y="15413"/>
                  <a:pt x="192" y="31336"/>
                  <a:pt x="0" y="49514"/>
                </a:cubicBezTo>
                <a:cubicBezTo>
                  <a:pt x="0" y="49526"/>
                  <a:pt x="0" y="49538"/>
                  <a:pt x="0" y="49550"/>
                </a:cubicBezTo>
                <a:lnTo>
                  <a:pt x="0" y="50006"/>
                </a:lnTo>
                <a:cubicBezTo>
                  <a:pt x="0" y="51122"/>
                  <a:pt x="36" y="52238"/>
                  <a:pt x="108" y="53354"/>
                </a:cubicBezTo>
                <a:cubicBezTo>
                  <a:pt x="180" y="54458"/>
                  <a:pt x="300" y="55562"/>
                  <a:pt x="444" y="56641"/>
                </a:cubicBezTo>
                <a:cubicBezTo>
                  <a:pt x="1620" y="65509"/>
                  <a:pt x="5136" y="73644"/>
                  <a:pt x="10333" y="80411"/>
                </a:cubicBezTo>
                <a:cubicBezTo>
                  <a:pt x="10356" y="80448"/>
                  <a:pt x="10392" y="80484"/>
                  <a:pt x="10417" y="80520"/>
                </a:cubicBezTo>
                <a:cubicBezTo>
                  <a:pt x="11004" y="81287"/>
                  <a:pt x="11617" y="82019"/>
                  <a:pt x="12253" y="82752"/>
                </a:cubicBezTo>
                <a:cubicBezTo>
                  <a:pt x="12337" y="82847"/>
                  <a:pt x="12421" y="82967"/>
                  <a:pt x="12505" y="83063"/>
                </a:cubicBezTo>
                <a:cubicBezTo>
                  <a:pt x="13092" y="83736"/>
                  <a:pt x="13704" y="84371"/>
                  <a:pt x="14329" y="85007"/>
                </a:cubicBezTo>
                <a:cubicBezTo>
                  <a:pt x="14473" y="85163"/>
                  <a:pt x="14616" y="85307"/>
                  <a:pt x="14761" y="85463"/>
                </a:cubicBezTo>
                <a:cubicBezTo>
                  <a:pt x="15349" y="86051"/>
                  <a:pt x="15973" y="86615"/>
                  <a:pt x="16597" y="87166"/>
                </a:cubicBezTo>
                <a:cubicBezTo>
                  <a:pt x="16789" y="87347"/>
                  <a:pt x="16969" y="87527"/>
                  <a:pt x="17173" y="87707"/>
                </a:cubicBezTo>
                <a:cubicBezTo>
                  <a:pt x="17713" y="88175"/>
                  <a:pt x="18277" y="88619"/>
                  <a:pt x="18829" y="89062"/>
                </a:cubicBezTo>
                <a:cubicBezTo>
                  <a:pt x="19141" y="89315"/>
                  <a:pt x="19441" y="89567"/>
                  <a:pt x="19753" y="89807"/>
                </a:cubicBezTo>
                <a:cubicBezTo>
                  <a:pt x="20221" y="90166"/>
                  <a:pt x="20713" y="90503"/>
                  <a:pt x="21205" y="90850"/>
                </a:cubicBezTo>
                <a:cubicBezTo>
                  <a:pt x="21613" y="91138"/>
                  <a:pt x="22009" y="91439"/>
                  <a:pt x="22417" y="91715"/>
                </a:cubicBezTo>
                <a:cubicBezTo>
                  <a:pt x="22429" y="91715"/>
                  <a:pt x="22441" y="91727"/>
                  <a:pt x="22453" y="91727"/>
                </a:cubicBezTo>
                <a:cubicBezTo>
                  <a:pt x="23353" y="92326"/>
                  <a:pt x="24277" y="92890"/>
                  <a:pt x="25213" y="93431"/>
                </a:cubicBezTo>
                <a:cubicBezTo>
                  <a:pt x="32522" y="97618"/>
                  <a:pt x="40994" y="99994"/>
                  <a:pt x="50006" y="99994"/>
                </a:cubicBezTo>
                <a:cubicBezTo>
                  <a:pt x="58911" y="99994"/>
                  <a:pt x="67299" y="97654"/>
                  <a:pt x="74535" y="93563"/>
                </a:cubicBezTo>
                <a:cubicBezTo>
                  <a:pt x="74559" y="93563"/>
                  <a:pt x="74583" y="93551"/>
                  <a:pt x="74607" y="93538"/>
                </a:cubicBezTo>
                <a:cubicBezTo>
                  <a:pt x="76516" y="92471"/>
                  <a:pt x="78328" y="91259"/>
                  <a:pt x="80043" y="89962"/>
                </a:cubicBezTo>
                <a:cubicBezTo>
                  <a:pt x="80883" y="89339"/>
                  <a:pt x="81699" y="88679"/>
                  <a:pt x="82480" y="88007"/>
                </a:cubicBezTo>
                <a:cubicBezTo>
                  <a:pt x="82516" y="87983"/>
                  <a:pt x="82552" y="87958"/>
                  <a:pt x="82576" y="87923"/>
                </a:cubicBezTo>
                <a:lnTo>
                  <a:pt x="82588" y="87923"/>
                </a:lnTo>
                <a:cubicBezTo>
                  <a:pt x="83140" y="87443"/>
                  <a:pt x="83667" y="86939"/>
                  <a:pt x="84208" y="86435"/>
                </a:cubicBezTo>
                <a:cubicBezTo>
                  <a:pt x="84484" y="86171"/>
                  <a:pt x="84784" y="85919"/>
                  <a:pt x="85060" y="85643"/>
                </a:cubicBezTo>
                <a:cubicBezTo>
                  <a:pt x="85384" y="85319"/>
                  <a:pt x="85684" y="84995"/>
                  <a:pt x="85996" y="84659"/>
                </a:cubicBezTo>
                <a:cubicBezTo>
                  <a:pt x="86464" y="84179"/>
                  <a:pt x="86932" y="83699"/>
                  <a:pt x="87376" y="83207"/>
                </a:cubicBezTo>
                <a:cubicBezTo>
                  <a:pt x="87508" y="83063"/>
                  <a:pt x="87628" y="82907"/>
                  <a:pt x="87748" y="82764"/>
                </a:cubicBezTo>
                <a:cubicBezTo>
                  <a:pt x="95381" y="73980"/>
                  <a:pt x="100001" y="62521"/>
                  <a:pt x="100001" y="50006"/>
                </a:cubicBezTo>
                <a:lnTo>
                  <a:pt x="100001" y="49778"/>
                </a:lnTo>
                <a:lnTo>
                  <a:pt x="100001" y="49766"/>
                </a:lnTo>
                <a:cubicBezTo>
                  <a:pt x="99929" y="31983"/>
                  <a:pt x="90532" y="16373"/>
                  <a:pt x="76443" y="7602"/>
                </a:cubicBezTo>
                <a:cubicBezTo>
                  <a:pt x="76215" y="7362"/>
                  <a:pt x="75964" y="7134"/>
                  <a:pt x="75664" y="6954"/>
                </a:cubicBezTo>
                <a:cubicBezTo>
                  <a:pt x="67971" y="2406"/>
                  <a:pt x="59175" y="7"/>
                  <a:pt x="50222" y="7"/>
                </a:cubicBezTo>
                <a:cubicBezTo>
                  <a:pt x="50186" y="7"/>
                  <a:pt x="50150" y="7"/>
                  <a:pt x="50114" y="7"/>
                </a:cubicBezTo>
                <a:cubicBezTo>
                  <a:pt x="50078" y="7"/>
                  <a:pt x="50042" y="7"/>
                  <a:pt x="50006" y="7"/>
                </a:cubicBezTo>
                <a:close/>
                <a:moveTo>
                  <a:pt x="25585" y="15221"/>
                </a:moveTo>
                <a:lnTo>
                  <a:pt x="40886" y="41247"/>
                </a:lnTo>
                <a:cubicBezTo>
                  <a:pt x="40802" y="41331"/>
                  <a:pt x="40717" y="41415"/>
                  <a:pt x="40634" y="41499"/>
                </a:cubicBezTo>
                <a:cubicBezTo>
                  <a:pt x="39434" y="42843"/>
                  <a:pt x="38630" y="44415"/>
                  <a:pt x="38126" y="46047"/>
                </a:cubicBezTo>
                <a:lnTo>
                  <a:pt x="7729" y="45830"/>
                </a:lnTo>
                <a:cubicBezTo>
                  <a:pt x="8964" y="33159"/>
                  <a:pt x="15721" y="22156"/>
                  <a:pt x="25585" y="15221"/>
                </a:cubicBezTo>
                <a:close/>
                <a:moveTo>
                  <a:pt x="74920" y="15593"/>
                </a:moveTo>
                <a:cubicBezTo>
                  <a:pt x="84567" y="22577"/>
                  <a:pt x="91156" y="33496"/>
                  <a:pt x="92308" y="46058"/>
                </a:cubicBezTo>
                <a:lnTo>
                  <a:pt x="61935" y="46275"/>
                </a:lnTo>
                <a:cubicBezTo>
                  <a:pt x="61467" y="44654"/>
                  <a:pt x="60699" y="43107"/>
                  <a:pt x="59558" y="41751"/>
                </a:cubicBezTo>
                <a:lnTo>
                  <a:pt x="74920" y="15593"/>
                </a:lnTo>
                <a:close/>
                <a:moveTo>
                  <a:pt x="50006" y="45003"/>
                </a:moveTo>
                <a:cubicBezTo>
                  <a:pt x="51194" y="45003"/>
                  <a:pt x="52010" y="45231"/>
                  <a:pt x="52658" y="45602"/>
                </a:cubicBezTo>
                <a:cubicBezTo>
                  <a:pt x="52730" y="45650"/>
                  <a:pt x="52778" y="45710"/>
                  <a:pt x="52850" y="45758"/>
                </a:cubicBezTo>
                <a:cubicBezTo>
                  <a:pt x="52934" y="45806"/>
                  <a:pt x="53006" y="45818"/>
                  <a:pt x="53090" y="45854"/>
                </a:cubicBezTo>
                <a:cubicBezTo>
                  <a:pt x="53343" y="46047"/>
                  <a:pt x="53559" y="46251"/>
                  <a:pt x="53762" y="46479"/>
                </a:cubicBezTo>
                <a:cubicBezTo>
                  <a:pt x="54531" y="47343"/>
                  <a:pt x="54999" y="48650"/>
                  <a:pt x="54999" y="50006"/>
                </a:cubicBezTo>
                <a:cubicBezTo>
                  <a:pt x="54999" y="51362"/>
                  <a:pt x="54531" y="52658"/>
                  <a:pt x="53762" y="53522"/>
                </a:cubicBezTo>
                <a:cubicBezTo>
                  <a:pt x="53595" y="53726"/>
                  <a:pt x="53391" y="53894"/>
                  <a:pt x="53187" y="54062"/>
                </a:cubicBezTo>
                <a:cubicBezTo>
                  <a:pt x="52910" y="54134"/>
                  <a:pt x="52647" y="54242"/>
                  <a:pt x="52382" y="54386"/>
                </a:cubicBezTo>
                <a:cubicBezTo>
                  <a:pt x="52214" y="54481"/>
                  <a:pt x="52070" y="54602"/>
                  <a:pt x="51926" y="54710"/>
                </a:cubicBezTo>
                <a:cubicBezTo>
                  <a:pt x="51399" y="54890"/>
                  <a:pt x="50798" y="54998"/>
                  <a:pt x="50006" y="54998"/>
                </a:cubicBezTo>
                <a:cubicBezTo>
                  <a:pt x="49190" y="54998"/>
                  <a:pt x="48566" y="54878"/>
                  <a:pt x="48038" y="54698"/>
                </a:cubicBezTo>
                <a:cubicBezTo>
                  <a:pt x="47858" y="54541"/>
                  <a:pt x="47666" y="54410"/>
                  <a:pt x="47450" y="54290"/>
                </a:cubicBezTo>
                <a:cubicBezTo>
                  <a:pt x="47222" y="54158"/>
                  <a:pt x="46994" y="54086"/>
                  <a:pt x="46754" y="54002"/>
                </a:cubicBezTo>
                <a:cubicBezTo>
                  <a:pt x="46574" y="53858"/>
                  <a:pt x="46394" y="53702"/>
                  <a:pt x="46238" y="53522"/>
                </a:cubicBezTo>
                <a:cubicBezTo>
                  <a:pt x="45470" y="52658"/>
                  <a:pt x="45002" y="51362"/>
                  <a:pt x="45002" y="50006"/>
                </a:cubicBezTo>
                <a:cubicBezTo>
                  <a:pt x="45002" y="48650"/>
                  <a:pt x="45470" y="47343"/>
                  <a:pt x="46238" y="46479"/>
                </a:cubicBezTo>
                <a:cubicBezTo>
                  <a:pt x="46382" y="46323"/>
                  <a:pt x="46538" y="46191"/>
                  <a:pt x="46694" y="46047"/>
                </a:cubicBezTo>
                <a:cubicBezTo>
                  <a:pt x="47078" y="45975"/>
                  <a:pt x="47450" y="45842"/>
                  <a:pt x="47811" y="45638"/>
                </a:cubicBezTo>
                <a:cubicBezTo>
                  <a:pt x="48014" y="45519"/>
                  <a:pt x="48170" y="45363"/>
                  <a:pt x="48350" y="45207"/>
                </a:cubicBezTo>
                <a:cubicBezTo>
                  <a:pt x="48818" y="45087"/>
                  <a:pt x="49346" y="45003"/>
                  <a:pt x="50006" y="45003"/>
                </a:cubicBezTo>
                <a:close/>
                <a:moveTo>
                  <a:pt x="47258" y="62221"/>
                </a:moveTo>
                <a:cubicBezTo>
                  <a:pt x="48134" y="62401"/>
                  <a:pt x="49058" y="62497"/>
                  <a:pt x="50006" y="62497"/>
                </a:cubicBezTo>
                <a:cubicBezTo>
                  <a:pt x="50870" y="62497"/>
                  <a:pt x="51722" y="62413"/>
                  <a:pt x="52527" y="62257"/>
                </a:cubicBezTo>
                <a:lnTo>
                  <a:pt x="67551" y="88691"/>
                </a:lnTo>
                <a:cubicBezTo>
                  <a:pt x="62211" y="91126"/>
                  <a:pt x="56283" y="92495"/>
                  <a:pt x="50006" y="92495"/>
                </a:cubicBezTo>
                <a:cubicBezTo>
                  <a:pt x="43646" y="92495"/>
                  <a:pt x="37658" y="91102"/>
                  <a:pt x="32269" y="88619"/>
                </a:cubicBezTo>
                <a:lnTo>
                  <a:pt x="47258" y="6222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1" name="Белый — SVG 24">
            <a:extLst>
              <a:ext uri="{FF2B5EF4-FFF2-40B4-BE49-F238E27FC236}">
                <a16:creationId xmlns:a16="http://schemas.microsoft.com/office/drawing/2014/main" id="{BC5C70F0-A9A5-7F4E-A852-90B6D8A45306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122275 w 127600"/>
              <a:gd name="csY0" fmla="*/ 24802 h 147928"/>
              <a:gd name="csX1" fmla="*/ 67611 w 127600"/>
              <a:gd name="csY1" fmla="*/ 1616 h 147928"/>
              <a:gd name="csX2" fmla="*/ 63800 w 127600"/>
              <a:gd name="csY2" fmla="*/ 0 h 147928"/>
              <a:gd name="csX3" fmla="*/ 63800 w 127600"/>
              <a:gd name="csY3" fmla="*/ 0 h 147928"/>
              <a:gd name="csX4" fmla="*/ 59989 w 127600"/>
              <a:gd name="csY4" fmla="*/ 1599 h 147928"/>
              <a:gd name="csX5" fmla="*/ 5308 w 127600"/>
              <a:gd name="csY5" fmla="*/ 24802 h 147928"/>
              <a:gd name="csX6" fmla="*/ 0 w 127600"/>
              <a:gd name="csY6" fmla="*/ 30127 h 147928"/>
              <a:gd name="csX7" fmla="*/ 0 w 127600"/>
              <a:gd name="csY7" fmla="*/ 62022 h 147928"/>
              <a:gd name="csX8" fmla="*/ 61742 w 127600"/>
              <a:gd name="csY8" fmla="*/ 147503 h 147928"/>
              <a:gd name="csX9" fmla="*/ 63800 w 127600"/>
              <a:gd name="csY9" fmla="*/ 147929 h 147928"/>
              <a:gd name="csX10" fmla="*/ 65859 w 127600"/>
              <a:gd name="csY10" fmla="*/ 147503 h 147928"/>
              <a:gd name="csX11" fmla="*/ 127601 w 127600"/>
              <a:gd name="csY11" fmla="*/ 62022 h 147928"/>
              <a:gd name="csX12" fmla="*/ 127601 w 127600"/>
              <a:gd name="csY12" fmla="*/ 30127 h 147928"/>
              <a:gd name="csX13" fmla="*/ 122275 w 127600"/>
              <a:gd name="csY13" fmla="*/ 24802 h 147928"/>
              <a:gd name="csX14" fmla="*/ 87942 w 127600"/>
              <a:gd name="csY14" fmla="*/ 74849 h 147928"/>
              <a:gd name="csX15" fmla="*/ 65042 w 127600"/>
              <a:gd name="csY15" fmla="*/ 108412 h 147928"/>
              <a:gd name="csX16" fmla="*/ 62167 w 127600"/>
              <a:gd name="csY16" fmla="*/ 109875 h 147928"/>
              <a:gd name="csX17" fmla="*/ 61078 w 127600"/>
              <a:gd name="csY17" fmla="*/ 109688 h 147928"/>
              <a:gd name="csX18" fmla="*/ 58628 w 127600"/>
              <a:gd name="csY18" fmla="*/ 106319 h 147928"/>
              <a:gd name="csX19" fmla="*/ 58662 w 127600"/>
              <a:gd name="csY19" fmla="*/ 82266 h 147928"/>
              <a:gd name="csX20" fmla="*/ 41819 w 127600"/>
              <a:gd name="csY20" fmla="*/ 79544 h 147928"/>
              <a:gd name="csX21" fmla="*/ 39233 w 127600"/>
              <a:gd name="csY21" fmla="*/ 77349 h 147928"/>
              <a:gd name="csX22" fmla="*/ 39675 w 127600"/>
              <a:gd name="csY22" fmla="*/ 73981 h 147928"/>
              <a:gd name="csX23" fmla="*/ 62541 w 127600"/>
              <a:gd name="csY23" fmla="*/ 40214 h 147928"/>
              <a:gd name="csX24" fmla="*/ 62745 w 127600"/>
              <a:gd name="csY24" fmla="*/ 39976 h 147928"/>
              <a:gd name="csX25" fmla="*/ 63375 w 127600"/>
              <a:gd name="csY25" fmla="*/ 39381 h 147928"/>
              <a:gd name="csX26" fmla="*/ 65161 w 127600"/>
              <a:gd name="csY26" fmla="*/ 38734 h 147928"/>
              <a:gd name="csX27" fmla="*/ 65434 w 127600"/>
              <a:gd name="csY27" fmla="*/ 38717 h 147928"/>
              <a:gd name="csX28" fmla="*/ 65485 w 127600"/>
              <a:gd name="csY28" fmla="*/ 38717 h 147928"/>
              <a:gd name="csX29" fmla="*/ 68989 w 127600"/>
              <a:gd name="csY29" fmla="*/ 42273 h 147928"/>
              <a:gd name="csX30" fmla="*/ 68972 w 127600"/>
              <a:gd name="csY30" fmla="*/ 42528 h 147928"/>
              <a:gd name="csX31" fmla="*/ 68938 w 127600"/>
              <a:gd name="csY31" fmla="*/ 66564 h 147928"/>
              <a:gd name="csX32" fmla="*/ 85782 w 127600"/>
              <a:gd name="csY32" fmla="*/ 69303 h 147928"/>
              <a:gd name="csX33" fmla="*/ 88368 w 127600"/>
              <a:gd name="csY33" fmla="*/ 71498 h 147928"/>
              <a:gd name="csX34" fmla="*/ 87942 w 127600"/>
              <a:gd name="csY34" fmla="*/ 74849 h 147928"/>
            </a:gdLst>
            <a:ahLst/>
            <a:cxnLst/>
            <a:rect l="l" t="t" r="r" b="b"/>
            <a:pathLst>
              <a:path w="100000" h="100000">
                <a:moveTo>
                  <a:pt x="89529" y="16766"/>
                </a:moveTo>
                <a:cubicBezTo>
                  <a:pt x="68137" y="16766"/>
                  <a:pt x="52726" y="1242"/>
                  <a:pt x="52576" y="1092"/>
                </a:cubicBezTo>
                <a:cubicBezTo>
                  <a:pt x="51910" y="391"/>
                  <a:pt x="50978" y="0"/>
                  <a:pt x="50000" y="0"/>
                </a:cubicBezTo>
                <a:lnTo>
                  <a:pt x="50000" y="0"/>
                </a:lnTo>
                <a:cubicBezTo>
                  <a:pt x="49034" y="0"/>
                  <a:pt x="48102" y="391"/>
                  <a:pt x="47424" y="1081"/>
                </a:cubicBezTo>
                <a:cubicBezTo>
                  <a:pt x="47274" y="1242"/>
                  <a:pt x="31863" y="16766"/>
                  <a:pt x="10459" y="16766"/>
                </a:cubicBezTo>
                <a:cubicBezTo>
                  <a:pt x="8481" y="16766"/>
                  <a:pt x="6871" y="18377"/>
                  <a:pt x="6871" y="20366"/>
                </a:cubicBezTo>
                <a:lnTo>
                  <a:pt x="6871" y="41927"/>
                </a:lnTo>
                <a:cubicBezTo>
                  <a:pt x="6871" y="68606"/>
                  <a:pt x="20914" y="88052"/>
                  <a:pt x="48609" y="99713"/>
                </a:cubicBezTo>
                <a:cubicBezTo>
                  <a:pt x="49045" y="99908"/>
                  <a:pt x="49529" y="100001"/>
                  <a:pt x="50000" y="100001"/>
                </a:cubicBezTo>
                <a:cubicBezTo>
                  <a:pt x="50472" y="100001"/>
                  <a:pt x="50955" y="99908"/>
                  <a:pt x="51392" y="99713"/>
                </a:cubicBezTo>
                <a:cubicBezTo>
                  <a:pt x="79086" y="88052"/>
                  <a:pt x="93130" y="68606"/>
                  <a:pt x="93130" y="41927"/>
                </a:cubicBezTo>
                <a:lnTo>
                  <a:pt x="93130" y="20366"/>
                </a:lnTo>
                <a:cubicBezTo>
                  <a:pt x="93130" y="18377"/>
                  <a:pt x="91520" y="16766"/>
                  <a:pt x="89529" y="16766"/>
                </a:cubicBezTo>
                <a:close/>
                <a:moveTo>
                  <a:pt x="66320" y="50598"/>
                </a:moveTo>
                <a:lnTo>
                  <a:pt x="50840" y="73287"/>
                </a:lnTo>
                <a:cubicBezTo>
                  <a:pt x="50380" y="73919"/>
                  <a:pt x="49655" y="74276"/>
                  <a:pt x="48896" y="74276"/>
                </a:cubicBezTo>
                <a:cubicBezTo>
                  <a:pt x="48655" y="74276"/>
                  <a:pt x="48401" y="74230"/>
                  <a:pt x="48160" y="74150"/>
                </a:cubicBezTo>
                <a:cubicBezTo>
                  <a:pt x="47171" y="73827"/>
                  <a:pt x="46504" y="72907"/>
                  <a:pt x="46504" y="71872"/>
                </a:cubicBezTo>
                <a:lnTo>
                  <a:pt x="46527" y="55612"/>
                </a:lnTo>
                <a:lnTo>
                  <a:pt x="35141" y="53772"/>
                </a:lnTo>
                <a:cubicBezTo>
                  <a:pt x="34347" y="53611"/>
                  <a:pt x="33680" y="53047"/>
                  <a:pt x="33393" y="52288"/>
                </a:cubicBezTo>
                <a:cubicBezTo>
                  <a:pt x="33094" y="51530"/>
                  <a:pt x="33209" y="50667"/>
                  <a:pt x="33691" y="50011"/>
                </a:cubicBezTo>
                <a:lnTo>
                  <a:pt x="49149" y="27185"/>
                </a:lnTo>
                <a:cubicBezTo>
                  <a:pt x="49195" y="27127"/>
                  <a:pt x="49241" y="27070"/>
                  <a:pt x="49287" y="27024"/>
                </a:cubicBezTo>
                <a:cubicBezTo>
                  <a:pt x="49414" y="26863"/>
                  <a:pt x="49552" y="26737"/>
                  <a:pt x="49713" y="26622"/>
                </a:cubicBezTo>
                <a:cubicBezTo>
                  <a:pt x="50057" y="26380"/>
                  <a:pt x="50472" y="26219"/>
                  <a:pt x="50920" y="26184"/>
                </a:cubicBezTo>
                <a:cubicBezTo>
                  <a:pt x="50978" y="26173"/>
                  <a:pt x="51036" y="26173"/>
                  <a:pt x="51105" y="26173"/>
                </a:cubicBezTo>
                <a:lnTo>
                  <a:pt x="51139" y="26173"/>
                </a:lnTo>
                <a:cubicBezTo>
                  <a:pt x="52450" y="26196"/>
                  <a:pt x="53508" y="27254"/>
                  <a:pt x="53508" y="28577"/>
                </a:cubicBezTo>
                <a:cubicBezTo>
                  <a:pt x="53508" y="28634"/>
                  <a:pt x="53508" y="28692"/>
                  <a:pt x="53496" y="28749"/>
                </a:cubicBezTo>
                <a:lnTo>
                  <a:pt x="53473" y="44998"/>
                </a:lnTo>
                <a:lnTo>
                  <a:pt x="64860" y="46849"/>
                </a:lnTo>
                <a:cubicBezTo>
                  <a:pt x="65654" y="47010"/>
                  <a:pt x="66320" y="47562"/>
                  <a:pt x="66608" y="48333"/>
                </a:cubicBezTo>
                <a:cubicBezTo>
                  <a:pt x="66907" y="49091"/>
                  <a:pt x="66792" y="49943"/>
                  <a:pt x="66320" y="5059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2" name="Белый — SVG 25">
            <a:extLst>
              <a:ext uri="{FF2B5EF4-FFF2-40B4-BE49-F238E27FC236}">
                <a16:creationId xmlns:a16="http://schemas.microsoft.com/office/drawing/2014/main" id="{572CCF2B-545D-FC42-8F82-D23E1913CF6F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37225 w 127600"/>
              <a:gd name="csY0" fmla="*/ 0 h 127583"/>
              <a:gd name="csX1" fmla="*/ 21267 w 127600"/>
              <a:gd name="csY1" fmla="*/ 15956 h 127583"/>
              <a:gd name="csX2" fmla="*/ 15958 w 127600"/>
              <a:gd name="csY2" fmla="*/ 15956 h 127583"/>
              <a:gd name="csX3" fmla="*/ 15958 w 127600"/>
              <a:gd name="csY3" fmla="*/ 26572 h 127583"/>
              <a:gd name="csX4" fmla="*/ 21267 w 127600"/>
              <a:gd name="csY4" fmla="*/ 26572 h 127583"/>
              <a:gd name="csX5" fmla="*/ 21267 w 127600"/>
              <a:gd name="csY5" fmla="*/ 42528 h 127583"/>
              <a:gd name="csX6" fmla="*/ 10633 w 127600"/>
              <a:gd name="csY6" fmla="*/ 42528 h 127583"/>
              <a:gd name="csX7" fmla="*/ 10633 w 127600"/>
              <a:gd name="csY7" fmla="*/ 47835 h 127583"/>
              <a:gd name="csX8" fmla="*/ 10633 w 127600"/>
              <a:gd name="csY8" fmla="*/ 58484 h 127583"/>
              <a:gd name="csX9" fmla="*/ 0 w 127600"/>
              <a:gd name="csY9" fmla="*/ 58484 h 127583"/>
              <a:gd name="csX10" fmla="*/ 0 w 127600"/>
              <a:gd name="csY10" fmla="*/ 101012 h 127583"/>
              <a:gd name="csX11" fmla="*/ 10633 w 127600"/>
              <a:gd name="csY11" fmla="*/ 101012 h 127583"/>
              <a:gd name="csX12" fmla="*/ 10633 w 127600"/>
              <a:gd name="csY12" fmla="*/ 116951 h 127583"/>
              <a:gd name="csX13" fmla="*/ 26575 w 127600"/>
              <a:gd name="csY13" fmla="*/ 116951 h 127583"/>
              <a:gd name="csX14" fmla="*/ 26575 w 127600"/>
              <a:gd name="csY14" fmla="*/ 127583 h 127583"/>
              <a:gd name="csX15" fmla="*/ 37225 w 127600"/>
              <a:gd name="csY15" fmla="*/ 127583 h 127583"/>
              <a:gd name="csX16" fmla="*/ 37225 w 127600"/>
              <a:gd name="csY16" fmla="*/ 116951 h 127583"/>
              <a:gd name="csX17" fmla="*/ 90375 w 127600"/>
              <a:gd name="csY17" fmla="*/ 116951 h 127583"/>
              <a:gd name="csX18" fmla="*/ 90375 w 127600"/>
              <a:gd name="csY18" fmla="*/ 127583 h 127583"/>
              <a:gd name="csX19" fmla="*/ 101025 w 127600"/>
              <a:gd name="csY19" fmla="*/ 127583 h 127583"/>
              <a:gd name="csX20" fmla="*/ 101025 w 127600"/>
              <a:gd name="csY20" fmla="*/ 116951 h 127583"/>
              <a:gd name="csX21" fmla="*/ 116967 w 127600"/>
              <a:gd name="csY21" fmla="*/ 116951 h 127583"/>
              <a:gd name="csX22" fmla="*/ 116967 w 127600"/>
              <a:gd name="csY22" fmla="*/ 101012 h 127583"/>
              <a:gd name="csX23" fmla="*/ 127601 w 127600"/>
              <a:gd name="csY23" fmla="*/ 101012 h 127583"/>
              <a:gd name="csX24" fmla="*/ 127601 w 127600"/>
              <a:gd name="csY24" fmla="*/ 58484 h 127583"/>
              <a:gd name="csX25" fmla="*/ 116967 w 127600"/>
              <a:gd name="csY25" fmla="*/ 58484 h 127583"/>
              <a:gd name="csX26" fmla="*/ 116967 w 127600"/>
              <a:gd name="csY26" fmla="*/ 42528 h 127583"/>
              <a:gd name="csX27" fmla="*/ 106334 w 127600"/>
              <a:gd name="csY27" fmla="*/ 42528 h 127583"/>
              <a:gd name="csX28" fmla="*/ 106334 w 127600"/>
              <a:gd name="csY28" fmla="*/ 26572 h 127583"/>
              <a:gd name="csX29" fmla="*/ 111642 w 127600"/>
              <a:gd name="csY29" fmla="*/ 26572 h 127583"/>
              <a:gd name="csX30" fmla="*/ 111642 w 127600"/>
              <a:gd name="csY30" fmla="*/ 15956 h 127583"/>
              <a:gd name="csX31" fmla="*/ 106334 w 127600"/>
              <a:gd name="csY31" fmla="*/ 15956 h 127583"/>
              <a:gd name="csX32" fmla="*/ 90375 w 127600"/>
              <a:gd name="csY32" fmla="*/ 0 h 127583"/>
              <a:gd name="csX33" fmla="*/ 74434 w 127600"/>
              <a:gd name="csY33" fmla="*/ 15956 h 127583"/>
              <a:gd name="csX34" fmla="*/ 69109 w 127600"/>
              <a:gd name="csY34" fmla="*/ 15956 h 127583"/>
              <a:gd name="csX35" fmla="*/ 69109 w 127600"/>
              <a:gd name="csY35" fmla="*/ 26572 h 127583"/>
              <a:gd name="csX36" fmla="*/ 74434 w 127600"/>
              <a:gd name="csY36" fmla="*/ 26572 h 127583"/>
              <a:gd name="csX37" fmla="*/ 74434 w 127600"/>
              <a:gd name="csY37" fmla="*/ 42528 h 127583"/>
              <a:gd name="csX38" fmla="*/ 53167 w 127600"/>
              <a:gd name="csY38" fmla="*/ 42528 h 127583"/>
              <a:gd name="csX39" fmla="*/ 53167 w 127600"/>
              <a:gd name="csY39" fmla="*/ 26572 h 127583"/>
              <a:gd name="csX40" fmla="*/ 58492 w 127600"/>
              <a:gd name="csY40" fmla="*/ 26572 h 127583"/>
              <a:gd name="csX41" fmla="*/ 58492 w 127600"/>
              <a:gd name="csY41" fmla="*/ 15956 h 127583"/>
              <a:gd name="csX42" fmla="*/ 53167 w 127600"/>
              <a:gd name="csY42" fmla="*/ 15956 h 127583"/>
              <a:gd name="csX43" fmla="*/ 37225 w 127600"/>
              <a:gd name="csY43" fmla="*/ 0 h 127583"/>
              <a:gd name="csX44" fmla="*/ 37225 w 127600"/>
              <a:gd name="csY44" fmla="*/ 10632 h 127583"/>
              <a:gd name="csX45" fmla="*/ 42534 w 127600"/>
              <a:gd name="csY45" fmla="*/ 15956 h 127583"/>
              <a:gd name="csX46" fmla="*/ 42534 w 127600"/>
              <a:gd name="csY46" fmla="*/ 42528 h 127583"/>
              <a:gd name="csX47" fmla="*/ 31900 w 127600"/>
              <a:gd name="csY47" fmla="*/ 42528 h 127583"/>
              <a:gd name="csX48" fmla="*/ 31900 w 127600"/>
              <a:gd name="csY48" fmla="*/ 15956 h 127583"/>
              <a:gd name="csX49" fmla="*/ 37225 w 127600"/>
              <a:gd name="csY49" fmla="*/ 10632 h 127583"/>
              <a:gd name="csX50" fmla="*/ 90375 w 127600"/>
              <a:gd name="csY50" fmla="*/ 10632 h 127583"/>
              <a:gd name="csX51" fmla="*/ 95700 w 127600"/>
              <a:gd name="csY51" fmla="*/ 15956 h 127583"/>
              <a:gd name="csX52" fmla="*/ 95700 w 127600"/>
              <a:gd name="csY52" fmla="*/ 42528 h 127583"/>
              <a:gd name="csX53" fmla="*/ 85067 w 127600"/>
              <a:gd name="csY53" fmla="*/ 42528 h 127583"/>
              <a:gd name="csX54" fmla="*/ 85067 w 127600"/>
              <a:gd name="csY54" fmla="*/ 15956 h 127583"/>
              <a:gd name="csX55" fmla="*/ 90375 w 127600"/>
              <a:gd name="csY55" fmla="*/ 10632 h 127583"/>
              <a:gd name="csX56" fmla="*/ 21267 w 127600"/>
              <a:gd name="csY56" fmla="*/ 53160 h 127583"/>
              <a:gd name="csX57" fmla="*/ 106334 w 127600"/>
              <a:gd name="csY57" fmla="*/ 53160 h 127583"/>
              <a:gd name="csX58" fmla="*/ 106334 w 127600"/>
              <a:gd name="csY58" fmla="*/ 106319 h 127583"/>
              <a:gd name="csX59" fmla="*/ 21267 w 127600"/>
              <a:gd name="csY59" fmla="*/ 106319 h 127583"/>
              <a:gd name="csX60" fmla="*/ 21267 w 127600"/>
              <a:gd name="csY60" fmla="*/ 53160 h 127583"/>
              <a:gd name="csX61" fmla="*/ 37225 w 127600"/>
              <a:gd name="csY61" fmla="*/ 63792 h 127583"/>
              <a:gd name="csX62" fmla="*/ 37225 w 127600"/>
              <a:gd name="csY62" fmla="*/ 95687 h 127583"/>
              <a:gd name="csX63" fmla="*/ 47842 w 127600"/>
              <a:gd name="csY63" fmla="*/ 95687 h 127583"/>
              <a:gd name="csX64" fmla="*/ 47842 w 127600"/>
              <a:gd name="csY64" fmla="*/ 63792 h 127583"/>
              <a:gd name="csX65" fmla="*/ 37225 w 127600"/>
              <a:gd name="csY65" fmla="*/ 63792 h 127583"/>
              <a:gd name="csX66" fmla="*/ 58492 w 127600"/>
              <a:gd name="csY66" fmla="*/ 63792 h 127583"/>
              <a:gd name="csX67" fmla="*/ 58492 w 127600"/>
              <a:gd name="csY67" fmla="*/ 95687 h 127583"/>
              <a:gd name="csX68" fmla="*/ 69109 w 127600"/>
              <a:gd name="csY68" fmla="*/ 95687 h 127583"/>
              <a:gd name="csX69" fmla="*/ 69109 w 127600"/>
              <a:gd name="csY69" fmla="*/ 63792 h 127583"/>
              <a:gd name="csX70" fmla="*/ 58492 w 127600"/>
              <a:gd name="csY70" fmla="*/ 63792 h 127583"/>
              <a:gd name="csX71" fmla="*/ 79759 w 127600"/>
              <a:gd name="csY71" fmla="*/ 63792 h 127583"/>
              <a:gd name="csX72" fmla="*/ 79759 w 127600"/>
              <a:gd name="csY72" fmla="*/ 95687 h 127583"/>
              <a:gd name="csX73" fmla="*/ 90375 w 127600"/>
              <a:gd name="csY73" fmla="*/ 95687 h 127583"/>
              <a:gd name="csX74" fmla="*/ 90375 w 127600"/>
              <a:gd name="csY74" fmla="*/ 63792 h 127583"/>
              <a:gd name="csX75" fmla="*/ 79759 w 127600"/>
              <a:gd name="csY75" fmla="*/ 63792 h 127583"/>
            </a:gdLst>
            <a:ahLst/>
            <a:cxnLst/>
            <a:rect l="l" t="t" r="r" b="b"/>
            <a:pathLst>
              <a:path w="100000" h="100000">
                <a:moveTo>
                  <a:pt x="29173" y="7"/>
                </a:moveTo>
                <a:cubicBezTo>
                  <a:pt x="22306" y="7"/>
                  <a:pt x="16667" y="5646"/>
                  <a:pt x="16667" y="12511"/>
                </a:cubicBezTo>
                <a:lnTo>
                  <a:pt x="12506" y="12511"/>
                </a:lnTo>
                <a:lnTo>
                  <a:pt x="12506" y="20831"/>
                </a:lnTo>
                <a:lnTo>
                  <a:pt x="16667" y="20831"/>
                </a:lnTo>
                <a:lnTo>
                  <a:pt x="16667" y="33336"/>
                </a:lnTo>
                <a:lnTo>
                  <a:pt x="8333" y="33336"/>
                </a:lnTo>
                <a:lnTo>
                  <a:pt x="8333" y="37495"/>
                </a:lnTo>
                <a:lnTo>
                  <a:pt x="8333" y="45841"/>
                </a:lnTo>
                <a:lnTo>
                  <a:pt x="0" y="45841"/>
                </a:lnTo>
                <a:lnTo>
                  <a:pt x="0" y="79170"/>
                </a:lnTo>
                <a:lnTo>
                  <a:pt x="8333" y="79170"/>
                </a:lnTo>
                <a:lnTo>
                  <a:pt x="8333" y="91661"/>
                </a:lnTo>
                <a:lnTo>
                  <a:pt x="20827" y="91661"/>
                </a:lnTo>
                <a:lnTo>
                  <a:pt x="20827" y="99993"/>
                </a:lnTo>
                <a:lnTo>
                  <a:pt x="29173" y="99993"/>
                </a:lnTo>
                <a:lnTo>
                  <a:pt x="29173" y="91661"/>
                </a:lnTo>
                <a:lnTo>
                  <a:pt x="70827" y="91661"/>
                </a:lnTo>
                <a:lnTo>
                  <a:pt x="70827" y="99993"/>
                </a:lnTo>
                <a:lnTo>
                  <a:pt x="79173" y="99993"/>
                </a:lnTo>
                <a:lnTo>
                  <a:pt x="79173" y="91661"/>
                </a:lnTo>
                <a:lnTo>
                  <a:pt x="91667" y="91661"/>
                </a:lnTo>
                <a:lnTo>
                  <a:pt x="91667" y="79170"/>
                </a:lnTo>
                <a:lnTo>
                  <a:pt x="100001" y="79170"/>
                </a:lnTo>
                <a:lnTo>
                  <a:pt x="100001" y="45841"/>
                </a:lnTo>
                <a:lnTo>
                  <a:pt x="91667" y="45841"/>
                </a:lnTo>
                <a:lnTo>
                  <a:pt x="91667" y="33336"/>
                </a:lnTo>
                <a:lnTo>
                  <a:pt x="83334" y="33336"/>
                </a:lnTo>
                <a:lnTo>
                  <a:pt x="83334" y="20831"/>
                </a:lnTo>
                <a:lnTo>
                  <a:pt x="87494" y="20831"/>
                </a:lnTo>
                <a:lnTo>
                  <a:pt x="87494" y="12511"/>
                </a:lnTo>
                <a:lnTo>
                  <a:pt x="83334" y="12511"/>
                </a:lnTo>
                <a:cubicBezTo>
                  <a:pt x="83334" y="5646"/>
                  <a:pt x="77694" y="7"/>
                  <a:pt x="70827" y="7"/>
                </a:cubicBezTo>
                <a:cubicBezTo>
                  <a:pt x="63973" y="7"/>
                  <a:pt x="58334" y="5646"/>
                  <a:pt x="58334" y="12511"/>
                </a:cubicBezTo>
                <a:lnTo>
                  <a:pt x="54161" y="12511"/>
                </a:lnTo>
                <a:lnTo>
                  <a:pt x="54161" y="20831"/>
                </a:lnTo>
                <a:lnTo>
                  <a:pt x="58334" y="20831"/>
                </a:lnTo>
                <a:lnTo>
                  <a:pt x="58334" y="33336"/>
                </a:lnTo>
                <a:lnTo>
                  <a:pt x="41667" y="33336"/>
                </a:lnTo>
                <a:lnTo>
                  <a:pt x="41667" y="20831"/>
                </a:lnTo>
                <a:lnTo>
                  <a:pt x="45840" y="20831"/>
                </a:lnTo>
                <a:lnTo>
                  <a:pt x="45840" y="12511"/>
                </a:lnTo>
                <a:lnTo>
                  <a:pt x="41667" y="12511"/>
                </a:lnTo>
                <a:cubicBezTo>
                  <a:pt x="41667" y="5646"/>
                  <a:pt x="36027" y="7"/>
                  <a:pt x="29173" y="7"/>
                </a:cubicBezTo>
                <a:close/>
                <a:moveTo>
                  <a:pt x="29173" y="8339"/>
                </a:moveTo>
                <a:cubicBezTo>
                  <a:pt x="31520" y="8339"/>
                  <a:pt x="33334" y="10152"/>
                  <a:pt x="33334" y="12511"/>
                </a:cubicBezTo>
                <a:lnTo>
                  <a:pt x="33334" y="33336"/>
                </a:lnTo>
                <a:lnTo>
                  <a:pt x="25000" y="33336"/>
                </a:lnTo>
                <a:lnTo>
                  <a:pt x="25000" y="12511"/>
                </a:lnTo>
                <a:cubicBezTo>
                  <a:pt x="25000" y="10152"/>
                  <a:pt x="26813" y="8339"/>
                  <a:pt x="29173" y="8339"/>
                </a:cubicBezTo>
                <a:close/>
                <a:moveTo>
                  <a:pt x="70827" y="8339"/>
                </a:moveTo>
                <a:cubicBezTo>
                  <a:pt x="73187" y="8339"/>
                  <a:pt x="75000" y="10152"/>
                  <a:pt x="75000" y="12511"/>
                </a:cubicBezTo>
                <a:lnTo>
                  <a:pt x="75000" y="33336"/>
                </a:lnTo>
                <a:lnTo>
                  <a:pt x="66667" y="33336"/>
                </a:lnTo>
                <a:lnTo>
                  <a:pt x="66667" y="12511"/>
                </a:lnTo>
                <a:cubicBezTo>
                  <a:pt x="66667" y="10152"/>
                  <a:pt x="68480" y="8339"/>
                  <a:pt x="70827" y="8339"/>
                </a:cubicBezTo>
                <a:close/>
                <a:moveTo>
                  <a:pt x="16667" y="41668"/>
                </a:moveTo>
                <a:lnTo>
                  <a:pt x="83334" y="41668"/>
                </a:lnTo>
                <a:lnTo>
                  <a:pt x="83334" y="83329"/>
                </a:lnTo>
                <a:lnTo>
                  <a:pt x="16667" y="83329"/>
                </a:lnTo>
                <a:lnTo>
                  <a:pt x="16667" y="41668"/>
                </a:lnTo>
                <a:close/>
                <a:moveTo>
                  <a:pt x="29173" y="50000"/>
                </a:moveTo>
                <a:lnTo>
                  <a:pt x="29173" y="74996"/>
                </a:lnTo>
                <a:lnTo>
                  <a:pt x="37494" y="74996"/>
                </a:lnTo>
                <a:lnTo>
                  <a:pt x="37494" y="50000"/>
                </a:lnTo>
                <a:lnTo>
                  <a:pt x="29173" y="50000"/>
                </a:lnTo>
                <a:close/>
                <a:moveTo>
                  <a:pt x="45840" y="50000"/>
                </a:moveTo>
                <a:lnTo>
                  <a:pt x="45840" y="74996"/>
                </a:lnTo>
                <a:lnTo>
                  <a:pt x="54161" y="74996"/>
                </a:lnTo>
                <a:lnTo>
                  <a:pt x="54161" y="50000"/>
                </a:lnTo>
                <a:lnTo>
                  <a:pt x="45840" y="50000"/>
                </a:lnTo>
                <a:close/>
                <a:moveTo>
                  <a:pt x="62507" y="50000"/>
                </a:moveTo>
                <a:lnTo>
                  <a:pt x="62507" y="74996"/>
                </a:lnTo>
                <a:lnTo>
                  <a:pt x="70827" y="74996"/>
                </a:lnTo>
                <a:lnTo>
                  <a:pt x="70827" y="50000"/>
                </a:lnTo>
                <a:lnTo>
                  <a:pt x="62507" y="5000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3" name="Белый — SVG 26">
            <a:extLst>
              <a:ext uri="{FF2B5EF4-FFF2-40B4-BE49-F238E27FC236}">
                <a16:creationId xmlns:a16="http://schemas.microsoft.com/office/drawing/2014/main" id="{E7CC7C2C-4E46-074E-9D1F-108A159F4F43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67986 w 136196"/>
              <a:gd name="csY0" fmla="*/ 2 h 156502"/>
              <a:gd name="csX1" fmla="*/ 65502 w 136196"/>
              <a:gd name="csY1" fmla="*/ 1193 h 156502"/>
              <a:gd name="csX2" fmla="*/ 46124 w 136196"/>
              <a:gd name="csY2" fmla="*/ 23817 h 156502"/>
              <a:gd name="csX3" fmla="*/ 10787 w 136196"/>
              <a:gd name="csY3" fmla="*/ 23817 h 156502"/>
              <a:gd name="csX4" fmla="*/ 10208 w 136196"/>
              <a:gd name="csY4" fmla="*/ 23766 h 156502"/>
              <a:gd name="csX5" fmla="*/ 9715 w 136196"/>
              <a:gd name="csY5" fmla="*/ 23817 h 156502"/>
              <a:gd name="csX6" fmla="*/ 3454 w 136196"/>
              <a:gd name="csY6" fmla="*/ 23817 h 156502"/>
              <a:gd name="csX7" fmla="*/ 459 w 136196"/>
              <a:gd name="csY7" fmla="*/ 25501 h 156502"/>
              <a:gd name="csX8" fmla="*/ 459 w 136196"/>
              <a:gd name="csY8" fmla="*/ 28938 h 156502"/>
              <a:gd name="csX9" fmla="*/ 3454 w 136196"/>
              <a:gd name="csY9" fmla="*/ 30622 h 156502"/>
              <a:gd name="csX10" fmla="*/ 6857 w 136196"/>
              <a:gd name="csY10" fmla="*/ 30622 h 156502"/>
              <a:gd name="csX11" fmla="*/ 6857 w 136196"/>
              <a:gd name="csY11" fmla="*/ 37426 h 156502"/>
              <a:gd name="csX12" fmla="*/ 8541 w 136196"/>
              <a:gd name="csY12" fmla="*/ 40420 h 156502"/>
              <a:gd name="csX13" fmla="*/ 11978 w 136196"/>
              <a:gd name="csY13" fmla="*/ 40420 h 156502"/>
              <a:gd name="csX14" fmla="*/ 13662 w 136196"/>
              <a:gd name="csY14" fmla="*/ 37426 h 156502"/>
              <a:gd name="csX15" fmla="*/ 13662 w 136196"/>
              <a:gd name="csY15" fmla="*/ 30622 h 156502"/>
              <a:gd name="csX16" fmla="*/ 16027 w 136196"/>
              <a:gd name="csY16" fmla="*/ 30622 h 156502"/>
              <a:gd name="csX17" fmla="*/ 44286 w 136196"/>
              <a:gd name="csY17" fmla="*/ 49453 h 156502"/>
              <a:gd name="csX18" fmla="*/ 44286 w 136196"/>
              <a:gd name="csY18" fmla="*/ 68046 h 156502"/>
              <a:gd name="csX19" fmla="*/ 10787 w 136196"/>
              <a:gd name="csY19" fmla="*/ 68046 h 156502"/>
              <a:gd name="csX20" fmla="*/ 10208 w 136196"/>
              <a:gd name="csY20" fmla="*/ 67995 h 156502"/>
              <a:gd name="csX21" fmla="*/ 9715 w 136196"/>
              <a:gd name="csY21" fmla="*/ 68046 h 156502"/>
              <a:gd name="csX22" fmla="*/ 3454 w 136196"/>
              <a:gd name="csY22" fmla="*/ 68046 h 156502"/>
              <a:gd name="csX23" fmla="*/ 459 w 136196"/>
              <a:gd name="csY23" fmla="*/ 69730 h 156502"/>
              <a:gd name="csX24" fmla="*/ 459 w 136196"/>
              <a:gd name="csY24" fmla="*/ 73167 h 156502"/>
              <a:gd name="csX25" fmla="*/ 3454 w 136196"/>
              <a:gd name="csY25" fmla="*/ 74851 h 156502"/>
              <a:gd name="csX26" fmla="*/ 6857 w 136196"/>
              <a:gd name="csY26" fmla="*/ 74851 h 156502"/>
              <a:gd name="csX27" fmla="*/ 6857 w 136196"/>
              <a:gd name="csY27" fmla="*/ 81655 h 156502"/>
              <a:gd name="csX28" fmla="*/ 8541 w 136196"/>
              <a:gd name="csY28" fmla="*/ 84649 h 156502"/>
              <a:gd name="csX29" fmla="*/ 11978 w 136196"/>
              <a:gd name="csY29" fmla="*/ 84649 h 156502"/>
              <a:gd name="csX30" fmla="*/ 13662 w 136196"/>
              <a:gd name="csY30" fmla="*/ 81655 h 156502"/>
              <a:gd name="csX31" fmla="*/ 13662 w 136196"/>
              <a:gd name="csY31" fmla="*/ 74851 h 156502"/>
              <a:gd name="csX32" fmla="*/ 16027 w 136196"/>
              <a:gd name="csY32" fmla="*/ 74851 h 156502"/>
              <a:gd name="csX33" fmla="*/ 44286 w 136196"/>
              <a:gd name="csY33" fmla="*/ 93682 h 156502"/>
              <a:gd name="csX34" fmla="*/ 44286 w 136196"/>
              <a:gd name="csY34" fmla="*/ 114572 h 156502"/>
              <a:gd name="csX35" fmla="*/ 17711 w 136196"/>
              <a:gd name="csY35" fmla="*/ 151095 h 156502"/>
              <a:gd name="csX36" fmla="*/ 17745 w 136196"/>
              <a:gd name="csY36" fmla="*/ 155143 h 156502"/>
              <a:gd name="csX37" fmla="*/ 21607 w 136196"/>
              <a:gd name="csY37" fmla="*/ 156300 h 156502"/>
              <a:gd name="csX38" fmla="*/ 68104 w 136196"/>
              <a:gd name="csY38" fmla="*/ 139714 h 156502"/>
              <a:gd name="csX39" fmla="*/ 114602 w 136196"/>
              <a:gd name="csY39" fmla="*/ 156300 h 156502"/>
              <a:gd name="csX40" fmla="*/ 118464 w 136196"/>
              <a:gd name="csY40" fmla="*/ 155143 h 156502"/>
              <a:gd name="csX41" fmla="*/ 118482 w 136196"/>
              <a:gd name="csY41" fmla="*/ 151095 h 156502"/>
              <a:gd name="csX42" fmla="*/ 91923 w 136196"/>
              <a:gd name="csY42" fmla="*/ 114572 h 156502"/>
              <a:gd name="csX43" fmla="*/ 91923 w 136196"/>
              <a:gd name="csY43" fmla="*/ 93682 h 156502"/>
              <a:gd name="csX44" fmla="*/ 120166 w 136196"/>
              <a:gd name="csY44" fmla="*/ 74851 h 156502"/>
              <a:gd name="csX45" fmla="*/ 122547 w 136196"/>
              <a:gd name="csY45" fmla="*/ 74851 h 156502"/>
              <a:gd name="csX46" fmla="*/ 122547 w 136196"/>
              <a:gd name="csY46" fmla="*/ 81655 h 156502"/>
              <a:gd name="csX47" fmla="*/ 124232 w 136196"/>
              <a:gd name="csY47" fmla="*/ 84649 h 156502"/>
              <a:gd name="csX48" fmla="*/ 127669 w 136196"/>
              <a:gd name="csY48" fmla="*/ 84649 h 156502"/>
              <a:gd name="csX49" fmla="*/ 129353 w 136196"/>
              <a:gd name="csY49" fmla="*/ 81655 h 156502"/>
              <a:gd name="csX50" fmla="*/ 129353 w 136196"/>
              <a:gd name="csY50" fmla="*/ 74851 h 156502"/>
              <a:gd name="csX51" fmla="*/ 132755 w 136196"/>
              <a:gd name="csY51" fmla="*/ 74851 h 156502"/>
              <a:gd name="csX52" fmla="*/ 135750 w 136196"/>
              <a:gd name="csY52" fmla="*/ 73167 h 156502"/>
              <a:gd name="csX53" fmla="*/ 135750 w 136196"/>
              <a:gd name="csY53" fmla="*/ 69730 h 156502"/>
              <a:gd name="csX54" fmla="*/ 132755 w 136196"/>
              <a:gd name="csY54" fmla="*/ 68046 h 156502"/>
              <a:gd name="csX55" fmla="*/ 126478 w 136196"/>
              <a:gd name="csY55" fmla="*/ 68046 h 156502"/>
              <a:gd name="csX56" fmla="*/ 125899 w 136196"/>
              <a:gd name="csY56" fmla="*/ 67995 h 156502"/>
              <a:gd name="csX57" fmla="*/ 125406 w 136196"/>
              <a:gd name="csY57" fmla="*/ 68046 h 156502"/>
              <a:gd name="csX58" fmla="*/ 91923 w 136196"/>
              <a:gd name="csY58" fmla="*/ 68046 h 156502"/>
              <a:gd name="csX59" fmla="*/ 91923 w 136196"/>
              <a:gd name="csY59" fmla="*/ 49453 h 156502"/>
              <a:gd name="csX60" fmla="*/ 120166 w 136196"/>
              <a:gd name="csY60" fmla="*/ 30622 h 156502"/>
              <a:gd name="csX61" fmla="*/ 122547 w 136196"/>
              <a:gd name="csY61" fmla="*/ 30622 h 156502"/>
              <a:gd name="csX62" fmla="*/ 122547 w 136196"/>
              <a:gd name="csY62" fmla="*/ 37426 h 156502"/>
              <a:gd name="csX63" fmla="*/ 124232 w 136196"/>
              <a:gd name="csY63" fmla="*/ 40420 h 156502"/>
              <a:gd name="csX64" fmla="*/ 127669 w 136196"/>
              <a:gd name="csY64" fmla="*/ 40420 h 156502"/>
              <a:gd name="csX65" fmla="*/ 129353 w 136196"/>
              <a:gd name="csY65" fmla="*/ 37426 h 156502"/>
              <a:gd name="csX66" fmla="*/ 129353 w 136196"/>
              <a:gd name="csY66" fmla="*/ 30622 h 156502"/>
              <a:gd name="csX67" fmla="*/ 132755 w 136196"/>
              <a:gd name="csY67" fmla="*/ 30622 h 156502"/>
              <a:gd name="csX68" fmla="*/ 135750 w 136196"/>
              <a:gd name="csY68" fmla="*/ 28938 h 156502"/>
              <a:gd name="csX69" fmla="*/ 135750 w 136196"/>
              <a:gd name="csY69" fmla="*/ 25501 h 156502"/>
              <a:gd name="csX70" fmla="*/ 132755 w 136196"/>
              <a:gd name="csY70" fmla="*/ 23817 h 156502"/>
              <a:gd name="csX71" fmla="*/ 126478 w 136196"/>
              <a:gd name="csY71" fmla="*/ 23817 h 156502"/>
              <a:gd name="csX72" fmla="*/ 125899 w 136196"/>
              <a:gd name="csY72" fmla="*/ 23766 h 156502"/>
              <a:gd name="csX73" fmla="*/ 125406 w 136196"/>
              <a:gd name="csY73" fmla="*/ 23817 h 156502"/>
              <a:gd name="csX74" fmla="*/ 90086 w 136196"/>
              <a:gd name="csY74" fmla="*/ 23817 h 156502"/>
              <a:gd name="csX75" fmla="*/ 70690 w 136196"/>
              <a:gd name="csY75" fmla="*/ 1193 h 156502"/>
              <a:gd name="csX76" fmla="*/ 67986 w 136196"/>
              <a:gd name="csY76" fmla="*/ 2 h 156502"/>
              <a:gd name="csX77" fmla="*/ 68104 w 136196"/>
              <a:gd name="csY77" fmla="*/ 8644 h 156502"/>
              <a:gd name="csX78" fmla="*/ 81120 w 136196"/>
              <a:gd name="csY78" fmla="*/ 23817 h 156502"/>
              <a:gd name="csX79" fmla="*/ 55073 w 136196"/>
              <a:gd name="csY79" fmla="*/ 23817 h 156502"/>
              <a:gd name="csX80" fmla="*/ 68104 w 136196"/>
              <a:gd name="csY80" fmla="*/ 8644 h 156502"/>
              <a:gd name="csX81" fmla="*/ 28293 w 136196"/>
              <a:gd name="csY81" fmla="*/ 30622 h 156502"/>
              <a:gd name="csX82" fmla="*/ 44286 w 136196"/>
              <a:gd name="csY82" fmla="*/ 30622 h 156502"/>
              <a:gd name="csX83" fmla="*/ 44286 w 136196"/>
              <a:gd name="csY83" fmla="*/ 41271 h 156502"/>
              <a:gd name="csX84" fmla="*/ 28293 w 136196"/>
              <a:gd name="csY84" fmla="*/ 30622 h 156502"/>
              <a:gd name="csX85" fmla="*/ 55447 w 136196"/>
              <a:gd name="csY85" fmla="*/ 30622 h 156502"/>
              <a:gd name="csX86" fmla="*/ 80746 w 136196"/>
              <a:gd name="csY86" fmla="*/ 30622 h 156502"/>
              <a:gd name="csX87" fmla="*/ 68104 w 136196"/>
              <a:gd name="csY87" fmla="*/ 44333 h 156502"/>
              <a:gd name="csX88" fmla="*/ 55447 w 136196"/>
              <a:gd name="csY88" fmla="*/ 30622 h 156502"/>
              <a:gd name="csX89" fmla="*/ 91923 w 136196"/>
              <a:gd name="csY89" fmla="*/ 30622 h 156502"/>
              <a:gd name="csX90" fmla="*/ 107916 w 136196"/>
              <a:gd name="csY90" fmla="*/ 30622 h 156502"/>
              <a:gd name="csX91" fmla="*/ 91923 w 136196"/>
              <a:gd name="csY91" fmla="*/ 41271 h 156502"/>
              <a:gd name="csX92" fmla="*/ 91923 w 136196"/>
              <a:gd name="csY92" fmla="*/ 30622 h 156502"/>
              <a:gd name="csX93" fmla="*/ 51091 w 136196"/>
              <a:gd name="csY93" fmla="*/ 35929 h 156502"/>
              <a:gd name="csX94" fmla="*/ 63477 w 136196"/>
              <a:gd name="csY94" fmla="*/ 49334 h 156502"/>
              <a:gd name="csX95" fmla="*/ 51091 w 136196"/>
              <a:gd name="csY95" fmla="*/ 62739 h 156502"/>
              <a:gd name="csX96" fmla="*/ 51091 w 136196"/>
              <a:gd name="csY96" fmla="*/ 35929 h 156502"/>
              <a:gd name="csX97" fmla="*/ 85118 w 136196"/>
              <a:gd name="csY97" fmla="*/ 35929 h 156502"/>
              <a:gd name="csX98" fmla="*/ 85118 w 136196"/>
              <a:gd name="csY98" fmla="*/ 62739 h 156502"/>
              <a:gd name="csX99" fmla="*/ 72732 w 136196"/>
              <a:gd name="csY99" fmla="*/ 49334 h 156502"/>
              <a:gd name="csX100" fmla="*/ 85118 w 136196"/>
              <a:gd name="csY100" fmla="*/ 35929 h 156502"/>
              <a:gd name="csX101" fmla="*/ 68104 w 136196"/>
              <a:gd name="csY101" fmla="*/ 54352 h 156502"/>
              <a:gd name="csX102" fmla="*/ 80746 w 136196"/>
              <a:gd name="csY102" fmla="*/ 68046 h 156502"/>
              <a:gd name="csX103" fmla="*/ 55464 w 136196"/>
              <a:gd name="csY103" fmla="*/ 68046 h 156502"/>
              <a:gd name="csX104" fmla="*/ 68104 w 136196"/>
              <a:gd name="csY104" fmla="*/ 54352 h 156502"/>
              <a:gd name="csX105" fmla="*/ 28293 w 136196"/>
              <a:gd name="csY105" fmla="*/ 74851 h 156502"/>
              <a:gd name="csX106" fmla="*/ 44286 w 136196"/>
              <a:gd name="csY106" fmla="*/ 74851 h 156502"/>
              <a:gd name="csX107" fmla="*/ 44286 w 136196"/>
              <a:gd name="csY107" fmla="*/ 85500 h 156502"/>
              <a:gd name="csX108" fmla="*/ 28293 w 136196"/>
              <a:gd name="csY108" fmla="*/ 74851 h 156502"/>
              <a:gd name="csX109" fmla="*/ 55464 w 136196"/>
              <a:gd name="csY109" fmla="*/ 74851 h 156502"/>
              <a:gd name="csX110" fmla="*/ 80746 w 136196"/>
              <a:gd name="csY110" fmla="*/ 74851 h 156502"/>
              <a:gd name="csX111" fmla="*/ 68104 w 136196"/>
              <a:gd name="csY111" fmla="*/ 88562 h 156502"/>
              <a:gd name="csX112" fmla="*/ 55464 w 136196"/>
              <a:gd name="csY112" fmla="*/ 74851 h 156502"/>
              <a:gd name="csX113" fmla="*/ 91923 w 136196"/>
              <a:gd name="csY113" fmla="*/ 74851 h 156502"/>
              <a:gd name="csX114" fmla="*/ 107916 w 136196"/>
              <a:gd name="csY114" fmla="*/ 74851 h 156502"/>
              <a:gd name="csX115" fmla="*/ 91923 w 136196"/>
              <a:gd name="csY115" fmla="*/ 85500 h 156502"/>
              <a:gd name="csX116" fmla="*/ 91923 w 136196"/>
              <a:gd name="csY116" fmla="*/ 74851 h 156502"/>
              <a:gd name="csX117" fmla="*/ 51091 w 136196"/>
              <a:gd name="csY117" fmla="*/ 80158 h 156502"/>
              <a:gd name="csX118" fmla="*/ 63477 w 136196"/>
              <a:gd name="csY118" fmla="*/ 93563 h 156502"/>
              <a:gd name="csX119" fmla="*/ 51091 w 136196"/>
              <a:gd name="csY119" fmla="*/ 106967 h 156502"/>
              <a:gd name="csX120" fmla="*/ 51091 w 136196"/>
              <a:gd name="csY120" fmla="*/ 80158 h 156502"/>
              <a:gd name="csX121" fmla="*/ 85118 w 136196"/>
              <a:gd name="csY121" fmla="*/ 80158 h 156502"/>
              <a:gd name="csX122" fmla="*/ 85118 w 136196"/>
              <a:gd name="csY122" fmla="*/ 106967 h 156502"/>
              <a:gd name="csX123" fmla="*/ 72732 w 136196"/>
              <a:gd name="csY123" fmla="*/ 93563 h 156502"/>
              <a:gd name="csX124" fmla="*/ 85118 w 136196"/>
              <a:gd name="csY124" fmla="*/ 80158 h 156502"/>
              <a:gd name="csX125" fmla="*/ 68104 w 136196"/>
              <a:gd name="csY125" fmla="*/ 98581 h 156502"/>
              <a:gd name="csX126" fmla="*/ 83791 w 136196"/>
              <a:gd name="csY126" fmla="*/ 115592 h 156502"/>
              <a:gd name="csX127" fmla="*/ 68104 w 136196"/>
              <a:gd name="csY127" fmla="*/ 131276 h 156502"/>
              <a:gd name="csX128" fmla="*/ 52401 w 136196"/>
              <a:gd name="csY128" fmla="*/ 115592 h 156502"/>
              <a:gd name="csX129" fmla="*/ 68104 w 136196"/>
              <a:gd name="csY129" fmla="*/ 98581 h 156502"/>
              <a:gd name="csX130" fmla="*/ 48097 w 136196"/>
              <a:gd name="csY130" fmla="*/ 120900 h 156502"/>
              <a:gd name="csX131" fmla="*/ 61895 w 136196"/>
              <a:gd name="csY131" fmla="*/ 134696 h 156502"/>
              <a:gd name="csX132" fmla="*/ 29705 w 136196"/>
              <a:gd name="csY132" fmla="*/ 146195 h 156502"/>
              <a:gd name="csX133" fmla="*/ 48097 w 136196"/>
              <a:gd name="csY133" fmla="*/ 120900 h 156502"/>
              <a:gd name="csX134" fmla="*/ 88113 w 136196"/>
              <a:gd name="csY134" fmla="*/ 120900 h 156502"/>
              <a:gd name="csX135" fmla="*/ 106504 w 136196"/>
              <a:gd name="csY135" fmla="*/ 146195 h 156502"/>
              <a:gd name="csX136" fmla="*/ 74315 w 136196"/>
              <a:gd name="csY136" fmla="*/ 134696 h 156502"/>
              <a:gd name="csX137" fmla="*/ 88113 w 136196"/>
              <a:gd name="csY137" fmla="*/ 120900 h 156502"/>
            </a:gdLst>
            <a:ahLst/>
            <a:cxnLst/>
            <a:rect l="l" t="t" r="r" b="b"/>
            <a:pathLst>
              <a:path w="100000" h="100000">
                <a:moveTo>
                  <a:pt x="49928" y="1"/>
                </a:moveTo>
                <a:cubicBezTo>
                  <a:pt x="49309" y="23"/>
                  <a:pt x="48743" y="295"/>
                  <a:pt x="48341" y="762"/>
                </a:cubicBezTo>
                <a:lnTo>
                  <a:pt x="35959" y="15218"/>
                </a:lnTo>
                <a:lnTo>
                  <a:pt x="13380" y="15218"/>
                </a:lnTo>
                <a:cubicBezTo>
                  <a:pt x="13249" y="15207"/>
                  <a:pt x="13130" y="15186"/>
                  <a:pt x="13010" y="15186"/>
                </a:cubicBezTo>
                <a:cubicBezTo>
                  <a:pt x="12901" y="15197"/>
                  <a:pt x="12793" y="15207"/>
                  <a:pt x="12695" y="15218"/>
                </a:cubicBezTo>
                <a:lnTo>
                  <a:pt x="8694" y="15218"/>
                </a:lnTo>
                <a:cubicBezTo>
                  <a:pt x="7912" y="15207"/>
                  <a:pt x="7183" y="15621"/>
                  <a:pt x="6781" y="16294"/>
                </a:cubicBezTo>
                <a:cubicBezTo>
                  <a:pt x="6390" y="16979"/>
                  <a:pt x="6390" y="17806"/>
                  <a:pt x="6781" y="18490"/>
                </a:cubicBezTo>
                <a:cubicBezTo>
                  <a:pt x="7183" y="19164"/>
                  <a:pt x="7912" y="19577"/>
                  <a:pt x="8694" y="19567"/>
                </a:cubicBezTo>
                <a:lnTo>
                  <a:pt x="10869" y="19567"/>
                </a:lnTo>
                <a:lnTo>
                  <a:pt x="10869" y="23914"/>
                </a:lnTo>
                <a:cubicBezTo>
                  <a:pt x="10858" y="24697"/>
                  <a:pt x="11260" y="25425"/>
                  <a:pt x="11945" y="25827"/>
                </a:cubicBezTo>
                <a:cubicBezTo>
                  <a:pt x="12618" y="26219"/>
                  <a:pt x="13456" y="26219"/>
                  <a:pt x="14141" y="25827"/>
                </a:cubicBezTo>
                <a:cubicBezTo>
                  <a:pt x="14815" y="25425"/>
                  <a:pt x="15228" y="24697"/>
                  <a:pt x="15217" y="23914"/>
                </a:cubicBezTo>
                <a:lnTo>
                  <a:pt x="15217" y="19567"/>
                </a:lnTo>
                <a:lnTo>
                  <a:pt x="16728" y="19567"/>
                </a:lnTo>
                <a:lnTo>
                  <a:pt x="34785" y="31599"/>
                </a:lnTo>
                <a:lnTo>
                  <a:pt x="34785" y="43479"/>
                </a:lnTo>
                <a:lnTo>
                  <a:pt x="13380" y="43479"/>
                </a:lnTo>
                <a:cubicBezTo>
                  <a:pt x="13249" y="43468"/>
                  <a:pt x="13130" y="43447"/>
                  <a:pt x="13010" y="43447"/>
                </a:cubicBezTo>
                <a:cubicBezTo>
                  <a:pt x="12901" y="43458"/>
                  <a:pt x="12793" y="43468"/>
                  <a:pt x="12695" y="43479"/>
                </a:cubicBezTo>
                <a:lnTo>
                  <a:pt x="8694" y="43479"/>
                </a:lnTo>
                <a:cubicBezTo>
                  <a:pt x="7912" y="43468"/>
                  <a:pt x="7183" y="43882"/>
                  <a:pt x="6781" y="44555"/>
                </a:cubicBezTo>
                <a:cubicBezTo>
                  <a:pt x="6390" y="45240"/>
                  <a:pt x="6390" y="46067"/>
                  <a:pt x="6781" y="46751"/>
                </a:cubicBezTo>
                <a:cubicBezTo>
                  <a:pt x="7183" y="47425"/>
                  <a:pt x="7912" y="47838"/>
                  <a:pt x="8694" y="47828"/>
                </a:cubicBezTo>
                <a:lnTo>
                  <a:pt x="10869" y="47828"/>
                </a:lnTo>
                <a:lnTo>
                  <a:pt x="10869" y="52175"/>
                </a:lnTo>
                <a:cubicBezTo>
                  <a:pt x="10858" y="52958"/>
                  <a:pt x="11260" y="53686"/>
                  <a:pt x="11945" y="54088"/>
                </a:cubicBezTo>
                <a:cubicBezTo>
                  <a:pt x="12618" y="54480"/>
                  <a:pt x="13456" y="54480"/>
                  <a:pt x="14141" y="54088"/>
                </a:cubicBezTo>
                <a:cubicBezTo>
                  <a:pt x="14815" y="53686"/>
                  <a:pt x="15228" y="52958"/>
                  <a:pt x="15217" y="52175"/>
                </a:cubicBezTo>
                <a:lnTo>
                  <a:pt x="15217" y="47828"/>
                </a:lnTo>
                <a:lnTo>
                  <a:pt x="16728" y="47828"/>
                </a:lnTo>
                <a:lnTo>
                  <a:pt x="34785" y="59860"/>
                </a:lnTo>
                <a:lnTo>
                  <a:pt x="34785" y="73208"/>
                </a:lnTo>
                <a:lnTo>
                  <a:pt x="17804" y="96545"/>
                </a:lnTo>
                <a:cubicBezTo>
                  <a:pt x="17239" y="97316"/>
                  <a:pt x="17250" y="98360"/>
                  <a:pt x="17826" y="99132"/>
                </a:cubicBezTo>
                <a:cubicBezTo>
                  <a:pt x="18402" y="99893"/>
                  <a:pt x="19391" y="100197"/>
                  <a:pt x="20294" y="99871"/>
                </a:cubicBezTo>
                <a:lnTo>
                  <a:pt x="50004" y="89273"/>
                </a:lnTo>
                <a:lnTo>
                  <a:pt x="79715" y="99871"/>
                </a:lnTo>
                <a:cubicBezTo>
                  <a:pt x="80607" y="100197"/>
                  <a:pt x="81607" y="99893"/>
                  <a:pt x="82182" y="99132"/>
                </a:cubicBezTo>
                <a:cubicBezTo>
                  <a:pt x="82748" y="98360"/>
                  <a:pt x="82759" y="97316"/>
                  <a:pt x="82194" y="96545"/>
                </a:cubicBezTo>
                <a:lnTo>
                  <a:pt x="65223" y="73208"/>
                </a:lnTo>
                <a:lnTo>
                  <a:pt x="65223" y="59860"/>
                </a:lnTo>
                <a:lnTo>
                  <a:pt x="83270" y="47828"/>
                </a:lnTo>
                <a:lnTo>
                  <a:pt x="84791" y="47828"/>
                </a:lnTo>
                <a:lnTo>
                  <a:pt x="84791" y="52175"/>
                </a:lnTo>
                <a:cubicBezTo>
                  <a:pt x="84781" y="52958"/>
                  <a:pt x="85183" y="53686"/>
                  <a:pt x="85868" y="54088"/>
                </a:cubicBezTo>
                <a:cubicBezTo>
                  <a:pt x="86542" y="54480"/>
                  <a:pt x="87379" y="54480"/>
                  <a:pt x="88064" y="54088"/>
                </a:cubicBezTo>
                <a:cubicBezTo>
                  <a:pt x="88738" y="53686"/>
                  <a:pt x="89151" y="52958"/>
                  <a:pt x="89140" y="52175"/>
                </a:cubicBezTo>
                <a:lnTo>
                  <a:pt x="89140" y="47828"/>
                </a:lnTo>
                <a:lnTo>
                  <a:pt x="91314" y="47828"/>
                </a:lnTo>
                <a:cubicBezTo>
                  <a:pt x="92097" y="47838"/>
                  <a:pt x="92825" y="47425"/>
                  <a:pt x="93228" y="46751"/>
                </a:cubicBezTo>
                <a:cubicBezTo>
                  <a:pt x="93608" y="46067"/>
                  <a:pt x="93608" y="45240"/>
                  <a:pt x="93228" y="44555"/>
                </a:cubicBezTo>
                <a:cubicBezTo>
                  <a:pt x="92825" y="43882"/>
                  <a:pt x="92097" y="43468"/>
                  <a:pt x="91314" y="43479"/>
                </a:cubicBezTo>
                <a:lnTo>
                  <a:pt x="87303" y="43479"/>
                </a:lnTo>
                <a:cubicBezTo>
                  <a:pt x="87173" y="43468"/>
                  <a:pt x="87053" y="43447"/>
                  <a:pt x="86933" y="43447"/>
                </a:cubicBezTo>
                <a:cubicBezTo>
                  <a:pt x="86824" y="43458"/>
                  <a:pt x="86716" y="43468"/>
                  <a:pt x="86618" y="43479"/>
                </a:cubicBezTo>
                <a:lnTo>
                  <a:pt x="65223" y="43479"/>
                </a:lnTo>
                <a:lnTo>
                  <a:pt x="65223" y="31599"/>
                </a:lnTo>
                <a:lnTo>
                  <a:pt x="83270" y="19567"/>
                </a:lnTo>
                <a:lnTo>
                  <a:pt x="84791" y="19567"/>
                </a:lnTo>
                <a:lnTo>
                  <a:pt x="84791" y="23914"/>
                </a:lnTo>
                <a:cubicBezTo>
                  <a:pt x="84781" y="24697"/>
                  <a:pt x="85183" y="25425"/>
                  <a:pt x="85868" y="25827"/>
                </a:cubicBezTo>
                <a:cubicBezTo>
                  <a:pt x="86542" y="26219"/>
                  <a:pt x="87379" y="26219"/>
                  <a:pt x="88064" y="25827"/>
                </a:cubicBezTo>
                <a:cubicBezTo>
                  <a:pt x="88738" y="25425"/>
                  <a:pt x="89151" y="24697"/>
                  <a:pt x="89140" y="23914"/>
                </a:cubicBezTo>
                <a:lnTo>
                  <a:pt x="89140" y="19567"/>
                </a:lnTo>
                <a:lnTo>
                  <a:pt x="91314" y="19567"/>
                </a:lnTo>
                <a:cubicBezTo>
                  <a:pt x="92097" y="19577"/>
                  <a:pt x="92825" y="19164"/>
                  <a:pt x="93228" y="18490"/>
                </a:cubicBezTo>
                <a:cubicBezTo>
                  <a:pt x="93608" y="17806"/>
                  <a:pt x="93608" y="16979"/>
                  <a:pt x="93228" y="16294"/>
                </a:cubicBezTo>
                <a:cubicBezTo>
                  <a:pt x="92825" y="15621"/>
                  <a:pt x="92097" y="15207"/>
                  <a:pt x="91314" y="15218"/>
                </a:cubicBezTo>
                <a:lnTo>
                  <a:pt x="87303" y="15218"/>
                </a:lnTo>
                <a:cubicBezTo>
                  <a:pt x="87173" y="15207"/>
                  <a:pt x="87053" y="15186"/>
                  <a:pt x="86933" y="15186"/>
                </a:cubicBezTo>
                <a:cubicBezTo>
                  <a:pt x="86824" y="15197"/>
                  <a:pt x="86716" y="15207"/>
                  <a:pt x="86618" y="15218"/>
                </a:cubicBezTo>
                <a:lnTo>
                  <a:pt x="64050" y="15218"/>
                </a:lnTo>
                <a:lnTo>
                  <a:pt x="51656" y="762"/>
                </a:lnTo>
                <a:cubicBezTo>
                  <a:pt x="51222" y="262"/>
                  <a:pt x="50591" y="-20"/>
                  <a:pt x="49928" y="1"/>
                </a:cubicBezTo>
                <a:close/>
                <a:moveTo>
                  <a:pt x="50004" y="5523"/>
                </a:moveTo>
                <a:lnTo>
                  <a:pt x="58321" y="15218"/>
                </a:lnTo>
                <a:lnTo>
                  <a:pt x="41677" y="15218"/>
                </a:lnTo>
                <a:lnTo>
                  <a:pt x="50004" y="5523"/>
                </a:lnTo>
                <a:close/>
                <a:moveTo>
                  <a:pt x="24566" y="19567"/>
                </a:moveTo>
                <a:lnTo>
                  <a:pt x="34785" y="19567"/>
                </a:lnTo>
                <a:lnTo>
                  <a:pt x="34785" y="26371"/>
                </a:lnTo>
                <a:lnTo>
                  <a:pt x="24566" y="19567"/>
                </a:lnTo>
                <a:close/>
                <a:moveTo>
                  <a:pt x="41916" y="19567"/>
                </a:moveTo>
                <a:lnTo>
                  <a:pt x="58082" y="19567"/>
                </a:lnTo>
                <a:lnTo>
                  <a:pt x="50004" y="28327"/>
                </a:lnTo>
                <a:lnTo>
                  <a:pt x="41916" y="19567"/>
                </a:lnTo>
                <a:close/>
                <a:moveTo>
                  <a:pt x="65223" y="19567"/>
                </a:moveTo>
                <a:lnTo>
                  <a:pt x="75442" y="19567"/>
                </a:lnTo>
                <a:lnTo>
                  <a:pt x="65223" y="26371"/>
                </a:lnTo>
                <a:lnTo>
                  <a:pt x="65223" y="19567"/>
                </a:lnTo>
                <a:close/>
                <a:moveTo>
                  <a:pt x="39133" y="22958"/>
                </a:moveTo>
                <a:lnTo>
                  <a:pt x="47047" y="31523"/>
                </a:lnTo>
                <a:lnTo>
                  <a:pt x="39133" y="40088"/>
                </a:lnTo>
                <a:lnTo>
                  <a:pt x="39133" y="22958"/>
                </a:lnTo>
                <a:close/>
                <a:moveTo>
                  <a:pt x="60875" y="22958"/>
                </a:moveTo>
                <a:lnTo>
                  <a:pt x="60875" y="40088"/>
                </a:lnTo>
                <a:lnTo>
                  <a:pt x="52961" y="31523"/>
                </a:lnTo>
                <a:lnTo>
                  <a:pt x="60875" y="22958"/>
                </a:lnTo>
                <a:close/>
                <a:moveTo>
                  <a:pt x="50004" y="34729"/>
                </a:moveTo>
                <a:lnTo>
                  <a:pt x="58082" y="43479"/>
                </a:lnTo>
                <a:lnTo>
                  <a:pt x="41927" y="43479"/>
                </a:lnTo>
                <a:lnTo>
                  <a:pt x="50004" y="34729"/>
                </a:lnTo>
                <a:close/>
                <a:moveTo>
                  <a:pt x="24566" y="47828"/>
                </a:moveTo>
                <a:lnTo>
                  <a:pt x="34785" y="47828"/>
                </a:lnTo>
                <a:lnTo>
                  <a:pt x="34785" y="54632"/>
                </a:lnTo>
                <a:lnTo>
                  <a:pt x="24566" y="47828"/>
                </a:lnTo>
                <a:close/>
                <a:moveTo>
                  <a:pt x="41927" y="47828"/>
                </a:moveTo>
                <a:lnTo>
                  <a:pt x="58082" y="47828"/>
                </a:lnTo>
                <a:lnTo>
                  <a:pt x="50004" y="56588"/>
                </a:lnTo>
                <a:lnTo>
                  <a:pt x="41927" y="47828"/>
                </a:lnTo>
                <a:close/>
                <a:moveTo>
                  <a:pt x="65223" y="47828"/>
                </a:moveTo>
                <a:lnTo>
                  <a:pt x="75442" y="47828"/>
                </a:lnTo>
                <a:lnTo>
                  <a:pt x="65223" y="54632"/>
                </a:lnTo>
                <a:lnTo>
                  <a:pt x="65223" y="47828"/>
                </a:lnTo>
                <a:close/>
                <a:moveTo>
                  <a:pt x="39133" y="51219"/>
                </a:moveTo>
                <a:lnTo>
                  <a:pt x="47047" y="59784"/>
                </a:lnTo>
                <a:lnTo>
                  <a:pt x="39133" y="68349"/>
                </a:lnTo>
                <a:lnTo>
                  <a:pt x="39133" y="51219"/>
                </a:lnTo>
                <a:close/>
                <a:moveTo>
                  <a:pt x="60875" y="51219"/>
                </a:moveTo>
                <a:lnTo>
                  <a:pt x="60875" y="68349"/>
                </a:lnTo>
                <a:lnTo>
                  <a:pt x="52961" y="59784"/>
                </a:lnTo>
                <a:lnTo>
                  <a:pt x="60875" y="51219"/>
                </a:lnTo>
                <a:close/>
                <a:moveTo>
                  <a:pt x="50004" y="62990"/>
                </a:moveTo>
                <a:lnTo>
                  <a:pt x="60027" y="73860"/>
                </a:lnTo>
                <a:lnTo>
                  <a:pt x="50004" y="83881"/>
                </a:lnTo>
                <a:lnTo>
                  <a:pt x="39970" y="73860"/>
                </a:lnTo>
                <a:lnTo>
                  <a:pt x="50004" y="62990"/>
                </a:lnTo>
                <a:close/>
                <a:moveTo>
                  <a:pt x="37220" y="77251"/>
                </a:moveTo>
                <a:lnTo>
                  <a:pt x="46036" y="86067"/>
                </a:lnTo>
                <a:lnTo>
                  <a:pt x="25468" y="93414"/>
                </a:lnTo>
                <a:lnTo>
                  <a:pt x="37220" y="77251"/>
                </a:lnTo>
                <a:close/>
                <a:moveTo>
                  <a:pt x="62789" y="77251"/>
                </a:moveTo>
                <a:lnTo>
                  <a:pt x="74540" y="93414"/>
                </a:lnTo>
                <a:lnTo>
                  <a:pt x="53972" y="86067"/>
                </a:lnTo>
                <a:lnTo>
                  <a:pt x="62789" y="7725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4" name="Белый — SVG 27">
            <a:extLst>
              <a:ext uri="{FF2B5EF4-FFF2-40B4-BE49-F238E27FC236}">
                <a16:creationId xmlns:a16="http://schemas.microsoft.com/office/drawing/2014/main" id="{73028125-E2AD-4C42-A7B7-3E61170808B1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65995 w 113428"/>
              <a:gd name="csY0" fmla="*/ 4185 h 152385"/>
              <a:gd name="csX1" fmla="*/ 61810 w 113428"/>
              <a:gd name="csY1" fmla="*/ 1089 h 152385"/>
              <a:gd name="csX2" fmla="*/ 56706 w 113428"/>
              <a:gd name="csY2" fmla="*/ 0 h 152385"/>
              <a:gd name="csX3" fmla="*/ 51619 w 113428"/>
              <a:gd name="csY3" fmla="*/ 1089 h 152385"/>
              <a:gd name="csX4" fmla="*/ 47416 w 113428"/>
              <a:gd name="csY4" fmla="*/ 4185 h 152385"/>
              <a:gd name="csX5" fmla="*/ 0 w 113428"/>
              <a:gd name="csY5" fmla="*/ 95687 h 152385"/>
              <a:gd name="csX6" fmla="*/ 16605 w 113428"/>
              <a:gd name="csY6" fmla="*/ 135783 h 152385"/>
              <a:gd name="csX7" fmla="*/ 56706 w 113428"/>
              <a:gd name="csY7" fmla="*/ 152386 h 152385"/>
              <a:gd name="csX8" fmla="*/ 96806 w 113428"/>
              <a:gd name="csY8" fmla="*/ 135783 h 152385"/>
              <a:gd name="csX9" fmla="*/ 113428 w 113428"/>
              <a:gd name="csY9" fmla="*/ 95687 h 152385"/>
              <a:gd name="csX10" fmla="*/ 65995 w 113428"/>
              <a:gd name="csY10" fmla="*/ 4185 h 152385"/>
            </a:gdLst>
            <a:ahLst/>
            <a:cxnLst/>
            <a:rect l="l" t="t" r="r" b="b"/>
            <a:pathLst>
              <a:path w="100000" h="100000">
                <a:moveTo>
                  <a:pt x="56090" y="2746"/>
                </a:moveTo>
                <a:cubicBezTo>
                  <a:pt x="55331" y="1876"/>
                  <a:pt x="54393" y="1194"/>
                  <a:pt x="53344" y="715"/>
                </a:cubicBezTo>
                <a:cubicBezTo>
                  <a:pt x="52294" y="245"/>
                  <a:pt x="51156" y="0"/>
                  <a:pt x="49995" y="0"/>
                </a:cubicBezTo>
                <a:cubicBezTo>
                  <a:pt x="48844" y="0"/>
                  <a:pt x="47706" y="245"/>
                  <a:pt x="46656" y="715"/>
                </a:cubicBezTo>
                <a:cubicBezTo>
                  <a:pt x="45607" y="1194"/>
                  <a:pt x="44669" y="1876"/>
                  <a:pt x="43898" y="2746"/>
                </a:cubicBezTo>
                <a:cubicBezTo>
                  <a:pt x="34554" y="13351"/>
                  <a:pt x="12782" y="40422"/>
                  <a:pt x="12782" y="62793"/>
                </a:cubicBezTo>
                <a:cubicBezTo>
                  <a:pt x="12782" y="72661"/>
                  <a:pt x="16701" y="82128"/>
                  <a:pt x="23679" y="89105"/>
                </a:cubicBezTo>
                <a:cubicBezTo>
                  <a:pt x="30657" y="96082"/>
                  <a:pt x="40125" y="100001"/>
                  <a:pt x="49995" y="100001"/>
                </a:cubicBezTo>
                <a:cubicBezTo>
                  <a:pt x="59864" y="100001"/>
                  <a:pt x="69332" y="96082"/>
                  <a:pt x="76310" y="89105"/>
                </a:cubicBezTo>
                <a:cubicBezTo>
                  <a:pt x="83288" y="82128"/>
                  <a:pt x="87218" y="72661"/>
                  <a:pt x="87218" y="62793"/>
                </a:cubicBezTo>
                <a:cubicBezTo>
                  <a:pt x="87218" y="40422"/>
                  <a:pt x="65446" y="13351"/>
                  <a:pt x="56090" y="274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5" name="Белый — SVG 28">
            <a:extLst>
              <a:ext uri="{FF2B5EF4-FFF2-40B4-BE49-F238E27FC236}">
                <a16:creationId xmlns:a16="http://schemas.microsoft.com/office/drawing/2014/main" id="{7D4227D4-5126-EF44-954A-83C0BC650091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56780 w 113549"/>
              <a:gd name="csY0" fmla="*/ 0 h 149040"/>
              <a:gd name="csX1" fmla="*/ 54943 w 113549"/>
              <a:gd name="csY1" fmla="*/ 323 h 149040"/>
              <a:gd name="csX2" fmla="*/ 25901 w 113549"/>
              <a:gd name="csY2" fmla="*/ 11023 h 149040"/>
              <a:gd name="csX3" fmla="*/ 17785 w 113549"/>
              <a:gd name="csY3" fmla="*/ 22659 h 149040"/>
              <a:gd name="csX4" fmla="*/ 17785 w 113549"/>
              <a:gd name="csY4" fmla="*/ 47835 h 149040"/>
              <a:gd name="csX5" fmla="*/ 26649 w 113549"/>
              <a:gd name="csY5" fmla="*/ 59658 h 149040"/>
              <a:gd name="csX6" fmla="*/ 22141 w 113549"/>
              <a:gd name="csY6" fmla="*/ 73743 h 149040"/>
              <a:gd name="csX7" fmla="*/ 21613 w 113549"/>
              <a:gd name="csY7" fmla="*/ 75376 h 149040"/>
              <a:gd name="csX8" fmla="*/ 4974 w 113549"/>
              <a:gd name="csY8" fmla="*/ 127396 h 149040"/>
              <a:gd name="csX9" fmla="*/ 4923 w 113549"/>
              <a:gd name="csY9" fmla="*/ 127549 h 149040"/>
              <a:gd name="csX10" fmla="*/ 330 w 113549"/>
              <a:gd name="csY10" fmla="*/ 141907 h 149040"/>
              <a:gd name="csX11" fmla="*/ 6 w 113549"/>
              <a:gd name="csY11" fmla="*/ 144016 h 149040"/>
              <a:gd name="csX12" fmla="*/ 551 w 113549"/>
              <a:gd name="csY12" fmla="*/ 146075 h 149040"/>
              <a:gd name="csX13" fmla="*/ 1844 w 113549"/>
              <a:gd name="csY13" fmla="*/ 147742 h 149040"/>
              <a:gd name="csX14" fmla="*/ 3698 w 113549"/>
              <a:gd name="csY14" fmla="*/ 148779 h 149040"/>
              <a:gd name="csX15" fmla="*/ 5808 w 113549"/>
              <a:gd name="csY15" fmla="*/ 149017 h 149040"/>
              <a:gd name="csX16" fmla="*/ 7850 w 113549"/>
              <a:gd name="csY16" fmla="*/ 148405 h 149040"/>
              <a:gd name="csX17" fmla="*/ 9483 w 113549"/>
              <a:gd name="csY17" fmla="*/ 147044 h 149040"/>
              <a:gd name="csX18" fmla="*/ 10452 w 113549"/>
              <a:gd name="csY18" fmla="*/ 145156 h 149040"/>
              <a:gd name="csX19" fmla="*/ 14434 w 113549"/>
              <a:gd name="csY19" fmla="*/ 132687 h 149040"/>
              <a:gd name="csX20" fmla="*/ 50570 w 113549"/>
              <a:gd name="csY20" fmla="*/ 107646 h 149040"/>
              <a:gd name="csX21" fmla="*/ 41230 w 113549"/>
              <a:gd name="csY21" fmla="*/ 101182 h 149040"/>
              <a:gd name="csX22" fmla="*/ 19759 w 113549"/>
              <a:gd name="csY22" fmla="*/ 116067 h 149040"/>
              <a:gd name="csX23" fmla="*/ 29814 w 113549"/>
              <a:gd name="csY23" fmla="*/ 84647 h 149040"/>
              <a:gd name="csX24" fmla="*/ 99126 w 113549"/>
              <a:gd name="csY24" fmla="*/ 132670 h 149040"/>
              <a:gd name="csX25" fmla="*/ 103108 w 113549"/>
              <a:gd name="csY25" fmla="*/ 145156 h 149040"/>
              <a:gd name="csX26" fmla="*/ 104077 w 113549"/>
              <a:gd name="csY26" fmla="*/ 147044 h 149040"/>
              <a:gd name="csX27" fmla="*/ 105710 w 113549"/>
              <a:gd name="csY27" fmla="*/ 148405 h 149040"/>
              <a:gd name="csX28" fmla="*/ 107752 w 113549"/>
              <a:gd name="csY28" fmla="*/ 149017 h 149040"/>
              <a:gd name="csX29" fmla="*/ 109862 w 113549"/>
              <a:gd name="csY29" fmla="*/ 148779 h 149040"/>
              <a:gd name="csX30" fmla="*/ 111699 w 113549"/>
              <a:gd name="csY30" fmla="*/ 147742 h 149040"/>
              <a:gd name="csX31" fmla="*/ 113009 w 113549"/>
              <a:gd name="csY31" fmla="*/ 146075 h 149040"/>
              <a:gd name="csX32" fmla="*/ 113537 w 113549"/>
              <a:gd name="csY32" fmla="*/ 144016 h 149040"/>
              <a:gd name="csX33" fmla="*/ 113231 w 113549"/>
              <a:gd name="csY33" fmla="*/ 141907 h 149040"/>
              <a:gd name="csX34" fmla="*/ 109011 w 113549"/>
              <a:gd name="csY34" fmla="*/ 128706 h 149040"/>
              <a:gd name="csX35" fmla="*/ 108433 w 113549"/>
              <a:gd name="csY35" fmla="*/ 126920 h 149040"/>
              <a:gd name="csX36" fmla="*/ 86911 w 113549"/>
              <a:gd name="csY36" fmla="*/ 59675 h 149040"/>
              <a:gd name="csX37" fmla="*/ 95775 w 113549"/>
              <a:gd name="csY37" fmla="*/ 47835 h 149040"/>
              <a:gd name="csX38" fmla="*/ 95775 w 113549"/>
              <a:gd name="csY38" fmla="*/ 22659 h 149040"/>
              <a:gd name="csX39" fmla="*/ 87659 w 113549"/>
              <a:gd name="csY39" fmla="*/ 11023 h 149040"/>
              <a:gd name="csX40" fmla="*/ 58617 w 113549"/>
              <a:gd name="csY40" fmla="*/ 323 h 149040"/>
              <a:gd name="csX41" fmla="*/ 56780 w 113549"/>
              <a:gd name="csY41" fmla="*/ 0 h 149040"/>
              <a:gd name="csX42" fmla="*/ 37623 w 113549"/>
              <a:gd name="csY42" fmla="*/ 60253 h 149040"/>
              <a:gd name="csX43" fmla="*/ 75937 w 113549"/>
              <a:gd name="csY43" fmla="*/ 60253 h 149040"/>
              <a:gd name="csX44" fmla="*/ 80361 w 113549"/>
              <a:gd name="csY44" fmla="*/ 74066 h 149040"/>
              <a:gd name="csX45" fmla="*/ 63007 w 113549"/>
              <a:gd name="csY45" fmla="*/ 86093 h 149040"/>
              <a:gd name="csX46" fmla="*/ 72347 w 113549"/>
              <a:gd name="csY46" fmla="*/ 92557 h 149040"/>
              <a:gd name="csX47" fmla="*/ 83746 w 113549"/>
              <a:gd name="csY47" fmla="*/ 84647 h 149040"/>
              <a:gd name="csX48" fmla="*/ 93801 w 113549"/>
              <a:gd name="csY48" fmla="*/ 116050 h 149040"/>
              <a:gd name="csX49" fmla="*/ 33200 w 113549"/>
              <a:gd name="csY49" fmla="*/ 74066 h 149040"/>
              <a:gd name="csX50" fmla="*/ 37623 w 113549"/>
              <a:gd name="csY50" fmla="*/ 60253 h 149040"/>
            </a:gdLst>
            <a:ahLst/>
            <a:cxnLst/>
            <a:rect l="l" t="t" r="r" b="b"/>
            <a:pathLst>
              <a:path w="100000" h="100000">
                <a:moveTo>
                  <a:pt x="50004" y="0"/>
                </a:moveTo>
                <a:cubicBezTo>
                  <a:pt x="49582" y="0"/>
                  <a:pt x="49170" y="68"/>
                  <a:pt x="48771" y="217"/>
                </a:cubicBezTo>
                <a:lnTo>
                  <a:pt x="29285" y="7396"/>
                </a:lnTo>
                <a:cubicBezTo>
                  <a:pt x="26032" y="8594"/>
                  <a:pt x="23840" y="11733"/>
                  <a:pt x="23840" y="15203"/>
                </a:cubicBezTo>
                <a:lnTo>
                  <a:pt x="23840" y="32095"/>
                </a:lnTo>
                <a:cubicBezTo>
                  <a:pt x="23840" y="35862"/>
                  <a:pt x="26362" y="39001"/>
                  <a:pt x="29787" y="40028"/>
                </a:cubicBezTo>
                <a:lnTo>
                  <a:pt x="26762" y="49479"/>
                </a:lnTo>
                <a:cubicBezTo>
                  <a:pt x="26591" y="49821"/>
                  <a:pt x="26465" y="50187"/>
                  <a:pt x="26408" y="50574"/>
                </a:cubicBezTo>
                <a:lnTo>
                  <a:pt x="15244" y="85478"/>
                </a:lnTo>
                <a:cubicBezTo>
                  <a:pt x="15221" y="85512"/>
                  <a:pt x="15221" y="85546"/>
                  <a:pt x="15210" y="85580"/>
                </a:cubicBezTo>
                <a:lnTo>
                  <a:pt x="12128" y="95214"/>
                </a:lnTo>
                <a:cubicBezTo>
                  <a:pt x="11956" y="95670"/>
                  <a:pt x="11888" y="96150"/>
                  <a:pt x="11911" y="96629"/>
                </a:cubicBezTo>
                <a:cubicBezTo>
                  <a:pt x="11945" y="97109"/>
                  <a:pt x="12070" y="97576"/>
                  <a:pt x="12276" y="98011"/>
                </a:cubicBezTo>
                <a:cubicBezTo>
                  <a:pt x="12493" y="98433"/>
                  <a:pt x="12790" y="98820"/>
                  <a:pt x="13144" y="99129"/>
                </a:cubicBezTo>
                <a:cubicBezTo>
                  <a:pt x="13509" y="99448"/>
                  <a:pt x="13931" y="99677"/>
                  <a:pt x="14388" y="99825"/>
                </a:cubicBezTo>
                <a:cubicBezTo>
                  <a:pt x="14845" y="99973"/>
                  <a:pt x="15324" y="100030"/>
                  <a:pt x="15803" y="99985"/>
                </a:cubicBezTo>
                <a:cubicBezTo>
                  <a:pt x="16283" y="99939"/>
                  <a:pt x="16751" y="99802"/>
                  <a:pt x="17174" y="99574"/>
                </a:cubicBezTo>
                <a:cubicBezTo>
                  <a:pt x="17596" y="99346"/>
                  <a:pt x="17961" y="99037"/>
                  <a:pt x="18269" y="98661"/>
                </a:cubicBezTo>
                <a:cubicBezTo>
                  <a:pt x="18566" y="98284"/>
                  <a:pt x="18783" y="97850"/>
                  <a:pt x="18919" y="97394"/>
                </a:cubicBezTo>
                <a:lnTo>
                  <a:pt x="21591" y="89028"/>
                </a:lnTo>
                <a:lnTo>
                  <a:pt x="45837" y="72226"/>
                </a:lnTo>
                <a:lnTo>
                  <a:pt x="39570" y="67889"/>
                </a:lnTo>
                <a:lnTo>
                  <a:pt x="25164" y="77876"/>
                </a:lnTo>
                <a:lnTo>
                  <a:pt x="31911" y="56795"/>
                </a:lnTo>
                <a:lnTo>
                  <a:pt x="78416" y="89016"/>
                </a:lnTo>
                <a:lnTo>
                  <a:pt x="81088" y="97394"/>
                </a:lnTo>
                <a:cubicBezTo>
                  <a:pt x="81225" y="97850"/>
                  <a:pt x="81442" y="98284"/>
                  <a:pt x="81738" y="98661"/>
                </a:cubicBezTo>
                <a:cubicBezTo>
                  <a:pt x="82035" y="99037"/>
                  <a:pt x="82412" y="99346"/>
                  <a:pt x="82834" y="99574"/>
                </a:cubicBezTo>
                <a:cubicBezTo>
                  <a:pt x="83257" y="99802"/>
                  <a:pt x="83725" y="99939"/>
                  <a:pt x="84204" y="99985"/>
                </a:cubicBezTo>
                <a:cubicBezTo>
                  <a:pt x="84672" y="100030"/>
                  <a:pt x="85163" y="99973"/>
                  <a:pt x="85620" y="99825"/>
                </a:cubicBezTo>
                <a:cubicBezTo>
                  <a:pt x="86076" y="99677"/>
                  <a:pt x="86499" y="99448"/>
                  <a:pt x="86852" y="99129"/>
                </a:cubicBezTo>
                <a:cubicBezTo>
                  <a:pt x="87218" y="98820"/>
                  <a:pt x="87514" y="98433"/>
                  <a:pt x="87731" y="98011"/>
                </a:cubicBezTo>
                <a:cubicBezTo>
                  <a:pt x="87937" y="97576"/>
                  <a:pt x="88063" y="97109"/>
                  <a:pt x="88085" y="96629"/>
                </a:cubicBezTo>
                <a:cubicBezTo>
                  <a:pt x="88120" y="96150"/>
                  <a:pt x="88051" y="95670"/>
                  <a:pt x="87880" y="95214"/>
                </a:cubicBezTo>
                <a:lnTo>
                  <a:pt x="85049" y="86357"/>
                </a:lnTo>
                <a:cubicBezTo>
                  <a:pt x="84992" y="85935"/>
                  <a:pt x="84855" y="85535"/>
                  <a:pt x="84661" y="85158"/>
                </a:cubicBezTo>
                <a:lnTo>
                  <a:pt x="70220" y="40040"/>
                </a:lnTo>
                <a:cubicBezTo>
                  <a:pt x="73645" y="39012"/>
                  <a:pt x="76168" y="35862"/>
                  <a:pt x="76168" y="32095"/>
                </a:cubicBezTo>
                <a:lnTo>
                  <a:pt x="76168" y="15203"/>
                </a:lnTo>
                <a:cubicBezTo>
                  <a:pt x="76168" y="11733"/>
                  <a:pt x="73976" y="8594"/>
                  <a:pt x="70722" y="7396"/>
                </a:cubicBezTo>
                <a:lnTo>
                  <a:pt x="51236" y="217"/>
                </a:lnTo>
                <a:cubicBezTo>
                  <a:pt x="50837" y="68"/>
                  <a:pt x="50415" y="0"/>
                  <a:pt x="50004" y="0"/>
                </a:cubicBezTo>
                <a:close/>
                <a:moveTo>
                  <a:pt x="37150" y="40427"/>
                </a:moveTo>
                <a:lnTo>
                  <a:pt x="62857" y="40427"/>
                </a:lnTo>
                <a:lnTo>
                  <a:pt x="65826" y="49695"/>
                </a:lnTo>
                <a:lnTo>
                  <a:pt x="54182" y="57765"/>
                </a:lnTo>
                <a:lnTo>
                  <a:pt x="60449" y="62102"/>
                </a:lnTo>
                <a:lnTo>
                  <a:pt x="68097" y="56795"/>
                </a:lnTo>
                <a:lnTo>
                  <a:pt x="74843" y="77865"/>
                </a:lnTo>
                <a:lnTo>
                  <a:pt x="34182" y="49695"/>
                </a:lnTo>
                <a:lnTo>
                  <a:pt x="37150" y="4042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6" name="Белый — SVG 29">
            <a:extLst>
              <a:ext uri="{FF2B5EF4-FFF2-40B4-BE49-F238E27FC236}">
                <a16:creationId xmlns:a16="http://schemas.microsoft.com/office/drawing/2014/main" id="{166B4338-3091-D741-B3BC-0183F8371030}"/>
              </a:ext>
            </a:extLst>
          </p:cNvPr>
          <p:cNvSpPr>
            <a:spLocks noGrp="1"/>
          </p:cNvSpPr>
          <p:nvPr/>
        </p:nvSpPr>
        <p:spPr>
          <a:xfrm>
            <a:off x="6420000" y="5010000"/>
            <a:ext cx="220000" cy="220000"/>
          </a:xfrm>
          <a:custGeom>
            <a:avLst/>
            <a:gdLst>
              <a:gd name="csX0" fmla="*/ 67336 w 134670"/>
              <a:gd name="csY0" fmla="*/ 0 h 148744"/>
              <a:gd name="csX1" fmla="*/ 46069 w 134670"/>
              <a:gd name="csY1" fmla="*/ 46474 h 148744"/>
              <a:gd name="csX2" fmla="*/ 47753 w 134670"/>
              <a:gd name="csY2" fmla="*/ 59862 h 148744"/>
              <a:gd name="csX3" fmla="*/ 34483 w 134670"/>
              <a:gd name="csY3" fmla="*/ 65578 h 148744"/>
              <a:gd name="csX4" fmla="*/ 473 w 134670"/>
              <a:gd name="csY4" fmla="*/ 99243 h 148744"/>
              <a:gd name="csX5" fmla="*/ 1324 w 134670"/>
              <a:gd name="csY5" fmla="*/ 107783 h 148744"/>
              <a:gd name="csX6" fmla="*/ 14492 w 134670"/>
              <a:gd name="csY6" fmla="*/ 113311 h 148744"/>
              <a:gd name="csX7" fmla="*/ 54916 w 134670"/>
              <a:gd name="csY7" fmla="*/ 100655 h 148744"/>
              <a:gd name="csX8" fmla="*/ 66774 w 134670"/>
              <a:gd name="csY8" fmla="*/ 92115 h 148744"/>
              <a:gd name="csX9" fmla="*/ 67336 w 134670"/>
              <a:gd name="csY9" fmla="*/ 92149 h 148744"/>
              <a:gd name="csX10" fmla="*/ 67897 w 134670"/>
              <a:gd name="csY10" fmla="*/ 92115 h 148744"/>
              <a:gd name="csX11" fmla="*/ 79738 w 134670"/>
              <a:gd name="csY11" fmla="*/ 100655 h 148744"/>
              <a:gd name="csX12" fmla="*/ 120179 w 134670"/>
              <a:gd name="csY12" fmla="*/ 113311 h 148744"/>
              <a:gd name="csX13" fmla="*/ 133331 w 134670"/>
              <a:gd name="csY13" fmla="*/ 107783 h 148744"/>
              <a:gd name="csX14" fmla="*/ 134198 w 134670"/>
              <a:gd name="csY14" fmla="*/ 99243 h 148744"/>
              <a:gd name="csX15" fmla="*/ 100189 w 134670"/>
              <a:gd name="csY15" fmla="*/ 65578 h 148744"/>
              <a:gd name="csX16" fmla="*/ 86918 w 134670"/>
              <a:gd name="csY16" fmla="*/ 59862 h 148744"/>
              <a:gd name="csX17" fmla="*/ 88602 w 134670"/>
              <a:gd name="csY17" fmla="*/ 46474 h 148744"/>
              <a:gd name="csX18" fmla="*/ 67336 w 134670"/>
              <a:gd name="csY18" fmla="*/ 0 h 148744"/>
              <a:gd name="csX19" fmla="*/ 67336 w 134670"/>
              <a:gd name="csY19" fmla="*/ 60151 h 148744"/>
              <a:gd name="csX20" fmla="*/ 77969 w 134670"/>
              <a:gd name="csY20" fmla="*/ 70783 h 148744"/>
              <a:gd name="csX21" fmla="*/ 67336 w 134670"/>
              <a:gd name="csY21" fmla="*/ 81415 h 148744"/>
              <a:gd name="csX22" fmla="*/ 56702 w 134670"/>
              <a:gd name="csY22" fmla="*/ 70783 h 148744"/>
              <a:gd name="csX23" fmla="*/ 67336 w 134670"/>
              <a:gd name="csY23" fmla="*/ 60151 h 148744"/>
              <a:gd name="csX24" fmla="*/ 67319 w 134670"/>
              <a:gd name="csY24" fmla="*/ 100961 h 148744"/>
              <a:gd name="csX25" fmla="*/ 58421 w 134670"/>
              <a:gd name="csY25" fmla="*/ 106813 h 148744"/>
              <a:gd name="csX26" fmla="*/ 51496 w 134670"/>
              <a:gd name="csY26" fmla="*/ 110334 h 148744"/>
              <a:gd name="csX27" fmla="*/ 46137 w 134670"/>
              <a:gd name="csY27" fmla="*/ 142570 h 148744"/>
              <a:gd name="csX28" fmla="*/ 47328 w 134670"/>
              <a:gd name="csY28" fmla="*/ 146874 h 148744"/>
              <a:gd name="csX29" fmla="*/ 51377 w 134670"/>
              <a:gd name="csY29" fmla="*/ 148745 h 148744"/>
              <a:gd name="csX30" fmla="*/ 83277 w 134670"/>
              <a:gd name="csY30" fmla="*/ 148745 h 148744"/>
              <a:gd name="csX31" fmla="*/ 87343 w 134670"/>
              <a:gd name="csY31" fmla="*/ 146874 h 148744"/>
              <a:gd name="csX32" fmla="*/ 88534 w 134670"/>
              <a:gd name="csY32" fmla="*/ 142570 h 148744"/>
              <a:gd name="csX33" fmla="*/ 83158 w 134670"/>
              <a:gd name="csY33" fmla="*/ 110334 h 148744"/>
              <a:gd name="csX34" fmla="*/ 76251 w 134670"/>
              <a:gd name="csY34" fmla="*/ 106813 h 148744"/>
              <a:gd name="csX35" fmla="*/ 67319 w 134670"/>
              <a:gd name="csY35" fmla="*/ 100961 h 148744"/>
            </a:gdLst>
            <a:ahLst/>
            <a:cxnLst/>
            <a:rect l="l" t="t" r="r" b="b"/>
            <a:pathLst>
              <a:path w="100000" h="100000">
                <a:moveTo>
                  <a:pt x="50001" y="0"/>
                </a:moveTo>
                <a:cubicBezTo>
                  <a:pt x="39901" y="0"/>
                  <a:pt x="35703" y="20346"/>
                  <a:pt x="35703" y="31244"/>
                </a:cubicBezTo>
                <a:cubicBezTo>
                  <a:pt x="35703" y="34870"/>
                  <a:pt x="36137" y="37821"/>
                  <a:pt x="36835" y="40245"/>
                </a:cubicBezTo>
                <a:cubicBezTo>
                  <a:pt x="34239" y="40966"/>
                  <a:pt x="31299" y="42166"/>
                  <a:pt x="27914" y="44088"/>
                </a:cubicBezTo>
                <a:cubicBezTo>
                  <a:pt x="18180" y="49600"/>
                  <a:pt x="6959" y="59573"/>
                  <a:pt x="5049" y="66721"/>
                </a:cubicBezTo>
                <a:cubicBezTo>
                  <a:pt x="4328" y="69419"/>
                  <a:pt x="4969" y="71341"/>
                  <a:pt x="5621" y="72462"/>
                </a:cubicBezTo>
                <a:cubicBezTo>
                  <a:pt x="7200" y="75126"/>
                  <a:pt x="10447" y="76179"/>
                  <a:pt x="14474" y="76179"/>
                </a:cubicBezTo>
                <a:cubicBezTo>
                  <a:pt x="22927" y="76179"/>
                  <a:pt x="34777" y="71570"/>
                  <a:pt x="41651" y="67670"/>
                </a:cubicBezTo>
                <a:cubicBezTo>
                  <a:pt x="44945" y="65794"/>
                  <a:pt x="47576" y="63896"/>
                  <a:pt x="49623" y="61929"/>
                </a:cubicBezTo>
                <a:cubicBezTo>
                  <a:pt x="49749" y="61929"/>
                  <a:pt x="49863" y="61951"/>
                  <a:pt x="50001" y="61951"/>
                </a:cubicBezTo>
                <a:cubicBezTo>
                  <a:pt x="50126" y="61951"/>
                  <a:pt x="50252" y="61929"/>
                  <a:pt x="50378" y="61929"/>
                </a:cubicBezTo>
                <a:cubicBezTo>
                  <a:pt x="52425" y="63896"/>
                  <a:pt x="55056" y="65794"/>
                  <a:pt x="58338" y="67670"/>
                </a:cubicBezTo>
                <a:cubicBezTo>
                  <a:pt x="65225" y="71559"/>
                  <a:pt x="77074" y="76179"/>
                  <a:pt x="85527" y="76179"/>
                </a:cubicBezTo>
                <a:cubicBezTo>
                  <a:pt x="89542" y="76179"/>
                  <a:pt x="92802" y="75126"/>
                  <a:pt x="94369" y="72462"/>
                </a:cubicBezTo>
                <a:cubicBezTo>
                  <a:pt x="95032" y="71341"/>
                  <a:pt x="95672" y="69419"/>
                  <a:pt x="94952" y="66721"/>
                </a:cubicBezTo>
                <a:cubicBezTo>
                  <a:pt x="93030" y="59573"/>
                  <a:pt x="81821" y="49600"/>
                  <a:pt x="72088" y="44088"/>
                </a:cubicBezTo>
                <a:cubicBezTo>
                  <a:pt x="68702" y="42166"/>
                  <a:pt x="65762" y="40966"/>
                  <a:pt x="63166" y="40245"/>
                </a:cubicBezTo>
                <a:cubicBezTo>
                  <a:pt x="63863" y="37809"/>
                  <a:pt x="64298" y="34870"/>
                  <a:pt x="64298" y="31244"/>
                </a:cubicBezTo>
                <a:cubicBezTo>
                  <a:pt x="64298" y="20346"/>
                  <a:pt x="60101" y="0"/>
                  <a:pt x="50001" y="0"/>
                </a:cubicBezTo>
                <a:close/>
                <a:moveTo>
                  <a:pt x="50001" y="40439"/>
                </a:moveTo>
                <a:cubicBezTo>
                  <a:pt x="53946" y="40439"/>
                  <a:pt x="57149" y="43641"/>
                  <a:pt x="57149" y="47587"/>
                </a:cubicBezTo>
                <a:cubicBezTo>
                  <a:pt x="57149" y="51533"/>
                  <a:pt x="53946" y="54735"/>
                  <a:pt x="50001" y="54735"/>
                </a:cubicBezTo>
                <a:cubicBezTo>
                  <a:pt x="46054" y="54735"/>
                  <a:pt x="42851" y="51533"/>
                  <a:pt x="42851" y="47587"/>
                </a:cubicBezTo>
                <a:cubicBezTo>
                  <a:pt x="42851" y="43641"/>
                  <a:pt x="46054" y="40439"/>
                  <a:pt x="50001" y="40439"/>
                </a:cubicBezTo>
                <a:close/>
                <a:moveTo>
                  <a:pt x="49989" y="67876"/>
                </a:moveTo>
                <a:cubicBezTo>
                  <a:pt x="48262" y="69225"/>
                  <a:pt x="46271" y="70517"/>
                  <a:pt x="44007" y="71810"/>
                </a:cubicBezTo>
                <a:cubicBezTo>
                  <a:pt x="42611" y="72599"/>
                  <a:pt x="41021" y="73399"/>
                  <a:pt x="39352" y="74177"/>
                </a:cubicBezTo>
                <a:lnTo>
                  <a:pt x="35749" y="95849"/>
                </a:lnTo>
                <a:cubicBezTo>
                  <a:pt x="35577" y="96879"/>
                  <a:pt x="35863" y="97942"/>
                  <a:pt x="36549" y="98743"/>
                </a:cubicBezTo>
                <a:cubicBezTo>
                  <a:pt x="37224" y="99544"/>
                  <a:pt x="38231" y="100001"/>
                  <a:pt x="39272" y="100001"/>
                </a:cubicBezTo>
                <a:lnTo>
                  <a:pt x="60718" y="100001"/>
                </a:lnTo>
                <a:cubicBezTo>
                  <a:pt x="61770" y="100001"/>
                  <a:pt x="62766" y="99544"/>
                  <a:pt x="63451" y="98743"/>
                </a:cubicBezTo>
                <a:cubicBezTo>
                  <a:pt x="64126" y="97942"/>
                  <a:pt x="64423" y="96879"/>
                  <a:pt x="64252" y="95849"/>
                </a:cubicBezTo>
                <a:lnTo>
                  <a:pt x="60638" y="74177"/>
                </a:lnTo>
                <a:cubicBezTo>
                  <a:pt x="58979" y="73399"/>
                  <a:pt x="57389" y="72599"/>
                  <a:pt x="55994" y="71810"/>
                </a:cubicBezTo>
                <a:cubicBezTo>
                  <a:pt x="53718" y="70529"/>
                  <a:pt x="51739" y="69225"/>
                  <a:pt x="49989" y="6787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7" name="Белый — SVG 30">
            <a:extLst>
              <a:ext uri="{FF2B5EF4-FFF2-40B4-BE49-F238E27FC236}">
                <a16:creationId xmlns:a16="http://schemas.microsoft.com/office/drawing/2014/main" id="{38F2D577-2E7F-034E-A827-91FCD7459347}"/>
              </a:ext>
            </a:extLst>
          </p:cNvPr>
          <p:cNvSpPr>
            <a:spLocks noGrp="1"/>
          </p:cNvSpPr>
          <p:nvPr/>
        </p:nvSpPr>
        <p:spPr>
          <a:xfrm>
            <a:off x="7020000" y="5010000"/>
            <a:ext cx="220000" cy="220000"/>
          </a:xfrm>
          <a:custGeom>
            <a:avLst/>
            <a:gdLst>
              <a:gd name="csX0" fmla="*/ 60925 w 142963"/>
              <a:gd name="csY0" fmla="*/ 18 h 143013"/>
              <a:gd name="csX1" fmla="*/ 60500 w 142963"/>
              <a:gd name="csY1" fmla="*/ 120 h 143013"/>
              <a:gd name="csX2" fmla="*/ 57846 w 142963"/>
              <a:gd name="csY2" fmla="*/ 3522 h 143013"/>
              <a:gd name="csX3" fmla="*/ 57846 w 142963"/>
              <a:gd name="csY3" fmla="*/ 6924 h 143013"/>
              <a:gd name="csX4" fmla="*/ 6805 w 142963"/>
              <a:gd name="csY4" fmla="*/ 6924 h 143013"/>
              <a:gd name="csX5" fmla="*/ 6805 w 142963"/>
              <a:gd name="csY5" fmla="*/ 3522 h 143013"/>
              <a:gd name="csX6" fmla="*/ 3403 w 142963"/>
              <a:gd name="csY6" fmla="*/ 120 h 143013"/>
              <a:gd name="csX7" fmla="*/ 0 w 142963"/>
              <a:gd name="csY7" fmla="*/ 3522 h 143013"/>
              <a:gd name="csX8" fmla="*/ 0 w 142963"/>
              <a:gd name="csY8" fmla="*/ 40947 h 143013"/>
              <a:gd name="csX9" fmla="*/ 3403 w 142963"/>
              <a:gd name="csY9" fmla="*/ 44349 h 143013"/>
              <a:gd name="csX10" fmla="*/ 6805 w 142963"/>
              <a:gd name="csY10" fmla="*/ 40947 h 143013"/>
              <a:gd name="csX11" fmla="*/ 6805 w 142963"/>
              <a:gd name="csY11" fmla="*/ 37544 h 143013"/>
              <a:gd name="csX12" fmla="*/ 57846 w 142963"/>
              <a:gd name="csY12" fmla="*/ 37544 h 143013"/>
              <a:gd name="csX13" fmla="*/ 57846 w 142963"/>
              <a:gd name="csY13" fmla="*/ 40947 h 143013"/>
              <a:gd name="csX14" fmla="*/ 59530 w 142963"/>
              <a:gd name="csY14" fmla="*/ 43941 h 143013"/>
              <a:gd name="csX15" fmla="*/ 62967 w 142963"/>
              <a:gd name="csY15" fmla="*/ 43941 h 143013"/>
              <a:gd name="csX16" fmla="*/ 64651 w 142963"/>
              <a:gd name="csY16" fmla="*/ 40947 h 143013"/>
              <a:gd name="csX17" fmla="*/ 64651 w 142963"/>
              <a:gd name="csY17" fmla="*/ 3522 h 143013"/>
              <a:gd name="csX18" fmla="*/ 63596 w 142963"/>
              <a:gd name="csY18" fmla="*/ 937 h 143013"/>
              <a:gd name="csX19" fmla="*/ 60925 w 142963"/>
              <a:gd name="csY19" fmla="*/ 18 h 143013"/>
              <a:gd name="csX20" fmla="*/ 71456 w 142963"/>
              <a:gd name="csY20" fmla="*/ 7145 h 143013"/>
              <a:gd name="csX21" fmla="*/ 71456 w 142963"/>
              <a:gd name="csY21" fmla="*/ 37765 h 143013"/>
              <a:gd name="csX22" fmla="*/ 105483 w 142963"/>
              <a:gd name="csY22" fmla="*/ 74969 h 143013"/>
              <a:gd name="csX23" fmla="*/ 105483 w 142963"/>
              <a:gd name="csY23" fmla="*/ 81773 h 143013"/>
              <a:gd name="csX24" fmla="*/ 102080 w 142963"/>
              <a:gd name="csY24" fmla="*/ 81773 h 143013"/>
              <a:gd name="csX25" fmla="*/ 101757 w 142963"/>
              <a:gd name="csY25" fmla="*/ 81773 h 143013"/>
              <a:gd name="csX26" fmla="*/ 98525 w 142963"/>
              <a:gd name="csY26" fmla="*/ 85345 h 143013"/>
              <a:gd name="csX27" fmla="*/ 102080 w 142963"/>
              <a:gd name="csY27" fmla="*/ 88578 h 143013"/>
              <a:gd name="csX28" fmla="*/ 139510 w 142963"/>
              <a:gd name="csY28" fmla="*/ 88578 h 143013"/>
              <a:gd name="csX29" fmla="*/ 142504 w 142963"/>
              <a:gd name="csY29" fmla="*/ 86894 h 143013"/>
              <a:gd name="csX30" fmla="*/ 142504 w 142963"/>
              <a:gd name="csY30" fmla="*/ 83457 h 143013"/>
              <a:gd name="csX31" fmla="*/ 139510 w 142963"/>
              <a:gd name="csY31" fmla="*/ 81773 h 143013"/>
              <a:gd name="csX32" fmla="*/ 136107 w 142963"/>
              <a:gd name="csY32" fmla="*/ 81773 h 143013"/>
              <a:gd name="csX33" fmla="*/ 136107 w 142963"/>
              <a:gd name="csY33" fmla="*/ 74969 h 143013"/>
              <a:gd name="csX34" fmla="*/ 71456 w 142963"/>
              <a:gd name="csY34" fmla="*/ 7145 h 143013"/>
              <a:gd name="csX35" fmla="*/ 3403 w 142963"/>
              <a:gd name="csY35" fmla="*/ 51153 h 143013"/>
              <a:gd name="csX36" fmla="*/ 0 w 142963"/>
              <a:gd name="csY36" fmla="*/ 54556 h 143013"/>
              <a:gd name="csX37" fmla="*/ 0 w 142963"/>
              <a:gd name="csY37" fmla="*/ 91980 h 143013"/>
              <a:gd name="csX38" fmla="*/ 3403 w 142963"/>
              <a:gd name="csY38" fmla="*/ 95382 h 143013"/>
              <a:gd name="csX39" fmla="*/ 6805 w 142963"/>
              <a:gd name="csY39" fmla="*/ 91980 h 143013"/>
              <a:gd name="csX40" fmla="*/ 6805 w 142963"/>
              <a:gd name="csY40" fmla="*/ 88578 h 143013"/>
              <a:gd name="csX41" fmla="*/ 51040 w 142963"/>
              <a:gd name="csY41" fmla="*/ 88578 h 143013"/>
              <a:gd name="csX42" fmla="*/ 54443 w 142963"/>
              <a:gd name="csY42" fmla="*/ 91980 h 143013"/>
              <a:gd name="csX43" fmla="*/ 54443 w 142963"/>
              <a:gd name="csY43" fmla="*/ 136209 h 143013"/>
              <a:gd name="csX44" fmla="*/ 51040 w 142963"/>
              <a:gd name="csY44" fmla="*/ 136209 h 143013"/>
              <a:gd name="csX45" fmla="*/ 47638 w 142963"/>
              <a:gd name="csY45" fmla="*/ 139611 h 143013"/>
              <a:gd name="csX46" fmla="*/ 51040 w 142963"/>
              <a:gd name="csY46" fmla="*/ 143013 h 143013"/>
              <a:gd name="csX47" fmla="*/ 88470 w 142963"/>
              <a:gd name="csY47" fmla="*/ 143013 h 143013"/>
              <a:gd name="csX48" fmla="*/ 91872 w 142963"/>
              <a:gd name="csY48" fmla="*/ 139611 h 143013"/>
              <a:gd name="csX49" fmla="*/ 88470 w 142963"/>
              <a:gd name="csY49" fmla="*/ 136209 h 143013"/>
              <a:gd name="csX50" fmla="*/ 85067 w 142963"/>
              <a:gd name="csY50" fmla="*/ 136209 h 143013"/>
              <a:gd name="csX51" fmla="*/ 85067 w 142963"/>
              <a:gd name="csY51" fmla="*/ 91980 h 143013"/>
              <a:gd name="csX52" fmla="*/ 51040 w 142963"/>
              <a:gd name="csY52" fmla="*/ 57958 h 143013"/>
              <a:gd name="csX53" fmla="*/ 6805 w 142963"/>
              <a:gd name="csY53" fmla="*/ 57958 h 143013"/>
              <a:gd name="csX54" fmla="*/ 6805 w 142963"/>
              <a:gd name="csY54" fmla="*/ 54556 h 143013"/>
              <a:gd name="csX55" fmla="*/ 3403 w 142963"/>
              <a:gd name="csY55" fmla="*/ 51153 h 143013"/>
              <a:gd name="csX56" fmla="*/ 105483 w 142963"/>
              <a:gd name="csY56" fmla="*/ 95382 h 143013"/>
              <a:gd name="csX57" fmla="*/ 105483 w 142963"/>
              <a:gd name="csY57" fmla="*/ 136209 h 143013"/>
              <a:gd name="csX58" fmla="*/ 102080 w 142963"/>
              <a:gd name="csY58" fmla="*/ 136209 h 143013"/>
              <a:gd name="csX59" fmla="*/ 98678 w 142963"/>
              <a:gd name="csY59" fmla="*/ 139611 h 143013"/>
              <a:gd name="csX60" fmla="*/ 102080 w 142963"/>
              <a:gd name="csY60" fmla="*/ 143013 h 143013"/>
              <a:gd name="csX61" fmla="*/ 139510 w 142963"/>
              <a:gd name="csY61" fmla="*/ 143013 h 143013"/>
              <a:gd name="csX62" fmla="*/ 142913 w 142963"/>
              <a:gd name="csY62" fmla="*/ 139611 h 143013"/>
              <a:gd name="csX63" fmla="*/ 139510 w 142963"/>
              <a:gd name="csY63" fmla="*/ 136209 h 143013"/>
              <a:gd name="csX64" fmla="*/ 136107 w 142963"/>
              <a:gd name="csY64" fmla="*/ 136209 h 143013"/>
              <a:gd name="csX65" fmla="*/ 136107 w 142963"/>
              <a:gd name="csY65" fmla="*/ 95382 h 143013"/>
              <a:gd name="csX66" fmla="*/ 105483 w 142963"/>
              <a:gd name="csY66" fmla="*/ 95382 h 143013"/>
            </a:gdLst>
            <a:ahLst/>
            <a:cxnLst/>
            <a:rect l="l" t="t" r="r" b="b"/>
            <a:pathLst>
              <a:path w="100000" h="100000">
                <a:moveTo>
                  <a:pt x="42619" y="13"/>
                </a:moveTo>
                <a:cubicBezTo>
                  <a:pt x="42523" y="24"/>
                  <a:pt x="42416" y="60"/>
                  <a:pt x="42321" y="84"/>
                </a:cubicBezTo>
                <a:cubicBezTo>
                  <a:pt x="41214" y="334"/>
                  <a:pt x="40442" y="1333"/>
                  <a:pt x="40466" y="2463"/>
                </a:cubicBezTo>
                <a:lnTo>
                  <a:pt x="40466" y="4842"/>
                </a:lnTo>
                <a:lnTo>
                  <a:pt x="4776" y="4842"/>
                </a:lnTo>
                <a:lnTo>
                  <a:pt x="4776" y="2463"/>
                </a:lnTo>
                <a:cubicBezTo>
                  <a:pt x="4776" y="1143"/>
                  <a:pt x="3717" y="84"/>
                  <a:pt x="2397" y="84"/>
                </a:cubicBezTo>
                <a:cubicBezTo>
                  <a:pt x="1076" y="84"/>
                  <a:pt x="17" y="1143"/>
                  <a:pt x="17" y="2463"/>
                </a:cubicBezTo>
                <a:lnTo>
                  <a:pt x="17" y="28632"/>
                </a:lnTo>
                <a:cubicBezTo>
                  <a:pt x="17" y="29952"/>
                  <a:pt x="1076" y="31010"/>
                  <a:pt x="2397" y="31010"/>
                </a:cubicBezTo>
                <a:cubicBezTo>
                  <a:pt x="3717" y="31010"/>
                  <a:pt x="4776" y="29952"/>
                  <a:pt x="4776" y="28632"/>
                </a:cubicBezTo>
                <a:lnTo>
                  <a:pt x="4776" y="26252"/>
                </a:lnTo>
                <a:lnTo>
                  <a:pt x="40466" y="26252"/>
                </a:lnTo>
                <a:lnTo>
                  <a:pt x="40466" y="28632"/>
                </a:lnTo>
                <a:cubicBezTo>
                  <a:pt x="40454" y="29488"/>
                  <a:pt x="40905" y="30285"/>
                  <a:pt x="41643" y="30725"/>
                </a:cubicBezTo>
                <a:cubicBezTo>
                  <a:pt x="42393" y="31153"/>
                  <a:pt x="43297" y="31153"/>
                  <a:pt x="44046" y="30725"/>
                </a:cubicBezTo>
                <a:cubicBezTo>
                  <a:pt x="44783" y="30285"/>
                  <a:pt x="45236" y="29488"/>
                  <a:pt x="45224" y="28632"/>
                </a:cubicBezTo>
                <a:lnTo>
                  <a:pt x="45224" y="2463"/>
                </a:lnTo>
                <a:cubicBezTo>
                  <a:pt x="45248" y="1773"/>
                  <a:pt x="44974" y="1119"/>
                  <a:pt x="44486" y="655"/>
                </a:cubicBezTo>
                <a:cubicBezTo>
                  <a:pt x="43974" y="179"/>
                  <a:pt x="43297" y="-59"/>
                  <a:pt x="42619" y="13"/>
                </a:cubicBezTo>
                <a:close/>
                <a:moveTo>
                  <a:pt x="49982" y="4996"/>
                </a:moveTo>
                <a:lnTo>
                  <a:pt x="49982" y="26407"/>
                </a:lnTo>
                <a:cubicBezTo>
                  <a:pt x="63306" y="27609"/>
                  <a:pt x="73775" y="38801"/>
                  <a:pt x="73775" y="52421"/>
                </a:cubicBezTo>
                <a:lnTo>
                  <a:pt x="73775" y="57179"/>
                </a:lnTo>
                <a:lnTo>
                  <a:pt x="71396" y="57179"/>
                </a:lnTo>
                <a:cubicBezTo>
                  <a:pt x="71324" y="57179"/>
                  <a:pt x="71253" y="57179"/>
                  <a:pt x="71170" y="57179"/>
                </a:cubicBezTo>
                <a:cubicBezTo>
                  <a:pt x="69861" y="57250"/>
                  <a:pt x="68838" y="58356"/>
                  <a:pt x="68910" y="59676"/>
                </a:cubicBezTo>
                <a:cubicBezTo>
                  <a:pt x="68969" y="60985"/>
                  <a:pt x="70087" y="62008"/>
                  <a:pt x="71396" y="61937"/>
                </a:cubicBezTo>
                <a:lnTo>
                  <a:pt x="97568" y="61937"/>
                </a:lnTo>
                <a:cubicBezTo>
                  <a:pt x="98425" y="61949"/>
                  <a:pt x="99222" y="61497"/>
                  <a:pt x="99662" y="60760"/>
                </a:cubicBezTo>
                <a:cubicBezTo>
                  <a:pt x="100090" y="60010"/>
                  <a:pt x="100090" y="59106"/>
                  <a:pt x="99662" y="58356"/>
                </a:cubicBezTo>
                <a:cubicBezTo>
                  <a:pt x="99222" y="57619"/>
                  <a:pt x="98425" y="57167"/>
                  <a:pt x="97568" y="57179"/>
                </a:cubicBezTo>
                <a:lnTo>
                  <a:pt x="95189" y="57179"/>
                </a:lnTo>
                <a:lnTo>
                  <a:pt x="95189" y="52421"/>
                </a:lnTo>
                <a:cubicBezTo>
                  <a:pt x="95189" y="26990"/>
                  <a:pt x="75108" y="6246"/>
                  <a:pt x="49982" y="4996"/>
                </a:cubicBezTo>
                <a:close/>
                <a:moveTo>
                  <a:pt x="2397" y="35768"/>
                </a:moveTo>
                <a:cubicBezTo>
                  <a:pt x="1076" y="35768"/>
                  <a:pt x="17" y="36827"/>
                  <a:pt x="17" y="38148"/>
                </a:cubicBezTo>
                <a:lnTo>
                  <a:pt x="17" y="64316"/>
                </a:lnTo>
                <a:cubicBezTo>
                  <a:pt x="17" y="65636"/>
                  <a:pt x="1076" y="66695"/>
                  <a:pt x="2397" y="66695"/>
                </a:cubicBezTo>
                <a:cubicBezTo>
                  <a:pt x="3717" y="66695"/>
                  <a:pt x="4776" y="65636"/>
                  <a:pt x="4776" y="64316"/>
                </a:cubicBezTo>
                <a:lnTo>
                  <a:pt x="4776" y="61937"/>
                </a:lnTo>
                <a:lnTo>
                  <a:pt x="35707" y="61937"/>
                </a:lnTo>
                <a:cubicBezTo>
                  <a:pt x="37016" y="61937"/>
                  <a:pt x="38086" y="63008"/>
                  <a:pt x="38086" y="64316"/>
                </a:cubicBezTo>
                <a:lnTo>
                  <a:pt x="38086" y="95242"/>
                </a:lnTo>
                <a:lnTo>
                  <a:pt x="35707" y="95242"/>
                </a:lnTo>
                <a:cubicBezTo>
                  <a:pt x="34386" y="95242"/>
                  <a:pt x="33328" y="96301"/>
                  <a:pt x="33328" y="97621"/>
                </a:cubicBezTo>
                <a:cubicBezTo>
                  <a:pt x="33328" y="98941"/>
                  <a:pt x="34386" y="100000"/>
                  <a:pt x="35707" y="100000"/>
                </a:cubicBezTo>
                <a:lnTo>
                  <a:pt x="61879" y="100000"/>
                </a:lnTo>
                <a:cubicBezTo>
                  <a:pt x="63199" y="100000"/>
                  <a:pt x="64258" y="98941"/>
                  <a:pt x="64258" y="97621"/>
                </a:cubicBezTo>
                <a:cubicBezTo>
                  <a:pt x="64258" y="96301"/>
                  <a:pt x="63199" y="95242"/>
                  <a:pt x="61879" y="95242"/>
                </a:cubicBezTo>
                <a:lnTo>
                  <a:pt x="59499" y="95242"/>
                </a:lnTo>
                <a:lnTo>
                  <a:pt x="59499" y="64316"/>
                </a:lnTo>
                <a:cubicBezTo>
                  <a:pt x="59499" y="51196"/>
                  <a:pt x="48828" y="40526"/>
                  <a:pt x="35707" y="40526"/>
                </a:cubicBezTo>
                <a:lnTo>
                  <a:pt x="4776" y="40526"/>
                </a:lnTo>
                <a:lnTo>
                  <a:pt x="4776" y="38148"/>
                </a:lnTo>
                <a:cubicBezTo>
                  <a:pt x="4776" y="36827"/>
                  <a:pt x="3717" y="35768"/>
                  <a:pt x="2397" y="35768"/>
                </a:cubicBezTo>
                <a:close/>
                <a:moveTo>
                  <a:pt x="73775" y="66695"/>
                </a:moveTo>
                <a:lnTo>
                  <a:pt x="73775" y="95242"/>
                </a:lnTo>
                <a:lnTo>
                  <a:pt x="71396" y="95242"/>
                </a:lnTo>
                <a:cubicBezTo>
                  <a:pt x="70075" y="95242"/>
                  <a:pt x="69017" y="96301"/>
                  <a:pt x="69017" y="97621"/>
                </a:cubicBezTo>
                <a:cubicBezTo>
                  <a:pt x="69017" y="98941"/>
                  <a:pt x="70075" y="100000"/>
                  <a:pt x="71396" y="100000"/>
                </a:cubicBezTo>
                <a:lnTo>
                  <a:pt x="97568" y="100000"/>
                </a:lnTo>
                <a:cubicBezTo>
                  <a:pt x="98889" y="100000"/>
                  <a:pt x="99948" y="98941"/>
                  <a:pt x="99948" y="97621"/>
                </a:cubicBezTo>
                <a:cubicBezTo>
                  <a:pt x="99948" y="96301"/>
                  <a:pt x="98889" y="95242"/>
                  <a:pt x="97568" y="95242"/>
                </a:cubicBezTo>
                <a:lnTo>
                  <a:pt x="95189" y="95242"/>
                </a:lnTo>
                <a:lnTo>
                  <a:pt x="95189" y="66695"/>
                </a:lnTo>
                <a:lnTo>
                  <a:pt x="73775" y="6669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8" name="Чёрный — SVG 1">
            <a:extLst>
              <a:ext uri="{FF2B5EF4-FFF2-40B4-BE49-F238E27FC236}">
                <a16:creationId xmlns:a16="http://schemas.microsoft.com/office/drawing/2014/main" id="{2EF242EC-D8BA-E24B-B19A-0D8C62A1FD58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65570 w 85067"/>
              <a:gd name="csY0" fmla="*/ 14170 h 141753"/>
              <a:gd name="csX1" fmla="*/ 56706 w 85067"/>
              <a:gd name="csY1" fmla="*/ 14170 h 141753"/>
              <a:gd name="csX2" fmla="*/ 56706 w 85067"/>
              <a:gd name="csY2" fmla="*/ 7093 h 141753"/>
              <a:gd name="csX3" fmla="*/ 49628 w 85067"/>
              <a:gd name="csY3" fmla="*/ 0 h 141753"/>
              <a:gd name="csX4" fmla="*/ 35439 w 85067"/>
              <a:gd name="csY4" fmla="*/ 0 h 141753"/>
              <a:gd name="csX5" fmla="*/ 28361 w 85067"/>
              <a:gd name="csY5" fmla="*/ 7093 h 141753"/>
              <a:gd name="csX6" fmla="*/ 28361 w 85067"/>
              <a:gd name="csY6" fmla="*/ 14170 h 141753"/>
              <a:gd name="csX7" fmla="*/ 19497 w 85067"/>
              <a:gd name="csY7" fmla="*/ 14170 h 141753"/>
              <a:gd name="csX8" fmla="*/ 0 w 85067"/>
              <a:gd name="csY8" fmla="*/ 33665 h 141753"/>
              <a:gd name="csX9" fmla="*/ 0 w 85067"/>
              <a:gd name="csY9" fmla="*/ 122259 h 141753"/>
              <a:gd name="csX10" fmla="*/ 19497 w 85067"/>
              <a:gd name="csY10" fmla="*/ 141754 h 141753"/>
              <a:gd name="csX11" fmla="*/ 65570 w 85067"/>
              <a:gd name="csY11" fmla="*/ 141754 h 141753"/>
              <a:gd name="csX12" fmla="*/ 85067 w 85067"/>
              <a:gd name="csY12" fmla="*/ 122259 h 141753"/>
              <a:gd name="csX13" fmla="*/ 85067 w 85067"/>
              <a:gd name="csY13" fmla="*/ 33665 h 141753"/>
              <a:gd name="csX14" fmla="*/ 65570 w 85067"/>
              <a:gd name="csY14" fmla="*/ 14170 h 141753"/>
              <a:gd name="csX15" fmla="*/ 63205 w 85067"/>
              <a:gd name="csY15" fmla="*/ 75036 h 141753"/>
              <a:gd name="csX16" fmla="*/ 39913 w 85067"/>
              <a:gd name="csY16" fmla="*/ 108956 h 141753"/>
              <a:gd name="csX17" fmla="*/ 37974 w 85067"/>
              <a:gd name="csY17" fmla="*/ 109858 h 141753"/>
              <a:gd name="csX18" fmla="*/ 36817 w 85067"/>
              <a:gd name="csY18" fmla="*/ 109585 h 141753"/>
              <a:gd name="csX19" fmla="*/ 35524 w 85067"/>
              <a:gd name="csY19" fmla="*/ 106711 h 141753"/>
              <a:gd name="csX20" fmla="*/ 42534 w 85067"/>
              <a:gd name="csY20" fmla="*/ 85056 h 141753"/>
              <a:gd name="csX21" fmla="*/ 23802 w 85067"/>
              <a:gd name="csY21" fmla="*/ 85056 h 141753"/>
              <a:gd name="csX22" fmla="*/ 21505 w 85067"/>
              <a:gd name="csY22" fmla="*/ 83592 h 141753"/>
              <a:gd name="csX23" fmla="*/ 21845 w 85067"/>
              <a:gd name="csY23" fmla="*/ 80905 h 141753"/>
              <a:gd name="csX24" fmla="*/ 45136 w 85067"/>
              <a:gd name="csY24" fmla="*/ 46985 h 141753"/>
              <a:gd name="csX25" fmla="*/ 47093 w 85067"/>
              <a:gd name="csY25" fmla="*/ 46066 h 141753"/>
              <a:gd name="csX26" fmla="*/ 48250 w 85067"/>
              <a:gd name="csY26" fmla="*/ 46355 h 141753"/>
              <a:gd name="csX27" fmla="*/ 49543 w 85067"/>
              <a:gd name="csY27" fmla="*/ 49230 h 141753"/>
              <a:gd name="csX28" fmla="*/ 42534 w 85067"/>
              <a:gd name="csY28" fmla="*/ 70885 h 141753"/>
              <a:gd name="csX29" fmla="*/ 61265 w 85067"/>
              <a:gd name="csY29" fmla="*/ 70885 h 141753"/>
              <a:gd name="csX30" fmla="*/ 63562 w 85067"/>
              <a:gd name="csY30" fmla="*/ 72331 h 141753"/>
              <a:gd name="csX31" fmla="*/ 63205 w 85067"/>
              <a:gd name="csY31" fmla="*/ 75036 h 141753"/>
            </a:gdLst>
            <a:ahLst/>
            <a:cxnLst/>
            <a:rect l="l" t="t" r="r" b="b"/>
            <a:pathLst>
              <a:path w="100000" h="100000">
                <a:moveTo>
                  <a:pt x="66251" y="9996"/>
                </a:moveTo>
                <a:lnTo>
                  <a:pt x="59998" y="9996"/>
                </a:lnTo>
                <a:lnTo>
                  <a:pt x="59998" y="5004"/>
                </a:lnTo>
                <a:cubicBezTo>
                  <a:pt x="59998" y="2232"/>
                  <a:pt x="57766" y="0"/>
                  <a:pt x="55005" y="0"/>
                </a:cubicBezTo>
                <a:lnTo>
                  <a:pt x="44995" y="0"/>
                </a:lnTo>
                <a:cubicBezTo>
                  <a:pt x="42234" y="0"/>
                  <a:pt x="40002" y="2232"/>
                  <a:pt x="40002" y="5004"/>
                </a:cubicBezTo>
                <a:lnTo>
                  <a:pt x="40002" y="9996"/>
                </a:lnTo>
                <a:lnTo>
                  <a:pt x="33749" y="9996"/>
                </a:lnTo>
                <a:cubicBezTo>
                  <a:pt x="26164" y="9996"/>
                  <a:pt x="19995" y="16165"/>
                  <a:pt x="19995" y="23749"/>
                </a:cubicBezTo>
                <a:lnTo>
                  <a:pt x="19995" y="86248"/>
                </a:lnTo>
                <a:cubicBezTo>
                  <a:pt x="19995" y="93832"/>
                  <a:pt x="26164" y="100001"/>
                  <a:pt x="33749" y="100001"/>
                </a:cubicBezTo>
                <a:lnTo>
                  <a:pt x="66251" y="100001"/>
                </a:lnTo>
                <a:cubicBezTo>
                  <a:pt x="73836" y="100001"/>
                  <a:pt x="80005" y="93832"/>
                  <a:pt x="80005" y="86248"/>
                </a:cubicBezTo>
                <a:lnTo>
                  <a:pt x="80005" y="23749"/>
                </a:lnTo>
                <a:cubicBezTo>
                  <a:pt x="80005" y="16165"/>
                  <a:pt x="73836" y="9996"/>
                  <a:pt x="66251" y="9996"/>
                </a:cubicBezTo>
                <a:close/>
                <a:moveTo>
                  <a:pt x="64583" y="52934"/>
                </a:moveTo>
                <a:lnTo>
                  <a:pt x="48151" y="76863"/>
                </a:lnTo>
                <a:cubicBezTo>
                  <a:pt x="47816" y="77283"/>
                  <a:pt x="47300" y="77500"/>
                  <a:pt x="46783" y="77500"/>
                </a:cubicBezTo>
                <a:cubicBezTo>
                  <a:pt x="46507" y="77500"/>
                  <a:pt x="46231" y="77440"/>
                  <a:pt x="45967" y="77307"/>
                </a:cubicBezTo>
                <a:cubicBezTo>
                  <a:pt x="45223" y="76923"/>
                  <a:pt x="44851" y="76083"/>
                  <a:pt x="45055" y="75280"/>
                </a:cubicBezTo>
                <a:lnTo>
                  <a:pt x="50000" y="60003"/>
                </a:lnTo>
                <a:lnTo>
                  <a:pt x="36786" y="60003"/>
                </a:lnTo>
                <a:cubicBezTo>
                  <a:pt x="36090" y="60003"/>
                  <a:pt x="35466" y="59606"/>
                  <a:pt x="35165" y="58970"/>
                </a:cubicBezTo>
                <a:cubicBezTo>
                  <a:pt x="34866" y="58347"/>
                  <a:pt x="34974" y="57602"/>
                  <a:pt x="35405" y="57075"/>
                </a:cubicBezTo>
                <a:lnTo>
                  <a:pt x="51836" y="33146"/>
                </a:lnTo>
                <a:cubicBezTo>
                  <a:pt x="52184" y="32725"/>
                  <a:pt x="52701" y="32497"/>
                  <a:pt x="53217" y="32497"/>
                </a:cubicBezTo>
                <a:cubicBezTo>
                  <a:pt x="53493" y="32497"/>
                  <a:pt x="53769" y="32569"/>
                  <a:pt x="54033" y="32701"/>
                </a:cubicBezTo>
                <a:cubicBezTo>
                  <a:pt x="54765" y="33074"/>
                  <a:pt x="55149" y="33925"/>
                  <a:pt x="54945" y="34729"/>
                </a:cubicBezTo>
                <a:lnTo>
                  <a:pt x="50000" y="50006"/>
                </a:lnTo>
                <a:lnTo>
                  <a:pt x="63214" y="50006"/>
                </a:lnTo>
                <a:cubicBezTo>
                  <a:pt x="63910" y="50006"/>
                  <a:pt x="64535" y="50402"/>
                  <a:pt x="64835" y="51026"/>
                </a:cubicBezTo>
                <a:cubicBezTo>
                  <a:pt x="65123" y="51662"/>
                  <a:pt x="65026" y="52394"/>
                  <a:pt x="64583" y="5293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9" name="Чёрный — SVG 2">
            <a:extLst>
              <a:ext uri="{FF2B5EF4-FFF2-40B4-BE49-F238E27FC236}">
                <a16:creationId xmlns:a16="http://schemas.microsoft.com/office/drawing/2014/main" id="{62C1ED70-49BF-9744-BFDA-484C1B767A4A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61248 w 170134"/>
              <a:gd name="csY0" fmla="*/ 0 h 136088"/>
              <a:gd name="csX1" fmla="*/ 58339 w 170134"/>
              <a:gd name="csY1" fmla="*/ 1650 h 136088"/>
              <a:gd name="csX2" fmla="*/ 53201 w 170134"/>
              <a:gd name="csY2" fmla="*/ 10207 h 136088"/>
              <a:gd name="csX3" fmla="*/ 116933 w 170134"/>
              <a:gd name="csY3" fmla="*/ 10207 h 136088"/>
              <a:gd name="csX4" fmla="*/ 111795 w 170134"/>
              <a:gd name="csY4" fmla="*/ 1650 h 136088"/>
              <a:gd name="csX5" fmla="*/ 108886 w 170134"/>
              <a:gd name="csY5" fmla="*/ 0 h 136088"/>
              <a:gd name="csX6" fmla="*/ 61248 w 170134"/>
              <a:gd name="csY6" fmla="*/ 0 h 136088"/>
              <a:gd name="csX7" fmla="*/ 27170 w 170134"/>
              <a:gd name="csY7" fmla="*/ 10156 h 136088"/>
              <a:gd name="csX8" fmla="*/ 24789 w 170134"/>
              <a:gd name="csY8" fmla="*/ 11193 h 136088"/>
              <a:gd name="csX9" fmla="*/ 23819 w 170134"/>
              <a:gd name="csY9" fmla="*/ 13609 h 136088"/>
              <a:gd name="csX10" fmla="*/ 23819 w 170134"/>
              <a:gd name="csY10" fmla="*/ 17011 h 136088"/>
              <a:gd name="csX11" fmla="*/ 20416 w 170134"/>
              <a:gd name="csY11" fmla="*/ 17011 h 136088"/>
              <a:gd name="csX12" fmla="*/ 0 w 170134"/>
              <a:gd name="csY12" fmla="*/ 68044 h 136088"/>
              <a:gd name="csX13" fmla="*/ 20416 w 170134"/>
              <a:gd name="csY13" fmla="*/ 119078 h 136088"/>
              <a:gd name="csX14" fmla="*/ 23819 w 170134"/>
              <a:gd name="csY14" fmla="*/ 119078 h 136088"/>
              <a:gd name="csX15" fmla="*/ 23819 w 170134"/>
              <a:gd name="csY15" fmla="*/ 108871 h 136088"/>
              <a:gd name="csX16" fmla="*/ 34027 w 170134"/>
              <a:gd name="csY16" fmla="*/ 98664 h 136088"/>
              <a:gd name="csX17" fmla="*/ 44235 w 170134"/>
              <a:gd name="csY17" fmla="*/ 98664 h 136088"/>
              <a:gd name="csX18" fmla="*/ 54443 w 170134"/>
              <a:gd name="csY18" fmla="*/ 108871 h 136088"/>
              <a:gd name="csX19" fmla="*/ 54443 w 170134"/>
              <a:gd name="csY19" fmla="*/ 119078 h 136088"/>
              <a:gd name="csX20" fmla="*/ 115691 w 170134"/>
              <a:gd name="csY20" fmla="*/ 119078 h 136088"/>
              <a:gd name="csX21" fmla="*/ 115691 w 170134"/>
              <a:gd name="csY21" fmla="*/ 108871 h 136088"/>
              <a:gd name="csX22" fmla="*/ 125899 w 170134"/>
              <a:gd name="csY22" fmla="*/ 98664 h 136088"/>
              <a:gd name="csX23" fmla="*/ 136107 w 170134"/>
              <a:gd name="csY23" fmla="*/ 98664 h 136088"/>
              <a:gd name="csX24" fmla="*/ 146315 w 170134"/>
              <a:gd name="csY24" fmla="*/ 108871 h 136088"/>
              <a:gd name="csX25" fmla="*/ 146315 w 170134"/>
              <a:gd name="csY25" fmla="*/ 119078 h 136088"/>
              <a:gd name="csX26" fmla="*/ 149718 w 170134"/>
              <a:gd name="csY26" fmla="*/ 119078 h 136088"/>
              <a:gd name="csX27" fmla="*/ 170134 w 170134"/>
              <a:gd name="csY27" fmla="*/ 68044 h 136088"/>
              <a:gd name="csX28" fmla="*/ 149718 w 170134"/>
              <a:gd name="csY28" fmla="*/ 17011 h 136088"/>
              <a:gd name="csX29" fmla="*/ 146315 w 170134"/>
              <a:gd name="csY29" fmla="*/ 17011 h 136088"/>
              <a:gd name="csX30" fmla="*/ 146315 w 170134"/>
              <a:gd name="csY30" fmla="*/ 13609 h 136088"/>
              <a:gd name="csX31" fmla="*/ 146060 w 170134"/>
              <a:gd name="csY31" fmla="*/ 12282 h 136088"/>
              <a:gd name="csX32" fmla="*/ 145311 w 170134"/>
              <a:gd name="csY32" fmla="*/ 11159 h 136088"/>
              <a:gd name="csX33" fmla="*/ 144189 w 170134"/>
              <a:gd name="csY33" fmla="*/ 10411 h 136088"/>
              <a:gd name="csX34" fmla="*/ 142862 w 170134"/>
              <a:gd name="csY34" fmla="*/ 10156 h 136088"/>
              <a:gd name="csX35" fmla="*/ 140480 w 170134"/>
              <a:gd name="csY35" fmla="*/ 11193 h 136088"/>
              <a:gd name="csX36" fmla="*/ 139510 w 170134"/>
              <a:gd name="csY36" fmla="*/ 13609 h 136088"/>
              <a:gd name="csX37" fmla="*/ 139510 w 170134"/>
              <a:gd name="csY37" fmla="*/ 17011 h 136088"/>
              <a:gd name="csX38" fmla="*/ 30624 w 170134"/>
              <a:gd name="csY38" fmla="*/ 17011 h 136088"/>
              <a:gd name="csX39" fmla="*/ 30624 w 170134"/>
              <a:gd name="csY39" fmla="*/ 13609 h 136088"/>
              <a:gd name="csX40" fmla="*/ 30369 w 170134"/>
              <a:gd name="csY40" fmla="*/ 12282 h 136088"/>
              <a:gd name="csX41" fmla="*/ 29620 w 170134"/>
              <a:gd name="csY41" fmla="*/ 11159 h 136088"/>
              <a:gd name="csX42" fmla="*/ 28497 w 170134"/>
              <a:gd name="csY42" fmla="*/ 10411 h 136088"/>
              <a:gd name="csX43" fmla="*/ 27170 w 170134"/>
              <a:gd name="csY43" fmla="*/ 10156 h 136088"/>
              <a:gd name="csX44" fmla="*/ 81664 w 170134"/>
              <a:gd name="csY44" fmla="*/ 44229 h 136088"/>
              <a:gd name="csX45" fmla="*/ 82413 w 170134"/>
              <a:gd name="csY45" fmla="*/ 44433 h 136088"/>
              <a:gd name="csX46" fmla="*/ 83400 w 170134"/>
              <a:gd name="csY46" fmla="*/ 45028 h 136088"/>
              <a:gd name="csX47" fmla="*/ 102080 w 170134"/>
              <a:gd name="csY47" fmla="*/ 75291 h 136088"/>
              <a:gd name="csX48" fmla="*/ 85067 w 170134"/>
              <a:gd name="csY48" fmla="*/ 91860 h 136088"/>
              <a:gd name="csX49" fmla="*/ 68054 w 170134"/>
              <a:gd name="csY49" fmla="*/ 75291 h 136088"/>
              <a:gd name="csX50" fmla="*/ 68054 w 170134"/>
              <a:gd name="csY50" fmla="*/ 75189 h 136088"/>
              <a:gd name="csX51" fmla="*/ 79963 w 170134"/>
              <a:gd name="csY51" fmla="*/ 45930 h 136088"/>
              <a:gd name="csX52" fmla="*/ 81664 w 170134"/>
              <a:gd name="csY52" fmla="*/ 44229 h 136088"/>
              <a:gd name="csX53" fmla="*/ 85067 w 170134"/>
              <a:gd name="csY53" fmla="*/ 91860 h 136088"/>
              <a:gd name="csX54" fmla="*/ 95275 w 170134"/>
              <a:gd name="csY54" fmla="*/ 82147 h 136088"/>
              <a:gd name="csX55" fmla="*/ 85067 w 170134"/>
              <a:gd name="csY55" fmla="*/ 64642 h 136088"/>
              <a:gd name="csX56" fmla="*/ 88470 w 170134"/>
              <a:gd name="csY56" fmla="*/ 74849 h 136088"/>
              <a:gd name="csX57" fmla="*/ 83366 w 170134"/>
              <a:gd name="csY57" fmla="*/ 81653 h 136088"/>
              <a:gd name="csX58" fmla="*/ 78262 w 170134"/>
              <a:gd name="csY58" fmla="*/ 74849 h 136088"/>
              <a:gd name="csX59" fmla="*/ 74859 w 170134"/>
              <a:gd name="csY59" fmla="*/ 82147 h 136088"/>
              <a:gd name="csX60" fmla="*/ 85067 w 170134"/>
              <a:gd name="csY60" fmla="*/ 91860 h 136088"/>
              <a:gd name="csX61" fmla="*/ 34027 w 170134"/>
              <a:gd name="csY61" fmla="*/ 105469 h 136088"/>
              <a:gd name="csX62" fmla="*/ 30624 w 170134"/>
              <a:gd name="csY62" fmla="*/ 108871 h 136088"/>
              <a:gd name="csX63" fmla="*/ 30624 w 170134"/>
              <a:gd name="csY63" fmla="*/ 132687 h 136088"/>
              <a:gd name="csX64" fmla="*/ 34027 w 170134"/>
              <a:gd name="csY64" fmla="*/ 136089 h 136088"/>
              <a:gd name="csX65" fmla="*/ 44235 w 170134"/>
              <a:gd name="csY65" fmla="*/ 136089 h 136088"/>
              <a:gd name="csX66" fmla="*/ 47638 w 170134"/>
              <a:gd name="csY66" fmla="*/ 132687 h 136088"/>
              <a:gd name="csX67" fmla="*/ 47638 w 170134"/>
              <a:gd name="csY67" fmla="*/ 108871 h 136088"/>
              <a:gd name="csX68" fmla="*/ 44235 w 170134"/>
              <a:gd name="csY68" fmla="*/ 105469 h 136088"/>
              <a:gd name="csX69" fmla="*/ 34027 w 170134"/>
              <a:gd name="csY69" fmla="*/ 105469 h 136088"/>
              <a:gd name="csX70" fmla="*/ 125899 w 170134"/>
              <a:gd name="csY70" fmla="*/ 105469 h 136088"/>
              <a:gd name="csX71" fmla="*/ 122497 w 170134"/>
              <a:gd name="csY71" fmla="*/ 108871 h 136088"/>
              <a:gd name="csX72" fmla="*/ 122497 w 170134"/>
              <a:gd name="csY72" fmla="*/ 132687 h 136088"/>
              <a:gd name="csX73" fmla="*/ 125899 w 170134"/>
              <a:gd name="csY73" fmla="*/ 136089 h 136088"/>
              <a:gd name="csX74" fmla="*/ 136107 w 170134"/>
              <a:gd name="csY74" fmla="*/ 136089 h 136088"/>
              <a:gd name="csX75" fmla="*/ 139510 w 170134"/>
              <a:gd name="csY75" fmla="*/ 132687 h 136088"/>
              <a:gd name="csX76" fmla="*/ 139510 w 170134"/>
              <a:gd name="csY76" fmla="*/ 108871 h 136088"/>
              <a:gd name="csX77" fmla="*/ 136107 w 170134"/>
              <a:gd name="csY77" fmla="*/ 105469 h 136088"/>
              <a:gd name="csX78" fmla="*/ 125899 w 170134"/>
              <a:gd name="csY78" fmla="*/ 105469 h 136088"/>
            </a:gdLst>
            <a:ahLst/>
            <a:cxnLst/>
            <a:rect l="l" t="t" r="r" b="b"/>
            <a:pathLst>
              <a:path w="100000" h="100000">
                <a:moveTo>
                  <a:pt x="36000" y="10006"/>
                </a:moveTo>
                <a:cubicBezTo>
                  <a:pt x="35300" y="10006"/>
                  <a:pt x="34650" y="10376"/>
                  <a:pt x="34290" y="10975"/>
                </a:cubicBezTo>
                <a:lnTo>
                  <a:pt x="31270" y="16005"/>
                </a:lnTo>
                <a:lnTo>
                  <a:pt x="68730" y="16005"/>
                </a:lnTo>
                <a:lnTo>
                  <a:pt x="65710" y="10975"/>
                </a:lnTo>
                <a:cubicBezTo>
                  <a:pt x="65350" y="10376"/>
                  <a:pt x="64700" y="10006"/>
                  <a:pt x="64000" y="10006"/>
                </a:cubicBezTo>
                <a:lnTo>
                  <a:pt x="36000" y="10006"/>
                </a:lnTo>
                <a:close/>
                <a:moveTo>
                  <a:pt x="15970" y="15975"/>
                </a:moveTo>
                <a:cubicBezTo>
                  <a:pt x="15440" y="15985"/>
                  <a:pt x="14930" y="16205"/>
                  <a:pt x="14570" y="16585"/>
                </a:cubicBezTo>
                <a:cubicBezTo>
                  <a:pt x="14200" y="16965"/>
                  <a:pt x="13990" y="17474"/>
                  <a:pt x="14000" y="18005"/>
                </a:cubicBezTo>
                <a:lnTo>
                  <a:pt x="14000" y="20004"/>
                </a:lnTo>
                <a:lnTo>
                  <a:pt x="12000" y="20004"/>
                </a:lnTo>
                <a:cubicBezTo>
                  <a:pt x="5610" y="20004"/>
                  <a:pt x="0" y="34023"/>
                  <a:pt x="0" y="50000"/>
                </a:cubicBezTo>
                <a:cubicBezTo>
                  <a:pt x="0" y="65978"/>
                  <a:pt x="5610" y="79996"/>
                  <a:pt x="12000" y="79996"/>
                </a:cubicBezTo>
                <a:lnTo>
                  <a:pt x="14000" y="79996"/>
                </a:lnTo>
                <a:lnTo>
                  <a:pt x="14000" y="73997"/>
                </a:lnTo>
                <a:cubicBezTo>
                  <a:pt x="14000" y="70687"/>
                  <a:pt x="16690" y="67998"/>
                  <a:pt x="20000" y="67998"/>
                </a:cubicBezTo>
                <a:lnTo>
                  <a:pt x="26000" y="67998"/>
                </a:lnTo>
                <a:cubicBezTo>
                  <a:pt x="29310" y="67998"/>
                  <a:pt x="32000" y="70687"/>
                  <a:pt x="32000" y="73997"/>
                </a:cubicBezTo>
                <a:lnTo>
                  <a:pt x="32000" y="79996"/>
                </a:lnTo>
                <a:lnTo>
                  <a:pt x="68000" y="79996"/>
                </a:lnTo>
                <a:lnTo>
                  <a:pt x="68000" y="73997"/>
                </a:lnTo>
                <a:cubicBezTo>
                  <a:pt x="68000" y="70687"/>
                  <a:pt x="70690" y="67998"/>
                  <a:pt x="74000" y="67998"/>
                </a:cubicBezTo>
                <a:lnTo>
                  <a:pt x="80000" y="67998"/>
                </a:lnTo>
                <a:cubicBezTo>
                  <a:pt x="83310" y="67998"/>
                  <a:pt x="86000" y="70687"/>
                  <a:pt x="86000" y="73997"/>
                </a:cubicBezTo>
                <a:lnTo>
                  <a:pt x="86000" y="79996"/>
                </a:lnTo>
                <a:lnTo>
                  <a:pt x="88000" y="79996"/>
                </a:lnTo>
                <a:cubicBezTo>
                  <a:pt x="94390" y="79996"/>
                  <a:pt x="100000" y="65978"/>
                  <a:pt x="100000" y="50000"/>
                </a:cubicBezTo>
                <a:cubicBezTo>
                  <a:pt x="100000" y="34023"/>
                  <a:pt x="94390" y="20004"/>
                  <a:pt x="88000" y="20004"/>
                </a:cubicBezTo>
                <a:lnTo>
                  <a:pt x="86000" y="20004"/>
                </a:lnTo>
                <a:lnTo>
                  <a:pt x="86000" y="18005"/>
                </a:lnTo>
                <a:cubicBezTo>
                  <a:pt x="86000" y="17735"/>
                  <a:pt x="85950" y="17474"/>
                  <a:pt x="85850" y="17225"/>
                </a:cubicBezTo>
                <a:cubicBezTo>
                  <a:pt x="85750" y="16975"/>
                  <a:pt x="85600" y="16754"/>
                  <a:pt x="85410" y="16565"/>
                </a:cubicBezTo>
                <a:cubicBezTo>
                  <a:pt x="85220" y="16375"/>
                  <a:pt x="85000" y="16225"/>
                  <a:pt x="84750" y="16125"/>
                </a:cubicBezTo>
                <a:cubicBezTo>
                  <a:pt x="84500" y="16025"/>
                  <a:pt x="84240" y="15975"/>
                  <a:pt x="83970" y="15975"/>
                </a:cubicBezTo>
                <a:cubicBezTo>
                  <a:pt x="83440" y="15985"/>
                  <a:pt x="82930" y="16205"/>
                  <a:pt x="82570" y="16585"/>
                </a:cubicBezTo>
                <a:cubicBezTo>
                  <a:pt x="82200" y="16965"/>
                  <a:pt x="81990" y="17474"/>
                  <a:pt x="82000" y="18005"/>
                </a:cubicBezTo>
                <a:lnTo>
                  <a:pt x="82000" y="20004"/>
                </a:lnTo>
                <a:lnTo>
                  <a:pt x="18000" y="20004"/>
                </a:lnTo>
                <a:lnTo>
                  <a:pt x="18000" y="18005"/>
                </a:lnTo>
                <a:cubicBezTo>
                  <a:pt x="18000" y="17735"/>
                  <a:pt x="17950" y="17474"/>
                  <a:pt x="17850" y="17225"/>
                </a:cubicBezTo>
                <a:cubicBezTo>
                  <a:pt x="17750" y="16975"/>
                  <a:pt x="17600" y="16754"/>
                  <a:pt x="17410" y="16565"/>
                </a:cubicBezTo>
                <a:cubicBezTo>
                  <a:pt x="17220" y="16375"/>
                  <a:pt x="17000" y="16225"/>
                  <a:pt x="16750" y="16125"/>
                </a:cubicBezTo>
                <a:cubicBezTo>
                  <a:pt x="16500" y="16025"/>
                  <a:pt x="16240" y="15975"/>
                  <a:pt x="15970" y="15975"/>
                </a:cubicBezTo>
                <a:close/>
                <a:moveTo>
                  <a:pt x="48000" y="36002"/>
                </a:moveTo>
                <a:cubicBezTo>
                  <a:pt x="48160" y="36002"/>
                  <a:pt x="48310" y="36052"/>
                  <a:pt x="48440" y="36122"/>
                </a:cubicBezTo>
                <a:cubicBezTo>
                  <a:pt x="48490" y="36152"/>
                  <a:pt x="48870" y="36382"/>
                  <a:pt x="49020" y="36472"/>
                </a:cubicBezTo>
                <a:cubicBezTo>
                  <a:pt x="51790" y="38302"/>
                  <a:pt x="60000" y="44631"/>
                  <a:pt x="60000" y="54260"/>
                </a:cubicBezTo>
                <a:cubicBezTo>
                  <a:pt x="60000" y="59859"/>
                  <a:pt x="55520" y="63998"/>
                  <a:pt x="50000" y="63998"/>
                </a:cubicBezTo>
                <a:cubicBezTo>
                  <a:pt x="44480" y="63998"/>
                  <a:pt x="40000" y="59679"/>
                  <a:pt x="40000" y="54260"/>
                </a:cubicBezTo>
                <a:lnTo>
                  <a:pt x="40000" y="54200"/>
                </a:lnTo>
                <a:cubicBezTo>
                  <a:pt x="40000" y="46141"/>
                  <a:pt x="46400" y="44531"/>
                  <a:pt x="47000" y="37002"/>
                </a:cubicBezTo>
                <a:cubicBezTo>
                  <a:pt x="47000" y="36452"/>
                  <a:pt x="47450" y="36002"/>
                  <a:pt x="48000" y="36002"/>
                </a:cubicBezTo>
                <a:close/>
                <a:moveTo>
                  <a:pt x="50000" y="63998"/>
                </a:moveTo>
                <a:cubicBezTo>
                  <a:pt x="53310" y="63998"/>
                  <a:pt x="56000" y="61439"/>
                  <a:pt x="56000" y="58289"/>
                </a:cubicBezTo>
                <a:cubicBezTo>
                  <a:pt x="56000" y="51430"/>
                  <a:pt x="50000" y="48000"/>
                  <a:pt x="50000" y="48000"/>
                </a:cubicBezTo>
                <a:cubicBezTo>
                  <a:pt x="50000" y="48000"/>
                  <a:pt x="52000" y="51000"/>
                  <a:pt x="52000" y="54000"/>
                </a:cubicBezTo>
                <a:cubicBezTo>
                  <a:pt x="52000" y="56859"/>
                  <a:pt x="51000" y="57999"/>
                  <a:pt x="49000" y="57999"/>
                </a:cubicBezTo>
                <a:cubicBezTo>
                  <a:pt x="46000" y="57999"/>
                  <a:pt x="46000" y="54000"/>
                  <a:pt x="46000" y="54000"/>
                </a:cubicBezTo>
                <a:cubicBezTo>
                  <a:pt x="46000" y="54000"/>
                  <a:pt x="44000" y="55500"/>
                  <a:pt x="44000" y="58289"/>
                </a:cubicBezTo>
                <a:cubicBezTo>
                  <a:pt x="44000" y="61439"/>
                  <a:pt x="46690" y="63998"/>
                  <a:pt x="50000" y="63998"/>
                </a:cubicBezTo>
                <a:close/>
                <a:moveTo>
                  <a:pt x="20000" y="71997"/>
                </a:moveTo>
                <a:cubicBezTo>
                  <a:pt x="18900" y="71997"/>
                  <a:pt x="18000" y="72887"/>
                  <a:pt x="18000" y="73997"/>
                </a:cubicBezTo>
                <a:lnTo>
                  <a:pt x="18000" y="87995"/>
                </a:lnTo>
                <a:cubicBezTo>
                  <a:pt x="18000" y="89105"/>
                  <a:pt x="18900" y="89995"/>
                  <a:pt x="20000" y="89995"/>
                </a:cubicBezTo>
                <a:lnTo>
                  <a:pt x="26000" y="89995"/>
                </a:lnTo>
                <a:cubicBezTo>
                  <a:pt x="27100" y="89995"/>
                  <a:pt x="28000" y="89105"/>
                  <a:pt x="28000" y="87995"/>
                </a:cubicBezTo>
                <a:lnTo>
                  <a:pt x="28000" y="73997"/>
                </a:lnTo>
                <a:cubicBezTo>
                  <a:pt x="28000" y="72887"/>
                  <a:pt x="27100" y="71997"/>
                  <a:pt x="26000" y="71997"/>
                </a:cubicBezTo>
                <a:lnTo>
                  <a:pt x="20000" y="71997"/>
                </a:lnTo>
                <a:close/>
                <a:moveTo>
                  <a:pt x="74000" y="71997"/>
                </a:moveTo>
                <a:cubicBezTo>
                  <a:pt x="72900" y="71997"/>
                  <a:pt x="72000" y="72887"/>
                  <a:pt x="72000" y="73997"/>
                </a:cubicBezTo>
                <a:lnTo>
                  <a:pt x="72000" y="87995"/>
                </a:lnTo>
                <a:cubicBezTo>
                  <a:pt x="72000" y="89105"/>
                  <a:pt x="72900" y="89995"/>
                  <a:pt x="74000" y="89995"/>
                </a:cubicBezTo>
                <a:lnTo>
                  <a:pt x="80000" y="89995"/>
                </a:lnTo>
                <a:cubicBezTo>
                  <a:pt x="81100" y="89995"/>
                  <a:pt x="82000" y="89105"/>
                  <a:pt x="82000" y="87995"/>
                </a:cubicBezTo>
                <a:lnTo>
                  <a:pt x="82000" y="73997"/>
                </a:lnTo>
                <a:cubicBezTo>
                  <a:pt x="82000" y="72887"/>
                  <a:pt x="81100" y="71997"/>
                  <a:pt x="80000" y="71997"/>
                </a:cubicBezTo>
                <a:lnTo>
                  <a:pt x="74000" y="7199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0" name="Чёрный — SVG 3">
            <a:extLst>
              <a:ext uri="{FF2B5EF4-FFF2-40B4-BE49-F238E27FC236}">
                <a16:creationId xmlns:a16="http://schemas.microsoft.com/office/drawing/2014/main" id="{295B6068-3BD5-1D4C-ACFF-19C56344EF9E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113423 w 170134"/>
              <a:gd name="csY0" fmla="*/ 67330 h 109857"/>
              <a:gd name="csX1" fmla="*/ 103675 w 170134"/>
              <a:gd name="csY1" fmla="*/ 79731 h 109857"/>
              <a:gd name="csX2" fmla="*/ 93928 w 170134"/>
              <a:gd name="csY2" fmla="*/ 67330 h 109857"/>
              <a:gd name="csX3" fmla="*/ 103675 w 170134"/>
              <a:gd name="csY3" fmla="*/ 54929 h 109857"/>
              <a:gd name="csX4" fmla="*/ 113423 w 170134"/>
              <a:gd name="csY4" fmla="*/ 67330 h 109857"/>
              <a:gd name="csX5" fmla="*/ 170134 w 170134"/>
              <a:gd name="csY5" fmla="*/ 77962 h 109857"/>
              <a:gd name="csX6" fmla="*/ 138234 w 170134"/>
              <a:gd name="csY6" fmla="*/ 109858 h 109857"/>
              <a:gd name="csX7" fmla="*/ 31900 w 170134"/>
              <a:gd name="csY7" fmla="*/ 109858 h 109857"/>
              <a:gd name="csX8" fmla="*/ 0 w 170134"/>
              <a:gd name="csY8" fmla="*/ 77962 h 109857"/>
              <a:gd name="csX9" fmla="*/ 31900 w 170134"/>
              <a:gd name="csY9" fmla="*/ 46066 h 109857"/>
              <a:gd name="csX10" fmla="*/ 33945 w 170134"/>
              <a:gd name="csY10" fmla="*/ 46066 h 109857"/>
              <a:gd name="csX11" fmla="*/ 85067 w 170134"/>
              <a:gd name="csY11" fmla="*/ 0 h 109857"/>
              <a:gd name="csX12" fmla="*/ 136189 w 170134"/>
              <a:gd name="csY12" fmla="*/ 46066 h 109857"/>
              <a:gd name="csX13" fmla="*/ 138234 w 170134"/>
              <a:gd name="csY13" fmla="*/ 46066 h 109857"/>
              <a:gd name="csX14" fmla="*/ 170134 w 170134"/>
              <a:gd name="csY14" fmla="*/ 77962 h 109857"/>
              <a:gd name="csX15" fmla="*/ 58484 w 170134"/>
              <a:gd name="csY15" fmla="*/ 67330 h 109857"/>
              <a:gd name="csX16" fmla="*/ 67387 w 170134"/>
              <a:gd name="csY16" fmla="*/ 54929 h 109857"/>
              <a:gd name="csX17" fmla="*/ 73299 w 170134"/>
              <a:gd name="csY17" fmla="*/ 58110 h 109857"/>
              <a:gd name="csX18" fmla="*/ 79385 w 170134"/>
              <a:gd name="csY18" fmla="*/ 59607 h 109857"/>
              <a:gd name="csX19" fmla="*/ 80882 w 170134"/>
              <a:gd name="csY19" fmla="*/ 53517 h 109857"/>
              <a:gd name="csX20" fmla="*/ 67387 w 170134"/>
              <a:gd name="csY20" fmla="*/ 46066 h 109857"/>
              <a:gd name="csX21" fmla="*/ 49623 w 170134"/>
              <a:gd name="csY21" fmla="*/ 67330 h 109857"/>
              <a:gd name="csX22" fmla="*/ 67387 w 170134"/>
              <a:gd name="csY22" fmla="*/ 88594 h 109857"/>
              <a:gd name="csX23" fmla="*/ 80882 w 170134"/>
              <a:gd name="csY23" fmla="*/ 81143 h 109857"/>
              <a:gd name="csX24" fmla="*/ 79385 w 170134"/>
              <a:gd name="csY24" fmla="*/ 75070 h 109857"/>
              <a:gd name="csX25" fmla="*/ 73302 w 170134"/>
              <a:gd name="csY25" fmla="*/ 76567 h 109857"/>
              <a:gd name="csX26" fmla="*/ 67390 w 170134"/>
              <a:gd name="csY26" fmla="*/ 79731 h 109857"/>
              <a:gd name="csX27" fmla="*/ 58484 w 170134"/>
              <a:gd name="csY27" fmla="*/ 67330 h 109857"/>
              <a:gd name="csX28" fmla="*/ 122284 w 170134"/>
              <a:gd name="csY28" fmla="*/ 67330 h 109857"/>
              <a:gd name="csX29" fmla="*/ 103675 w 170134"/>
              <a:gd name="csY29" fmla="*/ 46066 h 109857"/>
              <a:gd name="csX30" fmla="*/ 85067 w 170134"/>
              <a:gd name="csY30" fmla="*/ 67330 h 109857"/>
              <a:gd name="csX31" fmla="*/ 103675 w 170134"/>
              <a:gd name="csY31" fmla="*/ 88594 h 109857"/>
              <a:gd name="csX32" fmla="*/ 122284 w 170134"/>
              <a:gd name="csY32" fmla="*/ 67330 h 109857"/>
              <a:gd name="csX33" fmla="*/ 136798 w 170134"/>
              <a:gd name="csY33" fmla="*/ 95687 h 109857"/>
              <a:gd name="csX34" fmla="*/ 145323 w 170134"/>
              <a:gd name="csY34" fmla="*/ 85056 h 109857"/>
              <a:gd name="csX35" fmla="*/ 134690 w 170134"/>
              <a:gd name="csY35" fmla="*/ 74424 h 109857"/>
              <a:gd name="csX36" fmla="*/ 124460 w 170134"/>
              <a:gd name="csY36" fmla="*/ 79867 h 109857"/>
              <a:gd name="csX37" fmla="*/ 125886 w 170134"/>
              <a:gd name="csY37" fmla="*/ 84545 h 109857"/>
              <a:gd name="csX38" fmla="*/ 130689 w 170134"/>
              <a:gd name="csY38" fmla="*/ 83252 h 109857"/>
              <a:gd name="csX39" fmla="*/ 134690 w 170134"/>
              <a:gd name="csY39" fmla="*/ 81517 h 109857"/>
              <a:gd name="csX40" fmla="*/ 138234 w 170134"/>
              <a:gd name="csY40" fmla="*/ 85056 h 109857"/>
              <a:gd name="csX41" fmla="*/ 132201 w 170134"/>
              <a:gd name="csY41" fmla="*/ 90142 h 109857"/>
              <a:gd name="csX42" fmla="*/ 124057 w 170134"/>
              <a:gd name="csY42" fmla="*/ 99226 h 109857"/>
              <a:gd name="csX43" fmla="*/ 127601 w 170134"/>
              <a:gd name="csY43" fmla="*/ 102781 h 109857"/>
              <a:gd name="csX44" fmla="*/ 141778 w 170134"/>
              <a:gd name="csY44" fmla="*/ 102781 h 109857"/>
              <a:gd name="csX45" fmla="*/ 145323 w 170134"/>
              <a:gd name="csY45" fmla="*/ 99226 h 109857"/>
              <a:gd name="csX46" fmla="*/ 141778 w 170134"/>
              <a:gd name="csY46" fmla="*/ 95687 h 109857"/>
              <a:gd name="csX47" fmla="*/ 136798 w 170134"/>
              <a:gd name="csY47" fmla="*/ 95687 h 109857"/>
            </a:gdLst>
            <a:ahLst/>
            <a:cxnLst/>
            <a:rect l="l" t="t" r="r" b="b"/>
            <a:pathLst>
              <a:path w="100000" h="100000">
                <a:moveTo>
                  <a:pt x="66667" y="57289"/>
                </a:moveTo>
                <a:cubicBezTo>
                  <a:pt x="66667" y="61309"/>
                  <a:pt x="64098" y="64578"/>
                  <a:pt x="60937" y="64578"/>
                </a:cubicBezTo>
                <a:cubicBezTo>
                  <a:pt x="57777" y="64578"/>
                  <a:pt x="55208" y="61309"/>
                  <a:pt x="55208" y="57289"/>
                </a:cubicBezTo>
                <a:cubicBezTo>
                  <a:pt x="55208" y="53270"/>
                  <a:pt x="57777" y="50000"/>
                  <a:pt x="60937" y="50000"/>
                </a:cubicBezTo>
                <a:cubicBezTo>
                  <a:pt x="64098" y="50000"/>
                  <a:pt x="66667" y="53270"/>
                  <a:pt x="66667" y="57289"/>
                </a:cubicBezTo>
                <a:close/>
                <a:moveTo>
                  <a:pt x="100000" y="63538"/>
                </a:moveTo>
                <a:cubicBezTo>
                  <a:pt x="100000" y="73877"/>
                  <a:pt x="91587" y="82286"/>
                  <a:pt x="81250" y="82286"/>
                </a:cubicBezTo>
                <a:lnTo>
                  <a:pt x="18750" y="82286"/>
                </a:lnTo>
                <a:cubicBezTo>
                  <a:pt x="8412" y="82286"/>
                  <a:pt x="0" y="73877"/>
                  <a:pt x="0" y="63538"/>
                </a:cubicBezTo>
                <a:cubicBezTo>
                  <a:pt x="0" y="53210"/>
                  <a:pt x="8412" y="44791"/>
                  <a:pt x="18750" y="44791"/>
                </a:cubicBezTo>
                <a:lnTo>
                  <a:pt x="19952" y="44791"/>
                </a:lnTo>
                <a:cubicBezTo>
                  <a:pt x="21521" y="29603"/>
                  <a:pt x="34398" y="17715"/>
                  <a:pt x="50000" y="17715"/>
                </a:cubicBezTo>
                <a:cubicBezTo>
                  <a:pt x="65602" y="17715"/>
                  <a:pt x="78479" y="29603"/>
                  <a:pt x="80048" y="44791"/>
                </a:cubicBezTo>
                <a:lnTo>
                  <a:pt x="81250" y="44791"/>
                </a:lnTo>
                <a:cubicBezTo>
                  <a:pt x="91587" y="44791"/>
                  <a:pt x="100000" y="53210"/>
                  <a:pt x="100000" y="63538"/>
                </a:cubicBezTo>
                <a:close/>
                <a:moveTo>
                  <a:pt x="34375" y="57289"/>
                </a:moveTo>
                <a:cubicBezTo>
                  <a:pt x="34375" y="53339"/>
                  <a:pt x="36771" y="50000"/>
                  <a:pt x="39608" y="50000"/>
                </a:cubicBezTo>
                <a:cubicBezTo>
                  <a:pt x="41783" y="50000"/>
                  <a:pt x="42819" y="51430"/>
                  <a:pt x="43083" y="51870"/>
                </a:cubicBezTo>
                <a:cubicBezTo>
                  <a:pt x="43829" y="53100"/>
                  <a:pt x="45433" y="53490"/>
                  <a:pt x="46660" y="52750"/>
                </a:cubicBezTo>
                <a:cubicBezTo>
                  <a:pt x="47892" y="52000"/>
                  <a:pt x="48283" y="50400"/>
                  <a:pt x="47540" y="49170"/>
                </a:cubicBezTo>
                <a:cubicBezTo>
                  <a:pt x="46919" y="48151"/>
                  <a:pt x="44506" y="44791"/>
                  <a:pt x="39608" y="44791"/>
                </a:cubicBezTo>
                <a:cubicBezTo>
                  <a:pt x="33852" y="44791"/>
                  <a:pt x="29167" y="50400"/>
                  <a:pt x="29167" y="57289"/>
                </a:cubicBezTo>
                <a:cubicBezTo>
                  <a:pt x="29167" y="64189"/>
                  <a:pt x="33852" y="69788"/>
                  <a:pt x="39608" y="69788"/>
                </a:cubicBezTo>
                <a:cubicBezTo>
                  <a:pt x="44510" y="69788"/>
                  <a:pt x="46919" y="66438"/>
                  <a:pt x="47540" y="65408"/>
                </a:cubicBezTo>
                <a:cubicBezTo>
                  <a:pt x="48283" y="64179"/>
                  <a:pt x="47890" y="62579"/>
                  <a:pt x="46660" y="61839"/>
                </a:cubicBezTo>
                <a:cubicBezTo>
                  <a:pt x="45433" y="61089"/>
                  <a:pt x="43829" y="61489"/>
                  <a:pt x="43085" y="62719"/>
                </a:cubicBezTo>
                <a:cubicBezTo>
                  <a:pt x="42821" y="63148"/>
                  <a:pt x="41785" y="64578"/>
                  <a:pt x="39610" y="64578"/>
                </a:cubicBezTo>
                <a:cubicBezTo>
                  <a:pt x="36771" y="64578"/>
                  <a:pt x="34375" y="61248"/>
                  <a:pt x="34375" y="57289"/>
                </a:cubicBezTo>
                <a:close/>
                <a:moveTo>
                  <a:pt x="71875" y="57289"/>
                </a:moveTo>
                <a:cubicBezTo>
                  <a:pt x="71875" y="50400"/>
                  <a:pt x="66969" y="44791"/>
                  <a:pt x="60937" y="44791"/>
                </a:cubicBezTo>
                <a:cubicBezTo>
                  <a:pt x="54906" y="44791"/>
                  <a:pt x="50000" y="50400"/>
                  <a:pt x="50000" y="57289"/>
                </a:cubicBezTo>
                <a:cubicBezTo>
                  <a:pt x="50000" y="64189"/>
                  <a:pt x="54906" y="69788"/>
                  <a:pt x="60937" y="69788"/>
                </a:cubicBezTo>
                <a:cubicBezTo>
                  <a:pt x="66969" y="69788"/>
                  <a:pt x="71875" y="64189"/>
                  <a:pt x="71875" y="57289"/>
                </a:cubicBezTo>
                <a:close/>
                <a:moveTo>
                  <a:pt x="80406" y="73957"/>
                </a:moveTo>
                <a:cubicBezTo>
                  <a:pt x="82790" y="72607"/>
                  <a:pt x="85417" y="70867"/>
                  <a:pt x="85417" y="67708"/>
                </a:cubicBezTo>
                <a:cubicBezTo>
                  <a:pt x="85417" y="64258"/>
                  <a:pt x="82612" y="61459"/>
                  <a:pt x="79167" y="61459"/>
                </a:cubicBezTo>
                <a:cubicBezTo>
                  <a:pt x="75742" y="61459"/>
                  <a:pt x="73777" y="63469"/>
                  <a:pt x="73154" y="64658"/>
                </a:cubicBezTo>
                <a:cubicBezTo>
                  <a:pt x="72633" y="65658"/>
                  <a:pt x="73015" y="66848"/>
                  <a:pt x="73992" y="67408"/>
                </a:cubicBezTo>
                <a:cubicBezTo>
                  <a:pt x="74969" y="67958"/>
                  <a:pt x="76227" y="67598"/>
                  <a:pt x="76815" y="66648"/>
                </a:cubicBezTo>
                <a:cubicBezTo>
                  <a:pt x="76879" y="66538"/>
                  <a:pt x="77490" y="65628"/>
                  <a:pt x="79167" y="65628"/>
                </a:cubicBezTo>
                <a:cubicBezTo>
                  <a:pt x="80315" y="65628"/>
                  <a:pt x="81250" y="66558"/>
                  <a:pt x="81250" y="67708"/>
                </a:cubicBezTo>
                <a:cubicBezTo>
                  <a:pt x="81250" y="68718"/>
                  <a:pt x="79283" y="69818"/>
                  <a:pt x="77704" y="70698"/>
                </a:cubicBezTo>
                <a:cubicBezTo>
                  <a:pt x="75460" y="71947"/>
                  <a:pt x="72917" y="73367"/>
                  <a:pt x="72917" y="76037"/>
                </a:cubicBezTo>
                <a:cubicBezTo>
                  <a:pt x="72917" y="77187"/>
                  <a:pt x="73850" y="78126"/>
                  <a:pt x="75000" y="78126"/>
                </a:cubicBezTo>
                <a:lnTo>
                  <a:pt x="83333" y="78126"/>
                </a:lnTo>
                <a:cubicBezTo>
                  <a:pt x="84483" y="78126"/>
                  <a:pt x="85417" y="77187"/>
                  <a:pt x="85417" y="76037"/>
                </a:cubicBezTo>
                <a:cubicBezTo>
                  <a:pt x="85417" y="74887"/>
                  <a:pt x="84483" y="73957"/>
                  <a:pt x="83333" y="73957"/>
                </a:cubicBezTo>
                <a:lnTo>
                  <a:pt x="80406" y="7395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1" name="Чёрный — SVG 4">
            <a:extLst>
              <a:ext uri="{FF2B5EF4-FFF2-40B4-BE49-F238E27FC236}">
                <a16:creationId xmlns:a16="http://schemas.microsoft.com/office/drawing/2014/main" id="{D81F0749-74DB-1945-9CF5-038FCFA0651F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5393 w 155744"/>
              <a:gd name="csY0" fmla="*/ 1 h 124046"/>
              <a:gd name="csX1" fmla="*/ 3335 w 155744"/>
              <a:gd name="csY1" fmla="*/ 393 h 124046"/>
              <a:gd name="csX2" fmla="*/ 1584 w 155744"/>
              <a:gd name="csY2" fmla="*/ 1532 h 124046"/>
              <a:gd name="csX3" fmla="*/ 412 w 155744"/>
              <a:gd name="csY3" fmla="*/ 3267 h 124046"/>
              <a:gd name="csX4" fmla="*/ 0 w 155744"/>
              <a:gd name="csY4" fmla="*/ 5326 h 124046"/>
              <a:gd name="csX5" fmla="*/ 412 w 155744"/>
              <a:gd name="csY5" fmla="*/ 7367 h 124046"/>
              <a:gd name="csX6" fmla="*/ 1584 w 155744"/>
              <a:gd name="csY6" fmla="*/ 9103 h 124046"/>
              <a:gd name="csX7" fmla="*/ 3335 w 155744"/>
              <a:gd name="csY7" fmla="*/ 10259 h 124046"/>
              <a:gd name="csX8" fmla="*/ 5393 w 155744"/>
              <a:gd name="csY8" fmla="*/ 10633 h 124046"/>
              <a:gd name="csX9" fmla="*/ 7164 w 155744"/>
              <a:gd name="csY9" fmla="*/ 10633 h 124046"/>
              <a:gd name="csX10" fmla="*/ 7164 w 155744"/>
              <a:gd name="csY10" fmla="*/ 56700 h 124046"/>
              <a:gd name="csX11" fmla="*/ 5393 w 155744"/>
              <a:gd name="csY11" fmla="*/ 56700 h 124046"/>
              <a:gd name="csX12" fmla="*/ 3335 w 155744"/>
              <a:gd name="csY12" fmla="*/ 57091 h 124046"/>
              <a:gd name="csX13" fmla="*/ 1584 w 155744"/>
              <a:gd name="csY13" fmla="*/ 58230 h 124046"/>
              <a:gd name="csX14" fmla="*/ 412 w 155744"/>
              <a:gd name="csY14" fmla="*/ 59966 h 124046"/>
              <a:gd name="csX15" fmla="*/ 0 w 155744"/>
              <a:gd name="csY15" fmla="*/ 62024 h 124046"/>
              <a:gd name="csX16" fmla="*/ 412 w 155744"/>
              <a:gd name="csY16" fmla="*/ 64065 h 124046"/>
              <a:gd name="csX17" fmla="*/ 1584 w 155744"/>
              <a:gd name="csY17" fmla="*/ 65800 h 124046"/>
              <a:gd name="csX18" fmla="*/ 3335 w 155744"/>
              <a:gd name="csY18" fmla="*/ 66957 h 124046"/>
              <a:gd name="csX19" fmla="*/ 5393 w 155744"/>
              <a:gd name="csY19" fmla="*/ 67332 h 124046"/>
              <a:gd name="csX20" fmla="*/ 7164 w 155744"/>
              <a:gd name="csY20" fmla="*/ 67332 h 124046"/>
              <a:gd name="csX21" fmla="*/ 7164 w 155744"/>
              <a:gd name="csY21" fmla="*/ 113414 h 124046"/>
              <a:gd name="csX22" fmla="*/ 5393 w 155744"/>
              <a:gd name="csY22" fmla="*/ 113414 h 124046"/>
              <a:gd name="csX23" fmla="*/ 77 w 155744"/>
              <a:gd name="csY23" fmla="*/ 118722 h 124046"/>
              <a:gd name="csX24" fmla="*/ 5393 w 155744"/>
              <a:gd name="csY24" fmla="*/ 124046 h 124046"/>
              <a:gd name="csX25" fmla="*/ 57534 w 155744"/>
              <a:gd name="csY25" fmla="*/ 124046 h 124046"/>
              <a:gd name="csX26" fmla="*/ 57493 w 155744"/>
              <a:gd name="csY26" fmla="*/ 117055 h 124046"/>
              <a:gd name="csX27" fmla="*/ 57521 w 155744"/>
              <a:gd name="csY27" fmla="*/ 116953 h 124046"/>
              <a:gd name="csX28" fmla="*/ 57534 w 155744"/>
              <a:gd name="csY28" fmla="*/ 116953 h 124046"/>
              <a:gd name="csX29" fmla="*/ 62810 w 155744"/>
              <a:gd name="csY29" fmla="*/ 95791 h 124046"/>
              <a:gd name="csX30" fmla="*/ 76565 w 155744"/>
              <a:gd name="csY30" fmla="*/ 85057 h 124046"/>
              <a:gd name="csX31" fmla="*/ 82304 w 155744"/>
              <a:gd name="csY31" fmla="*/ 85057 h 124046"/>
              <a:gd name="csX32" fmla="*/ 82304 w 155744"/>
              <a:gd name="csY32" fmla="*/ 78065 h 124046"/>
              <a:gd name="csX33" fmla="*/ 87621 w 155744"/>
              <a:gd name="csY33" fmla="*/ 56801 h 124046"/>
              <a:gd name="csX34" fmla="*/ 99321 w 155744"/>
              <a:gd name="csY34" fmla="*/ 46255 h 124046"/>
              <a:gd name="csX35" fmla="*/ 99321 w 155744"/>
              <a:gd name="csY35" fmla="*/ 10633 h 124046"/>
              <a:gd name="csX36" fmla="*/ 101094 w 155744"/>
              <a:gd name="csY36" fmla="*/ 10633 h 124046"/>
              <a:gd name="csX37" fmla="*/ 103151 w 155744"/>
              <a:gd name="csY37" fmla="*/ 10259 h 124046"/>
              <a:gd name="csX38" fmla="*/ 104901 w 155744"/>
              <a:gd name="csY38" fmla="*/ 9103 h 124046"/>
              <a:gd name="csX39" fmla="*/ 106073 w 155744"/>
              <a:gd name="csY39" fmla="*/ 7367 h 124046"/>
              <a:gd name="csX40" fmla="*/ 106485 w 155744"/>
              <a:gd name="csY40" fmla="*/ 5326 h 124046"/>
              <a:gd name="csX41" fmla="*/ 106073 w 155744"/>
              <a:gd name="csY41" fmla="*/ 3267 h 124046"/>
              <a:gd name="csX42" fmla="*/ 104901 w 155744"/>
              <a:gd name="csY42" fmla="*/ 1532 h 124046"/>
              <a:gd name="csX43" fmla="*/ 103151 w 155744"/>
              <a:gd name="csY43" fmla="*/ 393 h 124046"/>
              <a:gd name="csX44" fmla="*/ 101094 w 155744"/>
              <a:gd name="csY44" fmla="*/ 1 h 124046"/>
              <a:gd name="csX45" fmla="*/ 5393 w 155744"/>
              <a:gd name="csY45" fmla="*/ 1 h 124046"/>
              <a:gd name="csX46" fmla="*/ 51471 w 155744"/>
              <a:gd name="csY46" fmla="*/ 35793 h 124046"/>
              <a:gd name="csX47" fmla="*/ 55867 w 155744"/>
              <a:gd name="csY47" fmla="*/ 38140 h 124046"/>
              <a:gd name="csX48" fmla="*/ 67421 w 155744"/>
              <a:gd name="csY48" fmla="*/ 62024 h 124046"/>
              <a:gd name="csX49" fmla="*/ 51471 w 155744"/>
              <a:gd name="csY49" fmla="*/ 77963 h 124046"/>
              <a:gd name="csX50" fmla="*/ 35521 w 155744"/>
              <a:gd name="csY50" fmla="*/ 62024 h 124046"/>
              <a:gd name="csX51" fmla="*/ 47074 w 155744"/>
              <a:gd name="csY51" fmla="*/ 38140 h 124046"/>
              <a:gd name="csX52" fmla="*/ 51471 w 155744"/>
              <a:gd name="csY52" fmla="*/ 35793 h 124046"/>
              <a:gd name="csX53" fmla="*/ 101376 w 155744"/>
              <a:gd name="csY53" fmla="*/ 56700 h 124046"/>
              <a:gd name="csX54" fmla="*/ 97943 w 155744"/>
              <a:gd name="csY54" fmla="*/ 59387 h 124046"/>
              <a:gd name="csX55" fmla="*/ 92626 w 155744"/>
              <a:gd name="csY55" fmla="*/ 80651 h 124046"/>
              <a:gd name="csX56" fmla="*/ 96059 w 155744"/>
              <a:gd name="csY56" fmla="*/ 85057 h 124046"/>
              <a:gd name="csX57" fmla="*/ 127393 w 155744"/>
              <a:gd name="csY57" fmla="*/ 85057 h 124046"/>
              <a:gd name="csX58" fmla="*/ 130826 w 155744"/>
              <a:gd name="csY58" fmla="*/ 80651 h 124046"/>
              <a:gd name="csX59" fmla="*/ 125510 w 155744"/>
              <a:gd name="csY59" fmla="*/ 59387 h 124046"/>
              <a:gd name="csX60" fmla="*/ 122076 w 155744"/>
              <a:gd name="csY60" fmla="*/ 56700 h 124046"/>
              <a:gd name="csX61" fmla="*/ 101376 w 155744"/>
              <a:gd name="csY61" fmla="*/ 56700 h 124046"/>
              <a:gd name="csX62" fmla="*/ 76565 w 155744"/>
              <a:gd name="csY62" fmla="*/ 95689 h 124046"/>
              <a:gd name="csX63" fmla="*/ 73132 w 155744"/>
              <a:gd name="csY63" fmla="*/ 98377 h 124046"/>
              <a:gd name="csX64" fmla="*/ 67815 w 155744"/>
              <a:gd name="csY64" fmla="*/ 119641 h 124046"/>
              <a:gd name="csX65" fmla="*/ 71249 w 155744"/>
              <a:gd name="csY65" fmla="*/ 124046 h 124046"/>
              <a:gd name="csX66" fmla="*/ 102581 w 155744"/>
              <a:gd name="csY66" fmla="*/ 124046 h 124046"/>
              <a:gd name="csX67" fmla="*/ 106016 w 155744"/>
              <a:gd name="csY67" fmla="*/ 119641 h 124046"/>
              <a:gd name="csX68" fmla="*/ 100699 w 155744"/>
              <a:gd name="csY68" fmla="*/ 98377 h 124046"/>
              <a:gd name="csX69" fmla="*/ 97264 w 155744"/>
              <a:gd name="csY69" fmla="*/ 95689 h 124046"/>
              <a:gd name="csX70" fmla="*/ 76565 w 155744"/>
              <a:gd name="csY70" fmla="*/ 95689 h 124046"/>
              <a:gd name="csX71" fmla="*/ 126188 w 155744"/>
              <a:gd name="csY71" fmla="*/ 95689 h 124046"/>
              <a:gd name="csX72" fmla="*/ 122753 w 155744"/>
              <a:gd name="csY72" fmla="*/ 98377 h 124046"/>
              <a:gd name="csX73" fmla="*/ 117437 w 155744"/>
              <a:gd name="csY73" fmla="*/ 119641 h 124046"/>
              <a:gd name="csX74" fmla="*/ 120872 w 155744"/>
              <a:gd name="csY74" fmla="*/ 124046 h 124046"/>
              <a:gd name="csX75" fmla="*/ 152204 w 155744"/>
              <a:gd name="csY75" fmla="*/ 124046 h 124046"/>
              <a:gd name="csX76" fmla="*/ 155637 w 155744"/>
              <a:gd name="csY76" fmla="*/ 119641 h 124046"/>
              <a:gd name="csX77" fmla="*/ 150320 w 155744"/>
              <a:gd name="csY77" fmla="*/ 98377 h 124046"/>
              <a:gd name="csX78" fmla="*/ 146887 w 155744"/>
              <a:gd name="csY78" fmla="*/ 95689 h 124046"/>
              <a:gd name="csX79" fmla="*/ 126188 w 155744"/>
              <a:gd name="csY79" fmla="*/ 95689 h 124046"/>
            </a:gdLst>
            <a:ahLst/>
            <a:cxnLst/>
            <a:rect l="l" t="t" r="r" b="b"/>
            <a:pathLst>
              <a:path w="100000" h="100000">
                <a:moveTo>
                  <a:pt x="3463" y="10177"/>
                </a:moveTo>
                <a:cubicBezTo>
                  <a:pt x="3009" y="10166"/>
                  <a:pt x="2561" y="10254"/>
                  <a:pt x="2141" y="10429"/>
                </a:cubicBezTo>
                <a:cubicBezTo>
                  <a:pt x="1721" y="10592"/>
                  <a:pt x="1339" y="10843"/>
                  <a:pt x="1017" y="11160"/>
                </a:cubicBezTo>
                <a:cubicBezTo>
                  <a:pt x="695" y="11477"/>
                  <a:pt x="439" y="11859"/>
                  <a:pt x="265" y="12274"/>
                </a:cubicBezTo>
                <a:cubicBezTo>
                  <a:pt x="90" y="12689"/>
                  <a:pt x="0" y="13137"/>
                  <a:pt x="0" y="13596"/>
                </a:cubicBezTo>
                <a:cubicBezTo>
                  <a:pt x="0" y="14044"/>
                  <a:pt x="90" y="14492"/>
                  <a:pt x="265" y="14907"/>
                </a:cubicBezTo>
                <a:cubicBezTo>
                  <a:pt x="439" y="15322"/>
                  <a:pt x="695" y="15704"/>
                  <a:pt x="1017" y="16021"/>
                </a:cubicBezTo>
                <a:cubicBezTo>
                  <a:pt x="1339" y="16338"/>
                  <a:pt x="1721" y="16589"/>
                  <a:pt x="2141" y="16763"/>
                </a:cubicBezTo>
                <a:cubicBezTo>
                  <a:pt x="2561" y="16927"/>
                  <a:pt x="3009" y="17014"/>
                  <a:pt x="3463" y="17004"/>
                </a:cubicBezTo>
                <a:lnTo>
                  <a:pt x="4600" y="17004"/>
                </a:lnTo>
                <a:lnTo>
                  <a:pt x="4600" y="46582"/>
                </a:lnTo>
                <a:lnTo>
                  <a:pt x="3463" y="46582"/>
                </a:lnTo>
                <a:cubicBezTo>
                  <a:pt x="3009" y="46582"/>
                  <a:pt x="2561" y="46658"/>
                  <a:pt x="2141" y="46833"/>
                </a:cubicBezTo>
                <a:cubicBezTo>
                  <a:pt x="1721" y="46997"/>
                  <a:pt x="1339" y="47248"/>
                  <a:pt x="1017" y="47565"/>
                </a:cubicBezTo>
                <a:cubicBezTo>
                  <a:pt x="695" y="47882"/>
                  <a:pt x="439" y="48264"/>
                  <a:pt x="265" y="48679"/>
                </a:cubicBezTo>
                <a:cubicBezTo>
                  <a:pt x="90" y="49094"/>
                  <a:pt x="0" y="49542"/>
                  <a:pt x="0" y="50001"/>
                </a:cubicBezTo>
                <a:cubicBezTo>
                  <a:pt x="0" y="50449"/>
                  <a:pt x="90" y="50896"/>
                  <a:pt x="265" y="51311"/>
                </a:cubicBezTo>
                <a:cubicBezTo>
                  <a:pt x="439" y="51737"/>
                  <a:pt x="695" y="52109"/>
                  <a:pt x="1017" y="52425"/>
                </a:cubicBezTo>
                <a:cubicBezTo>
                  <a:pt x="1339" y="52742"/>
                  <a:pt x="1721" y="52993"/>
                  <a:pt x="2141" y="53168"/>
                </a:cubicBezTo>
                <a:cubicBezTo>
                  <a:pt x="2561" y="53332"/>
                  <a:pt x="3009" y="53420"/>
                  <a:pt x="3463" y="53409"/>
                </a:cubicBezTo>
                <a:lnTo>
                  <a:pt x="4600" y="53409"/>
                </a:lnTo>
                <a:lnTo>
                  <a:pt x="4600" y="82997"/>
                </a:lnTo>
                <a:lnTo>
                  <a:pt x="3463" y="82997"/>
                </a:lnTo>
                <a:cubicBezTo>
                  <a:pt x="1573" y="82997"/>
                  <a:pt x="49" y="84516"/>
                  <a:pt x="49" y="86405"/>
                </a:cubicBezTo>
                <a:cubicBezTo>
                  <a:pt x="49" y="88295"/>
                  <a:pt x="1573" y="89824"/>
                  <a:pt x="3463" y="89824"/>
                </a:cubicBezTo>
                <a:lnTo>
                  <a:pt x="36941" y="89824"/>
                </a:lnTo>
                <a:cubicBezTo>
                  <a:pt x="36555" y="88382"/>
                  <a:pt x="36529" y="86842"/>
                  <a:pt x="36915" y="85335"/>
                </a:cubicBezTo>
                <a:lnTo>
                  <a:pt x="36933" y="85269"/>
                </a:lnTo>
                <a:lnTo>
                  <a:pt x="36941" y="85269"/>
                </a:lnTo>
                <a:lnTo>
                  <a:pt x="40329" y="71682"/>
                </a:lnTo>
                <a:cubicBezTo>
                  <a:pt x="41352" y="67630"/>
                  <a:pt x="44974" y="64790"/>
                  <a:pt x="49161" y="64790"/>
                </a:cubicBezTo>
                <a:lnTo>
                  <a:pt x="52846" y="64790"/>
                </a:lnTo>
                <a:cubicBezTo>
                  <a:pt x="52482" y="63337"/>
                  <a:pt x="52482" y="61808"/>
                  <a:pt x="52846" y="60300"/>
                </a:cubicBezTo>
                <a:lnTo>
                  <a:pt x="56260" y="46647"/>
                </a:lnTo>
                <a:cubicBezTo>
                  <a:pt x="57171" y="43032"/>
                  <a:pt x="60153" y="40378"/>
                  <a:pt x="63772" y="39876"/>
                </a:cubicBezTo>
                <a:lnTo>
                  <a:pt x="63772" y="17004"/>
                </a:lnTo>
                <a:lnTo>
                  <a:pt x="64910" y="17004"/>
                </a:lnTo>
                <a:cubicBezTo>
                  <a:pt x="65362" y="17014"/>
                  <a:pt x="65811" y="16927"/>
                  <a:pt x="66231" y="16763"/>
                </a:cubicBezTo>
                <a:cubicBezTo>
                  <a:pt x="66650" y="16589"/>
                  <a:pt x="67032" y="16338"/>
                  <a:pt x="67355" y="16021"/>
                </a:cubicBezTo>
                <a:cubicBezTo>
                  <a:pt x="67677" y="15704"/>
                  <a:pt x="67933" y="15322"/>
                  <a:pt x="68107" y="14907"/>
                </a:cubicBezTo>
                <a:cubicBezTo>
                  <a:pt x="68283" y="14492"/>
                  <a:pt x="68372" y="14044"/>
                  <a:pt x="68372" y="13596"/>
                </a:cubicBezTo>
                <a:cubicBezTo>
                  <a:pt x="68372" y="13137"/>
                  <a:pt x="68283" y="12689"/>
                  <a:pt x="68107" y="12274"/>
                </a:cubicBezTo>
                <a:cubicBezTo>
                  <a:pt x="67933" y="11859"/>
                  <a:pt x="67677" y="11477"/>
                  <a:pt x="67355" y="11160"/>
                </a:cubicBezTo>
                <a:cubicBezTo>
                  <a:pt x="67032" y="10843"/>
                  <a:pt x="66650" y="10592"/>
                  <a:pt x="66231" y="10429"/>
                </a:cubicBezTo>
                <a:cubicBezTo>
                  <a:pt x="65811" y="10254"/>
                  <a:pt x="65362" y="10166"/>
                  <a:pt x="64910" y="10177"/>
                </a:cubicBezTo>
                <a:lnTo>
                  <a:pt x="3463" y="10177"/>
                </a:lnTo>
                <a:close/>
                <a:moveTo>
                  <a:pt x="33048" y="33158"/>
                </a:moveTo>
                <a:cubicBezTo>
                  <a:pt x="34123" y="33158"/>
                  <a:pt x="35199" y="33660"/>
                  <a:pt x="35871" y="34665"/>
                </a:cubicBezTo>
                <a:cubicBezTo>
                  <a:pt x="38897" y="39144"/>
                  <a:pt x="43290" y="46287"/>
                  <a:pt x="43290" y="50001"/>
                </a:cubicBezTo>
                <a:cubicBezTo>
                  <a:pt x="43290" y="55670"/>
                  <a:pt x="38715" y="60235"/>
                  <a:pt x="33048" y="60235"/>
                </a:cubicBezTo>
                <a:cubicBezTo>
                  <a:pt x="27381" y="60235"/>
                  <a:pt x="22807" y="55670"/>
                  <a:pt x="22807" y="50001"/>
                </a:cubicBezTo>
                <a:cubicBezTo>
                  <a:pt x="22807" y="46287"/>
                  <a:pt x="27198" y="39144"/>
                  <a:pt x="30225" y="34665"/>
                </a:cubicBezTo>
                <a:cubicBezTo>
                  <a:pt x="30897" y="33660"/>
                  <a:pt x="31972" y="33158"/>
                  <a:pt x="33048" y="33158"/>
                </a:cubicBezTo>
                <a:close/>
                <a:moveTo>
                  <a:pt x="65091" y="46582"/>
                </a:moveTo>
                <a:cubicBezTo>
                  <a:pt x="64047" y="46582"/>
                  <a:pt x="63140" y="47303"/>
                  <a:pt x="62887" y="48307"/>
                </a:cubicBezTo>
                <a:lnTo>
                  <a:pt x="59473" y="61961"/>
                </a:lnTo>
                <a:cubicBezTo>
                  <a:pt x="59114" y="63403"/>
                  <a:pt x="60196" y="64790"/>
                  <a:pt x="61677" y="64790"/>
                </a:cubicBezTo>
                <a:lnTo>
                  <a:pt x="81796" y="64790"/>
                </a:lnTo>
                <a:cubicBezTo>
                  <a:pt x="83278" y="64790"/>
                  <a:pt x="84360" y="63403"/>
                  <a:pt x="84001" y="61961"/>
                </a:cubicBezTo>
                <a:lnTo>
                  <a:pt x="80587" y="48307"/>
                </a:lnTo>
                <a:cubicBezTo>
                  <a:pt x="80335" y="47303"/>
                  <a:pt x="79427" y="46582"/>
                  <a:pt x="78382" y="46582"/>
                </a:cubicBezTo>
                <a:lnTo>
                  <a:pt x="65091" y="46582"/>
                </a:lnTo>
                <a:close/>
                <a:moveTo>
                  <a:pt x="49161" y="71616"/>
                </a:moveTo>
                <a:cubicBezTo>
                  <a:pt x="48117" y="71616"/>
                  <a:pt x="47209" y="72326"/>
                  <a:pt x="46957" y="73342"/>
                </a:cubicBezTo>
                <a:lnTo>
                  <a:pt x="43543" y="86995"/>
                </a:lnTo>
                <a:cubicBezTo>
                  <a:pt x="43184" y="88437"/>
                  <a:pt x="44266" y="89824"/>
                  <a:pt x="45748" y="89824"/>
                </a:cubicBezTo>
                <a:lnTo>
                  <a:pt x="65865" y="89824"/>
                </a:lnTo>
                <a:cubicBezTo>
                  <a:pt x="67347" y="89824"/>
                  <a:pt x="68430" y="88437"/>
                  <a:pt x="68071" y="86995"/>
                </a:cubicBezTo>
                <a:lnTo>
                  <a:pt x="64657" y="73342"/>
                </a:lnTo>
                <a:cubicBezTo>
                  <a:pt x="64403" y="72326"/>
                  <a:pt x="63497" y="71616"/>
                  <a:pt x="62451" y="71616"/>
                </a:cubicBezTo>
                <a:lnTo>
                  <a:pt x="49161" y="71616"/>
                </a:lnTo>
                <a:close/>
                <a:moveTo>
                  <a:pt x="81023" y="71616"/>
                </a:moveTo>
                <a:cubicBezTo>
                  <a:pt x="79977" y="71616"/>
                  <a:pt x="79071" y="72326"/>
                  <a:pt x="78817" y="73342"/>
                </a:cubicBezTo>
                <a:lnTo>
                  <a:pt x="75404" y="86995"/>
                </a:lnTo>
                <a:cubicBezTo>
                  <a:pt x="75044" y="88437"/>
                  <a:pt x="76127" y="89824"/>
                  <a:pt x="77609" y="89824"/>
                </a:cubicBezTo>
                <a:lnTo>
                  <a:pt x="97727" y="89824"/>
                </a:lnTo>
                <a:cubicBezTo>
                  <a:pt x="99208" y="89824"/>
                  <a:pt x="100291" y="88437"/>
                  <a:pt x="99931" y="86995"/>
                </a:cubicBezTo>
                <a:lnTo>
                  <a:pt x="96517" y="73342"/>
                </a:lnTo>
                <a:cubicBezTo>
                  <a:pt x="96265" y="72326"/>
                  <a:pt x="95357" y="71616"/>
                  <a:pt x="94313" y="71616"/>
                </a:cubicBezTo>
                <a:lnTo>
                  <a:pt x="81023" y="7161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2" name="Чёрный — SVG 5">
            <a:extLst>
              <a:ext uri="{FF2B5EF4-FFF2-40B4-BE49-F238E27FC236}">
                <a16:creationId xmlns:a16="http://schemas.microsoft.com/office/drawing/2014/main" id="{18D9A22C-309A-F549-9B59-A9C0FB1DFB42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7113 w 141978"/>
              <a:gd name="csY0" fmla="*/ 2 h 141942"/>
              <a:gd name="csX1" fmla="*/ 3166 w 141978"/>
              <a:gd name="csY1" fmla="*/ 1210 h 141942"/>
              <a:gd name="csX2" fmla="*/ 562 w 141978"/>
              <a:gd name="csY2" fmla="*/ 4425 h 141942"/>
              <a:gd name="csX3" fmla="*/ 188 w 141978"/>
              <a:gd name="csY3" fmla="*/ 8542 h 141942"/>
              <a:gd name="csX4" fmla="*/ 2179 w 141978"/>
              <a:gd name="csY4" fmla="*/ 12182 h 141942"/>
              <a:gd name="csX5" fmla="*/ 16351 w 141978"/>
              <a:gd name="csY5" fmla="*/ 26352 h 141942"/>
              <a:gd name="csX6" fmla="*/ 18665 w 141978"/>
              <a:gd name="csY6" fmla="*/ 27951 h 141942"/>
              <a:gd name="csX7" fmla="*/ 21404 w 141978"/>
              <a:gd name="csY7" fmla="*/ 28530 h 141942"/>
              <a:gd name="csX8" fmla="*/ 24160 w 141978"/>
              <a:gd name="csY8" fmla="*/ 28002 h 141942"/>
              <a:gd name="csX9" fmla="*/ 26491 w 141978"/>
              <a:gd name="csY9" fmla="*/ 26454 h 141942"/>
              <a:gd name="csX10" fmla="*/ 28039 w 141978"/>
              <a:gd name="csY10" fmla="*/ 24124 h 141942"/>
              <a:gd name="csX11" fmla="*/ 28567 w 141978"/>
              <a:gd name="csY11" fmla="*/ 21368 h 141942"/>
              <a:gd name="csX12" fmla="*/ 27988 w 141978"/>
              <a:gd name="csY12" fmla="*/ 18629 h 141942"/>
              <a:gd name="csX13" fmla="*/ 26389 w 141978"/>
              <a:gd name="csY13" fmla="*/ 16333 h 141942"/>
              <a:gd name="csX14" fmla="*/ 12200 w 141978"/>
              <a:gd name="csY14" fmla="*/ 2145 h 141942"/>
              <a:gd name="csX15" fmla="*/ 9886 w 141978"/>
              <a:gd name="csY15" fmla="*/ 564 h 141942"/>
              <a:gd name="csX16" fmla="*/ 7113 w 141978"/>
              <a:gd name="csY16" fmla="*/ 2 h 141942"/>
              <a:gd name="csX17" fmla="*/ 134662 w 141978"/>
              <a:gd name="csY17" fmla="*/ 2 h 141942"/>
              <a:gd name="csX18" fmla="*/ 129779 w 141978"/>
              <a:gd name="csY18" fmla="*/ 2145 h 141942"/>
              <a:gd name="csX19" fmla="*/ 115607 w 141978"/>
              <a:gd name="csY19" fmla="*/ 16333 h 141942"/>
              <a:gd name="csX20" fmla="*/ 114008 w 141978"/>
              <a:gd name="csY20" fmla="*/ 18629 h 141942"/>
              <a:gd name="csX21" fmla="*/ 113430 w 141978"/>
              <a:gd name="csY21" fmla="*/ 21368 h 141942"/>
              <a:gd name="csX22" fmla="*/ 113957 w 141978"/>
              <a:gd name="csY22" fmla="*/ 24124 h 141942"/>
              <a:gd name="csX23" fmla="*/ 115505 w 141978"/>
              <a:gd name="csY23" fmla="*/ 26454 h 141942"/>
              <a:gd name="csX24" fmla="*/ 117836 w 141978"/>
              <a:gd name="csY24" fmla="*/ 28002 h 141942"/>
              <a:gd name="csX25" fmla="*/ 120592 w 141978"/>
              <a:gd name="csY25" fmla="*/ 28530 h 141942"/>
              <a:gd name="csX26" fmla="*/ 123331 w 141978"/>
              <a:gd name="csY26" fmla="*/ 27951 h 141942"/>
              <a:gd name="csX27" fmla="*/ 125628 w 141978"/>
              <a:gd name="csY27" fmla="*/ 26352 h 141942"/>
              <a:gd name="csX28" fmla="*/ 139800 w 141978"/>
              <a:gd name="csY28" fmla="*/ 12182 h 141942"/>
              <a:gd name="csX29" fmla="*/ 141808 w 141978"/>
              <a:gd name="csY29" fmla="*/ 8491 h 141942"/>
              <a:gd name="csX30" fmla="*/ 141399 w 141978"/>
              <a:gd name="csY30" fmla="*/ 4323 h 141942"/>
              <a:gd name="csX31" fmla="*/ 138694 w 141978"/>
              <a:gd name="csY31" fmla="*/ 1125 h 141942"/>
              <a:gd name="csX32" fmla="*/ 134662 w 141978"/>
              <a:gd name="csY32" fmla="*/ 2 h 141942"/>
              <a:gd name="csX33" fmla="*/ 83571 w 141978"/>
              <a:gd name="csY33" fmla="*/ 70 h 141942"/>
              <a:gd name="csX34" fmla="*/ 79284 w 141978"/>
              <a:gd name="csY34" fmla="*/ 2026 h 141942"/>
              <a:gd name="csX35" fmla="*/ 15483 w 141978"/>
              <a:gd name="csY35" fmla="*/ 79988 h 141942"/>
              <a:gd name="csX36" fmla="*/ 14786 w 141978"/>
              <a:gd name="csY36" fmla="*/ 85636 h 141942"/>
              <a:gd name="csX37" fmla="*/ 19601 w 141978"/>
              <a:gd name="csY37" fmla="*/ 88681 h 141942"/>
              <a:gd name="csX38" fmla="*/ 53270 w 141978"/>
              <a:gd name="csY38" fmla="*/ 88681 h 141942"/>
              <a:gd name="csX39" fmla="*/ 53270 w 141978"/>
              <a:gd name="csY39" fmla="*/ 136516 h 141942"/>
              <a:gd name="csX40" fmla="*/ 56809 w 141978"/>
              <a:gd name="csY40" fmla="*/ 141517 h 141942"/>
              <a:gd name="csX41" fmla="*/ 58595 w 141978"/>
              <a:gd name="csY41" fmla="*/ 141840 h 141942"/>
              <a:gd name="csX42" fmla="*/ 62695 w 141978"/>
              <a:gd name="csY42" fmla="*/ 139884 h 141942"/>
              <a:gd name="csX43" fmla="*/ 126496 w 141978"/>
              <a:gd name="csY43" fmla="*/ 61922 h 141942"/>
              <a:gd name="csX44" fmla="*/ 127193 w 141978"/>
              <a:gd name="csY44" fmla="*/ 56275 h 141942"/>
              <a:gd name="csX45" fmla="*/ 122395 w 141978"/>
              <a:gd name="csY45" fmla="*/ 53230 h 141942"/>
              <a:gd name="csX46" fmla="*/ 88709 w 141978"/>
              <a:gd name="csY46" fmla="*/ 53230 h 141942"/>
              <a:gd name="csX47" fmla="*/ 88709 w 141978"/>
              <a:gd name="csY47" fmla="*/ 5394 h 141942"/>
              <a:gd name="csX48" fmla="*/ 85187 w 141978"/>
              <a:gd name="csY48" fmla="*/ 393 h 141942"/>
              <a:gd name="csX49" fmla="*/ 83571 w 141978"/>
              <a:gd name="csY49" fmla="*/ 70 h 141942"/>
              <a:gd name="csX50" fmla="*/ 21234 w 141978"/>
              <a:gd name="csY50" fmla="*/ 113415 h 141942"/>
              <a:gd name="csX51" fmla="*/ 16351 w 141978"/>
              <a:gd name="csY51" fmla="*/ 115558 h 141942"/>
              <a:gd name="csX52" fmla="*/ 2179 w 141978"/>
              <a:gd name="csY52" fmla="*/ 129729 h 141942"/>
              <a:gd name="csX53" fmla="*/ 579 w 141978"/>
              <a:gd name="csY53" fmla="*/ 132042 h 141942"/>
              <a:gd name="csX54" fmla="*/ 1 w 141978"/>
              <a:gd name="csY54" fmla="*/ 134781 h 141942"/>
              <a:gd name="csX55" fmla="*/ 529 w 141978"/>
              <a:gd name="csY55" fmla="*/ 137520 h 141942"/>
              <a:gd name="csX56" fmla="*/ 2077 w 141978"/>
              <a:gd name="csY56" fmla="*/ 139867 h 141942"/>
              <a:gd name="csX57" fmla="*/ 4407 w 141978"/>
              <a:gd name="csY57" fmla="*/ 141415 h 141942"/>
              <a:gd name="csX58" fmla="*/ 7164 w 141978"/>
              <a:gd name="csY58" fmla="*/ 141943 h 141942"/>
              <a:gd name="csX59" fmla="*/ 9903 w 141978"/>
              <a:gd name="csY59" fmla="*/ 141347 h 141942"/>
              <a:gd name="csX60" fmla="*/ 12200 w 141978"/>
              <a:gd name="csY60" fmla="*/ 139765 h 141942"/>
              <a:gd name="csX61" fmla="*/ 26389 w 141978"/>
              <a:gd name="csY61" fmla="*/ 125578 h 141942"/>
              <a:gd name="csX62" fmla="*/ 28396 w 141978"/>
              <a:gd name="csY62" fmla="*/ 121903 h 141942"/>
              <a:gd name="csX63" fmla="*/ 27971 w 141978"/>
              <a:gd name="csY63" fmla="*/ 117736 h 141942"/>
              <a:gd name="csX64" fmla="*/ 25266 w 141978"/>
              <a:gd name="csY64" fmla="*/ 114538 h 141942"/>
              <a:gd name="csX65" fmla="*/ 21234 w 141978"/>
              <a:gd name="csY65" fmla="*/ 113415 h 141942"/>
              <a:gd name="csX66" fmla="*/ 120541 w 141978"/>
              <a:gd name="csY66" fmla="*/ 113415 h 141942"/>
              <a:gd name="csX67" fmla="*/ 116577 w 141978"/>
              <a:gd name="csY67" fmla="*/ 114623 h 141942"/>
              <a:gd name="csX68" fmla="*/ 113974 w 141978"/>
              <a:gd name="csY68" fmla="*/ 117838 h 141942"/>
              <a:gd name="csX69" fmla="*/ 113617 w 141978"/>
              <a:gd name="csY69" fmla="*/ 121955 h 141942"/>
              <a:gd name="csX70" fmla="*/ 115607 w 141978"/>
              <a:gd name="csY70" fmla="*/ 125578 h 141942"/>
              <a:gd name="csX71" fmla="*/ 129779 w 141978"/>
              <a:gd name="csY71" fmla="*/ 139765 h 141942"/>
              <a:gd name="csX72" fmla="*/ 132076 w 141978"/>
              <a:gd name="csY72" fmla="*/ 141347 h 141942"/>
              <a:gd name="csX73" fmla="*/ 134815 w 141978"/>
              <a:gd name="csY73" fmla="*/ 141943 h 141942"/>
              <a:gd name="csX74" fmla="*/ 137571 w 141978"/>
              <a:gd name="csY74" fmla="*/ 141415 h 141942"/>
              <a:gd name="csX75" fmla="*/ 139902 w 141978"/>
              <a:gd name="csY75" fmla="*/ 139867 h 141942"/>
              <a:gd name="csX76" fmla="*/ 141451 w 141978"/>
              <a:gd name="csY76" fmla="*/ 137520 h 141942"/>
              <a:gd name="csX77" fmla="*/ 141978 w 141978"/>
              <a:gd name="csY77" fmla="*/ 134781 h 141942"/>
              <a:gd name="csX78" fmla="*/ 141399 w 141978"/>
              <a:gd name="csY78" fmla="*/ 132042 h 141942"/>
              <a:gd name="csX79" fmla="*/ 139800 w 141978"/>
              <a:gd name="csY79" fmla="*/ 129729 h 141942"/>
              <a:gd name="csX80" fmla="*/ 125628 w 141978"/>
              <a:gd name="csY80" fmla="*/ 115558 h 141942"/>
              <a:gd name="csX81" fmla="*/ 123297 w 141978"/>
              <a:gd name="csY81" fmla="*/ 113976 h 141942"/>
              <a:gd name="csX82" fmla="*/ 120541 w 141978"/>
              <a:gd name="csY82" fmla="*/ 113415 h 141942"/>
            </a:gdLst>
            <a:ahLst/>
            <a:cxnLst/>
            <a:rect l="l" t="t" r="r" b="b"/>
            <a:pathLst>
              <a:path w="100000" h="100000">
                <a:moveTo>
                  <a:pt x="5010" y="14"/>
                </a:moveTo>
                <a:cubicBezTo>
                  <a:pt x="4015" y="14"/>
                  <a:pt x="3045" y="313"/>
                  <a:pt x="2230" y="865"/>
                </a:cubicBezTo>
                <a:cubicBezTo>
                  <a:pt x="1403" y="1428"/>
                  <a:pt x="768" y="2207"/>
                  <a:pt x="396" y="3129"/>
                </a:cubicBezTo>
                <a:cubicBezTo>
                  <a:pt x="13" y="4052"/>
                  <a:pt x="-71" y="5059"/>
                  <a:pt x="132" y="6029"/>
                </a:cubicBezTo>
                <a:cubicBezTo>
                  <a:pt x="336" y="7012"/>
                  <a:pt x="828" y="7898"/>
                  <a:pt x="1535" y="8593"/>
                </a:cubicBezTo>
                <a:lnTo>
                  <a:pt x="11517" y="18573"/>
                </a:lnTo>
                <a:cubicBezTo>
                  <a:pt x="11984" y="19053"/>
                  <a:pt x="12535" y="19436"/>
                  <a:pt x="13146" y="19700"/>
                </a:cubicBezTo>
                <a:cubicBezTo>
                  <a:pt x="13757" y="19963"/>
                  <a:pt x="14404" y="20095"/>
                  <a:pt x="15076" y="20107"/>
                </a:cubicBezTo>
                <a:cubicBezTo>
                  <a:pt x="15735" y="20107"/>
                  <a:pt x="16394" y="19987"/>
                  <a:pt x="17017" y="19735"/>
                </a:cubicBezTo>
                <a:cubicBezTo>
                  <a:pt x="17628" y="19484"/>
                  <a:pt x="18179" y="19113"/>
                  <a:pt x="18659" y="18645"/>
                </a:cubicBezTo>
                <a:cubicBezTo>
                  <a:pt x="19125" y="18178"/>
                  <a:pt x="19497" y="17615"/>
                  <a:pt x="19749" y="17004"/>
                </a:cubicBezTo>
                <a:cubicBezTo>
                  <a:pt x="20000" y="16381"/>
                  <a:pt x="20121" y="15722"/>
                  <a:pt x="20121" y="15063"/>
                </a:cubicBezTo>
                <a:cubicBezTo>
                  <a:pt x="20109" y="14404"/>
                  <a:pt x="19976" y="13745"/>
                  <a:pt x="19713" y="13134"/>
                </a:cubicBezTo>
                <a:cubicBezTo>
                  <a:pt x="19449" y="12523"/>
                  <a:pt x="19066" y="11972"/>
                  <a:pt x="18587" y="11517"/>
                </a:cubicBezTo>
                <a:lnTo>
                  <a:pt x="8593" y="1523"/>
                </a:lnTo>
                <a:cubicBezTo>
                  <a:pt x="8125" y="1045"/>
                  <a:pt x="7574" y="673"/>
                  <a:pt x="6963" y="410"/>
                </a:cubicBezTo>
                <a:cubicBezTo>
                  <a:pt x="6340" y="146"/>
                  <a:pt x="5680" y="14"/>
                  <a:pt x="5010" y="14"/>
                </a:cubicBezTo>
                <a:close/>
                <a:moveTo>
                  <a:pt x="94847" y="14"/>
                </a:moveTo>
                <a:cubicBezTo>
                  <a:pt x="93541" y="50"/>
                  <a:pt x="92319" y="602"/>
                  <a:pt x="91408" y="1523"/>
                </a:cubicBezTo>
                <a:lnTo>
                  <a:pt x="81426" y="11517"/>
                </a:lnTo>
                <a:cubicBezTo>
                  <a:pt x="80947" y="11972"/>
                  <a:pt x="80563" y="12523"/>
                  <a:pt x="80300" y="13134"/>
                </a:cubicBezTo>
                <a:cubicBezTo>
                  <a:pt x="80036" y="13745"/>
                  <a:pt x="79893" y="14404"/>
                  <a:pt x="79893" y="15063"/>
                </a:cubicBezTo>
                <a:cubicBezTo>
                  <a:pt x="79881" y="15722"/>
                  <a:pt x="80012" y="16381"/>
                  <a:pt x="80264" y="17004"/>
                </a:cubicBezTo>
                <a:cubicBezTo>
                  <a:pt x="80515" y="17615"/>
                  <a:pt x="80887" y="18178"/>
                  <a:pt x="81354" y="18645"/>
                </a:cubicBezTo>
                <a:cubicBezTo>
                  <a:pt x="81822" y="19113"/>
                  <a:pt x="82385" y="19484"/>
                  <a:pt x="82996" y="19735"/>
                </a:cubicBezTo>
                <a:cubicBezTo>
                  <a:pt x="83607" y="19987"/>
                  <a:pt x="84266" y="20107"/>
                  <a:pt x="84937" y="20107"/>
                </a:cubicBezTo>
                <a:cubicBezTo>
                  <a:pt x="85596" y="20095"/>
                  <a:pt x="86256" y="19963"/>
                  <a:pt x="86866" y="19700"/>
                </a:cubicBezTo>
                <a:cubicBezTo>
                  <a:pt x="87478" y="19436"/>
                  <a:pt x="88029" y="19053"/>
                  <a:pt x="88484" y="18573"/>
                </a:cubicBezTo>
                <a:lnTo>
                  <a:pt x="98466" y="8593"/>
                </a:lnTo>
                <a:cubicBezTo>
                  <a:pt x="99197" y="7886"/>
                  <a:pt x="99689" y="6988"/>
                  <a:pt x="99880" y="5993"/>
                </a:cubicBezTo>
                <a:cubicBezTo>
                  <a:pt x="100084" y="5011"/>
                  <a:pt x="99976" y="3992"/>
                  <a:pt x="99592" y="3058"/>
                </a:cubicBezTo>
                <a:cubicBezTo>
                  <a:pt x="99197" y="2135"/>
                  <a:pt x="98538" y="1344"/>
                  <a:pt x="97687" y="805"/>
                </a:cubicBezTo>
                <a:cubicBezTo>
                  <a:pt x="96837" y="266"/>
                  <a:pt x="95842" y="-10"/>
                  <a:pt x="94847" y="14"/>
                </a:cubicBezTo>
                <a:close/>
                <a:moveTo>
                  <a:pt x="58862" y="62"/>
                </a:moveTo>
                <a:cubicBezTo>
                  <a:pt x="57724" y="26"/>
                  <a:pt x="56597" y="517"/>
                  <a:pt x="55842" y="1440"/>
                </a:cubicBezTo>
                <a:lnTo>
                  <a:pt x="10905" y="56351"/>
                </a:lnTo>
                <a:cubicBezTo>
                  <a:pt x="9995" y="57477"/>
                  <a:pt x="9803" y="59023"/>
                  <a:pt x="10414" y="60329"/>
                </a:cubicBezTo>
                <a:cubicBezTo>
                  <a:pt x="11037" y="61635"/>
                  <a:pt x="12355" y="62474"/>
                  <a:pt x="13806" y="62474"/>
                </a:cubicBezTo>
                <a:lnTo>
                  <a:pt x="37520" y="62474"/>
                </a:lnTo>
                <a:lnTo>
                  <a:pt x="37520" y="96166"/>
                </a:lnTo>
                <a:cubicBezTo>
                  <a:pt x="37520" y="97748"/>
                  <a:pt x="38514" y="99161"/>
                  <a:pt x="40013" y="99688"/>
                </a:cubicBezTo>
                <a:cubicBezTo>
                  <a:pt x="40420" y="99844"/>
                  <a:pt x="40839" y="99915"/>
                  <a:pt x="41270" y="99915"/>
                </a:cubicBezTo>
                <a:cubicBezTo>
                  <a:pt x="42361" y="99915"/>
                  <a:pt x="43440" y="99425"/>
                  <a:pt x="44158" y="98538"/>
                </a:cubicBezTo>
                <a:lnTo>
                  <a:pt x="89095" y="43626"/>
                </a:lnTo>
                <a:cubicBezTo>
                  <a:pt x="90018" y="42500"/>
                  <a:pt x="90210" y="40955"/>
                  <a:pt x="89586" y="39649"/>
                </a:cubicBezTo>
                <a:cubicBezTo>
                  <a:pt x="88964" y="38343"/>
                  <a:pt x="87645" y="37504"/>
                  <a:pt x="86207" y="37504"/>
                </a:cubicBezTo>
                <a:lnTo>
                  <a:pt x="62481" y="37504"/>
                </a:lnTo>
                <a:lnTo>
                  <a:pt x="62481" y="3812"/>
                </a:lnTo>
                <a:cubicBezTo>
                  <a:pt x="62481" y="2231"/>
                  <a:pt x="61486" y="817"/>
                  <a:pt x="60000" y="289"/>
                </a:cubicBezTo>
                <a:cubicBezTo>
                  <a:pt x="59629" y="146"/>
                  <a:pt x="59245" y="74"/>
                  <a:pt x="58862" y="62"/>
                </a:cubicBezTo>
                <a:close/>
                <a:moveTo>
                  <a:pt x="14956" y="79895"/>
                </a:moveTo>
                <a:cubicBezTo>
                  <a:pt x="13661" y="79931"/>
                  <a:pt x="12427" y="80470"/>
                  <a:pt x="11517" y="81404"/>
                </a:cubicBezTo>
                <a:lnTo>
                  <a:pt x="1535" y="91385"/>
                </a:lnTo>
                <a:cubicBezTo>
                  <a:pt x="1055" y="91852"/>
                  <a:pt x="672" y="92404"/>
                  <a:pt x="408" y="93014"/>
                </a:cubicBezTo>
                <a:cubicBezTo>
                  <a:pt x="144" y="93614"/>
                  <a:pt x="13" y="94272"/>
                  <a:pt x="1" y="94944"/>
                </a:cubicBezTo>
                <a:cubicBezTo>
                  <a:pt x="-11" y="95603"/>
                  <a:pt x="120" y="96261"/>
                  <a:pt x="373" y="96873"/>
                </a:cubicBezTo>
                <a:cubicBezTo>
                  <a:pt x="624" y="97496"/>
                  <a:pt x="995" y="98047"/>
                  <a:pt x="1463" y="98526"/>
                </a:cubicBezTo>
                <a:cubicBezTo>
                  <a:pt x="1930" y="98994"/>
                  <a:pt x="2493" y="99365"/>
                  <a:pt x="3104" y="99616"/>
                </a:cubicBezTo>
                <a:cubicBezTo>
                  <a:pt x="3727" y="99868"/>
                  <a:pt x="4387" y="99988"/>
                  <a:pt x="5046" y="99988"/>
                </a:cubicBezTo>
                <a:cubicBezTo>
                  <a:pt x="5704" y="99976"/>
                  <a:pt x="6364" y="99832"/>
                  <a:pt x="6975" y="99568"/>
                </a:cubicBezTo>
                <a:cubicBezTo>
                  <a:pt x="7586" y="99305"/>
                  <a:pt x="8137" y="98934"/>
                  <a:pt x="8593" y="98454"/>
                </a:cubicBezTo>
                <a:lnTo>
                  <a:pt x="18587" y="88462"/>
                </a:lnTo>
                <a:cubicBezTo>
                  <a:pt x="19306" y="87766"/>
                  <a:pt x="19797" y="86856"/>
                  <a:pt x="20000" y="85873"/>
                </a:cubicBezTo>
                <a:cubicBezTo>
                  <a:pt x="20193" y="84891"/>
                  <a:pt x="20097" y="83861"/>
                  <a:pt x="19701" y="82938"/>
                </a:cubicBezTo>
                <a:cubicBezTo>
                  <a:pt x="19306" y="82016"/>
                  <a:pt x="18647" y="81225"/>
                  <a:pt x="17796" y="80686"/>
                </a:cubicBezTo>
                <a:cubicBezTo>
                  <a:pt x="16957" y="80135"/>
                  <a:pt x="15962" y="79859"/>
                  <a:pt x="14956" y="79895"/>
                </a:cubicBezTo>
                <a:close/>
                <a:moveTo>
                  <a:pt x="84901" y="79895"/>
                </a:moveTo>
                <a:cubicBezTo>
                  <a:pt x="83907" y="79895"/>
                  <a:pt x="82936" y="80194"/>
                  <a:pt x="82109" y="80746"/>
                </a:cubicBezTo>
                <a:cubicBezTo>
                  <a:pt x="81294" y="81297"/>
                  <a:pt x="80647" y="82087"/>
                  <a:pt x="80276" y="83010"/>
                </a:cubicBezTo>
                <a:cubicBezTo>
                  <a:pt x="79905" y="83933"/>
                  <a:pt x="79820" y="84939"/>
                  <a:pt x="80024" y="85910"/>
                </a:cubicBezTo>
                <a:cubicBezTo>
                  <a:pt x="80228" y="86880"/>
                  <a:pt x="80707" y="87766"/>
                  <a:pt x="81426" y="88462"/>
                </a:cubicBezTo>
                <a:lnTo>
                  <a:pt x="91408" y="98454"/>
                </a:lnTo>
                <a:cubicBezTo>
                  <a:pt x="91876" y="98934"/>
                  <a:pt x="92414" y="99305"/>
                  <a:pt x="93026" y="99568"/>
                </a:cubicBezTo>
                <a:cubicBezTo>
                  <a:pt x="93637" y="99832"/>
                  <a:pt x="94296" y="99976"/>
                  <a:pt x="94955" y="99988"/>
                </a:cubicBezTo>
                <a:cubicBezTo>
                  <a:pt x="95626" y="99988"/>
                  <a:pt x="96285" y="99868"/>
                  <a:pt x="96896" y="99616"/>
                </a:cubicBezTo>
                <a:cubicBezTo>
                  <a:pt x="97519" y="99365"/>
                  <a:pt x="98071" y="98994"/>
                  <a:pt x="98538" y="98526"/>
                </a:cubicBezTo>
                <a:cubicBezTo>
                  <a:pt x="99017" y="98047"/>
                  <a:pt x="99389" y="97496"/>
                  <a:pt x="99629" y="96873"/>
                </a:cubicBezTo>
                <a:cubicBezTo>
                  <a:pt x="99880" y="96261"/>
                  <a:pt x="100012" y="95603"/>
                  <a:pt x="100000" y="94944"/>
                </a:cubicBezTo>
                <a:cubicBezTo>
                  <a:pt x="100000" y="94272"/>
                  <a:pt x="99856" y="93614"/>
                  <a:pt x="99592" y="93014"/>
                </a:cubicBezTo>
                <a:cubicBezTo>
                  <a:pt x="99329" y="92404"/>
                  <a:pt x="98946" y="91852"/>
                  <a:pt x="98466" y="91385"/>
                </a:cubicBezTo>
                <a:lnTo>
                  <a:pt x="88484" y="81404"/>
                </a:lnTo>
                <a:cubicBezTo>
                  <a:pt x="88016" y="80925"/>
                  <a:pt x="87466" y="80542"/>
                  <a:pt x="86842" y="80290"/>
                </a:cubicBezTo>
                <a:cubicBezTo>
                  <a:pt x="86231" y="80026"/>
                  <a:pt x="85572" y="79895"/>
                  <a:pt x="84901" y="7989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3" name="Чёрный — SVG 6">
            <a:extLst>
              <a:ext uri="{FF2B5EF4-FFF2-40B4-BE49-F238E27FC236}">
                <a16:creationId xmlns:a16="http://schemas.microsoft.com/office/drawing/2014/main" id="{66C5386B-F0C7-BD48-AA34-C777180DB655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65434 w 170134"/>
              <a:gd name="csY0" fmla="*/ 0 h 170111"/>
              <a:gd name="csX1" fmla="*/ 58901 w 170134"/>
              <a:gd name="csY1" fmla="*/ 6549 h 170111"/>
              <a:gd name="csX2" fmla="*/ 58901 w 170134"/>
              <a:gd name="csY2" fmla="*/ 163562 h 170111"/>
              <a:gd name="csX3" fmla="*/ 65434 w 170134"/>
              <a:gd name="csY3" fmla="*/ 170111 h 170111"/>
              <a:gd name="csX4" fmla="*/ 104088 w 170134"/>
              <a:gd name="csY4" fmla="*/ 170111 h 170111"/>
              <a:gd name="csX5" fmla="*/ 110621 w 170134"/>
              <a:gd name="csY5" fmla="*/ 162949 h 170111"/>
              <a:gd name="csX6" fmla="*/ 92230 w 170134"/>
              <a:gd name="csY6" fmla="*/ 5937 h 170111"/>
              <a:gd name="csX7" fmla="*/ 85680 w 170134"/>
              <a:gd name="csY7" fmla="*/ 0 h 170111"/>
              <a:gd name="csX8" fmla="*/ 65434 w 170134"/>
              <a:gd name="csY8" fmla="*/ 0 h 170111"/>
              <a:gd name="csX9" fmla="*/ 0 w 170134"/>
              <a:gd name="csY9" fmla="*/ 19631 h 170111"/>
              <a:gd name="csX10" fmla="*/ 0 w 170134"/>
              <a:gd name="csY10" fmla="*/ 32712 h 170111"/>
              <a:gd name="csX11" fmla="*/ 13083 w 170134"/>
              <a:gd name="csY11" fmla="*/ 39262 h 170111"/>
              <a:gd name="csX12" fmla="*/ 26166 w 170134"/>
              <a:gd name="csY12" fmla="*/ 32712 h 170111"/>
              <a:gd name="csX13" fmla="*/ 39267 w 170134"/>
              <a:gd name="csY13" fmla="*/ 39262 h 170111"/>
              <a:gd name="csX14" fmla="*/ 52350 w 170134"/>
              <a:gd name="csY14" fmla="*/ 32712 h 170111"/>
              <a:gd name="csX15" fmla="*/ 52350 w 170134"/>
              <a:gd name="csY15" fmla="*/ 19631 h 170111"/>
              <a:gd name="csX16" fmla="*/ 39267 w 170134"/>
              <a:gd name="csY16" fmla="*/ 26163 h 170111"/>
              <a:gd name="csX17" fmla="*/ 26166 w 170134"/>
              <a:gd name="csY17" fmla="*/ 19631 h 170111"/>
              <a:gd name="csX18" fmla="*/ 13083 w 170134"/>
              <a:gd name="csY18" fmla="*/ 26163 h 170111"/>
              <a:gd name="csX19" fmla="*/ 0 w 170134"/>
              <a:gd name="csY19" fmla="*/ 19631 h 170111"/>
              <a:gd name="csX20" fmla="*/ 0 w 170134"/>
              <a:gd name="csY20" fmla="*/ 52343 h 170111"/>
              <a:gd name="csX21" fmla="*/ 0 w 170134"/>
              <a:gd name="csY21" fmla="*/ 65425 h 170111"/>
              <a:gd name="csX22" fmla="*/ 13083 w 170134"/>
              <a:gd name="csY22" fmla="*/ 71974 h 170111"/>
              <a:gd name="csX23" fmla="*/ 26166 w 170134"/>
              <a:gd name="csY23" fmla="*/ 65425 h 170111"/>
              <a:gd name="csX24" fmla="*/ 39267 w 170134"/>
              <a:gd name="csY24" fmla="*/ 71974 h 170111"/>
              <a:gd name="csX25" fmla="*/ 52350 w 170134"/>
              <a:gd name="csY25" fmla="*/ 65425 h 170111"/>
              <a:gd name="csX26" fmla="*/ 52350 w 170134"/>
              <a:gd name="csY26" fmla="*/ 52343 h 170111"/>
              <a:gd name="csX27" fmla="*/ 39267 w 170134"/>
              <a:gd name="csY27" fmla="*/ 58893 h 170111"/>
              <a:gd name="csX28" fmla="*/ 26166 w 170134"/>
              <a:gd name="csY28" fmla="*/ 52343 h 170111"/>
              <a:gd name="csX29" fmla="*/ 13083 w 170134"/>
              <a:gd name="csY29" fmla="*/ 58893 h 170111"/>
              <a:gd name="csX30" fmla="*/ 0 w 170134"/>
              <a:gd name="csY30" fmla="*/ 52343 h 170111"/>
              <a:gd name="csX31" fmla="*/ 0 w 170134"/>
              <a:gd name="csY31" fmla="*/ 85056 h 170111"/>
              <a:gd name="csX32" fmla="*/ 0 w 170134"/>
              <a:gd name="csY32" fmla="*/ 98137 h 170111"/>
              <a:gd name="csX33" fmla="*/ 13083 w 170134"/>
              <a:gd name="csY33" fmla="*/ 104686 h 170111"/>
              <a:gd name="csX34" fmla="*/ 26166 w 170134"/>
              <a:gd name="csY34" fmla="*/ 98137 h 170111"/>
              <a:gd name="csX35" fmla="*/ 39267 w 170134"/>
              <a:gd name="csY35" fmla="*/ 104686 h 170111"/>
              <a:gd name="csX36" fmla="*/ 52350 w 170134"/>
              <a:gd name="csY36" fmla="*/ 98137 h 170111"/>
              <a:gd name="csX37" fmla="*/ 52350 w 170134"/>
              <a:gd name="csY37" fmla="*/ 85056 h 170111"/>
              <a:gd name="csX38" fmla="*/ 39267 w 170134"/>
              <a:gd name="csY38" fmla="*/ 91605 h 170111"/>
              <a:gd name="csX39" fmla="*/ 26166 w 170134"/>
              <a:gd name="csY39" fmla="*/ 85056 h 170111"/>
              <a:gd name="csX40" fmla="*/ 13083 w 170134"/>
              <a:gd name="csY40" fmla="*/ 91605 h 170111"/>
              <a:gd name="csX41" fmla="*/ 0 w 170134"/>
              <a:gd name="csY41" fmla="*/ 85056 h 170111"/>
              <a:gd name="csX42" fmla="*/ 0 w 170134"/>
              <a:gd name="csY42" fmla="*/ 117768 h 170111"/>
              <a:gd name="csX43" fmla="*/ 0 w 170134"/>
              <a:gd name="csY43" fmla="*/ 130849 h 170111"/>
              <a:gd name="csX44" fmla="*/ 13083 w 170134"/>
              <a:gd name="csY44" fmla="*/ 137399 h 170111"/>
              <a:gd name="csX45" fmla="*/ 26166 w 170134"/>
              <a:gd name="csY45" fmla="*/ 130849 h 170111"/>
              <a:gd name="csX46" fmla="*/ 39267 w 170134"/>
              <a:gd name="csY46" fmla="*/ 137399 h 170111"/>
              <a:gd name="csX47" fmla="*/ 52350 w 170134"/>
              <a:gd name="csY47" fmla="*/ 130849 h 170111"/>
              <a:gd name="csX48" fmla="*/ 52350 w 170134"/>
              <a:gd name="csY48" fmla="*/ 117768 h 170111"/>
              <a:gd name="csX49" fmla="*/ 39267 w 170134"/>
              <a:gd name="csY49" fmla="*/ 124317 h 170111"/>
              <a:gd name="csX50" fmla="*/ 26166 w 170134"/>
              <a:gd name="csY50" fmla="*/ 117768 h 170111"/>
              <a:gd name="csX51" fmla="*/ 13083 w 170134"/>
              <a:gd name="csY51" fmla="*/ 124317 h 170111"/>
              <a:gd name="csX52" fmla="*/ 0 w 170134"/>
              <a:gd name="csY52" fmla="*/ 117768 h 170111"/>
              <a:gd name="csX53" fmla="*/ 117784 w 170134"/>
              <a:gd name="csY53" fmla="*/ 117768 h 170111"/>
              <a:gd name="csX54" fmla="*/ 117172 w 170134"/>
              <a:gd name="csY54" fmla="*/ 118993 h 170111"/>
              <a:gd name="csX55" fmla="*/ 118396 w 170134"/>
              <a:gd name="csY55" fmla="*/ 132074 h 170111"/>
              <a:gd name="csX56" fmla="*/ 130867 w 170134"/>
              <a:gd name="csY56" fmla="*/ 138011 h 170111"/>
              <a:gd name="csX57" fmla="*/ 143968 w 170134"/>
              <a:gd name="csY57" fmla="*/ 131462 h 170111"/>
              <a:gd name="csX58" fmla="*/ 157051 w 170134"/>
              <a:gd name="csY58" fmla="*/ 138011 h 170111"/>
              <a:gd name="csX59" fmla="*/ 170134 w 170134"/>
              <a:gd name="csY59" fmla="*/ 131462 h 170111"/>
              <a:gd name="csX60" fmla="*/ 170134 w 170134"/>
              <a:gd name="csY60" fmla="*/ 118380 h 170111"/>
              <a:gd name="csX61" fmla="*/ 157051 w 170134"/>
              <a:gd name="csY61" fmla="*/ 124317 h 170111"/>
              <a:gd name="csX62" fmla="*/ 143968 w 170134"/>
              <a:gd name="csY62" fmla="*/ 117768 h 170111"/>
              <a:gd name="csX63" fmla="*/ 130867 w 170134"/>
              <a:gd name="csY63" fmla="*/ 124317 h 170111"/>
              <a:gd name="csX64" fmla="*/ 117784 w 170134"/>
              <a:gd name="csY64" fmla="*/ 117768 h 170111"/>
              <a:gd name="csX65" fmla="*/ 0 w 170134"/>
              <a:gd name="csY65" fmla="*/ 150480 h 170111"/>
              <a:gd name="csX66" fmla="*/ 0 w 170134"/>
              <a:gd name="csY66" fmla="*/ 163562 h 170111"/>
              <a:gd name="csX67" fmla="*/ 13083 w 170134"/>
              <a:gd name="csY67" fmla="*/ 170111 h 170111"/>
              <a:gd name="csX68" fmla="*/ 26166 w 170134"/>
              <a:gd name="csY68" fmla="*/ 163562 h 170111"/>
              <a:gd name="csX69" fmla="*/ 39267 w 170134"/>
              <a:gd name="csY69" fmla="*/ 170111 h 170111"/>
              <a:gd name="csX70" fmla="*/ 52350 w 170134"/>
              <a:gd name="csY70" fmla="*/ 163562 h 170111"/>
              <a:gd name="csX71" fmla="*/ 52350 w 170134"/>
              <a:gd name="csY71" fmla="*/ 150480 h 170111"/>
              <a:gd name="csX72" fmla="*/ 39267 w 170134"/>
              <a:gd name="csY72" fmla="*/ 157030 h 170111"/>
              <a:gd name="csX73" fmla="*/ 26166 w 170134"/>
              <a:gd name="csY73" fmla="*/ 150480 h 170111"/>
              <a:gd name="csX74" fmla="*/ 13083 w 170134"/>
              <a:gd name="csY74" fmla="*/ 157030 h 170111"/>
              <a:gd name="csX75" fmla="*/ 0 w 170134"/>
              <a:gd name="csY75" fmla="*/ 150480 h 170111"/>
              <a:gd name="csX76" fmla="*/ 143968 w 170134"/>
              <a:gd name="csY76" fmla="*/ 150480 h 170111"/>
              <a:gd name="csX77" fmla="*/ 130867 w 170134"/>
              <a:gd name="csY77" fmla="*/ 157030 h 170111"/>
              <a:gd name="csX78" fmla="*/ 121050 w 170134"/>
              <a:gd name="csY78" fmla="*/ 153746 h 170111"/>
              <a:gd name="csX79" fmla="*/ 122276 w 170134"/>
              <a:gd name="csY79" fmla="*/ 168070 h 170111"/>
              <a:gd name="csX80" fmla="*/ 130867 w 170134"/>
              <a:gd name="csY80" fmla="*/ 170111 h 170111"/>
              <a:gd name="csX81" fmla="*/ 143968 w 170134"/>
              <a:gd name="csY81" fmla="*/ 163562 h 170111"/>
              <a:gd name="csX82" fmla="*/ 157051 w 170134"/>
              <a:gd name="csY82" fmla="*/ 170111 h 170111"/>
              <a:gd name="csX83" fmla="*/ 170134 w 170134"/>
              <a:gd name="csY83" fmla="*/ 163562 h 170111"/>
              <a:gd name="csX84" fmla="*/ 170134 w 170134"/>
              <a:gd name="csY84" fmla="*/ 150480 h 170111"/>
              <a:gd name="csX85" fmla="*/ 157051 w 170134"/>
              <a:gd name="csY85" fmla="*/ 157030 h 170111"/>
              <a:gd name="csX86" fmla="*/ 143968 w 170134"/>
              <a:gd name="csY86" fmla="*/ 150480 h 170111"/>
            </a:gdLst>
            <a:ahLst/>
            <a:cxnLst/>
            <a:rect l="l" t="t" r="r" b="b"/>
            <a:pathLst>
              <a:path w="100000" h="100000">
                <a:moveTo>
                  <a:pt x="38460" y="7"/>
                </a:moveTo>
                <a:cubicBezTo>
                  <a:pt x="36150" y="7"/>
                  <a:pt x="34620" y="1537"/>
                  <a:pt x="34620" y="3856"/>
                </a:cubicBezTo>
                <a:lnTo>
                  <a:pt x="34620" y="96144"/>
                </a:lnTo>
                <a:cubicBezTo>
                  <a:pt x="34620" y="98463"/>
                  <a:pt x="36150" y="99993"/>
                  <a:pt x="38460" y="99993"/>
                </a:cubicBezTo>
                <a:lnTo>
                  <a:pt x="61180" y="99993"/>
                </a:lnTo>
                <a:cubicBezTo>
                  <a:pt x="63490" y="99993"/>
                  <a:pt x="65020" y="98104"/>
                  <a:pt x="65020" y="95784"/>
                </a:cubicBezTo>
                <a:lnTo>
                  <a:pt x="54210" y="3496"/>
                </a:lnTo>
                <a:cubicBezTo>
                  <a:pt x="53820" y="1567"/>
                  <a:pt x="52280" y="7"/>
                  <a:pt x="50360" y="7"/>
                </a:cubicBezTo>
                <a:lnTo>
                  <a:pt x="38460" y="7"/>
                </a:lnTo>
                <a:close/>
                <a:moveTo>
                  <a:pt x="0" y="11545"/>
                </a:moveTo>
                <a:lnTo>
                  <a:pt x="0" y="19234"/>
                </a:lnTo>
                <a:cubicBezTo>
                  <a:pt x="0" y="19234"/>
                  <a:pt x="1920" y="23084"/>
                  <a:pt x="7690" y="23084"/>
                </a:cubicBezTo>
                <a:cubicBezTo>
                  <a:pt x="13460" y="23084"/>
                  <a:pt x="15380" y="19234"/>
                  <a:pt x="15380" y="19234"/>
                </a:cubicBezTo>
                <a:cubicBezTo>
                  <a:pt x="15380" y="19234"/>
                  <a:pt x="17310" y="23084"/>
                  <a:pt x="23080" y="23084"/>
                </a:cubicBezTo>
                <a:cubicBezTo>
                  <a:pt x="28850" y="23084"/>
                  <a:pt x="30770" y="19234"/>
                  <a:pt x="30770" y="19234"/>
                </a:cubicBezTo>
                <a:lnTo>
                  <a:pt x="30770" y="11545"/>
                </a:lnTo>
                <a:cubicBezTo>
                  <a:pt x="30770" y="11545"/>
                  <a:pt x="28850" y="15385"/>
                  <a:pt x="23080" y="15385"/>
                </a:cubicBezTo>
                <a:cubicBezTo>
                  <a:pt x="17310" y="15385"/>
                  <a:pt x="15380" y="11545"/>
                  <a:pt x="15380" y="11545"/>
                </a:cubicBezTo>
                <a:cubicBezTo>
                  <a:pt x="15380" y="11545"/>
                  <a:pt x="13460" y="15385"/>
                  <a:pt x="7690" y="15385"/>
                </a:cubicBezTo>
                <a:cubicBezTo>
                  <a:pt x="1920" y="15385"/>
                  <a:pt x="0" y="11545"/>
                  <a:pt x="0" y="11545"/>
                </a:cubicBezTo>
                <a:close/>
                <a:moveTo>
                  <a:pt x="0" y="30773"/>
                </a:moveTo>
                <a:lnTo>
                  <a:pt x="0" y="38462"/>
                </a:lnTo>
                <a:cubicBezTo>
                  <a:pt x="0" y="38462"/>
                  <a:pt x="1920" y="42311"/>
                  <a:pt x="7690" y="42311"/>
                </a:cubicBezTo>
                <a:cubicBezTo>
                  <a:pt x="13460" y="42311"/>
                  <a:pt x="15380" y="38462"/>
                  <a:pt x="15380" y="38462"/>
                </a:cubicBezTo>
                <a:cubicBezTo>
                  <a:pt x="15380" y="38462"/>
                  <a:pt x="17310" y="42311"/>
                  <a:pt x="23080" y="42311"/>
                </a:cubicBezTo>
                <a:cubicBezTo>
                  <a:pt x="28850" y="42311"/>
                  <a:pt x="30770" y="38462"/>
                  <a:pt x="30770" y="38462"/>
                </a:cubicBezTo>
                <a:lnTo>
                  <a:pt x="30770" y="30773"/>
                </a:lnTo>
                <a:cubicBezTo>
                  <a:pt x="30770" y="30773"/>
                  <a:pt x="28850" y="34622"/>
                  <a:pt x="23080" y="34622"/>
                </a:cubicBezTo>
                <a:cubicBezTo>
                  <a:pt x="17310" y="34622"/>
                  <a:pt x="15380" y="30773"/>
                  <a:pt x="15380" y="30773"/>
                </a:cubicBezTo>
                <a:cubicBezTo>
                  <a:pt x="15380" y="30773"/>
                  <a:pt x="13460" y="34622"/>
                  <a:pt x="7690" y="34622"/>
                </a:cubicBezTo>
                <a:cubicBezTo>
                  <a:pt x="1920" y="34622"/>
                  <a:pt x="0" y="30773"/>
                  <a:pt x="0" y="30773"/>
                </a:cubicBezTo>
                <a:close/>
                <a:moveTo>
                  <a:pt x="0" y="50000"/>
                </a:moveTo>
                <a:lnTo>
                  <a:pt x="0" y="57689"/>
                </a:lnTo>
                <a:cubicBezTo>
                  <a:pt x="0" y="57689"/>
                  <a:pt x="1920" y="61538"/>
                  <a:pt x="7690" y="61538"/>
                </a:cubicBezTo>
                <a:cubicBezTo>
                  <a:pt x="13460" y="61538"/>
                  <a:pt x="15380" y="57689"/>
                  <a:pt x="15380" y="57689"/>
                </a:cubicBezTo>
                <a:cubicBezTo>
                  <a:pt x="15380" y="57689"/>
                  <a:pt x="17310" y="61538"/>
                  <a:pt x="23080" y="61538"/>
                </a:cubicBezTo>
                <a:cubicBezTo>
                  <a:pt x="28850" y="61538"/>
                  <a:pt x="30770" y="57689"/>
                  <a:pt x="30770" y="57689"/>
                </a:cubicBezTo>
                <a:lnTo>
                  <a:pt x="30770" y="50000"/>
                </a:lnTo>
                <a:cubicBezTo>
                  <a:pt x="30770" y="50000"/>
                  <a:pt x="28850" y="53850"/>
                  <a:pt x="23080" y="53850"/>
                </a:cubicBezTo>
                <a:cubicBezTo>
                  <a:pt x="17310" y="53850"/>
                  <a:pt x="15380" y="50000"/>
                  <a:pt x="15380" y="50000"/>
                </a:cubicBezTo>
                <a:cubicBezTo>
                  <a:pt x="15380" y="50000"/>
                  <a:pt x="13460" y="53850"/>
                  <a:pt x="7690" y="53850"/>
                </a:cubicBezTo>
                <a:cubicBezTo>
                  <a:pt x="1920" y="53850"/>
                  <a:pt x="0" y="50000"/>
                  <a:pt x="0" y="50000"/>
                </a:cubicBezTo>
                <a:close/>
                <a:moveTo>
                  <a:pt x="0" y="69227"/>
                </a:moveTo>
                <a:lnTo>
                  <a:pt x="0" y="76916"/>
                </a:lnTo>
                <a:cubicBezTo>
                  <a:pt x="0" y="76916"/>
                  <a:pt x="1920" y="80766"/>
                  <a:pt x="7690" y="80766"/>
                </a:cubicBezTo>
                <a:cubicBezTo>
                  <a:pt x="13460" y="80766"/>
                  <a:pt x="15380" y="76916"/>
                  <a:pt x="15380" y="76916"/>
                </a:cubicBezTo>
                <a:cubicBezTo>
                  <a:pt x="15380" y="76916"/>
                  <a:pt x="17310" y="80766"/>
                  <a:pt x="23080" y="80766"/>
                </a:cubicBezTo>
                <a:cubicBezTo>
                  <a:pt x="28850" y="80766"/>
                  <a:pt x="30770" y="76916"/>
                  <a:pt x="30770" y="76916"/>
                </a:cubicBezTo>
                <a:lnTo>
                  <a:pt x="30770" y="69227"/>
                </a:lnTo>
                <a:cubicBezTo>
                  <a:pt x="30770" y="69227"/>
                  <a:pt x="28850" y="73077"/>
                  <a:pt x="23080" y="73077"/>
                </a:cubicBezTo>
                <a:cubicBezTo>
                  <a:pt x="17310" y="73077"/>
                  <a:pt x="15380" y="69227"/>
                  <a:pt x="15380" y="69227"/>
                </a:cubicBezTo>
                <a:cubicBezTo>
                  <a:pt x="15380" y="69227"/>
                  <a:pt x="13460" y="73077"/>
                  <a:pt x="7690" y="73077"/>
                </a:cubicBezTo>
                <a:cubicBezTo>
                  <a:pt x="1920" y="73077"/>
                  <a:pt x="0" y="69227"/>
                  <a:pt x="0" y="69227"/>
                </a:cubicBezTo>
                <a:close/>
                <a:moveTo>
                  <a:pt x="69230" y="69227"/>
                </a:moveTo>
                <a:cubicBezTo>
                  <a:pt x="69230" y="69227"/>
                  <a:pt x="69260" y="69557"/>
                  <a:pt x="68870" y="69948"/>
                </a:cubicBezTo>
                <a:lnTo>
                  <a:pt x="69590" y="77636"/>
                </a:lnTo>
                <a:cubicBezTo>
                  <a:pt x="70360" y="78796"/>
                  <a:pt x="72690" y="81126"/>
                  <a:pt x="76920" y="81126"/>
                </a:cubicBezTo>
                <a:cubicBezTo>
                  <a:pt x="82690" y="81126"/>
                  <a:pt x="84620" y="77276"/>
                  <a:pt x="84620" y="77276"/>
                </a:cubicBezTo>
                <a:cubicBezTo>
                  <a:pt x="84620" y="77276"/>
                  <a:pt x="86540" y="81126"/>
                  <a:pt x="92310" y="81126"/>
                </a:cubicBezTo>
                <a:cubicBezTo>
                  <a:pt x="98080" y="81126"/>
                  <a:pt x="100000" y="77276"/>
                  <a:pt x="100000" y="77276"/>
                </a:cubicBezTo>
                <a:lnTo>
                  <a:pt x="100000" y="69587"/>
                </a:lnTo>
                <a:cubicBezTo>
                  <a:pt x="100000" y="69198"/>
                  <a:pt x="98080" y="73077"/>
                  <a:pt x="92310" y="73077"/>
                </a:cubicBezTo>
                <a:cubicBezTo>
                  <a:pt x="86540" y="73077"/>
                  <a:pt x="84620" y="69227"/>
                  <a:pt x="84620" y="69227"/>
                </a:cubicBezTo>
                <a:cubicBezTo>
                  <a:pt x="84620" y="69227"/>
                  <a:pt x="82690" y="73077"/>
                  <a:pt x="76920" y="73077"/>
                </a:cubicBezTo>
                <a:cubicBezTo>
                  <a:pt x="71150" y="73077"/>
                  <a:pt x="69230" y="69227"/>
                  <a:pt x="69230" y="69227"/>
                </a:cubicBezTo>
                <a:close/>
                <a:moveTo>
                  <a:pt x="0" y="88455"/>
                </a:moveTo>
                <a:lnTo>
                  <a:pt x="0" y="96144"/>
                </a:lnTo>
                <a:cubicBezTo>
                  <a:pt x="0" y="96144"/>
                  <a:pt x="1920" y="99993"/>
                  <a:pt x="7690" y="99993"/>
                </a:cubicBezTo>
                <a:cubicBezTo>
                  <a:pt x="13460" y="99993"/>
                  <a:pt x="15380" y="96144"/>
                  <a:pt x="15380" y="96144"/>
                </a:cubicBezTo>
                <a:cubicBezTo>
                  <a:pt x="15380" y="96144"/>
                  <a:pt x="17310" y="99993"/>
                  <a:pt x="23080" y="99993"/>
                </a:cubicBezTo>
                <a:cubicBezTo>
                  <a:pt x="28850" y="99993"/>
                  <a:pt x="30770" y="96144"/>
                  <a:pt x="30770" y="96144"/>
                </a:cubicBezTo>
                <a:lnTo>
                  <a:pt x="30770" y="88455"/>
                </a:lnTo>
                <a:cubicBezTo>
                  <a:pt x="30770" y="88455"/>
                  <a:pt x="28850" y="92305"/>
                  <a:pt x="23080" y="92305"/>
                </a:cubicBezTo>
                <a:cubicBezTo>
                  <a:pt x="17310" y="92305"/>
                  <a:pt x="15380" y="88455"/>
                  <a:pt x="15380" y="88455"/>
                </a:cubicBezTo>
                <a:cubicBezTo>
                  <a:pt x="15380" y="88455"/>
                  <a:pt x="13460" y="92305"/>
                  <a:pt x="7690" y="92305"/>
                </a:cubicBezTo>
                <a:cubicBezTo>
                  <a:pt x="1920" y="92305"/>
                  <a:pt x="0" y="88455"/>
                  <a:pt x="0" y="88455"/>
                </a:cubicBezTo>
                <a:close/>
                <a:moveTo>
                  <a:pt x="84620" y="88455"/>
                </a:moveTo>
                <a:cubicBezTo>
                  <a:pt x="84620" y="88455"/>
                  <a:pt x="82690" y="92305"/>
                  <a:pt x="76920" y="92305"/>
                </a:cubicBezTo>
                <a:cubicBezTo>
                  <a:pt x="74230" y="92305"/>
                  <a:pt x="72310" y="91535"/>
                  <a:pt x="71150" y="90374"/>
                </a:cubicBezTo>
                <a:lnTo>
                  <a:pt x="71870" y="98794"/>
                </a:lnTo>
                <a:cubicBezTo>
                  <a:pt x="73030" y="99554"/>
                  <a:pt x="75000" y="99993"/>
                  <a:pt x="76920" y="99993"/>
                </a:cubicBezTo>
                <a:cubicBezTo>
                  <a:pt x="82690" y="99993"/>
                  <a:pt x="84620" y="96144"/>
                  <a:pt x="84620" y="96144"/>
                </a:cubicBezTo>
                <a:cubicBezTo>
                  <a:pt x="84620" y="96144"/>
                  <a:pt x="86540" y="99993"/>
                  <a:pt x="92310" y="99993"/>
                </a:cubicBezTo>
                <a:cubicBezTo>
                  <a:pt x="98080" y="99993"/>
                  <a:pt x="100000" y="96144"/>
                  <a:pt x="100000" y="96144"/>
                </a:cubicBezTo>
                <a:lnTo>
                  <a:pt x="100000" y="88455"/>
                </a:lnTo>
                <a:cubicBezTo>
                  <a:pt x="100000" y="88455"/>
                  <a:pt x="98080" y="92305"/>
                  <a:pt x="92310" y="92305"/>
                </a:cubicBezTo>
                <a:cubicBezTo>
                  <a:pt x="86540" y="92305"/>
                  <a:pt x="84620" y="88455"/>
                  <a:pt x="84620" y="8845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4" name="Чёрный — SVG 7">
            <a:extLst>
              <a:ext uri="{FF2B5EF4-FFF2-40B4-BE49-F238E27FC236}">
                <a16:creationId xmlns:a16="http://schemas.microsoft.com/office/drawing/2014/main" id="{83E3A67B-7C8D-CC48-83B9-BA16EA3917DB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70895 w 141772"/>
              <a:gd name="csY5" fmla="*/ 15940 h 141753"/>
              <a:gd name="csX6" fmla="*/ 76203 w 141772"/>
              <a:gd name="csY6" fmla="*/ 21264 h 141753"/>
              <a:gd name="csX7" fmla="*/ 70895 w 141772"/>
              <a:gd name="csY7" fmla="*/ 26572 h 141753"/>
              <a:gd name="csX8" fmla="*/ 65570 w 141772"/>
              <a:gd name="csY8" fmla="*/ 21264 h 141753"/>
              <a:gd name="csX9" fmla="*/ 70895 w 141772"/>
              <a:gd name="csY9" fmla="*/ 15940 h 141753"/>
              <a:gd name="csX10" fmla="*/ 21267 w 141772"/>
              <a:gd name="csY10" fmla="*/ 76193 h 141753"/>
              <a:gd name="csX11" fmla="*/ 15942 w 141772"/>
              <a:gd name="csY11" fmla="*/ 70885 h 141753"/>
              <a:gd name="csX12" fmla="*/ 21267 w 141772"/>
              <a:gd name="csY12" fmla="*/ 65561 h 141753"/>
              <a:gd name="csX13" fmla="*/ 26575 w 141772"/>
              <a:gd name="csY13" fmla="*/ 70885 h 141753"/>
              <a:gd name="csX14" fmla="*/ 21267 w 141772"/>
              <a:gd name="csY14" fmla="*/ 76193 h 141753"/>
              <a:gd name="csX15" fmla="*/ 39556 w 141772"/>
              <a:gd name="csY15" fmla="*/ 109722 h 141753"/>
              <a:gd name="csX16" fmla="*/ 32036 w 141772"/>
              <a:gd name="csY16" fmla="*/ 109722 h 141753"/>
              <a:gd name="csX17" fmla="*/ 32036 w 141772"/>
              <a:gd name="csY17" fmla="*/ 102203 h 141753"/>
              <a:gd name="csX18" fmla="*/ 39556 w 141772"/>
              <a:gd name="csY18" fmla="*/ 102203 h 141753"/>
              <a:gd name="csX19" fmla="*/ 39556 w 141772"/>
              <a:gd name="csY19" fmla="*/ 109722 h 141753"/>
              <a:gd name="csX20" fmla="*/ 39556 w 141772"/>
              <a:gd name="csY20" fmla="*/ 39551 h 141753"/>
              <a:gd name="csX21" fmla="*/ 32036 w 141772"/>
              <a:gd name="csY21" fmla="*/ 39551 h 141753"/>
              <a:gd name="csX22" fmla="*/ 32036 w 141772"/>
              <a:gd name="csY22" fmla="*/ 32032 h 141753"/>
              <a:gd name="csX23" fmla="*/ 39556 w 141772"/>
              <a:gd name="csY23" fmla="*/ 32032 h 141753"/>
              <a:gd name="csX24" fmla="*/ 39556 w 141772"/>
              <a:gd name="csY24" fmla="*/ 39551 h 141753"/>
              <a:gd name="csX25" fmla="*/ 64345 w 141772"/>
              <a:gd name="csY25" fmla="*/ 73590 h 141753"/>
              <a:gd name="csX26" fmla="*/ 68173 w 141772"/>
              <a:gd name="csY26" fmla="*/ 64336 h 141753"/>
              <a:gd name="csX27" fmla="*/ 110179 w 141772"/>
              <a:gd name="csY27" fmla="*/ 54606 h 141753"/>
              <a:gd name="csX28" fmla="*/ 73600 w 141772"/>
              <a:gd name="csY28" fmla="*/ 77435 h 141753"/>
              <a:gd name="csX29" fmla="*/ 64345 w 141772"/>
              <a:gd name="csY29" fmla="*/ 73590 h 141753"/>
              <a:gd name="csX30" fmla="*/ 109736 w 141772"/>
              <a:gd name="csY30" fmla="*/ 109722 h 141753"/>
              <a:gd name="csX31" fmla="*/ 102216 w 141772"/>
              <a:gd name="csY31" fmla="*/ 109722 h 141753"/>
              <a:gd name="csX32" fmla="*/ 102216 w 141772"/>
              <a:gd name="csY32" fmla="*/ 102203 h 141753"/>
              <a:gd name="csX33" fmla="*/ 109736 w 141772"/>
              <a:gd name="csY33" fmla="*/ 102203 h 141753"/>
              <a:gd name="csX34" fmla="*/ 109736 w 141772"/>
              <a:gd name="csY34" fmla="*/ 109722 h 141753"/>
              <a:gd name="csX35" fmla="*/ 109736 w 141772"/>
              <a:gd name="csY35" fmla="*/ 39551 h 141753"/>
              <a:gd name="csX36" fmla="*/ 102216 w 141772"/>
              <a:gd name="csY36" fmla="*/ 39551 h 141753"/>
              <a:gd name="csX37" fmla="*/ 102216 w 141772"/>
              <a:gd name="csY37" fmla="*/ 32032 h 141753"/>
              <a:gd name="csX38" fmla="*/ 109736 w 141772"/>
              <a:gd name="csY38" fmla="*/ 32032 h 141753"/>
              <a:gd name="csX39" fmla="*/ 109736 w 141772"/>
              <a:gd name="csY39" fmla="*/ 39551 h 141753"/>
              <a:gd name="csX40" fmla="*/ 120506 w 141772"/>
              <a:gd name="csY40" fmla="*/ 76193 h 141753"/>
              <a:gd name="csX41" fmla="*/ 115198 w 141772"/>
              <a:gd name="csY41" fmla="*/ 70885 h 141753"/>
              <a:gd name="csX42" fmla="*/ 120506 w 141772"/>
              <a:gd name="csY42" fmla="*/ 65561 h 141753"/>
              <a:gd name="csX43" fmla="*/ 125831 w 141772"/>
              <a:gd name="csY43" fmla="*/ 70885 h 141753"/>
              <a:gd name="csX44" fmla="*/ 120506 w 141772"/>
              <a:gd name="csY44" fmla="*/ 76193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2" y="99994"/>
                  <a:pt x="100001" y="77568"/>
                  <a:pt x="100001" y="50006"/>
                </a:cubicBezTo>
                <a:cubicBezTo>
                  <a:pt x="100001" y="22433"/>
                  <a:pt x="77572" y="7"/>
                  <a:pt x="50006" y="7"/>
                </a:cubicBezTo>
                <a:close/>
                <a:moveTo>
                  <a:pt x="50006" y="11250"/>
                </a:moveTo>
                <a:cubicBezTo>
                  <a:pt x="52070" y="11250"/>
                  <a:pt x="53750" y="12930"/>
                  <a:pt x="53750" y="15005"/>
                </a:cubicBezTo>
                <a:cubicBezTo>
                  <a:pt x="53750" y="17069"/>
                  <a:pt x="52070" y="18749"/>
                  <a:pt x="50006" y="18749"/>
                </a:cubicBezTo>
                <a:cubicBezTo>
                  <a:pt x="47930" y="18749"/>
                  <a:pt x="46250" y="17069"/>
                  <a:pt x="46250" y="15005"/>
                </a:cubicBezTo>
                <a:cubicBezTo>
                  <a:pt x="46250" y="12930"/>
                  <a:pt x="47930" y="11250"/>
                  <a:pt x="50006" y="11250"/>
                </a:cubicBezTo>
                <a:close/>
                <a:moveTo>
                  <a:pt x="15001" y="53750"/>
                </a:moveTo>
                <a:cubicBezTo>
                  <a:pt x="12924" y="53750"/>
                  <a:pt x="11245" y="52070"/>
                  <a:pt x="11245" y="50006"/>
                </a:cubicBezTo>
                <a:cubicBezTo>
                  <a:pt x="11245" y="47930"/>
                  <a:pt x="12924" y="46251"/>
                  <a:pt x="15001" y="46251"/>
                </a:cubicBezTo>
                <a:cubicBezTo>
                  <a:pt x="17065" y="46251"/>
                  <a:pt x="18745" y="47930"/>
                  <a:pt x="18745" y="50006"/>
                </a:cubicBezTo>
                <a:cubicBezTo>
                  <a:pt x="18745" y="52070"/>
                  <a:pt x="17065" y="53750"/>
                  <a:pt x="15001" y="53750"/>
                </a:cubicBezTo>
                <a:close/>
                <a:moveTo>
                  <a:pt x="27901" y="77400"/>
                </a:moveTo>
                <a:cubicBezTo>
                  <a:pt x="26438" y="78864"/>
                  <a:pt x="24061" y="78864"/>
                  <a:pt x="22597" y="77400"/>
                </a:cubicBezTo>
                <a:cubicBezTo>
                  <a:pt x="21133" y="75936"/>
                  <a:pt x="21133" y="73560"/>
                  <a:pt x="22597" y="72096"/>
                </a:cubicBezTo>
                <a:cubicBezTo>
                  <a:pt x="24061" y="70633"/>
                  <a:pt x="26438" y="70633"/>
                  <a:pt x="27901" y="72096"/>
                </a:cubicBezTo>
                <a:cubicBezTo>
                  <a:pt x="29365" y="73560"/>
                  <a:pt x="29365" y="75936"/>
                  <a:pt x="27901" y="77400"/>
                </a:cubicBezTo>
                <a:close/>
                <a:moveTo>
                  <a:pt x="27901" y="27904"/>
                </a:moveTo>
                <a:cubicBezTo>
                  <a:pt x="26438" y="29368"/>
                  <a:pt x="24061" y="29368"/>
                  <a:pt x="22597" y="27904"/>
                </a:cubicBezTo>
                <a:cubicBezTo>
                  <a:pt x="21133" y="26441"/>
                  <a:pt x="21133" y="24064"/>
                  <a:pt x="22597" y="22601"/>
                </a:cubicBezTo>
                <a:cubicBezTo>
                  <a:pt x="24061" y="21137"/>
                  <a:pt x="26438" y="21137"/>
                  <a:pt x="27901" y="22601"/>
                </a:cubicBezTo>
                <a:cubicBezTo>
                  <a:pt x="29365" y="24064"/>
                  <a:pt x="29365" y="26441"/>
                  <a:pt x="27901" y="27904"/>
                </a:cubicBezTo>
                <a:close/>
                <a:moveTo>
                  <a:pt x="45386" y="51914"/>
                </a:moveTo>
                <a:cubicBezTo>
                  <a:pt x="44330" y="49358"/>
                  <a:pt x="45542" y="46443"/>
                  <a:pt x="48086" y="45387"/>
                </a:cubicBezTo>
                <a:cubicBezTo>
                  <a:pt x="50643" y="44331"/>
                  <a:pt x="76660" y="35967"/>
                  <a:pt x="77716" y="38523"/>
                </a:cubicBezTo>
                <a:cubicBezTo>
                  <a:pt x="78772" y="41079"/>
                  <a:pt x="54471" y="53569"/>
                  <a:pt x="51914" y="54626"/>
                </a:cubicBezTo>
                <a:cubicBezTo>
                  <a:pt x="49370" y="55681"/>
                  <a:pt x="46442" y="54470"/>
                  <a:pt x="45386" y="51914"/>
                </a:cubicBezTo>
                <a:close/>
                <a:moveTo>
                  <a:pt x="77403" y="77400"/>
                </a:moveTo>
                <a:cubicBezTo>
                  <a:pt x="75940" y="78864"/>
                  <a:pt x="73563" y="78864"/>
                  <a:pt x="72099" y="77400"/>
                </a:cubicBezTo>
                <a:cubicBezTo>
                  <a:pt x="70635" y="75936"/>
                  <a:pt x="70635" y="73560"/>
                  <a:pt x="72099" y="72096"/>
                </a:cubicBezTo>
                <a:cubicBezTo>
                  <a:pt x="73563" y="70633"/>
                  <a:pt x="75940" y="70633"/>
                  <a:pt x="77403" y="72096"/>
                </a:cubicBezTo>
                <a:cubicBezTo>
                  <a:pt x="78867" y="73560"/>
                  <a:pt x="78867" y="75936"/>
                  <a:pt x="77403" y="77400"/>
                </a:cubicBezTo>
                <a:close/>
                <a:moveTo>
                  <a:pt x="77403" y="27904"/>
                </a:moveTo>
                <a:cubicBezTo>
                  <a:pt x="75940" y="29368"/>
                  <a:pt x="73563" y="29368"/>
                  <a:pt x="72099" y="27904"/>
                </a:cubicBezTo>
                <a:cubicBezTo>
                  <a:pt x="70635" y="26441"/>
                  <a:pt x="70635" y="24064"/>
                  <a:pt x="72099" y="22601"/>
                </a:cubicBezTo>
                <a:cubicBezTo>
                  <a:pt x="73563" y="21137"/>
                  <a:pt x="75940" y="21137"/>
                  <a:pt x="77403" y="22601"/>
                </a:cubicBezTo>
                <a:cubicBezTo>
                  <a:pt x="78867" y="24064"/>
                  <a:pt x="78867" y="26441"/>
                  <a:pt x="77403" y="27904"/>
                </a:cubicBezTo>
                <a:close/>
                <a:moveTo>
                  <a:pt x="85000" y="53750"/>
                </a:moveTo>
                <a:cubicBezTo>
                  <a:pt x="82936" y="53750"/>
                  <a:pt x="81256" y="52070"/>
                  <a:pt x="81256" y="50006"/>
                </a:cubicBezTo>
                <a:cubicBezTo>
                  <a:pt x="81256" y="47930"/>
                  <a:pt x="82936" y="46251"/>
                  <a:pt x="85000" y="46251"/>
                </a:cubicBezTo>
                <a:cubicBezTo>
                  <a:pt x="87076" y="46251"/>
                  <a:pt x="88756" y="47930"/>
                  <a:pt x="88756" y="50006"/>
                </a:cubicBezTo>
                <a:cubicBezTo>
                  <a:pt x="88756" y="52070"/>
                  <a:pt x="87076" y="53750"/>
                  <a:pt x="85000" y="5375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5" name="Чёрный — SVG 8">
            <a:extLst>
              <a:ext uri="{FF2B5EF4-FFF2-40B4-BE49-F238E27FC236}">
                <a16:creationId xmlns:a16="http://schemas.microsoft.com/office/drawing/2014/main" id="{B334C346-1375-8544-9B81-FE565F66E7F8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68105 w 163430"/>
              <a:gd name="csY0" fmla="*/ 0 h 153099"/>
              <a:gd name="csX1" fmla="*/ 64702 w 163430"/>
              <a:gd name="csY1" fmla="*/ 3402 h 153099"/>
              <a:gd name="csX2" fmla="*/ 64702 w 163430"/>
              <a:gd name="csY2" fmla="*/ 41575 h 153099"/>
              <a:gd name="csX3" fmla="*/ 98729 w 163430"/>
              <a:gd name="csY3" fmla="*/ 33069 h 153099"/>
              <a:gd name="csX4" fmla="*/ 98729 w 163430"/>
              <a:gd name="csY4" fmla="*/ 3402 h 153099"/>
              <a:gd name="csX5" fmla="*/ 95326 w 163430"/>
              <a:gd name="csY5" fmla="*/ 0 h 153099"/>
              <a:gd name="csX6" fmla="*/ 68105 w 163430"/>
              <a:gd name="csY6" fmla="*/ 0 h 153099"/>
              <a:gd name="csX7" fmla="*/ 3454 w 163430"/>
              <a:gd name="csY7" fmla="*/ 20413 h 153099"/>
              <a:gd name="csX8" fmla="*/ 51 w 163430"/>
              <a:gd name="csY8" fmla="*/ 23816 h 153099"/>
              <a:gd name="csX9" fmla="*/ 51 w 163430"/>
              <a:gd name="csY9" fmla="*/ 125882 h 153099"/>
              <a:gd name="csX10" fmla="*/ 3454 w 163430"/>
              <a:gd name="csY10" fmla="*/ 129284 h 153099"/>
              <a:gd name="csX11" fmla="*/ 23002 w 163430"/>
              <a:gd name="csY11" fmla="*/ 120966 h 153099"/>
              <a:gd name="csX12" fmla="*/ 42585 w 163430"/>
              <a:gd name="csY12" fmla="*/ 129284 h 153099"/>
              <a:gd name="csX13" fmla="*/ 62150 w 163430"/>
              <a:gd name="csY13" fmla="*/ 120983 h 153099"/>
              <a:gd name="csX14" fmla="*/ 81715 w 163430"/>
              <a:gd name="csY14" fmla="*/ 129284 h 153099"/>
              <a:gd name="csX15" fmla="*/ 101281 w 163430"/>
              <a:gd name="csY15" fmla="*/ 120983 h 153099"/>
              <a:gd name="csX16" fmla="*/ 120846 w 163430"/>
              <a:gd name="csY16" fmla="*/ 129284 h 153099"/>
              <a:gd name="csX17" fmla="*/ 140429 w 163430"/>
              <a:gd name="csY17" fmla="*/ 120966 h 153099"/>
              <a:gd name="csX18" fmla="*/ 159977 w 163430"/>
              <a:gd name="csY18" fmla="*/ 129284 h 153099"/>
              <a:gd name="csX19" fmla="*/ 163380 w 163430"/>
              <a:gd name="csY19" fmla="*/ 125882 h 153099"/>
              <a:gd name="csX20" fmla="*/ 163380 w 163430"/>
              <a:gd name="csY20" fmla="*/ 23816 h 153099"/>
              <a:gd name="csX21" fmla="*/ 159977 w 163430"/>
              <a:gd name="csY21" fmla="*/ 20413 h 153099"/>
              <a:gd name="csX22" fmla="*/ 108937 w 163430"/>
              <a:gd name="csY22" fmla="*/ 20413 h 153099"/>
              <a:gd name="csX23" fmla="*/ 105534 w 163430"/>
              <a:gd name="csY23" fmla="*/ 23816 h 153099"/>
              <a:gd name="csX24" fmla="*/ 105534 w 163430"/>
              <a:gd name="csY24" fmla="*/ 73250 h 153099"/>
              <a:gd name="csX25" fmla="*/ 85747 w 163430"/>
              <a:gd name="csY25" fmla="*/ 97831 h 153099"/>
              <a:gd name="csX26" fmla="*/ 78142 w 163430"/>
              <a:gd name="csY26" fmla="*/ 98018 h 153099"/>
              <a:gd name="csX27" fmla="*/ 57897 w 163430"/>
              <a:gd name="csY27" fmla="*/ 73250 h 153099"/>
              <a:gd name="csX28" fmla="*/ 57897 w 163430"/>
              <a:gd name="csY28" fmla="*/ 23816 h 153099"/>
              <a:gd name="csX29" fmla="*/ 54494 w 163430"/>
              <a:gd name="csY29" fmla="*/ 20413 h 153099"/>
              <a:gd name="csX30" fmla="*/ 3454 w 163430"/>
              <a:gd name="csY30" fmla="*/ 20413 h 153099"/>
              <a:gd name="csX31" fmla="*/ 98729 w 163430"/>
              <a:gd name="csY31" fmla="*/ 40078 h 153099"/>
              <a:gd name="csX32" fmla="*/ 64702 w 163430"/>
              <a:gd name="csY32" fmla="*/ 48584 h 153099"/>
              <a:gd name="csX33" fmla="*/ 64702 w 163430"/>
              <a:gd name="csY33" fmla="*/ 55184 h 153099"/>
              <a:gd name="csX34" fmla="*/ 98729 w 163430"/>
              <a:gd name="csY34" fmla="*/ 46678 h 153099"/>
              <a:gd name="csX35" fmla="*/ 98729 w 163430"/>
              <a:gd name="csY35" fmla="*/ 40078 h 153099"/>
              <a:gd name="csX36" fmla="*/ 98729 w 163430"/>
              <a:gd name="csY36" fmla="*/ 53687 h 153099"/>
              <a:gd name="csX37" fmla="*/ 64702 w 163430"/>
              <a:gd name="csY37" fmla="*/ 62193 h 153099"/>
              <a:gd name="csX38" fmla="*/ 64702 w 163430"/>
              <a:gd name="csY38" fmla="*/ 68793 h 153099"/>
              <a:gd name="csX39" fmla="*/ 98729 w 163430"/>
              <a:gd name="csY39" fmla="*/ 60287 h 153099"/>
              <a:gd name="csX40" fmla="*/ 98729 w 163430"/>
              <a:gd name="csY40" fmla="*/ 53687 h 153099"/>
              <a:gd name="csX41" fmla="*/ 98729 w 163430"/>
              <a:gd name="csY41" fmla="*/ 67296 h 153099"/>
              <a:gd name="csX42" fmla="*/ 65076 w 163430"/>
              <a:gd name="csY42" fmla="*/ 75716 h 153099"/>
              <a:gd name="csX43" fmla="*/ 80525 w 163430"/>
              <a:gd name="csY43" fmla="*/ 91656 h 153099"/>
              <a:gd name="csX44" fmla="*/ 81715 w 163430"/>
              <a:gd name="csY44" fmla="*/ 91860 h 153099"/>
              <a:gd name="csX45" fmla="*/ 83060 w 163430"/>
              <a:gd name="csY45" fmla="*/ 91588 h 153099"/>
              <a:gd name="csX46" fmla="*/ 98729 w 163430"/>
              <a:gd name="csY46" fmla="*/ 73250 h 153099"/>
              <a:gd name="csX47" fmla="*/ 98729 w 163430"/>
              <a:gd name="csY47" fmla="*/ 67296 h 153099"/>
              <a:gd name="csX48" fmla="*/ 62167 w 163430"/>
              <a:gd name="csY48" fmla="*/ 136089 h 153099"/>
              <a:gd name="csX49" fmla="*/ 60517 w 163430"/>
              <a:gd name="csY49" fmla="*/ 136497 h 153099"/>
              <a:gd name="csX50" fmla="*/ 59275 w 163430"/>
              <a:gd name="csY50" fmla="*/ 137671 h 153099"/>
              <a:gd name="csX51" fmla="*/ 42585 w 163430"/>
              <a:gd name="csY51" fmla="*/ 146296 h 153099"/>
              <a:gd name="csX52" fmla="*/ 25894 w 163430"/>
              <a:gd name="csY52" fmla="*/ 137671 h 153099"/>
              <a:gd name="csX53" fmla="*/ 24669 w 163430"/>
              <a:gd name="csY53" fmla="*/ 136514 h 153099"/>
              <a:gd name="csX54" fmla="*/ 23036 w 163430"/>
              <a:gd name="csY54" fmla="*/ 136089 h 153099"/>
              <a:gd name="csX55" fmla="*/ 21403 w 163430"/>
              <a:gd name="csY55" fmla="*/ 136497 h 153099"/>
              <a:gd name="csX56" fmla="*/ 20161 w 163430"/>
              <a:gd name="csY56" fmla="*/ 137637 h 153099"/>
              <a:gd name="csX57" fmla="*/ 3454 w 163430"/>
              <a:gd name="csY57" fmla="*/ 146296 h 153099"/>
              <a:gd name="csX58" fmla="*/ 2127 w 163430"/>
              <a:gd name="csY58" fmla="*/ 146533 h 153099"/>
              <a:gd name="csX59" fmla="*/ 1021 w 163430"/>
              <a:gd name="csY59" fmla="*/ 147282 h 153099"/>
              <a:gd name="csX60" fmla="*/ 255 w 163430"/>
              <a:gd name="csY60" fmla="*/ 148388 h 153099"/>
              <a:gd name="csX61" fmla="*/ 0 w 163430"/>
              <a:gd name="csY61" fmla="*/ 149698 h 153099"/>
              <a:gd name="csX62" fmla="*/ 255 w 163430"/>
              <a:gd name="csY62" fmla="*/ 151008 h 153099"/>
              <a:gd name="csX63" fmla="*/ 1021 w 163430"/>
              <a:gd name="csY63" fmla="*/ 152113 h 153099"/>
              <a:gd name="csX64" fmla="*/ 2127 w 163430"/>
              <a:gd name="csY64" fmla="*/ 152862 h 153099"/>
              <a:gd name="csX65" fmla="*/ 3454 w 163430"/>
              <a:gd name="csY65" fmla="*/ 153100 h 153099"/>
              <a:gd name="csX66" fmla="*/ 23002 w 163430"/>
              <a:gd name="csY66" fmla="*/ 144305 h 153099"/>
              <a:gd name="csX67" fmla="*/ 42585 w 163430"/>
              <a:gd name="csY67" fmla="*/ 153100 h 153099"/>
              <a:gd name="csX68" fmla="*/ 62150 w 163430"/>
              <a:gd name="csY68" fmla="*/ 144322 h 153099"/>
              <a:gd name="csX69" fmla="*/ 81715 w 163430"/>
              <a:gd name="csY69" fmla="*/ 153100 h 153099"/>
              <a:gd name="csX70" fmla="*/ 101281 w 163430"/>
              <a:gd name="csY70" fmla="*/ 144322 h 153099"/>
              <a:gd name="csX71" fmla="*/ 120846 w 163430"/>
              <a:gd name="csY71" fmla="*/ 153100 h 153099"/>
              <a:gd name="csX72" fmla="*/ 140412 w 163430"/>
              <a:gd name="csY72" fmla="*/ 144305 h 153099"/>
              <a:gd name="csX73" fmla="*/ 159977 w 163430"/>
              <a:gd name="csY73" fmla="*/ 153100 h 153099"/>
              <a:gd name="csX74" fmla="*/ 161287 w 163430"/>
              <a:gd name="csY74" fmla="*/ 152862 h 153099"/>
              <a:gd name="csX75" fmla="*/ 162410 w 163430"/>
              <a:gd name="csY75" fmla="*/ 152113 h 153099"/>
              <a:gd name="csX76" fmla="*/ 163158 w 163430"/>
              <a:gd name="csY76" fmla="*/ 151008 h 153099"/>
              <a:gd name="csX77" fmla="*/ 163431 w 163430"/>
              <a:gd name="csY77" fmla="*/ 149698 h 153099"/>
              <a:gd name="csX78" fmla="*/ 163158 w 163430"/>
              <a:gd name="csY78" fmla="*/ 148388 h 153099"/>
              <a:gd name="csX79" fmla="*/ 162410 w 163430"/>
              <a:gd name="csY79" fmla="*/ 147282 h 153099"/>
              <a:gd name="csX80" fmla="*/ 161287 w 163430"/>
              <a:gd name="csY80" fmla="*/ 146533 h 153099"/>
              <a:gd name="csX81" fmla="*/ 159977 w 163430"/>
              <a:gd name="csY81" fmla="*/ 146296 h 153099"/>
              <a:gd name="csX82" fmla="*/ 143270 w 163430"/>
              <a:gd name="csY82" fmla="*/ 137654 h 153099"/>
              <a:gd name="csX83" fmla="*/ 142028 w 163430"/>
              <a:gd name="csY83" fmla="*/ 136497 h 153099"/>
              <a:gd name="csX84" fmla="*/ 140395 w 163430"/>
              <a:gd name="csY84" fmla="*/ 136089 h 153099"/>
              <a:gd name="csX85" fmla="*/ 138761 w 163430"/>
              <a:gd name="csY85" fmla="*/ 136514 h 153099"/>
              <a:gd name="csX86" fmla="*/ 137537 w 163430"/>
              <a:gd name="csY86" fmla="*/ 137671 h 153099"/>
              <a:gd name="csX87" fmla="*/ 120846 w 163430"/>
              <a:gd name="csY87" fmla="*/ 146296 h 153099"/>
              <a:gd name="csX88" fmla="*/ 104156 w 163430"/>
              <a:gd name="csY88" fmla="*/ 137671 h 153099"/>
              <a:gd name="csX89" fmla="*/ 102914 w 163430"/>
              <a:gd name="csY89" fmla="*/ 136514 h 153099"/>
              <a:gd name="csX90" fmla="*/ 101281 w 163430"/>
              <a:gd name="csY90" fmla="*/ 136089 h 153099"/>
              <a:gd name="csX91" fmla="*/ 99631 w 163430"/>
              <a:gd name="csY91" fmla="*/ 136514 h 153099"/>
              <a:gd name="csX92" fmla="*/ 98406 w 163430"/>
              <a:gd name="csY92" fmla="*/ 137671 h 153099"/>
              <a:gd name="csX93" fmla="*/ 81715 w 163430"/>
              <a:gd name="csY93" fmla="*/ 146296 h 153099"/>
              <a:gd name="csX94" fmla="*/ 65025 w 163430"/>
              <a:gd name="csY94" fmla="*/ 137671 h 153099"/>
              <a:gd name="csX95" fmla="*/ 63800 w 163430"/>
              <a:gd name="csY95" fmla="*/ 136514 h 153099"/>
              <a:gd name="csX96" fmla="*/ 62167 w 163430"/>
              <a:gd name="csY96" fmla="*/ 136089 h 153099"/>
            </a:gdLst>
            <a:ahLst/>
            <a:cxnLst/>
            <a:rect l="l" t="t" r="r" b="b"/>
            <a:pathLst>
              <a:path w="100000" h="100000">
                <a:moveTo>
                  <a:pt x="41672" y="3161"/>
                </a:moveTo>
                <a:cubicBezTo>
                  <a:pt x="40516" y="3161"/>
                  <a:pt x="39590" y="4087"/>
                  <a:pt x="39590" y="5242"/>
                </a:cubicBezTo>
                <a:lnTo>
                  <a:pt x="39590" y="28600"/>
                </a:lnTo>
                <a:lnTo>
                  <a:pt x="60411" y="23395"/>
                </a:lnTo>
                <a:lnTo>
                  <a:pt x="60411" y="5242"/>
                </a:lnTo>
                <a:cubicBezTo>
                  <a:pt x="60411" y="4087"/>
                  <a:pt x="59473" y="3161"/>
                  <a:pt x="58328" y="3161"/>
                </a:cubicBezTo>
                <a:lnTo>
                  <a:pt x="41672" y="3161"/>
                </a:lnTo>
                <a:close/>
                <a:moveTo>
                  <a:pt x="2113" y="15651"/>
                </a:moveTo>
                <a:cubicBezTo>
                  <a:pt x="958" y="15651"/>
                  <a:pt x="31" y="16577"/>
                  <a:pt x="31" y="17733"/>
                </a:cubicBezTo>
                <a:lnTo>
                  <a:pt x="31" y="80186"/>
                </a:lnTo>
                <a:cubicBezTo>
                  <a:pt x="31" y="81342"/>
                  <a:pt x="958" y="82267"/>
                  <a:pt x="2113" y="82267"/>
                </a:cubicBezTo>
                <a:cubicBezTo>
                  <a:pt x="7984" y="82267"/>
                  <a:pt x="11961" y="79311"/>
                  <a:pt x="14075" y="77178"/>
                </a:cubicBezTo>
                <a:cubicBezTo>
                  <a:pt x="16157" y="79311"/>
                  <a:pt x="20123" y="82267"/>
                  <a:pt x="26057" y="82267"/>
                </a:cubicBezTo>
                <a:cubicBezTo>
                  <a:pt x="31970" y="82267"/>
                  <a:pt x="35936" y="79322"/>
                  <a:pt x="38029" y="77188"/>
                </a:cubicBezTo>
                <a:cubicBezTo>
                  <a:pt x="40121" y="79322"/>
                  <a:pt x="44077" y="82267"/>
                  <a:pt x="50000" y="82267"/>
                </a:cubicBezTo>
                <a:cubicBezTo>
                  <a:pt x="55913" y="82267"/>
                  <a:pt x="59879" y="79322"/>
                  <a:pt x="61972" y="77188"/>
                </a:cubicBezTo>
                <a:cubicBezTo>
                  <a:pt x="64065" y="79322"/>
                  <a:pt x="68021" y="82267"/>
                  <a:pt x="73944" y="82267"/>
                </a:cubicBezTo>
                <a:cubicBezTo>
                  <a:pt x="79867" y="82267"/>
                  <a:pt x="83833" y="79311"/>
                  <a:pt x="85926" y="77178"/>
                </a:cubicBezTo>
                <a:cubicBezTo>
                  <a:pt x="88029" y="79311"/>
                  <a:pt x="92005" y="82267"/>
                  <a:pt x="97887" y="82267"/>
                </a:cubicBezTo>
                <a:cubicBezTo>
                  <a:pt x="99032" y="82267"/>
                  <a:pt x="99969" y="81342"/>
                  <a:pt x="99969" y="80186"/>
                </a:cubicBezTo>
                <a:lnTo>
                  <a:pt x="99969" y="17733"/>
                </a:lnTo>
                <a:cubicBezTo>
                  <a:pt x="99969" y="16577"/>
                  <a:pt x="99032" y="15651"/>
                  <a:pt x="97887" y="15651"/>
                </a:cubicBezTo>
                <a:lnTo>
                  <a:pt x="66657" y="15651"/>
                </a:lnTo>
                <a:cubicBezTo>
                  <a:pt x="65501" y="15651"/>
                  <a:pt x="64574" y="16577"/>
                  <a:pt x="64574" y="17733"/>
                </a:cubicBezTo>
                <a:lnTo>
                  <a:pt x="64574" y="47981"/>
                </a:lnTo>
                <a:cubicBezTo>
                  <a:pt x="64574" y="53207"/>
                  <a:pt x="58922" y="60243"/>
                  <a:pt x="52467" y="63022"/>
                </a:cubicBezTo>
                <a:cubicBezTo>
                  <a:pt x="51000" y="63657"/>
                  <a:pt x="49313" y="63698"/>
                  <a:pt x="47814" y="63136"/>
                </a:cubicBezTo>
                <a:cubicBezTo>
                  <a:pt x="40163" y="60284"/>
                  <a:pt x="35426" y="53050"/>
                  <a:pt x="35426" y="47981"/>
                </a:cubicBezTo>
                <a:lnTo>
                  <a:pt x="35426" y="17733"/>
                </a:lnTo>
                <a:cubicBezTo>
                  <a:pt x="35426" y="16577"/>
                  <a:pt x="34489" y="15651"/>
                  <a:pt x="33344" y="15651"/>
                </a:cubicBezTo>
                <a:lnTo>
                  <a:pt x="2113" y="15651"/>
                </a:lnTo>
                <a:close/>
                <a:moveTo>
                  <a:pt x="60411" y="27684"/>
                </a:moveTo>
                <a:lnTo>
                  <a:pt x="39590" y="32888"/>
                </a:lnTo>
                <a:lnTo>
                  <a:pt x="39590" y="36927"/>
                </a:lnTo>
                <a:lnTo>
                  <a:pt x="60411" y="31722"/>
                </a:lnTo>
                <a:lnTo>
                  <a:pt x="60411" y="27684"/>
                </a:lnTo>
                <a:close/>
                <a:moveTo>
                  <a:pt x="60411" y="36011"/>
                </a:moveTo>
                <a:lnTo>
                  <a:pt x="39590" y="41216"/>
                </a:lnTo>
                <a:lnTo>
                  <a:pt x="39590" y="45254"/>
                </a:lnTo>
                <a:lnTo>
                  <a:pt x="60411" y="40049"/>
                </a:lnTo>
                <a:lnTo>
                  <a:pt x="60411" y="36011"/>
                </a:lnTo>
                <a:close/>
                <a:moveTo>
                  <a:pt x="60411" y="44338"/>
                </a:moveTo>
                <a:lnTo>
                  <a:pt x="39819" y="49490"/>
                </a:lnTo>
                <a:cubicBezTo>
                  <a:pt x="40662" y="52717"/>
                  <a:pt x="43931" y="57245"/>
                  <a:pt x="49272" y="59243"/>
                </a:cubicBezTo>
                <a:cubicBezTo>
                  <a:pt x="49511" y="59327"/>
                  <a:pt x="49750" y="59368"/>
                  <a:pt x="50000" y="59368"/>
                </a:cubicBezTo>
                <a:cubicBezTo>
                  <a:pt x="50281" y="59368"/>
                  <a:pt x="50562" y="59316"/>
                  <a:pt x="50823" y="59202"/>
                </a:cubicBezTo>
                <a:cubicBezTo>
                  <a:pt x="56132" y="56912"/>
                  <a:pt x="60411" y="51187"/>
                  <a:pt x="60411" y="47981"/>
                </a:cubicBezTo>
                <a:lnTo>
                  <a:pt x="60411" y="44338"/>
                </a:lnTo>
                <a:close/>
                <a:moveTo>
                  <a:pt x="38039" y="86431"/>
                </a:moveTo>
                <a:cubicBezTo>
                  <a:pt x="37685" y="86421"/>
                  <a:pt x="37341" y="86514"/>
                  <a:pt x="37029" y="86681"/>
                </a:cubicBezTo>
                <a:cubicBezTo>
                  <a:pt x="36717" y="86847"/>
                  <a:pt x="36457" y="87097"/>
                  <a:pt x="36269" y="87399"/>
                </a:cubicBezTo>
                <a:cubicBezTo>
                  <a:pt x="36269" y="87399"/>
                  <a:pt x="33000" y="92677"/>
                  <a:pt x="26057" y="92677"/>
                </a:cubicBezTo>
                <a:cubicBezTo>
                  <a:pt x="19113" y="92677"/>
                  <a:pt x="15844" y="87399"/>
                  <a:pt x="15844" y="87399"/>
                </a:cubicBezTo>
                <a:cubicBezTo>
                  <a:pt x="15657" y="87107"/>
                  <a:pt x="15397" y="86858"/>
                  <a:pt x="15095" y="86691"/>
                </a:cubicBezTo>
                <a:cubicBezTo>
                  <a:pt x="14793" y="86525"/>
                  <a:pt x="14449" y="86431"/>
                  <a:pt x="14095" y="86431"/>
                </a:cubicBezTo>
                <a:cubicBezTo>
                  <a:pt x="13742" y="86431"/>
                  <a:pt x="13398" y="86514"/>
                  <a:pt x="13096" y="86681"/>
                </a:cubicBezTo>
                <a:cubicBezTo>
                  <a:pt x="12784" y="86847"/>
                  <a:pt x="12523" y="87087"/>
                  <a:pt x="12336" y="87378"/>
                </a:cubicBezTo>
                <a:cubicBezTo>
                  <a:pt x="12336" y="87378"/>
                  <a:pt x="8953" y="92677"/>
                  <a:pt x="2113" y="92677"/>
                </a:cubicBezTo>
                <a:cubicBezTo>
                  <a:pt x="1832" y="92677"/>
                  <a:pt x="1562" y="92729"/>
                  <a:pt x="1301" y="92822"/>
                </a:cubicBezTo>
                <a:cubicBezTo>
                  <a:pt x="1051" y="92926"/>
                  <a:pt x="812" y="93082"/>
                  <a:pt x="625" y="93280"/>
                </a:cubicBezTo>
                <a:cubicBezTo>
                  <a:pt x="426" y="93467"/>
                  <a:pt x="270" y="93697"/>
                  <a:pt x="156" y="93957"/>
                </a:cubicBezTo>
                <a:cubicBezTo>
                  <a:pt x="52" y="94206"/>
                  <a:pt x="0" y="94477"/>
                  <a:pt x="0" y="94758"/>
                </a:cubicBezTo>
                <a:cubicBezTo>
                  <a:pt x="0" y="95039"/>
                  <a:pt x="52" y="95310"/>
                  <a:pt x="156" y="95560"/>
                </a:cubicBezTo>
                <a:cubicBezTo>
                  <a:pt x="270" y="95820"/>
                  <a:pt x="426" y="96049"/>
                  <a:pt x="625" y="96236"/>
                </a:cubicBezTo>
                <a:cubicBezTo>
                  <a:pt x="812" y="96434"/>
                  <a:pt x="1051" y="96590"/>
                  <a:pt x="1301" y="96694"/>
                </a:cubicBezTo>
                <a:cubicBezTo>
                  <a:pt x="1562" y="96788"/>
                  <a:pt x="1832" y="96840"/>
                  <a:pt x="2113" y="96840"/>
                </a:cubicBezTo>
                <a:cubicBezTo>
                  <a:pt x="8859" y="96840"/>
                  <a:pt x="12315" y="93488"/>
                  <a:pt x="14075" y="91458"/>
                </a:cubicBezTo>
                <a:cubicBezTo>
                  <a:pt x="15823" y="93498"/>
                  <a:pt x="19269" y="96840"/>
                  <a:pt x="26057" y="96840"/>
                </a:cubicBezTo>
                <a:cubicBezTo>
                  <a:pt x="32834" y="96840"/>
                  <a:pt x="36280" y="93509"/>
                  <a:pt x="38029" y="91469"/>
                </a:cubicBezTo>
                <a:cubicBezTo>
                  <a:pt x="39777" y="93509"/>
                  <a:pt x="43213" y="96840"/>
                  <a:pt x="50000" y="96840"/>
                </a:cubicBezTo>
                <a:cubicBezTo>
                  <a:pt x="56788" y="96840"/>
                  <a:pt x="60223" y="93509"/>
                  <a:pt x="61972" y="91469"/>
                </a:cubicBezTo>
                <a:cubicBezTo>
                  <a:pt x="63721" y="93509"/>
                  <a:pt x="67157" y="96840"/>
                  <a:pt x="73944" y="96840"/>
                </a:cubicBezTo>
                <a:cubicBezTo>
                  <a:pt x="80731" y="96840"/>
                  <a:pt x="84167" y="93498"/>
                  <a:pt x="85916" y="91458"/>
                </a:cubicBezTo>
                <a:cubicBezTo>
                  <a:pt x="87675" y="93488"/>
                  <a:pt x="91131" y="96840"/>
                  <a:pt x="97887" y="96840"/>
                </a:cubicBezTo>
                <a:cubicBezTo>
                  <a:pt x="98158" y="96840"/>
                  <a:pt x="98439" y="96788"/>
                  <a:pt x="98689" y="96694"/>
                </a:cubicBezTo>
                <a:cubicBezTo>
                  <a:pt x="98949" y="96590"/>
                  <a:pt x="99178" y="96434"/>
                  <a:pt x="99376" y="96236"/>
                </a:cubicBezTo>
                <a:cubicBezTo>
                  <a:pt x="99574" y="96049"/>
                  <a:pt x="99730" y="95820"/>
                  <a:pt x="99834" y="95560"/>
                </a:cubicBezTo>
                <a:cubicBezTo>
                  <a:pt x="99938" y="95310"/>
                  <a:pt x="100001" y="95039"/>
                  <a:pt x="100001" y="94758"/>
                </a:cubicBezTo>
                <a:cubicBezTo>
                  <a:pt x="100001" y="94477"/>
                  <a:pt x="99938" y="94206"/>
                  <a:pt x="99834" y="93957"/>
                </a:cubicBezTo>
                <a:cubicBezTo>
                  <a:pt x="99730" y="93697"/>
                  <a:pt x="99574" y="93467"/>
                  <a:pt x="99376" y="93280"/>
                </a:cubicBezTo>
                <a:cubicBezTo>
                  <a:pt x="99178" y="93082"/>
                  <a:pt x="98949" y="92926"/>
                  <a:pt x="98689" y="92822"/>
                </a:cubicBezTo>
                <a:cubicBezTo>
                  <a:pt x="98439" y="92729"/>
                  <a:pt x="98158" y="92677"/>
                  <a:pt x="97887" y="92677"/>
                </a:cubicBezTo>
                <a:cubicBezTo>
                  <a:pt x="91027" y="92677"/>
                  <a:pt x="87664" y="87389"/>
                  <a:pt x="87664" y="87389"/>
                </a:cubicBezTo>
                <a:cubicBezTo>
                  <a:pt x="87477" y="87097"/>
                  <a:pt x="87217" y="86847"/>
                  <a:pt x="86904" y="86681"/>
                </a:cubicBezTo>
                <a:cubicBezTo>
                  <a:pt x="86602" y="86514"/>
                  <a:pt x="86249" y="86431"/>
                  <a:pt x="85905" y="86431"/>
                </a:cubicBezTo>
                <a:cubicBezTo>
                  <a:pt x="85551" y="86431"/>
                  <a:pt x="85208" y="86525"/>
                  <a:pt x="84905" y="86691"/>
                </a:cubicBezTo>
                <a:cubicBezTo>
                  <a:pt x="84593" y="86868"/>
                  <a:pt x="84344" y="87107"/>
                  <a:pt x="84157" y="87399"/>
                </a:cubicBezTo>
                <a:cubicBezTo>
                  <a:pt x="84157" y="87399"/>
                  <a:pt x="80887" y="92677"/>
                  <a:pt x="73944" y="92677"/>
                </a:cubicBezTo>
                <a:cubicBezTo>
                  <a:pt x="66990" y="92677"/>
                  <a:pt x="63731" y="87399"/>
                  <a:pt x="63731" y="87399"/>
                </a:cubicBezTo>
                <a:cubicBezTo>
                  <a:pt x="63544" y="87107"/>
                  <a:pt x="63284" y="86858"/>
                  <a:pt x="62971" y="86691"/>
                </a:cubicBezTo>
                <a:cubicBezTo>
                  <a:pt x="62670" y="86525"/>
                  <a:pt x="62326" y="86431"/>
                  <a:pt x="61972" y="86431"/>
                </a:cubicBezTo>
                <a:cubicBezTo>
                  <a:pt x="61618" y="86431"/>
                  <a:pt x="61275" y="86514"/>
                  <a:pt x="60962" y="86691"/>
                </a:cubicBezTo>
                <a:cubicBezTo>
                  <a:pt x="60660" y="86858"/>
                  <a:pt x="60400" y="87097"/>
                  <a:pt x="60213" y="87399"/>
                </a:cubicBezTo>
                <a:cubicBezTo>
                  <a:pt x="60213" y="87399"/>
                  <a:pt x="56944" y="92677"/>
                  <a:pt x="50000" y="92677"/>
                </a:cubicBezTo>
                <a:cubicBezTo>
                  <a:pt x="43057" y="92677"/>
                  <a:pt x="39788" y="87399"/>
                  <a:pt x="39788" y="87399"/>
                </a:cubicBezTo>
                <a:cubicBezTo>
                  <a:pt x="39600" y="87107"/>
                  <a:pt x="39340" y="86858"/>
                  <a:pt x="39038" y="86691"/>
                </a:cubicBezTo>
                <a:cubicBezTo>
                  <a:pt x="38736" y="86525"/>
                  <a:pt x="38393" y="86431"/>
                  <a:pt x="38039" y="8643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6" name="Чёрный — SVG 9">
            <a:extLst>
              <a:ext uri="{FF2B5EF4-FFF2-40B4-BE49-F238E27FC236}">
                <a16:creationId xmlns:a16="http://schemas.microsoft.com/office/drawing/2014/main" id="{DD04A3C3-EDD7-6246-9A12-5C630A259BFC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19497 w 141772"/>
              <a:gd name="csY0" fmla="*/ 0 h 85055"/>
              <a:gd name="csX1" fmla="*/ 0 w 141772"/>
              <a:gd name="csY1" fmla="*/ 19495 h 85055"/>
              <a:gd name="csX2" fmla="*/ 0 w 141772"/>
              <a:gd name="csY2" fmla="*/ 65561 h 85055"/>
              <a:gd name="csX3" fmla="*/ 19497 w 141772"/>
              <a:gd name="csY3" fmla="*/ 85056 h 85055"/>
              <a:gd name="csX4" fmla="*/ 108103 w 141772"/>
              <a:gd name="csY4" fmla="*/ 85056 h 85055"/>
              <a:gd name="csX5" fmla="*/ 127601 w 141772"/>
              <a:gd name="csY5" fmla="*/ 65561 h 85055"/>
              <a:gd name="csX6" fmla="*/ 127601 w 141772"/>
              <a:gd name="csY6" fmla="*/ 56698 h 85055"/>
              <a:gd name="csX7" fmla="*/ 134695 w 141772"/>
              <a:gd name="csY7" fmla="*/ 56698 h 85055"/>
              <a:gd name="csX8" fmla="*/ 141773 w 141772"/>
              <a:gd name="csY8" fmla="*/ 49621 h 85055"/>
              <a:gd name="csX9" fmla="*/ 141773 w 141772"/>
              <a:gd name="csY9" fmla="*/ 35434 h 85055"/>
              <a:gd name="csX10" fmla="*/ 134695 w 141772"/>
              <a:gd name="csY10" fmla="*/ 28357 h 85055"/>
              <a:gd name="csX11" fmla="*/ 127601 w 141772"/>
              <a:gd name="csY11" fmla="*/ 28357 h 85055"/>
              <a:gd name="csX12" fmla="*/ 127601 w 141772"/>
              <a:gd name="csY12" fmla="*/ 19495 h 85055"/>
              <a:gd name="csX13" fmla="*/ 108103 w 141772"/>
              <a:gd name="csY13" fmla="*/ 0 h 85055"/>
              <a:gd name="csX14" fmla="*/ 19497 w 141772"/>
              <a:gd name="csY14" fmla="*/ 0 h 85055"/>
            </a:gdLst>
            <a:ahLst/>
            <a:cxnLst/>
            <a:rect l="l" t="t" r="r" b="b"/>
            <a:pathLst>
              <a:path w="100000" h="100000">
                <a:moveTo>
                  <a:pt x="13752" y="20003"/>
                </a:moveTo>
                <a:cubicBezTo>
                  <a:pt x="6168" y="20003"/>
                  <a:pt x="0" y="26171"/>
                  <a:pt x="0" y="33754"/>
                </a:cubicBezTo>
                <a:lnTo>
                  <a:pt x="0" y="66247"/>
                </a:lnTo>
                <a:cubicBezTo>
                  <a:pt x="0" y="73830"/>
                  <a:pt x="6168" y="79998"/>
                  <a:pt x="13752" y="79998"/>
                </a:cubicBezTo>
                <a:lnTo>
                  <a:pt x="76251" y="79998"/>
                </a:lnTo>
                <a:cubicBezTo>
                  <a:pt x="83835" y="79998"/>
                  <a:pt x="90004" y="73830"/>
                  <a:pt x="90004" y="66247"/>
                </a:cubicBezTo>
                <a:lnTo>
                  <a:pt x="90004" y="59995"/>
                </a:lnTo>
                <a:lnTo>
                  <a:pt x="95008" y="59995"/>
                </a:lnTo>
                <a:cubicBezTo>
                  <a:pt x="97769" y="59995"/>
                  <a:pt x="100001" y="57764"/>
                  <a:pt x="100001" y="55003"/>
                </a:cubicBezTo>
                <a:lnTo>
                  <a:pt x="100001" y="44997"/>
                </a:lnTo>
                <a:cubicBezTo>
                  <a:pt x="100001" y="42237"/>
                  <a:pt x="97769" y="40005"/>
                  <a:pt x="95008" y="40005"/>
                </a:cubicBezTo>
                <a:lnTo>
                  <a:pt x="90004" y="40005"/>
                </a:lnTo>
                <a:lnTo>
                  <a:pt x="90004" y="33754"/>
                </a:lnTo>
                <a:cubicBezTo>
                  <a:pt x="90004" y="26171"/>
                  <a:pt x="83835" y="20003"/>
                  <a:pt x="76251" y="20003"/>
                </a:cubicBezTo>
                <a:lnTo>
                  <a:pt x="13752" y="2000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7" name="Чёрный — SVG 10">
            <a:extLst>
              <a:ext uri="{FF2B5EF4-FFF2-40B4-BE49-F238E27FC236}">
                <a16:creationId xmlns:a16="http://schemas.microsoft.com/office/drawing/2014/main" id="{0C2A4DB5-3775-0B4B-8060-DFBDA4FB594A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69127 w 155963"/>
              <a:gd name="csY0" fmla="*/ 1 h 124046"/>
              <a:gd name="csX1" fmla="*/ 67068 w 155963"/>
              <a:gd name="csY1" fmla="*/ 393 h 124046"/>
              <a:gd name="csX2" fmla="*/ 65316 w 155963"/>
              <a:gd name="csY2" fmla="*/ 1532 h 124046"/>
              <a:gd name="csX3" fmla="*/ 64142 w 155963"/>
              <a:gd name="csY3" fmla="*/ 3267 h 124046"/>
              <a:gd name="csX4" fmla="*/ 63734 w 155963"/>
              <a:gd name="csY4" fmla="*/ 5326 h 124046"/>
              <a:gd name="csX5" fmla="*/ 64142 w 155963"/>
              <a:gd name="csY5" fmla="*/ 7367 h 124046"/>
              <a:gd name="csX6" fmla="*/ 65316 w 155963"/>
              <a:gd name="csY6" fmla="*/ 9103 h 124046"/>
              <a:gd name="csX7" fmla="*/ 67068 w 155963"/>
              <a:gd name="csY7" fmla="*/ 10259 h 124046"/>
              <a:gd name="csX8" fmla="*/ 69127 w 155963"/>
              <a:gd name="csY8" fmla="*/ 10633 h 124046"/>
              <a:gd name="csX9" fmla="*/ 108105 w 155963"/>
              <a:gd name="csY9" fmla="*/ 10633 h 124046"/>
              <a:gd name="csX10" fmla="*/ 110163 w 155963"/>
              <a:gd name="csY10" fmla="*/ 10259 h 124046"/>
              <a:gd name="csX11" fmla="*/ 111916 w 155963"/>
              <a:gd name="csY11" fmla="*/ 9103 h 124046"/>
              <a:gd name="csX12" fmla="*/ 113090 w 155963"/>
              <a:gd name="csY12" fmla="*/ 7367 h 124046"/>
              <a:gd name="csX13" fmla="*/ 113498 w 155963"/>
              <a:gd name="csY13" fmla="*/ 5326 h 124046"/>
              <a:gd name="csX14" fmla="*/ 113090 w 155963"/>
              <a:gd name="csY14" fmla="*/ 3267 h 124046"/>
              <a:gd name="csX15" fmla="*/ 111916 w 155963"/>
              <a:gd name="csY15" fmla="*/ 1532 h 124046"/>
              <a:gd name="csX16" fmla="*/ 110163 w 155963"/>
              <a:gd name="csY16" fmla="*/ 393 h 124046"/>
              <a:gd name="csX17" fmla="*/ 108105 w 155963"/>
              <a:gd name="csY17" fmla="*/ 1 h 124046"/>
              <a:gd name="csX18" fmla="*/ 69127 w 155963"/>
              <a:gd name="csY18" fmla="*/ 1 h 124046"/>
              <a:gd name="csX19" fmla="*/ 63751 w 155963"/>
              <a:gd name="csY19" fmla="*/ 17727 h 124046"/>
              <a:gd name="csX20" fmla="*/ 44951 w 155963"/>
              <a:gd name="csY20" fmla="*/ 25501 h 124046"/>
              <a:gd name="csX21" fmla="*/ 31476 w 155963"/>
              <a:gd name="csY21" fmla="*/ 38991 h 124046"/>
              <a:gd name="csX22" fmla="*/ 23038 w 155963"/>
              <a:gd name="csY22" fmla="*/ 38991 h 124046"/>
              <a:gd name="csX23" fmla="*/ 17729 w 155963"/>
              <a:gd name="csY23" fmla="*/ 44298 h 124046"/>
              <a:gd name="csX24" fmla="*/ 17729 w 155963"/>
              <a:gd name="csY24" fmla="*/ 97458 h 124046"/>
              <a:gd name="csX25" fmla="*/ 23038 w 155963"/>
              <a:gd name="csY25" fmla="*/ 102782 h 124046"/>
              <a:gd name="csX26" fmla="*/ 31187 w 155963"/>
              <a:gd name="csY26" fmla="*/ 102782 h 124046"/>
              <a:gd name="csX27" fmla="*/ 43062 w 155963"/>
              <a:gd name="csY27" fmla="*/ 117038 h 124046"/>
              <a:gd name="csX28" fmla="*/ 58034 w 155963"/>
              <a:gd name="csY28" fmla="*/ 124046 h 124046"/>
              <a:gd name="csX29" fmla="*/ 99309 w 155963"/>
              <a:gd name="csY29" fmla="*/ 124046 h 124046"/>
              <a:gd name="csX30" fmla="*/ 118092 w 155963"/>
              <a:gd name="csY30" fmla="*/ 116255 h 124046"/>
              <a:gd name="csX31" fmla="*/ 132519 w 155963"/>
              <a:gd name="csY31" fmla="*/ 101830 h 124046"/>
              <a:gd name="csX32" fmla="*/ 138235 w 155963"/>
              <a:gd name="csY32" fmla="*/ 88051 h 124046"/>
              <a:gd name="csX33" fmla="*/ 138235 w 155963"/>
              <a:gd name="csY33" fmla="*/ 37222 h 124046"/>
              <a:gd name="csX34" fmla="*/ 118738 w 155963"/>
              <a:gd name="csY34" fmla="*/ 17727 h 124046"/>
              <a:gd name="csX35" fmla="*/ 63751 w 155963"/>
              <a:gd name="csY35" fmla="*/ 17727 h 124046"/>
              <a:gd name="csX36" fmla="*/ 83129 w 155963"/>
              <a:gd name="csY36" fmla="*/ 42529 h 124046"/>
              <a:gd name="csX37" fmla="*/ 83180 w 155963"/>
              <a:gd name="csY37" fmla="*/ 42529 h 124046"/>
              <a:gd name="csX38" fmla="*/ 86668 w 155963"/>
              <a:gd name="csY38" fmla="*/ 46068 h 124046"/>
              <a:gd name="csX39" fmla="*/ 86668 w 155963"/>
              <a:gd name="csY39" fmla="*/ 46323 h 124046"/>
              <a:gd name="csX40" fmla="*/ 86634 w 155963"/>
              <a:gd name="csY40" fmla="*/ 63028 h 124046"/>
              <a:gd name="csX41" fmla="*/ 99904 w 155963"/>
              <a:gd name="csY41" fmla="*/ 65766 h 124046"/>
              <a:gd name="csX42" fmla="*/ 102490 w 155963"/>
              <a:gd name="csY42" fmla="*/ 67961 h 124046"/>
              <a:gd name="csX43" fmla="*/ 102048 w 155963"/>
              <a:gd name="csY43" fmla="*/ 71312 h 124046"/>
              <a:gd name="csX44" fmla="*/ 82721 w 155963"/>
              <a:gd name="csY44" fmla="*/ 97781 h 124046"/>
              <a:gd name="csX45" fmla="*/ 79862 w 155963"/>
              <a:gd name="csY45" fmla="*/ 99227 h 124046"/>
              <a:gd name="csX46" fmla="*/ 78757 w 155963"/>
              <a:gd name="csY46" fmla="*/ 99057 h 124046"/>
              <a:gd name="csX47" fmla="*/ 76324 w 155963"/>
              <a:gd name="csY47" fmla="*/ 95689 h 124046"/>
              <a:gd name="csX48" fmla="*/ 76341 w 155963"/>
              <a:gd name="csY48" fmla="*/ 78729 h 124046"/>
              <a:gd name="csX49" fmla="*/ 63087 w 155963"/>
              <a:gd name="csY49" fmla="*/ 76007 h 124046"/>
              <a:gd name="csX50" fmla="*/ 60501 w 155963"/>
              <a:gd name="csY50" fmla="*/ 73812 h 124046"/>
              <a:gd name="csX51" fmla="*/ 60943 w 155963"/>
              <a:gd name="csY51" fmla="*/ 70444 h 124046"/>
              <a:gd name="csX52" fmla="*/ 80237 w 155963"/>
              <a:gd name="csY52" fmla="*/ 44026 h 124046"/>
              <a:gd name="csX53" fmla="*/ 80424 w 155963"/>
              <a:gd name="csY53" fmla="*/ 43771 h 124046"/>
              <a:gd name="csX54" fmla="*/ 81053 w 155963"/>
              <a:gd name="csY54" fmla="*/ 43192 h 124046"/>
              <a:gd name="csX55" fmla="*/ 82840 w 155963"/>
              <a:gd name="csY55" fmla="*/ 42546 h 124046"/>
              <a:gd name="csX56" fmla="*/ 83129 w 155963"/>
              <a:gd name="csY56" fmla="*/ 42529 h 124046"/>
              <a:gd name="csX57" fmla="*/ 150553 w 155963"/>
              <a:gd name="csY57" fmla="*/ 46000 h 124046"/>
              <a:gd name="csX58" fmla="*/ 146827 w 155963"/>
              <a:gd name="csY58" fmla="*/ 47615 h 124046"/>
              <a:gd name="csX59" fmla="*/ 145330 w 155963"/>
              <a:gd name="csY59" fmla="*/ 51392 h 124046"/>
              <a:gd name="csX60" fmla="*/ 145330 w 155963"/>
              <a:gd name="csY60" fmla="*/ 86826 h 124046"/>
              <a:gd name="csX61" fmla="*/ 145704 w 155963"/>
              <a:gd name="csY61" fmla="*/ 88884 h 124046"/>
              <a:gd name="csX62" fmla="*/ 146861 w 155963"/>
              <a:gd name="csY62" fmla="*/ 90637 h 124046"/>
              <a:gd name="csX63" fmla="*/ 148596 w 155963"/>
              <a:gd name="csY63" fmla="*/ 91810 h 124046"/>
              <a:gd name="csX64" fmla="*/ 150638 w 155963"/>
              <a:gd name="csY64" fmla="*/ 92219 h 124046"/>
              <a:gd name="csX65" fmla="*/ 152697 w 155963"/>
              <a:gd name="csY65" fmla="*/ 91810 h 124046"/>
              <a:gd name="csX66" fmla="*/ 154432 w 155963"/>
              <a:gd name="csY66" fmla="*/ 90637 h 124046"/>
              <a:gd name="csX67" fmla="*/ 155572 w 155963"/>
              <a:gd name="csY67" fmla="*/ 88884 h 124046"/>
              <a:gd name="csX68" fmla="*/ 155963 w 155963"/>
              <a:gd name="csY68" fmla="*/ 86826 h 124046"/>
              <a:gd name="csX69" fmla="*/ 155963 w 155963"/>
              <a:gd name="csY69" fmla="*/ 51392 h 124046"/>
              <a:gd name="csX70" fmla="*/ 155572 w 155963"/>
              <a:gd name="csY70" fmla="*/ 49317 h 124046"/>
              <a:gd name="csX71" fmla="*/ 154398 w 155963"/>
              <a:gd name="csY71" fmla="*/ 47547 h 124046"/>
              <a:gd name="csX72" fmla="*/ 152629 w 155963"/>
              <a:gd name="csY72" fmla="*/ 46391 h 124046"/>
              <a:gd name="csX73" fmla="*/ 150553 w 155963"/>
              <a:gd name="csY73" fmla="*/ 46000 h 124046"/>
              <a:gd name="csX74" fmla="*/ 5241 w 155963"/>
              <a:gd name="csY74" fmla="*/ 49538 h 124046"/>
              <a:gd name="csX75" fmla="*/ 1499 w 155963"/>
              <a:gd name="csY75" fmla="*/ 51154 h 124046"/>
              <a:gd name="csX76" fmla="*/ 1 w 155963"/>
              <a:gd name="csY76" fmla="*/ 54930 h 124046"/>
              <a:gd name="csX77" fmla="*/ 1 w 155963"/>
              <a:gd name="csY77" fmla="*/ 86826 h 124046"/>
              <a:gd name="csX78" fmla="*/ 393 w 155963"/>
              <a:gd name="csY78" fmla="*/ 88884 h 124046"/>
              <a:gd name="csX79" fmla="*/ 1533 w 155963"/>
              <a:gd name="csY79" fmla="*/ 90637 h 124046"/>
              <a:gd name="csX80" fmla="*/ 3268 w 155963"/>
              <a:gd name="csY80" fmla="*/ 91810 h 124046"/>
              <a:gd name="csX81" fmla="*/ 5327 w 155963"/>
              <a:gd name="csY81" fmla="*/ 92219 h 124046"/>
              <a:gd name="csX82" fmla="*/ 7368 w 155963"/>
              <a:gd name="csY82" fmla="*/ 91810 h 124046"/>
              <a:gd name="csX83" fmla="*/ 9104 w 155963"/>
              <a:gd name="csY83" fmla="*/ 90637 h 124046"/>
              <a:gd name="csX84" fmla="*/ 10261 w 155963"/>
              <a:gd name="csY84" fmla="*/ 88884 h 124046"/>
              <a:gd name="csX85" fmla="*/ 10635 w 155963"/>
              <a:gd name="csY85" fmla="*/ 86826 h 124046"/>
              <a:gd name="csX86" fmla="*/ 10635 w 155963"/>
              <a:gd name="csY86" fmla="*/ 54930 h 124046"/>
              <a:gd name="csX87" fmla="*/ 10244 w 155963"/>
              <a:gd name="csY87" fmla="*/ 52855 h 124046"/>
              <a:gd name="csX88" fmla="*/ 9069 w 155963"/>
              <a:gd name="csY88" fmla="*/ 51103 h 124046"/>
              <a:gd name="csX89" fmla="*/ 7317 w 155963"/>
              <a:gd name="csY89" fmla="*/ 49929 h 124046"/>
              <a:gd name="csX90" fmla="*/ 5241 w 155963"/>
              <a:gd name="csY90" fmla="*/ 49538 h 124046"/>
            </a:gdLst>
            <a:ahLst/>
            <a:cxnLst/>
            <a:rect l="l" t="t" r="r" b="b"/>
            <a:pathLst>
              <a:path w="100000" h="100000">
                <a:moveTo>
                  <a:pt x="44323" y="10233"/>
                </a:moveTo>
                <a:cubicBezTo>
                  <a:pt x="43864" y="10222"/>
                  <a:pt x="43417" y="10310"/>
                  <a:pt x="43003" y="10484"/>
                </a:cubicBezTo>
                <a:cubicBezTo>
                  <a:pt x="42577" y="10648"/>
                  <a:pt x="42195" y="10898"/>
                  <a:pt x="41879" y="11215"/>
                </a:cubicBezTo>
                <a:cubicBezTo>
                  <a:pt x="41552" y="11531"/>
                  <a:pt x="41301" y="11913"/>
                  <a:pt x="41126" y="12327"/>
                </a:cubicBezTo>
                <a:cubicBezTo>
                  <a:pt x="40952" y="12742"/>
                  <a:pt x="40865" y="13189"/>
                  <a:pt x="40865" y="13647"/>
                </a:cubicBezTo>
                <a:cubicBezTo>
                  <a:pt x="40865" y="14094"/>
                  <a:pt x="40952" y="14542"/>
                  <a:pt x="41126" y="14956"/>
                </a:cubicBezTo>
                <a:cubicBezTo>
                  <a:pt x="41301" y="15371"/>
                  <a:pt x="41552" y="15752"/>
                  <a:pt x="41879" y="16069"/>
                </a:cubicBezTo>
                <a:cubicBezTo>
                  <a:pt x="42195" y="16385"/>
                  <a:pt x="42577" y="16636"/>
                  <a:pt x="43003" y="16810"/>
                </a:cubicBezTo>
                <a:cubicBezTo>
                  <a:pt x="43417" y="16974"/>
                  <a:pt x="43864" y="17061"/>
                  <a:pt x="44323" y="17050"/>
                </a:cubicBezTo>
                <a:lnTo>
                  <a:pt x="69315" y="17050"/>
                </a:lnTo>
                <a:cubicBezTo>
                  <a:pt x="69772" y="17061"/>
                  <a:pt x="70220" y="16974"/>
                  <a:pt x="70634" y="16810"/>
                </a:cubicBezTo>
                <a:cubicBezTo>
                  <a:pt x="71060" y="16636"/>
                  <a:pt x="71441" y="16385"/>
                  <a:pt x="71758" y="16069"/>
                </a:cubicBezTo>
                <a:cubicBezTo>
                  <a:pt x="72085" y="15752"/>
                  <a:pt x="72336" y="15371"/>
                  <a:pt x="72511" y="14956"/>
                </a:cubicBezTo>
                <a:cubicBezTo>
                  <a:pt x="72685" y="14542"/>
                  <a:pt x="72772" y="14094"/>
                  <a:pt x="72772" y="13647"/>
                </a:cubicBezTo>
                <a:cubicBezTo>
                  <a:pt x="72772" y="13189"/>
                  <a:pt x="72685" y="12742"/>
                  <a:pt x="72511" y="12327"/>
                </a:cubicBezTo>
                <a:cubicBezTo>
                  <a:pt x="72336" y="11913"/>
                  <a:pt x="72085" y="11531"/>
                  <a:pt x="71758" y="11215"/>
                </a:cubicBezTo>
                <a:cubicBezTo>
                  <a:pt x="71441" y="10898"/>
                  <a:pt x="71060" y="10648"/>
                  <a:pt x="70634" y="10484"/>
                </a:cubicBezTo>
                <a:cubicBezTo>
                  <a:pt x="70220" y="10310"/>
                  <a:pt x="69772" y="10222"/>
                  <a:pt x="69315" y="10233"/>
                </a:cubicBezTo>
                <a:lnTo>
                  <a:pt x="44323" y="10233"/>
                </a:lnTo>
                <a:close/>
                <a:moveTo>
                  <a:pt x="40876" y="21598"/>
                </a:moveTo>
                <a:cubicBezTo>
                  <a:pt x="36316" y="21598"/>
                  <a:pt x="32040" y="23365"/>
                  <a:pt x="28822" y="26583"/>
                </a:cubicBezTo>
                <a:lnTo>
                  <a:pt x="20182" y="35232"/>
                </a:lnTo>
                <a:lnTo>
                  <a:pt x="14771" y="35232"/>
                </a:lnTo>
                <a:cubicBezTo>
                  <a:pt x="12884" y="35232"/>
                  <a:pt x="11367" y="36749"/>
                  <a:pt x="11367" y="38635"/>
                </a:cubicBezTo>
                <a:lnTo>
                  <a:pt x="11367" y="72720"/>
                </a:lnTo>
                <a:cubicBezTo>
                  <a:pt x="11367" y="74607"/>
                  <a:pt x="12884" y="76134"/>
                  <a:pt x="14771" y="76134"/>
                </a:cubicBezTo>
                <a:lnTo>
                  <a:pt x="19996" y="76134"/>
                </a:lnTo>
                <a:lnTo>
                  <a:pt x="27610" y="85274"/>
                </a:lnTo>
                <a:cubicBezTo>
                  <a:pt x="29989" y="88121"/>
                  <a:pt x="33491" y="89768"/>
                  <a:pt x="37210" y="89768"/>
                </a:cubicBezTo>
                <a:lnTo>
                  <a:pt x="63675" y="89768"/>
                </a:lnTo>
                <a:cubicBezTo>
                  <a:pt x="68223" y="89768"/>
                  <a:pt x="72499" y="87990"/>
                  <a:pt x="75718" y="84772"/>
                </a:cubicBezTo>
                <a:lnTo>
                  <a:pt x="84968" y="75523"/>
                </a:lnTo>
                <a:cubicBezTo>
                  <a:pt x="87335" y="73156"/>
                  <a:pt x="88633" y="70026"/>
                  <a:pt x="88633" y="66689"/>
                </a:cubicBezTo>
                <a:lnTo>
                  <a:pt x="88633" y="34098"/>
                </a:lnTo>
                <a:cubicBezTo>
                  <a:pt x="88633" y="27205"/>
                  <a:pt x="83026" y="21598"/>
                  <a:pt x="76132" y="21598"/>
                </a:cubicBezTo>
                <a:lnTo>
                  <a:pt x="40876" y="21598"/>
                </a:lnTo>
                <a:close/>
                <a:moveTo>
                  <a:pt x="53300" y="37501"/>
                </a:moveTo>
                <a:lnTo>
                  <a:pt x="53333" y="37501"/>
                </a:lnTo>
                <a:cubicBezTo>
                  <a:pt x="54577" y="37512"/>
                  <a:pt x="55570" y="38526"/>
                  <a:pt x="55570" y="39770"/>
                </a:cubicBezTo>
                <a:cubicBezTo>
                  <a:pt x="55570" y="39835"/>
                  <a:pt x="55570" y="39878"/>
                  <a:pt x="55570" y="39934"/>
                </a:cubicBezTo>
                <a:lnTo>
                  <a:pt x="55548" y="50644"/>
                </a:lnTo>
                <a:lnTo>
                  <a:pt x="64056" y="52400"/>
                </a:lnTo>
                <a:cubicBezTo>
                  <a:pt x="64809" y="52553"/>
                  <a:pt x="65431" y="53087"/>
                  <a:pt x="65714" y="53807"/>
                </a:cubicBezTo>
                <a:cubicBezTo>
                  <a:pt x="65987" y="54527"/>
                  <a:pt x="65889" y="55335"/>
                  <a:pt x="65431" y="55956"/>
                </a:cubicBezTo>
                <a:lnTo>
                  <a:pt x="53039" y="72927"/>
                </a:lnTo>
                <a:cubicBezTo>
                  <a:pt x="52602" y="73516"/>
                  <a:pt x="51915" y="73854"/>
                  <a:pt x="51206" y="73854"/>
                </a:cubicBezTo>
                <a:cubicBezTo>
                  <a:pt x="50966" y="73854"/>
                  <a:pt x="50737" y="73822"/>
                  <a:pt x="50497" y="73745"/>
                </a:cubicBezTo>
                <a:cubicBezTo>
                  <a:pt x="49569" y="73440"/>
                  <a:pt x="48937" y="72568"/>
                  <a:pt x="48937" y="71586"/>
                </a:cubicBezTo>
                <a:lnTo>
                  <a:pt x="48948" y="60712"/>
                </a:lnTo>
                <a:lnTo>
                  <a:pt x="40450" y="58966"/>
                </a:lnTo>
                <a:cubicBezTo>
                  <a:pt x="39697" y="58814"/>
                  <a:pt x="39065" y="58279"/>
                  <a:pt x="38792" y="57559"/>
                </a:cubicBezTo>
                <a:cubicBezTo>
                  <a:pt x="38508" y="56839"/>
                  <a:pt x="38617" y="56021"/>
                  <a:pt x="39075" y="55399"/>
                </a:cubicBezTo>
                <a:lnTo>
                  <a:pt x="51446" y="38461"/>
                </a:lnTo>
                <a:cubicBezTo>
                  <a:pt x="51490" y="38406"/>
                  <a:pt x="51522" y="38352"/>
                  <a:pt x="51566" y="38297"/>
                </a:cubicBezTo>
                <a:cubicBezTo>
                  <a:pt x="51686" y="38156"/>
                  <a:pt x="51828" y="38025"/>
                  <a:pt x="51969" y="37926"/>
                </a:cubicBezTo>
                <a:cubicBezTo>
                  <a:pt x="52297" y="37686"/>
                  <a:pt x="52689" y="37544"/>
                  <a:pt x="53115" y="37512"/>
                </a:cubicBezTo>
                <a:cubicBezTo>
                  <a:pt x="53181" y="37501"/>
                  <a:pt x="53235" y="37501"/>
                  <a:pt x="53300" y="37501"/>
                </a:cubicBezTo>
                <a:close/>
                <a:moveTo>
                  <a:pt x="96531" y="39726"/>
                </a:moveTo>
                <a:cubicBezTo>
                  <a:pt x="95637" y="39737"/>
                  <a:pt x="94775" y="40108"/>
                  <a:pt x="94142" y="40762"/>
                </a:cubicBezTo>
                <a:cubicBezTo>
                  <a:pt x="93509" y="41406"/>
                  <a:pt x="93171" y="42278"/>
                  <a:pt x="93182" y="43184"/>
                </a:cubicBezTo>
                <a:lnTo>
                  <a:pt x="93182" y="65903"/>
                </a:lnTo>
                <a:cubicBezTo>
                  <a:pt x="93171" y="66362"/>
                  <a:pt x="93259" y="66808"/>
                  <a:pt x="93422" y="67223"/>
                </a:cubicBezTo>
                <a:cubicBezTo>
                  <a:pt x="93597" y="67648"/>
                  <a:pt x="93848" y="68030"/>
                  <a:pt x="94164" y="68347"/>
                </a:cubicBezTo>
                <a:cubicBezTo>
                  <a:pt x="94481" y="68674"/>
                  <a:pt x="94851" y="68924"/>
                  <a:pt x="95276" y="69099"/>
                </a:cubicBezTo>
                <a:cubicBezTo>
                  <a:pt x="95691" y="69273"/>
                  <a:pt x="96139" y="69361"/>
                  <a:pt x="96586" y="69361"/>
                </a:cubicBezTo>
                <a:cubicBezTo>
                  <a:pt x="97044" y="69361"/>
                  <a:pt x="97491" y="69273"/>
                  <a:pt x="97906" y="69099"/>
                </a:cubicBezTo>
                <a:cubicBezTo>
                  <a:pt x="98320" y="68924"/>
                  <a:pt x="98702" y="68674"/>
                  <a:pt x="99018" y="68347"/>
                </a:cubicBezTo>
                <a:cubicBezTo>
                  <a:pt x="99335" y="68030"/>
                  <a:pt x="99586" y="67648"/>
                  <a:pt x="99749" y="67223"/>
                </a:cubicBezTo>
                <a:cubicBezTo>
                  <a:pt x="99924" y="66808"/>
                  <a:pt x="100000" y="66362"/>
                  <a:pt x="100000" y="65903"/>
                </a:cubicBezTo>
                <a:lnTo>
                  <a:pt x="100000" y="43184"/>
                </a:lnTo>
                <a:cubicBezTo>
                  <a:pt x="100000" y="42726"/>
                  <a:pt x="99913" y="42278"/>
                  <a:pt x="99749" y="41853"/>
                </a:cubicBezTo>
                <a:cubicBezTo>
                  <a:pt x="99575" y="41427"/>
                  <a:pt x="99324" y="41046"/>
                  <a:pt x="98997" y="40718"/>
                </a:cubicBezTo>
                <a:cubicBezTo>
                  <a:pt x="98670" y="40402"/>
                  <a:pt x="98287" y="40141"/>
                  <a:pt x="97862" y="39977"/>
                </a:cubicBezTo>
                <a:cubicBezTo>
                  <a:pt x="97447" y="39803"/>
                  <a:pt x="96990" y="39715"/>
                  <a:pt x="96531" y="39726"/>
                </a:cubicBezTo>
                <a:close/>
                <a:moveTo>
                  <a:pt x="3360" y="41995"/>
                </a:moveTo>
                <a:cubicBezTo>
                  <a:pt x="2455" y="42017"/>
                  <a:pt x="1593" y="42387"/>
                  <a:pt x="961" y="43031"/>
                </a:cubicBezTo>
                <a:cubicBezTo>
                  <a:pt x="339" y="43674"/>
                  <a:pt x="-10" y="44547"/>
                  <a:pt x="1" y="45452"/>
                </a:cubicBezTo>
                <a:lnTo>
                  <a:pt x="1" y="65903"/>
                </a:lnTo>
                <a:cubicBezTo>
                  <a:pt x="-10" y="66362"/>
                  <a:pt x="77" y="66808"/>
                  <a:pt x="252" y="67223"/>
                </a:cubicBezTo>
                <a:cubicBezTo>
                  <a:pt x="415" y="67648"/>
                  <a:pt x="666" y="68030"/>
                  <a:pt x="983" y="68347"/>
                </a:cubicBezTo>
                <a:cubicBezTo>
                  <a:pt x="1299" y="68674"/>
                  <a:pt x="1681" y="68924"/>
                  <a:pt x="2095" y="69099"/>
                </a:cubicBezTo>
                <a:cubicBezTo>
                  <a:pt x="2510" y="69273"/>
                  <a:pt x="2957" y="69361"/>
                  <a:pt x="3416" y="69361"/>
                </a:cubicBezTo>
                <a:cubicBezTo>
                  <a:pt x="3862" y="69361"/>
                  <a:pt x="4310" y="69273"/>
                  <a:pt x="4724" y="69099"/>
                </a:cubicBezTo>
                <a:cubicBezTo>
                  <a:pt x="5139" y="68924"/>
                  <a:pt x="5521" y="68674"/>
                  <a:pt x="5837" y="68347"/>
                </a:cubicBezTo>
                <a:cubicBezTo>
                  <a:pt x="6153" y="68030"/>
                  <a:pt x="6404" y="67648"/>
                  <a:pt x="6579" y="67223"/>
                </a:cubicBezTo>
                <a:cubicBezTo>
                  <a:pt x="6743" y="66808"/>
                  <a:pt x="6830" y="66362"/>
                  <a:pt x="6819" y="65903"/>
                </a:cubicBezTo>
                <a:lnTo>
                  <a:pt x="6819" y="45452"/>
                </a:lnTo>
                <a:cubicBezTo>
                  <a:pt x="6830" y="44994"/>
                  <a:pt x="6743" y="44547"/>
                  <a:pt x="6568" y="44122"/>
                </a:cubicBezTo>
                <a:cubicBezTo>
                  <a:pt x="6393" y="43696"/>
                  <a:pt x="6142" y="43314"/>
                  <a:pt x="5815" y="42998"/>
                </a:cubicBezTo>
                <a:cubicBezTo>
                  <a:pt x="5499" y="42671"/>
                  <a:pt x="5117" y="42420"/>
                  <a:pt x="4691" y="42246"/>
                </a:cubicBezTo>
                <a:cubicBezTo>
                  <a:pt x="4266" y="42071"/>
                  <a:pt x="3808" y="41995"/>
                  <a:pt x="3360" y="4199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8" name="Чёрный — SVG 11">
            <a:extLst>
              <a:ext uri="{FF2B5EF4-FFF2-40B4-BE49-F238E27FC236}">
                <a16:creationId xmlns:a16="http://schemas.microsoft.com/office/drawing/2014/main" id="{CAB5DC14-E93E-9343-AC8F-11422B6DEBFC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83805 w 113423"/>
              <a:gd name="csY0" fmla="*/ 25230 h 145293"/>
              <a:gd name="csX1" fmla="*/ 77918 w 113423"/>
              <a:gd name="csY1" fmla="*/ 23664 h 145293"/>
              <a:gd name="csX2" fmla="*/ 74434 w 113423"/>
              <a:gd name="csY2" fmla="*/ 28666 h 145293"/>
              <a:gd name="csX3" fmla="*/ 74434 w 113423"/>
              <a:gd name="csY3" fmla="*/ 44299 h 145293"/>
              <a:gd name="csX4" fmla="*/ 69117 w 113423"/>
              <a:gd name="csY4" fmla="*/ 49606 h 145293"/>
              <a:gd name="csX5" fmla="*/ 63800 w 113423"/>
              <a:gd name="csY5" fmla="*/ 44299 h 145293"/>
              <a:gd name="csX6" fmla="*/ 63800 w 113423"/>
              <a:gd name="csY6" fmla="*/ 6858 h 145293"/>
              <a:gd name="csX7" fmla="*/ 62007 w 113423"/>
              <a:gd name="csY7" fmla="*/ 2877 h 145293"/>
              <a:gd name="csX8" fmla="*/ 60136 w 113423"/>
              <a:gd name="csY8" fmla="*/ 1244 h 145293"/>
              <a:gd name="csX9" fmla="*/ 53298 w 113423"/>
              <a:gd name="csY9" fmla="*/ 1244 h 145293"/>
              <a:gd name="csX10" fmla="*/ 0 w 113423"/>
              <a:gd name="csY10" fmla="*/ 88596 h 145293"/>
              <a:gd name="csX11" fmla="*/ 56711 w 113423"/>
              <a:gd name="csY11" fmla="*/ 145294 h 145293"/>
              <a:gd name="csX12" fmla="*/ 113423 w 113423"/>
              <a:gd name="csY12" fmla="*/ 88596 h 145293"/>
              <a:gd name="csX13" fmla="*/ 83805 w 113423"/>
              <a:gd name="csY13" fmla="*/ 25230 h 145293"/>
              <a:gd name="csX14" fmla="*/ 57398 w 113423"/>
              <a:gd name="csY14" fmla="*/ 136431 h 145293"/>
              <a:gd name="csX15" fmla="*/ 42778 w 113423"/>
              <a:gd name="csY15" fmla="*/ 131243 h 145293"/>
              <a:gd name="csX16" fmla="*/ 51483 w 113423"/>
              <a:gd name="csY16" fmla="*/ 78049 h 145293"/>
              <a:gd name="csX17" fmla="*/ 61958 w 113423"/>
              <a:gd name="csY17" fmla="*/ 78066 h 145293"/>
              <a:gd name="csX18" fmla="*/ 79750 w 113423"/>
              <a:gd name="csY18" fmla="*/ 113398 h 145293"/>
              <a:gd name="csX19" fmla="*/ 57398 w 113423"/>
              <a:gd name="csY19" fmla="*/ 136431 h 145293"/>
            </a:gdLst>
            <a:ahLst/>
            <a:cxnLst/>
            <a:rect l="l" t="t" r="r" b="b"/>
            <a:pathLst>
              <a:path w="100000" h="100000">
                <a:moveTo>
                  <a:pt x="68647" y="17365"/>
                </a:moveTo>
                <a:cubicBezTo>
                  <a:pt x="67654" y="16194"/>
                  <a:pt x="66037" y="15761"/>
                  <a:pt x="64596" y="16287"/>
                </a:cubicBezTo>
                <a:cubicBezTo>
                  <a:pt x="63157" y="16814"/>
                  <a:pt x="62198" y="18196"/>
                  <a:pt x="62198" y="19730"/>
                </a:cubicBezTo>
                <a:lnTo>
                  <a:pt x="62198" y="30489"/>
                </a:lnTo>
                <a:cubicBezTo>
                  <a:pt x="62198" y="32503"/>
                  <a:pt x="60556" y="34142"/>
                  <a:pt x="58538" y="34142"/>
                </a:cubicBezTo>
                <a:cubicBezTo>
                  <a:pt x="56521" y="34142"/>
                  <a:pt x="54879" y="32503"/>
                  <a:pt x="54879" y="30489"/>
                </a:cubicBezTo>
                <a:lnTo>
                  <a:pt x="54879" y="4720"/>
                </a:lnTo>
                <a:cubicBezTo>
                  <a:pt x="54879" y="3666"/>
                  <a:pt x="54431" y="2671"/>
                  <a:pt x="53645" y="1980"/>
                </a:cubicBezTo>
                <a:cubicBezTo>
                  <a:pt x="52832" y="1266"/>
                  <a:pt x="52357" y="856"/>
                  <a:pt x="52357" y="856"/>
                </a:cubicBezTo>
                <a:cubicBezTo>
                  <a:pt x="51000" y="-279"/>
                  <a:pt x="49015" y="-291"/>
                  <a:pt x="47651" y="856"/>
                </a:cubicBezTo>
                <a:cubicBezTo>
                  <a:pt x="46153" y="2109"/>
                  <a:pt x="10967" y="31882"/>
                  <a:pt x="10967" y="60977"/>
                </a:cubicBezTo>
                <a:cubicBezTo>
                  <a:pt x="10967" y="82497"/>
                  <a:pt x="28478" y="100001"/>
                  <a:pt x="50000" y="100001"/>
                </a:cubicBezTo>
                <a:cubicBezTo>
                  <a:pt x="71521" y="100001"/>
                  <a:pt x="89033" y="82497"/>
                  <a:pt x="89033" y="60977"/>
                </a:cubicBezTo>
                <a:cubicBezTo>
                  <a:pt x="89033" y="44774"/>
                  <a:pt x="77947" y="28312"/>
                  <a:pt x="68647" y="17365"/>
                </a:cubicBezTo>
                <a:close/>
                <a:moveTo>
                  <a:pt x="50472" y="93901"/>
                </a:moveTo>
                <a:cubicBezTo>
                  <a:pt x="46799" y="94006"/>
                  <a:pt x="43298" y="92601"/>
                  <a:pt x="40410" y="90330"/>
                </a:cubicBezTo>
                <a:cubicBezTo>
                  <a:pt x="26278" y="79207"/>
                  <a:pt x="39498" y="61399"/>
                  <a:pt x="46401" y="53718"/>
                </a:cubicBezTo>
                <a:cubicBezTo>
                  <a:pt x="48331" y="51576"/>
                  <a:pt x="51681" y="51587"/>
                  <a:pt x="53611" y="53730"/>
                </a:cubicBezTo>
                <a:cubicBezTo>
                  <a:pt x="58289" y="58940"/>
                  <a:pt x="65857" y="68787"/>
                  <a:pt x="65857" y="78048"/>
                </a:cubicBezTo>
                <a:cubicBezTo>
                  <a:pt x="65857" y="86653"/>
                  <a:pt x="59011" y="93655"/>
                  <a:pt x="50472" y="9390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9" name="Чёрный — SVG 12">
            <a:extLst>
              <a:ext uri="{FF2B5EF4-FFF2-40B4-BE49-F238E27FC236}">
                <a16:creationId xmlns:a16="http://schemas.microsoft.com/office/drawing/2014/main" id="{32A1BC75-4E6C-4448-B30C-1CEA275B92C6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84729 w 169474"/>
              <a:gd name="csY0" fmla="*/ 0 h 144492"/>
              <a:gd name="csX1" fmla="*/ 82296 w 169474"/>
              <a:gd name="csY1" fmla="*/ 2654 h 144492"/>
              <a:gd name="csX2" fmla="*/ 67716 w 169474"/>
              <a:gd name="csY2" fmla="*/ 32849 h 144492"/>
              <a:gd name="csX3" fmla="*/ 72820 w 169474"/>
              <a:gd name="csY3" fmla="*/ 46355 h 144492"/>
              <a:gd name="csX4" fmla="*/ 62509 w 169474"/>
              <a:gd name="csY4" fmla="*/ 47954 h 144492"/>
              <a:gd name="csX5" fmla="*/ 61233 w 169474"/>
              <a:gd name="csY5" fmla="*/ 31266 h 144492"/>
              <a:gd name="csX6" fmla="*/ 46347 w 169474"/>
              <a:gd name="csY6" fmla="*/ 10734 h 144492"/>
              <a:gd name="csX7" fmla="*/ 43897 w 169474"/>
              <a:gd name="csY7" fmla="*/ 8829 h 144492"/>
              <a:gd name="csX8" fmla="*/ 41668 w 169474"/>
              <a:gd name="csY8" fmla="*/ 10955 h 144492"/>
              <a:gd name="csX9" fmla="*/ 31783 w 169474"/>
              <a:gd name="csY9" fmla="*/ 38921 h 144492"/>
              <a:gd name="csX10" fmla="*/ 36785 w 169474"/>
              <a:gd name="csY10" fmla="*/ 51135 h 144492"/>
              <a:gd name="csX11" fmla="*/ 41566 w 169474"/>
              <a:gd name="csY11" fmla="*/ 55490 h 144492"/>
              <a:gd name="csX12" fmla="*/ 35611 w 169474"/>
              <a:gd name="csY12" fmla="*/ 59216 h 144492"/>
              <a:gd name="csX13" fmla="*/ 35509 w 169474"/>
              <a:gd name="csY13" fmla="*/ 57515 h 144492"/>
              <a:gd name="csX14" fmla="*/ 27104 w 169474"/>
              <a:gd name="csY14" fmla="*/ 44756 h 144492"/>
              <a:gd name="csX15" fmla="*/ 9342 w 169474"/>
              <a:gd name="csY15" fmla="*/ 33495 h 144492"/>
              <a:gd name="csX16" fmla="*/ 6365 w 169474"/>
              <a:gd name="csY16" fmla="*/ 31471 h 144492"/>
              <a:gd name="csX17" fmla="*/ 4562 w 169474"/>
              <a:gd name="csY17" fmla="*/ 34550 h 144492"/>
              <a:gd name="csX18" fmla="*/ 3813 w 169474"/>
              <a:gd name="csY18" fmla="*/ 64319 h 144492"/>
              <a:gd name="csX19" fmla="*/ 13494 w 169474"/>
              <a:gd name="csY19" fmla="*/ 73352 h 144492"/>
              <a:gd name="csX20" fmla="*/ 22426 w 169474"/>
              <a:gd name="csY20" fmla="*/ 75495 h 144492"/>
              <a:gd name="csX21" fmla="*/ 24025 w 169474"/>
              <a:gd name="csY21" fmla="*/ 75376 h 144492"/>
              <a:gd name="csX22" fmla="*/ 23481 w 169474"/>
              <a:gd name="csY22" fmla="*/ 79850 h 144492"/>
              <a:gd name="csX23" fmla="*/ 23600 w 169474"/>
              <a:gd name="csY23" fmla="*/ 79850 h 144492"/>
              <a:gd name="csX24" fmla="*/ 84729 w 169474"/>
              <a:gd name="csY24" fmla="*/ 106966 h 144492"/>
              <a:gd name="csX25" fmla="*/ 145875 w 169474"/>
              <a:gd name="csY25" fmla="*/ 79850 h 144492"/>
              <a:gd name="csX26" fmla="*/ 145977 w 169474"/>
              <a:gd name="csY26" fmla="*/ 79850 h 144492"/>
              <a:gd name="csX27" fmla="*/ 145450 w 169474"/>
              <a:gd name="csY27" fmla="*/ 75376 h 144492"/>
              <a:gd name="csX28" fmla="*/ 147049 w 169474"/>
              <a:gd name="csY28" fmla="*/ 75495 h 144492"/>
              <a:gd name="csX29" fmla="*/ 155981 w 169474"/>
              <a:gd name="csY29" fmla="*/ 73352 h 144492"/>
              <a:gd name="csX30" fmla="*/ 165662 w 169474"/>
              <a:gd name="csY30" fmla="*/ 64319 h 144492"/>
              <a:gd name="csX31" fmla="*/ 164913 w 169474"/>
              <a:gd name="csY31" fmla="*/ 34550 h 144492"/>
              <a:gd name="csX32" fmla="*/ 162991 w 169474"/>
              <a:gd name="csY32" fmla="*/ 31471 h 144492"/>
              <a:gd name="csX33" fmla="*/ 160132 w 169474"/>
              <a:gd name="csY33" fmla="*/ 33495 h 144492"/>
              <a:gd name="csX34" fmla="*/ 142370 w 169474"/>
              <a:gd name="csY34" fmla="*/ 44756 h 144492"/>
              <a:gd name="csX35" fmla="*/ 133966 w 169474"/>
              <a:gd name="csY35" fmla="*/ 57515 h 144492"/>
              <a:gd name="csX36" fmla="*/ 133863 w 169474"/>
              <a:gd name="csY36" fmla="*/ 59216 h 144492"/>
              <a:gd name="csX37" fmla="*/ 127909 w 169474"/>
              <a:gd name="csY37" fmla="*/ 55490 h 144492"/>
              <a:gd name="csX38" fmla="*/ 132690 w 169474"/>
              <a:gd name="csY38" fmla="*/ 51135 h 144492"/>
              <a:gd name="csX39" fmla="*/ 137691 w 169474"/>
              <a:gd name="csY39" fmla="*/ 38921 h 144492"/>
              <a:gd name="csX40" fmla="*/ 127807 w 169474"/>
              <a:gd name="csY40" fmla="*/ 10955 h 144492"/>
              <a:gd name="csX41" fmla="*/ 125561 w 169474"/>
              <a:gd name="csY41" fmla="*/ 8829 h 144492"/>
              <a:gd name="csX42" fmla="*/ 123230 w 169474"/>
              <a:gd name="csY42" fmla="*/ 10734 h 144492"/>
              <a:gd name="csX43" fmla="*/ 108242 w 169474"/>
              <a:gd name="csY43" fmla="*/ 31266 h 144492"/>
              <a:gd name="csX44" fmla="*/ 106966 w 169474"/>
              <a:gd name="csY44" fmla="*/ 47954 h 144492"/>
              <a:gd name="csX45" fmla="*/ 96638 w 169474"/>
              <a:gd name="csY45" fmla="*/ 46355 h 144492"/>
              <a:gd name="csX46" fmla="*/ 101742 w 169474"/>
              <a:gd name="csY46" fmla="*/ 32849 h 144492"/>
              <a:gd name="csX47" fmla="*/ 87179 w 169474"/>
              <a:gd name="csY47" fmla="*/ 2654 h 144492"/>
              <a:gd name="csX48" fmla="*/ 84729 w 169474"/>
              <a:gd name="csY48" fmla="*/ 0 h 144492"/>
              <a:gd name="csX49" fmla="*/ 84729 w 169474"/>
              <a:gd name="csY49" fmla="*/ 32525 h 144492"/>
              <a:gd name="csX50" fmla="*/ 89833 w 169474"/>
              <a:gd name="csY50" fmla="*/ 43055 h 144492"/>
              <a:gd name="csX51" fmla="*/ 89203 w 169474"/>
              <a:gd name="csY51" fmla="*/ 45828 h 144492"/>
              <a:gd name="csX52" fmla="*/ 84729 w 169474"/>
              <a:gd name="csY52" fmla="*/ 45726 h 144492"/>
              <a:gd name="csX53" fmla="*/ 80271 w 169474"/>
              <a:gd name="csY53" fmla="*/ 45828 h 144492"/>
              <a:gd name="csX54" fmla="*/ 79625 w 169474"/>
              <a:gd name="csY54" fmla="*/ 43055 h 144492"/>
              <a:gd name="csX55" fmla="*/ 84729 w 169474"/>
              <a:gd name="csY55" fmla="*/ 32525 h 144492"/>
              <a:gd name="csX56" fmla="*/ 46993 w 169474"/>
              <a:gd name="csY56" fmla="*/ 35077 h 144492"/>
              <a:gd name="csX57" fmla="*/ 55704 w 169474"/>
              <a:gd name="csY57" fmla="*/ 45828 h 144492"/>
              <a:gd name="csX58" fmla="*/ 56657 w 169474"/>
              <a:gd name="csY58" fmla="*/ 49434 h 144492"/>
              <a:gd name="csX59" fmla="*/ 47946 w 169474"/>
              <a:gd name="csY59" fmla="*/ 52411 h 144492"/>
              <a:gd name="csX60" fmla="*/ 46670 w 169474"/>
              <a:gd name="csY60" fmla="*/ 50710 h 144492"/>
              <a:gd name="csX61" fmla="*/ 46993 w 169474"/>
              <a:gd name="csY61" fmla="*/ 35077 h 144492"/>
              <a:gd name="csX62" fmla="*/ 122482 w 169474"/>
              <a:gd name="csY62" fmla="*/ 35077 h 144492"/>
              <a:gd name="csX63" fmla="*/ 122805 w 169474"/>
              <a:gd name="csY63" fmla="*/ 50710 h 144492"/>
              <a:gd name="csX64" fmla="*/ 121529 w 169474"/>
              <a:gd name="csY64" fmla="*/ 52411 h 144492"/>
              <a:gd name="csX65" fmla="*/ 112801 w 169474"/>
              <a:gd name="csY65" fmla="*/ 49434 h 144492"/>
              <a:gd name="csX66" fmla="*/ 113771 w 169474"/>
              <a:gd name="csY66" fmla="*/ 45828 h 144492"/>
              <a:gd name="csX67" fmla="*/ 122482 w 169474"/>
              <a:gd name="csY67" fmla="*/ 35077 h 144492"/>
              <a:gd name="csX68" fmla="*/ 16046 w 169474"/>
              <a:gd name="csY68" fmla="*/ 54436 h 144492"/>
              <a:gd name="csX69" fmla="*/ 28483 w 169474"/>
              <a:gd name="csY69" fmla="*/ 60492 h 144492"/>
              <a:gd name="csX70" fmla="*/ 30831 w 169474"/>
              <a:gd name="csY70" fmla="*/ 63366 h 144492"/>
              <a:gd name="csX71" fmla="*/ 25930 w 169474"/>
              <a:gd name="csY71" fmla="*/ 70069 h 144492"/>
              <a:gd name="csX72" fmla="*/ 22324 w 169474"/>
              <a:gd name="csY72" fmla="*/ 68793 h 144492"/>
              <a:gd name="csX73" fmla="*/ 16046 w 169474"/>
              <a:gd name="csY73" fmla="*/ 54436 h 144492"/>
              <a:gd name="csX74" fmla="*/ 153429 w 169474"/>
              <a:gd name="csY74" fmla="*/ 54436 h 144492"/>
              <a:gd name="csX75" fmla="*/ 147151 w 169474"/>
              <a:gd name="csY75" fmla="*/ 68793 h 144492"/>
              <a:gd name="csX76" fmla="*/ 143544 w 169474"/>
              <a:gd name="csY76" fmla="*/ 70069 h 144492"/>
              <a:gd name="csX77" fmla="*/ 138747 w 169474"/>
              <a:gd name="csY77" fmla="*/ 63469 h 144492"/>
              <a:gd name="csX78" fmla="*/ 140992 w 169474"/>
              <a:gd name="csY78" fmla="*/ 60492 h 144492"/>
              <a:gd name="csX79" fmla="*/ 153429 w 169474"/>
              <a:gd name="csY79" fmla="*/ 54436 h 144492"/>
              <a:gd name="csX80" fmla="*/ 30286 w 169474"/>
              <a:gd name="csY80" fmla="*/ 100570 h 144492"/>
              <a:gd name="csX81" fmla="*/ 30286 w 169474"/>
              <a:gd name="csY81" fmla="*/ 110470 h 144492"/>
              <a:gd name="csX82" fmla="*/ 84729 w 169474"/>
              <a:gd name="csY82" fmla="*/ 144492 h 144492"/>
              <a:gd name="csX83" fmla="*/ 139172 w 169474"/>
              <a:gd name="csY83" fmla="*/ 110470 h 144492"/>
              <a:gd name="csX84" fmla="*/ 139172 w 169474"/>
              <a:gd name="csY84" fmla="*/ 100570 h 144492"/>
              <a:gd name="csX85" fmla="*/ 120457 w 169474"/>
              <a:gd name="csY85" fmla="*/ 108973 h 144492"/>
              <a:gd name="csX86" fmla="*/ 114622 w 169474"/>
              <a:gd name="csY86" fmla="*/ 116424 h 144492"/>
              <a:gd name="csX87" fmla="*/ 108548 w 169474"/>
              <a:gd name="csY87" fmla="*/ 111848 h 144492"/>
              <a:gd name="csX88" fmla="*/ 91534 w 169474"/>
              <a:gd name="csY88" fmla="*/ 113770 h 144492"/>
              <a:gd name="csX89" fmla="*/ 91534 w 169474"/>
              <a:gd name="csY89" fmla="*/ 113872 h 144492"/>
              <a:gd name="csX90" fmla="*/ 84729 w 169474"/>
              <a:gd name="csY90" fmla="*/ 120677 h 144492"/>
              <a:gd name="csX91" fmla="*/ 77924 w 169474"/>
              <a:gd name="csY91" fmla="*/ 113872 h 144492"/>
              <a:gd name="csX92" fmla="*/ 77924 w 169474"/>
              <a:gd name="csY92" fmla="*/ 113770 h 144492"/>
              <a:gd name="csX93" fmla="*/ 60910 w 169474"/>
              <a:gd name="csY93" fmla="*/ 111848 h 144492"/>
              <a:gd name="csX94" fmla="*/ 54853 w 169474"/>
              <a:gd name="csY94" fmla="*/ 116424 h 144492"/>
              <a:gd name="csX95" fmla="*/ 49001 w 169474"/>
              <a:gd name="csY95" fmla="*/ 108973 h 144492"/>
              <a:gd name="csX96" fmla="*/ 30286 w 169474"/>
              <a:gd name="csY96" fmla="*/ 100570 h 144492"/>
            </a:gdLst>
            <a:ahLst/>
            <a:cxnLst/>
            <a:rect l="l" t="t" r="r" b="b"/>
            <a:pathLst>
              <a:path w="100000" h="100000">
                <a:moveTo>
                  <a:pt x="49995" y="7370"/>
                </a:moveTo>
                <a:lnTo>
                  <a:pt x="48560" y="8936"/>
                </a:lnTo>
                <a:cubicBezTo>
                  <a:pt x="48198" y="9308"/>
                  <a:pt x="39957" y="18081"/>
                  <a:pt x="39957" y="26753"/>
                </a:cubicBezTo>
                <a:cubicBezTo>
                  <a:pt x="39957" y="29504"/>
                  <a:pt x="41101" y="32465"/>
                  <a:pt x="42968" y="34723"/>
                </a:cubicBezTo>
                <a:cubicBezTo>
                  <a:pt x="40850" y="34943"/>
                  <a:pt x="38842" y="35245"/>
                  <a:pt x="36884" y="35666"/>
                </a:cubicBezTo>
                <a:cubicBezTo>
                  <a:pt x="37908" y="32485"/>
                  <a:pt x="37627" y="28711"/>
                  <a:pt x="36131" y="25819"/>
                </a:cubicBezTo>
                <a:cubicBezTo>
                  <a:pt x="32036" y="17870"/>
                  <a:pt x="27548" y="13875"/>
                  <a:pt x="27348" y="13704"/>
                </a:cubicBezTo>
                <a:lnTo>
                  <a:pt x="25902" y="12580"/>
                </a:lnTo>
                <a:lnTo>
                  <a:pt x="24587" y="13835"/>
                </a:lnTo>
                <a:cubicBezTo>
                  <a:pt x="24295" y="14105"/>
                  <a:pt x="17610" y="20721"/>
                  <a:pt x="18754" y="30336"/>
                </a:cubicBezTo>
                <a:cubicBezTo>
                  <a:pt x="19196" y="34061"/>
                  <a:pt x="20963" y="36610"/>
                  <a:pt x="21705" y="37543"/>
                </a:cubicBezTo>
                <a:cubicBezTo>
                  <a:pt x="22388" y="38406"/>
                  <a:pt x="23372" y="39361"/>
                  <a:pt x="24526" y="40113"/>
                </a:cubicBezTo>
                <a:cubicBezTo>
                  <a:pt x="23261" y="40816"/>
                  <a:pt x="22077" y="41518"/>
                  <a:pt x="21013" y="42312"/>
                </a:cubicBezTo>
                <a:cubicBezTo>
                  <a:pt x="20973" y="41980"/>
                  <a:pt x="21013" y="41649"/>
                  <a:pt x="20952" y="41308"/>
                </a:cubicBezTo>
                <a:cubicBezTo>
                  <a:pt x="20310" y="38085"/>
                  <a:pt x="18463" y="35275"/>
                  <a:pt x="15993" y="33779"/>
                </a:cubicBezTo>
                <a:cubicBezTo>
                  <a:pt x="9318" y="29734"/>
                  <a:pt x="5553" y="27155"/>
                  <a:pt x="5512" y="27135"/>
                </a:cubicBezTo>
                <a:lnTo>
                  <a:pt x="3756" y="25940"/>
                </a:lnTo>
                <a:lnTo>
                  <a:pt x="2692" y="27757"/>
                </a:lnTo>
                <a:cubicBezTo>
                  <a:pt x="2461" y="28128"/>
                  <a:pt x="-2950" y="36861"/>
                  <a:pt x="2250" y="45323"/>
                </a:cubicBezTo>
                <a:cubicBezTo>
                  <a:pt x="4208" y="48504"/>
                  <a:pt x="6898" y="50120"/>
                  <a:pt x="7962" y="50653"/>
                </a:cubicBezTo>
                <a:cubicBezTo>
                  <a:pt x="8544" y="50954"/>
                  <a:pt x="10682" y="51917"/>
                  <a:pt x="13233" y="51917"/>
                </a:cubicBezTo>
                <a:cubicBezTo>
                  <a:pt x="13534" y="51917"/>
                  <a:pt x="13875" y="51877"/>
                  <a:pt x="14176" y="51847"/>
                </a:cubicBezTo>
                <a:cubicBezTo>
                  <a:pt x="13976" y="52720"/>
                  <a:pt x="13855" y="53583"/>
                  <a:pt x="13855" y="54487"/>
                </a:cubicBezTo>
                <a:lnTo>
                  <a:pt x="13925" y="54487"/>
                </a:lnTo>
                <a:cubicBezTo>
                  <a:pt x="13925" y="63160"/>
                  <a:pt x="30439" y="70487"/>
                  <a:pt x="49995" y="70487"/>
                </a:cubicBezTo>
                <a:cubicBezTo>
                  <a:pt x="69561" y="70487"/>
                  <a:pt x="86075" y="63160"/>
                  <a:pt x="86075" y="54487"/>
                </a:cubicBezTo>
                <a:lnTo>
                  <a:pt x="86135" y="54487"/>
                </a:lnTo>
                <a:cubicBezTo>
                  <a:pt x="86135" y="53583"/>
                  <a:pt x="86025" y="52720"/>
                  <a:pt x="85824" y="51847"/>
                </a:cubicBezTo>
                <a:cubicBezTo>
                  <a:pt x="86125" y="51877"/>
                  <a:pt x="86457" y="51917"/>
                  <a:pt x="86768" y="51917"/>
                </a:cubicBezTo>
                <a:cubicBezTo>
                  <a:pt x="89318" y="51917"/>
                  <a:pt x="91436" y="50964"/>
                  <a:pt x="92038" y="50653"/>
                </a:cubicBezTo>
                <a:cubicBezTo>
                  <a:pt x="93102" y="50120"/>
                  <a:pt x="95793" y="48504"/>
                  <a:pt x="97751" y="45323"/>
                </a:cubicBezTo>
                <a:cubicBezTo>
                  <a:pt x="102951" y="36861"/>
                  <a:pt x="97539" y="28128"/>
                  <a:pt x="97309" y="27757"/>
                </a:cubicBezTo>
                <a:lnTo>
                  <a:pt x="96175" y="25940"/>
                </a:lnTo>
                <a:lnTo>
                  <a:pt x="94488" y="27135"/>
                </a:lnTo>
                <a:cubicBezTo>
                  <a:pt x="94448" y="27155"/>
                  <a:pt x="90683" y="29734"/>
                  <a:pt x="84007" y="33779"/>
                </a:cubicBezTo>
                <a:cubicBezTo>
                  <a:pt x="81538" y="35275"/>
                  <a:pt x="79681" y="38085"/>
                  <a:pt x="79048" y="41308"/>
                </a:cubicBezTo>
                <a:cubicBezTo>
                  <a:pt x="78987" y="41649"/>
                  <a:pt x="79028" y="41980"/>
                  <a:pt x="78987" y="42312"/>
                </a:cubicBezTo>
                <a:cubicBezTo>
                  <a:pt x="77923" y="41518"/>
                  <a:pt x="76739" y="40816"/>
                  <a:pt x="75474" y="40113"/>
                </a:cubicBezTo>
                <a:cubicBezTo>
                  <a:pt x="76629" y="39361"/>
                  <a:pt x="77612" y="38406"/>
                  <a:pt x="78295" y="37543"/>
                </a:cubicBezTo>
                <a:cubicBezTo>
                  <a:pt x="79038" y="36610"/>
                  <a:pt x="80795" y="34061"/>
                  <a:pt x="81246" y="30336"/>
                </a:cubicBezTo>
                <a:cubicBezTo>
                  <a:pt x="82381" y="20721"/>
                  <a:pt x="75695" y="14105"/>
                  <a:pt x="75414" y="13835"/>
                </a:cubicBezTo>
                <a:lnTo>
                  <a:pt x="74089" y="12580"/>
                </a:lnTo>
                <a:lnTo>
                  <a:pt x="72713" y="13704"/>
                </a:lnTo>
                <a:cubicBezTo>
                  <a:pt x="72513" y="13875"/>
                  <a:pt x="67955" y="17870"/>
                  <a:pt x="63869" y="25819"/>
                </a:cubicBezTo>
                <a:cubicBezTo>
                  <a:pt x="62373" y="28711"/>
                  <a:pt x="62082" y="32485"/>
                  <a:pt x="63116" y="35666"/>
                </a:cubicBezTo>
                <a:cubicBezTo>
                  <a:pt x="61149" y="35245"/>
                  <a:pt x="59151" y="34943"/>
                  <a:pt x="57022" y="34723"/>
                </a:cubicBezTo>
                <a:cubicBezTo>
                  <a:pt x="58890" y="32465"/>
                  <a:pt x="60034" y="29504"/>
                  <a:pt x="60034" y="26753"/>
                </a:cubicBezTo>
                <a:cubicBezTo>
                  <a:pt x="60034" y="18081"/>
                  <a:pt x="51782" y="9308"/>
                  <a:pt x="51441" y="8936"/>
                </a:cubicBezTo>
                <a:lnTo>
                  <a:pt x="49995" y="7370"/>
                </a:lnTo>
                <a:close/>
                <a:moveTo>
                  <a:pt x="49995" y="26562"/>
                </a:moveTo>
                <a:cubicBezTo>
                  <a:pt x="49995" y="26562"/>
                  <a:pt x="53007" y="29764"/>
                  <a:pt x="53007" y="32776"/>
                </a:cubicBezTo>
                <a:cubicBezTo>
                  <a:pt x="53007" y="33318"/>
                  <a:pt x="52887" y="33880"/>
                  <a:pt x="52635" y="34412"/>
                </a:cubicBezTo>
                <a:cubicBezTo>
                  <a:pt x="51762" y="34382"/>
                  <a:pt x="50889" y="34352"/>
                  <a:pt x="49995" y="34352"/>
                </a:cubicBezTo>
                <a:cubicBezTo>
                  <a:pt x="49112" y="34352"/>
                  <a:pt x="48239" y="34382"/>
                  <a:pt x="47365" y="34412"/>
                </a:cubicBezTo>
                <a:cubicBezTo>
                  <a:pt x="47114" y="33880"/>
                  <a:pt x="46984" y="33318"/>
                  <a:pt x="46984" y="32776"/>
                </a:cubicBezTo>
                <a:cubicBezTo>
                  <a:pt x="46984" y="29764"/>
                  <a:pt x="49995" y="26562"/>
                  <a:pt x="49995" y="26562"/>
                </a:cubicBezTo>
                <a:close/>
                <a:moveTo>
                  <a:pt x="27729" y="28068"/>
                </a:moveTo>
                <a:cubicBezTo>
                  <a:pt x="27729" y="28068"/>
                  <a:pt x="30670" y="31712"/>
                  <a:pt x="32869" y="34412"/>
                </a:cubicBezTo>
                <a:cubicBezTo>
                  <a:pt x="33320" y="34964"/>
                  <a:pt x="33511" y="35757"/>
                  <a:pt x="33431" y="36540"/>
                </a:cubicBezTo>
                <a:cubicBezTo>
                  <a:pt x="31624" y="37052"/>
                  <a:pt x="29907" y="37634"/>
                  <a:pt x="28291" y="38296"/>
                </a:cubicBezTo>
                <a:cubicBezTo>
                  <a:pt x="27990" y="38015"/>
                  <a:pt x="27689" y="37644"/>
                  <a:pt x="27538" y="37292"/>
                </a:cubicBezTo>
                <a:cubicBezTo>
                  <a:pt x="25651" y="33117"/>
                  <a:pt x="27729" y="28068"/>
                  <a:pt x="27729" y="28068"/>
                </a:cubicBezTo>
                <a:close/>
                <a:moveTo>
                  <a:pt x="72272" y="28068"/>
                </a:moveTo>
                <a:cubicBezTo>
                  <a:pt x="72272" y="28068"/>
                  <a:pt x="74339" y="33117"/>
                  <a:pt x="72462" y="37292"/>
                </a:cubicBezTo>
                <a:cubicBezTo>
                  <a:pt x="72302" y="37644"/>
                  <a:pt x="72010" y="38015"/>
                  <a:pt x="71710" y="38296"/>
                </a:cubicBezTo>
                <a:cubicBezTo>
                  <a:pt x="70093" y="37634"/>
                  <a:pt x="68377" y="37052"/>
                  <a:pt x="66559" y="36540"/>
                </a:cubicBezTo>
                <a:cubicBezTo>
                  <a:pt x="66489" y="35757"/>
                  <a:pt x="66670" y="34964"/>
                  <a:pt x="67132" y="34412"/>
                </a:cubicBezTo>
                <a:cubicBezTo>
                  <a:pt x="69330" y="31712"/>
                  <a:pt x="72272" y="28068"/>
                  <a:pt x="72272" y="28068"/>
                </a:cubicBezTo>
                <a:close/>
                <a:moveTo>
                  <a:pt x="9468" y="39491"/>
                </a:moveTo>
                <a:cubicBezTo>
                  <a:pt x="9468" y="39491"/>
                  <a:pt x="13675" y="41539"/>
                  <a:pt x="16807" y="43064"/>
                </a:cubicBezTo>
                <a:cubicBezTo>
                  <a:pt x="17449" y="43385"/>
                  <a:pt x="17931" y="44028"/>
                  <a:pt x="18192" y="44760"/>
                </a:cubicBezTo>
                <a:cubicBezTo>
                  <a:pt x="16987" y="45995"/>
                  <a:pt x="16023" y="47330"/>
                  <a:pt x="15300" y="48715"/>
                </a:cubicBezTo>
                <a:cubicBezTo>
                  <a:pt x="14507" y="48685"/>
                  <a:pt x="13714" y="48434"/>
                  <a:pt x="13173" y="47963"/>
                </a:cubicBezTo>
                <a:cubicBezTo>
                  <a:pt x="9709" y="44951"/>
                  <a:pt x="9468" y="39491"/>
                  <a:pt x="9468" y="39491"/>
                </a:cubicBezTo>
                <a:close/>
                <a:moveTo>
                  <a:pt x="90532" y="39491"/>
                </a:moveTo>
                <a:cubicBezTo>
                  <a:pt x="90532" y="39491"/>
                  <a:pt x="90292" y="44951"/>
                  <a:pt x="86828" y="47963"/>
                </a:cubicBezTo>
                <a:cubicBezTo>
                  <a:pt x="86276" y="48434"/>
                  <a:pt x="85493" y="48685"/>
                  <a:pt x="84700" y="48715"/>
                </a:cubicBezTo>
                <a:cubicBezTo>
                  <a:pt x="83987" y="47360"/>
                  <a:pt x="83043" y="46035"/>
                  <a:pt x="81869" y="44821"/>
                </a:cubicBezTo>
                <a:cubicBezTo>
                  <a:pt x="82130" y="44068"/>
                  <a:pt x="82531" y="43385"/>
                  <a:pt x="83194" y="43064"/>
                </a:cubicBezTo>
                <a:cubicBezTo>
                  <a:pt x="86316" y="41539"/>
                  <a:pt x="90532" y="39491"/>
                  <a:pt x="90532" y="39491"/>
                </a:cubicBezTo>
                <a:close/>
                <a:moveTo>
                  <a:pt x="17871" y="66713"/>
                </a:moveTo>
                <a:lnTo>
                  <a:pt x="17871" y="72554"/>
                </a:lnTo>
                <a:cubicBezTo>
                  <a:pt x="17871" y="83806"/>
                  <a:pt x="31985" y="92630"/>
                  <a:pt x="49995" y="92630"/>
                </a:cubicBezTo>
                <a:cubicBezTo>
                  <a:pt x="68015" y="92630"/>
                  <a:pt x="82120" y="83806"/>
                  <a:pt x="82120" y="72554"/>
                </a:cubicBezTo>
                <a:lnTo>
                  <a:pt x="82120" y="66713"/>
                </a:lnTo>
                <a:cubicBezTo>
                  <a:pt x="79118" y="68710"/>
                  <a:pt x="75374" y="70377"/>
                  <a:pt x="71077" y="71671"/>
                </a:cubicBezTo>
                <a:cubicBezTo>
                  <a:pt x="70816" y="73669"/>
                  <a:pt x="69401" y="75576"/>
                  <a:pt x="67634" y="76068"/>
                </a:cubicBezTo>
                <a:cubicBezTo>
                  <a:pt x="65766" y="76590"/>
                  <a:pt x="64190" y="75395"/>
                  <a:pt x="64050" y="73368"/>
                </a:cubicBezTo>
                <a:cubicBezTo>
                  <a:pt x="60867" y="73950"/>
                  <a:pt x="57545" y="74321"/>
                  <a:pt x="54011" y="74502"/>
                </a:cubicBezTo>
                <a:cubicBezTo>
                  <a:pt x="54011" y="74512"/>
                  <a:pt x="54011" y="74542"/>
                  <a:pt x="54011" y="74562"/>
                </a:cubicBezTo>
                <a:cubicBezTo>
                  <a:pt x="54011" y="76781"/>
                  <a:pt x="52214" y="78577"/>
                  <a:pt x="49995" y="78577"/>
                </a:cubicBezTo>
                <a:cubicBezTo>
                  <a:pt x="47777" y="78577"/>
                  <a:pt x="45980" y="76781"/>
                  <a:pt x="45980" y="74562"/>
                </a:cubicBezTo>
                <a:cubicBezTo>
                  <a:pt x="45980" y="74542"/>
                  <a:pt x="45980" y="74512"/>
                  <a:pt x="45980" y="74502"/>
                </a:cubicBezTo>
                <a:cubicBezTo>
                  <a:pt x="42456" y="74321"/>
                  <a:pt x="39133" y="73950"/>
                  <a:pt x="35941" y="73368"/>
                </a:cubicBezTo>
                <a:cubicBezTo>
                  <a:pt x="35800" y="75395"/>
                  <a:pt x="34234" y="76590"/>
                  <a:pt x="32367" y="76068"/>
                </a:cubicBezTo>
                <a:cubicBezTo>
                  <a:pt x="30600" y="75576"/>
                  <a:pt x="29184" y="73669"/>
                  <a:pt x="28914" y="71671"/>
                </a:cubicBezTo>
                <a:cubicBezTo>
                  <a:pt x="24627" y="70377"/>
                  <a:pt x="20882" y="68710"/>
                  <a:pt x="17871" y="6671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0" name="Чёрный — SVG 13">
            <a:extLst>
              <a:ext uri="{FF2B5EF4-FFF2-40B4-BE49-F238E27FC236}">
                <a16:creationId xmlns:a16="http://schemas.microsoft.com/office/drawing/2014/main" id="{1FA00255-AE0D-7C40-AA22-D857078DE12C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23096 w 134746"/>
              <a:gd name="csY0" fmla="*/ 0 h 134740"/>
              <a:gd name="csX1" fmla="*/ 3601 w 134746"/>
              <a:gd name="csY1" fmla="*/ 19495 h 134740"/>
              <a:gd name="csX2" fmla="*/ 3601 w 134746"/>
              <a:gd name="csY2" fmla="*/ 40759 h 134740"/>
              <a:gd name="csX3" fmla="*/ 3601 w 134746"/>
              <a:gd name="csY3" fmla="*/ 124317 h 134740"/>
              <a:gd name="csX4" fmla="*/ 746 w 134746"/>
              <a:gd name="csY4" fmla="*/ 126631 h 134740"/>
              <a:gd name="csX5" fmla="*/ 76 w 134746"/>
              <a:gd name="csY5" fmla="*/ 130254 h 134740"/>
              <a:gd name="csX6" fmla="*/ 1911 w 134746"/>
              <a:gd name="csY6" fmla="*/ 133435 h 134740"/>
              <a:gd name="csX7" fmla="*/ 5373 w 134746"/>
              <a:gd name="csY7" fmla="*/ 134677 h 134740"/>
              <a:gd name="csX8" fmla="*/ 8045 w 134746"/>
              <a:gd name="csY8" fmla="*/ 134677 h 134740"/>
              <a:gd name="csX9" fmla="*/ 9769 w 134746"/>
              <a:gd name="csY9" fmla="*/ 134677 h 134740"/>
              <a:gd name="csX10" fmla="*/ 75390 w 134746"/>
              <a:gd name="csY10" fmla="*/ 134677 h 134740"/>
              <a:gd name="csX11" fmla="*/ 77114 w 134746"/>
              <a:gd name="csY11" fmla="*/ 134677 h 134740"/>
              <a:gd name="csX12" fmla="*/ 79807 w 134746"/>
              <a:gd name="csY12" fmla="*/ 134677 h 134740"/>
              <a:gd name="csX13" fmla="*/ 83269 w 134746"/>
              <a:gd name="csY13" fmla="*/ 133435 h 134740"/>
              <a:gd name="csX14" fmla="*/ 85104 w 134746"/>
              <a:gd name="csY14" fmla="*/ 130254 h 134740"/>
              <a:gd name="csX15" fmla="*/ 84434 w 134746"/>
              <a:gd name="csY15" fmla="*/ 126631 h 134740"/>
              <a:gd name="csX16" fmla="*/ 81579 w 134746"/>
              <a:gd name="csY16" fmla="*/ 124317 h 134740"/>
              <a:gd name="csX17" fmla="*/ 81579 w 134746"/>
              <a:gd name="csY17" fmla="*/ 92149 h 134740"/>
              <a:gd name="csX18" fmla="*/ 97529 w 134746"/>
              <a:gd name="csY18" fmla="*/ 92149 h 134740"/>
              <a:gd name="csX19" fmla="*/ 99301 w 134746"/>
              <a:gd name="csY19" fmla="*/ 93918 h 134740"/>
              <a:gd name="csX20" fmla="*/ 99301 w 134746"/>
              <a:gd name="csY20" fmla="*/ 106319 h 134740"/>
              <a:gd name="csX21" fmla="*/ 117024 w 134746"/>
              <a:gd name="csY21" fmla="*/ 124045 h 134740"/>
              <a:gd name="csX22" fmla="*/ 134746 w 134746"/>
              <a:gd name="csY22" fmla="*/ 106319 h 134740"/>
              <a:gd name="csX23" fmla="*/ 134746 w 134746"/>
              <a:gd name="csY23" fmla="*/ 60134 h 134740"/>
              <a:gd name="csX24" fmla="*/ 128585 w 134746"/>
              <a:gd name="csY24" fmla="*/ 47546 h 134740"/>
              <a:gd name="csX25" fmla="*/ 100790 w 134746"/>
              <a:gd name="csY25" fmla="*/ 25925 h 134740"/>
              <a:gd name="csX26" fmla="*/ 97335 w 134746"/>
              <a:gd name="csY26" fmla="*/ 24751 h 134740"/>
              <a:gd name="csX27" fmla="*/ 94283 w 134746"/>
              <a:gd name="csY27" fmla="*/ 25823 h 134740"/>
              <a:gd name="csX28" fmla="*/ 92408 w 134746"/>
              <a:gd name="csY28" fmla="*/ 28443 h 134740"/>
              <a:gd name="csX29" fmla="*/ 92402 w 134746"/>
              <a:gd name="csY29" fmla="*/ 31675 h 134740"/>
              <a:gd name="csX30" fmla="*/ 94269 w 134746"/>
              <a:gd name="csY30" fmla="*/ 34311 h 134740"/>
              <a:gd name="csX31" fmla="*/ 106390 w 134746"/>
              <a:gd name="csY31" fmla="*/ 43753 h 134740"/>
              <a:gd name="csX32" fmla="*/ 106390 w 134746"/>
              <a:gd name="csY32" fmla="*/ 60253 h 134740"/>
              <a:gd name="csX33" fmla="*/ 120568 w 134746"/>
              <a:gd name="csY33" fmla="*/ 74424 h 134740"/>
              <a:gd name="csX34" fmla="*/ 124113 w 134746"/>
              <a:gd name="csY34" fmla="*/ 74424 h 134740"/>
              <a:gd name="csX35" fmla="*/ 124113 w 134746"/>
              <a:gd name="csY35" fmla="*/ 106319 h 134740"/>
              <a:gd name="csX36" fmla="*/ 117024 w 134746"/>
              <a:gd name="csY36" fmla="*/ 113413 h 134740"/>
              <a:gd name="csX37" fmla="*/ 109935 w 134746"/>
              <a:gd name="csY37" fmla="*/ 106319 h 134740"/>
              <a:gd name="csX38" fmla="*/ 109935 w 134746"/>
              <a:gd name="csY38" fmla="*/ 93918 h 134740"/>
              <a:gd name="csX39" fmla="*/ 97529 w 134746"/>
              <a:gd name="csY39" fmla="*/ 81517 h 134740"/>
              <a:gd name="csX40" fmla="*/ 81579 w 134746"/>
              <a:gd name="csY40" fmla="*/ 81517 h 134740"/>
              <a:gd name="csX41" fmla="*/ 81579 w 134746"/>
              <a:gd name="csY41" fmla="*/ 40759 h 134740"/>
              <a:gd name="csX42" fmla="*/ 81579 w 134746"/>
              <a:gd name="csY42" fmla="*/ 19495 h 134740"/>
              <a:gd name="csX43" fmla="*/ 62085 w 134746"/>
              <a:gd name="csY43" fmla="*/ 0 h 134740"/>
              <a:gd name="csX44" fmla="*/ 23096 w 134746"/>
              <a:gd name="csY44" fmla="*/ 0 h 134740"/>
              <a:gd name="csX45" fmla="*/ 23096 w 134746"/>
              <a:gd name="csY45" fmla="*/ 10632 h 134740"/>
              <a:gd name="csX46" fmla="*/ 62085 w 134746"/>
              <a:gd name="csY46" fmla="*/ 10632 h 134740"/>
              <a:gd name="csX47" fmla="*/ 70946 w 134746"/>
              <a:gd name="csY47" fmla="*/ 19495 h 134740"/>
              <a:gd name="csX48" fmla="*/ 70946 w 134746"/>
              <a:gd name="csY48" fmla="*/ 40759 h 134740"/>
              <a:gd name="csX49" fmla="*/ 62085 w 134746"/>
              <a:gd name="csY49" fmla="*/ 49621 h 134740"/>
              <a:gd name="csX50" fmla="*/ 23096 w 134746"/>
              <a:gd name="csY50" fmla="*/ 49621 h 134740"/>
              <a:gd name="csX51" fmla="*/ 14234 w 134746"/>
              <a:gd name="csY51" fmla="*/ 40759 h 134740"/>
              <a:gd name="csX52" fmla="*/ 14234 w 134746"/>
              <a:gd name="csY52" fmla="*/ 19495 h 134740"/>
              <a:gd name="csX53" fmla="*/ 23096 w 134746"/>
              <a:gd name="csY53" fmla="*/ 10632 h 134740"/>
            </a:gdLst>
            <a:ahLst/>
            <a:cxnLst/>
            <a:rect l="l" t="t" r="r" b="b"/>
            <a:pathLst>
              <a:path w="100000" h="100000">
                <a:moveTo>
                  <a:pt x="17140" y="2"/>
                </a:moveTo>
                <a:cubicBezTo>
                  <a:pt x="9197" y="2"/>
                  <a:pt x="2672" y="6529"/>
                  <a:pt x="2672" y="14470"/>
                </a:cubicBezTo>
                <a:lnTo>
                  <a:pt x="2672" y="30251"/>
                </a:lnTo>
                <a:lnTo>
                  <a:pt x="2672" y="92262"/>
                </a:lnTo>
                <a:cubicBezTo>
                  <a:pt x="1784" y="92566"/>
                  <a:pt x="1033" y="93184"/>
                  <a:pt x="554" y="93980"/>
                </a:cubicBezTo>
                <a:cubicBezTo>
                  <a:pt x="75" y="94788"/>
                  <a:pt x="-102" y="95747"/>
                  <a:pt x="56" y="96669"/>
                </a:cubicBezTo>
                <a:cubicBezTo>
                  <a:pt x="215" y="97590"/>
                  <a:pt x="698" y="98436"/>
                  <a:pt x="1418" y="99029"/>
                </a:cubicBezTo>
                <a:cubicBezTo>
                  <a:pt x="2139" y="99636"/>
                  <a:pt x="3049" y="99951"/>
                  <a:pt x="3988" y="99951"/>
                </a:cubicBezTo>
                <a:lnTo>
                  <a:pt x="5970" y="99951"/>
                </a:lnTo>
                <a:cubicBezTo>
                  <a:pt x="6394" y="100014"/>
                  <a:pt x="6827" y="100014"/>
                  <a:pt x="7250" y="99951"/>
                </a:cubicBezTo>
                <a:lnTo>
                  <a:pt x="55950" y="99951"/>
                </a:lnTo>
                <a:cubicBezTo>
                  <a:pt x="56373" y="100014"/>
                  <a:pt x="56805" y="100014"/>
                  <a:pt x="57229" y="99951"/>
                </a:cubicBezTo>
                <a:lnTo>
                  <a:pt x="59228" y="99951"/>
                </a:lnTo>
                <a:cubicBezTo>
                  <a:pt x="60166" y="99951"/>
                  <a:pt x="61077" y="99636"/>
                  <a:pt x="61797" y="99029"/>
                </a:cubicBezTo>
                <a:cubicBezTo>
                  <a:pt x="62518" y="98436"/>
                  <a:pt x="63000" y="97590"/>
                  <a:pt x="63159" y="96669"/>
                </a:cubicBezTo>
                <a:cubicBezTo>
                  <a:pt x="63317" y="95747"/>
                  <a:pt x="63141" y="94788"/>
                  <a:pt x="62662" y="93980"/>
                </a:cubicBezTo>
                <a:cubicBezTo>
                  <a:pt x="62182" y="93184"/>
                  <a:pt x="61431" y="92566"/>
                  <a:pt x="60543" y="92262"/>
                </a:cubicBezTo>
                <a:lnTo>
                  <a:pt x="60543" y="68389"/>
                </a:lnTo>
                <a:lnTo>
                  <a:pt x="72380" y="68389"/>
                </a:lnTo>
                <a:cubicBezTo>
                  <a:pt x="73156" y="68389"/>
                  <a:pt x="73695" y="68920"/>
                  <a:pt x="73695" y="69702"/>
                </a:cubicBezTo>
                <a:lnTo>
                  <a:pt x="73695" y="78905"/>
                </a:lnTo>
                <a:cubicBezTo>
                  <a:pt x="73695" y="86127"/>
                  <a:pt x="79631" y="92061"/>
                  <a:pt x="86848" y="92061"/>
                </a:cubicBezTo>
                <a:cubicBezTo>
                  <a:pt x="94065" y="92061"/>
                  <a:pt x="100000" y="86127"/>
                  <a:pt x="100000" y="78905"/>
                </a:cubicBezTo>
                <a:lnTo>
                  <a:pt x="100000" y="44630"/>
                </a:lnTo>
                <a:cubicBezTo>
                  <a:pt x="100000" y="40982"/>
                  <a:pt x="98311" y="37522"/>
                  <a:pt x="95428" y="35288"/>
                </a:cubicBezTo>
                <a:lnTo>
                  <a:pt x="74800" y="19242"/>
                </a:lnTo>
                <a:cubicBezTo>
                  <a:pt x="74074" y="18661"/>
                  <a:pt x="73167" y="18358"/>
                  <a:pt x="72236" y="18371"/>
                </a:cubicBezTo>
                <a:cubicBezTo>
                  <a:pt x="71417" y="18396"/>
                  <a:pt x="70626" y="18674"/>
                  <a:pt x="69971" y="19166"/>
                </a:cubicBezTo>
                <a:cubicBezTo>
                  <a:pt x="69316" y="19658"/>
                  <a:pt x="68830" y="20340"/>
                  <a:pt x="68579" y="21111"/>
                </a:cubicBezTo>
                <a:cubicBezTo>
                  <a:pt x="68329" y="21893"/>
                  <a:pt x="68328" y="22739"/>
                  <a:pt x="68575" y="23509"/>
                </a:cubicBezTo>
                <a:cubicBezTo>
                  <a:pt x="68823" y="24292"/>
                  <a:pt x="69307" y="24974"/>
                  <a:pt x="69961" y="25466"/>
                </a:cubicBezTo>
                <a:lnTo>
                  <a:pt x="78956" y="32473"/>
                </a:lnTo>
                <a:lnTo>
                  <a:pt x="78956" y="44718"/>
                </a:lnTo>
                <a:cubicBezTo>
                  <a:pt x="78956" y="50525"/>
                  <a:pt x="83668" y="55235"/>
                  <a:pt x="89478" y="55235"/>
                </a:cubicBezTo>
                <a:lnTo>
                  <a:pt x="92109" y="55235"/>
                </a:lnTo>
                <a:lnTo>
                  <a:pt x="92109" y="78905"/>
                </a:lnTo>
                <a:cubicBezTo>
                  <a:pt x="92109" y="81860"/>
                  <a:pt x="89800" y="84170"/>
                  <a:pt x="86848" y="84170"/>
                </a:cubicBezTo>
                <a:cubicBezTo>
                  <a:pt x="83896" y="84170"/>
                  <a:pt x="81587" y="81860"/>
                  <a:pt x="81587" y="78905"/>
                </a:cubicBezTo>
                <a:lnTo>
                  <a:pt x="81587" y="69702"/>
                </a:lnTo>
                <a:cubicBezTo>
                  <a:pt x="81587" y="64665"/>
                  <a:pt x="77418" y="60499"/>
                  <a:pt x="72380" y="60499"/>
                </a:cubicBezTo>
                <a:lnTo>
                  <a:pt x="60543" y="60499"/>
                </a:lnTo>
                <a:lnTo>
                  <a:pt x="60543" y="30251"/>
                </a:lnTo>
                <a:lnTo>
                  <a:pt x="60543" y="14470"/>
                </a:lnTo>
                <a:cubicBezTo>
                  <a:pt x="60543" y="6529"/>
                  <a:pt x="54019" y="2"/>
                  <a:pt x="46076" y="2"/>
                </a:cubicBezTo>
                <a:lnTo>
                  <a:pt x="17140" y="2"/>
                </a:lnTo>
                <a:close/>
                <a:moveTo>
                  <a:pt x="17140" y="7893"/>
                </a:moveTo>
                <a:lnTo>
                  <a:pt x="46076" y="7893"/>
                </a:lnTo>
                <a:cubicBezTo>
                  <a:pt x="49754" y="7893"/>
                  <a:pt x="52652" y="10797"/>
                  <a:pt x="52652" y="14470"/>
                </a:cubicBezTo>
                <a:lnTo>
                  <a:pt x="52652" y="30251"/>
                </a:lnTo>
                <a:cubicBezTo>
                  <a:pt x="52652" y="33925"/>
                  <a:pt x="49754" y="36828"/>
                  <a:pt x="46076" y="36828"/>
                </a:cubicBezTo>
                <a:lnTo>
                  <a:pt x="17140" y="36828"/>
                </a:lnTo>
                <a:cubicBezTo>
                  <a:pt x="13462" y="36828"/>
                  <a:pt x="10564" y="33925"/>
                  <a:pt x="10564" y="30251"/>
                </a:cubicBezTo>
                <a:lnTo>
                  <a:pt x="10564" y="14470"/>
                </a:lnTo>
                <a:cubicBezTo>
                  <a:pt x="10564" y="10797"/>
                  <a:pt x="13462" y="7893"/>
                  <a:pt x="17140" y="789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1" name="Чёрный — SVG 14">
            <a:extLst>
              <a:ext uri="{FF2B5EF4-FFF2-40B4-BE49-F238E27FC236}">
                <a16:creationId xmlns:a16="http://schemas.microsoft.com/office/drawing/2014/main" id="{A6B82074-DC82-6D40-AC81-97542EC9441F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24776 w 161635"/>
              <a:gd name="csY0" fmla="*/ 135085 h 154632"/>
              <a:gd name="csX1" fmla="*/ 47046 w 161635"/>
              <a:gd name="csY1" fmla="*/ 135085 h 154632"/>
              <a:gd name="csX2" fmla="*/ 69062 w 161635"/>
              <a:gd name="csY2" fmla="*/ 135085 h 154632"/>
              <a:gd name="csX3" fmla="*/ 91332 w 161635"/>
              <a:gd name="csY3" fmla="*/ 135085 h 154632"/>
              <a:gd name="csX4" fmla="*/ 113586 w 161635"/>
              <a:gd name="csY4" fmla="*/ 135085 h 154632"/>
              <a:gd name="csX5" fmla="*/ 124610 w 161635"/>
              <a:gd name="csY5" fmla="*/ 138845 h 154632"/>
              <a:gd name="csX6" fmla="*/ 135618 w 161635"/>
              <a:gd name="csY6" fmla="*/ 135085 h 154632"/>
              <a:gd name="csX7" fmla="*/ 159624 w 161635"/>
              <a:gd name="csY7" fmla="*/ 133588 h 154632"/>
              <a:gd name="csX8" fmla="*/ 159624 w 161635"/>
              <a:gd name="csY8" fmla="*/ 130084 h 154632"/>
              <a:gd name="csX9" fmla="*/ 156119 w 161635"/>
              <a:gd name="csY9" fmla="*/ 130084 h 154632"/>
              <a:gd name="csX10" fmla="*/ 154622 w 161635"/>
              <a:gd name="csY10" fmla="*/ 131343 h 154632"/>
              <a:gd name="csX11" fmla="*/ 143870 w 161635"/>
              <a:gd name="csY11" fmla="*/ 56545 h 154632"/>
              <a:gd name="csX12" fmla="*/ 149127 w 161635"/>
              <a:gd name="csY12" fmla="*/ 49537 h 154632"/>
              <a:gd name="csX13" fmla="*/ 149127 w 161635"/>
              <a:gd name="csY13" fmla="*/ 20260 h 154632"/>
              <a:gd name="csX14" fmla="*/ 152121 w 161635"/>
              <a:gd name="csY14" fmla="*/ 20260 h 154632"/>
              <a:gd name="csX15" fmla="*/ 158127 w 161635"/>
              <a:gd name="csY15" fmla="*/ 14255 h 154632"/>
              <a:gd name="csX16" fmla="*/ 158127 w 161635"/>
              <a:gd name="csY16" fmla="*/ 6005 h 154632"/>
              <a:gd name="csX17" fmla="*/ 152121 w 161635"/>
              <a:gd name="csY17" fmla="*/ 0 h 154632"/>
              <a:gd name="csX18" fmla="*/ 8256 w 161635"/>
              <a:gd name="csY18" fmla="*/ 0 h 154632"/>
              <a:gd name="csX19" fmla="*/ 2250 w 161635"/>
              <a:gd name="csY19" fmla="*/ 6005 h 154632"/>
              <a:gd name="csX20" fmla="*/ 2250 w 161635"/>
              <a:gd name="csY20" fmla="*/ 14017 h 154632"/>
              <a:gd name="csX21" fmla="*/ 8256 w 161635"/>
              <a:gd name="csY21" fmla="*/ 20005 h 154632"/>
              <a:gd name="csX22" fmla="*/ 11267 w 161635"/>
              <a:gd name="csY22" fmla="*/ 20005 h 154632"/>
              <a:gd name="csX23" fmla="*/ 11267 w 161635"/>
              <a:gd name="csY23" fmla="*/ 49026 h 154632"/>
              <a:gd name="csX24" fmla="*/ 16524 w 161635"/>
              <a:gd name="csY24" fmla="*/ 56034 h 154632"/>
              <a:gd name="csX25" fmla="*/ 5754 w 161635"/>
              <a:gd name="csY25" fmla="*/ 131088 h 154632"/>
              <a:gd name="csX26" fmla="*/ 4258 w 161635"/>
              <a:gd name="csY26" fmla="*/ 129829 h 154632"/>
              <a:gd name="csX27" fmla="*/ 753 w 161635"/>
              <a:gd name="csY27" fmla="*/ 129829 h 154632"/>
              <a:gd name="csX28" fmla="*/ 753 w 161635"/>
              <a:gd name="csY28" fmla="*/ 133333 h 154632"/>
              <a:gd name="csX29" fmla="*/ 24776 w 161635"/>
              <a:gd name="csY29" fmla="*/ 135085 h 154632"/>
              <a:gd name="csX30" fmla="*/ 31785 w 161635"/>
              <a:gd name="csY30" fmla="*/ 44773 h 154632"/>
              <a:gd name="csX31" fmla="*/ 40785 w 161635"/>
              <a:gd name="csY31" fmla="*/ 36523 h 154632"/>
              <a:gd name="csX32" fmla="*/ 49785 w 161635"/>
              <a:gd name="csY32" fmla="*/ 44773 h 154632"/>
              <a:gd name="csX33" fmla="*/ 31785 w 161635"/>
              <a:gd name="csY33" fmla="*/ 44773 h 154632"/>
              <a:gd name="csX34" fmla="*/ 68551 w 161635"/>
              <a:gd name="csY34" fmla="*/ 56783 h 154632"/>
              <a:gd name="csX35" fmla="*/ 69555 w 161635"/>
              <a:gd name="csY35" fmla="*/ 56783 h 154632"/>
              <a:gd name="csX36" fmla="*/ 62545 w 161635"/>
              <a:gd name="csY36" fmla="*/ 132840 h 154632"/>
              <a:gd name="csX37" fmla="*/ 58547 w 161635"/>
              <a:gd name="csY37" fmla="*/ 133588 h 154632"/>
              <a:gd name="csX38" fmla="*/ 51299 w 161635"/>
              <a:gd name="csY38" fmla="*/ 56545 h 154632"/>
              <a:gd name="csX39" fmla="*/ 68551 w 161635"/>
              <a:gd name="csY39" fmla="*/ 56783 h 154632"/>
              <a:gd name="csX40" fmla="*/ 110591 w 161635"/>
              <a:gd name="csY40" fmla="*/ 44773 h 154632"/>
              <a:gd name="csX41" fmla="*/ 119591 w 161635"/>
              <a:gd name="csY41" fmla="*/ 36523 h 154632"/>
              <a:gd name="csX42" fmla="*/ 128609 w 161635"/>
              <a:gd name="csY42" fmla="*/ 44773 h 154632"/>
              <a:gd name="csX43" fmla="*/ 110591 w 161635"/>
              <a:gd name="csY43" fmla="*/ 44773 h 154632"/>
              <a:gd name="csX44" fmla="*/ 108839 w 161635"/>
              <a:gd name="csY44" fmla="*/ 56783 h 154632"/>
              <a:gd name="csX45" fmla="*/ 101591 w 161635"/>
              <a:gd name="csY45" fmla="*/ 133843 h 154632"/>
              <a:gd name="csX46" fmla="*/ 97576 w 161635"/>
              <a:gd name="csY46" fmla="*/ 133095 h 154632"/>
              <a:gd name="csX47" fmla="*/ 90584 w 161635"/>
              <a:gd name="csY47" fmla="*/ 57038 h 154632"/>
              <a:gd name="csX48" fmla="*/ 108839 w 161635"/>
              <a:gd name="csY48" fmla="*/ 56783 h 154632"/>
              <a:gd name="csX49" fmla="*/ 71052 w 161635"/>
              <a:gd name="csY49" fmla="*/ 44773 h 154632"/>
              <a:gd name="csX50" fmla="*/ 80069 w 161635"/>
              <a:gd name="csY50" fmla="*/ 36523 h 154632"/>
              <a:gd name="csX51" fmla="*/ 89070 w 161635"/>
              <a:gd name="csY51" fmla="*/ 44773 h 154632"/>
              <a:gd name="csX52" fmla="*/ 71052 w 161635"/>
              <a:gd name="csY52" fmla="*/ 44773 h 154632"/>
              <a:gd name="csX53" fmla="*/ 136860 w 161635"/>
              <a:gd name="csY53" fmla="*/ 129590 h 154632"/>
              <a:gd name="csX54" fmla="*/ 130106 w 161635"/>
              <a:gd name="csY54" fmla="*/ 56783 h 154632"/>
              <a:gd name="csX55" fmla="*/ 138612 w 161635"/>
              <a:gd name="csY55" fmla="*/ 56783 h 154632"/>
              <a:gd name="csX56" fmla="*/ 149620 w 161635"/>
              <a:gd name="csY56" fmla="*/ 133333 h 154632"/>
              <a:gd name="csX57" fmla="*/ 136860 w 161635"/>
              <a:gd name="csY57" fmla="*/ 129590 h 154632"/>
              <a:gd name="csX58" fmla="*/ 152870 w 161635"/>
              <a:gd name="csY58" fmla="*/ 6005 h 154632"/>
              <a:gd name="csX59" fmla="*/ 152870 w 161635"/>
              <a:gd name="csY59" fmla="*/ 14017 h 154632"/>
              <a:gd name="csX60" fmla="*/ 151866 w 161635"/>
              <a:gd name="csY60" fmla="*/ 15004 h 154632"/>
              <a:gd name="csX61" fmla="*/ 142611 w 161635"/>
              <a:gd name="csY61" fmla="*/ 15004 h 154632"/>
              <a:gd name="csX62" fmla="*/ 142611 w 161635"/>
              <a:gd name="csY62" fmla="*/ 5001 h 154632"/>
              <a:gd name="csX63" fmla="*/ 151866 w 161635"/>
              <a:gd name="csY63" fmla="*/ 5001 h 154632"/>
              <a:gd name="csX64" fmla="*/ 152870 w 161635"/>
              <a:gd name="csY64" fmla="*/ 6005 h 154632"/>
              <a:gd name="csX65" fmla="*/ 125359 w 161635"/>
              <a:gd name="csY65" fmla="*/ 15259 h 154632"/>
              <a:gd name="csX66" fmla="*/ 125359 w 161635"/>
              <a:gd name="csY66" fmla="*/ 5001 h 154632"/>
              <a:gd name="csX67" fmla="*/ 137370 w 161635"/>
              <a:gd name="csY67" fmla="*/ 5001 h 154632"/>
              <a:gd name="csX68" fmla="*/ 137370 w 161635"/>
              <a:gd name="csY68" fmla="*/ 15259 h 154632"/>
              <a:gd name="csX69" fmla="*/ 125359 w 161635"/>
              <a:gd name="csY69" fmla="*/ 15259 h 154632"/>
              <a:gd name="csX70" fmla="*/ 108345 w 161635"/>
              <a:gd name="csY70" fmla="*/ 15259 h 154632"/>
              <a:gd name="csX71" fmla="*/ 108345 w 161635"/>
              <a:gd name="csY71" fmla="*/ 5001 h 154632"/>
              <a:gd name="csX72" fmla="*/ 120357 w 161635"/>
              <a:gd name="csY72" fmla="*/ 5001 h 154632"/>
              <a:gd name="csX73" fmla="*/ 120357 w 161635"/>
              <a:gd name="csY73" fmla="*/ 15259 h 154632"/>
              <a:gd name="csX74" fmla="*/ 108345 w 161635"/>
              <a:gd name="csY74" fmla="*/ 15259 h 154632"/>
              <a:gd name="csX75" fmla="*/ 91077 w 161635"/>
              <a:gd name="csY75" fmla="*/ 15259 h 154632"/>
              <a:gd name="csX76" fmla="*/ 91077 w 161635"/>
              <a:gd name="csY76" fmla="*/ 5001 h 154632"/>
              <a:gd name="csX77" fmla="*/ 103089 w 161635"/>
              <a:gd name="csY77" fmla="*/ 5001 h 154632"/>
              <a:gd name="csX78" fmla="*/ 103089 w 161635"/>
              <a:gd name="csY78" fmla="*/ 15259 h 154632"/>
              <a:gd name="csX79" fmla="*/ 91077 w 161635"/>
              <a:gd name="csY79" fmla="*/ 15259 h 154632"/>
              <a:gd name="csX80" fmla="*/ 74064 w 161635"/>
              <a:gd name="csY80" fmla="*/ 15259 h 154632"/>
              <a:gd name="csX81" fmla="*/ 74064 w 161635"/>
              <a:gd name="csY81" fmla="*/ 5001 h 154632"/>
              <a:gd name="csX82" fmla="*/ 86075 w 161635"/>
              <a:gd name="csY82" fmla="*/ 5001 h 154632"/>
              <a:gd name="csX83" fmla="*/ 86075 w 161635"/>
              <a:gd name="csY83" fmla="*/ 15259 h 154632"/>
              <a:gd name="csX84" fmla="*/ 74064 w 161635"/>
              <a:gd name="csY84" fmla="*/ 15259 h 154632"/>
              <a:gd name="csX85" fmla="*/ 56795 w 161635"/>
              <a:gd name="csY85" fmla="*/ 15259 h 154632"/>
              <a:gd name="csX86" fmla="*/ 56795 w 161635"/>
              <a:gd name="csY86" fmla="*/ 5001 h 154632"/>
              <a:gd name="csX87" fmla="*/ 68806 w 161635"/>
              <a:gd name="csY87" fmla="*/ 5001 h 154632"/>
              <a:gd name="csX88" fmla="*/ 68806 w 161635"/>
              <a:gd name="csY88" fmla="*/ 15259 h 154632"/>
              <a:gd name="csX89" fmla="*/ 56795 w 161635"/>
              <a:gd name="csY89" fmla="*/ 15259 h 154632"/>
              <a:gd name="csX90" fmla="*/ 39781 w 161635"/>
              <a:gd name="csY90" fmla="*/ 15259 h 154632"/>
              <a:gd name="csX91" fmla="*/ 39781 w 161635"/>
              <a:gd name="csY91" fmla="*/ 5001 h 154632"/>
              <a:gd name="csX92" fmla="*/ 51793 w 161635"/>
              <a:gd name="csY92" fmla="*/ 5001 h 154632"/>
              <a:gd name="csX93" fmla="*/ 51793 w 161635"/>
              <a:gd name="csY93" fmla="*/ 15259 h 154632"/>
              <a:gd name="csX94" fmla="*/ 39781 w 161635"/>
              <a:gd name="csY94" fmla="*/ 15259 h 154632"/>
              <a:gd name="csX95" fmla="*/ 22768 w 161635"/>
              <a:gd name="csY95" fmla="*/ 15259 h 154632"/>
              <a:gd name="csX96" fmla="*/ 22768 w 161635"/>
              <a:gd name="csY96" fmla="*/ 5001 h 154632"/>
              <a:gd name="csX97" fmla="*/ 34779 w 161635"/>
              <a:gd name="csY97" fmla="*/ 5001 h 154632"/>
              <a:gd name="csX98" fmla="*/ 34779 w 161635"/>
              <a:gd name="csY98" fmla="*/ 15259 h 154632"/>
              <a:gd name="csX99" fmla="*/ 22768 w 161635"/>
              <a:gd name="csY99" fmla="*/ 15259 h 154632"/>
              <a:gd name="csX100" fmla="*/ 7252 w 161635"/>
              <a:gd name="csY100" fmla="*/ 14255 h 154632"/>
              <a:gd name="csX101" fmla="*/ 7252 w 161635"/>
              <a:gd name="csY101" fmla="*/ 6005 h 154632"/>
              <a:gd name="csX102" fmla="*/ 8256 w 161635"/>
              <a:gd name="csY102" fmla="*/ 5001 h 154632"/>
              <a:gd name="csX103" fmla="*/ 17511 w 161635"/>
              <a:gd name="csY103" fmla="*/ 5001 h 154632"/>
              <a:gd name="csX104" fmla="*/ 17511 w 161635"/>
              <a:gd name="csY104" fmla="*/ 15259 h 154632"/>
              <a:gd name="csX105" fmla="*/ 8256 w 161635"/>
              <a:gd name="csY105" fmla="*/ 15259 h 154632"/>
              <a:gd name="csX106" fmla="*/ 7252 w 161635"/>
              <a:gd name="csY106" fmla="*/ 14255 h 154632"/>
              <a:gd name="csX107" fmla="*/ 16269 w 161635"/>
              <a:gd name="csY107" fmla="*/ 20260 h 154632"/>
              <a:gd name="csX108" fmla="*/ 143870 w 161635"/>
              <a:gd name="csY108" fmla="*/ 20260 h 154632"/>
              <a:gd name="csX109" fmla="*/ 143870 w 161635"/>
              <a:gd name="csY109" fmla="*/ 49281 h 154632"/>
              <a:gd name="csX110" fmla="*/ 141369 w 161635"/>
              <a:gd name="csY110" fmla="*/ 51782 h 154632"/>
              <a:gd name="csX111" fmla="*/ 133611 w 161635"/>
              <a:gd name="csY111" fmla="*/ 51782 h 154632"/>
              <a:gd name="csX112" fmla="*/ 133611 w 161635"/>
              <a:gd name="csY112" fmla="*/ 45522 h 154632"/>
              <a:gd name="csX113" fmla="*/ 119591 w 161635"/>
              <a:gd name="csY113" fmla="*/ 31522 h 154632"/>
              <a:gd name="csX114" fmla="*/ 105589 w 161635"/>
              <a:gd name="csY114" fmla="*/ 45522 h 154632"/>
              <a:gd name="csX115" fmla="*/ 105589 w 161635"/>
              <a:gd name="csY115" fmla="*/ 51782 h 154632"/>
              <a:gd name="csX116" fmla="*/ 94326 w 161635"/>
              <a:gd name="csY116" fmla="*/ 51782 h 154632"/>
              <a:gd name="csX117" fmla="*/ 94326 w 161635"/>
              <a:gd name="csY117" fmla="*/ 45522 h 154632"/>
              <a:gd name="csX118" fmla="*/ 80324 w 161635"/>
              <a:gd name="csY118" fmla="*/ 31522 h 154632"/>
              <a:gd name="csX119" fmla="*/ 66305 w 161635"/>
              <a:gd name="csY119" fmla="*/ 45522 h 154632"/>
              <a:gd name="csX120" fmla="*/ 66305 w 161635"/>
              <a:gd name="csY120" fmla="*/ 51782 h 154632"/>
              <a:gd name="csX121" fmla="*/ 55043 w 161635"/>
              <a:gd name="csY121" fmla="*/ 51782 h 154632"/>
              <a:gd name="csX122" fmla="*/ 55043 w 161635"/>
              <a:gd name="csY122" fmla="*/ 45522 h 154632"/>
              <a:gd name="csX123" fmla="*/ 41041 w 161635"/>
              <a:gd name="csY123" fmla="*/ 31522 h 154632"/>
              <a:gd name="csX124" fmla="*/ 27021 w 161635"/>
              <a:gd name="csY124" fmla="*/ 45522 h 154632"/>
              <a:gd name="csX125" fmla="*/ 27021 w 161635"/>
              <a:gd name="csY125" fmla="*/ 51782 h 154632"/>
              <a:gd name="csX126" fmla="*/ 19263 w 161635"/>
              <a:gd name="csY126" fmla="*/ 51782 h 154632"/>
              <a:gd name="csX127" fmla="*/ 16763 w 161635"/>
              <a:gd name="csY127" fmla="*/ 49281 h 154632"/>
              <a:gd name="csX128" fmla="*/ 16763 w 161635"/>
              <a:gd name="csY128" fmla="*/ 20260 h 154632"/>
              <a:gd name="csX129" fmla="*/ 16269 w 161635"/>
              <a:gd name="csY129" fmla="*/ 20260 h 154632"/>
              <a:gd name="csX130" fmla="*/ 21526 w 161635"/>
              <a:gd name="csY130" fmla="*/ 56783 h 154632"/>
              <a:gd name="csX131" fmla="*/ 30033 w 161635"/>
              <a:gd name="csY131" fmla="*/ 56783 h 154632"/>
              <a:gd name="csX132" fmla="*/ 23278 w 161635"/>
              <a:gd name="csY132" fmla="*/ 129590 h 154632"/>
              <a:gd name="csX133" fmla="*/ 10518 w 161635"/>
              <a:gd name="csY133" fmla="*/ 133333 h 154632"/>
              <a:gd name="csX134" fmla="*/ 21526 w 161635"/>
              <a:gd name="csY134" fmla="*/ 56783 h 154632"/>
              <a:gd name="csX135" fmla="*/ 155881 w 161635"/>
              <a:gd name="csY135" fmla="*/ 145853 h 154632"/>
              <a:gd name="csX136" fmla="*/ 137370 w 161635"/>
              <a:gd name="csY136" fmla="*/ 145853 h 154632"/>
              <a:gd name="csX137" fmla="*/ 133866 w 161635"/>
              <a:gd name="csY137" fmla="*/ 145853 h 154632"/>
              <a:gd name="csX138" fmla="*/ 115338 w 161635"/>
              <a:gd name="csY138" fmla="*/ 145853 h 154632"/>
              <a:gd name="csX139" fmla="*/ 111850 w 161635"/>
              <a:gd name="csY139" fmla="*/ 145853 h 154632"/>
              <a:gd name="csX140" fmla="*/ 93323 w 161635"/>
              <a:gd name="csY140" fmla="*/ 145853 h 154632"/>
              <a:gd name="csX141" fmla="*/ 89818 w 161635"/>
              <a:gd name="csY141" fmla="*/ 145853 h 154632"/>
              <a:gd name="csX142" fmla="*/ 71307 w 161635"/>
              <a:gd name="csY142" fmla="*/ 145853 h 154632"/>
              <a:gd name="csX143" fmla="*/ 67803 w 161635"/>
              <a:gd name="csY143" fmla="*/ 145853 h 154632"/>
              <a:gd name="csX144" fmla="*/ 49292 w 161635"/>
              <a:gd name="csY144" fmla="*/ 145853 h 154632"/>
              <a:gd name="csX145" fmla="*/ 45787 w 161635"/>
              <a:gd name="csY145" fmla="*/ 145853 h 154632"/>
              <a:gd name="csX146" fmla="*/ 27277 w 161635"/>
              <a:gd name="csY146" fmla="*/ 145853 h 154632"/>
              <a:gd name="csX147" fmla="*/ 23772 w 161635"/>
              <a:gd name="csY147" fmla="*/ 145853 h 154632"/>
              <a:gd name="csX148" fmla="*/ 5261 w 161635"/>
              <a:gd name="csY148" fmla="*/ 145853 h 154632"/>
              <a:gd name="csX149" fmla="*/ 1757 w 161635"/>
              <a:gd name="csY149" fmla="*/ 145853 h 154632"/>
              <a:gd name="csX150" fmla="*/ 1757 w 161635"/>
              <a:gd name="csY150" fmla="*/ 149341 h 154632"/>
              <a:gd name="csX151" fmla="*/ 25779 w 161635"/>
              <a:gd name="csY151" fmla="*/ 150854 h 154632"/>
              <a:gd name="csX152" fmla="*/ 48050 w 161635"/>
              <a:gd name="csY152" fmla="*/ 150854 h 154632"/>
              <a:gd name="csX153" fmla="*/ 70304 w 161635"/>
              <a:gd name="csY153" fmla="*/ 150854 h 154632"/>
              <a:gd name="csX154" fmla="*/ 92574 w 161635"/>
              <a:gd name="csY154" fmla="*/ 150854 h 154632"/>
              <a:gd name="csX155" fmla="*/ 114845 w 161635"/>
              <a:gd name="csY155" fmla="*/ 150854 h 154632"/>
              <a:gd name="csX156" fmla="*/ 125852 w 161635"/>
              <a:gd name="csY156" fmla="*/ 154597 h 154632"/>
              <a:gd name="csX157" fmla="*/ 136860 w 161635"/>
              <a:gd name="csY157" fmla="*/ 150854 h 154632"/>
              <a:gd name="csX158" fmla="*/ 160883 w 161635"/>
              <a:gd name="csY158" fmla="*/ 149341 h 154632"/>
              <a:gd name="csX159" fmla="*/ 160883 w 161635"/>
              <a:gd name="csY159" fmla="*/ 145853 h 154632"/>
              <a:gd name="csX160" fmla="*/ 155881 w 161635"/>
              <a:gd name="csY160" fmla="*/ 145853 h 154632"/>
            </a:gdLst>
            <a:ahLst/>
            <a:cxnLst/>
            <a:rect l="l" t="t" r="r" b="b"/>
            <a:pathLst>
              <a:path w="100000" h="100000">
                <a:moveTo>
                  <a:pt x="15328" y="85740"/>
                </a:moveTo>
                <a:cubicBezTo>
                  <a:pt x="19349" y="88835"/>
                  <a:pt x="25075" y="88835"/>
                  <a:pt x="29106" y="85740"/>
                </a:cubicBezTo>
                <a:cubicBezTo>
                  <a:pt x="32969" y="88687"/>
                  <a:pt x="38695" y="88835"/>
                  <a:pt x="42727" y="85740"/>
                </a:cubicBezTo>
                <a:cubicBezTo>
                  <a:pt x="46906" y="88993"/>
                  <a:pt x="52632" y="88687"/>
                  <a:pt x="56505" y="85740"/>
                </a:cubicBezTo>
                <a:cubicBezTo>
                  <a:pt x="60526" y="88835"/>
                  <a:pt x="66410" y="88687"/>
                  <a:pt x="70273" y="85740"/>
                </a:cubicBezTo>
                <a:cubicBezTo>
                  <a:pt x="72294" y="87288"/>
                  <a:pt x="74767" y="88067"/>
                  <a:pt x="77093" y="88067"/>
                </a:cubicBezTo>
                <a:cubicBezTo>
                  <a:pt x="79568" y="88067"/>
                  <a:pt x="81883" y="87288"/>
                  <a:pt x="83904" y="85740"/>
                </a:cubicBezTo>
                <a:cubicBezTo>
                  <a:pt x="88230" y="88993"/>
                  <a:pt x="94577" y="88835"/>
                  <a:pt x="98756" y="84814"/>
                </a:cubicBezTo>
                <a:cubicBezTo>
                  <a:pt x="99377" y="84193"/>
                  <a:pt x="99377" y="83268"/>
                  <a:pt x="98756" y="82646"/>
                </a:cubicBezTo>
                <a:cubicBezTo>
                  <a:pt x="98145" y="82025"/>
                  <a:pt x="97209" y="82025"/>
                  <a:pt x="96587" y="82646"/>
                </a:cubicBezTo>
                <a:cubicBezTo>
                  <a:pt x="96282" y="82951"/>
                  <a:pt x="95977" y="83109"/>
                  <a:pt x="95661" y="83425"/>
                </a:cubicBezTo>
                <a:lnTo>
                  <a:pt x="89009" y="37149"/>
                </a:lnTo>
                <a:cubicBezTo>
                  <a:pt x="90862" y="36528"/>
                  <a:pt x="92262" y="34824"/>
                  <a:pt x="92262" y="32814"/>
                </a:cubicBezTo>
                <a:lnTo>
                  <a:pt x="92262" y="14701"/>
                </a:lnTo>
                <a:lnTo>
                  <a:pt x="94114" y="14701"/>
                </a:lnTo>
                <a:cubicBezTo>
                  <a:pt x="96125" y="14701"/>
                  <a:pt x="97830" y="12996"/>
                  <a:pt x="97830" y="10986"/>
                </a:cubicBezTo>
                <a:lnTo>
                  <a:pt x="97830" y="5881"/>
                </a:lnTo>
                <a:cubicBezTo>
                  <a:pt x="97830" y="3871"/>
                  <a:pt x="96125" y="2166"/>
                  <a:pt x="94114" y="2166"/>
                </a:cubicBezTo>
                <a:lnTo>
                  <a:pt x="5108" y="2166"/>
                </a:lnTo>
                <a:cubicBezTo>
                  <a:pt x="3097" y="2166"/>
                  <a:pt x="1392" y="3871"/>
                  <a:pt x="1392" y="5881"/>
                </a:cubicBezTo>
                <a:lnTo>
                  <a:pt x="1392" y="10838"/>
                </a:lnTo>
                <a:cubicBezTo>
                  <a:pt x="1392" y="12848"/>
                  <a:pt x="3097" y="14543"/>
                  <a:pt x="5108" y="14543"/>
                </a:cubicBezTo>
                <a:lnTo>
                  <a:pt x="6971" y="14543"/>
                </a:lnTo>
                <a:lnTo>
                  <a:pt x="6971" y="32498"/>
                </a:lnTo>
                <a:cubicBezTo>
                  <a:pt x="6971" y="34518"/>
                  <a:pt x="8360" y="36213"/>
                  <a:pt x="10223" y="36833"/>
                </a:cubicBezTo>
                <a:lnTo>
                  <a:pt x="3560" y="83268"/>
                </a:lnTo>
                <a:cubicBezTo>
                  <a:pt x="3255" y="83109"/>
                  <a:pt x="2939" y="82804"/>
                  <a:pt x="2634" y="82489"/>
                </a:cubicBezTo>
                <a:cubicBezTo>
                  <a:pt x="2013" y="81878"/>
                  <a:pt x="1087" y="81878"/>
                  <a:pt x="466" y="82489"/>
                </a:cubicBezTo>
                <a:cubicBezTo>
                  <a:pt x="-155" y="83109"/>
                  <a:pt x="-155" y="84035"/>
                  <a:pt x="466" y="84656"/>
                </a:cubicBezTo>
                <a:cubicBezTo>
                  <a:pt x="4802" y="89151"/>
                  <a:pt x="11150" y="88835"/>
                  <a:pt x="15328" y="85740"/>
                </a:cubicBezTo>
                <a:close/>
                <a:moveTo>
                  <a:pt x="19665" y="29866"/>
                </a:moveTo>
                <a:cubicBezTo>
                  <a:pt x="19813" y="26930"/>
                  <a:pt x="22296" y="24762"/>
                  <a:pt x="25233" y="24762"/>
                </a:cubicBezTo>
                <a:cubicBezTo>
                  <a:pt x="28022" y="24762"/>
                  <a:pt x="30496" y="26930"/>
                  <a:pt x="30801" y="29866"/>
                </a:cubicBezTo>
                <a:lnTo>
                  <a:pt x="19665" y="29866"/>
                </a:lnTo>
                <a:close/>
                <a:moveTo>
                  <a:pt x="42411" y="37297"/>
                </a:moveTo>
                <a:lnTo>
                  <a:pt x="43032" y="37297"/>
                </a:lnTo>
                <a:lnTo>
                  <a:pt x="38695" y="84351"/>
                </a:lnTo>
                <a:cubicBezTo>
                  <a:pt x="37622" y="84656"/>
                  <a:pt x="37149" y="84814"/>
                  <a:pt x="36222" y="84814"/>
                </a:cubicBezTo>
                <a:lnTo>
                  <a:pt x="31738" y="37149"/>
                </a:lnTo>
                <a:cubicBezTo>
                  <a:pt x="32043" y="37297"/>
                  <a:pt x="42885" y="37297"/>
                  <a:pt x="42411" y="37297"/>
                </a:cubicBezTo>
                <a:close/>
                <a:moveTo>
                  <a:pt x="68420" y="29866"/>
                </a:moveTo>
                <a:cubicBezTo>
                  <a:pt x="68578" y="26930"/>
                  <a:pt x="71052" y="24762"/>
                  <a:pt x="73988" y="24762"/>
                </a:cubicBezTo>
                <a:cubicBezTo>
                  <a:pt x="76778" y="24762"/>
                  <a:pt x="79251" y="26930"/>
                  <a:pt x="79568" y="29866"/>
                </a:cubicBezTo>
                <a:lnTo>
                  <a:pt x="68420" y="29866"/>
                </a:lnTo>
                <a:close/>
                <a:moveTo>
                  <a:pt x="67336" y="37297"/>
                </a:moveTo>
                <a:lnTo>
                  <a:pt x="62852" y="84972"/>
                </a:lnTo>
                <a:cubicBezTo>
                  <a:pt x="62073" y="84972"/>
                  <a:pt x="61147" y="84814"/>
                  <a:pt x="60368" y="84509"/>
                </a:cubicBezTo>
                <a:lnTo>
                  <a:pt x="56042" y="37454"/>
                </a:lnTo>
                <a:cubicBezTo>
                  <a:pt x="61147" y="37297"/>
                  <a:pt x="63937" y="37297"/>
                  <a:pt x="67336" y="37297"/>
                </a:cubicBezTo>
                <a:close/>
                <a:moveTo>
                  <a:pt x="43958" y="29866"/>
                </a:moveTo>
                <a:cubicBezTo>
                  <a:pt x="44116" y="26930"/>
                  <a:pt x="46590" y="24762"/>
                  <a:pt x="49537" y="24762"/>
                </a:cubicBezTo>
                <a:cubicBezTo>
                  <a:pt x="52327" y="24762"/>
                  <a:pt x="54800" y="26930"/>
                  <a:pt x="55106" y="29866"/>
                </a:cubicBezTo>
                <a:lnTo>
                  <a:pt x="43958" y="29866"/>
                </a:lnTo>
                <a:close/>
                <a:moveTo>
                  <a:pt x="84672" y="82341"/>
                </a:moveTo>
                <a:lnTo>
                  <a:pt x="80494" y="37297"/>
                </a:lnTo>
                <a:cubicBezTo>
                  <a:pt x="80651" y="37297"/>
                  <a:pt x="85915" y="37297"/>
                  <a:pt x="85756" y="37297"/>
                </a:cubicBezTo>
                <a:lnTo>
                  <a:pt x="92567" y="84656"/>
                </a:lnTo>
                <a:cubicBezTo>
                  <a:pt x="89167" y="85435"/>
                  <a:pt x="87462" y="84351"/>
                  <a:pt x="84672" y="82341"/>
                </a:cubicBezTo>
                <a:close/>
                <a:moveTo>
                  <a:pt x="94577" y="5881"/>
                </a:moveTo>
                <a:lnTo>
                  <a:pt x="94577" y="10838"/>
                </a:lnTo>
                <a:cubicBezTo>
                  <a:pt x="94577" y="11144"/>
                  <a:pt x="94272" y="11449"/>
                  <a:pt x="93956" y="11449"/>
                </a:cubicBezTo>
                <a:cubicBezTo>
                  <a:pt x="93493" y="11449"/>
                  <a:pt x="87925" y="11449"/>
                  <a:pt x="88230" y="11449"/>
                </a:cubicBezTo>
                <a:lnTo>
                  <a:pt x="88230" y="5260"/>
                </a:lnTo>
                <a:lnTo>
                  <a:pt x="93956" y="5260"/>
                </a:lnTo>
                <a:cubicBezTo>
                  <a:pt x="94272" y="5260"/>
                  <a:pt x="94577" y="5576"/>
                  <a:pt x="94577" y="5881"/>
                </a:cubicBezTo>
                <a:close/>
                <a:moveTo>
                  <a:pt x="77557" y="11607"/>
                </a:moveTo>
                <a:lnTo>
                  <a:pt x="77557" y="5260"/>
                </a:lnTo>
                <a:lnTo>
                  <a:pt x="84988" y="5260"/>
                </a:lnTo>
                <a:lnTo>
                  <a:pt x="84988" y="11607"/>
                </a:lnTo>
                <a:lnTo>
                  <a:pt x="77557" y="11607"/>
                </a:lnTo>
                <a:close/>
                <a:moveTo>
                  <a:pt x="67031" y="11607"/>
                </a:moveTo>
                <a:lnTo>
                  <a:pt x="67031" y="5260"/>
                </a:lnTo>
                <a:lnTo>
                  <a:pt x="74462" y="5260"/>
                </a:lnTo>
                <a:lnTo>
                  <a:pt x="74462" y="11607"/>
                </a:lnTo>
                <a:lnTo>
                  <a:pt x="67031" y="11607"/>
                </a:lnTo>
                <a:close/>
                <a:moveTo>
                  <a:pt x="56347" y="11607"/>
                </a:moveTo>
                <a:lnTo>
                  <a:pt x="56347" y="5260"/>
                </a:lnTo>
                <a:lnTo>
                  <a:pt x="63779" y="5260"/>
                </a:lnTo>
                <a:lnTo>
                  <a:pt x="63779" y="11607"/>
                </a:lnTo>
                <a:lnTo>
                  <a:pt x="56347" y="11607"/>
                </a:lnTo>
                <a:close/>
                <a:moveTo>
                  <a:pt x="45822" y="11607"/>
                </a:moveTo>
                <a:lnTo>
                  <a:pt x="45822" y="5260"/>
                </a:lnTo>
                <a:lnTo>
                  <a:pt x="53253" y="5260"/>
                </a:lnTo>
                <a:lnTo>
                  <a:pt x="53253" y="11607"/>
                </a:lnTo>
                <a:lnTo>
                  <a:pt x="45822" y="11607"/>
                </a:lnTo>
                <a:close/>
                <a:moveTo>
                  <a:pt x="35138" y="11607"/>
                </a:moveTo>
                <a:lnTo>
                  <a:pt x="35138" y="5260"/>
                </a:lnTo>
                <a:lnTo>
                  <a:pt x="42569" y="5260"/>
                </a:lnTo>
                <a:lnTo>
                  <a:pt x="42569" y="11607"/>
                </a:lnTo>
                <a:lnTo>
                  <a:pt x="35138" y="11607"/>
                </a:lnTo>
                <a:close/>
                <a:moveTo>
                  <a:pt x="24612" y="11607"/>
                </a:moveTo>
                <a:lnTo>
                  <a:pt x="24612" y="5260"/>
                </a:lnTo>
                <a:lnTo>
                  <a:pt x="32043" y="5260"/>
                </a:lnTo>
                <a:lnTo>
                  <a:pt x="32043" y="11607"/>
                </a:lnTo>
                <a:lnTo>
                  <a:pt x="24612" y="11607"/>
                </a:lnTo>
                <a:close/>
                <a:moveTo>
                  <a:pt x="14086" y="11607"/>
                </a:moveTo>
                <a:lnTo>
                  <a:pt x="14086" y="5260"/>
                </a:lnTo>
                <a:lnTo>
                  <a:pt x="21517" y="5260"/>
                </a:lnTo>
                <a:lnTo>
                  <a:pt x="21517" y="11607"/>
                </a:lnTo>
                <a:lnTo>
                  <a:pt x="14086" y="11607"/>
                </a:lnTo>
                <a:close/>
                <a:moveTo>
                  <a:pt x="4487" y="10986"/>
                </a:moveTo>
                <a:lnTo>
                  <a:pt x="4487" y="5881"/>
                </a:lnTo>
                <a:cubicBezTo>
                  <a:pt x="4487" y="5576"/>
                  <a:pt x="4802" y="5260"/>
                  <a:pt x="5108" y="5260"/>
                </a:cubicBezTo>
                <a:lnTo>
                  <a:pt x="10834" y="5260"/>
                </a:lnTo>
                <a:lnTo>
                  <a:pt x="10834" y="11607"/>
                </a:lnTo>
                <a:cubicBezTo>
                  <a:pt x="10223" y="11607"/>
                  <a:pt x="4960" y="11607"/>
                  <a:pt x="5108" y="11607"/>
                </a:cubicBezTo>
                <a:cubicBezTo>
                  <a:pt x="4802" y="11607"/>
                  <a:pt x="4487" y="11302"/>
                  <a:pt x="4487" y="10986"/>
                </a:cubicBezTo>
                <a:close/>
                <a:moveTo>
                  <a:pt x="10065" y="14701"/>
                </a:moveTo>
                <a:lnTo>
                  <a:pt x="89009" y="14701"/>
                </a:lnTo>
                <a:lnTo>
                  <a:pt x="89009" y="32655"/>
                </a:lnTo>
                <a:cubicBezTo>
                  <a:pt x="89009" y="33434"/>
                  <a:pt x="88388" y="34203"/>
                  <a:pt x="87462" y="34203"/>
                </a:cubicBezTo>
                <a:cubicBezTo>
                  <a:pt x="86998" y="34203"/>
                  <a:pt x="82504" y="34203"/>
                  <a:pt x="82662" y="34203"/>
                </a:cubicBezTo>
                <a:lnTo>
                  <a:pt x="82662" y="30330"/>
                </a:lnTo>
                <a:cubicBezTo>
                  <a:pt x="82662" y="25541"/>
                  <a:pt x="78789" y="21668"/>
                  <a:pt x="73988" y="21668"/>
                </a:cubicBezTo>
                <a:cubicBezTo>
                  <a:pt x="69199" y="21668"/>
                  <a:pt x="65326" y="25541"/>
                  <a:pt x="65326" y="30330"/>
                </a:cubicBezTo>
                <a:lnTo>
                  <a:pt x="65326" y="34203"/>
                </a:lnTo>
                <a:lnTo>
                  <a:pt x="58357" y="34203"/>
                </a:lnTo>
                <a:lnTo>
                  <a:pt x="58357" y="30330"/>
                </a:lnTo>
                <a:cubicBezTo>
                  <a:pt x="58357" y="25541"/>
                  <a:pt x="54484" y="21668"/>
                  <a:pt x="49695" y="21668"/>
                </a:cubicBezTo>
                <a:cubicBezTo>
                  <a:pt x="44895" y="21668"/>
                  <a:pt x="41021" y="25541"/>
                  <a:pt x="41021" y="30330"/>
                </a:cubicBezTo>
                <a:lnTo>
                  <a:pt x="41021" y="34203"/>
                </a:lnTo>
                <a:lnTo>
                  <a:pt x="34054" y="34203"/>
                </a:lnTo>
                <a:lnTo>
                  <a:pt x="34054" y="30330"/>
                </a:lnTo>
                <a:cubicBezTo>
                  <a:pt x="34054" y="25541"/>
                  <a:pt x="30190" y="21668"/>
                  <a:pt x="25391" y="21668"/>
                </a:cubicBezTo>
                <a:cubicBezTo>
                  <a:pt x="20591" y="21668"/>
                  <a:pt x="16717" y="25541"/>
                  <a:pt x="16717" y="30330"/>
                </a:cubicBezTo>
                <a:lnTo>
                  <a:pt x="16717" y="34203"/>
                </a:lnTo>
                <a:cubicBezTo>
                  <a:pt x="15633" y="34203"/>
                  <a:pt x="11613" y="34203"/>
                  <a:pt x="11918" y="34203"/>
                </a:cubicBezTo>
                <a:cubicBezTo>
                  <a:pt x="11150" y="34203"/>
                  <a:pt x="10371" y="33582"/>
                  <a:pt x="10371" y="32655"/>
                </a:cubicBezTo>
                <a:lnTo>
                  <a:pt x="10371" y="14701"/>
                </a:lnTo>
                <a:lnTo>
                  <a:pt x="10065" y="14701"/>
                </a:lnTo>
                <a:close/>
                <a:moveTo>
                  <a:pt x="13318" y="37297"/>
                </a:moveTo>
                <a:cubicBezTo>
                  <a:pt x="14402" y="37297"/>
                  <a:pt x="18728" y="37297"/>
                  <a:pt x="18581" y="37297"/>
                </a:cubicBezTo>
                <a:lnTo>
                  <a:pt x="14402" y="82341"/>
                </a:lnTo>
                <a:cubicBezTo>
                  <a:pt x="12381" y="83730"/>
                  <a:pt x="10529" y="85583"/>
                  <a:pt x="6507" y="84656"/>
                </a:cubicBezTo>
                <a:lnTo>
                  <a:pt x="13318" y="37297"/>
                </a:lnTo>
                <a:close/>
                <a:moveTo>
                  <a:pt x="96440" y="92402"/>
                </a:moveTo>
                <a:cubicBezTo>
                  <a:pt x="93188" y="95496"/>
                  <a:pt x="88082" y="95496"/>
                  <a:pt x="84988" y="92402"/>
                </a:cubicBezTo>
                <a:cubicBezTo>
                  <a:pt x="84367" y="91781"/>
                  <a:pt x="83430" y="91781"/>
                  <a:pt x="82820" y="92402"/>
                </a:cubicBezTo>
                <a:cubicBezTo>
                  <a:pt x="79568" y="95496"/>
                  <a:pt x="74462" y="95496"/>
                  <a:pt x="71357" y="92402"/>
                </a:cubicBezTo>
                <a:cubicBezTo>
                  <a:pt x="70746" y="91781"/>
                  <a:pt x="69810" y="91781"/>
                  <a:pt x="69199" y="92402"/>
                </a:cubicBezTo>
                <a:cubicBezTo>
                  <a:pt x="65947" y="95496"/>
                  <a:pt x="60832" y="95496"/>
                  <a:pt x="57737" y="92402"/>
                </a:cubicBezTo>
                <a:cubicBezTo>
                  <a:pt x="57116" y="91781"/>
                  <a:pt x="56190" y="91781"/>
                  <a:pt x="55568" y="92402"/>
                </a:cubicBezTo>
                <a:cubicBezTo>
                  <a:pt x="52327" y="95496"/>
                  <a:pt x="47211" y="95496"/>
                  <a:pt x="44116" y="92402"/>
                </a:cubicBezTo>
                <a:cubicBezTo>
                  <a:pt x="43496" y="91781"/>
                  <a:pt x="42569" y="91781"/>
                  <a:pt x="41948" y="92402"/>
                </a:cubicBezTo>
                <a:cubicBezTo>
                  <a:pt x="38695" y="95496"/>
                  <a:pt x="33590" y="95496"/>
                  <a:pt x="30496" y="92402"/>
                </a:cubicBezTo>
                <a:cubicBezTo>
                  <a:pt x="29875" y="91781"/>
                  <a:pt x="28949" y="91781"/>
                  <a:pt x="28327" y="92402"/>
                </a:cubicBezTo>
                <a:cubicBezTo>
                  <a:pt x="25075" y="95496"/>
                  <a:pt x="19970" y="95496"/>
                  <a:pt x="16876" y="92402"/>
                </a:cubicBezTo>
                <a:cubicBezTo>
                  <a:pt x="16255" y="91781"/>
                  <a:pt x="15328" y="91781"/>
                  <a:pt x="14707" y="92402"/>
                </a:cubicBezTo>
                <a:cubicBezTo>
                  <a:pt x="11455" y="95496"/>
                  <a:pt x="6349" y="95496"/>
                  <a:pt x="3255" y="92402"/>
                </a:cubicBezTo>
                <a:cubicBezTo>
                  <a:pt x="2634" y="91781"/>
                  <a:pt x="1708" y="91781"/>
                  <a:pt x="1087" y="92402"/>
                </a:cubicBezTo>
                <a:cubicBezTo>
                  <a:pt x="466" y="93013"/>
                  <a:pt x="466" y="93950"/>
                  <a:pt x="1087" y="94560"/>
                </a:cubicBezTo>
                <a:cubicBezTo>
                  <a:pt x="5108" y="98591"/>
                  <a:pt x="11455" y="98896"/>
                  <a:pt x="15949" y="95496"/>
                </a:cubicBezTo>
                <a:cubicBezTo>
                  <a:pt x="19970" y="98591"/>
                  <a:pt x="25696" y="98591"/>
                  <a:pt x="29727" y="95496"/>
                </a:cubicBezTo>
                <a:cubicBezTo>
                  <a:pt x="33748" y="98591"/>
                  <a:pt x="39474" y="98591"/>
                  <a:pt x="43496" y="95496"/>
                </a:cubicBezTo>
                <a:cubicBezTo>
                  <a:pt x="47527" y="98591"/>
                  <a:pt x="53253" y="98591"/>
                  <a:pt x="57273" y="95496"/>
                </a:cubicBezTo>
                <a:cubicBezTo>
                  <a:pt x="61305" y="98591"/>
                  <a:pt x="67031" y="98591"/>
                  <a:pt x="71052" y="95496"/>
                </a:cubicBezTo>
                <a:cubicBezTo>
                  <a:pt x="73062" y="97044"/>
                  <a:pt x="75536" y="97812"/>
                  <a:pt x="77862" y="97812"/>
                </a:cubicBezTo>
                <a:cubicBezTo>
                  <a:pt x="80336" y="97812"/>
                  <a:pt x="82662" y="97044"/>
                  <a:pt x="84672" y="95496"/>
                </a:cubicBezTo>
                <a:cubicBezTo>
                  <a:pt x="89009" y="98896"/>
                  <a:pt x="95514" y="98591"/>
                  <a:pt x="99535" y="94560"/>
                </a:cubicBezTo>
                <a:cubicBezTo>
                  <a:pt x="100156" y="93950"/>
                  <a:pt x="100156" y="93013"/>
                  <a:pt x="99535" y="92402"/>
                </a:cubicBezTo>
                <a:cubicBezTo>
                  <a:pt x="98914" y="91781"/>
                  <a:pt x="97061" y="91781"/>
                  <a:pt x="96440" y="9240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2" name="Чёрный — SVG 15">
            <a:extLst>
              <a:ext uri="{FF2B5EF4-FFF2-40B4-BE49-F238E27FC236}">
                <a16:creationId xmlns:a16="http://schemas.microsoft.com/office/drawing/2014/main" id="{AA529D17-E86A-3C4B-B9E3-BBEF2F2F2060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77954 w 156006"/>
              <a:gd name="csY0" fmla="*/ 1 h 131241"/>
              <a:gd name="csX1" fmla="*/ 74227 w 156006"/>
              <a:gd name="csY1" fmla="*/ 1617 h 131241"/>
              <a:gd name="csX2" fmla="*/ 72713 w 156006"/>
              <a:gd name="csY2" fmla="*/ 5394 h 131241"/>
              <a:gd name="csX3" fmla="*/ 72713 w 156006"/>
              <a:gd name="csY3" fmla="*/ 14563 h 131241"/>
              <a:gd name="csX4" fmla="*/ 52127 w 156006"/>
              <a:gd name="csY4" fmla="*/ 20227 h 131241"/>
              <a:gd name="csX5" fmla="*/ 45288 w 156006"/>
              <a:gd name="csY5" fmla="*/ 9630 h 131241"/>
              <a:gd name="csX6" fmla="*/ 43382 w 156006"/>
              <a:gd name="csY6" fmla="*/ 7827 h 131241"/>
              <a:gd name="csX7" fmla="*/ 40847 w 156006"/>
              <a:gd name="csY7" fmla="*/ 7146 h 131241"/>
              <a:gd name="csX8" fmla="*/ 38091 w 156006"/>
              <a:gd name="csY8" fmla="*/ 7877 h 131241"/>
              <a:gd name="csX9" fmla="*/ 36100 w 156006"/>
              <a:gd name="csY9" fmla="*/ 9919 h 131241"/>
              <a:gd name="csX10" fmla="*/ 35471 w 156006"/>
              <a:gd name="csY10" fmla="*/ 12709 h 131241"/>
              <a:gd name="csX11" fmla="*/ 36356 w 156006"/>
              <a:gd name="csY11" fmla="*/ 15414 h 131241"/>
              <a:gd name="csX12" fmla="*/ 42957 w 156006"/>
              <a:gd name="csY12" fmla="*/ 25654 h 131241"/>
              <a:gd name="csX13" fmla="*/ 29142 w 156006"/>
              <a:gd name="csY13" fmla="*/ 39484 h 131241"/>
              <a:gd name="csX14" fmla="*/ 18900 w 156006"/>
              <a:gd name="csY14" fmla="*/ 32867 h 131241"/>
              <a:gd name="csX15" fmla="*/ 15872 w 156006"/>
              <a:gd name="csY15" fmla="*/ 31982 h 131241"/>
              <a:gd name="csX16" fmla="*/ 12707 w 156006"/>
              <a:gd name="csY16" fmla="*/ 33071 h 131241"/>
              <a:gd name="csX17" fmla="*/ 10819 w 156006"/>
              <a:gd name="csY17" fmla="*/ 35861 h 131241"/>
              <a:gd name="csX18" fmla="*/ 10989 w 156006"/>
              <a:gd name="csY18" fmla="*/ 39212 h 131241"/>
              <a:gd name="csX19" fmla="*/ 13115 w 156006"/>
              <a:gd name="csY19" fmla="*/ 41798 h 131241"/>
              <a:gd name="csX20" fmla="*/ 23715 w 156006"/>
              <a:gd name="csY20" fmla="*/ 48636 h 131241"/>
              <a:gd name="csX21" fmla="*/ 18049 w 156006"/>
              <a:gd name="csY21" fmla="*/ 69220 h 131241"/>
              <a:gd name="csX22" fmla="*/ 8913 w 156006"/>
              <a:gd name="csY22" fmla="*/ 69220 h 131241"/>
              <a:gd name="csX23" fmla="*/ 6854 w 156006"/>
              <a:gd name="csY23" fmla="*/ 69611 h 131241"/>
              <a:gd name="csX24" fmla="*/ 5119 w 156006"/>
              <a:gd name="csY24" fmla="*/ 70751 h 131241"/>
              <a:gd name="csX25" fmla="*/ 3945 w 156006"/>
              <a:gd name="csY25" fmla="*/ 72486 h 131241"/>
              <a:gd name="csX26" fmla="*/ 3520 w 156006"/>
              <a:gd name="csY26" fmla="*/ 74544 h 131241"/>
              <a:gd name="csX27" fmla="*/ 3945 w 156006"/>
              <a:gd name="csY27" fmla="*/ 76602 h 131241"/>
              <a:gd name="csX28" fmla="*/ 5119 w 156006"/>
              <a:gd name="csY28" fmla="*/ 78338 h 131241"/>
              <a:gd name="csX29" fmla="*/ 6854 w 156006"/>
              <a:gd name="csY29" fmla="*/ 79477 h 131241"/>
              <a:gd name="csX30" fmla="*/ 8913 w 156006"/>
              <a:gd name="csY30" fmla="*/ 79851 h 131241"/>
              <a:gd name="csX31" fmla="*/ 18015 w 156006"/>
              <a:gd name="csY31" fmla="*/ 79851 h 131241"/>
              <a:gd name="csX32" fmla="*/ 32068 w 156006"/>
              <a:gd name="csY32" fmla="*/ 113414 h 131241"/>
              <a:gd name="csX33" fmla="*/ 45849 w 156006"/>
              <a:gd name="csY33" fmla="*/ 109332 h 131241"/>
              <a:gd name="csX34" fmla="*/ 53845 w 156006"/>
              <a:gd name="csY34" fmla="*/ 106457 h 131241"/>
              <a:gd name="csX35" fmla="*/ 62012 w 156006"/>
              <a:gd name="csY35" fmla="*/ 109519 h 131241"/>
              <a:gd name="csX36" fmla="*/ 78039 w 156006"/>
              <a:gd name="csY36" fmla="*/ 113534 h 131241"/>
              <a:gd name="csX37" fmla="*/ 94269 w 156006"/>
              <a:gd name="csY37" fmla="*/ 109332 h 131241"/>
              <a:gd name="csX38" fmla="*/ 102266 w 156006"/>
              <a:gd name="csY38" fmla="*/ 106457 h 131241"/>
              <a:gd name="csX39" fmla="*/ 110449 w 156006"/>
              <a:gd name="csY39" fmla="*/ 109519 h 131241"/>
              <a:gd name="csX40" fmla="*/ 123992 w 156006"/>
              <a:gd name="csY40" fmla="*/ 113414 h 131241"/>
              <a:gd name="csX41" fmla="*/ 138045 w 156006"/>
              <a:gd name="csY41" fmla="*/ 79851 h 131241"/>
              <a:gd name="csX42" fmla="*/ 147147 w 156006"/>
              <a:gd name="csY42" fmla="*/ 79851 h 131241"/>
              <a:gd name="csX43" fmla="*/ 149206 w 156006"/>
              <a:gd name="csY43" fmla="*/ 79477 h 131241"/>
              <a:gd name="csX44" fmla="*/ 150958 w 156006"/>
              <a:gd name="csY44" fmla="*/ 78338 h 131241"/>
              <a:gd name="csX45" fmla="*/ 152132 w 156006"/>
              <a:gd name="csY45" fmla="*/ 76602 h 131241"/>
              <a:gd name="csX46" fmla="*/ 152540 w 156006"/>
              <a:gd name="csY46" fmla="*/ 74544 h 131241"/>
              <a:gd name="csX47" fmla="*/ 152132 w 156006"/>
              <a:gd name="csY47" fmla="*/ 72486 h 131241"/>
              <a:gd name="csX48" fmla="*/ 150958 w 156006"/>
              <a:gd name="csY48" fmla="*/ 70751 h 131241"/>
              <a:gd name="csX49" fmla="*/ 149206 w 156006"/>
              <a:gd name="csY49" fmla="*/ 69611 h 131241"/>
              <a:gd name="csX50" fmla="*/ 147147 w 156006"/>
              <a:gd name="csY50" fmla="*/ 69220 h 131241"/>
              <a:gd name="csX51" fmla="*/ 138028 w 156006"/>
              <a:gd name="csY51" fmla="*/ 69220 h 131241"/>
              <a:gd name="csX52" fmla="*/ 132345 w 156006"/>
              <a:gd name="csY52" fmla="*/ 48636 h 131241"/>
              <a:gd name="csX53" fmla="*/ 142945 w 156006"/>
              <a:gd name="csY53" fmla="*/ 41798 h 131241"/>
              <a:gd name="csX54" fmla="*/ 145105 w 156006"/>
              <a:gd name="csY54" fmla="*/ 39178 h 131241"/>
              <a:gd name="csX55" fmla="*/ 145225 w 156006"/>
              <a:gd name="csY55" fmla="*/ 35776 h 131241"/>
              <a:gd name="csX56" fmla="*/ 143268 w 156006"/>
              <a:gd name="csY56" fmla="*/ 33003 h 131241"/>
              <a:gd name="csX57" fmla="*/ 140035 w 156006"/>
              <a:gd name="csY57" fmla="*/ 31982 h 131241"/>
              <a:gd name="csX58" fmla="*/ 137177 w 156006"/>
              <a:gd name="csY58" fmla="*/ 32867 h 131241"/>
              <a:gd name="csX59" fmla="*/ 126935 w 156006"/>
              <a:gd name="csY59" fmla="*/ 39484 h 131241"/>
              <a:gd name="csX60" fmla="*/ 113103 w 156006"/>
              <a:gd name="csY60" fmla="*/ 25654 h 131241"/>
              <a:gd name="csX61" fmla="*/ 119722 w 156006"/>
              <a:gd name="csY61" fmla="*/ 15414 h 131241"/>
              <a:gd name="csX62" fmla="*/ 120606 w 156006"/>
              <a:gd name="csY62" fmla="*/ 12658 h 131241"/>
              <a:gd name="csX63" fmla="*/ 119926 w 156006"/>
              <a:gd name="csY63" fmla="*/ 9851 h 131241"/>
              <a:gd name="csX64" fmla="*/ 117884 w 156006"/>
              <a:gd name="csY64" fmla="*/ 7810 h 131241"/>
              <a:gd name="csX65" fmla="*/ 115077 w 156006"/>
              <a:gd name="csY65" fmla="*/ 7146 h 131241"/>
              <a:gd name="csX66" fmla="*/ 112627 w 156006"/>
              <a:gd name="csY66" fmla="*/ 7861 h 131241"/>
              <a:gd name="csX67" fmla="*/ 110790 w 156006"/>
              <a:gd name="csY67" fmla="*/ 9630 h 131241"/>
              <a:gd name="csX68" fmla="*/ 103950 w 156006"/>
              <a:gd name="csY68" fmla="*/ 20227 h 131241"/>
              <a:gd name="csX69" fmla="*/ 83347 w 156006"/>
              <a:gd name="csY69" fmla="*/ 14563 h 131241"/>
              <a:gd name="csX70" fmla="*/ 83347 w 156006"/>
              <a:gd name="csY70" fmla="*/ 5394 h 131241"/>
              <a:gd name="csX71" fmla="*/ 82955 w 156006"/>
              <a:gd name="csY71" fmla="*/ 3319 h 131241"/>
              <a:gd name="csX72" fmla="*/ 81799 w 156006"/>
              <a:gd name="csY72" fmla="*/ 1549 h 131241"/>
              <a:gd name="csX73" fmla="*/ 80029 w 156006"/>
              <a:gd name="csY73" fmla="*/ 393 h 131241"/>
              <a:gd name="csX74" fmla="*/ 77954 w 156006"/>
              <a:gd name="csY74" fmla="*/ 1 h 131241"/>
              <a:gd name="csX75" fmla="*/ 79706 w 156006"/>
              <a:gd name="csY75" fmla="*/ 42648 h 131241"/>
              <a:gd name="csX76" fmla="*/ 79757 w 156006"/>
              <a:gd name="csY76" fmla="*/ 42648 h 131241"/>
              <a:gd name="csX77" fmla="*/ 83245 w 156006"/>
              <a:gd name="csY77" fmla="*/ 46186 h 131241"/>
              <a:gd name="csX78" fmla="*/ 83245 w 156006"/>
              <a:gd name="csY78" fmla="*/ 46442 h 131241"/>
              <a:gd name="csX79" fmla="*/ 83210 w 156006"/>
              <a:gd name="csY79" fmla="*/ 63147 h 131241"/>
              <a:gd name="csX80" fmla="*/ 96464 w 156006"/>
              <a:gd name="csY80" fmla="*/ 65885 h 131241"/>
              <a:gd name="csX81" fmla="*/ 99067 w 156006"/>
              <a:gd name="csY81" fmla="*/ 68080 h 131241"/>
              <a:gd name="csX82" fmla="*/ 98625 w 156006"/>
              <a:gd name="csY82" fmla="*/ 71431 h 131241"/>
              <a:gd name="csX83" fmla="*/ 79298 w 156006"/>
              <a:gd name="csY83" fmla="*/ 97900 h 131241"/>
              <a:gd name="csX84" fmla="*/ 76439 w 156006"/>
              <a:gd name="csY84" fmla="*/ 99346 h 131241"/>
              <a:gd name="csX85" fmla="*/ 75333 w 156006"/>
              <a:gd name="csY85" fmla="*/ 99176 h 131241"/>
              <a:gd name="csX86" fmla="*/ 72901 w 156006"/>
              <a:gd name="csY86" fmla="*/ 95808 h 131241"/>
              <a:gd name="csX87" fmla="*/ 72918 w 156006"/>
              <a:gd name="csY87" fmla="*/ 78848 h 131241"/>
              <a:gd name="csX88" fmla="*/ 59664 w 156006"/>
              <a:gd name="csY88" fmla="*/ 76126 h 131241"/>
              <a:gd name="csX89" fmla="*/ 57061 w 156006"/>
              <a:gd name="csY89" fmla="*/ 73932 h 131241"/>
              <a:gd name="csX90" fmla="*/ 57503 w 156006"/>
              <a:gd name="csY90" fmla="*/ 70563 h 131241"/>
              <a:gd name="csX91" fmla="*/ 76813 w 156006"/>
              <a:gd name="csY91" fmla="*/ 44128 h 131241"/>
              <a:gd name="csX92" fmla="*/ 77001 w 156006"/>
              <a:gd name="csY92" fmla="*/ 43890 h 131241"/>
              <a:gd name="csX93" fmla="*/ 77630 w 156006"/>
              <a:gd name="csY93" fmla="*/ 43312 h 131241"/>
              <a:gd name="csX94" fmla="*/ 79416 w 156006"/>
              <a:gd name="csY94" fmla="*/ 42665 h 131241"/>
              <a:gd name="csX95" fmla="*/ 79706 w 156006"/>
              <a:gd name="csY95" fmla="*/ 42648 h 131241"/>
              <a:gd name="csX96" fmla="*/ 5493 w 156006"/>
              <a:gd name="csY96" fmla="*/ 113482 h 131241"/>
              <a:gd name="csX97" fmla="*/ 2380 w 156006"/>
              <a:gd name="csY97" fmla="*/ 114350 h 131241"/>
              <a:gd name="csX98" fmla="*/ 355 w 156006"/>
              <a:gd name="csY98" fmla="*/ 116868 h 131241"/>
              <a:gd name="csX99" fmla="*/ 151 w 156006"/>
              <a:gd name="csY99" fmla="*/ 120100 h 131241"/>
              <a:gd name="csX100" fmla="*/ 1870 w 156006"/>
              <a:gd name="csY100" fmla="*/ 122839 h 131241"/>
              <a:gd name="csX101" fmla="*/ 9287 w 156006"/>
              <a:gd name="csY101" fmla="*/ 127262 h 131241"/>
              <a:gd name="csX102" fmla="*/ 29584 w 156006"/>
              <a:gd name="csY102" fmla="*/ 131242 h 131241"/>
              <a:gd name="csX103" fmla="*/ 49898 w 156006"/>
              <a:gd name="csY103" fmla="*/ 127262 h 131241"/>
              <a:gd name="csX104" fmla="*/ 53811 w 156006"/>
              <a:gd name="csY104" fmla="*/ 124914 h 131241"/>
              <a:gd name="csX105" fmla="*/ 57724 w 156006"/>
              <a:gd name="csY105" fmla="*/ 127262 h 131241"/>
              <a:gd name="csX106" fmla="*/ 78022 w 156006"/>
              <a:gd name="csY106" fmla="*/ 131242 h 131241"/>
              <a:gd name="csX107" fmla="*/ 98336 w 156006"/>
              <a:gd name="csY107" fmla="*/ 127262 h 131241"/>
              <a:gd name="csX108" fmla="*/ 102249 w 156006"/>
              <a:gd name="csY108" fmla="*/ 124914 h 131241"/>
              <a:gd name="csX109" fmla="*/ 106162 w 156006"/>
              <a:gd name="csY109" fmla="*/ 127262 h 131241"/>
              <a:gd name="csX110" fmla="*/ 126476 w 156006"/>
              <a:gd name="csY110" fmla="*/ 131242 h 131241"/>
              <a:gd name="csX111" fmla="*/ 146773 w 156006"/>
              <a:gd name="csY111" fmla="*/ 127262 h 131241"/>
              <a:gd name="csX112" fmla="*/ 154207 w 156006"/>
              <a:gd name="csY112" fmla="*/ 122839 h 131241"/>
              <a:gd name="csX113" fmla="*/ 155466 w 156006"/>
              <a:gd name="csY113" fmla="*/ 121189 h 131241"/>
              <a:gd name="csX114" fmla="*/ 155994 w 156006"/>
              <a:gd name="csY114" fmla="*/ 119181 h 131241"/>
              <a:gd name="csX115" fmla="*/ 155722 w 156006"/>
              <a:gd name="csY115" fmla="*/ 117123 h 131241"/>
              <a:gd name="csX116" fmla="*/ 154684 w 156006"/>
              <a:gd name="csY116" fmla="*/ 115337 h 131241"/>
              <a:gd name="csX117" fmla="*/ 153034 w 156006"/>
              <a:gd name="csY117" fmla="*/ 114078 h 131241"/>
              <a:gd name="csX118" fmla="*/ 151026 w 156006"/>
              <a:gd name="csY118" fmla="*/ 113534 h 131241"/>
              <a:gd name="csX119" fmla="*/ 148985 w 156006"/>
              <a:gd name="csY119" fmla="*/ 113806 h 131241"/>
              <a:gd name="csX120" fmla="*/ 147181 w 156006"/>
              <a:gd name="csY120" fmla="*/ 114843 h 131241"/>
              <a:gd name="csX121" fmla="*/ 142502 w 156006"/>
              <a:gd name="csY121" fmla="*/ 117514 h 131241"/>
              <a:gd name="csX122" fmla="*/ 126476 w 156006"/>
              <a:gd name="csY122" fmla="*/ 120610 h 131241"/>
              <a:gd name="csX123" fmla="*/ 110449 w 156006"/>
              <a:gd name="csY123" fmla="*/ 117514 h 131241"/>
              <a:gd name="csX124" fmla="*/ 105753 w 156006"/>
              <a:gd name="csY124" fmla="*/ 114843 h 131241"/>
              <a:gd name="csX125" fmla="*/ 102249 w 156006"/>
              <a:gd name="csY125" fmla="*/ 113534 h 131241"/>
              <a:gd name="csX126" fmla="*/ 98744 w 156006"/>
              <a:gd name="csY126" fmla="*/ 114843 h 131241"/>
              <a:gd name="csX127" fmla="*/ 94065 w 156006"/>
              <a:gd name="csY127" fmla="*/ 117514 h 131241"/>
              <a:gd name="csX128" fmla="*/ 78022 w 156006"/>
              <a:gd name="csY128" fmla="*/ 120610 h 131241"/>
              <a:gd name="csX129" fmla="*/ 61995 w 156006"/>
              <a:gd name="csY129" fmla="*/ 117514 h 131241"/>
              <a:gd name="csX130" fmla="*/ 57316 w 156006"/>
              <a:gd name="csY130" fmla="*/ 114843 h 131241"/>
              <a:gd name="csX131" fmla="*/ 53811 w 156006"/>
              <a:gd name="csY131" fmla="*/ 113534 h 131241"/>
              <a:gd name="csX132" fmla="*/ 50307 w 156006"/>
              <a:gd name="csY132" fmla="*/ 114843 h 131241"/>
              <a:gd name="csX133" fmla="*/ 45628 w 156006"/>
              <a:gd name="csY133" fmla="*/ 117514 h 131241"/>
              <a:gd name="csX134" fmla="*/ 29584 w 156006"/>
              <a:gd name="csY134" fmla="*/ 120610 h 131241"/>
              <a:gd name="csX135" fmla="*/ 13558 w 156006"/>
              <a:gd name="csY135" fmla="*/ 117514 h 131241"/>
              <a:gd name="csX136" fmla="*/ 8879 w 156006"/>
              <a:gd name="csY136" fmla="*/ 114843 h 131241"/>
              <a:gd name="csX137" fmla="*/ 5493 w 156006"/>
              <a:gd name="csY137" fmla="*/ 113482 h 131241"/>
            </a:gdLst>
            <a:ahLst/>
            <a:cxnLst/>
            <a:rect l="l" t="t" r="r" b="b"/>
            <a:pathLst>
              <a:path w="100000" h="100000">
                <a:moveTo>
                  <a:pt x="49969" y="7938"/>
                </a:moveTo>
                <a:cubicBezTo>
                  <a:pt x="49063" y="7949"/>
                  <a:pt x="48201" y="8320"/>
                  <a:pt x="47580" y="8974"/>
                </a:cubicBezTo>
                <a:cubicBezTo>
                  <a:pt x="46948" y="9617"/>
                  <a:pt x="46598" y="10490"/>
                  <a:pt x="46609" y="11395"/>
                </a:cubicBezTo>
                <a:lnTo>
                  <a:pt x="46609" y="17272"/>
                </a:lnTo>
                <a:cubicBezTo>
                  <a:pt x="41920" y="17686"/>
                  <a:pt x="37481" y="18962"/>
                  <a:pt x="33413" y="20903"/>
                </a:cubicBezTo>
                <a:lnTo>
                  <a:pt x="29030" y="14110"/>
                </a:lnTo>
                <a:cubicBezTo>
                  <a:pt x="28724" y="13630"/>
                  <a:pt x="28310" y="13227"/>
                  <a:pt x="27808" y="12954"/>
                </a:cubicBezTo>
                <a:cubicBezTo>
                  <a:pt x="27307" y="12670"/>
                  <a:pt x="26750" y="12529"/>
                  <a:pt x="26183" y="12518"/>
                </a:cubicBezTo>
                <a:cubicBezTo>
                  <a:pt x="25561" y="12507"/>
                  <a:pt x="24950" y="12670"/>
                  <a:pt x="24416" y="12986"/>
                </a:cubicBezTo>
                <a:cubicBezTo>
                  <a:pt x="23882" y="13303"/>
                  <a:pt x="23435" y="13750"/>
                  <a:pt x="23140" y="14295"/>
                </a:cubicBezTo>
                <a:cubicBezTo>
                  <a:pt x="22846" y="14841"/>
                  <a:pt x="22704" y="15462"/>
                  <a:pt x="22737" y="16084"/>
                </a:cubicBezTo>
                <a:cubicBezTo>
                  <a:pt x="22759" y="16694"/>
                  <a:pt x="22955" y="17294"/>
                  <a:pt x="23304" y="17818"/>
                </a:cubicBezTo>
                <a:lnTo>
                  <a:pt x="27535" y="24381"/>
                </a:lnTo>
                <a:cubicBezTo>
                  <a:pt x="24122" y="26835"/>
                  <a:pt x="21134" y="29834"/>
                  <a:pt x="18680" y="33246"/>
                </a:cubicBezTo>
                <a:lnTo>
                  <a:pt x="12115" y="29005"/>
                </a:lnTo>
                <a:cubicBezTo>
                  <a:pt x="11537" y="28623"/>
                  <a:pt x="10860" y="28427"/>
                  <a:pt x="10174" y="28438"/>
                </a:cubicBezTo>
                <a:cubicBezTo>
                  <a:pt x="9443" y="28438"/>
                  <a:pt x="8723" y="28689"/>
                  <a:pt x="8145" y="29136"/>
                </a:cubicBezTo>
                <a:cubicBezTo>
                  <a:pt x="7556" y="29583"/>
                  <a:pt x="7142" y="30215"/>
                  <a:pt x="6935" y="30924"/>
                </a:cubicBezTo>
                <a:cubicBezTo>
                  <a:pt x="6738" y="31633"/>
                  <a:pt x="6771" y="32385"/>
                  <a:pt x="7044" y="33072"/>
                </a:cubicBezTo>
                <a:cubicBezTo>
                  <a:pt x="7305" y="33759"/>
                  <a:pt x="7785" y="34337"/>
                  <a:pt x="8407" y="34730"/>
                </a:cubicBezTo>
                <a:lnTo>
                  <a:pt x="15201" y="39113"/>
                </a:lnTo>
                <a:cubicBezTo>
                  <a:pt x="13260" y="43180"/>
                  <a:pt x="11984" y="47618"/>
                  <a:pt x="11569" y="52307"/>
                </a:cubicBezTo>
                <a:lnTo>
                  <a:pt x="5713" y="52307"/>
                </a:lnTo>
                <a:cubicBezTo>
                  <a:pt x="5266" y="52307"/>
                  <a:pt x="4819" y="52394"/>
                  <a:pt x="4393" y="52558"/>
                </a:cubicBezTo>
                <a:cubicBezTo>
                  <a:pt x="3979" y="52721"/>
                  <a:pt x="3598" y="52972"/>
                  <a:pt x="3281" y="53289"/>
                </a:cubicBezTo>
                <a:cubicBezTo>
                  <a:pt x="2954" y="53605"/>
                  <a:pt x="2703" y="53986"/>
                  <a:pt x="2529" y="54401"/>
                </a:cubicBezTo>
                <a:cubicBezTo>
                  <a:pt x="2354" y="54826"/>
                  <a:pt x="2256" y="55273"/>
                  <a:pt x="2256" y="55720"/>
                </a:cubicBezTo>
                <a:cubicBezTo>
                  <a:pt x="2256" y="56167"/>
                  <a:pt x="2354" y="56614"/>
                  <a:pt x="2529" y="57039"/>
                </a:cubicBezTo>
                <a:cubicBezTo>
                  <a:pt x="2703" y="57454"/>
                  <a:pt x="2954" y="57824"/>
                  <a:pt x="3281" y="58152"/>
                </a:cubicBezTo>
                <a:cubicBezTo>
                  <a:pt x="3598" y="58468"/>
                  <a:pt x="3979" y="58719"/>
                  <a:pt x="4393" y="58882"/>
                </a:cubicBezTo>
                <a:cubicBezTo>
                  <a:pt x="4819" y="59046"/>
                  <a:pt x="5266" y="59133"/>
                  <a:pt x="5713" y="59122"/>
                </a:cubicBezTo>
                <a:lnTo>
                  <a:pt x="11548" y="59122"/>
                </a:lnTo>
                <a:cubicBezTo>
                  <a:pt x="12267" y="67289"/>
                  <a:pt x="15550" y="74726"/>
                  <a:pt x="20556" y="80636"/>
                </a:cubicBezTo>
                <a:cubicBezTo>
                  <a:pt x="26401" y="80287"/>
                  <a:pt x="29258" y="78128"/>
                  <a:pt x="29389" y="78019"/>
                </a:cubicBezTo>
                <a:cubicBezTo>
                  <a:pt x="30796" y="76841"/>
                  <a:pt x="32628" y="76176"/>
                  <a:pt x="34515" y="76176"/>
                </a:cubicBezTo>
                <a:cubicBezTo>
                  <a:pt x="36445" y="76176"/>
                  <a:pt x="38310" y="76874"/>
                  <a:pt x="39750" y="78139"/>
                </a:cubicBezTo>
                <a:cubicBezTo>
                  <a:pt x="39761" y="78150"/>
                  <a:pt x="43098" y="80713"/>
                  <a:pt x="50023" y="80713"/>
                </a:cubicBezTo>
                <a:cubicBezTo>
                  <a:pt x="56970" y="80713"/>
                  <a:pt x="60296" y="78128"/>
                  <a:pt x="60427" y="78019"/>
                </a:cubicBezTo>
                <a:cubicBezTo>
                  <a:pt x="61844" y="76841"/>
                  <a:pt x="63676" y="76176"/>
                  <a:pt x="65553" y="76176"/>
                </a:cubicBezTo>
                <a:cubicBezTo>
                  <a:pt x="67494" y="76176"/>
                  <a:pt x="69347" y="76874"/>
                  <a:pt x="70798" y="78139"/>
                </a:cubicBezTo>
                <a:cubicBezTo>
                  <a:pt x="70809" y="78150"/>
                  <a:pt x="73666" y="80287"/>
                  <a:pt x="79479" y="80636"/>
                </a:cubicBezTo>
                <a:cubicBezTo>
                  <a:pt x="84495" y="74726"/>
                  <a:pt x="87767" y="67289"/>
                  <a:pt x="88487" y="59122"/>
                </a:cubicBezTo>
                <a:lnTo>
                  <a:pt x="94321" y="59122"/>
                </a:lnTo>
                <a:cubicBezTo>
                  <a:pt x="94779" y="59133"/>
                  <a:pt x="95226" y="59046"/>
                  <a:pt x="95641" y="58882"/>
                </a:cubicBezTo>
                <a:cubicBezTo>
                  <a:pt x="96066" y="58719"/>
                  <a:pt x="96448" y="58468"/>
                  <a:pt x="96764" y="58152"/>
                </a:cubicBezTo>
                <a:cubicBezTo>
                  <a:pt x="97091" y="57824"/>
                  <a:pt x="97342" y="57454"/>
                  <a:pt x="97517" y="57039"/>
                </a:cubicBezTo>
                <a:cubicBezTo>
                  <a:pt x="97691" y="56614"/>
                  <a:pt x="97778" y="56167"/>
                  <a:pt x="97778" y="55720"/>
                </a:cubicBezTo>
                <a:cubicBezTo>
                  <a:pt x="97778" y="55273"/>
                  <a:pt x="97691" y="54826"/>
                  <a:pt x="97517" y="54401"/>
                </a:cubicBezTo>
                <a:cubicBezTo>
                  <a:pt x="97342" y="53986"/>
                  <a:pt x="97091" y="53605"/>
                  <a:pt x="96764" y="53289"/>
                </a:cubicBezTo>
                <a:cubicBezTo>
                  <a:pt x="96448" y="52972"/>
                  <a:pt x="96066" y="52721"/>
                  <a:pt x="95641" y="52558"/>
                </a:cubicBezTo>
                <a:cubicBezTo>
                  <a:pt x="95226" y="52394"/>
                  <a:pt x="94779" y="52307"/>
                  <a:pt x="94321" y="52307"/>
                </a:cubicBezTo>
                <a:lnTo>
                  <a:pt x="88476" y="52307"/>
                </a:lnTo>
                <a:cubicBezTo>
                  <a:pt x="88061" y="47618"/>
                  <a:pt x="86786" y="43180"/>
                  <a:pt x="84833" y="39113"/>
                </a:cubicBezTo>
                <a:lnTo>
                  <a:pt x="91628" y="34730"/>
                </a:lnTo>
                <a:cubicBezTo>
                  <a:pt x="92261" y="34337"/>
                  <a:pt x="92751" y="33737"/>
                  <a:pt x="93012" y="33050"/>
                </a:cubicBezTo>
                <a:cubicBezTo>
                  <a:pt x="93275" y="32352"/>
                  <a:pt x="93307" y="31589"/>
                  <a:pt x="93089" y="30870"/>
                </a:cubicBezTo>
                <a:cubicBezTo>
                  <a:pt x="92882" y="30161"/>
                  <a:pt x="92435" y="29528"/>
                  <a:pt x="91835" y="29092"/>
                </a:cubicBezTo>
                <a:cubicBezTo>
                  <a:pt x="91235" y="28656"/>
                  <a:pt x="90504" y="28416"/>
                  <a:pt x="89763" y="28438"/>
                </a:cubicBezTo>
                <a:cubicBezTo>
                  <a:pt x="89109" y="28449"/>
                  <a:pt x="88476" y="28645"/>
                  <a:pt x="87931" y="29005"/>
                </a:cubicBezTo>
                <a:lnTo>
                  <a:pt x="81365" y="33246"/>
                </a:lnTo>
                <a:cubicBezTo>
                  <a:pt x="78912" y="29834"/>
                  <a:pt x="75913" y="26835"/>
                  <a:pt x="72499" y="24381"/>
                </a:cubicBezTo>
                <a:lnTo>
                  <a:pt x="76742" y="17818"/>
                </a:lnTo>
                <a:cubicBezTo>
                  <a:pt x="77091" y="17294"/>
                  <a:pt x="77287" y="16683"/>
                  <a:pt x="77309" y="16051"/>
                </a:cubicBezTo>
                <a:cubicBezTo>
                  <a:pt x="77330" y="15429"/>
                  <a:pt x="77189" y="14797"/>
                  <a:pt x="76873" y="14252"/>
                </a:cubicBezTo>
                <a:cubicBezTo>
                  <a:pt x="76567" y="13706"/>
                  <a:pt x="76109" y="13249"/>
                  <a:pt x="75564" y="12943"/>
                </a:cubicBezTo>
                <a:cubicBezTo>
                  <a:pt x="75018" y="12638"/>
                  <a:pt x="74386" y="12496"/>
                  <a:pt x="73764" y="12518"/>
                </a:cubicBezTo>
                <a:cubicBezTo>
                  <a:pt x="73208" y="12540"/>
                  <a:pt x="72673" y="12703"/>
                  <a:pt x="72194" y="12976"/>
                </a:cubicBezTo>
                <a:cubicBezTo>
                  <a:pt x="71714" y="13259"/>
                  <a:pt x="71311" y="13641"/>
                  <a:pt x="71016" y="14110"/>
                </a:cubicBezTo>
                <a:lnTo>
                  <a:pt x="66632" y="20903"/>
                </a:lnTo>
                <a:cubicBezTo>
                  <a:pt x="62564" y="18962"/>
                  <a:pt x="58126" y="17686"/>
                  <a:pt x="53426" y="17272"/>
                </a:cubicBezTo>
                <a:lnTo>
                  <a:pt x="53426" y="11395"/>
                </a:lnTo>
                <a:cubicBezTo>
                  <a:pt x="53436" y="10936"/>
                  <a:pt x="53349" y="10490"/>
                  <a:pt x="53174" y="10065"/>
                </a:cubicBezTo>
                <a:cubicBezTo>
                  <a:pt x="53011" y="9639"/>
                  <a:pt x="52749" y="9258"/>
                  <a:pt x="52433" y="8930"/>
                </a:cubicBezTo>
                <a:cubicBezTo>
                  <a:pt x="52106" y="8614"/>
                  <a:pt x="51724" y="8363"/>
                  <a:pt x="51299" y="8189"/>
                </a:cubicBezTo>
                <a:cubicBezTo>
                  <a:pt x="50873" y="8015"/>
                  <a:pt x="50426" y="7927"/>
                  <a:pt x="49969" y="7938"/>
                </a:cubicBezTo>
                <a:close/>
                <a:moveTo>
                  <a:pt x="51092" y="35275"/>
                </a:moveTo>
                <a:lnTo>
                  <a:pt x="51124" y="35275"/>
                </a:lnTo>
                <a:cubicBezTo>
                  <a:pt x="52367" y="35286"/>
                  <a:pt x="53360" y="36300"/>
                  <a:pt x="53360" y="37542"/>
                </a:cubicBezTo>
                <a:cubicBezTo>
                  <a:pt x="53360" y="37598"/>
                  <a:pt x="53360" y="37652"/>
                  <a:pt x="53360" y="37707"/>
                </a:cubicBezTo>
                <a:lnTo>
                  <a:pt x="53338" y="48414"/>
                </a:lnTo>
                <a:lnTo>
                  <a:pt x="61834" y="50170"/>
                </a:lnTo>
                <a:cubicBezTo>
                  <a:pt x="62586" y="50323"/>
                  <a:pt x="63219" y="50846"/>
                  <a:pt x="63502" y="51577"/>
                </a:cubicBezTo>
                <a:cubicBezTo>
                  <a:pt x="63774" y="52296"/>
                  <a:pt x="63666" y="53103"/>
                  <a:pt x="63219" y="53725"/>
                </a:cubicBezTo>
                <a:lnTo>
                  <a:pt x="50830" y="70691"/>
                </a:lnTo>
                <a:cubicBezTo>
                  <a:pt x="50394" y="71291"/>
                  <a:pt x="49706" y="71618"/>
                  <a:pt x="48997" y="71618"/>
                </a:cubicBezTo>
                <a:cubicBezTo>
                  <a:pt x="48758" y="71618"/>
                  <a:pt x="48518" y="71585"/>
                  <a:pt x="48289" y="71509"/>
                </a:cubicBezTo>
                <a:cubicBezTo>
                  <a:pt x="47351" y="71204"/>
                  <a:pt x="46719" y="70332"/>
                  <a:pt x="46730" y="69350"/>
                </a:cubicBezTo>
                <a:lnTo>
                  <a:pt x="46741" y="58479"/>
                </a:lnTo>
                <a:lnTo>
                  <a:pt x="38245" y="56734"/>
                </a:lnTo>
                <a:cubicBezTo>
                  <a:pt x="37492" y="56581"/>
                  <a:pt x="36859" y="56048"/>
                  <a:pt x="36576" y="55328"/>
                </a:cubicBezTo>
                <a:cubicBezTo>
                  <a:pt x="36304" y="54608"/>
                  <a:pt x="36413" y="53790"/>
                  <a:pt x="36859" y="53168"/>
                </a:cubicBezTo>
                <a:lnTo>
                  <a:pt x="49237" y="36223"/>
                </a:lnTo>
                <a:cubicBezTo>
                  <a:pt x="49270" y="36180"/>
                  <a:pt x="49314" y="36125"/>
                  <a:pt x="49358" y="36071"/>
                </a:cubicBezTo>
                <a:cubicBezTo>
                  <a:pt x="49478" y="35929"/>
                  <a:pt x="49619" y="35798"/>
                  <a:pt x="49761" y="35700"/>
                </a:cubicBezTo>
                <a:cubicBezTo>
                  <a:pt x="50088" y="35460"/>
                  <a:pt x="50481" y="35318"/>
                  <a:pt x="50906" y="35286"/>
                </a:cubicBezTo>
                <a:cubicBezTo>
                  <a:pt x="50961" y="35275"/>
                  <a:pt x="51026" y="35275"/>
                  <a:pt x="51092" y="35275"/>
                </a:cubicBezTo>
                <a:close/>
                <a:moveTo>
                  <a:pt x="3521" y="80679"/>
                </a:moveTo>
                <a:cubicBezTo>
                  <a:pt x="2824" y="80657"/>
                  <a:pt x="2126" y="80854"/>
                  <a:pt x="1526" y="81236"/>
                </a:cubicBezTo>
                <a:cubicBezTo>
                  <a:pt x="937" y="81629"/>
                  <a:pt x="490" y="82195"/>
                  <a:pt x="228" y="82850"/>
                </a:cubicBezTo>
                <a:cubicBezTo>
                  <a:pt x="-23" y="83504"/>
                  <a:pt x="-67" y="84234"/>
                  <a:pt x="97" y="84921"/>
                </a:cubicBezTo>
                <a:cubicBezTo>
                  <a:pt x="271" y="85597"/>
                  <a:pt x="653" y="86219"/>
                  <a:pt x="1199" y="86677"/>
                </a:cubicBezTo>
                <a:cubicBezTo>
                  <a:pt x="1199" y="86677"/>
                  <a:pt x="2987" y="88203"/>
                  <a:pt x="5953" y="89512"/>
                </a:cubicBezTo>
                <a:cubicBezTo>
                  <a:pt x="8930" y="90810"/>
                  <a:pt x="13292" y="92063"/>
                  <a:pt x="18963" y="92063"/>
                </a:cubicBezTo>
                <a:cubicBezTo>
                  <a:pt x="24645" y="92063"/>
                  <a:pt x="29008" y="90810"/>
                  <a:pt x="31985" y="89512"/>
                </a:cubicBezTo>
                <a:cubicBezTo>
                  <a:pt x="33555" y="88814"/>
                  <a:pt x="33675" y="88563"/>
                  <a:pt x="34493" y="88007"/>
                </a:cubicBezTo>
                <a:cubicBezTo>
                  <a:pt x="35311" y="88563"/>
                  <a:pt x="35442" y="88814"/>
                  <a:pt x="37001" y="89512"/>
                </a:cubicBezTo>
                <a:cubicBezTo>
                  <a:pt x="39979" y="90810"/>
                  <a:pt x="44341" y="92063"/>
                  <a:pt x="50012" y="92063"/>
                </a:cubicBezTo>
                <a:cubicBezTo>
                  <a:pt x="55694" y="92063"/>
                  <a:pt x="60067" y="90810"/>
                  <a:pt x="63033" y="89512"/>
                </a:cubicBezTo>
                <a:cubicBezTo>
                  <a:pt x="64603" y="88814"/>
                  <a:pt x="64724" y="88563"/>
                  <a:pt x="65542" y="88007"/>
                </a:cubicBezTo>
                <a:cubicBezTo>
                  <a:pt x="66360" y="88563"/>
                  <a:pt x="66490" y="88814"/>
                  <a:pt x="68050" y="89512"/>
                </a:cubicBezTo>
                <a:cubicBezTo>
                  <a:pt x="71027" y="90810"/>
                  <a:pt x="75389" y="92063"/>
                  <a:pt x="81071" y="92063"/>
                </a:cubicBezTo>
                <a:cubicBezTo>
                  <a:pt x="86742" y="92063"/>
                  <a:pt x="91115" y="90810"/>
                  <a:pt x="94082" y="89512"/>
                </a:cubicBezTo>
                <a:cubicBezTo>
                  <a:pt x="97048" y="88203"/>
                  <a:pt x="98847" y="86677"/>
                  <a:pt x="98847" y="86677"/>
                </a:cubicBezTo>
                <a:cubicBezTo>
                  <a:pt x="99174" y="86382"/>
                  <a:pt x="99458" y="86023"/>
                  <a:pt x="99654" y="85619"/>
                </a:cubicBezTo>
                <a:cubicBezTo>
                  <a:pt x="99851" y="85216"/>
                  <a:pt x="99971" y="84780"/>
                  <a:pt x="99992" y="84332"/>
                </a:cubicBezTo>
                <a:cubicBezTo>
                  <a:pt x="100025" y="83886"/>
                  <a:pt x="99960" y="83438"/>
                  <a:pt x="99818" y="83013"/>
                </a:cubicBezTo>
                <a:cubicBezTo>
                  <a:pt x="99676" y="82598"/>
                  <a:pt x="99447" y="82206"/>
                  <a:pt x="99153" y="81868"/>
                </a:cubicBezTo>
                <a:cubicBezTo>
                  <a:pt x="98858" y="81530"/>
                  <a:pt x="98498" y="81257"/>
                  <a:pt x="98095" y="81061"/>
                </a:cubicBezTo>
                <a:cubicBezTo>
                  <a:pt x="97691" y="80865"/>
                  <a:pt x="97255" y="80745"/>
                  <a:pt x="96808" y="80713"/>
                </a:cubicBezTo>
                <a:cubicBezTo>
                  <a:pt x="96361" y="80690"/>
                  <a:pt x="95914" y="80745"/>
                  <a:pt x="95500" y="80887"/>
                </a:cubicBezTo>
                <a:cubicBezTo>
                  <a:pt x="95074" y="81029"/>
                  <a:pt x="94682" y="81257"/>
                  <a:pt x="94343" y="81552"/>
                </a:cubicBezTo>
                <a:cubicBezTo>
                  <a:pt x="94343" y="81552"/>
                  <a:pt x="93547" y="82304"/>
                  <a:pt x="91344" y="83264"/>
                </a:cubicBezTo>
                <a:cubicBezTo>
                  <a:pt x="89141" y="84234"/>
                  <a:pt x="85739" y="85248"/>
                  <a:pt x="81071" y="85248"/>
                </a:cubicBezTo>
                <a:cubicBezTo>
                  <a:pt x="76393" y="85248"/>
                  <a:pt x="73001" y="84234"/>
                  <a:pt x="70798" y="83264"/>
                </a:cubicBezTo>
                <a:cubicBezTo>
                  <a:pt x="68584" y="82304"/>
                  <a:pt x="67788" y="81552"/>
                  <a:pt x="67788" y="81552"/>
                </a:cubicBezTo>
                <a:cubicBezTo>
                  <a:pt x="67167" y="81007"/>
                  <a:pt x="66371" y="80713"/>
                  <a:pt x="65542" y="80713"/>
                </a:cubicBezTo>
                <a:cubicBezTo>
                  <a:pt x="64713" y="80713"/>
                  <a:pt x="63917" y="81007"/>
                  <a:pt x="63295" y="81552"/>
                </a:cubicBezTo>
                <a:cubicBezTo>
                  <a:pt x="63295" y="81552"/>
                  <a:pt x="62499" y="82304"/>
                  <a:pt x="60296" y="83264"/>
                </a:cubicBezTo>
                <a:cubicBezTo>
                  <a:pt x="58093" y="84234"/>
                  <a:pt x="54690" y="85248"/>
                  <a:pt x="50012" y="85248"/>
                </a:cubicBezTo>
                <a:cubicBezTo>
                  <a:pt x="45344" y="85248"/>
                  <a:pt x="41953" y="84234"/>
                  <a:pt x="39739" y="83264"/>
                </a:cubicBezTo>
                <a:cubicBezTo>
                  <a:pt x="37536" y="82304"/>
                  <a:pt x="36740" y="81552"/>
                  <a:pt x="36740" y="81552"/>
                </a:cubicBezTo>
                <a:cubicBezTo>
                  <a:pt x="36118" y="81007"/>
                  <a:pt x="35322" y="80713"/>
                  <a:pt x="34493" y="80713"/>
                </a:cubicBezTo>
                <a:cubicBezTo>
                  <a:pt x="33665" y="80713"/>
                  <a:pt x="32868" y="81007"/>
                  <a:pt x="32247" y="81552"/>
                </a:cubicBezTo>
                <a:cubicBezTo>
                  <a:pt x="32247" y="81552"/>
                  <a:pt x="31451" y="82304"/>
                  <a:pt x="29248" y="83264"/>
                </a:cubicBezTo>
                <a:cubicBezTo>
                  <a:pt x="27044" y="84234"/>
                  <a:pt x="23642" y="85248"/>
                  <a:pt x="18963" y="85248"/>
                </a:cubicBezTo>
                <a:cubicBezTo>
                  <a:pt x="14296" y="85248"/>
                  <a:pt x="10904" y="84234"/>
                  <a:pt x="8691" y="83264"/>
                </a:cubicBezTo>
                <a:cubicBezTo>
                  <a:pt x="6488" y="82304"/>
                  <a:pt x="5691" y="81552"/>
                  <a:pt x="5691" y="81552"/>
                </a:cubicBezTo>
                <a:cubicBezTo>
                  <a:pt x="5102" y="81018"/>
                  <a:pt x="4328" y="80701"/>
                  <a:pt x="3521" y="8067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3" name="Чёрный — SVG 16">
            <a:extLst>
              <a:ext uri="{FF2B5EF4-FFF2-40B4-BE49-F238E27FC236}">
                <a16:creationId xmlns:a16="http://schemas.microsoft.com/office/drawing/2014/main" id="{CF5BFC3A-81E3-0846-B733-83A836CB2C47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98812 w 99238"/>
              <a:gd name="csY0" fmla="*/ 49298 h 141753"/>
              <a:gd name="csX1" fmla="*/ 93929 w 99238"/>
              <a:gd name="csY1" fmla="*/ 46066 h 141753"/>
              <a:gd name="csX2" fmla="*/ 69090 w 99238"/>
              <a:gd name="csY2" fmla="*/ 46066 h 141753"/>
              <a:gd name="csX3" fmla="*/ 91428 w 99238"/>
              <a:gd name="csY3" fmla="*/ 8012 h 141753"/>
              <a:gd name="csX4" fmla="*/ 91445 w 99238"/>
              <a:gd name="csY4" fmla="*/ 2671 h 141753"/>
              <a:gd name="csX5" fmla="*/ 86835 w 99238"/>
              <a:gd name="csY5" fmla="*/ 0 h 141753"/>
              <a:gd name="csX6" fmla="*/ 44301 w 99238"/>
              <a:gd name="csY6" fmla="*/ 0 h 141753"/>
              <a:gd name="csX7" fmla="*/ 39640 w 99238"/>
              <a:gd name="csY7" fmla="*/ 2756 h 141753"/>
              <a:gd name="csX8" fmla="*/ 662 w 99238"/>
              <a:gd name="csY8" fmla="*/ 73641 h 141753"/>
              <a:gd name="csX9" fmla="*/ 730 w 99238"/>
              <a:gd name="csY9" fmla="*/ 78897 h 141753"/>
              <a:gd name="csX10" fmla="*/ 5306 w 99238"/>
              <a:gd name="csY10" fmla="*/ 81517 h 141753"/>
              <a:gd name="csX11" fmla="*/ 29329 w 99238"/>
              <a:gd name="csY11" fmla="*/ 81517 h 141753"/>
              <a:gd name="csX12" fmla="*/ 7484 w 99238"/>
              <a:gd name="csY12" fmla="*/ 134422 h 141753"/>
              <a:gd name="csX13" fmla="*/ 9492 w 99238"/>
              <a:gd name="csY13" fmla="*/ 140903 h 141753"/>
              <a:gd name="csX14" fmla="*/ 12401 w 99238"/>
              <a:gd name="csY14" fmla="*/ 141754 h 141753"/>
              <a:gd name="csX15" fmla="*/ 16246 w 99238"/>
              <a:gd name="csY15" fmla="*/ 140121 h 141753"/>
              <a:gd name="csX16" fmla="*/ 97757 w 99238"/>
              <a:gd name="csY16" fmla="*/ 55065 h 141753"/>
              <a:gd name="csX17" fmla="*/ 98812 w 99238"/>
              <a:gd name="csY17" fmla="*/ 49298 h 141753"/>
            </a:gdLst>
            <a:ahLst/>
            <a:cxnLst/>
            <a:rect l="l" t="t" r="r" b="b"/>
            <a:pathLst>
              <a:path w="100000" h="100000">
                <a:moveTo>
                  <a:pt x="84703" y="34777"/>
                </a:moveTo>
                <a:cubicBezTo>
                  <a:pt x="84115" y="33398"/>
                  <a:pt x="82759" y="32497"/>
                  <a:pt x="81259" y="32497"/>
                </a:cubicBezTo>
                <a:lnTo>
                  <a:pt x="63736" y="32497"/>
                </a:lnTo>
                <a:lnTo>
                  <a:pt x="79494" y="5652"/>
                </a:lnTo>
                <a:cubicBezTo>
                  <a:pt x="80167" y="4488"/>
                  <a:pt x="80179" y="3048"/>
                  <a:pt x="79506" y="1884"/>
                </a:cubicBezTo>
                <a:cubicBezTo>
                  <a:pt x="78834" y="720"/>
                  <a:pt x="77598" y="0"/>
                  <a:pt x="76254" y="0"/>
                </a:cubicBezTo>
                <a:lnTo>
                  <a:pt x="46248" y="0"/>
                </a:lnTo>
                <a:cubicBezTo>
                  <a:pt x="44881" y="0"/>
                  <a:pt x="43620" y="744"/>
                  <a:pt x="42960" y="1944"/>
                </a:cubicBezTo>
                <a:lnTo>
                  <a:pt x="15463" y="51950"/>
                </a:lnTo>
                <a:cubicBezTo>
                  <a:pt x="14827" y="53102"/>
                  <a:pt x="14839" y="54518"/>
                  <a:pt x="15511" y="55658"/>
                </a:cubicBezTo>
                <a:cubicBezTo>
                  <a:pt x="16195" y="56799"/>
                  <a:pt x="17419" y="57506"/>
                  <a:pt x="18739" y="57506"/>
                </a:cubicBezTo>
                <a:lnTo>
                  <a:pt x="35686" y="57506"/>
                </a:lnTo>
                <a:lnTo>
                  <a:pt x="20276" y="94828"/>
                </a:lnTo>
                <a:cubicBezTo>
                  <a:pt x="19591" y="96496"/>
                  <a:pt x="20180" y="98416"/>
                  <a:pt x="21692" y="99400"/>
                </a:cubicBezTo>
                <a:cubicBezTo>
                  <a:pt x="22328" y="99808"/>
                  <a:pt x="23036" y="100001"/>
                  <a:pt x="23744" y="100001"/>
                </a:cubicBezTo>
                <a:cubicBezTo>
                  <a:pt x="24741" y="100001"/>
                  <a:pt x="25725" y="99604"/>
                  <a:pt x="26457" y="98849"/>
                </a:cubicBezTo>
                <a:lnTo>
                  <a:pt x="83959" y="38846"/>
                </a:lnTo>
                <a:cubicBezTo>
                  <a:pt x="85003" y="37766"/>
                  <a:pt x="85292" y="36157"/>
                  <a:pt x="84703" y="3477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4" name="Чёрный — SVG 17">
            <a:extLst>
              <a:ext uri="{FF2B5EF4-FFF2-40B4-BE49-F238E27FC236}">
                <a16:creationId xmlns:a16="http://schemas.microsoft.com/office/drawing/2014/main" id="{24E52CAF-6B5A-C349-B1D3-C5654B7CFEF4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119009 w 124760"/>
              <a:gd name="csY0" fmla="*/ 1 h 153186"/>
              <a:gd name="csX1" fmla="*/ 115028 w 124760"/>
              <a:gd name="csY1" fmla="*/ 1719 h 153186"/>
              <a:gd name="csX2" fmla="*/ 113428 w 124760"/>
              <a:gd name="csY2" fmla="*/ 5751 h 153186"/>
              <a:gd name="csX3" fmla="*/ 108392 w 124760"/>
              <a:gd name="csY3" fmla="*/ 13729 h 153186"/>
              <a:gd name="csX4" fmla="*/ 96415 w 124760"/>
              <a:gd name="csY4" fmla="*/ 17098 h 153186"/>
              <a:gd name="csX5" fmla="*/ 94220 w 124760"/>
              <a:gd name="csY5" fmla="*/ 17506 h 153186"/>
              <a:gd name="csX6" fmla="*/ 92349 w 124760"/>
              <a:gd name="csY6" fmla="*/ 18731 h 153186"/>
              <a:gd name="csX7" fmla="*/ 91090 w 124760"/>
              <a:gd name="csY7" fmla="*/ 20568 h 153186"/>
              <a:gd name="csX8" fmla="*/ 90665 w 124760"/>
              <a:gd name="csY8" fmla="*/ 22762 h 153186"/>
              <a:gd name="csX9" fmla="*/ 91090 w 124760"/>
              <a:gd name="csY9" fmla="*/ 24956 h 153186"/>
              <a:gd name="csX10" fmla="*/ 92349 w 124760"/>
              <a:gd name="csY10" fmla="*/ 26794 h 153186"/>
              <a:gd name="csX11" fmla="*/ 94220 w 124760"/>
              <a:gd name="csY11" fmla="*/ 28019 h 153186"/>
              <a:gd name="csX12" fmla="*/ 96415 w 124760"/>
              <a:gd name="csY12" fmla="*/ 28427 h 153186"/>
              <a:gd name="csX13" fmla="*/ 114500 w 124760"/>
              <a:gd name="csY13" fmla="*/ 23289 h 153186"/>
              <a:gd name="csX14" fmla="*/ 124759 w 124760"/>
              <a:gd name="csY14" fmla="*/ 5751 h 153186"/>
              <a:gd name="csX15" fmla="*/ 124351 w 124760"/>
              <a:gd name="csY15" fmla="*/ 3540 h 153186"/>
              <a:gd name="csX16" fmla="*/ 123092 w 124760"/>
              <a:gd name="csY16" fmla="*/ 1651 h 153186"/>
              <a:gd name="csX17" fmla="*/ 121221 w 124760"/>
              <a:gd name="csY17" fmla="*/ 410 h 153186"/>
              <a:gd name="csX18" fmla="*/ 119009 w 124760"/>
              <a:gd name="csY18" fmla="*/ 1 h 153186"/>
              <a:gd name="csX19" fmla="*/ 90733 w 124760"/>
              <a:gd name="csY19" fmla="*/ 86 h 153186"/>
              <a:gd name="csX20" fmla="*/ 71031 w 124760"/>
              <a:gd name="csY20" fmla="*/ 5462 h 153186"/>
              <a:gd name="csX21" fmla="*/ 67934 w 124760"/>
              <a:gd name="csY21" fmla="*/ 8677 h 153186"/>
              <a:gd name="csX22" fmla="*/ 62167 w 124760"/>
              <a:gd name="csY22" fmla="*/ 8660 h 153186"/>
              <a:gd name="csX23" fmla="*/ 45970 w 124760"/>
              <a:gd name="csY23" fmla="*/ 20227 h 153186"/>
              <a:gd name="csX24" fmla="*/ 45375 w 124760"/>
              <a:gd name="csY24" fmla="*/ 22354 h 153186"/>
              <a:gd name="csX25" fmla="*/ 45664 w 124760"/>
              <a:gd name="csY25" fmla="*/ 24548 h 153186"/>
              <a:gd name="csX26" fmla="*/ 46753 w 124760"/>
              <a:gd name="csY26" fmla="*/ 26471 h 153186"/>
              <a:gd name="csX27" fmla="*/ 48505 w 124760"/>
              <a:gd name="csY27" fmla="*/ 27832 h 153186"/>
              <a:gd name="csX28" fmla="*/ 52827 w 124760"/>
              <a:gd name="csY28" fmla="*/ 28138 h 153186"/>
              <a:gd name="csX29" fmla="*/ 56110 w 124760"/>
              <a:gd name="csY29" fmla="*/ 25297 h 153186"/>
              <a:gd name="csX30" fmla="*/ 64021 w 124760"/>
              <a:gd name="csY30" fmla="*/ 19853 h 153186"/>
              <a:gd name="csX31" fmla="*/ 69789 w 124760"/>
              <a:gd name="csY31" fmla="*/ 19819 h 153186"/>
              <a:gd name="csX32" fmla="*/ 73736 w 124760"/>
              <a:gd name="csY32" fmla="*/ 19156 h 153186"/>
              <a:gd name="csX33" fmla="*/ 76271 w 124760"/>
              <a:gd name="csY33" fmla="*/ 16043 h 153186"/>
              <a:gd name="csX34" fmla="*/ 76322 w 124760"/>
              <a:gd name="csY34" fmla="*/ 16077 h 153186"/>
              <a:gd name="csX35" fmla="*/ 77836 w 124760"/>
              <a:gd name="csY35" fmla="*/ 14546 h 153186"/>
              <a:gd name="csX36" fmla="*/ 90733 w 124760"/>
              <a:gd name="csY36" fmla="*/ 11416 h 153186"/>
              <a:gd name="csX37" fmla="*/ 92927 w 124760"/>
              <a:gd name="csY37" fmla="*/ 11007 h 153186"/>
              <a:gd name="csX38" fmla="*/ 94799 w 124760"/>
              <a:gd name="csY38" fmla="*/ 9783 h 153186"/>
              <a:gd name="csX39" fmla="*/ 96058 w 124760"/>
              <a:gd name="csY39" fmla="*/ 7945 h 153186"/>
              <a:gd name="csX40" fmla="*/ 96483 w 124760"/>
              <a:gd name="csY40" fmla="*/ 5751 h 153186"/>
              <a:gd name="csX41" fmla="*/ 96058 w 124760"/>
              <a:gd name="csY41" fmla="*/ 3557 h 153186"/>
              <a:gd name="csX42" fmla="*/ 94799 w 124760"/>
              <a:gd name="csY42" fmla="*/ 1719 h 153186"/>
              <a:gd name="csX43" fmla="*/ 92927 w 124760"/>
              <a:gd name="csY43" fmla="*/ 495 h 153186"/>
              <a:gd name="csX44" fmla="*/ 90733 w 124760"/>
              <a:gd name="csY44" fmla="*/ 86 h 153186"/>
              <a:gd name="csX45" fmla="*/ 28361 w 124760"/>
              <a:gd name="csY45" fmla="*/ 39773 h 153186"/>
              <a:gd name="csX46" fmla="*/ 26166 w 124760"/>
              <a:gd name="csY46" fmla="*/ 40182 h 153186"/>
              <a:gd name="csX47" fmla="*/ 24295 w 124760"/>
              <a:gd name="csY47" fmla="*/ 41406 h 153186"/>
              <a:gd name="csX48" fmla="*/ 23036 w 124760"/>
              <a:gd name="csY48" fmla="*/ 43260 h 153186"/>
              <a:gd name="csX49" fmla="*/ 22611 w 124760"/>
              <a:gd name="csY49" fmla="*/ 45438 h 153186"/>
              <a:gd name="csX50" fmla="*/ 23036 w 124760"/>
              <a:gd name="csY50" fmla="*/ 47632 h 153186"/>
              <a:gd name="csX51" fmla="*/ 24295 w 124760"/>
              <a:gd name="csY51" fmla="*/ 49487 h 153186"/>
              <a:gd name="csX52" fmla="*/ 26166 w 124760"/>
              <a:gd name="csY52" fmla="*/ 50711 h 153186"/>
              <a:gd name="csX53" fmla="*/ 28361 w 124760"/>
              <a:gd name="csY53" fmla="*/ 51120 h 153186"/>
              <a:gd name="csX54" fmla="*/ 28361 w 124760"/>
              <a:gd name="csY54" fmla="*/ 62449 h 153186"/>
              <a:gd name="csX55" fmla="*/ 970 w 124760"/>
              <a:gd name="csY55" fmla="*/ 137281 h 153186"/>
              <a:gd name="csX56" fmla="*/ 0 w 124760"/>
              <a:gd name="csY56" fmla="*/ 141840 h 153186"/>
              <a:gd name="csX57" fmla="*/ 3318 w 124760"/>
              <a:gd name="csY57" fmla="*/ 149852 h 153186"/>
              <a:gd name="csX58" fmla="*/ 11348 w 124760"/>
              <a:gd name="csY58" fmla="*/ 153186 h 153186"/>
              <a:gd name="csX59" fmla="*/ 62388 w 124760"/>
              <a:gd name="csY59" fmla="*/ 153186 h 153186"/>
              <a:gd name="csX60" fmla="*/ 113428 w 124760"/>
              <a:gd name="csY60" fmla="*/ 153186 h 153186"/>
              <a:gd name="csX61" fmla="*/ 121442 w 124760"/>
              <a:gd name="csY61" fmla="*/ 149852 h 153186"/>
              <a:gd name="csX62" fmla="*/ 124759 w 124760"/>
              <a:gd name="csY62" fmla="*/ 141840 h 153186"/>
              <a:gd name="csX63" fmla="*/ 123790 w 124760"/>
              <a:gd name="csY63" fmla="*/ 137281 h 153186"/>
              <a:gd name="csX64" fmla="*/ 123807 w 124760"/>
              <a:gd name="csY64" fmla="*/ 137281 h 153186"/>
              <a:gd name="csX65" fmla="*/ 96415 w 124760"/>
              <a:gd name="csY65" fmla="*/ 62449 h 153186"/>
              <a:gd name="csX66" fmla="*/ 96415 w 124760"/>
              <a:gd name="csY66" fmla="*/ 51120 h 153186"/>
              <a:gd name="csX67" fmla="*/ 98610 w 124760"/>
              <a:gd name="csY67" fmla="*/ 50711 h 153186"/>
              <a:gd name="csX68" fmla="*/ 100464 w 124760"/>
              <a:gd name="csY68" fmla="*/ 49487 h 153186"/>
              <a:gd name="csX69" fmla="*/ 101723 w 124760"/>
              <a:gd name="csY69" fmla="*/ 47632 h 153186"/>
              <a:gd name="csX70" fmla="*/ 102166 w 124760"/>
              <a:gd name="csY70" fmla="*/ 45438 h 153186"/>
              <a:gd name="csX71" fmla="*/ 101723 w 124760"/>
              <a:gd name="csY71" fmla="*/ 43260 h 153186"/>
              <a:gd name="csX72" fmla="*/ 100464 w 124760"/>
              <a:gd name="csY72" fmla="*/ 41406 h 153186"/>
              <a:gd name="csX73" fmla="*/ 98610 w 124760"/>
              <a:gd name="csY73" fmla="*/ 40182 h 153186"/>
              <a:gd name="csX74" fmla="*/ 96415 w 124760"/>
              <a:gd name="csY74" fmla="*/ 39773 h 153186"/>
              <a:gd name="csX75" fmla="*/ 28361 w 124760"/>
              <a:gd name="csY75" fmla="*/ 39773 h 153186"/>
              <a:gd name="csX76" fmla="*/ 42993 w 124760"/>
              <a:gd name="csY76" fmla="*/ 79902 h 153186"/>
              <a:gd name="csX77" fmla="*/ 54460 w 124760"/>
              <a:gd name="csY77" fmla="*/ 99754 h 153186"/>
              <a:gd name="csX78" fmla="*/ 51414 w 124760"/>
              <a:gd name="csY78" fmla="*/ 104977 h 153186"/>
              <a:gd name="csX79" fmla="*/ 28497 w 124760"/>
              <a:gd name="csY79" fmla="*/ 104977 h 153186"/>
              <a:gd name="csX80" fmla="*/ 42993 w 124760"/>
              <a:gd name="csY80" fmla="*/ 79902 h 153186"/>
              <a:gd name="csX81" fmla="*/ 81784 w 124760"/>
              <a:gd name="csY81" fmla="*/ 79902 h 153186"/>
              <a:gd name="csX82" fmla="*/ 91838 w 124760"/>
              <a:gd name="csY82" fmla="*/ 90790 h 153186"/>
              <a:gd name="csX83" fmla="*/ 96262 w 124760"/>
              <a:gd name="csY83" fmla="*/ 104977 h 153186"/>
              <a:gd name="csX84" fmla="*/ 73311 w 124760"/>
              <a:gd name="csY84" fmla="*/ 104977 h 153186"/>
              <a:gd name="csX85" fmla="*/ 72205 w 124760"/>
              <a:gd name="csY85" fmla="*/ 102153 h 153186"/>
              <a:gd name="csX86" fmla="*/ 70300 w 124760"/>
              <a:gd name="csY86" fmla="*/ 99771 h 153186"/>
              <a:gd name="csX87" fmla="*/ 81784 w 124760"/>
              <a:gd name="csY87" fmla="*/ 79902 h 153186"/>
              <a:gd name="csX88" fmla="*/ 62388 w 124760"/>
              <a:gd name="csY88" fmla="*/ 102153 h 153186"/>
              <a:gd name="csX89" fmla="*/ 68054 w 124760"/>
              <a:gd name="csY89" fmla="*/ 107817 h 153186"/>
              <a:gd name="csX90" fmla="*/ 62388 w 124760"/>
              <a:gd name="csY90" fmla="*/ 113482 h 153186"/>
              <a:gd name="csX91" fmla="*/ 56706 w 124760"/>
              <a:gd name="csY91" fmla="*/ 107817 h 153186"/>
              <a:gd name="csX92" fmla="*/ 62388 w 124760"/>
              <a:gd name="csY92" fmla="*/ 102153 h 153186"/>
              <a:gd name="csX93" fmla="*/ 65399 w 124760"/>
              <a:gd name="csY93" fmla="*/ 118722 h 153186"/>
              <a:gd name="csX94" fmla="*/ 76866 w 124760"/>
              <a:gd name="csY94" fmla="*/ 138574 h 153186"/>
              <a:gd name="csX95" fmla="*/ 47893 w 124760"/>
              <a:gd name="csY95" fmla="*/ 138591 h 153186"/>
              <a:gd name="csX96" fmla="*/ 59360 w 124760"/>
              <a:gd name="csY96" fmla="*/ 118739 h 153186"/>
              <a:gd name="csX97" fmla="*/ 65399 w 124760"/>
              <a:gd name="csY97" fmla="*/ 118722 h 153186"/>
            </a:gdLst>
            <a:ahLst/>
            <a:cxnLst/>
            <a:rect l="l" t="t" r="r" b="b"/>
            <a:pathLst>
              <a:path w="100000" h="100000">
                <a:moveTo>
                  <a:pt x="86967" y="1"/>
                </a:moveTo>
                <a:cubicBezTo>
                  <a:pt x="85979" y="12"/>
                  <a:pt x="85046" y="423"/>
                  <a:pt x="84369" y="1122"/>
                </a:cubicBezTo>
                <a:cubicBezTo>
                  <a:pt x="83680" y="1822"/>
                  <a:pt x="83302" y="2777"/>
                  <a:pt x="83324" y="3754"/>
                </a:cubicBezTo>
                <a:cubicBezTo>
                  <a:pt x="83324" y="6053"/>
                  <a:pt x="82203" y="7574"/>
                  <a:pt x="80037" y="8962"/>
                </a:cubicBezTo>
                <a:cubicBezTo>
                  <a:pt x="77871" y="10340"/>
                  <a:pt x="74717" y="11162"/>
                  <a:pt x="72218" y="11162"/>
                </a:cubicBezTo>
                <a:cubicBezTo>
                  <a:pt x="71718" y="11150"/>
                  <a:pt x="71241" y="11239"/>
                  <a:pt x="70785" y="11428"/>
                </a:cubicBezTo>
                <a:cubicBezTo>
                  <a:pt x="70330" y="11605"/>
                  <a:pt x="69908" y="11883"/>
                  <a:pt x="69564" y="12228"/>
                </a:cubicBezTo>
                <a:cubicBezTo>
                  <a:pt x="69208" y="12572"/>
                  <a:pt x="68931" y="12982"/>
                  <a:pt x="68742" y="13427"/>
                </a:cubicBezTo>
                <a:cubicBezTo>
                  <a:pt x="68553" y="13882"/>
                  <a:pt x="68464" y="14371"/>
                  <a:pt x="68464" y="14859"/>
                </a:cubicBezTo>
                <a:cubicBezTo>
                  <a:pt x="68464" y="15348"/>
                  <a:pt x="68553" y="15836"/>
                  <a:pt x="68742" y="16291"/>
                </a:cubicBezTo>
                <a:cubicBezTo>
                  <a:pt x="68931" y="16736"/>
                  <a:pt x="69208" y="17146"/>
                  <a:pt x="69564" y="17491"/>
                </a:cubicBezTo>
                <a:cubicBezTo>
                  <a:pt x="69908" y="17835"/>
                  <a:pt x="70330" y="18113"/>
                  <a:pt x="70785" y="18291"/>
                </a:cubicBezTo>
                <a:cubicBezTo>
                  <a:pt x="71241" y="18479"/>
                  <a:pt x="71718" y="18568"/>
                  <a:pt x="72218" y="18557"/>
                </a:cubicBezTo>
                <a:cubicBezTo>
                  <a:pt x="76139" y="18557"/>
                  <a:pt x="80392" y="17524"/>
                  <a:pt x="84024" y="15203"/>
                </a:cubicBezTo>
                <a:cubicBezTo>
                  <a:pt x="87656" y="12882"/>
                  <a:pt x="90721" y="8851"/>
                  <a:pt x="90721" y="3754"/>
                </a:cubicBezTo>
                <a:cubicBezTo>
                  <a:pt x="90732" y="3254"/>
                  <a:pt x="90643" y="2766"/>
                  <a:pt x="90455" y="2311"/>
                </a:cubicBezTo>
                <a:cubicBezTo>
                  <a:pt x="90266" y="1844"/>
                  <a:pt x="89988" y="1434"/>
                  <a:pt x="89633" y="1078"/>
                </a:cubicBezTo>
                <a:cubicBezTo>
                  <a:pt x="89289" y="734"/>
                  <a:pt x="88866" y="456"/>
                  <a:pt x="88411" y="268"/>
                </a:cubicBezTo>
                <a:cubicBezTo>
                  <a:pt x="87956" y="90"/>
                  <a:pt x="87456" y="-10"/>
                  <a:pt x="86967" y="1"/>
                </a:cubicBezTo>
                <a:close/>
                <a:moveTo>
                  <a:pt x="68509" y="56"/>
                </a:moveTo>
                <a:cubicBezTo>
                  <a:pt x="62344" y="56"/>
                  <a:pt x="58213" y="1644"/>
                  <a:pt x="55647" y="3566"/>
                </a:cubicBezTo>
                <a:cubicBezTo>
                  <a:pt x="54692" y="4288"/>
                  <a:pt x="54159" y="4987"/>
                  <a:pt x="53626" y="5664"/>
                </a:cubicBezTo>
                <a:cubicBezTo>
                  <a:pt x="52438" y="5553"/>
                  <a:pt x="51915" y="5309"/>
                  <a:pt x="49861" y="5653"/>
                </a:cubicBezTo>
                <a:cubicBezTo>
                  <a:pt x="46351" y="6242"/>
                  <a:pt x="41742" y="8285"/>
                  <a:pt x="39288" y="13204"/>
                </a:cubicBezTo>
                <a:cubicBezTo>
                  <a:pt x="39066" y="13638"/>
                  <a:pt x="38944" y="14115"/>
                  <a:pt x="38899" y="14593"/>
                </a:cubicBezTo>
                <a:cubicBezTo>
                  <a:pt x="38866" y="15081"/>
                  <a:pt x="38932" y="15570"/>
                  <a:pt x="39088" y="16025"/>
                </a:cubicBezTo>
                <a:cubicBezTo>
                  <a:pt x="39243" y="16492"/>
                  <a:pt x="39476" y="16913"/>
                  <a:pt x="39799" y="17280"/>
                </a:cubicBezTo>
                <a:cubicBezTo>
                  <a:pt x="40121" y="17647"/>
                  <a:pt x="40510" y="17957"/>
                  <a:pt x="40942" y="18169"/>
                </a:cubicBezTo>
                <a:cubicBezTo>
                  <a:pt x="41820" y="18613"/>
                  <a:pt x="42841" y="18679"/>
                  <a:pt x="43764" y="18369"/>
                </a:cubicBezTo>
                <a:cubicBezTo>
                  <a:pt x="44697" y="18057"/>
                  <a:pt x="45474" y="17391"/>
                  <a:pt x="45907" y="16514"/>
                </a:cubicBezTo>
                <a:cubicBezTo>
                  <a:pt x="47151" y="14026"/>
                  <a:pt x="49017" y="13305"/>
                  <a:pt x="51071" y="12960"/>
                </a:cubicBezTo>
                <a:cubicBezTo>
                  <a:pt x="53126" y="12616"/>
                  <a:pt x="54837" y="12938"/>
                  <a:pt x="54837" y="12938"/>
                </a:cubicBezTo>
                <a:cubicBezTo>
                  <a:pt x="55714" y="13115"/>
                  <a:pt x="56636" y="12960"/>
                  <a:pt x="57413" y="12505"/>
                </a:cubicBezTo>
                <a:cubicBezTo>
                  <a:pt x="58191" y="12049"/>
                  <a:pt x="58780" y="11328"/>
                  <a:pt x="59068" y="10473"/>
                </a:cubicBezTo>
                <a:cubicBezTo>
                  <a:pt x="59068" y="10473"/>
                  <a:pt x="58957" y="10695"/>
                  <a:pt x="59101" y="10495"/>
                </a:cubicBezTo>
                <a:cubicBezTo>
                  <a:pt x="59235" y="10284"/>
                  <a:pt x="59524" y="9917"/>
                  <a:pt x="60090" y="9496"/>
                </a:cubicBezTo>
                <a:cubicBezTo>
                  <a:pt x="61234" y="8640"/>
                  <a:pt x="63577" y="7452"/>
                  <a:pt x="68509" y="7452"/>
                </a:cubicBezTo>
                <a:cubicBezTo>
                  <a:pt x="69008" y="7463"/>
                  <a:pt x="69486" y="7374"/>
                  <a:pt x="69941" y="7185"/>
                </a:cubicBezTo>
                <a:cubicBezTo>
                  <a:pt x="70397" y="7008"/>
                  <a:pt x="70818" y="6730"/>
                  <a:pt x="71163" y="6386"/>
                </a:cubicBezTo>
                <a:cubicBezTo>
                  <a:pt x="71518" y="6042"/>
                  <a:pt x="71796" y="5631"/>
                  <a:pt x="71985" y="5187"/>
                </a:cubicBezTo>
                <a:cubicBezTo>
                  <a:pt x="72174" y="4732"/>
                  <a:pt x="72262" y="4243"/>
                  <a:pt x="72262" y="3754"/>
                </a:cubicBezTo>
                <a:cubicBezTo>
                  <a:pt x="72262" y="3265"/>
                  <a:pt x="72174" y="2777"/>
                  <a:pt x="71985" y="2322"/>
                </a:cubicBezTo>
                <a:cubicBezTo>
                  <a:pt x="71796" y="1877"/>
                  <a:pt x="71518" y="1467"/>
                  <a:pt x="71163" y="1122"/>
                </a:cubicBezTo>
                <a:cubicBezTo>
                  <a:pt x="70818" y="778"/>
                  <a:pt x="70397" y="501"/>
                  <a:pt x="69941" y="323"/>
                </a:cubicBezTo>
                <a:cubicBezTo>
                  <a:pt x="69486" y="134"/>
                  <a:pt x="69008" y="45"/>
                  <a:pt x="68509" y="56"/>
                </a:cubicBezTo>
                <a:close/>
                <a:moveTo>
                  <a:pt x="27792" y="25964"/>
                </a:moveTo>
                <a:cubicBezTo>
                  <a:pt x="27293" y="25953"/>
                  <a:pt x="26815" y="26042"/>
                  <a:pt x="26359" y="26231"/>
                </a:cubicBezTo>
                <a:cubicBezTo>
                  <a:pt x="25904" y="26408"/>
                  <a:pt x="25483" y="26686"/>
                  <a:pt x="25138" y="27030"/>
                </a:cubicBezTo>
                <a:cubicBezTo>
                  <a:pt x="24783" y="27374"/>
                  <a:pt x="24505" y="27785"/>
                  <a:pt x="24316" y="28240"/>
                </a:cubicBezTo>
                <a:cubicBezTo>
                  <a:pt x="24128" y="28685"/>
                  <a:pt x="24039" y="29173"/>
                  <a:pt x="24039" y="29662"/>
                </a:cubicBezTo>
                <a:cubicBezTo>
                  <a:pt x="24039" y="30150"/>
                  <a:pt x="24128" y="30639"/>
                  <a:pt x="24316" y="31094"/>
                </a:cubicBezTo>
                <a:cubicBezTo>
                  <a:pt x="24505" y="31550"/>
                  <a:pt x="24783" y="31960"/>
                  <a:pt x="25138" y="32305"/>
                </a:cubicBezTo>
                <a:cubicBezTo>
                  <a:pt x="25483" y="32649"/>
                  <a:pt x="25904" y="32916"/>
                  <a:pt x="26359" y="33104"/>
                </a:cubicBezTo>
                <a:cubicBezTo>
                  <a:pt x="26815" y="33282"/>
                  <a:pt x="27293" y="33371"/>
                  <a:pt x="27792" y="33371"/>
                </a:cubicBezTo>
                <a:lnTo>
                  <a:pt x="27792" y="40767"/>
                </a:lnTo>
                <a:lnTo>
                  <a:pt x="9911" y="89617"/>
                </a:lnTo>
                <a:cubicBezTo>
                  <a:pt x="9489" y="90550"/>
                  <a:pt x="9278" y="91572"/>
                  <a:pt x="9278" y="92593"/>
                </a:cubicBezTo>
                <a:cubicBezTo>
                  <a:pt x="9278" y="94559"/>
                  <a:pt x="10056" y="96436"/>
                  <a:pt x="11444" y="97824"/>
                </a:cubicBezTo>
                <a:cubicBezTo>
                  <a:pt x="12832" y="99212"/>
                  <a:pt x="14720" y="100000"/>
                  <a:pt x="16686" y="100000"/>
                </a:cubicBezTo>
                <a:lnTo>
                  <a:pt x="50005" y="100000"/>
                </a:lnTo>
                <a:lnTo>
                  <a:pt x="83324" y="100000"/>
                </a:lnTo>
                <a:cubicBezTo>
                  <a:pt x="85279" y="100000"/>
                  <a:pt x="87167" y="99212"/>
                  <a:pt x="88556" y="97824"/>
                </a:cubicBezTo>
                <a:cubicBezTo>
                  <a:pt x="89944" y="96436"/>
                  <a:pt x="90721" y="94559"/>
                  <a:pt x="90721" y="92593"/>
                </a:cubicBezTo>
                <a:cubicBezTo>
                  <a:pt x="90721" y="91572"/>
                  <a:pt x="90499" y="90561"/>
                  <a:pt x="90089" y="89617"/>
                </a:cubicBezTo>
                <a:lnTo>
                  <a:pt x="90100" y="89617"/>
                </a:lnTo>
                <a:lnTo>
                  <a:pt x="72218" y="40767"/>
                </a:lnTo>
                <a:lnTo>
                  <a:pt x="72218" y="33371"/>
                </a:lnTo>
                <a:cubicBezTo>
                  <a:pt x="72707" y="33371"/>
                  <a:pt x="73195" y="33282"/>
                  <a:pt x="73651" y="33104"/>
                </a:cubicBezTo>
                <a:cubicBezTo>
                  <a:pt x="74106" y="32916"/>
                  <a:pt x="74517" y="32649"/>
                  <a:pt x="74861" y="32305"/>
                </a:cubicBezTo>
                <a:cubicBezTo>
                  <a:pt x="75217" y="31960"/>
                  <a:pt x="75494" y="31550"/>
                  <a:pt x="75683" y="31094"/>
                </a:cubicBezTo>
                <a:cubicBezTo>
                  <a:pt x="75872" y="30639"/>
                  <a:pt x="75972" y="30150"/>
                  <a:pt x="75972" y="29662"/>
                </a:cubicBezTo>
                <a:cubicBezTo>
                  <a:pt x="75972" y="29173"/>
                  <a:pt x="75872" y="28685"/>
                  <a:pt x="75683" y="28240"/>
                </a:cubicBezTo>
                <a:cubicBezTo>
                  <a:pt x="75494" y="27785"/>
                  <a:pt x="75217" y="27374"/>
                  <a:pt x="74861" y="27030"/>
                </a:cubicBezTo>
                <a:cubicBezTo>
                  <a:pt x="74517" y="26686"/>
                  <a:pt x="74106" y="26408"/>
                  <a:pt x="73651" y="26231"/>
                </a:cubicBezTo>
                <a:cubicBezTo>
                  <a:pt x="73195" y="26042"/>
                  <a:pt x="72707" y="25953"/>
                  <a:pt x="72218" y="25964"/>
                </a:cubicBezTo>
                <a:lnTo>
                  <a:pt x="27792" y="25964"/>
                </a:lnTo>
                <a:close/>
                <a:moveTo>
                  <a:pt x="37344" y="52160"/>
                </a:moveTo>
                <a:lnTo>
                  <a:pt x="44830" y="65120"/>
                </a:lnTo>
                <a:cubicBezTo>
                  <a:pt x="43864" y="66075"/>
                  <a:pt x="43175" y="67252"/>
                  <a:pt x="42841" y="68529"/>
                </a:cubicBezTo>
                <a:lnTo>
                  <a:pt x="27881" y="68529"/>
                </a:lnTo>
                <a:cubicBezTo>
                  <a:pt x="28414" y="62110"/>
                  <a:pt x="31746" y="56036"/>
                  <a:pt x="37344" y="52160"/>
                </a:cubicBezTo>
                <a:close/>
                <a:moveTo>
                  <a:pt x="62667" y="52160"/>
                </a:moveTo>
                <a:cubicBezTo>
                  <a:pt x="65276" y="53970"/>
                  <a:pt x="67542" y="56336"/>
                  <a:pt x="69230" y="59268"/>
                </a:cubicBezTo>
                <a:cubicBezTo>
                  <a:pt x="70929" y="62200"/>
                  <a:pt x="71852" y="65364"/>
                  <a:pt x="72118" y="68529"/>
                </a:cubicBezTo>
                <a:lnTo>
                  <a:pt x="57136" y="68529"/>
                </a:lnTo>
                <a:cubicBezTo>
                  <a:pt x="56980" y="67896"/>
                  <a:pt x="56758" y="67274"/>
                  <a:pt x="56414" y="66686"/>
                </a:cubicBezTo>
                <a:cubicBezTo>
                  <a:pt x="56069" y="66086"/>
                  <a:pt x="55636" y="65586"/>
                  <a:pt x="55170" y="65131"/>
                </a:cubicBezTo>
                <a:lnTo>
                  <a:pt x="62667" y="52160"/>
                </a:lnTo>
                <a:close/>
                <a:moveTo>
                  <a:pt x="50005" y="66686"/>
                </a:moveTo>
                <a:cubicBezTo>
                  <a:pt x="52049" y="66686"/>
                  <a:pt x="53704" y="68340"/>
                  <a:pt x="53704" y="70383"/>
                </a:cubicBezTo>
                <a:cubicBezTo>
                  <a:pt x="53704" y="72427"/>
                  <a:pt x="52049" y="74081"/>
                  <a:pt x="50005" y="74081"/>
                </a:cubicBezTo>
                <a:cubicBezTo>
                  <a:pt x="47962" y="74081"/>
                  <a:pt x="46296" y="72427"/>
                  <a:pt x="46296" y="70383"/>
                </a:cubicBezTo>
                <a:cubicBezTo>
                  <a:pt x="46296" y="68340"/>
                  <a:pt x="47962" y="66686"/>
                  <a:pt x="50005" y="66686"/>
                </a:cubicBezTo>
                <a:close/>
                <a:moveTo>
                  <a:pt x="51971" y="77502"/>
                </a:moveTo>
                <a:lnTo>
                  <a:pt x="59456" y="90461"/>
                </a:lnTo>
                <a:cubicBezTo>
                  <a:pt x="53304" y="93371"/>
                  <a:pt x="46374" y="93204"/>
                  <a:pt x="40543" y="90472"/>
                </a:cubicBezTo>
                <a:lnTo>
                  <a:pt x="48029" y="77513"/>
                </a:lnTo>
                <a:cubicBezTo>
                  <a:pt x="49305" y="77868"/>
                  <a:pt x="50650" y="77857"/>
                  <a:pt x="51971" y="7750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5" name="Чёрный — SVG 18">
            <a:extLst>
              <a:ext uri="{FF2B5EF4-FFF2-40B4-BE49-F238E27FC236}">
                <a16:creationId xmlns:a16="http://schemas.microsoft.com/office/drawing/2014/main" id="{68AE2359-27F8-2C47-A23D-253B5D7F6AC8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5393 w 127751"/>
              <a:gd name="csY0" fmla="*/ 1 h 134678"/>
              <a:gd name="csX1" fmla="*/ 3335 w 127751"/>
              <a:gd name="csY1" fmla="*/ 393 h 134678"/>
              <a:gd name="csX2" fmla="*/ 1584 w 127751"/>
              <a:gd name="csY2" fmla="*/ 1532 h 134678"/>
              <a:gd name="csX3" fmla="*/ 412 w 127751"/>
              <a:gd name="csY3" fmla="*/ 3267 h 134678"/>
              <a:gd name="csX4" fmla="*/ 0 w 127751"/>
              <a:gd name="csY4" fmla="*/ 5326 h 134678"/>
              <a:gd name="csX5" fmla="*/ 412 w 127751"/>
              <a:gd name="csY5" fmla="*/ 7367 h 134678"/>
              <a:gd name="csX6" fmla="*/ 1584 w 127751"/>
              <a:gd name="csY6" fmla="*/ 9103 h 134678"/>
              <a:gd name="csX7" fmla="*/ 3335 w 127751"/>
              <a:gd name="csY7" fmla="*/ 10259 h 134678"/>
              <a:gd name="csX8" fmla="*/ 5393 w 127751"/>
              <a:gd name="csY8" fmla="*/ 10633 h 134678"/>
              <a:gd name="csX9" fmla="*/ 10710 w 127751"/>
              <a:gd name="csY9" fmla="*/ 10633 h 134678"/>
              <a:gd name="csX10" fmla="*/ 10710 w 127751"/>
              <a:gd name="csY10" fmla="*/ 60255 h 134678"/>
              <a:gd name="csX11" fmla="*/ 5393 w 127751"/>
              <a:gd name="csY11" fmla="*/ 60255 h 134678"/>
              <a:gd name="csX12" fmla="*/ 3335 w 127751"/>
              <a:gd name="csY12" fmla="*/ 60629 h 134678"/>
              <a:gd name="csX13" fmla="*/ 1584 w 127751"/>
              <a:gd name="csY13" fmla="*/ 61786 h 134678"/>
              <a:gd name="csX14" fmla="*/ 412 w 127751"/>
              <a:gd name="csY14" fmla="*/ 63521 h 134678"/>
              <a:gd name="csX15" fmla="*/ 0 w 127751"/>
              <a:gd name="csY15" fmla="*/ 65562 h 134678"/>
              <a:gd name="csX16" fmla="*/ 412 w 127751"/>
              <a:gd name="csY16" fmla="*/ 67621 h 134678"/>
              <a:gd name="csX17" fmla="*/ 1584 w 127751"/>
              <a:gd name="csY17" fmla="*/ 69356 h 134678"/>
              <a:gd name="csX18" fmla="*/ 3335 w 127751"/>
              <a:gd name="csY18" fmla="*/ 70495 h 134678"/>
              <a:gd name="csX19" fmla="*/ 5393 w 127751"/>
              <a:gd name="csY19" fmla="*/ 70887 h 134678"/>
              <a:gd name="csX20" fmla="*/ 10710 w 127751"/>
              <a:gd name="csY20" fmla="*/ 70887 h 134678"/>
              <a:gd name="csX21" fmla="*/ 10710 w 127751"/>
              <a:gd name="csY21" fmla="*/ 124046 h 134678"/>
              <a:gd name="csX22" fmla="*/ 5393 w 127751"/>
              <a:gd name="csY22" fmla="*/ 124046 h 134678"/>
              <a:gd name="csX23" fmla="*/ 3335 w 127751"/>
              <a:gd name="csY23" fmla="*/ 124420 h 134678"/>
              <a:gd name="csX24" fmla="*/ 1584 w 127751"/>
              <a:gd name="csY24" fmla="*/ 125578 h 134678"/>
              <a:gd name="csX25" fmla="*/ 412 w 127751"/>
              <a:gd name="csY25" fmla="*/ 127313 h 134678"/>
              <a:gd name="csX26" fmla="*/ 0 w 127751"/>
              <a:gd name="csY26" fmla="*/ 129354 h 134678"/>
              <a:gd name="csX27" fmla="*/ 412 w 127751"/>
              <a:gd name="csY27" fmla="*/ 131412 h 134678"/>
              <a:gd name="csX28" fmla="*/ 1584 w 127751"/>
              <a:gd name="csY28" fmla="*/ 133147 h 134678"/>
              <a:gd name="csX29" fmla="*/ 3335 w 127751"/>
              <a:gd name="csY29" fmla="*/ 134287 h 134678"/>
              <a:gd name="csX30" fmla="*/ 5393 w 127751"/>
              <a:gd name="csY30" fmla="*/ 134678 h 134678"/>
              <a:gd name="csX31" fmla="*/ 10710 w 127751"/>
              <a:gd name="csY31" fmla="*/ 134678 h 134678"/>
              <a:gd name="csX32" fmla="*/ 117044 w 127751"/>
              <a:gd name="csY32" fmla="*/ 134678 h 134678"/>
              <a:gd name="csX33" fmla="*/ 122360 w 127751"/>
              <a:gd name="csY33" fmla="*/ 134678 h 134678"/>
              <a:gd name="csX34" fmla="*/ 124417 w 127751"/>
              <a:gd name="csY34" fmla="*/ 134287 h 134678"/>
              <a:gd name="csX35" fmla="*/ 126168 w 127751"/>
              <a:gd name="csY35" fmla="*/ 133147 h 134678"/>
              <a:gd name="csX36" fmla="*/ 127340 w 127751"/>
              <a:gd name="csY36" fmla="*/ 131412 h 134678"/>
              <a:gd name="csX37" fmla="*/ 127752 w 127751"/>
              <a:gd name="csY37" fmla="*/ 129354 h 134678"/>
              <a:gd name="csX38" fmla="*/ 127340 w 127751"/>
              <a:gd name="csY38" fmla="*/ 127313 h 134678"/>
              <a:gd name="csX39" fmla="*/ 126168 w 127751"/>
              <a:gd name="csY39" fmla="*/ 125578 h 134678"/>
              <a:gd name="csX40" fmla="*/ 124417 w 127751"/>
              <a:gd name="csY40" fmla="*/ 124420 h 134678"/>
              <a:gd name="csX41" fmla="*/ 122360 w 127751"/>
              <a:gd name="csY41" fmla="*/ 124046 h 134678"/>
              <a:gd name="csX42" fmla="*/ 117044 w 127751"/>
              <a:gd name="csY42" fmla="*/ 124046 h 134678"/>
              <a:gd name="csX43" fmla="*/ 117044 w 127751"/>
              <a:gd name="csY43" fmla="*/ 70887 h 134678"/>
              <a:gd name="csX44" fmla="*/ 122360 w 127751"/>
              <a:gd name="csY44" fmla="*/ 70887 h 134678"/>
              <a:gd name="csX45" fmla="*/ 124417 w 127751"/>
              <a:gd name="csY45" fmla="*/ 70495 h 134678"/>
              <a:gd name="csX46" fmla="*/ 126168 w 127751"/>
              <a:gd name="csY46" fmla="*/ 69356 h 134678"/>
              <a:gd name="csX47" fmla="*/ 127340 w 127751"/>
              <a:gd name="csY47" fmla="*/ 67621 h 134678"/>
              <a:gd name="csX48" fmla="*/ 127752 w 127751"/>
              <a:gd name="csY48" fmla="*/ 65562 h 134678"/>
              <a:gd name="csX49" fmla="*/ 127340 w 127751"/>
              <a:gd name="csY49" fmla="*/ 63521 h 134678"/>
              <a:gd name="csX50" fmla="*/ 126168 w 127751"/>
              <a:gd name="csY50" fmla="*/ 61786 h 134678"/>
              <a:gd name="csX51" fmla="*/ 124417 w 127751"/>
              <a:gd name="csY51" fmla="*/ 60629 h 134678"/>
              <a:gd name="csX52" fmla="*/ 122360 w 127751"/>
              <a:gd name="csY52" fmla="*/ 60255 h 134678"/>
              <a:gd name="csX53" fmla="*/ 117044 w 127751"/>
              <a:gd name="csY53" fmla="*/ 60255 h 134678"/>
              <a:gd name="csX54" fmla="*/ 117044 w 127751"/>
              <a:gd name="csY54" fmla="*/ 10633 h 134678"/>
              <a:gd name="csX55" fmla="*/ 122360 w 127751"/>
              <a:gd name="csY55" fmla="*/ 10633 h 134678"/>
              <a:gd name="csX56" fmla="*/ 124417 w 127751"/>
              <a:gd name="csY56" fmla="*/ 10259 h 134678"/>
              <a:gd name="csX57" fmla="*/ 126168 w 127751"/>
              <a:gd name="csY57" fmla="*/ 9103 h 134678"/>
              <a:gd name="csX58" fmla="*/ 127340 w 127751"/>
              <a:gd name="csY58" fmla="*/ 7367 h 134678"/>
              <a:gd name="csX59" fmla="*/ 127752 w 127751"/>
              <a:gd name="csY59" fmla="*/ 5326 h 134678"/>
              <a:gd name="csX60" fmla="*/ 127340 w 127751"/>
              <a:gd name="csY60" fmla="*/ 3267 h 134678"/>
              <a:gd name="csX61" fmla="*/ 126168 w 127751"/>
              <a:gd name="csY61" fmla="*/ 1532 h 134678"/>
              <a:gd name="csX62" fmla="*/ 124417 w 127751"/>
              <a:gd name="csY62" fmla="*/ 393 h 134678"/>
              <a:gd name="csX63" fmla="*/ 122360 w 127751"/>
              <a:gd name="csY63" fmla="*/ 1 h 134678"/>
              <a:gd name="csX64" fmla="*/ 117044 w 127751"/>
              <a:gd name="csY64" fmla="*/ 1 h 134678"/>
              <a:gd name="csX65" fmla="*/ 10710 w 127751"/>
              <a:gd name="csY65" fmla="*/ 1 h 134678"/>
              <a:gd name="csX66" fmla="*/ 5393 w 127751"/>
              <a:gd name="csY66" fmla="*/ 1 h 134678"/>
              <a:gd name="csX67" fmla="*/ 63668 w 127751"/>
              <a:gd name="csY67" fmla="*/ 39076 h 134678"/>
              <a:gd name="csX68" fmla="*/ 66405 w 127751"/>
              <a:gd name="csY68" fmla="*/ 39637 h 134678"/>
              <a:gd name="csX69" fmla="*/ 68556 w 127751"/>
              <a:gd name="csY69" fmla="*/ 41424 h 134678"/>
              <a:gd name="csX70" fmla="*/ 85144 w 127751"/>
              <a:gd name="csY70" fmla="*/ 74425 h 134678"/>
              <a:gd name="csX71" fmla="*/ 78913 w 127751"/>
              <a:gd name="csY71" fmla="*/ 89463 h 134678"/>
              <a:gd name="csX72" fmla="*/ 63877 w 127751"/>
              <a:gd name="csY72" fmla="*/ 95689 h 134678"/>
              <a:gd name="csX73" fmla="*/ 48839 w 127751"/>
              <a:gd name="csY73" fmla="*/ 89463 h 134678"/>
              <a:gd name="csX74" fmla="*/ 42610 w 127751"/>
              <a:gd name="csY74" fmla="*/ 74425 h 134678"/>
              <a:gd name="csX75" fmla="*/ 59196 w 127751"/>
              <a:gd name="csY75" fmla="*/ 41424 h 134678"/>
              <a:gd name="csX76" fmla="*/ 61162 w 127751"/>
              <a:gd name="csY76" fmla="*/ 39740 h 134678"/>
              <a:gd name="csX77" fmla="*/ 63668 w 127751"/>
              <a:gd name="csY77" fmla="*/ 39076 h 134678"/>
            </a:gdLst>
            <a:ahLst/>
            <a:cxnLst/>
            <a:rect l="l" t="t" r="r" b="b"/>
            <a:pathLst>
              <a:path w="100000" h="100000">
                <a:moveTo>
                  <a:pt x="6576" y="1"/>
                </a:moveTo>
                <a:cubicBezTo>
                  <a:pt x="6052" y="-12"/>
                  <a:pt x="5533" y="90"/>
                  <a:pt x="5048" y="292"/>
                </a:cubicBezTo>
                <a:cubicBezTo>
                  <a:pt x="4562" y="481"/>
                  <a:pt x="4121" y="771"/>
                  <a:pt x="3748" y="1138"/>
                </a:cubicBezTo>
                <a:cubicBezTo>
                  <a:pt x="3375" y="1504"/>
                  <a:pt x="3080" y="1946"/>
                  <a:pt x="2878" y="2426"/>
                </a:cubicBezTo>
                <a:cubicBezTo>
                  <a:pt x="2676" y="2906"/>
                  <a:pt x="2572" y="3424"/>
                  <a:pt x="2572" y="3955"/>
                </a:cubicBezTo>
                <a:cubicBezTo>
                  <a:pt x="2572" y="4472"/>
                  <a:pt x="2676" y="4990"/>
                  <a:pt x="2878" y="5470"/>
                </a:cubicBezTo>
                <a:cubicBezTo>
                  <a:pt x="3080" y="5950"/>
                  <a:pt x="3375" y="6392"/>
                  <a:pt x="3748" y="6759"/>
                </a:cubicBezTo>
                <a:cubicBezTo>
                  <a:pt x="4121" y="7125"/>
                  <a:pt x="4562" y="7415"/>
                  <a:pt x="5048" y="7617"/>
                </a:cubicBezTo>
                <a:cubicBezTo>
                  <a:pt x="5533" y="7807"/>
                  <a:pt x="6052" y="7908"/>
                  <a:pt x="6576" y="7895"/>
                </a:cubicBezTo>
                <a:lnTo>
                  <a:pt x="10524" y="7895"/>
                </a:lnTo>
                <a:lnTo>
                  <a:pt x="10524" y="44740"/>
                </a:lnTo>
                <a:lnTo>
                  <a:pt x="6576" y="44740"/>
                </a:lnTo>
                <a:cubicBezTo>
                  <a:pt x="6052" y="44727"/>
                  <a:pt x="5533" y="44828"/>
                  <a:pt x="5048" y="45018"/>
                </a:cubicBezTo>
                <a:cubicBezTo>
                  <a:pt x="4562" y="45220"/>
                  <a:pt x="4121" y="45510"/>
                  <a:pt x="3748" y="45877"/>
                </a:cubicBezTo>
                <a:cubicBezTo>
                  <a:pt x="3375" y="46243"/>
                  <a:pt x="3080" y="46672"/>
                  <a:pt x="2878" y="47165"/>
                </a:cubicBezTo>
                <a:cubicBezTo>
                  <a:pt x="2676" y="47645"/>
                  <a:pt x="2572" y="48163"/>
                  <a:pt x="2572" y="48681"/>
                </a:cubicBezTo>
                <a:cubicBezTo>
                  <a:pt x="2572" y="49211"/>
                  <a:pt x="2676" y="49729"/>
                  <a:pt x="2878" y="50209"/>
                </a:cubicBezTo>
                <a:cubicBezTo>
                  <a:pt x="3080" y="50689"/>
                  <a:pt x="3375" y="51131"/>
                  <a:pt x="3748" y="51498"/>
                </a:cubicBezTo>
                <a:cubicBezTo>
                  <a:pt x="4121" y="51864"/>
                  <a:pt x="4562" y="52154"/>
                  <a:pt x="5048" y="52343"/>
                </a:cubicBezTo>
                <a:cubicBezTo>
                  <a:pt x="5533" y="52546"/>
                  <a:pt x="6052" y="52634"/>
                  <a:pt x="6576" y="52634"/>
                </a:cubicBezTo>
                <a:lnTo>
                  <a:pt x="10524" y="52634"/>
                </a:lnTo>
                <a:lnTo>
                  <a:pt x="10524" y="92106"/>
                </a:lnTo>
                <a:lnTo>
                  <a:pt x="6576" y="92106"/>
                </a:lnTo>
                <a:cubicBezTo>
                  <a:pt x="6052" y="92093"/>
                  <a:pt x="5533" y="92194"/>
                  <a:pt x="5048" y="92383"/>
                </a:cubicBezTo>
                <a:cubicBezTo>
                  <a:pt x="4562" y="92586"/>
                  <a:pt x="4121" y="92876"/>
                  <a:pt x="3748" y="93243"/>
                </a:cubicBezTo>
                <a:cubicBezTo>
                  <a:pt x="3375" y="93609"/>
                  <a:pt x="3080" y="94038"/>
                  <a:pt x="2878" y="94531"/>
                </a:cubicBezTo>
                <a:cubicBezTo>
                  <a:pt x="2676" y="95011"/>
                  <a:pt x="2572" y="95529"/>
                  <a:pt x="2572" y="96047"/>
                </a:cubicBezTo>
                <a:cubicBezTo>
                  <a:pt x="2572" y="96577"/>
                  <a:pt x="2676" y="97095"/>
                  <a:pt x="2878" y="97575"/>
                </a:cubicBezTo>
                <a:cubicBezTo>
                  <a:pt x="3080" y="98055"/>
                  <a:pt x="3375" y="98497"/>
                  <a:pt x="3748" y="98863"/>
                </a:cubicBezTo>
                <a:cubicBezTo>
                  <a:pt x="4121" y="99230"/>
                  <a:pt x="4562" y="99520"/>
                  <a:pt x="5048" y="99710"/>
                </a:cubicBezTo>
                <a:cubicBezTo>
                  <a:pt x="5533" y="99912"/>
                  <a:pt x="6052" y="100000"/>
                  <a:pt x="6576" y="100000"/>
                </a:cubicBezTo>
                <a:lnTo>
                  <a:pt x="10524" y="100000"/>
                </a:lnTo>
                <a:lnTo>
                  <a:pt x="89478" y="100000"/>
                </a:lnTo>
                <a:lnTo>
                  <a:pt x="93425" y="100000"/>
                </a:lnTo>
                <a:cubicBezTo>
                  <a:pt x="93949" y="100000"/>
                  <a:pt x="94468" y="99912"/>
                  <a:pt x="94953" y="99710"/>
                </a:cubicBezTo>
                <a:cubicBezTo>
                  <a:pt x="95438" y="99520"/>
                  <a:pt x="95880" y="99230"/>
                  <a:pt x="96253" y="98863"/>
                </a:cubicBezTo>
                <a:cubicBezTo>
                  <a:pt x="96626" y="98497"/>
                  <a:pt x="96921" y="98055"/>
                  <a:pt x="97123" y="97575"/>
                </a:cubicBezTo>
                <a:cubicBezTo>
                  <a:pt x="97326" y="97095"/>
                  <a:pt x="97429" y="96577"/>
                  <a:pt x="97429" y="96047"/>
                </a:cubicBezTo>
                <a:cubicBezTo>
                  <a:pt x="97429" y="95529"/>
                  <a:pt x="97326" y="95011"/>
                  <a:pt x="97123" y="94531"/>
                </a:cubicBezTo>
                <a:cubicBezTo>
                  <a:pt x="96921" y="94038"/>
                  <a:pt x="96626" y="93609"/>
                  <a:pt x="96253" y="93243"/>
                </a:cubicBezTo>
                <a:cubicBezTo>
                  <a:pt x="95880" y="92876"/>
                  <a:pt x="95438" y="92586"/>
                  <a:pt x="94953" y="92383"/>
                </a:cubicBezTo>
                <a:cubicBezTo>
                  <a:pt x="94468" y="92194"/>
                  <a:pt x="93949" y="92093"/>
                  <a:pt x="93425" y="92106"/>
                </a:cubicBezTo>
                <a:lnTo>
                  <a:pt x="89478" y="92106"/>
                </a:lnTo>
                <a:lnTo>
                  <a:pt x="89478" y="52634"/>
                </a:lnTo>
                <a:lnTo>
                  <a:pt x="93425" y="52634"/>
                </a:lnTo>
                <a:cubicBezTo>
                  <a:pt x="93949" y="52634"/>
                  <a:pt x="94468" y="52546"/>
                  <a:pt x="94953" y="52343"/>
                </a:cubicBezTo>
                <a:cubicBezTo>
                  <a:pt x="95438" y="52154"/>
                  <a:pt x="95880" y="51864"/>
                  <a:pt x="96253" y="51498"/>
                </a:cubicBezTo>
                <a:cubicBezTo>
                  <a:pt x="96626" y="51131"/>
                  <a:pt x="96921" y="50689"/>
                  <a:pt x="97123" y="50209"/>
                </a:cubicBezTo>
                <a:cubicBezTo>
                  <a:pt x="97326" y="49729"/>
                  <a:pt x="97429" y="49211"/>
                  <a:pt x="97429" y="48681"/>
                </a:cubicBezTo>
                <a:cubicBezTo>
                  <a:pt x="97429" y="48163"/>
                  <a:pt x="97326" y="47645"/>
                  <a:pt x="97123" y="47165"/>
                </a:cubicBezTo>
                <a:cubicBezTo>
                  <a:pt x="96921" y="46672"/>
                  <a:pt x="96626" y="46243"/>
                  <a:pt x="96253" y="45877"/>
                </a:cubicBezTo>
                <a:cubicBezTo>
                  <a:pt x="95880" y="45510"/>
                  <a:pt x="95438" y="45220"/>
                  <a:pt x="94953" y="45018"/>
                </a:cubicBezTo>
                <a:cubicBezTo>
                  <a:pt x="94468" y="44828"/>
                  <a:pt x="93949" y="44727"/>
                  <a:pt x="93425" y="44740"/>
                </a:cubicBezTo>
                <a:lnTo>
                  <a:pt x="89478" y="44740"/>
                </a:lnTo>
                <a:lnTo>
                  <a:pt x="89478" y="7895"/>
                </a:lnTo>
                <a:lnTo>
                  <a:pt x="93425" y="7895"/>
                </a:lnTo>
                <a:cubicBezTo>
                  <a:pt x="93949" y="7908"/>
                  <a:pt x="94468" y="7807"/>
                  <a:pt x="94953" y="7617"/>
                </a:cubicBezTo>
                <a:cubicBezTo>
                  <a:pt x="95438" y="7415"/>
                  <a:pt x="95880" y="7125"/>
                  <a:pt x="96253" y="6759"/>
                </a:cubicBezTo>
                <a:cubicBezTo>
                  <a:pt x="96626" y="6392"/>
                  <a:pt x="96921" y="5950"/>
                  <a:pt x="97123" y="5470"/>
                </a:cubicBezTo>
                <a:cubicBezTo>
                  <a:pt x="97326" y="4990"/>
                  <a:pt x="97429" y="4472"/>
                  <a:pt x="97429" y="3955"/>
                </a:cubicBezTo>
                <a:cubicBezTo>
                  <a:pt x="97429" y="3424"/>
                  <a:pt x="97326" y="2906"/>
                  <a:pt x="97123" y="2426"/>
                </a:cubicBezTo>
                <a:cubicBezTo>
                  <a:pt x="96921" y="1946"/>
                  <a:pt x="96626" y="1504"/>
                  <a:pt x="96253" y="1138"/>
                </a:cubicBezTo>
                <a:cubicBezTo>
                  <a:pt x="95880" y="771"/>
                  <a:pt x="95438" y="481"/>
                  <a:pt x="94953" y="292"/>
                </a:cubicBezTo>
                <a:cubicBezTo>
                  <a:pt x="94468" y="90"/>
                  <a:pt x="93949" y="-12"/>
                  <a:pt x="93425" y="1"/>
                </a:cubicBezTo>
                <a:lnTo>
                  <a:pt x="89478" y="1"/>
                </a:lnTo>
                <a:lnTo>
                  <a:pt x="10524" y="1"/>
                </a:lnTo>
                <a:lnTo>
                  <a:pt x="6576" y="1"/>
                </a:lnTo>
                <a:close/>
                <a:moveTo>
                  <a:pt x="49846" y="29014"/>
                </a:moveTo>
                <a:cubicBezTo>
                  <a:pt x="50548" y="28989"/>
                  <a:pt x="51246" y="29128"/>
                  <a:pt x="51878" y="29431"/>
                </a:cubicBezTo>
                <a:cubicBezTo>
                  <a:pt x="52510" y="29747"/>
                  <a:pt x="53058" y="30202"/>
                  <a:pt x="53475" y="30758"/>
                </a:cubicBezTo>
                <a:cubicBezTo>
                  <a:pt x="58134" y="36846"/>
                  <a:pt x="65792" y="48264"/>
                  <a:pt x="65792" y="55261"/>
                </a:cubicBezTo>
                <a:cubicBezTo>
                  <a:pt x="65792" y="59455"/>
                  <a:pt x="64128" y="63459"/>
                  <a:pt x="61166" y="66427"/>
                </a:cubicBezTo>
                <a:cubicBezTo>
                  <a:pt x="58204" y="69383"/>
                  <a:pt x="54189" y="71050"/>
                  <a:pt x="50001" y="71050"/>
                </a:cubicBezTo>
                <a:cubicBezTo>
                  <a:pt x="45812" y="71050"/>
                  <a:pt x="41796" y="69383"/>
                  <a:pt x="38835" y="66427"/>
                </a:cubicBezTo>
                <a:cubicBezTo>
                  <a:pt x="35873" y="63459"/>
                  <a:pt x="34210" y="59455"/>
                  <a:pt x="34210" y="55261"/>
                </a:cubicBezTo>
                <a:cubicBezTo>
                  <a:pt x="34210" y="48264"/>
                  <a:pt x="41867" y="36846"/>
                  <a:pt x="46525" y="30758"/>
                </a:cubicBezTo>
                <a:cubicBezTo>
                  <a:pt x="46911" y="30240"/>
                  <a:pt x="47410" y="29810"/>
                  <a:pt x="47985" y="29507"/>
                </a:cubicBezTo>
                <a:cubicBezTo>
                  <a:pt x="48561" y="29204"/>
                  <a:pt x="49196" y="29027"/>
                  <a:pt x="49846" y="2901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6" name="Чёрный — SVG 19">
            <a:extLst>
              <a:ext uri="{FF2B5EF4-FFF2-40B4-BE49-F238E27FC236}">
                <a16:creationId xmlns:a16="http://schemas.microsoft.com/office/drawing/2014/main" id="{BB4C6E12-1CAF-A044-977B-F50BBC78A4AC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40526 w 152843"/>
              <a:gd name="csY0" fmla="*/ 0 h 153099"/>
              <a:gd name="csX1" fmla="*/ 2144 w 152843"/>
              <a:gd name="csY1" fmla="*/ 32542 h 153099"/>
              <a:gd name="csX2" fmla="*/ 17882 w 152843"/>
              <a:gd name="csY2" fmla="*/ 91009 h 153099"/>
              <a:gd name="csX3" fmla="*/ 21080 w 152843"/>
              <a:gd name="csY3" fmla="*/ 93782 h 153099"/>
              <a:gd name="csX4" fmla="*/ 42551 w 152843"/>
              <a:gd name="csY4" fmla="*/ 54555 h 153099"/>
              <a:gd name="csX5" fmla="*/ 46600 w 152843"/>
              <a:gd name="csY5" fmla="*/ 37645 h 153099"/>
              <a:gd name="csX6" fmla="*/ 45001 w 152843"/>
              <a:gd name="csY6" fmla="*/ 221 h 153099"/>
              <a:gd name="csX7" fmla="*/ 42023 w 152843"/>
              <a:gd name="csY7" fmla="*/ 0 h 153099"/>
              <a:gd name="csX8" fmla="*/ 40526 w 152843"/>
              <a:gd name="csY8" fmla="*/ 0 h 153099"/>
              <a:gd name="csX9" fmla="*/ 53184 w 152843"/>
              <a:gd name="csY9" fmla="*/ 39126 h 153099"/>
              <a:gd name="csX10" fmla="*/ 49254 w 152843"/>
              <a:gd name="csY10" fmla="*/ 56034 h 153099"/>
              <a:gd name="csX11" fmla="*/ 87109 w 152843"/>
              <a:gd name="csY11" fmla="*/ 64965 h 153099"/>
              <a:gd name="csX12" fmla="*/ 74979 w 152843"/>
              <a:gd name="csY12" fmla="*/ 132687 h 153099"/>
              <a:gd name="csX13" fmla="*/ 54137 w 152843"/>
              <a:gd name="csY13" fmla="*/ 132687 h 153099"/>
              <a:gd name="csX14" fmla="*/ 54137 w 152843"/>
              <a:gd name="csY14" fmla="*/ 153100 h 153099"/>
              <a:gd name="csX15" fmla="*/ 142607 w 152843"/>
              <a:gd name="csY15" fmla="*/ 153100 h 153099"/>
              <a:gd name="csX16" fmla="*/ 142607 w 152843"/>
              <a:gd name="csY16" fmla="*/ 132687 h 153099"/>
              <a:gd name="csX17" fmla="*/ 133250 w 152843"/>
              <a:gd name="csY17" fmla="*/ 132687 h 153099"/>
              <a:gd name="csX18" fmla="*/ 143781 w 152843"/>
              <a:gd name="csY18" fmla="*/ 85056 h 153099"/>
              <a:gd name="csX19" fmla="*/ 140599 w 152843"/>
              <a:gd name="csY19" fmla="*/ 84630 h 153099"/>
              <a:gd name="csX20" fmla="*/ 137078 w 152843"/>
              <a:gd name="csY20" fmla="*/ 83780 h 153099"/>
              <a:gd name="csX21" fmla="*/ 126342 w 152843"/>
              <a:gd name="csY21" fmla="*/ 132687 h 153099"/>
              <a:gd name="csX22" fmla="*/ 121561 w 152843"/>
              <a:gd name="csY22" fmla="*/ 132687 h 153099"/>
              <a:gd name="csX23" fmla="*/ 110179 w 152843"/>
              <a:gd name="csY23" fmla="*/ 70494 h 153099"/>
              <a:gd name="csX24" fmla="*/ 142182 w 152843"/>
              <a:gd name="csY24" fmla="*/ 78047 h 153099"/>
              <a:gd name="csX25" fmla="*/ 144104 w 152843"/>
              <a:gd name="csY25" fmla="*/ 78251 h 153099"/>
              <a:gd name="csX26" fmla="*/ 152611 w 152843"/>
              <a:gd name="csY26" fmla="*/ 71566 h 153099"/>
              <a:gd name="csX27" fmla="*/ 146128 w 152843"/>
              <a:gd name="csY27" fmla="*/ 61138 h 153099"/>
              <a:gd name="csX28" fmla="*/ 53184 w 152843"/>
              <a:gd name="csY28" fmla="*/ 39126 h 153099"/>
              <a:gd name="csX29" fmla="*/ 93693 w 152843"/>
              <a:gd name="csY29" fmla="*/ 66564 h 153099"/>
              <a:gd name="csX30" fmla="*/ 102949 w 152843"/>
              <a:gd name="csY30" fmla="*/ 68793 h 153099"/>
              <a:gd name="csX31" fmla="*/ 104122 w 152843"/>
              <a:gd name="csY31" fmla="*/ 75172 h 153099"/>
              <a:gd name="csX32" fmla="*/ 97521 w 152843"/>
              <a:gd name="csY32" fmla="*/ 81976 h 153099"/>
              <a:gd name="csX33" fmla="*/ 91992 w 152843"/>
              <a:gd name="csY33" fmla="*/ 76244 h 153099"/>
              <a:gd name="csX34" fmla="*/ 93693 w 152843"/>
              <a:gd name="csY34" fmla="*/ 66564 h 153099"/>
              <a:gd name="csX35" fmla="*/ 105603 w 152843"/>
              <a:gd name="csY35" fmla="*/ 83474 h 153099"/>
              <a:gd name="csX36" fmla="*/ 107304 w 152843"/>
              <a:gd name="csY36" fmla="*/ 92183 h 153099"/>
              <a:gd name="csX37" fmla="*/ 102319 w 152843"/>
              <a:gd name="csY37" fmla="*/ 86978 h 153099"/>
              <a:gd name="csX38" fmla="*/ 105603 w 152843"/>
              <a:gd name="csY38" fmla="*/ 83474 h 153099"/>
              <a:gd name="csX39" fmla="*/ 90614 w 152843"/>
              <a:gd name="csY39" fmla="*/ 84630 h 153099"/>
              <a:gd name="csX40" fmla="*/ 92843 w 152843"/>
              <a:gd name="csY40" fmla="*/ 86978 h 153099"/>
              <a:gd name="csX41" fmla="*/ 89559 w 152843"/>
              <a:gd name="csY41" fmla="*/ 90380 h 153099"/>
              <a:gd name="csX42" fmla="*/ 90614 w 152843"/>
              <a:gd name="csY42" fmla="*/ 84630 h 153099"/>
              <a:gd name="csX43" fmla="*/ 97521 w 152843"/>
              <a:gd name="csY43" fmla="*/ 91860 h 153099"/>
              <a:gd name="csX44" fmla="*/ 106777 w 152843"/>
              <a:gd name="csY44" fmla="*/ 101641 h 153099"/>
              <a:gd name="csX45" fmla="*/ 97947 w 152843"/>
              <a:gd name="csY45" fmla="*/ 110470 h 153099"/>
              <a:gd name="csX46" fmla="*/ 88589 w 152843"/>
              <a:gd name="csY46" fmla="*/ 101114 h 153099"/>
              <a:gd name="csX47" fmla="*/ 97521 w 152843"/>
              <a:gd name="csY47" fmla="*/ 91860 h 153099"/>
              <a:gd name="csX48" fmla="*/ 16708 w 152843"/>
              <a:gd name="csY48" fmla="*/ 99090 h 153099"/>
              <a:gd name="csX49" fmla="*/ 16708 w 152843"/>
              <a:gd name="csY49" fmla="*/ 153100 h 153099"/>
              <a:gd name="csX50" fmla="*/ 23513 w 152843"/>
              <a:gd name="csY50" fmla="*/ 153100 h 153099"/>
              <a:gd name="csX51" fmla="*/ 23513 w 152843"/>
              <a:gd name="csY51" fmla="*/ 105044 h 153099"/>
              <a:gd name="csX52" fmla="*/ 22986 w 152843"/>
              <a:gd name="csY52" fmla="*/ 104516 h 153099"/>
              <a:gd name="csX53" fmla="*/ 16708 w 152843"/>
              <a:gd name="csY53" fmla="*/ 99090 h 153099"/>
              <a:gd name="csX54" fmla="*/ 110179 w 152843"/>
              <a:gd name="csY54" fmla="*/ 107918 h 153099"/>
              <a:gd name="csX55" fmla="*/ 113480 w 152843"/>
              <a:gd name="csY55" fmla="*/ 125882 h 153099"/>
              <a:gd name="csX56" fmla="*/ 102846 w 152843"/>
              <a:gd name="csY56" fmla="*/ 115250 h 153099"/>
              <a:gd name="csX57" fmla="*/ 110179 w 152843"/>
              <a:gd name="csY57" fmla="*/ 107918 h 153099"/>
              <a:gd name="csX58" fmla="*/ 86360 w 152843"/>
              <a:gd name="csY58" fmla="*/ 108446 h 153099"/>
              <a:gd name="csX59" fmla="*/ 93166 w 152843"/>
              <a:gd name="csY59" fmla="*/ 115250 h 153099"/>
              <a:gd name="csX60" fmla="*/ 83485 w 152843"/>
              <a:gd name="csY60" fmla="*/ 124929 h 153099"/>
              <a:gd name="csX61" fmla="*/ 86360 w 152843"/>
              <a:gd name="csY61" fmla="*/ 108446 h 153099"/>
              <a:gd name="csX62" fmla="*/ 97947 w 152843"/>
              <a:gd name="csY62" fmla="*/ 120149 h 153099"/>
              <a:gd name="csX63" fmla="*/ 110502 w 152843"/>
              <a:gd name="csY63" fmla="*/ 132687 h 153099"/>
              <a:gd name="csX64" fmla="*/ 85408 w 152843"/>
              <a:gd name="csY64" fmla="*/ 132687 h 153099"/>
              <a:gd name="csX65" fmla="*/ 97947 w 152843"/>
              <a:gd name="csY65" fmla="*/ 120149 h 153099"/>
            </a:gdLst>
            <a:ahLst/>
            <a:cxnLst/>
            <a:rect l="l" t="t" r="r" b="b"/>
            <a:pathLst>
              <a:path w="100000" h="100000">
                <a:moveTo>
                  <a:pt x="26554" y="0"/>
                </a:moveTo>
                <a:cubicBezTo>
                  <a:pt x="22509" y="78"/>
                  <a:pt x="6574" y="1645"/>
                  <a:pt x="1484" y="21256"/>
                </a:cubicBezTo>
                <a:cubicBezTo>
                  <a:pt x="-4606" y="44734"/>
                  <a:pt x="11097" y="58856"/>
                  <a:pt x="11764" y="59445"/>
                </a:cubicBezTo>
                <a:lnTo>
                  <a:pt x="13852" y="61256"/>
                </a:lnTo>
                <a:lnTo>
                  <a:pt x="27877" y="35634"/>
                </a:lnTo>
                <a:lnTo>
                  <a:pt x="30521" y="24589"/>
                </a:lnTo>
                <a:lnTo>
                  <a:pt x="29477" y="144"/>
                </a:lnTo>
                <a:lnTo>
                  <a:pt x="27532" y="0"/>
                </a:lnTo>
                <a:cubicBezTo>
                  <a:pt x="27510" y="0"/>
                  <a:pt x="27143" y="0"/>
                  <a:pt x="26554" y="0"/>
                </a:cubicBezTo>
                <a:close/>
                <a:moveTo>
                  <a:pt x="34822" y="25556"/>
                </a:moveTo>
                <a:lnTo>
                  <a:pt x="32255" y="36600"/>
                </a:lnTo>
                <a:lnTo>
                  <a:pt x="56981" y="42433"/>
                </a:lnTo>
                <a:lnTo>
                  <a:pt x="49058" y="86667"/>
                </a:lnTo>
                <a:lnTo>
                  <a:pt x="35444" y="86667"/>
                </a:lnTo>
                <a:lnTo>
                  <a:pt x="35444" y="100001"/>
                </a:lnTo>
                <a:lnTo>
                  <a:pt x="93231" y="100001"/>
                </a:lnTo>
                <a:lnTo>
                  <a:pt x="93231" y="86667"/>
                </a:lnTo>
                <a:lnTo>
                  <a:pt x="87119" y="86667"/>
                </a:lnTo>
                <a:lnTo>
                  <a:pt x="93997" y="55556"/>
                </a:lnTo>
                <a:cubicBezTo>
                  <a:pt x="93297" y="55544"/>
                  <a:pt x="92597" y="55445"/>
                  <a:pt x="91919" y="55278"/>
                </a:cubicBezTo>
                <a:lnTo>
                  <a:pt x="89619" y="54723"/>
                </a:lnTo>
                <a:lnTo>
                  <a:pt x="82607" y="86667"/>
                </a:lnTo>
                <a:lnTo>
                  <a:pt x="79484" y="86667"/>
                </a:lnTo>
                <a:lnTo>
                  <a:pt x="72049" y="46045"/>
                </a:lnTo>
                <a:lnTo>
                  <a:pt x="92953" y="50978"/>
                </a:lnTo>
                <a:cubicBezTo>
                  <a:pt x="93386" y="51078"/>
                  <a:pt x="93775" y="51111"/>
                  <a:pt x="94208" y="51111"/>
                </a:cubicBezTo>
                <a:cubicBezTo>
                  <a:pt x="96842" y="51111"/>
                  <a:pt x="99153" y="49311"/>
                  <a:pt x="99765" y="46745"/>
                </a:cubicBezTo>
                <a:cubicBezTo>
                  <a:pt x="100487" y="43700"/>
                  <a:pt x="98564" y="40656"/>
                  <a:pt x="95530" y="39934"/>
                </a:cubicBezTo>
                <a:lnTo>
                  <a:pt x="34822" y="25556"/>
                </a:lnTo>
                <a:close/>
                <a:moveTo>
                  <a:pt x="61281" y="43478"/>
                </a:moveTo>
                <a:lnTo>
                  <a:pt x="67327" y="44934"/>
                </a:lnTo>
                <a:lnTo>
                  <a:pt x="68093" y="49100"/>
                </a:lnTo>
                <a:lnTo>
                  <a:pt x="63782" y="53544"/>
                </a:lnTo>
                <a:lnTo>
                  <a:pt x="60170" y="49800"/>
                </a:lnTo>
                <a:lnTo>
                  <a:pt x="61281" y="43478"/>
                </a:lnTo>
                <a:close/>
                <a:moveTo>
                  <a:pt x="69061" y="54523"/>
                </a:moveTo>
                <a:lnTo>
                  <a:pt x="70172" y="60211"/>
                </a:lnTo>
                <a:lnTo>
                  <a:pt x="66916" y="56812"/>
                </a:lnTo>
                <a:lnTo>
                  <a:pt x="69061" y="54523"/>
                </a:lnTo>
                <a:close/>
                <a:moveTo>
                  <a:pt x="59270" y="55278"/>
                </a:moveTo>
                <a:lnTo>
                  <a:pt x="60726" y="56812"/>
                </a:lnTo>
                <a:lnTo>
                  <a:pt x="58581" y="59034"/>
                </a:lnTo>
                <a:lnTo>
                  <a:pt x="59270" y="55278"/>
                </a:lnTo>
                <a:close/>
                <a:moveTo>
                  <a:pt x="63782" y="60000"/>
                </a:moveTo>
                <a:lnTo>
                  <a:pt x="69827" y="66389"/>
                </a:lnTo>
                <a:lnTo>
                  <a:pt x="64060" y="72156"/>
                </a:lnTo>
                <a:lnTo>
                  <a:pt x="57947" y="66045"/>
                </a:lnTo>
                <a:lnTo>
                  <a:pt x="63782" y="60000"/>
                </a:lnTo>
                <a:close/>
                <a:moveTo>
                  <a:pt x="10997" y="64723"/>
                </a:moveTo>
                <a:lnTo>
                  <a:pt x="10997" y="100001"/>
                </a:lnTo>
                <a:lnTo>
                  <a:pt x="15442" y="100001"/>
                </a:lnTo>
                <a:lnTo>
                  <a:pt x="15442" y="68612"/>
                </a:lnTo>
                <a:lnTo>
                  <a:pt x="15097" y="68267"/>
                </a:lnTo>
                <a:lnTo>
                  <a:pt x="10997" y="64723"/>
                </a:lnTo>
                <a:close/>
                <a:moveTo>
                  <a:pt x="72049" y="70489"/>
                </a:moveTo>
                <a:lnTo>
                  <a:pt x="74206" y="82223"/>
                </a:lnTo>
                <a:lnTo>
                  <a:pt x="67260" y="75278"/>
                </a:lnTo>
                <a:lnTo>
                  <a:pt x="72049" y="70489"/>
                </a:lnTo>
                <a:close/>
                <a:moveTo>
                  <a:pt x="56492" y="70834"/>
                </a:moveTo>
                <a:lnTo>
                  <a:pt x="60937" y="75278"/>
                </a:lnTo>
                <a:lnTo>
                  <a:pt x="54614" y="81600"/>
                </a:lnTo>
                <a:lnTo>
                  <a:pt x="56492" y="70834"/>
                </a:lnTo>
                <a:close/>
                <a:moveTo>
                  <a:pt x="64060" y="78478"/>
                </a:moveTo>
                <a:lnTo>
                  <a:pt x="72260" y="86667"/>
                </a:lnTo>
                <a:lnTo>
                  <a:pt x="55870" y="86667"/>
                </a:lnTo>
                <a:lnTo>
                  <a:pt x="64060" y="7847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7" name="Чёрный — SVG 20">
            <a:extLst>
              <a:ext uri="{FF2B5EF4-FFF2-40B4-BE49-F238E27FC236}">
                <a16:creationId xmlns:a16="http://schemas.microsoft.com/office/drawing/2014/main" id="{CA34B558-2D7B-2446-9591-1FA020A21478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67968 w 119119"/>
              <a:gd name="csY0" fmla="*/ 0 h 141987"/>
              <a:gd name="csX1" fmla="*/ 67152 w 119119"/>
              <a:gd name="csY1" fmla="*/ 85 h 141987"/>
              <a:gd name="csX2" fmla="*/ 62388 w 119119"/>
              <a:gd name="csY2" fmla="*/ 85 h 141987"/>
              <a:gd name="csX3" fmla="*/ 60193 w 119119"/>
              <a:gd name="csY3" fmla="*/ 493 h 141987"/>
              <a:gd name="csX4" fmla="*/ 58322 w 119119"/>
              <a:gd name="csY4" fmla="*/ 1718 h 141987"/>
              <a:gd name="csX5" fmla="*/ 57063 w 119119"/>
              <a:gd name="csY5" fmla="*/ 3555 h 141987"/>
              <a:gd name="csX6" fmla="*/ 56638 w 119119"/>
              <a:gd name="csY6" fmla="*/ 5750 h 141987"/>
              <a:gd name="csX7" fmla="*/ 57063 w 119119"/>
              <a:gd name="csY7" fmla="*/ 7944 h 141987"/>
              <a:gd name="csX8" fmla="*/ 58322 w 119119"/>
              <a:gd name="csY8" fmla="*/ 9781 h 141987"/>
              <a:gd name="csX9" fmla="*/ 60193 w 119119"/>
              <a:gd name="csY9" fmla="*/ 11006 h 141987"/>
              <a:gd name="csX10" fmla="*/ 62388 w 119119"/>
              <a:gd name="csY10" fmla="*/ 11414 h 141987"/>
              <a:gd name="csX11" fmla="*/ 62388 w 119119"/>
              <a:gd name="csY11" fmla="*/ 17096 h 141987"/>
              <a:gd name="csX12" fmla="*/ 45375 w 119119"/>
              <a:gd name="csY12" fmla="*/ 17096 h 141987"/>
              <a:gd name="csX13" fmla="*/ 41768 w 119119"/>
              <a:gd name="csY13" fmla="*/ 18372 h 141987"/>
              <a:gd name="csX14" fmla="*/ 39811 w 119119"/>
              <a:gd name="csY14" fmla="*/ 21655 h 141987"/>
              <a:gd name="csX15" fmla="*/ 17133 w 119119"/>
              <a:gd name="csY15" fmla="*/ 135051 h 141987"/>
              <a:gd name="csX16" fmla="*/ 17064 w 119119"/>
              <a:gd name="csY16" fmla="*/ 137314 h 141987"/>
              <a:gd name="csX17" fmla="*/ 17898 w 119119"/>
              <a:gd name="csY17" fmla="*/ 139406 h 141987"/>
              <a:gd name="csX18" fmla="*/ 19463 w 119119"/>
              <a:gd name="csY18" fmla="*/ 141005 h 141987"/>
              <a:gd name="csX19" fmla="*/ 21539 w 119119"/>
              <a:gd name="csY19" fmla="*/ 141872 h 141987"/>
              <a:gd name="csX20" fmla="*/ 23802 w 119119"/>
              <a:gd name="csY20" fmla="*/ 141872 h 141987"/>
              <a:gd name="csX21" fmla="*/ 25860 w 119119"/>
              <a:gd name="csY21" fmla="*/ 140988 h 141987"/>
              <a:gd name="csX22" fmla="*/ 27426 w 119119"/>
              <a:gd name="csY22" fmla="*/ 139372 h 141987"/>
              <a:gd name="csX23" fmla="*/ 28242 w 119119"/>
              <a:gd name="csY23" fmla="*/ 137280 h 141987"/>
              <a:gd name="csX24" fmla="*/ 32172 w 119119"/>
              <a:gd name="csY24" fmla="*/ 117666 h 141987"/>
              <a:gd name="csX25" fmla="*/ 62388 w 119119"/>
              <a:gd name="csY25" fmla="*/ 92404 h 141987"/>
              <a:gd name="csX26" fmla="*/ 62388 w 119119"/>
              <a:gd name="csY26" fmla="*/ 136174 h 141987"/>
              <a:gd name="csX27" fmla="*/ 62796 w 119119"/>
              <a:gd name="csY27" fmla="*/ 138368 h 141987"/>
              <a:gd name="csX28" fmla="*/ 64021 w 119119"/>
              <a:gd name="csY28" fmla="*/ 140222 h 141987"/>
              <a:gd name="csX29" fmla="*/ 65859 w 119119"/>
              <a:gd name="csY29" fmla="*/ 141481 h 141987"/>
              <a:gd name="csX30" fmla="*/ 68054 w 119119"/>
              <a:gd name="csY30" fmla="*/ 141924 h 141987"/>
              <a:gd name="csX31" fmla="*/ 70248 w 119119"/>
              <a:gd name="csY31" fmla="*/ 141481 h 141987"/>
              <a:gd name="csX32" fmla="*/ 72086 w 119119"/>
              <a:gd name="csY32" fmla="*/ 140222 h 141987"/>
              <a:gd name="csX33" fmla="*/ 73311 w 119119"/>
              <a:gd name="csY33" fmla="*/ 138368 h 141987"/>
              <a:gd name="csX34" fmla="*/ 73719 w 119119"/>
              <a:gd name="csY34" fmla="*/ 136174 h 141987"/>
              <a:gd name="csX35" fmla="*/ 73719 w 119119"/>
              <a:gd name="csY35" fmla="*/ 92404 h 141987"/>
              <a:gd name="csX36" fmla="*/ 103935 w 119119"/>
              <a:gd name="csY36" fmla="*/ 117666 h 141987"/>
              <a:gd name="csX37" fmla="*/ 107865 w 119119"/>
              <a:gd name="csY37" fmla="*/ 137280 h 141987"/>
              <a:gd name="csX38" fmla="*/ 108681 w 119119"/>
              <a:gd name="csY38" fmla="*/ 139372 h 141987"/>
              <a:gd name="csX39" fmla="*/ 110247 w 119119"/>
              <a:gd name="csY39" fmla="*/ 140988 h 141987"/>
              <a:gd name="csX40" fmla="*/ 112306 w 119119"/>
              <a:gd name="csY40" fmla="*/ 141872 h 141987"/>
              <a:gd name="csX41" fmla="*/ 114568 w 119119"/>
              <a:gd name="csY41" fmla="*/ 141872 h 141987"/>
              <a:gd name="csX42" fmla="*/ 116644 w 119119"/>
              <a:gd name="csY42" fmla="*/ 141005 h 141987"/>
              <a:gd name="csX43" fmla="*/ 118209 w 119119"/>
              <a:gd name="csY43" fmla="*/ 139406 h 141987"/>
              <a:gd name="csX44" fmla="*/ 119043 w 119119"/>
              <a:gd name="csY44" fmla="*/ 137314 h 141987"/>
              <a:gd name="csX45" fmla="*/ 118975 w 119119"/>
              <a:gd name="csY45" fmla="*/ 135051 h 141987"/>
              <a:gd name="csX46" fmla="*/ 96296 w 119119"/>
              <a:gd name="csY46" fmla="*/ 21655 h 141987"/>
              <a:gd name="csX47" fmla="*/ 94339 w 119119"/>
              <a:gd name="csY47" fmla="*/ 18372 h 141987"/>
              <a:gd name="csX48" fmla="*/ 90733 w 119119"/>
              <a:gd name="csY48" fmla="*/ 17096 h 141987"/>
              <a:gd name="csX49" fmla="*/ 73719 w 119119"/>
              <a:gd name="csY49" fmla="*/ 17096 h 141987"/>
              <a:gd name="csX50" fmla="*/ 73719 w 119119"/>
              <a:gd name="csY50" fmla="*/ 11414 h 141987"/>
              <a:gd name="csX51" fmla="*/ 75914 w 119119"/>
              <a:gd name="csY51" fmla="*/ 11006 h 141987"/>
              <a:gd name="csX52" fmla="*/ 77785 w 119119"/>
              <a:gd name="csY52" fmla="*/ 9781 h 141987"/>
              <a:gd name="csX53" fmla="*/ 79044 w 119119"/>
              <a:gd name="csY53" fmla="*/ 7944 h 141987"/>
              <a:gd name="csX54" fmla="*/ 79470 w 119119"/>
              <a:gd name="csY54" fmla="*/ 5750 h 141987"/>
              <a:gd name="csX55" fmla="*/ 79044 w 119119"/>
              <a:gd name="csY55" fmla="*/ 3555 h 141987"/>
              <a:gd name="csX56" fmla="*/ 77785 w 119119"/>
              <a:gd name="csY56" fmla="*/ 1718 h 141987"/>
              <a:gd name="csX57" fmla="*/ 75914 w 119119"/>
              <a:gd name="csY57" fmla="*/ 493 h 141987"/>
              <a:gd name="csX58" fmla="*/ 73719 w 119119"/>
              <a:gd name="csY58" fmla="*/ 85 h 141987"/>
              <a:gd name="csX59" fmla="*/ 68921 w 119119"/>
              <a:gd name="csY59" fmla="*/ 85 h 141987"/>
              <a:gd name="csX60" fmla="*/ 67968 w 119119"/>
              <a:gd name="csY60" fmla="*/ 0 h 141987"/>
              <a:gd name="csX61" fmla="*/ 25520 w 119119"/>
              <a:gd name="csY61" fmla="*/ 85 h 141987"/>
              <a:gd name="csX62" fmla="*/ 17013 w 119119"/>
              <a:gd name="csY62" fmla="*/ 8591 h 141987"/>
              <a:gd name="csX63" fmla="*/ 25520 w 119119"/>
              <a:gd name="csY63" fmla="*/ 17096 h 141987"/>
              <a:gd name="csX64" fmla="*/ 42516 w 119119"/>
              <a:gd name="csY64" fmla="*/ 85 h 141987"/>
              <a:gd name="csX65" fmla="*/ 25520 w 119119"/>
              <a:gd name="csY65" fmla="*/ 85 h 141987"/>
              <a:gd name="csX66" fmla="*/ 17013 w 119119"/>
              <a:gd name="csY66" fmla="*/ 25602 h 141987"/>
              <a:gd name="csX67" fmla="*/ 0 w 119119"/>
              <a:gd name="csY67" fmla="*/ 42613 h 141987"/>
              <a:gd name="csX68" fmla="*/ 8507 w 119119"/>
              <a:gd name="csY68" fmla="*/ 51118 h 141987"/>
              <a:gd name="csX69" fmla="*/ 17013 w 119119"/>
              <a:gd name="csY69" fmla="*/ 42613 h 141987"/>
              <a:gd name="csX70" fmla="*/ 17013 w 119119"/>
              <a:gd name="csY70" fmla="*/ 25602 h 141987"/>
              <a:gd name="csX71" fmla="*/ 50019 w 119119"/>
              <a:gd name="csY71" fmla="*/ 28425 h 141987"/>
              <a:gd name="csX72" fmla="*/ 62388 w 119119"/>
              <a:gd name="csY72" fmla="*/ 28425 h 141987"/>
              <a:gd name="csX73" fmla="*/ 62388 w 119119"/>
              <a:gd name="csY73" fmla="*/ 68130 h 141987"/>
              <a:gd name="csX74" fmla="*/ 45000 w 119119"/>
              <a:gd name="csY74" fmla="*/ 53568 h 141987"/>
              <a:gd name="csX75" fmla="*/ 50019 w 119119"/>
              <a:gd name="csY75" fmla="*/ 28425 h 141987"/>
              <a:gd name="csX76" fmla="*/ 73719 w 119119"/>
              <a:gd name="csY76" fmla="*/ 28425 h 141987"/>
              <a:gd name="csX77" fmla="*/ 86088 w 119119"/>
              <a:gd name="csY77" fmla="*/ 28425 h 141987"/>
              <a:gd name="csX78" fmla="*/ 91107 w 119119"/>
              <a:gd name="csY78" fmla="*/ 53568 h 141987"/>
              <a:gd name="csX79" fmla="*/ 73719 w 119119"/>
              <a:gd name="csY79" fmla="*/ 68130 h 141987"/>
              <a:gd name="csX80" fmla="*/ 73719 w 119119"/>
              <a:gd name="csY80" fmla="*/ 28425 h 141987"/>
              <a:gd name="csX81" fmla="*/ 42448 w 119119"/>
              <a:gd name="csY81" fmla="*/ 66258 h 141987"/>
              <a:gd name="csX82" fmla="*/ 59207 w 119119"/>
              <a:gd name="csY82" fmla="*/ 80258 h 141987"/>
              <a:gd name="csX83" fmla="*/ 35728 w 119119"/>
              <a:gd name="csY83" fmla="*/ 99906 h 141987"/>
              <a:gd name="csX84" fmla="*/ 42448 w 119119"/>
              <a:gd name="csY84" fmla="*/ 66258 h 141987"/>
              <a:gd name="csX85" fmla="*/ 93659 w 119119"/>
              <a:gd name="csY85" fmla="*/ 66258 h 141987"/>
              <a:gd name="csX86" fmla="*/ 100379 w 119119"/>
              <a:gd name="csY86" fmla="*/ 99906 h 141987"/>
              <a:gd name="csX87" fmla="*/ 76901 w 119119"/>
              <a:gd name="csY87" fmla="*/ 80258 h 141987"/>
              <a:gd name="csX88" fmla="*/ 93659 w 119119"/>
              <a:gd name="csY88" fmla="*/ 66258 h 141987"/>
            </a:gdLst>
            <a:ahLst/>
            <a:cxnLst/>
            <a:rect l="l" t="t" r="r" b="b"/>
            <a:pathLst>
              <a:path w="100000" h="100000">
                <a:moveTo>
                  <a:pt x="55922" y="0"/>
                </a:moveTo>
                <a:cubicBezTo>
                  <a:pt x="55730" y="0"/>
                  <a:pt x="55539" y="24"/>
                  <a:pt x="55347" y="60"/>
                </a:cubicBezTo>
                <a:lnTo>
                  <a:pt x="51992" y="60"/>
                </a:lnTo>
                <a:cubicBezTo>
                  <a:pt x="51453" y="48"/>
                  <a:pt x="50938" y="144"/>
                  <a:pt x="50446" y="347"/>
                </a:cubicBezTo>
                <a:cubicBezTo>
                  <a:pt x="49955" y="539"/>
                  <a:pt x="49500" y="827"/>
                  <a:pt x="49128" y="1210"/>
                </a:cubicBezTo>
                <a:cubicBezTo>
                  <a:pt x="48745" y="1582"/>
                  <a:pt x="48445" y="2013"/>
                  <a:pt x="48242" y="2504"/>
                </a:cubicBezTo>
                <a:cubicBezTo>
                  <a:pt x="48038" y="2995"/>
                  <a:pt x="47942" y="3522"/>
                  <a:pt x="47942" y="4050"/>
                </a:cubicBezTo>
                <a:cubicBezTo>
                  <a:pt x="47942" y="4576"/>
                  <a:pt x="48038" y="5104"/>
                  <a:pt x="48242" y="5595"/>
                </a:cubicBezTo>
                <a:cubicBezTo>
                  <a:pt x="48445" y="6074"/>
                  <a:pt x="48745" y="6517"/>
                  <a:pt x="49128" y="6889"/>
                </a:cubicBezTo>
                <a:cubicBezTo>
                  <a:pt x="49500" y="7261"/>
                  <a:pt x="49955" y="7560"/>
                  <a:pt x="50446" y="7751"/>
                </a:cubicBezTo>
                <a:cubicBezTo>
                  <a:pt x="50938" y="7955"/>
                  <a:pt x="51453" y="8051"/>
                  <a:pt x="51992" y="8039"/>
                </a:cubicBezTo>
                <a:lnTo>
                  <a:pt x="51992" y="12041"/>
                </a:lnTo>
                <a:lnTo>
                  <a:pt x="40010" y="12041"/>
                </a:lnTo>
                <a:cubicBezTo>
                  <a:pt x="39087" y="12041"/>
                  <a:pt x="38189" y="12353"/>
                  <a:pt x="37470" y="12939"/>
                </a:cubicBezTo>
                <a:cubicBezTo>
                  <a:pt x="36763" y="13527"/>
                  <a:pt x="36272" y="14341"/>
                  <a:pt x="36091" y="15251"/>
                </a:cubicBezTo>
                <a:lnTo>
                  <a:pt x="20119" y="95115"/>
                </a:lnTo>
                <a:cubicBezTo>
                  <a:pt x="19999" y="95643"/>
                  <a:pt x="19987" y="96181"/>
                  <a:pt x="20071" y="96709"/>
                </a:cubicBezTo>
                <a:cubicBezTo>
                  <a:pt x="20167" y="97236"/>
                  <a:pt x="20371" y="97727"/>
                  <a:pt x="20658" y="98182"/>
                </a:cubicBezTo>
                <a:cubicBezTo>
                  <a:pt x="20946" y="98626"/>
                  <a:pt x="21329" y="99009"/>
                  <a:pt x="21760" y="99308"/>
                </a:cubicBezTo>
                <a:cubicBezTo>
                  <a:pt x="22204" y="99608"/>
                  <a:pt x="22707" y="99824"/>
                  <a:pt x="23223" y="99919"/>
                </a:cubicBezTo>
                <a:cubicBezTo>
                  <a:pt x="23750" y="100027"/>
                  <a:pt x="24289" y="100027"/>
                  <a:pt x="24816" y="99919"/>
                </a:cubicBezTo>
                <a:cubicBezTo>
                  <a:pt x="25331" y="99812"/>
                  <a:pt x="25835" y="99596"/>
                  <a:pt x="26266" y="99296"/>
                </a:cubicBezTo>
                <a:cubicBezTo>
                  <a:pt x="26709" y="98997"/>
                  <a:pt x="27081" y="98614"/>
                  <a:pt x="27369" y="98158"/>
                </a:cubicBezTo>
                <a:cubicBezTo>
                  <a:pt x="27656" y="97715"/>
                  <a:pt x="27860" y="97212"/>
                  <a:pt x="27943" y="96685"/>
                </a:cubicBezTo>
                <a:lnTo>
                  <a:pt x="30711" y="82871"/>
                </a:lnTo>
                <a:lnTo>
                  <a:pt x="51992" y="65079"/>
                </a:lnTo>
                <a:lnTo>
                  <a:pt x="51992" y="95906"/>
                </a:lnTo>
                <a:cubicBezTo>
                  <a:pt x="51980" y="96433"/>
                  <a:pt x="52076" y="96960"/>
                  <a:pt x="52279" y="97451"/>
                </a:cubicBezTo>
                <a:cubicBezTo>
                  <a:pt x="52472" y="97943"/>
                  <a:pt x="52771" y="98386"/>
                  <a:pt x="53142" y="98757"/>
                </a:cubicBezTo>
                <a:cubicBezTo>
                  <a:pt x="53514" y="99141"/>
                  <a:pt x="53957" y="99440"/>
                  <a:pt x="54437" y="99644"/>
                </a:cubicBezTo>
                <a:cubicBezTo>
                  <a:pt x="54928" y="99848"/>
                  <a:pt x="55455" y="99956"/>
                  <a:pt x="55983" y="99956"/>
                </a:cubicBezTo>
                <a:cubicBezTo>
                  <a:pt x="56509" y="99956"/>
                  <a:pt x="57037" y="99848"/>
                  <a:pt x="57528" y="99644"/>
                </a:cubicBezTo>
                <a:cubicBezTo>
                  <a:pt x="58007" y="99440"/>
                  <a:pt x="58451" y="99141"/>
                  <a:pt x="58822" y="98757"/>
                </a:cubicBezTo>
                <a:cubicBezTo>
                  <a:pt x="59193" y="98386"/>
                  <a:pt x="59493" y="97943"/>
                  <a:pt x="59685" y="97451"/>
                </a:cubicBezTo>
                <a:cubicBezTo>
                  <a:pt x="59889" y="96960"/>
                  <a:pt x="59984" y="96433"/>
                  <a:pt x="59972" y="95906"/>
                </a:cubicBezTo>
                <a:lnTo>
                  <a:pt x="59972" y="65079"/>
                </a:lnTo>
                <a:lnTo>
                  <a:pt x="81253" y="82871"/>
                </a:lnTo>
                <a:lnTo>
                  <a:pt x="84021" y="96685"/>
                </a:lnTo>
                <a:cubicBezTo>
                  <a:pt x="84105" y="97212"/>
                  <a:pt x="84308" y="97715"/>
                  <a:pt x="84596" y="98158"/>
                </a:cubicBezTo>
                <a:cubicBezTo>
                  <a:pt x="84884" y="98614"/>
                  <a:pt x="85255" y="98997"/>
                  <a:pt x="85699" y="99296"/>
                </a:cubicBezTo>
                <a:cubicBezTo>
                  <a:pt x="86130" y="99596"/>
                  <a:pt x="86633" y="99812"/>
                  <a:pt x="87149" y="99919"/>
                </a:cubicBezTo>
                <a:cubicBezTo>
                  <a:pt x="87676" y="100027"/>
                  <a:pt x="88215" y="100027"/>
                  <a:pt x="88742" y="99919"/>
                </a:cubicBezTo>
                <a:cubicBezTo>
                  <a:pt x="89257" y="99824"/>
                  <a:pt x="89760" y="99608"/>
                  <a:pt x="90204" y="99308"/>
                </a:cubicBezTo>
                <a:cubicBezTo>
                  <a:pt x="90635" y="99009"/>
                  <a:pt x="91019" y="98626"/>
                  <a:pt x="91306" y="98182"/>
                </a:cubicBezTo>
                <a:cubicBezTo>
                  <a:pt x="91594" y="97727"/>
                  <a:pt x="91798" y="97236"/>
                  <a:pt x="91894" y="96709"/>
                </a:cubicBezTo>
                <a:cubicBezTo>
                  <a:pt x="91977" y="96181"/>
                  <a:pt x="91965" y="95643"/>
                  <a:pt x="91846" y="95115"/>
                </a:cubicBezTo>
                <a:lnTo>
                  <a:pt x="75873" y="15251"/>
                </a:lnTo>
                <a:cubicBezTo>
                  <a:pt x="75694" y="14341"/>
                  <a:pt x="75202" y="13527"/>
                  <a:pt x="74495" y="12939"/>
                </a:cubicBezTo>
                <a:cubicBezTo>
                  <a:pt x="73776" y="12353"/>
                  <a:pt x="72878" y="12041"/>
                  <a:pt x="71955" y="12041"/>
                </a:cubicBezTo>
                <a:lnTo>
                  <a:pt x="59972" y="12041"/>
                </a:lnTo>
                <a:lnTo>
                  <a:pt x="59972" y="8039"/>
                </a:lnTo>
                <a:cubicBezTo>
                  <a:pt x="60512" y="8051"/>
                  <a:pt x="61027" y="7955"/>
                  <a:pt x="61518" y="7751"/>
                </a:cubicBezTo>
                <a:cubicBezTo>
                  <a:pt x="62009" y="7560"/>
                  <a:pt x="62465" y="7261"/>
                  <a:pt x="62836" y="6889"/>
                </a:cubicBezTo>
                <a:cubicBezTo>
                  <a:pt x="63220" y="6517"/>
                  <a:pt x="63519" y="6074"/>
                  <a:pt x="63723" y="5595"/>
                </a:cubicBezTo>
                <a:cubicBezTo>
                  <a:pt x="63926" y="5104"/>
                  <a:pt x="64023" y="4576"/>
                  <a:pt x="64023" y="4050"/>
                </a:cubicBezTo>
                <a:cubicBezTo>
                  <a:pt x="64023" y="3522"/>
                  <a:pt x="63926" y="2995"/>
                  <a:pt x="63723" y="2504"/>
                </a:cubicBezTo>
                <a:cubicBezTo>
                  <a:pt x="63519" y="2013"/>
                  <a:pt x="63220" y="1582"/>
                  <a:pt x="62836" y="1210"/>
                </a:cubicBezTo>
                <a:cubicBezTo>
                  <a:pt x="62465" y="827"/>
                  <a:pt x="62009" y="539"/>
                  <a:pt x="61518" y="347"/>
                </a:cubicBezTo>
                <a:cubicBezTo>
                  <a:pt x="61027" y="144"/>
                  <a:pt x="60512" y="48"/>
                  <a:pt x="59972" y="60"/>
                </a:cubicBezTo>
                <a:lnTo>
                  <a:pt x="56593" y="60"/>
                </a:lnTo>
                <a:cubicBezTo>
                  <a:pt x="56378" y="12"/>
                  <a:pt x="56150" y="0"/>
                  <a:pt x="55922" y="0"/>
                </a:cubicBezTo>
                <a:close/>
                <a:moveTo>
                  <a:pt x="26026" y="60"/>
                </a:moveTo>
                <a:cubicBezTo>
                  <a:pt x="22719" y="60"/>
                  <a:pt x="20035" y="2744"/>
                  <a:pt x="20035" y="6051"/>
                </a:cubicBezTo>
                <a:cubicBezTo>
                  <a:pt x="20035" y="9357"/>
                  <a:pt x="22719" y="12041"/>
                  <a:pt x="26026" y="12041"/>
                </a:cubicBezTo>
                <a:cubicBezTo>
                  <a:pt x="33911" y="12041"/>
                  <a:pt x="37996" y="60"/>
                  <a:pt x="37996" y="60"/>
                </a:cubicBezTo>
                <a:lnTo>
                  <a:pt x="26026" y="60"/>
                </a:lnTo>
                <a:close/>
                <a:moveTo>
                  <a:pt x="20035" y="18031"/>
                </a:moveTo>
                <a:cubicBezTo>
                  <a:pt x="20035" y="18031"/>
                  <a:pt x="8053" y="22632"/>
                  <a:pt x="8053" y="30012"/>
                </a:cubicBezTo>
                <a:cubicBezTo>
                  <a:pt x="8053" y="33319"/>
                  <a:pt x="10737" y="36002"/>
                  <a:pt x="14044" y="36002"/>
                </a:cubicBezTo>
                <a:cubicBezTo>
                  <a:pt x="17351" y="36002"/>
                  <a:pt x="20035" y="33319"/>
                  <a:pt x="20035" y="30012"/>
                </a:cubicBezTo>
                <a:lnTo>
                  <a:pt x="20035" y="18031"/>
                </a:lnTo>
                <a:close/>
                <a:moveTo>
                  <a:pt x="43281" y="20019"/>
                </a:moveTo>
                <a:lnTo>
                  <a:pt x="51992" y="20019"/>
                </a:lnTo>
                <a:lnTo>
                  <a:pt x="51992" y="47983"/>
                </a:lnTo>
                <a:lnTo>
                  <a:pt x="39746" y="37727"/>
                </a:lnTo>
                <a:lnTo>
                  <a:pt x="43281" y="20019"/>
                </a:lnTo>
                <a:close/>
                <a:moveTo>
                  <a:pt x="59972" y="20019"/>
                </a:moveTo>
                <a:lnTo>
                  <a:pt x="68684" y="20019"/>
                </a:lnTo>
                <a:lnTo>
                  <a:pt x="72219" y="37727"/>
                </a:lnTo>
                <a:lnTo>
                  <a:pt x="59972" y="47983"/>
                </a:lnTo>
                <a:lnTo>
                  <a:pt x="59972" y="20019"/>
                </a:lnTo>
                <a:close/>
                <a:moveTo>
                  <a:pt x="37949" y="46665"/>
                </a:moveTo>
                <a:lnTo>
                  <a:pt x="49752" y="56525"/>
                </a:lnTo>
                <a:lnTo>
                  <a:pt x="33216" y="70363"/>
                </a:lnTo>
                <a:lnTo>
                  <a:pt x="37949" y="46665"/>
                </a:lnTo>
                <a:close/>
                <a:moveTo>
                  <a:pt x="74016" y="46665"/>
                </a:moveTo>
                <a:lnTo>
                  <a:pt x="78749" y="70363"/>
                </a:lnTo>
                <a:lnTo>
                  <a:pt x="62213" y="56525"/>
                </a:lnTo>
                <a:lnTo>
                  <a:pt x="74016" y="4666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8" name="Чёрный — SVG 21">
            <a:extLst>
              <a:ext uri="{FF2B5EF4-FFF2-40B4-BE49-F238E27FC236}">
                <a16:creationId xmlns:a16="http://schemas.microsoft.com/office/drawing/2014/main" id="{E6F5EF9A-6183-374C-9527-EB670432D5F1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23013 w 120589"/>
              <a:gd name="csY0" fmla="*/ 3 h 134730"/>
              <a:gd name="csX1" fmla="*/ 19356 w 120589"/>
              <a:gd name="csY1" fmla="*/ 1619 h 134730"/>
              <a:gd name="csX2" fmla="*/ 1635 w 120589"/>
              <a:gd name="csY2" fmla="*/ 19327 h 134730"/>
              <a:gd name="csX3" fmla="*/ 436 w 120589"/>
              <a:gd name="csY3" fmla="*/ 21062 h 134730"/>
              <a:gd name="csX4" fmla="*/ 0 w 120589"/>
              <a:gd name="csY4" fmla="*/ 23104 h 134730"/>
              <a:gd name="csX5" fmla="*/ 395 w 120589"/>
              <a:gd name="csY5" fmla="*/ 25179 h 134730"/>
              <a:gd name="csX6" fmla="*/ 1557 w 120589"/>
              <a:gd name="csY6" fmla="*/ 26931 h 134730"/>
              <a:gd name="csX7" fmla="*/ 3308 w 120589"/>
              <a:gd name="csY7" fmla="*/ 28088 h 134730"/>
              <a:gd name="csX8" fmla="*/ 5371 w 120589"/>
              <a:gd name="csY8" fmla="*/ 28479 h 134730"/>
              <a:gd name="csX9" fmla="*/ 7427 w 120589"/>
              <a:gd name="csY9" fmla="*/ 28054 h 134730"/>
              <a:gd name="csX10" fmla="*/ 9153 w 120589"/>
              <a:gd name="csY10" fmla="*/ 26846 h 134730"/>
              <a:gd name="csX11" fmla="*/ 26875 w 120589"/>
              <a:gd name="csY11" fmla="*/ 9121 h 134730"/>
              <a:gd name="csX12" fmla="*/ 28377 w 120589"/>
              <a:gd name="csY12" fmla="*/ 6365 h 134730"/>
              <a:gd name="csX13" fmla="*/ 28062 w 120589"/>
              <a:gd name="csY13" fmla="*/ 3252 h 134730"/>
              <a:gd name="csX14" fmla="*/ 26038 w 120589"/>
              <a:gd name="csY14" fmla="*/ 853 h 134730"/>
              <a:gd name="csX15" fmla="*/ 23013 w 120589"/>
              <a:gd name="csY15" fmla="*/ 3 h 134730"/>
              <a:gd name="csX16" fmla="*/ 53798 w 120589"/>
              <a:gd name="csY16" fmla="*/ 3592 h 134730"/>
              <a:gd name="csX17" fmla="*/ 40014 w 120589"/>
              <a:gd name="csY17" fmla="*/ 9308 h 134730"/>
              <a:gd name="csX18" fmla="*/ 9589 w 120589"/>
              <a:gd name="csY18" fmla="*/ 39724 h 134730"/>
              <a:gd name="csX19" fmla="*/ 3898 w 120589"/>
              <a:gd name="csY19" fmla="*/ 54370 h 134730"/>
              <a:gd name="csX20" fmla="*/ 6605 w 120589"/>
              <a:gd name="csY20" fmla="*/ 116052 h 134730"/>
              <a:gd name="csX21" fmla="*/ 26087 w 120589"/>
              <a:gd name="csY21" fmla="*/ 134730 h 134730"/>
              <a:gd name="csX22" fmla="*/ 101094 w 120589"/>
              <a:gd name="csY22" fmla="*/ 134730 h 134730"/>
              <a:gd name="csX23" fmla="*/ 120590 w 120589"/>
              <a:gd name="csY23" fmla="*/ 115236 h 134730"/>
              <a:gd name="csX24" fmla="*/ 120590 w 120589"/>
              <a:gd name="csY24" fmla="*/ 23087 h 134730"/>
              <a:gd name="csX25" fmla="*/ 101094 w 120589"/>
              <a:gd name="csY25" fmla="*/ 3592 h 134730"/>
              <a:gd name="csX26" fmla="*/ 53798 w 120589"/>
              <a:gd name="csY26" fmla="*/ 3592 h 134730"/>
              <a:gd name="csX27" fmla="*/ 58560 w 120589"/>
              <a:gd name="csY27" fmla="*/ 17779 h 134730"/>
              <a:gd name="csX28" fmla="*/ 94006 w 120589"/>
              <a:gd name="csY28" fmla="*/ 17779 h 134730"/>
              <a:gd name="csX29" fmla="*/ 99323 w 120589"/>
              <a:gd name="csY29" fmla="*/ 23087 h 134730"/>
              <a:gd name="csX30" fmla="*/ 94006 w 120589"/>
              <a:gd name="csY30" fmla="*/ 28411 h 134730"/>
              <a:gd name="csX31" fmla="*/ 58560 w 120589"/>
              <a:gd name="csY31" fmla="*/ 28411 h 134730"/>
              <a:gd name="csX32" fmla="*/ 53244 w 120589"/>
              <a:gd name="csY32" fmla="*/ 23087 h 134730"/>
              <a:gd name="csX33" fmla="*/ 58560 w 120589"/>
              <a:gd name="csY33" fmla="*/ 17779 h 134730"/>
              <a:gd name="csX34" fmla="*/ 63877 w 120589"/>
              <a:gd name="csY34" fmla="*/ 53316 h 134730"/>
              <a:gd name="csX35" fmla="*/ 67809 w 120589"/>
              <a:gd name="csY35" fmla="*/ 54983 h 134730"/>
              <a:gd name="csX36" fmla="*/ 85144 w 120589"/>
              <a:gd name="csY36" fmla="*/ 87984 h 134730"/>
              <a:gd name="csX37" fmla="*/ 63877 w 120589"/>
              <a:gd name="csY37" fmla="*/ 109911 h 134730"/>
              <a:gd name="csX38" fmla="*/ 42610 w 120589"/>
              <a:gd name="csY38" fmla="*/ 87984 h 134730"/>
              <a:gd name="csX39" fmla="*/ 59945 w 120589"/>
              <a:gd name="csY39" fmla="*/ 54983 h 134730"/>
              <a:gd name="csX40" fmla="*/ 63877 w 120589"/>
              <a:gd name="csY40" fmla="*/ 53316 h 134730"/>
            </a:gdLst>
            <a:ahLst/>
            <a:cxnLst/>
            <a:rect l="l" t="t" r="r" b="b"/>
            <a:pathLst>
              <a:path w="100000" h="100000">
                <a:moveTo>
                  <a:pt x="22329" y="2"/>
                </a:moveTo>
                <a:cubicBezTo>
                  <a:pt x="21303" y="27"/>
                  <a:pt x="20331" y="456"/>
                  <a:pt x="19614" y="1202"/>
                </a:cubicBezTo>
                <a:lnTo>
                  <a:pt x="6461" y="14345"/>
                </a:lnTo>
                <a:cubicBezTo>
                  <a:pt x="6083" y="14711"/>
                  <a:pt x="5780" y="15141"/>
                  <a:pt x="5572" y="15633"/>
                </a:cubicBezTo>
                <a:cubicBezTo>
                  <a:pt x="5364" y="16113"/>
                  <a:pt x="5253" y="16630"/>
                  <a:pt x="5248" y="17148"/>
                </a:cubicBezTo>
                <a:cubicBezTo>
                  <a:pt x="5243" y="17678"/>
                  <a:pt x="5343" y="18196"/>
                  <a:pt x="5541" y="18688"/>
                </a:cubicBezTo>
                <a:cubicBezTo>
                  <a:pt x="5739" y="19168"/>
                  <a:pt x="6032" y="19610"/>
                  <a:pt x="6404" y="19989"/>
                </a:cubicBezTo>
                <a:cubicBezTo>
                  <a:pt x="6775" y="20356"/>
                  <a:pt x="7217" y="20646"/>
                  <a:pt x="7703" y="20848"/>
                </a:cubicBezTo>
                <a:cubicBezTo>
                  <a:pt x="8189" y="21050"/>
                  <a:pt x="8710" y="21150"/>
                  <a:pt x="9234" y="21138"/>
                </a:cubicBezTo>
                <a:cubicBezTo>
                  <a:pt x="9760" y="21138"/>
                  <a:pt x="10279" y="21024"/>
                  <a:pt x="10760" y="20822"/>
                </a:cubicBezTo>
                <a:cubicBezTo>
                  <a:pt x="11243" y="20608"/>
                  <a:pt x="11678" y="20305"/>
                  <a:pt x="12041" y="19926"/>
                </a:cubicBezTo>
                <a:lnTo>
                  <a:pt x="25195" y="6770"/>
                </a:lnTo>
                <a:cubicBezTo>
                  <a:pt x="25764" y="6227"/>
                  <a:pt x="26153" y="5507"/>
                  <a:pt x="26310" y="4724"/>
                </a:cubicBezTo>
                <a:cubicBezTo>
                  <a:pt x="26468" y="3954"/>
                  <a:pt x="26386" y="3146"/>
                  <a:pt x="26076" y="2414"/>
                </a:cubicBezTo>
                <a:cubicBezTo>
                  <a:pt x="25767" y="1681"/>
                  <a:pt x="25243" y="1063"/>
                  <a:pt x="24574" y="633"/>
                </a:cubicBezTo>
                <a:cubicBezTo>
                  <a:pt x="23906" y="204"/>
                  <a:pt x="23123" y="-23"/>
                  <a:pt x="22329" y="2"/>
                </a:cubicBezTo>
                <a:close/>
                <a:moveTo>
                  <a:pt x="45178" y="2666"/>
                </a:moveTo>
                <a:cubicBezTo>
                  <a:pt x="41342" y="2666"/>
                  <a:pt x="37660" y="4194"/>
                  <a:pt x="34947" y="6909"/>
                </a:cubicBezTo>
                <a:lnTo>
                  <a:pt x="12365" y="29484"/>
                </a:lnTo>
                <a:cubicBezTo>
                  <a:pt x="9501" y="32350"/>
                  <a:pt x="7964" y="36301"/>
                  <a:pt x="8141" y="40355"/>
                </a:cubicBezTo>
                <a:lnTo>
                  <a:pt x="10150" y="86137"/>
                </a:lnTo>
                <a:cubicBezTo>
                  <a:pt x="10478" y="93839"/>
                  <a:pt x="16896" y="100000"/>
                  <a:pt x="24610" y="100000"/>
                </a:cubicBezTo>
                <a:lnTo>
                  <a:pt x="80282" y="100000"/>
                </a:lnTo>
                <a:cubicBezTo>
                  <a:pt x="88226" y="100000"/>
                  <a:pt x="94753" y="93473"/>
                  <a:pt x="94753" y="85531"/>
                </a:cubicBezTo>
                <a:lnTo>
                  <a:pt x="94753" y="17136"/>
                </a:lnTo>
                <a:cubicBezTo>
                  <a:pt x="94753" y="9194"/>
                  <a:pt x="88226" y="2666"/>
                  <a:pt x="80282" y="2666"/>
                </a:cubicBezTo>
                <a:lnTo>
                  <a:pt x="45178" y="2666"/>
                </a:lnTo>
                <a:close/>
                <a:moveTo>
                  <a:pt x="48713" y="13196"/>
                </a:moveTo>
                <a:lnTo>
                  <a:pt x="75022" y="13196"/>
                </a:lnTo>
                <a:cubicBezTo>
                  <a:pt x="77205" y="13196"/>
                  <a:pt x="78968" y="14951"/>
                  <a:pt x="78968" y="17136"/>
                </a:cubicBezTo>
                <a:cubicBezTo>
                  <a:pt x="78968" y="19320"/>
                  <a:pt x="77205" y="21087"/>
                  <a:pt x="75022" y="21087"/>
                </a:cubicBezTo>
                <a:lnTo>
                  <a:pt x="48713" y="21087"/>
                </a:lnTo>
                <a:cubicBezTo>
                  <a:pt x="46530" y="21087"/>
                  <a:pt x="44767" y="19320"/>
                  <a:pt x="44767" y="17136"/>
                </a:cubicBezTo>
                <a:cubicBezTo>
                  <a:pt x="44767" y="14951"/>
                  <a:pt x="46530" y="13196"/>
                  <a:pt x="48713" y="13196"/>
                </a:cubicBezTo>
                <a:close/>
                <a:moveTo>
                  <a:pt x="52659" y="39572"/>
                </a:moveTo>
                <a:cubicBezTo>
                  <a:pt x="53752" y="39572"/>
                  <a:pt x="54841" y="39989"/>
                  <a:pt x="55577" y="40810"/>
                </a:cubicBezTo>
                <a:cubicBezTo>
                  <a:pt x="56893" y="42262"/>
                  <a:pt x="68444" y="55354"/>
                  <a:pt x="68444" y="65304"/>
                </a:cubicBezTo>
                <a:cubicBezTo>
                  <a:pt x="68444" y="74269"/>
                  <a:pt x="61368" y="81579"/>
                  <a:pt x="52659" y="81579"/>
                </a:cubicBezTo>
                <a:cubicBezTo>
                  <a:pt x="43951" y="81579"/>
                  <a:pt x="36874" y="74269"/>
                  <a:pt x="36874" y="65304"/>
                </a:cubicBezTo>
                <a:cubicBezTo>
                  <a:pt x="36874" y="55354"/>
                  <a:pt x="48425" y="42262"/>
                  <a:pt x="49741" y="40810"/>
                </a:cubicBezTo>
                <a:cubicBezTo>
                  <a:pt x="50477" y="39989"/>
                  <a:pt x="51568" y="39572"/>
                  <a:pt x="52659" y="3957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9" name="Чёрный — SVG 22">
            <a:extLst>
              <a:ext uri="{FF2B5EF4-FFF2-40B4-BE49-F238E27FC236}">
                <a16:creationId xmlns:a16="http://schemas.microsoft.com/office/drawing/2014/main" id="{9CDC686A-32BD-E24B-90FD-C28ABF9F817B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67421 w 134841"/>
              <a:gd name="csY0" fmla="*/ 0 h 138215"/>
              <a:gd name="csX1" fmla="*/ 21343 w 134841"/>
              <a:gd name="csY1" fmla="*/ 46066 h 138215"/>
              <a:gd name="csX2" fmla="*/ 62104 w 134841"/>
              <a:gd name="csY2" fmla="*/ 91826 h 138215"/>
              <a:gd name="csX3" fmla="*/ 62104 w 134841"/>
              <a:gd name="csY3" fmla="*/ 106319 h 138215"/>
              <a:gd name="csX4" fmla="*/ 51471 w 134841"/>
              <a:gd name="csY4" fmla="*/ 106319 h 138215"/>
              <a:gd name="csX5" fmla="*/ 39245 w 134841"/>
              <a:gd name="csY5" fmla="*/ 116951 h 138215"/>
              <a:gd name="csX6" fmla="*/ 5393 w 134841"/>
              <a:gd name="csY6" fmla="*/ 116951 h 138215"/>
              <a:gd name="csX7" fmla="*/ 3335 w 134841"/>
              <a:gd name="csY7" fmla="*/ 117343 h 138215"/>
              <a:gd name="csX8" fmla="*/ 1584 w 134841"/>
              <a:gd name="csY8" fmla="*/ 118482 h 138215"/>
              <a:gd name="csX9" fmla="*/ 412 w 134841"/>
              <a:gd name="csY9" fmla="*/ 120217 h 138215"/>
              <a:gd name="csX10" fmla="*/ 0 w 134841"/>
              <a:gd name="csY10" fmla="*/ 122259 h 138215"/>
              <a:gd name="csX11" fmla="*/ 412 w 134841"/>
              <a:gd name="csY11" fmla="*/ 124317 h 138215"/>
              <a:gd name="csX12" fmla="*/ 1584 w 134841"/>
              <a:gd name="csY12" fmla="*/ 126052 h 138215"/>
              <a:gd name="csX13" fmla="*/ 3335 w 134841"/>
              <a:gd name="csY13" fmla="*/ 127192 h 138215"/>
              <a:gd name="csX14" fmla="*/ 5393 w 134841"/>
              <a:gd name="csY14" fmla="*/ 127583 h 138215"/>
              <a:gd name="csX15" fmla="*/ 39245 w 134841"/>
              <a:gd name="csY15" fmla="*/ 127583 h 138215"/>
              <a:gd name="csX16" fmla="*/ 51471 w 134841"/>
              <a:gd name="csY16" fmla="*/ 138215 h 138215"/>
              <a:gd name="csX17" fmla="*/ 83371 w 134841"/>
              <a:gd name="csY17" fmla="*/ 138215 h 138215"/>
              <a:gd name="csX18" fmla="*/ 95597 w 134841"/>
              <a:gd name="csY18" fmla="*/ 127583 h 138215"/>
              <a:gd name="csX19" fmla="*/ 129448 w 134841"/>
              <a:gd name="csY19" fmla="*/ 127583 h 138215"/>
              <a:gd name="csX20" fmla="*/ 131507 w 134841"/>
              <a:gd name="csY20" fmla="*/ 127192 h 138215"/>
              <a:gd name="csX21" fmla="*/ 133258 w 134841"/>
              <a:gd name="csY21" fmla="*/ 126052 h 138215"/>
              <a:gd name="csX22" fmla="*/ 134430 w 134841"/>
              <a:gd name="csY22" fmla="*/ 124317 h 138215"/>
              <a:gd name="csX23" fmla="*/ 134841 w 134841"/>
              <a:gd name="csY23" fmla="*/ 122259 h 138215"/>
              <a:gd name="csX24" fmla="*/ 134430 w 134841"/>
              <a:gd name="csY24" fmla="*/ 120217 h 138215"/>
              <a:gd name="csX25" fmla="*/ 133258 w 134841"/>
              <a:gd name="csY25" fmla="*/ 118482 h 138215"/>
              <a:gd name="csX26" fmla="*/ 131507 w 134841"/>
              <a:gd name="csY26" fmla="*/ 117343 h 138215"/>
              <a:gd name="csX27" fmla="*/ 129448 w 134841"/>
              <a:gd name="csY27" fmla="*/ 116951 h 138215"/>
              <a:gd name="csX28" fmla="*/ 95597 w 134841"/>
              <a:gd name="csY28" fmla="*/ 116951 h 138215"/>
              <a:gd name="csX29" fmla="*/ 83371 w 134841"/>
              <a:gd name="csY29" fmla="*/ 106319 h 138215"/>
              <a:gd name="csX30" fmla="*/ 72737 w 134841"/>
              <a:gd name="csY30" fmla="*/ 106319 h 138215"/>
              <a:gd name="csX31" fmla="*/ 72737 w 134841"/>
              <a:gd name="csY31" fmla="*/ 91826 h 138215"/>
              <a:gd name="csX32" fmla="*/ 113498 w 134841"/>
              <a:gd name="csY32" fmla="*/ 46066 h 138215"/>
              <a:gd name="csX33" fmla="*/ 67421 w 134841"/>
              <a:gd name="csY33" fmla="*/ 0 h 138215"/>
              <a:gd name="csX34" fmla="*/ 83371 w 134841"/>
              <a:gd name="csY34" fmla="*/ 24802 h 138215"/>
              <a:gd name="csX35" fmla="*/ 87129 w 134841"/>
              <a:gd name="csY35" fmla="*/ 26367 h 138215"/>
              <a:gd name="csX36" fmla="*/ 87129 w 134841"/>
              <a:gd name="csY36" fmla="*/ 33886 h 138215"/>
              <a:gd name="csX37" fmla="*/ 71179 w 134841"/>
              <a:gd name="csY37" fmla="*/ 49826 h 138215"/>
              <a:gd name="csX38" fmla="*/ 67421 w 134841"/>
              <a:gd name="csY38" fmla="*/ 51390 h 138215"/>
              <a:gd name="csX39" fmla="*/ 63661 w 134841"/>
              <a:gd name="csY39" fmla="*/ 49826 h 138215"/>
              <a:gd name="csX40" fmla="*/ 63661 w 134841"/>
              <a:gd name="csY40" fmla="*/ 42307 h 138215"/>
              <a:gd name="csX41" fmla="*/ 79611 w 134841"/>
              <a:gd name="csY41" fmla="*/ 26367 h 138215"/>
              <a:gd name="csX42" fmla="*/ 83371 w 134841"/>
              <a:gd name="csY42" fmla="*/ 24802 h 138215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31619" y="0"/>
                  <a:pt x="16662" y="14954"/>
                  <a:pt x="16662" y="33329"/>
                </a:cubicBezTo>
                <a:cubicBezTo>
                  <a:pt x="16662" y="50412"/>
                  <a:pt x="29578" y="64517"/>
                  <a:pt x="46153" y="66437"/>
                </a:cubicBezTo>
                <a:lnTo>
                  <a:pt x="46153" y="76923"/>
                </a:lnTo>
                <a:lnTo>
                  <a:pt x="38460" y="76923"/>
                </a:lnTo>
                <a:cubicBezTo>
                  <a:pt x="33949" y="76923"/>
                  <a:pt x="30243" y="80271"/>
                  <a:pt x="29615" y="84615"/>
                </a:cubicBezTo>
                <a:lnTo>
                  <a:pt x="5122" y="84615"/>
                </a:lnTo>
                <a:cubicBezTo>
                  <a:pt x="4612" y="84603"/>
                  <a:pt x="4106" y="84702"/>
                  <a:pt x="3633" y="84899"/>
                </a:cubicBezTo>
                <a:cubicBezTo>
                  <a:pt x="3160" y="85083"/>
                  <a:pt x="2730" y="85366"/>
                  <a:pt x="2367" y="85723"/>
                </a:cubicBezTo>
                <a:cubicBezTo>
                  <a:pt x="2003" y="86080"/>
                  <a:pt x="1715" y="86511"/>
                  <a:pt x="1519" y="86978"/>
                </a:cubicBezTo>
                <a:cubicBezTo>
                  <a:pt x="1321" y="87446"/>
                  <a:pt x="1221" y="87951"/>
                  <a:pt x="1221" y="88456"/>
                </a:cubicBezTo>
                <a:cubicBezTo>
                  <a:pt x="1221" y="88972"/>
                  <a:pt x="1321" y="89477"/>
                  <a:pt x="1519" y="89945"/>
                </a:cubicBezTo>
                <a:cubicBezTo>
                  <a:pt x="1715" y="90413"/>
                  <a:pt x="2003" y="90843"/>
                  <a:pt x="2367" y="91200"/>
                </a:cubicBezTo>
                <a:cubicBezTo>
                  <a:pt x="2730" y="91557"/>
                  <a:pt x="3160" y="91840"/>
                  <a:pt x="3633" y="92025"/>
                </a:cubicBezTo>
                <a:cubicBezTo>
                  <a:pt x="4106" y="92222"/>
                  <a:pt x="4612" y="92320"/>
                  <a:pt x="5122" y="92308"/>
                </a:cubicBezTo>
                <a:lnTo>
                  <a:pt x="29615" y="92308"/>
                </a:lnTo>
                <a:cubicBezTo>
                  <a:pt x="30243" y="96652"/>
                  <a:pt x="33949" y="100000"/>
                  <a:pt x="38460" y="100000"/>
                </a:cubicBezTo>
                <a:lnTo>
                  <a:pt x="61540" y="100000"/>
                </a:lnTo>
                <a:cubicBezTo>
                  <a:pt x="66051" y="100000"/>
                  <a:pt x="69757" y="96652"/>
                  <a:pt x="70386" y="92308"/>
                </a:cubicBezTo>
                <a:lnTo>
                  <a:pt x="94878" y="92308"/>
                </a:lnTo>
                <a:cubicBezTo>
                  <a:pt x="95388" y="92320"/>
                  <a:pt x="95893" y="92222"/>
                  <a:pt x="96367" y="92025"/>
                </a:cubicBezTo>
                <a:cubicBezTo>
                  <a:pt x="96840" y="91840"/>
                  <a:pt x="97271" y="91557"/>
                  <a:pt x="97634" y="91200"/>
                </a:cubicBezTo>
                <a:cubicBezTo>
                  <a:pt x="97997" y="90843"/>
                  <a:pt x="98285" y="90413"/>
                  <a:pt x="98482" y="89945"/>
                </a:cubicBezTo>
                <a:cubicBezTo>
                  <a:pt x="98677" y="89477"/>
                  <a:pt x="98779" y="88972"/>
                  <a:pt x="98779" y="88456"/>
                </a:cubicBezTo>
                <a:cubicBezTo>
                  <a:pt x="98779" y="87951"/>
                  <a:pt x="98677" y="87446"/>
                  <a:pt x="98482" y="86978"/>
                </a:cubicBezTo>
                <a:cubicBezTo>
                  <a:pt x="98285" y="86511"/>
                  <a:pt x="97997" y="86080"/>
                  <a:pt x="97634" y="85723"/>
                </a:cubicBezTo>
                <a:cubicBezTo>
                  <a:pt x="97271" y="85366"/>
                  <a:pt x="96840" y="85083"/>
                  <a:pt x="96367" y="84899"/>
                </a:cubicBezTo>
                <a:cubicBezTo>
                  <a:pt x="95893" y="84702"/>
                  <a:pt x="95388" y="84603"/>
                  <a:pt x="94878" y="84615"/>
                </a:cubicBezTo>
                <a:lnTo>
                  <a:pt x="70386" y="84615"/>
                </a:lnTo>
                <a:cubicBezTo>
                  <a:pt x="69757" y="80271"/>
                  <a:pt x="66051" y="76923"/>
                  <a:pt x="61540" y="76923"/>
                </a:cubicBezTo>
                <a:lnTo>
                  <a:pt x="53847" y="76923"/>
                </a:lnTo>
                <a:lnTo>
                  <a:pt x="53847" y="66437"/>
                </a:lnTo>
                <a:cubicBezTo>
                  <a:pt x="70421" y="64517"/>
                  <a:pt x="83338" y="50412"/>
                  <a:pt x="83338" y="33329"/>
                </a:cubicBezTo>
                <a:cubicBezTo>
                  <a:pt x="83338" y="14954"/>
                  <a:pt x="68382" y="0"/>
                  <a:pt x="50000" y="0"/>
                </a:cubicBezTo>
                <a:close/>
                <a:moveTo>
                  <a:pt x="61540" y="17945"/>
                </a:moveTo>
                <a:cubicBezTo>
                  <a:pt x="62524" y="17945"/>
                  <a:pt x="63508" y="18326"/>
                  <a:pt x="64259" y="19077"/>
                </a:cubicBezTo>
                <a:cubicBezTo>
                  <a:pt x="65762" y="20579"/>
                  <a:pt x="65760" y="23016"/>
                  <a:pt x="64259" y="24517"/>
                </a:cubicBezTo>
                <a:lnTo>
                  <a:pt x="52719" y="36050"/>
                </a:lnTo>
                <a:cubicBezTo>
                  <a:pt x="51968" y="36800"/>
                  <a:pt x="50985" y="37181"/>
                  <a:pt x="50000" y="37181"/>
                </a:cubicBezTo>
                <a:cubicBezTo>
                  <a:pt x="49016" y="37181"/>
                  <a:pt x="48032" y="36800"/>
                  <a:pt x="47280" y="36050"/>
                </a:cubicBezTo>
                <a:cubicBezTo>
                  <a:pt x="45778" y="34548"/>
                  <a:pt x="45778" y="32111"/>
                  <a:pt x="47280" y="30610"/>
                </a:cubicBezTo>
                <a:lnTo>
                  <a:pt x="58820" y="19077"/>
                </a:lnTo>
                <a:cubicBezTo>
                  <a:pt x="59572" y="18326"/>
                  <a:pt x="60556" y="17945"/>
                  <a:pt x="61540" y="1794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0" name="Чёрный — SVG 23">
            <a:extLst>
              <a:ext uri="{FF2B5EF4-FFF2-40B4-BE49-F238E27FC236}">
                <a16:creationId xmlns:a16="http://schemas.microsoft.com/office/drawing/2014/main" id="{C44DB901-2D6F-B642-A072-400D785B2A9F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35133 w 141772"/>
              <a:gd name="csY1" fmla="*/ 9662 h 141753"/>
              <a:gd name="csX2" fmla="*/ 35133 w 141772"/>
              <a:gd name="csY2" fmla="*/ 9662 h 141753"/>
              <a:gd name="csX3" fmla="*/ 0 w 141772"/>
              <a:gd name="csY3" fmla="*/ 70188 h 141753"/>
              <a:gd name="csX4" fmla="*/ 0 w 141772"/>
              <a:gd name="csY4" fmla="*/ 70239 h 141753"/>
              <a:gd name="csX5" fmla="*/ 0 w 141772"/>
              <a:gd name="csY5" fmla="*/ 70885 h 141753"/>
              <a:gd name="csX6" fmla="*/ 153 w 141772"/>
              <a:gd name="csY6" fmla="*/ 75631 h 141753"/>
              <a:gd name="csX7" fmla="*/ 630 w 141772"/>
              <a:gd name="csY7" fmla="*/ 80292 h 141753"/>
              <a:gd name="csX8" fmla="*/ 14649 w 141772"/>
              <a:gd name="csY8" fmla="*/ 113991 h 141753"/>
              <a:gd name="csX9" fmla="*/ 14768 w 141772"/>
              <a:gd name="csY9" fmla="*/ 114145 h 141753"/>
              <a:gd name="csX10" fmla="*/ 17371 w 141772"/>
              <a:gd name="csY10" fmla="*/ 117309 h 141753"/>
              <a:gd name="csX11" fmla="*/ 17728 w 141772"/>
              <a:gd name="csY11" fmla="*/ 117751 h 141753"/>
              <a:gd name="csX12" fmla="*/ 20314 w 141772"/>
              <a:gd name="csY12" fmla="*/ 120507 h 141753"/>
              <a:gd name="csX13" fmla="*/ 20927 w 141772"/>
              <a:gd name="csY13" fmla="*/ 121153 h 141753"/>
              <a:gd name="csX14" fmla="*/ 23530 w 141772"/>
              <a:gd name="csY14" fmla="*/ 123568 h 141753"/>
              <a:gd name="csX15" fmla="*/ 24346 w 141772"/>
              <a:gd name="csY15" fmla="*/ 124334 h 141753"/>
              <a:gd name="csX16" fmla="*/ 26694 w 141772"/>
              <a:gd name="csY16" fmla="*/ 126256 h 141753"/>
              <a:gd name="csX17" fmla="*/ 28004 w 141772"/>
              <a:gd name="csY17" fmla="*/ 127311 h 141753"/>
              <a:gd name="csX18" fmla="*/ 30063 w 141772"/>
              <a:gd name="csY18" fmla="*/ 128791 h 141753"/>
              <a:gd name="csX19" fmla="*/ 31781 w 141772"/>
              <a:gd name="csY19" fmla="*/ 130016 h 141753"/>
              <a:gd name="csX20" fmla="*/ 31832 w 141772"/>
              <a:gd name="csY20" fmla="*/ 130033 h 141753"/>
              <a:gd name="csX21" fmla="*/ 35745 w 141772"/>
              <a:gd name="csY21" fmla="*/ 132449 h 141753"/>
              <a:gd name="csX22" fmla="*/ 70895 w 141772"/>
              <a:gd name="csY22" fmla="*/ 141754 h 141753"/>
              <a:gd name="csX23" fmla="*/ 105670 w 141772"/>
              <a:gd name="csY23" fmla="*/ 132636 h 141753"/>
              <a:gd name="csX24" fmla="*/ 105772 w 141772"/>
              <a:gd name="csY24" fmla="*/ 132601 h 141753"/>
              <a:gd name="csX25" fmla="*/ 113479 w 141772"/>
              <a:gd name="csY25" fmla="*/ 127532 h 141753"/>
              <a:gd name="csX26" fmla="*/ 116933 w 141772"/>
              <a:gd name="csY26" fmla="*/ 124760 h 141753"/>
              <a:gd name="csX27" fmla="*/ 117069 w 141772"/>
              <a:gd name="csY27" fmla="*/ 124640 h 141753"/>
              <a:gd name="csX28" fmla="*/ 117086 w 141772"/>
              <a:gd name="csY28" fmla="*/ 124640 h 141753"/>
              <a:gd name="csX29" fmla="*/ 119383 w 141772"/>
              <a:gd name="csY29" fmla="*/ 122531 h 141753"/>
              <a:gd name="csX30" fmla="*/ 120591 w 141772"/>
              <a:gd name="csY30" fmla="*/ 121408 h 141753"/>
              <a:gd name="csX31" fmla="*/ 121918 w 141772"/>
              <a:gd name="csY31" fmla="*/ 120013 h 141753"/>
              <a:gd name="csX32" fmla="*/ 123875 w 141772"/>
              <a:gd name="csY32" fmla="*/ 117955 h 141753"/>
              <a:gd name="csX33" fmla="*/ 124402 w 141772"/>
              <a:gd name="csY33" fmla="*/ 117326 h 141753"/>
              <a:gd name="csX34" fmla="*/ 141773 w 141772"/>
              <a:gd name="csY34" fmla="*/ 70885 h 141753"/>
              <a:gd name="csX35" fmla="*/ 141773 w 141772"/>
              <a:gd name="csY35" fmla="*/ 70562 h 141753"/>
              <a:gd name="csX36" fmla="*/ 141773 w 141772"/>
              <a:gd name="csY36" fmla="*/ 70545 h 141753"/>
              <a:gd name="csX37" fmla="*/ 108375 w 141772"/>
              <a:gd name="csY37" fmla="*/ 10768 h 141753"/>
              <a:gd name="csX38" fmla="*/ 107270 w 141772"/>
              <a:gd name="csY38" fmla="*/ 9849 h 141753"/>
              <a:gd name="csX39" fmla="*/ 71201 w 141772"/>
              <a:gd name="csY39" fmla="*/ 0 h 141753"/>
              <a:gd name="csX40" fmla="*/ 71048 w 141772"/>
              <a:gd name="csY40" fmla="*/ 0 h 141753"/>
              <a:gd name="csX41" fmla="*/ 70895 w 141772"/>
              <a:gd name="csY41" fmla="*/ 0 h 141753"/>
              <a:gd name="csX42" fmla="*/ 36273 w 141772"/>
              <a:gd name="csY42" fmla="*/ 21570 h 141753"/>
              <a:gd name="csX43" fmla="*/ 57965 w 141772"/>
              <a:gd name="csY43" fmla="*/ 58467 h 141753"/>
              <a:gd name="csX44" fmla="*/ 57608 w 141772"/>
              <a:gd name="csY44" fmla="*/ 58825 h 141753"/>
              <a:gd name="csX45" fmla="*/ 54052 w 141772"/>
              <a:gd name="csY45" fmla="*/ 65272 h 141753"/>
              <a:gd name="csX46" fmla="*/ 10957 w 141772"/>
              <a:gd name="csY46" fmla="*/ 64965 h 141753"/>
              <a:gd name="csX47" fmla="*/ 36273 w 141772"/>
              <a:gd name="csY47" fmla="*/ 21570 h 141753"/>
              <a:gd name="csX48" fmla="*/ 106215 w 141772"/>
              <a:gd name="csY48" fmla="*/ 22097 h 141753"/>
              <a:gd name="csX49" fmla="*/ 130867 w 141772"/>
              <a:gd name="csY49" fmla="*/ 65288 h 141753"/>
              <a:gd name="csX50" fmla="*/ 87806 w 141772"/>
              <a:gd name="csY50" fmla="*/ 65595 h 141753"/>
              <a:gd name="csX51" fmla="*/ 84437 w 141772"/>
              <a:gd name="csY51" fmla="*/ 59182 h 141753"/>
              <a:gd name="csX52" fmla="*/ 106215 w 141772"/>
              <a:gd name="csY52" fmla="*/ 22097 h 141753"/>
              <a:gd name="csX53" fmla="*/ 70895 w 141772"/>
              <a:gd name="csY53" fmla="*/ 63792 h 141753"/>
              <a:gd name="csX54" fmla="*/ 74655 w 141772"/>
              <a:gd name="csY54" fmla="*/ 64642 h 141753"/>
              <a:gd name="csX55" fmla="*/ 74927 w 141772"/>
              <a:gd name="csY55" fmla="*/ 64863 h 141753"/>
              <a:gd name="csX56" fmla="*/ 75267 w 141772"/>
              <a:gd name="csY56" fmla="*/ 64999 h 141753"/>
              <a:gd name="csX57" fmla="*/ 76220 w 141772"/>
              <a:gd name="csY57" fmla="*/ 65884 h 141753"/>
              <a:gd name="csX58" fmla="*/ 77973 w 141772"/>
              <a:gd name="csY58" fmla="*/ 70885 h 141753"/>
              <a:gd name="csX59" fmla="*/ 76220 w 141772"/>
              <a:gd name="csY59" fmla="*/ 75870 h 141753"/>
              <a:gd name="csX60" fmla="*/ 75404 w 141772"/>
              <a:gd name="csY60" fmla="*/ 76635 h 141753"/>
              <a:gd name="csX61" fmla="*/ 74263 w 141772"/>
              <a:gd name="csY61" fmla="*/ 77094 h 141753"/>
              <a:gd name="csX62" fmla="*/ 73617 w 141772"/>
              <a:gd name="csY62" fmla="*/ 77554 h 141753"/>
              <a:gd name="csX63" fmla="*/ 70895 w 141772"/>
              <a:gd name="csY63" fmla="*/ 77962 h 141753"/>
              <a:gd name="csX64" fmla="*/ 68105 w 141772"/>
              <a:gd name="csY64" fmla="*/ 77537 h 141753"/>
              <a:gd name="csX65" fmla="*/ 67271 w 141772"/>
              <a:gd name="csY65" fmla="*/ 76958 h 141753"/>
              <a:gd name="csX66" fmla="*/ 66284 w 141772"/>
              <a:gd name="csY66" fmla="*/ 76550 h 141753"/>
              <a:gd name="csX67" fmla="*/ 65553 w 141772"/>
              <a:gd name="csY67" fmla="*/ 75870 h 141753"/>
              <a:gd name="csX68" fmla="*/ 63800 w 141772"/>
              <a:gd name="csY68" fmla="*/ 70885 h 141753"/>
              <a:gd name="csX69" fmla="*/ 65553 w 141772"/>
              <a:gd name="csY69" fmla="*/ 65884 h 141753"/>
              <a:gd name="csX70" fmla="*/ 66199 w 141772"/>
              <a:gd name="csY70" fmla="*/ 65272 h 141753"/>
              <a:gd name="csX71" fmla="*/ 67782 w 141772"/>
              <a:gd name="csY71" fmla="*/ 64693 h 141753"/>
              <a:gd name="csX72" fmla="*/ 68547 w 141772"/>
              <a:gd name="csY72" fmla="*/ 64081 h 141753"/>
              <a:gd name="csX73" fmla="*/ 70895 w 141772"/>
              <a:gd name="csY73" fmla="*/ 63792 h 141753"/>
              <a:gd name="csX74" fmla="*/ 66999 w 141772"/>
              <a:gd name="csY74" fmla="*/ 88203 h 141753"/>
              <a:gd name="csX75" fmla="*/ 70895 w 141772"/>
              <a:gd name="csY75" fmla="*/ 88594 h 141753"/>
              <a:gd name="csX76" fmla="*/ 74468 w 141772"/>
              <a:gd name="csY76" fmla="*/ 88253 h 141753"/>
              <a:gd name="csX77" fmla="*/ 95769 w 141772"/>
              <a:gd name="csY77" fmla="*/ 125729 h 141753"/>
              <a:gd name="csX78" fmla="*/ 70895 w 141772"/>
              <a:gd name="csY78" fmla="*/ 131122 h 141753"/>
              <a:gd name="csX79" fmla="*/ 45749 w 141772"/>
              <a:gd name="csY79" fmla="*/ 125627 h 141753"/>
              <a:gd name="csX80" fmla="*/ 66999 w 141772"/>
              <a:gd name="csY80" fmla="*/ 88203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40826" y="7"/>
                  <a:pt x="32185" y="2490"/>
                  <a:pt x="24781" y="6822"/>
                </a:cubicBezTo>
                <a:lnTo>
                  <a:pt x="24781" y="6822"/>
                </a:lnTo>
                <a:cubicBezTo>
                  <a:pt x="10080" y="15413"/>
                  <a:pt x="192" y="31336"/>
                  <a:pt x="0" y="49514"/>
                </a:cubicBezTo>
                <a:cubicBezTo>
                  <a:pt x="0" y="49526"/>
                  <a:pt x="0" y="49538"/>
                  <a:pt x="0" y="49550"/>
                </a:cubicBezTo>
                <a:lnTo>
                  <a:pt x="0" y="50006"/>
                </a:lnTo>
                <a:cubicBezTo>
                  <a:pt x="0" y="51122"/>
                  <a:pt x="36" y="52238"/>
                  <a:pt x="108" y="53354"/>
                </a:cubicBezTo>
                <a:cubicBezTo>
                  <a:pt x="180" y="54458"/>
                  <a:pt x="300" y="55562"/>
                  <a:pt x="444" y="56641"/>
                </a:cubicBezTo>
                <a:cubicBezTo>
                  <a:pt x="1620" y="65509"/>
                  <a:pt x="5136" y="73644"/>
                  <a:pt x="10333" y="80411"/>
                </a:cubicBezTo>
                <a:cubicBezTo>
                  <a:pt x="10356" y="80448"/>
                  <a:pt x="10392" y="80484"/>
                  <a:pt x="10417" y="80520"/>
                </a:cubicBezTo>
                <a:cubicBezTo>
                  <a:pt x="11004" y="81287"/>
                  <a:pt x="11617" y="82019"/>
                  <a:pt x="12253" y="82752"/>
                </a:cubicBezTo>
                <a:cubicBezTo>
                  <a:pt x="12337" y="82847"/>
                  <a:pt x="12421" y="82967"/>
                  <a:pt x="12505" y="83063"/>
                </a:cubicBezTo>
                <a:cubicBezTo>
                  <a:pt x="13092" y="83736"/>
                  <a:pt x="13704" y="84371"/>
                  <a:pt x="14329" y="85007"/>
                </a:cubicBezTo>
                <a:cubicBezTo>
                  <a:pt x="14473" y="85163"/>
                  <a:pt x="14616" y="85307"/>
                  <a:pt x="14761" y="85463"/>
                </a:cubicBezTo>
                <a:cubicBezTo>
                  <a:pt x="15349" y="86051"/>
                  <a:pt x="15973" y="86615"/>
                  <a:pt x="16597" y="87166"/>
                </a:cubicBezTo>
                <a:cubicBezTo>
                  <a:pt x="16789" y="87347"/>
                  <a:pt x="16969" y="87527"/>
                  <a:pt x="17173" y="87707"/>
                </a:cubicBezTo>
                <a:cubicBezTo>
                  <a:pt x="17713" y="88175"/>
                  <a:pt x="18277" y="88619"/>
                  <a:pt x="18829" y="89062"/>
                </a:cubicBezTo>
                <a:cubicBezTo>
                  <a:pt x="19141" y="89315"/>
                  <a:pt x="19441" y="89567"/>
                  <a:pt x="19753" y="89807"/>
                </a:cubicBezTo>
                <a:cubicBezTo>
                  <a:pt x="20221" y="90166"/>
                  <a:pt x="20713" y="90503"/>
                  <a:pt x="21205" y="90850"/>
                </a:cubicBezTo>
                <a:cubicBezTo>
                  <a:pt x="21613" y="91138"/>
                  <a:pt x="22009" y="91439"/>
                  <a:pt x="22417" y="91715"/>
                </a:cubicBezTo>
                <a:cubicBezTo>
                  <a:pt x="22429" y="91715"/>
                  <a:pt x="22441" y="91727"/>
                  <a:pt x="22453" y="91727"/>
                </a:cubicBezTo>
                <a:cubicBezTo>
                  <a:pt x="23353" y="92326"/>
                  <a:pt x="24277" y="92890"/>
                  <a:pt x="25213" y="93431"/>
                </a:cubicBezTo>
                <a:cubicBezTo>
                  <a:pt x="32522" y="97618"/>
                  <a:pt x="40994" y="99994"/>
                  <a:pt x="50006" y="99994"/>
                </a:cubicBezTo>
                <a:cubicBezTo>
                  <a:pt x="58911" y="99994"/>
                  <a:pt x="67299" y="97654"/>
                  <a:pt x="74535" y="93563"/>
                </a:cubicBezTo>
                <a:cubicBezTo>
                  <a:pt x="74559" y="93563"/>
                  <a:pt x="74583" y="93551"/>
                  <a:pt x="74607" y="93538"/>
                </a:cubicBezTo>
                <a:cubicBezTo>
                  <a:pt x="76516" y="92471"/>
                  <a:pt x="78328" y="91259"/>
                  <a:pt x="80043" y="89962"/>
                </a:cubicBezTo>
                <a:cubicBezTo>
                  <a:pt x="80883" y="89339"/>
                  <a:pt x="81699" y="88679"/>
                  <a:pt x="82480" y="88007"/>
                </a:cubicBezTo>
                <a:cubicBezTo>
                  <a:pt x="82516" y="87983"/>
                  <a:pt x="82552" y="87958"/>
                  <a:pt x="82576" y="87923"/>
                </a:cubicBezTo>
                <a:lnTo>
                  <a:pt x="82588" y="87923"/>
                </a:lnTo>
                <a:cubicBezTo>
                  <a:pt x="83140" y="87443"/>
                  <a:pt x="83667" y="86939"/>
                  <a:pt x="84208" y="86435"/>
                </a:cubicBezTo>
                <a:cubicBezTo>
                  <a:pt x="84484" y="86171"/>
                  <a:pt x="84784" y="85919"/>
                  <a:pt x="85060" y="85643"/>
                </a:cubicBezTo>
                <a:cubicBezTo>
                  <a:pt x="85384" y="85319"/>
                  <a:pt x="85684" y="84995"/>
                  <a:pt x="85996" y="84659"/>
                </a:cubicBezTo>
                <a:cubicBezTo>
                  <a:pt x="86464" y="84179"/>
                  <a:pt x="86932" y="83699"/>
                  <a:pt x="87376" y="83207"/>
                </a:cubicBezTo>
                <a:cubicBezTo>
                  <a:pt x="87508" y="83063"/>
                  <a:pt x="87628" y="82907"/>
                  <a:pt x="87748" y="82764"/>
                </a:cubicBezTo>
                <a:cubicBezTo>
                  <a:pt x="95381" y="73980"/>
                  <a:pt x="100001" y="62521"/>
                  <a:pt x="100001" y="50006"/>
                </a:cubicBezTo>
                <a:lnTo>
                  <a:pt x="100001" y="49778"/>
                </a:lnTo>
                <a:lnTo>
                  <a:pt x="100001" y="49766"/>
                </a:lnTo>
                <a:cubicBezTo>
                  <a:pt x="99929" y="31983"/>
                  <a:pt x="90532" y="16373"/>
                  <a:pt x="76443" y="7602"/>
                </a:cubicBezTo>
                <a:cubicBezTo>
                  <a:pt x="76215" y="7362"/>
                  <a:pt x="75964" y="7134"/>
                  <a:pt x="75664" y="6954"/>
                </a:cubicBezTo>
                <a:cubicBezTo>
                  <a:pt x="67971" y="2406"/>
                  <a:pt x="59175" y="7"/>
                  <a:pt x="50222" y="7"/>
                </a:cubicBezTo>
                <a:cubicBezTo>
                  <a:pt x="50186" y="7"/>
                  <a:pt x="50150" y="7"/>
                  <a:pt x="50114" y="7"/>
                </a:cubicBezTo>
                <a:cubicBezTo>
                  <a:pt x="50078" y="7"/>
                  <a:pt x="50042" y="7"/>
                  <a:pt x="50006" y="7"/>
                </a:cubicBezTo>
                <a:close/>
                <a:moveTo>
                  <a:pt x="25585" y="15221"/>
                </a:moveTo>
                <a:lnTo>
                  <a:pt x="40886" y="41247"/>
                </a:lnTo>
                <a:cubicBezTo>
                  <a:pt x="40802" y="41331"/>
                  <a:pt x="40717" y="41415"/>
                  <a:pt x="40634" y="41499"/>
                </a:cubicBezTo>
                <a:cubicBezTo>
                  <a:pt x="39434" y="42843"/>
                  <a:pt x="38630" y="44415"/>
                  <a:pt x="38126" y="46047"/>
                </a:cubicBezTo>
                <a:lnTo>
                  <a:pt x="7729" y="45830"/>
                </a:lnTo>
                <a:cubicBezTo>
                  <a:pt x="8964" y="33159"/>
                  <a:pt x="15721" y="22156"/>
                  <a:pt x="25585" y="15221"/>
                </a:cubicBezTo>
                <a:close/>
                <a:moveTo>
                  <a:pt x="74920" y="15593"/>
                </a:moveTo>
                <a:cubicBezTo>
                  <a:pt x="84567" y="22577"/>
                  <a:pt x="91156" y="33496"/>
                  <a:pt x="92308" y="46058"/>
                </a:cubicBezTo>
                <a:lnTo>
                  <a:pt x="61935" y="46275"/>
                </a:lnTo>
                <a:cubicBezTo>
                  <a:pt x="61467" y="44654"/>
                  <a:pt x="60699" y="43107"/>
                  <a:pt x="59558" y="41751"/>
                </a:cubicBezTo>
                <a:lnTo>
                  <a:pt x="74920" y="15593"/>
                </a:lnTo>
                <a:close/>
                <a:moveTo>
                  <a:pt x="50006" y="45003"/>
                </a:moveTo>
                <a:cubicBezTo>
                  <a:pt x="51194" y="45003"/>
                  <a:pt x="52010" y="45231"/>
                  <a:pt x="52658" y="45602"/>
                </a:cubicBezTo>
                <a:cubicBezTo>
                  <a:pt x="52730" y="45650"/>
                  <a:pt x="52778" y="45710"/>
                  <a:pt x="52850" y="45758"/>
                </a:cubicBezTo>
                <a:cubicBezTo>
                  <a:pt x="52934" y="45806"/>
                  <a:pt x="53006" y="45818"/>
                  <a:pt x="53090" y="45854"/>
                </a:cubicBezTo>
                <a:cubicBezTo>
                  <a:pt x="53343" y="46047"/>
                  <a:pt x="53559" y="46251"/>
                  <a:pt x="53762" y="46479"/>
                </a:cubicBezTo>
                <a:cubicBezTo>
                  <a:pt x="54531" y="47343"/>
                  <a:pt x="54999" y="48650"/>
                  <a:pt x="54999" y="50006"/>
                </a:cubicBezTo>
                <a:cubicBezTo>
                  <a:pt x="54999" y="51362"/>
                  <a:pt x="54531" y="52658"/>
                  <a:pt x="53762" y="53522"/>
                </a:cubicBezTo>
                <a:cubicBezTo>
                  <a:pt x="53595" y="53726"/>
                  <a:pt x="53391" y="53894"/>
                  <a:pt x="53187" y="54062"/>
                </a:cubicBezTo>
                <a:cubicBezTo>
                  <a:pt x="52910" y="54134"/>
                  <a:pt x="52647" y="54242"/>
                  <a:pt x="52382" y="54386"/>
                </a:cubicBezTo>
                <a:cubicBezTo>
                  <a:pt x="52214" y="54481"/>
                  <a:pt x="52070" y="54602"/>
                  <a:pt x="51926" y="54710"/>
                </a:cubicBezTo>
                <a:cubicBezTo>
                  <a:pt x="51399" y="54890"/>
                  <a:pt x="50798" y="54998"/>
                  <a:pt x="50006" y="54998"/>
                </a:cubicBezTo>
                <a:cubicBezTo>
                  <a:pt x="49190" y="54998"/>
                  <a:pt x="48566" y="54878"/>
                  <a:pt x="48038" y="54698"/>
                </a:cubicBezTo>
                <a:cubicBezTo>
                  <a:pt x="47858" y="54541"/>
                  <a:pt x="47666" y="54410"/>
                  <a:pt x="47450" y="54290"/>
                </a:cubicBezTo>
                <a:cubicBezTo>
                  <a:pt x="47222" y="54158"/>
                  <a:pt x="46994" y="54086"/>
                  <a:pt x="46754" y="54002"/>
                </a:cubicBezTo>
                <a:cubicBezTo>
                  <a:pt x="46574" y="53858"/>
                  <a:pt x="46394" y="53702"/>
                  <a:pt x="46238" y="53522"/>
                </a:cubicBezTo>
                <a:cubicBezTo>
                  <a:pt x="45470" y="52658"/>
                  <a:pt x="45002" y="51362"/>
                  <a:pt x="45002" y="50006"/>
                </a:cubicBezTo>
                <a:cubicBezTo>
                  <a:pt x="45002" y="48650"/>
                  <a:pt x="45470" y="47343"/>
                  <a:pt x="46238" y="46479"/>
                </a:cubicBezTo>
                <a:cubicBezTo>
                  <a:pt x="46382" y="46323"/>
                  <a:pt x="46538" y="46191"/>
                  <a:pt x="46694" y="46047"/>
                </a:cubicBezTo>
                <a:cubicBezTo>
                  <a:pt x="47078" y="45975"/>
                  <a:pt x="47450" y="45842"/>
                  <a:pt x="47811" y="45638"/>
                </a:cubicBezTo>
                <a:cubicBezTo>
                  <a:pt x="48014" y="45519"/>
                  <a:pt x="48170" y="45363"/>
                  <a:pt x="48350" y="45207"/>
                </a:cubicBezTo>
                <a:cubicBezTo>
                  <a:pt x="48818" y="45087"/>
                  <a:pt x="49346" y="45003"/>
                  <a:pt x="50006" y="45003"/>
                </a:cubicBezTo>
                <a:close/>
                <a:moveTo>
                  <a:pt x="47258" y="62221"/>
                </a:moveTo>
                <a:cubicBezTo>
                  <a:pt x="48134" y="62401"/>
                  <a:pt x="49058" y="62497"/>
                  <a:pt x="50006" y="62497"/>
                </a:cubicBezTo>
                <a:cubicBezTo>
                  <a:pt x="50870" y="62497"/>
                  <a:pt x="51722" y="62413"/>
                  <a:pt x="52527" y="62257"/>
                </a:cubicBezTo>
                <a:lnTo>
                  <a:pt x="67551" y="88691"/>
                </a:lnTo>
                <a:cubicBezTo>
                  <a:pt x="62211" y="91126"/>
                  <a:pt x="56283" y="92495"/>
                  <a:pt x="50006" y="92495"/>
                </a:cubicBezTo>
                <a:cubicBezTo>
                  <a:pt x="43646" y="92495"/>
                  <a:pt x="37658" y="91102"/>
                  <a:pt x="32269" y="88619"/>
                </a:cubicBezTo>
                <a:lnTo>
                  <a:pt x="47258" y="6222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1" name="Чёрный — SVG 24">
            <a:extLst>
              <a:ext uri="{FF2B5EF4-FFF2-40B4-BE49-F238E27FC236}">
                <a16:creationId xmlns:a16="http://schemas.microsoft.com/office/drawing/2014/main" id="{BC5C70F0-A9A5-7F4E-A852-90B6D8A45306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122275 w 127600"/>
              <a:gd name="csY0" fmla="*/ 24802 h 147928"/>
              <a:gd name="csX1" fmla="*/ 67611 w 127600"/>
              <a:gd name="csY1" fmla="*/ 1616 h 147928"/>
              <a:gd name="csX2" fmla="*/ 63800 w 127600"/>
              <a:gd name="csY2" fmla="*/ 0 h 147928"/>
              <a:gd name="csX3" fmla="*/ 63800 w 127600"/>
              <a:gd name="csY3" fmla="*/ 0 h 147928"/>
              <a:gd name="csX4" fmla="*/ 59989 w 127600"/>
              <a:gd name="csY4" fmla="*/ 1599 h 147928"/>
              <a:gd name="csX5" fmla="*/ 5308 w 127600"/>
              <a:gd name="csY5" fmla="*/ 24802 h 147928"/>
              <a:gd name="csX6" fmla="*/ 0 w 127600"/>
              <a:gd name="csY6" fmla="*/ 30127 h 147928"/>
              <a:gd name="csX7" fmla="*/ 0 w 127600"/>
              <a:gd name="csY7" fmla="*/ 62022 h 147928"/>
              <a:gd name="csX8" fmla="*/ 61742 w 127600"/>
              <a:gd name="csY8" fmla="*/ 147503 h 147928"/>
              <a:gd name="csX9" fmla="*/ 63800 w 127600"/>
              <a:gd name="csY9" fmla="*/ 147929 h 147928"/>
              <a:gd name="csX10" fmla="*/ 65859 w 127600"/>
              <a:gd name="csY10" fmla="*/ 147503 h 147928"/>
              <a:gd name="csX11" fmla="*/ 127601 w 127600"/>
              <a:gd name="csY11" fmla="*/ 62022 h 147928"/>
              <a:gd name="csX12" fmla="*/ 127601 w 127600"/>
              <a:gd name="csY12" fmla="*/ 30127 h 147928"/>
              <a:gd name="csX13" fmla="*/ 122275 w 127600"/>
              <a:gd name="csY13" fmla="*/ 24802 h 147928"/>
              <a:gd name="csX14" fmla="*/ 87942 w 127600"/>
              <a:gd name="csY14" fmla="*/ 74849 h 147928"/>
              <a:gd name="csX15" fmla="*/ 65042 w 127600"/>
              <a:gd name="csY15" fmla="*/ 108412 h 147928"/>
              <a:gd name="csX16" fmla="*/ 62167 w 127600"/>
              <a:gd name="csY16" fmla="*/ 109875 h 147928"/>
              <a:gd name="csX17" fmla="*/ 61078 w 127600"/>
              <a:gd name="csY17" fmla="*/ 109688 h 147928"/>
              <a:gd name="csX18" fmla="*/ 58628 w 127600"/>
              <a:gd name="csY18" fmla="*/ 106319 h 147928"/>
              <a:gd name="csX19" fmla="*/ 58662 w 127600"/>
              <a:gd name="csY19" fmla="*/ 82266 h 147928"/>
              <a:gd name="csX20" fmla="*/ 41819 w 127600"/>
              <a:gd name="csY20" fmla="*/ 79544 h 147928"/>
              <a:gd name="csX21" fmla="*/ 39233 w 127600"/>
              <a:gd name="csY21" fmla="*/ 77349 h 147928"/>
              <a:gd name="csX22" fmla="*/ 39675 w 127600"/>
              <a:gd name="csY22" fmla="*/ 73981 h 147928"/>
              <a:gd name="csX23" fmla="*/ 62541 w 127600"/>
              <a:gd name="csY23" fmla="*/ 40214 h 147928"/>
              <a:gd name="csX24" fmla="*/ 62745 w 127600"/>
              <a:gd name="csY24" fmla="*/ 39976 h 147928"/>
              <a:gd name="csX25" fmla="*/ 63375 w 127600"/>
              <a:gd name="csY25" fmla="*/ 39381 h 147928"/>
              <a:gd name="csX26" fmla="*/ 65161 w 127600"/>
              <a:gd name="csY26" fmla="*/ 38734 h 147928"/>
              <a:gd name="csX27" fmla="*/ 65434 w 127600"/>
              <a:gd name="csY27" fmla="*/ 38717 h 147928"/>
              <a:gd name="csX28" fmla="*/ 65485 w 127600"/>
              <a:gd name="csY28" fmla="*/ 38717 h 147928"/>
              <a:gd name="csX29" fmla="*/ 68989 w 127600"/>
              <a:gd name="csY29" fmla="*/ 42273 h 147928"/>
              <a:gd name="csX30" fmla="*/ 68972 w 127600"/>
              <a:gd name="csY30" fmla="*/ 42528 h 147928"/>
              <a:gd name="csX31" fmla="*/ 68938 w 127600"/>
              <a:gd name="csY31" fmla="*/ 66564 h 147928"/>
              <a:gd name="csX32" fmla="*/ 85782 w 127600"/>
              <a:gd name="csY32" fmla="*/ 69303 h 147928"/>
              <a:gd name="csX33" fmla="*/ 88368 w 127600"/>
              <a:gd name="csY33" fmla="*/ 71498 h 147928"/>
              <a:gd name="csX34" fmla="*/ 87942 w 127600"/>
              <a:gd name="csY34" fmla="*/ 74849 h 147928"/>
            </a:gdLst>
            <a:ahLst/>
            <a:cxnLst/>
            <a:rect l="l" t="t" r="r" b="b"/>
            <a:pathLst>
              <a:path w="100000" h="100000">
                <a:moveTo>
                  <a:pt x="89529" y="16766"/>
                </a:moveTo>
                <a:cubicBezTo>
                  <a:pt x="68137" y="16766"/>
                  <a:pt x="52726" y="1242"/>
                  <a:pt x="52576" y="1092"/>
                </a:cubicBezTo>
                <a:cubicBezTo>
                  <a:pt x="51910" y="391"/>
                  <a:pt x="50978" y="0"/>
                  <a:pt x="50000" y="0"/>
                </a:cubicBezTo>
                <a:lnTo>
                  <a:pt x="50000" y="0"/>
                </a:lnTo>
                <a:cubicBezTo>
                  <a:pt x="49034" y="0"/>
                  <a:pt x="48102" y="391"/>
                  <a:pt x="47424" y="1081"/>
                </a:cubicBezTo>
                <a:cubicBezTo>
                  <a:pt x="47274" y="1242"/>
                  <a:pt x="31863" y="16766"/>
                  <a:pt x="10459" y="16766"/>
                </a:cubicBezTo>
                <a:cubicBezTo>
                  <a:pt x="8481" y="16766"/>
                  <a:pt x="6871" y="18377"/>
                  <a:pt x="6871" y="20366"/>
                </a:cubicBezTo>
                <a:lnTo>
                  <a:pt x="6871" y="41927"/>
                </a:lnTo>
                <a:cubicBezTo>
                  <a:pt x="6871" y="68606"/>
                  <a:pt x="20914" y="88052"/>
                  <a:pt x="48609" y="99713"/>
                </a:cubicBezTo>
                <a:cubicBezTo>
                  <a:pt x="49045" y="99908"/>
                  <a:pt x="49529" y="100001"/>
                  <a:pt x="50000" y="100001"/>
                </a:cubicBezTo>
                <a:cubicBezTo>
                  <a:pt x="50472" y="100001"/>
                  <a:pt x="50955" y="99908"/>
                  <a:pt x="51392" y="99713"/>
                </a:cubicBezTo>
                <a:cubicBezTo>
                  <a:pt x="79086" y="88052"/>
                  <a:pt x="93130" y="68606"/>
                  <a:pt x="93130" y="41927"/>
                </a:cubicBezTo>
                <a:lnTo>
                  <a:pt x="93130" y="20366"/>
                </a:lnTo>
                <a:cubicBezTo>
                  <a:pt x="93130" y="18377"/>
                  <a:pt x="91520" y="16766"/>
                  <a:pt x="89529" y="16766"/>
                </a:cubicBezTo>
                <a:close/>
                <a:moveTo>
                  <a:pt x="66320" y="50598"/>
                </a:moveTo>
                <a:lnTo>
                  <a:pt x="50840" y="73287"/>
                </a:lnTo>
                <a:cubicBezTo>
                  <a:pt x="50380" y="73919"/>
                  <a:pt x="49655" y="74276"/>
                  <a:pt x="48896" y="74276"/>
                </a:cubicBezTo>
                <a:cubicBezTo>
                  <a:pt x="48655" y="74276"/>
                  <a:pt x="48401" y="74230"/>
                  <a:pt x="48160" y="74150"/>
                </a:cubicBezTo>
                <a:cubicBezTo>
                  <a:pt x="47171" y="73827"/>
                  <a:pt x="46504" y="72907"/>
                  <a:pt x="46504" y="71872"/>
                </a:cubicBezTo>
                <a:lnTo>
                  <a:pt x="46527" y="55612"/>
                </a:lnTo>
                <a:lnTo>
                  <a:pt x="35141" y="53772"/>
                </a:lnTo>
                <a:cubicBezTo>
                  <a:pt x="34347" y="53611"/>
                  <a:pt x="33680" y="53047"/>
                  <a:pt x="33393" y="52288"/>
                </a:cubicBezTo>
                <a:cubicBezTo>
                  <a:pt x="33094" y="51530"/>
                  <a:pt x="33209" y="50667"/>
                  <a:pt x="33691" y="50011"/>
                </a:cubicBezTo>
                <a:lnTo>
                  <a:pt x="49149" y="27185"/>
                </a:lnTo>
                <a:cubicBezTo>
                  <a:pt x="49195" y="27127"/>
                  <a:pt x="49241" y="27070"/>
                  <a:pt x="49287" y="27024"/>
                </a:cubicBezTo>
                <a:cubicBezTo>
                  <a:pt x="49414" y="26863"/>
                  <a:pt x="49552" y="26737"/>
                  <a:pt x="49713" y="26622"/>
                </a:cubicBezTo>
                <a:cubicBezTo>
                  <a:pt x="50057" y="26380"/>
                  <a:pt x="50472" y="26219"/>
                  <a:pt x="50920" y="26184"/>
                </a:cubicBezTo>
                <a:cubicBezTo>
                  <a:pt x="50978" y="26173"/>
                  <a:pt x="51036" y="26173"/>
                  <a:pt x="51105" y="26173"/>
                </a:cubicBezTo>
                <a:lnTo>
                  <a:pt x="51139" y="26173"/>
                </a:lnTo>
                <a:cubicBezTo>
                  <a:pt x="52450" y="26196"/>
                  <a:pt x="53508" y="27254"/>
                  <a:pt x="53508" y="28577"/>
                </a:cubicBezTo>
                <a:cubicBezTo>
                  <a:pt x="53508" y="28634"/>
                  <a:pt x="53508" y="28692"/>
                  <a:pt x="53496" y="28749"/>
                </a:cubicBezTo>
                <a:lnTo>
                  <a:pt x="53473" y="44998"/>
                </a:lnTo>
                <a:lnTo>
                  <a:pt x="64860" y="46849"/>
                </a:lnTo>
                <a:cubicBezTo>
                  <a:pt x="65654" y="47010"/>
                  <a:pt x="66320" y="47562"/>
                  <a:pt x="66608" y="48333"/>
                </a:cubicBezTo>
                <a:cubicBezTo>
                  <a:pt x="66907" y="49091"/>
                  <a:pt x="66792" y="49943"/>
                  <a:pt x="66320" y="5059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2" name="Чёрный — SVG 25">
            <a:extLst>
              <a:ext uri="{FF2B5EF4-FFF2-40B4-BE49-F238E27FC236}">
                <a16:creationId xmlns:a16="http://schemas.microsoft.com/office/drawing/2014/main" id="{572CCF2B-545D-FC42-8F82-D23E1913CF6F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37225 w 127600"/>
              <a:gd name="csY0" fmla="*/ 0 h 127583"/>
              <a:gd name="csX1" fmla="*/ 21267 w 127600"/>
              <a:gd name="csY1" fmla="*/ 15956 h 127583"/>
              <a:gd name="csX2" fmla="*/ 15958 w 127600"/>
              <a:gd name="csY2" fmla="*/ 15956 h 127583"/>
              <a:gd name="csX3" fmla="*/ 15958 w 127600"/>
              <a:gd name="csY3" fmla="*/ 26572 h 127583"/>
              <a:gd name="csX4" fmla="*/ 21267 w 127600"/>
              <a:gd name="csY4" fmla="*/ 26572 h 127583"/>
              <a:gd name="csX5" fmla="*/ 21267 w 127600"/>
              <a:gd name="csY5" fmla="*/ 42528 h 127583"/>
              <a:gd name="csX6" fmla="*/ 10633 w 127600"/>
              <a:gd name="csY6" fmla="*/ 42528 h 127583"/>
              <a:gd name="csX7" fmla="*/ 10633 w 127600"/>
              <a:gd name="csY7" fmla="*/ 47835 h 127583"/>
              <a:gd name="csX8" fmla="*/ 10633 w 127600"/>
              <a:gd name="csY8" fmla="*/ 58484 h 127583"/>
              <a:gd name="csX9" fmla="*/ 0 w 127600"/>
              <a:gd name="csY9" fmla="*/ 58484 h 127583"/>
              <a:gd name="csX10" fmla="*/ 0 w 127600"/>
              <a:gd name="csY10" fmla="*/ 101012 h 127583"/>
              <a:gd name="csX11" fmla="*/ 10633 w 127600"/>
              <a:gd name="csY11" fmla="*/ 101012 h 127583"/>
              <a:gd name="csX12" fmla="*/ 10633 w 127600"/>
              <a:gd name="csY12" fmla="*/ 116951 h 127583"/>
              <a:gd name="csX13" fmla="*/ 26575 w 127600"/>
              <a:gd name="csY13" fmla="*/ 116951 h 127583"/>
              <a:gd name="csX14" fmla="*/ 26575 w 127600"/>
              <a:gd name="csY14" fmla="*/ 127583 h 127583"/>
              <a:gd name="csX15" fmla="*/ 37225 w 127600"/>
              <a:gd name="csY15" fmla="*/ 127583 h 127583"/>
              <a:gd name="csX16" fmla="*/ 37225 w 127600"/>
              <a:gd name="csY16" fmla="*/ 116951 h 127583"/>
              <a:gd name="csX17" fmla="*/ 90375 w 127600"/>
              <a:gd name="csY17" fmla="*/ 116951 h 127583"/>
              <a:gd name="csX18" fmla="*/ 90375 w 127600"/>
              <a:gd name="csY18" fmla="*/ 127583 h 127583"/>
              <a:gd name="csX19" fmla="*/ 101025 w 127600"/>
              <a:gd name="csY19" fmla="*/ 127583 h 127583"/>
              <a:gd name="csX20" fmla="*/ 101025 w 127600"/>
              <a:gd name="csY20" fmla="*/ 116951 h 127583"/>
              <a:gd name="csX21" fmla="*/ 116967 w 127600"/>
              <a:gd name="csY21" fmla="*/ 116951 h 127583"/>
              <a:gd name="csX22" fmla="*/ 116967 w 127600"/>
              <a:gd name="csY22" fmla="*/ 101012 h 127583"/>
              <a:gd name="csX23" fmla="*/ 127601 w 127600"/>
              <a:gd name="csY23" fmla="*/ 101012 h 127583"/>
              <a:gd name="csX24" fmla="*/ 127601 w 127600"/>
              <a:gd name="csY24" fmla="*/ 58484 h 127583"/>
              <a:gd name="csX25" fmla="*/ 116967 w 127600"/>
              <a:gd name="csY25" fmla="*/ 58484 h 127583"/>
              <a:gd name="csX26" fmla="*/ 116967 w 127600"/>
              <a:gd name="csY26" fmla="*/ 42528 h 127583"/>
              <a:gd name="csX27" fmla="*/ 106334 w 127600"/>
              <a:gd name="csY27" fmla="*/ 42528 h 127583"/>
              <a:gd name="csX28" fmla="*/ 106334 w 127600"/>
              <a:gd name="csY28" fmla="*/ 26572 h 127583"/>
              <a:gd name="csX29" fmla="*/ 111642 w 127600"/>
              <a:gd name="csY29" fmla="*/ 26572 h 127583"/>
              <a:gd name="csX30" fmla="*/ 111642 w 127600"/>
              <a:gd name="csY30" fmla="*/ 15956 h 127583"/>
              <a:gd name="csX31" fmla="*/ 106334 w 127600"/>
              <a:gd name="csY31" fmla="*/ 15956 h 127583"/>
              <a:gd name="csX32" fmla="*/ 90375 w 127600"/>
              <a:gd name="csY32" fmla="*/ 0 h 127583"/>
              <a:gd name="csX33" fmla="*/ 74434 w 127600"/>
              <a:gd name="csY33" fmla="*/ 15956 h 127583"/>
              <a:gd name="csX34" fmla="*/ 69109 w 127600"/>
              <a:gd name="csY34" fmla="*/ 15956 h 127583"/>
              <a:gd name="csX35" fmla="*/ 69109 w 127600"/>
              <a:gd name="csY35" fmla="*/ 26572 h 127583"/>
              <a:gd name="csX36" fmla="*/ 74434 w 127600"/>
              <a:gd name="csY36" fmla="*/ 26572 h 127583"/>
              <a:gd name="csX37" fmla="*/ 74434 w 127600"/>
              <a:gd name="csY37" fmla="*/ 42528 h 127583"/>
              <a:gd name="csX38" fmla="*/ 53167 w 127600"/>
              <a:gd name="csY38" fmla="*/ 42528 h 127583"/>
              <a:gd name="csX39" fmla="*/ 53167 w 127600"/>
              <a:gd name="csY39" fmla="*/ 26572 h 127583"/>
              <a:gd name="csX40" fmla="*/ 58492 w 127600"/>
              <a:gd name="csY40" fmla="*/ 26572 h 127583"/>
              <a:gd name="csX41" fmla="*/ 58492 w 127600"/>
              <a:gd name="csY41" fmla="*/ 15956 h 127583"/>
              <a:gd name="csX42" fmla="*/ 53167 w 127600"/>
              <a:gd name="csY42" fmla="*/ 15956 h 127583"/>
              <a:gd name="csX43" fmla="*/ 37225 w 127600"/>
              <a:gd name="csY43" fmla="*/ 0 h 127583"/>
              <a:gd name="csX44" fmla="*/ 37225 w 127600"/>
              <a:gd name="csY44" fmla="*/ 10632 h 127583"/>
              <a:gd name="csX45" fmla="*/ 42534 w 127600"/>
              <a:gd name="csY45" fmla="*/ 15956 h 127583"/>
              <a:gd name="csX46" fmla="*/ 42534 w 127600"/>
              <a:gd name="csY46" fmla="*/ 42528 h 127583"/>
              <a:gd name="csX47" fmla="*/ 31900 w 127600"/>
              <a:gd name="csY47" fmla="*/ 42528 h 127583"/>
              <a:gd name="csX48" fmla="*/ 31900 w 127600"/>
              <a:gd name="csY48" fmla="*/ 15956 h 127583"/>
              <a:gd name="csX49" fmla="*/ 37225 w 127600"/>
              <a:gd name="csY49" fmla="*/ 10632 h 127583"/>
              <a:gd name="csX50" fmla="*/ 90375 w 127600"/>
              <a:gd name="csY50" fmla="*/ 10632 h 127583"/>
              <a:gd name="csX51" fmla="*/ 95700 w 127600"/>
              <a:gd name="csY51" fmla="*/ 15956 h 127583"/>
              <a:gd name="csX52" fmla="*/ 95700 w 127600"/>
              <a:gd name="csY52" fmla="*/ 42528 h 127583"/>
              <a:gd name="csX53" fmla="*/ 85067 w 127600"/>
              <a:gd name="csY53" fmla="*/ 42528 h 127583"/>
              <a:gd name="csX54" fmla="*/ 85067 w 127600"/>
              <a:gd name="csY54" fmla="*/ 15956 h 127583"/>
              <a:gd name="csX55" fmla="*/ 90375 w 127600"/>
              <a:gd name="csY55" fmla="*/ 10632 h 127583"/>
              <a:gd name="csX56" fmla="*/ 21267 w 127600"/>
              <a:gd name="csY56" fmla="*/ 53160 h 127583"/>
              <a:gd name="csX57" fmla="*/ 106334 w 127600"/>
              <a:gd name="csY57" fmla="*/ 53160 h 127583"/>
              <a:gd name="csX58" fmla="*/ 106334 w 127600"/>
              <a:gd name="csY58" fmla="*/ 106319 h 127583"/>
              <a:gd name="csX59" fmla="*/ 21267 w 127600"/>
              <a:gd name="csY59" fmla="*/ 106319 h 127583"/>
              <a:gd name="csX60" fmla="*/ 21267 w 127600"/>
              <a:gd name="csY60" fmla="*/ 53160 h 127583"/>
              <a:gd name="csX61" fmla="*/ 37225 w 127600"/>
              <a:gd name="csY61" fmla="*/ 63792 h 127583"/>
              <a:gd name="csX62" fmla="*/ 37225 w 127600"/>
              <a:gd name="csY62" fmla="*/ 95687 h 127583"/>
              <a:gd name="csX63" fmla="*/ 47842 w 127600"/>
              <a:gd name="csY63" fmla="*/ 95687 h 127583"/>
              <a:gd name="csX64" fmla="*/ 47842 w 127600"/>
              <a:gd name="csY64" fmla="*/ 63792 h 127583"/>
              <a:gd name="csX65" fmla="*/ 37225 w 127600"/>
              <a:gd name="csY65" fmla="*/ 63792 h 127583"/>
              <a:gd name="csX66" fmla="*/ 58492 w 127600"/>
              <a:gd name="csY66" fmla="*/ 63792 h 127583"/>
              <a:gd name="csX67" fmla="*/ 58492 w 127600"/>
              <a:gd name="csY67" fmla="*/ 95687 h 127583"/>
              <a:gd name="csX68" fmla="*/ 69109 w 127600"/>
              <a:gd name="csY68" fmla="*/ 95687 h 127583"/>
              <a:gd name="csX69" fmla="*/ 69109 w 127600"/>
              <a:gd name="csY69" fmla="*/ 63792 h 127583"/>
              <a:gd name="csX70" fmla="*/ 58492 w 127600"/>
              <a:gd name="csY70" fmla="*/ 63792 h 127583"/>
              <a:gd name="csX71" fmla="*/ 79759 w 127600"/>
              <a:gd name="csY71" fmla="*/ 63792 h 127583"/>
              <a:gd name="csX72" fmla="*/ 79759 w 127600"/>
              <a:gd name="csY72" fmla="*/ 95687 h 127583"/>
              <a:gd name="csX73" fmla="*/ 90375 w 127600"/>
              <a:gd name="csY73" fmla="*/ 95687 h 127583"/>
              <a:gd name="csX74" fmla="*/ 90375 w 127600"/>
              <a:gd name="csY74" fmla="*/ 63792 h 127583"/>
              <a:gd name="csX75" fmla="*/ 79759 w 127600"/>
              <a:gd name="csY75" fmla="*/ 63792 h 127583"/>
            </a:gdLst>
            <a:ahLst/>
            <a:cxnLst/>
            <a:rect l="l" t="t" r="r" b="b"/>
            <a:pathLst>
              <a:path w="100000" h="100000">
                <a:moveTo>
                  <a:pt x="29173" y="7"/>
                </a:moveTo>
                <a:cubicBezTo>
                  <a:pt x="22306" y="7"/>
                  <a:pt x="16667" y="5646"/>
                  <a:pt x="16667" y="12511"/>
                </a:cubicBezTo>
                <a:lnTo>
                  <a:pt x="12506" y="12511"/>
                </a:lnTo>
                <a:lnTo>
                  <a:pt x="12506" y="20831"/>
                </a:lnTo>
                <a:lnTo>
                  <a:pt x="16667" y="20831"/>
                </a:lnTo>
                <a:lnTo>
                  <a:pt x="16667" y="33336"/>
                </a:lnTo>
                <a:lnTo>
                  <a:pt x="8333" y="33336"/>
                </a:lnTo>
                <a:lnTo>
                  <a:pt x="8333" y="37495"/>
                </a:lnTo>
                <a:lnTo>
                  <a:pt x="8333" y="45841"/>
                </a:lnTo>
                <a:lnTo>
                  <a:pt x="0" y="45841"/>
                </a:lnTo>
                <a:lnTo>
                  <a:pt x="0" y="79170"/>
                </a:lnTo>
                <a:lnTo>
                  <a:pt x="8333" y="79170"/>
                </a:lnTo>
                <a:lnTo>
                  <a:pt x="8333" y="91661"/>
                </a:lnTo>
                <a:lnTo>
                  <a:pt x="20827" y="91661"/>
                </a:lnTo>
                <a:lnTo>
                  <a:pt x="20827" y="99993"/>
                </a:lnTo>
                <a:lnTo>
                  <a:pt x="29173" y="99993"/>
                </a:lnTo>
                <a:lnTo>
                  <a:pt x="29173" y="91661"/>
                </a:lnTo>
                <a:lnTo>
                  <a:pt x="70827" y="91661"/>
                </a:lnTo>
                <a:lnTo>
                  <a:pt x="70827" y="99993"/>
                </a:lnTo>
                <a:lnTo>
                  <a:pt x="79173" y="99993"/>
                </a:lnTo>
                <a:lnTo>
                  <a:pt x="79173" y="91661"/>
                </a:lnTo>
                <a:lnTo>
                  <a:pt x="91667" y="91661"/>
                </a:lnTo>
                <a:lnTo>
                  <a:pt x="91667" y="79170"/>
                </a:lnTo>
                <a:lnTo>
                  <a:pt x="100001" y="79170"/>
                </a:lnTo>
                <a:lnTo>
                  <a:pt x="100001" y="45841"/>
                </a:lnTo>
                <a:lnTo>
                  <a:pt x="91667" y="45841"/>
                </a:lnTo>
                <a:lnTo>
                  <a:pt x="91667" y="33336"/>
                </a:lnTo>
                <a:lnTo>
                  <a:pt x="83334" y="33336"/>
                </a:lnTo>
                <a:lnTo>
                  <a:pt x="83334" y="20831"/>
                </a:lnTo>
                <a:lnTo>
                  <a:pt x="87494" y="20831"/>
                </a:lnTo>
                <a:lnTo>
                  <a:pt x="87494" y="12511"/>
                </a:lnTo>
                <a:lnTo>
                  <a:pt x="83334" y="12511"/>
                </a:lnTo>
                <a:cubicBezTo>
                  <a:pt x="83334" y="5646"/>
                  <a:pt x="77694" y="7"/>
                  <a:pt x="70827" y="7"/>
                </a:cubicBezTo>
                <a:cubicBezTo>
                  <a:pt x="63973" y="7"/>
                  <a:pt x="58334" y="5646"/>
                  <a:pt x="58334" y="12511"/>
                </a:cubicBezTo>
                <a:lnTo>
                  <a:pt x="54161" y="12511"/>
                </a:lnTo>
                <a:lnTo>
                  <a:pt x="54161" y="20831"/>
                </a:lnTo>
                <a:lnTo>
                  <a:pt x="58334" y="20831"/>
                </a:lnTo>
                <a:lnTo>
                  <a:pt x="58334" y="33336"/>
                </a:lnTo>
                <a:lnTo>
                  <a:pt x="41667" y="33336"/>
                </a:lnTo>
                <a:lnTo>
                  <a:pt x="41667" y="20831"/>
                </a:lnTo>
                <a:lnTo>
                  <a:pt x="45840" y="20831"/>
                </a:lnTo>
                <a:lnTo>
                  <a:pt x="45840" y="12511"/>
                </a:lnTo>
                <a:lnTo>
                  <a:pt x="41667" y="12511"/>
                </a:lnTo>
                <a:cubicBezTo>
                  <a:pt x="41667" y="5646"/>
                  <a:pt x="36027" y="7"/>
                  <a:pt x="29173" y="7"/>
                </a:cubicBezTo>
                <a:close/>
                <a:moveTo>
                  <a:pt x="29173" y="8339"/>
                </a:moveTo>
                <a:cubicBezTo>
                  <a:pt x="31520" y="8339"/>
                  <a:pt x="33334" y="10152"/>
                  <a:pt x="33334" y="12511"/>
                </a:cubicBezTo>
                <a:lnTo>
                  <a:pt x="33334" y="33336"/>
                </a:lnTo>
                <a:lnTo>
                  <a:pt x="25000" y="33336"/>
                </a:lnTo>
                <a:lnTo>
                  <a:pt x="25000" y="12511"/>
                </a:lnTo>
                <a:cubicBezTo>
                  <a:pt x="25000" y="10152"/>
                  <a:pt x="26813" y="8339"/>
                  <a:pt x="29173" y="8339"/>
                </a:cubicBezTo>
                <a:close/>
                <a:moveTo>
                  <a:pt x="70827" y="8339"/>
                </a:moveTo>
                <a:cubicBezTo>
                  <a:pt x="73187" y="8339"/>
                  <a:pt x="75000" y="10152"/>
                  <a:pt x="75000" y="12511"/>
                </a:cubicBezTo>
                <a:lnTo>
                  <a:pt x="75000" y="33336"/>
                </a:lnTo>
                <a:lnTo>
                  <a:pt x="66667" y="33336"/>
                </a:lnTo>
                <a:lnTo>
                  <a:pt x="66667" y="12511"/>
                </a:lnTo>
                <a:cubicBezTo>
                  <a:pt x="66667" y="10152"/>
                  <a:pt x="68480" y="8339"/>
                  <a:pt x="70827" y="8339"/>
                </a:cubicBezTo>
                <a:close/>
                <a:moveTo>
                  <a:pt x="16667" y="41668"/>
                </a:moveTo>
                <a:lnTo>
                  <a:pt x="83334" y="41668"/>
                </a:lnTo>
                <a:lnTo>
                  <a:pt x="83334" y="83329"/>
                </a:lnTo>
                <a:lnTo>
                  <a:pt x="16667" y="83329"/>
                </a:lnTo>
                <a:lnTo>
                  <a:pt x="16667" y="41668"/>
                </a:lnTo>
                <a:close/>
                <a:moveTo>
                  <a:pt x="29173" y="50000"/>
                </a:moveTo>
                <a:lnTo>
                  <a:pt x="29173" y="74996"/>
                </a:lnTo>
                <a:lnTo>
                  <a:pt x="37494" y="74996"/>
                </a:lnTo>
                <a:lnTo>
                  <a:pt x="37494" y="50000"/>
                </a:lnTo>
                <a:lnTo>
                  <a:pt x="29173" y="50000"/>
                </a:lnTo>
                <a:close/>
                <a:moveTo>
                  <a:pt x="45840" y="50000"/>
                </a:moveTo>
                <a:lnTo>
                  <a:pt x="45840" y="74996"/>
                </a:lnTo>
                <a:lnTo>
                  <a:pt x="54161" y="74996"/>
                </a:lnTo>
                <a:lnTo>
                  <a:pt x="54161" y="50000"/>
                </a:lnTo>
                <a:lnTo>
                  <a:pt x="45840" y="50000"/>
                </a:lnTo>
                <a:close/>
                <a:moveTo>
                  <a:pt x="62507" y="50000"/>
                </a:moveTo>
                <a:lnTo>
                  <a:pt x="62507" y="74996"/>
                </a:lnTo>
                <a:lnTo>
                  <a:pt x="70827" y="74996"/>
                </a:lnTo>
                <a:lnTo>
                  <a:pt x="70827" y="50000"/>
                </a:lnTo>
                <a:lnTo>
                  <a:pt x="62507" y="5000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3" name="Чёрный — SVG 26">
            <a:extLst>
              <a:ext uri="{FF2B5EF4-FFF2-40B4-BE49-F238E27FC236}">
                <a16:creationId xmlns:a16="http://schemas.microsoft.com/office/drawing/2014/main" id="{E7CC7C2C-4E46-074E-9D1F-108A159F4F43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67986 w 136196"/>
              <a:gd name="csY0" fmla="*/ 2 h 156502"/>
              <a:gd name="csX1" fmla="*/ 65502 w 136196"/>
              <a:gd name="csY1" fmla="*/ 1193 h 156502"/>
              <a:gd name="csX2" fmla="*/ 46124 w 136196"/>
              <a:gd name="csY2" fmla="*/ 23817 h 156502"/>
              <a:gd name="csX3" fmla="*/ 10787 w 136196"/>
              <a:gd name="csY3" fmla="*/ 23817 h 156502"/>
              <a:gd name="csX4" fmla="*/ 10208 w 136196"/>
              <a:gd name="csY4" fmla="*/ 23766 h 156502"/>
              <a:gd name="csX5" fmla="*/ 9715 w 136196"/>
              <a:gd name="csY5" fmla="*/ 23817 h 156502"/>
              <a:gd name="csX6" fmla="*/ 3454 w 136196"/>
              <a:gd name="csY6" fmla="*/ 23817 h 156502"/>
              <a:gd name="csX7" fmla="*/ 459 w 136196"/>
              <a:gd name="csY7" fmla="*/ 25501 h 156502"/>
              <a:gd name="csX8" fmla="*/ 459 w 136196"/>
              <a:gd name="csY8" fmla="*/ 28938 h 156502"/>
              <a:gd name="csX9" fmla="*/ 3454 w 136196"/>
              <a:gd name="csY9" fmla="*/ 30622 h 156502"/>
              <a:gd name="csX10" fmla="*/ 6857 w 136196"/>
              <a:gd name="csY10" fmla="*/ 30622 h 156502"/>
              <a:gd name="csX11" fmla="*/ 6857 w 136196"/>
              <a:gd name="csY11" fmla="*/ 37426 h 156502"/>
              <a:gd name="csX12" fmla="*/ 8541 w 136196"/>
              <a:gd name="csY12" fmla="*/ 40420 h 156502"/>
              <a:gd name="csX13" fmla="*/ 11978 w 136196"/>
              <a:gd name="csY13" fmla="*/ 40420 h 156502"/>
              <a:gd name="csX14" fmla="*/ 13662 w 136196"/>
              <a:gd name="csY14" fmla="*/ 37426 h 156502"/>
              <a:gd name="csX15" fmla="*/ 13662 w 136196"/>
              <a:gd name="csY15" fmla="*/ 30622 h 156502"/>
              <a:gd name="csX16" fmla="*/ 16027 w 136196"/>
              <a:gd name="csY16" fmla="*/ 30622 h 156502"/>
              <a:gd name="csX17" fmla="*/ 44286 w 136196"/>
              <a:gd name="csY17" fmla="*/ 49453 h 156502"/>
              <a:gd name="csX18" fmla="*/ 44286 w 136196"/>
              <a:gd name="csY18" fmla="*/ 68046 h 156502"/>
              <a:gd name="csX19" fmla="*/ 10787 w 136196"/>
              <a:gd name="csY19" fmla="*/ 68046 h 156502"/>
              <a:gd name="csX20" fmla="*/ 10208 w 136196"/>
              <a:gd name="csY20" fmla="*/ 67995 h 156502"/>
              <a:gd name="csX21" fmla="*/ 9715 w 136196"/>
              <a:gd name="csY21" fmla="*/ 68046 h 156502"/>
              <a:gd name="csX22" fmla="*/ 3454 w 136196"/>
              <a:gd name="csY22" fmla="*/ 68046 h 156502"/>
              <a:gd name="csX23" fmla="*/ 459 w 136196"/>
              <a:gd name="csY23" fmla="*/ 69730 h 156502"/>
              <a:gd name="csX24" fmla="*/ 459 w 136196"/>
              <a:gd name="csY24" fmla="*/ 73167 h 156502"/>
              <a:gd name="csX25" fmla="*/ 3454 w 136196"/>
              <a:gd name="csY25" fmla="*/ 74851 h 156502"/>
              <a:gd name="csX26" fmla="*/ 6857 w 136196"/>
              <a:gd name="csY26" fmla="*/ 74851 h 156502"/>
              <a:gd name="csX27" fmla="*/ 6857 w 136196"/>
              <a:gd name="csY27" fmla="*/ 81655 h 156502"/>
              <a:gd name="csX28" fmla="*/ 8541 w 136196"/>
              <a:gd name="csY28" fmla="*/ 84649 h 156502"/>
              <a:gd name="csX29" fmla="*/ 11978 w 136196"/>
              <a:gd name="csY29" fmla="*/ 84649 h 156502"/>
              <a:gd name="csX30" fmla="*/ 13662 w 136196"/>
              <a:gd name="csY30" fmla="*/ 81655 h 156502"/>
              <a:gd name="csX31" fmla="*/ 13662 w 136196"/>
              <a:gd name="csY31" fmla="*/ 74851 h 156502"/>
              <a:gd name="csX32" fmla="*/ 16027 w 136196"/>
              <a:gd name="csY32" fmla="*/ 74851 h 156502"/>
              <a:gd name="csX33" fmla="*/ 44286 w 136196"/>
              <a:gd name="csY33" fmla="*/ 93682 h 156502"/>
              <a:gd name="csX34" fmla="*/ 44286 w 136196"/>
              <a:gd name="csY34" fmla="*/ 114572 h 156502"/>
              <a:gd name="csX35" fmla="*/ 17711 w 136196"/>
              <a:gd name="csY35" fmla="*/ 151095 h 156502"/>
              <a:gd name="csX36" fmla="*/ 17745 w 136196"/>
              <a:gd name="csY36" fmla="*/ 155143 h 156502"/>
              <a:gd name="csX37" fmla="*/ 21607 w 136196"/>
              <a:gd name="csY37" fmla="*/ 156300 h 156502"/>
              <a:gd name="csX38" fmla="*/ 68104 w 136196"/>
              <a:gd name="csY38" fmla="*/ 139714 h 156502"/>
              <a:gd name="csX39" fmla="*/ 114602 w 136196"/>
              <a:gd name="csY39" fmla="*/ 156300 h 156502"/>
              <a:gd name="csX40" fmla="*/ 118464 w 136196"/>
              <a:gd name="csY40" fmla="*/ 155143 h 156502"/>
              <a:gd name="csX41" fmla="*/ 118482 w 136196"/>
              <a:gd name="csY41" fmla="*/ 151095 h 156502"/>
              <a:gd name="csX42" fmla="*/ 91923 w 136196"/>
              <a:gd name="csY42" fmla="*/ 114572 h 156502"/>
              <a:gd name="csX43" fmla="*/ 91923 w 136196"/>
              <a:gd name="csY43" fmla="*/ 93682 h 156502"/>
              <a:gd name="csX44" fmla="*/ 120166 w 136196"/>
              <a:gd name="csY44" fmla="*/ 74851 h 156502"/>
              <a:gd name="csX45" fmla="*/ 122547 w 136196"/>
              <a:gd name="csY45" fmla="*/ 74851 h 156502"/>
              <a:gd name="csX46" fmla="*/ 122547 w 136196"/>
              <a:gd name="csY46" fmla="*/ 81655 h 156502"/>
              <a:gd name="csX47" fmla="*/ 124232 w 136196"/>
              <a:gd name="csY47" fmla="*/ 84649 h 156502"/>
              <a:gd name="csX48" fmla="*/ 127669 w 136196"/>
              <a:gd name="csY48" fmla="*/ 84649 h 156502"/>
              <a:gd name="csX49" fmla="*/ 129353 w 136196"/>
              <a:gd name="csY49" fmla="*/ 81655 h 156502"/>
              <a:gd name="csX50" fmla="*/ 129353 w 136196"/>
              <a:gd name="csY50" fmla="*/ 74851 h 156502"/>
              <a:gd name="csX51" fmla="*/ 132755 w 136196"/>
              <a:gd name="csY51" fmla="*/ 74851 h 156502"/>
              <a:gd name="csX52" fmla="*/ 135750 w 136196"/>
              <a:gd name="csY52" fmla="*/ 73167 h 156502"/>
              <a:gd name="csX53" fmla="*/ 135750 w 136196"/>
              <a:gd name="csY53" fmla="*/ 69730 h 156502"/>
              <a:gd name="csX54" fmla="*/ 132755 w 136196"/>
              <a:gd name="csY54" fmla="*/ 68046 h 156502"/>
              <a:gd name="csX55" fmla="*/ 126478 w 136196"/>
              <a:gd name="csY55" fmla="*/ 68046 h 156502"/>
              <a:gd name="csX56" fmla="*/ 125899 w 136196"/>
              <a:gd name="csY56" fmla="*/ 67995 h 156502"/>
              <a:gd name="csX57" fmla="*/ 125406 w 136196"/>
              <a:gd name="csY57" fmla="*/ 68046 h 156502"/>
              <a:gd name="csX58" fmla="*/ 91923 w 136196"/>
              <a:gd name="csY58" fmla="*/ 68046 h 156502"/>
              <a:gd name="csX59" fmla="*/ 91923 w 136196"/>
              <a:gd name="csY59" fmla="*/ 49453 h 156502"/>
              <a:gd name="csX60" fmla="*/ 120166 w 136196"/>
              <a:gd name="csY60" fmla="*/ 30622 h 156502"/>
              <a:gd name="csX61" fmla="*/ 122547 w 136196"/>
              <a:gd name="csY61" fmla="*/ 30622 h 156502"/>
              <a:gd name="csX62" fmla="*/ 122547 w 136196"/>
              <a:gd name="csY62" fmla="*/ 37426 h 156502"/>
              <a:gd name="csX63" fmla="*/ 124232 w 136196"/>
              <a:gd name="csY63" fmla="*/ 40420 h 156502"/>
              <a:gd name="csX64" fmla="*/ 127669 w 136196"/>
              <a:gd name="csY64" fmla="*/ 40420 h 156502"/>
              <a:gd name="csX65" fmla="*/ 129353 w 136196"/>
              <a:gd name="csY65" fmla="*/ 37426 h 156502"/>
              <a:gd name="csX66" fmla="*/ 129353 w 136196"/>
              <a:gd name="csY66" fmla="*/ 30622 h 156502"/>
              <a:gd name="csX67" fmla="*/ 132755 w 136196"/>
              <a:gd name="csY67" fmla="*/ 30622 h 156502"/>
              <a:gd name="csX68" fmla="*/ 135750 w 136196"/>
              <a:gd name="csY68" fmla="*/ 28938 h 156502"/>
              <a:gd name="csX69" fmla="*/ 135750 w 136196"/>
              <a:gd name="csY69" fmla="*/ 25501 h 156502"/>
              <a:gd name="csX70" fmla="*/ 132755 w 136196"/>
              <a:gd name="csY70" fmla="*/ 23817 h 156502"/>
              <a:gd name="csX71" fmla="*/ 126478 w 136196"/>
              <a:gd name="csY71" fmla="*/ 23817 h 156502"/>
              <a:gd name="csX72" fmla="*/ 125899 w 136196"/>
              <a:gd name="csY72" fmla="*/ 23766 h 156502"/>
              <a:gd name="csX73" fmla="*/ 125406 w 136196"/>
              <a:gd name="csY73" fmla="*/ 23817 h 156502"/>
              <a:gd name="csX74" fmla="*/ 90086 w 136196"/>
              <a:gd name="csY74" fmla="*/ 23817 h 156502"/>
              <a:gd name="csX75" fmla="*/ 70690 w 136196"/>
              <a:gd name="csY75" fmla="*/ 1193 h 156502"/>
              <a:gd name="csX76" fmla="*/ 67986 w 136196"/>
              <a:gd name="csY76" fmla="*/ 2 h 156502"/>
              <a:gd name="csX77" fmla="*/ 68104 w 136196"/>
              <a:gd name="csY77" fmla="*/ 8644 h 156502"/>
              <a:gd name="csX78" fmla="*/ 81120 w 136196"/>
              <a:gd name="csY78" fmla="*/ 23817 h 156502"/>
              <a:gd name="csX79" fmla="*/ 55073 w 136196"/>
              <a:gd name="csY79" fmla="*/ 23817 h 156502"/>
              <a:gd name="csX80" fmla="*/ 68104 w 136196"/>
              <a:gd name="csY80" fmla="*/ 8644 h 156502"/>
              <a:gd name="csX81" fmla="*/ 28293 w 136196"/>
              <a:gd name="csY81" fmla="*/ 30622 h 156502"/>
              <a:gd name="csX82" fmla="*/ 44286 w 136196"/>
              <a:gd name="csY82" fmla="*/ 30622 h 156502"/>
              <a:gd name="csX83" fmla="*/ 44286 w 136196"/>
              <a:gd name="csY83" fmla="*/ 41271 h 156502"/>
              <a:gd name="csX84" fmla="*/ 28293 w 136196"/>
              <a:gd name="csY84" fmla="*/ 30622 h 156502"/>
              <a:gd name="csX85" fmla="*/ 55447 w 136196"/>
              <a:gd name="csY85" fmla="*/ 30622 h 156502"/>
              <a:gd name="csX86" fmla="*/ 80746 w 136196"/>
              <a:gd name="csY86" fmla="*/ 30622 h 156502"/>
              <a:gd name="csX87" fmla="*/ 68104 w 136196"/>
              <a:gd name="csY87" fmla="*/ 44333 h 156502"/>
              <a:gd name="csX88" fmla="*/ 55447 w 136196"/>
              <a:gd name="csY88" fmla="*/ 30622 h 156502"/>
              <a:gd name="csX89" fmla="*/ 91923 w 136196"/>
              <a:gd name="csY89" fmla="*/ 30622 h 156502"/>
              <a:gd name="csX90" fmla="*/ 107916 w 136196"/>
              <a:gd name="csY90" fmla="*/ 30622 h 156502"/>
              <a:gd name="csX91" fmla="*/ 91923 w 136196"/>
              <a:gd name="csY91" fmla="*/ 41271 h 156502"/>
              <a:gd name="csX92" fmla="*/ 91923 w 136196"/>
              <a:gd name="csY92" fmla="*/ 30622 h 156502"/>
              <a:gd name="csX93" fmla="*/ 51091 w 136196"/>
              <a:gd name="csY93" fmla="*/ 35929 h 156502"/>
              <a:gd name="csX94" fmla="*/ 63477 w 136196"/>
              <a:gd name="csY94" fmla="*/ 49334 h 156502"/>
              <a:gd name="csX95" fmla="*/ 51091 w 136196"/>
              <a:gd name="csY95" fmla="*/ 62739 h 156502"/>
              <a:gd name="csX96" fmla="*/ 51091 w 136196"/>
              <a:gd name="csY96" fmla="*/ 35929 h 156502"/>
              <a:gd name="csX97" fmla="*/ 85118 w 136196"/>
              <a:gd name="csY97" fmla="*/ 35929 h 156502"/>
              <a:gd name="csX98" fmla="*/ 85118 w 136196"/>
              <a:gd name="csY98" fmla="*/ 62739 h 156502"/>
              <a:gd name="csX99" fmla="*/ 72732 w 136196"/>
              <a:gd name="csY99" fmla="*/ 49334 h 156502"/>
              <a:gd name="csX100" fmla="*/ 85118 w 136196"/>
              <a:gd name="csY100" fmla="*/ 35929 h 156502"/>
              <a:gd name="csX101" fmla="*/ 68104 w 136196"/>
              <a:gd name="csY101" fmla="*/ 54352 h 156502"/>
              <a:gd name="csX102" fmla="*/ 80746 w 136196"/>
              <a:gd name="csY102" fmla="*/ 68046 h 156502"/>
              <a:gd name="csX103" fmla="*/ 55464 w 136196"/>
              <a:gd name="csY103" fmla="*/ 68046 h 156502"/>
              <a:gd name="csX104" fmla="*/ 68104 w 136196"/>
              <a:gd name="csY104" fmla="*/ 54352 h 156502"/>
              <a:gd name="csX105" fmla="*/ 28293 w 136196"/>
              <a:gd name="csY105" fmla="*/ 74851 h 156502"/>
              <a:gd name="csX106" fmla="*/ 44286 w 136196"/>
              <a:gd name="csY106" fmla="*/ 74851 h 156502"/>
              <a:gd name="csX107" fmla="*/ 44286 w 136196"/>
              <a:gd name="csY107" fmla="*/ 85500 h 156502"/>
              <a:gd name="csX108" fmla="*/ 28293 w 136196"/>
              <a:gd name="csY108" fmla="*/ 74851 h 156502"/>
              <a:gd name="csX109" fmla="*/ 55464 w 136196"/>
              <a:gd name="csY109" fmla="*/ 74851 h 156502"/>
              <a:gd name="csX110" fmla="*/ 80746 w 136196"/>
              <a:gd name="csY110" fmla="*/ 74851 h 156502"/>
              <a:gd name="csX111" fmla="*/ 68104 w 136196"/>
              <a:gd name="csY111" fmla="*/ 88562 h 156502"/>
              <a:gd name="csX112" fmla="*/ 55464 w 136196"/>
              <a:gd name="csY112" fmla="*/ 74851 h 156502"/>
              <a:gd name="csX113" fmla="*/ 91923 w 136196"/>
              <a:gd name="csY113" fmla="*/ 74851 h 156502"/>
              <a:gd name="csX114" fmla="*/ 107916 w 136196"/>
              <a:gd name="csY114" fmla="*/ 74851 h 156502"/>
              <a:gd name="csX115" fmla="*/ 91923 w 136196"/>
              <a:gd name="csY115" fmla="*/ 85500 h 156502"/>
              <a:gd name="csX116" fmla="*/ 91923 w 136196"/>
              <a:gd name="csY116" fmla="*/ 74851 h 156502"/>
              <a:gd name="csX117" fmla="*/ 51091 w 136196"/>
              <a:gd name="csY117" fmla="*/ 80158 h 156502"/>
              <a:gd name="csX118" fmla="*/ 63477 w 136196"/>
              <a:gd name="csY118" fmla="*/ 93563 h 156502"/>
              <a:gd name="csX119" fmla="*/ 51091 w 136196"/>
              <a:gd name="csY119" fmla="*/ 106967 h 156502"/>
              <a:gd name="csX120" fmla="*/ 51091 w 136196"/>
              <a:gd name="csY120" fmla="*/ 80158 h 156502"/>
              <a:gd name="csX121" fmla="*/ 85118 w 136196"/>
              <a:gd name="csY121" fmla="*/ 80158 h 156502"/>
              <a:gd name="csX122" fmla="*/ 85118 w 136196"/>
              <a:gd name="csY122" fmla="*/ 106967 h 156502"/>
              <a:gd name="csX123" fmla="*/ 72732 w 136196"/>
              <a:gd name="csY123" fmla="*/ 93563 h 156502"/>
              <a:gd name="csX124" fmla="*/ 85118 w 136196"/>
              <a:gd name="csY124" fmla="*/ 80158 h 156502"/>
              <a:gd name="csX125" fmla="*/ 68104 w 136196"/>
              <a:gd name="csY125" fmla="*/ 98581 h 156502"/>
              <a:gd name="csX126" fmla="*/ 83791 w 136196"/>
              <a:gd name="csY126" fmla="*/ 115592 h 156502"/>
              <a:gd name="csX127" fmla="*/ 68104 w 136196"/>
              <a:gd name="csY127" fmla="*/ 131276 h 156502"/>
              <a:gd name="csX128" fmla="*/ 52401 w 136196"/>
              <a:gd name="csY128" fmla="*/ 115592 h 156502"/>
              <a:gd name="csX129" fmla="*/ 68104 w 136196"/>
              <a:gd name="csY129" fmla="*/ 98581 h 156502"/>
              <a:gd name="csX130" fmla="*/ 48097 w 136196"/>
              <a:gd name="csY130" fmla="*/ 120900 h 156502"/>
              <a:gd name="csX131" fmla="*/ 61895 w 136196"/>
              <a:gd name="csY131" fmla="*/ 134696 h 156502"/>
              <a:gd name="csX132" fmla="*/ 29705 w 136196"/>
              <a:gd name="csY132" fmla="*/ 146195 h 156502"/>
              <a:gd name="csX133" fmla="*/ 48097 w 136196"/>
              <a:gd name="csY133" fmla="*/ 120900 h 156502"/>
              <a:gd name="csX134" fmla="*/ 88113 w 136196"/>
              <a:gd name="csY134" fmla="*/ 120900 h 156502"/>
              <a:gd name="csX135" fmla="*/ 106504 w 136196"/>
              <a:gd name="csY135" fmla="*/ 146195 h 156502"/>
              <a:gd name="csX136" fmla="*/ 74315 w 136196"/>
              <a:gd name="csY136" fmla="*/ 134696 h 156502"/>
              <a:gd name="csX137" fmla="*/ 88113 w 136196"/>
              <a:gd name="csY137" fmla="*/ 120900 h 156502"/>
            </a:gdLst>
            <a:ahLst/>
            <a:cxnLst/>
            <a:rect l="l" t="t" r="r" b="b"/>
            <a:pathLst>
              <a:path w="100000" h="100000">
                <a:moveTo>
                  <a:pt x="49928" y="1"/>
                </a:moveTo>
                <a:cubicBezTo>
                  <a:pt x="49309" y="23"/>
                  <a:pt x="48743" y="295"/>
                  <a:pt x="48341" y="762"/>
                </a:cubicBezTo>
                <a:lnTo>
                  <a:pt x="35959" y="15218"/>
                </a:lnTo>
                <a:lnTo>
                  <a:pt x="13380" y="15218"/>
                </a:lnTo>
                <a:cubicBezTo>
                  <a:pt x="13249" y="15207"/>
                  <a:pt x="13130" y="15186"/>
                  <a:pt x="13010" y="15186"/>
                </a:cubicBezTo>
                <a:cubicBezTo>
                  <a:pt x="12901" y="15197"/>
                  <a:pt x="12793" y="15207"/>
                  <a:pt x="12695" y="15218"/>
                </a:cubicBezTo>
                <a:lnTo>
                  <a:pt x="8694" y="15218"/>
                </a:lnTo>
                <a:cubicBezTo>
                  <a:pt x="7912" y="15207"/>
                  <a:pt x="7183" y="15621"/>
                  <a:pt x="6781" y="16294"/>
                </a:cubicBezTo>
                <a:cubicBezTo>
                  <a:pt x="6390" y="16979"/>
                  <a:pt x="6390" y="17806"/>
                  <a:pt x="6781" y="18490"/>
                </a:cubicBezTo>
                <a:cubicBezTo>
                  <a:pt x="7183" y="19164"/>
                  <a:pt x="7912" y="19577"/>
                  <a:pt x="8694" y="19567"/>
                </a:cubicBezTo>
                <a:lnTo>
                  <a:pt x="10869" y="19567"/>
                </a:lnTo>
                <a:lnTo>
                  <a:pt x="10869" y="23914"/>
                </a:lnTo>
                <a:cubicBezTo>
                  <a:pt x="10858" y="24697"/>
                  <a:pt x="11260" y="25425"/>
                  <a:pt x="11945" y="25827"/>
                </a:cubicBezTo>
                <a:cubicBezTo>
                  <a:pt x="12618" y="26219"/>
                  <a:pt x="13456" y="26219"/>
                  <a:pt x="14141" y="25827"/>
                </a:cubicBezTo>
                <a:cubicBezTo>
                  <a:pt x="14815" y="25425"/>
                  <a:pt x="15228" y="24697"/>
                  <a:pt x="15217" y="23914"/>
                </a:cubicBezTo>
                <a:lnTo>
                  <a:pt x="15217" y="19567"/>
                </a:lnTo>
                <a:lnTo>
                  <a:pt x="16728" y="19567"/>
                </a:lnTo>
                <a:lnTo>
                  <a:pt x="34785" y="31599"/>
                </a:lnTo>
                <a:lnTo>
                  <a:pt x="34785" y="43479"/>
                </a:lnTo>
                <a:lnTo>
                  <a:pt x="13380" y="43479"/>
                </a:lnTo>
                <a:cubicBezTo>
                  <a:pt x="13249" y="43468"/>
                  <a:pt x="13130" y="43447"/>
                  <a:pt x="13010" y="43447"/>
                </a:cubicBezTo>
                <a:cubicBezTo>
                  <a:pt x="12901" y="43458"/>
                  <a:pt x="12793" y="43468"/>
                  <a:pt x="12695" y="43479"/>
                </a:cubicBezTo>
                <a:lnTo>
                  <a:pt x="8694" y="43479"/>
                </a:lnTo>
                <a:cubicBezTo>
                  <a:pt x="7912" y="43468"/>
                  <a:pt x="7183" y="43882"/>
                  <a:pt x="6781" y="44555"/>
                </a:cubicBezTo>
                <a:cubicBezTo>
                  <a:pt x="6390" y="45240"/>
                  <a:pt x="6390" y="46067"/>
                  <a:pt x="6781" y="46751"/>
                </a:cubicBezTo>
                <a:cubicBezTo>
                  <a:pt x="7183" y="47425"/>
                  <a:pt x="7912" y="47838"/>
                  <a:pt x="8694" y="47828"/>
                </a:cubicBezTo>
                <a:lnTo>
                  <a:pt x="10869" y="47828"/>
                </a:lnTo>
                <a:lnTo>
                  <a:pt x="10869" y="52175"/>
                </a:lnTo>
                <a:cubicBezTo>
                  <a:pt x="10858" y="52958"/>
                  <a:pt x="11260" y="53686"/>
                  <a:pt x="11945" y="54088"/>
                </a:cubicBezTo>
                <a:cubicBezTo>
                  <a:pt x="12618" y="54480"/>
                  <a:pt x="13456" y="54480"/>
                  <a:pt x="14141" y="54088"/>
                </a:cubicBezTo>
                <a:cubicBezTo>
                  <a:pt x="14815" y="53686"/>
                  <a:pt x="15228" y="52958"/>
                  <a:pt x="15217" y="52175"/>
                </a:cubicBezTo>
                <a:lnTo>
                  <a:pt x="15217" y="47828"/>
                </a:lnTo>
                <a:lnTo>
                  <a:pt x="16728" y="47828"/>
                </a:lnTo>
                <a:lnTo>
                  <a:pt x="34785" y="59860"/>
                </a:lnTo>
                <a:lnTo>
                  <a:pt x="34785" y="73208"/>
                </a:lnTo>
                <a:lnTo>
                  <a:pt x="17804" y="96545"/>
                </a:lnTo>
                <a:cubicBezTo>
                  <a:pt x="17239" y="97316"/>
                  <a:pt x="17250" y="98360"/>
                  <a:pt x="17826" y="99132"/>
                </a:cubicBezTo>
                <a:cubicBezTo>
                  <a:pt x="18402" y="99893"/>
                  <a:pt x="19391" y="100197"/>
                  <a:pt x="20294" y="99871"/>
                </a:cubicBezTo>
                <a:lnTo>
                  <a:pt x="50004" y="89273"/>
                </a:lnTo>
                <a:lnTo>
                  <a:pt x="79715" y="99871"/>
                </a:lnTo>
                <a:cubicBezTo>
                  <a:pt x="80607" y="100197"/>
                  <a:pt x="81607" y="99893"/>
                  <a:pt x="82182" y="99132"/>
                </a:cubicBezTo>
                <a:cubicBezTo>
                  <a:pt x="82748" y="98360"/>
                  <a:pt x="82759" y="97316"/>
                  <a:pt x="82194" y="96545"/>
                </a:cubicBezTo>
                <a:lnTo>
                  <a:pt x="65223" y="73208"/>
                </a:lnTo>
                <a:lnTo>
                  <a:pt x="65223" y="59860"/>
                </a:lnTo>
                <a:lnTo>
                  <a:pt x="83270" y="47828"/>
                </a:lnTo>
                <a:lnTo>
                  <a:pt x="84791" y="47828"/>
                </a:lnTo>
                <a:lnTo>
                  <a:pt x="84791" y="52175"/>
                </a:lnTo>
                <a:cubicBezTo>
                  <a:pt x="84781" y="52958"/>
                  <a:pt x="85183" y="53686"/>
                  <a:pt x="85868" y="54088"/>
                </a:cubicBezTo>
                <a:cubicBezTo>
                  <a:pt x="86542" y="54480"/>
                  <a:pt x="87379" y="54480"/>
                  <a:pt x="88064" y="54088"/>
                </a:cubicBezTo>
                <a:cubicBezTo>
                  <a:pt x="88738" y="53686"/>
                  <a:pt x="89151" y="52958"/>
                  <a:pt x="89140" y="52175"/>
                </a:cubicBezTo>
                <a:lnTo>
                  <a:pt x="89140" y="47828"/>
                </a:lnTo>
                <a:lnTo>
                  <a:pt x="91314" y="47828"/>
                </a:lnTo>
                <a:cubicBezTo>
                  <a:pt x="92097" y="47838"/>
                  <a:pt x="92825" y="47425"/>
                  <a:pt x="93228" y="46751"/>
                </a:cubicBezTo>
                <a:cubicBezTo>
                  <a:pt x="93608" y="46067"/>
                  <a:pt x="93608" y="45240"/>
                  <a:pt x="93228" y="44555"/>
                </a:cubicBezTo>
                <a:cubicBezTo>
                  <a:pt x="92825" y="43882"/>
                  <a:pt x="92097" y="43468"/>
                  <a:pt x="91314" y="43479"/>
                </a:cubicBezTo>
                <a:lnTo>
                  <a:pt x="87303" y="43479"/>
                </a:lnTo>
                <a:cubicBezTo>
                  <a:pt x="87173" y="43468"/>
                  <a:pt x="87053" y="43447"/>
                  <a:pt x="86933" y="43447"/>
                </a:cubicBezTo>
                <a:cubicBezTo>
                  <a:pt x="86824" y="43458"/>
                  <a:pt x="86716" y="43468"/>
                  <a:pt x="86618" y="43479"/>
                </a:cubicBezTo>
                <a:lnTo>
                  <a:pt x="65223" y="43479"/>
                </a:lnTo>
                <a:lnTo>
                  <a:pt x="65223" y="31599"/>
                </a:lnTo>
                <a:lnTo>
                  <a:pt x="83270" y="19567"/>
                </a:lnTo>
                <a:lnTo>
                  <a:pt x="84791" y="19567"/>
                </a:lnTo>
                <a:lnTo>
                  <a:pt x="84791" y="23914"/>
                </a:lnTo>
                <a:cubicBezTo>
                  <a:pt x="84781" y="24697"/>
                  <a:pt x="85183" y="25425"/>
                  <a:pt x="85868" y="25827"/>
                </a:cubicBezTo>
                <a:cubicBezTo>
                  <a:pt x="86542" y="26219"/>
                  <a:pt x="87379" y="26219"/>
                  <a:pt x="88064" y="25827"/>
                </a:cubicBezTo>
                <a:cubicBezTo>
                  <a:pt x="88738" y="25425"/>
                  <a:pt x="89151" y="24697"/>
                  <a:pt x="89140" y="23914"/>
                </a:cubicBezTo>
                <a:lnTo>
                  <a:pt x="89140" y="19567"/>
                </a:lnTo>
                <a:lnTo>
                  <a:pt x="91314" y="19567"/>
                </a:lnTo>
                <a:cubicBezTo>
                  <a:pt x="92097" y="19577"/>
                  <a:pt x="92825" y="19164"/>
                  <a:pt x="93228" y="18490"/>
                </a:cubicBezTo>
                <a:cubicBezTo>
                  <a:pt x="93608" y="17806"/>
                  <a:pt x="93608" y="16979"/>
                  <a:pt x="93228" y="16294"/>
                </a:cubicBezTo>
                <a:cubicBezTo>
                  <a:pt x="92825" y="15621"/>
                  <a:pt x="92097" y="15207"/>
                  <a:pt x="91314" y="15218"/>
                </a:cubicBezTo>
                <a:lnTo>
                  <a:pt x="87303" y="15218"/>
                </a:lnTo>
                <a:cubicBezTo>
                  <a:pt x="87173" y="15207"/>
                  <a:pt x="87053" y="15186"/>
                  <a:pt x="86933" y="15186"/>
                </a:cubicBezTo>
                <a:cubicBezTo>
                  <a:pt x="86824" y="15197"/>
                  <a:pt x="86716" y="15207"/>
                  <a:pt x="86618" y="15218"/>
                </a:cubicBezTo>
                <a:lnTo>
                  <a:pt x="64050" y="15218"/>
                </a:lnTo>
                <a:lnTo>
                  <a:pt x="51656" y="762"/>
                </a:lnTo>
                <a:cubicBezTo>
                  <a:pt x="51222" y="262"/>
                  <a:pt x="50591" y="-20"/>
                  <a:pt x="49928" y="1"/>
                </a:cubicBezTo>
                <a:close/>
                <a:moveTo>
                  <a:pt x="50004" y="5523"/>
                </a:moveTo>
                <a:lnTo>
                  <a:pt x="58321" y="15218"/>
                </a:lnTo>
                <a:lnTo>
                  <a:pt x="41677" y="15218"/>
                </a:lnTo>
                <a:lnTo>
                  <a:pt x="50004" y="5523"/>
                </a:lnTo>
                <a:close/>
                <a:moveTo>
                  <a:pt x="24566" y="19567"/>
                </a:moveTo>
                <a:lnTo>
                  <a:pt x="34785" y="19567"/>
                </a:lnTo>
                <a:lnTo>
                  <a:pt x="34785" y="26371"/>
                </a:lnTo>
                <a:lnTo>
                  <a:pt x="24566" y="19567"/>
                </a:lnTo>
                <a:close/>
                <a:moveTo>
                  <a:pt x="41916" y="19567"/>
                </a:moveTo>
                <a:lnTo>
                  <a:pt x="58082" y="19567"/>
                </a:lnTo>
                <a:lnTo>
                  <a:pt x="50004" y="28327"/>
                </a:lnTo>
                <a:lnTo>
                  <a:pt x="41916" y="19567"/>
                </a:lnTo>
                <a:close/>
                <a:moveTo>
                  <a:pt x="65223" y="19567"/>
                </a:moveTo>
                <a:lnTo>
                  <a:pt x="75442" y="19567"/>
                </a:lnTo>
                <a:lnTo>
                  <a:pt x="65223" y="26371"/>
                </a:lnTo>
                <a:lnTo>
                  <a:pt x="65223" y="19567"/>
                </a:lnTo>
                <a:close/>
                <a:moveTo>
                  <a:pt x="39133" y="22958"/>
                </a:moveTo>
                <a:lnTo>
                  <a:pt x="47047" y="31523"/>
                </a:lnTo>
                <a:lnTo>
                  <a:pt x="39133" y="40088"/>
                </a:lnTo>
                <a:lnTo>
                  <a:pt x="39133" y="22958"/>
                </a:lnTo>
                <a:close/>
                <a:moveTo>
                  <a:pt x="60875" y="22958"/>
                </a:moveTo>
                <a:lnTo>
                  <a:pt x="60875" y="40088"/>
                </a:lnTo>
                <a:lnTo>
                  <a:pt x="52961" y="31523"/>
                </a:lnTo>
                <a:lnTo>
                  <a:pt x="60875" y="22958"/>
                </a:lnTo>
                <a:close/>
                <a:moveTo>
                  <a:pt x="50004" y="34729"/>
                </a:moveTo>
                <a:lnTo>
                  <a:pt x="58082" y="43479"/>
                </a:lnTo>
                <a:lnTo>
                  <a:pt x="41927" y="43479"/>
                </a:lnTo>
                <a:lnTo>
                  <a:pt x="50004" y="34729"/>
                </a:lnTo>
                <a:close/>
                <a:moveTo>
                  <a:pt x="24566" y="47828"/>
                </a:moveTo>
                <a:lnTo>
                  <a:pt x="34785" y="47828"/>
                </a:lnTo>
                <a:lnTo>
                  <a:pt x="34785" y="54632"/>
                </a:lnTo>
                <a:lnTo>
                  <a:pt x="24566" y="47828"/>
                </a:lnTo>
                <a:close/>
                <a:moveTo>
                  <a:pt x="41927" y="47828"/>
                </a:moveTo>
                <a:lnTo>
                  <a:pt x="58082" y="47828"/>
                </a:lnTo>
                <a:lnTo>
                  <a:pt x="50004" y="56588"/>
                </a:lnTo>
                <a:lnTo>
                  <a:pt x="41927" y="47828"/>
                </a:lnTo>
                <a:close/>
                <a:moveTo>
                  <a:pt x="65223" y="47828"/>
                </a:moveTo>
                <a:lnTo>
                  <a:pt x="75442" y="47828"/>
                </a:lnTo>
                <a:lnTo>
                  <a:pt x="65223" y="54632"/>
                </a:lnTo>
                <a:lnTo>
                  <a:pt x="65223" y="47828"/>
                </a:lnTo>
                <a:close/>
                <a:moveTo>
                  <a:pt x="39133" y="51219"/>
                </a:moveTo>
                <a:lnTo>
                  <a:pt x="47047" y="59784"/>
                </a:lnTo>
                <a:lnTo>
                  <a:pt x="39133" y="68349"/>
                </a:lnTo>
                <a:lnTo>
                  <a:pt x="39133" y="51219"/>
                </a:lnTo>
                <a:close/>
                <a:moveTo>
                  <a:pt x="60875" y="51219"/>
                </a:moveTo>
                <a:lnTo>
                  <a:pt x="60875" y="68349"/>
                </a:lnTo>
                <a:lnTo>
                  <a:pt x="52961" y="59784"/>
                </a:lnTo>
                <a:lnTo>
                  <a:pt x="60875" y="51219"/>
                </a:lnTo>
                <a:close/>
                <a:moveTo>
                  <a:pt x="50004" y="62990"/>
                </a:moveTo>
                <a:lnTo>
                  <a:pt x="60027" y="73860"/>
                </a:lnTo>
                <a:lnTo>
                  <a:pt x="50004" y="83881"/>
                </a:lnTo>
                <a:lnTo>
                  <a:pt x="39970" y="73860"/>
                </a:lnTo>
                <a:lnTo>
                  <a:pt x="50004" y="62990"/>
                </a:lnTo>
                <a:close/>
                <a:moveTo>
                  <a:pt x="37220" y="77251"/>
                </a:moveTo>
                <a:lnTo>
                  <a:pt x="46036" y="86067"/>
                </a:lnTo>
                <a:lnTo>
                  <a:pt x="25468" y="93414"/>
                </a:lnTo>
                <a:lnTo>
                  <a:pt x="37220" y="77251"/>
                </a:lnTo>
                <a:close/>
                <a:moveTo>
                  <a:pt x="62789" y="77251"/>
                </a:moveTo>
                <a:lnTo>
                  <a:pt x="74540" y="93414"/>
                </a:lnTo>
                <a:lnTo>
                  <a:pt x="53972" y="86067"/>
                </a:lnTo>
                <a:lnTo>
                  <a:pt x="62789" y="7725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4" name="Чёрный — SVG 27">
            <a:extLst>
              <a:ext uri="{FF2B5EF4-FFF2-40B4-BE49-F238E27FC236}">
                <a16:creationId xmlns:a16="http://schemas.microsoft.com/office/drawing/2014/main" id="{73028125-E2AD-4C42-A7B7-3E61170808B1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65995 w 113428"/>
              <a:gd name="csY0" fmla="*/ 4185 h 152385"/>
              <a:gd name="csX1" fmla="*/ 61810 w 113428"/>
              <a:gd name="csY1" fmla="*/ 1089 h 152385"/>
              <a:gd name="csX2" fmla="*/ 56706 w 113428"/>
              <a:gd name="csY2" fmla="*/ 0 h 152385"/>
              <a:gd name="csX3" fmla="*/ 51619 w 113428"/>
              <a:gd name="csY3" fmla="*/ 1089 h 152385"/>
              <a:gd name="csX4" fmla="*/ 47416 w 113428"/>
              <a:gd name="csY4" fmla="*/ 4185 h 152385"/>
              <a:gd name="csX5" fmla="*/ 0 w 113428"/>
              <a:gd name="csY5" fmla="*/ 95687 h 152385"/>
              <a:gd name="csX6" fmla="*/ 16605 w 113428"/>
              <a:gd name="csY6" fmla="*/ 135783 h 152385"/>
              <a:gd name="csX7" fmla="*/ 56706 w 113428"/>
              <a:gd name="csY7" fmla="*/ 152386 h 152385"/>
              <a:gd name="csX8" fmla="*/ 96806 w 113428"/>
              <a:gd name="csY8" fmla="*/ 135783 h 152385"/>
              <a:gd name="csX9" fmla="*/ 113428 w 113428"/>
              <a:gd name="csY9" fmla="*/ 95687 h 152385"/>
              <a:gd name="csX10" fmla="*/ 65995 w 113428"/>
              <a:gd name="csY10" fmla="*/ 4185 h 152385"/>
            </a:gdLst>
            <a:ahLst/>
            <a:cxnLst/>
            <a:rect l="l" t="t" r="r" b="b"/>
            <a:pathLst>
              <a:path w="100000" h="100000">
                <a:moveTo>
                  <a:pt x="56090" y="2746"/>
                </a:moveTo>
                <a:cubicBezTo>
                  <a:pt x="55331" y="1876"/>
                  <a:pt x="54393" y="1194"/>
                  <a:pt x="53344" y="715"/>
                </a:cubicBezTo>
                <a:cubicBezTo>
                  <a:pt x="52294" y="245"/>
                  <a:pt x="51156" y="0"/>
                  <a:pt x="49995" y="0"/>
                </a:cubicBezTo>
                <a:cubicBezTo>
                  <a:pt x="48844" y="0"/>
                  <a:pt x="47706" y="245"/>
                  <a:pt x="46656" y="715"/>
                </a:cubicBezTo>
                <a:cubicBezTo>
                  <a:pt x="45607" y="1194"/>
                  <a:pt x="44669" y="1876"/>
                  <a:pt x="43898" y="2746"/>
                </a:cubicBezTo>
                <a:cubicBezTo>
                  <a:pt x="34554" y="13351"/>
                  <a:pt x="12782" y="40422"/>
                  <a:pt x="12782" y="62793"/>
                </a:cubicBezTo>
                <a:cubicBezTo>
                  <a:pt x="12782" y="72661"/>
                  <a:pt x="16701" y="82128"/>
                  <a:pt x="23679" y="89105"/>
                </a:cubicBezTo>
                <a:cubicBezTo>
                  <a:pt x="30657" y="96082"/>
                  <a:pt x="40125" y="100001"/>
                  <a:pt x="49995" y="100001"/>
                </a:cubicBezTo>
                <a:cubicBezTo>
                  <a:pt x="59864" y="100001"/>
                  <a:pt x="69332" y="96082"/>
                  <a:pt x="76310" y="89105"/>
                </a:cubicBezTo>
                <a:cubicBezTo>
                  <a:pt x="83288" y="82128"/>
                  <a:pt x="87218" y="72661"/>
                  <a:pt x="87218" y="62793"/>
                </a:cubicBezTo>
                <a:cubicBezTo>
                  <a:pt x="87218" y="40422"/>
                  <a:pt x="65446" y="13351"/>
                  <a:pt x="56090" y="274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5" name="Чёрный — SVG 28">
            <a:extLst>
              <a:ext uri="{FF2B5EF4-FFF2-40B4-BE49-F238E27FC236}">
                <a16:creationId xmlns:a16="http://schemas.microsoft.com/office/drawing/2014/main" id="{7D4227D4-5126-EF44-954A-83C0BC650091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56780 w 113549"/>
              <a:gd name="csY0" fmla="*/ 0 h 149040"/>
              <a:gd name="csX1" fmla="*/ 54943 w 113549"/>
              <a:gd name="csY1" fmla="*/ 323 h 149040"/>
              <a:gd name="csX2" fmla="*/ 25901 w 113549"/>
              <a:gd name="csY2" fmla="*/ 11023 h 149040"/>
              <a:gd name="csX3" fmla="*/ 17785 w 113549"/>
              <a:gd name="csY3" fmla="*/ 22659 h 149040"/>
              <a:gd name="csX4" fmla="*/ 17785 w 113549"/>
              <a:gd name="csY4" fmla="*/ 47835 h 149040"/>
              <a:gd name="csX5" fmla="*/ 26649 w 113549"/>
              <a:gd name="csY5" fmla="*/ 59658 h 149040"/>
              <a:gd name="csX6" fmla="*/ 22141 w 113549"/>
              <a:gd name="csY6" fmla="*/ 73743 h 149040"/>
              <a:gd name="csX7" fmla="*/ 21613 w 113549"/>
              <a:gd name="csY7" fmla="*/ 75376 h 149040"/>
              <a:gd name="csX8" fmla="*/ 4974 w 113549"/>
              <a:gd name="csY8" fmla="*/ 127396 h 149040"/>
              <a:gd name="csX9" fmla="*/ 4923 w 113549"/>
              <a:gd name="csY9" fmla="*/ 127549 h 149040"/>
              <a:gd name="csX10" fmla="*/ 330 w 113549"/>
              <a:gd name="csY10" fmla="*/ 141907 h 149040"/>
              <a:gd name="csX11" fmla="*/ 6 w 113549"/>
              <a:gd name="csY11" fmla="*/ 144016 h 149040"/>
              <a:gd name="csX12" fmla="*/ 551 w 113549"/>
              <a:gd name="csY12" fmla="*/ 146075 h 149040"/>
              <a:gd name="csX13" fmla="*/ 1844 w 113549"/>
              <a:gd name="csY13" fmla="*/ 147742 h 149040"/>
              <a:gd name="csX14" fmla="*/ 3698 w 113549"/>
              <a:gd name="csY14" fmla="*/ 148779 h 149040"/>
              <a:gd name="csX15" fmla="*/ 5808 w 113549"/>
              <a:gd name="csY15" fmla="*/ 149017 h 149040"/>
              <a:gd name="csX16" fmla="*/ 7850 w 113549"/>
              <a:gd name="csY16" fmla="*/ 148405 h 149040"/>
              <a:gd name="csX17" fmla="*/ 9483 w 113549"/>
              <a:gd name="csY17" fmla="*/ 147044 h 149040"/>
              <a:gd name="csX18" fmla="*/ 10452 w 113549"/>
              <a:gd name="csY18" fmla="*/ 145156 h 149040"/>
              <a:gd name="csX19" fmla="*/ 14434 w 113549"/>
              <a:gd name="csY19" fmla="*/ 132687 h 149040"/>
              <a:gd name="csX20" fmla="*/ 50570 w 113549"/>
              <a:gd name="csY20" fmla="*/ 107646 h 149040"/>
              <a:gd name="csX21" fmla="*/ 41230 w 113549"/>
              <a:gd name="csY21" fmla="*/ 101182 h 149040"/>
              <a:gd name="csX22" fmla="*/ 19759 w 113549"/>
              <a:gd name="csY22" fmla="*/ 116067 h 149040"/>
              <a:gd name="csX23" fmla="*/ 29814 w 113549"/>
              <a:gd name="csY23" fmla="*/ 84647 h 149040"/>
              <a:gd name="csX24" fmla="*/ 99126 w 113549"/>
              <a:gd name="csY24" fmla="*/ 132670 h 149040"/>
              <a:gd name="csX25" fmla="*/ 103108 w 113549"/>
              <a:gd name="csY25" fmla="*/ 145156 h 149040"/>
              <a:gd name="csX26" fmla="*/ 104077 w 113549"/>
              <a:gd name="csY26" fmla="*/ 147044 h 149040"/>
              <a:gd name="csX27" fmla="*/ 105710 w 113549"/>
              <a:gd name="csY27" fmla="*/ 148405 h 149040"/>
              <a:gd name="csX28" fmla="*/ 107752 w 113549"/>
              <a:gd name="csY28" fmla="*/ 149017 h 149040"/>
              <a:gd name="csX29" fmla="*/ 109862 w 113549"/>
              <a:gd name="csY29" fmla="*/ 148779 h 149040"/>
              <a:gd name="csX30" fmla="*/ 111699 w 113549"/>
              <a:gd name="csY30" fmla="*/ 147742 h 149040"/>
              <a:gd name="csX31" fmla="*/ 113009 w 113549"/>
              <a:gd name="csY31" fmla="*/ 146075 h 149040"/>
              <a:gd name="csX32" fmla="*/ 113537 w 113549"/>
              <a:gd name="csY32" fmla="*/ 144016 h 149040"/>
              <a:gd name="csX33" fmla="*/ 113231 w 113549"/>
              <a:gd name="csY33" fmla="*/ 141907 h 149040"/>
              <a:gd name="csX34" fmla="*/ 109011 w 113549"/>
              <a:gd name="csY34" fmla="*/ 128706 h 149040"/>
              <a:gd name="csX35" fmla="*/ 108433 w 113549"/>
              <a:gd name="csY35" fmla="*/ 126920 h 149040"/>
              <a:gd name="csX36" fmla="*/ 86911 w 113549"/>
              <a:gd name="csY36" fmla="*/ 59675 h 149040"/>
              <a:gd name="csX37" fmla="*/ 95775 w 113549"/>
              <a:gd name="csY37" fmla="*/ 47835 h 149040"/>
              <a:gd name="csX38" fmla="*/ 95775 w 113549"/>
              <a:gd name="csY38" fmla="*/ 22659 h 149040"/>
              <a:gd name="csX39" fmla="*/ 87659 w 113549"/>
              <a:gd name="csY39" fmla="*/ 11023 h 149040"/>
              <a:gd name="csX40" fmla="*/ 58617 w 113549"/>
              <a:gd name="csY40" fmla="*/ 323 h 149040"/>
              <a:gd name="csX41" fmla="*/ 56780 w 113549"/>
              <a:gd name="csY41" fmla="*/ 0 h 149040"/>
              <a:gd name="csX42" fmla="*/ 37623 w 113549"/>
              <a:gd name="csY42" fmla="*/ 60253 h 149040"/>
              <a:gd name="csX43" fmla="*/ 75937 w 113549"/>
              <a:gd name="csY43" fmla="*/ 60253 h 149040"/>
              <a:gd name="csX44" fmla="*/ 80361 w 113549"/>
              <a:gd name="csY44" fmla="*/ 74066 h 149040"/>
              <a:gd name="csX45" fmla="*/ 63007 w 113549"/>
              <a:gd name="csY45" fmla="*/ 86093 h 149040"/>
              <a:gd name="csX46" fmla="*/ 72347 w 113549"/>
              <a:gd name="csY46" fmla="*/ 92557 h 149040"/>
              <a:gd name="csX47" fmla="*/ 83746 w 113549"/>
              <a:gd name="csY47" fmla="*/ 84647 h 149040"/>
              <a:gd name="csX48" fmla="*/ 93801 w 113549"/>
              <a:gd name="csY48" fmla="*/ 116050 h 149040"/>
              <a:gd name="csX49" fmla="*/ 33200 w 113549"/>
              <a:gd name="csY49" fmla="*/ 74066 h 149040"/>
              <a:gd name="csX50" fmla="*/ 37623 w 113549"/>
              <a:gd name="csY50" fmla="*/ 60253 h 149040"/>
            </a:gdLst>
            <a:ahLst/>
            <a:cxnLst/>
            <a:rect l="l" t="t" r="r" b="b"/>
            <a:pathLst>
              <a:path w="100000" h="100000">
                <a:moveTo>
                  <a:pt x="50004" y="0"/>
                </a:moveTo>
                <a:cubicBezTo>
                  <a:pt x="49582" y="0"/>
                  <a:pt x="49170" y="68"/>
                  <a:pt x="48771" y="217"/>
                </a:cubicBezTo>
                <a:lnTo>
                  <a:pt x="29285" y="7396"/>
                </a:lnTo>
                <a:cubicBezTo>
                  <a:pt x="26032" y="8594"/>
                  <a:pt x="23840" y="11733"/>
                  <a:pt x="23840" y="15203"/>
                </a:cubicBezTo>
                <a:lnTo>
                  <a:pt x="23840" y="32095"/>
                </a:lnTo>
                <a:cubicBezTo>
                  <a:pt x="23840" y="35862"/>
                  <a:pt x="26362" y="39001"/>
                  <a:pt x="29787" y="40028"/>
                </a:cubicBezTo>
                <a:lnTo>
                  <a:pt x="26762" y="49479"/>
                </a:lnTo>
                <a:cubicBezTo>
                  <a:pt x="26591" y="49821"/>
                  <a:pt x="26465" y="50187"/>
                  <a:pt x="26408" y="50574"/>
                </a:cubicBezTo>
                <a:lnTo>
                  <a:pt x="15244" y="85478"/>
                </a:lnTo>
                <a:cubicBezTo>
                  <a:pt x="15221" y="85512"/>
                  <a:pt x="15221" y="85546"/>
                  <a:pt x="15210" y="85580"/>
                </a:cubicBezTo>
                <a:lnTo>
                  <a:pt x="12128" y="95214"/>
                </a:lnTo>
                <a:cubicBezTo>
                  <a:pt x="11956" y="95670"/>
                  <a:pt x="11888" y="96150"/>
                  <a:pt x="11911" y="96629"/>
                </a:cubicBezTo>
                <a:cubicBezTo>
                  <a:pt x="11945" y="97109"/>
                  <a:pt x="12070" y="97576"/>
                  <a:pt x="12276" y="98011"/>
                </a:cubicBezTo>
                <a:cubicBezTo>
                  <a:pt x="12493" y="98433"/>
                  <a:pt x="12790" y="98820"/>
                  <a:pt x="13144" y="99129"/>
                </a:cubicBezTo>
                <a:cubicBezTo>
                  <a:pt x="13509" y="99448"/>
                  <a:pt x="13931" y="99677"/>
                  <a:pt x="14388" y="99825"/>
                </a:cubicBezTo>
                <a:cubicBezTo>
                  <a:pt x="14845" y="99973"/>
                  <a:pt x="15324" y="100030"/>
                  <a:pt x="15803" y="99985"/>
                </a:cubicBezTo>
                <a:cubicBezTo>
                  <a:pt x="16283" y="99939"/>
                  <a:pt x="16751" y="99802"/>
                  <a:pt x="17174" y="99574"/>
                </a:cubicBezTo>
                <a:cubicBezTo>
                  <a:pt x="17596" y="99346"/>
                  <a:pt x="17961" y="99037"/>
                  <a:pt x="18269" y="98661"/>
                </a:cubicBezTo>
                <a:cubicBezTo>
                  <a:pt x="18566" y="98284"/>
                  <a:pt x="18783" y="97850"/>
                  <a:pt x="18919" y="97394"/>
                </a:cubicBezTo>
                <a:lnTo>
                  <a:pt x="21591" y="89028"/>
                </a:lnTo>
                <a:lnTo>
                  <a:pt x="45837" y="72226"/>
                </a:lnTo>
                <a:lnTo>
                  <a:pt x="39570" y="67889"/>
                </a:lnTo>
                <a:lnTo>
                  <a:pt x="25164" y="77876"/>
                </a:lnTo>
                <a:lnTo>
                  <a:pt x="31911" y="56795"/>
                </a:lnTo>
                <a:lnTo>
                  <a:pt x="78416" y="89016"/>
                </a:lnTo>
                <a:lnTo>
                  <a:pt x="81088" y="97394"/>
                </a:lnTo>
                <a:cubicBezTo>
                  <a:pt x="81225" y="97850"/>
                  <a:pt x="81442" y="98284"/>
                  <a:pt x="81738" y="98661"/>
                </a:cubicBezTo>
                <a:cubicBezTo>
                  <a:pt x="82035" y="99037"/>
                  <a:pt x="82412" y="99346"/>
                  <a:pt x="82834" y="99574"/>
                </a:cubicBezTo>
                <a:cubicBezTo>
                  <a:pt x="83257" y="99802"/>
                  <a:pt x="83725" y="99939"/>
                  <a:pt x="84204" y="99985"/>
                </a:cubicBezTo>
                <a:cubicBezTo>
                  <a:pt x="84672" y="100030"/>
                  <a:pt x="85163" y="99973"/>
                  <a:pt x="85620" y="99825"/>
                </a:cubicBezTo>
                <a:cubicBezTo>
                  <a:pt x="86076" y="99677"/>
                  <a:pt x="86499" y="99448"/>
                  <a:pt x="86852" y="99129"/>
                </a:cubicBezTo>
                <a:cubicBezTo>
                  <a:pt x="87218" y="98820"/>
                  <a:pt x="87514" y="98433"/>
                  <a:pt x="87731" y="98011"/>
                </a:cubicBezTo>
                <a:cubicBezTo>
                  <a:pt x="87937" y="97576"/>
                  <a:pt x="88063" y="97109"/>
                  <a:pt x="88085" y="96629"/>
                </a:cubicBezTo>
                <a:cubicBezTo>
                  <a:pt x="88120" y="96150"/>
                  <a:pt x="88051" y="95670"/>
                  <a:pt x="87880" y="95214"/>
                </a:cubicBezTo>
                <a:lnTo>
                  <a:pt x="85049" y="86357"/>
                </a:lnTo>
                <a:cubicBezTo>
                  <a:pt x="84992" y="85935"/>
                  <a:pt x="84855" y="85535"/>
                  <a:pt x="84661" y="85158"/>
                </a:cubicBezTo>
                <a:lnTo>
                  <a:pt x="70220" y="40040"/>
                </a:lnTo>
                <a:cubicBezTo>
                  <a:pt x="73645" y="39012"/>
                  <a:pt x="76168" y="35862"/>
                  <a:pt x="76168" y="32095"/>
                </a:cubicBezTo>
                <a:lnTo>
                  <a:pt x="76168" y="15203"/>
                </a:lnTo>
                <a:cubicBezTo>
                  <a:pt x="76168" y="11733"/>
                  <a:pt x="73976" y="8594"/>
                  <a:pt x="70722" y="7396"/>
                </a:cubicBezTo>
                <a:lnTo>
                  <a:pt x="51236" y="217"/>
                </a:lnTo>
                <a:cubicBezTo>
                  <a:pt x="50837" y="68"/>
                  <a:pt x="50415" y="0"/>
                  <a:pt x="50004" y="0"/>
                </a:cubicBezTo>
                <a:close/>
                <a:moveTo>
                  <a:pt x="37150" y="40427"/>
                </a:moveTo>
                <a:lnTo>
                  <a:pt x="62857" y="40427"/>
                </a:lnTo>
                <a:lnTo>
                  <a:pt x="65826" y="49695"/>
                </a:lnTo>
                <a:lnTo>
                  <a:pt x="54182" y="57765"/>
                </a:lnTo>
                <a:lnTo>
                  <a:pt x="60449" y="62102"/>
                </a:lnTo>
                <a:lnTo>
                  <a:pt x="68097" y="56795"/>
                </a:lnTo>
                <a:lnTo>
                  <a:pt x="74843" y="77865"/>
                </a:lnTo>
                <a:lnTo>
                  <a:pt x="34182" y="49695"/>
                </a:lnTo>
                <a:lnTo>
                  <a:pt x="37150" y="4042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6" name="Чёрный — SVG 29">
            <a:extLst>
              <a:ext uri="{FF2B5EF4-FFF2-40B4-BE49-F238E27FC236}">
                <a16:creationId xmlns:a16="http://schemas.microsoft.com/office/drawing/2014/main" id="{166B4338-3091-D741-B3BC-0183F8371030}"/>
              </a:ext>
            </a:extLst>
          </p:cNvPr>
          <p:cNvSpPr>
            <a:spLocks noGrp="1"/>
          </p:cNvSpPr>
          <p:nvPr/>
        </p:nvSpPr>
        <p:spPr>
          <a:xfrm>
            <a:off x="6420000" y="3210000"/>
            <a:ext cx="220000" cy="220000"/>
          </a:xfrm>
          <a:custGeom>
            <a:avLst/>
            <a:gdLst>
              <a:gd name="csX0" fmla="*/ 67336 w 134670"/>
              <a:gd name="csY0" fmla="*/ 0 h 148744"/>
              <a:gd name="csX1" fmla="*/ 46069 w 134670"/>
              <a:gd name="csY1" fmla="*/ 46474 h 148744"/>
              <a:gd name="csX2" fmla="*/ 47753 w 134670"/>
              <a:gd name="csY2" fmla="*/ 59862 h 148744"/>
              <a:gd name="csX3" fmla="*/ 34483 w 134670"/>
              <a:gd name="csY3" fmla="*/ 65578 h 148744"/>
              <a:gd name="csX4" fmla="*/ 473 w 134670"/>
              <a:gd name="csY4" fmla="*/ 99243 h 148744"/>
              <a:gd name="csX5" fmla="*/ 1324 w 134670"/>
              <a:gd name="csY5" fmla="*/ 107783 h 148744"/>
              <a:gd name="csX6" fmla="*/ 14492 w 134670"/>
              <a:gd name="csY6" fmla="*/ 113311 h 148744"/>
              <a:gd name="csX7" fmla="*/ 54916 w 134670"/>
              <a:gd name="csY7" fmla="*/ 100655 h 148744"/>
              <a:gd name="csX8" fmla="*/ 66774 w 134670"/>
              <a:gd name="csY8" fmla="*/ 92115 h 148744"/>
              <a:gd name="csX9" fmla="*/ 67336 w 134670"/>
              <a:gd name="csY9" fmla="*/ 92149 h 148744"/>
              <a:gd name="csX10" fmla="*/ 67897 w 134670"/>
              <a:gd name="csY10" fmla="*/ 92115 h 148744"/>
              <a:gd name="csX11" fmla="*/ 79738 w 134670"/>
              <a:gd name="csY11" fmla="*/ 100655 h 148744"/>
              <a:gd name="csX12" fmla="*/ 120179 w 134670"/>
              <a:gd name="csY12" fmla="*/ 113311 h 148744"/>
              <a:gd name="csX13" fmla="*/ 133331 w 134670"/>
              <a:gd name="csY13" fmla="*/ 107783 h 148744"/>
              <a:gd name="csX14" fmla="*/ 134198 w 134670"/>
              <a:gd name="csY14" fmla="*/ 99243 h 148744"/>
              <a:gd name="csX15" fmla="*/ 100189 w 134670"/>
              <a:gd name="csY15" fmla="*/ 65578 h 148744"/>
              <a:gd name="csX16" fmla="*/ 86918 w 134670"/>
              <a:gd name="csY16" fmla="*/ 59862 h 148744"/>
              <a:gd name="csX17" fmla="*/ 88602 w 134670"/>
              <a:gd name="csY17" fmla="*/ 46474 h 148744"/>
              <a:gd name="csX18" fmla="*/ 67336 w 134670"/>
              <a:gd name="csY18" fmla="*/ 0 h 148744"/>
              <a:gd name="csX19" fmla="*/ 67336 w 134670"/>
              <a:gd name="csY19" fmla="*/ 60151 h 148744"/>
              <a:gd name="csX20" fmla="*/ 77969 w 134670"/>
              <a:gd name="csY20" fmla="*/ 70783 h 148744"/>
              <a:gd name="csX21" fmla="*/ 67336 w 134670"/>
              <a:gd name="csY21" fmla="*/ 81415 h 148744"/>
              <a:gd name="csX22" fmla="*/ 56702 w 134670"/>
              <a:gd name="csY22" fmla="*/ 70783 h 148744"/>
              <a:gd name="csX23" fmla="*/ 67336 w 134670"/>
              <a:gd name="csY23" fmla="*/ 60151 h 148744"/>
              <a:gd name="csX24" fmla="*/ 67319 w 134670"/>
              <a:gd name="csY24" fmla="*/ 100961 h 148744"/>
              <a:gd name="csX25" fmla="*/ 58421 w 134670"/>
              <a:gd name="csY25" fmla="*/ 106813 h 148744"/>
              <a:gd name="csX26" fmla="*/ 51496 w 134670"/>
              <a:gd name="csY26" fmla="*/ 110334 h 148744"/>
              <a:gd name="csX27" fmla="*/ 46137 w 134670"/>
              <a:gd name="csY27" fmla="*/ 142570 h 148744"/>
              <a:gd name="csX28" fmla="*/ 47328 w 134670"/>
              <a:gd name="csY28" fmla="*/ 146874 h 148744"/>
              <a:gd name="csX29" fmla="*/ 51377 w 134670"/>
              <a:gd name="csY29" fmla="*/ 148745 h 148744"/>
              <a:gd name="csX30" fmla="*/ 83277 w 134670"/>
              <a:gd name="csY30" fmla="*/ 148745 h 148744"/>
              <a:gd name="csX31" fmla="*/ 87343 w 134670"/>
              <a:gd name="csY31" fmla="*/ 146874 h 148744"/>
              <a:gd name="csX32" fmla="*/ 88534 w 134670"/>
              <a:gd name="csY32" fmla="*/ 142570 h 148744"/>
              <a:gd name="csX33" fmla="*/ 83158 w 134670"/>
              <a:gd name="csY33" fmla="*/ 110334 h 148744"/>
              <a:gd name="csX34" fmla="*/ 76251 w 134670"/>
              <a:gd name="csY34" fmla="*/ 106813 h 148744"/>
              <a:gd name="csX35" fmla="*/ 67319 w 134670"/>
              <a:gd name="csY35" fmla="*/ 100961 h 148744"/>
            </a:gdLst>
            <a:ahLst/>
            <a:cxnLst/>
            <a:rect l="l" t="t" r="r" b="b"/>
            <a:pathLst>
              <a:path w="100000" h="100000">
                <a:moveTo>
                  <a:pt x="50001" y="0"/>
                </a:moveTo>
                <a:cubicBezTo>
                  <a:pt x="39901" y="0"/>
                  <a:pt x="35703" y="20346"/>
                  <a:pt x="35703" y="31244"/>
                </a:cubicBezTo>
                <a:cubicBezTo>
                  <a:pt x="35703" y="34870"/>
                  <a:pt x="36137" y="37821"/>
                  <a:pt x="36835" y="40245"/>
                </a:cubicBezTo>
                <a:cubicBezTo>
                  <a:pt x="34239" y="40966"/>
                  <a:pt x="31299" y="42166"/>
                  <a:pt x="27914" y="44088"/>
                </a:cubicBezTo>
                <a:cubicBezTo>
                  <a:pt x="18180" y="49600"/>
                  <a:pt x="6959" y="59573"/>
                  <a:pt x="5049" y="66721"/>
                </a:cubicBezTo>
                <a:cubicBezTo>
                  <a:pt x="4328" y="69419"/>
                  <a:pt x="4969" y="71341"/>
                  <a:pt x="5621" y="72462"/>
                </a:cubicBezTo>
                <a:cubicBezTo>
                  <a:pt x="7200" y="75126"/>
                  <a:pt x="10447" y="76179"/>
                  <a:pt x="14474" y="76179"/>
                </a:cubicBezTo>
                <a:cubicBezTo>
                  <a:pt x="22927" y="76179"/>
                  <a:pt x="34777" y="71570"/>
                  <a:pt x="41651" y="67670"/>
                </a:cubicBezTo>
                <a:cubicBezTo>
                  <a:pt x="44945" y="65794"/>
                  <a:pt x="47576" y="63896"/>
                  <a:pt x="49623" y="61929"/>
                </a:cubicBezTo>
                <a:cubicBezTo>
                  <a:pt x="49749" y="61929"/>
                  <a:pt x="49863" y="61951"/>
                  <a:pt x="50001" y="61951"/>
                </a:cubicBezTo>
                <a:cubicBezTo>
                  <a:pt x="50126" y="61951"/>
                  <a:pt x="50252" y="61929"/>
                  <a:pt x="50378" y="61929"/>
                </a:cubicBezTo>
                <a:cubicBezTo>
                  <a:pt x="52425" y="63896"/>
                  <a:pt x="55056" y="65794"/>
                  <a:pt x="58338" y="67670"/>
                </a:cubicBezTo>
                <a:cubicBezTo>
                  <a:pt x="65225" y="71559"/>
                  <a:pt x="77074" y="76179"/>
                  <a:pt x="85527" y="76179"/>
                </a:cubicBezTo>
                <a:cubicBezTo>
                  <a:pt x="89542" y="76179"/>
                  <a:pt x="92802" y="75126"/>
                  <a:pt x="94369" y="72462"/>
                </a:cubicBezTo>
                <a:cubicBezTo>
                  <a:pt x="95032" y="71341"/>
                  <a:pt x="95672" y="69419"/>
                  <a:pt x="94952" y="66721"/>
                </a:cubicBezTo>
                <a:cubicBezTo>
                  <a:pt x="93030" y="59573"/>
                  <a:pt x="81821" y="49600"/>
                  <a:pt x="72088" y="44088"/>
                </a:cubicBezTo>
                <a:cubicBezTo>
                  <a:pt x="68702" y="42166"/>
                  <a:pt x="65762" y="40966"/>
                  <a:pt x="63166" y="40245"/>
                </a:cubicBezTo>
                <a:cubicBezTo>
                  <a:pt x="63863" y="37809"/>
                  <a:pt x="64298" y="34870"/>
                  <a:pt x="64298" y="31244"/>
                </a:cubicBezTo>
                <a:cubicBezTo>
                  <a:pt x="64298" y="20346"/>
                  <a:pt x="60101" y="0"/>
                  <a:pt x="50001" y="0"/>
                </a:cubicBezTo>
                <a:close/>
                <a:moveTo>
                  <a:pt x="50001" y="40439"/>
                </a:moveTo>
                <a:cubicBezTo>
                  <a:pt x="53946" y="40439"/>
                  <a:pt x="57149" y="43641"/>
                  <a:pt x="57149" y="47587"/>
                </a:cubicBezTo>
                <a:cubicBezTo>
                  <a:pt x="57149" y="51533"/>
                  <a:pt x="53946" y="54735"/>
                  <a:pt x="50001" y="54735"/>
                </a:cubicBezTo>
                <a:cubicBezTo>
                  <a:pt x="46054" y="54735"/>
                  <a:pt x="42851" y="51533"/>
                  <a:pt x="42851" y="47587"/>
                </a:cubicBezTo>
                <a:cubicBezTo>
                  <a:pt x="42851" y="43641"/>
                  <a:pt x="46054" y="40439"/>
                  <a:pt x="50001" y="40439"/>
                </a:cubicBezTo>
                <a:close/>
                <a:moveTo>
                  <a:pt x="49989" y="67876"/>
                </a:moveTo>
                <a:cubicBezTo>
                  <a:pt x="48262" y="69225"/>
                  <a:pt x="46271" y="70517"/>
                  <a:pt x="44007" y="71810"/>
                </a:cubicBezTo>
                <a:cubicBezTo>
                  <a:pt x="42611" y="72599"/>
                  <a:pt x="41021" y="73399"/>
                  <a:pt x="39352" y="74177"/>
                </a:cubicBezTo>
                <a:lnTo>
                  <a:pt x="35749" y="95849"/>
                </a:lnTo>
                <a:cubicBezTo>
                  <a:pt x="35577" y="96879"/>
                  <a:pt x="35863" y="97942"/>
                  <a:pt x="36549" y="98743"/>
                </a:cubicBezTo>
                <a:cubicBezTo>
                  <a:pt x="37224" y="99544"/>
                  <a:pt x="38231" y="100001"/>
                  <a:pt x="39272" y="100001"/>
                </a:cubicBezTo>
                <a:lnTo>
                  <a:pt x="60718" y="100001"/>
                </a:lnTo>
                <a:cubicBezTo>
                  <a:pt x="61770" y="100001"/>
                  <a:pt x="62766" y="99544"/>
                  <a:pt x="63451" y="98743"/>
                </a:cubicBezTo>
                <a:cubicBezTo>
                  <a:pt x="64126" y="97942"/>
                  <a:pt x="64423" y="96879"/>
                  <a:pt x="64252" y="95849"/>
                </a:cubicBezTo>
                <a:lnTo>
                  <a:pt x="60638" y="74177"/>
                </a:lnTo>
                <a:cubicBezTo>
                  <a:pt x="58979" y="73399"/>
                  <a:pt x="57389" y="72599"/>
                  <a:pt x="55994" y="71810"/>
                </a:cubicBezTo>
                <a:cubicBezTo>
                  <a:pt x="53718" y="70529"/>
                  <a:pt x="51739" y="69225"/>
                  <a:pt x="49989" y="6787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7" name="Чёрный — SVG 30">
            <a:extLst>
              <a:ext uri="{FF2B5EF4-FFF2-40B4-BE49-F238E27FC236}">
                <a16:creationId xmlns:a16="http://schemas.microsoft.com/office/drawing/2014/main" id="{38F2D577-2E7F-034E-A827-91FCD7459347}"/>
              </a:ext>
            </a:extLst>
          </p:cNvPr>
          <p:cNvSpPr>
            <a:spLocks noGrp="1"/>
          </p:cNvSpPr>
          <p:nvPr/>
        </p:nvSpPr>
        <p:spPr>
          <a:xfrm>
            <a:off x="7020000" y="3210000"/>
            <a:ext cx="220000" cy="220000"/>
          </a:xfrm>
          <a:custGeom>
            <a:avLst/>
            <a:gdLst>
              <a:gd name="csX0" fmla="*/ 60925 w 142963"/>
              <a:gd name="csY0" fmla="*/ 18 h 143013"/>
              <a:gd name="csX1" fmla="*/ 60500 w 142963"/>
              <a:gd name="csY1" fmla="*/ 120 h 143013"/>
              <a:gd name="csX2" fmla="*/ 57846 w 142963"/>
              <a:gd name="csY2" fmla="*/ 3522 h 143013"/>
              <a:gd name="csX3" fmla="*/ 57846 w 142963"/>
              <a:gd name="csY3" fmla="*/ 6924 h 143013"/>
              <a:gd name="csX4" fmla="*/ 6805 w 142963"/>
              <a:gd name="csY4" fmla="*/ 6924 h 143013"/>
              <a:gd name="csX5" fmla="*/ 6805 w 142963"/>
              <a:gd name="csY5" fmla="*/ 3522 h 143013"/>
              <a:gd name="csX6" fmla="*/ 3403 w 142963"/>
              <a:gd name="csY6" fmla="*/ 120 h 143013"/>
              <a:gd name="csX7" fmla="*/ 0 w 142963"/>
              <a:gd name="csY7" fmla="*/ 3522 h 143013"/>
              <a:gd name="csX8" fmla="*/ 0 w 142963"/>
              <a:gd name="csY8" fmla="*/ 40947 h 143013"/>
              <a:gd name="csX9" fmla="*/ 3403 w 142963"/>
              <a:gd name="csY9" fmla="*/ 44349 h 143013"/>
              <a:gd name="csX10" fmla="*/ 6805 w 142963"/>
              <a:gd name="csY10" fmla="*/ 40947 h 143013"/>
              <a:gd name="csX11" fmla="*/ 6805 w 142963"/>
              <a:gd name="csY11" fmla="*/ 37544 h 143013"/>
              <a:gd name="csX12" fmla="*/ 57846 w 142963"/>
              <a:gd name="csY12" fmla="*/ 37544 h 143013"/>
              <a:gd name="csX13" fmla="*/ 57846 w 142963"/>
              <a:gd name="csY13" fmla="*/ 40947 h 143013"/>
              <a:gd name="csX14" fmla="*/ 59530 w 142963"/>
              <a:gd name="csY14" fmla="*/ 43941 h 143013"/>
              <a:gd name="csX15" fmla="*/ 62967 w 142963"/>
              <a:gd name="csY15" fmla="*/ 43941 h 143013"/>
              <a:gd name="csX16" fmla="*/ 64651 w 142963"/>
              <a:gd name="csY16" fmla="*/ 40947 h 143013"/>
              <a:gd name="csX17" fmla="*/ 64651 w 142963"/>
              <a:gd name="csY17" fmla="*/ 3522 h 143013"/>
              <a:gd name="csX18" fmla="*/ 63596 w 142963"/>
              <a:gd name="csY18" fmla="*/ 937 h 143013"/>
              <a:gd name="csX19" fmla="*/ 60925 w 142963"/>
              <a:gd name="csY19" fmla="*/ 18 h 143013"/>
              <a:gd name="csX20" fmla="*/ 71456 w 142963"/>
              <a:gd name="csY20" fmla="*/ 7145 h 143013"/>
              <a:gd name="csX21" fmla="*/ 71456 w 142963"/>
              <a:gd name="csY21" fmla="*/ 37765 h 143013"/>
              <a:gd name="csX22" fmla="*/ 105483 w 142963"/>
              <a:gd name="csY22" fmla="*/ 74969 h 143013"/>
              <a:gd name="csX23" fmla="*/ 105483 w 142963"/>
              <a:gd name="csY23" fmla="*/ 81773 h 143013"/>
              <a:gd name="csX24" fmla="*/ 102080 w 142963"/>
              <a:gd name="csY24" fmla="*/ 81773 h 143013"/>
              <a:gd name="csX25" fmla="*/ 101757 w 142963"/>
              <a:gd name="csY25" fmla="*/ 81773 h 143013"/>
              <a:gd name="csX26" fmla="*/ 98525 w 142963"/>
              <a:gd name="csY26" fmla="*/ 85345 h 143013"/>
              <a:gd name="csX27" fmla="*/ 102080 w 142963"/>
              <a:gd name="csY27" fmla="*/ 88578 h 143013"/>
              <a:gd name="csX28" fmla="*/ 139510 w 142963"/>
              <a:gd name="csY28" fmla="*/ 88578 h 143013"/>
              <a:gd name="csX29" fmla="*/ 142504 w 142963"/>
              <a:gd name="csY29" fmla="*/ 86894 h 143013"/>
              <a:gd name="csX30" fmla="*/ 142504 w 142963"/>
              <a:gd name="csY30" fmla="*/ 83457 h 143013"/>
              <a:gd name="csX31" fmla="*/ 139510 w 142963"/>
              <a:gd name="csY31" fmla="*/ 81773 h 143013"/>
              <a:gd name="csX32" fmla="*/ 136107 w 142963"/>
              <a:gd name="csY32" fmla="*/ 81773 h 143013"/>
              <a:gd name="csX33" fmla="*/ 136107 w 142963"/>
              <a:gd name="csY33" fmla="*/ 74969 h 143013"/>
              <a:gd name="csX34" fmla="*/ 71456 w 142963"/>
              <a:gd name="csY34" fmla="*/ 7145 h 143013"/>
              <a:gd name="csX35" fmla="*/ 3403 w 142963"/>
              <a:gd name="csY35" fmla="*/ 51153 h 143013"/>
              <a:gd name="csX36" fmla="*/ 0 w 142963"/>
              <a:gd name="csY36" fmla="*/ 54556 h 143013"/>
              <a:gd name="csX37" fmla="*/ 0 w 142963"/>
              <a:gd name="csY37" fmla="*/ 91980 h 143013"/>
              <a:gd name="csX38" fmla="*/ 3403 w 142963"/>
              <a:gd name="csY38" fmla="*/ 95382 h 143013"/>
              <a:gd name="csX39" fmla="*/ 6805 w 142963"/>
              <a:gd name="csY39" fmla="*/ 91980 h 143013"/>
              <a:gd name="csX40" fmla="*/ 6805 w 142963"/>
              <a:gd name="csY40" fmla="*/ 88578 h 143013"/>
              <a:gd name="csX41" fmla="*/ 51040 w 142963"/>
              <a:gd name="csY41" fmla="*/ 88578 h 143013"/>
              <a:gd name="csX42" fmla="*/ 54443 w 142963"/>
              <a:gd name="csY42" fmla="*/ 91980 h 143013"/>
              <a:gd name="csX43" fmla="*/ 54443 w 142963"/>
              <a:gd name="csY43" fmla="*/ 136209 h 143013"/>
              <a:gd name="csX44" fmla="*/ 51040 w 142963"/>
              <a:gd name="csY44" fmla="*/ 136209 h 143013"/>
              <a:gd name="csX45" fmla="*/ 47638 w 142963"/>
              <a:gd name="csY45" fmla="*/ 139611 h 143013"/>
              <a:gd name="csX46" fmla="*/ 51040 w 142963"/>
              <a:gd name="csY46" fmla="*/ 143013 h 143013"/>
              <a:gd name="csX47" fmla="*/ 88470 w 142963"/>
              <a:gd name="csY47" fmla="*/ 143013 h 143013"/>
              <a:gd name="csX48" fmla="*/ 91872 w 142963"/>
              <a:gd name="csY48" fmla="*/ 139611 h 143013"/>
              <a:gd name="csX49" fmla="*/ 88470 w 142963"/>
              <a:gd name="csY49" fmla="*/ 136209 h 143013"/>
              <a:gd name="csX50" fmla="*/ 85067 w 142963"/>
              <a:gd name="csY50" fmla="*/ 136209 h 143013"/>
              <a:gd name="csX51" fmla="*/ 85067 w 142963"/>
              <a:gd name="csY51" fmla="*/ 91980 h 143013"/>
              <a:gd name="csX52" fmla="*/ 51040 w 142963"/>
              <a:gd name="csY52" fmla="*/ 57958 h 143013"/>
              <a:gd name="csX53" fmla="*/ 6805 w 142963"/>
              <a:gd name="csY53" fmla="*/ 57958 h 143013"/>
              <a:gd name="csX54" fmla="*/ 6805 w 142963"/>
              <a:gd name="csY54" fmla="*/ 54556 h 143013"/>
              <a:gd name="csX55" fmla="*/ 3403 w 142963"/>
              <a:gd name="csY55" fmla="*/ 51153 h 143013"/>
              <a:gd name="csX56" fmla="*/ 105483 w 142963"/>
              <a:gd name="csY56" fmla="*/ 95382 h 143013"/>
              <a:gd name="csX57" fmla="*/ 105483 w 142963"/>
              <a:gd name="csY57" fmla="*/ 136209 h 143013"/>
              <a:gd name="csX58" fmla="*/ 102080 w 142963"/>
              <a:gd name="csY58" fmla="*/ 136209 h 143013"/>
              <a:gd name="csX59" fmla="*/ 98678 w 142963"/>
              <a:gd name="csY59" fmla="*/ 139611 h 143013"/>
              <a:gd name="csX60" fmla="*/ 102080 w 142963"/>
              <a:gd name="csY60" fmla="*/ 143013 h 143013"/>
              <a:gd name="csX61" fmla="*/ 139510 w 142963"/>
              <a:gd name="csY61" fmla="*/ 143013 h 143013"/>
              <a:gd name="csX62" fmla="*/ 142913 w 142963"/>
              <a:gd name="csY62" fmla="*/ 139611 h 143013"/>
              <a:gd name="csX63" fmla="*/ 139510 w 142963"/>
              <a:gd name="csY63" fmla="*/ 136209 h 143013"/>
              <a:gd name="csX64" fmla="*/ 136107 w 142963"/>
              <a:gd name="csY64" fmla="*/ 136209 h 143013"/>
              <a:gd name="csX65" fmla="*/ 136107 w 142963"/>
              <a:gd name="csY65" fmla="*/ 95382 h 143013"/>
              <a:gd name="csX66" fmla="*/ 105483 w 142963"/>
              <a:gd name="csY66" fmla="*/ 95382 h 143013"/>
            </a:gdLst>
            <a:ahLst/>
            <a:cxnLst/>
            <a:rect l="l" t="t" r="r" b="b"/>
            <a:pathLst>
              <a:path w="100000" h="100000">
                <a:moveTo>
                  <a:pt x="42619" y="13"/>
                </a:moveTo>
                <a:cubicBezTo>
                  <a:pt x="42523" y="24"/>
                  <a:pt x="42416" y="60"/>
                  <a:pt x="42321" y="84"/>
                </a:cubicBezTo>
                <a:cubicBezTo>
                  <a:pt x="41214" y="334"/>
                  <a:pt x="40442" y="1333"/>
                  <a:pt x="40466" y="2463"/>
                </a:cubicBezTo>
                <a:lnTo>
                  <a:pt x="40466" y="4842"/>
                </a:lnTo>
                <a:lnTo>
                  <a:pt x="4776" y="4842"/>
                </a:lnTo>
                <a:lnTo>
                  <a:pt x="4776" y="2463"/>
                </a:lnTo>
                <a:cubicBezTo>
                  <a:pt x="4776" y="1143"/>
                  <a:pt x="3717" y="84"/>
                  <a:pt x="2397" y="84"/>
                </a:cubicBezTo>
                <a:cubicBezTo>
                  <a:pt x="1076" y="84"/>
                  <a:pt x="17" y="1143"/>
                  <a:pt x="17" y="2463"/>
                </a:cubicBezTo>
                <a:lnTo>
                  <a:pt x="17" y="28632"/>
                </a:lnTo>
                <a:cubicBezTo>
                  <a:pt x="17" y="29952"/>
                  <a:pt x="1076" y="31010"/>
                  <a:pt x="2397" y="31010"/>
                </a:cubicBezTo>
                <a:cubicBezTo>
                  <a:pt x="3717" y="31010"/>
                  <a:pt x="4776" y="29952"/>
                  <a:pt x="4776" y="28632"/>
                </a:cubicBezTo>
                <a:lnTo>
                  <a:pt x="4776" y="26252"/>
                </a:lnTo>
                <a:lnTo>
                  <a:pt x="40466" y="26252"/>
                </a:lnTo>
                <a:lnTo>
                  <a:pt x="40466" y="28632"/>
                </a:lnTo>
                <a:cubicBezTo>
                  <a:pt x="40454" y="29488"/>
                  <a:pt x="40905" y="30285"/>
                  <a:pt x="41643" y="30725"/>
                </a:cubicBezTo>
                <a:cubicBezTo>
                  <a:pt x="42393" y="31153"/>
                  <a:pt x="43297" y="31153"/>
                  <a:pt x="44046" y="30725"/>
                </a:cubicBezTo>
                <a:cubicBezTo>
                  <a:pt x="44783" y="30285"/>
                  <a:pt x="45236" y="29488"/>
                  <a:pt x="45224" y="28632"/>
                </a:cubicBezTo>
                <a:lnTo>
                  <a:pt x="45224" y="2463"/>
                </a:lnTo>
                <a:cubicBezTo>
                  <a:pt x="45248" y="1773"/>
                  <a:pt x="44974" y="1119"/>
                  <a:pt x="44486" y="655"/>
                </a:cubicBezTo>
                <a:cubicBezTo>
                  <a:pt x="43974" y="179"/>
                  <a:pt x="43297" y="-59"/>
                  <a:pt x="42619" y="13"/>
                </a:cubicBezTo>
                <a:close/>
                <a:moveTo>
                  <a:pt x="49982" y="4996"/>
                </a:moveTo>
                <a:lnTo>
                  <a:pt x="49982" y="26407"/>
                </a:lnTo>
                <a:cubicBezTo>
                  <a:pt x="63306" y="27609"/>
                  <a:pt x="73775" y="38801"/>
                  <a:pt x="73775" y="52421"/>
                </a:cubicBezTo>
                <a:lnTo>
                  <a:pt x="73775" y="57179"/>
                </a:lnTo>
                <a:lnTo>
                  <a:pt x="71396" y="57179"/>
                </a:lnTo>
                <a:cubicBezTo>
                  <a:pt x="71324" y="57179"/>
                  <a:pt x="71253" y="57179"/>
                  <a:pt x="71170" y="57179"/>
                </a:cubicBezTo>
                <a:cubicBezTo>
                  <a:pt x="69861" y="57250"/>
                  <a:pt x="68838" y="58356"/>
                  <a:pt x="68910" y="59676"/>
                </a:cubicBezTo>
                <a:cubicBezTo>
                  <a:pt x="68969" y="60985"/>
                  <a:pt x="70087" y="62008"/>
                  <a:pt x="71396" y="61937"/>
                </a:cubicBezTo>
                <a:lnTo>
                  <a:pt x="97568" y="61937"/>
                </a:lnTo>
                <a:cubicBezTo>
                  <a:pt x="98425" y="61949"/>
                  <a:pt x="99222" y="61497"/>
                  <a:pt x="99662" y="60760"/>
                </a:cubicBezTo>
                <a:cubicBezTo>
                  <a:pt x="100090" y="60010"/>
                  <a:pt x="100090" y="59106"/>
                  <a:pt x="99662" y="58356"/>
                </a:cubicBezTo>
                <a:cubicBezTo>
                  <a:pt x="99222" y="57619"/>
                  <a:pt x="98425" y="57167"/>
                  <a:pt x="97568" y="57179"/>
                </a:cubicBezTo>
                <a:lnTo>
                  <a:pt x="95189" y="57179"/>
                </a:lnTo>
                <a:lnTo>
                  <a:pt x="95189" y="52421"/>
                </a:lnTo>
                <a:cubicBezTo>
                  <a:pt x="95189" y="26990"/>
                  <a:pt x="75108" y="6246"/>
                  <a:pt x="49982" y="4996"/>
                </a:cubicBezTo>
                <a:close/>
                <a:moveTo>
                  <a:pt x="2397" y="35768"/>
                </a:moveTo>
                <a:cubicBezTo>
                  <a:pt x="1076" y="35768"/>
                  <a:pt x="17" y="36827"/>
                  <a:pt x="17" y="38148"/>
                </a:cubicBezTo>
                <a:lnTo>
                  <a:pt x="17" y="64316"/>
                </a:lnTo>
                <a:cubicBezTo>
                  <a:pt x="17" y="65636"/>
                  <a:pt x="1076" y="66695"/>
                  <a:pt x="2397" y="66695"/>
                </a:cubicBezTo>
                <a:cubicBezTo>
                  <a:pt x="3717" y="66695"/>
                  <a:pt x="4776" y="65636"/>
                  <a:pt x="4776" y="64316"/>
                </a:cubicBezTo>
                <a:lnTo>
                  <a:pt x="4776" y="61937"/>
                </a:lnTo>
                <a:lnTo>
                  <a:pt x="35707" y="61937"/>
                </a:lnTo>
                <a:cubicBezTo>
                  <a:pt x="37016" y="61937"/>
                  <a:pt x="38086" y="63008"/>
                  <a:pt x="38086" y="64316"/>
                </a:cubicBezTo>
                <a:lnTo>
                  <a:pt x="38086" y="95242"/>
                </a:lnTo>
                <a:lnTo>
                  <a:pt x="35707" y="95242"/>
                </a:lnTo>
                <a:cubicBezTo>
                  <a:pt x="34386" y="95242"/>
                  <a:pt x="33328" y="96301"/>
                  <a:pt x="33328" y="97621"/>
                </a:cubicBezTo>
                <a:cubicBezTo>
                  <a:pt x="33328" y="98941"/>
                  <a:pt x="34386" y="100000"/>
                  <a:pt x="35707" y="100000"/>
                </a:cubicBezTo>
                <a:lnTo>
                  <a:pt x="61879" y="100000"/>
                </a:lnTo>
                <a:cubicBezTo>
                  <a:pt x="63199" y="100000"/>
                  <a:pt x="64258" y="98941"/>
                  <a:pt x="64258" y="97621"/>
                </a:cubicBezTo>
                <a:cubicBezTo>
                  <a:pt x="64258" y="96301"/>
                  <a:pt x="63199" y="95242"/>
                  <a:pt x="61879" y="95242"/>
                </a:cubicBezTo>
                <a:lnTo>
                  <a:pt x="59499" y="95242"/>
                </a:lnTo>
                <a:lnTo>
                  <a:pt x="59499" y="64316"/>
                </a:lnTo>
                <a:cubicBezTo>
                  <a:pt x="59499" y="51196"/>
                  <a:pt x="48828" y="40526"/>
                  <a:pt x="35707" y="40526"/>
                </a:cubicBezTo>
                <a:lnTo>
                  <a:pt x="4776" y="40526"/>
                </a:lnTo>
                <a:lnTo>
                  <a:pt x="4776" y="38148"/>
                </a:lnTo>
                <a:cubicBezTo>
                  <a:pt x="4776" y="36827"/>
                  <a:pt x="3717" y="35768"/>
                  <a:pt x="2397" y="35768"/>
                </a:cubicBezTo>
                <a:close/>
                <a:moveTo>
                  <a:pt x="73775" y="66695"/>
                </a:moveTo>
                <a:lnTo>
                  <a:pt x="73775" y="95242"/>
                </a:lnTo>
                <a:lnTo>
                  <a:pt x="71396" y="95242"/>
                </a:lnTo>
                <a:cubicBezTo>
                  <a:pt x="70075" y="95242"/>
                  <a:pt x="69017" y="96301"/>
                  <a:pt x="69017" y="97621"/>
                </a:cubicBezTo>
                <a:cubicBezTo>
                  <a:pt x="69017" y="98941"/>
                  <a:pt x="70075" y="100000"/>
                  <a:pt x="71396" y="100000"/>
                </a:cubicBezTo>
                <a:lnTo>
                  <a:pt x="97568" y="100000"/>
                </a:lnTo>
                <a:cubicBezTo>
                  <a:pt x="98889" y="100000"/>
                  <a:pt x="99948" y="98941"/>
                  <a:pt x="99948" y="97621"/>
                </a:cubicBezTo>
                <a:cubicBezTo>
                  <a:pt x="99948" y="96301"/>
                  <a:pt x="98889" y="95242"/>
                  <a:pt x="97568" y="95242"/>
                </a:cubicBezTo>
                <a:lnTo>
                  <a:pt x="95189" y="95242"/>
                </a:lnTo>
                <a:lnTo>
                  <a:pt x="95189" y="66695"/>
                </a:lnTo>
                <a:lnTo>
                  <a:pt x="73775" y="6669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5951708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ECBC8B00-A584-4948-B5BF-6CEC6EA9D5E8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8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ACEF9559-7716-8C4F-BDE2-970565E871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252000"/>
            <a:ext cx="9533300" cy="393698"/>
          </a:xfrm>
        </p:spPr>
        <p:txBody>
          <a:bodyPr/>
          <a:lstStyle/>
          <a:p>
            <a:r>
              <a:t>Природа, погода и экология</a:t>
            </a:r>
          </a:p>
        </p:txBody>
      </p:sp>
      <p:sp>
        <p:nvSpPr>
          <p:cNvPr id="248" name="Красный — SVG 1">
            <a:extLst>
              <a:ext uri="{FF2B5EF4-FFF2-40B4-BE49-F238E27FC236}">
                <a16:creationId xmlns:a16="http://schemas.microsoft.com/office/drawing/2014/main" id="{4F4B2777-CD88-7845-88AC-9258A2BAE51D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55821 w 142453"/>
              <a:gd name="csY0" fmla="*/ 35400 h 151007"/>
              <a:gd name="csX1" fmla="*/ 4781 w 142453"/>
              <a:gd name="csY1" fmla="*/ 18355 h 151007"/>
              <a:gd name="csX2" fmla="*/ 55821 w 142453"/>
              <a:gd name="csY2" fmla="*/ 136 h 151007"/>
              <a:gd name="csX3" fmla="*/ 55821 w 142453"/>
              <a:gd name="csY3" fmla="*/ 35400 h 151007"/>
              <a:gd name="csX4" fmla="*/ 137706 w 142453"/>
              <a:gd name="csY4" fmla="*/ 23322 h 151007"/>
              <a:gd name="csX5" fmla="*/ 78823 w 142453"/>
              <a:gd name="csY5" fmla="*/ 43055 h 151007"/>
              <a:gd name="csX6" fmla="*/ 66454 w 142453"/>
              <a:gd name="csY6" fmla="*/ 38955 h 151007"/>
              <a:gd name="csX7" fmla="*/ 66454 w 142453"/>
              <a:gd name="csY7" fmla="*/ 0 h 151007"/>
              <a:gd name="csX8" fmla="*/ 137706 w 142453"/>
              <a:gd name="csY8" fmla="*/ 23322 h 151007"/>
              <a:gd name="csX9" fmla="*/ 142453 w 142453"/>
              <a:gd name="csY9" fmla="*/ 32917 h 151007"/>
              <a:gd name="csX10" fmla="*/ 126359 w 142453"/>
              <a:gd name="csY10" fmla="*/ 132823 h 151007"/>
              <a:gd name="csX11" fmla="*/ 122922 w 142453"/>
              <a:gd name="csY11" fmla="*/ 136973 h 151007"/>
              <a:gd name="csX12" fmla="*/ 84148 w 142453"/>
              <a:gd name="csY12" fmla="*/ 150905 h 151007"/>
              <a:gd name="csX13" fmla="*/ 84148 w 142453"/>
              <a:gd name="csY13" fmla="*/ 52479 h 151007"/>
              <a:gd name="csX14" fmla="*/ 142453 w 142453"/>
              <a:gd name="csY14" fmla="*/ 32917 h 151007"/>
              <a:gd name="csX15" fmla="*/ 0 w 142453"/>
              <a:gd name="csY15" fmla="*/ 28000 h 151007"/>
              <a:gd name="csX16" fmla="*/ 73515 w 142453"/>
              <a:gd name="csY16" fmla="*/ 52479 h 151007"/>
              <a:gd name="csX17" fmla="*/ 73515 w 142453"/>
              <a:gd name="csY17" fmla="*/ 151008 h 151007"/>
              <a:gd name="csX18" fmla="*/ 17218 w 142453"/>
              <a:gd name="csY18" fmla="*/ 132466 h 151007"/>
              <a:gd name="csX19" fmla="*/ 13645 w 142453"/>
              <a:gd name="csY19" fmla="*/ 128145 h 151007"/>
              <a:gd name="csX20" fmla="*/ 0 w 142453"/>
              <a:gd name="csY20" fmla="*/ 28000 h 151007"/>
              <a:gd name="csX21" fmla="*/ 62422 w 142453"/>
              <a:gd name="csY21" fmla="*/ 93391 h 151007"/>
              <a:gd name="csX22" fmla="*/ 62337 w 142453"/>
              <a:gd name="csY22" fmla="*/ 93119 h 151007"/>
              <a:gd name="csX23" fmla="*/ 57301 w 142453"/>
              <a:gd name="csY23" fmla="*/ 82878 h 151007"/>
              <a:gd name="csX24" fmla="*/ 48284 w 142453"/>
              <a:gd name="csY24" fmla="*/ 85447 h 151007"/>
              <a:gd name="csX25" fmla="*/ 55396 w 142453"/>
              <a:gd name="csY25" fmla="*/ 100145 h 151007"/>
              <a:gd name="csX26" fmla="*/ 47144 w 142453"/>
              <a:gd name="csY26" fmla="*/ 97134 h 151007"/>
              <a:gd name="csX27" fmla="*/ 46872 w 142453"/>
              <a:gd name="csY27" fmla="*/ 92915 h 151007"/>
              <a:gd name="csX28" fmla="*/ 42159 w 142453"/>
              <a:gd name="csY28" fmla="*/ 101250 h 151007"/>
              <a:gd name="csX29" fmla="*/ 48114 w 142453"/>
              <a:gd name="csY29" fmla="*/ 113362 h 151007"/>
              <a:gd name="csX30" fmla="*/ 47893 w 142453"/>
              <a:gd name="csY30" fmla="*/ 109160 h 151007"/>
              <a:gd name="csX31" fmla="*/ 54222 w 142453"/>
              <a:gd name="csY31" fmla="*/ 111457 h 151007"/>
              <a:gd name="csX32" fmla="*/ 54477 w 142453"/>
              <a:gd name="csY32" fmla="*/ 111576 h 151007"/>
              <a:gd name="csX33" fmla="*/ 56093 w 142453"/>
              <a:gd name="csY33" fmla="*/ 110793 h 151007"/>
              <a:gd name="csX34" fmla="*/ 62422 w 142453"/>
              <a:gd name="csY34" fmla="*/ 100111 h 151007"/>
              <a:gd name="csX35" fmla="*/ 62388 w 142453"/>
              <a:gd name="csY35" fmla="*/ 100161 h 151007"/>
              <a:gd name="csX36" fmla="*/ 62422 w 142453"/>
              <a:gd name="csY36" fmla="*/ 93391 h 151007"/>
              <a:gd name="csX37" fmla="*/ 16554 w 142453"/>
              <a:gd name="csY37" fmla="*/ 70443 h 151007"/>
              <a:gd name="csX38" fmla="*/ 19991 w 142453"/>
              <a:gd name="csY38" fmla="*/ 73794 h 151007"/>
              <a:gd name="csX39" fmla="*/ 17184 w 142453"/>
              <a:gd name="csY39" fmla="*/ 78676 h 151007"/>
              <a:gd name="csX40" fmla="*/ 17473 w 142453"/>
              <a:gd name="csY40" fmla="*/ 81296 h 151007"/>
              <a:gd name="csX41" fmla="*/ 24533 w 142453"/>
              <a:gd name="csY41" fmla="*/ 95790 h 151007"/>
              <a:gd name="csX42" fmla="*/ 30777 w 142453"/>
              <a:gd name="csY42" fmla="*/ 102985 h 151007"/>
              <a:gd name="csX43" fmla="*/ 30998 w 142453"/>
              <a:gd name="csY43" fmla="*/ 103104 h 151007"/>
              <a:gd name="csX44" fmla="*/ 40016 w 142453"/>
              <a:gd name="csY44" fmla="*/ 106388 h 151007"/>
              <a:gd name="csX45" fmla="*/ 39982 w 142453"/>
              <a:gd name="csY45" fmla="*/ 94667 h 151007"/>
              <a:gd name="csX46" fmla="*/ 26201 w 142453"/>
              <a:gd name="csY46" fmla="*/ 89648 h 151007"/>
              <a:gd name="csX47" fmla="*/ 29842 w 142453"/>
              <a:gd name="csY47" fmla="*/ 83269 h 151007"/>
              <a:gd name="csX48" fmla="*/ 33312 w 142453"/>
              <a:gd name="csY48" fmla="*/ 86569 h 151007"/>
              <a:gd name="csX49" fmla="*/ 27221 w 142453"/>
              <a:gd name="csY49" fmla="*/ 74338 h 151007"/>
              <a:gd name="csX50" fmla="*/ 16554 w 142453"/>
              <a:gd name="csY50" fmla="*/ 70443 h 151007"/>
              <a:gd name="csX51" fmla="*/ 51244 w 142453"/>
              <a:gd name="csY51" fmla="*/ 80990 h 151007"/>
              <a:gd name="csX52" fmla="*/ 55940 w 142453"/>
              <a:gd name="csY52" fmla="*/ 72722 h 151007"/>
              <a:gd name="csX53" fmla="*/ 52725 w 142453"/>
              <a:gd name="csY53" fmla="*/ 73607 h 151007"/>
              <a:gd name="csX54" fmla="*/ 49220 w 142453"/>
              <a:gd name="csY54" fmla="*/ 66445 h 151007"/>
              <a:gd name="csX55" fmla="*/ 47399 w 142453"/>
              <a:gd name="csY55" fmla="*/ 64625 h 151007"/>
              <a:gd name="csX56" fmla="*/ 47042 w 142453"/>
              <a:gd name="csY56" fmla="*/ 64523 h 151007"/>
              <a:gd name="csX57" fmla="*/ 34367 w 142453"/>
              <a:gd name="csY57" fmla="*/ 59913 h 151007"/>
              <a:gd name="csX58" fmla="*/ 34197 w 142453"/>
              <a:gd name="csY58" fmla="*/ 59828 h 151007"/>
              <a:gd name="csX59" fmla="*/ 33874 w 142453"/>
              <a:gd name="csY59" fmla="*/ 59726 h 151007"/>
              <a:gd name="csX60" fmla="*/ 33567 w 142453"/>
              <a:gd name="csY60" fmla="*/ 59607 h 151007"/>
              <a:gd name="csX61" fmla="*/ 33380 w 142453"/>
              <a:gd name="csY61" fmla="*/ 59539 h 151007"/>
              <a:gd name="csX62" fmla="*/ 27732 w 142453"/>
              <a:gd name="csY62" fmla="*/ 60492 h 151007"/>
              <a:gd name="csX63" fmla="*/ 27630 w 142453"/>
              <a:gd name="csY63" fmla="*/ 60661 h 151007"/>
              <a:gd name="csX64" fmla="*/ 23666 w 142453"/>
              <a:gd name="csY64" fmla="*/ 67636 h 151007"/>
              <a:gd name="csX65" fmla="*/ 33431 w 142453"/>
              <a:gd name="csY65" fmla="*/ 77043 h 151007"/>
              <a:gd name="csX66" fmla="*/ 39352 w 142453"/>
              <a:gd name="csY66" fmla="*/ 67449 h 151007"/>
              <a:gd name="csX67" fmla="*/ 43639 w 142453"/>
              <a:gd name="csY67" fmla="*/ 76210 h 151007"/>
              <a:gd name="csX68" fmla="*/ 40492 w 142453"/>
              <a:gd name="csY68" fmla="*/ 77129 h 151007"/>
              <a:gd name="csX69" fmla="*/ 51244 w 142453"/>
              <a:gd name="csY69" fmla="*/ 80990 h 151007"/>
            </a:gdLst>
            <a:ahLst/>
            <a:cxnLst/>
            <a:rect l="l" t="t" r="r" b="b"/>
            <a:pathLst>
              <a:path w="100000" h="100000">
                <a:moveTo>
                  <a:pt x="39798" y="23443"/>
                </a:moveTo>
                <a:lnTo>
                  <a:pt x="5998" y="12155"/>
                </a:lnTo>
                <a:lnTo>
                  <a:pt x="39798" y="90"/>
                </a:lnTo>
                <a:lnTo>
                  <a:pt x="39798" y="23443"/>
                </a:lnTo>
                <a:close/>
                <a:moveTo>
                  <a:pt x="94024" y="15444"/>
                </a:moveTo>
                <a:lnTo>
                  <a:pt x="55031" y="28512"/>
                </a:lnTo>
                <a:lnTo>
                  <a:pt x="46840" y="25797"/>
                </a:lnTo>
                <a:lnTo>
                  <a:pt x="46840" y="0"/>
                </a:lnTo>
                <a:lnTo>
                  <a:pt x="94024" y="15444"/>
                </a:lnTo>
                <a:close/>
                <a:moveTo>
                  <a:pt x="97168" y="21798"/>
                </a:moveTo>
                <a:lnTo>
                  <a:pt x="86510" y="87958"/>
                </a:lnTo>
                <a:cubicBezTo>
                  <a:pt x="86318" y="89208"/>
                  <a:pt x="85428" y="90267"/>
                  <a:pt x="84234" y="90706"/>
                </a:cubicBezTo>
                <a:lnTo>
                  <a:pt x="58557" y="99932"/>
                </a:lnTo>
                <a:lnTo>
                  <a:pt x="58557" y="34753"/>
                </a:lnTo>
                <a:lnTo>
                  <a:pt x="97168" y="21798"/>
                </a:lnTo>
                <a:close/>
                <a:moveTo>
                  <a:pt x="2832" y="18542"/>
                </a:moveTo>
                <a:lnTo>
                  <a:pt x="51515" y="34753"/>
                </a:lnTo>
                <a:lnTo>
                  <a:pt x="51515" y="100001"/>
                </a:lnTo>
                <a:lnTo>
                  <a:pt x="14234" y="87722"/>
                </a:lnTo>
                <a:cubicBezTo>
                  <a:pt x="12972" y="87305"/>
                  <a:pt x="12037" y="86201"/>
                  <a:pt x="11868" y="84860"/>
                </a:cubicBezTo>
                <a:lnTo>
                  <a:pt x="2832" y="18542"/>
                </a:lnTo>
                <a:close/>
                <a:moveTo>
                  <a:pt x="44169" y="61845"/>
                </a:moveTo>
                <a:lnTo>
                  <a:pt x="44113" y="61665"/>
                </a:lnTo>
                <a:lnTo>
                  <a:pt x="40778" y="54884"/>
                </a:lnTo>
                <a:lnTo>
                  <a:pt x="34807" y="56585"/>
                </a:lnTo>
                <a:lnTo>
                  <a:pt x="39517" y="66318"/>
                </a:lnTo>
                <a:lnTo>
                  <a:pt x="34052" y="64324"/>
                </a:lnTo>
                <a:lnTo>
                  <a:pt x="33872" y="61530"/>
                </a:lnTo>
                <a:lnTo>
                  <a:pt x="30751" y="67050"/>
                </a:lnTo>
                <a:lnTo>
                  <a:pt x="34694" y="75071"/>
                </a:lnTo>
                <a:lnTo>
                  <a:pt x="34548" y="72288"/>
                </a:lnTo>
                <a:lnTo>
                  <a:pt x="38739" y="73809"/>
                </a:lnTo>
                <a:cubicBezTo>
                  <a:pt x="38796" y="73843"/>
                  <a:pt x="38852" y="73865"/>
                  <a:pt x="38908" y="73888"/>
                </a:cubicBezTo>
                <a:cubicBezTo>
                  <a:pt x="39336" y="74046"/>
                  <a:pt x="39719" y="73989"/>
                  <a:pt x="39978" y="73369"/>
                </a:cubicBezTo>
                <a:lnTo>
                  <a:pt x="44169" y="66296"/>
                </a:lnTo>
                <a:cubicBezTo>
                  <a:pt x="44158" y="66307"/>
                  <a:pt x="44147" y="66318"/>
                  <a:pt x="44147" y="66329"/>
                </a:cubicBezTo>
                <a:cubicBezTo>
                  <a:pt x="44722" y="65360"/>
                  <a:pt x="44981" y="63806"/>
                  <a:pt x="44169" y="61845"/>
                </a:cubicBezTo>
                <a:close/>
                <a:moveTo>
                  <a:pt x="13795" y="46649"/>
                </a:moveTo>
                <a:lnTo>
                  <a:pt x="16071" y="48868"/>
                </a:lnTo>
                <a:lnTo>
                  <a:pt x="14212" y="52101"/>
                </a:lnTo>
                <a:cubicBezTo>
                  <a:pt x="13986" y="52462"/>
                  <a:pt x="13896" y="52901"/>
                  <a:pt x="14403" y="53836"/>
                </a:cubicBezTo>
                <a:lnTo>
                  <a:pt x="19079" y="63434"/>
                </a:lnTo>
                <a:cubicBezTo>
                  <a:pt x="19642" y="65022"/>
                  <a:pt x="21073" y="67185"/>
                  <a:pt x="23213" y="68199"/>
                </a:cubicBezTo>
                <a:lnTo>
                  <a:pt x="23360" y="68278"/>
                </a:lnTo>
                <a:lnTo>
                  <a:pt x="29332" y="70452"/>
                </a:lnTo>
                <a:lnTo>
                  <a:pt x="29309" y="62690"/>
                </a:lnTo>
                <a:lnTo>
                  <a:pt x="20183" y="59367"/>
                </a:lnTo>
                <a:lnTo>
                  <a:pt x="22594" y="55142"/>
                </a:lnTo>
                <a:lnTo>
                  <a:pt x="24892" y="57328"/>
                </a:lnTo>
                <a:lnTo>
                  <a:pt x="20859" y="49228"/>
                </a:lnTo>
                <a:lnTo>
                  <a:pt x="13795" y="46649"/>
                </a:lnTo>
                <a:close/>
                <a:moveTo>
                  <a:pt x="36767" y="53633"/>
                </a:moveTo>
                <a:lnTo>
                  <a:pt x="39877" y="48158"/>
                </a:lnTo>
                <a:lnTo>
                  <a:pt x="37748" y="48744"/>
                </a:lnTo>
                <a:lnTo>
                  <a:pt x="35427" y="44001"/>
                </a:lnTo>
                <a:cubicBezTo>
                  <a:pt x="35201" y="43483"/>
                  <a:pt x="34886" y="43044"/>
                  <a:pt x="34221" y="42796"/>
                </a:cubicBezTo>
                <a:cubicBezTo>
                  <a:pt x="34153" y="42774"/>
                  <a:pt x="34063" y="42751"/>
                  <a:pt x="33985" y="42728"/>
                </a:cubicBezTo>
                <a:lnTo>
                  <a:pt x="25591" y="39676"/>
                </a:lnTo>
                <a:cubicBezTo>
                  <a:pt x="25557" y="39653"/>
                  <a:pt x="25512" y="39642"/>
                  <a:pt x="25478" y="39619"/>
                </a:cubicBezTo>
                <a:cubicBezTo>
                  <a:pt x="25388" y="39586"/>
                  <a:pt x="25309" y="39563"/>
                  <a:pt x="25264" y="39552"/>
                </a:cubicBezTo>
                <a:lnTo>
                  <a:pt x="25061" y="39473"/>
                </a:lnTo>
                <a:cubicBezTo>
                  <a:pt x="25016" y="39462"/>
                  <a:pt x="24982" y="39439"/>
                  <a:pt x="24937" y="39428"/>
                </a:cubicBezTo>
                <a:cubicBezTo>
                  <a:pt x="23608" y="38944"/>
                  <a:pt x="22053" y="38921"/>
                  <a:pt x="21197" y="40059"/>
                </a:cubicBezTo>
                <a:lnTo>
                  <a:pt x="21129" y="40171"/>
                </a:lnTo>
                <a:lnTo>
                  <a:pt x="18504" y="44790"/>
                </a:lnTo>
                <a:lnTo>
                  <a:pt x="24971" y="51019"/>
                </a:lnTo>
                <a:lnTo>
                  <a:pt x="28892" y="44666"/>
                </a:lnTo>
                <a:lnTo>
                  <a:pt x="31731" y="50468"/>
                </a:lnTo>
                <a:lnTo>
                  <a:pt x="29647" y="51076"/>
                </a:lnTo>
                <a:lnTo>
                  <a:pt x="36767" y="5363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9" name="Красный — SVG 2">
            <a:extLst>
              <a:ext uri="{FF2B5EF4-FFF2-40B4-BE49-F238E27FC236}">
                <a16:creationId xmlns:a16="http://schemas.microsoft.com/office/drawing/2014/main" id="{034E9A19-0625-6D49-BFE9-2B0C4E31D0C4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111659 w 155961"/>
              <a:gd name="csY0" fmla="*/ 60253 h 141736"/>
              <a:gd name="csX1" fmla="*/ 62031 w 155961"/>
              <a:gd name="csY1" fmla="*/ 60253 h 141736"/>
              <a:gd name="csX2" fmla="*/ 42533 w 155961"/>
              <a:gd name="csY2" fmla="*/ 40759 h 141736"/>
              <a:gd name="csX3" fmla="*/ 62031 w 155961"/>
              <a:gd name="csY3" fmla="*/ 21264 h 141736"/>
              <a:gd name="csX4" fmla="*/ 63868 w 155961"/>
              <a:gd name="csY4" fmla="*/ 21264 h 141736"/>
              <a:gd name="csX5" fmla="*/ 86836 w 155961"/>
              <a:gd name="csY5" fmla="*/ 0 h 141736"/>
              <a:gd name="csX6" fmla="*/ 109804 w 155961"/>
              <a:gd name="csY6" fmla="*/ 21264 h 141736"/>
              <a:gd name="csX7" fmla="*/ 111659 w 155961"/>
              <a:gd name="csY7" fmla="*/ 21264 h 141736"/>
              <a:gd name="csX8" fmla="*/ 131139 w 155961"/>
              <a:gd name="csY8" fmla="*/ 40759 h 141736"/>
              <a:gd name="csX9" fmla="*/ 111659 w 155961"/>
              <a:gd name="csY9" fmla="*/ 60253 h 141736"/>
              <a:gd name="csX10" fmla="*/ 146621 w 155961"/>
              <a:gd name="csY10" fmla="*/ 60253 h 141736"/>
              <a:gd name="csX11" fmla="*/ 130509 w 155961"/>
              <a:gd name="csY11" fmla="*/ 67041 h 141736"/>
              <a:gd name="csX12" fmla="*/ 112850 w 155961"/>
              <a:gd name="csY12" fmla="*/ 76686 h 141736"/>
              <a:gd name="csX13" fmla="*/ 113428 w 155961"/>
              <a:gd name="csY13" fmla="*/ 81517 h 141736"/>
              <a:gd name="csX14" fmla="*/ 92161 w 155961"/>
              <a:gd name="csY14" fmla="*/ 102781 h 141736"/>
              <a:gd name="csX15" fmla="*/ 65569 w 155961"/>
              <a:gd name="csY15" fmla="*/ 102781 h 141736"/>
              <a:gd name="csX16" fmla="*/ 60261 w 155961"/>
              <a:gd name="csY16" fmla="*/ 97457 h 141736"/>
              <a:gd name="csX17" fmla="*/ 65569 w 155961"/>
              <a:gd name="csY17" fmla="*/ 92149 h 141736"/>
              <a:gd name="csX18" fmla="*/ 92161 w 155961"/>
              <a:gd name="csY18" fmla="*/ 92149 h 141736"/>
              <a:gd name="csX19" fmla="*/ 102795 w 155961"/>
              <a:gd name="csY19" fmla="*/ 81517 h 141736"/>
              <a:gd name="csX20" fmla="*/ 99137 w 155961"/>
              <a:gd name="csY20" fmla="*/ 73556 h 141736"/>
              <a:gd name="csX21" fmla="*/ 90392 w 155961"/>
              <a:gd name="csY21" fmla="*/ 70885 h 141736"/>
              <a:gd name="csX22" fmla="*/ 74808 w 155961"/>
              <a:gd name="csY22" fmla="*/ 70885 h 141736"/>
              <a:gd name="csX23" fmla="*/ 72664 w 155961"/>
              <a:gd name="csY23" fmla="*/ 70885 h 141736"/>
              <a:gd name="csX24" fmla="*/ 72358 w 155961"/>
              <a:gd name="csY24" fmla="*/ 70851 h 141736"/>
              <a:gd name="csX25" fmla="*/ 54579 w 155961"/>
              <a:gd name="csY25" fmla="*/ 68878 h 141736"/>
              <a:gd name="csX26" fmla="*/ 41921 w 155961"/>
              <a:gd name="csY26" fmla="*/ 67330 h 141736"/>
              <a:gd name="csX27" fmla="*/ 476 w 155961"/>
              <a:gd name="csY27" fmla="*/ 100586 h 141736"/>
              <a:gd name="csX28" fmla="*/ 1037 w 155961"/>
              <a:gd name="csY28" fmla="*/ 105945 h 141736"/>
              <a:gd name="csX29" fmla="*/ 25843 w 155961"/>
              <a:gd name="csY29" fmla="*/ 139593 h 141736"/>
              <a:gd name="csX30" fmla="*/ 30113 w 155961"/>
              <a:gd name="csY30" fmla="*/ 141737 h 141736"/>
              <a:gd name="csX31" fmla="*/ 31117 w 155961"/>
              <a:gd name="csY31" fmla="*/ 141652 h 141736"/>
              <a:gd name="csX32" fmla="*/ 35268 w 155961"/>
              <a:gd name="csY32" fmla="*/ 137773 h 141736"/>
              <a:gd name="csX33" fmla="*/ 47858 w 155961"/>
              <a:gd name="csY33" fmla="*/ 127583 h 141736"/>
              <a:gd name="csX34" fmla="*/ 68853 w 155961"/>
              <a:gd name="csY34" fmla="*/ 129335 h 141736"/>
              <a:gd name="csX35" fmla="*/ 90392 w 155961"/>
              <a:gd name="csY35" fmla="*/ 131122 h 141736"/>
              <a:gd name="csX36" fmla="*/ 127600 w 155961"/>
              <a:gd name="csY36" fmla="*/ 102781 h 141736"/>
              <a:gd name="csX37" fmla="*/ 155962 w 155961"/>
              <a:gd name="csY37" fmla="*/ 68742 h 141736"/>
              <a:gd name="csX38" fmla="*/ 146621 w 155961"/>
              <a:gd name="csY38" fmla="*/ 60253 h 141736"/>
            </a:gdLst>
            <a:ahLst/>
            <a:cxnLst/>
            <a:rect l="l" t="t" r="r" b="b"/>
            <a:pathLst>
              <a:path w="100000" h="100000">
                <a:moveTo>
                  <a:pt x="71594" y="43194"/>
                </a:moveTo>
                <a:lnTo>
                  <a:pt x="39773" y="43194"/>
                </a:lnTo>
                <a:cubicBezTo>
                  <a:pt x="32879" y="43194"/>
                  <a:pt x="27272" y="37577"/>
                  <a:pt x="27272" y="30695"/>
                </a:cubicBezTo>
                <a:cubicBezTo>
                  <a:pt x="27272" y="23801"/>
                  <a:pt x="32879" y="18195"/>
                  <a:pt x="39773" y="18195"/>
                </a:cubicBezTo>
                <a:lnTo>
                  <a:pt x="40951" y="18195"/>
                </a:lnTo>
                <a:cubicBezTo>
                  <a:pt x="41530" y="10581"/>
                  <a:pt x="47922" y="4560"/>
                  <a:pt x="55678" y="4560"/>
                </a:cubicBezTo>
                <a:cubicBezTo>
                  <a:pt x="63445" y="4560"/>
                  <a:pt x="69827" y="10581"/>
                  <a:pt x="70405" y="18195"/>
                </a:cubicBezTo>
                <a:lnTo>
                  <a:pt x="71594" y="18195"/>
                </a:lnTo>
                <a:cubicBezTo>
                  <a:pt x="78477" y="18195"/>
                  <a:pt x="84084" y="23801"/>
                  <a:pt x="84084" y="30695"/>
                </a:cubicBezTo>
                <a:cubicBezTo>
                  <a:pt x="84084" y="37577"/>
                  <a:pt x="78477" y="43194"/>
                  <a:pt x="71594" y="43194"/>
                </a:cubicBezTo>
                <a:close/>
                <a:moveTo>
                  <a:pt x="94011" y="43194"/>
                </a:moveTo>
                <a:cubicBezTo>
                  <a:pt x="91677" y="43194"/>
                  <a:pt x="89124" y="44721"/>
                  <a:pt x="83681" y="47546"/>
                </a:cubicBezTo>
                <a:cubicBezTo>
                  <a:pt x="79176" y="49891"/>
                  <a:pt x="75008" y="52117"/>
                  <a:pt x="72358" y="53730"/>
                </a:cubicBezTo>
                <a:cubicBezTo>
                  <a:pt x="72587" y="54734"/>
                  <a:pt x="72728" y="55759"/>
                  <a:pt x="72728" y="56828"/>
                </a:cubicBezTo>
                <a:cubicBezTo>
                  <a:pt x="72728" y="64343"/>
                  <a:pt x="66609" y="70462"/>
                  <a:pt x="59092" y="70462"/>
                </a:cubicBezTo>
                <a:lnTo>
                  <a:pt x="42042" y="70462"/>
                </a:lnTo>
                <a:cubicBezTo>
                  <a:pt x="40166" y="70462"/>
                  <a:pt x="38639" y="68936"/>
                  <a:pt x="38639" y="67048"/>
                </a:cubicBezTo>
                <a:cubicBezTo>
                  <a:pt x="38639" y="65161"/>
                  <a:pt x="40166" y="63645"/>
                  <a:pt x="42042" y="63645"/>
                </a:cubicBezTo>
                <a:lnTo>
                  <a:pt x="59092" y="63645"/>
                </a:lnTo>
                <a:cubicBezTo>
                  <a:pt x="62845" y="63645"/>
                  <a:pt x="65911" y="60580"/>
                  <a:pt x="65911" y="56828"/>
                </a:cubicBezTo>
                <a:cubicBezTo>
                  <a:pt x="65911" y="54788"/>
                  <a:pt x="64994" y="52978"/>
                  <a:pt x="63565" y="51724"/>
                </a:cubicBezTo>
                <a:cubicBezTo>
                  <a:pt x="61951" y="50655"/>
                  <a:pt x="60031" y="50011"/>
                  <a:pt x="57958" y="50011"/>
                </a:cubicBezTo>
                <a:lnTo>
                  <a:pt x="47966" y="50011"/>
                </a:lnTo>
                <a:lnTo>
                  <a:pt x="46591" y="50011"/>
                </a:lnTo>
                <a:cubicBezTo>
                  <a:pt x="46526" y="50011"/>
                  <a:pt x="46460" y="49989"/>
                  <a:pt x="46395" y="49989"/>
                </a:cubicBezTo>
                <a:cubicBezTo>
                  <a:pt x="40406" y="49891"/>
                  <a:pt x="37526" y="49281"/>
                  <a:pt x="34995" y="48724"/>
                </a:cubicBezTo>
                <a:cubicBezTo>
                  <a:pt x="32704" y="48211"/>
                  <a:pt x="30522" y="47731"/>
                  <a:pt x="26879" y="47731"/>
                </a:cubicBezTo>
                <a:cubicBezTo>
                  <a:pt x="10210" y="47731"/>
                  <a:pt x="698" y="68194"/>
                  <a:pt x="305" y="69055"/>
                </a:cubicBezTo>
                <a:cubicBezTo>
                  <a:pt x="-207" y="70190"/>
                  <a:pt x="-65" y="71498"/>
                  <a:pt x="665" y="72491"/>
                </a:cubicBezTo>
                <a:lnTo>
                  <a:pt x="16570" y="94066"/>
                </a:lnTo>
                <a:cubicBezTo>
                  <a:pt x="17225" y="94949"/>
                  <a:pt x="18239" y="95440"/>
                  <a:pt x="19308" y="95440"/>
                </a:cubicBezTo>
                <a:cubicBezTo>
                  <a:pt x="19527" y="95440"/>
                  <a:pt x="19745" y="95418"/>
                  <a:pt x="19952" y="95386"/>
                </a:cubicBezTo>
                <a:cubicBezTo>
                  <a:pt x="21239" y="95134"/>
                  <a:pt x="22286" y="94164"/>
                  <a:pt x="22613" y="92899"/>
                </a:cubicBezTo>
                <a:cubicBezTo>
                  <a:pt x="22799" y="92222"/>
                  <a:pt x="24534" y="86365"/>
                  <a:pt x="30686" y="86365"/>
                </a:cubicBezTo>
                <a:cubicBezTo>
                  <a:pt x="35115" y="86365"/>
                  <a:pt x="39708" y="86932"/>
                  <a:pt x="44148" y="87488"/>
                </a:cubicBezTo>
                <a:cubicBezTo>
                  <a:pt x="48663" y="88056"/>
                  <a:pt x="53343" y="88634"/>
                  <a:pt x="57958" y="88634"/>
                </a:cubicBezTo>
                <a:cubicBezTo>
                  <a:pt x="64231" y="88634"/>
                  <a:pt x="68758" y="83824"/>
                  <a:pt x="81815" y="70462"/>
                </a:cubicBezTo>
                <a:cubicBezTo>
                  <a:pt x="98408" y="53480"/>
                  <a:pt x="100001" y="51996"/>
                  <a:pt x="100001" y="48637"/>
                </a:cubicBezTo>
                <a:cubicBezTo>
                  <a:pt x="100001" y="45725"/>
                  <a:pt x="97437" y="43194"/>
                  <a:pt x="94011" y="4319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0" name="Красный — SVG 3">
            <a:extLst>
              <a:ext uri="{FF2B5EF4-FFF2-40B4-BE49-F238E27FC236}">
                <a16:creationId xmlns:a16="http://schemas.microsoft.com/office/drawing/2014/main" id="{B0E17158-7E07-B945-AEF9-F0E49826AC10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88613 w 155957"/>
              <a:gd name="csY0" fmla="*/ 0 h 141753"/>
              <a:gd name="csX1" fmla="*/ 56713 w 155957"/>
              <a:gd name="csY1" fmla="*/ 31896 h 141753"/>
              <a:gd name="csX2" fmla="*/ 88613 w 155957"/>
              <a:gd name="csY2" fmla="*/ 63792 h 141753"/>
              <a:gd name="csX3" fmla="*/ 120513 w 155957"/>
              <a:gd name="csY3" fmla="*/ 31896 h 141753"/>
              <a:gd name="csX4" fmla="*/ 88613 w 155957"/>
              <a:gd name="csY4" fmla="*/ 0 h 141753"/>
              <a:gd name="csX5" fmla="*/ 88613 w 155957"/>
              <a:gd name="csY5" fmla="*/ 11619 h 141753"/>
              <a:gd name="csX6" fmla="*/ 90163 w 155957"/>
              <a:gd name="csY6" fmla="*/ 15123 h 141753"/>
              <a:gd name="csX7" fmla="*/ 92157 w 155957"/>
              <a:gd name="csY7" fmla="*/ 31896 h 141753"/>
              <a:gd name="csX8" fmla="*/ 90163 w 155957"/>
              <a:gd name="csY8" fmla="*/ 48669 h 141753"/>
              <a:gd name="csX9" fmla="*/ 88613 w 155957"/>
              <a:gd name="csY9" fmla="*/ 52173 h 141753"/>
              <a:gd name="csX10" fmla="*/ 87061 w 155957"/>
              <a:gd name="csY10" fmla="*/ 48669 h 141753"/>
              <a:gd name="csX11" fmla="*/ 85067 w 155957"/>
              <a:gd name="csY11" fmla="*/ 31896 h 141753"/>
              <a:gd name="csX12" fmla="*/ 87061 w 155957"/>
              <a:gd name="csY12" fmla="*/ 15123 h 141753"/>
              <a:gd name="csX13" fmla="*/ 88613 w 155957"/>
              <a:gd name="csY13" fmla="*/ 11619 h 141753"/>
              <a:gd name="csX14" fmla="*/ 76276 w 155957"/>
              <a:gd name="csY14" fmla="*/ 14562 h 141753"/>
              <a:gd name="csX15" fmla="*/ 74434 w 155957"/>
              <a:gd name="csY15" fmla="*/ 31896 h 141753"/>
              <a:gd name="csX16" fmla="*/ 76276 w 155957"/>
              <a:gd name="csY16" fmla="*/ 49230 h 141753"/>
              <a:gd name="csX17" fmla="*/ 67346 w 155957"/>
              <a:gd name="csY17" fmla="*/ 31896 h 141753"/>
              <a:gd name="csX18" fmla="*/ 76276 w 155957"/>
              <a:gd name="csY18" fmla="*/ 14562 h 141753"/>
              <a:gd name="csX19" fmla="*/ 100949 w 155957"/>
              <a:gd name="csY19" fmla="*/ 14562 h 141753"/>
              <a:gd name="csX20" fmla="*/ 109880 w 155957"/>
              <a:gd name="csY20" fmla="*/ 31896 h 141753"/>
              <a:gd name="csX21" fmla="*/ 100949 w 155957"/>
              <a:gd name="csY21" fmla="*/ 49230 h 141753"/>
              <a:gd name="csX22" fmla="*/ 102790 w 155957"/>
              <a:gd name="csY22" fmla="*/ 31896 h 141753"/>
              <a:gd name="csX23" fmla="*/ 100949 w 155957"/>
              <a:gd name="csY23" fmla="*/ 14562 h 141753"/>
              <a:gd name="csX24" fmla="*/ 146625 w 155957"/>
              <a:gd name="csY24" fmla="*/ 60270 h 141753"/>
              <a:gd name="csX25" fmla="*/ 130508 w 155957"/>
              <a:gd name="csY25" fmla="*/ 67058 h 141753"/>
              <a:gd name="csX26" fmla="*/ 112855 w 155957"/>
              <a:gd name="csY26" fmla="*/ 76703 h 141753"/>
              <a:gd name="csX27" fmla="*/ 113424 w 155957"/>
              <a:gd name="csY27" fmla="*/ 81534 h 141753"/>
              <a:gd name="csX28" fmla="*/ 92157 w 155957"/>
              <a:gd name="csY28" fmla="*/ 102798 h 141753"/>
              <a:gd name="csX29" fmla="*/ 65573 w 155957"/>
              <a:gd name="csY29" fmla="*/ 102798 h 141753"/>
              <a:gd name="csX30" fmla="*/ 60257 w 155957"/>
              <a:gd name="csY30" fmla="*/ 97474 h 141753"/>
              <a:gd name="csX31" fmla="*/ 65573 w 155957"/>
              <a:gd name="csY31" fmla="*/ 92166 h 141753"/>
              <a:gd name="csX32" fmla="*/ 92157 w 155957"/>
              <a:gd name="csY32" fmla="*/ 92166 h 141753"/>
              <a:gd name="csX33" fmla="*/ 102790 w 155957"/>
              <a:gd name="csY33" fmla="*/ 81534 h 141753"/>
              <a:gd name="csX34" fmla="*/ 99142 w 155957"/>
              <a:gd name="csY34" fmla="*/ 73573 h 141753"/>
              <a:gd name="csX35" fmla="*/ 90384 w 155957"/>
              <a:gd name="csY35" fmla="*/ 70902 h 141753"/>
              <a:gd name="csX36" fmla="*/ 74815 w 155957"/>
              <a:gd name="csY36" fmla="*/ 70902 h 141753"/>
              <a:gd name="csX37" fmla="*/ 72663 w 155957"/>
              <a:gd name="csY37" fmla="*/ 70902 h 141753"/>
              <a:gd name="csX38" fmla="*/ 72358 w 155957"/>
              <a:gd name="csY38" fmla="*/ 70868 h 141753"/>
              <a:gd name="csX39" fmla="*/ 54588 w 155957"/>
              <a:gd name="csY39" fmla="*/ 68878 h 141753"/>
              <a:gd name="csX40" fmla="*/ 41918 w 155957"/>
              <a:gd name="csY40" fmla="*/ 67364 h 141753"/>
              <a:gd name="csX41" fmla="*/ 478 w 155957"/>
              <a:gd name="csY41" fmla="*/ 100603 h 141753"/>
              <a:gd name="csX42" fmla="*/ 1040 w 155957"/>
              <a:gd name="csY42" fmla="*/ 105962 h 141753"/>
              <a:gd name="csX43" fmla="*/ 25850 w 155957"/>
              <a:gd name="csY43" fmla="*/ 139610 h 141753"/>
              <a:gd name="csX44" fmla="*/ 30116 w 155957"/>
              <a:gd name="csY44" fmla="*/ 141754 h 141753"/>
              <a:gd name="csX45" fmla="*/ 31126 w 155957"/>
              <a:gd name="csY45" fmla="*/ 141669 h 141753"/>
              <a:gd name="csX46" fmla="*/ 35272 w 155957"/>
              <a:gd name="csY46" fmla="*/ 137790 h 141753"/>
              <a:gd name="csX47" fmla="*/ 47850 w 155957"/>
              <a:gd name="csY47" fmla="*/ 127600 h 141753"/>
              <a:gd name="csX48" fmla="*/ 68848 w 155957"/>
              <a:gd name="csY48" fmla="*/ 129353 h 141753"/>
              <a:gd name="csX49" fmla="*/ 90384 w 155957"/>
              <a:gd name="csY49" fmla="*/ 131156 h 141753"/>
              <a:gd name="csX50" fmla="*/ 127601 w 155957"/>
              <a:gd name="csY50" fmla="*/ 102798 h 141753"/>
              <a:gd name="csX51" fmla="*/ 155957 w 155957"/>
              <a:gd name="csY51" fmla="*/ 68759 h 141753"/>
              <a:gd name="csX52" fmla="*/ 146625 w 155957"/>
              <a:gd name="csY52" fmla="*/ 60270 h 141753"/>
            </a:gdLst>
            <a:ahLst/>
            <a:cxnLst/>
            <a:rect l="l" t="t" r="r" b="b"/>
            <a:pathLst>
              <a:path w="100000" h="100000">
                <a:moveTo>
                  <a:pt x="56819" y="4554"/>
                </a:moveTo>
                <a:cubicBezTo>
                  <a:pt x="45562" y="4554"/>
                  <a:pt x="36365" y="13749"/>
                  <a:pt x="36365" y="25006"/>
                </a:cubicBezTo>
                <a:cubicBezTo>
                  <a:pt x="36365" y="36262"/>
                  <a:pt x="45562" y="45457"/>
                  <a:pt x="56819" y="45457"/>
                </a:cubicBezTo>
                <a:cubicBezTo>
                  <a:pt x="68075" y="45457"/>
                  <a:pt x="77273" y="36262"/>
                  <a:pt x="77273" y="25006"/>
                </a:cubicBezTo>
                <a:cubicBezTo>
                  <a:pt x="77273" y="13749"/>
                  <a:pt x="68075" y="4554"/>
                  <a:pt x="56819" y="4554"/>
                </a:cubicBezTo>
                <a:close/>
                <a:moveTo>
                  <a:pt x="56819" y="12004"/>
                </a:moveTo>
                <a:cubicBezTo>
                  <a:pt x="57124" y="12516"/>
                  <a:pt x="57488" y="13160"/>
                  <a:pt x="57813" y="14251"/>
                </a:cubicBezTo>
                <a:cubicBezTo>
                  <a:pt x="58614" y="16956"/>
                  <a:pt x="59091" y="21003"/>
                  <a:pt x="59091" y="25006"/>
                </a:cubicBezTo>
                <a:cubicBezTo>
                  <a:pt x="59091" y="29009"/>
                  <a:pt x="58614" y="33055"/>
                  <a:pt x="57813" y="35760"/>
                </a:cubicBezTo>
                <a:cubicBezTo>
                  <a:pt x="57488" y="36851"/>
                  <a:pt x="57124" y="37494"/>
                  <a:pt x="56819" y="38007"/>
                </a:cubicBezTo>
                <a:cubicBezTo>
                  <a:pt x="56513" y="37494"/>
                  <a:pt x="56150" y="36851"/>
                  <a:pt x="55824" y="35760"/>
                </a:cubicBezTo>
                <a:cubicBezTo>
                  <a:pt x="55024" y="33055"/>
                  <a:pt x="54545" y="29009"/>
                  <a:pt x="54545" y="25006"/>
                </a:cubicBezTo>
                <a:cubicBezTo>
                  <a:pt x="54545" y="21003"/>
                  <a:pt x="55024" y="16956"/>
                  <a:pt x="55824" y="14251"/>
                </a:cubicBezTo>
                <a:cubicBezTo>
                  <a:pt x="56150" y="13160"/>
                  <a:pt x="56513" y="12516"/>
                  <a:pt x="56819" y="12004"/>
                </a:cubicBezTo>
                <a:close/>
                <a:moveTo>
                  <a:pt x="48908" y="13891"/>
                </a:moveTo>
                <a:cubicBezTo>
                  <a:pt x="48106" y="17250"/>
                  <a:pt x="47727" y="21101"/>
                  <a:pt x="47727" y="25006"/>
                </a:cubicBezTo>
                <a:cubicBezTo>
                  <a:pt x="47727" y="28911"/>
                  <a:pt x="48106" y="32761"/>
                  <a:pt x="48908" y="36120"/>
                </a:cubicBezTo>
                <a:cubicBezTo>
                  <a:pt x="45439" y="33655"/>
                  <a:pt x="43182" y="29619"/>
                  <a:pt x="43182" y="25006"/>
                </a:cubicBezTo>
                <a:cubicBezTo>
                  <a:pt x="43182" y="20392"/>
                  <a:pt x="45439" y="16356"/>
                  <a:pt x="48908" y="13891"/>
                </a:cubicBezTo>
                <a:close/>
                <a:moveTo>
                  <a:pt x="64729" y="13891"/>
                </a:moveTo>
                <a:cubicBezTo>
                  <a:pt x="68199" y="16356"/>
                  <a:pt x="70455" y="20392"/>
                  <a:pt x="70455" y="25006"/>
                </a:cubicBezTo>
                <a:cubicBezTo>
                  <a:pt x="70455" y="29619"/>
                  <a:pt x="68199" y="33655"/>
                  <a:pt x="64729" y="36120"/>
                </a:cubicBezTo>
                <a:cubicBezTo>
                  <a:pt x="65531" y="32761"/>
                  <a:pt x="65909" y="28911"/>
                  <a:pt x="65909" y="25006"/>
                </a:cubicBezTo>
                <a:cubicBezTo>
                  <a:pt x="65909" y="21101"/>
                  <a:pt x="65531" y="17250"/>
                  <a:pt x="64729" y="13891"/>
                </a:cubicBezTo>
                <a:close/>
                <a:moveTo>
                  <a:pt x="94016" y="43199"/>
                </a:moveTo>
                <a:cubicBezTo>
                  <a:pt x="91685" y="43199"/>
                  <a:pt x="89124" y="44726"/>
                  <a:pt x="83682" y="47552"/>
                </a:cubicBezTo>
                <a:cubicBezTo>
                  <a:pt x="79176" y="49896"/>
                  <a:pt x="75012" y="52122"/>
                  <a:pt x="72363" y="53736"/>
                </a:cubicBezTo>
                <a:cubicBezTo>
                  <a:pt x="72593" y="54739"/>
                  <a:pt x="72728" y="55765"/>
                  <a:pt x="72728" y="56834"/>
                </a:cubicBezTo>
                <a:cubicBezTo>
                  <a:pt x="72728" y="64349"/>
                  <a:pt x="66609" y="70468"/>
                  <a:pt x="59091" y="70468"/>
                </a:cubicBezTo>
                <a:lnTo>
                  <a:pt x="42046" y="70468"/>
                </a:lnTo>
                <a:cubicBezTo>
                  <a:pt x="40164" y="70468"/>
                  <a:pt x="38637" y="68941"/>
                  <a:pt x="38637" y="67054"/>
                </a:cubicBezTo>
                <a:cubicBezTo>
                  <a:pt x="38637" y="65178"/>
                  <a:pt x="40164" y="63651"/>
                  <a:pt x="42046" y="63651"/>
                </a:cubicBezTo>
                <a:lnTo>
                  <a:pt x="59091" y="63651"/>
                </a:lnTo>
                <a:cubicBezTo>
                  <a:pt x="62851" y="63651"/>
                  <a:pt x="65909" y="60586"/>
                  <a:pt x="65909" y="56834"/>
                </a:cubicBezTo>
                <a:cubicBezTo>
                  <a:pt x="65909" y="54794"/>
                  <a:pt x="64993" y="52983"/>
                  <a:pt x="63570" y="51729"/>
                </a:cubicBezTo>
                <a:cubicBezTo>
                  <a:pt x="61954" y="50660"/>
                  <a:pt x="60034" y="50016"/>
                  <a:pt x="57954" y="50016"/>
                </a:cubicBezTo>
                <a:lnTo>
                  <a:pt x="47972" y="50016"/>
                </a:lnTo>
                <a:lnTo>
                  <a:pt x="46592" y="50016"/>
                </a:lnTo>
                <a:cubicBezTo>
                  <a:pt x="46525" y="50016"/>
                  <a:pt x="46462" y="49995"/>
                  <a:pt x="46396" y="49995"/>
                </a:cubicBezTo>
                <a:cubicBezTo>
                  <a:pt x="40405" y="49896"/>
                  <a:pt x="37530" y="49286"/>
                  <a:pt x="35002" y="48719"/>
                </a:cubicBezTo>
                <a:cubicBezTo>
                  <a:pt x="32701" y="48217"/>
                  <a:pt x="30526" y="47748"/>
                  <a:pt x="26878" y="47748"/>
                </a:cubicBezTo>
                <a:cubicBezTo>
                  <a:pt x="10214" y="47748"/>
                  <a:pt x="703" y="68200"/>
                  <a:pt x="306" y="69061"/>
                </a:cubicBezTo>
                <a:cubicBezTo>
                  <a:pt x="-207" y="70196"/>
                  <a:pt x="-67" y="71504"/>
                  <a:pt x="667" y="72497"/>
                </a:cubicBezTo>
                <a:lnTo>
                  <a:pt x="16575" y="94072"/>
                </a:lnTo>
                <a:cubicBezTo>
                  <a:pt x="17223" y="94956"/>
                  <a:pt x="18241" y="95447"/>
                  <a:pt x="19310" y="95447"/>
                </a:cubicBezTo>
                <a:cubicBezTo>
                  <a:pt x="19527" y="95447"/>
                  <a:pt x="19742" y="95425"/>
                  <a:pt x="19958" y="95392"/>
                </a:cubicBezTo>
                <a:cubicBezTo>
                  <a:pt x="21244" y="95141"/>
                  <a:pt x="22283" y="94170"/>
                  <a:pt x="22616" y="92905"/>
                </a:cubicBezTo>
                <a:cubicBezTo>
                  <a:pt x="22797" y="92240"/>
                  <a:pt x="24534" y="86371"/>
                  <a:pt x="30682" y="86371"/>
                </a:cubicBezTo>
                <a:cubicBezTo>
                  <a:pt x="35119" y="86371"/>
                  <a:pt x="39707" y="86950"/>
                  <a:pt x="44146" y="87495"/>
                </a:cubicBezTo>
                <a:cubicBezTo>
                  <a:pt x="48665" y="88062"/>
                  <a:pt x="53343" y="88651"/>
                  <a:pt x="57954" y="88651"/>
                </a:cubicBezTo>
                <a:cubicBezTo>
                  <a:pt x="64235" y="88651"/>
                  <a:pt x="68754" y="83830"/>
                  <a:pt x="81818" y="70468"/>
                </a:cubicBezTo>
                <a:cubicBezTo>
                  <a:pt x="98414" y="53485"/>
                  <a:pt x="100000" y="52002"/>
                  <a:pt x="100000" y="48642"/>
                </a:cubicBezTo>
                <a:cubicBezTo>
                  <a:pt x="100000" y="45730"/>
                  <a:pt x="97444" y="43199"/>
                  <a:pt x="94016" y="4319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1" name="Красный — SVG 4">
            <a:extLst>
              <a:ext uri="{FF2B5EF4-FFF2-40B4-BE49-F238E27FC236}">
                <a16:creationId xmlns:a16="http://schemas.microsoft.com/office/drawing/2014/main" id="{0DBA4343-370E-6E4C-986E-88F0F0E3FD15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40761 w 141777"/>
              <a:gd name="csY0" fmla="*/ 0 h 120489"/>
              <a:gd name="csX1" fmla="*/ 0 w 141777"/>
              <a:gd name="csY1" fmla="*/ 40759 h 120489"/>
              <a:gd name="csX2" fmla="*/ 0 w 141777"/>
              <a:gd name="csY2" fmla="*/ 108089 h 120489"/>
              <a:gd name="csX3" fmla="*/ 12406 w 141777"/>
              <a:gd name="csY3" fmla="*/ 120490 h 120489"/>
              <a:gd name="csX4" fmla="*/ 101017 w 141777"/>
              <a:gd name="csY4" fmla="*/ 120490 h 120489"/>
              <a:gd name="csX5" fmla="*/ 141778 w 141777"/>
              <a:gd name="csY5" fmla="*/ 79731 h 120489"/>
              <a:gd name="csX6" fmla="*/ 141778 w 141777"/>
              <a:gd name="csY6" fmla="*/ 12401 h 120489"/>
              <a:gd name="csX7" fmla="*/ 129373 w 141777"/>
              <a:gd name="csY7" fmla="*/ 0 h 120489"/>
              <a:gd name="csX8" fmla="*/ 40761 w 141777"/>
              <a:gd name="csY8" fmla="*/ 0 h 120489"/>
              <a:gd name="csX9" fmla="*/ 25697 w 141777"/>
              <a:gd name="csY9" fmla="*/ 38989 h 120489"/>
              <a:gd name="csX10" fmla="*/ 43420 w 141777"/>
              <a:gd name="csY10" fmla="*/ 38989 h 120489"/>
              <a:gd name="csX11" fmla="*/ 47850 w 141777"/>
              <a:gd name="csY11" fmla="*/ 43412 h 120489"/>
              <a:gd name="csX12" fmla="*/ 43420 w 141777"/>
              <a:gd name="csY12" fmla="*/ 47835 h 120489"/>
              <a:gd name="csX13" fmla="*/ 30127 w 141777"/>
              <a:gd name="csY13" fmla="*/ 47835 h 120489"/>
              <a:gd name="csX14" fmla="*/ 30127 w 141777"/>
              <a:gd name="csY14" fmla="*/ 55814 h 120489"/>
              <a:gd name="csX15" fmla="*/ 39874 w 141777"/>
              <a:gd name="csY15" fmla="*/ 55814 h 120489"/>
              <a:gd name="csX16" fmla="*/ 44306 w 141777"/>
              <a:gd name="csY16" fmla="*/ 60253 h 120489"/>
              <a:gd name="csX17" fmla="*/ 39874 w 141777"/>
              <a:gd name="csY17" fmla="*/ 64676 h 120489"/>
              <a:gd name="csX18" fmla="*/ 30127 w 141777"/>
              <a:gd name="csY18" fmla="*/ 64676 h 120489"/>
              <a:gd name="csX19" fmla="*/ 30127 w 141777"/>
              <a:gd name="csY19" fmla="*/ 72654 h 120489"/>
              <a:gd name="csX20" fmla="*/ 43420 w 141777"/>
              <a:gd name="csY20" fmla="*/ 72654 h 120489"/>
              <a:gd name="csX21" fmla="*/ 47850 w 141777"/>
              <a:gd name="csY21" fmla="*/ 77077 h 120489"/>
              <a:gd name="csX22" fmla="*/ 43420 w 141777"/>
              <a:gd name="csY22" fmla="*/ 81517 h 120489"/>
              <a:gd name="csX23" fmla="*/ 25697 w 141777"/>
              <a:gd name="csY23" fmla="*/ 81517 h 120489"/>
              <a:gd name="csX24" fmla="*/ 21267 w 141777"/>
              <a:gd name="csY24" fmla="*/ 77077 h 120489"/>
              <a:gd name="csX25" fmla="*/ 21267 w 141777"/>
              <a:gd name="csY25" fmla="*/ 43412 h 120489"/>
              <a:gd name="csX26" fmla="*/ 25697 w 141777"/>
              <a:gd name="csY26" fmla="*/ 38989 h 120489"/>
              <a:gd name="csX27" fmla="*/ 67380 w 141777"/>
              <a:gd name="csY27" fmla="*/ 38989 h 120489"/>
              <a:gd name="csX28" fmla="*/ 80885 w 141777"/>
              <a:gd name="csY28" fmla="*/ 46423 h 120489"/>
              <a:gd name="csX29" fmla="*/ 79396 w 141777"/>
              <a:gd name="csY29" fmla="*/ 52530 h 120489"/>
              <a:gd name="csX30" fmla="*/ 73299 w 141777"/>
              <a:gd name="csY30" fmla="*/ 51033 h 120489"/>
              <a:gd name="csX31" fmla="*/ 67380 w 141777"/>
              <a:gd name="csY31" fmla="*/ 47835 h 120489"/>
              <a:gd name="csX32" fmla="*/ 58484 w 141777"/>
              <a:gd name="csY32" fmla="*/ 60253 h 120489"/>
              <a:gd name="csX33" fmla="*/ 67380 w 141777"/>
              <a:gd name="csY33" fmla="*/ 72654 h 120489"/>
              <a:gd name="csX34" fmla="*/ 73299 w 141777"/>
              <a:gd name="csY34" fmla="*/ 69456 h 120489"/>
              <a:gd name="csX35" fmla="*/ 79396 w 141777"/>
              <a:gd name="csY35" fmla="*/ 67976 h 120489"/>
              <a:gd name="csX36" fmla="*/ 80885 w 141777"/>
              <a:gd name="csY36" fmla="*/ 74066 h 120489"/>
              <a:gd name="csX37" fmla="*/ 67380 w 141777"/>
              <a:gd name="csY37" fmla="*/ 81517 h 120489"/>
              <a:gd name="csX38" fmla="*/ 49623 w 141777"/>
              <a:gd name="csY38" fmla="*/ 60253 h 120489"/>
              <a:gd name="csX39" fmla="*/ 67380 w 141777"/>
              <a:gd name="csY39" fmla="*/ 38989 h 120489"/>
              <a:gd name="csX40" fmla="*/ 103675 w 141777"/>
              <a:gd name="csY40" fmla="*/ 38989 h 120489"/>
              <a:gd name="csX41" fmla="*/ 122284 w 141777"/>
              <a:gd name="csY41" fmla="*/ 60253 h 120489"/>
              <a:gd name="csX42" fmla="*/ 103675 w 141777"/>
              <a:gd name="csY42" fmla="*/ 81517 h 120489"/>
              <a:gd name="csX43" fmla="*/ 85067 w 141777"/>
              <a:gd name="csY43" fmla="*/ 60253 h 120489"/>
              <a:gd name="csX44" fmla="*/ 103675 w 141777"/>
              <a:gd name="csY44" fmla="*/ 38989 h 120489"/>
              <a:gd name="csX45" fmla="*/ 103675 w 141777"/>
              <a:gd name="csY45" fmla="*/ 47835 h 120489"/>
              <a:gd name="csX46" fmla="*/ 96782 w 141777"/>
              <a:gd name="csY46" fmla="*/ 51476 h 120489"/>
              <a:gd name="csX47" fmla="*/ 93928 w 141777"/>
              <a:gd name="csY47" fmla="*/ 60253 h 120489"/>
              <a:gd name="csX48" fmla="*/ 96782 w 141777"/>
              <a:gd name="csY48" fmla="*/ 69014 h 120489"/>
              <a:gd name="csX49" fmla="*/ 103675 w 141777"/>
              <a:gd name="csY49" fmla="*/ 72654 h 120489"/>
              <a:gd name="csX50" fmla="*/ 110568 w 141777"/>
              <a:gd name="csY50" fmla="*/ 69014 h 120489"/>
              <a:gd name="csX51" fmla="*/ 113423 w 141777"/>
              <a:gd name="csY51" fmla="*/ 60253 h 120489"/>
              <a:gd name="csX52" fmla="*/ 110568 w 141777"/>
              <a:gd name="csY52" fmla="*/ 51476 h 120489"/>
              <a:gd name="csX53" fmla="*/ 103675 w 141777"/>
              <a:gd name="csY53" fmla="*/ 47835 h 120489"/>
            </a:gdLst>
            <a:ahLst/>
            <a:cxnLst/>
            <a:rect l="l" t="t" r="r" b="b"/>
            <a:pathLst>
              <a:path w="100000" h="100000">
                <a:moveTo>
                  <a:pt x="28750" y="7508"/>
                </a:moveTo>
                <a:cubicBezTo>
                  <a:pt x="12916" y="7508"/>
                  <a:pt x="0" y="20418"/>
                  <a:pt x="0" y="36256"/>
                </a:cubicBezTo>
                <a:lnTo>
                  <a:pt x="0" y="83746"/>
                </a:lnTo>
                <a:cubicBezTo>
                  <a:pt x="0" y="88533"/>
                  <a:pt x="3963" y="92493"/>
                  <a:pt x="8750" y="92493"/>
                </a:cubicBezTo>
                <a:lnTo>
                  <a:pt x="71251" y="92493"/>
                </a:lnTo>
                <a:cubicBezTo>
                  <a:pt x="87085" y="92493"/>
                  <a:pt x="100001" y="79583"/>
                  <a:pt x="100001" y="63744"/>
                </a:cubicBezTo>
                <a:lnTo>
                  <a:pt x="100001" y="16254"/>
                </a:lnTo>
                <a:cubicBezTo>
                  <a:pt x="100001" y="11467"/>
                  <a:pt x="96038" y="7508"/>
                  <a:pt x="91251" y="7508"/>
                </a:cubicBezTo>
                <a:lnTo>
                  <a:pt x="28750" y="7508"/>
                </a:lnTo>
                <a:close/>
                <a:moveTo>
                  <a:pt x="18125" y="35008"/>
                </a:moveTo>
                <a:lnTo>
                  <a:pt x="30626" y="35008"/>
                </a:lnTo>
                <a:cubicBezTo>
                  <a:pt x="32350" y="35008"/>
                  <a:pt x="33750" y="36400"/>
                  <a:pt x="33750" y="38127"/>
                </a:cubicBezTo>
                <a:cubicBezTo>
                  <a:pt x="33750" y="39856"/>
                  <a:pt x="32350" y="41247"/>
                  <a:pt x="30626" y="41247"/>
                </a:cubicBezTo>
                <a:lnTo>
                  <a:pt x="21250" y="41247"/>
                </a:lnTo>
                <a:lnTo>
                  <a:pt x="21250" y="46875"/>
                </a:lnTo>
                <a:lnTo>
                  <a:pt x="28124" y="46875"/>
                </a:lnTo>
                <a:cubicBezTo>
                  <a:pt x="29850" y="46875"/>
                  <a:pt x="31250" y="48279"/>
                  <a:pt x="31250" y="50006"/>
                </a:cubicBezTo>
                <a:cubicBezTo>
                  <a:pt x="31250" y="51722"/>
                  <a:pt x="29850" y="53126"/>
                  <a:pt x="28124" y="53126"/>
                </a:cubicBezTo>
                <a:lnTo>
                  <a:pt x="21250" y="53126"/>
                </a:lnTo>
                <a:lnTo>
                  <a:pt x="21250" y="58753"/>
                </a:lnTo>
                <a:lnTo>
                  <a:pt x="30626" y="58753"/>
                </a:lnTo>
                <a:cubicBezTo>
                  <a:pt x="32350" y="58753"/>
                  <a:pt x="33750" y="60145"/>
                  <a:pt x="33750" y="61873"/>
                </a:cubicBezTo>
                <a:cubicBezTo>
                  <a:pt x="33750" y="63601"/>
                  <a:pt x="32350" y="65004"/>
                  <a:pt x="30626" y="65004"/>
                </a:cubicBezTo>
                <a:lnTo>
                  <a:pt x="18125" y="65004"/>
                </a:lnTo>
                <a:cubicBezTo>
                  <a:pt x="16400" y="65004"/>
                  <a:pt x="15000" y="63601"/>
                  <a:pt x="15000" y="61873"/>
                </a:cubicBezTo>
                <a:lnTo>
                  <a:pt x="15000" y="38127"/>
                </a:lnTo>
                <a:cubicBezTo>
                  <a:pt x="15000" y="36400"/>
                  <a:pt x="16400" y="35008"/>
                  <a:pt x="18125" y="35008"/>
                </a:cubicBezTo>
                <a:close/>
                <a:moveTo>
                  <a:pt x="47525" y="35008"/>
                </a:moveTo>
                <a:cubicBezTo>
                  <a:pt x="53401" y="35008"/>
                  <a:pt x="56301" y="39027"/>
                  <a:pt x="57051" y="40251"/>
                </a:cubicBezTo>
                <a:cubicBezTo>
                  <a:pt x="57951" y="41728"/>
                  <a:pt x="57477" y="43659"/>
                  <a:pt x="56001" y="44559"/>
                </a:cubicBezTo>
                <a:cubicBezTo>
                  <a:pt x="54526" y="45459"/>
                  <a:pt x="52600" y="44979"/>
                  <a:pt x="51700" y="43503"/>
                </a:cubicBezTo>
                <a:cubicBezTo>
                  <a:pt x="51375" y="42975"/>
                  <a:pt x="50150" y="41247"/>
                  <a:pt x="47525" y="41247"/>
                </a:cubicBezTo>
                <a:cubicBezTo>
                  <a:pt x="44124" y="41247"/>
                  <a:pt x="41251" y="45255"/>
                  <a:pt x="41251" y="50006"/>
                </a:cubicBezTo>
                <a:cubicBezTo>
                  <a:pt x="41251" y="54746"/>
                  <a:pt x="44124" y="58753"/>
                  <a:pt x="47525" y="58753"/>
                </a:cubicBezTo>
                <a:cubicBezTo>
                  <a:pt x="50150" y="58753"/>
                  <a:pt x="51375" y="57025"/>
                  <a:pt x="51700" y="56497"/>
                </a:cubicBezTo>
                <a:cubicBezTo>
                  <a:pt x="52600" y="55022"/>
                  <a:pt x="54526" y="54553"/>
                  <a:pt x="56001" y="55453"/>
                </a:cubicBezTo>
                <a:cubicBezTo>
                  <a:pt x="57477" y="56353"/>
                  <a:pt x="57951" y="58273"/>
                  <a:pt x="57051" y="59749"/>
                </a:cubicBezTo>
                <a:cubicBezTo>
                  <a:pt x="56301" y="60973"/>
                  <a:pt x="53401" y="65004"/>
                  <a:pt x="47525" y="65004"/>
                </a:cubicBezTo>
                <a:cubicBezTo>
                  <a:pt x="40625" y="65004"/>
                  <a:pt x="35001" y="58273"/>
                  <a:pt x="35001" y="50006"/>
                </a:cubicBezTo>
                <a:cubicBezTo>
                  <a:pt x="35001" y="41728"/>
                  <a:pt x="40625" y="35008"/>
                  <a:pt x="47525" y="35008"/>
                </a:cubicBezTo>
                <a:close/>
                <a:moveTo>
                  <a:pt x="73125" y="35008"/>
                </a:moveTo>
                <a:cubicBezTo>
                  <a:pt x="80376" y="35008"/>
                  <a:pt x="86251" y="41728"/>
                  <a:pt x="86251" y="50006"/>
                </a:cubicBezTo>
                <a:cubicBezTo>
                  <a:pt x="86251" y="58273"/>
                  <a:pt x="80376" y="65004"/>
                  <a:pt x="73125" y="65004"/>
                </a:cubicBezTo>
                <a:cubicBezTo>
                  <a:pt x="65876" y="65004"/>
                  <a:pt x="60001" y="58273"/>
                  <a:pt x="60001" y="50006"/>
                </a:cubicBezTo>
                <a:cubicBezTo>
                  <a:pt x="60001" y="41728"/>
                  <a:pt x="65876" y="35008"/>
                  <a:pt x="73125" y="35008"/>
                </a:cubicBezTo>
                <a:close/>
                <a:moveTo>
                  <a:pt x="73125" y="41247"/>
                </a:moveTo>
                <a:cubicBezTo>
                  <a:pt x="71302" y="41247"/>
                  <a:pt x="69554" y="42171"/>
                  <a:pt x="68264" y="43815"/>
                </a:cubicBezTo>
                <a:cubicBezTo>
                  <a:pt x="66975" y="45459"/>
                  <a:pt x="66251" y="47678"/>
                  <a:pt x="66251" y="50006"/>
                </a:cubicBezTo>
                <a:cubicBezTo>
                  <a:pt x="66251" y="52322"/>
                  <a:pt x="66975" y="54553"/>
                  <a:pt x="68264" y="56185"/>
                </a:cubicBezTo>
                <a:cubicBezTo>
                  <a:pt x="69554" y="57829"/>
                  <a:pt x="71302" y="58753"/>
                  <a:pt x="73125" y="58753"/>
                </a:cubicBezTo>
                <a:cubicBezTo>
                  <a:pt x="74949" y="58753"/>
                  <a:pt x="76698" y="57829"/>
                  <a:pt x="77987" y="56185"/>
                </a:cubicBezTo>
                <a:cubicBezTo>
                  <a:pt x="79277" y="54553"/>
                  <a:pt x="80001" y="52322"/>
                  <a:pt x="80001" y="50006"/>
                </a:cubicBezTo>
                <a:cubicBezTo>
                  <a:pt x="80001" y="47678"/>
                  <a:pt x="79277" y="45459"/>
                  <a:pt x="77987" y="43815"/>
                </a:cubicBezTo>
                <a:cubicBezTo>
                  <a:pt x="76698" y="42171"/>
                  <a:pt x="74949" y="41247"/>
                  <a:pt x="73125" y="4124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2" name="Красный — SVG 5">
            <a:extLst>
              <a:ext uri="{FF2B5EF4-FFF2-40B4-BE49-F238E27FC236}">
                <a16:creationId xmlns:a16="http://schemas.microsoft.com/office/drawing/2014/main" id="{B588A338-B4E8-2D47-AF7A-99219CF9B725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5 h 127583"/>
              <a:gd name="csX2" fmla="*/ 0 w 127600"/>
              <a:gd name="csY2" fmla="*/ 108089 h 127583"/>
              <a:gd name="csX3" fmla="*/ 19497 w 127600"/>
              <a:gd name="csY3" fmla="*/ 127583 h 127583"/>
              <a:gd name="csX4" fmla="*/ 108103 w 127600"/>
              <a:gd name="csY4" fmla="*/ 127583 h 127583"/>
              <a:gd name="csX5" fmla="*/ 127601 w 127600"/>
              <a:gd name="csY5" fmla="*/ 108089 h 127583"/>
              <a:gd name="csX6" fmla="*/ 127601 w 127600"/>
              <a:gd name="csY6" fmla="*/ 19495 h 127583"/>
              <a:gd name="csX7" fmla="*/ 108103 w 127600"/>
              <a:gd name="csY7" fmla="*/ 0 h 127583"/>
              <a:gd name="csX8" fmla="*/ 19497 w 127600"/>
              <a:gd name="csY8" fmla="*/ 0 h 127583"/>
              <a:gd name="csX9" fmla="*/ 62065 w 127600"/>
              <a:gd name="csY9" fmla="*/ 32015 h 127583"/>
              <a:gd name="csX10" fmla="*/ 101213 w 127600"/>
              <a:gd name="csY10" fmla="*/ 48124 h 127583"/>
              <a:gd name="csX11" fmla="*/ 102557 w 127600"/>
              <a:gd name="csY11" fmla="*/ 53466 h 127583"/>
              <a:gd name="csX12" fmla="*/ 98440 w 127600"/>
              <a:gd name="csY12" fmla="*/ 57123 h 127583"/>
              <a:gd name="csX13" fmla="*/ 83451 w 127600"/>
              <a:gd name="csY13" fmla="*/ 72910 h 127583"/>
              <a:gd name="csX14" fmla="*/ 75931 w 127600"/>
              <a:gd name="csY14" fmla="*/ 84035 h 127583"/>
              <a:gd name="csX15" fmla="*/ 51397 w 127600"/>
              <a:gd name="csY15" fmla="*/ 92149 h 127583"/>
              <a:gd name="csX16" fmla="*/ 46327 w 127600"/>
              <a:gd name="csY16" fmla="*/ 91452 h 127583"/>
              <a:gd name="csX17" fmla="*/ 68207 w 127600"/>
              <a:gd name="csY17" fmla="*/ 59556 h 127583"/>
              <a:gd name="csX18" fmla="*/ 70503 w 127600"/>
              <a:gd name="csY18" fmla="*/ 57038 h 127583"/>
              <a:gd name="csX19" fmla="*/ 70810 w 127600"/>
              <a:gd name="csY19" fmla="*/ 53670 h 127583"/>
              <a:gd name="csX20" fmla="*/ 69006 w 127600"/>
              <a:gd name="csY20" fmla="*/ 50778 h 127583"/>
              <a:gd name="csX21" fmla="*/ 65842 w 127600"/>
              <a:gd name="csY21" fmla="*/ 49587 h 127583"/>
              <a:gd name="csX22" fmla="*/ 62933 w 127600"/>
              <a:gd name="csY22" fmla="*/ 50319 h 127583"/>
              <a:gd name="csX23" fmla="*/ 35762 w 127600"/>
              <a:gd name="csY23" fmla="*/ 90193 h 127583"/>
              <a:gd name="csX24" fmla="*/ 35762 w 127600"/>
              <a:gd name="csY24" fmla="*/ 90261 h 127583"/>
              <a:gd name="csX25" fmla="*/ 35439 w 127600"/>
              <a:gd name="csY25" fmla="*/ 93918 h 127583"/>
              <a:gd name="csX26" fmla="*/ 35439 w 127600"/>
              <a:gd name="csY26" fmla="*/ 95687 h 127583"/>
              <a:gd name="csX27" fmla="*/ 35439 w 127600"/>
              <a:gd name="csY27" fmla="*/ 97457 h 127583"/>
              <a:gd name="csX28" fmla="*/ 30131 w 127600"/>
              <a:gd name="csY28" fmla="*/ 102781 h 127583"/>
              <a:gd name="csX29" fmla="*/ 24805 w 127600"/>
              <a:gd name="csY29" fmla="*/ 97457 h 127583"/>
              <a:gd name="csX30" fmla="*/ 24805 w 127600"/>
              <a:gd name="csY30" fmla="*/ 93918 h 127583"/>
              <a:gd name="csX31" fmla="*/ 26966 w 127600"/>
              <a:gd name="csY31" fmla="*/ 81670 h 127583"/>
              <a:gd name="csX32" fmla="*/ 41547 w 127600"/>
              <a:gd name="csY32" fmla="*/ 37731 h 127583"/>
              <a:gd name="csX33" fmla="*/ 62065 w 127600"/>
              <a:gd name="csY33" fmla="*/ 32015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lnTo>
                  <a:pt x="15280" y="7"/>
                </a:lnTo>
                <a:close/>
                <a:moveTo>
                  <a:pt x="48640" y="25097"/>
                </a:moveTo>
                <a:cubicBezTo>
                  <a:pt x="58694" y="24790"/>
                  <a:pt x="69973" y="28457"/>
                  <a:pt x="79321" y="37721"/>
                </a:cubicBezTo>
                <a:cubicBezTo>
                  <a:pt x="80427" y="38815"/>
                  <a:pt x="80827" y="40428"/>
                  <a:pt x="80374" y="41908"/>
                </a:cubicBezTo>
                <a:cubicBezTo>
                  <a:pt x="79907" y="43401"/>
                  <a:pt x="78667" y="44494"/>
                  <a:pt x="77147" y="44774"/>
                </a:cubicBezTo>
                <a:cubicBezTo>
                  <a:pt x="71774" y="45761"/>
                  <a:pt x="68534" y="51547"/>
                  <a:pt x="65400" y="57146"/>
                </a:cubicBezTo>
                <a:cubicBezTo>
                  <a:pt x="63534" y="60466"/>
                  <a:pt x="61774" y="63612"/>
                  <a:pt x="59507" y="65865"/>
                </a:cubicBezTo>
                <a:cubicBezTo>
                  <a:pt x="53747" y="71557"/>
                  <a:pt x="45774" y="72224"/>
                  <a:pt x="40280" y="72224"/>
                </a:cubicBezTo>
                <a:cubicBezTo>
                  <a:pt x="38960" y="72224"/>
                  <a:pt x="37614" y="71997"/>
                  <a:pt x="36306" y="71678"/>
                </a:cubicBezTo>
                <a:cubicBezTo>
                  <a:pt x="38213" y="55533"/>
                  <a:pt x="53454" y="46681"/>
                  <a:pt x="53454" y="46681"/>
                </a:cubicBezTo>
                <a:cubicBezTo>
                  <a:pt x="54253" y="46240"/>
                  <a:pt x="54880" y="45547"/>
                  <a:pt x="55253" y="44707"/>
                </a:cubicBezTo>
                <a:cubicBezTo>
                  <a:pt x="55627" y="43880"/>
                  <a:pt x="55707" y="42948"/>
                  <a:pt x="55494" y="42068"/>
                </a:cubicBezTo>
                <a:cubicBezTo>
                  <a:pt x="55281" y="41174"/>
                  <a:pt x="54787" y="40388"/>
                  <a:pt x="54080" y="39801"/>
                </a:cubicBezTo>
                <a:cubicBezTo>
                  <a:pt x="53374" y="39228"/>
                  <a:pt x="52507" y="38895"/>
                  <a:pt x="51600" y="38868"/>
                </a:cubicBezTo>
                <a:cubicBezTo>
                  <a:pt x="50800" y="38829"/>
                  <a:pt x="50013" y="39029"/>
                  <a:pt x="49321" y="39442"/>
                </a:cubicBezTo>
                <a:cubicBezTo>
                  <a:pt x="49321" y="39442"/>
                  <a:pt x="30414" y="50094"/>
                  <a:pt x="28027" y="70691"/>
                </a:cubicBezTo>
                <a:cubicBezTo>
                  <a:pt x="28027" y="70704"/>
                  <a:pt x="28027" y="70717"/>
                  <a:pt x="28027" y="70744"/>
                </a:cubicBezTo>
                <a:cubicBezTo>
                  <a:pt x="27880" y="71664"/>
                  <a:pt x="27774" y="72610"/>
                  <a:pt x="27774" y="73610"/>
                </a:cubicBezTo>
                <a:lnTo>
                  <a:pt x="27774" y="74996"/>
                </a:lnTo>
                <a:lnTo>
                  <a:pt x="27774" y="76384"/>
                </a:lnTo>
                <a:cubicBezTo>
                  <a:pt x="27774" y="78690"/>
                  <a:pt x="25907" y="80556"/>
                  <a:pt x="23614" y="80556"/>
                </a:cubicBezTo>
                <a:cubicBezTo>
                  <a:pt x="21306" y="80556"/>
                  <a:pt x="19440" y="78690"/>
                  <a:pt x="19440" y="76384"/>
                </a:cubicBezTo>
                <a:lnTo>
                  <a:pt x="19440" y="73610"/>
                </a:lnTo>
                <a:cubicBezTo>
                  <a:pt x="19440" y="70051"/>
                  <a:pt x="20107" y="66891"/>
                  <a:pt x="21133" y="64011"/>
                </a:cubicBezTo>
                <a:cubicBezTo>
                  <a:pt x="16734" y="49400"/>
                  <a:pt x="21013" y="36535"/>
                  <a:pt x="32560" y="29576"/>
                </a:cubicBezTo>
                <a:cubicBezTo>
                  <a:pt x="37027" y="26883"/>
                  <a:pt x="42614" y="25270"/>
                  <a:pt x="48640" y="2509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3" name="Красный — SVG 6">
            <a:extLst>
              <a:ext uri="{FF2B5EF4-FFF2-40B4-BE49-F238E27FC236}">
                <a16:creationId xmlns:a16="http://schemas.microsoft.com/office/drawing/2014/main" id="{E8F749BB-D9A8-DC4F-8CB3-249C52895B23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93931 w 145328"/>
              <a:gd name="csY0" fmla="*/ 0 h 138215"/>
              <a:gd name="csX1" fmla="*/ 75199 w 145328"/>
              <a:gd name="csY1" fmla="*/ 14170 h 138215"/>
              <a:gd name="csX2" fmla="*/ 23036 w 145328"/>
              <a:gd name="csY2" fmla="*/ 14170 h 138215"/>
              <a:gd name="csX3" fmla="*/ 0 w 145328"/>
              <a:gd name="csY3" fmla="*/ 37203 h 138215"/>
              <a:gd name="csX4" fmla="*/ 0 w 145328"/>
              <a:gd name="csY4" fmla="*/ 89291 h 138215"/>
              <a:gd name="csX5" fmla="*/ 0 w 145328"/>
              <a:gd name="csY5" fmla="*/ 93918 h 138215"/>
              <a:gd name="csX6" fmla="*/ 0 w 145328"/>
              <a:gd name="csY6" fmla="*/ 104550 h 138215"/>
              <a:gd name="csX7" fmla="*/ 18477 w 145328"/>
              <a:gd name="csY7" fmla="*/ 123977 h 138215"/>
              <a:gd name="csX8" fmla="*/ 37209 w 145328"/>
              <a:gd name="csY8" fmla="*/ 138215 h 138215"/>
              <a:gd name="csX9" fmla="*/ 55957 w 145328"/>
              <a:gd name="csY9" fmla="*/ 124045 h 138215"/>
              <a:gd name="csX10" fmla="*/ 85833 w 145328"/>
              <a:gd name="csY10" fmla="*/ 124045 h 138215"/>
              <a:gd name="csX11" fmla="*/ 104564 w 145328"/>
              <a:gd name="csY11" fmla="*/ 138215 h 138215"/>
              <a:gd name="csX12" fmla="*/ 123296 w 145328"/>
              <a:gd name="csY12" fmla="*/ 124045 h 138215"/>
              <a:gd name="csX13" fmla="*/ 125831 w 145328"/>
              <a:gd name="csY13" fmla="*/ 124045 h 138215"/>
              <a:gd name="csX14" fmla="*/ 145328 w 145328"/>
              <a:gd name="csY14" fmla="*/ 104550 h 138215"/>
              <a:gd name="csX15" fmla="*/ 145328 w 145328"/>
              <a:gd name="csY15" fmla="*/ 95551 h 138215"/>
              <a:gd name="csX16" fmla="*/ 132500 w 145328"/>
              <a:gd name="csY16" fmla="*/ 79901 h 138215"/>
              <a:gd name="csX17" fmla="*/ 132500 w 145328"/>
              <a:gd name="csY17" fmla="*/ 79901 h 138215"/>
              <a:gd name="csX18" fmla="*/ 107593 w 145328"/>
              <a:gd name="csY18" fmla="*/ 74917 h 138215"/>
              <a:gd name="csX19" fmla="*/ 91804 w 145328"/>
              <a:gd name="csY19" fmla="*/ 53874 h 138215"/>
              <a:gd name="csX20" fmla="*/ 76203 w 145328"/>
              <a:gd name="csY20" fmla="*/ 46066 h 138215"/>
              <a:gd name="csX21" fmla="*/ 48624 w 145328"/>
              <a:gd name="csY21" fmla="*/ 46066 h 138215"/>
              <a:gd name="csX22" fmla="*/ 32087 w 145328"/>
              <a:gd name="csY22" fmla="*/ 55235 h 138215"/>
              <a:gd name="csX23" fmla="*/ 19719 w 145328"/>
              <a:gd name="csY23" fmla="*/ 75019 h 138215"/>
              <a:gd name="csX24" fmla="*/ 10633 w 145328"/>
              <a:gd name="csY24" fmla="*/ 76992 h 138215"/>
              <a:gd name="csX25" fmla="*/ 10633 w 145328"/>
              <a:gd name="csY25" fmla="*/ 37203 h 138215"/>
              <a:gd name="csX26" fmla="*/ 23036 w 145328"/>
              <a:gd name="csY26" fmla="*/ 24802 h 138215"/>
              <a:gd name="csX27" fmla="*/ 75199 w 145328"/>
              <a:gd name="csY27" fmla="*/ 24802 h 138215"/>
              <a:gd name="csX28" fmla="*/ 93931 w 145328"/>
              <a:gd name="csY28" fmla="*/ 38989 h 138215"/>
              <a:gd name="csX29" fmla="*/ 104564 w 145328"/>
              <a:gd name="csY29" fmla="*/ 38989 h 138215"/>
              <a:gd name="csX30" fmla="*/ 107627 w 145328"/>
              <a:gd name="csY30" fmla="*/ 38003 h 138215"/>
              <a:gd name="csX31" fmla="*/ 109566 w 145328"/>
              <a:gd name="csY31" fmla="*/ 35434 h 138215"/>
              <a:gd name="csX32" fmla="*/ 122276 w 145328"/>
              <a:gd name="csY32" fmla="*/ 35434 h 138215"/>
              <a:gd name="csX33" fmla="*/ 124334 w 145328"/>
              <a:gd name="csY33" fmla="*/ 35060 h 138215"/>
              <a:gd name="csX34" fmla="*/ 126087 w 145328"/>
              <a:gd name="csY34" fmla="*/ 33903 h 138215"/>
              <a:gd name="csX35" fmla="*/ 127260 w 145328"/>
              <a:gd name="csY35" fmla="*/ 32168 h 138215"/>
              <a:gd name="csX36" fmla="*/ 127669 w 145328"/>
              <a:gd name="csY36" fmla="*/ 30127 h 138215"/>
              <a:gd name="csX37" fmla="*/ 127260 w 145328"/>
              <a:gd name="csY37" fmla="*/ 28068 h 138215"/>
              <a:gd name="csX38" fmla="*/ 126087 w 145328"/>
              <a:gd name="csY38" fmla="*/ 26333 h 138215"/>
              <a:gd name="csX39" fmla="*/ 124334 w 145328"/>
              <a:gd name="csY39" fmla="*/ 25194 h 138215"/>
              <a:gd name="csX40" fmla="*/ 122276 w 145328"/>
              <a:gd name="csY40" fmla="*/ 24802 h 138215"/>
              <a:gd name="csX41" fmla="*/ 109873 w 145328"/>
              <a:gd name="csY41" fmla="*/ 24802 h 138215"/>
              <a:gd name="csX42" fmla="*/ 109873 w 145328"/>
              <a:gd name="csY42" fmla="*/ 14034 h 138215"/>
              <a:gd name="csX43" fmla="*/ 122224 w 145328"/>
              <a:gd name="csY43" fmla="*/ 14170 h 138215"/>
              <a:gd name="csX44" fmla="*/ 124283 w 145328"/>
              <a:gd name="csY44" fmla="*/ 13813 h 138215"/>
              <a:gd name="csX45" fmla="*/ 126035 w 145328"/>
              <a:gd name="csY45" fmla="*/ 12673 h 138215"/>
              <a:gd name="csX46" fmla="*/ 127226 w 145328"/>
              <a:gd name="csY46" fmla="*/ 10955 h 138215"/>
              <a:gd name="csX47" fmla="*/ 127652 w 145328"/>
              <a:gd name="csY47" fmla="*/ 8914 h 138215"/>
              <a:gd name="csX48" fmla="*/ 127260 w 145328"/>
              <a:gd name="csY48" fmla="*/ 6873 h 138215"/>
              <a:gd name="csX49" fmla="*/ 126120 w 145328"/>
              <a:gd name="csY49" fmla="*/ 5120 h 138215"/>
              <a:gd name="csX50" fmla="*/ 124385 w 145328"/>
              <a:gd name="csY50" fmla="*/ 3964 h 138215"/>
              <a:gd name="csX51" fmla="*/ 122343 w 145328"/>
              <a:gd name="csY51" fmla="*/ 3538 h 138215"/>
              <a:gd name="csX52" fmla="*/ 109516 w 145328"/>
              <a:gd name="csY52" fmla="*/ 3402 h 138215"/>
              <a:gd name="csX53" fmla="*/ 107576 w 145328"/>
              <a:gd name="csY53" fmla="*/ 936 h 138215"/>
              <a:gd name="csX54" fmla="*/ 104564 w 145328"/>
              <a:gd name="csY54" fmla="*/ 0 h 138215"/>
              <a:gd name="csX55" fmla="*/ 93931 w 145328"/>
              <a:gd name="csY55" fmla="*/ 0 h 138215"/>
              <a:gd name="csX56" fmla="*/ 48624 w 145328"/>
              <a:gd name="csY56" fmla="*/ 56698 h 138215"/>
              <a:gd name="csX57" fmla="*/ 76203 w 145328"/>
              <a:gd name="csY57" fmla="*/ 56698 h 138215"/>
              <a:gd name="csX58" fmla="*/ 83298 w 145328"/>
              <a:gd name="csY58" fmla="*/ 60253 h 138215"/>
              <a:gd name="csX59" fmla="*/ 93931 w 145328"/>
              <a:gd name="csY59" fmla="*/ 74424 h 138215"/>
              <a:gd name="csX60" fmla="*/ 32632 w 145328"/>
              <a:gd name="csY60" fmla="*/ 74424 h 138215"/>
              <a:gd name="csX61" fmla="*/ 41104 w 145328"/>
              <a:gd name="csY61" fmla="*/ 60866 h 138215"/>
              <a:gd name="csX62" fmla="*/ 41104 w 145328"/>
              <a:gd name="csY62" fmla="*/ 60866 h 138215"/>
              <a:gd name="csX63" fmla="*/ 48624 w 145328"/>
              <a:gd name="csY63" fmla="*/ 56698 h 138215"/>
              <a:gd name="csX64" fmla="*/ 37209 w 145328"/>
              <a:gd name="csY64" fmla="*/ 109858 h 138215"/>
              <a:gd name="csX65" fmla="*/ 46072 w 145328"/>
              <a:gd name="csY65" fmla="*/ 118721 h 138215"/>
              <a:gd name="csX66" fmla="*/ 37209 w 145328"/>
              <a:gd name="csY66" fmla="*/ 127583 h 138215"/>
              <a:gd name="csX67" fmla="*/ 28412 w 145328"/>
              <a:gd name="csY67" fmla="*/ 119214 h 138215"/>
              <a:gd name="csX68" fmla="*/ 28412 w 145328"/>
              <a:gd name="csY68" fmla="*/ 118227 h 138215"/>
              <a:gd name="csX69" fmla="*/ 37209 w 145328"/>
              <a:gd name="csY69" fmla="*/ 109858 h 138215"/>
              <a:gd name="csX70" fmla="*/ 104564 w 145328"/>
              <a:gd name="csY70" fmla="*/ 109858 h 138215"/>
              <a:gd name="csX71" fmla="*/ 113377 w 145328"/>
              <a:gd name="csY71" fmla="*/ 118227 h 138215"/>
              <a:gd name="csX72" fmla="*/ 113377 w 145328"/>
              <a:gd name="csY72" fmla="*/ 119214 h 138215"/>
              <a:gd name="csX73" fmla="*/ 104564 w 145328"/>
              <a:gd name="csY73" fmla="*/ 127583 h 138215"/>
              <a:gd name="csX74" fmla="*/ 95700 w 145328"/>
              <a:gd name="csY74" fmla="*/ 118721 h 138215"/>
              <a:gd name="csX75" fmla="*/ 104564 w 145328"/>
              <a:gd name="csY75" fmla="*/ 109858 h 138215"/>
            </a:gdLst>
            <a:ahLst/>
            <a:cxnLst/>
            <a:rect l="l" t="t" r="r" b="b"/>
            <a:pathLst>
              <a:path w="100000" h="100000">
                <a:moveTo>
                  <a:pt x="64634" y="2447"/>
                </a:moveTo>
                <a:cubicBezTo>
                  <a:pt x="58534" y="2447"/>
                  <a:pt x="53348" y="6591"/>
                  <a:pt x="51744" y="12198"/>
                </a:cubicBezTo>
                <a:lnTo>
                  <a:pt x="15851" y="12198"/>
                </a:lnTo>
                <a:cubicBezTo>
                  <a:pt x="7141" y="12198"/>
                  <a:pt x="0" y="19338"/>
                  <a:pt x="0" y="28047"/>
                </a:cubicBezTo>
                <a:lnTo>
                  <a:pt x="0" y="63888"/>
                </a:lnTo>
                <a:lnTo>
                  <a:pt x="0" y="67072"/>
                </a:lnTo>
                <a:lnTo>
                  <a:pt x="0" y="74388"/>
                </a:lnTo>
                <a:cubicBezTo>
                  <a:pt x="0" y="81517"/>
                  <a:pt x="5666" y="87381"/>
                  <a:pt x="12714" y="87756"/>
                </a:cubicBezTo>
                <a:cubicBezTo>
                  <a:pt x="14306" y="93386"/>
                  <a:pt x="19503" y="97553"/>
                  <a:pt x="25603" y="97553"/>
                </a:cubicBezTo>
                <a:cubicBezTo>
                  <a:pt x="31702" y="97553"/>
                  <a:pt x="36888" y="93409"/>
                  <a:pt x="38504" y="87802"/>
                </a:cubicBezTo>
                <a:lnTo>
                  <a:pt x="59062" y="87802"/>
                </a:lnTo>
                <a:cubicBezTo>
                  <a:pt x="60666" y="93409"/>
                  <a:pt x="65851" y="97553"/>
                  <a:pt x="71950" y="97553"/>
                </a:cubicBezTo>
                <a:cubicBezTo>
                  <a:pt x="78050" y="97553"/>
                  <a:pt x="83237" y="93409"/>
                  <a:pt x="84840" y="87802"/>
                </a:cubicBezTo>
                <a:lnTo>
                  <a:pt x="86584" y="87802"/>
                </a:lnTo>
                <a:cubicBezTo>
                  <a:pt x="93948" y="87802"/>
                  <a:pt x="100000" y="81751"/>
                  <a:pt x="100000" y="74388"/>
                </a:cubicBezTo>
                <a:lnTo>
                  <a:pt x="100000" y="68196"/>
                </a:lnTo>
                <a:cubicBezTo>
                  <a:pt x="100000" y="62987"/>
                  <a:pt x="96277" y="58457"/>
                  <a:pt x="91173" y="57427"/>
                </a:cubicBezTo>
                <a:lnTo>
                  <a:pt x="91173" y="57427"/>
                </a:lnTo>
                <a:lnTo>
                  <a:pt x="74035" y="53998"/>
                </a:lnTo>
                <a:lnTo>
                  <a:pt x="63170" y="39518"/>
                </a:lnTo>
                <a:cubicBezTo>
                  <a:pt x="60642" y="36135"/>
                  <a:pt x="56661" y="34145"/>
                  <a:pt x="52435" y="34145"/>
                </a:cubicBezTo>
                <a:lnTo>
                  <a:pt x="33458" y="34145"/>
                </a:lnTo>
                <a:cubicBezTo>
                  <a:pt x="28834" y="34145"/>
                  <a:pt x="24526" y="36534"/>
                  <a:pt x="22079" y="40454"/>
                </a:cubicBezTo>
                <a:lnTo>
                  <a:pt x="13569" y="54068"/>
                </a:lnTo>
                <a:lnTo>
                  <a:pt x="7317" y="55425"/>
                </a:lnTo>
                <a:lnTo>
                  <a:pt x="7317" y="28047"/>
                </a:lnTo>
                <a:cubicBezTo>
                  <a:pt x="7317" y="23295"/>
                  <a:pt x="11098" y="19513"/>
                  <a:pt x="15851" y="19513"/>
                </a:cubicBezTo>
                <a:lnTo>
                  <a:pt x="51744" y="19513"/>
                </a:lnTo>
                <a:cubicBezTo>
                  <a:pt x="53348" y="25121"/>
                  <a:pt x="58534" y="29276"/>
                  <a:pt x="64634" y="29276"/>
                </a:cubicBezTo>
                <a:lnTo>
                  <a:pt x="71950" y="29276"/>
                </a:lnTo>
                <a:cubicBezTo>
                  <a:pt x="72700" y="29276"/>
                  <a:pt x="73437" y="29030"/>
                  <a:pt x="74058" y="28597"/>
                </a:cubicBezTo>
                <a:cubicBezTo>
                  <a:pt x="74679" y="28164"/>
                  <a:pt x="75147" y="27544"/>
                  <a:pt x="75392" y="26829"/>
                </a:cubicBezTo>
                <a:lnTo>
                  <a:pt x="84138" y="26829"/>
                </a:lnTo>
                <a:cubicBezTo>
                  <a:pt x="84629" y="26841"/>
                  <a:pt x="85109" y="26747"/>
                  <a:pt x="85554" y="26572"/>
                </a:cubicBezTo>
                <a:cubicBezTo>
                  <a:pt x="86010" y="26385"/>
                  <a:pt x="86420" y="26115"/>
                  <a:pt x="86760" y="25776"/>
                </a:cubicBezTo>
                <a:cubicBezTo>
                  <a:pt x="87111" y="25437"/>
                  <a:pt x="87380" y="25039"/>
                  <a:pt x="87567" y="24582"/>
                </a:cubicBezTo>
                <a:cubicBezTo>
                  <a:pt x="87755" y="24137"/>
                  <a:pt x="87849" y="23657"/>
                  <a:pt x="87849" y="23178"/>
                </a:cubicBezTo>
                <a:cubicBezTo>
                  <a:pt x="87849" y="22686"/>
                  <a:pt x="87755" y="22206"/>
                  <a:pt x="87567" y="21761"/>
                </a:cubicBezTo>
                <a:cubicBezTo>
                  <a:pt x="87380" y="21316"/>
                  <a:pt x="87111" y="20907"/>
                  <a:pt x="86760" y="20567"/>
                </a:cubicBezTo>
                <a:cubicBezTo>
                  <a:pt x="86420" y="20228"/>
                  <a:pt x="86010" y="19959"/>
                  <a:pt x="85554" y="19783"/>
                </a:cubicBezTo>
                <a:cubicBezTo>
                  <a:pt x="85109" y="19595"/>
                  <a:pt x="84629" y="19513"/>
                  <a:pt x="84138" y="19513"/>
                </a:cubicBezTo>
                <a:lnTo>
                  <a:pt x="75603" y="19513"/>
                </a:lnTo>
                <a:lnTo>
                  <a:pt x="75603" y="12104"/>
                </a:lnTo>
                <a:lnTo>
                  <a:pt x="84102" y="12198"/>
                </a:lnTo>
                <a:cubicBezTo>
                  <a:pt x="84594" y="12209"/>
                  <a:pt x="85074" y="12127"/>
                  <a:pt x="85519" y="11952"/>
                </a:cubicBezTo>
                <a:cubicBezTo>
                  <a:pt x="85963" y="11776"/>
                  <a:pt x="86374" y="11507"/>
                  <a:pt x="86725" y="11167"/>
                </a:cubicBezTo>
                <a:cubicBezTo>
                  <a:pt x="87076" y="10828"/>
                  <a:pt x="87345" y="10431"/>
                  <a:pt x="87544" y="9985"/>
                </a:cubicBezTo>
                <a:cubicBezTo>
                  <a:pt x="87731" y="9541"/>
                  <a:pt x="87837" y="9061"/>
                  <a:pt x="87837" y="8581"/>
                </a:cubicBezTo>
                <a:cubicBezTo>
                  <a:pt x="87837" y="8101"/>
                  <a:pt x="87755" y="7621"/>
                  <a:pt x="87567" y="7177"/>
                </a:cubicBezTo>
                <a:cubicBezTo>
                  <a:pt x="87392" y="6720"/>
                  <a:pt x="87123" y="6310"/>
                  <a:pt x="86783" y="5970"/>
                </a:cubicBezTo>
                <a:cubicBezTo>
                  <a:pt x="86444" y="5631"/>
                  <a:pt x="86034" y="5350"/>
                  <a:pt x="85589" y="5175"/>
                </a:cubicBezTo>
                <a:cubicBezTo>
                  <a:pt x="85144" y="4987"/>
                  <a:pt x="84664" y="4882"/>
                  <a:pt x="84184" y="4882"/>
                </a:cubicBezTo>
                <a:lnTo>
                  <a:pt x="75358" y="4788"/>
                </a:lnTo>
                <a:cubicBezTo>
                  <a:pt x="75088" y="4097"/>
                  <a:pt x="74631" y="3512"/>
                  <a:pt x="74023" y="3091"/>
                </a:cubicBezTo>
                <a:cubicBezTo>
                  <a:pt x="73414" y="2669"/>
                  <a:pt x="72688" y="2447"/>
                  <a:pt x="71950" y="2447"/>
                </a:cubicBezTo>
                <a:lnTo>
                  <a:pt x="64634" y="2447"/>
                </a:lnTo>
                <a:close/>
                <a:moveTo>
                  <a:pt x="33458" y="41461"/>
                </a:moveTo>
                <a:lnTo>
                  <a:pt x="52435" y="41461"/>
                </a:lnTo>
                <a:cubicBezTo>
                  <a:pt x="54355" y="41461"/>
                  <a:pt x="56158" y="42362"/>
                  <a:pt x="57317" y="43907"/>
                </a:cubicBezTo>
                <a:lnTo>
                  <a:pt x="64634" y="53658"/>
                </a:lnTo>
                <a:lnTo>
                  <a:pt x="22454" y="53658"/>
                </a:lnTo>
                <a:lnTo>
                  <a:pt x="28284" y="44329"/>
                </a:lnTo>
                <a:lnTo>
                  <a:pt x="28284" y="44329"/>
                </a:lnTo>
                <a:cubicBezTo>
                  <a:pt x="29408" y="42538"/>
                  <a:pt x="31351" y="41461"/>
                  <a:pt x="33458" y="41461"/>
                </a:cubicBezTo>
                <a:close/>
                <a:moveTo>
                  <a:pt x="25603" y="78040"/>
                </a:moveTo>
                <a:cubicBezTo>
                  <a:pt x="29010" y="78040"/>
                  <a:pt x="31702" y="80732"/>
                  <a:pt x="31702" y="84139"/>
                </a:cubicBezTo>
                <a:cubicBezTo>
                  <a:pt x="31702" y="87545"/>
                  <a:pt x="29010" y="90237"/>
                  <a:pt x="25603" y="90237"/>
                </a:cubicBezTo>
                <a:cubicBezTo>
                  <a:pt x="22325" y="90237"/>
                  <a:pt x="19715" y="87721"/>
                  <a:pt x="19550" y="84478"/>
                </a:cubicBezTo>
                <a:cubicBezTo>
                  <a:pt x="19562" y="84255"/>
                  <a:pt x="19562" y="84021"/>
                  <a:pt x="19550" y="83799"/>
                </a:cubicBezTo>
                <a:cubicBezTo>
                  <a:pt x="19715" y="80557"/>
                  <a:pt x="22325" y="78040"/>
                  <a:pt x="25603" y="78040"/>
                </a:cubicBezTo>
                <a:close/>
                <a:moveTo>
                  <a:pt x="71950" y="78040"/>
                </a:moveTo>
                <a:cubicBezTo>
                  <a:pt x="75240" y="78040"/>
                  <a:pt x="77839" y="80557"/>
                  <a:pt x="78015" y="83799"/>
                </a:cubicBezTo>
                <a:cubicBezTo>
                  <a:pt x="77992" y="84021"/>
                  <a:pt x="77992" y="84255"/>
                  <a:pt x="78015" y="84478"/>
                </a:cubicBezTo>
                <a:cubicBezTo>
                  <a:pt x="77839" y="87721"/>
                  <a:pt x="75240" y="90237"/>
                  <a:pt x="71950" y="90237"/>
                </a:cubicBezTo>
                <a:cubicBezTo>
                  <a:pt x="68544" y="90237"/>
                  <a:pt x="65851" y="87545"/>
                  <a:pt x="65851" y="84139"/>
                </a:cubicBezTo>
                <a:cubicBezTo>
                  <a:pt x="65851" y="80732"/>
                  <a:pt x="68544" y="78040"/>
                  <a:pt x="71950" y="7804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4" name="Красный — SVG 7">
            <a:extLst>
              <a:ext uri="{FF2B5EF4-FFF2-40B4-BE49-F238E27FC236}">
                <a16:creationId xmlns:a16="http://schemas.microsoft.com/office/drawing/2014/main" id="{A54E0F00-3DDA-FD4B-A220-C08219154ADB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104564 w 141772"/>
              <a:gd name="csY0" fmla="*/ 0 h 134676"/>
              <a:gd name="csX1" fmla="*/ 67339 w 141772"/>
              <a:gd name="csY1" fmla="*/ 37203 h 134676"/>
              <a:gd name="csX2" fmla="*/ 78551 w 141772"/>
              <a:gd name="csY2" fmla="*/ 67330 h 134676"/>
              <a:gd name="csX3" fmla="*/ 99239 w 141772"/>
              <a:gd name="csY3" fmla="*/ 67330 h 134676"/>
              <a:gd name="csX4" fmla="*/ 99239 w 141772"/>
              <a:gd name="csY4" fmla="*/ 48362 h 134676"/>
              <a:gd name="csX5" fmla="*/ 95786 w 141772"/>
              <a:gd name="csY5" fmla="*/ 45981 h 134676"/>
              <a:gd name="csX6" fmla="*/ 90392 w 141772"/>
              <a:gd name="csY6" fmla="*/ 41184 h 134676"/>
              <a:gd name="csX7" fmla="*/ 89967 w 141772"/>
              <a:gd name="csY7" fmla="*/ 33682 h 134676"/>
              <a:gd name="csX8" fmla="*/ 97470 w 141772"/>
              <a:gd name="csY8" fmla="*/ 33257 h 134676"/>
              <a:gd name="csX9" fmla="*/ 103084 w 141772"/>
              <a:gd name="csY9" fmla="*/ 38258 h 134676"/>
              <a:gd name="csX10" fmla="*/ 104564 w 141772"/>
              <a:gd name="csY10" fmla="*/ 38989 h 134676"/>
              <a:gd name="csX11" fmla="*/ 105806 w 141772"/>
              <a:gd name="csY11" fmla="*/ 38462 h 134676"/>
              <a:gd name="csX12" fmla="*/ 111659 w 141772"/>
              <a:gd name="csY12" fmla="*/ 33240 h 134676"/>
              <a:gd name="csX13" fmla="*/ 119162 w 141772"/>
              <a:gd name="csY13" fmla="*/ 33682 h 134676"/>
              <a:gd name="csX14" fmla="*/ 118737 w 141772"/>
              <a:gd name="csY14" fmla="*/ 41184 h 134676"/>
              <a:gd name="csX15" fmla="*/ 113105 w 141772"/>
              <a:gd name="csY15" fmla="*/ 46185 h 134676"/>
              <a:gd name="csX16" fmla="*/ 109873 w 141772"/>
              <a:gd name="csY16" fmla="*/ 48414 h 134676"/>
              <a:gd name="csX17" fmla="*/ 109873 w 141772"/>
              <a:gd name="csY17" fmla="*/ 67330 h 134676"/>
              <a:gd name="csX18" fmla="*/ 130578 w 141772"/>
              <a:gd name="csY18" fmla="*/ 67330 h 134676"/>
              <a:gd name="csX19" fmla="*/ 141773 w 141772"/>
              <a:gd name="csY19" fmla="*/ 37203 h 134676"/>
              <a:gd name="csX20" fmla="*/ 104564 w 141772"/>
              <a:gd name="csY20" fmla="*/ 0 h 134676"/>
              <a:gd name="csX21" fmla="*/ 10940 w 141772"/>
              <a:gd name="csY21" fmla="*/ 42528 h 134676"/>
              <a:gd name="csX22" fmla="*/ 5648 w 141772"/>
              <a:gd name="csY22" fmla="*/ 45981 h 134676"/>
              <a:gd name="csX23" fmla="*/ 0 w 141772"/>
              <a:gd name="csY23" fmla="*/ 79731 h 134676"/>
              <a:gd name="csX24" fmla="*/ 528 w 141772"/>
              <a:gd name="csY24" fmla="*/ 87420 h 134676"/>
              <a:gd name="csX25" fmla="*/ 32853 w 141772"/>
              <a:gd name="csY25" fmla="*/ 51629 h 134676"/>
              <a:gd name="csX26" fmla="*/ 11926 w 141772"/>
              <a:gd name="csY26" fmla="*/ 42681 h 134676"/>
              <a:gd name="csX27" fmla="*/ 10940 w 141772"/>
              <a:gd name="csY27" fmla="*/ 42528 h 134676"/>
              <a:gd name="csX28" fmla="*/ 55242 w 141772"/>
              <a:gd name="csY28" fmla="*/ 56715 h 134676"/>
              <a:gd name="csX29" fmla="*/ 54222 w 141772"/>
              <a:gd name="csY29" fmla="*/ 56749 h 134676"/>
              <a:gd name="csX30" fmla="*/ 10633 w 141772"/>
              <a:gd name="csY30" fmla="*/ 93918 h 134676"/>
              <a:gd name="csX31" fmla="*/ 23751 w 141772"/>
              <a:gd name="csY31" fmla="*/ 114689 h 134676"/>
              <a:gd name="csX32" fmla="*/ 51414 w 141772"/>
              <a:gd name="csY32" fmla="*/ 134677 h 134676"/>
              <a:gd name="csX33" fmla="*/ 86837 w 141772"/>
              <a:gd name="csY33" fmla="*/ 134677 h 134676"/>
              <a:gd name="csX34" fmla="*/ 109873 w 141772"/>
              <a:gd name="csY34" fmla="*/ 111627 h 134676"/>
              <a:gd name="csX35" fmla="*/ 109873 w 141772"/>
              <a:gd name="csY35" fmla="*/ 99226 h 134676"/>
              <a:gd name="csX36" fmla="*/ 111727 w 141772"/>
              <a:gd name="csY36" fmla="*/ 99226 h 134676"/>
              <a:gd name="csX37" fmla="*/ 122156 w 141772"/>
              <a:gd name="csY37" fmla="*/ 90686 h 134676"/>
              <a:gd name="csX38" fmla="*/ 124402 w 141772"/>
              <a:gd name="csY38" fmla="*/ 79391 h 134676"/>
              <a:gd name="csX39" fmla="*/ 124793 w 141772"/>
              <a:gd name="csY39" fmla="*/ 77962 h 134676"/>
              <a:gd name="csX40" fmla="*/ 84335 w 141772"/>
              <a:gd name="csY40" fmla="*/ 77962 h 134676"/>
              <a:gd name="csX41" fmla="*/ 84710 w 141772"/>
              <a:gd name="csY41" fmla="*/ 79391 h 134676"/>
              <a:gd name="csX42" fmla="*/ 86973 w 141772"/>
              <a:gd name="csY42" fmla="*/ 90686 h 134676"/>
              <a:gd name="csX43" fmla="*/ 97402 w 141772"/>
              <a:gd name="csY43" fmla="*/ 99226 h 134676"/>
              <a:gd name="csX44" fmla="*/ 99239 w 141772"/>
              <a:gd name="csY44" fmla="*/ 99226 h 134676"/>
              <a:gd name="csX45" fmla="*/ 99239 w 141772"/>
              <a:gd name="csY45" fmla="*/ 111627 h 134676"/>
              <a:gd name="csX46" fmla="*/ 86837 w 141772"/>
              <a:gd name="csY46" fmla="*/ 124045 h 134676"/>
              <a:gd name="csX47" fmla="*/ 51414 w 141772"/>
              <a:gd name="csY47" fmla="*/ 124045 h 134676"/>
              <a:gd name="csX48" fmla="*/ 36953 w 141772"/>
              <a:gd name="csY48" fmla="*/ 116866 h 134676"/>
              <a:gd name="csX49" fmla="*/ 36936 w 141772"/>
              <a:gd name="csY49" fmla="*/ 116849 h 134676"/>
              <a:gd name="csX50" fmla="*/ 33687 w 141772"/>
              <a:gd name="csY50" fmla="*/ 109636 h 134676"/>
              <a:gd name="csX51" fmla="*/ 36341 w 141772"/>
              <a:gd name="csY51" fmla="*/ 91554 h 134676"/>
              <a:gd name="csX52" fmla="*/ 43282 w 141772"/>
              <a:gd name="csY52" fmla="*/ 88951 h 134676"/>
              <a:gd name="csX53" fmla="*/ 45579 w 141772"/>
              <a:gd name="csY53" fmla="*/ 96164 h 134676"/>
              <a:gd name="csX54" fmla="*/ 44065 w 141772"/>
              <a:gd name="csY54" fmla="*/ 107289 h 134676"/>
              <a:gd name="csX55" fmla="*/ 51023 w 141772"/>
              <a:gd name="csY55" fmla="*/ 113345 h 134676"/>
              <a:gd name="csX56" fmla="*/ 63800 w 141772"/>
              <a:gd name="csY56" fmla="*/ 90363 h 134676"/>
              <a:gd name="csX57" fmla="*/ 60142 w 141772"/>
              <a:gd name="csY57" fmla="*/ 60900 h 134676"/>
              <a:gd name="csX58" fmla="*/ 55242 w 141772"/>
              <a:gd name="csY58" fmla="*/ 56715 h 134676"/>
            </a:gdLst>
            <a:ahLst/>
            <a:cxnLst/>
            <a:rect l="l" t="t" r="r" b="b"/>
            <a:pathLst>
              <a:path w="100000" h="100000">
                <a:moveTo>
                  <a:pt x="73755" y="2503"/>
                </a:moveTo>
                <a:cubicBezTo>
                  <a:pt x="59835" y="2503"/>
                  <a:pt x="47498" y="13746"/>
                  <a:pt x="47498" y="28744"/>
                </a:cubicBezTo>
                <a:cubicBezTo>
                  <a:pt x="47498" y="39255"/>
                  <a:pt x="51842" y="44955"/>
                  <a:pt x="55407" y="49994"/>
                </a:cubicBezTo>
                <a:lnTo>
                  <a:pt x="69999" y="49994"/>
                </a:lnTo>
                <a:lnTo>
                  <a:pt x="69999" y="36615"/>
                </a:lnTo>
                <a:cubicBezTo>
                  <a:pt x="69123" y="36195"/>
                  <a:pt x="68295" y="35655"/>
                  <a:pt x="67563" y="34936"/>
                </a:cubicBezTo>
                <a:lnTo>
                  <a:pt x="63759" y="31552"/>
                </a:lnTo>
                <a:cubicBezTo>
                  <a:pt x="62210" y="30172"/>
                  <a:pt x="62079" y="27809"/>
                  <a:pt x="63459" y="26260"/>
                </a:cubicBezTo>
                <a:cubicBezTo>
                  <a:pt x="64827" y="24713"/>
                  <a:pt x="67203" y="24568"/>
                  <a:pt x="68751" y="25961"/>
                </a:cubicBezTo>
                <a:lnTo>
                  <a:pt x="72711" y="29488"/>
                </a:lnTo>
                <a:cubicBezTo>
                  <a:pt x="73191" y="29956"/>
                  <a:pt x="73563" y="30004"/>
                  <a:pt x="73755" y="30004"/>
                </a:cubicBezTo>
                <a:cubicBezTo>
                  <a:pt x="73948" y="30004"/>
                  <a:pt x="74319" y="29945"/>
                  <a:pt x="74631" y="29632"/>
                </a:cubicBezTo>
                <a:lnTo>
                  <a:pt x="78760" y="25949"/>
                </a:lnTo>
                <a:cubicBezTo>
                  <a:pt x="80308" y="24568"/>
                  <a:pt x="82671" y="24701"/>
                  <a:pt x="84052" y="26260"/>
                </a:cubicBezTo>
                <a:cubicBezTo>
                  <a:pt x="85432" y="27797"/>
                  <a:pt x="85300" y="30172"/>
                  <a:pt x="83752" y="31552"/>
                </a:cubicBezTo>
                <a:lnTo>
                  <a:pt x="79780" y="35080"/>
                </a:lnTo>
                <a:cubicBezTo>
                  <a:pt x="79119" y="35752"/>
                  <a:pt x="78328" y="36255"/>
                  <a:pt x="77500" y="36652"/>
                </a:cubicBezTo>
                <a:lnTo>
                  <a:pt x="77500" y="49994"/>
                </a:lnTo>
                <a:lnTo>
                  <a:pt x="92104" y="49994"/>
                </a:lnTo>
                <a:cubicBezTo>
                  <a:pt x="95668" y="44955"/>
                  <a:pt x="100001" y="39255"/>
                  <a:pt x="100001" y="28744"/>
                </a:cubicBezTo>
                <a:cubicBezTo>
                  <a:pt x="100001" y="13746"/>
                  <a:pt x="87676" y="2503"/>
                  <a:pt x="73755" y="2503"/>
                </a:cubicBezTo>
                <a:close/>
                <a:moveTo>
                  <a:pt x="7717" y="32500"/>
                </a:moveTo>
                <a:cubicBezTo>
                  <a:pt x="6108" y="32416"/>
                  <a:pt x="4572" y="33376"/>
                  <a:pt x="3984" y="34936"/>
                </a:cubicBezTo>
                <a:cubicBezTo>
                  <a:pt x="3828" y="35367"/>
                  <a:pt x="0" y="45723"/>
                  <a:pt x="0" y="58742"/>
                </a:cubicBezTo>
                <a:cubicBezTo>
                  <a:pt x="0" y="60685"/>
                  <a:pt x="144" y="62473"/>
                  <a:pt x="372" y="64165"/>
                </a:cubicBezTo>
                <a:cubicBezTo>
                  <a:pt x="2364" y="51110"/>
                  <a:pt x="12696" y="43203"/>
                  <a:pt x="23173" y="38920"/>
                </a:cubicBezTo>
                <a:cubicBezTo>
                  <a:pt x="16273" y="34636"/>
                  <a:pt x="8856" y="32728"/>
                  <a:pt x="8412" y="32608"/>
                </a:cubicBezTo>
                <a:cubicBezTo>
                  <a:pt x="8172" y="32560"/>
                  <a:pt x="7944" y="32524"/>
                  <a:pt x="7717" y="32500"/>
                </a:cubicBezTo>
                <a:close/>
                <a:moveTo>
                  <a:pt x="38965" y="42507"/>
                </a:moveTo>
                <a:cubicBezTo>
                  <a:pt x="38738" y="42495"/>
                  <a:pt x="38486" y="42507"/>
                  <a:pt x="38246" y="42531"/>
                </a:cubicBezTo>
                <a:cubicBezTo>
                  <a:pt x="36985" y="42699"/>
                  <a:pt x="7500" y="46970"/>
                  <a:pt x="7500" y="68748"/>
                </a:cubicBezTo>
                <a:cubicBezTo>
                  <a:pt x="7500" y="75468"/>
                  <a:pt x="11124" y="80856"/>
                  <a:pt x="16753" y="83399"/>
                </a:cubicBezTo>
                <a:cubicBezTo>
                  <a:pt x="19429" y="90227"/>
                  <a:pt x="25933" y="97498"/>
                  <a:pt x="36265" y="97498"/>
                </a:cubicBezTo>
                <a:lnTo>
                  <a:pt x="61251" y="97498"/>
                </a:lnTo>
                <a:cubicBezTo>
                  <a:pt x="70179" y="97498"/>
                  <a:pt x="77500" y="90179"/>
                  <a:pt x="77500" y="81240"/>
                </a:cubicBezTo>
                <a:lnTo>
                  <a:pt x="77500" y="72492"/>
                </a:lnTo>
                <a:lnTo>
                  <a:pt x="78808" y="72492"/>
                </a:lnTo>
                <a:cubicBezTo>
                  <a:pt x="82384" y="72492"/>
                  <a:pt x="85456" y="69972"/>
                  <a:pt x="86164" y="66469"/>
                </a:cubicBezTo>
                <a:lnTo>
                  <a:pt x="87748" y="58502"/>
                </a:lnTo>
                <a:cubicBezTo>
                  <a:pt x="87820" y="58153"/>
                  <a:pt x="87928" y="57829"/>
                  <a:pt x="88024" y="57494"/>
                </a:cubicBezTo>
                <a:lnTo>
                  <a:pt x="59486" y="57494"/>
                </a:lnTo>
                <a:cubicBezTo>
                  <a:pt x="59583" y="57829"/>
                  <a:pt x="59679" y="58153"/>
                  <a:pt x="59751" y="58502"/>
                </a:cubicBezTo>
                <a:lnTo>
                  <a:pt x="61347" y="66469"/>
                </a:lnTo>
                <a:cubicBezTo>
                  <a:pt x="62043" y="69972"/>
                  <a:pt x="65127" y="72492"/>
                  <a:pt x="68703" y="72492"/>
                </a:cubicBezTo>
                <a:lnTo>
                  <a:pt x="69999" y="72492"/>
                </a:lnTo>
                <a:lnTo>
                  <a:pt x="69999" y="81240"/>
                </a:lnTo>
                <a:cubicBezTo>
                  <a:pt x="69999" y="86123"/>
                  <a:pt x="66123" y="89999"/>
                  <a:pt x="61251" y="89999"/>
                </a:cubicBezTo>
                <a:lnTo>
                  <a:pt x="36265" y="89999"/>
                </a:lnTo>
                <a:cubicBezTo>
                  <a:pt x="31549" y="89999"/>
                  <a:pt x="28262" y="87815"/>
                  <a:pt x="26065" y="84935"/>
                </a:cubicBezTo>
                <a:cubicBezTo>
                  <a:pt x="26053" y="84935"/>
                  <a:pt x="26053" y="84923"/>
                  <a:pt x="26053" y="84923"/>
                </a:cubicBezTo>
                <a:cubicBezTo>
                  <a:pt x="25009" y="83471"/>
                  <a:pt x="24169" y="81792"/>
                  <a:pt x="23761" y="79835"/>
                </a:cubicBezTo>
                <a:cubicBezTo>
                  <a:pt x="22453" y="73524"/>
                  <a:pt x="25597" y="67141"/>
                  <a:pt x="25633" y="67081"/>
                </a:cubicBezTo>
                <a:cubicBezTo>
                  <a:pt x="26605" y="65257"/>
                  <a:pt x="28897" y="64609"/>
                  <a:pt x="30529" y="65245"/>
                </a:cubicBezTo>
                <a:cubicBezTo>
                  <a:pt x="32461" y="66013"/>
                  <a:pt x="32894" y="68569"/>
                  <a:pt x="32150" y="70333"/>
                </a:cubicBezTo>
                <a:cubicBezTo>
                  <a:pt x="31525" y="71916"/>
                  <a:pt x="30577" y="76008"/>
                  <a:pt x="31082" y="78180"/>
                </a:cubicBezTo>
                <a:cubicBezTo>
                  <a:pt x="31693" y="80892"/>
                  <a:pt x="33397" y="82343"/>
                  <a:pt x="35989" y="82451"/>
                </a:cubicBezTo>
                <a:cubicBezTo>
                  <a:pt x="41762" y="79440"/>
                  <a:pt x="45002" y="73836"/>
                  <a:pt x="45002" y="66241"/>
                </a:cubicBezTo>
                <a:cubicBezTo>
                  <a:pt x="45002" y="57614"/>
                  <a:pt x="42518" y="45951"/>
                  <a:pt x="42422" y="45459"/>
                </a:cubicBezTo>
                <a:cubicBezTo>
                  <a:pt x="42062" y="43791"/>
                  <a:pt x="40634" y="42615"/>
                  <a:pt x="38965" y="4250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5" name="Красный — SVG 8">
            <a:extLst>
              <a:ext uri="{FF2B5EF4-FFF2-40B4-BE49-F238E27FC236}">
                <a16:creationId xmlns:a16="http://schemas.microsoft.com/office/drawing/2014/main" id="{BE08474D-2B88-4E4B-99F7-2624FF2D6305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19494 w 152385"/>
              <a:gd name="csY0" fmla="*/ 0 h 148830"/>
              <a:gd name="csX1" fmla="*/ 0 w 152385"/>
              <a:gd name="csY1" fmla="*/ 19495 h 148830"/>
              <a:gd name="csX2" fmla="*/ 0 w 152385"/>
              <a:gd name="csY2" fmla="*/ 129353 h 148830"/>
              <a:gd name="csX3" fmla="*/ 5317 w 152385"/>
              <a:gd name="csY3" fmla="*/ 134677 h 148830"/>
              <a:gd name="csX4" fmla="*/ 78519 w 152385"/>
              <a:gd name="csY4" fmla="*/ 134677 h 148830"/>
              <a:gd name="csX5" fmla="*/ 78372 w 152385"/>
              <a:gd name="csY5" fmla="*/ 133724 h 148830"/>
              <a:gd name="csX6" fmla="*/ 63800 w 152385"/>
              <a:gd name="csY6" fmla="*/ 104550 h 148830"/>
              <a:gd name="csX7" fmla="*/ 81523 w 152385"/>
              <a:gd name="csY7" fmla="*/ 68793 h 148830"/>
              <a:gd name="csX8" fmla="*/ 81523 w 152385"/>
              <a:gd name="csY8" fmla="*/ 19495 h 148830"/>
              <a:gd name="csX9" fmla="*/ 62028 w 152385"/>
              <a:gd name="csY9" fmla="*/ 0 h 148830"/>
              <a:gd name="csX10" fmla="*/ 19494 w 152385"/>
              <a:gd name="csY10" fmla="*/ 0 h 148830"/>
              <a:gd name="csX11" fmla="*/ 88611 w 152385"/>
              <a:gd name="csY11" fmla="*/ 17725 h 148830"/>
              <a:gd name="csX12" fmla="*/ 88611 w 152385"/>
              <a:gd name="csY12" fmla="*/ 64149 h 148830"/>
              <a:gd name="csX13" fmla="*/ 93063 w 152385"/>
              <a:gd name="csY13" fmla="*/ 61988 h 148830"/>
              <a:gd name="csX14" fmla="*/ 119092 w 152385"/>
              <a:gd name="csY14" fmla="*/ 56698 h 148830"/>
              <a:gd name="csX15" fmla="*/ 119155 w 152385"/>
              <a:gd name="csY15" fmla="*/ 56698 h 148830"/>
              <a:gd name="csX16" fmla="*/ 134690 w 152385"/>
              <a:gd name="csY16" fmla="*/ 58535 h 148830"/>
              <a:gd name="csX17" fmla="*/ 134690 w 152385"/>
              <a:gd name="csY17" fmla="*/ 37203 h 148830"/>
              <a:gd name="csX18" fmla="*/ 115194 w 152385"/>
              <a:gd name="csY18" fmla="*/ 17725 h 148830"/>
              <a:gd name="csX19" fmla="*/ 88611 w 152385"/>
              <a:gd name="csY19" fmla="*/ 17725 h 148830"/>
              <a:gd name="csX20" fmla="*/ 24811 w 152385"/>
              <a:gd name="csY20" fmla="*/ 24802 h 148830"/>
              <a:gd name="csX21" fmla="*/ 31900 w 152385"/>
              <a:gd name="csY21" fmla="*/ 24802 h 148830"/>
              <a:gd name="csX22" fmla="*/ 35444 w 152385"/>
              <a:gd name="csY22" fmla="*/ 28357 h 148830"/>
              <a:gd name="csX23" fmla="*/ 35444 w 152385"/>
              <a:gd name="csY23" fmla="*/ 35434 h 148830"/>
              <a:gd name="csX24" fmla="*/ 31900 w 152385"/>
              <a:gd name="csY24" fmla="*/ 38989 h 148830"/>
              <a:gd name="csX25" fmla="*/ 24811 w 152385"/>
              <a:gd name="csY25" fmla="*/ 38989 h 148830"/>
              <a:gd name="csX26" fmla="*/ 21267 w 152385"/>
              <a:gd name="csY26" fmla="*/ 35434 h 148830"/>
              <a:gd name="csX27" fmla="*/ 21267 w 152385"/>
              <a:gd name="csY27" fmla="*/ 28357 h 148830"/>
              <a:gd name="csX28" fmla="*/ 24811 w 152385"/>
              <a:gd name="csY28" fmla="*/ 24802 h 148830"/>
              <a:gd name="csX29" fmla="*/ 49623 w 152385"/>
              <a:gd name="csY29" fmla="*/ 24802 h 148830"/>
              <a:gd name="csX30" fmla="*/ 56711 w 152385"/>
              <a:gd name="csY30" fmla="*/ 24802 h 148830"/>
              <a:gd name="csX31" fmla="*/ 60256 w 152385"/>
              <a:gd name="csY31" fmla="*/ 28357 h 148830"/>
              <a:gd name="csX32" fmla="*/ 60256 w 152385"/>
              <a:gd name="csY32" fmla="*/ 35434 h 148830"/>
              <a:gd name="csX33" fmla="*/ 56711 w 152385"/>
              <a:gd name="csY33" fmla="*/ 38989 h 148830"/>
              <a:gd name="csX34" fmla="*/ 49623 w 152385"/>
              <a:gd name="csY34" fmla="*/ 38989 h 148830"/>
              <a:gd name="csX35" fmla="*/ 46077 w 152385"/>
              <a:gd name="csY35" fmla="*/ 35434 h 148830"/>
              <a:gd name="csX36" fmla="*/ 46077 w 152385"/>
              <a:gd name="csY36" fmla="*/ 28357 h 148830"/>
              <a:gd name="csX37" fmla="*/ 49623 w 152385"/>
              <a:gd name="csY37" fmla="*/ 24802 h 148830"/>
              <a:gd name="csX38" fmla="*/ 106334 w 152385"/>
              <a:gd name="csY38" fmla="*/ 35434 h 148830"/>
              <a:gd name="csX39" fmla="*/ 113423 w 152385"/>
              <a:gd name="csY39" fmla="*/ 35434 h 148830"/>
              <a:gd name="csX40" fmla="*/ 116967 w 152385"/>
              <a:gd name="csY40" fmla="*/ 38989 h 148830"/>
              <a:gd name="csX41" fmla="*/ 116967 w 152385"/>
              <a:gd name="csY41" fmla="*/ 46066 h 148830"/>
              <a:gd name="csX42" fmla="*/ 113423 w 152385"/>
              <a:gd name="csY42" fmla="*/ 49621 h 148830"/>
              <a:gd name="csX43" fmla="*/ 106334 w 152385"/>
              <a:gd name="csY43" fmla="*/ 49621 h 148830"/>
              <a:gd name="csX44" fmla="*/ 102790 w 152385"/>
              <a:gd name="csY44" fmla="*/ 46066 h 148830"/>
              <a:gd name="csX45" fmla="*/ 102790 w 152385"/>
              <a:gd name="csY45" fmla="*/ 38989 h 148830"/>
              <a:gd name="csX46" fmla="*/ 106334 w 152385"/>
              <a:gd name="csY46" fmla="*/ 35434 h 148830"/>
              <a:gd name="csX47" fmla="*/ 24811 w 152385"/>
              <a:gd name="csY47" fmla="*/ 49621 h 148830"/>
              <a:gd name="csX48" fmla="*/ 31900 w 152385"/>
              <a:gd name="csY48" fmla="*/ 49621 h 148830"/>
              <a:gd name="csX49" fmla="*/ 35444 w 152385"/>
              <a:gd name="csY49" fmla="*/ 53160 h 148830"/>
              <a:gd name="csX50" fmla="*/ 35444 w 152385"/>
              <a:gd name="csY50" fmla="*/ 60253 h 148830"/>
              <a:gd name="csX51" fmla="*/ 31900 w 152385"/>
              <a:gd name="csY51" fmla="*/ 63792 h 148830"/>
              <a:gd name="csX52" fmla="*/ 24811 w 152385"/>
              <a:gd name="csY52" fmla="*/ 63792 h 148830"/>
              <a:gd name="csX53" fmla="*/ 21267 w 152385"/>
              <a:gd name="csY53" fmla="*/ 60253 h 148830"/>
              <a:gd name="csX54" fmla="*/ 21267 w 152385"/>
              <a:gd name="csY54" fmla="*/ 53160 h 148830"/>
              <a:gd name="csX55" fmla="*/ 24811 w 152385"/>
              <a:gd name="csY55" fmla="*/ 49621 h 148830"/>
              <a:gd name="csX56" fmla="*/ 49623 w 152385"/>
              <a:gd name="csY56" fmla="*/ 49621 h 148830"/>
              <a:gd name="csX57" fmla="*/ 56711 w 152385"/>
              <a:gd name="csY57" fmla="*/ 49621 h 148830"/>
              <a:gd name="csX58" fmla="*/ 60256 w 152385"/>
              <a:gd name="csY58" fmla="*/ 53160 h 148830"/>
              <a:gd name="csX59" fmla="*/ 60256 w 152385"/>
              <a:gd name="csY59" fmla="*/ 60253 h 148830"/>
              <a:gd name="csX60" fmla="*/ 56711 w 152385"/>
              <a:gd name="csY60" fmla="*/ 63792 h 148830"/>
              <a:gd name="csX61" fmla="*/ 49623 w 152385"/>
              <a:gd name="csY61" fmla="*/ 63792 h 148830"/>
              <a:gd name="csX62" fmla="*/ 46077 w 152385"/>
              <a:gd name="csY62" fmla="*/ 60253 h 148830"/>
              <a:gd name="csX63" fmla="*/ 46077 w 152385"/>
              <a:gd name="csY63" fmla="*/ 53160 h 148830"/>
              <a:gd name="csX64" fmla="*/ 49623 w 152385"/>
              <a:gd name="csY64" fmla="*/ 49621 h 148830"/>
              <a:gd name="csX65" fmla="*/ 119148 w 152385"/>
              <a:gd name="csY65" fmla="*/ 63792 h 148830"/>
              <a:gd name="csX66" fmla="*/ 95797 w 152385"/>
              <a:gd name="csY66" fmla="*/ 68521 h 148830"/>
              <a:gd name="csX67" fmla="*/ 70890 w 152385"/>
              <a:gd name="csY67" fmla="*/ 104550 h 148830"/>
              <a:gd name="csX68" fmla="*/ 85164 w 152385"/>
              <a:gd name="csY68" fmla="*/ 129931 h 148830"/>
              <a:gd name="csX69" fmla="*/ 89317 w 152385"/>
              <a:gd name="csY69" fmla="*/ 146176 h 148830"/>
              <a:gd name="csX70" fmla="*/ 93907 w 152385"/>
              <a:gd name="csY70" fmla="*/ 148830 h 148830"/>
              <a:gd name="csX71" fmla="*/ 96531 w 152385"/>
              <a:gd name="csY71" fmla="*/ 148133 h 148830"/>
              <a:gd name="csX72" fmla="*/ 98552 w 152385"/>
              <a:gd name="csY72" fmla="*/ 140920 h 148830"/>
              <a:gd name="csX73" fmla="*/ 95700 w 152385"/>
              <a:gd name="csY73" fmla="*/ 127583 h 148830"/>
              <a:gd name="csX74" fmla="*/ 110951 w 152385"/>
              <a:gd name="csY74" fmla="*/ 93085 h 148830"/>
              <a:gd name="csX75" fmla="*/ 111547 w 152385"/>
              <a:gd name="csY75" fmla="*/ 92676 h 148830"/>
              <a:gd name="csX76" fmla="*/ 116428 w 152385"/>
              <a:gd name="csY76" fmla="*/ 93816 h 148830"/>
              <a:gd name="csX77" fmla="*/ 115320 w 152385"/>
              <a:gd name="csY77" fmla="*/ 98681 h 148830"/>
              <a:gd name="csX78" fmla="*/ 102790 w 152385"/>
              <a:gd name="csY78" fmla="*/ 127583 h 148830"/>
              <a:gd name="csX79" fmla="*/ 115194 w 152385"/>
              <a:gd name="csY79" fmla="*/ 138215 h 148830"/>
              <a:gd name="csX80" fmla="*/ 141778 w 152385"/>
              <a:gd name="csY80" fmla="*/ 118721 h 148830"/>
              <a:gd name="csX81" fmla="*/ 145191 w 152385"/>
              <a:gd name="csY81" fmla="*/ 100297 h 148830"/>
              <a:gd name="csX82" fmla="*/ 150892 w 152385"/>
              <a:gd name="csY82" fmla="*/ 80412 h 148830"/>
              <a:gd name="csX83" fmla="*/ 152355 w 152385"/>
              <a:gd name="csY83" fmla="*/ 76142 h 148830"/>
              <a:gd name="csX84" fmla="*/ 150007 w 152385"/>
              <a:gd name="csY84" fmla="*/ 72280 h 148830"/>
              <a:gd name="csX85" fmla="*/ 119148 w 152385"/>
              <a:gd name="csY85" fmla="*/ 63792 h 148830"/>
              <a:gd name="csX86" fmla="*/ 24811 w 152385"/>
              <a:gd name="csY86" fmla="*/ 74424 h 148830"/>
              <a:gd name="csX87" fmla="*/ 31900 w 152385"/>
              <a:gd name="csY87" fmla="*/ 74424 h 148830"/>
              <a:gd name="csX88" fmla="*/ 35444 w 152385"/>
              <a:gd name="csY88" fmla="*/ 77962 h 148830"/>
              <a:gd name="csX89" fmla="*/ 35444 w 152385"/>
              <a:gd name="csY89" fmla="*/ 85056 h 148830"/>
              <a:gd name="csX90" fmla="*/ 31900 w 152385"/>
              <a:gd name="csY90" fmla="*/ 88594 h 148830"/>
              <a:gd name="csX91" fmla="*/ 24811 w 152385"/>
              <a:gd name="csY91" fmla="*/ 88594 h 148830"/>
              <a:gd name="csX92" fmla="*/ 21267 w 152385"/>
              <a:gd name="csY92" fmla="*/ 85056 h 148830"/>
              <a:gd name="csX93" fmla="*/ 21267 w 152385"/>
              <a:gd name="csY93" fmla="*/ 77962 h 148830"/>
              <a:gd name="csX94" fmla="*/ 24811 w 152385"/>
              <a:gd name="csY94" fmla="*/ 74424 h 148830"/>
              <a:gd name="csX95" fmla="*/ 49623 w 152385"/>
              <a:gd name="csY95" fmla="*/ 74424 h 148830"/>
              <a:gd name="csX96" fmla="*/ 56711 w 152385"/>
              <a:gd name="csY96" fmla="*/ 74424 h 148830"/>
              <a:gd name="csX97" fmla="*/ 60256 w 152385"/>
              <a:gd name="csY97" fmla="*/ 77962 h 148830"/>
              <a:gd name="csX98" fmla="*/ 60256 w 152385"/>
              <a:gd name="csY98" fmla="*/ 85056 h 148830"/>
              <a:gd name="csX99" fmla="*/ 56711 w 152385"/>
              <a:gd name="csY99" fmla="*/ 88594 h 148830"/>
              <a:gd name="csX100" fmla="*/ 49623 w 152385"/>
              <a:gd name="csY100" fmla="*/ 88594 h 148830"/>
              <a:gd name="csX101" fmla="*/ 46077 w 152385"/>
              <a:gd name="csY101" fmla="*/ 85056 h 148830"/>
              <a:gd name="csX102" fmla="*/ 46077 w 152385"/>
              <a:gd name="csY102" fmla="*/ 77962 h 148830"/>
              <a:gd name="csX103" fmla="*/ 49623 w 152385"/>
              <a:gd name="csY103" fmla="*/ 74424 h 148830"/>
              <a:gd name="csX104" fmla="*/ 24811 w 152385"/>
              <a:gd name="csY104" fmla="*/ 99226 h 148830"/>
              <a:gd name="csX105" fmla="*/ 31900 w 152385"/>
              <a:gd name="csY105" fmla="*/ 99226 h 148830"/>
              <a:gd name="csX106" fmla="*/ 35444 w 152385"/>
              <a:gd name="csY106" fmla="*/ 102781 h 148830"/>
              <a:gd name="csX107" fmla="*/ 35444 w 152385"/>
              <a:gd name="csY107" fmla="*/ 109858 h 148830"/>
              <a:gd name="csX108" fmla="*/ 31900 w 152385"/>
              <a:gd name="csY108" fmla="*/ 113413 h 148830"/>
              <a:gd name="csX109" fmla="*/ 24811 w 152385"/>
              <a:gd name="csY109" fmla="*/ 113413 h 148830"/>
              <a:gd name="csX110" fmla="*/ 21267 w 152385"/>
              <a:gd name="csY110" fmla="*/ 109858 h 148830"/>
              <a:gd name="csX111" fmla="*/ 21267 w 152385"/>
              <a:gd name="csY111" fmla="*/ 102781 h 148830"/>
              <a:gd name="csX112" fmla="*/ 24811 w 152385"/>
              <a:gd name="csY112" fmla="*/ 99226 h 148830"/>
              <a:gd name="csX113" fmla="*/ 49623 w 152385"/>
              <a:gd name="csY113" fmla="*/ 99226 h 148830"/>
              <a:gd name="csX114" fmla="*/ 56711 w 152385"/>
              <a:gd name="csY114" fmla="*/ 99226 h 148830"/>
              <a:gd name="csX115" fmla="*/ 60256 w 152385"/>
              <a:gd name="csY115" fmla="*/ 102781 h 148830"/>
              <a:gd name="csX116" fmla="*/ 60256 w 152385"/>
              <a:gd name="csY116" fmla="*/ 109858 h 148830"/>
              <a:gd name="csX117" fmla="*/ 56711 w 152385"/>
              <a:gd name="csY117" fmla="*/ 113413 h 148830"/>
              <a:gd name="csX118" fmla="*/ 49623 w 152385"/>
              <a:gd name="csY118" fmla="*/ 113413 h 148830"/>
              <a:gd name="csX119" fmla="*/ 46077 w 152385"/>
              <a:gd name="csY119" fmla="*/ 109858 h 148830"/>
              <a:gd name="csX120" fmla="*/ 46077 w 152385"/>
              <a:gd name="csY120" fmla="*/ 102781 h 148830"/>
              <a:gd name="csX121" fmla="*/ 49623 w 152385"/>
              <a:gd name="csY121" fmla="*/ 99226 h 148830"/>
            </a:gdLst>
            <a:ahLst/>
            <a:cxnLst/>
            <a:rect l="l" t="t" r="r" b="b"/>
            <a:pathLst>
              <a:path w="100000" h="100000">
                <a:moveTo>
                  <a:pt x="12793" y="1166"/>
                </a:moveTo>
                <a:cubicBezTo>
                  <a:pt x="5739" y="1166"/>
                  <a:pt x="0" y="6905"/>
                  <a:pt x="0" y="13960"/>
                </a:cubicBezTo>
                <a:lnTo>
                  <a:pt x="0" y="86052"/>
                </a:lnTo>
                <a:cubicBezTo>
                  <a:pt x="0" y="87983"/>
                  <a:pt x="1561" y="89546"/>
                  <a:pt x="3489" y="89546"/>
                </a:cubicBezTo>
                <a:lnTo>
                  <a:pt x="51527" y="89546"/>
                </a:lnTo>
                <a:cubicBezTo>
                  <a:pt x="51499" y="89334"/>
                  <a:pt x="51456" y="89144"/>
                  <a:pt x="51430" y="88920"/>
                </a:cubicBezTo>
                <a:cubicBezTo>
                  <a:pt x="47828" y="86029"/>
                  <a:pt x="41868" y="79733"/>
                  <a:pt x="41868" y="69776"/>
                </a:cubicBezTo>
                <a:cubicBezTo>
                  <a:pt x="41868" y="60566"/>
                  <a:pt x="46255" y="52026"/>
                  <a:pt x="53498" y="46311"/>
                </a:cubicBezTo>
                <a:lnTo>
                  <a:pt x="53498" y="13960"/>
                </a:lnTo>
                <a:cubicBezTo>
                  <a:pt x="53498" y="6905"/>
                  <a:pt x="47759" y="1166"/>
                  <a:pt x="40705" y="1166"/>
                </a:cubicBezTo>
                <a:lnTo>
                  <a:pt x="12793" y="1166"/>
                </a:lnTo>
                <a:close/>
                <a:moveTo>
                  <a:pt x="58149" y="12798"/>
                </a:moveTo>
                <a:lnTo>
                  <a:pt x="58149" y="43263"/>
                </a:lnTo>
                <a:cubicBezTo>
                  <a:pt x="59094" y="42749"/>
                  <a:pt x="60064" y="42270"/>
                  <a:pt x="61071" y="41845"/>
                </a:cubicBezTo>
                <a:cubicBezTo>
                  <a:pt x="66568" y="39546"/>
                  <a:pt x="72314" y="38374"/>
                  <a:pt x="78152" y="38374"/>
                </a:cubicBezTo>
                <a:lnTo>
                  <a:pt x="78193" y="38374"/>
                </a:lnTo>
                <a:cubicBezTo>
                  <a:pt x="81968" y="38385"/>
                  <a:pt x="85394" y="38876"/>
                  <a:pt x="88388" y="39579"/>
                </a:cubicBezTo>
                <a:lnTo>
                  <a:pt x="88388" y="25580"/>
                </a:lnTo>
                <a:cubicBezTo>
                  <a:pt x="88388" y="18536"/>
                  <a:pt x="82649" y="12798"/>
                  <a:pt x="75594" y="12798"/>
                </a:cubicBezTo>
                <a:lnTo>
                  <a:pt x="58149" y="12798"/>
                </a:lnTo>
                <a:close/>
                <a:moveTo>
                  <a:pt x="16282" y="17442"/>
                </a:moveTo>
                <a:lnTo>
                  <a:pt x="20934" y="17442"/>
                </a:lnTo>
                <a:cubicBezTo>
                  <a:pt x="22218" y="17442"/>
                  <a:pt x="23260" y="18492"/>
                  <a:pt x="23260" y="19775"/>
                </a:cubicBezTo>
                <a:lnTo>
                  <a:pt x="23260" y="24419"/>
                </a:lnTo>
                <a:cubicBezTo>
                  <a:pt x="23260" y="25703"/>
                  <a:pt x="22218" y="26752"/>
                  <a:pt x="20934" y="26752"/>
                </a:cubicBezTo>
                <a:lnTo>
                  <a:pt x="16282" y="26752"/>
                </a:lnTo>
                <a:cubicBezTo>
                  <a:pt x="14998" y="26752"/>
                  <a:pt x="13956" y="25703"/>
                  <a:pt x="13956" y="24419"/>
                </a:cubicBezTo>
                <a:lnTo>
                  <a:pt x="13956" y="19775"/>
                </a:lnTo>
                <a:cubicBezTo>
                  <a:pt x="13956" y="18492"/>
                  <a:pt x="14998" y="17442"/>
                  <a:pt x="16282" y="17442"/>
                </a:cubicBezTo>
                <a:close/>
                <a:moveTo>
                  <a:pt x="32564" y="17442"/>
                </a:moveTo>
                <a:lnTo>
                  <a:pt x="37216" y="17442"/>
                </a:lnTo>
                <a:cubicBezTo>
                  <a:pt x="38499" y="17442"/>
                  <a:pt x="39542" y="18492"/>
                  <a:pt x="39542" y="19775"/>
                </a:cubicBezTo>
                <a:lnTo>
                  <a:pt x="39542" y="24419"/>
                </a:lnTo>
                <a:cubicBezTo>
                  <a:pt x="39542" y="25703"/>
                  <a:pt x="38499" y="26752"/>
                  <a:pt x="37216" y="26752"/>
                </a:cubicBezTo>
                <a:lnTo>
                  <a:pt x="32564" y="26752"/>
                </a:lnTo>
                <a:cubicBezTo>
                  <a:pt x="31281" y="26752"/>
                  <a:pt x="30237" y="25703"/>
                  <a:pt x="30237" y="24419"/>
                </a:cubicBezTo>
                <a:lnTo>
                  <a:pt x="30237" y="19775"/>
                </a:lnTo>
                <a:cubicBezTo>
                  <a:pt x="30237" y="18492"/>
                  <a:pt x="31281" y="17442"/>
                  <a:pt x="32564" y="17442"/>
                </a:cubicBezTo>
                <a:close/>
                <a:moveTo>
                  <a:pt x="69780" y="24419"/>
                </a:moveTo>
                <a:lnTo>
                  <a:pt x="74432" y="24419"/>
                </a:lnTo>
                <a:cubicBezTo>
                  <a:pt x="75716" y="24419"/>
                  <a:pt x="76758" y="25469"/>
                  <a:pt x="76758" y="26752"/>
                </a:cubicBezTo>
                <a:lnTo>
                  <a:pt x="76758" y="31396"/>
                </a:lnTo>
                <a:cubicBezTo>
                  <a:pt x="76758" y="32680"/>
                  <a:pt x="75716" y="33729"/>
                  <a:pt x="74432" y="33729"/>
                </a:cubicBezTo>
                <a:lnTo>
                  <a:pt x="69780" y="33729"/>
                </a:lnTo>
                <a:cubicBezTo>
                  <a:pt x="68496" y="33729"/>
                  <a:pt x="67454" y="32680"/>
                  <a:pt x="67454" y="31396"/>
                </a:cubicBezTo>
                <a:lnTo>
                  <a:pt x="67454" y="26752"/>
                </a:lnTo>
                <a:cubicBezTo>
                  <a:pt x="67454" y="25469"/>
                  <a:pt x="68496" y="24419"/>
                  <a:pt x="69780" y="24419"/>
                </a:cubicBezTo>
                <a:close/>
                <a:moveTo>
                  <a:pt x="16282" y="33729"/>
                </a:moveTo>
                <a:lnTo>
                  <a:pt x="20934" y="33729"/>
                </a:lnTo>
                <a:cubicBezTo>
                  <a:pt x="22218" y="33729"/>
                  <a:pt x="23260" y="34768"/>
                  <a:pt x="23260" y="36052"/>
                </a:cubicBezTo>
                <a:lnTo>
                  <a:pt x="23260" y="40706"/>
                </a:lnTo>
                <a:cubicBezTo>
                  <a:pt x="23260" y="41991"/>
                  <a:pt x="22218" y="43029"/>
                  <a:pt x="20934" y="43029"/>
                </a:cubicBezTo>
                <a:lnTo>
                  <a:pt x="16282" y="43029"/>
                </a:lnTo>
                <a:cubicBezTo>
                  <a:pt x="14998" y="43029"/>
                  <a:pt x="13956" y="41991"/>
                  <a:pt x="13956" y="40706"/>
                </a:cubicBezTo>
                <a:lnTo>
                  <a:pt x="13956" y="36052"/>
                </a:lnTo>
                <a:cubicBezTo>
                  <a:pt x="13956" y="34768"/>
                  <a:pt x="14998" y="33729"/>
                  <a:pt x="16282" y="33729"/>
                </a:cubicBezTo>
                <a:close/>
                <a:moveTo>
                  <a:pt x="32564" y="33729"/>
                </a:moveTo>
                <a:lnTo>
                  <a:pt x="37216" y="33729"/>
                </a:lnTo>
                <a:cubicBezTo>
                  <a:pt x="38499" y="33729"/>
                  <a:pt x="39542" y="34768"/>
                  <a:pt x="39542" y="36052"/>
                </a:cubicBezTo>
                <a:lnTo>
                  <a:pt x="39542" y="40706"/>
                </a:lnTo>
                <a:cubicBezTo>
                  <a:pt x="39542" y="41991"/>
                  <a:pt x="38499" y="43029"/>
                  <a:pt x="37216" y="43029"/>
                </a:cubicBezTo>
                <a:lnTo>
                  <a:pt x="32564" y="43029"/>
                </a:lnTo>
                <a:cubicBezTo>
                  <a:pt x="31281" y="43029"/>
                  <a:pt x="30237" y="41991"/>
                  <a:pt x="30237" y="40706"/>
                </a:cubicBezTo>
                <a:lnTo>
                  <a:pt x="30237" y="36052"/>
                </a:lnTo>
                <a:cubicBezTo>
                  <a:pt x="30237" y="34768"/>
                  <a:pt x="31281" y="33729"/>
                  <a:pt x="32564" y="33729"/>
                </a:cubicBezTo>
                <a:close/>
                <a:moveTo>
                  <a:pt x="78189" y="43029"/>
                </a:moveTo>
                <a:cubicBezTo>
                  <a:pt x="73553" y="43029"/>
                  <a:pt x="68357" y="43832"/>
                  <a:pt x="62865" y="46132"/>
                </a:cubicBezTo>
                <a:cubicBezTo>
                  <a:pt x="52936" y="50296"/>
                  <a:pt x="46520" y="59572"/>
                  <a:pt x="46520" y="69776"/>
                </a:cubicBezTo>
                <a:cubicBezTo>
                  <a:pt x="46520" y="79599"/>
                  <a:pt x="53818" y="85069"/>
                  <a:pt x="55887" y="86431"/>
                </a:cubicBezTo>
                <a:cubicBezTo>
                  <a:pt x="56211" y="92672"/>
                  <a:pt x="58348" y="96635"/>
                  <a:pt x="58613" y="97092"/>
                </a:cubicBezTo>
                <a:cubicBezTo>
                  <a:pt x="59255" y="98208"/>
                  <a:pt x="60423" y="98834"/>
                  <a:pt x="61625" y="98834"/>
                </a:cubicBezTo>
                <a:cubicBezTo>
                  <a:pt x="62209" y="98834"/>
                  <a:pt x="62803" y="98689"/>
                  <a:pt x="63347" y="98376"/>
                </a:cubicBezTo>
                <a:cubicBezTo>
                  <a:pt x="65014" y="97438"/>
                  <a:pt x="65604" y="95317"/>
                  <a:pt x="64673" y="93643"/>
                </a:cubicBezTo>
                <a:cubicBezTo>
                  <a:pt x="64657" y="93609"/>
                  <a:pt x="62801" y="90205"/>
                  <a:pt x="62801" y="84891"/>
                </a:cubicBezTo>
                <a:cubicBezTo>
                  <a:pt x="62801" y="68927"/>
                  <a:pt x="72368" y="62542"/>
                  <a:pt x="72810" y="62252"/>
                </a:cubicBezTo>
                <a:cubicBezTo>
                  <a:pt x="72921" y="62185"/>
                  <a:pt x="73192" y="61995"/>
                  <a:pt x="73201" y="61983"/>
                </a:cubicBezTo>
                <a:cubicBezTo>
                  <a:pt x="74287" y="61303"/>
                  <a:pt x="75719" y="61638"/>
                  <a:pt x="76404" y="62732"/>
                </a:cubicBezTo>
                <a:cubicBezTo>
                  <a:pt x="77082" y="63815"/>
                  <a:pt x="76756" y="65244"/>
                  <a:pt x="75677" y="65924"/>
                </a:cubicBezTo>
                <a:cubicBezTo>
                  <a:pt x="75339" y="66148"/>
                  <a:pt x="67454" y="71372"/>
                  <a:pt x="67454" y="84891"/>
                </a:cubicBezTo>
                <a:cubicBezTo>
                  <a:pt x="67454" y="91823"/>
                  <a:pt x="73438" y="91868"/>
                  <a:pt x="75594" y="91868"/>
                </a:cubicBezTo>
                <a:cubicBezTo>
                  <a:pt x="83899" y="91868"/>
                  <a:pt x="89767" y="88329"/>
                  <a:pt x="93039" y="79075"/>
                </a:cubicBezTo>
                <a:cubicBezTo>
                  <a:pt x="94421" y="75157"/>
                  <a:pt x="94858" y="71004"/>
                  <a:pt x="95279" y="66985"/>
                </a:cubicBezTo>
                <a:cubicBezTo>
                  <a:pt x="95835" y="61693"/>
                  <a:pt x="96352" y="56681"/>
                  <a:pt x="99020" y="53935"/>
                </a:cubicBezTo>
                <a:cubicBezTo>
                  <a:pt x="99735" y="53187"/>
                  <a:pt x="100092" y="52160"/>
                  <a:pt x="99980" y="51133"/>
                </a:cubicBezTo>
                <a:cubicBezTo>
                  <a:pt x="99869" y="50106"/>
                  <a:pt x="99310" y="49180"/>
                  <a:pt x="98439" y="48599"/>
                </a:cubicBezTo>
                <a:cubicBezTo>
                  <a:pt x="97971" y="48298"/>
                  <a:pt x="89846" y="43040"/>
                  <a:pt x="78189" y="43029"/>
                </a:cubicBezTo>
                <a:close/>
                <a:moveTo>
                  <a:pt x="16282" y="50006"/>
                </a:moveTo>
                <a:lnTo>
                  <a:pt x="20934" y="50006"/>
                </a:lnTo>
                <a:cubicBezTo>
                  <a:pt x="22218" y="50006"/>
                  <a:pt x="23260" y="51044"/>
                  <a:pt x="23260" y="52328"/>
                </a:cubicBezTo>
                <a:lnTo>
                  <a:pt x="23260" y="56983"/>
                </a:lnTo>
                <a:cubicBezTo>
                  <a:pt x="23260" y="58267"/>
                  <a:pt x="22218" y="59305"/>
                  <a:pt x="20934" y="59305"/>
                </a:cubicBezTo>
                <a:lnTo>
                  <a:pt x="16282" y="59305"/>
                </a:lnTo>
                <a:cubicBezTo>
                  <a:pt x="14998" y="59305"/>
                  <a:pt x="13956" y="58267"/>
                  <a:pt x="13956" y="56983"/>
                </a:cubicBezTo>
                <a:lnTo>
                  <a:pt x="13956" y="52328"/>
                </a:lnTo>
                <a:cubicBezTo>
                  <a:pt x="13956" y="51044"/>
                  <a:pt x="14998" y="50006"/>
                  <a:pt x="16282" y="50006"/>
                </a:cubicBezTo>
                <a:close/>
                <a:moveTo>
                  <a:pt x="32564" y="50006"/>
                </a:moveTo>
                <a:lnTo>
                  <a:pt x="37216" y="50006"/>
                </a:lnTo>
                <a:cubicBezTo>
                  <a:pt x="38499" y="50006"/>
                  <a:pt x="39542" y="51044"/>
                  <a:pt x="39542" y="52328"/>
                </a:cubicBezTo>
                <a:lnTo>
                  <a:pt x="39542" y="56983"/>
                </a:lnTo>
                <a:cubicBezTo>
                  <a:pt x="39542" y="58267"/>
                  <a:pt x="38499" y="59305"/>
                  <a:pt x="37216" y="59305"/>
                </a:cubicBezTo>
                <a:lnTo>
                  <a:pt x="32564" y="59305"/>
                </a:lnTo>
                <a:cubicBezTo>
                  <a:pt x="31281" y="59305"/>
                  <a:pt x="30237" y="58267"/>
                  <a:pt x="30237" y="56983"/>
                </a:cubicBezTo>
                <a:lnTo>
                  <a:pt x="30237" y="52328"/>
                </a:lnTo>
                <a:cubicBezTo>
                  <a:pt x="30237" y="51044"/>
                  <a:pt x="31281" y="50006"/>
                  <a:pt x="32564" y="50006"/>
                </a:cubicBezTo>
                <a:close/>
                <a:moveTo>
                  <a:pt x="16282" y="66282"/>
                </a:moveTo>
                <a:lnTo>
                  <a:pt x="20934" y="66282"/>
                </a:lnTo>
                <a:cubicBezTo>
                  <a:pt x="22218" y="66282"/>
                  <a:pt x="23260" y="67331"/>
                  <a:pt x="23260" y="68615"/>
                </a:cubicBezTo>
                <a:lnTo>
                  <a:pt x="23260" y="73259"/>
                </a:lnTo>
                <a:cubicBezTo>
                  <a:pt x="23260" y="74542"/>
                  <a:pt x="22218" y="75592"/>
                  <a:pt x="20934" y="75592"/>
                </a:cubicBezTo>
                <a:lnTo>
                  <a:pt x="16282" y="75592"/>
                </a:lnTo>
                <a:cubicBezTo>
                  <a:pt x="14998" y="75592"/>
                  <a:pt x="13956" y="74542"/>
                  <a:pt x="13956" y="73259"/>
                </a:cubicBezTo>
                <a:lnTo>
                  <a:pt x="13956" y="68615"/>
                </a:lnTo>
                <a:cubicBezTo>
                  <a:pt x="13956" y="67331"/>
                  <a:pt x="14998" y="66282"/>
                  <a:pt x="16282" y="66282"/>
                </a:cubicBezTo>
                <a:close/>
                <a:moveTo>
                  <a:pt x="32564" y="66282"/>
                </a:moveTo>
                <a:lnTo>
                  <a:pt x="37216" y="66282"/>
                </a:lnTo>
                <a:cubicBezTo>
                  <a:pt x="38499" y="66282"/>
                  <a:pt x="39542" y="67331"/>
                  <a:pt x="39542" y="68615"/>
                </a:cubicBezTo>
                <a:lnTo>
                  <a:pt x="39542" y="73259"/>
                </a:lnTo>
                <a:cubicBezTo>
                  <a:pt x="39542" y="74542"/>
                  <a:pt x="38499" y="75592"/>
                  <a:pt x="37216" y="75592"/>
                </a:cubicBezTo>
                <a:lnTo>
                  <a:pt x="32564" y="75592"/>
                </a:lnTo>
                <a:cubicBezTo>
                  <a:pt x="31281" y="75592"/>
                  <a:pt x="30237" y="74542"/>
                  <a:pt x="30237" y="73259"/>
                </a:cubicBezTo>
                <a:lnTo>
                  <a:pt x="30237" y="68615"/>
                </a:lnTo>
                <a:cubicBezTo>
                  <a:pt x="30237" y="67331"/>
                  <a:pt x="31281" y="66282"/>
                  <a:pt x="32564" y="6628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6" name="Красный — SVG 9">
            <a:extLst>
              <a:ext uri="{FF2B5EF4-FFF2-40B4-BE49-F238E27FC236}">
                <a16:creationId xmlns:a16="http://schemas.microsoft.com/office/drawing/2014/main" id="{1B305F4D-DBEC-D547-9763-469DEB69C887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142913 w 144477"/>
              <a:gd name="csY0" fmla="*/ 48350 h 145772"/>
              <a:gd name="csX1" fmla="*/ 124776 w 144477"/>
              <a:gd name="csY1" fmla="*/ 30216 h 145772"/>
              <a:gd name="csX2" fmla="*/ 117290 w 144477"/>
              <a:gd name="csY2" fmla="*/ 7744 h 145772"/>
              <a:gd name="csX3" fmla="*/ 79827 w 144477"/>
              <a:gd name="csY3" fmla="*/ 7744 h 145772"/>
              <a:gd name="csX4" fmla="*/ 72069 w 144477"/>
              <a:gd name="csY4" fmla="*/ 26491 h 145772"/>
              <a:gd name="csX5" fmla="*/ 77513 w 144477"/>
              <a:gd name="csY5" fmla="*/ 42532 h 145772"/>
              <a:gd name="csX6" fmla="*/ 77105 w 144477"/>
              <a:gd name="csY6" fmla="*/ 45067 h 145772"/>
              <a:gd name="csX7" fmla="*/ 79691 w 144477"/>
              <a:gd name="csY7" fmla="*/ 51327 h 145772"/>
              <a:gd name="csX8" fmla="*/ 80524 w 144477"/>
              <a:gd name="csY8" fmla="*/ 52160 h 145772"/>
              <a:gd name="csX9" fmla="*/ 64940 w 144477"/>
              <a:gd name="csY9" fmla="*/ 53504 h 145772"/>
              <a:gd name="csX10" fmla="*/ 60074 w 144477"/>
              <a:gd name="csY10" fmla="*/ 58795 h 145772"/>
              <a:gd name="csX11" fmla="*/ 60074 w 144477"/>
              <a:gd name="csY11" fmla="*/ 67538 h 145772"/>
              <a:gd name="csX12" fmla="*/ 64209 w 144477"/>
              <a:gd name="csY12" fmla="*/ 72727 h 145772"/>
              <a:gd name="csX13" fmla="*/ 111778 w 144477"/>
              <a:gd name="csY13" fmla="*/ 83495 h 145772"/>
              <a:gd name="csX14" fmla="*/ 112952 w 144477"/>
              <a:gd name="csY14" fmla="*/ 83631 h 145772"/>
              <a:gd name="csX15" fmla="*/ 116712 w 144477"/>
              <a:gd name="csY15" fmla="*/ 82066 h 145772"/>
              <a:gd name="csX16" fmla="*/ 142913 w 144477"/>
              <a:gd name="csY16" fmla="*/ 55852 h 145772"/>
              <a:gd name="csX17" fmla="*/ 144478 w 144477"/>
              <a:gd name="csY17" fmla="*/ 52092 h 145772"/>
              <a:gd name="csX18" fmla="*/ 142913 w 144477"/>
              <a:gd name="csY18" fmla="*/ 48350 h 145772"/>
              <a:gd name="csX19" fmla="*/ 87347 w 144477"/>
              <a:gd name="csY19" fmla="*/ 15263 h 145772"/>
              <a:gd name="csX20" fmla="*/ 109771 w 144477"/>
              <a:gd name="csY20" fmla="*/ 15263 h 145772"/>
              <a:gd name="csX21" fmla="*/ 111285 w 144477"/>
              <a:gd name="csY21" fmla="*/ 17032 h 145772"/>
              <a:gd name="csX22" fmla="*/ 100294 w 144477"/>
              <a:gd name="csY22" fmla="*/ 18223 h 145772"/>
              <a:gd name="csX23" fmla="*/ 100294 w 144477"/>
              <a:gd name="csY23" fmla="*/ 18223 h 145772"/>
              <a:gd name="csX24" fmla="*/ 84625 w 144477"/>
              <a:gd name="csY24" fmla="*/ 33890 h 145772"/>
              <a:gd name="csX25" fmla="*/ 82702 w 144477"/>
              <a:gd name="csY25" fmla="*/ 26491 h 145772"/>
              <a:gd name="csX26" fmla="*/ 87347 w 144477"/>
              <a:gd name="csY26" fmla="*/ 15263 h 145772"/>
              <a:gd name="csX27" fmla="*/ 97385 w 144477"/>
              <a:gd name="csY27" fmla="*/ 93412 h 145772"/>
              <a:gd name="csX28" fmla="*/ 72732 w 144477"/>
              <a:gd name="csY28" fmla="*/ 103262 h 145772"/>
              <a:gd name="csX29" fmla="*/ 72613 w 144477"/>
              <a:gd name="csY29" fmla="*/ 103551 h 145772"/>
              <a:gd name="csX30" fmla="*/ 66965 w 144477"/>
              <a:gd name="csY30" fmla="*/ 105507 h 145772"/>
              <a:gd name="csX31" fmla="*/ 59343 w 144477"/>
              <a:gd name="csY31" fmla="*/ 89670 h 145772"/>
              <a:gd name="csX32" fmla="*/ 53524 w 144477"/>
              <a:gd name="csY32" fmla="*/ 85723 h 145772"/>
              <a:gd name="csX33" fmla="*/ 52946 w 144477"/>
              <a:gd name="csY33" fmla="*/ 82967 h 145772"/>
              <a:gd name="csX34" fmla="*/ 26507 w 144477"/>
              <a:gd name="csY34" fmla="*/ 72182 h 145772"/>
              <a:gd name="csX35" fmla="*/ 0 w 144477"/>
              <a:gd name="csY35" fmla="*/ 110985 h 145772"/>
              <a:gd name="csX36" fmla="*/ 2892 w 144477"/>
              <a:gd name="csY36" fmla="*/ 115731 h 145772"/>
              <a:gd name="csX37" fmla="*/ 8422 w 144477"/>
              <a:gd name="csY37" fmla="*/ 115306 h 145772"/>
              <a:gd name="csX38" fmla="*/ 22407 w 144477"/>
              <a:gd name="csY38" fmla="*/ 116377 h 145772"/>
              <a:gd name="csX39" fmla="*/ 33108 w 144477"/>
              <a:gd name="csY39" fmla="*/ 118861 h 145772"/>
              <a:gd name="csX40" fmla="*/ 48948 w 144477"/>
              <a:gd name="csY40" fmla="*/ 112754 h 145772"/>
              <a:gd name="csX41" fmla="*/ 49339 w 144477"/>
              <a:gd name="csY41" fmla="*/ 112278 h 145772"/>
              <a:gd name="csX42" fmla="*/ 49339 w 144477"/>
              <a:gd name="csY42" fmla="*/ 107480 h 145772"/>
              <a:gd name="csX43" fmla="*/ 46753 w 144477"/>
              <a:gd name="csY43" fmla="*/ 101748 h 145772"/>
              <a:gd name="csX44" fmla="*/ 40832 w 144477"/>
              <a:gd name="csY44" fmla="*/ 99604 h 145772"/>
              <a:gd name="csX45" fmla="*/ 32564 w 144477"/>
              <a:gd name="csY45" fmla="*/ 102717 h 145772"/>
              <a:gd name="csX46" fmla="*/ 27562 w 144477"/>
              <a:gd name="csY46" fmla="*/ 102360 h 145772"/>
              <a:gd name="csX47" fmla="*/ 27936 w 144477"/>
              <a:gd name="csY47" fmla="*/ 97359 h 145772"/>
              <a:gd name="csX48" fmla="*/ 40339 w 144477"/>
              <a:gd name="csY48" fmla="*/ 92545 h 145772"/>
              <a:gd name="csX49" fmla="*/ 51585 w 144477"/>
              <a:gd name="csY49" fmla="*/ 96576 h 145772"/>
              <a:gd name="csX50" fmla="*/ 55191 w 144477"/>
              <a:gd name="csY50" fmla="*/ 101697 h 145772"/>
              <a:gd name="csX51" fmla="*/ 56417 w 144477"/>
              <a:gd name="csY51" fmla="*/ 107021 h 145772"/>
              <a:gd name="csX52" fmla="*/ 56417 w 144477"/>
              <a:gd name="csY52" fmla="*/ 107379 h 145772"/>
              <a:gd name="csX53" fmla="*/ 56417 w 144477"/>
              <a:gd name="csY53" fmla="*/ 136910 h 145772"/>
              <a:gd name="csX54" fmla="*/ 56434 w 144477"/>
              <a:gd name="csY54" fmla="*/ 136978 h 145772"/>
              <a:gd name="csX55" fmla="*/ 56434 w 144477"/>
              <a:gd name="csY55" fmla="*/ 140533 h 145772"/>
              <a:gd name="csX56" fmla="*/ 61742 w 144477"/>
              <a:gd name="csY56" fmla="*/ 145772 h 145772"/>
              <a:gd name="csX57" fmla="*/ 67050 w 144477"/>
              <a:gd name="csY57" fmla="*/ 140465 h 145772"/>
              <a:gd name="csX58" fmla="*/ 67050 w 144477"/>
              <a:gd name="csY58" fmla="*/ 122739 h 145772"/>
              <a:gd name="csX59" fmla="*/ 77360 w 144477"/>
              <a:gd name="csY59" fmla="*/ 112090 h 145772"/>
              <a:gd name="csX60" fmla="*/ 92111 w 144477"/>
              <a:gd name="csY60" fmla="*/ 115833 h 145772"/>
              <a:gd name="csX61" fmla="*/ 93438 w 144477"/>
              <a:gd name="csY61" fmla="*/ 120664 h 145772"/>
              <a:gd name="csX62" fmla="*/ 88606 w 144477"/>
              <a:gd name="csY62" fmla="*/ 121991 h 145772"/>
              <a:gd name="csX63" fmla="*/ 77207 w 144477"/>
              <a:gd name="csY63" fmla="*/ 119184 h 145772"/>
              <a:gd name="csX64" fmla="*/ 74144 w 144477"/>
              <a:gd name="csY64" fmla="*/ 122739 h 145772"/>
              <a:gd name="csX65" fmla="*/ 74144 w 144477"/>
              <a:gd name="csY65" fmla="*/ 131585 h 145772"/>
              <a:gd name="csX66" fmla="*/ 74485 w 144477"/>
              <a:gd name="csY66" fmla="*/ 131874 h 145772"/>
              <a:gd name="csX67" fmla="*/ 90835 w 144477"/>
              <a:gd name="csY67" fmla="*/ 135583 h 145772"/>
              <a:gd name="csX68" fmla="*/ 100856 w 144477"/>
              <a:gd name="csY68" fmla="*/ 133048 h 145772"/>
              <a:gd name="csX69" fmla="*/ 112391 w 144477"/>
              <a:gd name="csY69" fmla="*/ 131687 h 145772"/>
              <a:gd name="csX70" fmla="*/ 117920 w 144477"/>
              <a:gd name="csY70" fmla="*/ 132061 h 145772"/>
              <a:gd name="csX71" fmla="*/ 120795 w 144477"/>
              <a:gd name="csY71" fmla="*/ 127350 h 145772"/>
              <a:gd name="csX72" fmla="*/ 97385 w 144477"/>
              <a:gd name="csY72" fmla="*/ 93412 h 145772"/>
            </a:gdLst>
            <a:ahLst/>
            <a:cxnLst/>
            <a:rect l="l" t="t" r="r" b="b"/>
            <a:pathLst>
              <a:path w="100000" h="100000">
                <a:moveTo>
                  <a:pt x="98483" y="33168"/>
                </a:moveTo>
                <a:lnTo>
                  <a:pt x="86041" y="20728"/>
                </a:lnTo>
                <a:cubicBezTo>
                  <a:pt x="86823" y="15115"/>
                  <a:pt x="84967" y="9374"/>
                  <a:pt x="80905" y="5312"/>
                </a:cubicBezTo>
                <a:cubicBezTo>
                  <a:pt x="73821" y="-1771"/>
                  <a:pt x="62290" y="-1771"/>
                  <a:pt x="55206" y="5312"/>
                </a:cubicBezTo>
                <a:cubicBezTo>
                  <a:pt x="51774" y="8744"/>
                  <a:pt x="49884" y="13318"/>
                  <a:pt x="49884" y="18173"/>
                </a:cubicBezTo>
                <a:cubicBezTo>
                  <a:pt x="49884" y="22198"/>
                  <a:pt x="51202" y="26026"/>
                  <a:pt x="53618" y="29177"/>
                </a:cubicBezTo>
                <a:cubicBezTo>
                  <a:pt x="53455" y="29738"/>
                  <a:pt x="53338" y="30321"/>
                  <a:pt x="53338" y="30916"/>
                </a:cubicBezTo>
                <a:cubicBezTo>
                  <a:pt x="53338" y="32538"/>
                  <a:pt x="53968" y="34067"/>
                  <a:pt x="55112" y="35210"/>
                </a:cubicBezTo>
                <a:lnTo>
                  <a:pt x="55684" y="35782"/>
                </a:lnTo>
                <a:lnTo>
                  <a:pt x="44993" y="36704"/>
                </a:lnTo>
                <a:cubicBezTo>
                  <a:pt x="43103" y="36867"/>
                  <a:pt x="41655" y="38443"/>
                  <a:pt x="41655" y="40334"/>
                </a:cubicBezTo>
                <a:lnTo>
                  <a:pt x="41655" y="46331"/>
                </a:lnTo>
                <a:cubicBezTo>
                  <a:pt x="41655" y="48035"/>
                  <a:pt x="42834" y="49517"/>
                  <a:pt x="44492" y="49891"/>
                </a:cubicBezTo>
                <a:lnTo>
                  <a:pt x="77124" y="57278"/>
                </a:lnTo>
                <a:cubicBezTo>
                  <a:pt x="77381" y="57336"/>
                  <a:pt x="77661" y="57371"/>
                  <a:pt x="77930" y="57371"/>
                </a:cubicBezTo>
                <a:cubicBezTo>
                  <a:pt x="78887" y="57371"/>
                  <a:pt x="79809" y="56986"/>
                  <a:pt x="80509" y="56298"/>
                </a:cubicBezTo>
                <a:lnTo>
                  <a:pt x="98483" y="38315"/>
                </a:lnTo>
                <a:cubicBezTo>
                  <a:pt x="99171" y="37638"/>
                  <a:pt x="99556" y="36704"/>
                  <a:pt x="99556" y="35735"/>
                </a:cubicBezTo>
                <a:cubicBezTo>
                  <a:pt x="99556" y="34767"/>
                  <a:pt x="99171" y="33845"/>
                  <a:pt x="98483" y="33168"/>
                </a:cubicBezTo>
                <a:close/>
                <a:moveTo>
                  <a:pt x="60364" y="10470"/>
                </a:moveTo>
                <a:cubicBezTo>
                  <a:pt x="64601" y="6234"/>
                  <a:pt x="71511" y="6234"/>
                  <a:pt x="75747" y="10470"/>
                </a:cubicBezTo>
                <a:cubicBezTo>
                  <a:pt x="76132" y="10856"/>
                  <a:pt x="76470" y="11253"/>
                  <a:pt x="76786" y="11684"/>
                </a:cubicBezTo>
                <a:cubicBezTo>
                  <a:pt x="74440" y="10191"/>
                  <a:pt x="71288" y="10459"/>
                  <a:pt x="69246" y="12501"/>
                </a:cubicBezTo>
                <a:lnTo>
                  <a:pt x="69246" y="12501"/>
                </a:lnTo>
                <a:lnTo>
                  <a:pt x="58497" y="23249"/>
                </a:lnTo>
                <a:cubicBezTo>
                  <a:pt x="57668" y="21697"/>
                  <a:pt x="57178" y="19981"/>
                  <a:pt x="57178" y="18173"/>
                </a:cubicBezTo>
                <a:cubicBezTo>
                  <a:pt x="57178" y="15267"/>
                  <a:pt x="58310" y="12524"/>
                  <a:pt x="60364" y="10470"/>
                </a:cubicBezTo>
                <a:close/>
                <a:moveTo>
                  <a:pt x="67251" y="64081"/>
                </a:moveTo>
                <a:cubicBezTo>
                  <a:pt x="60166" y="62273"/>
                  <a:pt x="53537" y="64933"/>
                  <a:pt x="50339" y="70838"/>
                </a:cubicBezTo>
                <a:cubicBezTo>
                  <a:pt x="50304" y="70896"/>
                  <a:pt x="50292" y="70966"/>
                  <a:pt x="50257" y="71036"/>
                </a:cubicBezTo>
                <a:cubicBezTo>
                  <a:pt x="48880" y="71270"/>
                  <a:pt x="47584" y="71748"/>
                  <a:pt x="46382" y="72378"/>
                </a:cubicBezTo>
                <a:cubicBezTo>
                  <a:pt x="46078" y="68270"/>
                  <a:pt x="44223" y="64349"/>
                  <a:pt x="41154" y="61514"/>
                </a:cubicBezTo>
                <a:cubicBezTo>
                  <a:pt x="39951" y="60417"/>
                  <a:pt x="38609" y="59507"/>
                  <a:pt x="37162" y="58806"/>
                </a:cubicBezTo>
                <a:cubicBezTo>
                  <a:pt x="37197" y="58153"/>
                  <a:pt x="37080" y="57499"/>
                  <a:pt x="36765" y="56916"/>
                </a:cubicBezTo>
                <a:cubicBezTo>
                  <a:pt x="33357" y="50521"/>
                  <a:pt x="26238" y="47615"/>
                  <a:pt x="18628" y="49517"/>
                </a:cubicBezTo>
                <a:cubicBezTo>
                  <a:pt x="9571" y="51782"/>
                  <a:pt x="444" y="60883"/>
                  <a:pt x="444" y="76136"/>
                </a:cubicBezTo>
                <a:cubicBezTo>
                  <a:pt x="444" y="77513"/>
                  <a:pt x="1215" y="78761"/>
                  <a:pt x="2428" y="79392"/>
                </a:cubicBezTo>
                <a:cubicBezTo>
                  <a:pt x="3654" y="80010"/>
                  <a:pt x="5112" y="79905"/>
                  <a:pt x="6222" y="79100"/>
                </a:cubicBezTo>
                <a:cubicBezTo>
                  <a:pt x="8497" y="77466"/>
                  <a:pt x="11497" y="78330"/>
                  <a:pt x="15815" y="79835"/>
                </a:cubicBezTo>
                <a:cubicBezTo>
                  <a:pt x="18348" y="80710"/>
                  <a:pt x="20740" y="81539"/>
                  <a:pt x="23156" y="81539"/>
                </a:cubicBezTo>
                <a:cubicBezTo>
                  <a:pt x="27078" y="81539"/>
                  <a:pt x="31046" y="80010"/>
                  <a:pt x="34023" y="77350"/>
                </a:cubicBezTo>
                <a:cubicBezTo>
                  <a:pt x="34128" y="77256"/>
                  <a:pt x="34186" y="77128"/>
                  <a:pt x="34291" y="77023"/>
                </a:cubicBezTo>
                <a:lnTo>
                  <a:pt x="34291" y="73732"/>
                </a:lnTo>
                <a:cubicBezTo>
                  <a:pt x="34268" y="72261"/>
                  <a:pt x="33637" y="70850"/>
                  <a:pt x="32517" y="69799"/>
                </a:cubicBezTo>
                <a:cubicBezTo>
                  <a:pt x="31385" y="68749"/>
                  <a:pt x="29938" y="68212"/>
                  <a:pt x="28455" y="68329"/>
                </a:cubicBezTo>
                <a:cubicBezTo>
                  <a:pt x="25992" y="68504"/>
                  <a:pt x="24347" y="69122"/>
                  <a:pt x="22783" y="70464"/>
                </a:cubicBezTo>
                <a:cubicBezTo>
                  <a:pt x="21768" y="71351"/>
                  <a:pt x="20227" y="71235"/>
                  <a:pt x="19352" y="70219"/>
                </a:cubicBezTo>
                <a:cubicBezTo>
                  <a:pt x="18476" y="69192"/>
                  <a:pt x="18593" y="67664"/>
                  <a:pt x="19608" y="66789"/>
                </a:cubicBezTo>
                <a:cubicBezTo>
                  <a:pt x="21989" y="64746"/>
                  <a:pt x="24615" y="63719"/>
                  <a:pt x="28117" y="63486"/>
                </a:cubicBezTo>
                <a:cubicBezTo>
                  <a:pt x="30964" y="63311"/>
                  <a:pt x="33707" y="64268"/>
                  <a:pt x="35832" y="66251"/>
                </a:cubicBezTo>
                <a:cubicBezTo>
                  <a:pt x="36917" y="67255"/>
                  <a:pt x="37746" y="68457"/>
                  <a:pt x="38305" y="69764"/>
                </a:cubicBezTo>
                <a:cubicBezTo>
                  <a:pt x="38831" y="70896"/>
                  <a:pt x="39134" y="72133"/>
                  <a:pt x="39146" y="73417"/>
                </a:cubicBezTo>
                <a:lnTo>
                  <a:pt x="39146" y="73662"/>
                </a:lnTo>
                <a:cubicBezTo>
                  <a:pt x="39146" y="73673"/>
                  <a:pt x="39146" y="93921"/>
                  <a:pt x="39146" y="93921"/>
                </a:cubicBezTo>
                <a:cubicBezTo>
                  <a:pt x="39146" y="93932"/>
                  <a:pt x="39158" y="93956"/>
                  <a:pt x="39158" y="93967"/>
                </a:cubicBezTo>
                <a:lnTo>
                  <a:pt x="39158" y="96406"/>
                </a:lnTo>
                <a:cubicBezTo>
                  <a:pt x="39181" y="98390"/>
                  <a:pt x="40791" y="100000"/>
                  <a:pt x="42799" y="100000"/>
                </a:cubicBezTo>
                <a:cubicBezTo>
                  <a:pt x="44807" y="100000"/>
                  <a:pt x="46441" y="98367"/>
                  <a:pt x="46441" y="96359"/>
                </a:cubicBezTo>
                <a:lnTo>
                  <a:pt x="46441" y="84199"/>
                </a:lnTo>
                <a:cubicBezTo>
                  <a:pt x="46441" y="80255"/>
                  <a:pt x="49685" y="76906"/>
                  <a:pt x="53513" y="76894"/>
                </a:cubicBezTo>
                <a:cubicBezTo>
                  <a:pt x="55299" y="76976"/>
                  <a:pt x="60341" y="77583"/>
                  <a:pt x="63633" y="79462"/>
                </a:cubicBezTo>
                <a:cubicBezTo>
                  <a:pt x="64799" y="80115"/>
                  <a:pt x="65208" y="81609"/>
                  <a:pt x="64543" y="82776"/>
                </a:cubicBezTo>
                <a:cubicBezTo>
                  <a:pt x="63877" y="83943"/>
                  <a:pt x="62407" y="84352"/>
                  <a:pt x="61228" y="83686"/>
                </a:cubicBezTo>
                <a:cubicBezTo>
                  <a:pt x="58987" y="82414"/>
                  <a:pt x="54914" y="81831"/>
                  <a:pt x="53408" y="81761"/>
                </a:cubicBezTo>
                <a:cubicBezTo>
                  <a:pt x="52475" y="81761"/>
                  <a:pt x="51307" y="82764"/>
                  <a:pt x="51307" y="84199"/>
                </a:cubicBezTo>
                <a:lnTo>
                  <a:pt x="51307" y="90268"/>
                </a:lnTo>
                <a:cubicBezTo>
                  <a:pt x="51389" y="90338"/>
                  <a:pt x="51448" y="90408"/>
                  <a:pt x="51541" y="90466"/>
                </a:cubicBezTo>
                <a:cubicBezTo>
                  <a:pt x="54715" y="92555"/>
                  <a:pt x="61298" y="93010"/>
                  <a:pt x="62757" y="93010"/>
                </a:cubicBezTo>
                <a:cubicBezTo>
                  <a:pt x="65056" y="93010"/>
                  <a:pt x="67379" y="92123"/>
                  <a:pt x="69632" y="91271"/>
                </a:cubicBezTo>
                <a:cubicBezTo>
                  <a:pt x="73273" y="89894"/>
                  <a:pt x="75794" y="89077"/>
                  <a:pt x="77545" y="90338"/>
                </a:cubicBezTo>
                <a:cubicBezTo>
                  <a:pt x="78665" y="91120"/>
                  <a:pt x="80124" y="91225"/>
                  <a:pt x="81338" y="90594"/>
                </a:cubicBezTo>
                <a:cubicBezTo>
                  <a:pt x="82551" y="89964"/>
                  <a:pt x="83310" y="88728"/>
                  <a:pt x="83310" y="87362"/>
                </a:cubicBezTo>
                <a:cubicBezTo>
                  <a:pt x="83310" y="74082"/>
                  <a:pt x="75245" y="66100"/>
                  <a:pt x="67251" y="6408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7" name="Красный — SVG 10">
            <a:extLst>
              <a:ext uri="{FF2B5EF4-FFF2-40B4-BE49-F238E27FC236}">
                <a16:creationId xmlns:a16="http://schemas.microsoft.com/office/drawing/2014/main" id="{90BEB5B0-68BD-B440-8C28-C138F8068504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135845 w 141777"/>
              <a:gd name="csY0" fmla="*/ 42528 h 141753"/>
              <a:gd name="csX1" fmla="*/ 91132 w 141777"/>
              <a:gd name="csY1" fmla="*/ 2977 h 141753"/>
              <a:gd name="csX2" fmla="*/ 104194 w 141777"/>
              <a:gd name="csY2" fmla="*/ 42528 h 141753"/>
              <a:gd name="csX3" fmla="*/ 135845 w 141777"/>
              <a:gd name="csY3" fmla="*/ 42528 h 141753"/>
              <a:gd name="csX4" fmla="*/ 139520 w 141777"/>
              <a:gd name="csY4" fmla="*/ 88594 h 141753"/>
              <a:gd name="csX5" fmla="*/ 141778 w 141777"/>
              <a:gd name="csY5" fmla="*/ 70885 h 141753"/>
              <a:gd name="csX6" fmla="*/ 139520 w 141777"/>
              <a:gd name="csY6" fmla="*/ 53160 h 141753"/>
              <a:gd name="csX7" fmla="*/ 105493 w 141777"/>
              <a:gd name="csY7" fmla="*/ 53160 h 141753"/>
              <a:gd name="csX8" fmla="*/ 106334 w 141777"/>
              <a:gd name="csY8" fmla="*/ 70885 h 141753"/>
              <a:gd name="csX9" fmla="*/ 105493 w 141777"/>
              <a:gd name="csY9" fmla="*/ 88594 h 141753"/>
              <a:gd name="csX10" fmla="*/ 139520 w 141777"/>
              <a:gd name="csY10" fmla="*/ 88594 h 141753"/>
              <a:gd name="csX11" fmla="*/ 35444 w 141777"/>
              <a:gd name="csY11" fmla="*/ 70885 h 141753"/>
              <a:gd name="csX12" fmla="*/ 36284 w 141777"/>
              <a:gd name="csY12" fmla="*/ 53160 h 141753"/>
              <a:gd name="csX13" fmla="*/ 2258 w 141777"/>
              <a:gd name="csY13" fmla="*/ 53160 h 141753"/>
              <a:gd name="csX14" fmla="*/ 0 w 141777"/>
              <a:gd name="csY14" fmla="*/ 70885 h 141753"/>
              <a:gd name="csX15" fmla="*/ 2258 w 141777"/>
              <a:gd name="csY15" fmla="*/ 88594 h 141753"/>
              <a:gd name="csX16" fmla="*/ 36284 w 141777"/>
              <a:gd name="csY16" fmla="*/ 88594 h 141753"/>
              <a:gd name="csX17" fmla="*/ 35444 w 141777"/>
              <a:gd name="csY17" fmla="*/ 70885 h 141753"/>
              <a:gd name="csX18" fmla="*/ 95700 w 141777"/>
              <a:gd name="csY18" fmla="*/ 70885 h 141753"/>
              <a:gd name="csX19" fmla="*/ 94807 w 141777"/>
              <a:gd name="csY19" fmla="*/ 53160 h 141753"/>
              <a:gd name="csX20" fmla="*/ 46971 w 141777"/>
              <a:gd name="csY20" fmla="*/ 53160 h 141753"/>
              <a:gd name="csX21" fmla="*/ 46077 w 141777"/>
              <a:gd name="csY21" fmla="*/ 70885 h 141753"/>
              <a:gd name="csX22" fmla="*/ 46971 w 141777"/>
              <a:gd name="csY22" fmla="*/ 88594 h 141753"/>
              <a:gd name="csX23" fmla="*/ 94807 w 141777"/>
              <a:gd name="csY23" fmla="*/ 88594 h 141753"/>
              <a:gd name="csX24" fmla="*/ 95700 w 141777"/>
              <a:gd name="csY24" fmla="*/ 70885 h 141753"/>
              <a:gd name="csX25" fmla="*/ 93439 w 141777"/>
              <a:gd name="csY25" fmla="*/ 42528 h 141753"/>
              <a:gd name="csX26" fmla="*/ 70890 w 141777"/>
              <a:gd name="csY26" fmla="*/ 0 h 141753"/>
              <a:gd name="csX27" fmla="*/ 48339 w 141777"/>
              <a:gd name="csY27" fmla="*/ 42528 h 141753"/>
              <a:gd name="csX28" fmla="*/ 93439 w 141777"/>
              <a:gd name="csY28" fmla="*/ 42528 h 141753"/>
              <a:gd name="csX29" fmla="*/ 48339 w 141777"/>
              <a:gd name="csY29" fmla="*/ 99226 h 141753"/>
              <a:gd name="csX30" fmla="*/ 70890 w 141777"/>
              <a:gd name="csY30" fmla="*/ 141754 h 141753"/>
              <a:gd name="csX31" fmla="*/ 93439 w 141777"/>
              <a:gd name="csY31" fmla="*/ 99226 h 141753"/>
              <a:gd name="csX32" fmla="*/ 48339 w 141777"/>
              <a:gd name="csY32" fmla="*/ 99226 h 141753"/>
              <a:gd name="csX33" fmla="*/ 37586 w 141777"/>
              <a:gd name="csY33" fmla="*/ 42528 h 141753"/>
              <a:gd name="csX34" fmla="*/ 50647 w 141777"/>
              <a:gd name="csY34" fmla="*/ 2977 h 141753"/>
              <a:gd name="csX35" fmla="*/ 5933 w 141777"/>
              <a:gd name="csY35" fmla="*/ 42528 h 141753"/>
              <a:gd name="csX36" fmla="*/ 37586 w 141777"/>
              <a:gd name="csY36" fmla="*/ 42528 h 141753"/>
              <a:gd name="csX37" fmla="*/ 104194 w 141777"/>
              <a:gd name="csY37" fmla="*/ 99226 h 141753"/>
              <a:gd name="csX38" fmla="*/ 91132 w 141777"/>
              <a:gd name="csY38" fmla="*/ 138777 h 141753"/>
              <a:gd name="csX39" fmla="*/ 135845 w 141777"/>
              <a:gd name="csY39" fmla="*/ 99226 h 141753"/>
              <a:gd name="csX40" fmla="*/ 104194 w 141777"/>
              <a:gd name="csY40" fmla="*/ 99226 h 141753"/>
              <a:gd name="csX41" fmla="*/ 5933 w 141777"/>
              <a:gd name="csY41" fmla="*/ 99226 h 141753"/>
              <a:gd name="csX42" fmla="*/ 50647 w 141777"/>
              <a:gd name="csY42" fmla="*/ 138777 h 141753"/>
              <a:gd name="csX43" fmla="*/ 37586 w 141777"/>
              <a:gd name="csY43" fmla="*/ 99226 h 141753"/>
              <a:gd name="csX44" fmla="*/ 5933 w 141777"/>
              <a:gd name="csY44" fmla="*/ 99226 h 141753"/>
            </a:gdLst>
            <a:ahLst/>
            <a:cxnLst/>
            <a:rect l="l" t="t" r="r" b="b"/>
            <a:pathLst>
              <a:path w="100000" h="100000">
                <a:moveTo>
                  <a:pt x="95816" y="30005"/>
                </a:moveTo>
                <a:cubicBezTo>
                  <a:pt x="89955" y="16651"/>
                  <a:pt x="78421" y="6332"/>
                  <a:pt x="64278" y="2108"/>
                </a:cubicBezTo>
                <a:cubicBezTo>
                  <a:pt x="68698" y="9019"/>
                  <a:pt x="71798" y="19026"/>
                  <a:pt x="73491" y="30005"/>
                </a:cubicBezTo>
                <a:lnTo>
                  <a:pt x="95816" y="30005"/>
                </a:lnTo>
                <a:close/>
                <a:moveTo>
                  <a:pt x="98408" y="62497"/>
                </a:moveTo>
                <a:cubicBezTo>
                  <a:pt x="99443" y="58501"/>
                  <a:pt x="100001" y="54313"/>
                  <a:pt x="100001" y="50006"/>
                </a:cubicBezTo>
                <a:cubicBezTo>
                  <a:pt x="100001" y="45687"/>
                  <a:pt x="99443" y="41500"/>
                  <a:pt x="98408" y="37504"/>
                </a:cubicBezTo>
                <a:lnTo>
                  <a:pt x="74408" y="37504"/>
                </a:lnTo>
                <a:cubicBezTo>
                  <a:pt x="74796" y="41643"/>
                  <a:pt x="75001" y="45842"/>
                  <a:pt x="75001" y="50006"/>
                </a:cubicBezTo>
                <a:cubicBezTo>
                  <a:pt x="75001" y="54170"/>
                  <a:pt x="74796" y="58369"/>
                  <a:pt x="74408" y="62497"/>
                </a:cubicBezTo>
                <a:lnTo>
                  <a:pt x="98408" y="62497"/>
                </a:lnTo>
                <a:close/>
                <a:moveTo>
                  <a:pt x="25000" y="50006"/>
                </a:moveTo>
                <a:cubicBezTo>
                  <a:pt x="25000" y="45842"/>
                  <a:pt x="25205" y="41643"/>
                  <a:pt x="25592" y="37504"/>
                </a:cubicBezTo>
                <a:lnTo>
                  <a:pt x="1593" y="37504"/>
                </a:lnTo>
                <a:cubicBezTo>
                  <a:pt x="558" y="41500"/>
                  <a:pt x="0" y="45687"/>
                  <a:pt x="0" y="50006"/>
                </a:cubicBezTo>
                <a:cubicBezTo>
                  <a:pt x="0" y="54313"/>
                  <a:pt x="558" y="58501"/>
                  <a:pt x="1593" y="62497"/>
                </a:cubicBezTo>
                <a:lnTo>
                  <a:pt x="25592" y="62497"/>
                </a:lnTo>
                <a:cubicBezTo>
                  <a:pt x="25205" y="58369"/>
                  <a:pt x="25000" y="54170"/>
                  <a:pt x="25000" y="50006"/>
                </a:cubicBezTo>
                <a:close/>
                <a:moveTo>
                  <a:pt x="67500" y="50006"/>
                </a:moveTo>
                <a:cubicBezTo>
                  <a:pt x="67500" y="45639"/>
                  <a:pt x="67263" y="41475"/>
                  <a:pt x="66871" y="37504"/>
                </a:cubicBezTo>
                <a:lnTo>
                  <a:pt x="33130" y="37504"/>
                </a:lnTo>
                <a:cubicBezTo>
                  <a:pt x="32737" y="41475"/>
                  <a:pt x="32500" y="45639"/>
                  <a:pt x="32500" y="50006"/>
                </a:cubicBezTo>
                <a:cubicBezTo>
                  <a:pt x="32500" y="54361"/>
                  <a:pt x="32737" y="58525"/>
                  <a:pt x="33130" y="62497"/>
                </a:cubicBezTo>
                <a:lnTo>
                  <a:pt x="66871" y="62497"/>
                </a:lnTo>
                <a:cubicBezTo>
                  <a:pt x="67263" y="58525"/>
                  <a:pt x="67500" y="54361"/>
                  <a:pt x="67500" y="50006"/>
                </a:cubicBezTo>
                <a:close/>
                <a:moveTo>
                  <a:pt x="65906" y="30005"/>
                </a:moveTo>
                <a:cubicBezTo>
                  <a:pt x="62911" y="11983"/>
                  <a:pt x="56183" y="8"/>
                  <a:pt x="50001" y="8"/>
                </a:cubicBezTo>
                <a:cubicBezTo>
                  <a:pt x="43818" y="8"/>
                  <a:pt x="37090" y="11983"/>
                  <a:pt x="34095" y="30005"/>
                </a:cubicBezTo>
                <a:lnTo>
                  <a:pt x="65906" y="30005"/>
                </a:lnTo>
                <a:close/>
                <a:moveTo>
                  <a:pt x="34095" y="69996"/>
                </a:moveTo>
                <a:cubicBezTo>
                  <a:pt x="37090" y="88018"/>
                  <a:pt x="43821" y="99992"/>
                  <a:pt x="50001" y="99992"/>
                </a:cubicBezTo>
                <a:cubicBezTo>
                  <a:pt x="56181" y="99992"/>
                  <a:pt x="62911" y="88018"/>
                  <a:pt x="65906" y="69996"/>
                </a:cubicBezTo>
                <a:lnTo>
                  <a:pt x="34095" y="69996"/>
                </a:lnTo>
                <a:close/>
                <a:moveTo>
                  <a:pt x="26511" y="30005"/>
                </a:moveTo>
                <a:cubicBezTo>
                  <a:pt x="28203" y="19026"/>
                  <a:pt x="31302" y="9019"/>
                  <a:pt x="35723" y="2108"/>
                </a:cubicBezTo>
                <a:cubicBezTo>
                  <a:pt x="21580" y="6332"/>
                  <a:pt x="10045" y="16651"/>
                  <a:pt x="4185" y="30005"/>
                </a:cubicBezTo>
                <a:lnTo>
                  <a:pt x="26511" y="30005"/>
                </a:lnTo>
                <a:close/>
                <a:moveTo>
                  <a:pt x="73491" y="69996"/>
                </a:moveTo>
                <a:cubicBezTo>
                  <a:pt x="71798" y="80974"/>
                  <a:pt x="68698" y="90981"/>
                  <a:pt x="64278" y="97892"/>
                </a:cubicBezTo>
                <a:cubicBezTo>
                  <a:pt x="78421" y="93669"/>
                  <a:pt x="89955" y="83350"/>
                  <a:pt x="95816" y="69996"/>
                </a:cubicBezTo>
                <a:lnTo>
                  <a:pt x="73491" y="69996"/>
                </a:lnTo>
                <a:close/>
                <a:moveTo>
                  <a:pt x="4185" y="69996"/>
                </a:moveTo>
                <a:cubicBezTo>
                  <a:pt x="10045" y="83350"/>
                  <a:pt x="21580" y="93669"/>
                  <a:pt x="35723" y="97892"/>
                </a:cubicBezTo>
                <a:cubicBezTo>
                  <a:pt x="31302" y="90981"/>
                  <a:pt x="28203" y="80974"/>
                  <a:pt x="26511" y="69996"/>
                </a:cubicBezTo>
                <a:lnTo>
                  <a:pt x="4185" y="6999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8" name="Красный — SVG 11">
            <a:extLst>
              <a:ext uri="{FF2B5EF4-FFF2-40B4-BE49-F238E27FC236}">
                <a16:creationId xmlns:a16="http://schemas.microsoft.com/office/drawing/2014/main" id="{87EA8030-6A8A-B544-9952-EF39548C37AA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70889 w 141778"/>
              <a:gd name="csY0" fmla="*/ 0 h 141755"/>
              <a:gd name="csX1" fmla="*/ 48342 w 141778"/>
              <a:gd name="csY1" fmla="*/ 42528 h 141755"/>
              <a:gd name="csX2" fmla="*/ 93437 w 141778"/>
              <a:gd name="csY2" fmla="*/ 42528 h 141755"/>
              <a:gd name="csX3" fmla="*/ 70889 w 141778"/>
              <a:gd name="csY3" fmla="*/ 0 h 141755"/>
              <a:gd name="csX4" fmla="*/ 50647 w 141778"/>
              <a:gd name="csY4" fmla="*/ 2977 h 141755"/>
              <a:gd name="csX5" fmla="*/ 5933 w 141778"/>
              <a:gd name="csY5" fmla="*/ 42528 h 141755"/>
              <a:gd name="csX6" fmla="*/ 37584 w 141778"/>
              <a:gd name="csY6" fmla="*/ 42528 h 141755"/>
              <a:gd name="csX7" fmla="*/ 50647 w 141778"/>
              <a:gd name="csY7" fmla="*/ 2977 h 141755"/>
              <a:gd name="csX8" fmla="*/ 91131 w 141778"/>
              <a:gd name="csY8" fmla="*/ 2977 h 141755"/>
              <a:gd name="csX9" fmla="*/ 104195 w 141778"/>
              <a:gd name="csY9" fmla="*/ 42528 h 141755"/>
              <a:gd name="csX10" fmla="*/ 135846 w 141778"/>
              <a:gd name="csY10" fmla="*/ 42528 h 141755"/>
              <a:gd name="csX11" fmla="*/ 91131 w 141778"/>
              <a:gd name="csY11" fmla="*/ 2977 h 141755"/>
              <a:gd name="csX12" fmla="*/ 2257 w 141778"/>
              <a:gd name="csY12" fmla="*/ 53160 h 141755"/>
              <a:gd name="csX13" fmla="*/ 0 w 141778"/>
              <a:gd name="csY13" fmla="*/ 70885 h 141755"/>
              <a:gd name="csX14" fmla="*/ 2257 w 141778"/>
              <a:gd name="csY14" fmla="*/ 88594 h 141755"/>
              <a:gd name="csX15" fmla="*/ 36282 w 141778"/>
              <a:gd name="csY15" fmla="*/ 88594 h 141755"/>
              <a:gd name="csX16" fmla="*/ 35445 w 141778"/>
              <a:gd name="csY16" fmla="*/ 70885 h 141755"/>
              <a:gd name="csX17" fmla="*/ 36282 w 141778"/>
              <a:gd name="csY17" fmla="*/ 53160 h 141755"/>
              <a:gd name="csX18" fmla="*/ 2257 w 141778"/>
              <a:gd name="csY18" fmla="*/ 53160 h 141755"/>
              <a:gd name="csX19" fmla="*/ 46971 w 141778"/>
              <a:gd name="csY19" fmla="*/ 53160 h 141755"/>
              <a:gd name="csX20" fmla="*/ 46078 w 141778"/>
              <a:gd name="csY20" fmla="*/ 70885 h 141755"/>
              <a:gd name="csX21" fmla="*/ 46971 w 141778"/>
              <a:gd name="csY21" fmla="*/ 88594 h 141755"/>
              <a:gd name="csX22" fmla="*/ 82381 w 141778"/>
              <a:gd name="csY22" fmla="*/ 88594 h 141755"/>
              <a:gd name="csX23" fmla="*/ 95562 w 141778"/>
              <a:gd name="csY23" fmla="*/ 76227 h 141755"/>
              <a:gd name="csX24" fmla="*/ 95700 w 141778"/>
              <a:gd name="csY24" fmla="*/ 70885 h 141755"/>
              <a:gd name="csX25" fmla="*/ 94807 w 141778"/>
              <a:gd name="csY25" fmla="*/ 53160 h 141755"/>
              <a:gd name="csX26" fmla="*/ 46971 w 141778"/>
              <a:gd name="csY26" fmla="*/ 53160 h 141755"/>
              <a:gd name="csX27" fmla="*/ 105496 w 141778"/>
              <a:gd name="csY27" fmla="*/ 53160 h 141755"/>
              <a:gd name="csX28" fmla="*/ 106313 w 141778"/>
              <a:gd name="csY28" fmla="*/ 70035 h 141755"/>
              <a:gd name="csX29" fmla="*/ 109124 w 141778"/>
              <a:gd name="csY29" fmla="*/ 67738 h 141755"/>
              <a:gd name="csX30" fmla="*/ 116974 w 141778"/>
              <a:gd name="csY30" fmla="*/ 60764 h 141755"/>
              <a:gd name="csX31" fmla="*/ 127393 w 141778"/>
              <a:gd name="csY31" fmla="*/ 62329 h 141755"/>
              <a:gd name="csX32" fmla="*/ 141405 w 141778"/>
              <a:gd name="csY32" fmla="*/ 77741 h 141755"/>
              <a:gd name="csX33" fmla="*/ 141778 w 141778"/>
              <a:gd name="csY33" fmla="*/ 70885 h 141755"/>
              <a:gd name="csX34" fmla="*/ 139522 w 141778"/>
              <a:gd name="csY34" fmla="*/ 53160 h 141755"/>
              <a:gd name="csX35" fmla="*/ 105496 w 141778"/>
              <a:gd name="csY35" fmla="*/ 53160 h 141755"/>
              <a:gd name="csX36" fmla="*/ 120512 w 141778"/>
              <a:gd name="csY36" fmla="*/ 67330 h 141755"/>
              <a:gd name="csX37" fmla="*/ 118996 w 141778"/>
              <a:gd name="csY37" fmla="*/ 67551 h 141755"/>
              <a:gd name="csX38" fmla="*/ 115624 w 141778"/>
              <a:gd name="csY38" fmla="*/ 70562 h 141755"/>
              <a:gd name="csX39" fmla="*/ 104596 w 141778"/>
              <a:gd name="csY39" fmla="*/ 79221 h 141755"/>
              <a:gd name="csX40" fmla="*/ 85067 w 141778"/>
              <a:gd name="csY40" fmla="*/ 104550 h 141755"/>
              <a:gd name="csX41" fmla="*/ 90169 w 141778"/>
              <a:gd name="csY41" fmla="*/ 118942 h 141755"/>
              <a:gd name="csX42" fmla="*/ 93928 w 141778"/>
              <a:gd name="csY42" fmla="*/ 120490 h 141755"/>
              <a:gd name="csX43" fmla="*/ 99702 w 141778"/>
              <a:gd name="csY43" fmla="*/ 118108 h 141755"/>
              <a:gd name="csX44" fmla="*/ 110280 w 141778"/>
              <a:gd name="csY44" fmla="*/ 104686 h 141755"/>
              <a:gd name="csX45" fmla="*/ 113430 w 141778"/>
              <a:gd name="csY45" fmla="*/ 102781 h 141755"/>
              <a:gd name="csX46" fmla="*/ 115063 w 141778"/>
              <a:gd name="csY46" fmla="*/ 103172 h 141755"/>
              <a:gd name="csX47" fmla="*/ 116566 w 141778"/>
              <a:gd name="csY47" fmla="*/ 107952 h 141755"/>
              <a:gd name="csX48" fmla="*/ 98816 w 141778"/>
              <a:gd name="csY48" fmla="*/ 127294 h 141755"/>
              <a:gd name="csX49" fmla="*/ 83295 w 141778"/>
              <a:gd name="csY49" fmla="*/ 131122 h 141755"/>
              <a:gd name="csX50" fmla="*/ 81237 w 141778"/>
              <a:gd name="csY50" fmla="*/ 131513 h 141755"/>
              <a:gd name="csX51" fmla="*/ 79486 w 141778"/>
              <a:gd name="csY51" fmla="*/ 132653 h 141755"/>
              <a:gd name="csX52" fmla="*/ 78314 w 141778"/>
              <a:gd name="csY52" fmla="*/ 134388 h 141755"/>
              <a:gd name="csX53" fmla="*/ 77902 w 141778"/>
              <a:gd name="csY53" fmla="*/ 136446 h 141755"/>
              <a:gd name="csX54" fmla="*/ 78314 w 141778"/>
              <a:gd name="csY54" fmla="*/ 138487 h 141755"/>
              <a:gd name="csX55" fmla="*/ 79486 w 141778"/>
              <a:gd name="csY55" fmla="*/ 140222 h 141755"/>
              <a:gd name="csX56" fmla="*/ 81237 w 141778"/>
              <a:gd name="csY56" fmla="*/ 141379 h 141755"/>
              <a:gd name="csX57" fmla="*/ 83295 w 141778"/>
              <a:gd name="csY57" fmla="*/ 141754 h 141755"/>
              <a:gd name="csX58" fmla="*/ 108307 w 141778"/>
              <a:gd name="csY58" fmla="*/ 134200 h 141755"/>
              <a:gd name="csX59" fmla="*/ 113423 w 141778"/>
              <a:gd name="csY59" fmla="*/ 134677 h 141755"/>
              <a:gd name="csX60" fmla="*/ 141778 w 141778"/>
              <a:gd name="csY60" fmla="*/ 104550 h 141755"/>
              <a:gd name="csX61" fmla="*/ 123461 w 141778"/>
              <a:gd name="csY61" fmla="*/ 68232 h 141755"/>
              <a:gd name="csX62" fmla="*/ 120512 w 141778"/>
              <a:gd name="csY62" fmla="*/ 67330 h 141755"/>
              <a:gd name="csX63" fmla="*/ 5933 w 141778"/>
              <a:gd name="csY63" fmla="*/ 99226 h 141755"/>
              <a:gd name="csX64" fmla="*/ 50647 w 141778"/>
              <a:gd name="csY64" fmla="*/ 138777 h 141755"/>
              <a:gd name="csX65" fmla="*/ 37584 w 141778"/>
              <a:gd name="csY65" fmla="*/ 99226 h 141755"/>
              <a:gd name="csX66" fmla="*/ 5933 w 141778"/>
              <a:gd name="csY66" fmla="*/ 99226 h 141755"/>
              <a:gd name="csX67" fmla="*/ 48342 w 141778"/>
              <a:gd name="csY67" fmla="*/ 99226 h 141755"/>
              <a:gd name="csX68" fmla="*/ 70889 w 141778"/>
              <a:gd name="csY68" fmla="*/ 141754 h 141755"/>
              <a:gd name="csX69" fmla="*/ 72059 w 141778"/>
              <a:gd name="csY69" fmla="*/ 141617 h 141755"/>
              <a:gd name="csX70" fmla="*/ 70889 w 141778"/>
              <a:gd name="csY70" fmla="*/ 136446 h 141755"/>
              <a:gd name="csX71" fmla="*/ 83295 w 141778"/>
              <a:gd name="csY71" fmla="*/ 124045 h 141755"/>
              <a:gd name="csX72" fmla="*/ 85164 w 141778"/>
              <a:gd name="csY72" fmla="*/ 123960 h 141755"/>
              <a:gd name="csX73" fmla="*/ 85157 w 141778"/>
              <a:gd name="csY73" fmla="*/ 123943 h 141755"/>
              <a:gd name="csX74" fmla="*/ 77978 w 141778"/>
              <a:gd name="csY74" fmla="*/ 104550 h 141755"/>
              <a:gd name="csX75" fmla="*/ 78435 w 141778"/>
              <a:gd name="csY75" fmla="*/ 99226 h 141755"/>
              <a:gd name="csX76" fmla="*/ 48342 w 141778"/>
              <a:gd name="csY76" fmla="*/ 99226 h 141755"/>
            </a:gdLst>
            <a:ahLst/>
            <a:cxnLst/>
            <a:rect l="l" t="t" r="r" b="b"/>
            <a:pathLst>
              <a:path w="100000" h="100000">
                <a:moveTo>
                  <a:pt x="50000" y="8"/>
                </a:moveTo>
                <a:cubicBezTo>
                  <a:pt x="43818" y="8"/>
                  <a:pt x="37092" y="11982"/>
                  <a:pt x="34097" y="30004"/>
                </a:cubicBezTo>
                <a:lnTo>
                  <a:pt x="65904" y="30004"/>
                </a:lnTo>
                <a:cubicBezTo>
                  <a:pt x="62908" y="11982"/>
                  <a:pt x="56183" y="8"/>
                  <a:pt x="50000" y="8"/>
                </a:cubicBezTo>
                <a:close/>
                <a:moveTo>
                  <a:pt x="35723" y="2108"/>
                </a:moveTo>
                <a:cubicBezTo>
                  <a:pt x="21580" y="6331"/>
                  <a:pt x="10045" y="16650"/>
                  <a:pt x="4185" y="30004"/>
                </a:cubicBezTo>
                <a:lnTo>
                  <a:pt x="26509" y="30004"/>
                </a:lnTo>
                <a:cubicBezTo>
                  <a:pt x="28201" y="19026"/>
                  <a:pt x="31302" y="9019"/>
                  <a:pt x="35723" y="2108"/>
                </a:cubicBezTo>
                <a:close/>
                <a:moveTo>
                  <a:pt x="64277" y="2108"/>
                </a:moveTo>
                <a:cubicBezTo>
                  <a:pt x="68698" y="9019"/>
                  <a:pt x="71799" y="19026"/>
                  <a:pt x="73492" y="30004"/>
                </a:cubicBezTo>
                <a:lnTo>
                  <a:pt x="95816" y="30004"/>
                </a:lnTo>
                <a:cubicBezTo>
                  <a:pt x="89955" y="16650"/>
                  <a:pt x="78420" y="6331"/>
                  <a:pt x="64277" y="2108"/>
                </a:cubicBezTo>
                <a:close/>
                <a:moveTo>
                  <a:pt x="1592" y="37503"/>
                </a:moveTo>
                <a:cubicBezTo>
                  <a:pt x="557" y="41499"/>
                  <a:pt x="0" y="45686"/>
                  <a:pt x="0" y="50005"/>
                </a:cubicBezTo>
                <a:cubicBezTo>
                  <a:pt x="0" y="54313"/>
                  <a:pt x="557" y="58500"/>
                  <a:pt x="1592" y="62496"/>
                </a:cubicBezTo>
                <a:lnTo>
                  <a:pt x="25591" y="62496"/>
                </a:lnTo>
                <a:cubicBezTo>
                  <a:pt x="25203" y="58368"/>
                  <a:pt x="25000" y="54169"/>
                  <a:pt x="25000" y="50005"/>
                </a:cubicBezTo>
                <a:cubicBezTo>
                  <a:pt x="25000" y="45842"/>
                  <a:pt x="25203" y="41642"/>
                  <a:pt x="25591" y="37503"/>
                </a:cubicBezTo>
                <a:lnTo>
                  <a:pt x="1592" y="37503"/>
                </a:lnTo>
                <a:close/>
                <a:moveTo>
                  <a:pt x="33130" y="37503"/>
                </a:moveTo>
                <a:cubicBezTo>
                  <a:pt x="32738" y="41474"/>
                  <a:pt x="32500" y="45638"/>
                  <a:pt x="32500" y="50005"/>
                </a:cubicBezTo>
                <a:cubicBezTo>
                  <a:pt x="32500" y="54361"/>
                  <a:pt x="32738" y="58524"/>
                  <a:pt x="33130" y="62496"/>
                </a:cubicBezTo>
                <a:lnTo>
                  <a:pt x="58106" y="62496"/>
                </a:lnTo>
                <a:cubicBezTo>
                  <a:pt x="60563" y="58560"/>
                  <a:pt x="64113" y="55813"/>
                  <a:pt x="67403" y="53773"/>
                </a:cubicBezTo>
                <a:cubicBezTo>
                  <a:pt x="67440" y="52525"/>
                  <a:pt x="67500" y="51289"/>
                  <a:pt x="67500" y="50005"/>
                </a:cubicBezTo>
                <a:cubicBezTo>
                  <a:pt x="67500" y="45638"/>
                  <a:pt x="67263" y="41474"/>
                  <a:pt x="66870" y="37503"/>
                </a:cubicBezTo>
                <a:lnTo>
                  <a:pt x="33130" y="37503"/>
                </a:lnTo>
                <a:close/>
                <a:moveTo>
                  <a:pt x="74409" y="37503"/>
                </a:moveTo>
                <a:cubicBezTo>
                  <a:pt x="74777" y="41438"/>
                  <a:pt x="74968" y="45434"/>
                  <a:pt x="74986" y="49406"/>
                </a:cubicBezTo>
                <a:cubicBezTo>
                  <a:pt x="75948" y="48794"/>
                  <a:pt x="76738" y="48205"/>
                  <a:pt x="76968" y="47786"/>
                </a:cubicBezTo>
                <a:cubicBezTo>
                  <a:pt x="77983" y="45410"/>
                  <a:pt x="80005" y="43611"/>
                  <a:pt x="82505" y="42867"/>
                </a:cubicBezTo>
                <a:cubicBezTo>
                  <a:pt x="84957" y="42135"/>
                  <a:pt x="87706" y="42542"/>
                  <a:pt x="89854" y="43971"/>
                </a:cubicBezTo>
                <a:cubicBezTo>
                  <a:pt x="90221" y="44222"/>
                  <a:pt x="95509" y="47858"/>
                  <a:pt x="99737" y="54841"/>
                </a:cubicBezTo>
                <a:cubicBezTo>
                  <a:pt x="99894" y="53245"/>
                  <a:pt x="100000" y="51637"/>
                  <a:pt x="100000" y="50005"/>
                </a:cubicBezTo>
                <a:cubicBezTo>
                  <a:pt x="100000" y="45686"/>
                  <a:pt x="99443" y="41499"/>
                  <a:pt x="98409" y="37503"/>
                </a:cubicBezTo>
                <a:lnTo>
                  <a:pt x="74409" y="37503"/>
                </a:lnTo>
                <a:close/>
                <a:moveTo>
                  <a:pt x="85000" y="47498"/>
                </a:moveTo>
                <a:cubicBezTo>
                  <a:pt x="84640" y="47498"/>
                  <a:pt x="84283" y="47558"/>
                  <a:pt x="83931" y="47654"/>
                </a:cubicBezTo>
                <a:cubicBezTo>
                  <a:pt x="82863" y="47977"/>
                  <a:pt x="81993" y="48746"/>
                  <a:pt x="81553" y="49777"/>
                </a:cubicBezTo>
                <a:cubicBezTo>
                  <a:pt x="80523" y="52177"/>
                  <a:pt x="77242" y="53977"/>
                  <a:pt x="73774" y="55885"/>
                </a:cubicBezTo>
                <a:cubicBezTo>
                  <a:pt x="67962" y="59065"/>
                  <a:pt x="60000" y="63432"/>
                  <a:pt x="60000" y="73750"/>
                </a:cubicBezTo>
                <a:cubicBezTo>
                  <a:pt x="60000" y="80121"/>
                  <a:pt x="63231" y="83529"/>
                  <a:pt x="63599" y="83901"/>
                </a:cubicBezTo>
                <a:cubicBezTo>
                  <a:pt x="64332" y="84633"/>
                  <a:pt x="65290" y="84993"/>
                  <a:pt x="66250" y="84993"/>
                </a:cubicBezTo>
                <a:cubicBezTo>
                  <a:pt x="68197" y="84993"/>
                  <a:pt x="70158" y="83457"/>
                  <a:pt x="70323" y="83313"/>
                </a:cubicBezTo>
                <a:cubicBezTo>
                  <a:pt x="73455" y="80710"/>
                  <a:pt x="76018" y="77218"/>
                  <a:pt x="77784" y="73846"/>
                </a:cubicBezTo>
                <a:cubicBezTo>
                  <a:pt x="78231" y="72983"/>
                  <a:pt x="79105" y="72502"/>
                  <a:pt x="80005" y="72502"/>
                </a:cubicBezTo>
                <a:cubicBezTo>
                  <a:pt x="80395" y="72502"/>
                  <a:pt x="80788" y="72586"/>
                  <a:pt x="81157" y="72778"/>
                </a:cubicBezTo>
                <a:cubicBezTo>
                  <a:pt x="82380" y="73426"/>
                  <a:pt x="82854" y="74926"/>
                  <a:pt x="82217" y="76150"/>
                </a:cubicBezTo>
                <a:cubicBezTo>
                  <a:pt x="80797" y="78874"/>
                  <a:pt x="76553" y="85905"/>
                  <a:pt x="69698" y="89792"/>
                </a:cubicBezTo>
                <a:cubicBezTo>
                  <a:pt x="66135" y="91496"/>
                  <a:pt x="62271" y="92492"/>
                  <a:pt x="58750" y="92492"/>
                </a:cubicBezTo>
                <a:cubicBezTo>
                  <a:pt x="58253" y="92492"/>
                  <a:pt x="57760" y="92576"/>
                  <a:pt x="57299" y="92768"/>
                </a:cubicBezTo>
                <a:cubicBezTo>
                  <a:pt x="56837" y="92948"/>
                  <a:pt x="56418" y="93224"/>
                  <a:pt x="56064" y="93572"/>
                </a:cubicBezTo>
                <a:cubicBezTo>
                  <a:pt x="55710" y="93920"/>
                  <a:pt x="55429" y="94340"/>
                  <a:pt x="55237" y="94796"/>
                </a:cubicBezTo>
                <a:cubicBezTo>
                  <a:pt x="55045" y="95251"/>
                  <a:pt x="54946" y="95744"/>
                  <a:pt x="54946" y="96247"/>
                </a:cubicBezTo>
                <a:cubicBezTo>
                  <a:pt x="54946" y="96740"/>
                  <a:pt x="55045" y="97231"/>
                  <a:pt x="55237" y="97687"/>
                </a:cubicBezTo>
                <a:cubicBezTo>
                  <a:pt x="55429" y="98155"/>
                  <a:pt x="55710" y="98563"/>
                  <a:pt x="56064" y="98911"/>
                </a:cubicBezTo>
                <a:cubicBezTo>
                  <a:pt x="56418" y="99259"/>
                  <a:pt x="56837" y="99535"/>
                  <a:pt x="57299" y="99727"/>
                </a:cubicBezTo>
                <a:cubicBezTo>
                  <a:pt x="57760" y="99907"/>
                  <a:pt x="58253" y="100003"/>
                  <a:pt x="58750" y="99991"/>
                </a:cubicBezTo>
                <a:cubicBezTo>
                  <a:pt x="64876" y="99991"/>
                  <a:pt x="71063" y="97987"/>
                  <a:pt x="76392" y="94663"/>
                </a:cubicBezTo>
                <a:cubicBezTo>
                  <a:pt x="77444" y="94868"/>
                  <a:pt x="78625" y="95000"/>
                  <a:pt x="80000" y="95000"/>
                </a:cubicBezTo>
                <a:cubicBezTo>
                  <a:pt x="91028" y="95000"/>
                  <a:pt x="100000" y="85461"/>
                  <a:pt x="100000" y="73750"/>
                </a:cubicBezTo>
                <a:cubicBezTo>
                  <a:pt x="100000" y="56941"/>
                  <a:pt x="87608" y="48482"/>
                  <a:pt x="87081" y="48134"/>
                </a:cubicBezTo>
                <a:cubicBezTo>
                  <a:pt x="86458" y="47714"/>
                  <a:pt x="85733" y="47498"/>
                  <a:pt x="85000" y="47498"/>
                </a:cubicBezTo>
                <a:close/>
                <a:moveTo>
                  <a:pt x="4185" y="69995"/>
                </a:moveTo>
                <a:cubicBezTo>
                  <a:pt x="10045" y="83349"/>
                  <a:pt x="21580" y="93668"/>
                  <a:pt x="35723" y="97891"/>
                </a:cubicBezTo>
                <a:cubicBezTo>
                  <a:pt x="31302" y="90980"/>
                  <a:pt x="28201" y="80973"/>
                  <a:pt x="26509" y="69995"/>
                </a:cubicBezTo>
                <a:lnTo>
                  <a:pt x="4185" y="69995"/>
                </a:lnTo>
                <a:close/>
                <a:moveTo>
                  <a:pt x="34097" y="69995"/>
                </a:moveTo>
                <a:cubicBezTo>
                  <a:pt x="37092" y="88017"/>
                  <a:pt x="43820" y="99991"/>
                  <a:pt x="50000" y="99991"/>
                </a:cubicBezTo>
                <a:cubicBezTo>
                  <a:pt x="50272" y="99991"/>
                  <a:pt x="50550" y="99943"/>
                  <a:pt x="50825" y="99895"/>
                </a:cubicBezTo>
                <a:cubicBezTo>
                  <a:pt x="50308" y="98779"/>
                  <a:pt x="50000" y="97555"/>
                  <a:pt x="50000" y="96247"/>
                </a:cubicBezTo>
                <a:cubicBezTo>
                  <a:pt x="50000" y="91424"/>
                  <a:pt x="53925" y="87501"/>
                  <a:pt x="58750" y="87501"/>
                </a:cubicBezTo>
                <a:cubicBezTo>
                  <a:pt x="59185" y="87501"/>
                  <a:pt x="59626" y="87477"/>
                  <a:pt x="60069" y="87441"/>
                </a:cubicBezTo>
                <a:lnTo>
                  <a:pt x="60064" y="87429"/>
                </a:lnTo>
                <a:cubicBezTo>
                  <a:pt x="59221" y="86589"/>
                  <a:pt x="55000" y="81957"/>
                  <a:pt x="55000" y="73750"/>
                </a:cubicBezTo>
                <a:cubicBezTo>
                  <a:pt x="55000" y="72418"/>
                  <a:pt x="55130" y="71183"/>
                  <a:pt x="55322" y="69995"/>
                </a:cubicBezTo>
                <a:lnTo>
                  <a:pt x="34097" y="6999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9" name="Красный — SVG 12">
            <a:extLst>
              <a:ext uri="{FF2B5EF4-FFF2-40B4-BE49-F238E27FC236}">
                <a16:creationId xmlns:a16="http://schemas.microsoft.com/office/drawing/2014/main" id="{AD35D44B-101B-5542-A1F0-078811C4084B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70895 w 141772"/>
              <a:gd name="csY0" fmla="*/ 0 h 141959"/>
              <a:gd name="csX1" fmla="*/ 30556 w 141772"/>
              <a:gd name="csY1" fmla="*/ 7485 h 141959"/>
              <a:gd name="csX2" fmla="*/ 16180 w 141772"/>
              <a:gd name="csY2" fmla="*/ 15344 h 141959"/>
              <a:gd name="csX3" fmla="*/ 14206 w 141772"/>
              <a:gd name="csY3" fmla="*/ 18900 h 141959"/>
              <a:gd name="csX4" fmla="*/ 15346 w 141772"/>
              <a:gd name="csY4" fmla="*/ 22812 h 141959"/>
              <a:gd name="csX5" fmla="*/ 18902 w 141772"/>
              <a:gd name="csY5" fmla="*/ 24785 h 141959"/>
              <a:gd name="csX6" fmla="*/ 22815 w 141772"/>
              <a:gd name="csY6" fmla="*/ 23645 h 141959"/>
              <a:gd name="csX7" fmla="*/ 34571 w 141772"/>
              <a:gd name="csY7" fmla="*/ 17317 h 141959"/>
              <a:gd name="csX8" fmla="*/ 70895 w 141772"/>
              <a:gd name="csY8" fmla="*/ 10632 h 141959"/>
              <a:gd name="csX9" fmla="*/ 107202 w 141772"/>
              <a:gd name="csY9" fmla="*/ 17317 h 141959"/>
              <a:gd name="csX10" fmla="*/ 118958 w 141772"/>
              <a:gd name="csY10" fmla="*/ 23645 h 141959"/>
              <a:gd name="csX11" fmla="*/ 120795 w 141772"/>
              <a:gd name="csY11" fmla="*/ 24598 h 141959"/>
              <a:gd name="csX12" fmla="*/ 122871 w 141772"/>
              <a:gd name="csY12" fmla="*/ 24785 h 141959"/>
              <a:gd name="csX13" fmla="*/ 124844 w 141772"/>
              <a:gd name="csY13" fmla="*/ 24156 h 141959"/>
              <a:gd name="csX14" fmla="*/ 126444 w 141772"/>
              <a:gd name="csY14" fmla="*/ 22812 h 141959"/>
              <a:gd name="csX15" fmla="*/ 127396 w 141772"/>
              <a:gd name="csY15" fmla="*/ 20975 h 141959"/>
              <a:gd name="csX16" fmla="*/ 127567 w 141772"/>
              <a:gd name="csY16" fmla="*/ 18900 h 141959"/>
              <a:gd name="csX17" fmla="*/ 126937 w 141772"/>
              <a:gd name="csY17" fmla="*/ 16926 h 141959"/>
              <a:gd name="csX18" fmla="*/ 125610 w 141772"/>
              <a:gd name="csY18" fmla="*/ 15344 h 141959"/>
              <a:gd name="csX19" fmla="*/ 111233 w 141772"/>
              <a:gd name="csY19" fmla="*/ 7485 h 141959"/>
              <a:gd name="csX20" fmla="*/ 70895 w 141772"/>
              <a:gd name="csY20" fmla="*/ 0 h 141959"/>
              <a:gd name="csX21" fmla="*/ 70980 w 141772"/>
              <a:gd name="csY21" fmla="*/ 17674 h 141959"/>
              <a:gd name="csX22" fmla="*/ 67866 w 141772"/>
              <a:gd name="csY22" fmla="*/ 18542 h 141959"/>
              <a:gd name="csX23" fmla="*/ 65842 w 141772"/>
              <a:gd name="csY23" fmla="*/ 21060 h 141959"/>
              <a:gd name="csX24" fmla="*/ 65638 w 141772"/>
              <a:gd name="csY24" fmla="*/ 24292 h 141959"/>
              <a:gd name="csX25" fmla="*/ 67339 w 141772"/>
              <a:gd name="csY25" fmla="*/ 27030 h 141959"/>
              <a:gd name="csX26" fmla="*/ 69041 w 141772"/>
              <a:gd name="csY26" fmla="*/ 29633 h 141959"/>
              <a:gd name="csX27" fmla="*/ 66523 w 141772"/>
              <a:gd name="csY27" fmla="*/ 34192 h 141959"/>
              <a:gd name="csX28" fmla="*/ 62252 w 141772"/>
              <a:gd name="csY28" fmla="*/ 43055 h 141959"/>
              <a:gd name="csX29" fmla="*/ 67322 w 141772"/>
              <a:gd name="csY29" fmla="*/ 55354 h 141959"/>
              <a:gd name="csX30" fmla="*/ 69109 w 141772"/>
              <a:gd name="csY30" fmla="*/ 56477 h 141959"/>
              <a:gd name="csX31" fmla="*/ 71201 w 141772"/>
              <a:gd name="csY31" fmla="*/ 56800 h 141959"/>
              <a:gd name="csX32" fmla="*/ 73243 w 141772"/>
              <a:gd name="csY32" fmla="*/ 56290 h 141959"/>
              <a:gd name="csX33" fmla="*/ 74944 w 141772"/>
              <a:gd name="csY33" fmla="*/ 55031 h 141959"/>
              <a:gd name="csX34" fmla="*/ 75999 w 141772"/>
              <a:gd name="csY34" fmla="*/ 53211 h 141959"/>
              <a:gd name="csX35" fmla="*/ 76271 w 141772"/>
              <a:gd name="csY35" fmla="*/ 51101 h 141959"/>
              <a:gd name="csX36" fmla="*/ 75710 w 141772"/>
              <a:gd name="csY36" fmla="*/ 49077 h 141959"/>
              <a:gd name="csX37" fmla="*/ 74400 w 141772"/>
              <a:gd name="csY37" fmla="*/ 47427 h 141959"/>
              <a:gd name="csX38" fmla="*/ 72732 w 141772"/>
              <a:gd name="csY38" fmla="*/ 44807 h 141959"/>
              <a:gd name="csX39" fmla="*/ 75284 w 141772"/>
              <a:gd name="csY39" fmla="*/ 40197 h 141959"/>
              <a:gd name="csX40" fmla="*/ 79555 w 141772"/>
              <a:gd name="csY40" fmla="*/ 31300 h 141959"/>
              <a:gd name="csX41" fmla="*/ 74366 w 141772"/>
              <a:gd name="csY41" fmla="*/ 19035 h 141959"/>
              <a:gd name="csX42" fmla="*/ 70980 w 141772"/>
              <a:gd name="csY42" fmla="*/ 17674 h 141959"/>
              <a:gd name="csX43" fmla="*/ 44439 w 141772"/>
              <a:gd name="csY43" fmla="*/ 21213 h 141959"/>
              <a:gd name="csX44" fmla="*/ 41326 w 141772"/>
              <a:gd name="csY44" fmla="*/ 22080 h 141959"/>
              <a:gd name="csX45" fmla="*/ 39284 w 141772"/>
              <a:gd name="csY45" fmla="*/ 24598 h 141959"/>
              <a:gd name="csX46" fmla="*/ 39097 w 141772"/>
              <a:gd name="csY46" fmla="*/ 27830 h 141959"/>
              <a:gd name="csX47" fmla="*/ 40798 w 141772"/>
              <a:gd name="csY47" fmla="*/ 30569 h 141959"/>
              <a:gd name="csX48" fmla="*/ 42499 w 141772"/>
              <a:gd name="csY48" fmla="*/ 33172 h 141959"/>
              <a:gd name="csX49" fmla="*/ 39964 w 141772"/>
              <a:gd name="csY49" fmla="*/ 37731 h 141959"/>
              <a:gd name="csX50" fmla="*/ 35694 w 141772"/>
              <a:gd name="csY50" fmla="*/ 46610 h 141959"/>
              <a:gd name="csX51" fmla="*/ 40764 w 141772"/>
              <a:gd name="csY51" fmla="*/ 58893 h 141959"/>
              <a:gd name="csX52" fmla="*/ 42568 w 141772"/>
              <a:gd name="csY52" fmla="*/ 60015 h 141959"/>
              <a:gd name="csX53" fmla="*/ 44643 w 141772"/>
              <a:gd name="csY53" fmla="*/ 60338 h 141959"/>
              <a:gd name="csX54" fmla="*/ 46702 w 141772"/>
              <a:gd name="csY54" fmla="*/ 59845 h 141959"/>
              <a:gd name="csX55" fmla="*/ 48386 w 141772"/>
              <a:gd name="csY55" fmla="*/ 58569 h 141959"/>
              <a:gd name="csX56" fmla="*/ 49458 w 141772"/>
              <a:gd name="csY56" fmla="*/ 56749 h 141959"/>
              <a:gd name="csX57" fmla="*/ 49730 w 141772"/>
              <a:gd name="csY57" fmla="*/ 54656 h 141959"/>
              <a:gd name="csX58" fmla="*/ 49152 w 141772"/>
              <a:gd name="csY58" fmla="*/ 52615 h 141959"/>
              <a:gd name="csX59" fmla="*/ 47842 w 141772"/>
              <a:gd name="csY59" fmla="*/ 50965 h 141959"/>
              <a:gd name="csX60" fmla="*/ 46191 w 141772"/>
              <a:gd name="csY60" fmla="*/ 48345 h 141959"/>
              <a:gd name="csX61" fmla="*/ 48743 w 141772"/>
              <a:gd name="csY61" fmla="*/ 43753 h 141959"/>
              <a:gd name="csX62" fmla="*/ 52997 w 141772"/>
              <a:gd name="csY62" fmla="*/ 34839 h 141959"/>
              <a:gd name="csX63" fmla="*/ 47808 w 141772"/>
              <a:gd name="csY63" fmla="*/ 22591 h 141959"/>
              <a:gd name="csX64" fmla="*/ 44439 w 141772"/>
              <a:gd name="csY64" fmla="*/ 21213 h 141959"/>
              <a:gd name="csX65" fmla="*/ 95803 w 141772"/>
              <a:gd name="csY65" fmla="*/ 21213 h 141959"/>
              <a:gd name="csX66" fmla="*/ 92689 w 141772"/>
              <a:gd name="csY66" fmla="*/ 22080 h 141959"/>
              <a:gd name="csX67" fmla="*/ 90647 w 141772"/>
              <a:gd name="csY67" fmla="*/ 24598 h 141959"/>
              <a:gd name="csX68" fmla="*/ 90443 w 141772"/>
              <a:gd name="csY68" fmla="*/ 27830 h 141959"/>
              <a:gd name="csX69" fmla="*/ 92162 w 141772"/>
              <a:gd name="csY69" fmla="*/ 30569 h 141959"/>
              <a:gd name="csX70" fmla="*/ 93863 w 141772"/>
              <a:gd name="csY70" fmla="*/ 33172 h 141959"/>
              <a:gd name="csX71" fmla="*/ 91328 w 141772"/>
              <a:gd name="csY71" fmla="*/ 37731 h 141959"/>
              <a:gd name="csX72" fmla="*/ 87057 w 141772"/>
              <a:gd name="csY72" fmla="*/ 46610 h 141959"/>
              <a:gd name="csX73" fmla="*/ 92127 w 141772"/>
              <a:gd name="csY73" fmla="*/ 58893 h 141959"/>
              <a:gd name="csX74" fmla="*/ 93914 w 141772"/>
              <a:gd name="csY74" fmla="*/ 60015 h 141959"/>
              <a:gd name="csX75" fmla="*/ 96007 w 141772"/>
              <a:gd name="csY75" fmla="*/ 60338 h 141959"/>
              <a:gd name="csX76" fmla="*/ 98065 w 141772"/>
              <a:gd name="csY76" fmla="*/ 59845 h 141959"/>
              <a:gd name="csX77" fmla="*/ 99749 w 141772"/>
              <a:gd name="csY77" fmla="*/ 58569 h 141959"/>
              <a:gd name="csX78" fmla="*/ 100821 w 141772"/>
              <a:gd name="csY78" fmla="*/ 56749 h 141959"/>
              <a:gd name="csX79" fmla="*/ 101077 w 141772"/>
              <a:gd name="csY79" fmla="*/ 54656 h 141959"/>
              <a:gd name="csX80" fmla="*/ 100515 w 141772"/>
              <a:gd name="csY80" fmla="*/ 52615 h 141959"/>
              <a:gd name="csX81" fmla="*/ 99205 w 141772"/>
              <a:gd name="csY81" fmla="*/ 50965 h 141959"/>
              <a:gd name="csX82" fmla="*/ 97555 w 141772"/>
              <a:gd name="csY82" fmla="*/ 48345 h 141959"/>
              <a:gd name="csX83" fmla="*/ 100107 w 141772"/>
              <a:gd name="csY83" fmla="*/ 43753 h 141959"/>
              <a:gd name="csX84" fmla="*/ 104360 w 141772"/>
              <a:gd name="csY84" fmla="*/ 34839 h 141959"/>
              <a:gd name="csX85" fmla="*/ 99171 w 141772"/>
              <a:gd name="csY85" fmla="*/ 22591 h 141959"/>
              <a:gd name="csX86" fmla="*/ 95803 w 141772"/>
              <a:gd name="csY86" fmla="*/ 21213 h 141959"/>
              <a:gd name="csX87" fmla="*/ 70895 w 141772"/>
              <a:gd name="csY87" fmla="*/ 63792 h 141959"/>
              <a:gd name="csX88" fmla="*/ 27630 w 141772"/>
              <a:gd name="csY88" fmla="*/ 78642 h 141959"/>
              <a:gd name="csX89" fmla="*/ 26473 w 141772"/>
              <a:gd name="csY89" fmla="*/ 79510 h 141959"/>
              <a:gd name="csX90" fmla="*/ 0 w 141772"/>
              <a:gd name="csY90" fmla="*/ 134677 h 141959"/>
              <a:gd name="csX91" fmla="*/ 34 w 141772"/>
              <a:gd name="csY91" fmla="*/ 136786 h 141959"/>
              <a:gd name="csX92" fmla="*/ 493 w 141772"/>
              <a:gd name="csY92" fmla="*/ 138811 h 141959"/>
              <a:gd name="csX93" fmla="*/ 1684 w 141772"/>
              <a:gd name="csY93" fmla="*/ 140495 h 141959"/>
              <a:gd name="csX94" fmla="*/ 3437 w 141772"/>
              <a:gd name="csY94" fmla="*/ 141600 h 141959"/>
              <a:gd name="csX95" fmla="*/ 5495 w 141772"/>
              <a:gd name="csY95" fmla="*/ 141958 h 141959"/>
              <a:gd name="csX96" fmla="*/ 7520 w 141772"/>
              <a:gd name="csY96" fmla="*/ 141498 h 141959"/>
              <a:gd name="csX97" fmla="*/ 9204 w 141772"/>
              <a:gd name="csY97" fmla="*/ 140291 h 141959"/>
              <a:gd name="csX98" fmla="*/ 10310 w 141772"/>
              <a:gd name="csY98" fmla="*/ 138538 h 141959"/>
              <a:gd name="csX99" fmla="*/ 10667 w 141772"/>
              <a:gd name="csY99" fmla="*/ 136497 h 141959"/>
              <a:gd name="csX100" fmla="*/ 10633 w 141772"/>
              <a:gd name="csY100" fmla="*/ 134677 h 141959"/>
              <a:gd name="csX101" fmla="*/ 11637 w 141772"/>
              <a:gd name="csY101" fmla="*/ 123909 h 141959"/>
              <a:gd name="csX102" fmla="*/ 28702 w 141772"/>
              <a:gd name="csY102" fmla="*/ 113039 h 141959"/>
              <a:gd name="csX103" fmla="*/ 42057 w 141772"/>
              <a:gd name="csY103" fmla="*/ 109705 h 141959"/>
              <a:gd name="csX104" fmla="*/ 45188 w 141772"/>
              <a:gd name="csY104" fmla="*/ 107493 h 141959"/>
              <a:gd name="csX105" fmla="*/ 51687 w 141772"/>
              <a:gd name="csY105" fmla="*/ 97746 h 141959"/>
              <a:gd name="csX106" fmla="*/ 61419 w 141772"/>
              <a:gd name="csY106" fmla="*/ 91247 h 141959"/>
              <a:gd name="csX107" fmla="*/ 63783 w 141772"/>
              <a:gd name="csY107" fmla="*/ 86502 h 141959"/>
              <a:gd name="csX108" fmla="*/ 60857 w 141772"/>
              <a:gd name="csY108" fmla="*/ 82079 h 141959"/>
              <a:gd name="csX109" fmla="*/ 51806 w 141772"/>
              <a:gd name="csY109" fmla="*/ 77554 h 141959"/>
              <a:gd name="csX110" fmla="*/ 70895 w 141772"/>
              <a:gd name="csY110" fmla="*/ 74424 h 141959"/>
              <a:gd name="csX111" fmla="*/ 96568 w 141772"/>
              <a:gd name="csY111" fmla="*/ 80207 h 141959"/>
              <a:gd name="csX112" fmla="*/ 93710 w 141772"/>
              <a:gd name="csY112" fmla="*/ 83065 h 141959"/>
              <a:gd name="csX113" fmla="*/ 92434 w 141772"/>
              <a:gd name="csY113" fmla="*/ 88509 h 141959"/>
              <a:gd name="csX114" fmla="*/ 94935 w 141772"/>
              <a:gd name="csY114" fmla="*/ 96028 h 141959"/>
              <a:gd name="csX115" fmla="*/ 92298 w 141772"/>
              <a:gd name="csY115" fmla="*/ 98664 h 141959"/>
              <a:gd name="csX116" fmla="*/ 81052 w 141772"/>
              <a:gd name="csY116" fmla="*/ 95841 h 141959"/>
              <a:gd name="csX117" fmla="*/ 74604 w 141772"/>
              <a:gd name="csY117" fmla="*/ 99719 h 141959"/>
              <a:gd name="csX118" fmla="*/ 71269 w 141772"/>
              <a:gd name="csY118" fmla="*/ 113005 h 141959"/>
              <a:gd name="csX119" fmla="*/ 57608 w 141772"/>
              <a:gd name="csY119" fmla="*/ 133486 h 141959"/>
              <a:gd name="csX120" fmla="*/ 57556 w 141772"/>
              <a:gd name="csY120" fmla="*/ 139338 h 141959"/>
              <a:gd name="csX121" fmla="*/ 62031 w 141772"/>
              <a:gd name="csY121" fmla="*/ 141754 h 141959"/>
              <a:gd name="csX122" fmla="*/ 62899 w 141772"/>
              <a:gd name="csY122" fmla="*/ 141686 h 141959"/>
              <a:gd name="csX123" fmla="*/ 84165 w 141772"/>
              <a:gd name="csY123" fmla="*/ 138147 h 141959"/>
              <a:gd name="csX124" fmla="*/ 86241 w 141772"/>
              <a:gd name="csY124" fmla="*/ 137331 h 141959"/>
              <a:gd name="csX125" fmla="*/ 96109 w 141772"/>
              <a:gd name="csY125" fmla="*/ 130748 h 141959"/>
              <a:gd name="csX126" fmla="*/ 105772 w 141772"/>
              <a:gd name="csY126" fmla="*/ 128332 h 141959"/>
              <a:gd name="csX127" fmla="*/ 110774 w 141772"/>
              <a:gd name="csY127" fmla="*/ 135851 h 141959"/>
              <a:gd name="csX128" fmla="*/ 114347 w 141772"/>
              <a:gd name="csY128" fmla="*/ 138147 h 141959"/>
              <a:gd name="csX129" fmla="*/ 135342 w 141772"/>
              <a:gd name="csY129" fmla="*/ 141566 h 141959"/>
              <a:gd name="csX130" fmla="*/ 135614 w 141772"/>
              <a:gd name="csY130" fmla="*/ 141600 h 141959"/>
              <a:gd name="csX131" fmla="*/ 136907 w 141772"/>
              <a:gd name="csY131" fmla="*/ 141669 h 141959"/>
              <a:gd name="csX132" fmla="*/ 136975 w 141772"/>
              <a:gd name="csY132" fmla="*/ 141652 h 141959"/>
              <a:gd name="csX133" fmla="*/ 136992 w 141772"/>
              <a:gd name="csY133" fmla="*/ 141652 h 141959"/>
              <a:gd name="csX134" fmla="*/ 138132 w 141772"/>
              <a:gd name="csY134" fmla="*/ 141413 h 141959"/>
              <a:gd name="csX135" fmla="*/ 138387 w 141772"/>
              <a:gd name="csY135" fmla="*/ 141311 h 141959"/>
              <a:gd name="csX136" fmla="*/ 139289 w 141772"/>
              <a:gd name="csY136" fmla="*/ 140835 h 141959"/>
              <a:gd name="csX137" fmla="*/ 139459 w 141772"/>
              <a:gd name="csY137" fmla="*/ 140750 h 141959"/>
              <a:gd name="csX138" fmla="*/ 139510 w 141772"/>
              <a:gd name="csY138" fmla="*/ 140699 h 141959"/>
              <a:gd name="csX139" fmla="*/ 140327 w 141772"/>
              <a:gd name="csY139" fmla="*/ 140001 h 141959"/>
              <a:gd name="csX140" fmla="*/ 140429 w 141772"/>
              <a:gd name="csY140" fmla="*/ 139899 h 141959"/>
              <a:gd name="csX141" fmla="*/ 140531 w 141772"/>
              <a:gd name="csY141" fmla="*/ 139763 h 141959"/>
              <a:gd name="csX142" fmla="*/ 141041 w 141772"/>
              <a:gd name="csY142" fmla="*/ 139015 h 141959"/>
              <a:gd name="csX143" fmla="*/ 141296 w 141772"/>
              <a:gd name="csY143" fmla="*/ 138521 h 141959"/>
              <a:gd name="csX144" fmla="*/ 141569 w 141772"/>
              <a:gd name="csY144" fmla="*/ 137773 h 141959"/>
              <a:gd name="csX145" fmla="*/ 141586 w 141772"/>
              <a:gd name="csY145" fmla="*/ 137739 h 141959"/>
              <a:gd name="csX146" fmla="*/ 141671 w 141772"/>
              <a:gd name="csY146" fmla="*/ 137331 h 141959"/>
              <a:gd name="csX147" fmla="*/ 141756 w 141772"/>
              <a:gd name="csY147" fmla="*/ 136497 h 141959"/>
              <a:gd name="csX148" fmla="*/ 141756 w 141772"/>
              <a:gd name="csY148" fmla="*/ 136429 h 141959"/>
              <a:gd name="csX149" fmla="*/ 141773 w 141772"/>
              <a:gd name="csY149" fmla="*/ 136123 h 141959"/>
              <a:gd name="csX150" fmla="*/ 141773 w 141772"/>
              <a:gd name="csY150" fmla="*/ 134677 h 141959"/>
              <a:gd name="csX151" fmla="*/ 70895 w 141772"/>
              <a:gd name="csY151" fmla="*/ 63792 h 141959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37614" y="0"/>
                  <a:pt x="28063" y="2612"/>
                  <a:pt x="21590" y="5273"/>
                </a:cubicBezTo>
                <a:cubicBezTo>
                  <a:pt x="15107" y="7933"/>
                  <a:pt x="11464" y="10809"/>
                  <a:pt x="11464" y="10809"/>
                </a:cubicBezTo>
                <a:cubicBezTo>
                  <a:pt x="10684" y="11420"/>
                  <a:pt x="10181" y="12330"/>
                  <a:pt x="10073" y="13314"/>
                </a:cubicBezTo>
                <a:cubicBezTo>
                  <a:pt x="9965" y="14308"/>
                  <a:pt x="10253" y="15290"/>
                  <a:pt x="10876" y="16069"/>
                </a:cubicBezTo>
                <a:cubicBezTo>
                  <a:pt x="11487" y="16849"/>
                  <a:pt x="12398" y="17340"/>
                  <a:pt x="13381" y="17459"/>
                </a:cubicBezTo>
                <a:cubicBezTo>
                  <a:pt x="14376" y="17567"/>
                  <a:pt x="15358" y="17280"/>
                  <a:pt x="16137" y="16656"/>
                </a:cubicBezTo>
                <a:cubicBezTo>
                  <a:pt x="16137" y="16656"/>
                  <a:pt x="18738" y="14535"/>
                  <a:pt x="24419" y="12199"/>
                </a:cubicBezTo>
                <a:cubicBezTo>
                  <a:pt x="30112" y="9874"/>
                  <a:pt x="38669" y="7489"/>
                  <a:pt x="50006" y="7489"/>
                </a:cubicBezTo>
                <a:cubicBezTo>
                  <a:pt x="61332" y="7489"/>
                  <a:pt x="69889" y="9874"/>
                  <a:pt x="75582" y="12199"/>
                </a:cubicBezTo>
                <a:cubicBezTo>
                  <a:pt x="81275" y="14535"/>
                  <a:pt x="83863" y="16656"/>
                  <a:pt x="83863" y="16656"/>
                </a:cubicBezTo>
                <a:cubicBezTo>
                  <a:pt x="84247" y="16968"/>
                  <a:pt x="84690" y="17196"/>
                  <a:pt x="85157" y="17328"/>
                </a:cubicBezTo>
                <a:cubicBezTo>
                  <a:pt x="85637" y="17471"/>
                  <a:pt x="86128" y="17507"/>
                  <a:pt x="86620" y="17459"/>
                </a:cubicBezTo>
                <a:cubicBezTo>
                  <a:pt x="87111" y="17399"/>
                  <a:pt x="87578" y="17256"/>
                  <a:pt x="88010" y="17016"/>
                </a:cubicBezTo>
                <a:cubicBezTo>
                  <a:pt x="88441" y="16777"/>
                  <a:pt x="88825" y="16453"/>
                  <a:pt x="89137" y="16069"/>
                </a:cubicBezTo>
                <a:cubicBezTo>
                  <a:pt x="89436" y="15686"/>
                  <a:pt x="89664" y="15242"/>
                  <a:pt x="89807" y="14775"/>
                </a:cubicBezTo>
                <a:cubicBezTo>
                  <a:pt x="89940" y="14296"/>
                  <a:pt x="89988" y="13805"/>
                  <a:pt x="89928" y="13314"/>
                </a:cubicBezTo>
                <a:cubicBezTo>
                  <a:pt x="89879" y="12822"/>
                  <a:pt x="89723" y="12355"/>
                  <a:pt x="89484" y="11923"/>
                </a:cubicBezTo>
                <a:cubicBezTo>
                  <a:pt x="89256" y="11492"/>
                  <a:pt x="88932" y="11108"/>
                  <a:pt x="88549" y="10809"/>
                </a:cubicBezTo>
                <a:cubicBezTo>
                  <a:pt x="88549" y="10809"/>
                  <a:pt x="84894" y="7933"/>
                  <a:pt x="78422" y="5273"/>
                </a:cubicBezTo>
                <a:cubicBezTo>
                  <a:pt x="71938" y="2612"/>
                  <a:pt x="62387" y="0"/>
                  <a:pt x="50006" y="0"/>
                </a:cubicBezTo>
                <a:close/>
                <a:moveTo>
                  <a:pt x="50066" y="12450"/>
                </a:moveTo>
                <a:cubicBezTo>
                  <a:pt x="49299" y="12415"/>
                  <a:pt x="48532" y="12630"/>
                  <a:pt x="47873" y="13062"/>
                </a:cubicBezTo>
                <a:cubicBezTo>
                  <a:pt x="47226" y="13493"/>
                  <a:pt x="46722" y="14104"/>
                  <a:pt x="46447" y="14835"/>
                </a:cubicBezTo>
                <a:cubicBezTo>
                  <a:pt x="46159" y="15554"/>
                  <a:pt x="46111" y="16357"/>
                  <a:pt x="46303" y="17112"/>
                </a:cubicBezTo>
                <a:cubicBezTo>
                  <a:pt x="46495" y="17854"/>
                  <a:pt x="46915" y="18538"/>
                  <a:pt x="47501" y="19041"/>
                </a:cubicBezTo>
                <a:cubicBezTo>
                  <a:pt x="49036" y="20383"/>
                  <a:pt x="48771" y="20443"/>
                  <a:pt x="48700" y="20874"/>
                </a:cubicBezTo>
                <a:cubicBezTo>
                  <a:pt x="48640" y="21306"/>
                  <a:pt x="47993" y="22540"/>
                  <a:pt x="46927" y="24086"/>
                </a:cubicBezTo>
                <a:cubicBezTo>
                  <a:pt x="45859" y="25644"/>
                  <a:pt x="44386" y="27513"/>
                  <a:pt x="43918" y="30329"/>
                </a:cubicBezTo>
                <a:cubicBezTo>
                  <a:pt x="43450" y="33157"/>
                  <a:pt x="44757" y="36549"/>
                  <a:pt x="47489" y="38993"/>
                </a:cubicBezTo>
                <a:cubicBezTo>
                  <a:pt x="47849" y="39341"/>
                  <a:pt x="48280" y="39604"/>
                  <a:pt x="48748" y="39784"/>
                </a:cubicBezTo>
                <a:cubicBezTo>
                  <a:pt x="49215" y="39952"/>
                  <a:pt x="49718" y="40036"/>
                  <a:pt x="50222" y="40012"/>
                </a:cubicBezTo>
                <a:cubicBezTo>
                  <a:pt x="50714" y="39988"/>
                  <a:pt x="51205" y="39868"/>
                  <a:pt x="51660" y="39652"/>
                </a:cubicBezTo>
                <a:cubicBezTo>
                  <a:pt x="52115" y="39436"/>
                  <a:pt x="52523" y="39137"/>
                  <a:pt x="52859" y="38765"/>
                </a:cubicBezTo>
                <a:cubicBezTo>
                  <a:pt x="53183" y="38394"/>
                  <a:pt x="53446" y="37950"/>
                  <a:pt x="53602" y="37483"/>
                </a:cubicBezTo>
                <a:cubicBezTo>
                  <a:pt x="53769" y="37004"/>
                  <a:pt x="53829" y="36501"/>
                  <a:pt x="53793" y="35997"/>
                </a:cubicBezTo>
                <a:cubicBezTo>
                  <a:pt x="53757" y="35506"/>
                  <a:pt x="53626" y="35014"/>
                  <a:pt x="53398" y="34571"/>
                </a:cubicBezTo>
                <a:cubicBezTo>
                  <a:pt x="53171" y="34128"/>
                  <a:pt x="52859" y="33732"/>
                  <a:pt x="52475" y="33409"/>
                </a:cubicBezTo>
                <a:cubicBezTo>
                  <a:pt x="50965" y="32067"/>
                  <a:pt x="51229" y="32019"/>
                  <a:pt x="51300" y="31563"/>
                </a:cubicBezTo>
                <a:cubicBezTo>
                  <a:pt x="51385" y="31108"/>
                  <a:pt x="52032" y="29874"/>
                  <a:pt x="53098" y="28316"/>
                </a:cubicBezTo>
                <a:cubicBezTo>
                  <a:pt x="54165" y="26758"/>
                  <a:pt x="55651" y="24877"/>
                  <a:pt x="56107" y="22049"/>
                </a:cubicBezTo>
                <a:cubicBezTo>
                  <a:pt x="56550" y="19221"/>
                  <a:pt x="55208" y="15830"/>
                  <a:pt x="52451" y="13409"/>
                </a:cubicBezTo>
                <a:cubicBezTo>
                  <a:pt x="51792" y="12822"/>
                  <a:pt x="50953" y="12474"/>
                  <a:pt x="50066" y="12450"/>
                </a:cubicBezTo>
                <a:close/>
                <a:moveTo>
                  <a:pt x="31370" y="14943"/>
                </a:moveTo>
                <a:cubicBezTo>
                  <a:pt x="30591" y="14919"/>
                  <a:pt x="29824" y="15135"/>
                  <a:pt x="29177" y="15554"/>
                </a:cubicBezTo>
                <a:cubicBezTo>
                  <a:pt x="28530" y="15986"/>
                  <a:pt x="28026" y="16609"/>
                  <a:pt x="27739" y="17328"/>
                </a:cubicBezTo>
                <a:cubicBezTo>
                  <a:pt x="27463" y="18059"/>
                  <a:pt x="27415" y="18849"/>
                  <a:pt x="27607" y="19604"/>
                </a:cubicBezTo>
                <a:cubicBezTo>
                  <a:pt x="27787" y="20359"/>
                  <a:pt x="28206" y="21031"/>
                  <a:pt x="28805" y="21534"/>
                </a:cubicBezTo>
                <a:cubicBezTo>
                  <a:pt x="30339" y="22876"/>
                  <a:pt x="30076" y="22935"/>
                  <a:pt x="30003" y="23367"/>
                </a:cubicBezTo>
                <a:cubicBezTo>
                  <a:pt x="29932" y="23810"/>
                  <a:pt x="29284" y="25033"/>
                  <a:pt x="28218" y="26579"/>
                </a:cubicBezTo>
                <a:cubicBezTo>
                  <a:pt x="27164" y="28136"/>
                  <a:pt x="25689" y="30006"/>
                  <a:pt x="25210" y="32833"/>
                </a:cubicBezTo>
                <a:cubicBezTo>
                  <a:pt x="24743" y="35650"/>
                  <a:pt x="26049" y="39053"/>
                  <a:pt x="28781" y="41486"/>
                </a:cubicBezTo>
                <a:cubicBezTo>
                  <a:pt x="29153" y="41833"/>
                  <a:pt x="29572" y="42097"/>
                  <a:pt x="30052" y="42276"/>
                </a:cubicBezTo>
                <a:cubicBezTo>
                  <a:pt x="30519" y="42456"/>
                  <a:pt x="31011" y="42528"/>
                  <a:pt x="31514" y="42504"/>
                </a:cubicBezTo>
                <a:cubicBezTo>
                  <a:pt x="32017" y="42492"/>
                  <a:pt x="32508" y="42360"/>
                  <a:pt x="32964" y="42157"/>
                </a:cubicBezTo>
                <a:cubicBezTo>
                  <a:pt x="33419" y="41941"/>
                  <a:pt x="33815" y="41630"/>
                  <a:pt x="34150" y="41258"/>
                </a:cubicBezTo>
                <a:cubicBezTo>
                  <a:pt x="34486" y="40886"/>
                  <a:pt x="34738" y="40455"/>
                  <a:pt x="34906" y="39976"/>
                </a:cubicBezTo>
                <a:cubicBezTo>
                  <a:pt x="35061" y="39497"/>
                  <a:pt x="35133" y="39005"/>
                  <a:pt x="35097" y="38501"/>
                </a:cubicBezTo>
                <a:cubicBezTo>
                  <a:pt x="35061" y="37998"/>
                  <a:pt x="34917" y="37507"/>
                  <a:pt x="34690" y="37064"/>
                </a:cubicBezTo>
                <a:cubicBezTo>
                  <a:pt x="34462" y="36620"/>
                  <a:pt x="34150" y="36225"/>
                  <a:pt x="33767" y="35901"/>
                </a:cubicBezTo>
                <a:cubicBezTo>
                  <a:pt x="32269" y="34559"/>
                  <a:pt x="32532" y="34511"/>
                  <a:pt x="32604" y="34056"/>
                </a:cubicBezTo>
                <a:cubicBezTo>
                  <a:pt x="32676" y="33601"/>
                  <a:pt x="33335" y="32366"/>
                  <a:pt x="34402" y="30821"/>
                </a:cubicBezTo>
                <a:cubicBezTo>
                  <a:pt x="35469" y="29263"/>
                  <a:pt x="36955" y="27382"/>
                  <a:pt x="37398" y="24542"/>
                </a:cubicBezTo>
                <a:cubicBezTo>
                  <a:pt x="37854" y="21713"/>
                  <a:pt x="36500" y="18334"/>
                  <a:pt x="33743" y="15914"/>
                </a:cubicBezTo>
                <a:cubicBezTo>
                  <a:pt x="33096" y="15314"/>
                  <a:pt x="32257" y="14979"/>
                  <a:pt x="31370" y="14943"/>
                </a:cubicBezTo>
                <a:close/>
                <a:moveTo>
                  <a:pt x="67552" y="14943"/>
                </a:moveTo>
                <a:cubicBezTo>
                  <a:pt x="66772" y="14919"/>
                  <a:pt x="66006" y="15135"/>
                  <a:pt x="65359" y="15554"/>
                </a:cubicBezTo>
                <a:cubicBezTo>
                  <a:pt x="64699" y="15986"/>
                  <a:pt x="64208" y="16609"/>
                  <a:pt x="63920" y="17328"/>
                </a:cubicBezTo>
                <a:cubicBezTo>
                  <a:pt x="63645" y="18059"/>
                  <a:pt x="63597" y="18849"/>
                  <a:pt x="63777" y="19604"/>
                </a:cubicBezTo>
                <a:cubicBezTo>
                  <a:pt x="63969" y="20359"/>
                  <a:pt x="64388" y="21031"/>
                  <a:pt x="64987" y="21534"/>
                </a:cubicBezTo>
                <a:cubicBezTo>
                  <a:pt x="66509" y="22876"/>
                  <a:pt x="66258" y="22935"/>
                  <a:pt x="66186" y="23367"/>
                </a:cubicBezTo>
                <a:cubicBezTo>
                  <a:pt x="66114" y="23810"/>
                  <a:pt x="65466" y="25033"/>
                  <a:pt x="64400" y="26579"/>
                </a:cubicBezTo>
                <a:cubicBezTo>
                  <a:pt x="63333" y="28136"/>
                  <a:pt x="61859" y="30006"/>
                  <a:pt x="61391" y="32833"/>
                </a:cubicBezTo>
                <a:cubicBezTo>
                  <a:pt x="60924" y="35650"/>
                  <a:pt x="62231" y="39053"/>
                  <a:pt x="64963" y="41486"/>
                </a:cubicBezTo>
                <a:cubicBezTo>
                  <a:pt x="65323" y="41833"/>
                  <a:pt x="65755" y="42097"/>
                  <a:pt x="66222" y="42276"/>
                </a:cubicBezTo>
                <a:cubicBezTo>
                  <a:pt x="66701" y="42456"/>
                  <a:pt x="67192" y="42528"/>
                  <a:pt x="67696" y="42504"/>
                </a:cubicBezTo>
                <a:cubicBezTo>
                  <a:pt x="68199" y="42492"/>
                  <a:pt x="68691" y="42360"/>
                  <a:pt x="69146" y="42157"/>
                </a:cubicBezTo>
                <a:cubicBezTo>
                  <a:pt x="69589" y="41941"/>
                  <a:pt x="69997" y="41630"/>
                  <a:pt x="70332" y="41258"/>
                </a:cubicBezTo>
                <a:cubicBezTo>
                  <a:pt x="70668" y="40886"/>
                  <a:pt x="70919" y="40455"/>
                  <a:pt x="71087" y="39976"/>
                </a:cubicBezTo>
                <a:cubicBezTo>
                  <a:pt x="71243" y="39497"/>
                  <a:pt x="71303" y="39005"/>
                  <a:pt x="71267" y="38501"/>
                </a:cubicBezTo>
                <a:cubicBezTo>
                  <a:pt x="71231" y="37998"/>
                  <a:pt x="71100" y="37507"/>
                  <a:pt x="70872" y="37064"/>
                </a:cubicBezTo>
                <a:cubicBezTo>
                  <a:pt x="70644" y="36620"/>
                  <a:pt x="70332" y="36225"/>
                  <a:pt x="69949" y="35901"/>
                </a:cubicBezTo>
                <a:cubicBezTo>
                  <a:pt x="68439" y="34559"/>
                  <a:pt x="68703" y="34511"/>
                  <a:pt x="68786" y="34056"/>
                </a:cubicBezTo>
                <a:cubicBezTo>
                  <a:pt x="68858" y="33601"/>
                  <a:pt x="69518" y="32366"/>
                  <a:pt x="70584" y="30821"/>
                </a:cubicBezTo>
                <a:cubicBezTo>
                  <a:pt x="71651" y="29263"/>
                  <a:pt x="73125" y="27382"/>
                  <a:pt x="73580" y="24542"/>
                </a:cubicBezTo>
                <a:cubicBezTo>
                  <a:pt x="74036" y="21713"/>
                  <a:pt x="72681" y="18334"/>
                  <a:pt x="69925" y="15914"/>
                </a:cubicBezTo>
                <a:cubicBezTo>
                  <a:pt x="69277" y="15314"/>
                  <a:pt x="68427" y="14979"/>
                  <a:pt x="67552" y="14943"/>
                </a:cubicBezTo>
                <a:close/>
                <a:moveTo>
                  <a:pt x="50006" y="44937"/>
                </a:moveTo>
                <a:cubicBezTo>
                  <a:pt x="38525" y="44937"/>
                  <a:pt x="27966" y="48867"/>
                  <a:pt x="19529" y="55398"/>
                </a:cubicBezTo>
                <a:cubicBezTo>
                  <a:pt x="19229" y="55566"/>
                  <a:pt x="18966" y="55770"/>
                  <a:pt x="18714" y="56009"/>
                </a:cubicBezTo>
                <a:cubicBezTo>
                  <a:pt x="7364" y="65164"/>
                  <a:pt x="66" y="79172"/>
                  <a:pt x="66" y="94870"/>
                </a:cubicBezTo>
                <a:cubicBezTo>
                  <a:pt x="66" y="95374"/>
                  <a:pt x="78" y="95865"/>
                  <a:pt x="90" y="96356"/>
                </a:cubicBezTo>
                <a:cubicBezTo>
                  <a:pt x="102" y="96848"/>
                  <a:pt x="210" y="97327"/>
                  <a:pt x="413" y="97782"/>
                </a:cubicBezTo>
                <a:cubicBezTo>
                  <a:pt x="605" y="98226"/>
                  <a:pt x="893" y="98633"/>
                  <a:pt x="1252" y="98969"/>
                </a:cubicBezTo>
                <a:cubicBezTo>
                  <a:pt x="1612" y="99316"/>
                  <a:pt x="2031" y="99579"/>
                  <a:pt x="2487" y="99747"/>
                </a:cubicBezTo>
                <a:cubicBezTo>
                  <a:pt x="2954" y="99927"/>
                  <a:pt x="3446" y="100011"/>
                  <a:pt x="3937" y="99999"/>
                </a:cubicBezTo>
                <a:cubicBezTo>
                  <a:pt x="4428" y="99987"/>
                  <a:pt x="4907" y="99868"/>
                  <a:pt x="5363" y="99675"/>
                </a:cubicBezTo>
                <a:cubicBezTo>
                  <a:pt x="5806" y="99472"/>
                  <a:pt x="6214" y="99184"/>
                  <a:pt x="6549" y="98825"/>
                </a:cubicBezTo>
                <a:cubicBezTo>
                  <a:pt x="6885" y="98465"/>
                  <a:pt x="7149" y="98046"/>
                  <a:pt x="7329" y="97590"/>
                </a:cubicBezTo>
                <a:cubicBezTo>
                  <a:pt x="7508" y="97135"/>
                  <a:pt x="7592" y="96643"/>
                  <a:pt x="7580" y="96152"/>
                </a:cubicBezTo>
                <a:cubicBezTo>
                  <a:pt x="7568" y="95721"/>
                  <a:pt x="7556" y="95289"/>
                  <a:pt x="7556" y="94870"/>
                </a:cubicBezTo>
                <a:cubicBezTo>
                  <a:pt x="7556" y="92270"/>
                  <a:pt x="7820" y="89741"/>
                  <a:pt x="8263" y="87285"/>
                </a:cubicBezTo>
                <a:lnTo>
                  <a:pt x="20284" y="79628"/>
                </a:lnTo>
                <a:lnTo>
                  <a:pt x="29692" y="77279"/>
                </a:lnTo>
                <a:cubicBezTo>
                  <a:pt x="30591" y="77051"/>
                  <a:pt x="31382" y="76500"/>
                  <a:pt x="31898" y="75721"/>
                </a:cubicBezTo>
                <a:lnTo>
                  <a:pt x="36476" y="68855"/>
                </a:lnTo>
                <a:lnTo>
                  <a:pt x="43331" y="64277"/>
                </a:lnTo>
                <a:cubicBezTo>
                  <a:pt x="44446" y="63535"/>
                  <a:pt x="45080" y="62264"/>
                  <a:pt x="44996" y="60934"/>
                </a:cubicBezTo>
                <a:cubicBezTo>
                  <a:pt x="44913" y="59592"/>
                  <a:pt x="44134" y="58418"/>
                  <a:pt x="42935" y="57819"/>
                </a:cubicBezTo>
                <a:lnTo>
                  <a:pt x="36559" y="54631"/>
                </a:lnTo>
                <a:cubicBezTo>
                  <a:pt x="40790" y="53217"/>
                  <a:pt x="45297" y="52426"/>
                  <a:pt x="50006" y="52426"/>
                </a:cubicBezTo>
                <a:cubicBezTo>
                  <a:pt x="56490" y="52426"/>
                  <a:pt x="62602" y="53912"/>
                  <a:pt x="68091" y="56500"/>
                </a:cubicBezTo>
                <a:lnTo>
                  <a:pt x="66078" y="58513"/>
                </a:lnTo>
                <a:cubicBezTo>
                  <a:pt x="65071" y="59520"/>
                  <a:pt x="64723" y="61006"/>
                  <a:pt x="65179" y="62348"/>
                </a:cubicBezTo>
                <a:lnTo>
                  <a:pt x="66941" y="67645"/>
                </a:lnTo>
                <a:lnTo>
                  <a:pt x="65083" y="69502"/>
                </a:lnTo>
                <a:lnTo>
                  <a:pt x="57161" y="67513"/>
                </a:lnTo>
                <a:cubicBezTo>
                  <a:pt x="55136" y="67009"/>
                  <a:pt x="53122" y="68244"/>
                  <a:pt x="52619" y="70245"/>
                </a:cubicBezTo>
                <a:lnTo>
                  <a:pt x="50270" y="79604"/>
                </a:lnTo>
                <a:lnTo>
                  <a:pt x="40647" y="94031"/>
                </a:lnTo>
                <a:cubicBezTo>
                  <a:pt x="39819" y="95278"/>
                  <a:pt x="39807" y="96896"/>
                  <a:pt x="40610" y="98154"/>
                </a:cubicBezTo>
                <a:cubicBezTo>
                  <a:pt x="41317" y="99232"/>
                  <a:pt x="42503" y="99856"/>
                  <a:pt x="43762" y="99856"/>
                </a:cubicBezTo>
                <a:cubicBezTo>
                  <a:pt x="43966" y="99856"/>
                  <a:pt x="44169" y="99844"/>
                  <a:pt x="44374" y="99808"/>
                </a:cubicBezTo>
                <a:lnTo>
                  <a:pt x="59354" y="97315"/>
                </a:lnTo>
                <a:cubicBezTo>
                  <a:pt x="59882" y="97219"/>
                  <a:pt x="60385" y="97027"/>
                  <a:pt x="60817" y="96740"/>
                </a:cubicBezTo>
                <a:lnTo>
                  <a:pt x="67768" y="92103"/>
                </a:lnTo>
                <a:lnTo>
                  <a:pt x="74575" y="90401"/>
                </a:lnTo>
                <a:lnTo>
                  <a:pt x="78098" y="95697"/>
                </a:lnTo>
                <a:cubicBezTo>
                  <a:pt x="78674" y="96560"/>
                  <a:pt x="79585" y="97147"/>
                  <a:pt x="80615" y="97315"/>
                </a:cubicBezTo>
                <a:lnTo>
                  <a:pt x="95405" y="99723"/>
                </a:lnTo>
                <a:cubicBezTo>
                  <a:pt x="95465" y="99735"/>
                  <a:pt x="95524" y="99747"/>
                  <a:pt x="95596" y="99747"/>
                </a:cubicBezTo>
                <a:cubicBezTo>
                  <a:pt x="95896" y="99808"/>
                  <a:pt x="96195" y="99820"/>
                  <a:pt x="96507" y="99796"/>
                </a:cubicBezTo>
                <a:cubicBezTo>
                  <a:pt x="96519" y="99796"/>
                  <a:pt x="96543" y="99784"/>
                  <a:pt x="96555" y="99784"/>
                </a:cubicBezTo>
                <a:cubicBezTo>
                  <a:pt x="96567" y="99784"/>
                  <a:pt x="96567" y="99784"/>
                  <a:pt x="96567" y="99784"/>
                </a:cubicBezTo>
                <a:cubicBezTo>
                  <a:pt x="96842" y="99759"/>
                  <a:pt x="97107" y="99699"/>
                  <a:pt x="97370" y="99615"/>
                </a:cubicBezTo>
                <a:cubicBezTo>
                  <a:pt x="97430" y="99591"/>
                  <a:pt x="97490" y="99567"/>
                  <a:pt x="97550" y="99544"/>
                </a:cubicBezTo>
                <a:cubicBezTo>
                  <a:pt x="97765" y="99448"/>
                  <a:pt x="97981" y="99340"/>
                  <a:pt x="98185" y="99208"/>
                </a:cubicBezTo>
                <a:cubicBezTo>
                  <a:pt x="98221" y="99184"/>
                  <a:pt x="98269" y="99172"/>
                  <a:pt x="98305" y="99148"/>
                </a:cubicBezTo>
                <a:cubicBezTo>
                  <a:pt x="98317" y="99136"/>
                  <a:pt x="98329" y="99124"/>
                  <a:pt x="98341" y="99112"/>
                </a:cubicBezTo>
                <a:cubicBezTo>
                  <a:pt x="98544" y="98969"/>
                  <a:pt x="98737" y="98800"/>
                  <a:pt x="98916" y="98621"/>
                </a:cubicBezTo>
                <a:cubicBezTo>
                  <a:pt x="98940" y="98585"/>
                  <a:pt x="98964" y="98573"/>
                  <a:pt x="98988" y="98549"/>
                </a:cubicBezTo>
                <a:cubicBezTo>
                  <a:pt x="99024" y="98513"/>
                  <a:pt x="99036" y="98477"/>
                  <a:pt x="99060" y="98453"/>
                </a:cubicBezTo>
                <a:cubicBezTo>
                  <a:pt x="99192" y="98285"/>
                  <a:pt x="99311" y="98106"/>
                  <a:pt x="99419" y="97926"/>
                </a:cubicBezTo>
                <a:cubicBezTo>
                  <a:pt x="99491" y="97806"/>
                  <a:pt x="99539" y="97699"/>
                  <a:pt x="99599" y="97578"/>
                </a:cubicBezTo>
                <a:cubicBezTo>
                  <a:pt x="99671" y="97411"/>
                  <a:pt x="99743" y="97231"/>
                  <a:pt x="99791" y="97051"/>
                </a:cubicBezTo>
                <a:cubicBezTo>
                  <a:pt x="99791" y="97039"/>
                  <a:pt x="99791" y="97027"/>
                  <a:pt x="99803" y="97027"/>
                </a:cubicBezTo>
                <a:cubicBezTo>
                  <a:pt x="99827" y="96932"/>
                  <a:pt x="99839" y="96836"/>
                  <a:pt x="99863" y="96740"/>
                </a:cubicBezTo>
                <a:cubicBezTo>
                  <a:pt x="99899" y="96548"/>
                  <a:pt x="99923" y="96356"/>
                  <a:pt x="99923" y="96152"/>
                </a:cubicBezTo>
                <a:cubicBezTo>
                  <a:pt x="99923" y="96140"/>
                  <a:pt x="99923" y="96116"/>
                  <a:pt x="99923" y="96105"/>
                </a:cubicBezTo>
                <a:cubicBezTo>
                  <a:pt x="99923" y="96033"/>
                  <a:pt x="99935" y="95961"/>
                  <a:pt x="99935" y="95889"/>
                </a:cubicBezTo>
                <a:cubicBezTo>
                  <a:pt x="99935" y="95554"/>
                  <a:pt x="99935" y="95206"/>
                  <a:pt x="99935" y="94870"/>
                </a:cubicBezTo>
                <a:cubicBezTo>
                  <a:pt x="99935" y="67333"/>
                  <a:pt x="77535" y="44937"/>
                  <a:pt x="50006" y="4493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0" name="Красный — SVG 13">
            <a:extLst>
              <a:ext uri="{FF2B5EF4-FFF2-40B4-BE49-F238E27FC236}">
                <a16:creationId xmlns:a16="http://schemas.microsoft.com/office/drawing/2014/main" id="{9253F107-CF6D-6443-8DF5-9CFD3C855DAC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49628 w 99239"/>
              <a:gd name="csY0" fmla="*/ 0 h 141702"/>
              <a:gd name="csX1" fmla="*/ 0 w 99239"/>
              <a:gd name="csY1" fmla="*/ 49553 h 141702"/>
              <a:gd name="csX2" fmla="*/ 15550 w 99239"/>
              <a:gd name="csY2" fmla="*/ 85583 h 141702"/>
              <a:gd name="csX3" fmla="*/ 17881 w 99239"/>
              <a:gd name="csY3" fmla="*/ 89853 h 141702"/>
              <a:gd name="csX4" fmla="*/ 26626 w 99239"/>
              <a:gd name="csY4" fmla="*/ 129216 h 141702"/>
              <a:gd name="csX5" fmla="*/ 42193 w 99239"/>
              <a:gd name="csY5" fmla="*/ 141703 h 141702"/>
              <a:gd name="csX6" fmla="*/ 57046 w 99239"/>
              <a:gd name="csY6" fmla="*/ 141703 h 141702"/>
              <a:gd name="csX7" fmla="*/ 72613 w 99239"/>
              <a:gd name="csY7" fmla="*/ 129216 h 141702"/>
              <a:gd name="csX8" fmla="*/ 81358 w 99239"/>
              <a:gd name="csY8" fmla="*/ 89853 h 141702"/>
              <a:gd name="csX9" fmla="*/ 83689 w 99239"/>
              <a:gd name="csY9" fmla="*/ 85583 h 141702"/>
              <a:gd name="csX10" fmla="*/ 99239 w 99239"/>
              <a:gd name="csY10" fmla="*/ 49553 h 141702"/>
              <a:gd name="csX11" fmla="*/ 49628 w 99239"/>
              <a:gd name="csY11" fmla="*/ 0 h 141702"/>
              <a:gd name="csX12" fmla="*/ 49628 w 99239"/>
              <a:gd name="csY12" fmla="*/ 10632 h 141702"/>
              <a:gd name="csX13" fmla="*/ 88606 w 99239"/>
              <a:gd name="csY13" fmla="*/ 49553 h 141702"/>
              <a:gd name="csX14" fmla="*/ 76390 w 99239"/>
              <a:gd name="csY14" fmla="*/ 77860 h 141702"/>
              <a:gd name="csX15" fmla="*/ 70980 w 99239"/>
              <a:gd name="csY15" fmla="*/ 87556 h 141702"/>
              <a:gd name="csX16" fmla="*/ 66812 w 99239"/>
              <a:gd name="csY16" fmla="*/ 106285 h 141702"/>
              <a:gd name="csX17" fmla="*/ 55022 w 99239"/>
              <a:gd name="csY17" fmla="*/ 106285 h 141702"/>
              <a:gd name="csX18" fmla="*/ 61385 w 99239"/>
              <a:gd name="csY18" fmla="*/ 83643 h 141702"/>
              <a:gd name="csX19" fmla="*/ 67917 w 99239"/>
              <a:gd name="csY19" fmla="*/ 73335 h 141702"/>
              <a:gd name="csX20" fmla="*/ 66948 w 99239"/>
              <a:gd name="csY20" fmla="*/ 39160 h 141702"/>
              <a:gd name="csX21" fmla="*/ 35830 w 99239"/>
              <a:gd name="csY21" fmla="*/ 28766 h 141702"/>
              <a:gd name="csX22" fmla="*/ 32223 w 99239"/>
              <a:gd name="csY22" fmla="*/ 31436 h 141702"/>
              <a:gd name="csX23" fmla="*/ 31934 w 99239"/>
              <a:gd name="csY23" fmla="*/ 35911 h 141702"/>
              <a:gd name="csX24" fmla="*/ 30607 w 99239"/>
              <a:gd name="csY24" fmla="*/ 46236 h 141702"/>
              <a:gd name="csX25" fmla="*/ 34078 w 99239"/>
              <a:gd name="csY25" fmla="*/ 72348 h 141702"/>
              <a:gd name="csX26" fmla="*/ 44065 w 99239"/>
              <a:gd name="csY26" fmla="*/ 78183 h 141702"/>
              <a:gd name="csX27" fmla="*/ 44320 w 99239"/>
              <a:gd name="csY27" fmla="*/ 77826 h 141702"/>
              <a:gd name="csX28" fmla="*/ 49628 w 99239"/>
              <a:gd name="csY28" fmla="*/ 53449 h 141702"/>
              <a:gd name="csX29" fmla="*/ 52844 w 99239"/>
              <a:gd name="csY29" fmla="*/ 49604 h 141702"/>
              <a:gd name="csX30" fmla="*/ 56706 w 99239"/>
              <a:gd name="csY30" fmla="*/ 52820 h 141702"/>
              <a:gd name="csX31" fmla="*/ 52537 w 99239"/>
              <a:gd name="csY31" fmla="*/ 78608 h 141702"/>
              <a:gd name="csX32" fmla="*/ 46447 w 99239"/>
              <a:gd name="csY32" fmla="*/ 92864 h 141702"/>
              <a:gd name="csX33" fmla="*/ 44371 w 99239"/>
              <a:gd name="csY33" fmla="*/ 106285 h 141702"/>
              <a:gd name="csX34" fmla="*/ 32428 w 99239"/>
              <a:gd name="csY34" fmla="*/ 106285 h 141702"/>
              <a:gd name="csX35" fmla="*/ 28259 w 99239"/>
              <a:gd name="csY35" fmla="*/ 87556 h 141702"/>
              <a:gd name="csX36" fmla="*/ 22866 w 99239"/>
              <a:gd name="csY36" fmla="*/ 77860 h 141702"/>
              <a:gd name="csX37" fmla="*/ 10633 w 99239"/>
              <a:gd name="csY37" fmla="*/ 49553 h 141702"/>
              <a:gd name="csX38" fmla="*/ 49628 w 99239"/>
              <a:gd name="csY38" fmla="*/ 10632 h 141702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30688" y="0"/>
                  <a:pt x="14983" y="15691"/>
                  <a:pt x="14983" y="34970"/>
                </a:cubicBezTo>
                <a:cubicBezTo>
                  <a:pt x="14983" y="44682"/>
                  <a:pt x="18885" y="53710"/>
                  <a:pt x="25957" y="60396"/>
                </a:cubicBezTo>
                <a:cubicBezTo>
                  <a:pt x="26773" y="61164"/>
                  <a:pt x="27338" y="62209"/>
                  <a:pt x="27602" y="63410"/>
                </a:cubicBezTo>
                <a:lnTo>
                  <a:pt x="33773" y="91189"/>
                </a:lnTo>
                <a:cubicBezTo>
                  <a:pt x="34926" y="96375"/>
                  <a:pt x="39452" y="100001"/>
                  <a:pt x="44759" y="100001"/>
                </a:cubicBezTo>
                <a:lnTo>
                  <a:pt x="55241" y="100001"/>
                </a:lnTo>
                <a:cubicBezTo>
                  <a:pt x="60560" y="100001"/>
                  <a:pt x="65074" y="96375"/>
                  <a:pt x="66227" y="91189"/>
                </a:cubicBezTo>
                <a:lnTo>
                  <a:pt x="72398" y="63410"/>
                </a:lnTo>
                <a:cubicBezTo>
                  <a:pt x="72675" y="62209"/>
                  <a:pt x="73239" y="61164"/>
                  <a:pt x="74043" y="60396"/>
                </a:cubicBezTo>
                <a:cubicBezTo>
                  <a:pt x="81127" y="53722"/>
                  <a:pt x="85017" y="44682"/>
                  <a:pt x="85017" y="34970"/>
                </a:cubicBezTo>
                <a:cubicBezTo>
                  <a:pt x="85017" y="15691"/>
                  <a:pt x="69313" y="0"/>
                  <a:pt x="50006" y="0"/>
                </a:cubicBezTo>
                <a:close/>
                <a:moveTo>
                  <a:pt x="50006" y="7503"/>
                </a:moveTo>
                <a:cubicBezTo>
                  <a:pt x="65170" y="7515"/>
                  <a:pt x="77513" y="19832"/>
                  <a:pt x="77513" y="34970"/>
                </a:cubicBezTo>
                <a:cubicBezTo>
                  <a:pt x="77513" y="42605"/>
                  <a:pt x="74451" y="49700"/>
                  <a:pt x="68892" y="54946"/>
                </a:cubicBezTo>
                <a:cubicBezTo>
                  <a:pt x="66983" y="56747"/>
                  <a:pt x="65675" y="59112"/>
                  <a:pt x="65074" y="61789"/>
                </a:cubicBezTo>
                <a:lnTo>
                  <a:pt x="62133" y="75006"/>
                </a:lnTo>
                <a:lnTo>
                  <a:pt x="53813" y="75006"/>
                </a:lnTo>
                <a:cubicBezTo>
                  <a:pt x="54077" y="69892"/>
                  <a:pt x="55925" y="64694"/>
                  <a:pt x="58303" y="59027"/>
                </a:cubicBezTo>
                <a:cubicBezTo>
                  <a:pt x="60007" y="55006"/>
                  <a:pt x="61856" y="52821"/>
                  <a:pt x="62913" y="51753"/>
                </a:cubicBezTo>
                <a:cubicBezTo>
                  <a:pt x="69253" y="45294"/>
                  <a:pt x="68952" y="34478"/>
                  <a:pt x="62229" y="27635"/>
                </a:cubicBezTo>
                <a:cubicBezTo>
                  <a:pt x="52671" y="17911"/>
                  <a:pt x="40773" y="20192"/>
                  <a:pt x="40269" y="20300"/>
                </a:cubicBezTo>
                <a:cubicBezTo>
                  <a:pt x="39188" y="20516"/>
                  <a:pt x="38252" y="21212"/>
                  <a:pt x="37723" y="22185"/>
                </a:cubicBezTo>
                <a:cubicBezTo>
                  <a:pt x="37195" y="23157"/>
                  <a:pt x="37123" y="24322"/>
                  <a:pt x="37519" y="25343"/>
                </a:cubicBezTo>
                <a:cubicBezTo>
                  <a:pt x="38192" y="27035"/>
                  <a:pt x="37411" y="29748"/>
                  <a:pt x="36583" y="32629"/>
                </a:cubicBezTo>
                <a:cubicBezTo>
                  <a:pt x="35094" y="37839"/>
                  <a:pt x="33053" y="44958"/>
                  <a:pt x="39032" y="51056"/>
                </a:cubicBezTo>
                <a:cubicBezTo>
                  <a:pt x="39933" y="51981"/>
                  <a:pt x="42358" y="53950"/>
                  <a:pt x="46080" y="55174"/>
                </a:cubicBezTo>
                <a:cubicBezTo>
                  <a:pt x="46152" y="55090"/>
                  <a:pt x="46176" y="54994"/>
                  <a:pt x="46260" y="54922"/>
                </a:cubicBezTo>
                <a:cubicBezTo>
                  <a:pt x="50258" y="51128"/>
                  <a:pt x="50330" y="41225"/>
                  <a:pt x="50006" y="37719"/>
                </a:cubicBezTo>
                <a:cubicBezTo>
                  <a:pt x="49886" y="36351"/>
                  <a:pt x="50906" y="35127"/>
                  <a:pt x="52276" y="35006"/>
                </a:cubicBezTo>
                <a:cubicBezTo>
                  <a:pt x="53668" y="34874"/>
                  <a:pt x="54868" y="35894"/>
                  <a:pt x="55001" y="37275"/>
                </a:cubicBezTo>
                <a:cubicBezTo>
                  <a:pt x="55121" y="38584"/>
                  <a:pt x="55889" y="48728"/>
                  <a:pt x="52059" y="55474"/>
                </a:cubicBezTo>
                <a:cubicBezTo>
                  <a:pt x="50258" y="58655"/>
                  <a:pt x="48734" y="62005"/>
                  <a:pt x="47761" y="65535"/>
                </a:cubicBezTo>
                <a:cubicBezTo>
                  <a:pt x="46885" y="68728"/>
                  <a:pt x="46404" y="71885"/>
                  <a:pt x="46296" y="75006"/>
                </a:cubicBezTo>
                <a:lnTo>
                  <a:pt x="37868" y="75006"/>
                </a:lnTo>
                <a:lnTo>
                  <a:pt x="34926" y="61789"/>
                </a:lnTo>
                <a:cubicBezTo>
                  <a:pt x="34338" y="59112"/>
                  <a:pt x="33017" y="56747"/>
                  <a:pt x="31120" y="54946"/>
                </a:cubicBezTo>
                <a:cubicBezTo>
                  <a:pt x="25549" y="49700"/>
                  <a:pt x="22487" y="42605"/>
                  <a:pt x="22487" y="34970"/>
                </a:cubicBezTo>
                <a:cubicBezTo>
                  <a:pt x="22487" y="19832"/>
                  <a:pt x="34830" y="7515"/>
                  <a:pt x="50006" y="75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1" name="Красный — SVG 14">
            <a:extLst>
              <a:ext uri="{FF2B5EF4-FFF2-40B4-BE49-F238E27FC236}">
                <a16:creationId xmlns:a16="http://schemas.microsoft.com/office/drawing/2014/main" id="{0697A7F4-9073-594E-A5BE-845204F1A10A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99239 w 113428"/>
              <a:gd name="csY0" fmla="*/ 16657 h 140701"/>
              <a:gd name="csX1" fmla="*/ 99239 w 113428"/>
              <a:gd name="csY1" fmla="*/ 15943 h 140701"/>
              <a:gd name="csX2" fmla="*/ 94033 w 113428"/>
              <a:gd name="csY2" fmla="*/ 4154 h 140701"/>
              <a:gd name="csX3" fmla="*/ 81784 w 113428"/>
              <a:gd name="csY3" fmla="*/ 71 h 140701"/>
              <a:gd name="csX4" fmla="*/ 28617 w 113428"/>
              <a:gd name="csY4" fmla="*/ 5140 h 140701"/>
              <a:gd name="csX5" fmla="*/ 14853 w 113428"/>
              <a:gd name="csY5" fmla="*/ 16657 h 140701"/>
              <a:gd name="csX6" fmla="*/ 99239 w 113428"/>
              <a:gd name="csY6" fmla="*/ 16657 h 140701"/>
              <a:gd name="csX7" fmla="*/ 79742 w 113428"/>
              <a:gd name="csY7" fmla="*/ 108806 h 140701"/>
              <a:gd name="csX8" fmla="*/ 96483 w 113428"/>
              <a:gd name="csY8" fmla="*/ 108806 h 140701"/>
              <a:gd name="csX9" fmla="*/ 104990 w 113428"/>
              <a:gd name="csY9" fmla="*/ 55646 h 140701"/>
              <a:gd name="csX10" fmla="*/ 8439 w 113428"/>
              <a:gd name="csY10" fmla="*/ 55646 h 140701"/>
              <a:gd name="csX11" fmla="*/ 16945 w 113428"/>
              <a:gd name="csY11" fmla="*/ 108806 h 140701"/>
              <a:gd name="csX12" fmla="*/ 33670 w 113428"/>
              <a:gd name="csY12" fmla="*/ 108806 h 140701"/>
              <a:gd name="csX13" fmla="*/ 38995 w 113428"/>
              <a:gd name="csY13" fmla="*/ 114131 h 140701"/>
              <a:gd name="csX14" fmla="*/ 33670 w 113428"/>
              <a:gd name="csY14" fmla="*/ 119438 h 140701"/>
              <a:gd name="csX15" fmla="*/ 18647 w 113428"/>
              <a:gd name="csY15" fmla="*/ 119438 h 140701"/>
              <a:gd name="csX16" fmla="*/ 19429 w 113428"/>
              <a:gd name="csY16" fmla="*/ 124286 h 140701"/>
              <a:gd name="csX17" fmla="*/ 38671 w 113428"/>
              <a:gd name="csY17" fmla="*/ 140702 h 140701"/>
              <a:gd name="csX18" fmla="*/ 74757 w 113428"/>
              <a:gd name="csY18" fmla="*/ 140702 h 140701"/>
              <a:gd name="csX19" fmla="*/ 93999 w 113428"/>
              <a:gd name="csY19" fmla="*/ 124286 h 140701"/>
              <a:gd name="csX20" fmla="*/ 94782 w 113428"/>
              <a:gd name="csY20" fmla="*/ 119438 h 140701"/>
              <a:gd name="csX21" fmla="*/ 79742 w 113428"/>
              <a:gd name="csY21" fmla="*/ 119438 h 140701"/>
              <a:gd name="csX22" fmla="*/ 74434 w 113428"/>
              <a:gd name="csY22" fmla="*/ 114131 h 140701"/>
              <a:gd name="csX23" fmla="*/ 79742 w 113428"/>
              <a:gd name="csY23" fmla="*/ 108806 h 140701"/>
              <a:gd name="csX24" fmla="*/ 72664 w 113428"/>
              <a:gd name="csY24" fmla="*/ 62740 h 140701"/>
              <a:gd name="csX25" fmla="*/ 77973 w 113428"/>
              <a:gd name="csY25" fmla="*/ 68047 h 140701"/>
              <a:gd name="csX26" fmla="*/ 72664 w 113428"/>
              <a:gd name="csY26" fmla="*/ 73372 h 140701"/>
              <a:gd name="csX27" fmla="*/ 67339 w 113428"/>
              <a:gd name="csY27" fmla="*/ 68047 h 140701"/>
              <a:gd name="csX28" fmla="*/ 72664 w 113428"/>
              <a:gd name="csY28" fmla="*/ 62740 h 140701"/>
              <a:gd name="csX29" fmla="*/ 40764 w 113428"/>
              <a:gd name="csY29" fmla="*/ 62740 h 140701"/>
              <a:gd name="csX30" fmla="*/ 46072 w 113428"/>
              <a:gd name="csY30" fmla="*/ 68047 h 140701"/>
              <a:gd name="csX31" fmla="*/ 40764 w 113428"/>
              <a:gd name="csY31" fmla="*/ 73372 h 140701"/>
              <a:gd name="csX32" fmla="*/ 35439 w 113428"/>
              <a:gd name="csY32" fmla="*/ 68047 h 140701"/>
              <a:gd name="csX33" fmla="*/ 40764 w 113428"/>
              <a:gd name="csY33" fmla="*/ 62740 h 140701"/>
              <a:gd name="csX34" fmla="*/ 56706 w 113428"/>
              <a:gd name="csY34" fmla="*/ 97154 h 140701"/>
              <a:gd name="csX35" fmla="*/ 37225 w 113428"/>
              <a:gd name="csY35" fmla="*/ 89737 h 140701"/>
              <a:gd name="csX36" fmla="*/ 36783 w 113428"/>
              <a:gd name="csY36" fmla="*/ 82235 h 140701"/>
              <a:gd name="csX37" fmla="*/ 44286 w 113428"/>
              <a:gd name="csY37" fmla="*/ 81793 h 140701"/>
              <a:gd name="csX38" fmla="*/ 69125 w 113428"/>
              <a:gd name="csY38" fmla="*/ 81793 h 140701"/>
              <a:gd name="csX39" fmla="*/ 76628 w 113428"/>
              <a:gd name="csY39" fmla="*/ 82235 h 140701"/>
              <a:gd name="csX40" fmla="*/ 76186 w 113428"/>
              <a:gd name="csY40" fmla="*/ 89737 h 140701"/>
              <a:gd name="csX41" fmla="*/ 56706 w 113428"/>
              <a:gd name="csY41" fmla="*/ 97154 h 140701"/>
              <a:gd name="csX42" fmla="*/ 105075 w 113428"/>
              <a:gd name="csY42" fmla="*/ 23750 h 140701"/>
              <a:gd name="csX43" fmla="*/ 8353 w 113428"/>
              <a:gd name="csY43" fmla="*/ 23750 h 140701"/>
              <a:gd name="csX44" fmla="*/ 0 w 113428"/>
              <a:gd name="csY44" fmla="*/ 39707 h 140701"/>
              <a:gd name="csX45" fmla="*/ 0 w 113428"/>
              <a:gd name="csY45" fmla="*/ 43245 h 140701"/>
              <a:gd name="csX46" fmla="*/ 5308 w 113428"/>
              <a:gd name="csY46" fmla="*/ 48553 h 140701"/>
              <a:gd name="csX47" fmla="*/ 7299 w 113428"/>
              <a:gd name="csY47" fmla="*/ 48553 h 140701"/>
              <a:gd name="csX48" fmla="*/ 106113 w 113428"/>
              <a:gd name="csY48" fmla="*/ 48553 h 140701"/>
              <a:gd name="csX49" fmla="*/ 108103 w 113428"/>
              <a:gd name="csY49" fmla="*/ 48553 h 140701"/>
              <a:gd name="csX50" fmla="*/ 113428 w 113428"/>
              <a:gd name="csY50" fmla="*/ 43245 h 140701"/>
              <a:gd name="csX51" fmla="*/ 113428 w 113428"/>
              <a:gd name="csY51" fmla="*/ 39707 h 140701"/>
              <a:gd name="csX52" fmla="*/ 105075 w 113428"/>
              <a:gd name="csY52" fmla="*/ 23750 h 140701"/>
            </a:gdLst>
            <a:ahLst/>
            <a:cxnLst/>
            <a:rect l="l" t="t" r="r" b="b"/>
            <a:pathLst>
              <a:path w="100000" h="100000">
                <a:moveTo>
                  <a:pt x="80224" y="11839"/>
                </a:moveTo>
                <a:lnTo>
                  <a:pt x="80224" y="11331"/>
                </a:lnTo>
                <a:cubicBezTo>
                  <a:pt x="80224" y="8151"/>
                  <a:pt x="78870" y="5092"/>
                  <a:pt x="76524" y="2952"/>
                </a:cubicBezTo>
                <a:cubicBezTo>
                  <a:pt x="74166" y="812"/>
                  <a:pt x="70998" y="-252"/>
                  <a:pt x="67818" y="50"/>
                </a:cubicBezTo>
                <a:lnTo>
                  <a:pt x="30031" y="3653"/>
                </a:lnTo>
                <a:cubicBezTo>
                  <a:pt x="25254" y="4101"/>
                  <a:pt x="21481" y="7438"/>
                  <a:pt x="20248" y="11839"/>
                </a:cubicBezTo>
                <a:lnTo>
                  <a:pt x="80224" y="11839"/>
                </a:lnTo>
                <a:close/>
                <a:moveTo>
                  <a:pt x="66367" y="77331"/>
                </a:moveTo>
                <a:lnTo>
                  <a:pt x="78265" y="77331"/>
                </a:lnTo>
                <a:lnTo>
                  <a:pt x="84311" y="39549"/>
                </a:lnTo>
                <a:lnTo>
                  <a:pt x="15690" y="39549"/>
                </a:lnTo>
                <a:lnTo>
                  <a:pt x="21735" y="77331"/>
                </a:lnTo>
                <a:lnTo>
                  <a:pt x="33622" y="77331"/>
                </a:lnTo>
                <a:cubicBezTo>
                  <a:pt x="35714" y="77331"/>
                  <a:pt x="37407" y="79024"/>
                  <a:pt x="37407" y="81116"/>
                </a:cubicBezTo>
                <a:cubicBezTo>
                  <a:pt x="37407" y="83196"/>
                  <a:pt x="35714" y="84888"/>
                  <a:pt x="33622" y="84888"/>
                </a:cubicBezTo>
                <a:lnTo>
                  <a:pt x="22945" y="84888"/>
                </a:lnTo>
                <a:lnTo>
                  <a:pt x="23501" y="88333"/>
                </a:lnTo>
                <a:cubicBezTo>
                  <a:pt x="24577" y="95092"/>
                  <a:pt x="30333" y="100001"/>
                  <a:pt x="37176" y="100001"/>
                </a:cubicBezTo>
                <a:lnTo>
                  <a:pt x="62824" y="100001"/>
                </a:lnTo>
                <a:cubicBezTo>
                  <a:pt x="69668" y="100001"/>
                  <a:pt x="75423" y="95092"/>
                  <a:pt x="76499" y="88333"/>
                </a:cubicBezTo>
                <a:lnTo>
                  <a:pt x="77056" y="84888"/>
                </a:lnTo>
                <a:lnTo>
                  <a:pt x="66367" y="84888"/>
                </a:lnTo>
                <a:cubicBezTo>
                  <a:pt x="64286" y="84888"/>
                  <a:pt x="62594" y="83196"/>
                  <a:pt x="62594" y="81116"/>
                </a:cubicBezTo>
                <a:cubicBezTo>
                  <a:pt x="62594" y="79024"/>
                  <a:pt x="64286" y="77331"/>
                  <a:pt x="66367" y="77331"/>
                </a:cubicBezTo>
                <a:close/>
                <a:moveTo>
                  <a:pt x="61336" y="44591"/>
                </a:moveTo>
                <a:cubicBezTo>
                  <a:pt x="63416" y="44591"/>
                  <a:pt x="65109" y="46284"/>
                  <a:pt x="65109" y="48363"/>
                </a:cubicBezTo>
                <a:cubicBezTo>
                  <a:pt x="65109" y="50455"/>
                  <a:pt x="63416" y="52147"/>
                  <a:pt x="61336" y="52147"/>
                </a:cubicBezTo>
                <a:cubicBezTo>
                  <a:pt x="59244" y="52147"/>
                  <a:pt x="57551" y="50455"/>
                  <a:pt x="57551" y="48363"/>
                </a:cubicBezTo>
                <a:cubicBezTo>
                  <a:pt x="57551" y="46284"/>
                  <a:pt x="59244" y="44591"/>
                  <a:pt x="61336" y="44591"/>
                </a:cubicBezTo>
                <a:close/>
                <a:moveTo>
                  <a:pt x="38664" y="44591"/>
                </a:moveTo>
                <a:cubicBezTo>
                  <a:pt x="40743" y="44591"/>
                  <a:pt x="42436" y="46284"/>
                  <a:pt x="42436" y="48363"/>
                </a:cubicBezTo>
                <a:cubicBezTo>
                  <a:pt x="42436" y="50455"/>
                  <a:pt x="40743" y="52147"/>
                  <a:pt x="38664" y="52147"/>
                </a:cubicBezTo>
                <a:cubicBezTo>
                  <a:pt x="36572" y="52147"/>
                  <a:pt x="34879" y="50455"/>
                  <a:pt x="34879" y="48363"/>
                </a:cubicBezTo>
                <a:cubicBezTo>
                  <a:pt x="34879" y="46284"/>
                  <a:pt x="36572" y="44591"/>
                  <a:pt x="38664" y="44591"/>
                </a:cubicBezTo>
                <a:close/>
                <a:moveTo>
                  <a:pt x="49994" y="69050"/>
                </a:moveTo>
                <a:cubicBezTo>
                  <a:pt x="45048" y="69050"/>
                  <a:pt x="40103" y="67297"/>
                  <a:pt x="36149" y="63779"/>
                </a:cubicBezTo>
                <a:cubicBezTo>
                  <a:pt x="34589" y="62400"/>
                  <a:pt x="34444" y="60006"/>
                  <a:pt x="35835" y="58447"/>
                </a:cubicBezTo>
                <a:cubicBezTo>
                  <a:pt x="37225" y="56887"/>
                  <a:pt x="39607" y="56754"/>
                  <a:pt x="41167" y="58132"/>
                </a:cubicBezTo>
                <a:cubicBezTo>
                  <a:pt x="46197" y="62606"/>
                  <a:pt x="53791" y="62606"/>
                  <a:pt x="58821" y="58132"/>
                </a:cubicBezTo>
                <a:cubicBezTo>
                  <a:pt x="60381" y="56754"/>
                  <a:pt x="62775" y="56887"/>
                  <a:pt x="64153" y="58447"/>
                </a:cubicBezTo>
                <a:cubicBezTo>
                  <a:pt x="65544" y="60006"/>
                  <a:pt x="65399" y="62400"/>
                  <a:pt x="63839" y="63779"/>
                </a:cubicBezTo>
                <a:cubicBezTo>
                  <a:pt x="59898" y="67297"/>
                  <a:pt x="54952" y="69050"/>
                  <a:pt x="49994" y="69050"/>
                </a:cubicBezTo>
                <a:close/>
                <a:moveTo>
                  <a:pt x="84371" y="16880"/>
                </a:moveTo>
                <a:lnTo>
                  <a:pt x="15629" y="16880"/>
                </a:lnTo>
                <a:cubicBezTo>
                  <a:pt x="12050" y="19383"/>
                  <a:pt x="9692" y="23530"/>
                  <a:pt x="9692" y="28221"/>
                </a:cubicBezTo>
                <a:lnTo>
                  <a:pt x="9692" y="30735"/>
                </a:lnTo>
                <a:cubicBezTo>
                  <a:pt x="9692" y="32815"/>
                  <a:pt x="11385" y="34508"/>
                  <a:pt x="13464" y="34508"/>
                </a:cubicBezTo>
                <a:lnTo>
                  <a:pt x="14879" y="34508"/>
                </a:lnTo>
                <a:lnTo>
                  <a:pt x="85109" y="34508"/>
                </a:lnTo>
                <a:lnTo>
                  <a:pt x="86524" y="34508"/>
                </a:lnTo>
                <a:cubicBezTo>
                  <a:pt x="88616" y="34508"/>
                  <a:pt x="90308" y="32815"/>
                  <a:pt x="90308" y="30735"/>
                </a:cubicBezTo>
                <a:lnTo>
                  <a:pt x="90308" y="28221"/>
                </a:lnTo>
                <a:cubicBezTo>
                  <a:pt x="90308" y="23530"/>
                  <a:pt x="87951" y="19383"/>
                  <a:pt x="84371" y="1688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2" name="Красный — SVG 15">
            <a:extLst>
              <a:ext uri="{FF2B5EF4-FFF2-40B4-BE49-F238E27FC236}">
                <a16:creationId xmlns:a16="http://schemas.microsoft.com/office/drawing/2014/main" id="{9A00B2C9-38C4-4A40-8F49-FF32F08240B0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33567 w 141772"/>
              <a:gd name="csY0" fmla="*/ 3 h 138268"/>
              <a:gd name="csX1" fmla="*/ 29909 w 141772"/>
              <a:gd name="csY1" fmla="*/ 1619 h 138268"/>
              <a:gd name="csX2" fmla="*/ 26694 w 141772"/>
              <a:gd name="csY2" fmla="*/ 6314 h 138268"/>
              <a:gd name="csX3" fmla="*/ 24908 w 141772"/>
              <a:gd name="csY3" fmla="*/ 14326 h 138268"/>
              <a:gd name="csX4" fmla="*/ 16894 w 141772"/>
              <a:gd name="csY4" fmla="*/ 16112 h 138268"/>
              <a:gd name="csX5" fmla="*/ 12199 w 141772"/>
              <a:gd name="csY5" fmla="*/ 19327 h 138268"/>
              <a:gd name="csX6" fmla="*/ 10991 w 141772"/>
              <a:gd name="csY6" fmla="*/ 21062 h 138268"/>
              <a:gd name="csX7" fmla="*/ 10548 w 141772"/>
              <a:gd name="csY7" fmla="*/ 23104 h 138268"/>
              <a:gd name="csX8" fmla="*/ 10957 w 141772"/>
              <a:gd name="csY8" fmla="*/ 25179 h 138268"/>
              <a:gd name="csX9" fmla="*/ 12114 w 141772"/>
              <a:gd name="csY9" fmla="*/ 26931 h 138268"/>
              <a:gd name="csX10" fmla="*/ 13866 w 141772"/>
              <a:gd name="csY10" fmla="*/ 28088 h 138268"/>
              <a:gd name="csX11" fmla="*/ 15925 w 141772"/>
              <a:gd name="csY11" fmla="*/ 28479 h 138268"/>
              <a:gd name="csX12" fmla="*/ 17983 w 141772"/>
              <a:gd name="csY12" fmla="*/ 28054 h 138268"/>
              <a:gd name="csX13" fmla="*/ 19701 w 141772"/>
              <a:gd name="csY13" fmla="*/ 26846 h 138268"/>
              <a:gd name="csX14" fmla="*/ 21641 w 141772"/>
              <a:gd name="csY14" fmla="*/ 25621 h 138268"/>
              <a:gd name="csX15" fmla="*/ 29246 w 141772"/>
              <a:gd name="csY15" fmla="*/ 23971 h 138268"/>
              <a:gd name="csX16" fmla="*/ 33006 w 141772"/>
              <a:gd name="csY16" fmla="*/ 22423 h 138268"/>
              <a:gd name="csX17" fmla="*/ 34554 w 141772"/>
              <a:gd name="csY17" fmla="*/ 18664 h 138268"/>
              <a:gd name="csX18" fmla="*/ 36205 w 141772"/>
              <a:gd name="csY18" fmla="*/ 11060 h 138268"/>
              <a:gd name="csX19" fmla="*/ 37430 w 141772"/>
              <a:gd name="csY19" fmla="*/ 9121 h 138268"/>
              <a:gd name="csX20" fmla="*/ 38927 w 141772"/>
              <a:gd name="csY20" fmla="*/ 6365 h 138268"/>
              <a:gd name="csX21" fmla="*/ 38620 w 141772"/>
              <a:gd name="csY21" fmla="*/ 3252 h 138268"/>
              <a:gd name="csX22" fmla="*/ 36596 w 141772"/>
              <a:gd name="csY22" fmla="*/ 853 h 138268"/>
              <a:gd name="csX23" fmla="*/ 33567 w 141772"/>
              <a:gd name="csY23" fmla="*/ 3 h 138268"/>
              <a:gd name="csX24" fmla="*/ 115147 w 141772"/>
              <a:gd name="csY24" fmla="*/ 139 h 138268"/>
              <a:gd name="csX25" fmla="*/ 104224 w 141772"/>
              <a:gd name="csY25" fmla="*/ 3167 h 138268"/>
              <a:gd name="csX26" fmla="*/ 94101 w 141772"/>
              <a:gd name="csY26" fmla="*/ 14037 h 138268"/>
              <a:gd name="csX27" fmla="*/ 79419 w 141772"/>
              <a:gd name="csY27" fmla="*/ 16809 h 138268"/>
              <a:gd name="csX28" fmla="*/ 67390 w 141772"/>
              <a:gd name="csY28" fmla="*/ 33004 h 138268"/>
              <a:gd name="csX29" fmla="*/ 67492 w 141772"/>
              <a:gd name="csY29" fmla="*/ 35113 h 138268"/>
              <a:gd name="csX30" fmla="*/ 68394 w 141772"/>
              <a:gd name="csY30" fmla="*/ 37002 h 138268"/>
              <a:gd name="csX31" fmla="*/ 69959 w 141772"/>
              <a:gd name="csY31" fmla="*/ 38397 h 138268"/>
              <a:gd name="csX32" fmla="*/ 71933 w 141772"/>
              <a:gd name="csY32" fmla="*/ 39094 h 138268"/>
              <a:gd name="csX33" fmla="*/ 74025 w 141772"/>
              <a:gd name="csY33" fmla="*/ 38958 h 138268"/>
              <a:gd name="csX34" fmla="*/ 75914 w 141772"/>
              <a:gd name="csY34" fmla="*/ 38023 h 138268"/>
              <a:gd name="csX35" fmla="*/ 77275 w 141772"/>
              <a:gd name="csY35" fmla="*/ 36423 h 138268"/>
              <a:gd name="csX36" fmla="*/ 77921 w 141772"/>
              <a:gd name="csY36" fmla="*/ 34433 h 138268"/>
              <a:gd name="csX37" fmla="*/ 84540 w 141772"/>
              <a:gd name="csY37" fmla="*/ 26132 h 138268"/>
              <a:gd name="csX38" fmla="*/ 95360 w 141772"/>
              <a:gd name="csY38" fmla="*/ 24941 h 138268"/>
              <a:gd name="csX39" fmla="*/ 97742 w 141772"/>
              <a:gd name="csY39" fmla="*/ 25366 h 138268"/>
              <a:gd name="csX40" fmla="*/ 100090 w 141772"/>
              <a:gd name="csY40" fmla="*/ 24686 h 138268"/>
              <a:gd name="csX41" fmla="*/ 101876 w 141772"/>
              <a:gd name="csY41" fmla="*/ 23053 h 138268"/>
              <a:gd name="csX42" fmla="*/ 102744 w 141772"/>
              <a:gd name="csY42" fmla="*/ 20773 h 138268"/>
              <a:gd name="csX43" fmla="*/ 109345 w 141772"/>
              <a:gd name="csY43" fmla="*/ 12472 h 138268"/>
              <a:gd name="csX44" fmla="*/ 120166 w 141772"/>
              <a:gd name="csY44" fmla="*/ 11281 h 138268"/>
              <a:gd name="csX45" fmla="*/ 122190 w 141772"/>
              <a:gd name="csY45" fmla="*/ 11723 h 138268"/>
              <a:gd name="csX46" fmla="*/ 124232 w 141772"/>
              <a:gd name="csY46" fmla="*/ 11349 h 138268"/>
              <a:gd name="csX47" fmla="*/ 125984 w 141772"/>
              <a:gd name="csY47" fmla="*/ 10226 h 138268"/>
              <a:gd name="csX48" fmla="*/ 127158 w 141772"/>
              <a:gd name="csY48" fmla="*/ 8525 h 138268"/>
              <a:gd name="csX49" fmla="*/ 127601 w 141772"/>
              <a:gd name="csY49" fmla="*/ 6501 h 138268"/>
              <a:gd name="csX50" fmla="*/ 127226 w 141772"/>
              <a:gd name="csY50" fmla="*/ 4460 h 138268"/>
              <a:gd name="csX51" fmla="*/ 126103 w 141772"/>
              <a:gd name="csY51" fmla="*/ 2707 h 138268"/>
              <a:gd name="csX52" fmla="*/ 124402 w 141772"/>
              <a:gd name="csY52" fmla="*/ 1533 h 138268"/>
              <a:gd name="csX53" fmla="*/ 118192 w 141772"/>
              <a:gd name="csY53" fmla="*/ 207 h 138268"/>
              <a:gd name="csX54" fmla="*/ 115147 w 141772"/>
              <a:gd name="csY54" fmla="*/ 139 h 138268"/>
              <a:gd name="csX55" fmla="*/ 113973 w 141772"/>
              <a:gd name="csY55" fmla="*/ 35505 h 138268"/>
              <a:gd name="csX56" fmla="*/ 111948 w 141772"/>
              <a:gd name="csY56" fmla="*/ 35981 h 138268"/>
              <a:gd name="csX57" fmla="*/ 109175 w 141772"/>
              <a:gd name="csY57" fmla="*/ 38941 h 138268"/>
              <a:gd name="csX58" fmla="*/ 105653 w 141772"/>
              <a:gd name="csY58" fmla="*/ 48297 h 138268"/>
              <a:gd name="csX59" fmla="*/ 109022 w 141772"/>
              <a:gd name="csY59" fmla="*/ 49233 h 138268"/>
              <a:gd name="csX60" fmla="*/ 128945 w 141772"/>
              <a:gd name="csY60" fmla="*/ 56667 h 138268"/>
              <a:gd name="csX61" fmla="*/ 132194 w 141772"/>
              <a:gd name="csY61" fmla="*/ 58266 h 138268"/>
              <a:gd name="csX62" fmla="*/ 135750 w 141772"/>
              <a:gd name="csY62" fmla="*/ 48858 h 138268"/>
              <a:gd name="csX63" fmla="*/ 135597 w 141772"/>
              <a:gd name="csY63" fmla="*/ 44810 h 138268"/>
              <a:gd name="csX64" fmla="*/ 132619 w 141772"/>
              <a:gd name="csY64" fmla="*/ 42020 h 138268"/>
              <a:gd name="csX65" fmla="*/ 116014 w 141772"/>
              <a:gd name="csY65" fmla="*/ 35828 h 138268"/>
              <a:gd name="csX66" fmla="*/ 113973 w 141772"/>
              <a:gd name="csY66" fmla="*/ 35505 h 138268"/>
              <a:gd name="csX67" fmla="*/ 32513 w 141772"/>
              <a:gd name="csY67" fmla="*/ 39043 h 138268"/>
              <a:gd name="csX68" fmla="*/ 26949 w 141772"/>
              <a:gd name="csY68" fmla="*/ 39570 h 138268"/>
              <a:gd name="csX69" fmla="*/ 15125 w 141772"/>
              <a:gd name="csY69" fmla="*/ 47379 h 138268"/>
              <a:gd name="csX70" fmla="*/ 15618 w 141772"/>
              <a:gd name="csY70" fmla="*/ 51563 h 138268"/>
              <a:gd name="csX71" fmla="*/ 20688 w 141772"/>
              <a:gd name="csY71" fmla="*/ 56973 h 138268"/>
              <a:gd name="csX72" fmla="*/ 7690 w 141772"/>
              <a:gd name="csY72" fmla="*/ 72708 h 138268"/>
              <a:gd name="csX73" fmla="*/ 3539 w 141772"/>
              <a:gd name="csY73" fmla="*/ 92271 h 138268"/>
              <a:gd name="csX74" fmla="*/ 23036 w 141772"/>
              <a:gd name="csY74" fmla="*/ 85109 h 138268"/>
              <a:gd name="csX75" fmla="*/ 26116 w 141772"/>
              <a:gd name="csY75" fmla="*/ 85296 h 138268"/>
              <a:gd name="csX76" fmla="*/ 44303 w 141772"/>
              <a:gd name="csY76" fmla="*/ 78016 h 138268"/>
              <a:gd name="csX77" fmla="*/ 56365 w 141772"/>
              <a:gd name="csY77" fmla="*/ 80925 h 138268"/>
              <a:gd name="csX78" fmla="*/ 66352 w 141772"/>
              <a:gd name="csY78" fmla="*/ 75957 h 138268"/>
              <a:gd name="csX79" fmla="*/ 39675 w 141772"/>
              <a:gd name="csY79" fmla="*/ 53843 h 138268"/>
              <a:gd name="csX80" fmla="*/ 42329 w 141772"/>
              <a:gd name="csY80" fmla="*/ 45541 h 138268"/>
              <a:gd name="csX81" fmla="*/ 40968 w 141772"/>
              <a:gd name="csY81" fmla="*/ 41561 h 138268"/>
              <a:gd name="csX82" fmla="*/ 32513 w 141772"/>
              <a:gd name="csY82" fmla="*/ 39043 h 138268"/>
              <a:gd name="csX83" fmla="*/ 101094 w 141772"/>
              <a:gd name="csY83" fmla="*/ 54966 h 138268"/>
              <a:gd name="csX84" fmla="*/ 95700 w 141772"/>
              <a:gd name="csY84" fmla="*/ 56258 h 138268"/>
              <a:gd name="csX85" fmla="*/ 88300 w 141772"/>
              <a:gd name="csY85" fmla="*/ 64202 h 138268"/>
              <a:gd name="csX86" fmla="*/ 84114 w 141772"/>
              <a:gd name="csY86" fmla="*/ 75430 h 138268"/>
              <a:gd name="csX87" fmla="*/ 105874 w 141772"/>
              <a:gd name="csY87" fmla="*/ 92271 h 138268"/>
              <a:gd name="csX88" fmla="*/ 108103 w 141772"/>
              <a:gd name="csY88" fmla="*/ 92203 h 138268"/>
              <a:gd name="csX89" fmla="*/ 128741 w 141772"/>
              <a:gd name="csY89" fmla="*/ 97833 h 138268"/>
              <a:gd name="csX90" fmla="*/ 134797 w 141772"/>
              <a:gd name="csY90" fmla="*/ 81537 h 138268"/>
              <a:gd name="csX91" fmla="*/ 134406 w 141772"/>
              <a:gd name="csY91" fmla="*/ 70684 h 138268"/>
              <a:gd name="csX92" fmla="*/ 126461 w 141772"/>
              <a:gd name="csY92" fmla="*/ 63318 h 138268"/>
              <a:gd name="csX93" fmla="*/ 106555 w 141772"/>
              <a:gd name="csY93" fmla="*/ 55867 h 138268"/>
              <a:gd name="csX94" fmla="*/ 101094 w 141772"/>
              <a:gd name="csY94" fmla="*/ 54966 h 138268"/>
              <a:gd name="csX95" fmla="*/ 76203 w 141772"/>
              <a:gd name="csY95" fmla="*/ 81571 h 138268"/>
              <a:gd name="csX96" fmla="*/ 56961 w 141772"/>
              <a:gd name="csY96" fmla="*/ 89821 h 138268"/>
              <a:gd name="csX97" fmla="*/ 44303 w 141772"/>
              <a:gd name="csY97" fmla="*/ 85109 h 138268"/>
              <a:gd name="csX98" fmla="*/ 28702 w 141772"/>
              <a:gd name="csY98" fmla="*/ 92951 h 138268"/>
              <a:gd name="csX99" fmla="*/ 23036 w 141772"/>
              <a:gd name="csY99" fmla="*/ 92203 h 138268"/>
              <a:gd name="csX100" fmla="*/ 0 w 141772"/>
              <a:gd name="csY100" fmla="*/ 115236 h 138268"/>
              <a:gd name="csX101" fmla="*/ 0 w 141772"/>
              <a:gd name="csY101" fmla="*/ 132944 h 138268"/>
              <a:gd name="csX102" fmla="*/ 5308 w 141772"/>
              <a:gd name="csY102" fmla="*/ 138269 h 138268"/>
              <a:gd name="csX103" fmla="*/ 136464 w 141772"/>
              <a:gd name="csY103" fmla="*/ 138269 h 138268"/>
              <a:gd name="csX104" fmla="*/ 141773 w 141772"/>
              <a:gd name="csY104" fmla="*/ 132944 h 138268"/>
              <a:gd name="csX105" fmla="*/ 108103 w 141772"/>
              <a:gd name="csY105" fmla="*/ 99280 h 138268"/>
              <a:gd name="csX106" fmla="*/ 101468 w 141772"/>
              <a:gd name="csY106" fmla="*/ 99943 h 138268"/>
              <a:gd name="csX107" fmla="*/ 76203 w 141772"/>
              <a:gd name="csY107" fmla="*/ 81571 h 138268"/>
              <a:gd name="csX108" fmla="*/ 76203 w 141772"/>
              <a:gd name="csY108" fmla="*/ 99280 h 138268"/>
              <a:gd name="csX109" fmla="*/ 81528 w 141772"/>
              <a:gd name="csY109" fmla="*/ 104604 h 138268"/>
              <a:gd name="csX110" fmla="*/ 76203 w 141772"/>
              <a:gd name="csY110" fmla="*/ 109911 h 138268"/>
              <a:gd name="csX111" fmla="*/ 70895 w 141772"/>
              <a:gd name="csY111" fmla="*/ 104604 h 138268"/>
              <a:gd name="csX112" fmla="*/ 76203 w 141772"/>
              <a:gd name="csY112" fmla="*/ 99280 h 138268"/>
              <a:gd name="csX113" fmla="*/ 37208 w 141772"/>
              <a:gd name="csY113" fmla="*/ 102835 h 138268"/>
              <a:gd name="csX114" fmla="*/ 42534 w 141772"/>
              <a:gd name="csY114" fmla="*/ 108142 h 138268"/>
              <a:gd name="csX115" fmla="*/ 37208 w 141772"/>
              <a:gd name="csY115" fmla="*/ 113467 h 138268"/>
              <a:gd name="csX116" fmla="*/ 31900 w 141772"/>
              <a:gd name="csY116" fmla="*/ 108142 h 138268"/>
              <a:gd name="csX117" fmla="*/ 37208 w 141772"/>
              <a:gd name="csY117" fmla="*/ 102835 h 138268"/>
              <a:gd name="csX118" fmla="*/ 15942 w 141772"/>
              <a:gd name="csY118" fmla="*/ 117005 h 138268"/>
              <a:gd name="csX119" fmla="*/ 21267 w 141772"/>
              <a:gd name="csY119" fmla="*/ 122312 h 138268"/>
              <a:gd name="csX120" fmla="*/ 15942 w 141772"/>
              <a:gd name="csY120" fmla="*/ 127637 h 138268"/>
              <a:gd name="csX121" fmla="*/ 10633 w 141772"/>
              <a:gd name="csY121" fmla="*/ 122312 h 138268"/>
              <a:gd name="csX122" fmla="*/ 15942 w 141772"/>
              <a:gd name="csY122" fmla="*/ 117005 h 138268"/>
              <a:gd name="csX123" fmla="*/ 65570 w 141772"/>
              <a:gd name="csY123" fmla="*/ 117005 h 138268"/>
              <a:gd name="csX124" fmla="*/ 70895 w 141772"/>
              <a:gd name="csY124" fmla="*/ 122312 h 138268"/>
              <a:gd name="csX125" fmla="*/ 65570 w 141772"/>
              <a:gd name="csY125" fmla="*/ 127637 h 138268"/>
              <a:gd name="csX126" fmla="*/ 60262 w 141772"/>
              <a:gd name="csY126" fmla="*/ 122312 h 138268"/>
              <a:gd name="csX127" fmla="*/ 65570 w 141772"/>
              <a:gd name="csY127" fmla="*/ 117005 h 138268"/>
              <a:gd name="csX128" fmla="*/ 111642 w 141772"/>
              <a:gd name="csY128" fmla="*/ 117005 h 138268"/>
              <a:gd name="csX129" fmla="*/ 116967 w 141772"/>
              <a:gd name="csY129" fmla="*/ 122312 h 138268"/>
              <a:gd name="csX130" fmla="*/ 111642 w 141772"/>
              <a:gd name="csY130" fmla="*/ 127637 h 138268"/>
              <a:gd name="csX131" fmla="*/ 106334 w 141772"/>
              <a:gd name="csY131" fmla="*/ 122312 h 138268"/>
              <a:gd name="csX132" fmla="*/ 111642 w 141772"/>
              <a:gd name="csY132" fmla="*/ 117005 h 138268"/>
            </a:gdLst>
            <a:ahLst/>
            <a:cxnLst/>
            <a:rect l="l" t="t" r="r" b="b"/>
            <a:pathLst>
              <a:path w="100000" h="100000">
                <a:moveTo>
                  <a:pt x="23677" y="1238"/>
                </a:moveTo>
                <a:cubicBezTo>
                  <a:pt x="22705" y="1262"/>
                  <a:pt x="21781" y="1670"/>
                  <a:pt x="21097" y="2378"/>
                </a:cubicBezTo>
                <a:cubicBezTo>
                  <a:pt x="21097" y="2378"/>
                  <a:pt x="19837" y="3685"/>
                  <a:pt x="18829" y="5689"/>
                </a:cubicBezTo>
                <a:cubicBezTo>
                  <a:pt x="18181" y="6997"/>
                  <a:pt x="17929" y="9277"/>
                  <a:pt x="17569" y="11341"/>
                </a:cubicBezTo>
                <a:cubicBezTo>
                  <a:pt x="15504" y="11700"/>
                  <a:pt x="13225" y="11952"/>
                  <a:pt x="11916" y="12601"/>
                </a:cubicBezTo>
                <a:cubicBezTo>
                  <a:pt x="9912" y="13608"/>
                  <a:pt x="8605" y="14868"/>
                  <a:pt x="8605" y="14868"/>
                </a:cubicBezTo>
                <a:cubicBezTo>
                  <a:pt x="8244" y="15216"/>
                  <a:pt x="7956" y="15624"/>
                  <a:pt x="7753" y="16092"/>
                </a:cubicBezTo>
                <a:cubicBezTo>
                  <a:pt x="7561" y="16548"/>
                  <a:pt x="7452" y="17040"/>
                  <a:pt x="7440" y="17532"/>
                </a:cubicBezTo>
                <a:cubicBezTo>
                  <a:pt x="7440" y="18036"/>
                  <a:pt x="7536" y="18528"/>
                  <a:pt x="7729" y="18996"/>
                </a:cubicBezTo>
                <a:cubicBezTo>
                  <a:pt x="7908" y="19452"/>
                  <a:pt x="8196" y="19872"/>
                  <a:pt x="8545" y="20232"/>
                </a:cubicBezTo>
                <a:cubicBezTo>
                  <a:pt x="8892" y="20580"/>
                  <a:pt x="9312" y="20856"/>
                  <a:pt x="9780" y="21048"/>
                </a:cubicBezTo>
                <a:cubicBezTo>
                  <a:pt x="10236" y="21240"/>
                  <a:pt x="10740" y="21336"/>
                  <a:pt x="11233" y="21324"/>
                </a:cubicBezTo>
                <a:cubicBezTo>
                  <a:pt x="11736" y="21324"/>
                  <a:pt x="12229" y="21216"/>
                  <a:pt x="12684" y="21024"/>
                </a:cubicBezTo>
                <a:cubicBezTo>
                  <a:pt x="13141" y="20820"/>
                  <a:pt x="13561" y="20532"/>
                  <a:pt x="13896" y="20172"/>
                </a:cubicBezTo>
                <a:cubicBezTo>
                  <a:pt x="13896" y="20172"/>
                  <a:pt x="14149" y="19872"/>
                  <a:pt x="15265" y="19308"/>
                </a:cubicBezTo>
                <a:cubicBezTo>
                  <a:pt x="16381" y="18756"/>
                  <a:pt x="18121" y="18144"/>
                  <a:pt x="20629" y="18144"/>
                </a:cubicBezTo>
                <a:cubicBezTo>
                  <a:pt x="21625" y="18144"/>
                  <a:pt x="22573" y="17748"/>
                  <a:pt x="23281" y="17052"/>
                </a:cubicBezTo>
                <a:cubicBezTo>
                  <a:pt x="23977" y="16345"/>
                  <a:pt x="24373" y="15397"/>
                  <a:pt x="24373" y="14401"/>
                </a:cubicBezTo>
                <a:cubicBezTo>
                  <a:pt x="24373" y="11892"/>
                  <a:pt x="24985" y="10153"/>
                  <a:pt x="25537" y="9037"/>
                </a:cubicBezTo>
                <a:cubicBezTo>
                  <a:pt x="26101" y="7921"/>
                  <a:pt x="26402" y="7669"/>
                  <a:pt x="26402" y="7669"/>
                </a:cubicBezTo>
                <a:cubicBezTo>
                  <a:pt x="26941" y="7153"/>
                  <a:pt x="27314" y="6470"/>
                  <a:pt x="27457" y="5725"/>
                </a:cubicBezTo>
                <a:cubicBezTo>
                  <a:pt x="27613" y="4993"/>
                  <a:pt x="27529" y="4225"/>
                  <a:pt x="27241" y="3530"/>
                </a:cubicBezTo>
                <a:cubicBezTo>
                  <a:pt x="26941" y="2833"/>
                  <a:pt x="26450" y="2246"/>
                  <a:pt x="25813" y="1837"/>
                </a:cubicBezTo>
                <a:cubicBezTo>
                  <a:pt x="25177" y="1430"/>
                  <a:pt x="24433" y="1214"/>
                  <a:pt x="23677" y="1238"/>
                </a:cubicBezTo>
                <a:close/>
                <a:moveTo>
                  <a:pt x="81220" y="1334"/>
                </a:moveTo>
                <a:cubicBezTo>
                  <a:pt x="78927" y="1418"/>
                  <a:pt x="76239" y="1957"/>
                  <a:pt x="73515" y="3470"/>
                </a:cubicBezTo>
                <a:cubicBezTo>
                  <a:pt x="69483" y="5689"/>
                  <a:pt x="67515" y="8665"/>
                  <a:pt x="66375" y="11137"/>
                </a:cubicBezTo>
                <a:cubicBezTo>
                  <a:pt x="63675" y="10776"/>
                  <a:pt x="60087" y="10861"/>
                  <a:pt x="56019" y="13092"/>
                </a:cubicBezTo>
                <a:cubicBezTo>
                  <a:pt x="48734" y="17112"/>
                  <a:pt x="47534" y="24515"/>
                  <a:pt x="47534" y="24515"/>
                </a:cubicBezTo>
                <a:cubicBezTo>
                  <a:pt x="47462" y="25008"/>
                  <a:pt x="47486" y="25511"/>
                  <a:pt x="47606" y="26003"/>
                </a:cubicBezTo>
                <a:cubicBezTo>
                  <a:pt x="47726" y="26483"/>
                  <a:pt x="47942" y="26939"/>
                  <a:pt x="48242" y="27335"/>
                </a:cubicBezTo>
                <a:cubicBezTo>
                  <a:pt x="48530" y="27731"/>
                  <a:pt x="48914" y="28068"/>
                  <a:pt x="49346" y="28319"/>
                </a:cubicBezTo>
                <a:cubicBezTo>
                  <a:pt x="49767" y="28571"/>
                  <a:pt x="50246" y="28739"/>
                  <a:pt x="50739" y="28811"/>
                </a:cubicBezTo>
                <a:cubicBezTo>
                  <a:pt x="51230" y="28871"/>
                  <a:pt x="51734" y="28847"/>
                  <a:pt x="52214" y="28715"/>
                </a:cubicBezTo>
                <a:cubicBezTo>
                  <a:pt x="52694" y="28583"/>
                  <a:pt x="53150" y="28355"/>
                  <a:pt x="53547" y="28056"/>
                </a:cubicBezTo>
                <a:cubicBezTo>
                  <a:pt x="53942" y="27743"/>
                  <a:pt x="54267" y="27371"/>
                  <a:pt x="54507" y="26927"/>
                </a:cubicBezTo>
                <a:cubicBezTo>
                  <a:pt x="54758" y="26495"/>
                  <a:pt x="54914" y="26015"/>
                  <a:pt x="54962" y="25523"/>
                </a:cubicBezTo>
                <a:cubicBezTo>
                  <a:pt x="54962" y="25523"/>
                  <a:pt x="55251" y="22092"/>
                  <a:pt x="59631" y="19668"/>
                </a:cubicBezTo>
                <a:cubicBezTo>
                  <a:pt x="64023" y="17257"/>
                  <a:pt x="67263" y="18828"/>
                  <a:pt x="67263" y="18828"/>
                </a:cubicBezTo>
                <a:cubicBezTo>
                  <a:pt x="67791" y="19056"/>
                  <a:pt x="68367" y="19164"/>
                  <a:pt x="68943" y="19128"/>
                </a:cubicBezTo>
                <a:cubicBezTo>
                  <a:pt x="69519" y="19104"/>
                  <a:pt x="70083" y="18936"/>
                  <a:pt x="70599" y="18648"/>
                </a:cubicBezTo>
                <a:cubicBezTo>
                  <a:pt x="71103" y="18372"/>
                  <a:pt x="71535" y="17976"/>
                  <a:pt x="71859" y="17496"/>
                </a:cubicBezTo>
                <a:cubicBezTo>
                  <a:pt x="72184" y="17016"/>
                  <a:pt x="72387" y="16464"/>
                  <a:pt x="72471" y="15888"/>
                </a:cubicBezTo>
                <a:cubicBezTo>
                  <a:pt x="72471" y="15888"/>
                  <a:pt x="72747" y="12457"/>
                  <a:pt x="77127" y="10033"/>
                </a:cubicBezTo>
                <a:cubicBezTo>
                  <a:pt x="81520" y="7621"/>
                  <a:pt x="84760" y="9193"/>
                  <a:pt x="84760" y="9193"/>
                </a:cubicBezTo>
                <a:cubicBezTo>
                  <a:pt x="85216" y="9385"/>
                  <a:pt x="85696" y="9493"/>
                  <a:pt x="86188" y="9505"/>
                </a:cubicBezTo>
                <a:cubicBezTo>
                  <a:pt x="86680" y="9517"/>
                  <a:pt x="87172" y="9421"/>
                  <a:pt x="87628" y="9241"/>
                </a:cubicBezTo>
                <a:cubicBezTo>
                  <a:pt x="88084" y="9061"/>
                  <a:pt x="88504" y="8797"/>
                  <a:pt x="88864" y="8449"/>
                </a:cubicBezTo>
                <a:cubicBezTo>
                  <a:pt x="89212" y="8113"/>
                  <a:pt x="89500" y="7693"/>
                  <a:pt x="89692" y="7249"/>
                </a:cubicBezTo>
                <a:cubicBezTo>
                  <a:pt x="89896" y="6793"/>
                  <a:pt x="89992" y="6313"/>
                  <a:pt x="90004" y="5821"/>
                </a:cubicBezTo>
                <a:cubicBezTo>
                  <a:pt x="90016" y="5329"/>
                  <a:pt x="89920" y="4837"/>
                  <a:pt x="89740" y="4382"/>
                </a:cubicBezTo>
                <a:cubicBezTo>
                  <a:pt x="89560" y="3913"/>
                  <a:pt x="89296" y="3505"/>
                  <a:pt x="88948" y="3145"/>
                </a:cubicBezTo>
                <a:cubicBezTo>
                  <a:pt x="88612" y="2797"/>
                  <a:pt x="88204" y="2510"/>
                  <a:pt x="87748" y="2317"/>
                </a:cubicBezTo>
                <a:cubicBezTo>
                  <a:pt x="87748" y="2317"/>
                  <a:pt x="86008" y="1598"/>
                  <a:pt x="83368" y="1382"/>
                </a:cubicBezTo>
                <a:cubicBezTo>
                  <a:pt x="82695" y="1334"/>
                  <a:pt x="81988" y="1310"/>
                  <a:pt x="81220" y="1334"/>
                </a:cubicBezTo>
                <a:close/>
                <a:moveTo>
                  <a:pt x="80392" y="26280"/>
                </a:moveTo>
                <a:cubicBezTo>
                  <a:pt x="79899" y="26292"/>
                  <a:pt x="79420" y="26411"/>
                  <a:pt x="78963" y="26615"/>
                </a:cubicBezTo>
                <a:cubicBezTo>
                  <a:pt x="78051" y="27023"/>
                  <a:pt x="77355" y="27767"/>
                  <a:pt x="77007" y="28703"/>
                </a:cubicBezTo>
                <a:lnTo>
                  <a:pt x="74523" y="35302"/>
                </a:lnTo>
                <a:cubicBezTo>
                  <a:pt x="75327" y="35458"/>
                  <a:pt x="76119" y="35662"/>
                  <a:pt x="76900" y="35963"/>
                </a:cubicBezTo>
                <a:lnTo>
                  <a:pt x="90952" y="41206"/>
                </a:lnTo>
                <a:cubicBezTo>
                  <a:pt x="91756" y="41506"/>
                  <a:pt x="92512" y="41902"/>
                  <a:pt x="93244" y="42334"/>
                </a:cubicBezTo>
                <a:lnTo>
                  <a:pt x="95752" y="35698"/>
                </a:lnTo>
                <a:cubicBezTo>
                  <a:pt x="96100" y="34762"/>
                  <a:pt x="96064" y="33743"/>
                  <a:pt x="95644" y="32843"/>
                </a:cubicBezTo>
                <a:cubicBezTo>
                  <a:pt x="95236" y="31931"/>
                  <a:pt x="94481" y="31223"/>
                  <a:pt x="93544" y="30875"/>
                </a:cubicBezTo>
                <a:lnTo>
                  <a:pt x="81831" y="26507"/>
                </a:lnTo>
                <a:cubicBezTo>
                  <a:pt x="81364" y="26339"/>
                  <a:pt x="80871" y="26256"/>
                  <a:pt x="80392" y="26280"/>
                </a:cubicBezTo>
                <a:close/>
                <a:moveTo>
                  <a:pt x="22933" y="28775"/>
                </a:moveTo>
                <a:cubicBezTo>
                  <a:pt x="21769" y="28727"/>
                  <a:pt x="20449" y="28823"/>
                  <a:pt x="19009" y="29147"/>
                </a:cubicBezTo>
                <a:cubicBezTo>
                  <a:pt x="13225" y="30455"/>
                  <a:pt x="10908" y="34235"/>
                  <a:pt x="10669" y="34655"/>
                </a:cubicBezTo>
                <a:cubicBezTo>
                  <a:pt x="10128" y="35602"/>
                  <a:pt x="10261" y="36802"/>
                  <a:pt x="11016" y="37606"/>
                </a:cubicBezTo>
                <a:lnTo>
                  <a:pt x="14592" y="41422"/>
                </a:lnTo>
                <a:cubicBezTo>
                  <a:pt x="10812" y="43762"/>
                  <a:pt x="7645" y="47542"/>
                  <a:pt x="5424" y="52521"/>
                </a:cubicBezTo>
                <a:cubicBezTo>
                  <a:pt x="3504" y="56841"/>
                  <a:pt x="2472" y="61688"/>
                  <a:pt x="2496" y="66320"/>
                </a:cubicBezTo>
                <a:cubicBezTo>
                  <a:pt x="6204" y="63164"/>
                  <a:pt x="11028" y="61268"/>
                  <a:pt x="16249" y="61268"/>
                </a:cubicBezTo>
                <a:cubicBezTo>
                  <a:pt x="16981" y="61268"/>
                  <a:pt x="17701" y="61316"/>
                  <a:pt x="18421" y="61400"/>
                </a:cubicBezTo>
                <a:cubicBezTo>
                  <a:pt x="21853" y="58172"/>
                  <a:pt x="26426" y="56265"/>
                  <a:pt x="31249" y="56265"/>
                </a:cubicBezTo>
                <a:cubicBezTo>
                  <a:pt x="34249" y="56265"/>
                  <a:pt x="37153" y="56996"/>
                  <a:pt x="39757" y="58317"/>
                </a:cubicBezTo>
                <a:cubicBezTo>
                  <a:pt x="41882" y="56769"/>
                  <a:pt x="44258" y="55569"/>
                  <a:pt x="46802" y="54813"/>
                </a:cubicBezTo>
                <a:cubicBezTo>
                  <a:pt x="42842" y="47313"/>
                  <a:pt x="35738" y="40954"/>
                  <a:pt x="27985" y="39214"/>
                </a:cubicBezTo>
                <a:lnTo>
                  <a:pt x="29857" y="33358"/>
                </a:lnTo>
                <a:cubicBezTo>
                  <a:pt x="30194" y="32315"/>
                  <a:pt x="29797" y="31175"/>
                  <a:pt x="28897" y="30551"/>
                </a:cubicBezTo>
                <a:cubicBezTo>
                  <a:pt x="28597" y="30335"/>
                  <a:pt x="26438" y="28919"/>
                  <a:pt x="22933" y="28775"/>
                </a:cubicBezTo>
                <a:close/>
                <a:moveTo>
                  <a:pt x="71307" y="40006"/>
                </a:moveTo>
                <a:cubicBezTo>
                  <a:pt x="69999" y="40054"/>
                  <a:pt x="68715" y="40354"/>
                  <a:pt x="67503" y="40918"/>
                </a:cubicBezTo>
                <a:cubicBezTo>
                  <a:pt x="65055" y="42022"/>
                  <a:pt x="63207" y="44014"/>
                  <a:pt x="62283" y="46521"/>
                </a:cubicBezTo>
                <a:lnTo>
                  <a:pt x="59330" y="54441"/>
                </a:lnTo>
                <a:cubicBezTo>
                  <a:pt x="65931" y="56036"/>
                  <a:pt x="71499" y="60416"/>
                  <a:pt x="74679" y="66320"/>
                </a:cubicBezTo>
                <a:cubicBezTo>
                  <a:pt x="75195" y="66296"/>
                  <a:pt x="75724" y="66272"/>
                  <a:pt x="76251" y="66272"/>
                </a:cubicBezTo>
                <a:cubicBezTo>
                  <a:pt x="81556" y="66272"/>
                  <a:pt x="86524" y="67712"/>
                  <a:pt x="90808" y="70243"/>
                </a:cubicBezTo>
                <a:lnTo>
                  <a:pt x="95080" y="58749"/>
                </a:lnTo>
                <a:cubicBezTo>
                  <a:pt x="96004" y="56241"/>
                  <a:pt x="95908" y="53517"/>
                  <a:pt x="94804" y="51093"/>
                </a:cubicBezTo>
                <a:cubicBezTo>
                  <a:pt x="93676" y="48670"/>
                  <a:pt x="91709" y="46822"/>
                  <a:pt x="89200" y="45898"/>
                </a:cubicBezTo>
                <a:lnTo>
                  <a:pt x="75159" y="40642"/>
                </a:lnTo>
                <a:cubicBezTo>
                  <a:pt x="73899" y="40174"/>
                  <a:pt x="72603" y="39958"/>
                  <a:pt x="71307" y="40006"/>
                </a:cubicBezTo>
                <a:close/>
                <a:moveTo>
                  <a:pt x="53750" y="58773"/>
                </a:moveTo>
                <a:cubicBezTo>
                  <a:pt x="48506" y="58773"/>
                  <a:pt x="43646" y="60908"/>
                  <a:pt x="40178" y="64592"/>
                </a:cubicBezTo>
                <a:cubicBezTo>
                  <a:pt x="37730" y="62492"/>
                  <a:pt x="34574" y="61268"/>
                  <a:pt x="31249" y="61268"/>
                </a:cubicBezTo>
                <a:cubicBezTo>
                  <a:pt x="26809" y="61268"/>
                  <a:pt x="22789" y="63356"/>
                  <a:pt x="20245" y="66800"/>
                </a:cubicBezTo>
                <a:cubicBezTo>
                  <a:pt x="18937" y="66440"/>
                  <a:pt x="17593" y="66272"/>
                  <a:pt x="16249" y="66272"/>
                </a:cubicBezTo>
                <a:cubicBezTo>
                  <a:pt x="7284" y="66272"/>
                  <a:pt x="0" y="73555"/>
                  <a:pt x="0" y="82518"/>
                </a:cubicBezTo>
                <a:lnTo>
                  <a:pt x="0" y="95009"/>
                </a:lnTo>
                <a:cubicBezTo>
                  <a:pt x="0" y="97085"/>
                  <a:pt x="1680" y="98765"/>
                  <a:pt x="3744" y="98765"/>
                </a:cubicBezTo>
                <a:lnTo>
                  <a:pt x="96256" y="98765"/>
                </a:lnTo>
                <a:cubicBezTo>
                  <a:pt x="98321" y="98765"/>
                  <a:pt x="100001" y="97085"/>
                  <a:pt x="100001" y="95009"/>
                </a:cubicBezTo>
                <a:cubicBezTo>
                  <a:pt x="100001" y="81918"/>
                  <a:pt x="89344" y="71264"/>
                  <a:pt x="76251" y="71264"/>
                </a:cubicBezTo>
                <a:cubicBezTo>
                  <a:pt x="74667" y="71264"/>
                  <a:pt x="73108" y="71420"/>
                  <a:pt x="71571" y="71731"/>
                </a:cubicBezTo>
                <a:cubicBezTo>
                  <a:pt x="69123" y="64184"/>
                  <a:pt x="62007" y="58773"/>
                  <a:pt x="53750" y="58773"/>
                </a:cubicBezTo>
                <a:close/>
                <a:moveTo>
                  <a:pt x="53750" y="71264"/>
                </a:moveTo>
                <a:cubicBezTo>
                  <a:pt x="55826" y="71264"/>
                  <a:pt x="57506" y="72943"/>
                  <a:pt x="57506" y="75019"/>
                </a:cubicBezTo>
                <a:cubicBezTo>
                  <a:pt x="57506" y="77083"/>
                  <a:pt x="55826" y="78762"/>
                  <a:pt x="53750" y="78762"/>
                </a:cubicBezTo>
                <a:cubicBezTo>
                  <a:pt x="51687" y="78762"/>
                  <a:pt x="50006" y="77083"/>
                  <a:pt x="50006" y="75019"/>
                </a:cubicBezTo>
                <a:cubicBezTo>
                  <a:pt x="50006" y="72943"/>
                  <a:pt x="51687" y="71264"/>
                  <a:pt x="53750" y="71264"/>
                </a:cubicBezTo>
                <a:close/>
                <a:moveTo>
                  <a:pt x="26245" y="73771"/>
                </a:moveTo>
                <a:cubicBezTo>
                  <a:pt x="28322" y="73771"/>
                  <a:pt x="30002" y="75451"/>
                  <a:pt x="30002" y="77515"/>
                </a:cubicBezTo>
                <a:cubicBezTo>
                  <a:pt x="30002" y="79590"/>
                  <a:pt x="28322" y="81271"/>
                  <a:pt x="26245" y="81271"/>
                </a:cubicBezTo>
                <a:cubicBezTo>
                  <a:pt x="24181" y="81271"/>
                  <a:pt x="22501" y="79590"/>
                  <a:pt x="22501" y="77515"/>
                </a:cubicBezTo>
                <a:cubicBezTo>
                  <a:pt x="22501" y="75451"/>
                  <a:pt x="24181" y="73771"/>
                  <a:pt x="26245" y="73771"/>
                </a:cubicBezTo>
                <a:close/>
                <a:moveTo>
                  <a:pt x="11245" y="83766"/>
                </a:moveTo>
                <a:cubicBezTo>
                  <a:pt x="13321" y="83766"/>
                  <a:pt x="15001" y="85446"/>
                  <a:pt x="15001" y="87510"/>
                </a:cubicBezTo>
                <a:cubicBezTo>
                  <a:pt x="15001" y="89585"/>
                  <a:pt x="13321" y="91266"/>
                  <a:pt x="11245" y="91266"/>
                </a:cubicBezTo>
                <a:cubicBezTo>
                  <a:pt x="9180" y="91266"/>
                  <a:pt x="7500" y="89585"/>
                  <a:pt x="7500" y="87510"/>
                </a:cubicBezTo>
                <a:cubicBezTo>
                  <a:pt x="7500" y="85446"/>
                  <a:pt x="9180" y="83766"/>
                  <a:pt x="11245" y="83766"/>
                </a:cubicBezTo>
                <a:close/>
                <a:moveTo>
                  <a:pt x="46250" y="83766"/>
                </a:moveTo>
                <a:cubicBezTo>
                  <a:pt x="48326" y="83766"/>
                  <a:pt x="50006" y="85446"/>
                  <a:pt x="50006" y="87510"/>
                </a:cubicBezTo>
                <a:cubicBezTo>
                  <a:pt x="50006" y="89585"/>
                  <a:pt x="48326" y="91266"/>
                  <a:pt x="46250" y="91266"/>
                </a:cubicBezTo>
                <a:cubicBezTo>
                  <a:pt x="44186" y="91266"/>
                  <a:pt x="42506" y="89585"/>
                  <a:pt x="42506" y="87510"/>
                </a:cubicBezTo>
                <a:cubicBezTo>
                  <a:pt x="42506" y="85446"/>
                  <a:pt x="44186" y="83766"/>
                  <a:pt x="46250" y="83766"/>
                </a:cubicBezTo>
                <a:close/>
                <a:moveTo>
                  <a:pt x="78748" y="83766"/>
                </a:moveTo>
                <a:cubicBezTo>
                  <a:pt x="80823" y="83766"/>
                  <a:pt x="82504" y="85446"/>
                  <a:pt x="82504" y="87510"/>
                </a:cubicBezTo>
                <a:cubicBezTo>
                  <a:pt x="82504" y="89585"/>
                  <a:pt x="80823" y="91266"/>
                  <a:pt x="78748" y="91266"/>
                </a:cubicBezTo>
                <a:cubicBezTo>
                  <a:pt x="76684" y="91266"/>
                  <a:pt x="75004" y="89585"/>
                  <a:pt x="75004" y="87510"/>
                </a:cubicBezTo>
                <a:cubicBezTo>
                  <a:pt x="75004" y="85446"/>
                  <a:pt x="76684" y="83766"/>
                  <a:pt x="78748" y="8376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3" name="Красный — SVG 16">
            <a:extLst>
              <a:ext uri="{FF2B5EF4-FFF2-40B4-BE49-F238E27FC236}">
                <a16:creationId xmlns:a16="http://schemas.microsoft.com/office/drawing/2014/main" id="{9B8F7757-3894-4F47-80EC-1AE4C6C3CD80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108324 w 151065"/>
              <a:gd name="csY0" fmla="*/ 3 h 133200"/>
              <a:gd name="csX1" fmla="*/ 78108 w 151065"/>
              <a:gd name="csY1" fmla="*/ 2402 h 133200"/>
              <a:gd name="csX2" fmla="*/ 26864 w 151065"/>
              <a:gd name="csY2" fmla="*/ 12608 h 133200"/>
              <a:gd name="csX3" fmla="*/ 7979 w 151065"/>
              <a:gd name="csY3" fmla="*/ 5787 h 133200"/>
              <a:gd name="csX4" fmla="*/ 6465 w 151065"/>
              <a:gd name="csY4" fmla="*/ 5940 h 133200"/>
              <a:gd name="csX5" fmla="*/ 5632 w 151065"/>
              <a:gd name="csY5" fmla="*/ 7199 h 133200"/>
              <a:gd name="csX6" fmla="*/ 17 w 151065"/>
              <a:gd name="csY6" fmla="*/ 45270 h 133200"/>
              <a:gd name="csX7" fmla="*/ 0 w 151065"/>
              <a:gd name="csY7" fmla="*/ 45525 h 133200"/>
              <a:gd name="csX8" fmla="*/ 1378 w 151065"/>
              <a:gd name="csY8" fmla="*/ 47243 h 133200"/>
              <a:gd name="csX9" fmla="*/ 25503 w 151065"/>
              <a:gd name="csY9" fmla="*/ 52772 h 133200"/>
              <a:gd name="csX10" fmla="*/ 59173 w 151065"/>
              <a:gd name="csY10" fmla="*/ 56429 h 133200"/>
              <a:gd name="csX11" fmla="*/ 60057 w 151065"/>
              <a:gd name="csY11" fmla="*/ 56140 h 133200"/>
              <a:gd name="csX12" fmla="*/ 92383 w 151065"/>
              <a:gd name="csY12" fmla="*/ 39894 h 133200"/>
              <a:gd name="csX13" fmla="*/ 92808 w 151065"/>
              <a:gd name="csY13" fmla="*/ 39707 h 133200"/>
              <a:gd name="csX14" fmla="*/ 95717 w 151065"/>
              <a:gd name="csY14" fmla="*/ 37053 h 133200"/>
              <a:gd name="csX15" fmla="*/ 95888 w 151065"/>
              <a:gd name="csY15" fmla="*/ 31338 h 133200"/>
              <a:gd name="csX16" fmla="*/ 88044 w 151065"/>
              <a:gd name="csY16" fmla="*/ 27323 h 133200"/>
              <a:gd name="csX17" fmla="*/ 57199 w 151065"/>
              <a:gd name="csY17" fmla="*/ 33566 h 133200"/>
              <a:gd name="csX18" fmla="*/ 53014 w 151065"/>
              <a:gd name="csY18" fmla="*/ 30793 h 133200"/>
              <a:gd name="csX19" fmla="*/ 52946 w 151065"/>
              <a:gd name="csY19" fmla="*/ 30079 h 133200"/>
              <a:gd name="csX20" fmla="*/ 55787 w 151065"/>
              <a:gd name="csY20" fmla="*/ 26608 h 133200"/>
              <a:gd name="csX21" fmla="*/ 86360 w 151065"/>
              <a:gd name="csY21" fmla="*/ 20451 h 133200"/>
              <a:gd name="csX22" fmla="*/ 102523 w 151065"/>
              <a:gd name="csY22" fmla="*/ 28854 h 133200"/>
              <a:gd name="csX23" fmla="*/ 103339 w 151065"/>
              <a:gd name="csY23" fmla="*/ 33039 h 133200"/>
              <a:gd name="csX24" fmla="*/ 112493 w 151065"/>
              <a:gd name="csY24" fmla="*/ 31644 h 133200"/>
              <a:gd name="csX25" fmla="*/ 136941 w 151065"/>
              <a:gd name="csY25" fmla="*/ 37462 h 133200"/>
              <a:gd name="csX26" fmla="*/ 150603 w 151065"/>
              <a:gd name="csY26" fmla="*/ 29858 h 133200"/>
              <a:gd name="csX27" fmla="*/ 143763 w 151065"/>
              <a:gd name="csY27" fmla="*/ 15892 h 133200"/>
              <a:gd name="csX28" fmla="*/ 109192 w 151065"/>
              <a:gd name="csY28" fmla="*/ 156 h 133200"/>
              <a:gd name="csX29" fmla="*/ 108324 w 151065"/>
              <a:gd name="csY29" fmla="*/ 3 h 133200"/>
              <a:gd name="csX30" fmla="*/ 46141 w 151065"/>
              <a:gd name="csY30" fmla="*/ 68235 h 133200"/>
              <a:gd name="csX31" fmla="*/ 41717 w 151065"/>
              <a:gd name="csY31" fmla="*/ 70736 h 133200"/>
              <a:gd name="csX32" fmla="*/ 42414 w 151065"/>
              <a:gd name="csY32" fmla="*/ 77268 h 133200"/>
              <a:gd name="csX33" fmla="*/ 54137 w 151065"/>
              <a:gd name="csY33" fmla="*/ 91659 h 133200"/>
              <a:gd name="csX34" fmla="*/ 79878 w 151065"/>
              <a:gd name="csY34" fmla="*/ 127876 h 133200"/>
              <a:gd name="csX35" fmla="*/ 78636 w 151065"/>
              <a:gd name="csY35" fmla="*/ 133200 h 133200"/>
              <a:gd name="csX36" fmla="*/ 96279 w 151065"/>
              <a:gd name="csY36" fmla="*/ 133200 h 133200"/>
              <a:gd name="csX37" fmla="*/ 101587 w 151065"/>
              <a:gd name="csY37" fmla="*/ 127876 h 133200"/>
              <a:gd name="csX38" fmla="*/ 47893 w 151065"/>
              <a:gd name="csY38" fmla="*/ 68507 h 133200"/>
              <a:gd name="csX39" fmla="*/ 46141 w 151065"/>
              <a:gd name="csY39" fmla="*/ 68235 h 133200"/>
              <a:gd name="csX40" fmla="*/ 136975 w 151065"/>
              <a:gd name="csY40" fmla="*/ 72130 h 133200"/>
              <a:gd name="csX41" fmla="*/ 92213 w 151065"/>
              <a:gd name="csY41" fmla="*/ 87083 h 133200"/>
              <a:gd name="csX42" fmla="*/ 108681 w 151065"/>
              <a:gd name="csY42" fmla="*/ 127893 h 133200"/>
              <a:gd name="csX43" fmla="*/ 107422 w 151065"/>
              <a:gd name="csY43" fmla="*/ 133200 h 133200"/>
              <a:gd name="csX44" fmla="*/ 117172 w 151065"/>
              <a:gd name="csY44" fmla="*/ 133200 h 133200"/>
              <a:gd name="csX45" fmla="*/ 122497 w 151065"/>
              <a:gd name="csY45" fmla="*/ 127893 h 133200"/>
              <a:gd name="csX46" fmla="*/ 122480 w 151065"/>
              <a:gd name="csY46" fmla="*/ 126634 h 133200"/>
              <a:gd name="csX47" fmla="*/ 140207 w 151065"/>
              <a:gd name="csY47" fmla="*/ 81894 h 133200"/>
              <a:gd name="csX48" fmla="*/ 142368 w 151065"/>
              <a:gd name="csY48" fmla="*/ 75754 h 133200"/>
              <a:gd name="csX49" fmla="*/ 136975 w 151065"/>
              <a:gd name="csY49" fmla="*/ 72130 h 133200"/>
              <a:gd name="csX50" fmla="*/ 145073 w 151065"/>
              <a:gd name="csY50" fmla="*/ 87066 h 133200"/>
              <a:gd name="csX51" fmla="*/ 144052 w 151065"/>
              <a:gd name="csY51" fmla="*/ 87848 h 133200"/>
              <a:gd name="csX52" fmla="*/ 129574 w 151065"/>
              <a:gd name="csY52" fmla="*/ 126498 h 133200"/>
              <a:gd name="csX53" fmla="*/ 129574 w 151065"/>
              <a:gd name="csY53" fmla="*/ 127824 h 133200"/>
              <a:gd name="csX54" fmla="*/ 128332 w 151065"/>
              <a:gd name="csY54" fmla="*/ 133200 h 133200"/>
              <a:gd name="csX55" fmla="*/ 139561 w 151065"/>
              <a:gd name="csY55" fmla="*/ 133200 h 133200"/>
              <a:gd name="csX56" fmla="*/ 143780 w 151065"/>
              <a:gd name="csY56" fmla="*/ 131108 h 133200"/>
              <a:gd name="csX57" fmla="*/ 144682 w 151065"/>
              <a:gd name="csY57" fmla="*/ 126464 h 133200"/>
              <a:gd name="csX58" fmla="*/ 149633 w 151065"/>
              <a:gd name="csY58" fmla="*/ 95895 h 133200"/>
              <a:gd name="csX59" fmla="*/ 150331 w 151065"/>
              <a:gd name="csY59" fmla="*/ 89584 h 133200"/>
              <a:gd name="csX60" fmla="*/ 145073 w 151065"/>
              <a:gd name="csY60" fmla="*/ 87066 h 133200"/>
              <a:gd name="csX61" fmla="*/ 23019 w 151065"/>
              <a:gd name="csY61" fmla="*/ 88444 h 133200"/>
              <a:gd name="csX62" fmla="*/ 18715 w 151065"/>
              <a:gd name="csY62" fmla="*/ 91302 h 133200"/>
              <a:gd name="csX63" fmla="*/ 20042 w 151065"/>
              <a:gd name="csY63" fmla="*/ 97851 h 133200"/>
              <a:gd name="csX64" fmla="*/ 36460 w 151065"/>
              <a:gd name="csY64" fmla="*/ 126719 h 133200"/>
              <a:gd name="csX65" fmla="*/ 37464 w 151065"/>
              <a:gd name="csY65" fmla="*/ 131176 h 133200"/>
              <a:gd name="csX66" fmla="*/ 41649 w 151065"/>
              <a:gd name="csY66" fmla="*/ 133200 h 133200"/>
              <a:gd name="csX67" fmla="*/ 67475 w 151065"/>
              <a:gd name="csY67" fmla="*/ 133200 h 133200"/>
              <a:gd name="csX68" fmla="*/ 72800 w 151065"/>
              <a:gd name="csY68" fmla="*/ 127876 h 133200"/>
              <a:gd name="csX69" fmla="*/ 24840 w 151065"/>
              <a:gd name="csY69" fmla="*/ 88631 h 133200"/>
              <a:gd name="csX70" fmla="*/ 23019 w 151065"/>
              <a:gd name="csY70" fmla="*/ 88444 h 133200"/>
            </a:gdLst>
            <a:ahLst/>
            <a:cxnLst/>
            <a:rect l="l" t="t" r="r" b="b"/>
            <a:pathLst>
              <a:path w="100000" h="100000">
                <a:moveTo>
                  <a:pt x="71707" y="5915"/>
                </a:moveTo>
                <a:lnTo>
                  <a:pt x="51705" y="7503"/>
                </a:lnTo>
                <a:lnTo>
                  <a:pt x="17783" y="14259"/>
                </a:lnTo>
                <a:lnTo>
                  <a:pt x="5282" y="9744"/>
                </a:lnTo>
                <a:cubicBezTo>
                  <a:pt x="4955" y="9620"/>
                  <a:pt x="4584" y="9665"/>
                  <a:pt x="4280" y="9845"/>
                </a:cubicBezTo>
                <a:cubicBezTo>
                  <a:pt x="3976" y="10014"/>
                  <a:pt x="3773" y="10329"/>
                  <a:pt x="3728" y="10679"/>
                </a:cubicBezTo>
                <a:lnTo>
                  <a:pt x="11" y="35880"/>
                </a:lnTo>
                <a:cubicBezTo>
                  <a:pt x="0" y="35937"/>
                  <a:pt x="0" y="35993"/>
                  <a:pt x="0" y="36049"/>
                </a:cubicBezTo>
                <a:cubicBezTo>
                  <a:pt x="0" y="36589"/>
                  <a:pt x="372" y="37074"/>
                  <a:pt x="912" y="37186"/>
                </a:cubicBezTo>
                <a:lnTo>
                  <a:pt x="16882" y="40846"/>
                </a:lnTo>
                <a:cubicBezTo>
                  <a:pt x="18358" y="41781"/>
                  <a:pt x="27627" y="47141"/>
                  <a:pt x="39171" y="43267"/>
                </a:cubicBezTo>
                <a:lnTo>
                  <a:pt x="39756" y="43076"/>
                </a:lnTo>
                <a:lnTo>
                  <a:pt x="61154" y="32322"/>
                </a:lnTo>
                <a:cubicBezTo>
                  <a:pt x="61244" y="32265"/>
                  <a:pt x="61335" y="32231"/>
                  <a:pt x="61436" y="32198"/>
                </a:cubicBezTo>
                <a:cubicBezTo>
                  <a:pt x="62303" y="31894"/>
                  <a:pt x="62956" y="31297"/>
                  <a:pt x="63361" y="30441"/>
                </a:cubicBezTo>
                <a:cubicBezTo>
                  <a:pt x="63880" y="29315"/>
                  <a:pt x="63925" y="27863"/>
                  <a:pt x="63475" y="26658"/>
                </a:cubicBezTo>
                <a:cubicBezTo>
                  <a:pt x="62686" y="24563"/>
                  <a:pt x="60411" y="23392"/>
                  <a:pt x="58282" y="24000"/>
                </a:cubicBezTo>
                <a:lnTo>
                  <a:pt x="37864" y="28133"/>
                </a:lnTo>
                <a:cubicBezTo>
                  <a:pt x="36592" y="28380"/>
                  <a:pt x="35352" y="27570"/>
                  <a:pt x="35094" y="26297"/>
                </a:cubicBezTo>
                <a:cubicBezTo>
                  <a:pt x="35071" y="26139"/>
                  <a:pt x="35048" y="25982"/>
                  <a:pt x="35048" y="25824"/>
                </a:cubicBezTo>
                <a:cubicBezTo>
                  <a:pt x="35048" y="24732"/>
                  <a:pt x="35814" y="23752"/>
                  <a:pt x="36929" y="23527"/>
                </a:cubicBezTo>
                <a:lnTo>
                  <a:pt x="57167" y="19451"/>
                </a:lnTo>
                <a:cubicBezTo>
                  <a:pt x="61447" y="18223"/>
                  <a:pt x="66234" y="20656"/>
                  <a:pt x="67867" y="25013"/>
                </a:cubicBezTo>
                <a:cubicBezTo>
                  <a:pt x="68204" y="25892"/>
                  <a:pt x="68351" y="26838"/>
                  <a:pt x="68407" y="27784"/>
                </a:cubicBezTo>
                <a:lnTo>
                  <a:pt x="74467" y="26860"/>
                </a:lnTo>
                <a:lnTo>
                  <a:pt x="90650" y="30712"/>
                </a:lnTo>
                <a:cubicBezTo>
                  <a:pt x="95572" y="31883"/>
                  <a:pt x="98736" y="29022"/>
                  <a:pt x="99694" y="25678"/>
                </a:cubicBezTo>
                <a:cubicBezTo>
                  <a:pt x="100663" y="22243"/>
                  <a:pt x="99367" y="17829"/>
                  <a:pt x="95166" y="16433"/>
                </a:cubicBezTo>
                <a:lnTo>
                  <a:pt x="72281" y="6016"/>
                </a:lnTo>
                <a:cubicBezTo>
                  <a:pt x="72101" y="5938"/>
                  <a:pt x="71910" y="5904"/>
                  <a:pt x="71707" y="5915"/>
                </a:cubicBezTo>
                <a:close/>
                <a:moveTo>
                  <a:pt x="30544" y="51082"/>
                </a:moveTo>
                <a:cubicBezTo>
                  <a:pt x="29372" y="51105"/>
                  <a:pt x="28257" y="51701"/>
                  <a:pt x="27615" y="52738"/>
                </a:cubicBezTo>
                <a:cubicBezTo>
                  <a:pt x="26748" y="54111"/>
                  <a:pt x="26939" y="55901"/>
                  <a:pt x="28077" y="57062"/>
                </a:cubicBezTo>
                <a:cubicBezTo>
                  <a:pt x="31433" y="60496"/>
                  <a:pt x="33933" y="63660"/>
                  <a:pt x="35837" y="66588"/>
                </a:cubicBezTo>
                <a:cubicBezTo>
                  <a:pt x="45781" y="71543"/>
                  <a:pt x="52877" y="78716"/>
                  <a:pt x="52877" y="90563"/>
                </a:cubicBezTo>
                <a:cubicBezTo>
                  <a:pt x="52877" y="91824"/>
                  <a:pt x="52561" y="93017"/>
                  <a:pt x="52054" y="94087"/>
                </a:cubicBezTo>
                <a:lnTo>
                  <a:pt x="63733" y="94087"/>
                </a:lnTo>
                <a:cubicBezTo>
                  <a:pt x="65670" y="94087"/>
                  <a:pt x="67247" y="92510"/>
                  <a:pt x="67247" y="90563"/>
                </a:cubicBezTo>
                <a:cubicBezTo>
                  <a:pt x="67247" y="82297"/>
                  <a:pt x="63779" y="61915"/>
                  <a:pt x="31704" y="51262"/>
                </a:cubicBezTo>
                <a:cubicBezTo>
                  <a:pt x="31320" y="51139"/>
                  <a:pt x="30926" y="51082"/>
                  <a:pt x="30544" y="51082"/>
                </a:cubicBezTo>
                <a:close/>
                <a:moveTo>
                  <a:pt x="90673" y="53661"/>
                </a:moveTo>
                <a:cubicBezTo>
                  <a:pt x="75998" y="54629"/>
                  <a:pt x="66808" y="58807"/>
                  <a:pt x="61042" y="63559"/>
                </a:cubicBezTo>
                <a:cubicBezTo>
                  <a:pt x="70480" y="73840"/>
                  <a:pt x="71943" y="84819"/>
                  <a:pt x="71943" y="90574"/>
                </a:cubicBezTo>
                <a:cubicBezTo>
                  <a:pt x="71943" y="91835"/>
                  <a:pt x="71628" y="93017"/>
                  <a:pt x="71110" y="94087"/>
                </a:cubicBezTo>
                <a:lnTo>
                  <a:pt x="77564" y="94087"/>
                </a:lnTo>
                <a:cubicBezTo>
                  <a:pt x="79512" y="94087"/>
                  <a:pt x="81089" y="92521"/>
                  <a:pt x="81089" y="90574"/>
                </a:cubicBezTo>
                <a:lnTo>
                  <a:pt x="81078" y="89741"/>
                </a:lnTo>
                <a:cubicBezTo>
                  <a:pt x="80829" y="75687"/>
                  <a:pt x="84997" y="65170"/>
                  <a:pt x="92812" y="60124"/>
                </a:cubicBezTo>
                <a:cubicBezTo>
                  <a:pt x="94164" y="59258"/>
                  <a:pt x="94750" y="57580"/>
                  <a:pt x="94243" y="56060"/>
                </a:cubicBezTo>
                <a:cubicBezTo>
                  <a:pt x="93748" y="54539"/>
                  <a:pt x="92261" y="53526"/>
                  <a:pt x="90673" y="53661"/>
                </a:cubicBezTo>
                <a:close/>
                <a:moveTo>
                  <a:pt x="96033" y="63548"/>
                </a:moveTo>
                <a:cubicBezTo>
                  <a:pt x="95820" y="63717"/>
                  <a:pt x="95606" y="63908"/>
                  <a:pt x="95358" y="64065"/>
                </a:cubicBezTo>
                <a:cubicBezTo>
                  <a:pt x="88961" y="68199"/>
                  <a:pt x="85549" y="77286"/>
                  <a:pt x="85774" y="89650"/>
                </a:cubicBezTo>
                <a:lnTo>
                  <a:pt x="85774" y="90528"/>
                </a:lnTo>
                <a:cubicBezTo>
                  <a:pt x="85774" y="91812"/>
                  <a:pt x="85470" y="93006"/>
                  <a:pt x="84952" y="94087"/>
                </a:cubicBezTo>
                <a:lnTo>
                  <a:pt x="92385" y="94087"/>
                </a:lnTo>
                <a:cubicBezTo>
                  <a:pt x="93488" y="94087"/>
                  <a:pt x="94513" y="93569"/>
                  <a:pt x="95178" y="92702"/>
                </a:cubicBezTo>
                <a:cubicBezTo>
                  <a:pt x="95842" y="91824"/>
                  <a:pt x="96067" y="90686"/>
                  <a:pt x="95775" y="89628"/>
                </a:cubicBezTo>
                <a:cubicBezTo>
                  <a:pt x="95741" y="89504"/>
                  <a:pt x="92295" y="76633"/>
                  <a:pt x="99052" y="69392"/>
                </a:cubicBezTo>
                <a:cubicBezTo>
                  <a:pt x="100122" y="68255"/>
                  <a:pt x="100303" y="66554"/>
                  <a:pt x="99514" y="65215"/>
                </a:cubicBezTo>
                <a:cubicBezTo>
                  <a:pt x="98793" y="63987"/>
                  <a:pt x="97430" y="63368"/>
                  <a:pt x="96033" y="63548"/>
                </a:cubicBezTo>
                <a:close/>
                <a:moveTo>
                  <a:pt x="15238" y="64460"/>
                </a:moveTo>
                <a:cubicBezTo>
                  <a:pt x="14056" y="64550"/>
                  <a:pt x="12963" y="65248"/>
                  <a:pt x="12389" y="66352"/>
                </a:cubicBezTo>
                <a:cubicBezTo>
                  <a:pt x="11623" y="67827"/>
                  <a:pt x="11994" y="69629"/>
                  <a:pt x="13267" y="70687"/>
                </a:cubicBezTo>
                <a:cubicBezTo>
                  <a:pt x="25645" y="80901"/>
                  <a:pt x="24225" y="89335"/>
                  <a:pt x="24135" y="89797"/>
                </a:cubicBezTo>
                <a:cubicBezTo>
                  <a:pt x="23898" y="90833"/>
                  <a:pt x="24147" y="91914"/>
                  <a:pt x="24800" y="92747"/>
                </a:cubicBezTo>
                <a:cubicBezTo>
                  <a:pt x="25476" y="93592"/>
                  <a:pt x="26489" y="94087"/>
                  <a:pt x="27570" y="94087"/>
                </a:cubicBezTo>
                <a:lnTo>
                  <a:pt x="44666" y="94087"/>
                </a:lnTo>
                <a:cubicBezTo>
                  <a:pt x="46614" y="94087"/>
                  <a:pt x="48191" y="92510"/>
                  <a:pt x="48191" y="90563"/>
                </a:cubicBezTo>
                <a:cubicBezTo>
                  <a:pt x="48191" y="76238"/>
                  <a:pt x="35499" y="69809"/>
                  <a:pt x="16443" y="64584"/>
                </a:cubicBezTo>
                <a:cubicBezTo>
                  <a:pt x="16049" y="64471"/>
                  <a:pt x="15632" y="64437"/>
                  <a:pt x="15238" y="6446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4" name="Красный — SVG 17">
            <a:extLst>
              <a:ext uri="{FF2B5EF4-FFF2-40B4-BE49-F238E27FC236}">
                <a16:creationId xmlns:a16="http://schemas.microsoft.com/office/drawing/2014/main" id="{1955D564-C0A8-FA45-89E4-9053126D8612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106266 w 130942"/>
              <a:gd name="csY0" fmla="*/ 6262 h 143847"/>
              <a:gd name="csX1" fmla="*/ 89031 w 130942"/>
              <a:gd name="csY1" fmla="*/ 631 h 143847"/>
              <a:gd name="csX2" fmla="*/ 6669 w 130942"/>
              <a:gd name="csY2" fmla="*/ 51001 h 143847"/>
              <a:gd name="csX3" fmla="*/ 0 w 130942"/>
              <a:gd name="csY3" fmla="*/ 77215 h 143847"/>
              <a:gd name="csX4" fmla="*/ 31458 w 130942"/>
              <a:gd name="csY4" fmla="*/ 120849 h 143847"/>
              <a:gd name="csX5" fmla="*/ 7043 w 130942"/>
              <a:gd name="csY5" fmla="*/ 133471 h 143847"/>
              <a:gd name="csX6" fmla="*/ 3573 w 130942"/>
              <a:gd name="csY6" fmla="*/ 140139 h 143847"/>
              <a:gd name="csX7" fmla="*/ 8643 w 130942"/>
              <a:gd name="csY7" fmla="*/ 143848 h 143847"/>
              <a:gd name="csX8" fmla="*/ 10259 w 130942"/>
              <a:gd name="csY8" fmla="*/ 143592 h 143847"/>
              <a:gd name="csX9" fmla="*/ 52793 w 130942"/>
              <a:gd name="csY9" fmla="*/ 115898 h 143847"/>
              <a:gd name="csX10" fmla="*/ 84965 w 130942"/>
              <a:gd name="csY10" fmla="*/ 52447 h 143847"/>
              <a:gd name="csX11" fmla="*/ 91209 w 130942"/>
              <a:gd name="csY11" fmla="*/ 48262 h 143847"/>
              <a:gd name="csX12" fmla="*/ 95377 w 130942"/>
              <a:gd name="csY12" fmla="*/ 54505 h 143847"/>
              <a:gd name="csX13" fmla="*/ 55260 w 130942"/>
              <a:gd name="csY13" fmla="*/ 128470 h 143847"/>
              <a:gd name="csX14" fmla="*/ 55260 w 130942"/>
              <a:gd name="csY14" fmla="*/ 128504 h 143847"/>
              <a:gd name="csX15" fmla="*/ 56825 w 130942"/>
              <a:gd name="csY15" fmla="*/ 130341 h 143847"/>
              <a:gd name="csX16" fmla="*/ 82906 w 130942"/>
              <a:gd name="csY16" fmla="*/ 138523 h 143847"/>
              <a:gd name="csX17" fmla="*/ 83298 w 130942"/>
              <a:gd name="csY17" fmla="*/ 138523 h 143847"/>
              <a:gd name="csX18" fmla="*/ 130935 w 130942"/>
              <a:gd name="csY18" fmla="*/ 75769 h 143847"/>
              <a:gd name="csX19" fmla="*/ 106266 w 130942"/>
              <a:gd name="csY19" fmla="*/ 6262 h 143847"/>
            </a:gdLst>
            <a:ahLst/>
            <a:cxnLst/>
            <a:rect l="l" t="t" r="r" b="b"/>
            <a:pathLst>
              <a:path w="100000" h="100000">
                <a:moveTo>
                  <a:pt x="78360" y="4353"/>
                </a:moveTo>
                <a:cubicBezTo>
                  <a:pt x="75604" y="734"/>
                  <a:pt x="70790" y="-838"/>
                  <a:pt x="66379" y="439"/>
                </a:cubicBezTo>
                <a:cubicBezTo>
                  <a:pt x="53723" y="4164"/>
                  <a:pt x="22818" y="14996"/>
                  <a:pt x="9122" y="35455"/>
                </a:cubicBezTo>
                <a:cubicBezTo>
                  <a:pt x="5030" y="42255"/>
                  <a:pt x="4486" y="48487"/>
                  <a:pt x="4486" y="53679"/>
                </a:cubicBezTo>
                <a:cubicBezTo>
                  <a:pt x="4486" y="68910"/>
                  <a:pt x="15757" y="80039"/>
                  <a:pt x="26355" y="84012"/>
                </a:cubicBezTo>
                <a:cubicBezTo>
                  <a:pt x="21151" y="87867"/>
                  <a:pt x="15461" y="90847"/>
                  <a:pt x="9382" y="92787"/>
                </a:cubicBezTo>
                <a:cubicBezTo>
                  <a:pt x="7430" y="93401"/>
                  <a:pt x="6354" y="95483"/>
                  <a:pt x="6970" y="97422"/>
                </a:cubicBezTo>
                <a:cubicBezTo>
                  <a:pt x="7478" y="98995"/>
                  <a:pt x="8933" y="100001"/>
                  <a:pt x="10494" y="100001"/>
                </a:cubicBezTo>
                <a:cubicBezTo>
                  <a:pt x="10872" y="100001"/>
                  <a:pt x="11251" y="99941"/>
                  <a:pt x="11618" y="99823"/>
                </a:cubicBezTo>
                <a:cubicBezTo>
                  <a:pt x="22854" y="96252"/>
                  <a:pt x="32895" y="89606"/>
                  <a:pt x="41186" y="80570"/>
                </a:cubicBezTo>
                <a:cubicBezTo>
                  <a:pt x="52316" y="69087"/>
                  <a:pt x="60016" y="54152"/>
                  <a:pt x="63552" y="36460"/>
                </a:cubicBezTo>
                <a:cubicBezTo>
                  <a:pt x="63942" y="34438"/>
                  <a:pt x="65893" y="33137"/>
                  <a:pt x="67893" y="33551"/>
                </a:cubicBezTo>
                <a:cubicBezTo>
                  <a:pt x="69903" y="33941"/>
                  <a:pt x="71192" y="35892"/>
                  <a:pt x="70790" y="37891"/>
                </a:cubicBezTo>
                <a:cubicBezTo>
                  <a:pt x="66579" y="58953"/>
                  <a:pt x="56975" y="76467"/>
                  <a:pt x="42901" y="89310"/>
                </a:cubicBezTo>
                <a:cubicBezTo>
                  <a:pt x="42901" y="89310"/>
                  <a:pt x="42901" y="89310"/>
                  <a:pt x="42901" y="89334"/>
                </a:cubicBezTo>
                <a:cubicBezTo>
                  <a:pt x="43150" y="89818"/>
                  <a:pt x="43516" y="90267"/>
                  <a:pt x="43989" y="90611"/>
                </a:cubicBezTo>
                <a:cubicBezTo>
                  <a:pt x="51251" y="96181"/>
                  <a:pt x="57886" y="96299"/>
                  <a:pt x="62121" y="96299"/>
                </a:cubicBezTo>
                <a:lnTo>
                  <a:pt x="62393" y="96299"/>
                </a:lnTo>
                <a:cubicBezTo>
                  <a:pt x="85657" y="95388"/>
                  <a:pt x="95781" y="73735"/>
                  <a:pt x="95509" y="52673"/>
                </a:cubicBezTo>
                <a:cubicBezTo>
                  <a:pt x="95332" y="40552"/>
                  <a:pt x="90755" y="20614"/>
                  <a:pt x="78360" y="435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5" name="Красный — SVG 18">
            <a:extLst>
              <a:ext uri="{FF2B5EF4-FFF2-40B4-BE49-F238E27FC236}">
                <a16:creationId xmlns:a16="http://schemas.microsoft.com/office/drawing/2014/main" id="{6D7263F6-BE90-D340-BB64-FB8516DF3B5B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12390 w 148416"/>
              <a:gd name="csY0" fmla="*/ 4870 h 148391"/>
              <a:gd name="csX1" fmla="*/ 4870 w 148416"/>
              <a:gd name="csY1" fmla="*/ 4870 h 148391"/>
              <a:gd name="csX2" fmla="*/ 4870 w 148416"/>
              <a:gd name="csY2" fmla="*/ 12388 h 148391"/>
              <a:gd name="csX3" fmla="*/ 56914 w 148416"/>
              <a:gd name="csY3" fmla="*/ 64408 h 148391"/>
              <a:gd name="csX4" fmla="*/ 2080 w 148416"/>
              <a:gd name="csY4" fmla="*/ 77847 h 148391"/>
              <a:gd name="csX5" fmla="*/ 2080 w 148416"/>
              <a:gd name="csY5" fmla="*/ 87866 h 148391"/>
              <a:gd name="csX6" fmla="*/ 12101 w 148416"/>
              <a:gd name="csY6" fmla="*/ 87866 h 148391"/>
              <a:gd name="csX7" fmla="*/ 68041 w 148416"/>
              <a:gd name="csY7" fmla="*/ 80348 h 148391"/>
              <a:gd name="csX8" fmla="*/ 70133 w 148416"/>
              <a:gd name="csY8" fmla="*/ 95181 h 148391"/>
              <a:gd name="csX9" fmla="*/ 61440 w 148416"/>
              <a:gd name="csY9" fmla="*/ 86489 h 148391"/>
              <a:gd name="csX10" fmla="*/ 39560 w 148416"/>
              <a:gd name="csY10" fmla="*/ 84668 h 148391"/>
              <a:gd name="csX11" fmla="*/ 70270 w 148416"/>
              <a:gd name="csY11" fmla="*/ 115374 h 148391"/>
              <a:gd name="csX12" fmla="*/ 68398 w 148416"/>
              <a:gd name="csY12" fmla="*/ 123522 h 148391"/>
              <a:gd name="csX13" fmla="*/ 30594 w 148416"/>
              <a:gd name="csY13" fmla="*/ 85723 h 148391"/>
              <a:gd name="csX14" fmla="*/ 17426 w 148416"/>
              <a:gd name="csY14" fmla="*/ 92595 h 148391"/>
              <a:gd name="csX15" fmla="*/ 60810 w 148416"/>
              <a:gd name="csY15" fmla="*/ 135974 h 148391"/>
              <a:gd name="csX16" fmla="*/ 60538 w 148416"/>
              <a:gd name="csY16" fmla="*/ 136297 h 148391"/>
              <a:gd name="csX17" fmla="*/ 60538 w 148416"/>
              <a:gd name="csY17" fmla="*/ 146317 h 148391"/>
              <a:gd name="csX18" fmla="*/ 65540 w 148416"/>
              <a:gd name="csY18" fmla="*/ 148392 h 148391"/>
              <a:gd name="csX19" fmla="*/ 70559 w 148416"/>
              <a:gd name="csY19" fmla="*/ 146317 h 148391"/>
              <a:gd name="csX20" fmla="*/ 83983 w 148416"/>
              <a:gd name="csY20" fmla="*/ 91490 h 148391"/>
              <a:gd name="csX21" fmla="*/ 136026 w 148416"/>
              <a:gd name="csY21" fmla="*/ 143527 h 148391"/>
              <a:gd name="csX22" fmla="*/ 139786 w 148416"/>
              <a:gd name="csY22" fmla="*/ 145075 h 148391"/>
              <a:gd name="csX23" fmla="*/ 143546 w 148416"/>
              <a:gd name="csY23" fmla="*/ 143527 h 148391"/>
              <a:gd name="csX24" fmla="*/ 143546 w 148416"/>
              <a:gd name="csY24" fmla="*/ 136008 h 148391"/>
              <a:gd name="csX25" fmla="*/ 12390 w 148416"/>
              <a:gd name="csY25" fmla="*/ 4870 h 148391"/>
              <a:gd name="csX26" fmla="*/ 146337 w 148416"/>
              <a:gd name="csY26" fmla="*/ 60530 h 148391"/>
              <a:gd name="csX27" fmla="*/ 136316 w 148416"/>
              <a:gd name="csY27" fmla="*/ 60530 h 148391"/>
              <a:gd name="csX28" fmla="*/ 136009 w 148416"/>
              <a:gd name="csY28" fmla="*/ 60802 h 148391"/>
              <a:gd name="csX29" fmla="*/ 92608 w 148416"/>
              <a:gd name="csY29" fmla="*/ 17424 h 148391"/>
              <a:gd name="csX30" fmla="*/ 85735 w 148416"/>
              <a:gd name="csY30" fmla="*/ 30590 h 148391"/>
              <a:gd name="csX31" fmla="*/ 123539 w 148416"/>
              <a:gd name="csY31" fmla="*/ 68389 h 148391"/>
              <a:gd name="csX32" fmla="*/ 113348 w 148416"/>
              <a:gd name="csY32" fmla="*/ 70515 h 148391"/>
              <a:gd name="csX33" fmla="*/ 84646 w 148416"/>
              <a:gd name="csY33" fmla="*/ 41818 h 148391"/>
              <a:gd name="csX34" fmla="*/ 86926 w 148416"/>
              <a:gd name="csY34" fmla="*/ 64136 h 148391"/>
              <a:gd name="csX35" fmla="*/ 107716 w 148416"/>
              <a:gd name="csY35" fmla="*/ 85009 h 148391"/>
              <a:gd name="csX36" fmla="*/ 146337 w 148416"/>
              <a:gd name="csY36" fmla="*/ 70549 h 148391"/>
              <a:gd name="csX37" fmla="*/ 146337 w 148416"/>
              <a:gd name="csY37" fmla="*/ 60530 h 148391"/>
              <a:gd name="csX38" fmla="*/ 87878 w 148416"/>
              <a:gd name="csY38" fmla="*/ 12099 h 148391"/>
              <a:gd name="csX39" fmla="*/ 87878 w 148416"/>
              <a:gd name="csY39" fmla="*/ 2079 h 148391"/>
              <a:gd name="csX40" fmla="*/ 77858 w 148416"/>
              <a:gd name="csY40" fmla="*/ 2079 h 148391"/>
              <a:gd name="csX41" fmla="*/ 63379 w 148416"/>
              <a:gd name="csY41" fmla="*/ 40678 h 148391"/>
              <a:gd name="csX42" fmla="*/ 78572 w 148416"/>
              <a:gd name="csY42" fmla="*/ 55869 h 148391"/>
              <a:gd name="csX43" fmla="*/ 87878 w 148416"/>
              <a:gd name="csY43" fmla="*/ 12099 h 148391"/>
            </a:gdLst>
            <a:ahLst/>
            <a:cxnLst/>
            <a:rect l="l" t="t" r="r" b="b"/>
            <a:pathLst>
              <a:path w="100000" h="100000">
                <a:moveTo>
                  <a:pt x="8348" y="3290"/>
                </a:moveTo>
                <a:cubicBezTo>
                  <a:pt x="6949" y="1891"/>
                  <a:pt x="4680" y="1891"/>
                  <a:pt x="3281" y="3290"/>
                </a:cubicBezTo>
                <a:cubicBezTo>
                  <a:pt x="1883" y="4688"/>
                  <a:pt x="1883" y="6957"/>
                  <a:pt x="3281" y="8355"/>
                </a:cubicBezTo>
                <a:lnTo>
                  <a:pt x="38348" y="43405"/>
                </a:lnTo>
                <a:cubicBezTo>
                  <a:pt x="24729" y="41766"/>
                  <a:pt x="11547" y="42317"/>
                  <a:pt x="1401" y="52460"/>
                </a:cubicBezTo>
                <a:cubicBezTo>
                  <a:pt x="-467" y="54317"/>
                  <a:pt x="-467" y="57343"/>
                  <a:pt x="1401" y="59211"/>
                </a:cubicBezTo>
                <a:cubicBezTo>
                  <a:pt x="3270" y="61079"/>
                  <a:pt x="6284" y="61079"/>
                  <a:pt x="8153" y="59211"/>
                </a:cubicBezTo>
                <a:cubicBezTo>
                  <a:pt x="17221" y="50145"/>
                  <a:pt x="31011" y="51715"/>
                  <a:pt x="45845" y="54145"/>
                </a:cubicBezTo>
                <a:cubicBezTo>
                  <a:pt x="46406" y="57549"/>
                  <a:pt x="46911" y="60896"/>
                  <a:pt x="47254" y="64140"/>
                </a:cubicBezTo>
                <a:lnTo>
                  <a:pt x="41397" y="58283"/>
                </a:lnTo>
                <a:cubicBezTo>
                  <a:pt x="36101" y="57469"/>
                  <a:pt x="31137" y="56919"/>
                  <a:pt x="26655" y="57056"/>
                </a:cubicBezTo>
                <a:lnTo>
                  <a:pt x="47347" y="77745"/>
                </a:lnTo>
                <a:cubicBezTo>
                  <a:pt x="47083" y="79647"/>
                  <a:pt x="46682" y="81481"/>
                  <a:pt x="46085" y="83235"/>
                </a:cubicBezTo>
                <a:lnTo>
                  <a:pt x="20614" y="57767"/>
                </a:lnTo>
                <a:cubicBezTo>
                  <a:pt x="17209" y="58535"/>
                  <a:pt x="14229" y="59990"/>
                  <a:pt x="11741" y="62397"/>
                </a:cubicBezTo>
                <a:lnTo>
                  <a:pt x="40973" y="91625"/>
                </a:lnTo>
                <a:cubicBezTo>
                  <a:pt x="40904" y="91694"/>
                  <a:pt x="40858" y="91774"/>
                  <a:pt x="40789" y="91843"/>
                </a:cubicBezTo>
                <a:cubicBezTo>
                  <a:pt x="38921" y="93711"/>
                  <a:pt x="38921" y="96726"/>
                  <a:pt x="40789" y="98594"/>
                </a:cubicBezTo>
                <a:cubicBezTo>
                  <a:pt x="41718" y="99523"/>
                  <a:pt x="42944" y="99992"/>
                  <a:pt x="44160" y="99992"/>
                </a:cubicBezTo>
                <a:cubicBezTo>
                  <a:pt x="45386" y="99992"/>
                  <a:pt x="46613" y="99523"/>
                  <a:pt x="47541" y="98594"/>
                </a:cubicBezTo>
                <a:cubicBezTo>
                  <a:pt x="57687" y="88450"/>
                  <a:pt x="58225" y="75269"/>
                  <a:pt x="56586" y="61653"/>
                </a:cubicBezTo>
                <a:lnTo>
                  <a:pt x="91652" y="96714"/>
                </a:lnTo>
                <a:cubicBezTo>
                  <a:pt x="92351" y="97413"/>
                  <a:pt x="93268" y="97757"/>
                  <a:pt x="94185" y="97757"/>
                </a:cubicBezTo>
                <a:cubicBezTo>
                  <a:pt x="95102" y="97757"/>
                  <a:pt x="96019" y="97413"/>
                  <a:pt x="96719" y="96714"/>
                </a:cubicBezTo>
                <a:cubicBezTo>
                  <a:pt x="98117" y="95316"/>
                  <a:pt x="98117" y="93046"/>
                  <a:pt x="96719" y="91648"/>
                </a:cubicBezTo>
                <a:lnTo>
                  <a:pt x="8348" y="3290"/>
                </a:lnTo>
                <a:close/>
                <a:moveTo>
                  <a:pt x="98599" y="40792"/>
                </a:moveTo>
                <a:cubicBezTo>
                  <a:pt x="96730" y="38924"/>
                  <a:pt x="93716" y="38924"/>
                  <a:pt x="91847" y="40792"/>
                </a:cubicBezTo>
                <a:cubicBezTo>
                  <a:pt x="91779" y="40850"/>
                  <a:pt x="91709" y="40907"/>
                  <a:pt x="91640" y="40976"/>
                </a:cubicBezTo>
                <a:lnTo>
                  <a:pt x="62398" y="11748"/>
                </a:lnTo>
                <a:cubicBezTo>
                  <a:pt x="60002" y="14235"/>
                  <a:pt x="58535" y="17215"/>
                  <a:pt x="57767" y="20619"/>
                </a:cubicBezTo>
                <a:lnTo>
                  <a:pt x="83238" y="46088"/>
                </a:lnTo>
                <a:cubicBezTo>
                  <a:pt x="81071" y="46821"/>
                  <a:pt x="78779" y="47280"/>
                  <a:pt x="76372" y="47520"/>
                </a:cubicBezTo>
                <a:lnTo>
                  <a:pt x="57033" y="28185"/>
                </a:lnTo>
                <a:cubicBezTo>
                  <a:pt x="57056" y="32780"/>
                  <a:pt x="57709" y="37835"/>
                  <a:pt x="58569" y="43222"/>
                </a:cubicBezTo>
                <a:lnTo>
                  <a:pt x="72577" y="57286"/>
                </a:lnTo>
                <a:cubicBezTo>
                  <a:pt x="82195" y="57217"/>
                  <a:pt x="91205" y="54936"/>
                  <a:pt x="98599" y="47543"/>
                </a:cubicBezTo>
                <a:cubicBezTo>
                  <a:pt x="100467" y="45675"/>
                  <a:pt x="100467" y="42649"/>
                  <a:pt x="98599" y="40792"/>
                </a:cubicBezTo>
                <a:close/>
                <a:moveTo>
                  <a:pt x="59211" y="8161"/>
                </a:moveTo>
                <a:cubicBezTo>
                  <a:pt x="61080" y="6292"/>
                  <a:pt x="61080" y="3278"/>
                  <a:pt x="59211" y="1409"/>
                </a:cubicBezTo>
                <a:cubicBezTo>
                  <a:pt x="57342" y="-459"/>
                  <a:pt x="54316" y="-459"/>
                  <a:pt x="52459" y="1409"/>
                </a:cubicBezTo>
                <a:cubicBezTo>
                  <a:pt x="45065" y="8803"/>
                  <a:pt x="42772" y="17811"/>
                  <a:pt x="42704" y="27417"/>
                </a:cubicBezTo>
                <a:lnTo>
                  <a:pt x="52940" y="37652"/>
                </a:lnTo>
                <a:cubicBezTo>
                  <a:pt x="51507" y="26018"/>
                  <a:pt x="51840" y="15530"/>
                  <a:pt x="59211" y="816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6" name="Красный — SVG 19">
            <a:extLst>
              <a:ext uri="{FF2B5EF4-FFF2-40B4-BE49-F238E27FC236}">
                <a16:creationId xmlns:a16="http://schemas.microsoft.com/office/drawing/2014/main" id="{BB302544-9A4C-204F-99C8-9F21C45DD02F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53077 w 143293"/>
              <a:gd name="csY0" fmla="*/ 0 h 137611"/>
              <a:gd name="csX1" fmla="*/ 65350 w 143293"/>
              <a:gd name="csY1" fmla="*/ 7093 h 137611"/>
              <a:gd name="csX2" fmla="*/ 80622 w 143293"/>
              <a:gd name="csY2" fmla="*/ 33546 h 137611"/>
              <a:gd name="csX3" fmla="*/ 75997 w 143293"/>
              <a:gd name="csY3" fmla="*/ 36217 h 137611"/>
              <a:gd name="csX4" fmla="*/ 77306 w 143293"/>
              <a:gd name="csY4" fmla="*/ 45334 h 137611"/>
              <a:gd name="csX5" fmla="*/ 101563 w 143293"/>
              <a:gd name="csY5" fmla="*/ 51254 h 137611"/>
              <a:gd name="csX6" fmla="*/ 110045 w 143293"/>
              <a:gd name="csY6" fmla="*/ 46355 h 137611"/>
              <a:gd name="csX7" fmla="*/ 117057 w 143293"/>
              <a:gd name="csY7" fmla="*/ 22386 h 137611"/>
              <a:gd name="csX8" fmla="*/ 109815 w 143293"/>
              <a:gd name="csY8" fmla="*/ 16705 h 137611"/>
              <a:gd name="csX9" fmla="*/ 105184 w 143293"/>
              <a:gd name="csY9" fmla="*/ 19375 h 137611"/>
              <a:gd name="csX10" fmla="*/ 99120 w 143293"/>
              <a:gd name="csY10" fmla="*/ 8863 h 137611"/>
              <a:gd name="csX11" fmla="*/ 83772 w 143293"/>
              <a:gd name="csY11" fmla="*/ 0 h 137611"/>
              <a:gd name="csX12" fmla="*/ 80296 w 143293"/>
              <a:gd name="csY12" fmla="*/ 0 h 137611"/>
              <a:gd name="csX13" fmla="*/ 53077 w 143293"/>
              <a:gd name="csY13" fmla="*/ 0 h 137611"/>
              <a:gd name="csX14" fmla="*/ 48349 w 143293"/>
              <a:gd name="csY14" fmla="*/ 8608 h 137611"/>
              <a:gd name="csX15" fmla="*/ 39148 w 143293"/>
              <a:gd name="csY15" fmla="*/ 13915 h 137611"/>
              <a:gd name="csX16" fmla="*/ 37909 w 143293"/>
              <a:gd name="csY16" fmla="*/ 16041 h 137611"/>
              <a:gd name="csX17" fmla="*/ 30820 w 143293"/>
              <a:gd name="csY17" fmla="*/ 28306 h 137611"/>
              <a:gd name="csX18" fmla="*/ 34718 w 143293"/>
              <a:gd name="csY18" fmla="*/ 42834 h 137611"/>
              <a:gd name="csX19" fmla="*/ 40851 w 143293"/>
              <a:gd name="csY19" fmla="*/ 46389 h 137611"/>
              <a:gd name="csX20" fmla="*/ 55382 w 143293"/>
              <a:gd name="csY20" fmla="*/ 42494 h 137611"/>
              <a:gd name="csX21" fmla="*/ 64741 w 143293"/>
              <a:gd name="csY21" fmla="*/ 26316 h 137611"/>
              <a:gd name="csX22" fmla="*/ 57577 w 143293"/>
              <a:gd name="csY22" fmla="*/ 13915 h 137611"/>
              <a:gd name="csX23" fmla="*/ 48349 w 143293"/>
              <a:gd name="csY23" fmla="*/ 8608 h 137611"/>
              <a:gd name="csX24" fmla="*/ 30757 w 143293"/>
              <a:gd name="csY24" fmla="*/ 49485 h 137611"/>
              <a:gd name="csX25" fmla="*/ 29380 w 143293"/>
              <a:gd name="csY25" fmla="*/ 49672 h 137611"/>
              <a:gd name="csX26" fmla="*/ 5123 w 143293"/>
              <a:gd name="csY26" fmla="*/ 55575 h 137611"/>
              <a:gd name="csX27" fmla="*/ 3814 w 143293"/>
              <a:gd name="csY27" fmla="*/ 64710 h 137611"/>
              <a:gd name="csX28" fmla="*/ 8445 w 143293"/>
              <a:gd name="csY28" fmla="*/ 67381 h 137611"/>
              <a:gd name="csX29" fmla="*/ 2373 w 143293"/>
              <a:gd name="csY29" fmla="*/ 77877 h 137611"/>
              <a:gd name="csX30" fmla="*/ 2373 w 143293"/>
              <a:gd name="csY30" fmla="*/ 95602 h 137611"/>
              <a:gd name="csX31" fmla="*/ 4119 w 143293"/>
              <a:gd name="csY31" fmla="*/ 98613 h 137611"/>
              <a:gd name="csX32" fmla="*/ 18747 w 143293"/>
              <a:gd name="csY32" fmla="*/ 123960 h 137611"/>
              <a:gd name="csX33" fmla="*/ 18747 w 143293"/>
              <a:gd name="csY33" fmla="*/ 106234 h 137611"/>
              <a:gd name="csX34" fmla="*/ 33001 w 143293"/>
              <a:gd name="csY34" fmla="*/ 81551 h 137611"/>
              <a:gd name="csX35" fmla="*/ 37632 w 143293"/>
              <a:gd name="csY35" fmla="*/ 84222 h 137611"/>
              <a:gd name="csX36" fmla="*/ 44873 w 143293"/>
              <a:gd name="csY36" fmla="*/ 78540 h 137611"/>
              <a:gd name="csX37" fmla="*/ 37867 w 143293"/>
              <a:gd name="csY37" fmla="*/ 54572 h 137611"/>
              <a:gd name="csX38" fmla="*/ 30757 w 143293"/>
              <a:gd name="csY38" fmla="*/ 49485 h 137611"/>
              <a:gd name="csX39" fmla="*/ 120407 w 143293"/>
              <a:gd name="csY39" fmla="*/ 53160 h 137611"/>
              <a:gd name="csX40" fmla="*/ 114364 w 143293"/>
              <a:gd name="csY40" fmla="*/ 54538 h 137611"/>
              <a:gd name="csX41" fmla="*/ 108231 w 143293"/>
              <a:gd name="csY41" fmla="*/ 58076 h 137611"/>
              <a:gd name="csX42" fmla="*/ 104333 w 143293"/>
              <a:gd name="csY42" fmla="*/ 72603 h 137611"/>
              <a:gd name="csX43" fmla="*/ 113401 w 143293"/>
              <a:gd name="csY43" fmla="*/ 88304 h 137611"/>
              <a:gd name="csX44" fmla="*/ 127691 w 143293"/>
              <a:gd name="csY44" fmla="*/ 88304 h 137611"/>
              <a:gd name="csX45" fmla="*/ 136904 w 143293"/>
              <a:gd name="csY45" fmla="*/ 72365 h 137611"/>
              <a:gd name="csX46" fmla="*/ 130770 w 143293"/>
              <a:gd name="csY46" fmla="*/ 61733 h 137611"/>
              <a:gd name="csX47" fmla="*/ 128895 w 143293"/>
              <a:gd name="csY47" fmla="*/ 58433 h 137611"/>
              <a:gd name="csX48" fmla="*/ 120407 w 143293"/>
              <a:gd name="csY48" fmla="*/ 53160 h 137611"/>
              <a:gd name="csX49" fmla="*/ 94952 w 143293"/>
              <a:gd name="csY49" fmla="*/ 88662 h 137611"/>
              <a:gd name="csX50" fmla="*/ 90889 w 143293"/>
              <a:gd name="csY50" fmla="*/ 90176 h 137611"/>
              <a:gd name="csX51" fmla="*/ 73637 w 143293"/>
              <a:gd name="csY51" fmla="*/ 108225 h 137611"/>
              <a:gd name="csX52" fmla="*/ 73637 w 143293"/>
              <a:gd name="csY52" fmla="*/ 118023 h 137611"/>
              <a:gd name="csX53" fmla="*/ 90889 w 143293"/>
              <a:gd name="csY53" fmla="*/ 136072 h 137611"/>
              <a:gd name="csX54" fmla="*/ 99438 w 143293"/>
              <a:gd name="csY54" fmla="*/ 132636 h 137611"/>
              <a:gd name="csX55" fmla="*/ 99438 w 143293"/>
              <a:gd name="csY55" fmla="*/ 127294 h 137611"/>
              <a:gd name="csX56" fmla="*/ 111574 w 143293"/>
              <a:gd name="csY56" fmla="*/ 127294 h 137611"/>
              <a:gd name="csX57" fmla="*/ 126922 w 143293"/>
              <a:gd name="csY57" fmla="*/ 118432 h 137611"/>
              <a:gd name="csX58" fmla="*/ 128659 w 143293"/>
              <a:gd name="csY58" fmla="*/ 115421 h 137611"/>
              <a:gd name="csX59" fmla="*/ 143294 w 143293"/>
              <a:gd name="csY59" fmla="*/ 90074 h 137611"/>
              <a:gd name="csX60" fmla="*/ 127946 w 143293"/>
              <a:gd name="csY60" fmla="*/ 98936 h 137611"/>
              <a:gd name="csX61" fmla="*/ 99438 w 143293"/>
              <a:gd name="csY61" fmla="*/ 98936 h 137611"/>
              <a:gd name="csX62" fmla="*/ 99438 w 143293"/>
              <a:gd name="csY62" fmla="*/ 93595 h 137611"/>
              <a:gd name="csX63" fmla="*/ 94952 w 143293"/>
              <a:gd name="csY63" fmla="*/ 88662 h 137611"/>
              <a:gd name="csX64" fmla="*/ 34682 w 143293"/>
              <a:gd name="csY64" fmla="*/ 98936 h 137611"/>
              <a:gd name="csX65" fmla="*/ 27524 w 143293"/>
              <a:gd name="csY65" fmla="*/ 111338 h 137611"/>
              <a:gd name="csX66" fmla="*/ 36739 w 143293"/>
              <a:gd name="csY66" fmla="*/ 127294 h 137611"/>
              <a:gd name="csX67" fmla="*/ 53361 w 143293"/>
              <a:gd name="csY67" fmla="*/ 127294 h 137611"/>
              <a:gd name="csX68" fmla="*/ 63994 w 143293"/>
              <a:gd name="csY68" fmla="*/ 116662 h 137611"/>
              <a:gd name="csX69" fmla="*/ 63994 w 143293"/>
              <a:gd name="csY69" fmla="*/ 109568 h 137611"/>
              <a:gd name="csX70" fmla="*/ 53361 w 143293"/>
              <a:gd name="csY70" fmla="*/ 98936 h 137611"/>
              <a:gd name="csX71" fmla="*/ 34682 w 143293"/>
              <a:gd name="csY71" fmla="*/ 98936 h 137611"/>
            </a:gdLst>
            <a:ahLst/>
            <a:cxnLst/>
            <a:rect l="l" t="t" r="r" b="b"/>
            <a:pathLst>
              <a:path w="100000" h="100000">
                <a:moveTo>
                  <a:pt x="37041" y="1983"/>
                </a:moveTo>
                <a:cubicBezTo>
                  <a:pt x="40576" y="1983"/>
                  <a:pt x="43840" y="3870"/>
                  <a:pt x="45606" y="6933"/>
                </a:cubicBezTo>
                <a:lnTo>
                  <a:pt x="56264" y="25393"/>
                </a:lnTo>
                <a:lnTo>
                  <a:pt x="53036" y="27257"/>
                </a:lnTo>
                <a:cubicBezTo>
                  <a:pt x="50333" y="28824"/>
                  <a:pt x="50917" y="32884"/>
                  <a:pt x="53950" y="33620"/>
                </a:cubicBezTo>
                <a:lnTo>
                  <a:pt x="70878" y="37751"/>
                </a:lnTo>
                <a:cubicBezTo>
                  <a:pt x="73449" y="38369"/>
                  <a:pt x="76055" y="36873"/>
                  <a:pt x="76797" y="34332"/>
                </a:cubicBezTo>
                <a:lnTo>
                  <a:pt x="81691" y="17605"/>
                </a:lnTo>
                <a:cubicBezTo>
                  <a:pt x="82569" y="14614"/>
                  <a:pt x="79340" y="12073"/>
                  <a:pt x="76637" y="13641"/>
                </a:cubicBezTo>
                <a:lnTo>
                  <a:pt x="73405" y="15504"/>
                </a:lnTo>
                <a:lnTo>
                  <a:pt x="69173" y="8168"/>
                </a:lnTo>
                <a:cubicBezTo>
                  <a:pt x="66963" y="4345"/>
                  <a:pt x="62882" y="1983"/>
                  <a:pt x="58462" y="1983"/>
                </a:cubicBezTo>
                <a:lnTo>
                  <a:pt x="56036" y="1983"/>
                </a:lnTo>
                <a:lnTo>
                  <a:pt x="37041" y="1983"/>
                </a:lnTo>
                <a:close/>
                <a:moveTo>
                  <a:pt x="33741" y="7990"/>
                </a:moveTo>
                <a:cubicBezTo>
                  <a:pt x="31239" y="7990"/>
                  <a:pt x="28743" y="9224"/>
                  <a:pt x="27320" y="11694"/>
                </a:cubicBezTo>
                <a:lnTo>
                  <a:pt x="26456" y="13177"/>
                </a:lnTo>
                <a:lnTo>
                  <a:pt x="21508" y="21737"/>
                </a:lnTo>
                <a:cubicBezTo>
                  <a:pt x="19480" y="25275"/>
                  <a:pt x="20691" y="29821"/>
                  <a:pt x="24229" y="31875"/>
                </a:cubicBezTo>
                <a:lnTo>
                  <a:pt x="28509" y="34356"/>
                </a:lnTo>
                <a:cubicBezTo>
                  <a:pt x="32071" y="36410"/>
                  <a:pt x="36596" y="35164"/>
                  <a:pt x="38649" y="31638"/>
                </a:cubicBezTo>
                <a:lnTo>
                  <a:pt x="45181" y="20348"/>
                </a:lnTo>
                <a:lnTo>
                  <a:pt x="40181" y="11694"/>
                </a:lnTo>
                <a:cubicBezTo>
                  <a:pt x="38746" y="9224"/>
                  <a:pt x="36242" y="7990"/>
                  <a:pt x="33741" y="7990"/>
                </a:cubicBezTo>
                <a:close/>
                <a:moveTo>
                  <a:pt x="21464" y="36517"/>
                </a:moveTo>
                <a:cubicBezTo>
                  <a:pt x="21146" y="36529"/>
                  <a:pt x="20824" y="36564"/>
                  <a:pt x="20503" y="36647"/>
                </a:cubicBezTo>
                <a:lnTo>
                  <a:pt x="3575" y="40767"/>
                </a:lnTo>
                <a:cubicBezTo>
                  <a:pt x="539" y="41515"/>
                  <a:pt x="-41" y="45575"/>
                  <a:pt x="2662" y="47142"/>
                </a:cubicBezTo>
                <a:lnTo>
                  <a:pt x="5894" y="49006"/>
                </a:lnTo>
                <a:lnTo>
                  <a:pt x="1656" y="56331"/>
                </a:lnTo>
                <a:cubicBezTo>
                  <a:pt x="-552" y="60165"/>
                  <a:pt x="-552" y="64878"/>
                  <a:pt x="1656" y="68700"/>
                </a:cubicBezTo>
                <a:lnTo>
                  <a:pt x="2875" y="70802"/>
                </a:lnTo>
                <a:lnTo>
                  <a:pt x="13083" y="88491"/>
                </a:lnTo>
                <a:cubicBezTo>
                  <a:pt x="10874" y="84656"/>
                  <a:pt x="10874" y="79943"/>
                  <a:pt x="13083" y="76120"/>
                </a:cubicBezTo>
                <a:lnTo>
                  <a:pt x="23030" y="58895"/>
                </a:lnTo>
                <a:lnTo>
                  <a:pt x="26262" y="60759"/>
                </a:lnTo>
                <a:cubicBezTo>
                  <a:pt x="28966" y="62326"/>
                  <a:pt x="32191" y="59785"/>
                  <a:pt x="31316" y="56793"/>
                </a:cubicBezTo>
                <a:lnTo>
                  <a:pt x="26426" y="40067"/>
                </a:lnTo>
                <a:cubicBezTo>
                  <a:pt x="25777" y="37846"/>
                  <a:pt x="23696" y="36410"/>
                  <a:pt x="21464" y="36517"/>
                </a:cubicBezTo>
                <a:close/>
                <a:moveTo>
                  <a:pt x="84029" y="39081"/>
                </a:moveTo>
                <a:cubicBezTo>
                  <a:pt x="82603" y="38974"/>
                  <a:pt x="81138" y="39283"/>
                  <a:pt x="79811" y="40043"/>
                </a:cubicBezTo>
                <a:lnTo>
                  <a:pt x="75531" y="42512"/>
                </a:lnTo>
                <a:cubicBezTo>
                  <a:pt x="71969" y="44566"/>
                  <a:pt x="70758" y="49113"/>
                  <a:pt x="72811" y="52650"/>
                </a:cubicBezTo>
                <a:lnTo>
                  <a:pt x="79139" y="63607"/>
                </a:lnTo>
                <a:lnTo>
                  <a:pt x="89112" y="63607"/>
                </a:lnTo>
                <a:cubicBezTo>
                  <a:pt x="94825" y="63607"/>
                  <a:pt x="98386" y="57423"/>
                  <a:pt x="95541" y="52484"/>
                </a:cubicBezTo>
                <a:lnTo>
                  <a:pt x="91261" y="45064"/>
                </a:lnTo>
                <a:lnTo>
                  <a:pt x="89952" y="42761"/>
                </a:lnTo>
                <a:cubicBezTo>
                  <a:pt x="88669" y="40553"/>
                  <a:pt x="86405" y="39248"/>
                  <a:pt x="84029" y="39081"/>
                </a:cubicBezTo>
                <a:close/>
                <a:moveTo>
                  <a:pt x="66264" y="63857"/>
                </a:moveTo>
                <a:cubicBezTo>
                  <a:pt x="65279" y="63750"/>
                  <a:pt x="64238" y="64059"/>
                  <a:pt x="63429" y="64914"/>
                </a:cubicBezTo>
                <a:lnTo>
                  <a:pt x="51389" y="77510"/>
                </a:lnTo>
                <a:cubicBezTo>
                  <a:pt x="49561" y="79420"/>
                  <a:pt x="49561" y="82436"/>
                  <a:pt x="51389" y="84347"/>
                </a:cubicBezTo>
                <a:lnTo>
                  <a:pt x="63429" y="96943"/>
                </a:lnTo>
                <a:cubicBezTo>
                  <a:pt x="65585" y="99199"/>
                  <a:pt x="69395" y="97668"/>
                  <a:pt x="69395" y="94545"/>
                </a:cubicBezTo>
                <a:lnTo>
                  <a:pt x="69395" y="90817"/>
                </a:lnTo>
                <a:lnTo>
                  <a:pt x="77864" y="90817"/>
                </a:lnTo>
                <a:cubicBezTo>
                  <a:pt x="82282" y="90817"/>
                  <a:pt x="86366" y="88455"/>
                  <a:pt x="88575" y="84633"/>
                </a:cubicBezTo>
                <a:lnTo>
                  <a:pt x="89787" y="82532"/>
                </a:lnTo>
                <a:lnTo>
                  <a:pt x="100001" y="64843"/>
                </a:lnTo>
                <a:cubicBezTo>
                  <a:pt x="97792" y="68677"/>
                  <a:pt x="93708" y="71027"/>
                  <a:pt x="89290" y="71027"/>
                </a:cubicBezTo>
                <a:lnTo>
                  <a:pt x="69395" y="71027"/>
                </a:lnTo>
                <a:lnTo>
                  <a:pt x="69395" y="67300"/>
                </a:lnTo>
                <a:cubicBezTo>
                  <a:pt x="69395" y="65353"/>
                  <a:pt x="67907" y="64023"/>
                  <a:pt x="66264" y="63857"/>
                </a:cubicBezTo>
                <a:close/>
                <a:moveTo>
                  <a:pt x="24204" y="71027"/>
                </a:moveTo>
                <a:lnTo>
                  <a:pt x="19208" y="79682"/>
                </a:lnTo>
                <a:cubicBezTo>
                  <a:pt x="16339" y="84633"/>
                  <a:pt x="19924" y="90817"/>
                  <a:pt x="25639" y="90817"/>
                </a:cubicBezTo>
                <a:lnTo>
                  <a:pt x="37239" y="90817"/>
                </a:lnTo>
                <a:cubicBezTo>
                  <a:pt x="41345" y="90817"/>
                  <a:pt x="44660" y="87505"/>
                  <a:pt x="44660" y="83398"/>
                </a:cubicBezTo>
                <a:lnTo>
                  <a:pt x="44660" y="78447"/>
                </a:lnTo>
                <a:cubicBezTo>
                  <a:pt x="44660" y="74340"/>
                  <a:pt x="41345" y="71027"/>
                  <a:pt x="37239" y="71027"/>
                </a:cubicBezTo>
                <a:lnTo>
                  <a:pt x="24204" y="7102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7" name="Красный — SVG 20">
            <a:extLst>
              <a:ext uri="{FF2B5EF4-FFF2-40B4-BE49-F238E27FC236}">
                <a16:creationId xmlns:a16="http://schemas.microsoft.com/office/drawing/2014/main" id="{208F1DDB-B646-104E-8913-58CB4480DF43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56706 w 113581"/>
              <a:gd name="csY0" fmla="*/ 1 h 152471"/>
              <a:gd name="csX1" fmla="*/ 52980 w 113581"/>
              <a:gd name="csY1" fmla="*/ 1617 h 152471"/>
              <a:gd name="csX2" fmla="*/ 51466 w 113581"/>
              <a:gd name="csY2" fmla="*/ 5394 h 152471"/>
              <a:gd name="csX3" fmla="*/ 51466 w 113581"/>
              <a:gd name="csY3" fmla="*/ 12488 h 152471"/>
              <a:gd name="csX4" fmla="*/ 51857 w 113581"/>
              <a:gd name="csY4" fmla="*/ 14546 h 152471"/>
              <a:gd name="csX5" fmla="*/ 52997 w 113581"/>
              <a:gd name="csY5" fmla="*/ 16298 h 152471"/>
              <a:gd name="csX6" fmla="*/ 54732 w 113581"/>
              <a:gd name="csY6" fmla="*/ 17455 h 152471"/>
              <a:gd name="csX7" fmla="*/ 56791 w 113581"/>
              <a:gd name="csY7" fmla="*/ 17880 h 152471"/>
              <a:gd name="csX8" fmla="*/ 58833 w 113581"/>
              <a:gd name="csY8" fmla="*/ 17455 h 152471"/>
              <a:gd name="csX9" fmla="*/ 60568 w 113581"/>
              <a:gd name="csY9" fmla="*/ 16298 h 152471"/>
              <a:gd name="csX10" fmla="*/ 61725 w 113581"/>
              <a:gd name="csY10" fmla="*/ 14546 h 152471"/>
              <a:gd name="csX11" fmla="*/ 62099 w 113581"/>
              <a:gd name="csY11" fmla="*/ 12488 h 152471"/>
              <a:gd name="csX12" fmla="*/ 62099 w 113581"/>
              <a:gd name="csY12" fmla="*/ 5394 h 152471"/>
              <a:gd name="csX13" fmla="*/ 61708 w 113581"/>
              <a:gd name="csY13" fmla="*/ 3319 h 152471"/>
              <a:gd name="csX14" fmla="*/ 60551 w 113581"/>
              <a:gd name="csY14" fmla="*/ 1549 h 152471"/>
              <a:gd name="csX15" fmla="*/ 58781 w 113581"/>
              <a:gd name="csY15" fmla="*/ 393 h 152471"/>
              <a:gd name="csX16" fmla="*/ 56706 w 113581"/>
              <a:gd name="csY16" fmla="*/ 1 h 152471"/>
              <a:gd name="csX17" fmla="*/ 30845 w 113581"/>
              <a:gd name="csY17" fmla="*/ 6891 h 152471"/>
              <a:gd name="csX18" fmla="*/ 28242 w 113581"/>
              <a:gd name="csY18" fmla="*/ 7690 h 152471"/>
              <a:gd name="csX19" fmla="*/ 26371 w 113581"/>
              <a:gd name="csY19" fmla="*/ 9664 h 152471"/>
              <a:gd name="csX20" fmla="*/ 25724 w 113581"/>
              <a:gd name="csY20" fmla="*/ 12317 h 152471"/>
              <a:gd name="csX21" fmla="*/ 26490 w 113581"/>
              <a:gd name="csY21" fmla="*/ 14937 h 152471"/>
              <a:gd name="csX22" fmla="*/ 30029 w 113581"/>
              <a:gd name="csY22" fmla="*/ 21061 h 152471"/>
              <a:gd name="csX23" fmla="*/ 31390 w 113581"/>
              <a:gd name="csY23" fmla="*/ 22660 h 152471"/>
              <a:gd name="csX24" fmla="*/ 33261 w 113581"/>
              <a:gd name="csY24" fmla="*/ 23613 h 152471"/>
              <a:gd name="csX25" fmla="*/ 35354 w 113581"/>
              <a:gd name="csY25" fmla="*/ 23766 h 152471"/>
              <a:gd name="csX26" fmla="*/ 37344 w 113581"/>
              <a:gd name="csY26" fmla="*/ 23103 h 152471"/>
              <a:gd name="csX27" fmla="*/ 38926 w 113581"/>
              <a:gd name="csY27" fmla="*/ 21708 h 152471"/>
              <a:gd name="csX28" fmla="*/ 39845 w 113581"/>
              <a:gd name="csY28" fmla="*/ 19819 h 152471"/>
              <a:gd name="csX29" fmla="*/ 39947 w 113581"/>
              <a:gd name="csY29" fmla="*/ 17727 h 152471"/>
              <a:gd name="csX30" fmla="*/ 39233 w 113581"/>
              <a:gd name="csY30" fmla="*/ 15737 h 152471"/>
              <a:gd name="csX31" fmla="*/ 35694 w 113581"/>
              <a:gd name="csY31" fmla="*/ 9613 h 152471"/>
              <a:gd name="csX32" fmla="*/ 33653 w 113581"/>
              <a:gd name="csY32" fmla="*/ 7571 h 152471"/>
              <a:gd name="csX33" fmla="*/ 30845 w 113581"/>
              <a:gd name="csY33" fmla="*/ 6891 h 152471"/>
              <a:gd name="csX34" fmla="*/ 82566 w 113581"/>
              <a:gd name="csY34" fmla="*/ 6891 h 152471"/>
              <a:gd name="csX35" fmla="*/ 79844 w 113581"/>
              <a:gd name="csY35" fmla="*/ 7605 h 152471"/>
              <a:gd name="csX36" fmla="*/ 77887 w 113581"/>
              <a:gd name="csY36" fmla="*/ 9613 h 152471"/>
              <a:gd name="csX37" fmla="*/ 74331 w 113581"/>
              <a:gd name="csY37" fmla="*/ 15737 h 152471"/>
              <a:gd name="csX38" fmla="*/ 73617 w 113581"/>
              <a:gd name="csY38" fmla="*/ 17727 h 152471"/>
              <a:gd name="csX39" fmla="*/ 73736 w 113581"/>
              <a:gd name="csY39" fmla="*/ 19819 h 152471"/>
              <a:gd name="csX40" fmla="*/ 74655 w 113581"/>
              <a:gd name="csY40" fmla="*/ 21708 h 152471"/>
              <a:gd name="csX41" fmla="*/ 76220 w 113581"/>
              <a:gd name="csY41" fmla="*/ 23103 h 152471"/>
              <a:gd name="csX42" fmla="*/ 78211 w 113581"/>
              <a:gd name="csY42" fmla="*/ 23766 h 152471"/>
              <a:gd name="csX43" fmla="*/ 80320 w 113581"/>
              <a:gd name="csY43" fmla="*/ 23613 h 152471"/>
              <a:gd name="csX44" fmla="*/ 82192 w 113581"/>
              <a:gd name="csY44" fmla="*/ 22660 h 152471"/>
              <a:gd name="csX45" fmla="*/ 83536 w 113581"/>
              <a:gd name="csY45" fmla="*/ 21061 h 152471"/>
              <a:gd name="csX46" fmla="*/ 87092 w 113581"/>
              <a:gd name="csY46" fmla="*/ 14937 h 152471"/>
              <a:gd name="csX47" fmla="*/ 87840 w 113581"/>
              <a:gd name="csY47" fmla="*/ 12283 h 152471"/>
              <a:gd name="csX48" fmla="*/ 87160 w 113581"/>
              <a:gd name="csY48" fmla="*/ 9596 h 152471"/>
              <a:gd name="csX49" fmla="*/ 85220 w 113581"/>
              <a:gd name="csY49" fmla="*/ 7622 h 152471"/>
              <a:gd name="csX50" fmla="*/ 82566 w 113581"/>
              <a:gd name="csY50" fmla="*/ 6891 h 152471"/>
              <a:gd name="csX51" fmla="*/ 55668 w 113581"/>
              <a:gd name="csY51" fmla="*/ 24905 h 152471"/>
              <a:gd name="csX52" fmla="*/ 26762 w 113581"/>
              <a:gd name="csY52" fmla="*/ 67416 h 152471"/>
              <a:gd name="csX53" fmla="*/ 16026 w 113581"/>
              <a:gd name="csY53" fmla="*/ 67416 h 152471"/>
              <a:gd name="csX54" fmla="*/ 4764 w 113581"/>
              <a:gd name="csY54" fmla="*/ 72094 h 152471"/>
              <a:gd name="csX55" fmla="*/ 68 w 113581"/>
              <a:gd name="csY55" fmla="*/ 83356 h 152471"/>
              <a:gd name="csX56" fmla="*/ 68 w 113581"/>
              <a:gd name="csY56" fmla="*/ 136516 h 152471"/>
              <a:gd name="csX57" fmla="*/ 4764 w 113581"/>
              <a:gd name="csY57" fmla="*/ 147794 h 152471"/>
              <a:gd name="csX58" fmla="*/ 16026 w 113581"/>
              <a:gd name="csY58" fmla="*/ 152472 h 152471"/>
              <a:gd name="csX59" fmla="*/ 97555 w 113581"/>
              <a:gd name="csY59" fmla="*/ 152472 h 152471"/>
              <a:gd name="csX60" fmla="*/ 108818 w 113581"/>
              <a:gd name="csY60" fmla="*/ 147794 h 152471"/>
              <a:gd name="csX61" fmla="*/ 113496 w 113581"/>
              <a:gd name="csY61" fmla="*/ 136516 h 152471"/>
              <a:gd name="csX62" fmla="*/ 113496 w 113581"/>
              <a:gd name="csY62" fmla="*/ 83356 h 152471"/>
              <a:gd name="csX63" fmla="*/ 108818 w 113581"/>
              <a:gd name="csY63" fmla="*/ 72094 h 152471"/>
              <a:gd name="csX64" fmla="*/ 97555 w 113581"/>
              <a:gd name="csY64" fmla="*/ 67416 h 152471"/>
              <a:gd name="csX65" fmla="*/ 86819 w 113581"/>
              <a:gd name="csY65" fmla="*/ 67416 h 152471"/>
              <a:gd name="csX66" fmla="*/ 55668 w 113581"/>
              <a:gd name="csY66" fmla="*/ 24905 h 152471"/>
              <a:gd name="csX67" fmla="*/ 12403 w 113581"/>
              <a:gd name="csY67" fmla="*/ 25739 h 152471"/>
              <a:gd name="csX68" fmla="*/ 9068 w 113581"/>
              <a:gd name="csY68" fmla="*/ 26760 h 152471"/>
              <a:gd name="csX69" fmla="*/ 7077 w 113581"/>
              <a:gd name="csY69" fmla="*/ 29618 h 152471"/>
              <a:gd name="csX70" fmla="*/ 7299 w 113581"/>
              <a:gd name="csY70" fmla="*/ 33088 h 152471"/>
              <a:gd name="csX71" fmla="*/ 9612 w 113581"/>
              <a:gd name="csY71" fmla="*/ 35691 h 152471"/>
              <a:gd name="csX72" fmla="*/ 15737 w 113581"/>
              <a:gd name="csY72" fmla="*/ 39229 h 152471"/>
              <a:gd name="csX73" fmla="*/ 17728 w 113581"/>
              <a:gd name="csY73" fmla="*/ 39943 h 152471"/>
              <a:gd name="csX74" fmla="*/ 19820 w 113581"/>
              <a:gd name="csY74" fmla="*/ 39841 h 152471"/>
              <a:gd name="csX75" fmla="*/ 21709 w 113581"/>
              <a:gd name="csY75" fmla="*/ 38923 h 152471"/>
              <a:gd name="csX76" fmla="*/ 23104 w 113581"/>
              <a:gd name="csY76" fmla="*/ 37341 h 152471"/>
              <a:gd name="csX77" fmla="*/ 23768 w 113581"/>
              <a:gd name="csY77" fmla="*/ 35351 h 152471"/>
              <a:gd name="csX78" fmla="*/ 23614 w 113581"/>
              <a:gd name="csY78" fmla="*/ 33258 h 152471"/>
              <a:gd name="csX79" fmla="*/ 22662 w 113581"/>
              <a:gd name="csY79" fmla="*/ 31387 h 152471"/>
              <a:gd name="csX80" fmla="*/ 21062 w 113581"/>
              <a:gd name="csY80" fmla="*/ 30026 h 152471"/>
              <a:gd name="csX81" fmla="*/ 14938 w 113581"/>
              <a:gd name="csY81" fmla="*/ 26488 h 152471"/>
              <a:gd name="csX82" fmla="*/ 12403 w 113581"/>
              <a:gd name="csY82" fmla="*/ 25739 h 152471"/>
              <a:gd name="csX83" fmla="*/ 101536 w 113581"/>
              <a:gd name="csY83" fmla="*/ 25739 h 152471"/>
              <a:gd name="csX84" fmla="*/ 98644 w 113581"/>
              <a:gd name="csY84" fmla="*/ 26488 h 152471"/>
              <a:gd name="csX85" fmla="*/ 92519 w 113581"/>
              <a:gd name="csY85" fmla="*/ 30026 h 152471"/>
              <a:gd name="csX86" fmla="*/ 90903 w 113581"/>
              <a:gd name="csY86" fmla="*/ 31387 h 152471"/>
              <a:gd name="csX87" fmla="*/ 89950 w 113581"/>
              <a:gd name="csY87" fmla="*/ 33258 h 152471"/>
              <a:gd name="csX88" fmla="*/ 89797 w 113581"/>
              <a:gd name="csY88" fmla="*/ 35351 h 152471"/>
              <a:gd name="csX89" fmla="*/ 90477 w 113581"/>
              <a:gd name="csY89" fmla="*/ 37341 h 152471"/>
              <a:gd name="csX90" fmla="*/ 91855 w 113581"/>
              <a:gd name="csY90" fmla="*/ 38923 h 152471"/>
              <a:gd name="csX91" fmla="*/ 93761 w 113581"/>
              <a:gd name="csY91" fmla="*/ 39841 h 152471"/>
              <a:gd name="csX92" fmla="*/ 95854 w 113581"/>
              <a:gd name="csY92" fmla="*/ 39943 h 152471"/>
              <a:gd name="csX93" fmla="*/ 97827 w 113581"/>
              <a:gd name="csY93" fmla="*/ 39229 h 152471"/>
              <a:gd name="csX94" fmla="*/ 103969 w 113581"/>
              <a:gd name="csY94" fmla="*/ 35691 h 152471"/>
              <a:gd name="csX95" fmla="*/ 106249 w 113581"/>
              <a:gd name="csY95" fmla="*/ 33173 h 152471"/>
              <a:gd name="csX96" fmla="*/ 106538 w 113581"/>
              <a:gd name="csY96" fmla="*/ 29788 h 152471"/>
              <a:gd name="csX97" fmla="*/ 104718 w 113581"/>
              <a:gd name="csY97" fmla="*/ 26930 h 152471"/>
              <a:gd name="csX98" fmla="*/ 101536 w 113581"/>
              <a:gd name="csY98" fmla="*/ 25739 h 152471"/>
              <a:gd name="csX99" fmla="*/ 56059 w 113581"/>
              <a:gd name="csY99" fmla="*/ 35537 h 152471"/>
              <a:gd name="csX100" fmla="*/ 75216 w 113581"/>
              <a:gd name="csY100" fmla="*/ 67416 h 152471"/>
              <a:gd name="csX101" fmla="*/ 38433 w 113581"/>
              <a:gd name="csY101" fmla="*/ 67416 h 152471"/>
              <a:gd name="csX102" fmla="*/ 56059 w 113581"/>
              <a:gd name="csY102" fmla="*/ 35537 h 152471"/>
              <a:gd name="csX103" fmla="*/ 5393 w 113581"/>
              <a:gd name="csY103" fmla="*/ 49691 h 152471"/>
              <a:gd name="csX104" fmla="*/ 3335 w 113581"/>
              <a:gd name="csY104" fmla="*/ 50082 h 152471"/>
              <a:gd name="csX105" fmla="*/ 1582 w 113581"/>
              <a:gd name="csY105" fmla="*/ 51222 h 152471"/>
              <a:gd name="csX106" fmla="*/ 408 w 113581"/>
              <a:gd name="csY106" fmla="*/ 52957 h 152471"/>
              <a:gd name="csX107" fmla="*/ 0 w 113581"/>
              <a:gd name="csY107" fmla="*/ 55015 h 152471"/>
              <a:gd name="csX108" fmla="*/ 408 w 113581"/>
              <a:gd name="csY108" fmla="*/ 57057 h 152471"/>
              <a:gd name="csX109" fmla="*/ 1582 w 113581"/>
              <a:gd name="csY109" fmla="*/ 58792 h 152471"/>
              <a:gd name="csX110" fmla="*/ 3335 w 113581"/>
              <a:gd name="csY110" fmla="*/ 59949 h 152471"/>
              <a:gd name="csX111" fmla="*/ 5393 w 113581"/>
              <a:gd name="csY111" fmla="*/ 60323 h 152471"/>
              <a:gd name="csX112" fmla="*/ 12488 w 113581"/>
              <a:gd name="csY112" fmla="*/ 60323 h 152471"/>
              <a:gd name="csX113" fmla="*/ 14547 w 113581"/>
              <a:gd name="csY113" fmla="*/ 59949 h 152471"/>
              <a:gd name="csX114" fmla="*/ 16282 w 113581"/>
              <a:gd name="csY114" fmla="*/ 58792 h 152471"/>
              <a:gd name="csX115" fmla="*/ 17456 w 113581"/>
              <a:gd name="csY115" fmla="*/ 57057 h 152471"/>
              <a:gd name="csX116" fmla="*/ 17881 w 113581"/>
              <a:gd name="csY116" fmla="*/ 55015 h 152471"/>
              <a:gd name="csX117" fmla="*/ 17456 w 113581"/>
              <a:gd name="csY117" fmla="*/ 52957 h 152471"/>
              <a:gd name="csX118" fmla="*/ 16282 w 113581"/>
              <a:gd name="csY118" fmla="*/ 51222 h 152471"/>
              <a:gd name="csX119" fmla="*/ 14547 w 113581"/>
              <a:gd name="csY119" fmla="*/ 50082 h 152471"/>
              <a:gd name="csX120" fmla="*/ 12488 w 113581"/>
              <a:gd name="csY120" fmla="*/ 49691 h 152471"/>
              <a:gd name="csX121" fmla="*/ 5393 w 113581"/>
              <a:gd name="csY121" fmla="*/ 49691 h 152471"/>
              <a:gd name="csX122" fmla="*/ 101094 w 113581"/>
              <a:gd name="csY122" fmla="*/ 49691 h 152471"/>
              <a:gd name="csX123" fmla="*/ 99035 w 113581"/>
              <a:gd name="csY123" fmla="*/ 50082 h 152471"/>
              <a:gd name="csX124" fmla="*/ 97283 w 113581"/>
              <a:gd name="csY124" fmla="*/ 51222 h 152471"/>
              <a:gd name="csX125" fmla="*/ 96109 w 113581"/>
              <a:gd name="csY125" fmla="*/ 52957 h 152471"/>
              <a:gd name="csX126" fmla="*/ 95700 w 113581"/>
              <a:gd name="csY126" fmla="*/ 55015 h 152471"/>
              <a:gd name="csX127" fmla="*/ 96109 w 113581"/>
              <a:gd name="csY127" fmla="*/ 57057 h 152471"/>
              <a:gd name="csX128" fmla="*/ 97283 w 113581"/>
              <a:gd name="csY128" fmla="*/ 58792 h 152471"/>
              <a:gd name="csX129" fmla="*/ 99035 w 113581"/>
              <a:gd name="csY129" fmla="*/ 59949 h 152471"/>
              <a:gd name="csX130" fmla="*/ 101094 w 113581"/>
              <a:gd name="csY130" fmla="*/ 60323 h 152471"/>
              <a:gd name="csX131" fmla="*/ 108188 w 113581"/>
              <a:gd name="csY131" fmla="*/ 60323 h 152471"/>
              <a:gd name="csX132" fmla="*/ 110247 w 113581"/>
              <a:gd name="csY132" fmla="*/ 59949 h 152471"/>
              <a:gd name="csX133" fmla="*/ 111982 w 113581"/>
              <a:gd name="csY133" fmla="*/ 58792 h 152471"/>
              <a:gd name="csX134" fmla="*/ 113156 w 113581"/>
              <a:gd name="csY134" fmla="*/ 57057 h 152471"/>
              <a:gd name="csX135" fmla="*/ 113582 w 113581"/>
              <a:gd name="csY135" fmla="*/ 55015 h 152471"/>
              <a:gd name="csX136" fmla="*/ 113156 w 113581"/>
              <a:gd name="csY136" fmla="*/ 52957 h 152471"/>
              <a:gd name="csX137" fmla="*/ 111982 w 113581"/>
              <a:gd name="csY137" fmla="*/ 51222 h 152471"/>
              <a:gd name="csX138" fmla="*/ 110247 w 113581"/>
              <a:gd name="csY138" fmla="*/ 50082 h 152471"/>
              <a:gd name="csX139" fmla="*/ 108188 w 113581"/>
              <a:gd name="csY139" fmla="*/ 49691 h 152471"/>
              <a:gd name="csX140" fmla="*/ 101094 w 113581"/>
              <a:gd name="csY140" fmla="*/ 49691 h 152471"/>
              <a:gd name="csX141" fmla="*/ 21335 w 113581"/>
              <a:gd name="csY141" fmla="*/ 85142 h 152471"/>
              <a:gd name="csX142" fmla="*/ 35524 w 113581"/>
              <a:gd name="csY142" fmla="*/ 85142 h 152471"/>
              <a:gd name="csX143" fmla="*/ 38025 w 113581"/>
              <a:gd name="csY143" fmla="*/ 86180 h 152471"/>
              <a:gd name="csX144" fmla="*/ 39063 w 113581"/>
              <a:gd name="csY144" fmla="*/ 88680 h 152471"/>
              <a:gd name="csX145" fmla="*/ 39063 w 113581"/>
              <a:gd name="csY145" fmla="*/ 102850 h 152471"/>
              <a:gd name="csX146" fmla="*/ 38025 w 113581"/>
              <a:gd name="csY146" fmla="*/ 105351 h 152471"/>
              <a:gd name="csX147" fmla="*/ 35524 w 113581"/>
              <a:gd name="csY147" fmla="*/ 106406 h 152471"/>
              <a:gd name="csX148" fmla="*/ 21335 w 113581"/>
              <a:gd name="csY148" fmla="*/ 106406 h 152471"/>
              <a:gd name="csX149" fmla="*/ 18834 w 113581"/>
              <a:gd name="csY149" fmla="*/ 105351 h 152471"/>
              <a:gd name="csX150" fmla="*/ 17796 w 113581"/>
              <a:gd name="csY150" fmla="*/ 102850 h 152471"/>
              <a:gd name="csX151" fmla="*/ 17796 w 113581"/>
              <a:gd name="csY151" fmla="*/ 88680 h 152471"/>
              <a:gd name="csX152" fmla="*/ 18834 w 113581"/>
              <a:gd name="csY152" fmla="*/ 86180 h 152471"/>
              <a:gd name="csX153" fmla="*/ 21335 w 113581"/>
              <a:gd name="csY153" fmla="*/ 85142 h 152471"/>
              <a:gd name="csX154" fmla="*/ 49696 w 113581"/>
              <a:gd name="csY154" fmla="*/ 85142 h 152471"/>
              <a:gd name="csX155" fmla="*/ 63868 w 113581"/>
              <a:gd name="csY155" fmla="*/ 85142 h 152471"/>
              <a:gd name="csX156" fmla="*/ 66386 w 113581"/>
              <a:gd name="csY156" fmla="*/ 86180 h 152471"/>
              <a:gd name="csX157" fmla="*/ 67424 w 113581"/>
              <a:gd name="csY157" fmla="*/ 88680 h 152471"/>
              <a:gd name="csX158" fmla="*/ 67424 w 113581"/>
              <a:gd name="csY158" fmla="*/ 102850 h 152471"/>
              <a:gd name="csX159" fmla="*/ 66386 w 113581"/>
              <a:gd name="csY159" fmla="*/ 105351 h 152471"/>
              <a:gd name="csX160" fmla="*/ 63868 w 113581"/>
              <a:gd name="csY160" fmla="*/ 106406 h 152471"/>
              <a:gd name="csX161" fmla="*/ 49696 w 113581"/>
              <a:gd name="csY161" fmla="*/ 106406 h 152471"/>
              <a:gd name="csX162" fmla="*/ 47195 w 113581"/>
              <a:gd name="csY162" fmla="*/ 105351 h 152471"/>
              <a:gd name="csX163" fmla="*/ 46157 w 113581"/>
              <a:gd name="csY163" fmla="*/ 102850 h 152471"/>
              <a:gd name="csX164" fmla="*/ 46157 w 113581"/>
              <a:gd name="csY164" fmla="*/ 88680 h 152471"/>
              <a:gd name="csX165" fmla="*/ 47195 w 113581"/>
              <a:gd name="csY165" fmla="*/ 86180 h 152471"/>
              <a:gd name="csX166" fmla="*/ 49696 w 113581"/>
              <a:gd name="csY166" fmla="*/ 85142 h 152471"/>
              <a:gd name="csX167" fmla="*/ 78057 w 113581"/>
              <a:gd name="csY167" fmla="*/ 85142 h 152471"/>
              <a:gd name="csX168" fmla="*/ 92230 w 113581"/>
              <a:gd name="csY168" fmla="*/ 85142 h 152471"/>
              <a:gd name="csX169" fmla="*/ 94731 w 113581"/>
              <a:gd name="csY169" fmla="*/ 86180 h 152471"/>
              <a:gd name="csX170" fmla="*/ 95769 w 113581"/>
              <a:gd name="csY170" fmla="*/ 88680 h 152471"/>
              <a:gd name="csX171" fmla="*/ 95769 w 113581"/>
              <a:gd name="csY171" fmla="*/ 102850 h 152471"/>
              <a:gd name="csX172" fmla="*/ 94731 w 113581"/>
              <a:gd name="csY172" fmla="*/ 105351 h 152471"/>
              <a:gd name="csX173" fmla="*/ 92230 w 113581"/>
              <a:gd name="csY173" fmla="*/ 106406 h 152471"/>
              <a:gd name="csX174" fmla="*/ 78057 w 113581"/>
              <a:gd name="csY174" fmla="*/ 106406 h 152471"/>
              <a:gd name="csX175" fmla="*/ 75539 w 113581"/>
              <a:gd name="csY175" fmla="*/ 105351 h 152471"/>
              <a:gd name="csX176" fmla="*/ 74502 w 113581"/>
              <a:gd name="csY176" fmla="*/ 102850 h 152471"/>
              <a:gd name="csX177" fmla="*/ 74502 w 113581"/>
              <a:gd name="csY177" fmla="*/ 88680 h 152471"/>
              <a:gd name="csX178" fmla="*/ 75539 w 113581"/>
              <a:gd name="csY178" fmla="*/ 86180 h 152471"/>
              <a:gd name="csX179" fmla="*/ 78057 w 113581"/>
              <a:gd name="csY179" fmla="*/ 85142 h 152471"/>
              <a:gd name="csX180" fmla="*/ 21335 w 113581"/>
              <a:gd name="csY180" fmla="*/ 113482 h 152471"/>
              <a:gd name="csX181" fmla="*/ 35524 w 113581"/>
              <a:gd name="csY181" fmla="*/ 113482 h 152471"/>
              <a:gd name="csX182" fmla="*/ 38025 w 113581"/>
              <a:gd name="csY182" fmla="*/ 114520 h 152471"/>
              <a:gd name="csX183" fmla="*/ 39063 w 113581"/>
              <a:gd name="csY183" fmla="*/ 117038 h 152471"/>
              <a:gd name="csX184" fmla="*/ 39063 w 113581"/>
              <a:gd name="csY184" fmla="*/ 131208 h 152471"/>
              <a:gd name="csX185" fmla="*/ 38025 w 113581"/>
              <a:gd name="csY185" fmla="*/ 133709 h 152471"/>
              <a:gd name="csX186" fmla="*/ 35524 w 113581"/>
              <a:gd name="csY186" fmla="*/ 134746 h 152471"/>
              <a:gd name="csX187" fmla="*/ 21335 w 113581"/>
              <a:gd name="csY187" fmla="*/ 134746 h 152471"/>
              <a:gd name="csX188" fmla="*/ 18834 w 113581"/>
              <a:gd name="csY188" fmla="*/ 133709 h 152471"/>
              <a:gd name="csX189" fmla="*/ 17796 w 113581"/>
              <a:gd name="csY189" fmla="*/ 131208 h 152471"/>
              <a:gd name="csX190" fmla="*/ 17796 w 113581"/>
              <a:gd name="csY190" fmla="*/ 117038 h 152471"/>
              <a:gd name="csX191" fmla="*/ 18834 w 113581"/>
              <a:gd name="csY191" fmla="*/ 114520 h 152471"/>
              <a:gd name="csX192" fmla="*/ 21335 w 113581"/>
              <a:gd name="csY192" fmla="*/ 113482 h 152471"/>
              <a:gd name="csX193" fmla="*/ 49696 w 113581"/>
              <a:gd name="csY193" fmla="*/ 113482 h 152471"/>
              <a:gd name="csX194" fmla="*/ 63868 w 113581"/>
              <a:gd name="csY194" fmla="*/ 113482 h 152471"/>
              <a:gd name="csX195" fmla="*/ 66386 w 113581"/>
              <a:gd name="csY195" fmla="*/ 114520 h 152471"/>
              <a:gd name="csX196" fmla="*/ 67424 w 113581"/>
              <a:gd name="csY196" fmla="*/ 117038 h 152471"/>
              <a:gd name="csX197" fmla="*/ 67424 w 113581"/>
              <a:gd name="csY197" fmla="*/ 131208 h 152471"/>
              <a:gd name="csX198" fmla="*/ 66386 w 113581"/>
              <a:gd name="csY198" fmla="*/ 133709 h 152471"/>
              <a:gd name="csX199" fmla="*/ 63868 w 113581"/>
              <a:gd name="csY199" fmla="*/ 134746 h 152471"/>
              <a:gd name="csX200" fmla="*/ 49696 w 113581"/>
              <a:gd name="csY200" fmla="*/ 134746 h 152471"/>
              <a:gd name="csX201" fmla="*/ 47195 w 113581"/>
              <a:gd name="csY201" fmla="*/ 133709 h 152471"/>
              <a:gd name="csX202" fmla="*/ 46157 w 113581"/>
              <a:gd name="csY202" fmla="*/ 131208 h 152471"/>
              <a:gd name="csX203" fmla="*/ 46157 w 113581"/>
              <a:gd name="csY203" fmla="*/ 117038 h 152471"/>
              <a:gd name="csX204" fmla="*/ 47195 w 113581"/>
              <a:gd name="csY204" fmla="*/ 114520 h 152471"/>
              <a:gd name="csX205" fmla="*/ 49696 w 113581"/>
              <a:gd name="csY205" fmla="*/ 113482 h 152471"/>
              <a:gd name="csX206" fmla="*/ 78057 w 113581"/>
              <a:gd name="csY206" fmla="*/ 113482 h 152471"/>
              <a:gd name="csX207" fmla="*/ 92230 w 113581"/>
              <a:gd name="csY207" fmla="*/ 113482 h 152471"/>
              <a:gd name="csX208" fmla="*/ 94731 w 113581"/>
              <a:gd name="csY208" fmla="*/ 114520 h 152471"/>
              <a:gd name="csX209" fmla="*/ 95769 w 113581"/>
              <a:gd name="csY209" fmla="*/ 117038 h 152471"/>
              <a:gd name="csX210" fmla="*/ 95769 w 113581"/>
              <a:gd name="csY210" fmla="*/ 131208 h 152471"/>
              <a:gd name="csX211" fmla="*/ 94731 w 113581"/>
              <a:gd name="csY211" fmla="*/ 133709 h 152471"/>
              <a:gd name="csX212" fmla="*/ 92230 w 113581"/>
              <a:gd name="csY212" fmla="*/ 134746 h 152471"/>
              <a:gd name="csX213" fmla="*/ 78057 w 113581"/>
              <a:gd name="csY213" fmla="*/ 134746 h 152471"/>
              <a:gd name="csX214" fmla="*/ 75539 w 113581"/>
              <a:gd name="csY214" fmla="*/ 133709 h 152471"/>
              <a:gd name="csX215" fmla="*/ 74502 w 113581"/>
              <a:gd name="csY215" fmla="*/ 131208 h 152471"/>
              <a:gd name="csX216" fmla="*/ 74502 w 113581"/>
              <a:gd name="csY216" fmla="*/ 117038 h 152471"/>
              <a:gd name="csX217" fmla="*/ 75539 w 113581"/>
              <a:gd name="csY217" fmla="*/ 114520 h 152471"/>
              <a:gd name="csX218" fmla="*/ 78057 w 113581"/>
              <a:gd name="csY218" fmla="*/ 113482 h 152471"/>
            </a:gdLst>
            <a:ahLst/>
            <a:cxnLst/>
            <a:rect l="l" t="t" r="r" b="b"/>
            <a:pathLst>
              <a:path w="100000" h="100000">
                <a:moveTo>
                  <a:pt x="49945" y="1"/>
                </a:moveTo>
                <a:cubicBezTo>
                  <a:pt x="49019" y="12"/>
                  <a:pt x="48136" y="392"/>
                  <a:pt x="47501" y="1061"/>
                </a:cubicBezTo>
                <a:cubicBezTo>
                  <a:pt x="46854" y="1719"/>
                  <a:pt x="46497" y="2612"/>
                  <a:pt x="46508" y="3538"/>
                </a:cubicBezTo>
                <a:lnTo>
                  <a:pt x="46508" y="8190"/>
                </a:lnTo>
                <a:cubicBezTo>
                  <a:pt x="46508" y="8648"/>
                  <a:pt x="46586" y="9105"/>
                  <a:pt x="46764" y="9540"/>
                </a:cubicBezTo>
                <a:cubicBezTo>
                  <a:pt x="46932" y="9964"/>
                  <a:pt x="47189" y="10355"/>
                  <a:pt x="47512" y="10689"/>
                </a:cubicBezTo>
                <a:cubicBezTo>
                  <a:pt x="47835" y="11013"/>
                  <a:pt x="48226" y="11270"/>
                  <a:pt x="48650" y="11448"/>
                </a:cubicBezTo>
                <a:cubicBezTo>
                  <a:pt x="49074" y="11626"/>
                  <a:pt x="49531" y="11727"/>
                  <a:pt x="50000" y="11727"/>
                </a:cubicBezTo>
                <a:cubicBezTo>
                  <a:pt x="50457" y="11727"/>
                  <a:pt x="50915" y="11626"/>
                  <a:pt x="51340" y="11448"/>
                </a:cubicBezTo>
                <a:cubicBezTo>
                  <a:pt x="51774" y="11270"/>
                  <a:pt x="52154" y="11013"/>
                  <a:pt x="52478" y="10689"/>
                </a:cubicBezTo>
                <a:cubicBezTo>
                  <a:pt x="52801" y="10355"/>
                  <a:pt x="53058" y="9964"/>
                  <a:pt x="53236" y="9540"/>
                </a:cubicBezTo>
                <a:cubicBezTo>
                  <a:pt x="53404" y="9105"/>
                  <a:pt x="53493" y="8648"/>
                  <a:pt x="53482" y="8190"/>
                </a:cubicBezTo>
                <a:lnTo>
                  <a:pt x="53482" y="3538"/>
                </a:lnTo>
                <a:cubicBezTo>
                  <a:pt x="53493" y="3069"/>
                  <a:pt x="53404" y="2612"/>
                  <a:pt x="53225" y="2177"/>
                </a:cubicBezTo>
                <a:cubicBezTo>
                  <a:pt x="53058" y="1741"/>
                  <a:pt x="52790" y="1351"/>
                  <a:pt x="52466" y="1016"/>
                </a:cubicBezTo>
                <a:cubicBezTo>
                  <a:pt x="52131" y="693"/>
                  <a:pt x="51741" y="436"/>
                  <a:pt x="51305" y="258"/>
                </a:cubicBezTo>
                <a:cubicBezTo>
                  <a:pt x="50871" y="79"/>
                  <a:pt x="50413" y="-10"/>
                  <a:pt x="49945" y="1"/>
                </a:cubicBezTo>
                <a:close/>
                <a:moveTo>
                  <a:pt x="32983" y="4520"/>
                </a:moveTo>
                <a:cubicBezTo>
                  <a:pt x="32381" y="4542"/>
                  <a:pt x="31790" y="4720"/>
                  <a:pt x="31276" y="5044"/>
                </a:cubicBezTo>
                <a:cubicBezTo>
                  <a:pt x="30763" y="5368"/>
                  <a:pt x="30339" y="5814"/>
                  <a:pt x="30049" y="6338"/>
                </a:cubicBezTo>
                <a:cubicBezTo>
                  <a:pt x="29758" y="6873"/>
                  <a:pt x="29614" y="7476"/>
                  <a:pt x="29625" y="8078"/>
                </a:cubicBezTo>
                <a:cubicBezTo>
                  <a:pt x="29647" y="8681"/>
                  <a:pt x="29815" y="9273"/>
                  <a:pt x="30127" y="9797"/>
                </a:cubicBezTo>
                <a:lnTo>
                  <a:pt x="32448" y="13813"/>
                </a:lnTo>
                <a:cubicBezTo>
                  <a:pt x="32671" y="14215"/>
                  <a:pt x="32972" y="14572"/>
                  <a:pt x="33341" y="14862"/>
                </a:cubicBezTo>
                <a:cubicBezTo>
                  <a:pt x="33698" y="15152"/>
                  <a:pt x="34122" y="15364"/>
                  <a:pt x="34568" y="15487"/>
                </a:cubicBezTo>
                <a:cubicBezTo>
                  <a:pt x="35015" y="15610"/>
                  <a:pt x="35483" y="15654"/>
                  <a:pt x="35941" y="15587"/>
                </a:cubicBezTo>
                <a:cubicBezTo>
                  <a:pt x="36398" y="15531"/>
                  <a:pt x="36844" y="15387"/>
                  <a:pt x="37246" y="15152"/>
                </a:cubicBezTo>
                <a:cubicBezTo>
                  <a:pt x="37648" y="14918"/>
                  <a:pt x="38005" y="14605"/>
                  <a:pt x="38283" y="14237"/>
                </a:cubicBezTo>
                <a:cubicBezTo>
                  <a:pt x="38563" y="13869"/>
                  <a:pt x="38763" y="13445"/>
                  <a:pt x="38886" y="12999"/>
                </a:cubicBezTo>
                <a:cubicBezTo>
                  <a:pt x="38998" y="12553"/>
                  <a:pt x="39021" y="12084"/>
                  <a:pt x="38953" y="11626"/>
                </a:cubicBezTo>
                <a:cubicBezTo>
                  <a:pt x="38886" y="11158"/>
                  <a:pt x="38730" y="10723"/>
                  <a:pt x="38485" y="10321"/>
                </a:cubicBezTo>
                <a:lnTo>
                  <a:pt x="36164" y="6305"/>
                </a:lnTo>
                <a:cubicBezTo>
                  <a:pt x="35851" y="5736"/>
                  <a:pt x="35382" y="5278"/>
                  <a:pt x="34825" y="4966"/>
                </a:cubicBezTo>
                <a:cubicBezTo>
                  <a:pt x="34267" y="4642"/>
                  <a:pt x="33620" y="4497"/>
                  <a:pt x="32983" y="4520"/>
                </a:cubicBezTo>
                <a:close/>
                <a:moveTo>
                  <a:pt x="66905" y="4520"/>
                </a:moveTo>
                <a:cubicBezTo>
                  <a:pt x="66280" y="4508"/>
                  <a:pt x="65666" y="4676"/>
                  <a:pt x="65120" y="4988"/>
                </a:cubicBezTo>
                <a:cubicBezTo>
                  <a:pt x="64584" y="5301"/>
                  <a:pt x="64138" y="5758"/>
                  <a:pt x="63836" y="6305"/>
                </a:cubicBezTo>
                <a:lnTo>
                  <a:pt x="61504" y="10321"/>
                </a:lnTo>
                <a:cubicBezTo>
                  <a:pt x="61270" y="10723"/>
                  <a:pt x="61103" y="11158"/>
                  <a:pt x="61036" y="11626"/>
                </a:cubicBezTo>
                <a:cubicBezTo>
                  <a:pt x="60969" y="12084"/>
                  <a:pt x="61002" y="12553"/>
                  <a:pt x="61114" y="12999"/>
                </a:cubicBezTo>
                <a:cubicBezTo>
                  <a:pt x="61225" y="13445"/>
                  <a:pt x="61427" y="13869"/>
                  <a:pt x="61717" y="14237"/>
                </a:cubicBezTo>
                <a:cubicBezTo>
                  <a:pt x="61995" y="14605"/>
                  <a:pt x="62341" y="14918"/>
                  <a:pt x="62743" y="15152"/>
                </a:cubicBezTo>
                <a:cubicBezTo>
                  <a:pt x="63144" y="15387"/>
                  <a:pt x="63591" y="15531"/>
                  <a:pt x="64049" y="15587"/>
                </a:cubicBezTo>
                <a:cubicBezTo>
                  <a:pt x="64517" y="15654"/>
                  <a:pt x="64986" y="15610"/>
                  <a:pt x="65432" y="15487"/>
                </a:cubicBezTo>
                <a:cubicBezTo>
                  <a:pt x="65879" y="15364"/>
                  <a:pt x="66291" y="15152"/>
                  <a:pt x="66660" y="14862"/>
                </a:cubicBezTo>
                <a:cubicBezTo>
                  <a:pt x="67017" y="14572"/>
                  <a:pt x="67318" y="14215"/>
                  <a:pt x="67541" y="13813"/>
                </a:cubicBezTo>
                <a:lnTo>
                  <a:pt x="69874" y="9797"/>
                </a:lnTo>
                <a:cubicBezTo>
                  <a:pt x="70186" y="9261"/>
                  <a:pt x="70353" y="8670"/>
                  <a:pt x="70364" y="8056"/>
                </a:cubicBezTo>
                <a:cubicBezTo>
                  <a:pt x="70375" y="7443"/>
                  <a:pt x="70219" y="6829"/>
                  <a:pt x="69918" y="6294"/>
                </a:cubicBezTo>
                <a:cubicBezTo>
                  <a:pt x="69617" y="5758"/>
                  <a:pt x="69182" y="5312"/>
                  <a:pt x="68646" y="4999"/>
                </a:cubicBezTo>
                <a:cubicBezTo>
                  <a:pt x="68122" y="4687"/>
                  <a:pt x="67519" y="4520"/>
                  <a:pt x="66905" y="4520"/>
                </a:cubicBezTo>
                <a:close/>
                <a:moveTo>
                  <a:pt x="49264" y="16334"/>
                </a:moveTo>
                <a:cubicBezTo>
                  <a:pt x="34858" y="16848"/>
                  <a:pt x="25831" y="31508"/>
                  <a:pt x="30305" y="44216"/>
                </a:cubicBezTo>
                <a:lnTo>
                  <a:pt x="23264" y="44216"/>
                </a:lnTo>
                <a:cubicBezTo>
                  <a:pt x="20486" y="44216"/>
                  <a:pt x="17830" y="45321"/>
                  <a:pt x="15878" y="47284"/>
                </a:cubicBezTo>
                <a:cubicBezTo>
                  <a:pt x="13913" y="49247"/>
                  <a:pt x="12809" y="51903"/>
                  <a:pt x="12798" y="54670"/>
                </a:cubicBezTo>
                <a:lnTo>
                  <a:pt x="12798" y="89536"/>
                </a:lnTo>
                <a:cubicBezTo>
                  <a:pt x="12809" y="92313"/>
                  <a:pt x="13913" y="94969"/>
                  <a:pt x="15878" y="96933"/>
                </a:cubicBezTo>
                <a:cubicBezTo>
                  <a:pt x="17830" y="98885"/>
                  <a:pt x="20486" y="99990"/>
                  <a:pt x="23264" y="100001"/>
                </a:cubicBezTo>
                <a:lnTo>
                  <a:pt x="76736" y="100001"/>
                </a:lnTo>
                <a:cubicBezTo>
                  <a:pt x="79503" y="99990"/>
                  <a:pt x="82159" y="98885"/>
                  <a:pt x="84123" y="96933"/>
                </a:cubicBezTo>
                <a:cubicBezTo>
                  <a:pt x="86087" y="94969"/>
                  <a:pt x="87191" y="92313"/>
                  <a:pt x="87191" y="89536"/>
                </a:cubicBezTo>
                <a:lnTo>
                  <a:pt x="87191" y="54670"/>
                </a:lnTo>
                <a:cubicBezTo>
                  <a:pt x="87191" y="51903"/>
                  <a:pt x="86087" y="49247"/>
                  <a:pt x="84123" y="47284"/>
                </a:cubicBezTo>
                <a:cubicBezTo>
                  <a:pt x="82159" y="45321"/>
                  <a:pt x="79503" y="44216"/>
                  <a:pt x="76736" y="44216"/>
                </a:cubicBezTo>
                <a:lnTo>
                  <a:pt x="69695" y="44216"/>
                </a:lnTo>
                <a:cubicBezTo>
                  <a:pt x="74437" y="30850"/>
                  <a:pt x="64194" y="15810"/>
                  <a:pt x="49264" y="16334"/>
                </a:cubicBezTo>
                <a:close/>
                <a:moveTo>
                  <a:pt x="20888" y="16881"/>
                </a:moveTo>
                <a:cubicBezTo>
                  <a:pt x="20107" y="16848"/>
                  <a:pt x="19337" y="17083"/>
                  <a:pt x="18701" y="17551"/>
                </a:cubicBezTo>
                <a:cubicBezTo>
                  <a:pt x="18076" y="18008"/>
                  <a:pt x="17607" y="18667"/>
                  <a:pt x="17395" y="19425"/>
                </a:cubicBezTo>
                <a:cubicBezTo>
                  <a:pt x="17183" y="20173"/>
                  <a:pt x="17239" y="20976"/>
                  <a:pt x="17540" y="21701"/>
                </a:cubicBezTo>
                <a:cubicBezTo>
                  <a:pt x="17841" y="22427"/>
                  <a:pt x="18366" y="23029"/>
                  <a:pt x="19057" y="23408"/>
                </a:cubicBezTo>
                <a:lnTo>
                  <a:pt x="23075" y="25729"/>
                </a:lnTo>
                <a:cubicBezTo>
                  <a:pt x="23477" y="25974"/>
                  <a:pt x="23911" y="26130"/>
                  <a:pt x="24380" y="26197"/>
                </a:cubicBezTo>
                <a:cubicBezTo>
                  <a:pt x="24838" y="26265"/>
                  <a:pt x="25306" y="26242"/>
                  <a:pt x="25752" y="26130"/>
                </a:cubicBezTo>
                <a:cubicBezTo>
                  <a:pt x="26199" y="26008"/>
                  <a:pt x="26623" y="25807"/>
                  <a:pt x="26991" y="25528"/>
                </a:cubicBezTo>
                <a:cubicBezTo>
                  <a:pt x="27360" y="25249"/>
                  <a:pt x="27672" y="24892"/>
                  <a:pt x="27906" y="24491"/>
                </a:cubicBezTo>
                <a:cubicBezTo>
                  <a:pt x="28141" y="24089"/>
                  <a:pt x="28286" y="23654"/>
                  <a:pt x="28342" y="23185"/>
                </a:cubicBezTo>
                <a:cubicBezTo>
                  <a:pt x="28398" y="22728"/>
                  <a:pt x="28364" y="22259"/>
                  <a:pt x="28241" y="21813"/>
                </a:cubicBezTo>
                <a:cubicBezTo>
                  <a:pt x="28118" y="21367"/>
                  <a:pt x="27906" y="20953"/>
                  <a:pt x="27616" y="20586"/>
                </a:cubicBezTo>
                <a:cubicBezTo>
                  <a:pt x="27327" y="20218"/>
                  <a:pt x="26969" y="19916"/>
                  <a:pt x="26567" y="19693"/>
                </a:cubicBezTo>
                <a:lnTo>
                  <a:pt x="22551" y="17372"/>
                </a:lnTo>
                <a:cubicBezTo>
                  <a:pt x="22048" y="17071"/>
                  <a:pt x="21479" y="16904"/>
                  <a:pt x="20888" y="16881"/>
                </a:cubicBezTo>
                <a:close/>
                <a:moveTo>
                  <a:pt x="79347" y="16881"/>
                </a:moveTo>
                <a:cubicBezTo>
                  <a:pt x="78677" y="16859"/>
                  <a:pt x="78019" y="17026"/>
                  <a:pt x="77450" y="17372"/>
                </a:cubicBezTo>
                <a:lnTo>
                  <a:pt x="73433" y="19693"/>
                </a:lnTo>
                <a:cubicBezTo>
                  <a:pt x="73020" y="19916"/>
                  <a:pt x="72663" y="20218"/>
                  <a:pt x="72373" y="20586"/>
                </a:cubicBezTo>
                <a:cubicBezTo>
                  <a:pt x="72094" y="20953"/>
                  <a:pt x="71882" y="21367"/>
                  <a:pt x="71748" y="21813"/>
                </a:cubicBezTo>
                <a:cubicBezTo>
                  <a:pt x="71625" y="22259"/>
                  <a:pt x="71592" y="22728"/>
                  <a:pt x="71648" y="23185"/>
                </a:cubicBezTo>
                <a:cubicBezTo>
                  <a:pt x="71715" y="23654"/>
                  <a:pt x="71860" y="24089"/>
                  <a:pt x="72094" y="24491"/>
                </a:cubicBezTo>
                <a:cubicBezTo>
                  <a:pt x="72328" y="24892"/>
                  <a:pt x="72630" y="25249"/>
                  <a:pt x="72997" y="25528"/>
                </a:cubicBezTo>
                <a:cubicBezTo>
                  <a:pt x="73377" y="25807"/>
                  <a:pt x="73790" y="26008"/>
                  <a:pt x="74248" y="26130"/>
                </a:cubicBezTo>
                <a:cubicBezTo>
                  <a:pt x="74694" y="26242"/>
                  <a:pt x="75162" y="26265"/>
                  <a:pt x="75620" y="26197"/>
                </a:cubicBezTo>
                <a:cubicBezTo>
                  <a:pt x="76077" y="26130"/>
                  <a:pt x="76523" y="25974"/>
                  <a:pt x="76914" y="25729"/>
                </a:cubicBezTo>
                <a:lnTo>
                  <a:pt x="80943" y="23408"/>
                </a:lnTo>
                <a:cubicBezTo>
                  <a:pt x="81601" y="23040"/>
                  <a:pt x="82125" y="22460"/>
                  <a:pt x="82438" y="21757"/>
                </a:cubicBezTo>
                <a:cubicBezTo>
                  <a:pt x="82739" y="21054"/>
                  <a:pt x="82806" y="20284"/>
                  <a:pt x="82628" y="19537"/>
                </a:cubicBezTo>
                <a:cubicBezTo>
                  <a:pt x="82449" y="18800"/>
                  <a:pt x="82025" y="18142"/>
                  <a:pt x="81434" y="17662"/>
                </a:cubicBezTo>
                <a:cubicBezTo>
                  <a:pt x="80842" y="17171"/>
                  <a:pt x="80106" y="16904"/>
                  <a:pt x="79347" y="16881"/>
                </a:cubicBezTo>
                <a:close/>
                <a:moveTo>
                  <a:pt x="49520" y="23307"/>
                </a:moveTo>
                <a:cubicBezTo>
                  <a:pt x="60645" y="22906"/>
                  <a:pt x="67653" y="34565"/>
                  <a:pt x="62085" y="44216"/>
                </a:cubicBezTo>
                <a:lnTo>
                  <a:pt x="37960" y="44216"/>
                </a:lnTo>
                <a:cubicBezTo>
                  <a:pt x="32627" y="35100"/>
                  <a:pt x="38719" y="23687"/>
                  <a:pt x="49520" y="23307"/>
                </a:cubicBezTo>
                <a:close/>
                <a:moveTo>
                  <a:pt x="16290" y="32590"/>
                </a:moveTo>
                <a:cubicBezTo>
                  <a:pt x="15833" y="32590"/>
                  <a:pt x="15364" y="32669"/>
                  <a:pt x="14941" y="32847"/>
                </a:cubicBezTo>
                <a:cubicBezTo>
                  <a:pt x="14516" y="33014"/>
                  <a:pt x="14126" y="33271"/>
                  <a:pt x="13791" y="33595"/>
                </a:cubicBezTo>
                <a:cubicBezTo>
                  <a:pt x="13467" y="33918"/>
                  <a:pt x="13199" y="34309"/>
                  <a:pt x="13021" y="34733"/>
                </a:cubicBezTo>
                <a:cubicBezTo>
                  <a:pt x="12842" y="35156"/>
                  <a:pt x="12753" y="35614"/>
                  <a:pt x="12753" y="36082"/>
                </a:cubicBezTo>
                <a:cubicBezTo>
                  <a:pt x="12753" y="36540"/>
                  <a:pt x="12842" y="36997"/>
                  <a:pt x="13021" y="37422"/>
                </a:cubicBezTo>
                <a:cubicBezTo>
                  <a:pt x="13199" y="37856"/>
                  <a:pt x="13467" y="38236"/>
                  <a:pt x="13791" y="38559"/>
                </a:cubicBezTo>
                <a:cubicBezTo>
                  <a:pt x="14126" y="38883"/>
                  <a:pt x="14516" y="39140"/>
                  <a:pt x="14941" y="39318"/>
                </a:cubicBezTo>
                <a:cubicBezTo>
                  <a:pt x="15364" y="39486"/>
                  <a:pt x="15833" y="39575"/>
                  <a:pt x="16290" y="39564"/>
                </a:cubicBezTo>
                <a:lnTo>
                  <a:pt x="20944" y="39564"/>
                </a:lnTo>
                <a:cubicBezTo>
                  <a:pt x="21401" y="39575"/>
                  <a:pt x="21859" y="39486"/>
                  <a:pt x="22294" y="39318"/>
                </a:cubicBezTo>
                <a:cubicBezTo>
                  <a:pt x="22718" y="39140"/>
                  <a:pt x="23108" y="38883"/>
                  <a:pt x="23432" y="38559"/>
                </a:cubicBezTo>
                <a:cubicBezTo>
                  <a:pt x="23766" y="38236"/>
                  <a:pt x="24024" y="37856"/>
                  <a:pt x="24202" y="37422"/>
                </a:cubicBezTo>
                <a:cubicBezTo>
                  <a:pt x="24380" y="36997"/>
                  <a:pt x="24481" y="36540"/>
                  <a:pt x="24481" y="36082"/>
                </a:cubicBezTo>
                <a:cubicBezTo>
                  <a:pt x="24481" y="35614"/>
                  <a:pt x="24380" y="35156"/>
                  <a:pt x="24202" y="34733"/>
                </a:cubicBezTo>
                <a:cubicBezTo>
                  <a:pt x="24024" y="34309"/>
                  <a:pt x="23766" y="33918"/>
                  <a:pt x="23432" y="33595"/>
                </a:cubicBezTo>
                <a:cubicBezTo>
                  <a:pt x="23108" y="33271"/>
                  <a:pt x="22718" y="33014"/>
                  <a:pt x="22294" y="32847"/>
                </a:cubicBezTo>
                <a:cubicBezTo>
                  <a:pt x="21859" y="32669"/>
                  <a:pt x="21401" y="32590"/>
                  <a:pt x="20944" y="32590"/>
                </a:cubicBezTo>
                <a:lnTo>
                  <a:pt x="16290" y="32590"/>
                </a:lnTo>
                <a:close/>
                <a:moveTo>
                  <a:pt x="79057" y="32590"/>
                </a:moveTo>
                <a:cubicBezTo>
                  <a:pt x="78599" y="32590"/>
                  <a:pt x="78131" y="32669"/>
                  <a:pt x="77707" y="32847"/>
                </a:cubicBezTo>
                <a:cubicBezTo>
                  <a:pt x="77283" y="33014"/>
                  <a:pt x="76892" y="33271"/>
                  <a:pt x="76558" y="33595"/>
                </a:cubicBezTo>
                <a:cubicBezTo>
                  <a:pt x="76234" y="33918"/>
                  <a:pt x="75966" y="34309"/>
                  <a:pt x="75788" y="34733"/>
                </a:cubicBezTo>
                <a:cubicBezTo>
                  <a:pt x="75609" y="35156"/>
                  <a:pt x="75519" y="35614"/>
                  <a:pt x="75519" y="36082"/>
                </a:cubicBezTo>
                <a:cubicBezTo>
                  <a:pt x="75519" y="36540"/>
                  <a:pt x="75609" y="36997"/>
                  <a:pt x="75788" y="37422"/>
                </a:cubicBezTo>
                <a:cubicBezTo>
                  <a:pt x="75966" y="37856"/>
                  <a:pt x="76234" y="38236"/>
                  <a:pt x="76558" y="38559"/>
                </a:cubicBezTo>
                <a:cubicBezTo>
                  <a:pt x="76892" y="38883"/>
                  <a:pt x="77283" y="39140"/>
                  <a:pt x="77707" y="39318"/>
                </a:cubicBezTo>
                <a:cubicBezTo>
                  <a:pt x="78131" y="39486"/>
                  <a:pt x="78599" y="39575"/>
                  <a:pt x="79057" y="39564"/>
                </a:cubicBezTo>
                <a:lnTo>
                  <a:pt x="83710" y="39564"/>
                </a:lnTo>
                <a:cubicBezTo>
                  <a:pt x="84167" y="39575"/>
                  <a:pt x="84625" y="39486"/>
                  <a:pt x="85060" y="39318"/>
                </a:cubicBezTo>
                <a:cubicBezTo>
                  <a:pt x="85484" y="39140"/>
                  <a:pt x="85875" y="38883"/>
                  <a:pt x="86198" y="38559"/>
                </a:cubicBezTo>
                <a:cubicBezTo>
                  <a:pt x="86533" y="38236"/>
                  <a:pt x="86790" y="37856"/>
                  <a:pt x="86968" y="37422"/>
                </a:cubicBezTo>
                <a:cubicBezTo>
                  <a:pt x="87146" y="36997"/>
                  <a:pt x="87247" y="36540"/>
                  <a:pt x="87247" y="36082"/>
                </a:cubicBezTo>
                <a:cubicBezTo>
                  <a:pt x="87247" y="35614"/>
                  <a:pt x="87146" y="35156"/>
                  <a:pt x="86968" y="34733"/>
                </a:cubicBezTo>
                <a:cubicBezTo>
                  <a:pt x="86790" y="34309"/>
                  <a:pt x="86533" y="33918"/>
                  <a:pt x="86198" y="33595"/>
                </a:cubicBezTo>
                <a:cubicBezTo>
                  <a:pt x="85875" y="33271"/>
                  <a:pt x="85484" y="33014"/>
                  <a:pt x="85060" y="32847"/>
                </a:cubicBezTo>
                <a:cubicBezTo>
                  <a:pt x="84625" y="32669"/>
                  <a:pt x="84167" y="32590"/>
                  <a:pt x="83710" y="32590"/>
                </a:cubicBezTo>
                <a:lnTo>
                  <a:pt x="79057" y="32590"/>
                </a:lnTo>
                <a:close/>
                <a:moveTo>
                  <a:pt x="26746" y="55841"/>
                </a:moveTo>
                <a:lnTo>
                  <a:pt x="36052" y="55841"/>
                </a:lnTo>
                <a:cubicBezTo>
                  <a:pt x="36666" y="55841"/>
                  <a:pt x="37257" y="56076"/>
                  <a:pt x="37692" y="56522"/>
                </a:cubicBezTo>
                <a:cubicBezTo>
                  <a:pt x="38127" y="56957"/>
                  <a:pt x="38373" y="57549"/>
                  <a:pt x="38373" y="58162"/>
                </a:cubicBezTo>
                <a:lnTo>
                  <a:pt x="38373" y="67455"/>
                </a:lnTo>
                <a:cubicBezTo>
                  <a:pt x="38373" y="68069"/>
                  <a:pt x="38127" y="68661"/>
                  <a:pt x="37692" y="69096"/>
                </a:cubicBezTo>
                <a:cubicBezTo>
                  <a:pt x="37257" y="69542"/>
                  <a:pt x="36666" y="69788"/>
                  <a:pt x="36052" y="69788"/>
                </a:cubicBezTo>
                <a:lnTo>
                  <a:pt x="26746" y="69788"/>
                </a:lnTo>
                <a:cubicBezTo>
                  <a:pt x="26132" y="69788"/>
                  <a:pt x="25541" y="69542"/>
                  <a:pt x="25106" y="69096"/>
                </a:cubicBezTo>
                <a:cubicBezTo>
                  <a:pt x="24670" y="68661"/>
                  <a:pt x="24425" y="68069"/>
                  <a:pt x="24425" y="67455"/>
                </a:cubicBezTo>
                <a:lnTo>
                  <a:pt x="24425" y="58162"/>
                </a:lnTo>
                <a:cubicBezTo>
                  <a:pt x="24425" y="57549"/>
                  <a:pt x="24670" y="56957"/>
                  <a:pt x="25106" y="56522"/>
                </a:cubicBezTo>
                <a:cubicBezTo>
                  <a:pt x="25541" y="56076"/>
                  <a:pt x="26132" y="55841"/>
                  <a:pt x="26746" y="55841"/>
                </a:cubicBezTo>
                <a:close/>
                <a:moveTo>
                  <a:pt x="45347" y="55841"/>
                </a:moveTo>
                <a:lnTo>
                  <a:pt x="54642" y="55841"/>
                </a:lnTo>
                <a:cubicBezTo>
                  <a:pt x="55267" y="55841"/>
                  <a:pt x="55858" y="56076"/>
                  <a:pt x="56293" y="56522"/>
                </a:cubicBezTo>
                <a:cubicBezTo>
                  <a:pt x="56729" y="56957"/>
                  <a:pt x="56974" y="57549"/>
                  <a:pt x="56974" y="58162"/>
                </a:cubicBezTo>
                <a:lnTo>
                  <a:pt x="56974" y="67455"/>
                </a:lnTo>
                <a:cubicBezTo>
                  <a:pt x="56974" y="68069"/>
                  <a:pt x="56729" y="68661"/>
                  <a:pt x="56293" y="69096"/>
                </a:cubicBezTo>
                <a:cubicBezTo>
                  <a:pt x="55858" y="69542"/>
                  <a:pt x="55267" y="69788"/>
                  <a:pt x="54642" y="69788"/>
                </a:cubicBezTo>
                <a:lnTo>
                  <a:pt x="45347" y="69788"/>
                </a:lnTo>
                <a:cubicBezTo>
                  <a:pt x="44733" y="69788"/>
                  <a:pt x="44142" y="69542"/>
                  <a:pt x="43707" y="69096"/>
                </a:cubicBezTo>
                <a:cubicBezTo>
                  <a:pt x="43272" y="68661"/>
                  <a:pt x="43026" y="68069"/>
                  <a:pt x="43026" y="67455"/>
                </a:cubicBezTo>
                <a:lnTo>
                  <a:pt x="43026" y="58162"/>
                </a:lnTo>
                <a:cubicBezTo>
                  <a:pt x="43026" y="57549"/>
                  <a:pt x="43272" y="56957"/>
                  <a:pt x="43707" y="56522"/>
                </a:cubicBezTo>
                <a:cubicBezTo>
                  <a:pt x="44142" y="56076"/>
                  <a:pt x="44733" y="55841"/>
                  <a:pt x="45347" y="55841"/>
                </a:cubicBezTo>
                <a:close/>
                <a:moveTo>
                  <a:pt x="63948" y="55841"/>
                </a:moveTo>
                <a:lnTo>
                  <a:pt x="73243" y="55841"/>
                </a:lnTo>
                <a:cubicBezTo>
                  <a:pt x="73857" y="55841"/>
                  <a:pt x="74448" y="56076"/>
                  <a:pt x="74884" y="56522"/>
                </a:cubicBezTo>
                <a:cubicBezTo>
                  <a:pt x="75330" y="56957"/>
                  <a:pt x="75565" y="57549"/>
                  <a:pt x="75565" y="58162"/>
                </a:cubicBezTo>
                <a:lnTo>
                  <a:pt x="75565" y="67455"/>
                </a:lnTo>
                <a:cubicBezTo>
                  <a:pt x="75565" y="68069"/>
                  <a:pt x="75330" y="68661"/>
                  <a:pt x="74884" y="69096"/>
                </a:cubicBezTo>
                <a:cubicBezTo>
                  <a:pt x="74448" y="69542"/>
                  <a:pt x="73857" y="69788"/>
                  <a:pt x="73243" y="69788"/>
                </a:cubicBezTo>
                <a:lnTo>
                  <a:pt x="63948" y="69788"/>
                </a:lnTo>
                <a:cubicBezTo>
                  <a:pt x="63335" y="69788"/>
                  <a:pt x="62743" y="69542"/>
                  <a:pt x="62296" y="69096"/>
                </a:cubicBezTo>
                <a:cubicBezTo>
                  <a:pt x="61862" y="68661"/>
                  <a:pt x="61616" y="68069"/>
                  <a:pt x="61616" y="67455"/>
                </a:cubicBezTo>
                <a:lnTo>
                  <a:pt x="61616" y="58162"/>
                </a:lnTo>
                <a:cubicBezTo>
                  <a:pt x="61616" y="57549"/>
                  <a:pt x="61862" y="56957"/>
                  <a:pt x="62296" y="56522"/>
                </a:cubicBezTo>
                <a:cubicBezTo>
                  <a:pt x="62743" y="56076"/>
                  <a:pt x="63335" y="55841"/>
                  <a:pt x="63948" y="55841"/>
                </a:cubicBezTo>
                <a:close/>
                <a:moveTo>
                  <a:pt x="26746" y="74429"/>
                </a:moveTo>
                <a:lnTo>
                  <a:pt x="36052" y="74429"/>
                </a:lnTo>
                <a:cubicBezTo>
                  <a:pt x="36666" y="74429"/>
                  <a:pt x="37257" y="74675"/>
                  <a:pt x="37692" y="75109"/>
                </a:cubicBezTo>
                <a:cubicBezTo>
                  <a:pt x="38127" y="75545"/>
                  <a:pt x="38373" y="76136"/>
                  <a:pt x="38373" y="76761"/>
                </a:cubicBezTo>
                <a:lnTo>
                  <a:pt x="38373" y="86054"/>
                </a:lnTo>
                <a:cubicBezTo>
                  <a:pt x="38373" y="86668"/>
                  <a:pt x="38127" y="87259"/>
                  <a:pt x="37692" y="87695"/>
                </a:cubicBezTo>
                <a:cubicBezTo>
                  <a:pt x="37257" y="88130"/>
                  <a:pt x="36666" y="88375"/>
                  <a:pt x="36052" y="88375"/>
                </a:cubicBezTo>
                <a:lnTo>
                  <a:pt x="26746" y="88375"/>
                </a:lnTo>
                <a:cubicBezTo>
                  <a:pt x="26132" y="88375"/>
                  <a:pt x="25541" y="88130"/>
                  <a:pt x="25106" y="87695"/>
                </a:cubicBezTo>
                <a:cubicBezTo>
                  <a:pt x="24670" y="87259"/>
                  <a:pt x="24425" y="86668"/>
                  <a:pt x="24425" y="86054"/>
                </a:cubicBezTo>
                <a:lnTo>
                  <a:pt x="24425" y="76761"/>
                </a:lnTo>
                <a:cubicBezTo>
                  <a:pt x="24425" y="76136"/>
                  <a:pt x="24670" y="75545"/>
                  <a:pt x="25106" y="75109"/>
                </a:cubicBezTo>
                <a:cubicBezTo>
                  <a:pt x="25541" y="74675"/>
                  <a:pt x="26132" y="74429"/>
                  <a:pt x="26746" y="74429"/>
                </a:cubicBezTo>
                <a:close/>
                <a:moveTo>
                  <a:pt x="45347" y="74429"/>
                </a:moveTo>
                <a:lnTo>
                  <a:pt x="54642" y="74429"/>
                </a:lnTo>
                <a:cubicBezTo>
                  <a:pt x="55267" y="74429"/>
                  <a:pt x="55858" y="74675"/>
                  <a:pt x="56293" y="75109"/>
                </a:cubicBezTo>
                <a:cubicBezTo>
                  <a:pt x="56729" y="75545"/>
                  <a:pt x="56974" y="76136"/>
                  <a:pt x="56974" y="76761"/>
                </a:cubicBezTo>
                <a:lnTo>
                  <a:pt x="56974" y="86054"/>
                </a:lnTo>
                <a:cubicBezTo>
                  <a:pt x="56974" y="86668"/>
                  <a:pt x="56729" y="87259"/>
                  <a:pt x="56293" y="87695"/>
                </a:cubicBezTo>
                <a:cubicBezTo>
                  <a:pt x="55858" y="88130"/>
                  <a:pt x="55267" y="88375"/>
                  <a:pt x="54642" y="88375"/>
                </a:cubicBezTo>
                <a:lnTo>
                  <a:pt x="45347" y="88375"/>
                </a:lnTo>
                <a:cubicBezTo>
                  <a:pt x="44733" y="88375"/>
                  <a:pt x="44142" y="88130"/>
                  <a:pt x="43707" y="87695"/>
                </a:cubicBezTo>
                <a:cubicBezTo>
                  <a:pt x="43272" y="87259"/>
                  <a:pt x="43026" y="86668"/>
                  <a:pt x="43026" y="86054"/>
                </a:cubicBezTo>
                <a:lnTo>
                  <a:pt x="43026" y="76761"/>
                </a:lnTo>
                <a:cubicBezTo>
                  <a:pt x="43026" y="76136"/>
                  <a:pt x="43272" y="75545"/>
                  <a:pt x="43707" y="75109"/>
                </a:cubicBezTo>
                <a:cubicBezTo>
                  <a:pt x="44142" y="74675"/>
                  <a:pt x="44733" y="74429"/>
                  <a:pt x="45347" y="74429"/>
                </a:cubicBezTo>
                <a:close/>
                <a:moveTo>
                  <a:pt x="63948" y="74429"/>
                </a:moveTo>
                <a:lnTo>
                  <a:pt x="73243" y="74429"/>
                </a:lnTo>
                <a:cubicBezTo>
                  <a:pt x="73857" y="74429"/>
                  <a:pt x="74448" y="74675"/>
                  <a:pt x="74884" y="75109"/>
                </a:cubicBezTo>
                <a:cubicBezTo>
                  <a:pt x="75330" y="75545"/>
                  <a:pt x="75565" y="76136"/>
                  <a:pt x="75565" y="76761"/>
                </a:cubicBezTo>
                <a:lnTo>
                  <a:pt x="75565" y="86054"/>
                </a:lnTo>
                <a:cubicBezTo>
                  <a:pt x="75565" y="86668"/>
                  <a:pt x="75330" y="87259"/>
                  <a:pt x="74884" y="87695"/>
                </a:cubicBezTo>
                <a:cubicBezTo>
                  <a:pt x="74448" y="88130"/>
                  <a:pt x="73857" y="88375"/>
                  <a:pt x="73243" y="88375"/>
                </a:cubicBezTo>
                <a:lnTo>
                  <a:pt x="63948" y="88375"/>
                </a:lnTo>
                <a:cubicBezTo>
                  <a:pt x="63335" y="88375"/>
                  <a:pt x="62743" y="88130"/>
                  <a:pt x="62296" y="87695"/>
                </a:cubicBezTo>
                <a:cubicBezTo>
                  <a:pt x="61862" y="87259"/>
                  <a:pt x="61616" y="86668"/>
                  <a:pt x="61616" y="86054"/>
                </a:cubicBezTo>
                <a:lnTo>
                  <a:pt x="61616" y="76761"/>
                </a:lnTo>
                <a:cubicBezTo>
                  <a:pt x="61616" y="76136"/>
                  <a:pt x="61862" y="75545"/>
                  <a:pt x="62296" y="75109"/>
                </a:cubicBezTo>
                <a:cubicBezTo>
                  <a:pt x="62743" y="74675"/>
                  <a:pt x="63335" y="74429"/>
                  <a:pt x="63948" y="7442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8" name="Красный — SVG 21">
            <a:extLst>
              <a:ext uri="{FF2B5EF4-FFF2-40B4-BE49-F238E27FC236}">
                <a16:creationId xmlns:a16="http://schemas.microsoft.com/office/drawing/2014/main" id="{7A13A2D2-3CE2-EF47-A302-3A38240FFB79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70878 w 141925"/>
              <a:gd name="csY0" fmla="*/ 1 h 141907"/>
              <a:gd name="csX1" fmla="*/ 67152 w 141925"/>
              <a:gd name="csY1" fmla="*/ 1617 h 141907"/>
              <a:gd name="csX2" fmla="*/ 65655 w 141925"/>
              <a:gd name="csY2" fmla="*/ 5394 h 141907"/>
              <a:gd name="csX3" fmla="*/ 65655 w 141925"/>
              <a:gd name="csY3" fmla="*/ 16026 h 141907"/>
              <a:gd name="csX4" fmla="*/ 66029 w 141925"/>
              <a:gd name="csY4" fmla="*/ 18084 h 141907"/>
              <a:gd name="csX5" fmla="*/ 67186 w 141925"/>
              <a:gd name="csY5" fmla="*/ 19836 h 141907"/>
              <a:gd name="csX6" fmla="*/ 68904 w 141925"/>
              <a:gd name="csY6" fmla="*/ 21010 h 141907"/>
              <a:gd name="csX7" fmla="*/ 70963 w 141925"/>
              <a:gd name="csY7" fmla="*/ 21419 h 141907"/>
              <a:gd name="csX8" fmla="*/ 73022 w 141925"/>
              <a:gd name="csY8" fmla="*/ 21010 h 141907"/>
              <a:gd name="csX9" fmla="*/ 74757 w 141925"/>
              <a:gd name="csY9" fmla="*/ 19836 h 141907"/>
              <a:gd name="csX10" fmla="*/ 75897 w 141925"/>
              <a:gd name="csY10" fmla="*/ 18084 h 141907"/>
              <a:gd name="csX11" fmla="*/ 76288 w 141925"/>
              <a:gd name="csY11" fmla="*/ 16026 h 141907"/>
              <a:gd name="csX12" fmla="*/ 76288 w 141925"/>
              <a:gd name="csY12" fmla="*/ 5394 h 141907"/>
              <a:gd name="csX13" fmla="*/ 75897 w 141925"/>
              <a:gd name="csY13" fmla="*/ 3319 h 141907"/>
              <a:gd name="csX14" fmla="*/ 74723 w 141925"/>
              <a:gd name="csY14" fmla="*/ 1549 h 141907"/>
              <a:gd name="csX15" fmla="*/ 72954 w 141925"/>
              <a:gd name="csY15" fmla="*/ 393 h 141907"/>
              <a:gd name="csX16" fmla="*/ 70878 w 141925"/>
              <a:gd name="csY16" fmla="*/ 1 h 141907"/>
              <a:gd name="csX17" fmla="*/ 24533 w 141925"/>
              <a:gd name="csY17" fmla="*/ 19224 h 141907"/>
              <a:gd name="csX18" fmla="*/ 21573 w 141925"/>
              <a:gd name="csY18" fmla="*/ 20143 h 141907"/>
              <a:gd name="csX19" fmla="*/ 19617 w 141925"/>
              <a:gd name="csY19" fmla="*/ 22541 h 141907"/>
              <a:gd name="csX20" fmla="*/ 19344 w 141925"/>
              <a:gd name="csY20" fmla="*/ 25637 h 141907"/>
              <a:gd name="csX21" fmla="*/ 20841 w 141925"/>
              <a:gd name="csY21" fmla="*/ 28359 h 141907"/>
              <a:gd name="csX22" fmla="*/ 28361 w 141925"/>
              <a:gd name="csY22" fmla="*/ 35878 h 141907"/>
              <a:gd name="csX23" fmla="*/ 32121 w 141925"/>
              <a:gd name="csY23" fmla="*/ 37443 h 141907"/>
              <a:gd name="csX24" fmla="*/ 35881 w 141925"/>
              <a:gd name="csY24" fmla="*/ 35878 h 141907"/>
              <a:gd name="csX25" fmla="*/ 37447 w 141925"/>
              <a:gd name="csY25" fmla="*/ 32118 h 141907"/>
              <a:gd name="csX26" fmla="*/ 35881 w 141925"/>
              <a:gd name="csY26" fmla="*/ 28359 h 141907"/>
              <a:gd name="csX27" fmla="*/ 28361 w 141925"/>
              <a:gd name="csY27" fmla="*/ 20840 h 141907"/>
              <a:gd name="csX28" fmla="*/ 26609 w 141925"/>
              <a:gd name="csY28" fmla="*/ 19649 h 141907"/>
              <a:gd name="csX29" fmla="*/ 24533 w 141925"/>
              <a:gd name="csY29" fmla="*/ 19224 h 141907"/>
              <a:gd name="csX30" fmla="*/ 117222 w 141925"/>
              <a:gd name="csY30" fmla="*/ 19224 h 141907"/>
              <a:gd name="csX31" fmla="*/ 113565 w 141925"/>
              <a:gd name="csY31" fmla="*/ 20840 h 141907"/>
              <a:gd name="csX32" fmla="*/ 106045 w 141925"/>
              <a:gd name="csY32" fmla="*/ 28359 h 141907"/>
              <a:gd name="csX33" fmla="*/ 104496 w 141925"/>
              <a:gd name="csY33" fmla="*/ 32118 h 141907"/>
              <a:gd name="csX34" fmla="*/ 106045 w 141925"/>
              <a:gd name="csY34" fmla="*/ 35878 h 141907"/>
              <a:gd name="csX35" fmla="*/ 109805 w 141925"/>
              <a:gd name="csY35" fmla="*/ 37443 h 141907"/>
              <a:gd name="csX36" fmla="*/ 113582 w 141925"/>
              <a:gd name="csY36" fmla="*/ 35878 h 141907"/>
              <a:gd name="csX37" fmla="*/ 121085 w 141925"/>
              <a:gd name="csY37" fmla="*/ 28359 h 141907"/>
              <a:gd name="csX38" fmla="*/ 122599 w 141925"/>
              <a:gd name="csY38" fmla="*/ 25603 h 141907"/>
              <a:gd name="csX39" fmla="*/ 122292 w 141925"/>
              <a:gd name="csY39" fmla="*/ 22473 h 141907"/>
              <a:gd name="csX40" fmla="*/ 120251 w 141925"/>
              <a:gd name="csY40" fmla="*/ 20075 h 141907"/>
              <a:gd name="csX41" fmla="*/ 117222 w 141925"/>
              <a:gd name="csY41" fmla="*/ 19224 h 141907"/>
              <a:gd name="csX42" fmla="*/ 70963 w 141925"/>
              <a:gd name="csY42" fmla="*/ 31982 h 141907"/>
              <a:gd name="csX43" fmla="*/ 43401 w 141925"/>
              <a:gd name="csY43" fmla="*/ 43397 h 141907"/>
              <a:gd name="csX44" fmla="*/ 31968 w 141925"/>
              <a:gd name="csY44" fmla="*/ 70955 h 141907"/>
              <a:gd name="csX45" fmla="*/ 43401 w 141925"/>
              <a:gd name="csY45" fmla="*/ 98530 h 141907"/>
              <a:gd name="csX46" fmla="*/ 70963 w 141925"/>
              <a:gd name="csY46" fmla="*/ 109944 h 141907"/>
              <a:gd name="csX47" fmla="*/ 98542 w 141925"/>
              <a:gd name="csY47" fmla="*/ 98530 h 141907"/>
              <a:gd name="csX48" fmla="*/ 109958 w 141925"/>
              <a:gd name="csY48" fmla="*/ 70955 h 141907"/>
              <a:gd name="csX49" fmla="*/ 98542 w 141925"/>
              <a:gd name="csY49" fmla="*/ 43397 h 141907"/>
              <a:gd name="csX50" fmla="*/ 70963 w 141925"/>
              <a:gd name="csY50" fmla="*/ 31982 h 141907"/>
              <a:gd name="csX51" fmla="*/ 5393 w 141925"/>
              <a:gd name="csY51" fmla="*/ 65647 h 141907"/>
              <a:gd name="csX52" fmla="*/ 3335 w 141925"/>
              <a:gd name="csY52" fmla="*/ 66022 h 141907"/>
              <a:gd name="csX53" fmla="*/ 1582 w 141925"/>
              <a:gd name="csY53" fmla="*/ 67178 h 141907"/>
              <a:gd name="csX54" fmla="*/ 408 w 141925"/>
              <a:gd name="csY54" fmla="*/ 68913 h 141907"/>
              <a:gd name="csX55" fmla="*/ 0 w 141925"/>
              <a:gd name="csY55" fmla="*/ 70955 h 141907"/>
              <a:gd name="csX56" fmla="*/ 408 w 141925"/>
              <a:gd name="csY56" fmla="*/ 73013 h 141907"/>
              <a:gd name="csX57" fmla="*/ 1582 w 141925"/>
              <a:gd name="csY57" fmla="*/ 74748 h 141907"/>
              <a:gd name="csX58" fmla="*/ 3335 w 141925"/>
              <a:gd name="csY58" fmla="*/ 75888 h 141907"/>
              <a:gd name="csX59" fmla="*/ 5393 w 141925"/>
              <a:gd name="csY59" fmla="*/ 76279 h 141907"/>
              <a:gd name="csX60" fmla="*/ 16027 w 141925"/>
              <a:gd name="csY60" fmla="*/ 76279 h 141907"/>
              <a:gd name="csX61" fmla="*/ 18085 w 141925"/>
              <a:gd name="csY61" fmla="*/ 75888 h 141907"/>
              <a:gd name="csX62" fmla="*/ 19838 w 141925"/>
              <a:gd name="csY62" fmla="*/ 74748 h 141907"/>
              <a:gd name="csX63" fmla="*/ 21012 w 141925"/>
              <a:gd name="csY63" fmla="*/ 73013 h 141907"/>
              <a:gd name="csX64" fmla="*/ 21420 w 141925"/>
              <a:gd name="csY64" fmla="*/ 70955 h 141907"/>
              <a:gd name="csX65" fmla="*/ 21012 w 141925"/>
              <a:gd name="csY65" fmla="*/ 68913 h 141907"/>
              <a:gd name="csX66" fmla="*/ 19838 w 141925"/>
              <a:gd name="csY66" fmla="*/ 67178 h 141907"/>
              <a:gd name="csX67" fmla="*/ 18085 w 141925"/>
              <a:gd name="csY67" fmla="*/ 66022 h 141907"/>
              <a:gd name="csX68" fmla="*/ 16027 w 141925"/>
              <a:gd name="csY68" fmla="*/ 65647 h 141907"/>
              <a:gd name="csX69" fmla="*/ 5393 w 141925"/>
              <a:gd name="csY69" fmla="*/ 65647 h 141907"/>
              <a:gd name="csX70" fmla="*/ 125899 w 141925"/>
              <a:gd name="csY70" fmla="*/ 65647 h 141907"/>
              <a:gd name="csX71" fmla="*/ 123841 w 141925"/>
              <a:gd name="csY71" fmla="*/ 66022 h 141907"/>
              <a:gd name="csX72" fmla="*/ 122088 w 141925"/>
              <a:gd name="csY72" fmla="*/ 67178 h 141907"/>
              <a:gd name="csX73" fmla="*/ 120931 w 141925"/>
              <a:gd name="csY73" fmla="*/ 68913 h 141907"/>
              <a:gd name="csX74" fmla="*/ 120506 w 141925"/>
              <a:gd name="csY74" fmla="*/ 70955 h 141907"/>
              <a:gd name="csX75" fmla="*/ 120931 w 141925"/>
              <a:gd name="csY75" fmla="*/ 73013 h 141907"/>
              <a:gd name="csX76" fmla="*/ 122088 w 141925"/>
              <a:gd name="csY76" fmla="*/ 74748 h 141907"/>
              <a:gd name="csX77" fmla="*/ 123841 w 141925"/>
              <a:gd name="csY77" fmla="*/ 75888 h 141907"/>
              <a:gd name="csX78" fmla="*/ 125899 w 141925"/>
              <a:gd name="csY78" fmla="*/ 76279 h 141907"/>
              <a:gd name="csX79" fmla="*/ 136533 w 141925"/>
              <a:gd name="csY79" fmla="*/ 76279 h 141907"/>
              <a:gd name="csX80" fmla="*/ 138591 w 141925"/>
              <a:gd name="csY80" fmla="*/ 75888 h 141907"/>
              <a:gd name="csX81" fmla="*/ 140344 w 141925"/>
              <a:gd name="csY81" fmla="*/ 74748 h 141907"/>
              <a:gd name="csX82" fmla="*/ 141518 w 141925"/>
              <a:gd name="csY82" fmla="*/ 73013 h 141907"/>
              <a:gd name="csX83" fmla="*/ 141926 w 141925"/>
              <a:gd name="csY83" fmla="*/ 70955 h 141907"/>
              <a:gd name="csX84" fmla="*/ 141518 w 141925"/>
              <a:gd name="csY84" fmla="*/ 68913 h 141907"/>
              <a:gd name="csX85" fmla="*/ 140344 w 141925"/>
              <a:gd name="csY85" fmla="*/ 67178 h 141907"/>
              <a:gd name="csX86" fmla="*/ 138591 w 141925"/>
              <a:gd name="csY86" fmla="*/ 66022 h 141907"/>
              <a:gd name="csX87" fmla="*/ 136533 w 141925"/>
              <a:gd name="csY87" fmla="*/ 65647 h 141907"/>
              <a:gd name="csX88" fmla="*/ 125899 w 141925"/>
              <a:gd name="csY88" fmla="*/ 65647 h 141907"/>
              <a:gd name="csX89" fmla="*/ 32002 w 141925"/>
              <a:gd name="csY89" fmla="*/ 104432 h 141907"/>
              <a:gd name="csX90" fmla="*/ 28361 w 141925"/>
              <a:gd name="csY90" fmla="*/ 106032 h 141907"/>
              <a:gd name="csX91" fmla="*/ 20841 w 141925"/>
              <a:gd name="csY91" fmla="*/ 113551 h 141907"/>
              <a:gd name="csX92" fmla="*/ 19684 w 141925"/>
              <a:gd name="csY92" fmla="*/ 115286 h 141907"/>
              <a:gd name="csX93" fmla="*/ 19276 w 141925"/>
              <a:gd name="csY93" fmla="*/ 117310 h 141907"/>
              <a:gd name="csX94" fmla="*/ 19684 w 141925"/>
              <a:gd name="csY94" fmla="*/ 119351 h 141907"/>
              <a:gd name="csX95" fmla="*/ 20841 w 141925"/>
              <a:gd name="csY95" fmla="*/ 121086 h 141907"/>
              <a:gd name="csX96" fmla="*/ 22560 w 141925"/>
              <a:gd name="csY96" fmla="*/ 122226 h 141907"/>
              <a:gd name="csX97" fmla="*/ 24601 w 141925"/>
              <a:gd name="csY97" fmla="*/ 122635 h 141907"/>
              <a:gd name="csX98" fmla="*/ 26643 w 141925"/>
              <a:gd name="csY98" fmla="*/ 122226 h 141907"/>
              <a:gd name="csX99" fmla="*/ 28361 w 141925"/>
              <a:gd name="csY99" fmla="*/ 121086 h 141907"/>
              <a:gd name="csX100" fmla="*/ 35881 w 141925"/>
              <a:gd name="csY100" fmla="*/ 113568 h 141907"/>
              <a:gd name="csX101" fmla="*/ 37395 w 141925"/>
              <a:gd name="csY101" fmla="*/ 110795 h 141907"/>
              <a:gd name="csX102" fmla="*/ 37072 w 141925"/>
              <a:gd name="csY102" fmla="*/ 107665 h 141907"/>
              <a:gd name="csX103" fmla="*/ 35048 w 141925"/>
              <a:gd name="csY103" fmla="*/ 105266 h 141907"/>
              <a:gd name="csX104" fmla="*/ 32002 w 141925"/>
              <a:gd name="csY104" fmla="*/ 104432 h 141907"/>
              <a:gd name="csX105" fmla="*/ 109754 w 141925"/>
              <a:gd name="csY105" fmla="*/ 104432 h 141907"/>
              <a:gd name="csX106" fmla="*/ 106776 w 141925"/>
              <a:gd name="csY106" fmla="*/ 105334 h 141907"/>
              <a:gd name="csX107" fmla="*/ 104820 w 141925"/>
              <a:gd name="csY107" fmla="*/ 107750 h 141907"/>
              <a:gd name="csX108" fmla="*/ 104547 w 141925"/>
              <a:gd name="csY108" fmla="*/ 110846 h 141907"/>
              <a:gd name="csX109" fmla="*/ 106045 w 141925"/>
              <a:gd name="csY109" fmla="*/ 113568 h 141907"/>
              <a:gd name="csX110" fmla="*/ 113565 w 141925"/>
              <a:gd name="csY110" fmla="*/ 121086 h 141907"/>
              <a:gd name="csX111" fmla="*/ 115300 w 141925"/>
              <a:gd name="csY111" fmla="*/ 122226 h 141907"/>
              <a:gd name="csX112" fmla="*/ 117324 w 141925"/>
              <a:gd name="csY112" fmla="*/ 122635 h 141907"/>
              <a:gd name="csX113" fmla="*/ 119366 w 141925"/>
              <a:gd name="csY113" fmla="*/ 122226 h 141907"/>
              <a:gd name="csX114" fmla="*/ 121085 w 141925"/>
              <a:gd name="csY114" fmla="*/ 121086 h 141907"/>
              <a:gd name="csX115" fmla="*/ 122241 w 141925"/>
              <a:gd name="csY115" fmla="*/ 119351 h 141907"/>
              <a:gd name="csX116" fmla="*/ 122650 w 141925"/>
              <a:gd name="csY116" fmla="*/ 117310 h 141907"/>
              <a:gd name="csX117" fmla="*/ 122241 w 141925"/>
              <a:gd name="csY117" fmla="*/ 115286 h 141907"/>
              <a:gd name="csX118" fmla="*/ 121085 w 141925"/>
              <a:gd name="csY118" fmla="*/ 113551 h 141907"/>
              <a:gd name="csX119" fmla="*/ 113582 w 141925"/>
              <a:gd name="csY119" fmla="*/ 106032 h 141907"/>
              <a:gd name="csX120" fmla="*/ 111829 w 141925"/>
              <a:gd name="csY120" fmla="*/ 104841 h 141907"/>
              <a:gd name="csX121" fmla="*/ 109754 w 141925"/>
              <a:gd name="csY121" fmla="*/ 104432 h 141907"/>
              <a:gd name="csX122" fmla="*/ 70878 w 141925"/>
              <a:gd name="csY122" fmla="*/ 120491 h 141907"/>
              <a:gd name="csX123" fmla="*/ 67152 w 141925"/>
              <a:gd name="csY123" fmla="*/ 122107 h 141907"/>
              <a:gd name="csX124" fmla="*/ 65655 w 141925"/>
              <a:gd name="csY124" fmla="*/ 125884 h 141907"/>
              <a:gd name="csX125" fmla="*/ 65655 w 141925"/>
              <a:gd name="csY125" fmla="*/ 136516 h 141907"/>
              <a:gd name="csX126" fmla="*/ 66029 w 141925"/>
              <a:gd name="csY126" fmla="*/ 138574 h 141907"/>
              <a:gd name="csX127" fmla="*/ 67186 w 141925"/>
              <a:gd name="csY127" fmla="*/ 140326 h 141907"/>
              <a:gd name="csX128" fmla="*/ 68904 w 141925"/>
              <a:gd name="csY128" fmla="*/ 141500 h 141907"/>
              <a:gd name="csX129" fmla="*/ 70963 w 141925"/>
              <a:gd name="csY129" fmla="*/ 141908 h 141907"/>
              <a:gd name="csX130" fmla="*/ 73022 w 141925"/>
              <a:gd name="csY130" fmla="*/ 141500 h 141907"/>
              <a:gd name="csX131" fmla="*/ 74757 w 141925"/>
              <a:gd name="csY131" fmla="*/ 140326 h 141907"/>
              <a:gd name="csX132" fmla="*/ 75897 w 141925"/>
              <a:gd name="csY132" fmla="*/ 138574 h 141907"/>
              <a:gd name="csX133" fmla="*/ 76288 w 141925"/>
              <a:gd name="csY133" fmla="*/ 136516 h 141907"/>
              <a:gd name="csX134" fmla="*/ 76288 w 141925"/>
              <a:gd name="csY134" fmla="*/ 125884 h 141907"/>
              <a:gd name="csX135" fmla="*/ 75897 w 141925"/>
              <a:gd name="csY135" fmla="*/ 123808 h 141907"/>
              <a:gd name="csX136" fmla="*/ 74723 w 141925"/>
              <a:gd name="csY136" fmla="*/ 122056 h 141907"/>
              <a:gd name="csX137" fmla="*/ 72954 w 141925"/>
              <a:gd name="csY137" fmla="*/ 120882 h 141907"/>
              <a:gd name="csX138" fmla="*/ 70878 w 141925"/>
              <a:gd name="csY138" fmla="*/ 120491 h 141907"/>
            </a:gdLst>
            <a:ahLst/>
            <a:cxnLst/>
            <a:rect l="l" t="t" r="r" b="b"/>
            <a:pathLst>
              <a:path w="100000" h="100000">
                <a:moveTo>
                  <a:pt x="49940" y="7"/>
                </a:moveTo>
                <a:cubicBezTo>
                  <a:pt x="48946" y="19"/>
                  <a:pt x="48011" y="427"/>
                  <a:pt x="47315" y="1146"/>
                </a:cubicBezTo>
                <a:cubicBezTo>
                  <a:pt x="46620" y="1853"/>
                  <a:pt x="46236" y="2812"/>
                  <a:pt x="46260" y="3807"/>
                </a:cubicBezTo>
                <a:lnTo>
                  <a:pt x="46260" y="11298"/>
                </a:lnTo>
                <a:cubicBezTo>
                  <a:pt x="46248" y="11789"/>
                  <a:pt x="46344" y="12293"/>
                  <a:pt x="46524" y="12748"/>
                </a:cubicBezTo>
                <a:cubicBezTo>
                  <a:pt x="46716" y="13204"/>
                  <a:pt x="46979" y="13623"/>
                  <a:pt x="47339" y="13983"/>
                </a:cubicBezTo>
                <a:cubicBezTo>
                  <a:pt x="47686" y="14331"/>
                  <a:pt x="48094" y="14618"/>
                  <a:pt x="48550" y="14810"/>
                </a:cubicBezTo>
                <a:cubicBezTo>
                  <a:pt x="49017" y="15002"/>
                  <a:pt x="49509" y="15098"/>
                  <a:pt x="50000" y="15098"/>
                </a:cubicBezTo>
                <a:cubicBezTo>
                  <a:pt x="50504" y="15098"/>
                  <a:pt x="50995" y="15002"/>
                  <a:pt x="51451" y="14810"/>
                </a:cubicBezTo>
                <a:cubicBezTo>
                  <a:pt x="51906" y="14618"/>
                  <a:pt x="52326" y="14331"/>
                  <a:pt x="52674" y="13983"/>
                </a:cubicBezTo>
                <a:cubicBezTo>
                  <a:pt x="53021" y="13623"/>
                  <a:pt x="53297" y="13204"/>
                  <a:pt x="53477" y="12748"/>
                </a:cubicBezTo>
                <a:cubicBezTo>
                  <a:pt x="53668" y="12293"/>
                  <a:pt x="53752" y="11789"/>
                  <a:pt x="53752" y="11298"/>
                </a:cubicBezTo>
                <a:lnTo>
                  <a:pt x="53752" y="3807"/>
                </a:lnTo>
                <a:cubicBezTo>
                  <a:pt x="53752" y="3303"/>
                  <a:pt x="53657" y="2812"/>
                  <a:pt x="53477" y="2345"/>
                </a:cubicBezTo>
                <a:cubicBezTo>
                  <a:pt x="53285" y="1877"/>
                  <a:pt x="53009" y="1458"/>
                  <a:pt x="52650" y="1098"/>
                </a:cubicBezTo>
                <a:cubicBezTo>
                  <a:pt x="52290" y="750"/>
                  <a:pt x="51870" y="475"/>
                  <a:pt x="51403" y="283"/>
                </a:cubicBezTo>
                <a:cubicBezTo>
                  <a:pt x="50947" y="92"/>
                  <a:pt x="50444" y="-5"/>
                  <a:pt x="49940" y="7"/>
                </a:cubicBezTo>
                <a:close/>
                <a:moveTo>
                  <a:pt x="17286" y="13552"/>
                </a:moveTo>
                <a:cubicBezTo>
                  <a:pt x="16543" y="13552"/>
                  <a:pt x="15812" y="13779"/>
                  <a:pt x="15200" y="14199"/>
                </a:cubicBezTo>
                <a:cubicBezTo>
                  <a:pt x="14577" y="14606"/>
                  <a:pt x="14098" y="15205"/>
                  <a:pt x="13822" y="15889"/>
                </a:cubicBezTo>
                <a:cubicBezTo>
                  <a:pt x="13546" y="16584"/>
                  <a:pt x="13474" y="17339"/>
                  <a:pt x="13630" y="18070"/>
                </a:cubicBezTo>
                <a:cubicBezTo>
                  <a:pt x="13773" y="18801"/>
                  <a:pt x="14145" y="19472"/>
                  <a:pt x="14685" y="19988"/>
                </a:cubicBezTo>
                <a:lnTo>
                  <a:pt x="19983" y="25286"/>
                </a:lnTo>
                <a:cubicBezTo>
                  <a:pt x="20679" y="25993"/>
                  <a:pt x="21637" y="26389"/>
                  <a:pt x="22632" y="26389"/>
                </a:cubicBezTo>
                <a:cubicBezTo>
                  <a:pt x="23627" y="26389"/>
                  <a:pt x="24574" y="25993"/>
                  <a:pt x="25282" y="25286"/>
                </a:cubicBezTo>
                <a:cubicBezTo>
                  <a:pt x="25989" y="24578"/>
                  <a:pt x="26385" y="23631"/>
                  <a:pt x="26385" y="22637"/>
                </a:cubicBezTo>
                <a:cubicBezTo>
                  <a:pt x="26385" y="21642"/>
                  <a:pt x="25989" y="20683"/>
                  <a:pt x="25282" y="19988"/>
                </a:cubicBezTo>
                <a:lnTo>
                  <a:pt x="19983" y="14690"/>
                </a:lnTo>
                <a:cubicBezTo>
                  <a:pt x="19636" y="14331"/>
                  <a:pt x="19216" y="14043"/>
                  <a:pt x="18749" y="13851"/>
                </a:cubicBezTo>
                <a:cubicBezTo>
                  <a:pt x="18293" y="13659"/>
                  <a:pt x="17790" y="13552"/>
                  <a:pt x="17286" y="13552"/>
                </a:cubicBezTo>
                <a:close/>
                <a:moveTo>
                  <a:pt x="82594" y="13552"/>
                </a:moveTo>
                <a:cubicBezTo>
                  <a:pt x="81623" y="13587"/>
                  <a:pt x="80700" y="13995"/>
                  <a:pt x="80018" y="14690"/>
                </a:cubicBezTo>
                <a:lnTo>
                  <a:pt x="74719" y="19988"/>
                </a:lnTo>
                <a:cubicBezTo>
                  <a:pt x="74024" y="20683"/>
                  <a:pt x="73628" y="21642"/>
                  <a:pt x="73628" y="22637"/>
                </a:cubicBezTo>
                <a:cubicBezTo>
                  <a:pt x="73628" y="23631"/>
                  <a:pt x="74024" y="24578"/>
                  <a:pt x="74719" y="25286"/>
                </a:cubicBezTo>
                <a:cubicBezTo>
                  <a:pt x="75426" y="25993"/>
                  <a:pt x="76373" y="26389"/>
                  <a:pt x="77368" y="26389"/>
                </a:cubicBezTo>
                <a:cubicBezTo>
                  <a:pt x="78363" y="26389"/>
                  <a:pt x="79322" y="25993"/>
                  <a:pt x="80030" y="25286"/>
                </a:cubicBezTo>
                <a:lnTo>
                  <a:pt x="85316" y="19988"/>
                </a:lnTo>
                <a:cubicBezTo>
                  <a:pt x="85867" y="19460"/>
                  <a:pt x="86239" y="18790"/>
                  <a:pt x="86383" y="18046"/>
                </a:cubicBezTo>
                <a:cubicBezTo>
                  <a:pt x="86539" y="17303"/>
                  <a:pt x="86455" y="16536"/>
                  <a:pt x="86167" y="15841"/>
                </a:cubicBezTo>
                <a:cubicBezTo>
                  <a:pt x="85867" y="15145"/>
                  <a:pt x="85363" y="14558"/>
                  <a:pt x="84729" y="14151"/>
                </a:cubicBezTo>
                <a:cubicBezTo>
                  <a:pt x="84093" y="13743"/>
                  <a:pt x="83350" y="13528"/>
                  <a:pt x="82594" y="13552"/>
                </a:cubicBezTo>
                <a:close/>
                <a:moveTo>
                  <a:pt x="50000" y="22541"/>
                </a:moveTo>
                <a:cubicBezTo>
                  <a:pt x="42712" y="22541"/>
                  <a:pt x="35723" y="25430"/>
                  <a:pt x="30580" y="30584"/>
                </a:cubicBezTo>
                <a:cubicBezTo>
                  <a:pt x="25425" y="35726"/>
                  <a:pt x="22525" y="42713"/>
                  <a:pt x="22525" y="50001"/>
                </a:cubicBezTo>
                <a:cubicBezTo>
                  <a:pt x="22525" y="57289"/>
                  <a:pt x="25425" y="64276"/>
                  <a:pt x="30580" y="69430"/>
                </a:cubicBezTo>
                <a:cubicBezTo>
                  <a:pt x="35723" y="74572"/>
                  <a:pt x="42712" y="77473"/>
                  <a:pt x="50000" y="77473"/>
                </a:cubicBezTo>
                <a:cubicBezTo>
                  <a:pt x="57289" y="77473"/>
                  <a:pt x="64278" y="74572"/>
                  <a:pt x="69432" y="69430"/>
                </a:cubicBezTo>
                <a:cubicBezTo>
                  <a:pt x="74575" y="64276"/>
                  <a:pt x="77476" y="57289"/>
                  <a:pt x="77476" y="50001"/>
                </a:cubicBezTo>
                <a:cubicBezTo>
                  <a:pt x="77476" y="42713"/>
                  <a:pt x="74575" y="35726"/>
                  <a:pt x="69432" y="30584"/>
                </a:cubicBezTo>
                <a:cubicBezTo>
                  <a:pt x="64278" y="25430"/>
                  <a:pt x="57289" y="22541"/>
                  <a:pt x="50000" y="22541"/>
                </a:cubicBezTo>
                <a:close/>
                <a:moveTo>
                  <a:pt x="3800" y="46261"/>
                </a:moveTo>
                <a:cubicBezTo>
                  <a:pt x="3309" y="46249"/>
                  <a:pt x="2805" y="46345"/>
                  <a:pt x="2350" y="46525"/>
                </a:cubicBezTo>
                <a:cubicBezTo>
                  <a:pt x="1894" y="46717"/>
                  <a:pt x="1475" y="46992"/>
                  <a:pt x="1115" y="47340"/>
                </a:cubicBezTo>
                <a:cubicBezTo>
                  <a:pt x="767" y="47688"/>
                  <a:pt x="480" y="48095"/>
                  <a:pt x="287" y="48562"/>
                </a:cubicBezTo>
                <a:cubicBezTo>
                  <a:pt x="96" y="49018"/>
                  <a:pt x="0" y="49509"/>
                  <a:pt x="0" y="50001"/>
                </a:cubicBezTo>
                <a:cubicBezTo>
                  <a:pt x="0" y="50504"/>
                  <a:pt x="96" y="50996"/>
                  <a:pt x="287" y="51451"/>
                </a:cubicBezTo>
                <a:cubicBezTo>
                  <a:pt x="480" y="51907"/>
                  <a:pt x="767" y="52326"/>
                  <a:pt x="1115" y="52674"/>
                </a:cubicBezTo>
                <a:cubicBezTo>
                  <a:pt x="1475" y="53022"/>
                  <a:pt x="1894" y="53297"/>
                  <a:pt x="2350" y="53477"/>
                </a:cubicBezTo>
                <a:cubicBezTo>
                  <a:pt x="2805" y="53668"/>
                  <a:pt x="3309" y="53752"/>
                  <a:pt x="3800" y="53752"/>
                </a:cubicBezTo>
                <a:lnTo>
                  <a:pt x="11293" y="53752"/>
                </a:lnTo>
                <a:cubicBezTo>
                  <a:pt x="11784" y="53752"/>
                  <a:pt x="12275" y="53668"/>
                  <a:pt x="12743" y="53477"/>
                </a:cubicBezTo>
                <a:cubicBezTo>
                  <a:pt x="13199" y="53297"/>
                  <a:pt x="13618" y="53022"/>
                  <a:pt x="13978" y="52674"/>
                </a:cubicBezTo>
                <a:cubicBezTo>
                  <a:pt x="14325" y="52326"/>
                  <a:pt x="14613" y="51907"/>
                  <a:pt x="14805" y="51451"/>
                </a:cubicBezTo>
                <a:cubicBezTo>
                  <a:pt x="14997" y="50996"/>
                  <a:pt x="15092" y="50504"/>
                  <a:pt x="15092" y="50001"/>
                </a:cubicBezTo>
                <a:cubicBezTo>
                  <a:pt x="15092" y="49509"/>
                  <a:pt x="14997" y="49018"/>
                  <a:pt x="14805" y="48562"/>
                </a:cubicBezTo>
                <a:cubicBezTo>
                  <a:pt x="14613" y="48095"/>
                  <a:pt x="14325" y="47688"/>
                  <a:pt x="13978" y="47340"/>
                </a:cubicBezTo>
                <a:cubicBezTo>
                  <a:pt x="13618" y="46992"/>
                  <a:pt x="13199" y="46717"/>
                  <a:pt x="12743" y="46525"/>
                </a:cubicBezTo>
                <a:cubicBezTo>
                  <a:pt x="12275" y="46345"/>
                  <a:pt x="11784" y="46249"/>
                  <a:pt x="11293" y="46261"/>
                </a:cubicBezTo>
                <a:lnTo>
                  <a:pt x="3800" y="46261"/>
                </a:lnTo>
                <a:close/>
                <a:moveTo>
                  <a:pt x="88708" y="46261"/>
                </a:moveTo>
                <a:cubicBezTo>
                  <a:pt x="88217" y="46249"/>
                  <a:pt x="87725" y="46345"/>
                  <a:pt x="87258" y="46525"/>
                </a:cubicBezTo>
                <a:cubicBezTo>
                  <a:pt x="86802" y="46717"/>
                  <a:pt x="86383" y="46992"/>
                  <a:pt x="86023" y="47340"/>
                </a:cubicBezTo>
                <a:cubicBezTo>
                  <a:pt x="85676" y="47688"/>
                  <a:pt x="85400" y="48095"/>
                  <a:pt x="85208" y="48562"/>
                </a:cubicBezTo>
                <a:cubicBezTo>
                  <a:pt x="85016" y="49018"/>
                  <a:pt x="84908" y="49509"/>
                  <a:pt x="84908" y="50001"/>
                </a:cubicBezTo>
                <a:cubicBezTo>
                  <a:pt x="84908" y="50504"/>
                  <a:pt x="85016" y="50996"/>
                  <a:pt x="85208" y="51451"/>
                </a:cubicBezTo>
                <a:cubicBezTo>
                  <a:pt x="85400" y="51907"/>
                  <a:pt x="85676" y="52326"/>
                  <a:pt x="86023" y="52674"/>
                </a:cubicBezTo>
                <a:cubicBezTo>
                  <a:pt x="86383" y="53022"/>
                  <a:pt x="86802" y="53297"/>
                  <a:pt x="87258" y="53477"/>
                </a:cubicBezTo>
                <a:cubicBezTo>
                  <a:pt x="87725" y="53668"/>
                  <a:pt x="88217" y="53752"/>
                  <a:pt x="88708" y="53752"/>
                </a:cubicBezTo>
                <a:lnTo>
                  <a:pt x="96201" y="53752"/>
                </a:lnTo>
                <a:cubicBezTo>
                  <a:pt x="96704" y="53752"/>
                  <a:pt x="97196" y="53668"/>
                  <a:pt x="97651" y="53477"/>
                </a:cubicBezTo>
                <a:cubicBezTo>
                  <a:pt x="98119" y="53297"/>
                  <a:pt x="98538" y="53022"/>
                  <a:pt x="98886" y="52674"/>
                </a:cubicBezTo>
                <a:cubicBezTo>
                  <a:pt x="99245" y="52326"/>
                  <a:pt x="99521" y="51907"/>
                  <a:pt x="99713" y="51451"/>
                </a:cubicBezTo>
                <a:cubicBezTo>
                  <a:pt x="99905" y="50996"/>
                  <a:pt x="100001" y="50504"/>
                  <a:pt x="100001" y="50001"/>
                </a:cubicBezTo>
                <a:cubicBezTo>
                  <a:pt x="100001" y="49509"/>
                  <a:pt x="99905" y="49018"/>
                  <a:pt x="99713" y="48562"/>
                </a:cubicBezTo>
                <a:cubicBezTo>
                  <a:pt x="99521" y="48095"/>
                  <a:pt x="99245" y="47688"/>
                  <a:pt x="98886" y="47340"/>
                </a:cubicBezTo>
                <a:cubicBezTo>
                  <a:pt x="98538" y="46992"/>
                  <a:pt x="98119" y="46717"/>
                  <a:pt x="97651" y="46525"/>
                </a:cubicBezTo>
                <a:cubicBezTo>
                  <a:pt x="97196" y="46345"/>
                  <a:pt x="96704" y="46249"/>
                  <a:pt x="96201" y="46261"/>
                </a:cubicBezTo>
                <a:lnTo>
                  <a:pt x="88708" y="46261"/>
                </a:lnTo>
                <a:close/>
                <a:moveTo>
                  <a:pt x="22549" y="73589"/>
                </a:moveTo>
                <a:cubicBezTo>
                  <a:pt x="21578" y="73613"/>
                  <a:pt x="20655" y="74021"/>
                  <a:pt x="19983" y="74716"/>
                </a:cubicBezTo>
                <a:lnTo>
                  <a:pt x="14685" y="80014"/>
                </a:lnTo>
                <a:cubicBezTo>
                  <a:pt x="14337" y="80361"/>
                  <a:pt x="14062" y="80781"/>
                  <a:pt x="13869" y="81237"/>
                </a:cubicBezTo>
                <a:cubicBezTo>
                  <a:pt x="13678" y="81692"/>
                  <a:pt x="13582" y="82172"/>
                  <a:pt x="13582" y="82663"/>
                </a:cubicBezTo>
                <a:cubicBezTo>
                  <a:pt x="13582" y="83154"/>
                  <a:pt x="13678" y="83646"/>
                  <a:pt x="13869" y="84101"/>
                </a:cubicBezTo>
                <a:cubicBezTo>
                  <a:pt x="14062" y="84557"/>
                  <a:pt x="14337" y="84976"/>
                  <a:pt x="14685" y="85323"/>
                </a:cubicBezTo>
                <a:cubicBezTo>
                  <a:pt x="15033" y="85671"/>
                  <a:pt x="15440" y="85947"/>
                  <a:pt x="15896" y="86126"/>
                </a:cubicBezTo>
                <a:cubicBezTo>
                  <a:pt x="16351" y="86318"/>
                  <a:pt x="16843" y="86415"/>
                  <a:pt x="17334" y="86415"/>
                </a:cubicBezTo>
                <a:cubicBezTo>
                  <a:pt x="17826" y="86415"/>
                  <a:pt x="18317" y="86318"/>
                  <a:pt x="18773" y="86126"/>
                </a:cubicBezTo>
                <a:cubicBezTo>
                  <a:pt x="19228" y="85947"/>
                  <a:pt x="19636" y="85671"/>
                  <a:pt x="19983" y="85323"/>
                </a:cubicBezTo>
                <a:lnTo>
                  <a:pt x="25282" y="80026"/>
                </a:lnTo>
                <a:cubicBezTo>
                  <a:pt x="25821" y="79498"/>
                  <a:pt x="26193" y="78815"/>
                  <a:pt x="26348" y="78072"/>
                </a:cubicBezTo>
                <a:cubicBezTo>
                  <a:pt x="26493" y="77341"/>
                  <a:pt x="26421" y="76562"/>
                  <a:pt x="26121" y="75867"/>
                </a:cubicBezTo>
                <a:cubicBezTo>
                  <a:pt x="25821" y="75171"/>
                  <a:pt x="25330" y="74584"/>
                  <a:pt x="24695" y="74177"/>
                </a:cubicBezTo>
                <a:cubicBezTo>
                  <a:pt x="24059" y="73769"/>
                  <a:pt x="23316" y="73566"/>
                  <a:pt x="22549" y="73589"/>
                </a:cubicBezTo>
                <a:close/>
                <a:moveTo>
                  <a:pt x="77332" y="73589"/>
                </a:moveTo>
                <a:cubicBezTo>
                  <a:pt x="76589" y="73589"/>
                  <a:pt x="75858" y="73817"/>
                  <a:pt x="75234" y="74224"/>
                </a:cubicBezTo>
                <a:cubicBezTo>
                  <a:pt x="74623" y="74644"/>
                  <a:pt x="74143" y="75231"/>
                  <a:pt x="73856" y="75927"/>
                </a:cubicBezTo>
                <a:cubicBezTo>
                  <a:pt x="73580" y="76621"/>
                  <a:pt x="73508" y="77377"/>
                  <a:pt x="73664" y="78108"/>
                </a:cubicBezTo>
                <a:cubicBezTo>
                  <a:pt x="73819" y="78839"/>
                  <a:pt x="74191" y="79498"/>
                  <a:pt x="74719" y="80026"/>
                </a:cubicBezTo>
                <a:lnTo>
                  <a:pt x="80018" y="85323"/>
                </a:lnTo>
                <a:cubicBezTo>
                  <a:pt x="80365" y="85671"/>
                  <a:pt x="80784" y="85947"/>
                  <a:pt x="81240" y="86126"/>
                </a:cubicBezTo>
                <a:cubicBezTo>
                  <a:pt x="81695" y="86318"/>
                  <a:pt x="82175" y="86415"/>
                  <a:pt x="82666" y="86415"/>
                </a:cubicBezTo>
                <a:cubicBezTo>
                  <a:pt x="83158" y="86415"/>
                  <a:pt x="83650" y="86318"/>
                  <a:pt x="84105" y="86126"/>
                </a:cubicBezTo>
                <a:cubicBezTo>
                  <a:pt x="84561" y="85947"/>
                  <a:pt x="84968" y="85671"/>
                  <a:pt x="85316" y="85323"/>
                </a:cubicBezTo>
                <a:cubicBezTo>
                  <a:pt x="85676" y="84976"/>
                  <a:pt x="85951" y="84557"/>
                  <a:pt x="86131" y="84101"/>
                </a:cubicBezTo>
                <a:cubicBezTo>
                  <a:pt x="86323" y="83646"/>
                  <a:pt x="86419" y="83154"/>
                  <a:pt x="86419" y="82663"/>
                </a:cubicBezTo>
                <a:cubicBezTo>
                  <a:pt x="86419" y="82172"/>
                  <a:pt x="86323" y="81692"/>
                  <a:pt x="86131" y="81237"/>
                </a:cubicBezTo>
                <a:cubicBezTo>
                  <a:pt x="85951" y="80781"/>
                  <a:pt x="85676" y="80361"/>
                  <a:pt x="85316" y="80014"/>
                </a:cubicBezTo>
                <a:lnTo>
                  <a:pt x="80030" y="74716"/>
                </a:lnTo>
                <a:cubicBezTo>
                  <a:pt x="79670" y="74356"/>
                  <a:pt x="79250" y="74081"/>
                  <a:pt x="78794" y="73877"/>
                </a:cubicBezTo>
                <a:cubicBezTo>
                  <a:pt x="78327" y="73685"/>
                  <a:pt x="77835" y="73589"/>
                  <a:pt x="77332" y="73589"/>
                </a:cubicBezTo>
                <a:close/>
                <a:moveTo>
                  <a:pt x="49940" y="84904"/>
                </a:moveTo>
                <a:cubicBezTo>
                  <a:pt x="48946" y="84928"/>
                  <a:pt x="48011" y="85335"/>
                  <a:pt x="47315" y="86043"/>
                </a:cubicBezTo>
                <a:cubicBezTo>
                  <a:pt x="46620" y="86762"/>
                  <a:pt x="46236" y="87721"/>
                  <a:pt x="46260" y="88704"/>
                </a:cubicBezTo>
                <a:lnTo>
                  <a:pt x="46260" y="96195"/>
                </a:lnTo>
                <a:cubicBezTo>
                  <a:pt x="46248" y="96698"/>
                  <a:pt x="46344" y="97190"/>
                  <a:pt x="46524" y="97645"/>
                </a:cubicBezTo>
                <a:cubicBezTo>
                  <a:pt x="46716" y="98112"/>
                  <a:pt x="46979" y="98532"/>
                  <a:pt x="47339" y="98880"/>
                </a:cubicBezTo>
                <a:cubicBezTo>
                  <a:pt x="47686" y="99239"/>
                  <a:pt x="48094" y="99515"/>
                  <a:pt x="48550" y="99707"/>
                </a:cubicBezTo>
                <a:cubicBezTo>
                  <a:pt x="49017" y="99899"/>
                  <a:pt x="49509" y="99994"/>
                  <a:pt x="50000" y="99994"/>
                </a:cubicBezTo>
                <a:cubicBezTo>
                  <a:pt x="50504" y="99994"/>
                  <a:pt x="50995" y="99899"/>
                  <a:pt x="51451" y="99707"/>
                </a:cubicBezTo>
                <a:cubicBezTo>
                  <a:pt x="51906" y="99515"/>
                  <a:pt x="52326" y="99239"/>
                  <a:pt x="52674" y="98880"/>
                </a:cubicBezTo>
                <a:cubicBezTo>
                  <a:pt x="53021" y="98532"/>
                  <a:pt x="53297" y="98112"/>
                  <a:pt x="53477" y="97645"/>
                </a:cubicBezTo>
                <a:cubicBezTo>
                  <a:pt x="53668" y="97190"/>
                  <a:pt x="53752" y="96698"/>
                  <a:pt x="53752" y="96195"/>
                </a:cubicBezTo>
                <a:lnTo>
                  <a:pt x="53752" y="88704"/>
                </a:lnTo>
                <a:cubicBezTo>
                  <a:pt x="53752" y="88212"/>
                  <a:pt x="53657" y="87709"/>
                  <a:pt x="53477" y="87241"/>
                </a:cubicBezTo>
                <a:cubicBezTo>
                  <a:pt x="53285" y="86774"/>
                  <a:pt x="53009" y="86354"/>
                  <a:pt x="52650" y="86007"/>
                </a:cubicBezTo>
                <a:cubicBezTo>
                  <a:pt x="52290" y="85647"/>
                  <a:pt x="51870" y="85371"/>
                  <a:pt x="51403" y="85179"/>
                </a:cubicBezTo>
                <a:cubicBezTo>
                  <a:pt x="50947" y="84988"/>
                  <a:pt x="50444" y="84904"/>
                  <a:pt x="49940" y="849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9" name="Красный — SVG 22">
            <a:extLst>
              <a:ext uri="{FF2B5EF4-FFF2-40B4-BE49-F238E27FC236}">
                <a16:creationId xmlns:a16="http://schemas.microsoft.com/office/drawing/2014/main" id="{142C42F8-3FCE-9D43-AB89-44AD5BAB3525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63877 w 145395"/>
              <a:gd name="csY0" fmla="*/ 0 h 152385"/>
              <a:gd name="csX1" fmla="*/ 42610 w 145395"/>
              <a:gd name="csY1" fmla="*/ 21264 h 152385"/>
              <a:gd name="csX2" fmla="*/ 5393 w 145395"/>
              <a:gd name="csY2" fmla="*/ 21264 h 152385"/>
              <a:gd name="csX3" fmla="*/ 3335 w 145395"/>
              <a:gd name="csY3" fmla="*/ 21655 h 152385"/>
              <a:gd name="csX4" fmla="*/ 1584 w 145395"/>
              <a:gd name="csY4" fmla="*/ 22795 h 152385"/>
              <a:gd name="csX5" fmla="*/ 412 w 145395"/>
              <a:gd name="csY5" fmla="*/ 24530 h 152385"/>
              <a:gd name="csX6" fmla="*/ 0 w 145395"/>
              <a:gd name="csY6" fmla="*/ 26572 h 152385"/>
              <a:gd name="csX7" fmla="*/ 412 w 145395"/>
              <a:gd name="csY7" fmla="*/ 28630 h 152385"/>
              <a:gd name="csX8" fmla="*/ 1584 w 145395"/>
              <a:gd name="csY8" fmla="*/ 30365 h 152385"/>
              <a:gd name="csX9" fmla="*/ 3335 w 145395"/>
              <a:gd name="csY9" fmla="*/ 31505 h 152385"/>
              <a:gd name="csX10" fmla="*/ 5393 w 145395"/>
              <a:gd name="csY10" fmla="*/ 31896 h 152385"/>
              <a:gd name="csX11" fmla="*/ 14254 w 145395"/>
              <a:gd name="csY11" fmla="*/ 31896 h 152385"/>
              <a:gd name="csX12" fmla="*/ 14254 w 145395"/>
              <a:gd name="csY12" fmla="*/ 122259 h 152385"/>
              <a:gd name="csX13" fmla="*/ 33748 w 145395"/>
              <a:gd name="csY13" fmla="*/ 141754 h 152385"/>
              <a:gd name="csX14" fmla="*/ 75451 w 145395"/>
              <a:gd name="csY14" fmla="*/ 141754 h 152385"/>
              <a:gd name="csX15" fmla="*/ 74711 w 145395"/>
              <a:gd name="csY15" fmla="*/ 137348 h 152385"/>
              <a:gd name="csX16" fmla="*/ 60331 w 145395"/>
              <a:gd name="csY16" fmla="*/ 109041 h 152385"/>
              <a:gd name="csX17" fmla="*/ 74510 w 145395"/>
              <a:gd name="csY17" fmla="*/ 79170 h 152385"/>
              <a:gd name="csX18" fmla="*/ 74510 w 145395"/>
              <a:gd name="csY18" fmla="*/ 54929 h 152385"/>
              <a:gd name="csX19" fmla="*/ 79827 w 145395"/>
              <a:gd name="csY19" fmla="*/ 49621 h 152385"/>
              <a:gd name="csX20" fmla="*/ 85144 w 145395"/>
              <a:gd name="csY20" fmla="*/ 54929 h 152385"/>
              <a:gd name="csX21" fmla="*/ 85144 w 145395"/>
              <a:gd name="csY21" fmla="*/ 73012 h 152385"/>
              <a:gd name="csX22" fmla="*/ 87172 w 145395"/>
              <a:gd name="csY22" fmla="*/ 72110 h 152385"/>
              <a:gd name="csX23" fmla="*/ 113498 w 145395"/>
              <a:gd name="csY23" fmla="*/ 67347 h 152385"/>
              <a:gd name="csX24" fmla="*/ 113498 w 145395"/>
              <a:gd name="csY24" fmla="*/ 31896 h 152385"/>
              <a:gd name="csX25" fmla="*/ 122360 w 145395"/>
              <a:gd name="csY25" fmla="*/ 31896 h 152385"/>
              <a:gd name="csX26" fmla="*/ 124417 w 145395"/>
              <a:gd name="csY26" fmla="*/ 31505 h 152385"/>
              <a:gd name="csX27" fmla="*/ 126168 w 145395"/>
              <a:gd name="csY27" fmla="*/ 30365 h 152385"/>
              <a:gd name="csX28" fmla="*/ 127340 w 145395"/>
              <a:gd name="csY28" fmla="*/ 28630 h 152385"/>
              <a:gd name="csX29" fmla="*/ 127752 w 145395"/>
              <a:gd name="csY29" fmla="*/ 26572 h 152385"/>
              <a:gd name="csX30" fmla="*/ 127340 w 145395"/>
              <a:gd name="csY30" fmla="*/ 24530 h 152385"/>
              <a:gd name="csX31" fmla="*/ 126168 w 145395"/>
              <a:gd name="csY31" fmla="*/ 22795 h 152385"/>
              <a:gd name="csX32" fmla="*/ 124417 w 145395"/>
              <a:gd name="csY32" fmla="*/ 21655 h 152385"/>
              <a:gd name="csX33" fmla="*/ 122360 w 145395"/>
              <a:gd name="csY33" fmla="*/ 21264 h 152385"/>
              <a:gd name="csX34" fmla="*/ 85144 w 145395"/>
              <a:gd name="csY34" fmla="*/ 21264 h 152385"/>
              <a:gd name="csX35" fmla="*/ 63877 w 145395"/>
              <a:gd name="csY35" fmla="*/ 0 h 152385"/>
              <a:gd name="csX36" fmla="*/ 63877 w 145395"/>
              <a:gd name="csY36" fmla="*/ 10632 h 152385"/>
              <a:gd name="csX37" fmla="*/ 74510 w 145395"/>
              <a:gd name="csY37" fmla="*/ 21264 h 152385"/>
              <a:gd name="csX38" fmla="*/ 53243 w 145395"/>
              <a:gd name="csY38" fmla="*/ 21264 h 152385"/>
              <a:gd name="csX39" fmla="*/ 63877 w 145395"/>
              <a:gd name="csY39" fmla="*/ 10632 h 152385"/>
              <a:gd name="csX40" fmla="*/ 47927 w 145395"/>
              <a:gd name="csY40" fmla="*/ 49621 h 152385"/>
              <a:gd name="csX41" fmla="*/ 53243 w 145395"/>
              <a:gd name="csY41" fmla="*/ 54929 h 152385"/>
              <a:gd name="csX42" fmla="*/ 53243 w 145395"/>
              <a:gd name="csY42" fmla="*/ 108089 h 152385"/>
              <a:gd name="csX43" fmla="*/ 47927 w 145395"/>
              <a:gd name="csY43" fmla="*/ 113413 h 152385"/>
              <a:gd name="csX44" fmla="*/ 42610 w 145395"/>
              <a:gd name="csY44" fmla="*/ 108089 h 152385"/>
              <a:gd name="csX45" fmla="*/ 42610 w 145395"/>
              <a:gd name="csY45" fmla="*/ 54929 h 152385"/>
              <a:gd name="csX46" fmla="*/ 47927 w 145395"/>
              <a:gd name="csY46" fmla="*/ 49621 h 152385"/>
              <a:gd name="csX47" fmla="*/ 113852 w 145395"/>
              <a:gd name="csY47" fmla="*/ 74424 h 152385"/>
              <a:gd name="csX48" fmla="*/ 89913 w 145395"/>
              <a:gd name="csY48" fmla="*/ 78642 h 152385"/>
              <a:gd name="csX49" fmla="*/ 67421 w 145395"/>
              <a:gd name="csY49" fmla="*/ 109041 h 152385"/>
              <a:gd name="csX50" fmla="*/ 81494 w 145395"/>
              <a:gd name="csY50" fmla="*/ 133486 h 152385"/>
              <a:gd name="csX51" fmla="*/ 85649 w 145395"/>
              <a:gd name="csY51" fmla="*/ 149732 h 152385"/>
              <a:gd name="csX52" fmla="*/ 90231 w 145395"/>
              <a:gd name="csY52" fmla="*/ 152386 h 152385"/>
              <a:gd name="csX53" fmla="*/ 92854 w 145395"/>
              <a:gd name="csY53" fmla="*/ 151705 h 152385"/>
              <a:gd name="csX54" fmla="*/ 94877 w 145395"/>
              <a:gd name="csY54" fmla="*/ 144475 h 152385"/>
              <a:gd name="csX55" fmla="*/ 92024 w 145395"/>
              <a:gd name="csY55" fmla="*/ 131139 h 152385"/>
              <a:gd name="csX56" fmla="*/ 106244 w 145395"/>
              <a:gd name="csY56" fmla="*/ 99787 h 152385"/>
              <a:gd name="csX57" fmla="*/ 111132 w 145395"/>
              <a:gd name="csY57" fmla="*/ 100910 h 152385"/>
              <a:gd name="csX58" fmla="*/ 110024 w 145395"/>
              <a:gd name="csY58" fmla="*/ 105775 h 152385"/>
              <a:gd name="csX59" fmla="*/ 99050 w 145395"/>
              <a:gd name="csY59" fmla="*/ 131139 h 152385"/>
              <a:gd name="csX60" fmla="*/ 111457 w 145395"/>
              <a:gd name="csY60" fmla="*/ 141771 h 152385"/>
              <a:gd name="csX61" fmla="*/ 134765 w 145395"/>
              <a:gd name="csY61" fmla="*/ 122259 h 152385"/>
              <a:gd name="csX62" fmla="*/ 137217 w 145395"/>
              <a:gd name="csY62" fmla="*/ 106405 h 152385"/>
              <a:gd name="csX63" fmla="*/ 143903 w 145395"/>
              <a:gd name="csY63" fmla="*/ 91043 h 152385"/>
              <a:gd name="csX64" fmla="*/ 145364 w 145395"/>
              <a:gd name="csY64" fmla="*/ 86774 h 152385"/>
              <a:gd name="csX65" fmla="*/ 143016 w 145395"/>
              <a:gd name="csY65" fmla="*/ 82912 h 152385"/>
              <a:gd name="csX66" fmla="*/ 113852 w 145395"/>
              <a:gd name="csY66" fmla="*/ 74424 h 152385"/>
            </a:gdLst>
            <a:ahLst/>
            <a:cxnLst/>
            <a:rect l="l" t="t" r="r" b="b"/>
            <a:pathLst>
              <a:path w="100000" h="100000">
                <a:moveTo>
                  <a:pt x="44212" y="0"/>
                </a:moveTo>
                <a:cubicBezTo>
                  <a:pt x="36545" y="0"/>
                  <a:pt x="30256" y="6285"/>
                  <a:pt x="30256" y="13954"/>
                </a:cubicBezTo>
                <a:lnTo>
                  <a:pt x="5833" y="13954"/>
                </a:lnTo>
                <a:cubicBezTo>
                  <a:pt x="5369" y="13943"/>
                  <a:pt x="4911" y="14032"/>
                  <a:pt x="4482" y="14211"/>
                </a:cubicBezTo>
                <a:cubicBezTo>
                  <a:pt x="4053" y="14378"/>
                  <a:pt x="3662" y="14635"/>
                  <a:pt x="3333" y="14959"/>
                </a:cubicBezTo>
                <a:cubicBezTo>
                  <a:pt x="3004" y="15282"/>
                  <a:pt x="2742" y="15673"/>
                  <a:pt x="2564" y="16097"/>
                </a:cubicBezTo>
                <a:cubicBezTo>
                  <a:pt x="2385" y="16522"/>
                  <a:pt x="2294" y="16979"/>
                  <a:pt x="2294" y="17437"/>
                </a:cubicBezTo>
                <a:cubicBezTo>
                  <a:pt x="2294" y="17906"/>
                  <a:pt x="2385" y="18363"/>
                  <a:pt x="2564" y="18788"/>
                </a:cubicBezTo>
                <a:cubicBezTo>
                  <a:pt x="2742" y="19212"/>
                  <a:pt x="3004" y="19603"/>
                  <a:pt x="3333" y="19927"/>
                </a:cubicBezTo>
                <a:cubicBezTo>
                  <a:pt x="3662" y="20250"/>
                  <a:pt x="4053" y="20507"/>
                  <a:pt x="4482" y="20675"/>
                </a:cubicBezTo>
                <a:cubicBezTo>
                  <a:pt x="4911" y="20853"/>
                  <a:pt x="5369" y="20942"/>
                  <a:pt x="5833" y="20931"/>
                </a:cubicBezTo>
                <a:lnTo>
                  <a:pt x="11647" y="20931"/>
                </a:lnTo>
                <a:lnTo>
                  <a:pt x="11647" y="80230"/>
                </a:lnTo>
                <a:cubicBezTo>
                  <a:pt x="11647" y="87285"/>
                  <a:pt x="17385" y="93024"/>
                  <a:pt x="24440" y="93024"/>
                </a:cubicBezTo>
                <a:lnTo>
                  <a:pt x="51807" y="93024"/>
                </a:lnTo>
                <a:cubicBezTo>
                  <a:pt x="51619" y="92119"/>
                  <a:pt x="51444" y="91170"/>
                  <a:pt x="51321" y="90132"/>
                </a:cubicBezTo>
                <a:cubicBezTo>
                  <a:pt x="45215" y="85410"/>
                  <a:pt x="41885" y="78890"/>
                  <a:pt x="41885" y="71556"/>
                </a:cubicBezTo>
                <a:cubicBezTo>
                  <a:pt x="41885" y="63006"/>
                  <a:pt x="44822" y="56721"/>
                  <a:pt x="51189" y="51954"/>
                </a:cubicBezTo>
                <a:lnTo>
                  <a:pt x="51189" y="36046"/>
                </a:lnTo>
                <a:cubicBezTo>
                  <a:pt x="51189" y="34126"/>
                  <a:pt x="52749" y="32563"/>
                  <a:pt x="54679" y="32563"/>
                </a:cubicBezTo>
                <a:cubicBezTo>
                  <a:pt x="56607" y="32563"/>
                  <a:pt x="58168" y="34126"/>
                  <a:pt x="58168" y="36046"/>
                </a:cubicBezTo>
                <a:lnTo>
                  <a:pt x="58168" y="47913"/>
                </a:lnTo>
                <a:cubicBezTo>
                  <a:pt x="58609" y="47711"/>
                  <a:pt x="59037" y="47511"/>
                  <a:pt x="59499" y="47321"/>
                </a:cubicBezTo>
                <a:cubicBezTo>
                  <a:pt x="64490" y="45233"/>
                  <a:pt x="70149" y="44218"/>
                  <a:pt x="76775" y="44195"/>
                </a:cubicBezTo>
                <a:lnTo>
                  <a:pt x="76775" y="20931"/>
                </a:lnTo>
                <a:lnTo>
                  <a:pt x="82590" y="20931"/>
                </a:lnTo>
                <a:cubicBezTo>
                  <a:pt x="83053" y="20942"/>
                  <a:pt x="83512" y="20853"/>
                  <a:pt x="83940" y="20675"/>
                </a:cubicBezTo>
                <a:cubicBezTo>
                  <a:pt x="84369" y="20507"/>
                  <a:pt x="84760" y="20250"/>
                  <a:pt x="85089" y="19927"/>
                </a:cubicBezTo>
                <a:cubicBezTo>
                  <a:pt x="85419" y="19603"/>
                  <a:pt x="85680" y="19212"/>
                  <a:pt x="85858" y="18788"/>
                </a:cubicBezTo>
                <a:cubicBezTo>
                  <a:pt x="86037" y="18363"/>
                  <a:pt x="86129" y="17906"/>
                  <a:pt x="86129" y="17437"/>
                </a:cubicBezTo>
                <a:cubicBezTo>
                  <a:pt x="86129" y="16979"/>
                  <a:pt x="86037" y="16522"/>
                  <a:pt x="85858" y="16097"/>
                </a:cubicBezTo>
                <a:cubicBezTo>
                  <a:pt x="85680" y="15673"/>
                  <a:pt x="85419" y="15282"/>
                  <a:pt x="85089" y="14959"/>
                </a:cubicBezTo>
                <a:cubicBezTo>
                  <a:pt x="84760" y="14635"/>
                  <a:pt x="84369" y="14378"/>
                  <a:pt x="83940" y="14211"/>
                </a:cubicBezTo>
                <a:cubicBezTo>
                  <a:pt x="83512" y="14032"/>
                  <a:pt x="83053" y="13943"/>
                  <a:pt x="82590" y="13954"/>
                </a:cubicBezTo>
                <a:lnTo>
                  <a:pt x="58168" y="13954"/>
                </a:lnTo>
                <a:cubicBezTo>
                  <a:pt x="58168" y="6285"/>
                  <a:pt x="51877" y="0"/>
                  <a:pt x="44212" y="0"/>
                </a:cubicBezTo>
                <a:close/>
                <a:moveTo>
                  <a:pt x="44212" y="6977"/>
                </a:moveTo>
                <a:cubicBezTo>
                  <a:pt x="48104" y="6977"/>
                  <a:pt x="51189" y="10058"/>
                  <a:pt x="51189" y="13954"/>
                </a:cubicBezTo>
                <a:lnTo>
                  <a:pt x="37233" y="13954"/>
                </a:lnTo>
                <a:cubicBezTo>
                  <a:pt x="37233" y="10058"/>
                  <a:pt x="40318" y="6977"/>
                  <a:pt x="44212" y="6977"/>
                </a:cubicBezTo>
                <a:close/>
                <a:moveTo>
                  <a:pt x="33745" y="32563"/>
                </a:moveTo>
                <a:cubicBezTo>
                  <a:pt x="35673" y="32563"/>
                  <a:pt x="37233" y="34126"/>
                  <a:pt x="37233" y="36046"/>
                </a:cubicBezTo>
                <a:lnTo>
                  <a:pt x="37233" y="70932"/>
                </a:lnTo>
                <a:cubicBezTo>
                  <a:pt x="37233" y="72863"/>
                  <a:pt x="35673" y="74425"/>
                  <a:pt x="33745" y="74425"/>
                </a:cubicBezTo>
                <a:cubicBezTo>
                  <a:pt x="31815" y="74425"/>
                  <a:pt x="30256" y="72863"/>
                  <a:pt x="30256" y="70932"/>
                </a:cubicBezTo>
                <a:lnTo>
                  <a:pt x="30256" y="36046"/>
                </a:lnTo>
                <a:cubicBezTo>
                  <a:pt x="30256" y="34126"/>
                  <a:pt x="31815" y="32563"/>
                  <a:pt x="33745" y="32563"/>
                </a:cubicBezTo>
                <a:close/>
                <a:moveTo>
                  <a:pt x="77007" y="48839"/>
                </a:moveTo>
                <a:cubicBezTo>
                  <a:pt x="72371" y="48839"/>
                  <a:pt x="66789" y="49308"/>
                  <a:pt x="61297" y="51607"/>
                </a:cubicBezTo>
                <a:cubicBezTo>
                  <a:pt x="51367" y="55771"/>
                  <a:pt x="46537" y="61364"/>
                  <a:pt x="46537" y="71556"/>
                </a:cubicBezTo>
                <a:cubicBezTo>
                  <a:pt x="46537" y="81380"/>
                  <a:pt x="53703" y="86236"/>
                  <a:pt x="55773" y="87598"/>
                </a:cubicBezTo>
                <a:cubicBezTo>
                  <a:pt x="56097" y="93838"/>
                  <a:pt x="58233" y="97801"/>
                  <a:pt x="58499" y="98259"/>
                </a:cubicBezTo>
                <a:cubicBezTo>
                  <a:pt x="59141" y="99375"/>
                  <a:pt x="60303" y="100001"/>
                  <a:pt x="61506" y="100001"/>
                </a:cubicBezTo>
                <a:cubicBezTo>
                  <a:pt x="62089" y="100001"/>
                  <a:pt x="62684" y="99855"/>
                  <a:pt x="63227" y="99554"/>
                </a:cubicBezTo>
                <a:cubicBezTo>
                  <a:pt x="64895" y="98605"/>
                  <a:pt x="65485" y="96484"/>
                  <a:pt x="64555" y="94809"/>
                </a:cubicBezTo>
                <a:cubicBezTo>
                  <a:pt x="64538" y="94776"/>
                  <a:pt x="62683" y="91371"/>
                  <a:pt x="62683" y="86058"/>
                </a:cubicBezTo>
                <a:cubicBezTo>
                  <a:pt x="62683" y="70094"/>
                  <a:pt x="72005" y="65483"/>
                  <a:pt x="72014" y="65483"/>
                </a:cubicBezTo>
                <a:cubicBezTo>
                  <a:pt x="73100" y="64803"/>
                  <a:pt x="74538" y="65126"/>
                  <a:pt x="75222" y="66220"/>
                </a:cubicBezTo>
                <a:cubicBezTo>
                  <a:pt x="75901" y="67303"/>
                  <a:pt x="75574" y="68732"/>
                  <a:pt x="74495" y="69413"/>
                </a:cubicBezTo>
                <a:cubicBezTo>
                  <a:pt x="74157" y="69636"/>
                  <a:pt x="67293" y="73946"/>
                  <a:pt x="67293" y="86058"/>
                </a:cubicBezTo>
                <a:cubicBezTo>
                  <a:pt x="67293" y="92990"/>
                  <a:pt x="73279" y="93035"/>
                  <a:pt x="75435" y="93035"/>
                </a:cubicBezTo>
                <a:cubicBezTo>
                  <a:pt x="82450" y="93035"/>
                  <a:pt x="87330" y="88435"/>
                  <a:pt x="90731" y="80230"/>
                </a:cubicBezTo>
                <a:cubicBezTo>
                  <a:pt x="92113" y="76323"/>
                  <a:pt x="91918" y="73845"/>
                  <a:pt x="92340" y="69826"/>
                </a:cubicBezTo>
                <a:cubicBezTo>
                  <a:pt x="92896" y="64535"/>
                  <a:pt x="94064" y="62492"/>
                  <a:pt x="96727" y="59745"/>
                </a:cubicBezTo>
                <a:cubicBezTo>
                  <a:pt x="97449" y="58998"/>
                  <a:pt x="97798" y="57971"/>
                  <a:pt x="97686" y="56944"/>
                </a:cubicBezTo>
                <a:cubicBezTo>
                  <a:pt x="97577" y="55917"/>
                  <a:pt x="97011" y="54990"/>
                  <a:pt x="96145" y="54410"/>
                </a:cubicBezTo>
                <a:cubicBezTo>
                  <a:pt x="95679" y="54108"/>
                  <a:pt x="88664" y="48851"/>
                  <a:pt x="77007" y="4883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0" name="Красный — SVG 23">
            <a:extLst>
              <a:ext uri="{FF2B5EF4-FFF2-40B4-BE49-F238E27FC236}">
                <a16:creationId xmlns:a16="http://schemas.microsoft.com/office/drawing/2014/main" id="{3680CC46-7ECC-A642-BE86-8BD19DEBB734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63876 w 141854"/>
              <a:gd name="csY0" fmla="*/ 0 h 148847"/>
              <a:gd name="csX1" fmla="*/ 42609 w 141854"/>
              <a:gd name="csY1" fmla="*/ 21264 h 148847"/>
              <a:gd name="csX2" fmla="*/ 5392 w 141854"/>
              <a:gd name="csY2" fmla="*/ 21264 h 148847"/>
              <a:gd name="csX3" fmla="*/ 3335 w 141854"/>
              <a:gd name="csY3" fmla="*/ 21655 h 148847"/>
              <a:gd name="csX4" fmla="*/ 1584 w 141854"/>
              <a:gd name="csY4" fmla="*/ 22795 h 148847"/>
              <a:gd name="csX5" fmla="*/ 412 w 141854"/>
              <a:gd name="csY5" fmla="*/ 24530 h 148847"/>
              <a:gd name="csX6" fmla="*/ 0 w 141854"/>
              <a:gd name="csY6" fmla="*/ 26572 h 148847"/>
              <a:gd name="csX7" fmla="*/ 412 w 141854"/>
              <a:gd name="csY7" fmla="*/ 28630 h 148847"/>
              <a:gd name="csX8" fmla="*/ 1584 w 141854"/>
              <a:gd name="csY8" fmla="*/ 30365 h 148847"/>
              <a:gd name="csX9" fmla="*/ 3335 w 141854"/>
              <a:gd name="csY9" fmla="*/ 31505 h 148847"/>
              <a:gd name="csX10" fmla="*/ 5392 w 141854"/>
              <a:gd name="csY10" fmla="*/ 31896 h 148847"/>
              <a:gd name="csX11" fmla="*/ 14253 w 141854"/>
              <a:gd name="csY11" fmla="*/ 31896 h 148847"/>
              <a:gd name="csX12" fmla="*/ 14253 w 141854"/>
              <a:gd name="csY12" fmla="*/ 122259 h 148847"/>
              <a:gd name="csX13" fmla="*/ 33748 w 141854"/>
              <a:gd name="csY13" fmla="*/ 141754 h 148847"/>
              <a:gd name="csX14" fmla="*/ 69663 w 141854"/>
              <a:gd name="csY14" fmla="*/ 141754 h 148847"/>
              <a:gd name="csX15" fmla="*/ 56787 w 141854"/>
              <a:gd name="csY15" fmla="*/ 109858 h 148847"/>
              <a:gd name="csX16" fmla="*/ 74509 w 141854"/>
              <a:gd name="csY16" fmla="*/ 73607 h 148847"/>
              <a:gd name="csX17" fmla="*/ 74509 w 141854"/>
              <a:gd name="csY17" fmla="*/ 54929 h 148847"/>
              <a:gd name="csX18" fmla="*/ 79826 w 141854"/>
              <a:gd name="csY18" fmla="*/ 49621 h 148847"/>
              <a:gd name="csX19" fmla="*/ 85143 w 141854"/>
              <a:gd name="csY19" fmla="*/ 54929 h 148847"/>
              <a:gd name="csX20" fmla="*/ 85143 w 141854"/>
              <a:gd name="csY20" fmla="*/ 67330 h 148847"/>
              <a:gd name="csX21" fmla="*/ 102865 w 141854"/>
              <a:gd name="csY21" fmla="*/ 63792 h 148847"/>
              <a:gd name="csX22" fmla="*/ 113498 w 141854"/>
              <a:gd name="csY22" fmla="*/ 65067 h 148847"/>
              <a:gd name="csX23" fmla="*/ 113498 w 141854"/>
              <a:gd name="csY23" fmla="*/ 31896 h 148847"/>
              <a:gd name="csX24" fmla="*/ 122360 w 141854"/>
              <a:gd name="csY24" fmla="*/ 31896 h 148847"/>
              <a:gd name="csX25" fmla="*/ 124417 w 141854"/>
              <a:gd name="csY25" fmla="*/ 31505 h 148847"/>
              <a:gd name="csX26" fmla="*/ 126168 w 141854"/>
              <a:gd name="csY26" fmla="*/ 30365 h 148847"/>
              <a:gd name="csX27" fmla="*/ 127340 w 141854"/>
              <a:gd name="csY27" fmla="*/ 28630 h 148847"/>
              <a:gd name="csX28" fmla="*/ 127752 w 141854"/>
              <a:gd name="csY28" fmla="*/ 26572 h 148847"/>
              <a:gd name="csX29" fmla="*/ 127340 w 141854"/>
              <a:gd name="csY29" fmla="*/ 24530 h 148847"/>
              <a:gd name="csX30" fmla="*/ 126168 w 141854"/>
              <a:gd name="csY30" fmla="*/ 22795 h 148847"/>
              <a:gd name="csX31" fmla="*/ 124417 w 141854"/>
              <a:gd name="csY31" fmla="*/ 21655 h 148847"/>
              <a:gd name="csX32" fmla="*/ 122360 w 141854"/>
              <a:gd name="csY32" fmla="*/ 21264 h 148847"/>
              <a:gd name="csX33" fmla="*/ 85143 w 141854"/>
              <a:gd name="csY33" fmla="*/ 21264 h 148847"/>
              <a:gd name="csX34" fmla="*/ 63876 w 141854"/>
              <a:gd name="csY34" fmla="*/ 0 h 148847"/>
              <a:gd name="csX35" fmla="*/ 63876 w 141854"/>
              <a:gd name="csY35" fmla="*/ 10632 h 148847"/>
              <a:gd name="csX36" fmla="*/ 74509 w 141854"/>
              <a:gd name="csY36" fmla="*/ 21264 h 148847"/>
              <a:gd name="csX37" fmla="*/ 53243 w 141854"/>
              <a:gd name="csY37" fmla="*/ 21264 h 148847"/>
              <a:gd name="csX38" fmla="*/ 63876 w 141854"/>
              <a:gd name="csY38" fmla="*/ 10632 h 148847"/>
              <a:gd name="csX39" fmla="*/ 47926 w 141854"/>
              <a:gd name="csY39" fmla="*/ 49621 h 148847"/>
              <a:gd name="csX40" fmla="*/ 53243 w 141854"/>
              <a:gd name="csY40" fmla="*/ 54929 h 148847"/>
              <a:gd name="csX41" fmla="*/ 53243 w 141854"/>
              <a:gd name="csY41" fmla="*/ 108089 h 148847"/>
              <a:gd name="csX42" fmla="*/ 47926 w 141854"/>
              <a:gd name="csY42" fmla="*/ 113413 h 148847"/>
              <a:gd name="csX43" fmla="*/ 42609 w 141854"/>
              <a:gd name="csY43" fmla="*/ 108089 h 148847"/>
              <a:gd name="csX44" fmla="*/ 42609 w 141854"/>
              <a:gd name="csY44" fmla="*/ 54929 h 148847"/>
              <a:gd name="csX45" fmla="*/ 47926 w 141854"/>
              <a:gd name="csY45" fmla="*/ 49621 h 148847"/>
              <a:gd name="csX46" fmla="*/ 102865 w 141854"/>
              <a:gd name="csY46" fmla="*/ 70885 h 148847"/>
              <a:gd name="csX47" fmla="*/ 63876 w 141854"/>
              <a:gd name="csY47" fmla="*/ 109858 h 148847"/>
              <a:gd name="csX48" fmla="*/ 102865 w 141854"/>
              <a:gd name="csY48" fmla="*/ 148847 h 148847"/>
              <a:gd name="csX49" fmla="*/ 141854 w 141854"/>
              <a:gd name="csY49" fmla="*/ 109858 h 148847"/>
              <a:gd name="csX50" fmla="*/ 102865 w 141854"/>
              <a:gd name="csY50" fmla="*/ 70885 h 148847"/>
              <a:gd name="csX51" fmla="*/ 102865 w 141854"/>
              <a:gd name="csY51" fmla="*/ 81517 h 148847"/>
              <a:gd name="csX52" fmla="*/ 106410 w 141854"/>
              <a:gd name="csY52" fmla="*/ 85056 h 148847"/>
              <a:gd name="csX53" fmla="*/ 106410 w 141854"/>
              <a:gd name="csY53" fmla="*/ 106319 h 148847"/>
              <a:gd name="csX54" fmla="*/ 127676 w 141854"/>
              <a:gd name="csY54" fmla="*/ 106319 h 148847"/>
              <a:gd name="csX55" fmla="*/ 131221 w 141854"/>
              <a:gd name="csY55" fmla="*/ 109858 h 148847"/>
              <a:gd name="csX56" fmla="*/ 127676 w 141854"/>
              <a:gd name="csY56" fmla="*/ 113413 h 148847"/>
              <a:gd name="csX57" fmla="*/ 106410 w 141854"/>
              <a:gd name="csY57" fmla="*/ 113413 h 148847"/>
              <a:gd name="csX58" fmla="*/ 106410 w 141854"/>
              <a:gd name="csY58" fmla="*/ 134677 h 148847"/>
              <a:gd name="csX59" fmla="*/ 102865 w 141854"/>
              <a:gd name="csY59" fmla="*/ 138215 h 148847"/>
              <a:gd name="csX60" fmla="*/ 99321 w 141854"/>
              <a:gd name="csY60" fmla="*/ 134677 h 148847"/>
              <a:gd name="csX61" fmla="*/ 99321 w 141854"/>
              <a:gd name="csY61" fmla="*/ 113413 h 148847"/>
              <a:gd name="csX62" fmla="*/ 78054 w 141854"/>
              <a:gd name="csY62" fmla="*/ 113413 h 148847"/>
              <a:gd name="csX63" fmla="*/ 74509 w 141854"/>
              <a:gd name="csY63" fmla="*/ 109858 h 148847"/>
              <a:gd name="csX64" fmla="*/ 78054 w 141854"/>
              <a:gd name="csY64" fmla="*/ 106319 h 148847"/>
              <a:gd name="csX65" fmla="*/ 99321 w 141854"/>
              <a:gd name="csY65" fmla="*/ 106319 h 148847"/>
              <a:gd name="csX66" fmla="*/ 99321 w 141854"/>
              <a:gd name="csY66" fmla="*/ 85056 h 148847"/>
              <a:gd name="csX67" fmla="*/ 102865 w 141854"/>
              <a:gd name="csY67" fmla="*/ 81517 h 148847"/>
            </a:gdLst>
            <a:ahLst/>
            <a:cxnLst/>
            <a:rect l="l" t="t" r="r" b="b"/>
            <a:pathLst>
              <a:path w="100000" h="100000">
                <a:moveTo>
                  <a:pt x="45263" y="0"/>
                </a:moveTo>
                <a:cubicBezTo>
                  <a:pt x="37415" y="0"/>
                  <a:pt x="30975" y="6434"/>
                  <a:pt x="30975" y="14286"/>
                </a:cubicBezTo>
                <a:lnTo>
                  <a:pt x="5972" y="14286"/>
                </a:lnTo>
                <a:cubicBezTo>
                  <a:pt x="5499" y="14274"/>
                  <a:pt x="5028" y="14366"/>
                  <a:pt x="4590" y="14548"/>
                </a:cubicBezTo>
                <a:cubicBezTo>
                  <a:pt x="4150" y="14720"/>
                  <a:pt x="3750" y="14983"/>
                  <a:pt x="3413" y="15314"/>
                </a:cubicBezTo>
                <a:cubicBezTo>
                  <a:pt x="3076" y="15646"/>
                  <a:pt x="2809" y="16046"/>
                  <a:pt x="2626" y="16480"/>
                </a:cubicBezTo>
                <a:cubicBezTo>
                  <a:pt x="2443" y="16915"/>
                  <a:pt x="2349" y="17383"/>
                  <a:pt x="2349" y="17852"/>
                </a:cubicBezTo>
                <a:cubicBezTo>
                  <a:pt x="2349" y="18332"/>
                  <a:pt x="2443" y="18800"/>
                  <a:pt x="2626" y="19235"/>
                </a:cubicBezTo>
                <a:cubicBezTo>
                  <a:pt x="2809" y="19669"/>
                  <a:pt x="3076" y="20069"/>
                  <a:pt x="3413" y="20400"/>
                </a:cubicBezTo>
                <a:cubicBezTo>
                  <a:pt x="3750" y="20731"/>
                  <a:pt x="4150" y="20995"/>
                  <a:pt x="4590" y="21166"/>
                </a:cubicBezTo>
                <a:cubicBezTo>
                  <a:pt x="5028" y="21349"/>
                  <a:pt x="5499" y="21440"/>
                  <a:pt x="5972" y="21429"/>
                </a:cubicBezTo>
                <a:lnTo>
                  <a:pt x="11925" y="21429"/>
                </a:lnTo>
                <a:lnTo>
                  <a:pt x="11925" y="82137"/>
                </a:lnTo>
                <a:cubicBezTo>
                  <a:pt x="11925" y="89360"/>
                  <a:pt x="17800" y="95235"/>
                  <a:pt x="25022" y="95235"/>
                </a:cubicBezTo>
                <a:lnTo>
                  <a:pt x="49151" y="95235"/>
                </a:lnTo>
                <a:cubicBezTo>
                  <a:pt x="43803" y="89680"/>
                  <a:pt x="40500" y="82137"/>
                  <a:pt x="40500" y="73806"/>
                </a:cubicBezTo>
                <a:cubicBezTo>
                  <a:pt x="40500" y="63909"/>
                  <a:pt x="45170" y="55108"/>
                  <a:pt x="52406" y="49451"/>
                </a:cubicBezTo>
                <a:lnTo>
                  <a:pt x="52406" y="36903"/>
                </a:lnTo>
                <a:cubicBezTo>
                  <a:pt x="52406" y="34937"/>
                  <a:pt x="54007" y="33337"/>
                  <a:pt x="55979" y="33337"/>
                </a:cubicBezTo>
                <a:cubicBezTo>
                  <a:pt x="57950" y="33337"/>
                  <a:pt x="59551" y="34937"/>
                  <a:pt x="59551" y="36903"/>
                </a:cubicBezTo>
                <a:lnTo>
                  <a:pt x="59551" y="45234"/>
                </a:lnTo>
                <a:cubicBezTo>
                  <a:pt x="63218" y="43714"/>
                  <a:pt x="67237" y="42857"/>
                  <a:pt x="71457" y="42857"/>
                </a:cubicBezTo>
                <a:cubicBezTo>
                  <a:pt x="73919" y="42857"/>
                  <a:pt x="76303" y="43177"/>
                  <a:pt x="78601" y="43714"/>
                </a:cubicBezTo>
                <a:lnTo>
                  <a:pt x="78601" y="21429"/>
                </a:lnTo>
                <a:lnTo>
                  <a:pt x="84554" y="21429"/>
                </a:lnTo>
                <a:cubicBezTo>
                  <a:pt x="85027" y="21440"/>
                  <a:pt x="85498" y="21349"/>
                  <a:pt x="85936" y="21166"/>
                </a:cubicBezTo>
                <a:cubicBezTo>
                  <a:pt x="86376" y="20995"/>
                  <a:pt x="86775" y="20731"/>
                  <a:pt x="87113" y="20400"/>
                </a:cubicBezTo>
                <a:cubicBezTo>
                  <a:pt x="87450" y="20069"/>
                  <a:pt x="87717" y="19669"/>
                  <a:pt x="87900" y="19235"/>
                </a:cubicBezTo>
                <a:cubicBezTo>
                  <a:pt x="88083" y="18800"/>
                  <a:pt x="88177" y="18332"/>
                  <a:pt x="88177" y="17852"/>
                </a:cubicBezTo>
                <a:cubicBezTo>
                  <a:pt x="88177" y="17383"/>
                  <a:pt x="88083" y="16915"/>
                  <a:pt x="87900" y="16480"/>
                </a:cubicBezTo>
                <a:cubicBezTo>
                  <a:pt x="87717" y="16046"/>
                  <a:pt x="87450" y="15646"/>
                  <a:pt x="87113" y="15314"/>
                </a:cubicBezTo>
                <a:cubicBezTo>
                  <a:pt x="86775" y="14983"/>
                  <a:pt x="86376" y="14720"/>
                  <a:pt x="85936" y="14548"/>
                </a:cubicBezTo>
                <a:cubicBezTo>
                  <a:pt x="85498" y="14366"/>
                  <a:pt x="85027" y="14274"/>
                  <a:pt x="84554" y="14286"/>
                </a:cubicBezTo>
                <a:lnTo>
                  <a:pt x="59551" y="14286"/>
                </a:lnTo>
                <a:cubicBezTo>
                  <a:pt x="59551" y="6434"/>
                  <a:pt x="53111" y="0"/>
                  <a:pt x="45263" y="0"/>
                </a:cubicBezTo>
                <a:close/>
                <a:moveTo>
                  <a:pt x="45263" y="7143"/>
                </a:moveTo>
                <a:cubicBezTo>
                  <a:pt x="49250" y="7143"/>
                  <a:pt x="52406" y="10297"/>
                  <a:pt x="52406" y="14286"/>
                </a:cubicBezTo>
                <a:lnTo>
                  <a:pt x="38119" y="14286"/>
                </a:lnTo>
                <a:cubicBezTo>
                  <a:pt x="38119" y="10297"/>
                  <a:pt x="41276" y="7143"/>
                  <a:pt x="45263" y="7143"/>
                </a:cubicBezTo>
                <a:close/>
                <a:moveTo>
                  <a:pt x="34547" y="33337"/>
                </a:moveTo>
                <a:cubicBezTo>
                  <a:pt x="36519" y="33337"/>
                  <a:pt x="38119" y="34937"/>
                  <a:pt x="38119" y="36903"/>
                </a:cubicBezTo>
                <a:lnTo>
                  <a:pt x="38119" y="72618"/>
                </a:lnTo>
                <a:cubicBezTo>
                  <a:pt x="38119" y="74595"/>
                  <a:pt x="36519" y="76194"/>
                  <a:pt x="34547" y="76194"/>
                </a:cubicBezTo>
                <a:cubicBezTo>
                  <a:pt x="32575" y="76194"/>
                  <a:pt x="30975" y="74595"/>
                  <a:pt x="30975" y="72618"/>
                </a:cubicBezTo>
                <a:lnTo>
                  <a:pt x="30975" y="36903"/>
                </a:lnTo>
                <a:cubicBezTo>
                  <a:pt x="30975" y="34937"/>
                  <a:pt x="32575" y="33337"/>
                  <a:pt x="34547" y="33337"/>
                </a:cubicBezTo>
                <a:close/>
                <a:moveTo>
                  <a:pt x="71457" y="47623"/>
                </a:moveTo>
                <a:cubicBezTo>
                  <a:pt x="56990" y="47623"/>
                  <a:pt x="45263" y="59349"/>
                  <a:pt x="45263" y="73806"/>
                </a:cubicBezTo>
                <a:cubicBezTo>
                  <a:pt x="45263" y="88275"/>
                  <a:pt x="56990" y="100000"/>
                  <a:pt x="71457" y="100000"/>
                </a:cubicBezTo>
                <a:cubicBezTo>
                  <a:pt x="85923" y="100000"/>
                  <a:pt x="97651" y="88275"/>
                  <a:pt x="97651" y="73806"/>
                </a:cubicBezTo>
                <a:cubicBezTo>
                  <a:pt x="97651" y="59349"/>
                  <a:pt x="85923" y="47623"/>
                  <a:pt x="71457" y="47623"/>
                </a:cubicBezTo>
                <a:close/>
                <a:moveTo>
                  <a:pt x="71457" y="54766"/>
                </a:moveTo>
                <a:cubicBezTo>
                  <a:pt x="72772" y="54766"/>
                  <a:pt x="73839" y="55828"/>
                  <a:pt x="73839" y="57143"/>
                </a:cubicBezTo>
                <a:lnTo>
                  <a:pt x="73839" y="71428"/>
                </a:lnTo>
                <a:lnTo>
                  <a:pt x="88126" y="71428"/>
                </a:lnTo>
                <a:cubicBezTo>
                  <a:pt x="89440" y="71428"/>
                  <a:pt x="90507" y="72491"/>
                  <a:pt x="90507" y="73806"/>
                </a:cubicBezTo>
                <a:cubicBezTo>
                  <a:pt x="90507" y="75120"/>
                  <a:pt x="89440" y="76194"/>
                  <a:pt x="88126" y="76194"/>
                </a:cubicBezTo>
                <a:lnTo>
                  <a:pt x="73839" y="76194"/>
                </a:lnTo>
                <a:lnTo>
                  <a:pt x="73839" y="90480"/>
                </a:lnTo>
                <a:cubicBezTo>
                  <a:pt x="73839" y="91794"/>
                  <a:pt x="72772" y="92857"/>
                  <a:pt x="71457" y="92857"/>
                </a:cubicBezTo>
                <a:cubicBezTo>
                  <a:pt x="70143" y="92857"/>
                  <a:pt x="69076" y="91794"/>
                  <a:pt x="69076" y="90480"/>
                </a:cubicBezTo>
                <a:lnTo>
                  <a:pt x="69076" y="76194"/>
                </a:lnTo>
                <a:lnTo>
                  <a:pt x="54788" y="76194"/>
                </a:lnTo>
                <a:cubicBezTo>
                  <a:pt x="53473" y="76194"/>
                  <a:pt x="52406" y="75120"/>
                  <a:pt x="52406" y="73806"/>
                </a:cubicBezTo>
                <a:cubicBezTo>
                  <a:pt x="52406" y="72491"/>
                  <a:pt x="53473" y="71428"/>
                  <a:pt x="54788" y="71428"/>
                </a:cubicBezTo>
                <a:lnTo>
                  <a:pt x="69076" y="71428"/>
                </a:lnTo>
                <a:lnTo>
                  <a:pt x="69076" y="57143"/>
                </a:lnTo>
                <a:cubicBezTo>
                  <a:pt x="69076" y="55828"/>
                  <a:pt x="70143" y="54766"/>
                  <a:pt x="71457" y="5476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1" name="Красный — SVG 24">
            <a:extLst>
              <a:ext uri="{FF2B5EF4-FFF2-40B4-BE49-F238E27FC236}">
                <a16:creationId xmlns:a16="http://schemas.microsoft.com/office/drawing/2014/main" id="{316C55A2-FE1E-DE4C-B8AB-9B9131A2A16F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55824 w 142451"/>
              <a:gd name="csY0" fmla="*/ 35400 h 151007"/>
              <a:gd name="csX1" fmla="*/ 4784 w 142451"/>
              <a:gd name="csY1" fmla="*/ 18355 h 151007"/>
              <a:gd name="csX2" fmla="*/ 55824 w 142451"/>
              <a:gd name="csY2" fmla="*/ 136 h 151007"/>
              <a:gd name="csX3" fmla="*/ 55824 w 142451"/>
              <a:gd name="csY3" fmla="*/ 35400 h 151007"/>
              <a:gd name="csX4" fmla="*/ 137701 w 142451"/>
              <a:gd name="csY4" fmla="*/ 23322 h 151007"/>
              <a:gd name="csX5" fmla="*/ 78828 w 142451"/>
              <a:gd name="csY5" fmla="*/ 43055 h 151007"/>
              <a:gd name="csX6" fmla="*/ 66458 w 142451"/>
              <a:gd name="csY6" fmla="*/ 38955 h 151007"/>
              <a:gd name="csX7" fmla="*/ 66458 w 142451"/>
              <a:gd name="csY7" fmla="*/ 0 h 151007"/>
              <a:gd name="csX8" fmla="*/ 137701 w 142451"/>
              <a:gd name="csY8" fmla="*/ 23322 h 151007"/>
              <a:gd name="csX9" fmla="*/ 142452 w 142451"/>
              <a:gd name="csY9" fmla="*/ 32917 h 151007"/>
              <a:gd name="csX10" fmla="*/ 126360 w 142451"/>
              <a:gd name="csY10" fmla="*/ 132823 h 151007"/>
              <a:gd name="csX11" fmla="*/ 122922 w 142451"/>
              <a:gd name="csY11" fmla="*/ 136973 h 151007"/>
              <a:gd name="csX12" fmla="*/ 84145 w 142451"/>
              <a:gd name="csY12" fmla="*/ 150905 h 151007"/>
              <a:gd name="csX13" fmla="*/ 84145 w 142451"/>
              <a:gd name="csY13" fmla="*/ 52479 h 151007"/>
              <a:gd name="csX14" fmla="*/ 142452 w 142451"/>
              <a:gd name="csY14" fmla="*/ 32917 h 151007"/>
              <a:gd name="csX15" fmla="*/ 0 w 142451"/>
              <a:gd name="csY15" fmla="*/ 28000 h 151007"/>
              <a:gd name="csX16" fmla="*/ 73512 w 142451"/>
              <a:gd name="csY16" fmla="*/ 52479 h 151007"/>
              <a:gd name="csX17" fmla="*/ 73512 w 142451"/>
              <a:gd name="csY17" fmla="*/ 151008 h 151007"/>
              <a:gd name="csX18" fmla="*/ 17226 w 142451"/>
              <a:gd name="csY18" fmla="*/ 132466 h 151007"/>
              <a:gd name="csX19" fmla="*/ 13646 w 142451"/>
              <a:gd name="csY19" fmla="*/ 128145 h 151007"/>
              <a:gd name="csX20" fmla="*/ 0 w 142451"/>
              <a:gd name="csY20" fmla="*/ 28000 h 151007"/>
              <a:gd name="csX21" fmla="*/ 62429 w 142451"/>
              <a:gd name="csY21" fmla="*/ 93391 h 151007"/>
              <a:gd name="csX22" fmla="*/ 62341 w 142451"/>
              <a:gd name="csY22" fmla="*/ 93119 h 151007"/>
              <a:gd name="csX23" fmla="*/ 57299 w 142451"/>
              <a:gd name="csY23" fmla="*/ 82878 h 151007"/>
              <a:gd name="csX24" fmla="*/ 48286 w 142451"/>
              <a:gd name="csY24" fmla="*/ 85447 h 151007"/>
              <a:gd name="csX25" fmla="*/ 55399 w 142451"/>
              <a:gd name="csY25" fmla="*/ 100145 h 151007"/>
              <a:gd name="csX26" fmla="*/ 47137 w 142451"/>
              <a:gd name="csY26" fmla="*/ 97134 h 151007"/>
              <a:gd name="csX27" fmla="*/ 46872 w 142451"/>
              <a:gd name="csY27" fmla="*/ 92915 h 151007"/>
              <a:gd name="csX28" fmla="*/ 42158 w 142451"/>
              <a:gd name="csY28" fmla="*/ 101250 h 151007"/>
              <a:gd name="csX29" fmla="*/ 48112 w 142451"/>
              <a:gd name="csY29" fmla="*/ 113362 h 151007"/>
              <a:gd name="csX30" fmla="*/ 47896 w 142451"/>
              <a:gd name="csY30" fmla="*/ 109160 h 151007"/>
              <a:gd name="csX31" fmla="*/ 54223 w 142451"/>
              <a:gd name="csY31" fmla="*/ 111457 h 151007"/>
              <a:gd name="csX32" fmla="*/ 54485 w 142451"/>
              <a:gd name="csY32" fmla="*/ 111576 h 151007"/>
              <a:gd name="csX33" fmla="*/ 56088 w 142451"/>
              <a:gd name="csY33" fmla="*/ 110793 h 151007"/>
              <a:gd name="csX34" fmla="*/ 62417 w 142451"/>
              <a:gd name="csY34" fmla="*/ 100111 h 151007"/>
              <a:gd name="csX35" fmla="*/ 62383 w 142451"/>
              <a:gd name="csY35" fmla="*/ 100161 h 151007"/>
              <a:gd name="csX36" fmla="*/ 62429 w 142451"/>
              <a:gd name="csY36" fmla="*/ 93391 h 151007"/>
              <a:gd name="csX37" fmla="*/ 16552 w 142451"/>
              <a:gd name="csY37" fmla="*/ 70443 h 151007"/>
              <a:gd name="csX38" fmla="*/ 19998 w 142451"/>
              <a:gd name="csY38" fmla="*/ 73794 h 151007"/>
              <a:gd name="csX39" fmla="*/ 17190 w 142451"/>
              <a:gd name="csY39" fmla="*/ 78676 h 151007"/>
              <a:gd name="csX40" fmla="*/ 17474 w 142451"/>
              <a:gd name="csY40" fmla="*/ 81296 h 151007"/>
              <a:gd name="csX41" fmla="*/ 24528 w 142451"/>
              <a:gd name="csY41" fmla="*/ 95790 h 151007"/>
              <a:gd name="csX42" fmla="*/ 30769 w 142451"/>
              <a:gd name="csY42" fmla="*/ 102985 h 151007"/>
              <a:gd name="csX43" fmla="*/ 30993 w 142451"/>
              <a:gd name="csY43" fmla="*/ 103104 h 151007"/>
              <a:gd name="csX44" fmla="*/ 40014 w 142451"/>
              <a:gd name="csY44" fmla="*/ 106388 h 151007"/>
              <a:gd name="csX45" fmla="*/ 39978 w 142451"/>
              <a:gd name="csY45" fmla="*/ 94667 h 151007"/>
              <a:gd name="csX46" fmla="*/ 26194 w 142451"/>
              <a:gd name="csY46" fmla="*/ 89648 h 151007"/>
              <a:gd name="csX47" fmla="*/ 29842 w 142451"/>
              <a:gd name="csY47" fmla="*/ 83269 h 151007"/>
              <a:gd name="csX48" fmla="*/ 33311 w 142451"/>
              <a:gd name="csY48" fmla="*/ 86569 h 151007"/>
              <a:gd name="csX49" fmla="*/ 27228 w 142451"/>
              <a:gd name="csY49" fmla="*/ 74338 h 151007"/>
              <a:gd name="csX50" fmla="*/ 16552 w 142451"/>
              <a:gd name="csY50" fmla="*/ 70443 h 151007"/>
              <a:gd name="csX51" fmla="*/ 51239 w 142451"/>
              <a:gd name="csY51" fmla="*/ 80990 h 151007"/>
              <a:gd name="csX52" fmla="*/ 55935 w 142451"/>
              <a:gd name="csY52" fmla="*/ 72722 h 151007"/>
              <a:gd name="csX53" fmla="*/ 52731 w 142451"/>
              <a:gd name="csY53" fmla="*/ 73607 h 151007"/>
              <a:gd name="csX54" fmla="*/ 49215 w 142451"/>
              <a:gd name="csY54" fmla="*/ 66445 h 151007"/>
              <a:gd name="csX55" fmla="*/ 47408 w 142451"/>
              <a:gd name="csY55" fmla="*/ 64625 h 151007"/>
              <a:gd name="csX56" fmla="*/ 47039 w 142451"/>
              <a:gd name="csY56" fmla="*/ 64523 h 151007"/>
              <a:gd name="csX57" fmla="*/ 34374 w 142451"/>
              <a:gd name="csY57" fmla="*/ 59913 h 151007"/>
              <a:gd name="csX58" fmla="*/ 34190 w 142451"/>
              <a:gd name="csY58" fmla="*/ 59828 h 151007"/>
              <a:gd name="csX59" fmla="*/ 33870 w 142451"/>
              <a:gd name="csY59" fmla="*/ 59726 h 151007"/>
              <a:gd name="csX60" fmla="*/ 33569 w 142451"/>
              <a:gd name="csY60" fmla="*/ 59607 h 151007"/>
              <a:gd name="csX61" fmla="*/ 33379 w 142451"/>
              <a:gd name="csY61" fmla="*/ 59539 h 151007"/>
              <a:gd name="csX62" fmla="*/ 27732 w 142451"/>
              <a:gd name="csY62" fmla="*/ 60492 h 151007"/>
              <a:gd name="csX63" fmla="*/ 27621 w 142451"/>
              <a:gd name="csY63" fmla="*/ 60661 h 151007"/>
              <a:gd name="csX64" fmla="*/ 23666 w 142451"/>
              <a:gd name="csY64" fmla="*/ 67636 h 151007"/>
              <a:gd name="csX65" fmla="*/ 33435 w 142451"/>
              <a:gd name="csY65" fmla="*/ 77043 h 151007"/>
              <a:gd name="csX66" fmla="*/ 39354 w 142451"/>
              <a:gd name="csY66" fmla="*/ 67449 h 151007"/>
              <a:gd name="csX67" fmla="*/ 43643 w 142451"/>
              <a:gd name="csY67" fmla="*/ 76210 h 151007"/>
              <a:gd name="csX68" fmla="*/ 40489 w 142451"/>
              <a:gd name="csY68" fmla="*/ 77129 h 151007"/>
              <a:gd name="csX69" fmla="*/ 51239 w 142451"/>
              <a:gd name="csY69" fmla="*/ 80990 h 151007"/>
            </a:gdLst>
            <a:ahLst/>
            <a:cxnLst/>
            <a:rect l="l" t="t" r="r" b="b"/>
            <a:pathLst>
              <a:path w="100000" h="100000">
                <a:moveTo>
                  <a:pt x="39801" y="23443"/>
                </a:moveTo>
                <a:lnTo>
                  <a:pt x="6001" y="12155"/>
                </a:lnTo>
                <a:lnTo>
                  <a:pt x="39801" y="90"/>
                </a:lnTo>
                <a:lnTo>
                  <a:pt x="39801" y="23443"/>
                </a:lnTo>
                <a:close/>
                <a:moveTo>
                  <a:pt x="94021" y="15444"/>
                </a:moveTo>
                <a:lnTo>
                  <a:pt x="55035" y="28512"/>
                </a:lnTo>
                <a:lnTo>
                  <a:pt x="46843" y="25797"/>
                </a:lnTo>
                <a:lnTo>
                  <a:pt x="46843" y="0"/>
                </a:lnTo>
                <a:lnTo>
                  <a:pt x="94021" y="15444"/>
                </a:lnTo>
                <a:close/>
                <a:moveTo>
                  <a:pt x="97168" y="21798"/>
                </a:moveTo>
                <a:lnTo>
                  <a:pt x="86511" y="87958"/>
                </a:lnTo>
                <a:cubicBezTo>
                  <a:pt x="86323" y="89208"/>
                  <a:pt x="85431" y="90267"/>
                  <a:pt x="84235" y="90706"/>
                </a:cubicBezTo>
                <a:lnTo>
                  <a:pt x="58556" y="99932"/>
                </a:lnTo>
                <a:lnTo>
                  <a:pt x="58556" y="34753"/>
                </a:lnTo>
                <a:lnTo>
                  <a:pt x="97168" y="21798"/>
                </a:lnTo>
                <a:close/>
                <a:moveTo>
                  <a:pt x="2833" y="18542"/>
                </a:moveTo>
                <a:lnTo>
                  <a:pt x="51514" y="34753"/>
                </a:lnTo>
                <a:lnTo>
                  <a:pt x="51514" y="100001"/>
                </a:lnTo>
                <a:lnTo>
                  <a:pt x="14240" y="87722"/>
                </a:lnTo>
                <a:cubicBezTo>
                  <a:pt x="12973" y="87305"/>
                  <a:pt x="12035" y="86201"/>
                  <a:pt x="11870" y="84860"/>
                </a:cubicBezTo>
                <a:lnTo>
                  <a:pt x="2833" y="18542"/>
                </a:lnTo>
                <a:close/>
                <a:moveTo>
                  <a:pt x="44175" y="61845"/>
                </a:moveTo>
                <a:lnTo>
                  <a:pt x="44116" y="61665"/>
                </a:lnTo>
                <a:lnTo>
                  <a:pt x="40778" y="54884"/>
                </a:lnTo>
                <a:lnTo>
                  <a:pt x="34809" y="56585"/>
                </a:lnTo>
                <a:lnTo>
                  <a:pt x="39519" y="66318"/>
                </a:lnTo>
                <a:lnTo>
                  <a:pt x="34048" y="64324"/>
                </a:lnTo>
                <a:lnTo>
                  <a:pt x="33873" y="61530"/>
                </a:lnTo>
                <a:lnTo>
                  <a:pt x="30751" y="67050"/>
                </a:lnTo>
                <a:lnTo>
                  <a:pt x="34694" y="75071"/>
                </a:lnTo>
                <a:lnTo>
                  <a:pt x="34551" y="72288"/>
                </a:lnTo>
                <a:lnTo>
                  <a:pt x="38741" y="73809"/>
                </a:lnTo>
                <a:cubicBezTo>
                  <a:pt x="38800" y="73843"/>
                  <a:pt x="38858" y="73865"/>
                  <a:pt x="38914" y="73888"/>
                </a:cubicBezTo>
                <a:cubicBezTo>
                  <a:pt x="39339" y="74046"/>
                  <a:pt x="39720" y="73989"/>
                  <a:pt x="39976" y="73369"/>
                </a:cubicBezTo>
                <a:lnTo>
                  <a:pt x="44167" y="66296"/>
                </a:lnTo>
                <a:cubicBezTo>
                  <a:pt x="44160" y="66307"/>
                  <a:pt x="44151" y="66318"/>
                  <a:pt x="44144" y="66329"/>
                </a:cubicBezTo>
                <a:cubicBezTo>
                  <a:pt x="44726" y="65360"/>
                  <a:pt x="44979" y="63806"/>
                  <a:pt x="44175" y="61845"/>
                </a:cubicBezTo>
                <a:close/>
                <a:moveTo>
                  <a:pt x="13794" y="46649"/>
                </a:moveTo>
                <a:lnTo>
                  <a:pt x="16076" y="48868"/>
                </a:lnTo>
                <a:lnTo>
                  <a:pt x="14217" y="52101"/>
                </a:lnTo>
                <a:cubicBezTo>
                  <a:pt x="13985" y="52462"/>
                  <a:pt x="13900" y="52901"/>
                  <a:pt x="14405" y="53836"/>
                </a:cubicBezTo>
                <a:lnTo>
                  <a:pt x="19076" y="63434"/>
                </a:lnTo>
                <a:cubicBezTo>
                  <a:pt x="19641" y="65022"/>
                  <a:pt x="21071" y="67185"/>
                  <a:pt x="23209" y="68199"/>
                </a:cubicBezTo>
                <a:lnTo>
                  <a:pt x="23357" y="68278"/>
                </a:lnTo>
                <a:lnTo>
                  <a:pt x="29331" y="70452"/>
                </a:lnTo>
                <a:lnTo>
                  <a:pt x="29307" y="62690"/>
                </a:lnTo>
                <a:lnTo>
                  <a:pt x="20179" y="59367"/>
                </a:lnTo>
                <a:lnTo>
                  <a:pt x="22595" y="55142"/>
                </a:lnTo>
                <a:lnTo>
                  <a:pt x="24892" y="57328"/>
                </a:lnTo>
                <a:lnTo>
                  <a:pt x="20864" y="49228"/>
                </a:lnTo>
                <a:lnTo>
                  <a:pt x="13794" y="46649"/>
                </a:lnTo>
                <a:close/>
                <a:moveTo>
                  <a:pt x="36765" y="53633"/>
                </a:moveTo>
                <a:lnTo>
                  <a:pt x="39874" y="48158"/>
                </a:lnTo>
                <a:lnTo>
                  <a:pt x="37753" y="48744"/>
                </a:lnTo>
                <a:lnTo>
                  <a:pt x="35424" y="44001"/>
                </a:lnTo>
                <a:cubicBezTo>
                  <a:pt x="35206" y="43483"/>
                  <a:pt x="34889" y="43044"/>
                  <a:pt x="34228" y="42796"/>
                </a:cubicBezTo>
                <a:cubicBezTo>
                  <a:pt x="34149" y="42774"/>
                  <a:pt x="34070" y="42751"/>
                  <a:pt x="33983" y="42728"/>
                </a:cubicBezTo>
                <a:lnTo>
                  <a:pt x="25596" y="39676"/>
                </a:lnTo>
                <a:cubicBezTo>
                  <a:pt x="25554" y="39653"/>
                  <a:pt x="25511" y="39642"/>
                  <a:pt x="25474" y="39619"/>
                </a:cubicBezTo>
                <a:cubicBezTo>
                  <a:pt x="25388" y="39586"/>
                  <a:pt x="25315" y="39563"/>
                  <a:pt x="25262" y="39552"/>
                </a:cubicBezTo>
                <a:lnTo>
                  <a:pt x="25063" y="39473"/>
                </a:lnTo>
                <a:cubicBezTo>
                  <a:pt x="25021" y="39462"/>
                  <a:pt x="24979" y="39439"/>
                  <a:pt x="24937" y="39428"/>
                </a:cubicBezTo>
                <a:cubicBezTo>
                  <a:pt x="23603" y="38944"/>
                  <a:pt x="22057" y="38921"/>
                  <a:pt x="21198" y="40059"/>
                </a:cubicBezTo>
                <a:lnTo>
                  <a:pt x="21124" y="40171"/>
                </a:lnTo>
                <a:lnTo>
                  <a:pt x="18505" y="44790"/>
                </a:lnTo>
                <a:lnTo>
                  <a:pt x="24974" y="51019"/>
                </a:lnTo>
                <a:lnTo>
                  <a:pt x="28894" y="44666"/>
                </a:lnTo>
                <a:lnTo>
                  <a:pt x="31734" y="50468"/>
                </a:lnTo>
                <a:lnTo>
                  <a:pt x="29646" y="51076"/>
                </a:lnTo>
                <a:lnTo>
                  <a:pt x="36765" y="5363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2" name="Красный — SVG 25">
            <a:extLst>
              <a:ext uri="{FF2B5EF4-FFF2-40B4-BE49-F238E27FC236}">
                <a16:creationId xmlns:a16="http://schemas.microsoft.com/office/drawing/2014/main" id="{E289F2DC-6887-D545-89C7-4198AB925BF2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58475 w 85067"/>
              <a:gd name="csY0" fmla="*/ 124051 h 148853"/>
              <a:gd name="csX1" fmla="*/ 26575 w 85067"/>
              <a:gd name="csY1" fmla="*/ 124051 h 148853"/>
              <a:gd name="csX2" fmla="*/ 21267 w 85067"/>
              <a:gd name="csY2" fmla="*/ 129359 h 148853"/>
              <a:gd name="csX3" fmla="*/ 21267 w 85067"/>
              <a:gd name="csY3" fmla="*/ 136452 h 148853"/>
              <a:gd name="csX4" fmla="*/ 33670 w 85067"/>
              <a:gd name="csY4" fmla="*/ 148853 h 148853"/>
              <a:gd name="csX5" fmla="*/ 51397 w 85067"/>
              <a:gd name="csY5" fmla="*/ 148853 h 148853"/>
              <a:gd name="csX6" fmla="*/ 63800 w 85067"/>
              <a:gd name="csY6" fmla="*/ 136452 h 148853"/>
              <a:gd name="csX7" fmla="*/ 63800 w 85067"/>
              <a:gd name="csY7" fmla="*/ 129359 h 148853"/>
              <a:gd name="csX8" fmla="*/ 58475 w 85067"/>
              <a:gd name="csY8" fmla="*/ 124051 h 148853"/>
              <a:gd name="csX9" fmla="*/ 81341 w 85067"/>
              <a:gd name="csY9" fmla="*/ 244 h 148853"/>
              <a:gd name="csX10" fmla="*/ 75387 w 85067"/>
              <a:gd name="csY10" fmla="*/ 2269 h 148853"/>
              <a:gd name="csX11" fmla="*/ 55123 w 85067"/>
              <a:gd name="csY11" fmla="*/ 31222 h 148853"/>
              <a:gd name="csX12" fmla="*/ 43452 w 85067"/>
              <a:gd name="csY12" fmla="*/ 13071 h 148853"/>
              <a:gd name="csX13" fmla="*/ 40067 w 85067"/>
              <a:gd name="csY13" fmla="*/ 10757 h 148853"/>
              <a:gd name="csX14" fmla="*/ 36034 w 85067"/>
              <a:gd name="csY14" fmla="*/ 11523 h 148853"/>
              <a:gd name="csX15" fmla="*/ 24057 w 85067"/>
              <a:gd name="csY15" fmla="*/ 19518 h 148853"/>
              <a:gd name="csX16" fmla="*/ 9408 w 85067"/>
              <a:gd name="csY16" fmla="*/ 1928 h 148853"/>
              <a:gd name="csX17" fmla="*/ 3505 w 85067"/>
              <a:gd name="csY17" fmla="*/ 329 h 148853"/>
              <a:gd name="csX18" fmla="*/ 0 w 85067"/>
              <a:gd name="csY18" fmla="*/ 5330 h 148853"/>
              <a:gd name="csX19" fmla="*/ 0 w 85067"/>
              <a:gd name="csY19" fmla="*/ 51397 h 148853"/>
              <a:gd name="csX20" fmla="*/ 21675 w 85067"/>
              <a:gd name="csY20" fmla="*/ 89604 h 148853"/>
              <a:gd name="csX21" fmla="*/ 26660 w 85067"/>
              <a:gd name="csY21" fmla="*/ 116958 h 148853"/>
              <a:gd name="csX22" fmla="*/ 58407 w 85067"/>
              <a:gd name="csY22" fmla="*/ 116958 h 148853"/>
              <a:gd name="csX23" fmla="*/ 63392 w 85067"/>
              <a:gd name="csY23" fmla="*/ 89604 h 148853"/>
              <a:gd name="csX24" fmla="*/ 85067 w 85067"/>
              <a:gd name="csY24" fmla="*/ 51397 h 148853"/>
              <a:gd name="csX25" fmla="*/ 85067 w 85067"/>
              <a:gd name="csY25" fmla="*/ 5330 h 148853"/>
              <a:gd name="csX26" fmla="*/ 81341 w 85067"/>
              <a:gd name="csY26" fmla="*/ 244 h 148853"/>
            </a:gdLst>
            <a:ahLst/>
            <a:cxnLst/>
            <a:rect l="l" t="t" r="r" b="b"/>
            <a:pathLst>
              <a:path w="100000" h="100000">
                <a:moveTo>
                  <a:pt x="60710" y="83338"/>
                </a:moveTo>
                <a:lnTo>
                  <a:pt x="39279" y="83338"/>
                </a:lnTo>
                <a:cubicBezTo>
                  <a:pt x="37313" y="83338"/>
                  <a:pt x="35713" y="84938"/>
                  <a:pt x="35713" y="86904"/>
                </a:cubicBezTo>
                <a:lnTo>
                  <a:pt x="35713" y="91669"/>
                </a:lnTo>
                <a:cubicBezTo>
                  <a:pt x="35713" y="96263"/>
                  <a:pt x="39450" y="100000"/>
                  <a:pt x="44045" y="100000"/>
                </a:cubicBezTo>
                <a:lnTo>
                  <a:pt x="55955" y="100000"/>
                </a:lnTo>
                <a:cubicBezTo>
                  <a:pt x="60550" y="100000"/>
                  <a:pt x="64287" y="96263"/>
                  <a:pt x="64287" y="91669"/>
                </a:cubicBezTo>
                <a:lnTo>
                  <a:pt x="64287" y="86904"/>
                </a:lnTo>
                <a:cubicBezTo>
                  <a:pt x="64287" y="84938"/>
                  <a:pt x="62687" y="83338"/>
                  <a:pt x="60710" y="83338"/>
                </a:cubicBezTo>
                <a:close/>
                <a:moveTo>
                  <a:pt x="76071" y="164"/>
                </a:moveTo>
                <a:cubicBezTo>
                  <a:pt x="74585" y="-304"/>
                  <a:pt x="72973" y="255"/>
                  <a:pt x="72071" y="1524"/>
                </a:cubicBezTo>
                <a:lnTo>
                  <a:pt x="58458" y="20975"/>
                </a:lnTo>
                <a:lnTo>
                  <a:pt x="50617" y="8781"/>
                </a:lnTo>
                <a:cubicBezTo>
                  <a:pt x="50103" y="7981"/>
                  <a:pt x="49280" y="7421"/>
                  <a:pt x="48343" y="7227"/>
                </a:cubicBezTo>
                <a:cubicBezTo>
                  <a:pt x="47405" y="7021"/>
                  <a:pt x="46434" y="7215"/>
                  <a:pt x="45634" y="7741"/>
                </a:cubicBezTo>
                <a:lnTo>
                  <a:pt x="37587" y="13112"/>
                </a:lnTo>
                <a:lnTo>
                  <a:pt x="27746" y="1295"/>
                </a:lnTo>
                <a:cubicBezTo>
                  <a:pt x="26775" y="142"/>
                  <a:pt x="25198" y="-293"/>
                  <a:pt x="23781" y="221"/>
                </a:cubicBezTo>
                <a:cubicBezTo>
                  <a:pt x="22374" y="736"/>
                  <a:pt x="21426" y="2073"/>
                  <a:pt x="21426" y="3581"/>
                </a:cubicBezTo>
                <a:lnTo>
                  <a:pt x="21426" y="34529"/>
                </a:lnTo>
                <a:cubicBezTo>
                  <a:pt x="21426" y="46094"/>
                  <a:pt x="32524" y="57053"/>
                  <a:pt x="35987" y="60196"/>
                </a:cubicBezTo>
                <a:lnTo>
                  <a:pt x="39336" y="78573"/>
                </a:lnTo>
                <a:lnTo>
                  <a:pt x="60664" y="78573"/>
                </a:lnTo>
                <a:lnTo>
                  <a:pt x="64013" y="60196"/>
                </a:lnTo>
                <a:cubicBezTo>
                  <a:pt x="67476" y="57053"/>
                  <a:pt x="78574" y="46094"/>
                  <a:pt x="78574" y="34529"/>
                </a:cubicBezTo>
                <a:lnTo>
                  <a:pt x="78574" y="3581"/>
                </a:lnTo>
                <a:cubicBezTo>
                  <a:pt x="78574" y="2015"/>
                  <a:pt x="77557" y="644"/>
                  <a:pt x="76071" y="16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3" name="Красный — SVG 26">
            <a:extLst>
              <a:ext uri="{FF2B5EF4-FFF2-40B4-BE49-F238E27FC236}">
                <a16:creationId xmlns:a16="http://schemas.microsoft.com/office/drawing/2014/main" id="{FC3F8728-F36B-5847-873F-319AC0EA2675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56634 w 113420"/>
              <a:gd name="csY0" fmla="*/ 1 h 145378"/>
              <a:gd name="csX1" fmla="*/ 52891 w 113420"/>
              <a:gd name="csY1" fmla="*/ 1617 h 145378"/>
              <a:gd name="csX2" fmla="*/ 51394 w 113420"/>
              <a:gd name="csY2" fmla="*/ 5394 h 145378"/>
              <a:gd name="csX3" fmla="*/ 51394 w 113420"/>
              <a:gd name="csY3" fmla="*/ 36575 h 145378"/>
              <a:gd name="csX4" fmla="*/ 42530 w 113420"/>
              <a:gd name="csY4" fmla="*/ 49691 h 145378"/>
              <a:gd name="csX5" fmla="*/ 42530 w 113420"/>
              <a:gd name="csY5" fmla="*/ 53246 h 145378"/>
              <a:gd name="csX6" fmla="*/ 30127 w 113420"/>
              <a:gd name="csY6" fmla="*/ 53246 h 145378"/>
              <a:gd name="csX7" fmla="*/ 7091 w 113420"/>
              <a:gd name="csY7" fmla="*/ 76279 h 145378"/>
              <a:gd name="csX8" fmla="*/ 7091 w 113420"/>
              <a:gd name="csY8" fmla="*/ 79817 h 145378"/>
              <a:gd name="csX9" fmla="*/ 269 w 113420"/>
              <a:gd name="csY9" fmla="*/ 127755 h 145378"/>
              <a:gd name="csX10" fmla="*/ 320 w 113420"/>
              <a:gd name="csY10" fmla="*/ 131276 h 145378"/>
              <a:gd name="csX11" fmla="*/ 2582 w 113420"/>
              <a:gd name="csY11" fmla="*/ 133998 h 145378"/>
              <a:gd name="csX12" fmla="*/ 53163 w 113420"/>
              <a:gd name="csY12" fmla="*/ 145378 h 145378"/>
              <a:gd name="csX13" fmla="*/ 84978 w 113420"/>
              <a:gd name="csY13" fmla="*/ 141636 h 145378"/>
              <a:gd name="csX14" fmla="*/ 88432 w 113420"/>
              <a:gd name="csY14" fmla="*/ 140905 h 145378"/>
              <a:gd name="csX15" fmla="*/ 110209 w 113420"/>
              <a:gd name="csY15" fmla="*/ 134321 h 145378"/>
              <a:gd name="csX16" fmla="*/ 113017 w 113420"/>
              <a:gd name="csY16" fmla="*/ 131463 h 145378"/>
              <a:gd name="csX17" fmla="*/ 113033 w 113420"/>
              <a:gd name="csY17" fmla="*/ 127466 h 145378"/>
              <a:gd name="csX18" fmla="*/ 106330 w 113420"/>
              <a:gd name="csY18" fmla="*/ 79817 h 145378"/>
              <a:gd name="csX19" fmla="*/ 106330 w 113420"/>
              <a:gd name="csY19" fmla="*/ 76279 h 145378"/>
              <a:gd name="csX20" fmla="*/ 83294 w 113420"/>
              <a:gd name="csY20" fmla="*/ 53246 h 145378"/>
              <a:gd name="csX21" fmla="*/ 70891 w 113420"/>
              <a:gd name="csY21" fmla="*/ 53246 h 145378"/>
              <a:gd name="csX22" fmla="*/ 70891 w 113420"/>
              <a:gd name="csY22" fmla="*/ 49691 h 145378"/>
              <a:gd name="csX23" fmla="*/ 62027 w 113420"/>
              <a:gd name="csY23" fmla="*/ 36575 h 145378"/>
              <a:gd name="csX24" fmla="*/ 62027 w 113420"/>
              <a:gd name="csY24" fmla="*/ 5394 h 145378"/>
              <a:gd name="csX25" fmla="*/ 61636 w 113420"/>
              <a:gd name="csY25" fmla="*/ 3319 h 145378"/>
              <a:gd name="csX26" fmla="*/ 60462 w 113420"/>
              <a:gd name="csY26" fmla="*/ 1549 h 145378"/>
              <a:gd name="csX27" fmla="*/ 58710 w 113420"/>
              <a:gd name="csY27" fmla="*/ 393 h 145378"/>
              <a:gd name="csX28" fmla="*/ 56634 w 113420"/>
              <a:gd name="csY28" fmla="*/ 1 h 145378"/>
              <a:gd name="csX29" fmla="*/ 17520 w 113420"/>
              <a:gd name="csY29" fmla="*/ 88680 h 145378"/>
              <a:gd name="csX30" fmla="*/ 95867 w 113420"/>
              <a:gd name="csY30" fmla="*/ 88680 h 145378"/>
              <a:gd name="csX31" fmla="*/ 101669 w 113420"/>
              <a:gd name="csY31" fmla="*/ 125969 h 145378"/>
              <a:gd name="csX32" fmla="*/ 89198 w 113420"/>
              <a:gd name="csY32" fmla="*/ 129898 h 145378"/>
              <a:gd name="csX33" fmla="*/ 85063 w 113420"/>
              <a:gd name="csY33" fmla="*/ 104399 h 145378"/>
              <a:gd name="csX34" fmla="*/ 84621 w 113420"/>
              <a:gd name="csY34" fmla="*/ 102323 h 145378"/>
              <a:gd name="csX35" fmla="*/ 83396 w 113420"/>
              <a:gd name="csY35" fmla="*/ 100605 h 145378"/>
              <a:gd name="csX36" fmla="*/ 81610 w 113420"/>
              <a:gd name="csY36" fmla="*/ 99482 h 145378"/>
              <a:gd name="csX37" fmla="*/ 79517 w 113420"/>
              <a:gd name="csY37" fmla="*/ 99142 h 145378"/>
              <a:gd name="csX38" fmla="*/ 77458 w 113420"/>
              <a:gd name="csY38" fmla="*/ 99653 h 145378"/>
              <a:gd name="csX39" fmla="*/ 75774 w 113420"/>
              <a:gd name="csY39" fmla="*/ 100928 h 145378"/>
              <a:gd name="csX40" fmla="*/ 74702 w 113420"/>
              <a:gd name="csY40" fmla="*/ 102748 h 145378"/>
              <a:gd name="csX41" fmla="*/ 74447 w 113420"/>
              <a:gd name="csY41" fmla="*/ 104858 h 145378"/>
              <a:gd name="csX42" fmla="*/ 78786 w 113420"/>
              <a:gd name="csY42" fmla="*/ 132075 h 145378"/>
              <a:gd name="csX43" fmla="*/ 53163 w 113420"/>
              <a:gd name="csY43" fmla="*/ 134746 h 145378"/>
              <a:gd name="csX44" fmla="*/ 38940 w 113420"/>
              <a:gd name="csY44" fmla="*/ 133607 h 145378"/>
              <a:gd name="csX45" fmla="*/ 42479 w 113420"/>
              <a:gd name="csY45" fmla="*/ 119521 h 145378"/>
              <a:gd name="csX46" fmla="*/ 42360 w 113420"/>
              <a:gd name="csY46" fmla="*/ 117446 h 145378"/>
              <a:gd name="csX47" fmla="*/ 41458 w 113420"/>
              <a:gd name="csY47" fmla="*/ 115575 h 145378"/>
              <a:gd name="csX48" fmla="*/ 39910 w 113420"/>
              <a:gd name="csY48" fmla="*/ 114197 h 145378"/>
              <a:gd name="csX49" fmla="*/ 37936 w 113420"/>
              <a:gd name="csY49" fmla="*/ 113516 h 145378"/>
              <a:gd name="csX50" fmla="*/ 35861 w 113420"/>
              <a:gd name="csY50" fmla="*/ 113653 h 145378"/>
              <a:gd name="csX51" fmla="*/ 33989 w 113420"/>
              <a:gd name="csY51" fmla="*/ 114554 h 145378"/>
              <a:gd name="csX52" fmla="*/ 32628 w 113420"/>
              <a:gd name="csY52" fmla="*/ 116119 h 145378"/>
              <a:gd name="csX53" fmla="*/ 31948 w 113420"/>
              <a:gd name="csY53" fmla="*/ 118075 h 145378"/>
              <a:gd name="csX54" fmla="*/ 28613 w 113420"/>
              <a:gd name="csY54" fmla="*/ 131565 h 145378"/>
              <a:gd name="csX55" fmla="*/ 28460 w 113420"/>
              <a:gd name="csY55" fmla="*/ 131889 h 145378"/>
              <a:gd name="csX56" fmla="*/ 11549 w 113420"/>
              <a:gd name="csY56" fmla="*/ 126343 h 145378"/>
              <a:gd name="csX57" fmla="*/ 17520 w 113420"/>
              <a:gd name="csY57" fmla="*/ 88680 h 145378"/>
            </a:gdLst>
            <a:ahLst/>
            <a:cxnLst/>
            <a:rect l="l" t="t" r="r" b="b"/>
            <a:pathLst>
              <a:path w="100000" h="100000">
                <a:moveTo>
                  <a:pt x="49948" y="1"/>
                </a:moveTo>
                <a:cubicBezTo>
                  <a:pt x="48976" y="12"/>
                  <a:pt x="48052" y="411"/>
                  <a:pt x="47373" y="1112"/>
                </a:cubicBezTo>
                <a:cubicBezTo>
                  <a:pt x="46706" y="1803"/>
                  <a:pt x="46332" y="2739"/>
                  <a:pt x="46343" y="3710"/>
                </a:cubicBezTo>
                <a:lnTo>
                  <a:pt x="46343" y="25159"/>
                </a:lnTo>
                <a:cubicBezTo>
                  <a:pt x="42774" y="26610"/>
                  <a:pt x="40246" y="30097"/>
                  <a:pt x="40246" y="34181"/>
                </a:cubicBezTo>
                <a:lnTo>
                  <a:pt x="40246" y="36626"/>
                </a:lnTo>
                <a:lnTo>
                  <a:pt x="31715" y="36626"/>
                </a:lnTo>
                <a:cubicBezTo>
                  <a:pt x="22973" y="36626"/>
                  <a:pt x="15869" y="43729"/>
                  <a:pt x="15869" y="52469"/>
                </a:cubicBezTo>
                <a:lnTo>
                  <a:pt x="15869" y="54903"/>
                </a:lnTo>
                <a:cubicBezTo>
                  <a:pt x="15869" y="73801"/>
                  <a:pt x="11176" y="87878"/>
                  <a:pt x="11176" y="87878"/>
                </a:cubicBezTo>
                <a:cubicBezTo>
                  <a:pt x="10918" y="88662"/>
                  <a:pt x="10930" y="89516"/>
                  <a:pt x="11211" y="90300"/>
                </a:cubicBezTo>
                <a:cubicBezTo>
                  <a:pt x="11504" y="91084"/>
                  <a:pt x="12054" y="91739"/>
                  <a:pt x="12767" y="92172"/>
                </a:cubicBezTo>
                <a:cubicBezTo>
                  <a:pt x="12767" y="92172"/>
                  <a:pt x="25981" y="100000"/>
                  <a:pt x="47560" y="100000"/>
                </a:cubicBezTo>
                <a:cubicBezTo>
                  <a:pt x="55834" y="100000"/>
                  <a:pt x="63102" y="98795"/>
                  <a:pt x="69444" y="97426"/>
                </a:cubicBezTo>
                <a:cubicBezTo>
                  <a:pt x="70264" y="97531"/>
                  <a:pt x="71106" y="97356"/>
                  <a:pt x="71820" y="96923"/>
                </a:cubicBezTo>
                <a:cubicBezTo>
                  <a:pt x="80726" y="94793"/>
                  <a:pt x="86800" y="92394"/>
                  <a:pt x="86800" y="92394"/>
                </a:cubicBezTo>
                <a:cubicBezTo>
                  <a:pt x="87678" y="92020"/>
                  <a:pt x="88368" y="91318"/>
                  <a:pt x="88731" y="90428"/>
                </a:cubicBezTo>
                <a:cubicBezTo>
                  <a:pt x="89094" y="89551"/>
                  <a:pt x="89106" y="88556"/>
                  <a:pt x="88742" y="87679"/>
                </a:cubicBezTo>
                <a:cubicBezTo>
                  <a:pt x="88742" y="87679"/>
                  <a:pt x="84132" y="76305"/>
                  <a:pt x="84132" y="54903"/>
                </a:cubicBezTo>
                <a:lnTo>
                  <a:pt x="84132" y="52469"/>
                </a:lnTo>
                <a:cubicBezTo>
                  <a:pt x="84132" y="43729"/>
                  <a:pt x="77028" y="36626"/>
                  <a:pt x="68286" y="36626"/>
                </a:cubicBezTo>
                <a:lnTo>
                  <a:pt x="59755" y="36626"/>
                </a:lnTo>
                <a:lnTo>
                  <a:pt x="59755" y="34181"/>
                </a:lnTo>
                <a:cubicBezTo>
                  <a:pt x="59755" y="30097"/>
                  <a:pt x="57227" y="26610"/>
                  <a:pt x="53657" y="25159"/>
                </a:cubicBezTo>
                <a:lnTo>
                  <a:pt x="53657" y="3710"/>
                </a:lnTo>
                <a:cubicBezTo>
                  <a:pt x="53669" y="3219"/>
                  <a:pt x="53576" y="2739"/>
                  <a:pt x="53388" y="2283"/>
                </a:cubicBezTo>
                <a:cubicBezTo>
                  <a:pt x="53201" y="1826"/>
                  <a:pt x="52932" y="1417"/>
                  <a:pt x="52581" y="1065"/>
                </a:cubicBezTo>
                <a:cubicBezTo>
                  <a:pt x="52242" y="726"/>
                  <a:pt x="51832" y="457"/>
                  <a:pt x="51376" y="270"/>
                </a:cubicBezTo>
                <a:cubicBezTo>
                  <a:pt x="50919" y="83"/>
                  <a:pt x="50427" y="-11"/>
                  <a:pt x="49948" y="1"/>
                </a:cubicBezTo>
                <a:close/>
                <a:moveTo>
                  <a:pt x="23043" y="61000"/>
                </a:moveTo>
                <a:lnTo>
                  <a:pt x="76935" y="61000"/>
                </a:lnTo>
                <a:cubicBezTo>
                  <a:pt x="77473" y="75100"/>
                  <a:pt x="79767" y="83068"/>
                  <a:pt x="80926" y="86649"/>
                </a:cubicBezTo>
                <a:cubicBezTo>
                  <a:pt x="79287" y="87281"/>
                  <a:pt x="77484" y="88030"/>
                  <a:pt x="72347" y="89352"/>
                </a:cubicBezTo>
                <a:cubicBezTo>
                  <a:pt x="71388" y="86473"/>
                  <a:pt x="69913" y="81254"/>
                  <a:pt x="69503" y="71812"/>
                </a:cubicBezTo>
                <a:cubicBezTo>
                  <a:pt x="69491" y="71320"/>
                  <a:pt x="69386" y="70841"/>
                  <a:pt x="69199" y="70384"/>
                </a:cubicBezTo>
                <a:cubicBezTo>
                  <a:pt x="69000" y="69940"/>
                  <a:pt x="68707" y="69530"/>
                  <a:pt x="68356" y="69202"/>
                </a:cubicBezTo>
                <a:cubicBezTo>
                  <a:pt x="68005" y="68863"/>
                  <a:pt x="67584" y="68605"/>
                  <a:pt x="67128" y="68430"/>
                </a:cubicBezTo>
                <a:cubicBezTo>
                  <a:pt x="66659" y="68254"/>
                  <a:pt x="66180" y="68184"/>
                  <a:pt x="65688" y="68196"/>
                </a:cubicBezTo>
                <a:cubicBezTo>
                  <a:pt x="65196" y="68219"/>
                  <a:pt x="64717" y="68336"/>
                  <a:pt x="64272" y="68548"/>
                </a:cubicBezTo>
                <a:cubicBezTo>
                  <a:pt x="63827" y="68758"/>
                  <a:pt x="63441" y="69062"/>
                  <a:pt x="63113" y="69425"/>
                </a:cubicBezTo>
                <a:cubicBezTo>
                  <a:pt x="62786" y="69787"/>
                  <a:pt x="62540" y="70220"/>
                  <a:pt x="62376" y="70676"/>
                </a:cubicBezTo>
                <a:cubicBezTo>
                  <a:pt x="62224" y="71145"/>
                  <a:pt x="62166" y="71636"/>
                  <a:pt x="62201" y="72128"/>
                </a:cubicBezTo>
                <a:cubicBezTo>
                  <a:pt x="62598" y="81360"/>
                  <a:pt x="64026" y="87105"/>
                  <a:pt x="65185" y="90849"/>
                </a:cubicBezTo>
                <a:cubicBezTo>
                  <a:pt x="59872" y="91856"/>
                  <a:pt x="54056" y="92687"/>
                  <a:pt x="47560" y="92687"/>
                </a:cubicBezTo>
                <a:cubicBezTo>
                  <a:pt x="43886" y="92687"/>
                  <a:pt x="40843" y="92277"/>
                  <a:pt x="37777" y="91903"/>
                </a:cubicBezTo>
                <a:cubicBezTo>
                  <a:pt x="38654" y="89586"/>
                  <a:pt x="39591" y="86790"/>
                  <a:pt x="40211" y="82214"/>
                </a:cubicBezTo>
                <a:cubicBezTo>
                  <a:pt x="40281" y="81735"/>
                  <a:pt x="40258" y="81254"/>
                  <a:pt x="40129" y="80787"/>
                </a:cubicBezTo>
                <a:cubicBezTo>
                  <a:pt x="40012" y="80318"/>
                  <a:pt x="39801" y="79886"/>
                  <a:pt x="39509" y="79500"/>
                </a:cubicBezTo>
                <a:cubicBezTo>
                  <a:pt x="39216" y="79114"/>
                  <a:pt x="38853" y="78797"/>
                  <a:pt x="38444" y="78552"/>
                </a:cubicBezTo>
                <a:cubicBezTo>
                  <a:pt x="38022" y="78306"/>
                  <a:pt x="37566" y="78154"/>
                  <a:pt x="37086" y="78083"/>
                </a:cubicBezTo>
                <a:cubicBezTo>
                  <a:pt x="36607" y="78025"/>
                  <a:pt x="36127" y="78048"/>
                  <a:pt x="35659" y="78178"/>
                </a:cubicBezTo>
                <a:cubicBezTo>
                  <a:pt x="35190" y="78295"/>
                  <a:pt x="34758" y="78505"/>
                  <a:pt x="34371" y="78797"/>
                </a:cubicBezTo>
                <a:cubicBezTo>
                  <a:pt x="33997" y="79090"/>
                  <a:pt x="33669" y="79453"/>
                  <a:pt x="33435" y="79874"/>
                </a:cubicBezTo>
                <a:cubicBezTo>
                  <a:pt x="33189" y="80284"/>
                  <a:pt x="33026" y="80752"/>
                  <a:pt x="32967" y="81219"/>
                </a:cubicBezTo>
                <a:cubicBezTo>
                  <a:pt x="32323" y="85947"/>
                  <a:pt x="31375" y="88861"/>
                  <a:pt x="30673" y="90499"/>
                </a:cubicBezTo>
                <a:cubicBezTo>
                  <a:pt x="30591" y="90721"/>
                  <a:pt x="30638" y="90557"/>
                  <a:pt x="30568" y="90721"/>
                </a:cubicBezTo>
                <a:cubicBezTo>
                  <a:pt x="23745" y="89176"/>
                  <a:pt x="20597" y="87784"/>
                  <a:pt x="18935" y="86907"/>
                </a:cubicBezTo>
                <a:cubicBezTo>
                  <a:pt x="19942" y="83502"/>
                  <a:pt x="22435" y="74468"/>
                  <a:pt x="23043" y="610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4" name="Красный — SVG 27">
            <a:extLst>
              <a:ext uri="{FF2B5EF4-FFF2-40B4-BE49-F238E27FC236}">
                <a16:creationId xmlns:a16="http://schemas.microsoft.com/office/drawing/2014/main" id="{EDA53571-8E9A-1F42-A836-3D77E60CD778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38040 w 138310"/>
              <a:gd name="csY0" fmla="*/ 0 h 126443"/>
              <a:gd name="csX1" fmla="*/ 35783 w 138310"/>
              <a:gd name="csY1" fmla="*/ 85 h 126443"/>
              <a:gd name="csX2" fmla="*/ 15749 w 138310"/>
              <a:gd name="csY2" fmla="*/ 15906 h 126443"/>
              <a:gd name="csX3" fmla="*/ 13230 w 138310"/>
              <a:gd name="csY3" fmla="*/ 23662 h 126443"/>
              <a:gd name="csX4" fmla="*/ 5393 w 138310"/>
              <a:gd name="csY4" fmla="*/ 23662 h 126443"/>
              <a:gd name="csX5" fmla="*/ 3335 w 138310"/>
              <a:gd name="csY5" fmla="*/ 24054 h 126443"/>
              <a:gd name="csX6" fmla="*/ 1584 w 138310"/>
              <a:gd name="csY6" fmla="*/ 25194 h 126443"/>
              <a:gd name="csX7" fmla="*/ 412 w 138310"/>
              <a:gd name="csY7" fmla="*/ 26929 h 126443"/>
              <a:gd name="csX8" fmla="*/ 0 w 138310"/>
              <a:gd name="csY8" fmla="*/ 28987 h 126443"/>
              <a:gd name="csX9" fmla="*/ 412 w 138310"/>
              <a:gd name="csY9" fmla="*/ 31028 h 126443"/>
              <a:gd name="csX10" fmla="*/ 1584 w 138310"/>
              <a:gd name="csY10" fmla="*/ 32763 h 126443"/>
              <a:gd name="csX11" fmla="*/ 3335 w 138310"/>
              <a:gd name="csY11" fmla="*/ 33920 h 126443"/>
              <a:gd name="csX12" fmla="*/ 5393 w 138310"/>
              <a:gd name="csY12" fmla="*/ 34294 h 126443"/>
              <a:gd name="csX13" fmla="*/ 9774 w 138310"/>
              <a:gd name="csY13" fmla="*/ 34294 h 126443"/>
              <a:gd name="csX14" fmla="*/ 7857 w 138310"/>
              <a:gd name="csY14" fmla="*/ 40197 h 126443"/>
              <a:gd name="csX15" fmla="*/ 77 w 138310"/>
              <a:gd name="csY15" fmla="*/ 53789 h 126443"/>
              <a:gd name="csX16" fmla="*/ 77 w 138310"/>
              <a:gd name="csY16" fmla="*/ 99855 h 126443"/>
              <a:gd name="csX17" fmla="*/ 388 w 138310"/>
              <a:gd name="csY17" fmla="*/ 101641 h 126443"/>
              <a:gd name="csX18" fmla="*/ 77 w 138310"/>
              <a:gd name="csY18" fmla="*/ 101641 h 126443"/>
              <a:gd name="csX19" fmla="*/ 77 w 138310"/>
              <a:gd name="csY19" fmla="*/ 119350 h 126443"/>
              <a:gd name="csX20" fmla="*/ 7164 w 138310"/>
              <a:gd name="csY20" fmla="*/ 126444 h 126443"/>
              <a:gd name="csX21" fmla="*/ 14254 w 138310"/>
              <a:gd name="csY21" fmla="*/ 126444 h 126443"/>
              <a:gd name="csX22" fmla="*/ 21343 w 138310"/>
              <a:gd name="csY22" fmla="*/ 119350 h 126443"/>
              <a:gd name="csX23" fmla="*/ 21343 w 138310"/>
              <a:gd name="csY23" fmla="*/ 106557 h 126443"/>
              <a:gd name="csX24" fmla="*/ 113498 w 138310"/>
              <a:gd name="csY24" fmla="*/ 114468 h 126443"/>
              <a:gd name="csX25" fmla="*/ 113498 w 138310"/>
              <a:gd name="csY25" fmla="*/ 119350 h 126443"/>
              <a:gd name="csX26" fmla="*/ 120588 w 138310"/>
              <a:gd name="csY26" fmla="*/ 126444 h 126443"/>
              <a:gd name="csX27" fmla="*/ 127677 w 138310"/>
              <a:gd name="csY27" fmla="*/ 126444 h 126443"/>
              <a:gd name="csX28" fmla="*/ 134765 w 138310"/>
              <a:gd name="csY28" fmla="*/ 119350 h 126443"/>
              <a:gd name="csX29" fmla="*/ 134765 w 138310"/>
              <a:gd name="csY29" fmla="*/ 112273 h 126443"/>
              <a:gd name="csX30" fmla="*/ 134460 w 138310"/>
              <a:gd name="csY30" fmla="*/ 112273 h 126443"/>
              <a:gd name="csX31" fmla="*/ 134765 w 138310"/>
              <a:gd name="csY31" fmla="*/ 110487 h 126443"/>
              <a:gd name="csX32" fmla="*/ 134765 w 138310"/>
              <a:gd name="csY32" fmla="*/ 71515 h 126443"/>
              <a:gd name="csX33" fmla="*/ 127254 w 138310"/>
              <a:gd name="csY33" fmla="*/ 58059 h 126443"/>
              <a:gd name="csX34" fmla="*/ 126520 w 138310"/>
              <a:gd name="csY34" fmla="*/ 53959 h 126443"/>
              <a:gd name="csX35" fmla="*/ 131566 w 138310"/>
              <a:gd name="csY35" fmla="*/ 55371 h 126443"/>
              <a:gd name="csX36" fmla="*/ 133635 w 138310"/>
              <a:gd name="csY36" fmla="*/ 55524 h 126443"/>
              <a:gd name="csX37" fmla="*/ 135607 w 138310"/>
              <a:gd name="csY37" fmla="*/ 54878 h 126443"/>
              <a:gd name="csX38" fmla="*/ 137181 w 138310"/>
              <a:gd name="csY38" fmla="*/ 53517 h 126443"/>
              <a:gd name="csX39" fmla="*/ 138117 w 138310"/>
              <a:gd name="csY39" fmla="*/ 51680 h 126443"/>
              <a:gd name="csX40" fmla="*/ 138271 w 138310"/>
              <a:gd name="csY40" fmla="*/ 49604 h 126443"/>
              <a:gd name="csX41" fmla="*/ 137623 w 138310"/>
              <a:gd name="csY41" fmla="*/ 47631 h 126443"/>
              <a:gd name="csX42" fmla="*/ 136271 w 138310"/>
              <a:gd name="csY42" fmla="*/ 46066 h 126443"/>
              <a:gd name="csX43" fmla="*/ 134420 w 138310"/>
              <a:gd name="csY43" fmla="*/ 45131 h 126443"/>
              <a:gd name="csX44" fmla="*/ 124429 w 138310"/>
              <a:gd name="csY44" fmla="*/ 42357 h 126443"/>
              <a:gd name="csX45" fmla="*/ 122927 w 138310"/>
              <a:gd name="csY45" fmla="*/ 34005 h 126443"/>
              <a:gd name="csX46" fmla="*/ 122927 w 138310"/>
              <a:gd name="csY46" fmla="*/ 33988 h 126443"/>
              <a:gd name="csX47" fmla="*/ 103406 w 138310"/>
              <a:gd name="csY47" fmla="*/ 14800 h 126443"/>
              <a:gd name="csX48" fmla="*/ 102332 w 138310"/>
              <a:gd name="csY48" fmla="*/ 14748 h 126443"/>
              <a:gd name="csX49" fmla="*/ 73908 w 138310"/>
              <a:gd name="csY49" fmla="*/ 16501 h 126443"/>
              <a:gd name="csX50" fmla="*/ 45703 w 138310"/>
              <a:gd name="csY50" fmla="*/ 1514 h 126443"/>
              <a:gd name="csX51" fmla="*/ 44873 w 138310"/>
              <a:gd name="csY51" fmla="*/ 1157 h 126443"/>
              <a:gd name="csX52" fmla="*/ 38040 w 138310"/>
              <a:gd name="csY52" fmla="*/ 0 h 126443"/>
              <a:gd name="csX53" fmla="*/ 36455 w 138310"/>
              <a:gd name="csY53" fmla="*/ 10700 h 126443"/>
              <a:gd name="csX54" fmla="*/ 41329 w 138310"/>
              <a:gd name="csY54" fmla="*/ 11227 h 126443"/>
              <a:gd name="csX55" fmla="*/ 70245 w 138310"/>
              <a:gd name="csY55" fmla="*/ 26588 h 126443"/>
              <a:gd name="csX56" fmla="*/ 73062 w 138310"/>
              <a:gd name="csY56" fmla="*/ 27201 h 126443"/>
              <a:gd name="csX57" fmla="*/ 102111 w 138310"/>
              <a:gd name="csY57" fmla="*/ 25414 h 126443"/>
              <a:gd name="csX58" fmla="*/ 112425 w 138310"/>
              <a:gd name="csY58" fmla="*/ 35655 h 126443"/>
              <a:gd name="csX59" fmla="*/ 112440 w 138310"/>
              <a:gd name="csY59" fmla="*/ 35774 h 126443"/>
              <a:gd name="csX60" fmla="*/ 115914 w 138310"/>
              <a:gd name="csY60" fmla="*/ 55065 h 126443"/>
              <a:gd name="csX61" fmla="*/ 106264 w 138310"/>
              <a:gd name="csY61" fmla="*/ 53653 h 126443"/>
              <a:gd name="csX62" fmla="*/ 105863 w 138310"/>
              <a:gd name="csY62" fmla="*/ 53602 h 126443"/>
              <a:gd name="csX63" fmla="*/ 83759 w 138310"/>
              <a:gd name="csY63" fmla="*/ 52037 h 126443"/>
              <a:gd name="csX64" fmla="*/ 75783 w 138310"/>
              <a:gd name="csY64" fmla="*/ 48924 h 126443"/>
              <a:gd name="csX65" fmla="*/ 70293 w 138310"/>
              <a:gd name="csY65" fmla="*/ 45777 h 126443"/>
              <a:gd name="csX66" fmla="*/ 66611 w 138310"/>
              <a:gd name="csY66" fmla="*/ 44994 h 126443"/>
              <a:gd name="csX67" fmla="*/ 44949 w 138310"/>
              <a:gd name="csY67" fmla="*/ 48328 h 126443"/>
              <a:gd name="csX68" fmla="*/ 19494 w 138310"/>
              <a:gd name="csY68" fmla="*/ 38785 h 126443"/>
              <a:gd name="csX69" fmla="*/ 25864 w 138310"/>
              <a:gd name="csY69" fmla="*/ 19189 h 126443"/>
              <a:gd name="csX70" fmla="*/ 36455 w 138310"/>
              <a:gd name="csY70" fmla="*/ 10700 h 126443"/>
              <a:gd name="csX71" fmla="*/ 28431 w 138310"/>
              <a:gd name="csY71" fmla="*/ 66190 h 126443"/>
              <a:gd name="csX72" fmla="*/ 35521 w 138310"/>
              <a:gd name="csY72" fmla="*/ 73284 h 126443"/>
              <a:gd name="csX73" fmla="*/ 28431 w 138310"/>
              <a:gd name="csY73" fmla="*/ 80377 h 126443"/>
              <a:gd name="csX74" fmla="*/ 21343 w 138310"/>
              <a:gd name="csY74" fmla="*/ 73284 h 126443"/>
              <a:gd name="csX75" fmla="*/ 28431 w 138310"/>
              <a:gd name="csY75" fmla="*/ 66190 h 126443"/>
              <a:gd name="csX76" fmla="*/ 55015 w 138310"/>
              <a:gd name="csY76" fmla="*/ 73284 h 126443"/>
              <a:gd name="csX77" fmla="*/ 65648 w 138310"/>
              <a:gd name="csY77" fmla="*/ 73284 h 126443"/>
              <a:gd name="csX78" fmla="*/ 68030 w 138310"/>
              <a:gd name="csY78" fmla="*/ 73845 h 126443"/>
              <a:gd name="csX79" fmla="*/ 82207 w 138310"/>
              <a:gd name="csY79" fmla="*/ 80939 h 126443"/>
              <a:gd name="csX80" fmla="*/ 84582 w 138310"/>
              <a:gd name="csY80" fmla="*/ 88067 h 126443"/>
              <a:gd name="csX81" fmla="*/ 79818 w 138310"/>
              <a:gd name="csY81" fmla="*/ 91009 h 126443"/>
              <a:gd name="csX82" fmla="*/ 77445 w 138310"/>
              <a:gd name="csY82" fmla="*/ 90448 h 126443"/>
              <a:gd name="csX83" fmla="*/ 64396 w 138310"/>
              <a:gd name="csY83" fmla="*/ 83916 h 126443"/>
              <a:gd name="csX84" fmla="*/ 55015 w 138310"/>
              <a:gd name="csY84" fmla="*/ 83916 h 126443"/>
              <a:gd name="csX85" fmla="*/ 49698 w 138310"/>
              <a:gd name="csY85" fmla="*/ 78591 h 126443"/>
              <a:gd name="csX86" fmla="*/ 55015 w 138310"/>
              <a:gd name="csY86" fmla="*/ 73284 h 126443"/>
              <a:gd name="csX87" fmla="*/ 106410 w 138310"/>
              <a:gd name="csY87" fmla="*/ 76822 h 126443"/>
              <a:gd name="csX88" fmla="*/ 113498 w 138310"/>
              <a:gd name="csY88" fmla="*/ 83916 h 126443"/>
              <a:gd name="csX89" fmla="*/ 106410 w 138310"/>
              <a:gd name="csY89" fmla="*/ 91009 h 126443"/>
              <a:gd name="csX90" fmla="*/ 99321 w 138310"/>
              <a:gd name="csY90" fmla="*/ 83916 h 126443"/>
              <a:gd name="csX91" fmla="*/ 106410 w 138310"/>
              <a:gd name="csY91" fmla="*/ 76822 h 126443"/>
            </a:gdLst>
            <a:ahLst/>
            <a:cxnLst/>
            <a:rect l="l" t="t" r="r" b="b"/>
            <a:pathLst>
              <a:path w="100000" h="100000">
                <a:moveTo>
                  <a:pt x="27503" y="4290"/>
                </a:moveTo>
                <a:cubicBezTo>
                  <a:pt x="26956" y="4290"/>
                  <a:pt x="26412" y="4302"/>
                  <a:pt x="25872" y="4351"/>
                </a:cubicBezTo>
                <a:cubicBezTo>
                  <a:pt x="19389" y="4905"/>
                  <a:pt x="13515" y="9247"/>
                  <a:pt x="11387" y="15790"/>
                </a:cubicBezTo>
                <a:lnTo>
                  <a:pt x="9565" y="21398"/>
                </a:lnTo>
                <a:lnTo>
                  <a:pt x="3899" y="21398"/>
                </a:lnTo>
                <a:cubicBezTo>
                  <a:pt x="3389" y="21398"/>
                  <a:pt x="2883" y="21484"/>
                  <a:pt x="2411" y="21681"/>
                </a:cubicBezTo>
                <a:cubicBezTo>
                  <a:pt x="1938" y="21866"/>
                  <a:pt x="1508" y="22148"/>
                  <a:pt x="1145" y="22506"/>
                </a:cubicBezTo>
                <a:cubicBezTo>
                  <a:pt x="782" y="22862"/>
                  <a:pt x="495" y="23292"/>
                  <a:pt x="298" y="23760"/>
                </a:cubicBezTo>
                <a:cubicBezTo>
                  <a:pt x="100" y="24227"/>
                  <a:pt x="0" y="24732"/>
                  <a:pt x="0" y="25248"/>
                </a:cubicBezTo>
                <a:cubicBezTo>
                  <a:pt x="0" y="25752"/>
                  <a:pt x="100" y="26257"/>
                  <a:pt x="298" y="26724"/>
                </a:cubicBezTo>
                <a:cubicBezTo>
                  <a:pt x="495" y="27203"/>
                  <a:pt x="782" y="27622"/>
                  <a:pt x="1145" y="27978"/>
                </a:cubicBezTo>
                <a:cubicBezTo>
                  <a:pt x="1508" y="28335"/>
                  <a:pt x="1938" y="28618"/>
                  <a:pt x="2411" y="28815"/>
                </a:cubicBezTo>
                <a:cubicBezTo>
                  <a:pt x="2883" y="28999"/>
                  <a:pt x="3389" y="29097"/>
                  <a:pt x="3899" y="29085"/>
                </a:cubicBezTo>
                <a:lnTo>
                  <a:pt x="7067" y="29085"/>
                </a:lnTo>
                <a:lnTo>
                  <a:pt x="5681" y="33353"/>
                </a:lnTo>
                <a:cubicBezTo>
                  <a:pt x="2335" y="35382"/>
                  <a:pt x="56" y="39023"/>
                  <a:pt x="56" y="43180"/>
                </a:cubicBezTo>
                <a:lnTo>
                  <a:pt x="56" y="76487"/>
                </a:lnTo>
                <a:cubicBezTo>
                  <a:pt x="56" y="76930"/>
                  <a:pt x="133" y="77360"/>
                  <a:pt x="281" y="77778"/>
                </a:cubicBezTo>
                <a:lnTo>
                  <a:pt x="56" y="77778"/>
                </a:lnTo>
                <a:lnTo>
                  <a:pt x="56" y="90582"/>
                </a:lnTo>
                <a:cubicBezTo>
                  <a:pt x="56" y="93422"/>
                  <a:pt x="2348" y="95711"/>
                  <a:pt x="5180" y="95711"/>
                </a:cubicBezTo>
                <a:lnTo>
                  <a:pt x="10306" y="95711"/>
                </a:lnTo>
                <a:cubicBezTo>
                  <a:pt x="13137" y="95711"/>
                  <a:pt x="15431" y="93422"/>
                  <a:pt x="15431" y="90582"/>
                </a:cubicBezTo>
                <a:lnTo>
                  <a:pt x="15431" y="81332"/>
                </a:lnTo>
                <a:lnTo>
                  <a:pt x="82061" y="87052"/>
                </a:lnTo>
                <a:lnTo>
                  <a:pt x="82061" y="90582"/>
                </a:lnTo>
                <a:cubicBezTo>
                  <a:pt x="82061" y="93422"/>
                  <a:pt x="84355" y="95711"/>
                  <a:pt x="87187" y="95711"/>
                </a:cubicBezTo>
                <a:lnTo>
                  <a:pt x="92312" y="95711"/>
                </a:lnTo>
                <a:cubicBezTo>
                  <a:pt x="95144" y="95711"/>
                  <a:pt x="97437" y="93422"/>
                  <a:pt x="97437" y="90582"/>
                </a:cubicBezTo>
                <a:lnTo>
                  <a:pt x="97437" y="85465"/>
                </a:lnTo>
                <a:lnTo>
                  <a:pt x="97216" y="85465"/>
                </a:lnTo>
                <a:cubicBezTo>
                  <a:pt x="97363" y="85047"/>
                  <a:pt x="97437" y="84617"/>
                  <a:pt x="97437" y="84174"/>
                </a:cubicBezTo>
                <a:lnTo>
                  <a:pt x="97437" y="55996"/>
                </a:lnTo>
                <a:cubicBezTo>
                  <a:pt x="97437" y="51913"/>
                  <a:pt x="95248" y="48322"/>
                  <a:pt x="92006" y="46267"/>
                </a:cubicBezTo>
                <a:lnTo>
                  <a:pt x="91476" y="43303"/>
                </a:lnTo>
                <a:lnTo>
                  <a:pt x="95124" y="44324"/>
                </a:lnTo>
                <a:cubicBezTo>
                  <a:pt x="95611" y="44459"/>
                  <a:pt x="96120" y="44496"/>
                  <a:pt x="96620" y="44435"/>
                </a:cubicBezTo>
                <a:cubicBezTo>
                  <a:pt x="97122" y="44373"/>
                  <a:pt x="97607" y="44213"/>
                  <a:pt x="98046" y="43968"/>
                </a:cubicBezTo>
                <a:cubicBezTo>
                  <a:pt x="98485" y="43722"/>
                  <a:pt x="98872" y="43389"/>
                  <a:pt x="99184" y="42984"/>
                </a:cubicBezTo>
                <a:cubicBezTo>
                  <a:pt x="99495" y="42589"/>
                  <a:pt x="99724" y="42135"/>
                  <a:pt x="99860" y="41655"/>
                </a:cubicBezTo>
                <a:cubicBezTo>
                  <a:pt x="99996" y="41163"/>
                  <a:pt x="100033" y="40659"/>
                  <a:pt x="99972" y="40154"/>
                </a:cubicBezTo>
                <a:cubicBezTo>
                  <a:pt x="99912" y="39650"/>
                  <a:pt x="99752" y="39171"/>
                  <a:pt x="99503" y="38728"/>
                </a:cubicBezTo>
                <a:cubicBezTo>
                  <a:pt x="99256" y="38285"/>
                  <a:pt x="98923" y="37904"/>
                  <a:pt x="98526" y="37596"/>
                </a:cubicBezTo>
                <a:cubicBezTo>
                  <a:pt x="98128" y="37277"/>
                  <a:pt x="97673" y="37055"/>
                  <a:pt x="97187" y="36920"/>
                </a:cubicBezTo>
                <a:lnTo>
                  <a:pt x="89964" y="34915"/>
                </a:lnTo>
                <a:lnTo>
                  <a:pt x="88878" y="28876"/>
                </a:lnTo>
                <a:lnTo>
                  <a:pt x="88878" y="28864"/>
                </a:lnTo>
                <a:cubicBezTo>
                  <a:pt x="87736" y="21657"/>
                  <a:pt x="81990" y="16011"/>
                  <a:pt x="74764" y="14991"/>
                </a:cubicBezTo>
                <a:cubicBezTo>
                  <a:pt x="74507" y="14953"/>
                  <a:pt x="74246" y="14941"/>
                  <a:pt x="73987" y="14953"/>
                </a:cubicBezTo>
                <a:lnTo>
                  <a:pt x="53436" y="16220"/>
                </a:lnTo>
                <a:lnTo>
                  <a:pt x="33044" y="5385"/>
                </a:lnTo>
                <a:cubicBezTo>
                  <a:pt x="32852" y="5274"/>
                  <a:pt x="32651" y="5188"/>
                  <a:pt x="32444" y="5127"/>
                </a:cubicBezTo>
                <a:cubicBezTo>
                  <a:pt x="30809" y="4585"/>
                  <a:pt x="29145" y="4315"/>
                  <a:pt x="27503" y="4290"/>
                </a:cubicBezTo>
                <a:close/>
                <a:moveTo>
                  <a:pt x="26357" y="12026"/>
                </a:moveTo>
                <a:cubicBezTo>
                  <a:pt x="27507" y="11916"/>
                  <a:pt x="28701" y="12039"/>
                  <a:pt x="29881" y="12407"/>
                </a:cubicBezTo>
                <a:lnTo>
                  <a:pt x="50788" y="23513"/>
                </a:lnTo>
                <a:cubicBezTo>
                  <a:pt x="51413" y="23845"/>
                  <a:pt x="52118" y="24006"/>
                  <a:pt x="52825" y="23957"/>
                </a:cubicBezTo>
                <a:lnTo>
                  <a:pt x="73828" y="22665"/>
                </a:lnTo>
                <a:cubicBezTo>
                  <a:pt x="77665" y="23280"/>
                  <a:pt x="80675" y="26220"/>
                  <a:pt x="81285" y="30069"/>
                </a:cubicBezTo>
                <a:cubicBezTo>
                  <a:pt x="81288" y="30106"/>
                  <a:pt x="81292" y="30131"/>
                  <a:pt x="81296" y="30155"/>
                </a:cubicBezTo>
                <a:lnTo>
                  <a:pt x="83807" y="44103"/>
                </a:lnTo>
                <a:lnTo>
                  <a:pt x="76830" y="43082"/>
                </a:lnTo>
                <a:cubicBezTo>
                  <a:pt x="76734" y="43057"/>
                  <a:pt x="76637" y="43057"/>
                  <a:pt x="76540" y="43045"/>
                </a:cubicBezTo>
                <a:cubicBezTo>
                  <a:pt x="76540" y="43045"/>
                  <a:pt x="63405" y="42122"/>
                  <a:pt x="60559" y="41913"/>
                </a:cubicBezTo>
                <a:cubicBezTo>
                  <a:pt x="59914" y="41864"/>
                  <a:pt x="57006" y="40819"/>
                  <a:pt x="54792" y="39663"/>
                </a:cubicBezTo>
                <a:cubicBezTo>
                  <a:pt x="52578" y="38507"/>
                  <a:pt x="50823" y="37387"/>
                  <a:pt x="50823" y="37387"/>
                </a:cubicBezTo>
                <a:cubicBezTo>
                  <a:pt x="50034" y="36883"/>
                  <a:pt x="49087" y="36674"/>
                  <a:pt x="48161" y="36821"/>
                </a:cubicBezTo>
                <a:lnTo>
                  <a:pt x="32499" y="39232"/>
                </a:lnTo>
                <a:lnTo>
                  <a:pt x="14094" y="32332"/>
                </a:lnTo>
                <a:lnTo>
                  <a:pt x="18700" y="18164"/>
                </a:lnTo>
                <a:cubicBezTo>
                  <a:pt x="19849" y="14633"/>
                  <a:pt x="22908" y="12334"/>
                  <a:pt x="26357" y="12026"/>
                </a:cubicBezTo>
                <a:close/>
                <a:moveTo>
                  <a:pt x="20556" y="52146"/>
                </a:moveTo>
                <a:cubicBezTo>
                  <a:pt x="23388" y="52146"/>
                  <a:pt x="25682" y="54446"/>
                  <a:pt x="25682" y="57275"/>
                </a:cubicBezTo>
                <a:cubicBezTo>
                  <a:pt x="25682" y="60104"/>
                  <a:pt x="23388" y="62404"/>
                  <a:pt x="20556" y="62404"/>
                </a:cubicBezTo>
                <a:cubicBezTo>
                  <a:pt x="17725" y="62404"/>
                  <a:pt x="15431" y="60104"/>
                  <a:pt x="15431" y="57275"/>
                </a:cubicBezTo>
                <a:cubicBezTo>
                  <a:pt x="15431" y="54446"/>
                  <a:pt x="17725" y="52146"/>
                  <a:pt x="20556" y="52146"/>
                </a:cubicBezTo>
                <a:close/>
                <a:moveTo>
                  <a:pt x="39777" y="57275"/>
                </a:moveTo>
                <a:lnTo>
                  <a:pt x="47464" y="57275"/>
                </a:lnTo>
                <a:cubicBezTo>
                  <a:pt x="48062" y="57275"/>
                  <a:pt x="48650" y="57411"/>
                  <a:pt x="49187" y="57681"/>
                </a:cubicBezTo>
                <a:lnTo>
                  <a:pt x="59437" y="62810"/>
                </a:lnTo>
                <a:cubicBezTo>
                  <a:pt x="61336" y="63757"/>
                  <a:pt x="62103" y="66069"/>
                  <a:pt x="61154" y="67964"/>
                </a:cubicBezTo>
                <a:cubicBezTo>
                  <a:pt x="60480" y="69304"/>
                  <a:pt x="59119" y="70091"/>
                  <a:pt x="57709" y="70091"/>
                </a:cubicBezTo>
                <a:cubicBezTo>
                  <a:pt x="57132" y="70091"/>
                  <a:pt x="56545" y="69956"/>
                  <a:pt x="55994" y="69685"/>
                </a:cubicBezTo>
                <a:lnTo>
                  <a:pt x="46559" y="64962"/>
                </a:lnTo>
                <a:lnTo>
                  <a:pt x="39777" y="64962"/>
                </a:lnTo>
                <a:cubicBezTo>
                  <a:pt x="37652" y="64962"/>
                  <a:pt x="35932" y="63240"/>
                  <a:pt x="35932" y="61112"/>
                </a:cubicBezTo>
                <a:cubicBezTo>
                  <a:pt x="35932" y="58997"/>
                  <a:pt x="37652" y="57275"/>
                  <a:pt x="39777" y="57275"/>
                </a:cubicBezTo>
                <a:close/>
                <a:moveTo>
                  <a:pt x="76936" y="59833"/>
                </a:moveTo>
                <a:cubicBezTo>
                  <a:pt x="79768" y="59833"/>
                  <a:pt x="82061" y="62133"/>
                  <a:pt x="82061" y="64962"/>
                </a:cubicBezTo>
                <a:cubicBezTo>
                  <a:pt x="82061" y="67791"/>
                  <a:pt x="79768" y="70091"/>
                  <a:pt x="76936" y="70091"/>
                </a:cubicBezTo>
                <a:cubicBezTo>
                  <a:pt x="74103" y="70091"/>
                  <a:pt x="71810" y="67791"/>
                  <a:pt x="71810" y="64962"/>
                </a:cubicBezTo>
                <a:cubicBezTo>
                  <a:pt x="71810" y="62133"/>
                  <a:pt x="74103" y="59833"/>
                  <a:pt x="76936" y="5983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5" name="Красный — SVG 28">
            <a:extLst>
              <a:ext uri="{FF2B5EF4-FFF2-40B4-BE49-F238E27FC236}">
                <a16:creationId xmlns:a16="http://schemas.microsoft.com/office/drawing/2014/main" id="{EA6E36ED-F571-4C4E-AB3D-1CFDAF7B8EF1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63877 w 141854"/>
              <a:gd name="csY0" fmla="*/ 0 h 148847"/>
              <a:gd name="csX1" fmla="*/ 42610 w 141854"/>
              <a:gd name="csY1" fmla="*/ 21264 h 148847"/>
              <a:gd name="csX2" fmla="*/ 5393 w 141854"/>
              <a:gd name="csY2" fmla="*/ 21264 h 148847"/>
              <a:gd name="csX3" fmla="*/ 3335 w 141854"/>
              <a:gd name="csY3" fmla="*/ 21655 h 148847"/>
              <a:gd name="csX4" fmla="*/ 1584 w 141854"/>
              <a:gd name="csY4" fmla="*/ 22795 h 148847"/>
              <a:gd name="csX5" fmla="*/ 412 w 141854"/>
              <a:gd name="csY5" fmla="*/ 24530 h 148847"/>
              <a:gd name="csX6" fmla="*/ 0 w 141854"/>
              <a:gd name="csY6" fmla="*/ 26572 h 148847"/>
              <a:gd name="csX7" fmla="*/ 412 w 141854"/>
              <a:gd name="csY7" fmla="*/ 28630 h 148847"/>
              <a:gd name="csX8" fmla="*/ 1584 w 141854"/>
              <a:gd name="csY8" fmla="*/ 30365 h 148847"/>
              <a:gd name="csX9" fmla="*/ 3335 w 141854"/>
              <a:gd name="csY9" fmla="*/ 31505 h 148847"/>
              <a:gd name="csX10" fmla="*/ 5393 w 141854"/>
              <a:gd name="csY10" fmla="*/ 31896 h 148847"/>
              <a:gd name="csX11" fmla="*/ 14254 w 141854"/>
              <a:gd name="csY11" fmla="*/ 31896 h 148847"/>
              <a:gd name="csX12" fmla="*/ 14254 w 141854"/>
              <a:gd name="csY12" fmla="*/ 122259 h 148847"/>
              <a:gd name="csX13" fmla="*/ 33748 w 141854"/>
              <a:gd name="csY13" fmla="*/ 141754 h 148847"/>
              <a:gd name="csX14" fmla="*/ 69663 w 141854"/>
              <a:gd name="csY14" fmla="*/ 141754 h 148847"/>
              <a:gd name="csX15" fmla="*/ 56787 w 141854"/>
              <a:gd name="csY15" fmla="*/ 109858 h 148847"/>
              <a:gd name="csX16" fmla="*/ 74510 w 141854"/>
              <a:gd name="csY16" fmla="*/ 73607 h 148847"/>
              <a:gd name="csX17" fmla="*/ 74510 w 141854"/>
              <a:gd name="csY17" fmla="*/ 54929 h 148847"/>
              <a:gd name="csX18" fmla="*/ 79827 w 141854"/>
              <a:gd name="csY18" fmla="*/ 49621 h 148847"/>
              <a:gd name="csX19" fmla="*/ 85144 w 141854"/>
              <a:gd name="csY19" fmla="*/ 54929 h 148847"/>
              <a:gd name="csX20" fmla="*/ 85144 w 141854"/>
              <a:gd name="csY20" fmla="*/ 67330 h 148847"/>
              <a:gd name="csX21" fmla="*/ 102865 w 141854"/>
              <a:gd name="csY21" fmla="*/ 63792 h 148847"/>
              <a:gd name="csX22" fmla="*/ 113498 w 141854"/>
              <a:gd name="csY22" fmla="*/ 65067 h 148847"/>
              <a:gd name="csX23" fmla="*/ 113498 w 141854"/>
              <a:gd name="csY23" fmla="*/ 31896 h 148847"/>
              <a:gd name="csX24" fmla="*/ 122360 w 141854"/>
              <a:gd name="csY24" fmla="*/ 31896 h 148847"/>
              <a:gd name="csX25" fmla="*/ 124417 w 141854"/>
              <a:gd name="csY25" fmla="*/ 31505 h 148847"/>
              <a:gd name="csX26" fmla="*/ 126168 w 141854"/>
              <a:gd name="csY26" fmla="*/ 30365 h 148847"/>
              <a:gd name="csX27" fmla="*/ 127340 w 141854"/>
              <a:gd name="csY27" fmla="*/ 28630 h 148847"/>
              <a:gd name="csX28" fmla="*/ 127752 w 141854"/>
              <a:gd name="csY28" fmla="*/ 26572 h 148847"/>
              <a:gd name="csX29" fmla="*/ 127340 w 141854"/>
              <a:gd name="csY29" fmla="*/ 24530 h 148847"/>
              <a:gd name="csX30" fmla="*/ 126168 w 141854"/>
              <a:gd name="csY30" fmla="*/ 22795 h 148847"/>
              <a:gd name="csX31" fmla="*/ 124417 w 141854"/>
              <a:gd name="csY31" fmla="*/ 21655 h 148847"/>
              <a:gd name="csX32" fmla="*/ 122360 w 141854"/>
              <a:gd name="csY32" fmla="*/ 21264 h 148847"/>
              <a:gd name="csX33" fmla="*/ 85144 w 141854"/>
              <a:gd name="csY33" fmla="*/ 21264 h 148847"/>
              <a:gd name="csX34" fmla="*/ 63877 w 141854"/>
              <a:gd name="csY34" fmla="*/ 0 h 148847"/>
              <a:gd name="csX35" fmla="*/ 63877 w 141854"/>
              <a:gd name="csY35" fmla="*/ 10632 h 148847"/>
              <a:gd name="csX36" fmla="*/ 74510 w 141854"/>
              <a:gd name="csY36" fmla="*/ 21264 h 148847"/>
              <a:gd name="csX37" fmla="*/ 53243 w 141854"/>
              <a:gd name="csY37" fmla="*/ 21264 h 148847"/>
              <a:gd name="csX38" fmla="*/ 63877 w 141854"/>
              <a:gd name="csY38" fmla="*/ 10632 h 148847"/>
              <a:gd name="csX39" fmla="*/ 47927 w 141854"/>
              <a:gd name="csY39" fmla="*/ 49621 h 148847"/>
              <a:gd name="csX40" fmla="*/ 53243 w 141854"/>
              <a:gd name="csY40" fmla="*/ 54929 h 148847"/>
              <a:gd name="csX41" fmla="*/ 53243 w 141854"/>
              <a:gd name="csY41" fmla="*/ 108089 h 148847"/>
              <a:gd name="csX42" fmla="*/ 47927 w 141854"/>
              <a:gd name="csY42" fmla="*/ 113413 h 148847"/>
              <a:gd name="csX43" fmla="*/ 42610 w 141854"/>
              <a:gd name="csY43" fmla="*/ 108089 h 148847"/>
              <a:gd name="csX44" fmla="*/ 42610 w 141854"/>
              <a:gd name="csY44" fmla="*/ 54929 h 148847"/>
              <a:gd name="csX45" fmla="*/ 47927 w 141854"/>
              <a:gd name="csY45" fmla="*/ 49621 h 148847"/>
              <a:gd name="csX46" fmla="*/ 102865 w 141854"/>
              <a:gd name="csY46" fmla="*/ 70885 h 148847"/>
              <a:gd name="csX47" fmla="*/ 63877 w 141854"/>
              <a:gd name="csY47" fmla="*/ 109858 h 148847"/>
              <a:gd name="csX48" fmla="*/ 102865 w 141854"/>
              <a:gd name="csY48" fmla="*/ 148847 h 148847"/>
              <a:gd name="csX49" fmla="*/ 141854 w 141854"/>
              <a:gd name="csY49" fmla="*/ 109858 h 148847"/>
              <a:gd name="csX50" fmla="*/ 102865 w 141854"/>
              <a:gd name="csY50" fmla="*/ 70885 h 148847"/>
              <a:gd name="csX51" fmla="*/ 85144 w 141854"/>
              <a:gd name="csY51" fmla="*/ 88594 h 148847"/>
              <a:gd name="csX52" fmla="*/ 87648 w 141854"/>
              <a:gd name="csY52" fmla="*/ 89631 h 148847"/>
              <a:gd name="csX53" fmla="*/ 102865 w 141854"/>
              <a:gd name="csY53" fmla="*/ 104856 h 148847"/>
              <a:gd name="csX54" fmla="*/ 118082 w 141854"/>
              <a:gd name="csY54" fmla="*/ 89631 h 148847"/>
              <a:gd name="csX55" fmla="*/ 123094 w 141854"/>
              <a:gd name="csY55" fmla="*/ 89631 h 148847"/>
              <a:gd name="csX56" fmla="*/ 123094 w 141854"/>
              <a:gd name="csY56" fmla="*/ 94650 h 148847"/>
              <a:gd name="csX57" fmla="*/ 107877 w 141854"/>
              <a:gd name="csY57" fmla="*/ 109858 h 148847"/>
              <a:gd name="csX58" fmla="*/ 123094 w 141854"/>
              <a:gd name="csY58" fmla="*/ 125083 h 148847"/>
              <a:gd name="csX59" fmla="*/ 123094 w 141854"/>
              <a:gd name="csY59" fmla="*/ 130084 h 148847"/>
              <a:gd name="csX60" fmla="*/ 120588 w 141854"/>
              <a:gd name="csY60" fmla="*/ 131122 h 148847"/>
              <a:gd name="csX61" fmla="*/ 118082 w 141854"/>
              <a:gd name="csY61" fmla="*/ 130084 h 148847"/>
              <a:gd name="csX62" fmla="*/ 102865 w 141854"/>
              <a:gd name="csY62" fmla="*/ 114876 h 148847"/>
              <a:gd name="csX63" fmla="*/ 87648 w 141854"/>
              <a:gd name="csY63" fmla="*/ 130084 h 148847"/>
              <a:gd name="csX64" fmla="*/ 85144 w 141854"/>
              <a:gd name="csY64" fmla="*/ 131122 h 148847"/>
              <a:gd name="csX65" fmla="*/ 82638 w 141854"/>
              <a:gd name="csY65" fmla="*/ 130084 h 148847"/>
              <a:gd name="csX66" fmla="*/ 82638 w 141854"/>
              <a:gd name="csY66" fmla="*/ 125083 h 148847"/>
              <a:gd name="csX67" fmla="*/ 97853 w 141854"/>
              <a:gd name="csY67" fmla="*/ 109858 h 148847"/>
              <a:gd name="csX68" fmla="*/ 82638 w 141854"/>
              <a:gd name="csY68" fmla="*/ 94650 h 148847"/>
              <a:gd name="csX69" fmla="*/ 82638 w 141854"/>
              <a:gd name="csY69" fmla="*/ 89631 h 148847"/>
              <a:gd name="csX70" fmla="*/ 85144 w 141854"/>
              <a:gd name="csY70" fmla="*/ 88594 h 148847"/>
            </a:gdLst>
            <a:ahLst/>
            <a:cxnLst/>
            <a:rect l="l" t="t" r="r" b="b"/>
            <a:pathLst>
              <a:path w="100000" h="100000">
                <a:moveTo>
                  <a:pt x="45264" y="0"/>
                </a:moveTo>
                <a:cubicBezTo>
                  <a:pt x="37415" y="0"/>
                  <a:pt x="30976" y="6434"/>
                  <a:pt x="30976" y="14286"/>
                </a:cubicBezTo>
                <a:lnTo>
                  <a:pt x="5972" y="14286"/>
                </a:lnTo>
                <a:cubicBezTo>
                  <a:pt x="5498" y="14274"/>
                  <a:pt x="5028" y="14366"/>
                  <a:pt x="4590" y="14548"/>
                </a:cubicBezTo>
                <a:cubicBezTo>
                  <a:pt x="4150" y="14720"/>
                  <a:pt x="3750" y="14983"/>
                  <a:pt x="3413" y="15314"/>
                </a:cubicBezTo>
                <a:cubicBezTo>
                  <a:pt x="3076" y="15646"/>
                  <a:pt x="2809" y="16046"/>
                  <a:pt x="2626" y="16480"/>
                </a:cubicBezTo>
                <a:cubicBezTo>
                  <a:pt x="2443" y="16915"/>
                  <a:pt x="2349" y="17383"/>
                  <a:pt x="2349" y="17852"/>
                </a:cubicBezTo>
                <a:cubicBezTo>
                  <a:pt x="2349" y="18332"/>
                  <a:pt x="2443" y="18800"/>
                  <a:pt x="2626" y="19235"/>
                </a:cubicBezTo>
                <a:cubicBezTo>
                  <a:pt x="2809" y="19669"/>
                  <a:pt x="3076" y="20069"/>
                  <a:pt x="3413" y="20400"/>
                </a:cubicBezTo>
                <a:cubicBezTo>
                  <a:pt x="3750" y="20731"/>
                  <a:pt x="4150" y="20995"/>
                  <a:pt x="4590" y="21166"/>
                </a:cubicBezTo>
                <a:cubicBezTo>
                  <a:pt x="5028" y="21349"/>
                  <a:pt x="5498" y="21440"/>
                  <a:pt x="5972" y="21429"/>
                </a:cubicBezTo>
                <a:lnTo>
                  <a:pt x="11925" y="21429"/>
                </a:lnTo>
                <a:lnTo>
                  <a:pt x="11925" y="82137"/>
                </a:lnTo>
                <a:cubicBezTo>
                  <a:pt x="11925" y="89360"/>
                  <a:pt x="17799" y="95235"/>
                  <a:pt x="25022" y="95235"/>
                </a:cubicBezTo>
                <a:lnTo>
                  <a:pt x="49151" y="95235"/>
                </a:lnTo>
                <a:cubicBezTo>
                  <a:pt x="43803" y="89680"/>
                  <a:pt x="40500" y="82137"/>
                  <a:pt x="40500" y="73806"/>
                </a:cubicBezTo>
                <a:cubicBezTo>
                  <a:pt x="40500" y="63909"/>
                  <a:pt x="45170" y="55108"/>
                  <a:pt x="52407" y="49451"/>
                </a:cubicBezTo>
                <a:lnTo>
                  <a:pt x="52407" y="36903"/>
                </a:lnTo>
                <a:cubicBezTo>
                  <a:pt x="52407" y="34937"/>
                  <a:pt x="54007" y="33337"/>
                  <a:pt x="55979" y="33337"/>
                </a:cubicBezTo>
                <a:cubicBezTo>
                  <a:pt x="57951" y="33337"/>
                  <a:pt x="59551" y="34937"/>
                  <a:pt x="59551" y="36903"/>
                </a:cubicBezTo>
                <a:lnTo>
                  <a:pt x="59551" y="45234"/>
                </a:lnTo>
                <a:cubicBezTo>
                  <a:pt x="63218" y="43714"/>
                  <a:pt x="67238" y="42857"/>
                  <a:pt x="71457" y="42857"/>
                </a:cubicBezTo>
                <a:cubicBezTo>
                  <a:pt x="73919" y="42857"/>
                  <a:pt x="76303" y="43177"/>
                  <a:pt x="78601" y="43714"/>
                </a:cubicBezTo>
                <a:lnTo>
                  <a:pt x="78601" y="21429"/>
                </a:lnTo>
                <a:lnTo>
                  <a:pt x="84554" y="21429"/>
                </a:lnTo>
                <a:cubicBezTo>
                  <a:pt x="85028" y="21440"/>
                  <a:pt x="85498" y="21349"/>
                  <a:pt x="85936" y="21166"/>
                </a:cubicBezTo>
                <a:cubicBezTo>
                  <a:pt x="86376" y="20995"/>
                  <a:pt x="86775" y="20731"/>
                  <a:pt x="87113" y="20400"/>
                </a:cubicBezTo>
                <a:cubicBezTo>
                  <a:pt x="87450" y="20069"/>
                  <a:pt x="87717" y="19669"/>
                  <a:pt x="87900" y="19235"/>
                </a:cubicBezTo>
                <a:cubicBezTo>
                  <a:pt x="88083" y="18800"/>
                  <a:pt x="88177" y="18332"/>
                  <a:pt x="88177" y="17852"/>
                </a:cubicBezTo>
                <a:cubicBezTo>
                  <a:pt x="88177" y="17383"/>
                  <a:pt x="88083" y="16915"/>
                  <a:pt x="87900" y="16480"/>
                </a:cubicBezTo>
                <a:cubicBezTo>
                  <a:pt x="87717" y="16046"/>
                  <a:pt x="87450" y="15646"/>
                  <a:pt x="87113" y="15314"/>
                </a:cubicBezTo>
                <a:cubicBezTo>
                  <a:pt x="86775" y="14983"/>
                  <a:pt x="86376" y="14720"/>
                  <a:pt x="85936" y="14548"/>
                </a:cubicBezTo>
                <a:cubicBezTo>
                  <a:pt x="85498" y="14366"/>
                  <a:pt x="85028" y="14274"/>
                  <a:pt x="84554" y="14286"/>
                </a:cubicBezTo>
                <a:lnTo>
                  <a:pt x="59551" y="14286"/>
                </a:lnTo>
                <a:cubicBezTo>
                  <a:pt x="59551" y="6434"/>
                  <a:pt x="53111" y="0"/>
                  <a:pt x="45264" y="0"/>
                </a:cubicBezTo>
                <a:close/>
                <a:moveTo>
                  <a:pt x="45264" y="7143"/>
                </a:moveTo>
                <a:cubicBezTo>
                  <a:pt x="49249" y="7143"/>
                  <a:pt x="52407" y="10297"/>
                  <a:pt x="52407" y="14286"/>
                </a:cubicBezTo>
                <a:lnTo>
                  <a:pt x="38119" y="14286"/>
                </a:lnTo>
                <a:cubicBezTo>
                  <a:pt x="38119" y="10297"/>
                  <a:pt x="41277" y="7143"/>
                  <a:pt x="45264" y="7143"/>
                </a:cubicBezTo>
                <a:close/>
                <a:moveTo>
                  <a:pt x="34548" y="33337"/>
                </a:moveTo>
                <a:cubicBezTo>
                  <a:pt x="36520" y="33337"/>
                  <a:pt x="38119" y="34937"/>
                  <a:pt x="38119" y="36903"/>
                </a:cubicBezTo>
                <a:lnTo>
                  <a:pt x="38119" y="72618"/>
                </a:lnTo>
                <a:cubicBezTo>
                  <a:pt x="38119" y="74595"/>
                  <a:pt x="36520" y="76194"/>
                  <a:pt x="34548" y="76194"/>
                </a:cubicBezTo>
                <a:cubicBezTo>
                  <a:pt x="32576" y="76194"/>
                  <a:pt x="30976" y="74595"/>
                  <a:pt x="30976" y="72618"/>
                </a:cubicBezTo>
                <a:lnTo>
                  <a:pt x="30976" y="36903"/>
                </a:lnTo>
                <a:cubicBezTo>
                  <a:pt x="30976" y="34937"/>
                  <a:pt x="32576" y="33337"/>
                  <a:pt x="34548" y="33337"/>
                </a:cubicBezTo>
                <a:close/>
                <a:moveTo>
                  <a:pt x="71457" y="47623"/>
                </a:moveTo>
                <a:cubicBezTo>
                  <a:pt x="56991" y="47623"/>
                  <a:pt x="45264" y="59349"/>
                  <a:pt x="45264" y="73806"/>
                </a:cubicBezTo>
                <a:cubicBezTo>
                  <a:pt x="45264" y="88275"/>
                  <a:pt x="56991" y="100000"/>
                  <a:pt x="71457" y="100000"/>
                </a:cubicBezTo>
                <a:cubicBezTo>
                  <a:pt x="85923" y="100000"/>
                  <a:pt x="97651" y="88275"/>
                  <a:pt x="97651" y="73806"/>
                </a:cubicBezTo>
                <a:cubicBezTo>
                  <a:pt x="97651" y="59349"/>
                  <a:pt x="85923" y="47623"/>
                  <a:pt x="71457" y="47623"/>
                </a:cubicBezTo>
                <a:close/>
                <a:moveTo>
                  <a:pt x="59551" y="59520"/>
                </a:moveTo>
                <a:cubicBezTo>
                  <a:pt x="60159" y="59520"/>
                  <a:pt x="60769" y="59760"/>
                  <a:pt x="61234" y="60217"/>
                </a:cubicBezTo>
                <a:lnTo>
                  <a:pt x="71457" y="70445"/>
                </a:lnTo>
                <a:lnTo>
                  <a:pt x="81680" y="60217"/>
                </a:lnTo>
                <a:cubicBezTo>
                  <a:pt x="82610" y="59291"/>
                  <a:pt x="84116" y="59291"/>
                  <a:pt x="85047" y="60217"/>
                </a:cubicBezTo>
                <a:cubicBezTo>
                  <a:pt x="85978" y="61154"/>
                  <a:pt x="85978" y="62663"/>
                  <a:pt x="85047" y="63589"/>
                </a:cubicBezTo>
                <a:lnTo>
                  <a:pt x="74824" y="73806"/>
                </a:lnTo>
                <a:lnTo>
                  <a:pt x="85047" y="84035"/>
                </a:lnTo>
                <a:cubicBezTo>
                  <a:pt x="85978" y="84960"/>
                  <a:pt x="85978" y="86469"/>
                  <a:pt x="85047" y="87394"/>
                </a:cubicBezTo>
                <a:cubicBezTo>
                  <a:pt x="84583" y="87863"/>
                  <a:pt x="83972" y="88092"/>
                  <a:pt x="83364" y="88092"/>
                </a:cubicBezTo>
                <a:cubicBezTo>
                  <a:pt x="82754" y="88092"/>
                  <a:pt x="82144" y="87863"/>
                  <a:pt x="81680" y="87394"/>
                </a:cubicBezTo>
                <a:lnTo>
                  <a:pt x="71457" y="77177"/>
                </a:lnTo>
                <a:lnTo>
                  <a:pt x="61234" y="87394"/>
                </a:lnTo>
                <a:cubicBezTo>
                  <a:pt x="60769" y="87863"/>
                  <a:pt x="60160" y="88092"/>
                  <a:pt x="59551" y="88092"/>
                </a:cubicBezTo>
                <a:cubicBezTo>
                  <a:pt x="58941" y="88092"/>
                  <a:pt x="58331" y="87863"/>
                  <a:pt x="57868" y="87394"/>
                </a:cubicBezTo>
                <a:cubicBezTo>
                  <a:pt x="56936" y="86469"/>
                  <a:pt x="56936" y="84960"/>
                  <a:pt x="57868" y="84035"/>
                </a:cubicBezTo>
                <a:lnTo>
                  <a:pt x="68090" y="73806"/>
                </a:lnTo>
                <a:lnTo>
                  <a:pt x="57868" y="63589"/>
                </a:lnTo>
                <a:cubicBezTo>
                  <a:pt x="56936" y="62663"/>
                  <a:pt x="56936" y="61154"/>
                  <a:pt x="57868" y="60217"/>
                </a:cubicBezTo>
                <a:cubicBezTo>
                  <a:pt x="58333" y="59760"/>
                  <a:pt x="58942" y="59520"/>
                  <a:pt x="59551" y="5952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6" name="Красный — SVG 29">
            <a:extLst>
              <a:ext uri="{FF2B5EF4-FFF2-40B4-BE49-F238E27FC236}">
                <a16:creationId xmlns:a16="http://schemas.microsoft.com/office/drawing/2014/main" id="{55319E3D-040B-9E42-A24E-05C740F17AF8}"/>
              </a:ext>
            </a:extLst>
          </p:cNvPr>
          <p:cNvSpPr>
            <a:spLocks noGrp="1"/>
          </p:cNvSpPr>
          <p:nvPr/>
        </p:nvSpPr>
        <p:spPr>
          <a:xfrm>
            <a:off x="6420000" y="1410000"/>
            <a:ext cx="220000" cy="220000"/>
          </a:xfrm>
          <a:custGeom>
            <a:avLst/>
            <a:gdLst>
              <a:gd name="csX0" fmla="*/ 106402 w 127668"/>
              <a:gd name="csY0" fmla="*/ 0 h 141838"/>
              <a:gd name="csX1" fmla="*/ 96381 w 127668"/>
              <a:gd name="csY1" fmla="*/ 4151 h 141838"/>
              <a:gd name="csX2" fmla="*/ 92230 w 127668"/>
              <a:gd name="csY2" fmla="*/ 14170 h 141838"/>
              <a:gd name="csX3" fmla="*/ 96381 w 127668"/>
              <a:gd name="csY3" fmla="*/ 24207 h 141838"/>
              <a:gd name="csX4" fmla="*/ 106402 w 127668"/>
              <a:gd name="csY4" fmla="*/ 28357 h 141838"/>
              <a:gd name="csX5" fmla="*/ 116440 w 127668"/>
              <a:gd name="csY5" fmla="*/ 24207 h 141838"/>
              <a:gd name="csX6" fmla="*/ 120591 w 127668"/>
              <a:gd name="csY6" fmla="*/ 14170 h 141838"/>
              <a:gd name="csX7" fmla="*/ 116440 w 127668"/>
              <a:gd name="csY7" fmla="*/ 4151 h 141838"/>
              <a:gd name="csX8" fmla="*/ 106402 w 127668"/>
              <a:gd name="csY8" fmla="*/ 0 h 141838"/>
              <a:gd name="csX9" fmla="*/ 47927 w 127668"/>
              <a:gd name="csY9" fmla="*/ 35434 h 141838"/>
              <a:gd name="csX10" fmla="*/ 42602 w 127668"/>
              <a:gd name="csY10" fmla="*/ 40759 h 141838"/>
              <a:gd name="csX11" fmla="*/ 47927 w 127668"/>
              <a:gd name="csY11" fmla="*/ 46066 h 141838"/>
              <a:gd name="csX12" fmla="*/ 83366 w 127668"/>
              <a:gd name="csY12" fmla="*/ 46066 h 141838"/>
              <a:gd name="csX13" fmla="*/ 88691 w 127668"/>
              <a:gd name="csY13" fmla="*/ 51390 h 141838"/>
              <a:gd name="csX14" fmla="*/ 88691 w 127668"/>
              <a:gd name="csY14" fmla="*/ 93918 h 141838"/>
              <a:gd name="csX15" fmla="*/ 88691 w 127668"/>
              <a:gd name="csY15" fmla="*/ 99226 h 141838"/>
              <a:gd name="csX16" fmla="*/ 88691 w 127668"/>
              <a:gd name="csY16" fmla="*/ 136446 h 141838"/>
              <a:gd name="csX17" fmla="*/ 89065 w 127668"/>
              <a:gd name="csY17" fmla="*/ 138504 h 141838"/>
              <a:gd name="csX18" fmla="*/ 90222 w 127668"/>
              <a:gd name="csY18" fmla="*/ 140256 h 141838"/>
              <a:gd name="csX19" fmla="*/ 91958 w 127668"/>
              <a:gd name="csY19" fmla="*/ 141430 h 141838"/>
              <a:gd name="csX20" fmla="*/ 93999 w 127668"/>
              <a:gd name="csY20" fmla="*/ 141838 h 141838"/>
              <a:gd name="csX21" fmla="*/ 96058 w 127668"/>
              <a:gd name="csY21" fmla="*/ 141430 h 141838"/>
              <a:gd name="csX22" fmla="*/ 97793 w 127668"/>
              <a:gd name="csY22" fmla="*/ 140256 h 141838"/>
              <a:gd name="csX23" fmla="*/ 98933 w 127668"/>
              <a:gd name="csY23" fmla="*/ 138504 h 141838"/>
              <a:gd name="csX24" fmla="*/ 99324 w 127668"/>
              <a:gd name="csY24" fmla="*/ 136446 h 141838"/>
              <a:gd name="csX25" fmla="*/ 99324 w 127668"/>
              <a:gd name="csY25" fmla="*/ 99226 h 141838"/>
              <a:gd name="csX26" fmla="*/ 113496 w 127668"/>
              <a:gd name="csY26" fmla="*/ 99226 h 141838"/>
              <a:gd name="csX27" fmla="*/ 113496 w 127668"/>
              <a:gd name="csY27" fmla="*/ 136446 h 141838"/>
              <a:gd name="csX28" fmla="*/ 113888 w 127668"/>
              <a:gd name="csY28" fmla="*/ 138504 h 141838"/>
              <a:gd name="csX29" fmla="*/ 115028 w 127668"/>
              <a:gd name="csY29" fmla="*/ 140256 h 141838"/>
              <a:gd name="csX30" fmla="*/ 116763 w 127668"/>
              <a:gd name="csY30" fmla="*/ 141430 h 141838"/>
              <a:gd name="csX31" fmla="*/ 118822 w 127668"/>
              <a:gd name="csY31" fmla="*/ 141838 h 141838"/>
              <a:gd name="csX32" fmla="*/ 120863 w 127668"/>
              <a:gd name="csY32" fmla="*/ 141430 h 141838"/>
              <a:gd name="csX33" fmla="*/ 122599 w 127668"/>
              <a:gd name="csY33" fmla="*/ 140256 h 141838"/>
              <a:gd name="csX34" fmla="*/ 123756 w 127668"/>
              <a:gd name="csY34" fmla="*/ 138504 h 141838"/>
              <a:gd name="csX35" fmla="*/ 124130 w 127668"/>
              <a:gd name="csY35" fmla="*/ 136446 h 141838"/>
              <a:gd name="csX36" fmla="*/ 124130 w 127668"/>
              <a:gd name="csY36" fmla="*/ 102458 h 141838"/>
              <a:gd name="csX37" fmla="*/ 127669 w 127668"/>
              <a:gd name="csY37" fmla="*/ 97457 h 141838"/>
              <a:gd name="csX38" fmla="*/ 127669 w 127668"/>
              <a:gd name="csY38" fmla="*/ 54929 h 141838"/>
              <a:gd name="csX39" fmla="*/ 108188 w 127668"/>
              <a:gd name="csY39" fmla="*/ 35434 h 141838"/>
              <a:gd name="csX40" fmla="*/ 47927 w 127668"/>
              <a:gd name="csY40" fmla="*/ 35434 h 141838"/>
              <a:gd name="csX41" fmla="*/ 35524 w 127668"/>
              <a:gd name="csY41" fmla="*/ 49621 h 141838"/>
              <a:gd name="csX42" fmla="*/ 30505 w 127668"/>
              <a:gd name="csY42" fmla="*/ 51697 h 141838"/>
              <a:gd name="csX43" fmla="*/ 28429 w 127668"/>
              <a:gd name="csY43" fmla="*/ 56698 h 141838"/>
              <a:gd name="csX44" fmla="*/ 30505 w 127668"/>
              <a:gd name="csY44" fmla="*/ 61716 h 141838"/>
              <a:gd name="csX45" fmla="*/ 35524 w 127668"/>
              <a:gd name="csY45" fmla="*/ 63792 h 141838"/>
              <a:gd name="csX46" fmla="*/ 40526 w 127668"/>
              <a:gd name="csY46" fmla="*/ 61716 h 141838"/>
              <a:gd name="csX47" fmla="*/ 42602 w 127668"/>
              <a:gd name="csY47" fmla="*/ 56698 h 141838"/>
              <a:gd name="csX48" fmla="*/ 40526 w 127668"/>
              <a:gd name="csY48" fmla="*/ 51697 h 141838"/>
              <a:gd name="csX49" fmla="*/ 35524 w 127668"/>
              <a:gd name="csY49" fmla="*/ 49621 h 141838"/>
              <a:gd name="csX50" fmla="*/ 5393 w 127668"/>
              <a:gd name="csY50" fmla="*/ 70885 h 141838"/>
              <a:gd name="csX51" fmla="*/ 3335 w 127668"/>
              <a:gd name="csY51" fmla="*/ 71259 h 141838"/>
              <a:gd name="csX52" fmla="*/ 1582 w 127668"/>
              <a:gd name="csY52" fmla="*/ 72416 h 141838"/>
              <a:gd name="csX53" fmla="*/ 408 w 127668"/>
              <a:gd name="csY53" fmla="*/ 74152 h 141838"/>
              <a:gd name="csX54" fmla="*/ 0 w 127668"/>
              <a:gd name="csY54" fmla="*/ 76193 h 141838"/>
              <a:gd name="csX55" fmla="*/ 408 w 127668"/>
              <a:gd name="csY55" fmla="*/ 78251 h 141838"/>
              <a:gd name="csX56" fmla="*/ 1582 w 127668"/>
              <a:gd name="csY56" fmla="*/ 79986 h 141838"/>
              <a:gd name="csX57" fmla="*/ 3335 w 127668"/>
              <a:gd name="csY57" fmla="*/ 81126 h 141838"/>
              <a:gd name="csX58" fmla="*/ 5393 w 127668"/>
              <a:gd name="csY58" fmla="*/ 81517 h 141838"/>
              <a:gd name="csX59" fmla="*/ 5955 w 127668"/>
              <a:gd name="csY59" fmla="*/ 81517 h 141838"/>
              <a:gd name="csX60" fmla="*/ 11569 w 127668"/>
              <a:gd name="csY60" fmla="*/ 129250 h 141838"/>
              <a:gd name="csX61" fmla="*/ 25656 w 127668"/>
              <a:gd name="csY61" fmla="*/ 141754 h 141838"/>
              <a:gd name="csX62" fmla="*/ 35524 w 127668"/>
              <a:gd name="csY62" fmla="*/ 141754 h 141838"/>
              <a:gd name="csX63" fmla="*/ 45392 w 127668"/>
              <a:gd name="csY63" fmla="*/ 141754 h 141838"/>
              <a:gd name="csX64" fmla="*/ 59479 w 127668"/>
              <a:gd name="csY64" fmla="*/ 129233 h 141838"/>
              <a:gd name="csX65" fmla="*/ 65093 w 127668"/>
              <a:gd name="csY65" fmla="*/ 81517 h 141838"/>
              <a:gd name="csX66" fmla="*/ 65655 w 127668"/>
              <a:gd name="csY66" fmla="*/ 81517 h 141838"/>
              <a:gd name="csX67" fmla="*/ 67713 w 127668"/>
              <a:gd name="csY67" fmla="*/ 81126 h 141838"/>
              <a:gd name="csX68" fmla="*/ 69449 w 127668"/>
              <a:gd name="csY68" fmla="*/ 79986 h 141838"/>
              <a:gd name="csX69" fmla="*/ 70623 w 127668"/>
              <a:gd name="csY69" fmla="*/ 78251 h 141838"/>
              <a:gd name="csX70" fmla="*/ 71048 w 127668"/>
              <a:gd name="csY70" fmla="*/ 76193 h 141838"/>
              <a:gd name="csX71" fmla="*/ 70623 w 127668"/>
              <a:gd name="csY71" fmla="*/ 74152 h 141838"/>
              <a:gd name="csX72" fmla="*/ 69449 w 127668"/>
              <a:gd name="csY72" fmla="*/ 72416 h 141838"/>
              <a:gd name="csX73" fmla="*/ 67713 w 127668"/>
              <a:gd name="csY73" fmla="*/ 71259 h 141838"/>
              <a:gd name="csX74" fmla="*/ 65655 w 127668"/>
              <a:gd name="csY74" fmla="*/ 70885 h 141838"/>
              <a:gd name="csX75" fmla="*/ 5393 w 127668"/>
              <a:gd name="csY75" fmla="*/ 70885 h 141838"/>
              <a:gd name="csX76" fmla="*/ 31968 w 127668"/>
              <a:gd name="csY76" fmla="*/ 88594 h 141838"/>
              <a:gd name="csX77" fmla="*/ 39063 w 127668"/>
              <a:gd name="csY77" fmla="*/ 95687 h 141838"/>
              <a:gd name="csX78" fmla="*/ 31968 w 127668"/>
              <a:gd name="csY78" fmla="*/ 102781 h 141838"/>
              <a:gd name="csX79" fmla="*/ 24891 w 127668"/>
              <a:gd name="csY79" fmla="*/ 95687 h 141838"/>
              <a:gd name="csX80" fmla="*/ 31968 w 127668"/>
              <a:gd name="csY80" fmla="*/ 88594 h 141838"/>
              <a:gd name="csX81" fmla="*/ 39063 w 127668"/>
              <a:gd name="csY81" fmla="*/ 109858 h 141838"/>
              <a:gd name="csX82" fmla="*/ 46157 w 127668"/>
              <a:gd name="csY82" fmla="*/ 116951 h 141838"/>
              <a:gd name="csX83" fmla="*/ 39063 w 127668"/>
              <a:gd name="csY83" fmla="*/ 124045 h 141838"/>
              <a:gd name="csX84" fmla="*/ 31968 w 127668"/>
              <a:gd name="csY84" fmla="*/ 116951 h 141838"/>
              <a:gd name="csX85" fmla="*/ 39063 w 127668"/>
              <a:gd name="csY85" fmla="*/ 109858 h 141838"/>
            </a:gdLst>
            <a:ahLst/>
            <a:cxnLst/>
            <a:rect l="l" t="t" r="r" b="b"/>
            <a:pathLst>
              <a:path w="100000" h="100000">
                <a:moveTo>
                  <a:pt x="80012" y="0"/>
                </a:moveTo>
                <a:cubicBezTo>
                  <a:pt x="77361" y="0"/>
                  <a:pt x="74818" y="1055"/>
                  <a:pt x="72947" y="2927"/>
                </a:cubicBezTo>
                <a:cubicBezTo>
                  <a:pt x="71075" y="4797"/>
                  <a:pt x="70020" y="7340"/>
                  <a:pt x="70020" y="9990"/>
                </a:cubicBezTo>
                <a:cubicBezTo>
                  <a:pt x="70020" y="12641"/>
                  <a:pt x="71075" y="15184"/>
                  <a:pt x="72947" y="17067"/>
                </a:cubicBezTo>
                <a:cubicBezTo>
                  <a:pt x="74818" y="18938"/>
                  <a:pt x="77361" y="19993"/>
                  <a:pt x="80012" y="19993"/>
                </a:cubicBezTo>
                <a:cubicBezTo>
                  <a:pt x="82663" y="19993"/>
                  <a:pt x="85206" y="18938"/>
                  <a:pt x="87089" y="17067"/>
                </a:cubicBezTo>
                <a:cubicBezTo>
                  <a:pt x="88960" y="15184"/>
                  <a:pt x="90015" y="12641"/>
                  <a:pt x="90015" y="9990"/>
                </a:cubicBezTo>
                <a:cubicBezTo>
                  <a:pt x="90015" y="7340"/>
                  <a:pt x="88960" y="4797"/>
                  <a:pt x="87089" y="2927"/>
                </a:cubicBezTo>
                <a:cubicBezTo>
                  <a:pt x="85206" y="1055"/>
                  <a:pt x="82663" y="0"/>
                  <a:pt x="80012" y="0"/>
                </a:cubicBezTo>
                <a:close/>
                <a:moveTo>
                  <a:pt x="38785" y="24982"/>
                </a:moveTo>
                <a:cubicBezTo>
                  <a:pt x="36709" y="24982"/>
                  <a:pt x="35031" y="26661"/>
                  <a:pt x="35031" y="28736"/>
                </a:cubicBezTo>
                <a:cubicBezTo>
                  <a:pt x="35031" y="30799"/>
                  <a:pt x="36709" y="32478"/>
                  <a:pt x="38785" y="32478"/>
                </a:cubicBezTo>
                <a:lnTo>
                  <a:pt x="63771" y="32478"/>
                </a:lnTo>
                <a:cubicBezTo>
                  <a:pt x="65846" y="32478"/>
                  <a:pt x="67525" y="34157"/>
                  <a:pt x="67525" y="36231"/>
                </a:cubicBezTo>
                <a:lnTo>
                  <a:pt x="67525" y="66215"/>
                </a:lnTo>
                <a:lnTo>
                  <a:pt x="67525" y="69957"/>
                </a:lnTo>
                <a:lnTo>
                  <a:pt x="67525" y="96198"/>
                </a:lnTo>
                <a:cubicBezTo>
                  <a:pt x="67513" y="96691"/>
                  <a:pt x="67609" y="97182"/>
                  <a:pt x="67789" y="97649"/>
                </a:cubicBezTo>
                <a:cubicBezTo>
                  <a:pt x="67980" y="98106"/>
                  <a:pt x="68257" y="98525"/>
                  <a:pt x="68604" y="98885"/>
                </a:cubicBezTo>
                <a:cubicBezTo>
                  <a:pt x="68952" y="99233"/>
                  <a:pt x="69360" y="99521"/>
                  <a:pt x="69828" y="99712"/>
                </a:cubicBezTo>
                <a:cubicBezTo>
                  <a:pt x="70284" y="99905"/>
                  <a:pt x="70775" y="100000"/>
                  <a:pt x="71267" y="100000"/>
                </a:cubicBezTo>
                <a:cubicBezTo>
                  <a:pt x="71771" y="100000"/>
                  <a:pt x="72263" y="99905"/>
                  <a:pt x="72719" y="99712"/>
                </a:cubicBezTo>
                <a:cubicBezTo>
                  <a:pt x="73174" y="99521"/>
                  <a:pt x="73595" y="99233"/>
                  <a:pt x="73942" y="98885"/>
                </a:cubicBezTo>
                <a:cubicBezTo>
                  <a:pt x="74290" y="98525"/>
                  <a:pt x="74566" y="98106"/>
                  <a:pt x="74746" y="97649"/>
                </a:cubicBezTo>
                <a:cubicBezTo>
                  <a:pt x="74938" y="97182"/>
                  <a:pt x="75022" y="96691"/>
                  <a:pt x="75022" y="96198"/>
                </a:cubicBezTo>
                <a:lnTo>
                  <a:pt x="75022" y="69957"/>
                </a:lnTo>
                <a:lnTo>
                  <a:pt x="85013" y="69957"/>
                </a:lnTo>
                <a:lnTo>
                  <a:pt x="85013" y="96198"/>
                </a:lnTo>
                <a:cubicBezTo>
                  <a:pt x="85013" y="96691"/>
                  <a:pt x="85098" y="97182"/>
                  <a:pt x="85290" y="97649"/>
                </a:cubicBezTo>
                <a:cubicBezTo>
                  <a:pt x="85469" y="98106"/>
                  <a:pt x="85745" y="98525"/>
                  <a:pt x="86093" y="98885"/>
                </a:cubicBezTo>
                <a:cubicBezTo>
                  <a:pt x="86441" y="99233"/>
                  <a:pt x="86861" y="99521"/>
                  <a:pt x="87317" y="99712"/>
                </a:cubicBezTo>
                <a:cubicBezTo>
                  <a:pt x="87773" y="99905"/>
                  <a:pt x="88264" y="100000"/>
                  <a:pt x="88768" y="100000"/>
                </a:cubicBezTo>
                <a:cubicBezTo>
                  <a:pt x="89260" y="100000"/>
                  <a:pt x="89752" y="99905"/>
                  <a:pt x="90207" y="99712"/>
                </a:cubicBezTo>
                <a:cubicBezTo>
                  <a:pt x="90663" y="99521"/>
                  <a:pt x="91083" y="99233"/>
                  <a:pt x="91431" y="98885"/>
                </a:cubicBezTo>
                <a:cubicBezTo>
                  <a:pt x="91779" y="98525"/>
                  <a:pt x="92054" y="98106"/>
                  <a:pt x="92247" y="97649"/>
                </a:cubicBezTo>
                <a:cubicBezTo>
                  <a:pt x="92427" y="97182"/>
                  <a:pt x="92522" y="96691"/>
                  <a:pt x="92510" y="96198"/>
                </a:cubicBezTo>
                <a:lnTo>
                  <a:pt x="92510" y="72236"/>
                </a:lnTo>
                <a:cubicBezTo>
                  <a:pt x="93962" y="71708"/>
                  <a:pt x="95006" y="70341"/>
                  <a:pt x="95006" y="68710"/>
                </a:cubicBezTo>
                <a:lnTo>
                  <a:pt x="95006" y="38727"/>
                </a:lnTo>
                <a:cubicBezTo>
                  <a:pt x="95006" y="31147"/>
                  <a:pt x="88840" y="24982"/>
                  <a:pt x="81271" y="24982"/>
                </a:cubicBezTo>
                <a:lnTo>
                  <a:pt x="38785" y="24982"/>
                </a:lnTo>
                <a:close/>
                <a:moveTo>
                  <a:pt x="30041" y="34984"/>
                </a:moveTo>
                <a:cubicBezTo>
                  <a:pt x="28710" y="34984"/>
                  <a:pt x="27438" y="35512"/>
                  <a:pt x="26502" y="36448"/>
                </a:cubicBezTo>
                <a:cubicBezTo>
                  <a:pt x="25566" y="37383"/>
                  <a:pt x="25038" y="38655"/>
                  <a:pt x="25038" y="39974"/>
                </a:cubicBezTo>
                <a:cubicBezTo>
                  <a:pt x="25038" y="41305"/>
                  <a:pt x="25566" y="42576"/>
                  <a:pt x="26502" y="43512"/>
                </a:cubicBezTo>
                <a:cubicBezTo>
                  <a:pt x="27438" y="44447"/>
                  <a:pt x="28710" y="44975"/>
                  <a:pt x="30041" y="44975"/>
                </a:cubicBezTo>
                <a:cubicBezTo>
                  <a:pt x="31360" y="44975"/>
                  <a:pt x="32632" y="44447"/>
                  <a:pt x="33567" y="43512"/>
                </a:cubicBezTo>
                <a:cubicBezTo>
                  <a:pt x="34515" y="42576"/>
                  <a:pt x="35031" y="41305"/>
                  <a:pt x="35031" y="39974"/>
                </a:cubicBezTo>
                <a:cubicBezTo>
                  <a:pt x="35031" y="38655"/>
                  <a:pt x="34515" y="37383"/>
                  <a:pt x="33567" y="36448"/>
                </a:cubicBezTo>
                <a:cubicBezTo>
                  <a:pt x="32632" y="35512"/>
                  <a:pt x="31360" y="34984"/>
                  <a:pt x="30041" y="34984"/>
                </a:cubicBezTo>
                <a:close/>
                <a:moveTo>
                  <a:pt x="8797" y="49976"/>
                </a:moveTo>
                <a:cubicBezTo>
                  <a:pt x="8306" y="49964"/>
                  <a:pt x="7802" y="50060"/>
                  <a:pt x="7346" y="50240"/>
                </a:cubicBezTo>
                <a:cubicBezTo>
                  <a:pt x="6890" y="50432"/>
                  <a:pt x="6471" y="50708"/>
                  <a:pt x="6110" y="51055"/>
                </a:cubicBezTo>
                <a:cubicBezTo>
                  <a:pt x="5763" y="51404"/>
                  <a:pt x="5475" y="51811"/>
                  <a:pt x="5283" y="52279"/>
                </a:cubicBezTo>
                <a:cubicBezTo>
                  <a:pt x="5091" y="52735"/>
                  <a:pt x="4995" y="53226"/>
                  <a:pt x="4995" y="53718"/>
                </a:cubicBezTo>
                <a:cubicBezTo>
                  <a:pt x="4995" y="54222"/>
                  <a:pt x="5091" y="54714"/>
                  <a:pt x="5283" y="55169"/>
                </a:cubicBezTo>
                <a:cubicBezTo>
                  <a:pt x="5475" y="55625"/>
                  <a:pt x="5763" y="56045"/>
                  <a:pt x="6110" y="56393"/>
                </a:cubicBezTo>
                <a:cubicBezTo>
                  <a:pt x="6471" y="56741"/>
                  <a:pt x="6890" y="57016"/>
                  <a:pt x="7346" y="57196"/>
                </a:cubicBezTo>
                <a:cubicBezTo>
                  <a:pt x="7802" y="57388"/>
                  <a:pt x="8306" y="57472"/>
                  <a:pt x="8797" y="57472"/>
                </a:cubicBezTo>
                <a:lnTo>
                  <a:pt x="9194" y="57472"/>
                </a:lnTo>
                <a:lnTo>
                  <a:pt x="13152" y="91125"/>
                </a:lnTo>
                <a:cubicBezTo>
                  <a:pt x="13740" y="96151"/>
                  <a:pt x="18010" y="99941"/>
                  <a:pt x="23083" y="99941"/>
                </a:cubicBezTo>
                <a:lnTo>
                  <a:pt x="30041" y="99941"/>
                </a:lnTo>
                <a:lnTo>
                  <a:pt x="36998" y="99941"/>
                </a:lnTo>
                <a:cubicBezTo>
                  <a:pt x="42059" y="99941"/>
                  <a:pt x="46330" y="96151"/>
                  <a:pt x="46930" y="91113"/>
                </a:cubicBezTo>
                <a:lnTo>
                  <a:pt x="50888" y="57472"/>
                </a:lnTo>
                <a:lnTo>
                  <a:pt x="51284" y="57472"/>
                </a:lnTo>
                <a:cubicBezTo>
                  <a:pt x="51775" y="57472"/>
                  <a:pt x="52267" y="57388"/>
                  <a:pt x="52735" y="57196"/>
                </a:cubicBezTo>
                <a:cubicBezTo>
                  <a:pt x="53191" y="57016"/>
                  <a:pt x="53610" y="56741"/>
                  <a:pt x="53959" y="56393"/>
                </a:cubicBezTo>
                <a:cubicBezTo>
                  <a:pt x="54318" y="56045"/>
                  <a:pt x="54594" y="55625"/>
                  <a:pt x="54786" y="55169"/>
                </a:cubicBezTo>
                <a:cubicBezTo>
                  <a:pt x="54978" y="54714"/>
                  <a:pt x="55086" y="54222"/>
                  <a:pt x="55086" y="53718"/>
                </a:cubicBezTo>
                <a:cubicBezTo>
                  <a:pt x="55086" y="53226"/>
                  <a:pt x="54978" y="52735"/>
                  <a:pt x="54786" y="52279"/>
                </a:cubicBezTo>
                <a:cubicBezTo>
                  <a:pt x="54594" y="51811"/>
                  <a:pt x="54318" y="51404"/>
                  <a:pt x="53959" y="51055"/>
                </a:cubicBezTo>
                <a:cubicBezTo>
                  <a:pt x="53610" y="50708"/>
                  <a:pt x="53191" y="50432"/>
                  <a:pt x="52735" y="50240"/>
                </a:cubicBezTo>
                <a:cubicBezTo>
                  <a:pt x="52267" y="50060"/>
                  <a:pt x="51775" y="49964"/>
                  <a:pt x="51284" y="49976"/>
                </a:cubicBezTo>
                <a:lnTo>
                  <a:pt x="8797" y="49976"/>
                </a:lnTo>
                <a:close/>
                <a:moveTo>
                  <a:pt x="27534" y="62461"/>
                </a:moveTo>
                <a:cubicBezTo>
                  <a:pt x="30304" y="62461"/>
                  <a:pt x="32536" y="64704"/>
                  <a:pt x="32536" y="67462"/>
                </a:cubicBezTo>
                <a:cubicBezTo>
                  <a:pt x="32536" y="70221"/>
                  <a:pt x="30304" y="72464"/>
                  <a:pt x="27534" y="72464"/>
                </a:cubicBezTo>
                <a:cubicBezTo>
                  <a:pt x="24775" y="72464"/>
                  <a:pt x="22544" y="70221"/>
                  <a:pt x="22544" y="67462"/>
                </a:cubicBezTo>
                <a:cubicBezTo>
                  <a:pt x="22544" y="64704"/>
                  <a:pt x="24775" y="62461"/>
                  <a:pt x="27534" y="62461"/>
                </a:cubicBezTo>
                <a:close/>
                <a:moveTo>
                  <a:pt x="32536" y="77453"/>
                </a:moveTo>
                <a:cubicBezTo>
                  <a:pt x="35294" y="77453"/>
                  <a:pt x="37537" y="79696"/>
                  <a:pt x="37537" y="82454"/>
                </a:cubicBezTo>
                <a:cubicBezTo>
                  <a:pt x="37537" y="85213"/>
                  <a:pt x="35294" y="87455"/>
                  <a:pt x="32536" y="87455"/>
                </a:cubicBezTo>
                <a:cubicBezTo>
                  <a:pt x="29777" y="87455"/>
                  <a:pt x="27534" y="85213"/>
                  <a:pt x="27534" y="82454"/>
                </a:cubicBezTo>
                <a:cubicBezTo>
                  <a:pt x="27534" y="79696"/>
                  <a:pt x="29777" y="77453"/>
                  <a:pt x="32536" y="7745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7" name="Красный — SVG 30">
            <a:extLst>
              <a:ext uri="{FF2B5EF4-FFF2-40B4-BE49-F238E27FC236}">
                <a16:creationId xmlns:a16="http://schemas.microsoft.com/office/drawing/2014/main" id="{93EC4135-BF00-BA45-ADA1-124740B129CA}"/>
              </a:ext>
            </a:extLst>
          </p:cNvPr>
          <p:cNvSpPr>
            <a:spLocks noGrp="1"/>
          </p:cNvSpPr>
          <p:nvPr/>
        </p:nvSpPr>
        <p:spPr>
          <a:xfrm>
            <a:off x="7020000" y="1410000"/>
            <a:ext cx="220000" cy="220000"/>
          </a:xfrm>
          <a:custGeom>
            <a:avLst/>
            <a:gdLst>
              <a:gd name="csX0" fmla="*/ 66000 w 141777"/>
              <a:gd name="csY0" fmla="*/ 4 h 141765"/>
              <a:gd name="csX1" fmla="*/ 62793 w 141777"/>
              <a:gd name="csY1" fmla="*/ 633 h 141765"/>
              <a:gd name="csX2" fmla="*/ 60207 w 141777"/>
              <a:gd name="csY2" fmla="*/ 2640 h 141765"/>
              <a:gd name="csX3" fmla="*/ 46368 w 141777"/>
              <a:gd name="csY3" fmla="*/ 19754 h 141765"/>
              <a:gd name="csX4" fmla="*/ 41169 w 141777"/>
              <a:gd name="csY4" fmla="*/ 18070 h 141765"/>
              <a:gd name="csX5" fmla="*/ 39078 w 141777"/>
              <a:gd name="csY5" fmla="*/ 17729 h 141765"/>
              <a:gd name="csX6" fmla="*/ 35495 w 141777"/>
              <a:gd name="csY6" fmla="*/ 18648 h 141765"/>
              <a:gd name="csX7" fmla="*/ 32861 w 141777"/>
              <a:gd name="csY7" fmla="*/ 21233 h 141765"/>
              <a:gd name="csX8" fmla="*/ 25828 w 141777"/>
              <a:gd name="csY8" fmla="*/ 33312 h 141765"/>
              <a:gd name="csX9" fmla="*/ 13180 w 141777"/>
              <a:gd name="csY9" fmla="*/ 42803 h 141765"/>
              <a:gd name="csX10" fmla="*/ 11096 w 141777"/>
              <a:gd name="csY10" fmla="*/ 45304 h 141765"/>
              <a:gd name="csX11" fmla="*/ 10349 w 141777"/>
              <a:gd name="csY11" fmla="*/ 48468 h 141765"/>
              <a:gd name="csX12" fmla="*/ 10349 w 141777"/>
              <a:gd name="csY12" fmla="*/ 71348 h 141765"/>
              <a:gd name="csX13" fmla="*/ 11278 w 141777"/>
              <a:gd name="csY13" fmla="*/ 74853 h 141765"/>
              <a:gd name="csX14" fmla="*/ 13823 w 141777"/>
              <a:gd name="csY14" fmla="*/ 77438 h 141765"/>
              <a:gd name="csX15" fmla="*/ 18608 w 141777"/>
              <a:gd name="csY15" fmla="*/ 80279 h 141765"/>
              <a:gd name="csX16" fmla="*/ 15105 w 141777"/>
              <a:gd name="csY16" fmla="*/ 81657 h 141765"/>
              <a:gd name="csX17" fmla="*/ 11858 w 141777"/>
              <a:gd name="csY17" fmla="*/ 84226 h 141765"/>
              <a:gd name="csX18" fmla="*/ 1252 w 141777"/>
              <a:gd name="csY18" fmla="*/ 99621 h 141765"/>
              <a:gd name="csX19" fmla="*/ 109 w 141777"/>
              <a:gd name="csY19" fmla="*/ 102393 h 141765"/>
              <a:gd name="csX20" fmla="*/ 223 w 141777"/>
              <a:gd name="csY20" fmla="*/ 105404 h 141765"/>
              <a:gd name="csX21" fmla="*/ 1574 w 141777"/>
              <a:gd name="csY21" fmla="*/ 108092 h 141765"/>
              <a:gd name="csX22" fmla="*/ 3917 w 141777"/>
              <a:gd name="csY22" fmla="*/ 109980 h 141765"/>
              <a:gd name="csX23" fmla="*/ 15596 w 141777"/>
              <a:gd name="csY23" fmla="*/ 115815 h 141765"/>
              <a:gd name="csX24" fmla="*/ 21439 w 141777"/>
              <a:gd name="csY24" fmla="*/ 127502 h 141765"/>
              <a:gd name="csX25" fmla="*/ 25149 w 141777"/>
              <a:gd name="csY25" fmla="*/ 130904 h 141765"/>
              <a:gd name="csX26" fmla="*/ 42394 w 141777"/>
              <a:gd name="csY26" fmla="*/ 137811 h 141765"/>
              <a:gd name="csX27" fmla="*/ 47268 w 141777"/>
              <a:gd name="csY27" fmla="*/ 137947 h 141765"/>
              <a:gd name="csX28" fmla="*/ 64865 w 141777"/>
              <a:gd name="csY28" fmla="*/ 132078 h 141765"/>
              <a:gd name="csX29" fmla="*/ 79306 w 141777"/>
              <a:gd name="csY29" fmla="*/ 140754 h 141765"/>
              <a:gd name="csX30" fmla="*/ 83321 w 141777"/>
              <a:gd name="csY30" fmla="*/ 141757 h 141765"/>
              <a:gd name="csX31" fmla="*/ 87212 w 141777"/>
              <a:gd name="csY31" fmla="*/ 140345 h 141765"/>
              <a:gd name="csX32" fmla="*/ 112909 w 141777"/>
              <a:gd name="csY32" fmla="*/ 121072 h 141765"/>
              <a:gd name="csX33" fmla="*/ 127793 w 141777"/>
              <a:gd name="csY33" fmla="*/ 121072 h 141765"/>
              <a:gd name="csX34" fmla="*/ 131138 w 141777"/>
              <a:gd name="csY34" fmla="*/ 120238 h 141765"/>
              <a:gd name="csX35" fmla="*/ 133691 w 141777"/>
              <a:gd name="csY35" fmla="*/ 117908 h 141765"/>
              <a:gd name="csX36" fmla="*/ 140587 w 141777"/>
              <a:gd name="csY36" fmla="*/ 107565 h 141765"/>
              <a:gd name="csX37" fmla="*/ 141638 w 141777"/>
              <a:gd name="csY37" fmla="*/ 102258 h 141765"/>
              <a:gd name="csX38" fmla="*/ 138191 w 141777"/>
              <a:gd name="csY38" fmla="*/ 85008 h 141765"/>
              <a:gd name="csX39" fmla="*/ 137582 w 141777"/>
              <a:gd name="csY39" fmla="*/ 83239 h 141765"/>
              <a:gd name="csX40" fmla="*/ 131767 w 141777"/>
              <a:gd name="csY40" fmla="*/ 71604 h 141765"/>
              <a:gd name="csX41" fmla="*/ 134467 w 141777"/>
              <a:gd name="csY41" fmla="*/ 58130 h 141765"/>
              <a:gd name="csX42" fmla="*/ 140587 w 141777"/>
              <a:gd name="csY42" fmla="*/ 48962 h 141765"/>
              <a:gd name="csX43" fmla="*/ 141729 w 141777"/>
              <a:gd name="csY43" fmla="*/ 44181 h 141765"/>
              <a:gd name="csX44" fmla="*/ 139507 w 141777"/>
              <a:gd name="csY44" fmla="*/ 39826 h 141765"/>
              <a:gd name="csX45" fmla="*/ 129157 w 141777"/>
              <a:gd name="csY45" fmla="*/ 30249 h 141765"/>
              <a:gd name="csX46" fmla="*/ 126360 w 141777"/>
              <a:gd name="csY46" fmla="*/ 28650 h 141765"/>
              <a:gd name="csX47" fmla="*/ 123148 w 141777"/>
              <a:gd name="csY47" fmla="*/ 28463 h 141765"/>
              <a:gd name="csX48" fmla="*/ 103875 w 141777"/>
              <a:gd name="csY48" fmla="*/ 31763 h 141765"/>
              <a:gd name="csX49" fmla="*/ 97693 w 141777"/>
              <a:gd name="csY49" fmla="*/ 30301 h 141765"/>
              <a:gd name="csX50" fmla="*/ 98911 w 141777"/>
              <a:gd name="csY50" fmla="*/ 26490 h 141765"/>
              <a:gd name="csX51" fmla="*/ 98907 w 141777"/>
              <a:gd name="csY51" fmla="*/ 22169 h 141765"/>
              <a:gd name="csX52" fmla="*/ 96405 w 141777"/>
              <a:gd name="csY52" fmla="*/ 18665 h 141765"/>
              <a:gd name="csX53" fmla="*/ 87212 w 141777"/>
              <a:gd name="csY53" fmla="*/ 11758 h 141765"/>
              <a:gd name="csX54" fmla="*/ 86603 w 141777"/>
              <a:gd name="csY54" fmla="*/ 11367 h 141765"/>
              <a:gd name="csX55" fmla="*/ 69365 w 141777"/>
              <a:gd name="csY55" fmla="*/ 1007 h 141765"/>
              <a:gd name="csX56" fmla="*/ 66000 w 141777"/>
              <a:gd name="csY56" fmla="*/ 4 h 141765"/>
              <a:gd name="csX57" fmla="*/ 67358 w 141777"/>
              <a:gd name="csY57" fmla="*/ 16334 h 141765"/>
              <a:gd name="csX58" fmla="*/ 78995 w 141777"/>
              <a:gd name="csY58" fmla="*/ 23326 h 141765"/>
              <a:gd name="csX59" fmla="*/ 83868 w 141777"/>
              <a:gd name="csY59" fmla="*/ 26983 h 141765"/>
              <a:gd name="csX60" fmla="*/ 81923 w 141777"/>
              <a:gd name="csY60" fmla="*/ 33073 h 141765"/>
              <a:gd name="csX61" fmla="*/ 74937 w 141777"/>
              <a:gd name="csY61" fmla="*/ 50527 h 141765"/>
              <a:gd name="csX62" fmla="*/ 74432 w 141777"/>
              <a:gd name="csY62" fmla="*/ 53248 h 141765"/>
              <a:gd name="csX63" fmla="*/ 75005 w 141777"/>
              <a:gd name="csY63" fmla="*/ 55953 h 141765"/>
              <a:gd name="csX64" fmla="*/ 76571 w 141777"/>
              <a:gd name="csY64" fmla="*/ 58233 h 141765"/>
              <a:gd name="csX65" fmla="*/ 78891 w 141777"/>
              <a:gd name="csY65" fmla="*/ 59747 h 141765"/>
              <a:gd name="csX66" fmla="*/ 81610 w 141777"/>
              <a:gd name="csY66" fmla="*/ 60257 h 141765"/>
              <a:gd name="csX67" fmla="*/ 84317 w 141777"/>
              <a:gd name="csY67" fmla="*/ 59679 h 141765"/>
              <a:gd name="csX68" fmla="*/ 86598 w 141777"/>
              <a:gd name="csY68" fmla="*/ 58113 h 141765"/>
              <a:gd name="csX69" fmla="*/ 88106 w 141777"/>
              <a:gd name="csY69" fmla="*/ 55800 h 141765"/>
              <a:gd name="csX70" fmla="*/ 92924 w 141777"/>
              <a:gd name="csY70" fmla="*/ 43739 h 141765"/>
              <a:gd name="csX71" fmla="*/ 102026 w 141777"/>
              <a:gd name="csY71" fmla="*/ 45883 h 141765"/>
              <a:gd name="csX72" fmla="*/ 104845 w 141777"/>
              <a:gd name="csY72" fmla="*/ 45968 h 141765"/>
              <a:gd name="csX73" fmla="*/ 122088 w 141777"/>
              <a:gd name="csY73" fmla="*/ 43025 h 141765"/>
              <a:gd name="csX74" fmla="*/ 125440 w 141777"/>
              <a:gd name="csY74" fmla="*/ 46121 h 141765"/>
              <a:gd name="csX75" fmla="*/ 121896 w 141777"/>
              <a:gd name="csY75" fmla="*/ 51428 h 141765"/>
              <a:gd name="csX76" fmla="*/ 120843 w 141777"/>
              <a:gd name="csY76" fmla="*/ 53980 h 141765"/>
              <a:gd name="csX77" fmla="*/ 117389 w 141777"/>
              <a:gd name="csY77" fmla="*/ 71212 h 141765"/>
              <a:gd name="csX78" fmla="*/ 118005 w 141777"/>
              <a:gd name="csY78" fmla="*/ 75771 h 141765"/>
              <a:gd name="csX79" fmla="*/ 124477 w 141777"/>
              <a:gd name="csY79" fmla="*/ 88716 h 141765"/>
              <a:gd name="csX80" fmla="*/ 127163 w 141777"/>
              <a:gd name="csY80" fmla="*/ 102155 h 141765"/>
              <a:gd name="csX81" fmla="*/ 124000 w 141777"/>
              <a:gd name="csY81" fmla="*/ 106902 h 141765"/>
              <a:gd name="csX82" fmla="*/ 111698 w 141777"/>
              <a:gd name="csY82" fmla="*/ 106902 h 141765"/>
              <a:gd name="csX83" fmla="*/ 109621 w 141777"/>
              <a:gd name="csY83" fmla="*/ 106902 h 141765"/>
              <a:gd name="csX84" fmla="*/ 93305 w 141777"/>
              <a:gd name="csY84" fmla="*/ 106902 h 141765"/>
              <a:gd name="csX85" fmla="*/ 88837 w 141777"/>
              <a:gd name="csY85" fmla="*/ 108415 h 141765"/>
              <a:gd name="csX86" fmla="*/ 86309 w 141777"/>
              <a:gd name="csY86" fmla="*/ 112396 h 141765"/>
              <a:gd name="csX87" fmla="*/ 86838 w 141777"/>
              <a:gd name="csY87" fmla="*/ 117074 h 141765"/>
              <a:gd name="csX88" fmla="*/ 90188 w 141777"/>
              <a:gd name="csY88" fmla="*/ 120391 h 141765"/>
              <a:gd name="csX89" fmla="*/ 82518 w 141777"/>
              <a:gd name="csY89" fmla="*/ 126141 h 141765"/>
              <a:gd name="csX90" fmla="*/ 69365 w 141777"/>
              <a:gd name="csY90" fmla="*/ 118248 h 141765"/>
              <a:gd name="csX91" fmla="*/ 66490 w 141777"/>
              <a:gd name="csY91" fmla="*/ 117278 h 141765"/>
              <a:gd name="csX92" fmla="*/ 63474 w 141777"/>
              <a:gd name="csY92" fmla="*/ 117601 h 141765"/>
              <a:gd name="csX93" fmla="*/ 45245 w 141777"/>
              <a:gd name="csY93" fmla="*/ 123674 h 141765"/>
              <a:gd name="csX94" fmla="*/ 32918 w 141777"/>
              <a:gd name="csY94" fmla="*/ 118741 h 141765"/>
              <a:gd name="csX95" fmla="*/ 27227 w 141777"/>
              <a:gd name="csY95" fmla="*/ 107361 h 141765"/>
              <a:gd name="csX96" fmla="*/ 24055 w 141777"/>
              <a:gd name="csY96" fmla="*/ 104197 h 141765"/>
              <a:gd name="csX97" fmla="*/ 17548 w 141777"/>
              <a:gd name="csY97" fmla="*/ 100948 h 141765"/>
              <a:gd name="csX98" fmla="*/ 22305 w 141777"/>
              <a:gd name="csY98" fmla="*/ 94041 h 141765"/>
              <a:gd name="csX99" fmla="*/ 45924 w 141777"/>
              <a:gd name="csY99" fmla="*/ 84753 h 141765"/>
              <a:gd name="csX100" fmla="*/ 49608 w 141777"/>
              <a:gd name="csY100" fmla="*/ 81589 h 141765"/>
              <a:gd name="csX101" fmla="*/ 50382 w 141777"/>
              <a:gd name="csY101" fmla="*/ 76792 h 141765"/>
              <a:gd name="csX102" fmla="*/ 47884 w 141777"/>
              <a:gd name="csY102" fmla="*/ 72624 h 141765"/>
              <a:gd name="csX103" fmla="*/ 43287 w 141777"/>
              <a:gd name="csY103" fmla="*/ 71042 h 141765"/>
              <a:gd name="csX104" fmla="*/ 40732 w 141777"/>
              <a:gd name="csY104" fmla="*/ 71569 h 141765"/>
              <a:gd name="csX105" fmla="*/ 35298 w 141777"/>
              <a:gd name="csY105" fmla="*/ 73713 h 141765"/>
              <a:gd name="csX106" fmla="*/ 34842 w 141777"/>
              <a:gd name="csY106" fmla="*/ 73406 h 141765"/>
              <a:gd name="csX107" fmla="*/ 24527 w 141777"/>
              <a:gd name="csY107" fmla="*/ 67300 h 141765"/>
              <a:gd name="csX108" fmla="*/ 24527 w 141777"/>
              <a:gd name="csY108" fmla="*/ 52007 h 141765"/>
              <a:gd name="csX109" fmla="*/ 35485 w 141777"/>
              <a:gd name="csY109" fmla="*/ 43790 h 141765"/>
              <a:gd name="csX110" fmla="*/ 37355 w 141777"/>
              <a:gd name="csY110" fmla="*/ 41698 h 141765"/>
              <a:gd name="csX111" fmla="*/ 42234 w 141777"/>
              <a:gd name="csY111" fmla="*/ 33312 h 141765"/>
              <a:gd name="csX112" fmla="*/ 45455 w 141777"/>
              <a:gd name="csY112" fmla="*/ 34349 h 141765"/>
              <a:gd name="csX113" fmla="*/ 47724 w 141777"/>
              <a:gd name="csY113" fmla="*/ 35097 h 141765"/>
              <a:gd name="csX114" fmla="*/ 56634 w 141777"/>
              <a:gd name="csY114" fmla="*/ 37973 h 141765"/>
              <a:gd name="csX115" fmla="*/ 59414 w 141777"/>
              <a:gd name="csY115" fmla="*/ 38347 h 141765"/>
              <a:gd name="csX116" fmla="*/ 62126 w 141777"/>
              <a:gd name="csY116" fmla="*/ 37632 h 141765"/>
              <a:gd name="csX117" fmla="*/ 64343 w 141777"/>
              <a:gd name="csY117" fmla="*/ 35914 h 141765"/>
              <a:gd name="csX118" fmla="*/ 65719 w 141777"/>
              <a:gd name="csY118" fmla="*/ 33464 h 141765"/>
              <a:gd name="csX119" fmla="*/ 66039 w 141777"/>
              <a:gd name="csY119" fmla="*/ 30675 h 141765"/>
              <a:gd name="csX120" fmla="*/ 65252 w 141777"/>
              <a:gd name="csY120" fmla="*/ 27987 h 141765"/>
              <a:gd name="csX121" fmla="*/ 63480 w 141777"/>
              <a:gd name="csY121" fmla="*/ 25809 h 141765"/>
              <a:gd name="csX122" fmla="*/ 61003 w 141777"/>
              <a:gd name="csY122" fmla="*/ 24482 h 141765"/>
              <a:gd name="csX123" fmla="*/ 60823 w 141777"/>
              <a:gd name="csY123" fmla="*/ 24415 h 141765"/>
              <a:gd name="csX124" fmla="*/ 67358 w 141777"/>
              <a:gd name="csY124" fmla="*/ 16334 h 141765"/>
              <a:gd name="csX125" fmla="*/ 86976 w 141777"/>
              <a:gd name="csY125" fmla="*/ 70889 h 141765"/>
              <a:gd name="csX126" fmla="*/ 82131 w 141777"/>
              <a:gd name="csY126" fmla="*/ 72675 h 141765"/>
              <a:gd name="csX127" fmla="*/ 66180 w 141777"/>
              <a:gd name="csY127" fmla="*/ 86845 h 141765"/>
              <a:gd name="csX128" fmla="*/ 64411 w 141777"/>
              <a:gd name="csY128" fmla="*/ 89057 h 141765"/>
              <a:gd name="csX129" fmla="*/ 63642 w 141777"/>
              <a:gd name="csY129" fmla="*/ 91761 h 141765"/>
              <a:gd name="csX130" fmla="*/ 63994 w 141777"/>
              <a:gd name="csY130" fmla="*/ 94569 h 141765"/>
              <a:gd name="csX131" fmla="*/ 65413 w 141777"/>
              <a:gd name="csY131" fmla="*/ 97018 h 141765"/>
              <a:gd name="csX132" fmla="*/ 67673 w 141777"/>
              <a:gd name="csY132" fmla="*/ 98702 h 141765"/>
              <a:gd name="csX133" fmla="*/ 70413 w 141777"/>
              <a:gd name="csY133" fmla="*/ 99382 h 141765"/>
              <a:gd name="csX134" fmla="*/ 73202 w 141777"/>
              <a:gd name="csY134" fmla="*/ 98940 h 141765"/>
              <a:gd name="csX135" fmla="*/ 75596 w 141777"/>
              <a:gd name="csY135" fmla="*/ 97443 h 141765"/>
              <a:gd name="csX136" fmla="*/ 87745 w 141777"/>
              <a:gd name="csY136" fmla="*/ 86658 h 141765"/>
              <a:gd name="csX137" fmla="*/ 95728 w 141777"/>
              <a:gd name="csY137" fmla="*/ 91217 h 141765"/>
              <a:gd name="csX138" fmla="*/ 98366 w 141777"/>
              <a:gd name="csY138" fmla="*/ 92153 h 141765"/>
              <a:gd name="csX139" fmla="*/ 101163 w 141777"/>
              <a:gd name="csY139" fmla="*/ 91983 h 141765"/>
              <a:gd name="csX140" fmla="*/ 103678 w 141777"/>
              <a:gd name="csY140" fmla="*/ 90758 h 141765"/>
              <a:gd name="csX141" fmla="*/ 105521 w 141777"/>
              <a:gd name="csY141" fmla="*/ 88649 h 141765"/>
              <a:gd name="csX142" fmla="*/ 106402 w 141777"/>
              <a:gd name="csY142" fmla="*/ 85978 h 141765"/>
              <a:gd name="csX143" fmla="*/ 106186 w 141777"/>
              <a:gd name="csY143" fmla="*/ 83188 h 141765"/>
              <a:gd name="csX144" fmla="*/ 104905 w 141777"/>
              <a:gd name="csY144" fmla="*/ 80704 h 141765"/>
              <a:gd name="csX145" fmla="*/ 102761 w 141777"/>
              <a:gd name="csY145" fmla="*/ 78901 h 141765"/>
              <a:gd name="csX146" fmla="*/ 90355 w 141777"/>
              <a:gd name="csY146" fmla="*/ 71824 h 141765"/>
              <a:gd name="csX147" fmla="*/ 86976 w 141777"/>
              <a:gd name="csY147" fmla="*/ 70889 h 141765"/>
            </a:gdLst>
            <a:ahLst/>
            <a:cxnLst/>
            <a:rect l="l" t="t" r="r" b="b"/>
            <a:pathLst>
              <a:path w="100000" h="100000">
                <a:moveTo>
                  <a:pt x="46552" y="7"/>
                </a:moveTo>
                <a:cubicBezTo>
                  <a:pt x="45775" y="-17"/>
                  <a:pt x="45000" y="127"/>
                  <a:pt x="44290" y="451"/>
                </a:cubicBezTo>
                <a:cubicBezTo>
                  <a:pt x="43581" y="774"/>
                  <a:pt x="42955" y="1255"/>
                  <a:pt x="42466" y="1866"/>
                </a:cubicBezTo>
                <a:lnTo>
                  <a:pt x="32705" y="13937"/>
                </a:lnTo>
                <a:lnTo>
                  <a:pt x="29038" y="12750"/>
                </a:lnTo>
                <a:cubicBezTo>
                  <a:pt x="28562" y="12593"/>
                  <a:pt x="28064" y="12509"/>
                  <a:pt x="27563" y="12509"/>
                </a:cubicBezTo>
                <a:cubicBezTo>
                  <a:pt x="26678" y="12497"/>
                  <a:pt x="25806" y="12714"/>
                  <a:pt x="25036" y="13157"/>
                </a:cubicBezTo>
                <a:cubicBezTo>
                  <a:pt x="24266" y="13589"/>
                  <a:pt x="23624" y="14225"/>
                  <a:pt x="23178" y="14981"/>
                </a:cubicBezTo>
                <a:lnTo>
                  <a:pt x="18217" y="23500"/>
                </a:lnTo>
                <a:lnTo>
                  <a:pt x="9296" y="30195"/>
                </a:lnTo>
                <a:cubicBezTo>
                  <a:pt x="8676" y="30663"/>
                  <a:pt x="8172" y="31263"/>
                  <a:pt x="7826" y="31959"/>
                </a:cubicBezTo>
                <a:cubicBezTo>
                  <a:pt x="7479" y="32655"/>
                  <a:pt x="7299" y="33411"/>
                  <a:pt x="7299" y="34190"/>
                </a:cubicBezTo>
                <a:lnTo>
                  <a:pt x="7299" y="50328"/>
                </a:lnTo>
                <a:cubicBezTo>
                  <a:pt x="7299" y="51192"/>
                  <a:pt x="7525" y="52044"/>
                  <a:pt x="7955" y="52801"/>
                </a:cubicBezTo>
                <a:cubicBezTo>
                  <a:pt x="8384" y="53556"/>
                  <a:pt x="9004" y="54180"/>
                  <a:pt x="9750" y="54624"/>
                </a:cubicBezTo>
                <a:lnTo>
                  <a:pt x="13125" y="56628"/>
                </a:lnTo>
                <a:lnTo>
                  <a:pt x="10654" y="57600"/>
                </a:lnTo>
                <a:cubicBezTo>
                  <a:pt x="9726" y="57959"/>
                  <a:pt x="8930" y="58596"/>
                  <a:pt x="8364" y="59412"/>
                </a:cubicBezTo>
                <a:lnTo>
                  <a:pt x="883" y="70270"/>
                </a:lnTo>
                <a:cubicBezTo>
                  <a:pt x="478" y="70858"/>
                  <a:pt x="203" y="71530"/>
                  <a:pt x="77" y="72225"/>
                </a:cubicBezTo>
                <a:cubicBezTo>
                  <a:pt x="-48" y="72934"/>
                  <a:pt x="-20" y="73654"/>
                  <a:pt x="157" y="74349"/>
                </a:cubicBezTo>
                <a:cubicBezTo>
                  <a:pt x="336" y="75045"/>
                  <a:pt x="660" y="75694"/>
                  <a:pt x="1110" y="76245"/>
                </a:cubicBezTo>
                <a:cubicBezTo>
                  <a:pt x="1560" y="76797"/>
                  <a:pt x="2123" y="77253"/>
                  <a:pt x="2763" y="77577"/>
                </a:cubicBezTo>
                <a:lnTo>
                  <a:pt x="11000" y="81692"/>
                </a:lnTo>
                <a:lnTo>
                  <a:pt x="15122" y="89936"/>
                </a:lnTo>
                <a:cubicBezTo>
                  <a:pt x="15670" y="91027"/>
                  <a:pt x="16601" y="91880"/>
                  <a:pt x="17738" y="92335"/>
                </a:cubicBezTo>
                <a:lnTo>
                  <a:pt x="29902" y="97207"/>
                </a:lnTo>
                <a:cubicBezTo>
                  <a:pt x="31000" y="97639"/>
                  <a:pt x="32218" y="97675"/>
                  <a:pt x="33340" y="97303"/>
                </a:cubicBezTo>
                <a:lnTo>
                  <a:pt x="45751" y="93163"/>
                </a:lnTo>
                <a:lnTo>
                  <a:pt x="55937" y="99283"/>
                </a:lnTo>
                <a:cubicBezTo>
                  <a:pt x="56791" y="99798"/>
                  <a:pt x="57776" y="100038"/>
                  <a:pt x="58769" y="99990"/>
                </a:cubicBezTo>
                <a:cubicBezTo>
                  <a:pt x="59763" y="99930"/>
                  <a:pt x="60718" y="99594"/>
                  <a:pt x="61514" y="98994"/>
                </a:cubicBezTo>
                <a:lnTo>
                  <a:pt x="79638" y="85400"/>
                </a:lnTo>
                <a:lnTo>
                  <a:pt x="90137" y="85400"/>
                </a:lnTo>
                <a:cubicBezTo>
                  <a:pt x="90960" y="85400"/>
                  <a:pt x="91771" y="85196"/>
                  <a:pt x="92496" y="84812"/>
                </a:cubicBezTo>
                <a:cubicBezTo>
                  <a:pt x="93222" y="84416"/>
                  <a:pt x="93841" y="83864"/>
                  <a:pt x="94297" y="83169"/>
                </a:cubicBezTo>
                <a:lnTo>
                  <a:pt x="99161" y="75873"/>
                </a:lnTo>
                <a:cubicBezTo>
                  <a:pt x="99895" y="74770"/>
                  <a:pt x="100162" y="73425"/>
                  <a:pt x="99902" y="72130"/>
                </a:cubicBezTo>
                <a:lnTo>
                  <a:pt x="97471" y="59963"/>
                </a:lnTo>
                <a:cubicBezTo>
                  <a:pt x="97385" y="59532"/>
                  <a:pt x="97239" y="59111"/>
                  <a:pt x="97041" y="58715"/>
                </a:cubicBezTo>
                <a:lnTo>
                  <a:pt x="92940" y="50509"/>
                </a:lnTo>
                <a:lnTo>
                  <a:pt x="94844" y="41005"/>
                </a:lnTo>
                <a:lnTo>
                  <a:pt x="99161" y="34539"/>
                </a:lnTo>
                <a:cubicBezTo>
                  <a:pt x="99819" y="33543"/>
                  <a:pt x="100105" y="32355"/>
                  <a:pt x="99966" y="31167"/>
                </a:cubicBezTo>
                <a:cubicBezTo>
                  <a:pt x="99825" y="29991"/>
                  <a:pt x="99270" y="28900"/>
                  <a:pt x="98399" y="28095"/>
                </a:cubicBezTo>
                <a:lnTo>
                  <a:pt x="91099" y="21340"/>
                </a:lnTo>
                <a:cubicBezTo>
                  <a:pt x="90536" y="20812"/>
                  <a:pt x="89862" y="20429"/>
                  <a:pt x="89126" y="20212"/>
                </a:cubicBezTo>
                <a:cubicBezTo>
                  <a:pt x="88392" y="19996"/>
                  <a:pt x="87616" y="19948"/>
                  <a:pt x="86860" y="20080"/>
                </a:cubicBezTo>
                <a:lnTo>
                  <a:pt x="73266" y="22408"/>
                </a:lnTo>
                <a:lnTo>
                  <a:pt x="68906" y="21377"/>
                </a:lnTo>
                <a:lnTo>
                  <a:pt x="69765" y="18689"/>
                </a:lnTo>
                <a:cubicBezTo>
                  <a:pt x="70080" y="17693"/>
                  <a:pt x="70080" y="16637"/>
                  <a:pt x="69762" y="15641"/>
                </a:cubicBezTo>
                <a:cubicBezTo>
                  <a:pt x="69446" y="14657"/>
                  <a:pt x="68829" y="13793"/>
                  <a:pt x="67998" y="13169"/>
                </a:cubicBezTo>
                <a:lnTo>
                  <a:pt x="61514" y="8298"/>
                </a:lnTo>
                <a:cubicBezTo>
                  <a:pt x="61376" y="8202"/>
                  <a:pt x="61232" y="8106"/>
                  <a:pt x="61084" y="8022"/>
                </a:cubicBezTo>
                <a:lnTo>
                  <a:pt x="48925" y="715"/>
                </a:lnTo>
                <a:cubicBezTo>
                  <a:pt x="48207" y="283"/>
                  <a:pt x="47391" y="43"/>
                  <a:pt x="46552" y="7"/>
                </a:cubicBezTo>
                <a:close/>
                <a:moveTo>
                  <a:pt x="47510" y="11525"/>
                </a:moveTo>
                <a:lnTo>
                  <a:pt x="55718" y="16457"/>
                </a:lnTo>
                <a:lnTo>
                  <a:pt x="59155" y="19036"/>
                </a:lnTo>
                <a:lnTo>
                  <a:pt x="57783" y="23332"/>
                </a:lnTo>
                <a:lnTo>
                  <a:pt x="52856" y="35643"/>
                </a:lnTo>
                <a:cubicBezTo>
                  <a:pt x="52612" y="36254"/>
                  <a:pt x="52491" y="36902"/>
                  <a:pt x="52499" y="37562"/>
                </a:cubicBezTo>
                <a:cubicBezTo>
                  <a:pt x="52508" y="38222"/>
                  <a:pt x="52645" y="38869"/>
                  <a:pt x="52904" y="39470"/>
                </a:cubicBezTo>
                <a:cubicBezTo>
                  <a:pt x="53163" y="40082"/>
                  <a:pt x="53538" y="40622"/>
                  <a:pt x="54008" y="41078"/>
                </a:cubicBezTo>
                <a:cubicBezTo>
                  <a:pt x="54479" y="41546"/>
                  <a:pt x="55034" y="41905"/>
                  <a:pt x="55644" y="42146"/>
                </a:cubicBezTo>
                <a:cubicBezTo>
                  <a:pt x="56254" y="42386"/>
                  <a:pt x="56906" y="42505"/>
                  <a:pt x="57562" y="42505"/>
                </a:cubicBezTo>
                <a:cubicBezTo>
                  <a:pt x="58220" y="42493"/>
                  <a:pt x="58868" y="42362"/>
                  <a:pt x="59472" y="42098"/>
                </a:cubicBezTo>
                <a:cubicBezTo>
                  <a:pt x="60075" y="41834"/>
                  <a:pt x="60622" y="41462"/>
                  <a:pt x="61080" y="40993"/>
                </a:cubicBezTo>
                <a:cubicBezTo>
                  <a:pt x="61539" y="40526"/>
                  <a:pt x="61900" y="39962"/>
                  <a:pt x="62144" y="39362"/>
                </a:cubicBezTo>
                <a:lnTo>
                  <a:pt x="65542" y="30855"/>
                </a:lnTo>
                <a:lnTo>
                  <a:pt x="71962" y="32367"/>
                </a:lnTo>
                <a:cubicBezTo>
                  <a:pt x="72615" y="32523"/>
                  <a:pt x="73290" y="32547"/>
                  <a:pt x="73951" y="32427"/>
                </a:cubicBezTo>
                <a:lnTo>
                  <a:pt x="86113" y="30351"/>
                </a:lnTo>
                <a:lnTo>
                  <a:pt x="88477" y="32535"/>
                </a:lnTo>
                <a:lnTo>
                  <a:pt x="85977" y="36278"/>
                </a:lnTo>
                <a:cubicBezTo>
                  <a:pt x="85615" y="36818"/>
                  <a:pt x="85363" y="37430"/>
                  <a:pt x="85235" y="38078"/>
                </a:cubicBezTo>
                <a:lnTo>
                  <a:pt x="82798" y="50232"/>
                </a:lnTo>
                <a:cubicBezTo>
                  <a:pt x="82581" y="51324"/>
                  <a:pt x="82733" y="52452"/>
                  <a:pt x="83233" y="53448"/>
                </a:cubicBezTo>
                <a:lnTo>
                  <a:pt x="87798" y="62579"/>
                </a:lnTo>
                <a:lnTo>
                  <a:pt x="89692" y="72058"/>
                </a:lnTo>
                <a:lnTo>
                  <a:pt x="87461" y="75406"/>
                </a:lnTo>
                <a:lnTo>
                  <a:pt x="78784" y="75406"/>
                </a:lnTo>
                <a:cubicBezTo>
                  <a:pt x="78298" y="75333"/>
                  <a:pt x="77805" y="75333"/>
                  <a:pt x="77319" y="75406"/>
                </a:cubicBezTo>
                <a:lnTo>
                  <a:pt x="65811" y="75406"/>
                </a:lnTo>
                <a:cubicBezTo>
                  <a:pt x="64670" y="75394"/>
                  <a:pt x="63558" y="75765"/>
                  <a:pt x="62660" y="76473"/>
                </a:cubicBezTo>
                <a:cubicBezTo>
                  <a:pt x="61762" y="77169"/>
                  <a:pt x="61133" y="78165"/>
                  <a:pt x="60877" y="79281"/>
                </a:cubicBezTo>
                <a:cubicBezTo>
                  <a:pt x="60620" y="80385"/>
                  <a:pt x="60752" y="81560"/>
                  <a:pt x="61250" y="82580"/>
                </a:cubicBezTo>
                <a:cubicBezTo>
                  <a:pt x="61747" y="83612"/>
                  <a:pt x="62582" y="84440"/>
                  <a:pt x="63613" y="84920"/>
                </a:cubicBezTo>
                <a:lnTo>
                  <a:pt x="58203" y="88976"/>
                </a:lnTo>
                <a:lnTo>
                  <a:pt x="48925" y="83408"/>
                </a:lnTo>
                <a:cubicBezTo>
                  <a:pt x="48307" y="83036"/>
                  <a:pt x="47616" y="82808"/>
                  <a:pt x="46898" y="82724"/>
                </a:cubicBezTo>
                <a:cubicBezTo>
                  <a:pt x="46180" y="82652"/>
                  <a:pt x="45454" y="82724"/>
                  <a:pt x="44770" y="82952"/>
                </a:cubicBezTo>
                <a:lnTo>
                  <a:pt x="31913" y="87236"/>
                </a:lnTo>
                <a:lnTo>
                  <a:pt x="23218" y="83756"/>
                </a:lnTo>
                <a:lnTo>
                  <a:pt x="19204" y="75729"/>
                </a:lnTo>
                <a:cubicBezTo>
                  <a:pt x="18720" y="74770"/>
                  <a:pt x="17935" y="73977"/>
                  <a:pt x="16967" y="73498"/>
                </a:cubicBezTo>
                <a:lnTo>
                  <a:pt x="12377" y="71206"/>
                </a:lnTo>
                <a:lnTo>
                  <a:pt x="15732" y="66334"/>
                </a:lnTo>
                <a:lnTo>
                  <a:pt x="32392" y="59783"/>
                </a:lnTo>
                <a:cubicBezTo>
                  <a:pt x="33495" y="59376"/>
                  <a:pt x="34415" y="58584"/>
                  <a:pt x="34990" y="57552"/>
                </a:cubicBezTo>
                <a:cubicBezTo>
                  <a:pt x="35566" y="56520"/>
                  <a:pt x="35759" y="55320"/>
                  <a:pt x="35536" y="54168"/>
                </a:cubicBezTo>
                <a:cubicBezTo>
                  <a:pt x="35314" y="53004"/>
                  <a:pt x="34690" y="51972"/>
                  <a:pt x="33774" y="51228"/>
                </a:cubicBezTo>
                <a:cubicBezTo>
                  <a:pt x="32859" y="50484"/>
                  <a:pt x="31710" y="50089"/>
                  <a:pt x="30532" y="50113"/>
                </a:cubicBezTo>
                <a:cubicBezTo>
                  <a:pt x="29914" y="50124"/>
                  <a:pt x="29303" y="50244"/>
                  <a:pt x="28730" y="50484"/>
                </a:cubicBezTo>
                <a:lnTo>
                  <a:pt x="24897" y="51996"/>
                </a:lnTo>
                <a:cubicBezTo>
                  <a:pt x="24792" y="51913"/>
                  <a:pt x="24685" y="51841"/>
                  <a:pt x="24575" y="51780"/>
                </a:cubicBezTo>
                <a:lnTo>
                  <a:pt x="17300" y="47473"/>
                </a:lnTo>
                <a:lnTo>
                  <a:pt x="17300" y="36686"/>
                </a:lnTo>
                <a:lnTo>
                  <a:pt x="25029" y="30891"/>
                </a:lnTo>
                <a:cubicBezTo>
                  <a:pt x="25563" y="30495"/>
                  <a:pt x="26011" y="29991"/>
                  <a:pt x="26348" y="29415"/>
                </a:cubicBezTo>
                <a:lnTo>
                  <a:pt x="29789" y="23500"/>
                </a:lnTo>
                <a:lnTo>
                  <a:pt x="32061" y="24232"/>
                </a:lnTo>
                <a:cubicBezTo>
                  <a:pt x="32561" y="24496"/>
                  <a:pt x="33103" y="24676"/>
                  <a:pt x="33661" y="24759"/>
                </a:cubicBezTo>
                <a:lnTo>
                  <a:pt x="39946" y="26788"/>
                </a:lnTo>
                <a:cubicBezTo>
                  <a:pt x="40575" y="27004"/>
                  <a:pt x="41242" y="27100"/>
                  <a:pt x="41907" y="27052"/>
                </a:cubicBezTo>
                <a:cubicBezTo>
                  <a:pt x="42572" y="27016"/>
                  <a:pt x="43222" y="26836"/>
                  <a:pt x="43820" y="26547"/>
                </a:cubicBezTo>
                <a:cubicBezTo>
                  <a:pt x="44416" y="26248"/>
                  <a:pt x="44949" y="25840"/>
                  <a:pt x="45383" y="25336"/>
                </a:cubicBezTo>
                <a:cubicBezTo>
                  <a:pt x="45819" y="24832"/>
                  <a:pt x="46149" y="24244"/>
                  <a:pt x="46354" y="23607"/>
                </a:cubicBezTo>
                <a:cubicBezTo>
                  <a:pt x="46560" y="22972"/>
                  <a:pt x="46636" y="22300"/>
                  <a:pt x="46579" y="21640"/>
                </a:cubicBezTo>
                <a:cubicBezTo>
                  <a:pt x="46523" y="20980"/>
                  <a:pt x="46334" y="20332"/>
                  <a:pt x="46024" y="19744"/>
                </a:cubicBezTo>
                <a:cubicBezTo>
                  <a:pt x="45715" y="19144"/>
                  <a:pt x="45289" y="18629"/>
                  <a:pt x="44775" y="18208"/>
                </a:cubicBezTo>
                <a:cubicBezTo>
                  <a:pt x="44260" y="17777"/>
                  <a:pt x="43666" y="17465"/>
                  <a:pt x="43027" y="17272"/>
                </a:cubicBezTo>
                <a:lnTo>
                  <a:pt x="42900" y="17225"/>
                </a:lnTo>
                <a:lnTo>
                  <a:pt x="47510" y="11525"/>
                </a:lnTo>
                <a:close/>
                <a:moveTo>
                  <a:pt x="61347" y="50005"/>
                </a:moveTo>
                <a:cubicBezTo>
                  <a:pt x="60089" y="49981"/>
                  <a:pt x="58869" y="50424"/>
                  <a:pt x="57930" y="51264"/>
                </a:cubicBezTo>
                <a:lnTo>
                  <a:pt x="46679" y="61259"/>
                </a:lnTo>
                <a:cubicBezTo>
                  <a:pt x="46163" y="61691"/>
                  <a:pt x="45739" y="62219"/>
                  <a:pt x="45431" y="62819"/>
                </a:cubicBezTo>
                <a:cubicBezTo>
                  <a:pt x="45124" y="63407"/>
                  <a:pt x="44939" y="64067"/>
                  <a:pt x="44889" y="64726"/>
                </a:cubicBezTo>
                <a:cubicBezTo>
                  <a:pt x="44839" y="65398"/>
                  <a:pt x="44923" y="66071"/>
                  <a:pt x="45137" y="66707"/>
                </a:cubicBezTo>
                <a:cubicBezTo>
                  <a:pt x="45352" y="67342"/>
                  <a:pt x="45693" y="67931"/>
                  <a:pt x="46138" y="68434"/>
                </a:cubicBezTo>
                <a:cubicBezTo>
                  <a:pt x="46583" y="68926"/>
                  <a:pt x="47125" y="69334"/>
                  <a:pt x="47732" y="69622"/>
                </a:cubicBezTo>
                <a:cubicBezTo>
                  <a:pt x="48338" y="69910"/>
                  <a:pt x="48995" y="70078"/>
                  <a:pt x="49665" y="70102"/>
                </a:cubicBezTo>
                <a:cubicBezTo>
                  <a:pt x="50335" y="70126"/>
                  <a:pt x="51004" y="70030"/>
                  <a:pt x="51632" y="69790"/>
                </a:cubicBezTo>
                <a:cubicBezTo>
                  <a:pt x="52260" y="69550"/>
                  <a:pt x="52834" y="69190"/>
                  <a:pt x="53320" y="68734"/>
                </a:cubicBezTo>
                <a:lnTo>
                  <a:pt x="61889" y="61127"/>
                </a:lnTo>
                <a:lnTo>
                  <a:pt x="67520" y="64343"/>
                </a:lnTo>
                <a:cubicBezTo>
                  <a:pt x="68090" y="64678"/>
                  <a:pt x="68723" y="64907"/>
                  <a:pt x="69381" y="65003"/>
                </a:cubicBezTo>
                <a:cubicBezTo>
                  <a:pt x="70040" y="65087"/>
                  <a:pt x="70711" y="65051"/>
                  <a:pt x="71354" y="64883"/>
                </a:cubicBezTo>
                <a:cubicBezTo>
                  <a:pt x="71997" y="64714"/>
                  <a:pt x="72599" y="64415"/>
                  <a:pt x="73128" y="64019"/>
                </a:cubicBezTo>
                <a:cubicBezTo>
                  <a:pt x="73656" y="63611"/>
                  <a:pt x="74097" y="63107"/>
                  <a:pt x="74427" y="62531"/>
                </a:cubicBezTo>
                <a:cubicBezTo>
                  <a:pt x="74756" y="61955"/>
                  <a:pt x="74968" y="61308"/>
                  <a:pt x="75049" y="60647"/>
                </a:cubicBezTo>
                <a:cubicBezTo>
                  <a:pt x="75129" y="59987"/>
                  <a:pt x="75078" y="59327"/>
                  <a:pt x="74896" y="58679"/>
                </a:cubicBezTo>
                <a:cubicBezTo>
                  <a:pt x="74715" y="58044"/>
                  <a:pt x="74408" y="57444"/>
                  <a:pt x="73993" y="56927"/>
                </a:cubicBezTo>
                <a:cubicBezTo>
                  <a:pt x="73579" y="56412"/>
                  <a:pt x="73064" y="55979"/>
                  <a:pt x="72481" y="55656"/>
                </a:cubicBezTo>
                <a:lnTo>
                  <a:pt x="63730" y="50664"/>
                </a:lnTo>
                <a:cubicBezTo>
                  <a:pt x="63004" y="50244"/>
                  <a:pt x="62185" y="50017"/>
                  <a:pt x="61347" y="5000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8" name="Красный — SVG 31">
            <a:extLst>
              <a:ext uri="{FF2B5EF4-FFF2-40B4-BE49-F238E27FC236}">
                <a16:creationId xmlns:a16="http://schemas.microsoft.com/office/drawing/2014/main" id="{32B46CC0-5A88-2348-B063-1B00847AD189}"/>
              </a:ext>
            </a:extLst>
          </p:cNvPr>
          <p:cNvSpPr>
            <a:spLocks noGrp="1"/>
          </p:cNvSpPr>
          <p:nvPr/>
        </p:nvSpPr>
        <p:spPr>
          <a:xfrm>
            <a:off x="7620000" y="1410000"/>
            <a:ext cx="220000" cy="220000"/>
          </a:xfrm>
          <a:custGeom>
            <a:avLst/>
            <a:gdLst>
              <a:gd name="csX0" fmla="*/ 5393 w 113581"/>
              <a:gd name="csY0" fmla="*/ 1 h 141755"/>
              <a:gd name="csX1" fmla="*/ 3335 w 113581"/>
              <a:gd name="csY1" fmla="*/ 393 h 141755"/>
              <a:gd name="csX2" fmla="*/ 1582 w 113581"/>
              <a:gd name="csY2" fmla="*/ 1532 h 141755"/>
              <a:gd name="csX3" fmla="*/ 408 w 113581"/>
              <a:gd name="csY3" fmla="*/ 3267 h 141755"/>
              <a:gd name="csX4" fmla="*/ 0 w 113581"/>
              <a:gd name="csY4" fmla="*/ 5326 h 141755"/>
              <a:gd name="csX5" fmla="*/ 408 w 113581"/>
              <a:gd name="csY5" fmla="*/ 7367 h 141755"/>
              <a:gd name="csX6" fmla="*/ 1582 w 113581"/>
              <a:gd name="csY6" fmla="*/ 9103 h 141755"/>
              <a:gd name="csX7" fmla="*/ 3335 w 113581"/>
              <a:gd name="csY7" fmla="*/ 10259 h 141755"/>
              <a:gd name="csX8" fmla="*/ 5393 w 113581"/>
              <a:gd name="csY8" fmla="*/ 10633 h 141755"/>
              <a:gd name="csX9" fmla="*/ 108188 w 113581"/>
              <a:gd name="csY9" fmla="*/ 10633 h 141755"/>
              <a:gd name="csX10" fmla="*/ 110247 w 113581"/>
              <a:gd name="csY10" fmla="*/ 10259 h 141755"/>
              <a:gd name="csX11" fmla="*/ 111982 w 113581"/>
              <a:gd name="csY11" fmla="*/ 9103 h 141755"/>
              <a:gd name="csX12" fmla="*/ 113156 w 113581"/>
              <a:gd name="csY12" fmla="*/ 7367 h 141755"/>
              <a:gd name="csX13" fmla="*/ 113582 w 113581"/>
              <a:gd name="csY13" fmla="*/ 5326 h 141755"/>
              <a:gd name="csX14" fmla="*/ 113156 w 113581"/>
              <a:gd name="csY14" fmla="*/ 3267 h 141755"/>
              <a:gd name="csX15" fmla="*/ 111982 w 113581"/>
              <a:gd name="csY15" fmla="*/ 1532 h 141755"/>
              <a:gd name="csX16" fmla="*/ 110247 w 113581"/>
              <a:gd name="csY16" fmla="*/ 393 h 141755"/>
              <a:gd name="csX17" fmla="*/ 108188 w 113581"/>
              <a:gd name="csY17" fmla="*/ 1 h 141755"/>
              <a:gd name="csX18" fmla="*/ 5393 w 113581"/>
              <a:gd name="csY18" fmla="*/ 1 h 141755"/>
              <a:gd name="csX19" fmla="*/ 8473 w 113581"/>
              <a:gd name="csY19" fmla="*/ 17727 h 141755"/>
              <a:gd name="csX20" fmla="*/ 10769 w 113581"/>
              <a:gd name="csY20" fmla="*/ 38991 h 141755"/>
              <a:gd name="csX21" fmla="*/ 103152 w 113581"/>
              <a:gd name="csY21" fmla="*/ 38991 h 141755"/>
              <a:gd name="csX22" fmla="*/ 105228 w 113581"/>
              <a:gd name="csY22" fmla="*/ 17727 h 141755"/>
              <a:gd name="csX23" fmla="*/ 8473 w 113581"/>
              <a:gd name="csY23" fmla="*/ 17727 h 141755"/>
              <a:gd name="csX24" fmla="*/ 11926 w 113581"/>
              <a:gd name="csY24" fmla="*/ 49623 h 141755"/>
              <a:gd name="csX25" fmla="*/ 17269 w 113581"/>
              <a:gd name="csY25" fmla="*/ 99227 h 141755"/>
              <a:gd name="csX26" fmla="*/ 97283 w 113581"/>
              <a:gd name="csY26" fmla="*/ 99227 h 141755"/>
              <a:gd name="csX27" fmla="*/ 102115 w 113581"/>
              <a:gd name="csY27" fmla="*/ 49623 h 141755"/>
              <a:gd name="csX28" fmla="*/ 11926 w 113581"/>
              <a:gd name="csY28" fmla="*/ 49623 h 141755"/>
              <a:gd name="csX29" fmla="*/ 18425 w 113581"/>
              <a:gd name="csY29" fmla="*/ 109859 h 141755"/>
              <a:gd name="csX30" fmla="*/ 20178 w 113581"/>
              <a:gd name="csY30" fmla="*/ 126105 h 141755"/>
              <a:gd name="csX31" fmla="*/ 37685 w 113581"/>
              <a:gd name="csY31" fmla="*/ 141755 h 141755"/>
              <a:gd name="csX32" fmla="*/ 77139 w 113581"/>
              <a:gd name="csY32" fmla="*/ 141755 h 141755"/>
              <a:gd name="csX33" fmla="*/ 94663 w 113581"/>
              <a:gd name="csY33" fmla="*/ 126020 h 141755"/>
              <a:gd name="csX34" fmla="*/ 96245 w 113581"/>
              <a:gd name="csY34" fmla="*/ 109859 h 141755"/>
              <a:gd name="csX35" fmla="*/ 18425 w 113581"/>
              <a:gd name="csY35" fmla="*/ 109859 h 141755"/>
            </a:gdLst>
            <a:ahLst/>
            <a:cxnLst/>
            <a:rect l="l" t="t" r="r" b="b"/>
            <a:pathLst>
              <a:path w="100000" h="100000">
                <a:moveTo>
                  <a:pt x="13742" y="1"/>
                </a:moveTo>
                <a:cubicBezTo>
                  <a:pt x="13250" y="-11"/>
                  <a:pt x="12746" y="85"/>
                  <a:pt x="12290" y="277"/>
                </a:cubicBezTo>
                <a:cubicBezTo>
                  <a:pt x="11834" y="457"/>
                  <a:pt x="11414" y="733"/>
                  <a:pt x="11054" y="1081"/>
                </a:cubicBezTo>
                <a:cubicBezTo>
                  <a:pt x="10706" y="1429"/>
                  <a:pt x="10418" y="1849"/>
                  <a:pt x="10225" y="2305"/>
                </a:cubicBezTo>
                <a:cubicBezTo>
                  <a:pt x="10034" y="2761"/>
                  <a:pt x="9938" y="3253"/>
                  <a:pt x="9938" y="3757"/>
                </a:cubicBezTo>
                <a:cubicBezTo>
                  <a:pt x="9938" y="4249"/>
                  <a:pt x="10034" y="4741"/>
                  <a:pt x="10225" y="5197"/>
                </a:cubicBezTo>
                <a:cubicBezTo>
                  <a:pt x="10418" y="5653"/>
                  <a:pt x="10706" y="6073"/>
                  <a:pt x="11054" y="6422"/>
                </a:cubicBezTo>
                <a:cubicBezTo>
                  <a:pt x="11414" y="6769"/>
                  <a:pt x="11834" y="7045"/>
                  <a:pt x="12290" y="7237"/>
                </a:cubicBezTo>
                <a:cubicBezTo>
                  <a:pt x="12746" y="7417"/>
                  <a:pt x="13250" y="7513"/>
                  <a:pt x="13742" y="7501"/>
                </a:cubicBezTo>
                <a:lnTo>
                  <a:pt x="86258" y="7501"/>
                </a:lnTo>
                <a:cubicBezTo>
                  <a:pt x="86750" y="7513"/>
                  <a:pt x="87242" y="7417"/>
                  <a:pt x="87710" y="7237"/>
                </a:cubicBezTo>
                <a:cubicBezTo>
                  <a:pt x="88166" y="7045"/>
                  <a:pt x="88587" y="6769"/>
                  <a:pt x="88934" y="6422"/>
                </a:cubicBezTo>
                <a:cubicBezTo>
                  <a:pt x="89295" y="6073"/>
                  <a:pt x="89571" y="5653"/>
                  <a:pt x="89763" y="5197"/>
                </a:cubicBezTo>
                <a:cubicBezTo>
                  <a:pt x="89954" y="4741"/>
                  <a:pt x="90063" y="4249"/>
                  <a:pt x="90063" y="3757"/>
                </a:cubicBezTo>
                <a:cubicBezTo>
                  <a:pt x="90063" y="3253"/>
                  <a:pt x="89954" y="2761"/>
                  <a:pt x="89763" y="2305"/>
                </a:cubicBezTo>
                <a:cubicBezTo>
                  <a:pt x="89571" y="1849"/>
                  <a:pt x="89295" y="1429"/>
                  <a:pt x="88934" y="1081"/>
                </a:cubicBezTo>
                <a:cubicBezTo>
                  <a:pt x="88587" y="733"/>
                  <a:pt x="88166" y="457"/>
                  <a:pt x="87710" y="277"/>
                </a:cubicBezTo>
                <a:cubicBezTo>
                  <a:pt x="87242" y="85"/>
                  <a:pt x="86750" y="-11"/>
                  <a:pt x="86258" y="1"/>
                </a:cubicBezTo>
                <a:lnTo>
                  <a:pt x="13742" y="1"/>
                </a:lnTo>
                <a:close/>
                <a:moveTo>
                  <a:pt x="15915" y="12505"/>
                </a:moveTo>
                <a:lnTo>
                  <a:pt x="17534" y="27506"/>
                </a:lnTo>
                <a:lnTo>
                  <a:pt x="82705" y="27506"/>
                </a:lnTo>
                <a:lnTo>
                  <a:pt x="84170" y="12505"/>
                </a:lnTo>
                <a:lnTo>
                  <a:pt x="15915" y="12505"/>
                </a:lnTo>
                <a:close/>
                <a:moveTo>
                  <a:pt x="18351" y="35006"/>
                </a:moveTo>
                <a:lnTo>
                  <a:pt x="22120" y="69999"/>
                </a:lnTo>
                <a:lnTo>
                  <a:pt x="78565" y="69999"/>
                </a:lnTo>
                <a:lnTo>
                  <a:pt x="81974" y="35006"/>
                </a:lnTo>
                <a:lnTo>
                  <a:pt x="18351" y="35006"/>
                </a:lnTo>
                <a:close/>
                <a:moveTo>
                  <a:pt x="22935" y="77499"/>
                </a:moveTo>
                <a:lnTo>
                  <a:pt x="24172" y="88960"/>
                </a:lnTo>
                <a:cubicBezTo>
                  <a:pt x="24868" y="95259"/>
                  <a:pt x="30173" y="100000"/>
                  <a:pt x="36522" y="100000"/>
                </a:cubicBezTo>
                <a:lnTo>
                  <a:pt x="64355" y="100000"/>
                </a:lnTo>
                <a:cubicBezTo>
                  <a:pt x="70692" y="100000"/>
                  <a:pt x="76009" y="95259"/>
                  <a:pt x="76717" y="88900"/>
                </a:cubicBezTo>
                <a:lnTo>
                  <a:pt x="77833" y="77499"/>
                </a:lnTo>
                <a:lnTo>
                  <a:pt x="22935" y="7749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9" name="Красный — SVG 32">
            <a:extLst>
              <a:ext uri="{FF2B5EF4-FFF2-40B4-BE49-F238E27FC236}">
                <a16:creationId xmlns:a16="http://schemas.microsoft.com/office/drawing/2014/main" id="{0CF92C65-EBCE-E04F-98FC-EF58F4B33266}"/>
              </a:ext>
            </a:extLst>
          </p:cNvPr>
          <p:cNvSpPr>
            <a:spLocks noGrp="1"/>
          </p:cNvSpPr>
          <p:nvPr/>
        </p:nvSpPr>
        <p:spPr>
          <a:xfrm>
            <a:off x="8220000" y="1410000"/>
            <a:ext cx="220000" cy="220000"/>
          </a:xfrm>
          <a:custGeom>
            <a:avLst/>
            <a:gdLst>
              <a:gd name="csX0" fmla="*/ 35439 w 70962"/>
              <a:gd name="csY0" fmla="*/ 0 h 148847"/>
              <a:gd name="csX1" fmla="*/ 12403 w 70962"/>
              <a:gd name="csY1" fmla="*/ 23033 h 148847"/>
              <a:gd name="csX2" fmla="*/ 12403 w 70962"/>
              <a:gd name="csY2" fmla="*/ 86519 h 148847"/>
              <a:gd name="csX3" fmla="*/ 0 w 70962"/>
              <a:gd name="csY3" fmla="*/ 113413 h 148847"/>
              <a:gd name="csX4" fmla="*/ 35439 w 70962"/>
              <a:gd name="csY4" fmla="*/ 148847 h 148847"/>
              <a:gd name="csX5" fmla="*/ 70895 w 70962"/>
              <a:gd name="csY5" fmla="*/ 113413 h 148847"/>
              <a:gd name="csX6" fmla="*/ 58475 w 70962"/>
              <a:gd name="csY6" fmla="*/ 86519 h 148847"/>
              <a:gd name="csX7" fmla="*/ 58475 w 70962"/>
              <a:gd name="csY7" fmla="*/ 74424 h 148847"/>
              <a:gd name="csX8" fmla="*/ 65570 w 70962"/>
              <a:gd name="csY8" fmla="*/ 74424 h 148847"/>
              <a:gd name="csX9" fmla="*/ 67628 w 70962"/>
              <a:gd name="csY9" fmla="*/ 74032 h 148847"/>
              <a:gd name="csX10" fmla="*/ 69381 w 70962"/>
              <a:gd name="csY10" fmla="*/ 72893 h 148847"/>
              <a:gd name="csX11" fmla="*/ 70555 w 70962"/>
              <a:gd name="csY11" fmla="*/ 71158 h 148847"/>
              <a:gd name="csX12" fmla="*/ 70963 w 70962"/>
              <a:gd name="csY12" fmla="*/ 69099 h 148847"/>
              <a:gd name="csX13" fmla="*/ 70555 w 70962"/>
              <a:gd name="csY13" fmla="*/ 67058 h 148847"/>
              <a:gd name="csX14" fmla="*/ 69381 w 70962"/>
              <a:gd name="csY14" fmla="*/ 65322 h 148847"/>
              <a:gd name="csX15" fmla="*/ 67628 w 70962"/>
              <a:gd name="csY15" fmla="*/ 64183 h 148847"/>
              <a:gd name="csX16" fmla="*/ 65570 w 70962"/>
              <a:gd name="csY16" fmla="*/ 63792 h 148847"/>
              <a:gd name="csX17" fmla="*/ 58475 w 70962"/>
              <a:gd name="csY17" fmla="*/ 63792 h 148847"/>
              <a:gd name="csX18" fmla="*/ 58475 w 70962"/>
              <a:gd name="csY18" fmla="*/ 56698 h 148847"/>
              <a:gd name="csX19" fmla="*/ 65570 w 70962"/>
              <a:gd name="csY19" fmla="*/ 56698 h 148847"/>
              <a:gd name="csX20" fmla="*/ 67628 w 70962"/>
              <a:gd name="csY20" fmla="*/ 56324 h 148847"/>
              <a:gd name="csX21" fmla="*/ 69381 w 70962"/>
              <a:gd name="csY21" fmla="*/ 55167 h 148847"/>
              <a:gd name="csX22" fmla="*/ 70555 w 70962"/>
              <a:gd name="csY22" fmla="*/ 53432 h 148847"/>
              <a:gd name="csX23" fmla="*/ 70963 w 70962"/>
              <a:gd name="csY23" fmla="*/ 51390 h 148847"/>
              <a:gd name="csX24" fmla="*/ 70555 w 70962"/>
              <a:gd name="csY24" fmla="*/ 49332 h 148847"/>
              <a:gd name="csX25" fmla="*/ 69381 w 70962"/>
              <a:gd name="csY25" fmla="*/ 47597 h 148847"/>
              <a:gd name="csX26" fmla="*/ 67628 w 70962"/>
              <a:gd name="csY26" fmla="*/ 46457 h 148847"/>
              <a:gd name="csX27" fmla="*/ 65570 w 70962"/>
              <a:gd name="csY27" fmla="*/ 46066 h 148847"/>
              <a:gd name="csX28" fmla="*/ 58475 w 70962"/>
              <a:gd name="csY28" fmla="*/ 46066 h 148847"/>
              <a:gd name="csX29" fmla="*/ 58475 w 70962"/>
              <a:gd name="csY29" fmla="*/ 38989 h 148847"/>
              <a:gd name="csX30" fmla="*/ 65570 w 70962"/>
              <a:gd name="csY30" fmla="*/ 38989 h 148847"/>
              <a:gd name="csX31" fmla="*/ 67628 w 70962"/>
              <a:gd name="csY31" fmla="*/ 38598 h 148847"/>
              <a:gd name="csX32" fmla="*/ 69381 w 70962"/>
              <a:gd name="csY32" fmla="*/ 37458 h 148847"/>
              <a:gd name="csX33" fmla="*/ 70555 w 70962"/>
              <a:gd name="csY33" fmla="*/ 35723 h 148847"/>
              <a:gd name="csX34" fmla="*/ 70963 w 70962"/>
              <a:gd name="csY34" fmla="*/ 33665 h 148847"/>
              <a:gd name="csX35" fmla="*/ 70555 w 70962"/>
              <a:gd name="csY35" fmla="*/ 31624 h 148847"/>
              <a:gd name="csX36" fmla="*/ 69381 w 70962"/>
              <a:gd name="csY36" fmla="*/ 29889 h 148847"/>
              <a:gd name="csX37" fmla="*/ 67628 w 70962"/>
              <a:gd name="csY37" fmla="*/ 28732 h 148847"/>
              <a:gd name="csX38" fmla="*/ 65570 w 70962"/>
              <a:gd name="csY38" fmla="*/ 28357 h 148847"/>
              <a:gd name="csX39" fmla="*/ 58475 w 70962"/>
              <a:gd name="csY39" fmla="*/ 28357 h 148847"/>
              <a:gd name="csX40" fmla="*/ 58475 w 70962"/>
              <a:gd name="csY40" fmla="*/ 23033 h 148847"/>
              <a:gd name="csX41" fmla="*/ 35439 w 70962"/>
              <a:gd name="csY41" fmla="*/ 0 h 148847"/>
              <a:gd name="csX42" fmla="*/ 35439 w 70962"/>
              <a:gd name="csY42" fmla="*/ 46066 h 148847"/>
              <a:gd name="csX43" fmla="*/ 40764 w 70962"/>
              <a:gd name="csY43" fmla="*/ 51390 h 148847"/>
              <a:gd name="csX44" fmla="*/ 40764 w 70962"/>
              <a:gd name="csY44" fmla="*/ 96589 h 148847"/>
              <a:gd name="csX45" fmla="*/ 53167 w 70962"/>
              <a:gd name="csY45" fmla="*/ 113413 h 148847"/>
              <a:gd name="csX46" fmla="*/ 35439 w 70962"/>
              <a:gd name="csY46" fmla="*/ 131122 h 148847"/>
              <a:gd name="csX47" fmla="*/ 17728 w 70962"/>
              <a:gd name="csY47" fmla="*/ 113413 h 148847"/>
              <a:gd name="csX48" fmla="*/ 30131 w 70962"/>
              <a:gd name="csY48" fmla="*/ 96589 h 148847"/>
              <a:gd name="csX49" fmla="*/ 30131 w 70962"/>
              <a:gd name="csY49" fmla="*/ 51390 h 148847"/>
              <a:gd name="csX50" fmla="*/ 35439 w 70962"/>
              <a:gd name="csY50" fmla="*/ 46066 h 148847"/>
            </a:gdLst>
            <a:ahLst/>
            <a:cxnLst/>
            <a:rect l="l" t="t" r="r" b="b"/>
            <a:pathLst>
              <a:path w="100000" h="100000">
                <a:moveTo>
                  <a:pt x="49972" y="0"/>
                </a:moveTo>
                <a:cubicBezTo>
                  <a:pt x="41445" y="0"/>
                  <a:pt x="34495" y="6937"/>
                  <a:pt x="34495" y="15474"/>
                </a:cubicBezTo>
                <a:lnTo>
                  <a:pt x="34495" y="58126"/>
                </a:lnTo>
                <a:cubicBezTo>
                  <a:pt x="29249" y="62629"/>
                  <a:pt x="26163" y="69257"/>
                  <a:pt x="26163" y="76194"/>
                </a:cubicBezTo>
                <a:cubicBezTo>
                  <a:pt x="26163" y="89315"/>
                  <a:pt x="36850" y="100000"/>
                  <a:pt x="49972" y="100000"/>
                </a:cubicBezTo>
                <a:cubicBezTo>
                  <a:pt x="63105" y="100000"/>
                  <a:pt x="73792" y="89315"/>
                  <a:pt x="73792" y="76194"/>
                </a:cubicBezTo>
                <a:cubicBezTo>
                  <a:pt x="73792" y="69257"/>
                  <a:pt x="70706" y="62629"/>
                  <a:pt x="65448" y="58126"/>
                </a:cubicBezTo>
                <a:lnTo>
                  <a:pt x="65448" y="50000"/>
                </a:lnTo>
                <a:lnTo>
                  <a:pt x="70215" y="50000"/>
                </a:lnTo>
                <a:cubicBezTo>
                  <a:pt x="70694" y="50012"/>
                  <a:pt x="71163" y="49920"/>
                  <a:pt x="71597" y="49737"/>
                </a:cubicBezTo>
                <a:cubicBezTo>
                  <a:pt x="72043" y="49566"/>
                  <a:pt x="72443" y="49303"/>
                  <a:pt x="72775" y="48972"/>
                </a:cubicBezTo>
                <a:cubicBezTo>
                  <a:pt x="73118" y="48640"/>
                  <a:pt x="73380" y="48240"/>
                  <a:pt x="73564" y="47806"/>
                </a:cubicBezTo>
                <a:cubicBezTo>
                  <a:pt x="73747" y="47371"/>
                  <a:pt x="73838" y="46903"/>
                  <a:pt x="73838" y="46423"/>
                </a:cubicBezTo>
                <a:cubicBezTo>
                  <a:pt x="73838" y="45955"/>
                  <a:pt x="73747" y="45486"/>
                  <a:pt x="73564" y="45052"/>
                </a:cubicBezTo>
                <a:cubicBezTo>
                  <a:pt x="73380" y="44617"/>
                  <a:pt x="73118" y="44217"/>
                  <a:pt x="72775" y="43885"/>
                </a:cubicBezTo>
                <a:cubicBezTo>
                  <a:pt x="72443" y="43555"/>
                  <a:pt x="72043" y="43291"/>
                  <a:pt x="71597" y="43120"/>
                </a:cubicBezTo>
                <a:cubicBezTo>
                  <a:pt x="71163" y="42937"/>
                  <a:pt x="70694" y="42846"/>
                  <a:pt x="70215" y="42857"/>
                </a:cubicBezTo>
                <a:lnTo>
                  <a:pt x="65448" y="42857"/>
                </a:lnTo>
                <a:lnTo>
                  <a:pt x="65448" y="38091"/>
                </a:lnTo>
                <a:lnTo>
                  <a:pt x="70215" y="38091"/>
                </a:lnTo>
                <a:cubicBezTo>
                  <a:pt x="70694" y="38103"/>
                  <a:pt x="71163" y="38012"/>
                  <a:pt x="71597" y="37840"/>
                </a:cubicBezTo>
                <a:cubicBezTo>
                  <a:pt x="72043" y="37657"/>
                  <a:pt x="72443" y="37394"/>
                  <a:pt x="72775" y="37063"/>
                </a:cubicBezTo>
                <a:cubicBezTo>
                  <a:pt x="73118" y="36732"/>
                  <a:pt x="73380" y="36343"/>
                  <a:pt x="73564" y="35897"/>
                </a:cubicBezTo>
                <a:cubicBezTo>
                  <a:pt x="73747" y="35463"/>
                  <a:pt x="73838" y="34994"/>
                  <a:pt x="73838" y="34525"/>
                </a:cubicBezTo>
                <a:cubicBezTo>
                  <a:pt x="73838" y="34046"/>
                  <a:pt x="73747" y="33577"/>
                  <a:pt x="73564" y="33143"/>
                </a:cubicBezTo>
                <a:cubicBezTo>
                  <a:pt x="73380" y="32709"/>
                  <a:pt x="73118" y="32308"/>
                  <a:pt x="72775" y="31977"/>
                </a:cubicBezTo>
                <a:cubicBezTo>
                  <a:pt x="72443" y="31646"/>
                  <a:pt x="72043" y="31383"/>
                  <a:pt x="71597" y="31211"/>
                </a:cubicBezTo>
                <a:cubicBezTo>
                  <a:pt x="71163" y="31029"/>
                  <a:pt x="70694" y="30949"/>
                  <a:pt x="70215" y="30949"/>
                </a:cubicBezTo>
                <a:lnTo>
                  <a:pt x="65448" y="30949"/>
                </a:lnTo>
                <a:lnTo>
                  <a:pt x="65448" y="26194"/>
                </a:lnTo>
                <a:lnTo>
                  <a:pt x="70215" y="26194"/>
                </a:lnTo>
                <a:cubicBezTo>
                  <a:pt x="70694" y="26194"/>
                  <a:pt x="71163" y="26115"/>
                  <a:pt x="71597" y="25931"/>
                </a:cubicBezTo>
                <a:cubicBezTo>
                  <a:pt x="72043" y="25760"/>
                  <a:pt x="72443" y="25497"/>
                  <a:pt x="72775" y="25165"/>
                </a:cubicBezTo>
                <a:cubicBezTo>
                  <a:pt x="73118" y="24834"/>
                  <a:pt x="73380" y="24434"/>
                  <a:pt x="73564" y="24000"/>
                </a:cubicBezTo>
                <a:cubicBezTo>
                  <a:pt x="73747" y="23566"/>
                  <a:pt x="73838" y="23097"/>
                  <a:pt x="73838" y="22617"/>
                </a:cubicBezTo>
                <a:cubicBezTo>
                  <a:pt x="73838" y="22148"/>
                  <a:pt x="73747" y="21680"/>
                  <a:pt x="73564" y="21246"/>
                </a:cubicBezTo>
                <a:cubicBezTo>
                  <a:pt x="73380" y="20800"/>
                  <a:pt x="73118" y="20412"/>
                  <a:pt x="72775" y="20080"/>
                </a:cubicBezTo>
                <a:cubicBezTo>
                  <a:pt x="72443" y="19748"/>
                  <a:pt x="72043" y="19486"/>
                  <a:pt x="71597" y="19303"/>
                </a:cubicBezTo>
                <a:cubicBezTo>
                  <a:pt x="71163" y="19132"/>
                  <a:pt x="70694" y="19040"/>
                  <a:pt x="70215" y="19051"/>
                </a:cubicBezTo>
                <a:lnTo>
                  <a:pt x="65448" y="19051"/>
                </a:lnTo>
                <a:lnTo>
                  <a:pt x="65448" y="15474"/>
                </a:lnTo>
                <a:cubicBezTo>
                  <a:pt x="65448" y="6937"/>
                  <a:pt x="58510" y="0"/>
                  <a:pt x="49972" y="0"/>
                </a:cubicBezTo>
                <a:close/>
                <a:moveTo>
                  <a:pt x="49972" y="30949"/>
                </a:moveTo>
                <a:cubicBezTo>
                  <a:pt x="51949" y="30949"/>
                  <a:pt x="53549" y="32549"/>
                  <a:pt x="53549" y="34525"/>
                </a:cubicBezTo>
                <a:lnTo>
                  <a:pt x="53549" y="64891"/>
                </a:lnTo>
                <a:cubicBezTo>
                  <a:pt x="58362" y="66412"/>
                  <a:pt x="61882" y="70869"/>
                  <a:pt x="61882" y="76194"/>
                </a:cubicBezTo>
                <a:cubicBezTo>
                  <a:pt x="61882" y="82766"/>
                  <a:pt x="56556" y="88092"/>
                  <a:pt x="49972" y="88092"/>
                </a:cubicBezTo>
                <a:cubicBezTo>
                  <a:pt x="43399" y="88092"/>
                  <a:pt x="38073" y="82766"/>
                  <a:pt x="38073" y="76194"/>
                </a:cubicBezTo>
                <a:cubicBezTo>
                  <a:pt x="38073" y="70869"/>
                  <a:pt x="41582" y="66412"/>
                  <a:pt x="46406" y="64891"/>
                </a:cubicBezTo>
                <a:lnTo>
                  <a:pt x="46406" y="34525"/>
                </a:lnTo>
                <a:cubicBezTo>
                  <a:pt x="46406" y="32549"/>
                  <a:pt x="48006" y="30949"/>
                  <a:pt x="49972" y="3094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0" name="Красный — SVG 33">
            <a:extLst>
              <a:ext uri="{FF2B5EF4-FFF2-40B4-BE49-F238E27FC236}">
                <a16:creationId xmlns:a16="http://schemas.microsoft.com/office/drawing/2014/main" id="{49DCF922-2BFE-3446-8816-303E4968ED99}"/>
              </a:ext>
            </a:extLst>
          </p:cNvPr>
          <p:cNvSpPr>
            <a:spLocks noGrp="1"/>
          </p:cNvSpPr>
          <p:nvPr/>
        </p:nvSpPr>
        <p:spPr>
          <a:xfrm>
            <a:off x="8820000" y="1410000"/>
            <a:ext cx="220000" cy="220000"/>
          </a:xfrm>
          <a:custGeom>
            <a:avLst/>
            <a:gdLst>
              <a:gd name="csX0" fmla="*/ 63800 w 127600"/>
              <a:gd name="csY0" fmla="*/ 0 h 134608"/>
              <a:gd name="csX1" fmla="*/ 52299 w 127600"/>
              <a:gd name="csY1" fmla="*/ 3998 h 134608"/>
              <a:gd name="csX2" fmla="*/ 10140 w 127600"/>
              <a:gd name="csY2" fmla="*/ 37203 h 134608"/>
              <a:gd name="csX3" fmla="*/ 0 w 127600"/>
              <a:gd name="csY3" fmla="*/ 58093 h 134608"/>
              <a:gd name="csX4" fmla="*/ 0 w 127600"/>
              <a:gd name="csY4" fmla="*/ 122191 h 134608"/>
              <a:gd name="csX5" fmla="*/ 12403 w 127600"/>
              <a:gd name="csY5" fmla="*/ 134609 h 134608"/>
              <a:gd name="csX6" fmla="*/ 115198 w 127600"/>
              <a:gd name="csY6" fmla="*/ 134609 h 134608"/>
              <a:gd name="csX7" fmla="*/ 127601 w 127600"/>
              <a:gd name="csY7" fmla="*/ 122191 h 134608"/>
              <a:gd name="csX8" fmla="*/ 127601 w 127600"/>
              <a:gd name="csY8" fmla="*/ 58093 h 134608"/>
              <a:gd name="csX9" fmla="*/ 117478 w 127600"/>
              <a:gd name="csY9" fmla="*/ 37203 h 134608"/>
              <a:gd name="csX10" fmla="*/ 75301 w 127600"/>
              <a:gd name="csY10" fmla="*/ 4015 h 134608"/>
              <a:gd name="csX11" fmla="*/ 63800 w 127600"/>
              <a:gd name="csY11" fmla="*/ 0 h 134608"/>
              <a:gd name="csX12" fmla="*/ 63800 w 127600"/>
              <a:gd name="csY12" fmla="*/ 35417 h 134608"/>
              <a:gd name="csX13" fmla="*/ 74434 w 127600"/>
              <a:gd name="csY13" fmla="*/ 46049 h 134608"/>
              <a:gd name="csX14" fmla="*/ 83298 w 127600"/>
              <a:gd name="csY14" fmla="*/ 46049 h 134608"/>
              <a:gd name="csX15" fmla="*/ 88606 w 127600"/>
              <a:gd name="csY15" fmla="*/ 51356 h 134608"/>
              <a:gd name="csX16" fmla="*/ 83298 w 127600"/>
              <a:gd name="csY16" fmla="*/ 56681 h 134608"/>
              <a:gd name="csX17" fmla="*/ 74434 w 127600"/>
              <a:gd name="csY17" fmla="*/ 56681 h 134608"/>
              <a:gd name="csX18" fmla="*/ 74434 w 127600"/>
              <a:gd name="csY18" fmla="*/ 63758 h 134608"/>
              <a:gd name="csX19" fmla="*/ 83298 w 127600"/>
              <a:gd name="csY19" fmla="*/ 63758 h 134608"/>
              <a:gd name="csX20" fmla="*/ 88606 w 127600"/>
              <a:gd name="csY20" fmla="*/ 69082 h 134608"/>
              <a:gd name="csX21" fmla="*/ 83298 w 127600"/>
              <a:gd name="csY21" fmla="*/ 74390 h 134608"/>
              <a:gd name="csX22" fmla="*/ 74434 w 127600"/>
              <a:gd name="csY22" fmla="*/ 74390 h 134608"/>
              <a:gd name="csX23" fmla="*/ 74434 w 127600"/>
              <a:gd name="csY23" fmla="*/ 83252 h 134608"/>
              <a:gd name="csX24" fmla="*/ 81528 w 127600"/>
              <a:gd name="csY24" fmla="*/ 97355 h 134608"/>
              <a:gd name="csX25" fmla="*/ 63800 w 127600"/>
              <a:gd name="csY25" fmla="*/ 115063 h 134608"/>
              <a:gd name="csX26" fmla="*/ 46072 w 127600"/>
              <a:gd name="csY26" fmla="*/ 97355 h 134608"/>
              <a:gd name="csX27" fmla="*/ 53167 w 127600"/>
              <a:gd name="csY27" fmla="*/ 83252 h 134608"/>
              <a:gd name="csX28" fmla="*/ 53167 w 127600"/>
              <a:gd name="csY28" fmla="*/ 46049 h 134608"/>
              <a:gd name="csX29" fmla="*/ 63800 w 127600"/>
              <a:gd name="csY29" fmla="*/ 35417 h 134608"/>
              <a:gd name="csX30" fmla="*/ 63800 w 127600"/>
              <a:gd name="csY30" fmla="*/ 90261 h 134608"/>
              <a:gd name="csX31" fmla="*/ 58781 w 127600"/>
              <a:gd name="csY31" fmla="*/ 92336 h 134608"/>
              <a:gd name="csX32" fmla="*/ 56706 w 127600"/>
              <a:gd name="csY32" fmla="*/ 97355 h 134608"/>
              <a:gd name="csX33" fmla="*/ 58781 w 127600"/>
              <a:gd name="csY33" fmla="*/ 102356 h 134608"/>
              <a:gd name="csX34" fmla="*/ 63800 w 127600"/>
              <a:gd name="csY34" fmla="*/ 104431 h 134608"/>
              <a:gd name="csX35" fmla="*/ 68819 w 127600"/>
              <a:gd name="csY35" fmla="*/ 102356 h 134608"/>
              <a:gd name="csX36" fmla="*/ 70895 w 127600"/>
              <a:gd name="csY36" fmla="*/ 97355 h 134608"/>
              <a:gd name="csX37" fmla="*/ 68819 w 127600"/>
              <a:gd name="csY37" fmla="*/ 92336 h 134608"/>
              <a:gd name="csX38" fmla="*/ 63800 w 127600"/>
              <a:gd name="csY38" fmla="*/ 90261 h 134608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46979" y="0"/>
                  <a:pt x="43971" y="986"/>
                  <a:pt x="41456" y="2970"/>
                </a:cubicBezTo>
                <a:lnTo>
                  <a:pt x="10136" y="27638"/>
                </a:lnTo>
                <a:cubicBezTo>
                  <a:pt x="5346" y="31417"/>
                  <a:pt x="2603" y="37066"/>
                  <a:pt x="2603" y="43157"/>
                </a:cubicBezTo>
                <a:lnTo>
                  <a:pt x="2603" y="90775"/>
                </a:lnTo>
                <a:cubicBezTo>
                  <a:pt x="2603" y="95868"/>
                  <a:pt x="6736" y="100001"/>
                  <a:pt x="11817" y="100001"/>
                </a:cubicBezTo>
                <a:lnTo>
                  <a:pt x="88183" y="100001"/>
                </a:lnTo>
                <a:cubicBezTo>
                  <a:pt x="93264" y="100001"/>
                  <a:pt x="97398" y="95868"/>
                  <a:pt x="97398" y="90775"/>
                </a:cubicBezTo>
                <a:lnTo>
                  <a:pt x="97398" y="43157"/>
                </a:lnTo>
                <a:cubicBezTo>
                  <a:pt x="97398" y="37066"/>
                  <a:pt x="94655" y="31417"/>
                  <a:pt x="89877" y="27638"/>
                </a:cubicBezTo>
                <a:lnTo>
                  <a:pt x="58544" y="2983"/>
                </a:lnTo>
                <a:cubicBezTo>
                  <a:pt x="56029" y="998"/>
                  <a:pt x="53021" y="0"/>
                  <a:pt x="50000" y="0"/>
                </a:cubicBezTo>
                <a:close/>
                <a:moveTo>
                  <a:pt x="50000" y="26311"/>
                </a:moveTo>
                <a:cubicBezTo>
                  <a:pt x="54361" y="26311"/>
                  <a:pt x="57900" y="29837"/>
                  <a:pt x="57900" y="34210"/>
                </a:cubicBezTo>
                <a:lnTo>
                  <a:pt x="64485" y="34210"/>
                </a:lnTo>
                <a:cubicBezTo>
                  <a:pt x="66659" y="34210"/>
                  <a:pt x="68428" y="35979"/>
                  <a:pt x="68428" y="38152"/>
                </a:cubicBezTo>
                <a:cubicBezTo>
                  <a:pt x="68428" y="40339"/>
                  <a:pt x="66659" y="42108"/>
                  <a:pt x="64485" y="42108"/>
                </a:cubicBezTo>
                <a:lnTo>
                  <a:pt x="57900" y="42108"/>
                </a:lnTo>
                <a:lnTo>
                  <a:pt x="57900" y="47366"/>
                </a:lnTo>
                <a:lnTo>
                  <a:pt x="64485" y="47366"/>
                </a:lnTo>
                <a:cubicBezTo>
                  <a:pt x="66659" y="47366"/>
                  <a:pt x="68428" y="49135"/>
                  <a:pt x="68428" y="51321"/>
                </a:cubicBezTo>
                <a:cubicBezTo>
                  <a:pt x="68428" y="53495"/>
                  <a:pt x="66659" y="55264"/>
                  <a:pt x="64485" y="55264"/>
                </a:cubicBezTo>
                <a:lnTo>
                  <a:pt x="57900" y="55264"/>
                </a:lnTo>
                <a:lnTo>
                  <a:pt x="57900" y="61848"/>
                </a:lnTo>
                <a:cubicBezTo>
                  <a:pt x="61085" y="64250"/>
                  <a:pt x="63170" y="68028"/>
                  <a:pt x="63170" y="72325"/>
                </a:cubicBezTo>
                <a:cubicBezTo>
                  <a:pt x="63170" y="79591"/>
                  <a:pt x="57268" y="85480"/>
                  <a:pt x="50000" y="85480"/>
                </a:cubicBezTo>
                <a:cubicBezTo>
                  <a:pt x="42733" y="85480"/>
                  <a:pt x="36830" y="79591"/>
                  <a:pt x="36830" y="72325"/>
                </a:cubicBezTo>
                <a:cubicBezTo>
                  <a:pt x="36830" y="68028"/>
                  <a:pt x="38915" y="64250"/>
                  <a:pt x="42101" y="61848"/>
                </a:cubicBezTo>
                <a:lnTo>
                  <a:pt x="42101" y="34210"/>
                </a:lnTo>
                <a:cubicBezTo>
                  <a:pt x="42101" y="29837"/>
                  <a:pt x="45640" y="26311"/>
                  <a:pt x="50000" y="26311"/>
                </a:cubicBezTo>
                <a:close/>
                <a:moveTo>
                  <a:pt x="50000" y="67055"/>
                </a:moveTo>
                <a:cubicBezTo>
                  <a:pt x="48597" y="67055"/>
                  <a:pt x="47270" y="67610"/>
                  <a:pt x="46271" y="68596"/>
                </a:cubicBezTo>
                <a:cubicBezTo>
                  <a:pt x="45286" y="69582"/>
                  <a:pt x="44730" y="70922"/>
                  <a:pt x="44730" y="72325"/>
                </a:cubicBezTo>
                <a:cubicBezTo>
                  <a:pt x="44730" y="73715"/>
                  <a:pt x="45286" y="75054"/>
                  <a:pt x="46271" y="76040"/>
                </a:cubicBezTo>
                <a:cubicBezTo>
                  <a:pt x="47270" y="77026"/>
                  <a:pt x="48597" y="77582"/>
                  <a:pt x="50000" y="77582"/>
                </a:cubicBezTo>
                <a:cubicBezTo>
                  <a:pt x="51403" y="77582"/>
                  <a:pt x="52730" y="77026"/>
                  <a:pt x="53729" y="76040"/>
                </a:cubicBezTo>
                <a:cubicBezTo>
                  <a:pt x="54714" y="75054"/>
                  <a:pt x="55271" y="73715"/>
                  <a:pt x="55271" y="72325"/>
                </a:cubicBezTo>
                <a:cubicBezTo>
                  <a:pt x="55271" y="70922"/>
                  <a:pt x="54714" y="69582"/>
                  <a:pt x="53729" y="68596"/>
                </a:cubicBezTo>
                <a:cubicBezTo>
                  <a:pt x="52730" y="67610"/>
                  <a:pt x="51403" y="67055"/>
                  <a:pt x="50000" y="6705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1" name="Красный — SVG 34">
            <a:extLst>
              <a:ext uri="{FF2B5EF4-FFF2-40B4-BE49-F238E27FC236}">
                <a16:creationId xmlns:a16="http://schemas.microsoft.com/office/drawing/2014/main" id="{D667CF27-D2F8-FB45-8B9F-8EBBC7E4924F}"/>
              </a:ext>
            </a:extLst>
          </p:cNvPr>
          <p:cNvSpPr>
            <a:spLocks noGrp="1"/>
          </p:cNvSpPr>
          <p:nvPr/>
        </p:nvSpPr>
        <p:spPr>
          <a:xfrm>
            <a:off x="9420000" y="1410000"/>
            <a:ext cx="220000" cy="220000"/>
          </a:xfrm>
          <a:custGeom>
            <a:avLst/>
            <a:gdLst>
              <a:gd name="csX0" fmla="*/ 63877 w 127751"/>
              <a:gd name="csY0" fmla="*/ 0 h 141753"/>
              <a:gd name="csX1" fmla="*/ 42610 w 127751"/>
              <a:gd name="csY1" fmla="*/ 21264 h 141753"/>
              <a:gd name="csX2" fmla="*/ 5393 w 127751"/>
              <a:gd name="csY2" fmla="*/ 21264 h 141753"/>
              <a:gd name="csX3" fmla="*/ 3335 w 127751"/>
              <a:gd name="csY3" fmla="*/ 21655 h 141753"/>
              <a:gd name="csX4" fmla="*/ 1584 w 127751"/>
              <a:gd name="csY4" fmla="*/ 22795 h 141753"/>
              <a:gd name="csX5" fmla="*/ 412 w 127751"/>
              <a:gd name="csY5" fmla="*/ 24530 h 141753"/>
              <a:gd name="csX6" fmla="*/ 0 w 127751"/>
              <a:gd name="csY6" fmla="*/ 26572 h 141753"/>
              <a:gd name="csX7" fmla="*/ 412 w 127751"/>
              <a:gd name="csY7" fmla="*/ 28630 h 141753"/>
              <a:gd name="csX8" fmla="*/ 1584 w 127751"/>
              <a:gd name="csY8" fmla="*/ 30365 h 141753"/>
              <a:gd name="csX9" fmla="*/ 3335 w 127751"/>
              <a:gd name="csY9" fmla="*/ 31505 h 141753"/>
              <a:gd name="csX10" fmla="*/ 5393 w 127751"/>
              <a:gd name="csY10" fmla="*/ 31896 h 141753"/>
              <a:gd name="csX11" fmla="*/ 14254 w 127751"/>
              <a:gd name="csY11" fmla="*/ 31896 h 141753"/>
              <a:gd name="csX12" fmla="*/ 14254 w 127751"/>
              <a:gd name="csY12" fmla="*/ 122259 h 141753"/>
              <a:gd name="csX13" fmla="*/ 33748 w 127751"/>
              <a:gd name="csY13" fmla="*/ 141754 h 141753"/>
              <a:gd name="csX14" fmla="*/ 94004 w 127751"/>
              <a:gd name="csY14" fmla="*/ 141754 h 141753"/>
              <a:gd name="csX15" fmla="*/ 113498 w 127751"/>
              <a:gd name="csY15" fmla="*/ 122259 h 141753"/>
              <a:gd name="csX16" fmla="*/ 113498 w 127751"/>
              <a:gd name="csY16" fmla="*/ 31896 h 141753"/>
              <a:gd name="csX17" fmla="*/ 122360 w 127751"/>
              <a:gd name="csY17" fmla="*/ 31896 h 141753"/>
              <a:gd name="csX18" fmla="*/ 124417 w 127751"/>
              <a:gd name="csY18" fmla="*/ 31505 h 141753"/>
              <a:gd name="csX19" fmla="*/ 126168 w 127751"/>
              <a:gd name="csY19" fmla="*/ 30365 h 141753"/>
              <a:gd name="csX20" fmla="*/ 127340 w 127751"/>
              <a:gd name="csY20" fmla="*/ 28630 h 141753"/>
              <a:gd name="csX21" fmla="*/ 127752 w 127751"/>
              <a:gd name="csY21" fmla="*/ 26572 h 141753"/>
              <a:gd name="csX22" fmla="*/ 127340 w 127751"/>
              <a:gd name="csY22" fmla="*/ 24530 h 141753"/>
              <a:gd name="csX23" fmla="*/ 126168 w 127751"/>
              <a:gd name="csY23" fmla="*/ 22795 h 141753"/>
              <a:gd name="csX24" fmla="*/ 124417 w 127751"/>
              <a:gd name="csY24" fmla="*/ 21655 h 141753"/>
              <a:gd name="csX25" fmla="*/ 122360 w 127751"/>
              <a:gd name="csY25" fmla="*/ 21264 h 141753"/>
              <a:gd name="csX26" fmla="*/ 85144 w 127751"/>
              <a:gd name="csY26" fmla="*/ 21264 h 141753"/>
              <a:gd name="csX27" fmla="*/ 63877 w 127751"/>
              <a:gd name="csY27" fmla="*/ 0 h 141753"/>
              <a:gd name="csX28" fmla="*/ 63877 w 127751"/>
              <a:gd name="csY28" fmla="*/ 10632 h 141753"/>
              <a:gd name="csX29" fmla="*/ 74510 w 127751"/>
              <a:gd name="csY29" fmla="*/ 21264 h 141753"/>
              <a:gd name="csX30" fmla="*/ 53243 w 127751"/>
              <a:gd name="csY30" fmla="*/ 21264 h 141753"/>
              <a:gd name="csX31" fmla="*/ 63877 w 127751"/>
              <a:gd name="csY31" fmla="*/ 10632 h 141753"/>
              <a:gd name="csX32" fmla="*/ 47927 w 127751"/>
              <a:gd name="csY32" fmla="*/ 49621 h 141753"/>
              <a:gd name="csX33" fmla="*/ 53243 w 127751"/>
              <a:gd name="csY33" fmla="*/ 54929 h 141753"/>
              <a:gd name="csX34" fmla="*/ 53243 w 127751"/>
              <a:gd name="csY34" fmla="*/ 108089 h 141753"/>
              <a:gd name="csX35" fmla="*/ 47927 w 127751"/>
              <a:gd name="csY35" fmla="*/ 113413 h 141753"/>
              <a:gd name="csX36" fmla="*/ 42610 w 127751"/>
              <a:gd name="csY36" fmla="*/ 108089 h 141753"/>
              <a:gd name="csX37" fmla="*/ 42610 w 127751"/>
              <a:gd name="csY37" fmla="*/ 54929 h 141753"/>
              <a:gd name="csX38" fmla="*/ 47927 w 127751"/>
              <a:gd name="csY38" fmla="*/ 49621 h 141753"/>
              <a:gd name="csX39" fmla="*/ 79827 w 127751"/>
              <a:gd name="csY39" fmla="*/ 49621 h 141753"/>
              <a:gd name="csX40" fmla="*/ 85144 w 127751"/>
              <a:gd name="csY40" fmla="*/ 54929 h 141753"/>
              <a:gd name="csX41" fmla="*/ 85144 w 127751"/>
              <a:gd name="csY41" fmla="*/ 108089 h 141753"/>
              <a:gd name="csX42" fmla="*/ 79827 w 127751"/>
              <a:gd name="csY42" fmla="*/ 113413 h 141753"/>
              <a:gd name="csX43" fmla="*/ 74510 w 127751"/>
              <a:gd name="csY43" fmla="*/ 108089 h 141753"/>
              <a:gd name="csX44" fmla="*/ 74510 w 127751"/>
              <a:gd name="csY44" fmla="*/ 54929 h 141753"/>
              <a:gd name="csX45" fmla="*/ 79827 w 127751"/>
              <a:gd name="csY45" fmla="*/ 49621 h 141753"/>
            </a:gdLst>
            <a:ahLst/>
            <a:cxnLst/>
            <a:rect l="l" t="t" r="r" b="b"/>
            <a:pathLst>
              <a:path w="100000" h="100000">
                <a:moveTo>
                  <a:pt x="50001" y="0"/>
                </a:moveTo>
                <a:cubicBezTo>
                  <a:pt x="41759" y="0"/>
                  <a:pt x="34998" y="6756"/>
                  <a:pt x="34998" y="15001"/>
                </a:cubicBezTo>
                <a:lnTo>
                  <a:pt x="8743" y="15001"/>
                </a:lnTo>
                <a:cubicBezTo>
                  <a:pt x="8245" y="14989"/>
                  <a:pt x="7752" y="15085"/>
                  <a:pt x="7292" y="15277"/>
                </a:cubicBezTo>
                <a:cubicBezTo>
                  <a:pt x="6830" y="15456"/>
                  <a:pt x="6410" y="15733"/>
                  <a:pt x="6056" y="16081"/>
                </a:cubicBezTo>
                <a:cubicBezTo>
                  <a:pt x="5702" y="16429"/>
                  <a:pt x="5421" y="16849"/>
                  <a:pt x="5230" y="17305"/>
                </a:cubicBezTo>
                <a:cubicBezTo>
                  <a:pt x="5038" y="17761"/>
                  <a:pt x="4939" y="18253"/>
                  <a:pt x="4939" y="18745"/>
                </a:cubicBezTo>
                <a:cubicBezTo>
                  <a:pt x="4939" y="19249"/>
                  <a:pt x="5038" y="19741"/>
                  <a:pt x="5230" y="20197"/>
                </a:cubicBezTo>
                <a:cubicBezTo>
                  <a:pt x="5421" y="20653"/>
                  <a:pt x="5702" y="21073"/>
                  <a:pt x="6056" y="21421"/>
                </a:cubicBezTo>
                <a:cubicBezTo>
                  <a:pt x="6410" y="21769"/>
                  <a:pt x="6830" y="22045"/>
                  <a:pt x="7292" y="22225"/>
                </a:cubicBezTo>
                <a:cubicBezTo>
                  <a:pt x="7752" y="22417"/>
                  <a:pt x="8245" y="22513"/>
                  <a:pt x="8743" y="22501"/>
                </a:cubicBezTo>
                <a:lnTo>
                  <a:pt x="14994" y="22501"/>
                </a:lnTo>
                <a:lnTo>
                  <a:pt x="14994" y="86248"/>
                </a:lnTo>
                <a:cubicBezTo>
                  <a:pt x="14994" y="93832"/>
                  <a:pt x="21162" y="100001"/>
                  <a:pt x="28746" y="100001"/>
                </a:cubicBezTo>
                <a:lnTo>
                  <a:pt x="71254" y="100001"/>
                </a:lnTo>
                <a:cubicBezTo>
                  <a:pt x="78839" y="100001"/>
                  <a:pt x="85006" y="93832"/>
                  <a:pt x="85006" y="86248"/>
                </a:cubicBezTo>
                <a:lnTo>
                  <a:pt x="85006" y="22501"/>
                </a:lnTo>
                <a:lnTo>
                  <a:pt x="91258" y="22501"/>
                </a:lnTo>
                <a:cubicBezTo>
                  <a:pt x="91755" y="22513"/>
                  <a:pt x="92248" y="22417"/>
                  <a:pt x="92709" y="22225"/>
                </a:cubicBezTo>
                <a:cubicBezTo>
                  <a:pt x="93171" y="22045"/>
                  <a:pt x="93590" y="21769"/>
                  <a:pt x="93944" y="21421"/>
                </a:cubicBezTo>
                <a:cubicBezTo>
                  <a:pt x="94299" y="21073"/>
                  <a:pt x="94579" y="20653"/>
                  <a:pt x="94771" y="20197"/>
                </a:cubicBezTo>
                <a:cubicBezTo>
                  <a:pt x="94964" y="19741"/>
                  <a:pt x="95062" y="19249"/>
                  <a:pt x="95062" y="18745"/>
                </a:cubicBezTo>
                <a:cubicBezTo>
                  <a:pt x="95062" y="18253"/>
                  <a:pt x="94964" y="17761"/>
                  <a:pt x="94771" y="17305"/>
                </a:cubicBezTo>
                <a:cubicBezTo>
                  <a:pt x="94579" y="16849"/>
                  <a:pt x="94299" y="16429"/>
                  <a:pt x="93944" y="16081"/>
                </a:cubicBezTo>
                <a:cubicBezTo>
                  <a:pt x="93590" y="15733"/>
                  <a:pt x="93171" y="15456"/>
                  <a:pt x="92709" y="15277"/>
                </a:cubicBezTo>
                <a:cubicBezTo>
                  <a:pt x="92248" y="15085"/>
                  <a:pt x="91755" y="14989"/>
                  <a:pt x="91258" y="15001"/>
                </a:cubicBezTo>
                <a:lnTo>
                  <a:pt x="65004" y="15001"/>
                </a:lnTo>
                <a:cubicBezTo>
                  <a:pt x="65004" y="6756"/>
                  <a:pt x="58241" y="0"/>
                  <a:pt x="50001" y="0"/>
                </a:cubicBezTo>
                <a:close/>
                <a:moveTo>
                  <a:pt x="50001" y="7500"/>
                </a:moveTo>
                <a:cubicBezTo>
                  <a:pt x="54186" y="7500"/>
                  <a:pt x="57502" y="10812"/>
                  <a:pt x="57502" y="15001"/>
                </a:cubicBezTo>
                <a:lnTo>
                  <a:pt x="42499" y="15001"/>
                </a:lnTo>
                <a:cubicBezTo>
                  <a:pt x="42499" y="10812"/>
                  <a:pt x="45815" y="7500"/>
                  <a:pt x="50001" y="7500"/>
                </a:cubicBezTo>
                <a:close/>
                <a:moveTo>
                  <a:pt x="38749" y="35005"/>
                </a:moveTo>
                <a:cubicBezTo>
                  <a:pt x="40820" y="35005"/>
                  <a:pt x="42499" y="36686"/>
                  <a:pt x="42499" y="38750"/>
                </a:cubicBezTo>
                <a:lnTo>
                  <a:pt x="42499" y="76252"/>
                </a:lnTo>
                <a:cubicBezTo>
                  <a:pt x="42499" y="78328"/>
                  <a:pt x="40820" y="80007"/>
                  <a:pt x="38749" y="80007"/>
                </a:cubicBezTo>
                <a:cubicBezTo>
                  <a:pt x="36679" y="80007"/>
                  <a:pt x="34998" y="78328"/>
                  <a:pt x="34998" y="76252"/>
                </a:cubicBezTo>
                <a:lnTo>
                  <a:pt x="34998" y="38750"/>
                </a:lnTo>
                <a:cubicBezTo>
                  <a:pt x="34998" y="36686"/>
                  <a:pt x="36679" y="35005"/>
                  <a:pt x="38749" y="35005"/>
                </a:cubicBezTo>
                <a:close/>
                <a:moveTo>
                  <a:pt x="61253" y="35005"/>
                </a:moveTo>
                <a:cubicBezTo>
                  <a:pt x="63324" y="35005"/>
                  <a:pt x="65004" y="36686"/>
                  <a:pt x="65004" y="38750"/>
                </a:cubicBezTo>
                <a:lnTo>
                  <a:pt x="65004" y="76252"/>
                </a:lnTo>
                <a:cubicBezTo>
                  <a:pt x="65004" y="78328"/>
                  <a:pt x="63324" y="80007"/>
                  <a:pt x="61253" y="80007"/>
                </a:cubicBezTo>
                <a:cubicBezTo>
                  <a:pt x="59183" y="80007"/>
                  <a:pt x="57502" y="78328"/>
                  <a:pt x="57502" y="76252"/>
                </a:cubicBezTo>
                <a:lnTo>
                  <a:pt x="57502" y="38750"/>
                </a:lnTo>
                <a:cubicBezTo>
                  <a:pt x="57502" y="36686"/>
                  <a:pt x="59183" y="35005"/>
                  <a:pt x="61253" y="3500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2" name="Красный — SVG 35">
            <a:extLst>
              <a:ext uri="{FF2B5EF4-FFF2-40B4-BE49-F238E27FC236}">
                <a16:creationId xmlns:a16="http://schemas.microsoft.com/office/drawing/2014/main" id="{A48F8958-3CCF-804F-960A-DADB945CB563}"/>
              </a:ext>
            </a:extLst>
          </p:cNvPr>
          <p:cNvSpPr>
            <a:spLocks noGrp="1"/>
          </p:cNvSpPr>
          <p:nvPr/>
        </p:nvSpPr>
        <p:spPr>
          <a:xfrm>
            <a:off x="10020000" y="1410000"/>
            <a:ext cx="220000" cy="220000"/>
          </a:xfrm>
          <a:custGeom>
            <a:avLst/>
            <a:gdLst>
              <a:gd name="csX0" fmla="*/ 58484 w 148867"/>
              <a:gd name="csY0" fmla="*/ 0 h 113412"/>
              <a:gd name="csX1" fmla="*/ 24860 w 148867"/>
              <a:gd name="csY1" fmla="*/ 31896 h 113412"/>
              <a:gd name="csX2" fmla="*/ 24811 w 148867"/>
              <a:gd name="csY2" fmla="*/ 31896 h 113412"/>
              <a:gd name="csX3" fmla="*/ 0 w 148867"/>
              <a:gd name="csY3" fmla="*/ 56698 h 113412"/>
              <a:gd name="csX4" fmla="*/ 8459 w 148867"/>
              <a:gd name="csY4" fmla="*/ 75308 h 113412"/>
              <a:gd name="csX5" fmla="*/ 36574 w 148867"/>
              <a:gd name="csY5" fmla="*/ 50115 h 113412"/>
              <a:gd name="csX6" fmla="*/ 81523 w 148867"/>
              <a:gd name="csY6" fmla="*/ 14170 h 113412"/>
              <a:gd name="csX7" fmla="*/ 86078 w 148867"/>
              <a:gd name="csY7" fmla="*/ 14425 h 113412"/>
              <a:gd name="csX8" fmla="*/ 58484 w 148867"/>
              <a:gd name="csY8" fmla="*/ 0 h 113412"/>
              <a:gd name="csX9" fmla="*/ 81523 w 148867"/>
              <a:gd name="csY9" fmla="*/ 21264 h 113412"/>
              <a:gd name="csX10" fmla="*/ 42693 w 148867"/>
              <a:gd name="csY10" fmla="*/ 56698 h 113412"/>
              <a:gd name="csX11" fmla="*/ 42534 w 148867"/>
              <a:gd name="csY11" fmla="*/ 56698 h 113412"/>
              <a:gd name="csX12" fmla="*/ 14177 w 148867"/>
              <a:gd name="csY12" fmla="*/ 85056 h 113412"/>
              <a:gd name="csX13" fmla="*/ 42534 w 148867"/>
              <a:gd name="csY13" fmla="*/ 113413 h 113412"/>
              <a:gd name="csX14" fmla="*/ 120511 w 148867"/>
              <a:gd name="csY14" fmla="*/ 113413 h 113412"/>
              <a:gd name="csX15" fmla="*/ 148867 w 148867"/>
              <a:gd name="csY15" fmla="*/ 85056 h 113412"/>
              <a:gd name="csX16" fmla="*/ 120511 w 148867"/>
              <a:gd name="csY16" fmla="*/ 56698 h 113412"/>
              <a:gd name="csX17" fmla="*/ 120353 w 148867"/>
              <a:gd name="csY17" fmla="*/ 56698 h 113412"/>
              <a:gd name="csX18" fmla="*/ 81523 w 148867"/>
              <a:gd name="csY18" fmla="*/ 21264 h 113412"/>
            </a:gdLst>
            <a:ahLst/>
            <a:cxnLst/>
            <a:rect l="l" t="t" r="r" b="b"/>
            <a:pathLst>
              <a:path w="100000" h="100000">
                <a:moveTo>
                  <a:pt x="39286" y="11908"/>
                </a:moveTo>
                <a:cubicBezTo>
                  <a:pt x="27214" y="11908"/>
                  <a:pt x="17322" y="21415"/>
                  <a:pt x="16699" y="33334"/>
                </a:cubicBezTo>
                <a:lnTo>
                  <a:pt x="16667" y="33334"/>
                </a:lnTo>
                <a:cubicBezTo>
                  <a:pt x="7476" y="33334"/>
                  <a:pt x="0" y="40807"/>
                  <a:pt x="0" y="49995"/>
                </a:cubicBezTo>
                <a:cubicBezTo>
                  <a:pt x="0" y="54977"/>
                  <a:pt x="2207" y="59445"/>
                  <a:pt x="5682" y="62496"/>
                </a:cubicBezTo>
                <a:cubicBezTo>
                  <a:pt x="8176" y="53800"/>
                  <a:pt x="15503" y="47115"/>
                  <a:pt x="24568" y="45573"/>
                </a:cubicBezTo>
                <a:cubicBezTo>
                  <a:pt x="27713" y="31757"/>
                  <a:pt x="40271" y="21427"/>
                  <a:pt x="54762" y="21427"/>
                </a:cubicBezTo>
                <a:cubicBezTo>
                  <a:pt x="55793" y="21427"/>
                  <a:pt x="56812" y="21495"/>
                  <a:pt x="57822" y="21598"/>
                </a:cubicBezTo>
                <a:cubicBezTo>
                  <a:pt x="53729" y="15748"/>
                  <a:pt x="46952" y="11908"/>
                  <a:pt x="39286" y="11908"/>
                </a:cubicBezTo>
                <a:close/>
                <a:moveTo>
                  <a:pt x="54762" y="26192"/>
                </a:moveTo>
                <a:cubicBezTo>
                  <a:pt x="41121" y="26192"/>
                  <a:pt x="29886" y="36671"/>
                  <a:pt x="28679" y="49995"/>
                </a:cubicBezTo>
                <a:lnTo>
                  <a:pt x="28572" y="49995"/>
                </a:lnTo>
                <a:cubicBezTo>
                  <a:pt x="18068" y="49995"/>
                  <a:pt x="9523" y="58542"/>
                  <a:pt x="9523" y="69044"/>
                </a:cubicBezTo>
                <a:cubicBezTo>
                  <a:pt x="9523" y="79545"/>
                  <a:pt x="18068" y="88092"/>
                  <a:pt x="28572" y="88092"/>
                </a:cubicBezTo>
                <a:lnTo>
                  <a:pt x="80952" y="88092"/>
                </a:lnTo>
                <a:cubicBezTo>
                  <a:pt x="91455" y="88092"/>
                  <a:pt x="100000" y="79545"/>
                  <a:pt x="100000" y="69044"/>
                </a:cubicBezTo>
                <a:cubicBezTo>
                  <a:pt x="100000" y="58542"/>
                  <a:pt x="91455" y="49995"/>
                  <a:pt x="80952" y="49995"/>
                </a:cubicBezTo>
                <a:lnTo>
                  <a:pt x="80846" y="49995"/>
                </a:lnTo>
                <a:cubicBezTo>
                  <a:pt x="79638" y="36671"/>
                  <a:pt x="68403" y="26192"/>
                  <a:pt x="54762" y="2619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3" name="Красный — SVG 36">
            <a:extLst>
              <a:ext uri="{FF2B5EF4-FFF2-40B4-BE49-F238E27FC236}">
                <a16:creationId xmlns:a16="http://schemas.microsoft.com/office/drawing/2014/main" id="{B23AE558-9DC0-F84E-A386-3107B8A265A8}"/>
              </a:ext>
            </a:extLst>
          </p:cNvPr>
          <p:cNvSpPr>
            <a:spLocks noGrp="1"/>
          </p:cNvSpPr>
          <p:nvPr/>
        </p:nvSpPr>
        <p:spPr>
          <a:xfrm>
            <a:off x="10620000" y="1410000"/>
            <a:ext cx="220000" cy="220000"/>
          </a:xfrm>
          <a:custGeom>
            <a:avLst/>
            <a:gdLst>
              <a:gd name="csX0" fmla="*/ 55015 w 113574"/>
              <a:gd name="csY0" fmla="*/ 0 h 127584"/>
              <a:gd name="csX1" fmla="*/ 50370 w 113574"/>
              <a:gd name="csY1" fmla="*/ 221 h 127584"/>
              <a:gd name="csX2" fmla="*/ 46265 w 113574"/>
              <a:gd name="csY2" fmla="*/ 2892 h 127584"/>
              <a:gd name="csX3" fmla="*/ 46071 w 113574"/>
              <a:gd name="csY3" fmla="*/ 7774 h 127584"/>
              <a:gd name="csX4" fmla="*/ 49698 w 113574"/>
              <a:gd name="csY4" fmla="*/ 23918 h 127584"/>
              <a:gd name="csX5" fmla="*/ 16392 w 113574"/>
              <a:gd name="csY5" fmla="*/ 61682 h 127584"/>
              <a:gd name="csX6" fmla="*/ 12364 w 113574"/>
              <a:gd name="csY6" fmla="*/ 64455 h 127584"/>
              <a:gd name="csX7" fmla="*/ 12308 w 113574"/>
              <a:gd name="csY7" fmla="*/ 69354 h 127584"/>
              <a:gd name="csX8" fmla="*/ 23446 w 113574"/>
              <a:gd name="csY8" fmla="*/ 83729 h 127584"/>
              <a:gd name="csX9" fmla="*/ 26660 w 113574"/>
              <a:gd name="csY9" fmla="*/ 84953 h 127584"/>
              <a:gd name="csX10" fmla="*/ 26660 w 113574"/>
              <a:gd name="csY10" fmla="*/ 85056 h 127584"/>
              <a:gd name="csX11" fmla="*/ 83371 w 113574"/>
              <a:gd name="csY11" fmla="*/ 85056 h 127584"/>
              <a:gd name="csX12" fmla="*/ 83371 w 113574"/>
              <a:gd name="csY12" fmla="*/ 85004 h 127584"/>
              <a:gd name="csX13" fmla="*/ 86597 w 113574"/>
              <a:gd name="csY13" fmla="*/ 83729 h 127584"/>
              <a:gd name="csX14" fmla="*/ 102865 w 113574"/>
              <a:gd name="csY14" fmla="*/ 47835 h 127584"/>
              <a:gd name="csX15" fmla="*/ 55015 w 113574"/>
              <a:gd name="csY15" fmla="*/ 0 h 127584"/>
              <a:gd name="csX16" fmla="*/ 5393 w 113574"/>
              <a:gd name="csY16" fmla="*/ 95687 h 127584"/>
              <a:gd name="csX17" fmla="*/ 3335 w 113574"/>
              <a:gd name="csY17" fmla="*/ 96079 h 127584"/>
              <a:gd name="csX18" fmla="*/ 1584 w 113574"/>
              <a:gd name="csY18" fmla="*/ 97218 h 127584"/>
              <a:gd name="csX19" fmla="*/ 412 w 113574"/>
              <a:gd name="csY19" fmla="*/ 98953 h 127584"/>
              <a:gd name="csX20" fmla="*/ 0 w 113574"/>
              <a:gd name="csY20" fmla="*/ 100995 h 127584"/>
              <a:gd name="csX21" fmla="*/ 412 w 113574"/>
              <a:gd name="csY21" fmla="*/ 103053 h 127584"/>
              <a:gd name="csX22" fmla="*/ 1584 w 113574"/>
              <a:gd name="csY22" fmla="*/ 104789 h 127584"/>
              <a:gd name="csX23" fmla="*/ 3335 w 113574"/>
              <a:gd name="csY23" fmla="*/ 105928 h 127584"/>
              <a:gd name="csX24" fmla="*/ 5393 w 113574"/>
              <a:gd name="csY24" fmla="*/ 106319 h 127584"/>
              <a:gd name="csX25" fmla="*/ 108181 w 113574"/>
              <a:gd name="csY25" fmla="*/ 106319 h 127584"/>
              <a:gd name="csX26" fmla="*/ 110240 w 113574"/>
              <a:gd name="csY26" fmla="*/ 105928 h 127584"/>
              <a:gd name="csX27" fmla="*/ 111991 w 113574"/>
              <a:gd name="csY27" fmla="*/ 104789 h 127584"/>
              <a:gd name="csX28" fmla="*/ 113163 w 113574"/>
              <a:gd name="csY28" fmla="*/ 103053 h 127584"/>
              <a:gd name="csX29" fmla="*/ 113575 w 113574"/>
              <a:gd name="csY29" fmla="*/ 100995 h 127584"/>
              <a:gd name="csX30" fmla="*/ 113163 w 113574"/>
              <a:gd name="csY30" fmla="*/ 98953 h 127584"/>
              <a:gd name="csX31" fmla="*/ 111991 w 113574"/>
              <a:gd name="csY31" fmla="*/ 97218 h 127584"/>
              <a:gd name="csX32" fmla="*/ 110240 w 113574"/>
              <a:gd name="csY32" fmla="*/ 96079 h 127584"/>
              <a:gd name="csX33" fmla="*/ 108181 w 113574"/>
              <a:gd name="csY33" fmla="*/ 95687 h 127584"/>
              <a:gd name="csX34" fmla="*/ 5393 w 113574"/>
              <a:gd name="csY34" fmla="*/ 95687 h 127584"/>
              <a:gd name="csX35" fmla="*/ 26660 w 113574"/>
              <a:gd name="csY35" fmla="*/ 116951 h 127584"/>
              <a:gd name="csX36" fmla="*/ 24601 w 113574"/>
              <a:gd name="csY36" fmla="*/ 117343 h 127584"/>
              <a:gd name="csX37" fmla="*/ 22851 w 113574"/>
              <a:gd name="csY37" fmla="*/ 118482 h 127584"/>
              <a:gd name="csX38" fmla="*/ 21678 w 113574"/>
              <a:gd name="csY38" fmla="*/ 120217 h 127584"/>
              <a:gd name="csX39" fmla="*/ 21267 w 113574"/>
              <a:gd name="csY39" fmla="*/ 122259 h 127584"/>
              <a:gd name="csX40" fmla="*/ 21678 w 113574"/>
              <a:gd name="csY40" fmla="*/ 124317 h 127584"/>
              <a:gd name="csX41" fmla="*/ 22851 w 113574"/>
              <a:gd name="csY41" fmla="*/ 126052 h 127584"/>
              <a:gd name="csX42" fmla="*/ 24601 w 113574"/>
              <a:gd name="csY42" fmla="*/ 127192 h 127584"/>
              <a:gd name="csX43" fmla="*/ 26660 w 113574"/>
              <a:gd name="csY43" fmla="*/ 127583 h 127584"/>
              <a:gd name="csX44" fmla="*/ 86915 w 113574"/>
              <a:gd name="csY44" fmla="*/ 127583 h 127584"/>
              <a:gd name="csX45" fmla="*/ 88973 w 113574"/>
              <a:gd name="csY45" fmla="*/ 127192 h 127584"/>
              <a:gd name="csX46" fmla="*/ 90724 w 113574"/>
              <a:gd name="csY46" fmla="*/ 126052 h 127584"/>
              <a:gd name="csX47" fmla="*/ 91896 w 113574"/>
              <a:gd name="csY47" fmla="*/ 124317 h 127584"/>
              <a:gd name="csX48" fmla="*/ 92308 w 113574"/>
              <a:gd name="csY48" fmla="*/ 122259 h 127584"/>
              <a:gd name="csX49" fmla="*/ 91896 w 113574"/>
              <a:gd name="csY49" fmla="*/ 120217 h 127584"/>
              <a:gd name="csX50" fmla="*/ 90724 w 113574"/>
              <a:gd name="csY50" fmla="*/ 118482 h 127584"/>
              <a:gd name="csX51" fmla="*/ 88973 w 113574"/>
              <a:gd name="csY51" fmla="*/ 117343 h 127584"/>
              <a:gd name="csX52" fmla="*/ 86915 w 113574"/>
              <a:gd name="csY52" fmla="*/ 116951 h 127584"/>
              <a:gd name="csX53" fmla="*/ 26660 w 113574"/>
              <a:gd name="csY53" fmla="*/ 116951 h 127584"/>
            </a:gdLst>
            <a:ahLst/>
            <a:cxnLst/>
            <a:rect l="l" t="t" r="r" b="b"/>
            <a:pathLst>
              <a:path w="100000" h="100000">
                <a:moveTo>
                  <a:pt x="48611" y="0"/>
                </a:moveTo>
                <a:cubicBezTo>
                  <a:pt x="47383" y="0"/>
                  <a:pt x="46168" y="67"/>
                  <a:pt x="44970" y="173"/>
                </a:cubicBezTo>
                <a:cubicBezTo>
                  <a:pt x="43622" y="306"/>
                  <a:pt x="42422" y="1093"/>
                  <a:pt x="41753" y="2267"/>
                </a:cubicBezTo>
                <a:cubicBezTo>
                  <a:pt x="41080" y="3440"/>
                  <a:pt x="41026" y="4867"/>
                  <a:pt x="41601" y="6093"/>
                </a:cubicBezTo>
                <a:cubicBezTo>
                  <a:pt x="43487" y="10120"/>
                  <a:pt x="44444" y="14387"/>
                  <a:pt x="44444" y="18747"/>
                </a:cubicBezTo>
                <a:cubicBezTo>
                  <a:pt x="44444" y="33746"/>
                  <a:pt x="33222" y="46467"/>
                  <a:pt x="18339" y="48346"/>
                </a:cubicBezTo>
                <a:cubicBezTo>
                  <a:pt x="16994" y="48506"/>
                  <a:pt x="15817" y="49320"/>
                  <a:pt x="15181" y="50520"/>
                </a:cubicBezTo>
                <a:cubicBezTo>
                  <a:pt x="14545" y="51720"/>
                  <a:pt x="14529" y="53146"/>
                  <a:pt x="15137" y="54359"/>
                </a:cubicBezTo>
                <a:cubicBezTo>
                  <a:pt x="17294" y="58626"/>
                  <a:pt x="20231" y="62413"/>
                  <a:pt x="23867" y="65627"/>
                </a:cubicBezTo>
                <a:cubicBezTo>
                  <a:pt x="24596" y="66266"/>
                  <a:pt x="25487" y="66546"/>
                  <a:pt x="26387" y="66586"/>
                </a:cubicBezTo>
                <a:lnTo>
                  <a:pt x="26387" y="66667"/>
                </a:lnTo>
                <a:lnTo>
                  <a:pt x="70836" y="66667"/>
                </a:lnTo>
                <a:lnTo>
                  <a:pt x="70836" y="66626"/>
                </a:lnTo>
                <a:cubicBezTo>
                  <a:pt x="71739" y="66573"/>
                  <a:pt x="72634" y="66279"/>
                  <a:pt x="73365" y="65627"/>
                </a:cubicBezTo>
                <a:cubicBezTo>
                  <a:pt x="81469" y="58493"/>
                  <a:pt x="86116" y="48240"/>
                  <a:pt x="86116" y="37493"/>
                </a:cubicBezTo>
                <a:cubicBezTo>
                  <a:pt x="86116" y="16827"/>
                  <a:pt x="69292" y="0"/>
                  <a:pt x="48611" y="0"/>
                </a:cubicBezTo>
                <a:close/>
                <a:moveTo>
                  <a:pt x="9718" y="74999"/>
                </a:moveTo>
                <a:cubicBezTo>
                  <a:pt x="9164" y="74986"/>
                  <a:pt x="8616" y="75093"/>
                  <a:pt x="8104" y="75306"/>
                </a:cubicBezTo>
                <a:cubicBezTo>
                  <a:pt x="7592" y="75506"/>
                  <a:pt x="7126" y="75813"/>
                  <a:pt x="6732" y="76199"/>
                </a:cubicBezTo>
                <a:cubicBezTo>
                  <a:pt x="6339" y="76586"/>
                  <a:pt x="6027" y="77053"/>
                  <a:pt x="5813" y="77559"/>
                </a:cubicBezTo>
                <a:cubicBezTo>
                  <a:pt x="5600" y="78066"/>
                  <a:pt x="5491" y="78613"/>
                  <a:pt x="5491" y="79160"/>
                </a:cubicBezTo>
                <a:cubicBezTo>
                  <a:pt x="5491" y="79719"/>
                  <a:pt x="5600" y="80266"/>
                  <a:pt x="5813" y="80773"/>
                </a:cubicBezTo>
                <a:cubicBezTo>
                  <a:pt x="6027" y="81280"/>
                  <a:pt x="6339" y="81746"/>
                  <a:pt x="6732" y="82133"/>
                </a:cubicBezTo>
                <a:cubicBezTo>
                  <a:pt x="7126" y="82520"/>
                  <a:pt x="7592" y="82826"/>
                  <a:pt x="8104" y="83026"/>
                </a:cubicBezTo>
                <a:cubicBezTo>
                  <a:pt x="8616" y="83239"/>
                  <a:pt x="9164" y="83346"/>
                  <a:pt x="9718" y="83333"/>
                </a:cubicBezTo>
                <a:lnTo>
                  <a:pt x="90282" y="83333"/>
                </a:lnTo>
                <a:cubicBezTo>
                  <a:pt x="90835" y="83346"/>
                  <a:pt x="91383" y="83239"/>
                  <a:pt x="91896" y="83026"/>
                </a:cubicBezTo>
                <a:cubicBezTo>
                  <a:pt x="92408" y="82826"/>
                  <a:pt x="92875" y="82520"/>
                  <a:pt x="93269" y="82133"/>
                </a:cubicBezTo>
                <a:cubicBezTo>
                  <a:pt x="93662" y="81746"/>
                  <a:pt x="93974" y="81280"/>
                  <a:pt x="94187" y="80773"/>
                </a:cubicBezTo>
                <a:cubicBezTo>
                  <a:pt x="94400" y="80266"/>
                  <a:pt x="94510" y="79719"/>
                  <a:pt x="94510" y="79160"/>
                </a:cubicBezTo>
                <a:cubicBezTo>
                  <a:pt x="94510" y="78613"/>
                  <a:pt x="94400" y="78066"/>
                  <a:pt x="94187" y="77559"/>
                </a:cubicBezTo>
                <a:cubicBezTo>
                  <a:pt x="93974" y="77053"/>
                  <a:pt x="93662" y="76586"/>
                  <a:pt x="93269" y="76199"/>
                </a:cubicBezTo>
                <a:cubicBezTo>
                  <a:pt x="92875" y="75813"/>
                  <a:pt x="92408" y="75506"/>
                  <a:pt x="91896" y="75306"/>
                </a:cubicBezTo>
                <a:cubicBezTo>
                  <a:pt x="91383" y="75093"/>
                  <a:pt x="90835" y="74986"/>
                  <a:pt x="90282" y="74999"/>
                </a:cubicBezTo>
                <a:lnTo>
                  <a:pt x="9718" y="74999"/>
                </a:lnTo>
                <a:close/>
                <a:moveTo>
                  <a:pt x="26387" y="91666"/>
                </a:moveTo>
                <a:cubicBezTo>
                  <a:pt x="25833" y="91653"/>
                  <a:pt x="25285" y="91760"/>
                  <a:pt x="24773" y="91973"/>
                </a:cubicBezTo>
                <a:cubicBezTo>
                  <a:pt x="24261" y="92173"/>
                  <a:pt x="23795" y="92479"/>
                  <a:pt x="23401" y="92866"/>
                </a:cubicBezTo>
                <a:cubicBezTo>
                  <a:pt x="23008" y="93253"/>
                  <a:pt x="22696" y="93719"/>
                  <a:pt x="22482" y="94226"/>
                </a:cubicBezTo>
                <a:cubicBezTo>
                  <a:pt x="22268" y="94733"/>
                  <a:pt x="22160" y="95279"/>
                  <a:pt x="22160" y="95826"/>
                </a:cubicBezTo>
                <a:cubicBezTo>
                  <a:pt x="22160" y="96386"/>
                  <a:pt x="22268" y="96933"/>
                  <a:pt x="22482" y="97439"/>
                </a:cubicBezTo>
                <a:cubicBezTo>
                  <a:pt x="22696" y="97946"/>
                  <a:pt x="23008" y="98413"/>
                  <a:pt x="23401" y="98799"/>
                </a:cubicBezTo>
                <a:cubicBezTo>
                  <a:pt x="23795" y="99186"/>
                  <a:pt x="24261" y="99493"/>
                  <a:pt x="24773" y="99693"/>
                </a:cubicBezTo>
                <a:cubicBezTo>
                  <a:pt x="25285" y="99906"/>
                  <a:pt x="25833" y="100013"/>
                  <a:pt x="26387" y="99999"/>
                </a:cubicBezTo>
                <a:lnTo>
                  <a:pt x="73614" y="99999"/>
                </a:lnTo>
                <a:cubicBezTo>
                  <a:pt x="74166" y="100013"/>
                  <a:pt x="74714" y="99906"/>
                  <a:pt x="75227" y="99693"/>
                </a:cubicBezTo>
                <a:cubicBezTo>
                  <a:pt x="75740" y="99493"/>
                  <a:pt x="76206" y="99186"/>
                  <a:pt x="76600" y="98799"/>
                </a:cubicBezTo>
                <a:cubicBezTo>
                  <a:pt x="76993" y="98413"/>
                  <a:pt x="77305" y="97946"/>
                  <a:pt x="77518" y="97439"/>
                </a:cubicBezTo>
                <a:cubicBezTo>
                  <a:pt x="77731" y="96933"/>
                  <a:pt x="77841" y="96386"/>
                  <a:pt x="77841" y="95826"/>
                </a:cubicBezTo>
                <a:cubicBezTo>
                  <a:pt x="77841" y="95279"/>
                  <a:pt x="77731" y="94733"/>
                  <a:pt x="77518" y="94226"/>
                </a:cubicBezTo>
                <a:cubicBezTo>
                  <a:pt x="77305" y="93719"/>
                  <a:pt x="76993" y="93253"/>
                  <a:pt x="76600" y="92866"/>
                </a:cubicBezTo>
                <a:cubicBezTo>
                  <a:pt x="76206" y="92479"/>
                  <a:pt x="75740" y="92173"/>
                  <a:pt x="75227" y="91973"/>
                </a:cubicBezTo>
                <a:cubicBezTo>
                  <a:pt x="74714" y="91760"/>
                  <a:pt x="74166" y="91653"/>
                  <a:pt x="73614" y="91666"/>
                </a:cubicBezTo>
                <a:lnTo>
                  <a:pt x="26387" y="9166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4" name="Красный — SVG 37">
            <a:extLst>
              <a:ext uri="{FF2B5EF4-FFF2-40B4-BE49-F238E27FC236}">
                <a16:creationId xmlns:a16="http://schemas.microsoft.com/office/drawing/2014/main" id="{FC93F470-3E05-F14C-B815-EC4E8C236177}"/>
              </a:ext>
            </a:extLst>
          </p:cNvPr>
          <p:cNvSpPr>
            <a:spLocks noGrp="1"/>
          </p:cNvSpPr>
          <p:nvPr/>
        </p:nvSpPr>
        <p:spPr>
          <a:xfrm>
            <a:off x="420000" y="1670000"/>
            <a:ext cx="220000" cy="220000"/>
          </a:xfrm>
          <a:custGeom>
            <a:avLst/>
            <a:gdLst>
              <a:gd name="csX0" fmla="*/ 74434 w 148867"/>
              <a:gd name="csY0" fmla="*/ 0 h 127589"/>
              <a:gd name="csX1" fmla="*/ 32052 w 148867"/>
              <a:gd name="csY1" fmla="*/ 38989 h 127589"/>
              <a:gd name="csX2" fmla="*/ 30128 w 148867"/>
              <a:gd name="csY2" fmla="*/ 38989 h 127589"/>
              <a:gd name="csX3" fmla="*/ 0 w 148867"/>
              <a:gd name="csY3" fmla="*/ 69099 h 127589"/>
              <a:gd name="csX4" fmla="*/ 30128 w 148867"/>
              <a:gd name="csY4" fmla="*/ 99226 h 127589"/>
              <a:gd name="csX5" fmla="*/ 30661 w 148867"/>
              <a:gd name="csY5" fmla="*/ 99226 h 127589"/>
              <a:gd name="csX6" fmla="*/ 18477 w 148867"/>
              <a:gd name="csY6" fmla="*/ 119537 h 127589"/>
              <a:gd name="csX7" fmla="*/ 17778 w 148867"/>
              <a:gd name="csY7" fmla="*/ 121493 h 127589"/>
              <a:gd name="csX8" fmla="*/ 17880 w 148867"/>
              <a:gd name="csY8" fmla="*/ 123551 h 127589"/>
              <a:gd name="csX9" fmla="*/ 18767 w 148867"/>
              <a:gd name="csY9" fmla="*/ 125440 h 127589"/>
              <a:gd name="csX10" fmla="*/ 20304 w 148867"/>
              <a:gd name="csY10" fmla="*/ 126835 h 127589"/>
              <a:gd name="csX11" fmla="*/ 22258 w 148867"/>
              <a:gd name="csY11" fmla="*/ 127532 h 127589"/>
              <a:gd name="csX12" fmla="*/ 24331 w 148867"/>
              <a:gd name="csY12" fmla="*/ 127430 h 127589"/>
              <a:gd name="csX13" fmla="*/ 26207 w 148867"/>
              <a:gd name="csY13" fmla="*/ 126545 h 127589"/>
              <a:gd name="csX14" fmla="*/ 27601 w 148867"/>
              <a:gd name="csY14" fmla="*/ 124998 h 127589"/>
              <a:gd name="csX15" fmla="*/ 43060 w 148867"/>
              <a:gd name="csY15" fmla="*/ 99226 h 127589"/>
              <a:gd name="csX16" fmla="*/ 69650 w 148867"/>
              <a:gd name="csY16" fmla="*/ 99226 h 127589"/>
              <a:gd name="csX17" fmla="*/ 57466 w 148867"/>
              <a:gd name="csY17" fmla="*/ 119537 h 127589"/>
              <a:gd name="csX18" fmla="*/ 56766 w 148867"/>
              <a:gd name="csY18" fmla="*/ 121493 h 127589"/>
              <a:gd name="csX19" fmla="*/ 56868 w 148867"/>
              <a:gd name="csY19" fmla="*/ 123551 h 127589"/>
              <a:gd name="csX20" fmla="*/ 57755 w 148867"/>
              <a:gd name="csY20" fmla="*/ 125440 h 127589"/>
              <a:gd name="csX21" fmla="*/ 59293 w 148867"/>
              <a:gd name="csY21" fmla="*/ 126835 h 127589"/>
              <a:gd name="csX22" fmla="*/ 61247 w 148867"/>
              <a:gd name="csY22" fmla="*/ 127532 h 127589"/>
              <a:gd name="csX23" fmla="*/ 63320 w 148867"/>
              <a:gd name="csY23" fmla="*/ 127430 h 127589"/>
              <a:gd name="csX24" fmla="*/ 65197 w 148867"/>
              <a:gd name="csY24" fmla="*/ 126545 h 127589"/>
              <a:gd name="csX25" fmla="*/ 66590 w 148867"/>
              <a:gd name="csY25" fmla="*/ 124998 h 127589"/>
              <a:gd name="csX26" fmla="*/ 82049 w 148867"/>
              <a:gd name="csY26" fmla="*/ 99226 h 127589"/>
              <a:gd name="csX27" fmla="*/ 108639 w 148867"/>
              <a:gd name="csY27" fmla="*/ 99226 h 127589"/>
              <a:gd name="csX28" fmla="*/ 96455 w 148867"/>
              <a:gd name="csY28" fmla="*/ 119537 h 127589"/>
              <a:gd name="csX29" fmla="*/ 95755 w 148867"/>
              <a:gd name="csY29" fmla="*/ 121493 h 127589"/>
              <a:gd name="csX30" fmla="*/ 95857 w 148867"/>
              <a:gd name="csY30" fmla="*/ 123551 h 127589"/>
              <a:gd name="csX31" fmla="*/ 96744 w 148867"/>
              <a:gd name="csY31" fmla="*/ 125440 h 127589"/>
              <a:gd name="csX32" fmla="*/ 98282 w 148867"/>
              <a:gd name="csY32" fmla="*/ 126835 h 127589"/>
              <a:gd name="csX33" fmla="*/ 100236 w 148867"/>
              <a:gd name="csY33" fmla="*/ 127532 h 127589"/>
              <a:gd name="csX34" fmla="*/ 102309 w 148867"/>
              <a:gd name="csY34" fmla="*/ 127430 h 127589"/>
              <a:gd name="csX35" fmla="*/ 104186 w 148867"/>
              <a:gd name="csY35" fmla="*/ 126545 h 127589"/>
              <a:gd name="csX36" fmla="*/ 105579 w 148867"/>
              <a:gd name="csY36" fmla="*/ 124998 h 127589"/>
              <a:gd name="csX37" fmla="*/ 121114 w 148867"/>
              <a:gd name="csY37" fmla="*/ 99107 h 127589"/>
              <a:gd name="csX38" fmla="*/ 148867 w 148867"/>
              <a:gd name="csY38" fmla="*/ 69099 h 127589"/>
              <a:gd name="csX39" fmla="*/ 118739 w 148867"/>
              <a:gd name="csY39" fmla="*/ 38989 h 127589"/>
              <a:gd name="csX40" fmla="*/ 116815 w 148867"/>
              <a:gd name="csY40" fmla="*/ 38989 h 127589"/>
              <a:gd name="csX41" fmla="*/ 74434 w 148867"/>
              <a:gd name="csY41" fmla="*/ 0 h 127589"/>
            </a:gdLst>
            <a:ahLst/>
            <a:cxnLst/>
            <a:rect l="l" t="t" r="r" b="b"/>
            <a:pathLst>
              <a:path w="100000" h="100000">
                <a:moveTo>
                  <a:pt x="50000" y="7147"/>
                </a:moveTo>
                <a:cubicBezTo>
                  <a:pt x="35048" y="7147"/>
                  <a:pt x="22743" y="18688"/>
                  <a:pt x="21531" y="33337"/>
                </a:cubicBezTo>
                <a:lnTo>
                  <a:pt x="20238" y="33337"/>
                </a:lnTo>
                <a:cubicBezTo>
                  <a:pt x="9079" y="33337"/>
                  <a:pt x="0" y="42410"/>
                  <a:pt x="0" y="53563"/>
                </a:cubicBezTo>
                <a:cubicBezTo>
                  <a:pt x="0" y="64728"/>
                  <a:pt x="9079" y="73801"/>
                  <a:pt x="20238" y="73801"/>
                </a:cubicBezTo>
                <a:lnTo>
                  <a:pt x="20596" y="73801"/>
                </a:lnTo>
                <a:lnTo>
                  <a:pt x="12412" y="87444"/>
                </a:lnTo>
                <a:cubicBezTo>
                  <a:pt x="12171" y="87845"/>
                  <a:pt x="12011" y="88290"/>
                  <a:pt x="11942" y="88758"/>
                </a:cubicBezTo>
                <a:cubicBezTo>
                  <a:pt x="11873" y="89216"/>
                  <a:pt x="11897" y="89696"/>
                  <a:pt x="12011" y="90141"/>
                </a:cubicBezTo>
                <a:cubicBezTo>
                  <a:pt x="12124" y="90598"/>
                  <a:pt x="12327" y="91032"/>
                  <a:pt x="12607" y="91410"/>
                </a:cubicBezTo>
                <a:cubicBezTo>
                  <a:pt x="12886" y="91787"/>
                  <a:pt x="13237" y="92107"/>
                  <a:pt x="13639" y="92347"/>
                </a:cubicBezTo>
                <a:cubicBezTo>
                  <a:pt x="14042" y="92587"/>
                  <a:pt x="14488" y="92747"/>
                  <a:pt x="14952" y="92815"/>
                </a:cubicBezTo>
                <a:cubicBezTo>
                  <a:pt x="15416" y="92884"/>
                  <a:pt x="15889" y="92861"/>
                  <a:pt x="16344" y="92747"/>
                </a:cubicBezTo>
                <a:cubicBezTo>
                  <a:pt x="16800" y="92632"/>
                  <a:pt x="17227" y="92427"/>
                  <a:pt x="17604" y="92152"/>
                </a:cubicBezTo>
                <a:cubicBezTo>
                  <a:pt x="17981" y="91867"/>
                  <a:pt x="18300" y="91513"/>
                  <a:pt x="18541" y="91113"/>
                </a:cubicBezTo>
                <a:lnTo>
                  <a:pt x="28925" y="73801"/>
                </a:lnTo>
                <a:lnTo>
                  <a:pt x="46787" y="73801"/>
                </a:lnTo>
                <a:lnTo>
                  <a:pt x="38602" y="87444"/>
                </a:lnTo>
                <a:cubicBezTo>
                  <a:pt x="38361" y="87845"/>
                  <a:pt x="38201" y="88290"/>
                  <a:pt x="38132" y="88758"/>
                </a:cubicBezTo>
                <a:cubicBezTo>
                  <a:pt x="38064" y="89216"/>
                  <a:pt x="38086" y="89696"/>
                  <a:pt x="38201" y="90141"/>
                </a:cubicBezTo>
                <a:cubicBezTo>
                  <a:pt x="38314" y="90598"/>
                  <a:pt x="38517" y="91032"/>
                  <a:pt x="38796" y="91410"/>
                </a:cubicBezTo>
                <a:cubicBezTo>
                  <a:pt x="39076" y="91787"/>
                  <a:pt x="39427" y="92107"/>
                  <a:pt x="39830" y="92347"/>
                </a:cubicBezTo>
                <a:cubicBezTo>
                  <a:pt x="40232" y="92587"/>
                  <a:pt x="40678" y="92747"/>
                  <a:pt x="41142" y="92815"/>
                </a:cubicBezTo>
                <a:cubicBezTo>
                  <a:pt x="41606" y="92884"/>
                  <a:pt x="42080" y="92861"/>
                  <a:pt x="42535" y="92747"/>
                </a:cubicBezTo>
                <a:cubicBezTo>
                  <a:pt x="42990" y="92632"/>
                  <a:pt x="43418" y="92427"/>
                  <a:pt x="43795" y="92152"/>
                </a:cubicBezTo>
                <a:cubicBezTo>
                  <a:pt x="44172" y="91867"/>
                  <a:pt x="44490" y="91513"/>
                  <a:pt x="44731" y="91113"/>
                </a:cubicBezTo>
                <a:lnTo>
                  <a:pt x="55116" y="73801"/>
                </a:lnTo>
                <a:lnTo>
                  <a:pt x="72977" y="73801"/>
                </a:lnTo>
                <a:lnTo>
                  <a:pt x="64793" y="87444"/>
                </a:lnTo>
                <a:cubicBezTo>
                  <a:pt x="64552" y="87845"/>
                  <a:pt x="64392" y="88290"/>
                  <a:pt x="64323" y="88758"/>
                </a:cubicBezTo>
                <a:cubicBezTo>
                  <a:pt x="64254" y="89216"/>
                  <a:pt x="64277" y="89696"/>
                  <a:pt x="64391" y="90141"/>
                </a:cubicBezTo>
                <a:cubicBezTo>
                  <a:pt x="64505" y="90598"/>
                  <a:pt x="64707" y="91032"/>
                  <a:pt x="64987" y="91410"/>
                </a:cubicBezTo>
                <a:cubicBezTo>
                  <a:pt x="65266" y="91787"/>
                  <a:pt x="65618" y="92107"/>
                  <a:pt x="66020" y="92347"/>
                </a:cubicBezTo>
                <a:cubicBezTo>
                  <a:pt x="66422" y="92587"/>
                  <a:pt x="66868" y="92747"/>
                  <a:pt x="67333" y="92815"/>
                </a:cubicBezTo>
                <a:cubicBezTo>
                  <a:pt x="67797" y="92884"/>
                  <a:pt x="68270" y="92861"/>
                  <a:pt x="68725" y="92747"/>
                </a:cubicBezTo>
                <a:cubicBezTo>
                  <a:pt x="69181" y="92632"/>
                  <a:pt x="69609" y="92427"/>
                  <a:pt x="69986" y="92152"/>
                </a:cubicBezTo>
                <a:cubicBezTo>
                  <a:pt x="70363" y="91867"/>
                  <a:pt x="70681" y="91513"/>
                  <a:pt x="70922" y="91113"/>
                </a:cubicBezTo>
                <a:lnTo>
                  <a:pt x="81357" y="73721"/>
                </a:lnTo>
                <a:cubicBezTo>
                  <a:pt x="91771" y="72898"/>
                  <a:pt x="100000" y="64190"/>
                  <a:pt x="100000" y="53563"/>
                </a:cubicBezTo>
                <a:cubicBezTo>
                  <a:pt x="100000" y="42410"/>
                  <a:pt x="90921" y="33337"/>
                  <a:pt x="79762" y="33337"/>
                </a:cubicBezTo>
                <a:lnTo>
                  <a:pt x="78469" y="33337"/>
                </a:lnTo>
                <a:cubicBezTo>
                  <a:pt x="77258" y="18688"/>
                  <a:pt x="64953" y="7147"/>
                  <a:pt x="50000" y="714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5" name="Красный — SVG 38">
            <a:extLst>
              <a:ext uri="{FF2B5EF4-FFF2-40B4-BE49-F238E27FC236}">
                <a16:creationId xmlns:a16="http://schemas.microsoft.com/office/drawing/2014/main" id="{1AB585A5-A027-B64D-A6EE-8F019262C881}"/>
              </a:ext>
            </a:extLst>
          </p:cNvPr>
          <p:cNvSpPr>
            <a:spLocks noGrp="1"/>
          </p:cNvSpPr>
          <p:nvPr/>
        </p:nvSpPr>
        <p:spPr>
          <a:xfrm>
            <a:off x="1020000" y="1670000"/>
            <a:ext cx="220000" cy="220000"/>
          </a:xfrm>
          <a:custGeom>
            <a:avLst/>
            <a:gdLst>
              <a:gd name="csX0" fmla="*/ 39786 w 144319"/>
              <a:gd name="csY0" fmla="*/ 4 h 147752"/>
              <a:gd name="csX1" fmla="*/ 37535 w 144319"/>
              <a:gd name="csY1" fmla="*/ 617 h 147752"/>
              <a:gd name="csX2" fmla="*/ 35762 w 144319"/>
              <a:gd name="csY2" fmla="*/ 2131 h 147752"/>
              <a:gd name="csX3" fmla="*/ 34804 w 144319"/>
              <a:gd name="csY3" fmla="*/ 4257 h 147752"/>
              <a:gd name="csX4" fmla="*/ 34848 w 144319"/>
              <a:gd name="csY4" fmla="*/ 6588 h 147752"/>
              <a:gd name="csX5" fmla="*/ 36441 w 144319"/>
              <a:gd name="csY5" fmla="*/ 13494 h 147752"/>
              <a:gd name="csX6" fmla="*/ 37293 w 144319"/>
              <a:gd name="csY6" fmla="*/ 15383 h 147752"/>
              <a:gd name="csX7" fmla="*/ 38804 w 144319"/>
              <a:gd name="csY7" fmla="*/ 16811 h 147752"/>
              <a:gd name="csX8" fmla="*/ 40743 w 144319"/>
              <a:gd name="csY8" fmla="*/ 17543 h 147752"/>
              <a:gd name="csX9" fmla="*/ 42817 w 144319"/>
              <a:gd name="csY9" fmla="*/ 17475 h 147752"/>
              <a:gd name="csX10" fmla="*/ 44709 w 144319"/>
              <a:gd name="csY10" fmla="*/ 16624 h 147752"/>
              <a:gd name="csX11" fmla="*/ 46132 w 144319"/>
              <a:gd name="csY11" fmla="*/ 15110 h 147752"/>
              <a:gd name="csX12" fmla="*/ 46867 w 144319"/>
              <a:gd name="csY12" fmla="*/ 13171 h 147752"/>
              <a:gd name="csX13" fmla="*/ 46805 w 144319"/>
              <a:gd name="csY13" fmla="*/ 11113 h 147752"/>
              <a:gd name="csX14" fmla="*/ 45206 w 144319"/>
              <a:gd name="csY14" fmla="*/ 4189 h 147752"/>
              <a:gd name="csX15" fmla="*/ 43260 w 144319"/>
              <a:gd name="csY15" fmla="*/ 1110 h 147752"/>
              <a:gd name="csX16" fmla="*/ 39786 w 144319"/>
              <a:gd name="csY16" fmla="*/ 4 h 147752"/>
              <a:gd name="csX17" fmla="*/ 74551 w 144319"/>
              <a:gd name="csY17" fmla="*/ 5839 h 147752"/>
              <a:gd name="csX18" fmla="*/ 72109 w 144319"/>
              <a:gd name="csY18" fmla="*/ 6588 h 147752"/>
              <a:gd name="csX19" fmla="*/ 70301 w 144319"/>
              <a:gd name="csY19" fmla="*/ 8391 h 147752"/>
              <a:gd name="csX20" fmla="*/ 66541 w 144319"/>
              <a:gd name="csY20" fmla="*/ 14413 h 147752"/>
              <a:gd name="csX21" fmla="*/ 65871 w 144319"/>
              <a:gd name="csY21" fmla="*/ 18428 h 147752"/>
              <a:gd name="csX22" fmla="*/ 68234 w 144319"/>
              <a:gd name="csY22" fmla="*/ 21728 h 147752"/>
              <a:gd name="csX23" fmla="*/ 72249 w 144319"/>
              <a:gd name="csY23" fmla="*/ 22408 h 147752"/>
              <a:gd name="csX24" fmla="*/ 75561 w 144319"/>
              <a:gd name="csY24" fmla="*/ 20044 h 147752"/>
              <a:gd name="csX25" fmla="*/ 79315 w 144319"/>
              <a:gd name="csY25" fmla="*/ 14022 h 147752"/>
              <a:gd name="csX26" fmla="*/ 80160 w 144319"/>
              <a:gd name="csY26" fmla="*/ 11266 h 147752"/>
              <a:gd name="csX27" fmla="*/ 79440 w 144319"/>
              <a:gd name="csY27" fmla="*/ 8476 h 147752"/>
              <a:gd name="csX28" fmla="*/ 77368 w 144319"/>
              <a:gd name="csY28" fmla="*/ 6469 h 147752"/>
              <a:gd name="csX29" fmla="*/ 74551 w 144319"/>
              <a:gd name="csY29" fmla="*/ 5839 h 147752"/>
              <a:gd name="csX30" fmla="*/ 11104 w 144319"/>
              <a:gd name="csY30" fmla="*/ 20520 h 147752"/>
              <a:gd name="csX31" fmla="*/ 7947 w 144319"/>
              <a:gd name="csY31" fmla="*/ 21660 h 147752"/>
              <a:gd name="csX32" fmla="*/ 6106 w 144319"/>
              <a:gd name="csY32" fmla="*/ 24466 h 147752"/>
              <a:gd name="csX33" fmla="*/ 6317 w 144319"/>
              <a:gd name="csY33" fmla="*/ 27818 h 147752"/>
              <a:gd name="csX34" fmla="*/ 8494 w 144319"/>
              <a:gd name="csY34" fmla="*/ 30369 h 147752"/>
              <a:gd name="csX35" fmla="*/ 14510 w 144319"/>
              <a:gd name="csY35" fmla="*/ 34129 h 147752"/>
              <a:gd name="csX36" fmla="*/ 16450 w 144319"/>
              <a:gd name="csY36" fmla="*/ 34860 h 147752"/>
              <a:gd name="csX37" fmla="*/ 18524 w 144319"/>
              <a:gd name="csY37" fmla="*/ 34809 h 147752"/>
              <a:gd name="csX38" fmla="*/ 20416 w 144319"/>
              <a:gd name="csY38" fmla="*/ 33959 h 147752"/>
              <a:gd name="csX39" fmla="*/ 21838 w 144319"/>
              <a:gd name="csY39" fmla="*/ 32445 h 147752"/>
              <a:gd name="csX40" fmla="*/ 22573 w 144319"/>
              <a:gd name="csY40" fmla="*/ 30505 h 147752"/>
              <a:gd name="csX41" fmla="*/ 22508 w 144319"/>
              <a:gd name="csY41" fmla="*/ 28430 h 147752"/>
              <a:gd name="csX42" fmla="*/ 21656 w 144319"/>
              <a:gd name="csY42" fmla="*/ 26542 h 147752"/>
              <a:gd name="csX43" fmla="*/ 20145 w 144319"/>
              <a:gd name="csY43" fmla="*/ 25113 h 147752"/>
              <a:gd name="csX44" fmla="*/ 14129 w 144319"/>
              <a:gd name="csY44" fmla="*/ 21370 h 147752"/>
              <a:gd name="csX45" fmla="*/ 11104 w 144319"/>
              <a:gd name="csY45" fmla="*/ 20520 h 147752"/>
              <a:gd name="csX46" fmla="*/ 50390 w 144319"/>
              <a:gd name="csY46" fmla="*/ 23701 h 147752"/>
              <a:gd name="csX47" fmla="*/ 23807 w 144319"/>
              <a:gd name="csY47" fmla="*/ 50289 h 147752"/>
              <a:gd name="csX48" fmla="*/ 28952 w 144319"/>
              <a:gd name="csY48" fmla="*/ 65939 h 147752"/>
              <a:gd name="csX49" fmla="*/ 39267 w 144319"/>
              <a:gd name="csY49" fmla="*/ 62928 h 147752"/>
              <a:gd name="csX50" fmla="*/ 69789 w 144319"/>
              <a:gd name="csY50" fmla="*/ 32155 h 147752"/>
              <a:gd name="csX51" fmla="*/ 50390 w 144319"/>
              <a:gd name="csY51" fmla="*/ 23701 h 147752"/>
              <a:gd name="csX52" fmla="*/ 80519 w 144319"/>
              <a:gd name="csY52" fmla="*/ 37871 h 147752"/>
              <a:gd name="csX53" fmla="*/ 45254 w 144319"/>
              <a:gd name="csY53" fmla="*/ 69767 h 147752"/>
              <a:gd name="csX54" fmla="*/ 43302 w 144319"/>
              <a:gd name="csY54" fmla="*/ 69767 h 147752"/>
              <a:gd name="csX55" fmla="*/ 16719 w 144319"/>
              <a:gd name="csY55" fmla="*/ 96355 h 147752"/>
              <a:gd name="csX56" fmla="*/ 43302 w 144319"/>
              <a:gd name="csY56" fmla="*/ 122927 h 147752"/>
              <a:gd name="csX57" fmla="*/ 45254 w 144319"/>
              <a:gd name="csY57" fmla="*/ 122927 h 147752"/>
              <a:gd name="csX58" fmla="*/ 35195 w 144319"/>
              <a:gd name="csY58" fmla="*/ 139700 h 147752"/>
              <a:gd name="csX59" fmla="*/ 34496 w 144319"/>
              <a:gd name="csY59" fmla="*/ 141639 h 147752"/>
              <a:gd name="csX60" fmla="*/ 34597 w 144319"/>
              <a:gd name="csY60" fmla="*/ 143714 h 147752"/>
              <a:gd name="csX61" fmla="*/ 35485 w 144319"/>
              <a:gd name="csY61" fmla="*/ 145603 h 147752"/>
              <a:gd name="csX62" fmla="*/ 37023 w 144319"/>
              <a:gd name="csY62" fmla="*/ 146980 h 147752"/>
              <a:gd name="csX63" fmla="*/ 38976 w 144319"/>
              <a:gd name="csY63" fmla="*/ 147695 h 147752"/>
              <a:gd name="csX64" fmla="*/ 41050 w 144319"/>
              <a:gd name="csY64" fmla="*/ 147593 h 147752"/>
              <a:gd name="csX65" fmla="*/ 42926 w 144319"/>
              <a:gd name="csY65" fmla="*/ 146691 h 147752"/>
              <a:gd name="csX66" fmla="*/ 44320 w 144319"/>
              <a:gd name="csY66" fmla="*/ 145160 h 147752"/>
              <a:gd name="csX67" fmla="*/ 57653 w 144319"/>
              <a:gd name="csY67" fmla="*/ 122927 h 147752"/>
              <a:gd name="csX68" fmla="*/ 77154 w 144319"/>
              <a:gd name="csY68" fmla="*/ 122927 h 147752"/>
              <a:gd name="csX69" fmla="*/ 67096 w 144319"/>
              <a:gd name="csY69" fmla="*/ 139700 h 147752"/>
              <a:gd name="csX70" fmla="*/ 66396 w 144319"/>
              <a:gd name="csY70" fmla="*/ 141639 h 147752"/>
              <a:gd name="csX71" fmla="*/ 66497 w 144319"/>
              <a:gd name="csY71" fmla="*/ 143714 h 147752"/>
              <a:gd name="csX72" fmla="*/ 67385 w 144319"/>
              <a:gd name="csY72" fmla="*/ 145603 h 147752"/>
              <a:gd name="csX73" fmla="*/ 68923 w 144319"/>
              <a:gd name="csY73" fmla="*/ 146980 h 147752"/>
              <a:gd name="csX74" fmla="*/ 70876 w 144319"/>
              <a:gd name="csY74" fmla="*/ 147695 h 147752"/>
              <a:gd name="csX75" fmla="*/ 72950 w 144319"/>
              <a:gd name="csY75" fmla="*/ 147593 h 147752"/>
              <a:gd name="csX76" fmla="*/ 74826 w 144319"/>
              <a:gd name="csY76" fmla="*/ 146691 h 147752"/>
              <a:gd name="csX77" fmla="*/ 76220 w 144319"/>
              <a:gd name="csY77" fmla="*/ 145160 h 147752"/>
              <a:gd name="csX78" fmla="*/ 89553 w 144319"/>
              <a:gd name="csY78" fmla="*/ 122927 h 147752"/>
              <a:gd name="csX79" fmla="*/ 109054 w 144319"/>
              <a:gd name="csY79" fmla="*/ 122927 h 147752"/>
              <a:gd name="csX80" fmla="*/ 98996 w 144319"/>
              <a:gd name="csY80" fmla="*/ 139700 h 147752"/>
              <a:gd name="csX81" fmla="*/ 98296 w 144319"/>
              <a:gd name="csY81" fmla="*/ 141639 h 147752"/>
              <a:gd name="csX82" fmla="*/ 98397 w 144319"/>
              <a:gd name="csY82" fmla="*/ 143714 h 147752"/>
              <a:gd name="csX83" fmla="*/ 99285 w 144319"/>
              <a:gd name="csY83" fmla="*/ 145603 h 147752"/>
              <a:gd name="csX84" fmla="*/ 100823 w 144319"/>
              <a:gd name="csY84" fmla="*/ 146980 h 147752"/>
              <a:gd name="csX85" fmla="*/ 102776 w 144319"/>
              <a:gd name="csY85" fmla="*/ 147695 h 147752"/>
              <a:gd name="csX86" fmla="*/ 104850 w 144319"/>
              <a:gd name="csY86" fmla="*/ 147593 h 147752"/>
              <a:gd name="csX87" fmla="*/ 106727 w 144319"/>
              <a:gd name="csY87" fmla="*/ 146691 h 147752"/>
              <a:gd name="csX88" fmla="*/ 108120 w 144319"/>
              <a:gd name="csY88" fmla="*/ 145160 h 147752"/>
              <a:gd name="csX89" fmla="*/ 121654 w 144319"/>
              <a:gd name="csY89" fmla="*/ 122621 h 147752"/>
              <a:gd name="csX90" fmla="*/ 144319 w 144319"/>
              <a:gd name="csY90" fmla="*/ 96355 h 147752"/>
              <a:gd name="csX91" fmla="*/ 117736 w 144319"/>
              <a:gd name="csY91" fmla="*/ 69767 h 147752"/>
              <a:gd name="csX92" fmla="*/ 115783 w 144319"/>
              <a:gd name="csY92" fmla="*/ 69767 h 147752"/>
              <a:gd name="csX93" fmla="*/ 80519 w 144319"/>
              <a:gd name="csY93" fmla="*/ 37871 h 147752"/>
              <a:gd name="csX94" fmla="*/ 12627 w 144319"/>
              <a:gd name="csY94" fmla="*/ 53709 h 147752"/>
              <a:gd name="csX95" fmla="*/ 11208 w 144319"/>
              <a:gd name="csY95" fmla="*/ 53861 h 147752"/>
              <a:gd name="csX96" fmla="*/ 4299 w 144319"/>
              <a:gd name="csY96" fmla="*/ 55461 h 147752"/>
              <a:gd name="csX97" fmla="*/ 2343 w 144319"/>
              <a:gd name="csY97" fmla="*/ 56277 h 147752"/>
              <a:gd name="csX98" fmla="*/ 857 w 144319"/>
              <a:gd name="csY98" fmla="*/ 57791 h 147752"/>
              <a:gd name="csX99" fmla="*/ 80 w 144319"/>
              <a:gd name="csY99" fmla="*/ 59764 h 147752"/>
              <a:gd name="csX100" fmla="*/ 136 w 144319"/>
              <a:gd name="csY100" fmla="*/ 61874 h 147752"/>
              <a:gd name="csX101" fmla="*/ 1014 w 144319"/>
              <a:gd name="csY101" fmla="*/ 63813 h 147752"/>
              <a:gd name="csX102" fmla="*/ 2576 w 144319"/>
              <a:gd name="csY102" fmla="*/ 65242 h 147752"/>
              <a:gd name="csX103" fmla="*/ 4573 w 144319"/>
              <a:gd name="csY103" fmla="*/ 65957 h 147752"/>
              <a:gd name="csX104" fmla="*/ 6688 w 144319"/>
              <a:gd name="csY104" fmla="*/ 65820 h 147752"/>
              <a:gd name="csX105" fmla="*/ 13597 w 144319"/>
              <a:gd name="csY105" fmla="*/ 64238 h 147752"/>
              <a:gd name="csX106" fmla="*/ 16770 w 144319"/>
              <a:gd name="csY106" fmla="*/ 62180 h 147752"/>
              <a:gd name="csX107" fmla="*/ 17782 w 144319"/>
              <a:gd name="csY107" fmla="*/ 58540 h 147752"/>
              <a:gd name="csX108" fmla="*/ 16122 w 144319"/>
              <a:gd name="csY108" fmla="*/ 55154 h 147752"/>
              <a:gd name="csX109" fmla="*/ 12627 w 144319"/>
              <a:gd name="csY109" fmla="*/ 53709 h 147752"/>
            </a:gdLst>
            <a:ahLst/>
            <a:cxnLst/>
            <a:rect l="l" t="t" r="r" b="b"/>
            <a:pathLst>
              <a:path w="100000" h="100000">
                <a:moveTo>
                  <a:pt x="28089" y="3"/>
                </a:moveTo>
                <a:cubicBezTo>
                  <a:pt x="27557" y="26"/>
                  <a:pt x="27037" y="164"/>
                  <a:pt x="26566" y="418"/>
                </a:cubicBezTo>
                <a:cubicBezTo>
                  <a:pt x="26095" y="671"/>
                  <a:pt x="25685" y="1016"/>
                  <a:pt x="25366" y="1442"/>
                </a:cubicBezTo>
                <a:cubicBezTo>
                  <a:pt x="25046" y="1868"/>
                  <a:pt x="24824" y="2363"/>
                  <a:pt x="24717" y="2881"/>
                </a:cubicBezTo>
                <a:cubicBezTo>
                  <a:pt x="24612" y="3400"/>
                  <a:pt x="24622" y="3940"/>
                  <a:pt x="24747" y="4459"/>
                </a:cubicBezTo>
                <a:lnTo>
                  <a:pt x="25825" y="9133"/>
                </a:lnTo>
                <a:cubicBezTo>
                  <a:pt x="25932" y="9594"/>
                  <a:pt x="26128" y="10031"/>
                  <a:pt x="26402" y="10411"/>
                </a:cubicBezTo>
                <a:cubicBezTo>
                  <a:pt x="26676" y="10803"/>
                  <a:pt x="27024" y="11125"/>
                  <a:pt x="27425" y="11378"/>
                </a:cubicBezTo>
                <a:cubicBezTo>
                  <a:pt x="27825" y="11620"/>
                  <a:pt x="28271" y="11793"/>
                  <a:pt x="28737" y="11873"/>
                </a:cubicBezTo>
                <a:cubicBezTo>
                  <a:pt x="29204" y="11954"/>
                  <a:pt x="29680" y="11942"/>
                  <a:pt x="30141" y="11827"/>
                </a:cubicBezTo>
                <a:cubicBezTo>
                  <a:pt x="30602" y="11724"/>
                  <a:pt x="31037" y="11528"/>
                  <a:pt x="31421" y="11251"/>
                </a:cubicBezTo>
                <a:cubicBezTo>
                  <a:pt x="31806" y="10975"/>
                  <a:pt x="32133" y="10630"/>
                  <a:pt x="32384" y="10227"/>
                </a:cubicBezTo>
                <a:cubicBezTo>
                  <a:pt x="32635" y="9835"/>
                  <a:pt x="32805" y="9386"/>
                  <a:pt x="32882" y="8914"/>
                </a:cubicBezTo>
                <a:cubicBezTo>
                  <a:pt x="32960" y="8454"/>
                  <a:pt x="32946" y="7982"/>
                  <a:pt x="32840" y="7521"/>
                </a:cubicBezTo>
                <a:lnTo>
                  <a:pt x="31758" y="2835"/>
                </a:lnTo>
                <a:cubicBezTo>
                  <a:pt x="31578" y="2006"/>
                  <a:pt x="31112" y="1270"/>
                  <a:pt x="30441" y="751"/>
                </a:cubicBezTo>
                <a:cubicBezTo>
                  <a:pt x="29769" y="233"/>
                  <a:pt x="28937" y="-32"/>
                  <a:pt x="28089" y="3"/>
                </a:cubicBezTo>
                <a:close/>
                <a:moveTo>
                  <a:pt x="51619" y="3952"/>
                </a:moveTo>
                <a:cubicBezTo>
                  <a:pt x="51035" y="3986"/>
                  <a:pt x="50468" y="4160"/>
                  <a:pt x="49966" y="4459"/>
                </a:cubicBezTo>
                <a:cubicBezTo>
                  <a:pt x="49465" y="4758"/>
                  <a:pt x="49045" y="5184"/>
                  <a:pt x="48742" y="5679"/>
                </a:cubicBezTo>
                <a:lnTo>
                  <a:pt x="46197" y="9755"/>
                </a:lnTo>
                <a:cubicBezTo>
                  <a:pt x="45692" y="10560"/>
                  <a:pt x="45528" y="11540"/>
                  <a:pt x="45744" y="12472"/>
                </a:cubicBezTo>
                <a:cubicBezTo>
                  <a:pt x="45958" y="13393"/>
                  <a:pt x="46534" y="14199"/>
                  <a:pt x="47343" y="14706"/>
                </a:cubicBezTo>
                <a:cubicBezTo>
                  <a:pt x="48153" y="15212"/>
                  <a:pt x="49130" y="15373"/>
                  <a:pt x="50061" y="15166"/>
                </a:cubicBezTo>
                <a:cubicBezTo>
                  <a:pt x="50991" y="14947"/>
                  <a:pt x="51797" y="14371"/>
                  <a:pt x="52302" y="13566"/>
                </a:cubicBezTo>
                <a:lnTo>
                  <a:pt x="54843" y="9490"/>
                </a:lnTo>
                <a:cubicBezTo>
                  <a:pt x="55202" y="8937"/>
                  <a:pt x="55400" y="8292"/>
                  <a:pt x="55415" y="7625"/>
                </a:cubicBezTo>
                <a:cubicBezTo>
                  <a:pt x="55430" y="6957"/>
                  <a:pt x="55262" y="6312"/>
                  <a:pt x="54928" y="5737"/>
                </a:cubicBezTo>
                <a:cubicBezTo>
                  <a:pt x="54595" y="5161"/>
                  <a:pt x="54109" y="4689"/>
                  <a:pt x="53525" y="4378"/>
                </a:cubicBezTo>
                <a:cubicBezTo>
                  <a:pt x="52942" y="4055"/>
                  <a:pt x="52282" y="3917"/>
                  <a:pt x="51619" y="3952"/>
                </a:cubicBezTo>
                <a:close/>
                <a:moveTo>
                  <a:pt x="8677" y="13888"/>
                </a:moveTo>
                <a:cubicBezTo>
                  <a:pt x="7900" y="13900"/>
                  <a:pt x="7150" y="14176"/>
                  <a:pt x="6540" y="14660"/>
                </a:cubicBezTo>
                <a:cubicBezTo>
                  <a:pt x="5930" y="15143"/>
                  <a:pt x="5493" y="15811"/>
                  <a:pt x="5294" y="16559"/>
                </a:cubicBezTo>
                <a:cubicBezTo>
                  <a:pt x="5095" y="17307"/>
                  <a:pt x="5145" y="18102"/>
                  <a:pt x="5437" y="18827"/>
                </a:cubicBezTo>
                <a:cubicBezTo>
                  <a:pt x="5728" y="19552"/>
                  <a:pt x="6245" y="20151"/>
                  <a:pt x="6911" y="20554"/>
                </a:cubicBezTo>
                <a:lnTo>
                  <a:pt x="10982" y="23099"/>
                </a:lnTo>
                <a:cubicBezTo>
                  <a:pt x="11384" y="23352"/>
                  <a:pt x="11829" y="23525"/>
                  <a:pt x="12295" y="23594"/>
                </a:cubicBezTo>
                <a:cubicBezTo>
                  <a:pt x="12762" y="23674"/>
                  <a:pt x="13238" y="23663"/>
                  <a:pt x="13699" y="23559"/>
                </a:cubicBezTo>
                <a:cubicBezTo>
                  <a:pt x="14160" y="23456"/>
                  <a:pt x="14595" y="23248"/>
                  <a:pt x="14979" y="22984"/>
                </a:cubicBezTo>
                <a:cubicBezTo>
                  <a:pt x="15364" y="22707"/>
                  <a:pt x="15691" y="22362"/>
                  <a:pt x="15942" y="21959"/>
                </a:cubicBezTo>
                <a:cubicBezTo>
                  <a:pt x="16192" y="21556"/>
                  <a:pt x="16361" y="21107"/>
                  <a:pt x="16439" y="20646"/>
                </a:cubicBezTo>
                <a:cubicBezTo>
                  <a:pt x="16517" y="20174"/>
                  <a:pt x="16503" y="19703"/>
                  <a:pt x="16395" y="19242"/>
                </a:cubicBezTo>
                <a:cubicBezTo>
                  <a:pt x="16290" y="18781"/>
                  <a:pt x="16094" y="18344"/>
                  <a:pt x="15819" y="17964"/>
                </a:cubicBezTo>
                <a:cubicBezTo>
                  <a:pt x="15545" y="17572"/>
                  <a:pt x="15197" y="17250"/>
                  <a:pt x="14796" y="16997"/>
                </a:cubicBezTo>
                <a:lnTo>
                  <a:pt x="10724" y="14463"/>
                </a:lnTo>
                <a:cubicBezTo>
                  <a:pt x="10115" y="14061"/>
                  <a:pt x="9402" y="13865"/>
                  <a:pt x="8677" y="13888"/>
                </a:cubicBezTo>
                <a:close/>
                <a:moveTo>
                  <a:pt x="35266" y="16041"/>
                </a:moveTo>
                <a:cubicBezTo>
                  <a:pt x="25345" y="16041"/>
                  <a:pt x="17275" y="24112"/>
                  <a:pt x="17275" y="34036"/>
                </a:cubicBezTo>
                <a:cubicBezTo>
                  <a:pt x="17275" y="37997"/>
                  <a:pt x="18575" y="41646"/>
                  <a:pt x="20757" y="44628"/>
                </a:cubicBezTo>
                <a:cubicBezTo>
                  <a:pt x="22923" y="43604"/>
                  <a:pt x="25264" y="42879"/>
                  <a:pt x="27738" y="42590"/>
                </a:cubicBezTo>
                <a:cubicBezTo>
                  <a:pt x="30296" y="32436"/>
                  <a:pt x="38272" y="24411"/>
                  <a:pt x="48396" y="21763"/>
                </a:cubicBezTo>
                <a:cubicBezTo>
                  <a:pt x="45109" y="18252"/>
                  <a:pt x="40446" y="16041"/>
                  <a:pt x="35266" y="16041"/>
                </a:cubicBezTo>
                <a:close/>
                <a:moveTo>
                  <a:pt x="55658" y="25631"/>
                </a:moveTo>
                <a:cubicBezTo>
                  <a:pt x="43240" y="25631"/>
                  <a:pt x="32997" y="35118"/>
                  <a:pt x="31790" y="47219"/>
                </a:cubicBezTo>
                <a:lnTo>
                  <a:pt x="30469" y="47219"/>
                </a:lnTo>
                <a:cubicBezTo>
                  <a:pt x="20547" y="47219"/>
                  <a:pt x="12477" y="55290"/>
                  <a:pt x="12477" y="65214"/>
                </a:cubicBezTo>
                <a:cubicBezTo>
                  <a:pt x="12477" y="75139"/>
                  <a:pt x="20547" y="83198"/>
                  <a:pt x="30469" y="83198"/>
                </a:cubicBezTo>
                <a:lnTo>
                  <a:pt x="31790" y="83198"/>
                </a:lnTo>
                <a:lnTo>
                  <a:pt x="24982" y="94550"/>
                </a:lnTo>
                <a:cubicBezTo>
                  <a:pt x="24739" y="94953"/>
                  <a:pt x="24578" y="95402"/>
                  <a:pt x="24509" y="95863"/>
                </a:cubicBezTo>
                <a:cubicBezTo>
                  <a:pt x="24439" y="96334"/>
                  <a:pt x="24463" y="96807"/>
                  <a:pt x="24577" y="97267"/>
                </a:cubicBezTo>
                <a:cubicBezTo>
                  <a:pt x="24692" y="97728"/>
                  <a:pt x="24896" y="98165"/>
                  <a:pt x="25178" y="98546"/>
                </a:cubicBezTo>
                <a:cubicBezTo>
                  <a:pt x="25459" y="98925"/>
                  <a:pt x="25814" y="99236"/>
                  <a:pt x="26219" y="99478"/>
                </a:cubicBezTo>
                <a:cubicBezTo>
                  <a:pt x="26624" y="99731"/>
                  <a:pt x="27073" y="99892"/>
                  <a:pt x="27541" y="99961"/>
                </a:cubicBezTo>
                <a:cubicBezTo>
                  <a:pt x="28009" y="100030"/>
                  <a:pt x="28487" y="100007"/>
                  <a:pt x="28945" y="99892"/>
                </a:cubicBezTo>
                <a:cubicBezTo>
                  <a:pt x="29403" y="99777"/>
                  <a:pt x="29835" y="99570"/>
                  <a:pt x="30214" y="99282"/>
                </a:cubicBezTo>
                <a:cubicBezTo>
                  <a:pt x="30595" y="99006"/>
                  <a:pt x="30915" y="98648"/>
                  <a:pt x="31158" y="98246"/>
                </a:cubicBezTo>
                <a:lnTo>
                  <a:pt x="40182" y="83198"/>
                </a:lnTo>
                <a:lnTo>
                  <a:pt x="53380" y="83198"/>
                </a:lnTo>
                <a:lnTo>
                  <a:pt x="46573" y="94550"/>
                </a:lnTo>
                <a:cubicBezTo>
                  <a:pt x="46330" y="94953"/>
                  <a:pt x="46168" y="95402"/>
                  <a:pt x="46099" y="95863"/>
                </a:cubicBezTo>
                <a:cubicBezTo>
                  <a:pt x="46029" y="96334"/>
                  <a:pt x="46053" y="96807"/>
                  <a:pt x="46168" y="97267"/>
                </a:cubicBezTo>
                <a:cubicBezTo>
                  <a:pt x="46283" y="97728"/>
                  <a:pt x="46486" y="98165"/>
                  <a:pt x="46769" y="98546"/>
                </a:cubicBezTo>
                <a:cubicBezTo>
                  <a:pt x="47049" y="98925"/>
                  <a:pt x="47404" y="99236"/>
                  <a:pt x="47810" y="99478"/>
                </a:cubicBezTo>
                <a:cubicBezTo>
                  <a:pt x="48215" y="99731"/>
                  <a:pt x="48664" y="99892"/>
                  <a:pt x="49131" y="99961"/>
                </a:cubicBezTo>
                <a:cubicBezTo>
                  <a:pt x="49600" y="100030"/>
                  <a:pt x="50077" y="100007"/>
                  <a:pt x="50535" y="99892"/>
                </a:cubicBezTo>
                <a:cubicBezTo>
                  <a:pt x="50993" y="99777"/>
                  <a:pt x="51425" y="99570"/>
                  <a:pt x="51805" y="99282"/>
                </a:cubicBezTo>
                <a:cubicBezTo>
                  <a:pt x="52185" y="99006"/>
                  <a:pt x="52505" y="98648"/>
                  <a:pt x="52748" y="98246"/>
                </a:cubicBezTo>
                <a:lnTo>
                  <a:pt x="61772" y="83198"/>
                </a:lnTo>
                <a:lnTo>
                  <a:pt x="74971" y="83198"/>
                </a:lnTo>
                <a:lnTo>
                  <a:pt x="68163" y="94550"/>
                </a:lnTo>
                <a:cubicBezTo>
                  <a:pt x="67920" y="94953"/>
                  <a:pt x="67758" y="95402"/>
                  <a:pt x="67689" y="95863"/>
                </a:cubicBezTo>
                <a:cubicBezTo>
                  <a:pt x="67620" y="96334"/>
                  <a:pt x="67643" y="96807"/>
                  <a:pt x="67758" y="97267"/>
                </a:cubicBezTo>
                <a:cubicBezTo>
                  <a:pt x="67873" y="97728"/>
                  <a:pt x="68077" y="98165"/>
                  <a:pt x="68359" y="98546"/>
                </a:cubicBezTo>
                <a:cubicBezTo>
                  <a:pt x="68640" y="98925"/>
                  <a:pt x="68994" y="99236"/>
                  <a:pt x="69400" y="99478"/>
                </a:cubicBezTo>
                <a:cubicBezTo>
                  <a:pt x="69805" y="99731"/>
                  <a:pt x="70254" y="99892"/>
                  <a:pt x="70722" y="99961"/>
                </a:cubicBezTo>
                <a:cubicBezTo>
                  <a:pt x="71190" y="100030"/>
                  <a:pt x="71667" y="100007"/>
                  <a:pt x="72125" y="99892"/>
                </a:cubicBezTo>
                <a:cubicBezTo>
                  <a:pt x="72583" y="99777"/>
                  <a:pt x="73015" y="99570"/>
                  <a:pt x="73396" y="99282"/>
                </a:cubicBezTo>
                <a:cubicBezTo>
                  <a:pt x="73775" y="99006"/>
                  <a:pt x="74095" y="98648"/>
                  <a:pt x="74338" y="98246"/>
                </a:cubicBezTo>
                <a:lnTo>
                  <a:pt x="83498" y="82991"/>
                </a:lnTo>
                <a:cubicBezTo>
                  <a:pt x="92164" y="81701"/>
                  <a:pt x="98838" y="74229"/>
                  <a:pt x="98838" y="65214"/>
                </a:cubicBezTo>
                <a:cubicBezTo>
                  <a:pt x="98838" y="55290"/>
                  <a:pt x="90768" y="47219"/>
                  <a:pt x="80847" y="47219"/>
                </a:cubicBezTo>
                <a:lnTo>
                  <a:pt x="79525" y="47219"/>
                </a:lnTo>
                <a:cubicBezTo>
                  <a:pt x="78318" y="35118"/>
                  <a:pt x="68075" y="25631"/>
                  <a:pt x="55658" y="25631"/>
                </a:cubicBezTo>
                <a:close/>
                <a:moveTo>
                  <a:pt x="9708" y="36351"/>
                </a:moveTo>
                <a:cubicBezTo>
                  <a:pt x="9384" y="36351"/>
                  <a:pt x="9062" y="36385"/>
                  <a:pt x="8747" y="36454"/>
                </a:cubicBezTo>
                <a:lnTo>
                  <a:pt x="4071" y="37537"/>
                </a:lnTo>
                <a:cubicBezTo>
                  <a:pt x="3597" y="37629"/>
                  <a:pt x="3147" y="37824"/>
                  <a:pt x="2748" y="38089"/>
                </a:cubicBezTo>
                <a:cubicBezTo>
                  <a:pt x="2346" y="38366"/>
                  <a:pt x="2004" y="38711"/>
                  <a:pt x="1742" y="39114"/>
                </a:cubicBezTo>
                <a:cubicBezTo>
                  <a:pt x="1479" y="39517"/>
                  <a:pt x="1300" y="39977"/>
                  <a:pt x="1216" y="40449"/>
                </a:cubicBezTo>
                <a:cubicBezTo>
                  <a:pt x="1133" y="40921"/>
                  <a:pt x="1146" y="41405"/>
                  <a:pt x="1254" y="41877"/>
                </a:cubicBezTo>
                <a:cubicBezTo>
                  <a:pt x="1362" y="42349"/>
                  <a:pt x="1564" y="42798"/>
                  <a:pt x="1848" y="43189"/>
                </a:cubicBezTo>
                <a:cubicBezTo>
                  <a:pt x="2131" y="43581"/>
                  <a:pt x="2490" y="43903"/>
                  <a:pt x="2905" y="44156"/>
                </a:cubicBezTo>
                <a:cubicBezTo>
                  <a:pt x="3318" y="44410"/>
                  <a:pt x="3778" y="44571"/>
                  <a:pt x="4257" y="44640"/>
                </a:cubicBezTo>
                <a:cubicBezTo>
                  <a:pt x="4735" y="44698"/>
                  <a:pt x="5222" y="44675"/>
                  <a:pt x="5688" y="44548"/>
                </a:cubicBezTo>
                <a:lnTo>
                  <a:pt x="10364" y="43477"/>
                </a:lnTo>
                <a:cubicBezTo>
                  <a:pt x="11225" y="43293"/>
                  <a:pt x="11990" y="42798"/>
                  <a:pt x="12512" y="42084"/>
                </a:cubicBezTo>
                <a:cubicBezTo>
                  <a:pt x="13034" y="41370"/>
                  <a:pt x="13277" y="40495"/>
                  <a:pt x="13197" y="39620"/>
                </a:cubicBezTo>
                <a:cubicBezTo>
                  <a:pt x="13116" y="38745"/>
                  <a:pt x="12717" y="37928"/>
                  <a:pt x="12073" y="37329"/>
                </a:cubicBezTo>
                <a:cubicBezTo>
                  <a:pt x="11430" y="36719"/>
                  <a:pt x="10589" y="36374"/>
                  <a:pt x="9708" y="3635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6" name="Красный — SVG 39">
            <a:extLst>
              <a:ext uri="{FF2B5EF4-FFF2-40B4-BE49-F238E27FC236}">
                <a16:creationId xmlns:a16="http://schemas.microsoft.com/office/drawing/2014/main" id="{339B7EAA-035E-0A44-A6A5-E3B60C38C5AA}"/>
              </a:ext>
            </a:extLst>
          </p:cNvPr>
          <p:cNvSpPr>
            <a:spLocks noGrp="1"/>
          </p:cNvSpPr>
          <p:nvPr/>
        </p:nvSpPr>
        <p:spPr>
          <a:xfrm>
            <a:off x="1620000" y="1670000"/>
            <a:ext cx="220000" cy="220000"/>
          </a:xfrm>
          <a:custGeom>
            <a:avLst/>
            <a:gdLst>
              <a:gd name="csX0" fmla="*/ 118740 w 148867"/>
              <a:gd name="csY0" fmla="*/ 38989 h 134676"/>
              <a:gd name="csX1" fmla="*/ 116817 w 148867"/>
              <a:gd name="csY1" fmla="*/ 38989 h 134676"/>
              <a:gd name="csX2" fmla="*/ 74434 w 148867"/>
              <a:gd name="csY2" fmla="*/ 0 h 134676"/>
              <a:gd name="csX3" fmla="*/ 32048 w 148867"/>
              <a:gd name="csY3" fmla="*/ 38989 h 134676"/>
              <a:gd name="csX4" fmla="*/ 30127 w 148867"/>
              <a:gd name="csY4" fmla="*/ 38989 h 134676"/>
              <a:gd name="csX5" fmla="*/ 0 w 148867"/>
              <a:gd name="csY5" fmla="*/ 69099 h 134676"/>
              <a:gd name="csX6" fmla="*/ 30127 w 148867"/>
              <a:gd name="csY6" fmla="*/ 99226 h 134676"/>
              <a:gd name="csX7" fmla="*/ 118740 w 148867"/>
              <a:gd name="csY7" fmla="*/ 99226 h 134676"/>
              <a:gd name="csX8" fmla="*/ 148867 w 148867"/>
              <a:gd name="csY8" fmla="*/ 69099 h 134676"/>
              <a:gd name="csX9" fmla="*/ 118740 w 148867"/>
              <a:gd name="csY9" fmla="*/ 38989 h 134676"/>
              <a:gd name="csX10" fmla="*/ 35444 w 148867"/>
              <a:gd name="csY10" fmla="*/ 106319 h 134676"/>
              <a:gd name="csX11" fmla="*/ 31686 w 148867"/>
              <a:gd name="csY11" fmla="*/ 107884 h 134676"/>
              <a:gd name="csX12" fmla="*/ 30127 w 148867"/>
              <a:gd name="csY12" fmla="*/ 111627 h 134676"/>
              <a:gd name="csX13" fmla="*/ 31686 w 148867"/>
              <a:gd name="csY13" fmla="*/ 115386 h 134676"/>
              <a:gd name="csX14" fmla="*/ 35444 w 148867"/>
              <a:gd name="csY14" fmla="*/ 116951 h 134676"/>
              <a:gd name="csX15" fmla="*/ 39204 w 148867"/>
              <a:gd name="csY15" fmla="*/ 115386 h 134676"/>
              <a:gd name="csX16" fmla="*/ 40761 w 148867"/>
              <a:gd name="csY16" fmla="*/ 111627 h 134676"/>
              <a:gd name="csX17" fmla="*/ 39204 w 148867"/>
              <a:gd name="csY17" fmla="*/ 107884 h 134676"/>
              <a:gd name="csX18" fmla="*/ 35444 w 148867"/>
              <a:gd name="csY18" fmla="*/ 106319 h 134676"/>
              <a:gd name="csX19" fmla="*/ 54940 w 148867"/>
              <a:gd name="csY19" fmla="*/ 124045 h 134676"/>
              <a:gd name="csX20" fmla="*/ 51180 w 148867"/>
              <a:gd name="csY20" fmla="*/ 125593 h 134676"/>
              <a:gd name="csX21" fmla="*/ 49623 w 148867"/>
              <a:gd name="csY21" fmla="*/ 129353 h 134676"/>
              <a:gd name="csX22" fmla="*/ 51180 w 148867"/>
              <a:gd name="csY22" fmla="*/ 133112 h 134676"/>
              <a:gd name="csX23" fmla="*/ 54940 w 148867"/>
              <a:gd name="csY23" fmla="*/ 134677 h 134676"/>
              <a:gd name="csX24" fmla="*/ 58698 w 148867"/>
              <a:gd name="csY24" fmla="*/ 133112 h 134676"/>
              <a:gd name="csX25" fmla="*/ 60256 w 148867"/>
              <a:gd name="csY25" fmla="*/ 129353 h 134676"/>
              <a:gd name="csX26" fmla="*/ 58698 w 148867"/>
              <a:gd name="csY26" fmla="*/ 125593 h 134676"/>
              <a:gd name="csX27" fmla="*/ 54940 w 148867"/>
              <a:gd name="csY27" fmla="*/ 124045 h 134676"/>
              <a:gd name="csX28" fmla="*/ 93928 w 148867"/>
              <a:gd name="csY28" fmla="*/ 124045 h 134676"/>
              <a:gd name="csX29" fmla="*/ 90169 w 148867"/>
              <a:gd name="csY29" fmla="*/ 125593 h 134676"/>
              <a:gd name="csX30" fmla="*/ 88611 w 148867"/>
              <a:gd name="csY30" fmla="*/ 129353 h 134676"/>
              <a:gd name="csX31" fmla="*/ 90169 w 148867"/>
              <a:gd name="csY31" fmla="*/ 133112 h 134676"/>
              <a:gd name="csX32" fmla="*/ 93928 w 148867"/>
              <a:gd name="csY32" fmla="*/ 134677 h 134676"/>
              <a:gd name="csX33" fmla="*/ 97688 w 148867"/>
              <a:gd name="csY33" fmla="*/ 133112 h 134676"/>
              <a:gd name="csX34" fmla="*/ 99244 w 148867"/>
              <a:gd name="csY34" fmla="*/ 129353 h 134676"/>
              <a:gd name="csX35" fmla="*/ 97688 w 148867"/>
              <a:gd name="csY35" fmla="*/ 125593 h 134676"/>
              <a:gd name="csX36" fmla="*/ 93928 w 148867"/>
              <a:gd name="csY36" fmla="*/ 124045 h 134676"/>
              <a:gd name="csX37" fmla="*/ 113423 w 148867"/>
              <a:gd name="csY37" fmla="*/ 106319 h 134676"/>
              <a:gd name="csX38" fmla="*/ 109663 w 148867"/>
              <a:gd name="csY38" fmla="*/ 107884 h 134676"/>
              <a:gd name="csX39" fmla="*/ 108107 w 148867"/>
              <a:gd name="csY39" fmla="*/ 111627 h 134676"/>
              <a:gd name="csX40" fmla="*/ 109663 w 148867"/>
              <a:gd name="csY40" fmla="*/ 115386 h 134676"/>
              <a:gd name="csX41" fmla="*/ 113423 w 148867"/>
              <a:gd name="csY41" fmla="*/ 116951 h 134676"/>
              <a:gd name="csX42" fmla="*/ 117182 w 148867"/>
              <a:gd name="csY42" fmla="*/ 115386 h 134676"/>
              <a:gd name="csX43" fmla="*/ 118740 w 148867"/>
              <a:gd name="csY43" fmla="*/ 111627 h 134676"/>
              <a:gd name="csX44" fmla="*/ 117182 w 148867"/>
              <a:gd name="csY44" fmla="*/ 107884 h 134676"/>
              <a:gd name="csX45" fmla="*/ 113423 w 148867"/>
              <a:gd name="csY45" fmla="*/ 106319 h 134676"/>
              <a:gd name="csX46" fmla="*/ 74434 w 148867"/>
              <a:gd name="csY46" fmla="*/ 106319 h 134676"/>
              <a:gd name="csX47" fmla="*/ 70674 w 148867"/>
              <a:gd name="csY47" fmla="*/ 107884 h 134676"/>
              <a:gd name="csX48" fmla="*/ 69117 w 148867"/>
              <a:gd name="csY48" fmla="*/ 111627 h 134676"/>
              <a:gd name="csX49" fmla="*/ 70674 w 148867"/>
              <a:gd name="csY49" fmla="*/ 115386 h 134676"/>
              <a:gd name="csX50" fmla="*/ 74434 w 148867"/>
              <a:gd name="csY50" fmla="*/ 116951 h 134676"/>
              <a:gd name="csX51" fmla="*/ 78194 w 148867"/>
              <a:gd name="csY51" fmla="*/ 115386 h 134676"/>
              <a:gd name="csX52" fmla="*/ 79750 w 148867"/>
              <a:gd name="csY52" fmla="*/ 111627 h 134676"/>
              <a:gd name="csX53" fmla="*/ 78194 w 148867"/>
              <a:gd name="csY53" fmla="*/ 107884 h 134676"/>
              <a:gd name="csX54" fmla="*/ 74434 w 148867"/>
              <a:gd name="csY54" fmla="*/ 106319 h 134676"/>
            </a:gdLst>
            <a:ahLst/>
            <a:cxnLst/>
            <a:rect l="l" t="t" r="r" b="b"/>
            <a:pathLst>
              <a:path w="100000" h="100000">
                <a:moveTo>
                  <a:pt x="79762" y="30957"/>
                </a:moveTo>
                <a:lnTo>
                  <a:pt x="78471" y="30957"/>
                </a:lnTo>
                <a:cubicBezTo>
                  <a:pt x="77260" y="16308"/>
                  <a:pt x="64952" y="4766"/>
                  <a:pt x="50000" y="4766"/>
                </a:cubicBezTo>
                <a:cubicBezTo>
                  <a:pt x="35048" y="4766"/>
                  <a:pt x="22740" y="16308"/>
                  <a:pt x="21528" y="30957"/>
                </a:cubicBezTo>
                <a:lnTo>
                  <a:pt x="20238" y="30957"/>
                </a:lnTo>
                <a:cubicBezTo>
                  <a:pt x="9079" y="30957"/>
                  <a:pt x="0" y="40030"/>
                  <a:pt x="0" y="51183"/>
                </a:cubicBezTo>
                <a:cubicBezTo>
                  <a:pt x="0" y="62347"/>
                  <a:pt x="9079" y="71420"/>
                  <a:pt x="20238" y="71420"/>
                </a:cubicBezTo>
                <a:lnTo>
                  <a:pt x="79762" y="71420"/>
                </a:lnTo>
                <a:cubicBezTo>
                  <a:pt x="90921" y="71420"/>
                  <a:pt x="100000" y="62347"/>
                  <a:pt x="100000" y="51183"/>
                </a:cubicBezTo>
                <a:cubicBezTo>
                  <a:pt x="100000" y="40030"/>
                  <a:pt x="90921" y="30957"/>
                  <a:pt x="79762" y="30957"/>
                </a:cubicBezTo>
                <a:close/>
                <a:moveTo>
                  <a:pt x="23809" y="76185"/>
                </a:moveTo>
                <a:cubicBezTo>
                  <a:pt x="22863" y="76185"/>
                  <a:pt x="21954" y="76563"/>
                  <a:pt x="21285" y="77236"/>
                </a:cubicBezTo>
                <a:cubicBezTo>
                  <a:pt x="20615" y="77899"/>
                  <a:pt x="20238" y="78814"/>
                  <a:pt x="20238" y="79751"/>
                </a:cubicBezTo>
                <a:cubicBezTo>
                  <a:pt x="20238" y="80699"/>
                  <a:pt x="20615" y="81613"/>
                  <a:pt x="21285" y="82276"/>
                </a:cubicBezTo>
                <a:cubicBezTo>
                  <a:pt x="21954" y="82950"/>
                  <a:pt x="22863" y="83327"/>
                  <a:pt x="23809" y="83327"/>
                </a:cubicBezTo>
                <a:cubicBezTo>
                  <a:pt x="24756" y="83327"/>
                  <a:pt x="25665" y="82950"/>
                  <a:pt x="26335" y="82276"/>
                </a:cubicBezTo>
                <a:cubicBezTo>
                  <a:pt x="27005" y="81613"/>
                  <a:pt x="27381" y="80699"/>
                  <a:pt x="27381" y="79751"/>
                </a:cubicBezTo>
                <a:cubicBezTo>
                  <a:pt x="27381" y="78814"/>
                  <a:pt x="27005" y="77899"/>
                  <a:pt x="26335" y="77236"/>
                </a:cubicBezTo>
                <a:cubicBezTo>
                  <a:pt x="25665" y="76563"/>
                  <a:pt x="24756" y="76185"/>
                  <a:pt x="23809" y="76185"/>
                </a:cubicBezTo>
                <a:close/>
                <a:moveTo>
                  <a:pt x="36905" y="88092"/>
                </a:moveTo>
                <a:cubicBezTo>
                  <a:pt x="35958" y="88092"/>
                  <a:pt x="35049" y="88469"/>
                  <a:pt x="34380" y="89132"/>
                </a:cubicBezTo>
                <a:cubicBezTo>
                  <a:pt x="33710" y="89807"/>
                  <a:pt x="33334" y="90709"/>
                  <a:pt x="33334" y="91658"/>
                </a:cubicBezTo>
                <a:cubicBezTo>
                  <a:pt x="33334" y="92606"/>
                  <a:pt x="33710" y="93520"/>
                  <a:pt x="34380" y="94183"/>
                </a:cubicBezTo>
                <a:cubicBezTo>
                  <a:pt x="35049" y="94857"/>
                  <a:pt x="35958" y="95234"/>
                  <a:pt x="36905" y="95234"/>
                </a:cubicBezTo>
                <a:cubicBezTo>
                  <a:pt x="37851" y="95234"/>
                  <a:pt x="38760" y="94857"/>
                  <a:pt x="39430" y="94183"/>
                </a:cubicBezTo>
                <a:cubicBezTo>
                  <a:pt x="40100" y="93520"/>
                  <a:pt x="40476" y="92606"/>
                  <a:pt x="40476" y="91658"/>
                </a:cubicBezTo>
                <a:cubicBezTo>
                  <a:pt x="40476" y="90709"/>
                  <a:pt x="40100" y="89807"/>
                  <a:pt x="39430" y="89132"/>
                </a:cubicBezTo>
                <a:cubicBezTo>
                  <a:pt x="38760" y="88469"/>
                  <a:pt x="37851" y="88092"/>
                  <a:pt x="36905" y="88092"/>
                </a:cubicBezTo>
                <a:close/>
                <a:moveTo>
                  <a:pt x="63095" y="88092"/>
                </a:moveTo>
                <a:cubicBezTo>
                  <a:pt x="62149" y="88092"/>
                  <a:pt x="61240" y="88469"/>
                  <a:pt x="60570" y="89132"/>
                </a:cubicBezTo>
                <a:cubicBezTo>
                  <a:pt x="59900" y="89807"/>
                  <a:pt x="59524" y="90709"/>
                  <a:pt x="59524" y="91658"/>
                </a:cubicBezTo>
                <a:cubicBezTo>
                  <a:pt x="59524" y="92606"/>
                  <a:pt x="59900" y="93520"/>
                  <a:pt x="60570" y="94183"/>
                </a:cubicBezTo>
                <a:cubicBezTo>
                  <a:pt x="61240" y="94857"/>
                  <a:pt x="62149" y="95234"/>
                  <a:pt x="63095" y="95234"/>
                </a:cubicBezTo>
                <a:cubicBezTo>
                  <a:pt x="64042" y="95234"/>
                  <a:pt x="64951" y="94857"/>
                  <a:pt x="65621" y="94183"/>
                </a:cubicBezTo>
                <a:cubicBezTo>
                  <a:pt x="66291" y="93520"/>
                  <a:pt x="66666" y="92606"/>
                  <a:pt x="66666" y="91658"/>
                </a:cubicBezTo>
                <a:cubicBezTo>
                  <a:pt x="66666" y="90709"/>
                  <a:pt x="66291" y="89807"/>
                  <a:pt x="65621" y="89132"/>
                </a:cubicBezTo>
                <a:cubicBezTo>
                  <a:pt x="64951" y="88469"/>
                  <a:pt x="64042" y="88092"/>
                  <a:pt x="63095" y="88092"/>
                </a:cubicBezTo>
                <a:close/>
                <a:moveTo>
                  <a:pt x="76191" y="76185"/>
                </a:moveTo>
                <a:cubicBezTo>
                  <a:pt x="75244" y="76185"/>
                  <a:pt x="74335" y="76563"/>
                  <a:pt x="73665" y="77236"/>
                </a:cubicBezTo>
                <a:cubicBezTo>
                  <a:pt x="72995" y="77899"/>
                  <a:pt x="72620" y="78814"/>
                  <a:pt x="72620" y="79751"/>
                </a:cubicBezTo>
                <a:cubicBezTo>
                  <a:pt x="72620" y="80699"/>
                  <a:pt x="72995" y="81613"/>
                  <a:pt x="73665" y="82276"/>
                </a:cubicBezTo>
                <a:cubicBezTo>
                  <a:pt x="74335" y="82950"/>
                  <a:pt x="75244" y="83327"/>
                  <a:pt x="76191" y="83327"/>
                </a:cubicBezTo>
                <a:cubicBezTo>
                  <a:pt x="77137" y="83327"/>
                  <a:pt x="78046" y="82950"/>
                  <a:pt x="78716" y="82276"/>
                </a:cubicBezTo>
                <a:cubicBezTo>
                  <a:pt x="79386" y="81613"/>
                  <a:pt x="79762" y="80699"/>
                  <a:pt x="79762" y="79751"/>
                </a:cubicBezTo>
                <a:cubicBezTo>
                  <a:pt x="79762" y="78814"/>
                  <a:pt x="79386" y="77899"/>
                  <a:pt x="78716" y="77236"/>
                </a:cubicBezTo>
                <a:cubicBezTo>
                  <a:pt x="78046" y="76563"/>
                  <a:pt x="77137" y="76185"/>
                  <a:pt x="76191" y="76185"/>
                </a:cubicBezTo>
                <a:close/>
                <a:moveTo>
                  <a:pt x="50000" y="76185"/>
                </a:moveTo>
                <a:cubicBezTo>
                  <a:pt x="49053" y="76185"/>
                  <a:pt x="48144" y="76563"/>
                  <a:pt x="47475" y="77236"/>
                </a:cubicBezTo>
                <a:cubicBezTo>
                  <a:pt x="46805" y="77899"/>
                  <a:pt x="46429" y="78814"/>
                  <a:pt x="46429" y="79751"/>
                </a:cubicBezTo>
                <a:cubicBezTo>
                  <a:pt x="46429" y="80699"/>
                  <a:pt x="46805" y="81613"/>
                  <a:pt x="47475" y="82276"/>
                </a:cubicBezTo>
                <a:cubicBezTo>
                  <a:pt x="48144" y="82950"/>
                  <a:pt x="49053" y="83327"/>
                  <a:pt x="50000" y="83327"/>
                </a:cubicBezTo>
                <a:cubicBezTo>
                  <a:pt x="50947" y="83327"/>
                  <a:pt x="51856" y="82950"/>
                  <a:pt x="52526" y="82276"/>
                </a:cubicBezTo>
                <a:cubicBezTo>
                  <a:pt x="53196" y="81613"/>
                  <a:pt x="53571" y="80699"/>
                  <a:pt x="53571" y="79751"/>
                </a:cubicBezTo>
                <a:cubicBezTo>
                  <a:pt x="53571" y="78814"/>
                  <a:pt x="53196" y="77899"/>
                  <a:pt x="52526" y="77236"/>
                </a:cubicBezTo>
                <a:cubicBezTo>
                  <a:pt x="51856" y="76563"/>
                  <a:pt x="50947" y="76185"/>
                  <a:pt x="50000" y="7618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7" name="Красный — SVG 40">
            <a:extLst>
              <a:ext uri="{FF2B5EF4-FFF2-40B4-BE49-F238E27FC236}">
                <a16:creationId xmlns:a16="http://schemas.microsoft.com/office/drawing/2014/main" id="{AF2401EF-E0C5-814E-A156-D85377E7F236}"/>
              </a:ext>
            </a:extLst>
          </p:cNvPr>
          <p:cNvSpPr>
            <a:spLocks noGrp="1"/>
          </p:cNvSpPr>
          <p:nvPr/>
        </p:nvSpPr>
        <p:spPr>
          <a:xfrm>
            <a:off x="2220000" y="1670000"/>
            <a:ext cx="220000" cy="220000"/>
          </a:xfrm>
          <a:custGeom>
            <a:avLst/>
            <a:gdLst>
              <a:gd name="csX0" fmla="*/ 70881 w 141929"/>
              <a:gd name="csY0" fmla="*/ 1 h 141907"/>
              <a:gd name="csX1" fmla="*/ 67149 w 141929"/>
              <a:gd name="csY1" fmla="*/ 1617 h 141907"/>
              <a:gd name="csX2" fmla="*/ 65648 w 141929"/>
              <a:gd name="csY2" fmla="*/ 5394 h 141907"/>
              <a:gd name="csX3" fmla="*/ 65648 w 141929"/>
              <a:gd name="csY3" fmla="*/ 16026 h 141907"/>
              <a:gd name="csX4" fmla="*/ 66031 w 141929"/>
              <a:gd name="csY4" fmla="*/ 18084 h 141907"/>
              <a:gd name="csX5" fmla="*/ 67179 w 141929"/>
              <a:gd name="csY5" fmla="*/ 19836 h 141907"/>
              <a:gd name="csX6" fmla="*/ 68913 w 141929"/>
              <a:gd name="csY6" fmla="*/ 21010 h 141907"/>
              <a:gd name="csX7" fmla="*/ 70965 w 141929"/>
              <a:gd name="csY7" fmla="*/ 21419 h 141907"/>
              <a:gd name="csX8" fmla="*/ 73016 w 141929"/>
              <a:gd name="csY8" fmla="*/ 21010 h 141907"/>
              <a:gd name="csX9" fmla="*/ 74752 w 141929"/>
              <a:gd name="csY9" fmla="*/ 19836 h 141907"/>
              <a:gd name="csX10" fmla="*/ 75899 w 141929"/>
              <a:gd name="csY10" fmla="*/ 18084 h 141907"/>
              <a:gd name="csX11" fmla="*/ 76281 w 141929"/>
              <a:gd name="csY11" fmla="*/ 16026 h 141907"/>
              <a:gd name="csX12" fmla="*/ 76281 w 141929"/>
              <a:gd name="csY12" fmla="*/ 5394 h 141907"/>
              <a:gd name="csX13" fmla="*/ 75892 w 141929"/>
              <a:gd name="csY13" fmla="*/ 3319 h 141907"/>
              <a:gd name="csX14" fmla="*/ 74723 w 141929"/>
              <a:gd name="csY14" fmla="*/ 1549 h 141907"/>
              <a:gd name="csX15" fmla="*/ 72960 w 141929"/>
              <a:gd name="csY15" fmla="*/ 393 h 141907"/>
              <a:gd name="csX16" fmla="*/ 70881 w 141929"/>
              <a:gd name="csY16" fmla="*/ 1 h 141907"/>
              <a:gd name="csX17" fmla="*/ 24540 w 141929"/>
              <a:gd name="csY17" fmla="*/ 19224 h 141907"/>
              <a:gd name="csX18" fmla="*/ 21571 w 141929"/>
              <a:gd name="csY18" fmla="*/ 20143 h 141907"/>
              <a:gd name="csX19" fmla="*/ 19615 w 141929"/>
              <a:gd name="csY19" fmla="*/ 22541 h 141907"/>
              <a:gd name="csX20" fmla="*/ 19339 w 141929"/>
              <a:gd name="csY20" fmla="*/ 25637 h 141907"/>
              <a:gd name="csX21" fmla="*/ 20836 w 141929"/>
              <a:gd name="csY21" fmla="*/ 28359 h 141907"/>
              <a:gd name="csX22" fmla="*/ 28355 w 141929"/>
              <a:gd name="csY22" fmla="*/ 35878 h 141907"/>
              <a:gd name="csX23" fmla="*/ 32118 w 141929"/>
              <a:gd name="csY23" fmla="*/ 37443 h 141907"/>
              <a:gd name="csX24" fmla="*/ 35880 w 141929"/>
              <a:gd name="csY24" fmla="*/ 35878 h 141907"/>
              <a:gd name="csX25" fmla="*/ 37438 w 141929"/>
              <a:gd name="csY25" fmla="*/ 32118 h 141907"/>
              <a:gd name="csX26" fmla="*/ 35880 w 141929"/>
              <a:gd name="csY26" fmla="*/ 28359 h 141907"/>
              <a:gd name="csX27" fmla="*/ 28361 w 141929"/>
              <a:gd name="csY27" fmla="*/ 20840 h 141907"/>
              <a:gd name="csX28" fmla="*/ 26614 w 141929"/>
              <a:gd name="csY28" fmla="*/ 19649 h 141907"/>
              <a:gd name="csX29" fmla="*/ 24540 w 141929"/>
              <a:gd name="csY29" fmla="*/ 19224 h 141907"/>
              <a:gd name="csX30" fmla="*/ 117222 w 141929"/>
              <a:gd name="csY30" fmla="*/ 19224 h 141907"/>
              <a:gd name="csX31" fmla="*/ 113568 w 141929"/>
              <a:gd name="csY31" fmla="*/ 20840 h 141907"/>
              <a:gd name="csX32" fmla="*/ 106050 w 141929"/>
              <a:gd name="csY32" fmla="*/ 28359 h 141907"/>
              <a:gd name="csX33" fmla="*/ 104491 w 141929"/>
              <a:gd name="csY33" fmla="*/ 32118 h 141907"/>
              <a:gd name="csX34" fmla="*/ 106050 w 141929"/>
              <a:gd name="csY34" fmla="*/ 35878 h 141907"/>
              <a:gd name="csX35" fmla="*/ 109811 w 141929"/>
              <a:gd name="csY35" fmla="*/ 37443 h 141907"/>
              <a:gd name="csX36" fmla="*/ 113575 w 141929"/>
              <a:gd name="csY36" fmla="*/ 35878 h 141907"/>
              <a:gd name="csX37" fmla="*/ 121093 w 141929"/>
              <a:gd name="csY37" fmla="*/ 28359 h 141907"/>
              <a:gd name="csX38" fmla="*/ 122602 w 141929"/>
              <a:gd name="csY38" fmla="*/ 25603 h 141907"/>
              <a:gd name="csX39" fmla="*/ 122286 w 141929"/>
              <a:gd name="csY39" fmla="*/ 22473 h 141907"/>
              <a:gd name="csX40" fmla="*/ 120256 w 141929"/>
              <a:gd name="csY40" fmla="*/ 20075 h 141907"/>
              <a:gd name="csX41" fmla="*/ 117222 w 141929"/>
              <a:gd name="csY41" fmla="*/ 19224 h 141907"/>
              <a:gd name="csX42" fmla="*/ 70965 w 141929"/>
              <a:gd name="csY42" fmla="*/ 31982 h 141907"/>
              <a:gd name="csX43" fmla="*/ 43396 w 141929"/>
              <a:gd name="csY43" fmla="*/ 43397 h 141907"/>
              <a:gd name="csX44" fmla="*/ 31977 w 141929"/>
              <a:gd name="csY44" fmla="*/ 70955 h 141907"/>
              <a:gd name="csX45" fmla="*/ 43396 w 141929"/>
              <a:gd name="csY45" fmla="*/ 98530 h 141907"/>
              <a:gd name="csX46" fmla="*/ 70965 w 141929"/>
              <a:gd name="csY46" fmla="*/ 109944 h 141907"/>
              <a:gd name="csX47" fmla="*/ 98535 w 141929"/>
              <a:gd name="csY47" fmla="*/ 98530 h 141907"/>
              <a:gd name="csX48" fmla="*/ 109954 w 141929"/>
              <a:gd name="csY48" fmla="*/ 70955 h 141907"/>
              <a:gd name="csX49" fmla="*/ 98535 w 141929"/>
              <a:gd name="csY49" fmla="*/ 43397 h 141907"/>
              <a:gd name="csX50" fmla="*/ 70965 w 141929"/>
              <a:gd name="csY50" fmla="*/ 31982 h 141907"/>
              <a:gd name="csX51" fmla="*/ 5393 w 141929"/>
              <a:gd name="csY51" fmla="*/ 65647 h 141907"/>
              <a:gd name="csX52" fmla="*/ 3335 w 141929"/>
              <a:gd name="csY52" fmla="*/ 66022 h 141907"/>
              <a:gd name="csX53" fmla="*/ 1584 w 141929"/>
              <a:gd name="csY53" fmla="*/ 67178 h 141907"/>
              <a:gd name="csX54" fmla="*/ 412 w 141929"/>
              <a:gd name="csY54" fmla="*/ 68913 h 141907"/>
              <a:gd name="csX55" fmla="*/ 0 w 141929"/>
              <a:gd name="csY55" fmla="*/ 70955 h 141907"/>
              <a:gd name="csX56" fmla="*/ 412 w 141929"/>
              <a:gd name="csY56" fmla="*/ 73013 h 141907"/>
              <a:gd name="csX57" fmla="*/ 1584 w 141929"/>
              <a:gd name="csY57" fmla="*/ 74748 h 141907"/>
              <a:gd name="csX58" fmla="*/ 3335 w 141929"/>
              <a:gd name="csY58" fmla="*/ 75888 h 141907"/>
              <a:gd name="csX59" fmla="*/ 5393 w 141929"/>
              <a:gd name="csY59" fmla="*/ 76279 h 141907"/>
              <a:gd name="csX60" fmla="*/ 16027 w 141929"/>
              <a:gd name="csY60" fmla="*/ 76279 h 141907"/>
              <a:gd name="csX61" fmla="*/ 18084 w 141929"/>
              <a:gd name="csY61" fmla="*/ 75888 h 141907"/>
              <a:gd name="csX62" fmla="*/ 19834 w 141929"/>
              <a:gd name="csY62" fmla="*/ 74748 h 141907"/>
              <a:gd name="csX63" fmla="*/ 21006 w 141929"/>
              <a:gd name="csY63" fmla="*/ 73013 h 141907"/>
              <a:gd name="csX64" fmla="*/ 21418 w 141929"/>
              <a:gd name="csY64" fmla="*/ 70955 h 141907"/>
              <a:gd name="csX65" fmla="*/ 21006 w 141929"/>
              <a:gd name="csY65" fmla="*/ 68913 h 141907"/>
              <a:gd name="csX66" fmla="*/ 19834 w 141929"/>
              <a:gd name="csY66" fmla="*/ 67178 h 141907"/>
              <a:gd name="csX67" fmla="*/ 18084 w 141929"/>
              <a:gd name="csY67" fmla="*/ 66022 h 141907"/>
              <a:gd name="csX68" fmla="*/ 16027 w 141929"/>
              <a:gd name="csY68" fmla="*/ 65647 h 141907"/>
              <a:gd name="csX69" fmla="*/ 5393 w 141929"/>
              <a:gd name="csY69" fmla="*/ 65647 h 141907"/>
              <a:gd name="csX70" fmla="*/ 125904 w 141929"/>
              <a:gd name="csY70" fmla="*/ 65647 h 141907"/>
              <a:gd name="csX71" fmla="*/ 123846 w 141929"/>
              <a:gd name="csY71" fmla="*/ 66022 h 141907"/>
              <a:gd name="csX72" fmla="*/ 122095 w 141929"/>
              <a:gd name="csY72" fmla="*/ 67178 h 141907"/>
              <a:gd name="csX73" fmla="*/ 120923 w 141929"/>
              <a:gd name="csY73" fmla="*/ 68913 h 141907"/>
              <a:gd name="csX74" fmla="*/ 120511 w 141929"/>
              <a:gd name="csY74" fmla="*/ 70955 h 141907"/>
              <a:gd name="csX75" fmla="*/ 120923 w 141929"/>
              <a:gd name="csY75" fmla="*/ 73013 h 141907"/>
              <a:gd name="csX76" fmla="*/ 122095 w 141929"/>
              <a:gd name="csY76" fmla="*/ 74748 h 141907"/>
              <a:gd name="csX77" fmla="*/ 123846 w 141929"/>
              <a:gd name="csY77" fmla="*/ 75888 h 141907"/>
              <a:gd name="csX78" fmla="*/ 125904 w 141929"/>
              <a:gd name="csY78" fmla="*/ 76279 h 141907"/>
              <a:gd name="csX79" fmla="*/ 136538 w 141929"/>
              <a:gd name="csY79" fmla="*/ 76279 h 141907"/>
              <a:gd name="csX80" fmla="*/ 138595 w 141929"/>
              <a:gd name="csY80" fmla="*/ 75888 h 141907"/>
              <a:gd name="csX81" fmla="*/ 140345 w 141929"/>
              <a:gd name="csY81" fmla="*/ 74748 h 141907"/>
              <a:gd name="csX82" fmla="*/ 141518 w 141929"/>
              <a:gd name="csY82" fmla="*/ 73013 h 141907"/>
              <a:gd name="csX83" fmla="*/ 141929 w 141929"/>
              <a:gd name="csY83" fmla="*/ 70955 h 141907"/>
              <a:gd name="csX84" fmla="*/ 141518 w 141929"/>
              <a:gd name="csY84" fmla="*/ 68913 h 141907"/>
              <a:gd name="csX85" fmla="*/ 140345 w 141929"/>
              <a:gd name="csY85" fmla="*/ 67178 h 141907"/>
              <a:gd name="csX86" fmla="*/ 138595 w 141929"/>
              <a:gd name="csY86" fmla="*/ 66022 h 141907"/>
              <a:gd name="csX87" fmla="*/ 136538 w 141929"/>
              <a:gd name="csY87" fmla="*/ 65647 h 141907"/>
              <a:gd name="csX88" fmla="*/ 125904 w 141929"/>
              <a:gd name="csY88" fmla="*/ 65647 h 141907"/>
              <a:gd name="csX89" fmla="*/ 32011 w 141929"/>
              <a:gd name="csY89" fmla="*/ 104432 h 141907"/>
              <a:gd name="csX90" fmla="*/ 28355 w 141929"/>
              <a:gd name="csY90" fmla="*/ 106032 h 141907"/>
              <a:gd name="csX91" fmla="*/ 20836 w 141929"/>
              <a:gd name="csY91" fmla="*/ 113551 h 141907"/>
              <a:gd name="csX92" fmla="*/ 19683 w 141929"/>
              <a:gd name="csY92" fmla="*/ 115286 h 141907"/>
              <a:gd name="csX93" fmla="*/ 19278 w 141929"/>
              <a:gd name="csY93" fmla="*/ 117310 h 141907"/>
              <a:gd name="csX94" fmla="*/ 19683 w 141929"/>
              <a:gd name="csY94" fmla="*/ 119351 h 141907"/>
              <a:gd name="csX95" fmla="*/ 20836 w 141929"/>
              <a:gd name="csY95" fmla="*/ 121086 h 141907"/>
              <a:gd name="csX96" fmla="*/ 22563 w 141929"/>
              <a:gd name="csY96" fmla="*/ 122226 h 141907"/>
              <a:gd name="csX97" fmla="*/ 24600 w 141929"/>
              <a:gd name="csY97" fmla="*/ 122635 h 141907"/>
              <a:gd name="csX98" fmla="*/ 26636 w 141929"/>
              <a:gd name="csY98" fmla="*/ 122226 h 141907"/>
              <a:gd name="csX99" fmla="*/ 28361 w 141929"/>
              <a:gd name="csY99" fmla="*/ 121086 h 141907"/>
              <a:gd name="csX100" fmla="*/ 35880 w 141929"/>
              <a:gd name="csY100" fmla="*/ 113568 h 141907"/>
              <a:gd name="csX101" fmla="*/ 37389 w 141929"/>
              <a:gd name="csY101" fmla="*/ 110795 h 141907"/>
              <a:gd name="csX102" fmla="*/ 37074 w 141929"/>
              <a:gd name="csY102" fmla="*/ 107665 h 141907"/>
              <a:gd name="csX103" fmla="*/ 35044 w 141929"/>
              <a:gd name="csY103" fmla="*/ 105266 h 141907"/>
              <a:gd name="csX104" fmla="*/ 32011 w 141929"/>
              <a:gd name="csY104" fmla="*/ 104432 h 141907"/>
              <a:gd name="csX105" fmla="*/ 109754 w 141929"/>
              <a:gd name="csY105" fmla="*/ 104432 h 141907"/>
              <a:gd name="csX106" fmla="*/ 106783 w 141929"/>
              <a:gd name="csY106" fmla="*/ 105334 h 141907"/>
              <a:gd name="csX107" fmla="*/ 104826 w 141929"/>
              <a:gd name="csY107" fmla="*/ 107750 h 141907"/>
              <a:gd name="csX108" fmla="*/ 104551 w 141929"/>
              <a:gd name="csY108" fmla="*/ 110846 h 141907"/>
              <a:gd name="csX109" fmla="*/ 106050 w 141929"/>
              <a:gd name="csY109" fmla="*/ 113568 h 141907"/>
              <a:gd name="csX110" fmla="*/ 113568 w 141929"/>
              <a:gd name="csY110" fmla="*/ 121086 h 141907"/>
              <a:gd name="csX111" fmla="*/ 115295 w 141929"/>
              <a:gd name="csY111" fmla="*/ 122226 h 141907"/>
              <a:gd name="csX112" fmla="*/ 117330 w 141929"/>
              <a:gd name="csY112" fmla="*/ 122635 h 141907"/>
              <a:gd name="csX113" fmla="*/ 119366 w 141929"/>
              <a:gd name="csY113" fmla="*/ 122226 h 141907"/>
              <a:gd name="csX114" fmla="*/ 121093 w 141929"/>
              <a:gd name="csY114" fmla="*/ 121086 h 141907"/>
              <a:gd name="csX115" fmla="*/ 122246 w 141929"/>
              <a:gd name="csY115" fmla="*/ 119351 h 141907"/>
              <a:gd name="csX116" fmla="*/ 122651 w 141929"/>
              <a:gd name="csY116" fmla="*/ 117310 h 141907"/>
              <a:gd name="csX117" fmla="*/ 122246 w 141929"/>
              <a:gd name="csY117" fmla="*/ 115286 h 141907"/>
              <a:gd name="csX118" fmla="*/ 121093 w 141929"/>
              <a:gd name="csY118" fmla="*/ 113551 h 141907"/>
              <a:gd name="csX119" fmla="*/ 113575 w 141929"/>
              <a:gd name="csY119" fmla="*/ 106032 h 141907"/>
              <a:gd name="csX120" fmla="*/ 111827 w 141929"/>
              <a:gd name="csY120" fmla="*/ 104841 h 141907"/>
              <a:gd name="csX121" fmla="*/ 109754 w 141929"/>
              <a:gd name="csY121" fmla="*/ 104432 h 141907"/>
              <a:gd name="csX122" fmla="*/ 70881 w 141929"/>
              <a:gd name="csY122" fmla="*/ 120491 h 141907"/>
              <a:gd name="csX123" fmla="*/ 67149 w 141929"/>
              <a:gd name="csY123" fmla="*/ 122107 h 141907"/>
              <a:gd name="csX124" fmla="*/ 65648 w 141929"/>
              <a:gd name="csY124" fmla="*/ 125884 h 141907"/>
              <a:gd name="csX125" fmla="*/ 65648 w 141929"/>
              <a:gd name="csY125" fmla="*/ 136516 h 141907"/>
              <a:gd name="csX126" fmla="*/ 66031 w 141929"/>
              <a:gd name="csY126" fmla="*/ 138574 h 141907"/>
              <a:gd name="csX127" fmla="*/ 67179 w 141929"/>
              <a:gd name="csY127" fmla="*/ 140326 h 141907"/>
              <a:gd name="csX128" fmla="*/ 68913 w 141929"/>
              <a:gd name="csY128" fmla="*/ 141500 h 141907"/>
              <a:gd name="csX129" fmla="*/ 70965 w 141929"/>
              <a:gd name="csY129" fmla="*/ 141908 h 141907"/>
              <a:gd name="csX130" fmla="*/ 73016 w 141929"/>
              <a:gd name="csY130" fmla="*/ 141500 h 141907"/>
              <a:gd name="csX131" fmla="*/ 74752 w 141929"/>
              <a:gd name="csY131" fmla="*/ 140326 h 141907"/>
              <a:gd name="csX132" fmla="*/ 75899 w 141929"/>
              <a:gd name="csY132" fmla="*/ 138574 h 141907"/>
              <a:gd name="csX133" fmla="*/ 76281 w 141929"/>
              <a:gd name="csY133" fmla="*/ 136516 h 141907"/>
              <a:gd name="csX134" fmla="*/ 76281 w 141929"/>
              <a:gd name="csY134" fmla="*/ 125884 h 141907"/>
              <a:gd name="csX135" fmla="*/ 75892 w 141929"/>
              <a:gd name="csY135" fmla="*/ 123808 h 141907"/>
              <a:gd name="csX136" fmla="*/ 74723 w 141929"/>
              <a:gd name="csY136" fmla="*/ 122056 h 141907"/>
              <a:gd name="csX137" fmla="*/ 72960 w 141929"/>
              <a:gd name="csY137" fmla="*/ 120882 h 141907"/>
              <a:gd name="csX138" fmla="*/ 70881 w 141929"/>
              <a:gd name="csY138" fmla="*/ 120491 h 141907"/>
            </a:gdLst>
            <a:ahLst/>
            <a:cxnLst/>
            <a:rect l="l" t="t" r="r" b="b"/>
            <a:pathLst>
              <a:path w="100000" h="100000">
                <a:moveTo>
                  <a:pt x="49941" y="8"/>
                </a:moveTo>
                <a:cubicBezTo>
                  <a:pt x="48949" y="20"/>
                  <a:pt x="48003" y="428"/>
                  <a:pt x="47312" y="1147"/>
                </a:cubicBezTo>
                <a:cubicBezTo>
                  <a:pt x="46621" y="1854"/>
                  <a:pt x="46239" y="2813"/>
                  <a:pt x="46254" y="3808"/>
                </a:cubicBezTo>
                <a:lnTo>
                  <a:pt x="46254" y="11299"/>
                </a:lnTo>
                <a:cubicBezTo>
                  <a:pt x="46247" y="11790"/>
                  <a:pt x="46339" y="12294"/>
                  <a:pt x="46524" y="12749"/>
                </a:cubicBezTo>
                <a:cubicBezTo>
                  <a:pt x="46709" y="13205"/>
                  <a:pt x="46984" y="13624"/>
                  <a:pt x="47333" y="13984"/>
                </a:cubicBezTo>
                <a:cubicBezTo>
                  <a:pt x="47681" y="14332"/>
                  <a:pt x="48097" y="14619"/>
                  <a:pt x="48555" y="14811"/>
                </a:cubicBezTo>
                <a:cubicBezTo>
                  <a:pt x="49013" y="15003"/>
                  <a:pt x="49504" y="15099"/>
                  <a:pt x="50000" y="15099"/>
                </a:cubicBezTo>
                <a:cubicBezTo>
                  <a:pt x="50496" y="15099"/>
                  <a:pt x="50987" y="15003"/>
                  <a:pt x="51445" y="14811"/>
                </a:cubicBezTo>
                <a:cubicBezTo>
                  <a:pt x="51903" y="14619"/>
                  <a:pt x="52320" y="14332"/>
                  <a:pt x="52669" y="13984"/>
                </a:cubicBezTo>
                <a:cubicBezTo>
                  <a:pt x="53016" y="13624"/>
                  <a:pt x="53291" y="13205"/>
                  <a:pt x="53477" y="12749"/>
                </a:cubicBezTo>
                <a:cubicBezTo>
                  <a:pt x="53662" y="12294"/>
                  <a:pt x="53753" y="11790"/>
                  <a:pt x="53746" y="11299"/>
                </a:cubicBezTo>
                <a:lnTo>
                  <a:pt x="53746" y="3808"/>
                </a:lnTo>
                <a:cubicBezTo>
                  <a:pt x="53753" y="3304"/>
                  <a:pt x="53660" y="2813"/>
                  <a:pt x="53472" y="2346"/>
                </a:cubicBezTo>
                <a:cubicBezTo>
                  <a:pt x="53282" y="1878"/>
                  <a:pt x="53003" y="1459"/>
                  <a:pt x="52648" y="1099"/>
                </a:cubicBezTo>
                <a:cubicBezTo>
                  <a:pt x="52293" y="752"/>
                  <a:pt x="51870" y="476"/>
                  <a:pt x="51406" y="285"/>
                </a:cubicBezTo>
                <a:cubicBezTo>
                  <a:pt x="50941" y="93"/>
                  <a:pt x="50444" y="-4"/>
                  <a:pt x="49941" y="8"/>
                </a:cubicBezTo>
                <a:close/>
                <a:moveTo>
                  <a:pt x="17290" y="13553"/>
                </a:moveTo>
                <a:cubicBezTo>
                  <a:pt x="16545" y="13553"/>
                  <a:pt x="15817" y="13780"/>
                  <a:pt x="15198" y="14200"/>
                </a:cubicBezTo>
                <a:cubicBezTo>
                  <a:pt x="14580" y="14607"/>
                  <a:pt x="14101" y="15206"/>
                  <a:pt x="13820" y="15890"/>
                </a:cubicBezTo>
                <a:cubicBezTo>
                  <a:pt x="13540" y="16585"/>
                  <a:pt x="13472" y="17340"/>
                  <a:pt x="13626" y="18071"/>
                </a:cubicBezTo>
                <a:cubicBezTo>
                  <a:pt x="13779" y="18802"/>
                  <a:pt x="14147" y="19473"/>
                  <a:pt x="14681" y="19989"/>
                </a:cubicBezTo>
                <a:lnTo>
                  <a:pt x="19978" y="25287"/>
                </a:lnTo>
                <a:cubicBezTo>
                  <a:pt x="20681" y="25993"/>
                  <a:pt x="21635" y="26389"/>
                  <a:pt x="22630" y="26389"/>
                </a:cubicBezTo>
                <a:cubicBezTo>
                  <a:pt x="23623" y="26389"/>
                  <a:pt x="24578" y="25993"/>
                  <a:pt x="25280" y="25287"/>
                </a:cubicBezTo>
                <a:cubicBezTo>
                  <a:pt x="25983" y="24579"/>
                  <a:pt x="26378" y="23632"/>
                  <a:pt x="26378" y="22637"/>
                </a:cubicBezTo>
                <a:cubicBezTo>
                  <a:pt x="26378" y="21643"/>
                  <a:pt x="25983" y="20684"/>
                  <a:pt x="25280" y="19989"/>
                </a:cubicBezTo>
                <a:lnTo>
                  <a:pt x="19983" y="14691"/>
                </a:lnTo>
                <a:cubicBezTo>
                  <a:pt x="19633" y="14332"/>
                  <a:pt x="19215" y="14044"/>
                  <a:pt x="18752" y="13852"/>
                </a:cubicBezTo>
                <a:cubicBezTo>
                  <a:pt x="18289" y="13660"/>
                  <a:pt x="17793" y="13553"/>
                  <a:pt x="17290" y="13553"/>
                </a:cubicBezTo>
                <a:close/>
                <a:moveTo>
                  <a:pt x="82592" y="13553"/>
                </a:moveTo>
                <a:cubicBezTo>
                  <a:pt x="81620" y="13588"/>
                  <a:pt x="80696" y="13996"/>
                  <a:pt x="80017" y="14691"/>
                </a:cubicBezTo>
                <a:lnTo>
                  <a:pt x="74720" y="19989"/>
                </a:lnTo>
                <a:cubicBezTo>
                  <a:pt x="74017" y="20684"/>
                  <a:pt x="73622" y="21643"/>
                  <a:pt x="73622" y="22637"/>
                </a:cubicBezTo>
                <a:cubicBezTo>
                  <a:pt x="73622" y="23632"/>
                  <a:pt x="74017" y="24579"/>
                  <a:pt x="74720" y="25287"/>
                </a:cubicBezTo>
                <a:cubicBezTo>
                  <a:pt x="75423" y="25993"/>
                  <a:pt x="76377" y="26389"/>
                  <a:pt x="77370" y="26389"/>
                </a:cubicBezTo>
                <a:cubicBezTo>
                  <a:pt x="78366" y="26389"/>
                  <a:pt x="79319" y="25993"/>
                  <a:pt x="80022" y="25287"/>
                </a:cubicBezTo>
                <a:lnTo>
                  <a:pt x="85319" y="19989"/>
                </a:lnTo>
                <a:cubicBezTo>
                  <a:pt x="85861" y="19461"/>
                  <a:pt x="86233" y="18790"/>
                  <a:pt x="86383" y="18047"/>
                </a:cubicBezTo>
                <a:cubicBezTo>
                  <a:pt x="86533" y="17304"/>
                  <a:pt x="86454" y="16537"/>
                  <a:pt x="86160" y="15842"/>
                </a:cubicBezTo>
                <a:cubicBezTo>
                  <a:pt x="85865" y="15146"/>
                  <a:pt x="85366" y="14559"/>
                  <a:pt x="84730" y="14152"/>
                </a:cubicBezTo>
                <a:cubicBezTo>
                  <a:pt x="84093" y="13744"/>
                  <a:pt x="83349" y="13529"/>
                  <a:pt x="82592" y="13553"/>
                </a:cubicBezTo>
                <a:close/>
                <a:moveTo>
                  <a:pt x="50000" y="22542"/>
                </a:moveTo>
                <a:cubicBezTo>
                  <a:pt x="42714" y="22542"/>
                  <a:pt x="35727" y="25430"/>
                  <a:pt x="30576" y="30584"/>
                </a:cubicBezTo>
                <a:cubicBezTo>
                  <a:pt x="25424" y="35726"/>
                  <a:pt x="22530" y="42714"/>
                  <a:pt x="22530" y="50001"/>
                </a:cubicBezTo>
                <a:cubicBezTo>
                  <a:pt x="22530" y="57289"/>
                  <a:pt x="25424" y="64276"/>
                  <a:pt x="30576" y="69430"/>
                </a:cubicBezTo>
                <a:cubicBezTo>
                  <a:pt x="35727" y="74571"/>
                  <a:pt x="42714" y="77472"/>
                  <a:pt x="50000" y="77472"/>
                </a:cubicBezTo>
                <a:cubicBezTo>
                  <a:pt x="57286" y="77472"/>
                  <a:pt x="64273" y="74571"/>
                  <a:pt x="69426" y="69430"/>
                </a:cubicBezTo>
                <a:cubicBezTo>
                  <a:pt x="74577" y="64276"/>
                  <a:pt x="77471" y="57289"/>
                  <a:pt x="77471" y="50001"/>
                </a:cubicBezTo>
                <a:cubicBezTo>
                  <a:pt x="77471" y="42714"/>
                  <a:pt x="74577" y="35726"/>
                  <a:pt x="69426" y="30584"/>
                </a:cubicBezTo>
                <a:cubicBezTo>
                  <a:pt x="64273" y="25430"/>
                  <a:pt x="57286" y="22542"/>
                  <a:pt x="50000" y="22542"/>
                </a:cubicBezTo>
                <a:close/>
                <a:moveTo>
                  <a:pt x="3800" y="46261"/>
                </a:moveTo>
                <a:cubicBezTo>
                  <a:pt x="3302" y="46249"/>
                  <a:pt x="2810" y="46345"/>
                  <a:pt x="2350" y="46525"/>
                </a:cubicBezTo>
                <a:cubicBezTo>
                  <a:pt x="1889" y="46717"/>
                  <a:pt x="1470" y="46993"/>
                  <a:pt x="1116" y="47340"/>
                </a:cubicBezTo>
                <a:cubicBezTo>
                  <a:pt x="762" y="47688"/>
                  <a:pt x="482" y="48095"/>
                  <a:pt x="290" y="48562"/>
                </a:cubicBezTo>
                <a:cubicBezTo>
                  <a:pt x="98" y="49018"/>
                  <a:pt x="0" y="49509"/>
                  <a:pt x="0" y="50001"/>
                </a:cubicBezTo>
                <a:cubicBezTo>
                  <a:pt x="0" y="50504"/>
                  <a:pt x="98" y="50996"/>
                  <a:pt x="290" y="51451"/>
                </a:cubicBezTo>
                <a:cubicBezTo>
                  <a:pt x="482" y="51907"/>
                  <a:pt x="762" y="52326"/>
                  <a:pt x="1116" y="52674"/>
                </a:cubicBezTo>
                <a:cubicBezTo>
                  <a:pt x="1470" y="53022"/>
                  <a:pt x="1889" y="53297"/>
                  <a:pt x="2350" y="53477"/>
                </a:cubicBezTo>
                <a:cubicBezTo>
                  <a:pt x="2810" y="53668"/>
                  <a:pt x="3302" y="53752"/>
                  <a:pt x="3800" y="53752"/>
                </a:cubicBezTo>
                <a:lnTo>
                  <a:pt x="11292" y="53752"/>
                </a:lnTo>
                <a:cubicBezTo>
                  <a:pt x="11788" y="53752"/>
                  <a:pt x="12281" y="53668"/>
                  <a:pt x="12742" y="53477"/>
                </a:cubicBezTo>
                <a:cubicBezTo>
                  <a:pt x="13202" y="53297"/>
                  <a:pt x="13621" y="53022"/>
                  <a:pt x="13975" y="52674"/>
                </a:cubicBezTo>
                <a:cubicBezTo>
                  <a:pt x="14328" y="52326"/>
                  <a:pt x="14609" y="51907"/>
                  <a:pt x="14800" y="51451"/>
                </a:cubicBezTo>
                <a:cubicBezTo>
                  <a:pt x="14993" y="50996"/>
                  <a:pt x="15091" y="50504"/>
                  <a:pt x="15091" y="50001"/>
                </a:cubicBezTo>
                <a:cubicBezTo>
                  <a:pt x="15091" y="49509"/>
                  <a:pt x="14993" y="49018"/>
                  <a:pt x="14800" y="48562"/>
                </a:cubicBezTo>
                <a:cubicBezTo>
                  <a:pt x="14609" y="48095"/>
                  <a:pt x="14328" y="47688"/>
                  <a:pt x="13975" y="47340"/>
                </a:cubicBezTo>
                <a:cubicBezTo>
                  <a:pt x="13621" y="46993"/>
                  <a:pt x="13202" y="46717"/>
                  <a:pt x="12742" y="46525"/>
                </a:cubicBezTo>
                <a:cubicBezTo>
                  <a:pt x="12281" y="46345"/>
                  <a:pt x="11788" y="46249"/>
                  <a:pt x="11292" y="46261"/>
                </a:cubicBezTo>
                <a:lnTo>
                  <a:pt x="3800" y="46261"/>
                </a:lnTo>
                <a:close/>
                <a:moveTo>
                  <a:pt x="88709" y="46261"/>
                </a:moveTo>
                <a:cubicBezTo>
                  <a:pt x="88213" y="46249"/>
                  <a:pt x="87721" y="46345"/>
                  <a:pt x="87259" y="46525"/>
                </a:cubicBezTo>
                <a:cubicBezTo>
                  <a:pt x="86798" y="46717"/>
                  <a:pt x="86379" y="46993"/>
                  <a:pt x="86025" y="47340"/>
                </a:cubicBezTo>
                <a:cubicBezTo>
                  <a:pt x="85672" y="47688"/>
                  <a:pt x="85391" y="48095"/>
                  <a:pt x="85200" y="48562"/>
                </a:cubicBezTo>
                <a:cubicBezTo>
                  <a:pt x="85009" y="49018"/>
                  <a:pt x="84909" y="49509"/>
                  <a:pt x="84909" y="50001"/>
                </a:cubicBezTo>
                <a:cubicBezTo>
                  <a:pt x="84909" y="50504"/>
                  <a:pt x="85009" y="50996"/>
                  <a:pt x="85200" y="51451"/>
                </a:cubicBezTo>
                <a:cubicBezTo>
                  <a:pt x="85391" y="51907"/>
                  <a:pt x="85672" y="52326"/>
                  <a:pt x="86025" y="52674"/>
                </a:cubicBezTo>
                <a:cubicBezTo>
                  <a:pt x="86379" y="53022"/>
                  <a:pt x="86798" y="53297"/>
                  <a:pt x="87259" y="53477"/>
                </a:cubicBezTo>
                <a:cubicBezTo>
                  <a:pt x="87721" y="53668"/>
                  <a:pt x="88213" y="53752"/>
                  <a:pt x="88709" y="53752"/>
                </a:cubicBezTo>
                <a:lnTo>
                  <a:pt x="96202" y="53752"/>
                </a:lnTo>
                <a:cubicBezTo>
                  <a:pt x="96698" y="53752"/>
                  <a:pt x="97190" y="53668"/>
                  <a:pt x="97651" y="53477"/>
                </a:cubicBezTo>
                <a:cubicBezTo>
                  <a:pt x="98112" y="53297"/>
                  <a:pt x="98530" y="53022"/>
                  <a:pt x="98884" y="52674"/>
                </a:cubicBezTo>
                <a:cubicBezTo>
                  <a:pt x="99238" y="52326"/>
                  <a:pt x="99518" y="51907"/>
                  <a:pt x="99710" y="51451"/>
                </a:cubicBezTo>
                <a:cubicBezTo>
                  <a:pt x="99902" y="50996"/>
                  <a:pt x="100000" y="50504"/>
                  <a:pt x="100000" y="50001"/>
                </a:cubicBezTo>
                <a:cubicBezTo>
                  <a:pt x="100000" y="49509"/>
                  <a:pt x="99902" y="49018"/>
                  <a:pt x="99710" y="48562"/>
                </a:cubicBezTo>
                <a:cubicBezTo>
                  <a:pt x="99518" y="48095"/>
                  <a:pt x="99238" y="47688"/>
                  <a:pt x="98884" y="47340"/>
                </a:cubicBezTo>
                <a:cubicBezTo>
                  <a:pt x="98530" y="46993"/>
                  <a:pt x="98112" y="46717"/>
                  <a:pt x="97651" y="46525"/>
                </a:cubicBezTo>
                <a:cubicBezTo>
                  <a:pt x="97190" y="46345"/>
                  <a:pt x="96698" y="46249"/>
                  <a:pt x="96202" y="46261"/>
                </a:cubicBezTo>
                <a:lnTo>
                  <a:pt x="88709" y="46261"/>
                </a:lnTo>
                <a:close/>
                <a:moveTo>
                  <a:pt x="22554" y="73588"/>
                </a:moveTo>
                <a:cubicBezTo>
                  <a:pt x="21581" y="73612"/>
                  <a:pt x="20658" y="74020"/>
                  <a:pt x="19978" y="74716"/>
                </a:cubicBezTo>
                <a:lnTo>
                  <a:pt x="14681" y="80013"/>
                </a:lnTo>
                <a:cubicBezTo>
                  <a:pt x="14333" y="80361"/>
                  <a:pt x="14056" y="80780"/>
                  <a:pt x="13868" y="81236"/>
                </a:cubicBezTo>
                <a:cubicBezTo>
                  <a:pt x="13680" y="81691"/>
                  <a:pt x="13583" y="82171"/>
                  <a:pt x="13583" y="82662"/>
                </a:cubicBezTo>
                <a:cubicBezTo>
                  <a:pt x="13583" y="83154"/>
                  <a:pt x="13680" y="83645"/>
                  <a:pt x="13868" y="84100"/>
                </a:cubicBezTo>
                <a:cubicBezTo>
                  <a:pt x="14056" y="84556"/>
                  <a:pt x="14333" y="84975"/>
                  <a:pt x="14681" y="85322"/>
                </a:cubicBezTo>
                <a:cubicBezTo>
                  <a:pt x="15029" y="85670"/>
                  <a:pt x="15442" y="85946"/>
                  <a:pt x="15897" y="86125"/>
                </a:cubicBezTo>
                <a:cubicBezTo>
                  <a:pt x="16352" y="86317"/>
                  <a:pt x="16839" y="86414"/>
                  <a:pt x="17333" y="86414"/>
                </a:cubicBezTo>
                <a:cubicBezTo>
                  <a:pt x="17825" y="86414"/>
                  <a:pt x="18312" y="86317"/>
                  <a:pt x="18767" y="86125"/>
                </a:cubicBezTo>
                <a:cubicBezTo>
                  <a:pt x="19222" y="85946"/>
                  <a:pt x="19635" y="85670"/>
                  <a:pt x="19983" y="85322"/>
                </a:cubicBezTo>
                <a:lnTo>
                  <a:pt x="25280" y="80025"/>
                </a:lnTo>
                <a:cubicBezTo>
                  <a:pt x="25823" y="79497"/>
                  <a:pt x="26193" y="78814"/>
                  <a:pt x="26343" y="78071"/>
                </a:cubicBezTo>
                <a:cubicBezTo>
                  <a:pt x="26494" y="77340"/>
                  <a:pt x="26416" y="76562"/>
                  <a:pt x="26122" y="75866"/>
                </a:cubicBezTo>
                <a:cubicBezTo>
                  <a:pt x="25826" y="75171"/>
                  <a:pt x="25328" y="74583"/>
                  <a:pt x="24691" y="74176"/>
                </a:cubicBezTo>
                <a:cubicBezTo>
                  <a:pt x="24055" y="73769"/>
                  <a:pt x="23310" y="73565"/>
                  <a:pt x="22554" y="73588"/>
                </a:cubicBezTo>
                <a:close/>
                <a:moveTo>
                  <a:pt x="77330" y="73588"/>
                </a:moveTo>
                <a:cubicBezTo>
                  <a:pt x="76584" y="73588"/>
                  <a:pt x="75856" y="73816"/>
                  <a:pt x="75237" y="74224"/>
                </a:cubicBezTo>
                <a:cubicBezTo>
                  <a:pt x="74620" y="74644"/>
                  <a:pt x="74139" y="75231"/>
                  <a:pt x="73858" y="75926"/>
                </a:cubicBezTo>
                <a:cubicBezTo>
                  <a:pt x="73579" y="76621"/>
                  <a:pt x="73511" y="77376"/>
                  <a:pt x="73664" y="78107"/>
                </a:cubicBezTo>
                <a:cubicBezTo>
                  <a:pt x="73818" y="78838"/>
                  <a:pt x="74186" y="79497"/>
                  <a:pt x="74720" y="80025"/>
                </a:cubicBezTo>
                <a:lnTo>
                  <a:pt x="80017" y="85322"/>
                </a:lnTo>
                <a:cubicBezTo>
                  <a:pt x="80365" y="85670"/>
                  <a:pt x="80778" y="85946"/>
                  <a:pt x="81234" y="86125"/>
                </a:cubicBezTo>
                <a:cubicBezTo>
                  <a:pt x="81689" y="86317"/>
                  <a:pt x="82176" y="86414"/>
                  <a:pt x="82668" y="86414"/>
                </a:cubicBezTo>
                <a:cubicBezTo>
                  <a:pt x="83161" y="86414"/>
                  <a:pt x="83648" y="86317"/>
                  <a:pt x="84103" y="86125"/>
                </a:cubicBezTo>
                <a:cubicBezTo>
                  <a:pt x="84558" y="85946"/>
                  <a:pt x="84971" y="85670"/>
                  <a:pt x="85319" y="85322"/>
                </a:cubicBezTo>
                <a:cubicBezTo>
                  <a:pt x="85667" y="84975"/>
                  <a:pt x="85944" y="84556"/>
                  <a:pt x="86132" y="84100"/>
                </a:cubicBezTo>
                <a:cubicBezTo>
                  <a:pt x="86321" y="83645"/>
                  <a:pt x="86417" y="83154"/>
                  <a:pt x="86417" y="82662"/>
                </a:cubicBezTo>
                <a:cubicBezTo>
                  <a:pt x="86417" y="82171"/>
                  <a:pt x="86321" y="81691"/>
                  <a:pt x="86132" y="81236"/>
                </a:cubicBezTo>
                <a:cubicBezTo>
                  <a:pt x="85944" y="80780"/>
                  <a:pt x="85667" y="80361"/>
                  <a:pt x="85319" y="80013"/>
                </a:cubicBezTo>
                <a:lnTo>
                  <a:pt x="80022" y="74716"/>
                </a:lnTo>
                <a:cubicBezTo>
                  <a:pt x="79672" y="74355"/>
                  <a:pt x="79252" y="74080"/>
                  <a:pt x="78791" y="73876"/>
                </a:cubicBezTo>
                <a:cubicBezTo>
                  <a:pt x="78329" y="73685"/>
                  <a:pt x="77831" y="73588"/>
                  <a:pt x="77330" y="73588"/>
                </a:cubicBezTo>
                <a:close/>
                <a:moveTo>
                  <a:pt x="49941" y="84903"/>
                </a:moveTo>
                <a:cubicBezTo>
                  <a:pt x="48949" y="84927"/>
                  <a:pt x="48003" y="85334"/>
                  <a:pt x="47312" y="86042"/>
                </a:cubicBezTo>
                <a:cubicBezTo>
                  <a:pt x="46621" y="86761"/>
                  <a:pt x="46239" y="87720"/>
                  <a:pt x="46254" y="88703"/>
                </a:cubicBezTo>
                <a:lnTo>
                  <a:pt x="46254" y="96194"/>
                </a:lnTo>
                <a:cubicBezTo>
                  <a:pt x="46247" y="96697"/>
                  <a:pt x="46339" y="97189"/>
                  <a:pt x="46524" y="97644"/>
                </a:cubicBezTo>
                <a:cubicBezTo>
                  <a:pt x="46709" y="98111"/>
                  <a:pt x="46984" y="98531"/>
                  <a:pt x="47333" y="98878"/>
                </a:cubicBezTo>
                <a:cubicBezTo>
                  <a:pt x="47681" y="99238"/>
                  <a:pt x="48097" y="99514"/>
                  <a:pt x="48555" y="99705"/>
                </a:cubicBezTo>
                <a:cubicBezTo>
                  <a:pt x="49013" y="99897"/>
                  <a:pt x="49504" y="99993"/>
                  <a:pt x="50000" y="99993"/>
                </a:cubicBezTo>
                <a:cubicBezTo>
                  <a:pt x="50496" y="99993"/>
                  <a:pt x="50987" y="99897"/>
                  <a:pt x="51445" y="99705"/>
                </a:cubicBezTo>
                <a:cubicBezTo>
                  <a:pt x="51903" y="99514"/>
                  <a:pt x="52320" y="99238"/>
                  <a:pt x="52669" y="98878"/>
                </a:cubicBezTo>
                <a:cubicBezTo>
                  <a:pt x="53016" y="98531"/>
                  <a:pt x="53291" y="98111"/>
                  <a:pt x="53477" y="97644"/>
                </a:cubicBezTo>
                <a:cubicBezTo>
                  <a:pt x="53662" y="97189"/>
                  <a:pt x="53753" y="96697"/>
                  <a:pt x="53746" y="96194"/>
                </a:cubicBezTo>
                <a:lnTo>
                  <a:pt x="53746" y="88703"/>
                </a:lnTo>
                <a:cubicBezTo>
                  <a:pt x="53753" y="88211"/>
                  <a:pt x="53660" y="87708"/>
                  <a:pt x="53472" y="87240"/>
                </a:cubicBezTo>
                <a:cubicBezTo>
                  <a:pt x="53282" y="86773"/>
                  <a:pt x="53003" y="86353"/>
                  <a:pt x="52648" y="86006"/>
                </a:cubicBezTo>
                <a:cubicBezTo>
                  <a:pt x="52293" y="85646"/>
                  <a:pt x="51870" y="85370"/>
                  <a:pt x="51406" y="85179"/>
                </a:cubicBezTo>
                <a:cubicBezTo>
                  <a:pt x="50941" y="84987"/>
                  <a:pt x="50444" y="84903"/>
                  <a:pt x="49941" y="849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8" name="Белый — SVG 1">
            <a:extLst>
              <a:ext uri="{FF2B5EF4-FFF2-40B4-BE49-F238E27FC236}">
                <a16:creationId xmlns:a16="http://schemas.microsoft.com/office/drawing/2014/main" id="{4F4B2777-CD88-7845-88AC-9258A2BAE51D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55821 w 142453"/>
              <a:gd name="csY0" fmla="*/ 35400 h 151007"/>
              <a:gd name="csX1" fmla="*/ 4781 w 142453"/>
              <a:gd name="csY1" fmla="*/ 18355 h 151007"/>
              <a:gd name="csX2" fmla="*/ 55821 w 142453"/>
              <a:gd name="csY2" fmla="*/ 136 h 151007"/>
              <a:gd name="csX3" fmla="*/ 55821 w 142453"/>
              <a:gd name="csY3" fmla="*/ 35400 h 151007"/>
              <a:gd name="csX4" fmla="*/ 137706 w 142453"/>
              <a:gd name="csY4" fmla="*/ 23322 h 151007"/>
              <a:gd name="csX5" fmla="*/ 78823 w 142453"/>
              <a:gd name="csY5" fmla="*/ 43055 h 151007"/>
              <a:gd name="csX6" fmla="*/ 66454 w 142453"/>
              <a:gd name="csY6" fmla="*/ 38955 h 151007"/>
              <a:gd name="csX7" fmla="*/ 66454 w 142453"/>
              <a:gd name="csY7" fmla="*/ 0 h 151007"/>
              <a:gd name="csX8" fmla="*/ 137706 w 142453"/>
              <a:gd name="csY8" fmla="*/ 23322 h 151007"/>
              <a:gd name="csX9" fmla="*/ 142453 w 142453"/>
              <a:gd name="csY9" fmla="*/ 32917 h 151007"/>
              <a:gd name="csX10" fmla="*/ 126359 w 142453"/>
              <a:gd name="csY10" fmla="*/ 132823 h 151007"/>
              <a:gd name="csX11" fmla="*/ 122922 w 142453"/>
              <a:gd name="csY11" fmla="*/ 136973 h 151007"/>
              <a:gd name="csX12" fmla="*/ 84148 w 142453"/>
              <a:gd name="csY12" fmla="*/ 150905 h 151007"/>
              <a:gd name="csX13" fmla="*/ 84148 w 142453"/>
              <a:gd name="csY13" fmla="*/ 52479 h 151007"/>
              <a:gd name="csX14" fmla="*/ 142453 w 142453"/>
              <a:gd name="csY14" fmla="*/ 32917 h 151007"/>
              <a:gd name="csX15" fmla="*/ 0 w 142453"/>
              <a:gd name="csY15" fmla="*/ 28000 h 151007"/>
              <a:gd name="csX16" fmla="*/ 73515 w 142453"/>
              <a:gd name="csY16" fmla="*/ 52479 h 151007"/>
              <a:gd name="csX17" fmla="*/ 73515 w 142453"/>
              <a:gd name="csY17" fmla="*/ 151008 h 151007"/>
              <a:gd name="csX18" fmla="*/ 17218 w 142453"/>
              <a:gd name="csY18" fmla="*/ 132466 h 151007"/>
              <a:gd name="csX19" fmla="*/ 13645 w 142453"/>
              <a:gd name="csY19" fmla="*/ 128145 h 151007"/>
              <a:gd name="csX20" fmla="*/ 0 w 142453"/>
              <a:gd name="csY20" fmla="*/ 28000 h 151007"/>
              <a:gd name="csX21" fmla="*/ 62422 w 142453"/>
              <a:gd name="csY21" fmla="*/ 93391 h 151007"/>
              <a:gd name="csX22" fmla="*/ 62337 w 142453"/>
              <a:gd name="csY22" fmla="*/ 93119 h 151007"/>
              <a:gd name="csX23" fmla="*/ 57301 w 142453"/>
              <a:gd name="csY23" fmla="*/ 82878 h 151007"/>
              <a:gd name="csX24" fmla="*/ 48284 w 142453"/>
              <a:gd name="csY24" fmla="*/ 85447 h 151007"/>
              <a:gd name="csX25" fmla="*/ 55396 w 142453"/>
              <a:gd name="csY25" fmla="*/ 100145 h 151007"/>
              <a:gd name="csX26" fmla="*/ 47144 w 142453"/>
              <a:gd name="csY26" fmla="*/ 97134 h 151007"/>
              <a:gd name="csX27" fmla="*/ 46872 w 142453"/>
              <a:gd name="csY27" fmla="*/ 92915 h 151007"/>
              <a:gd name="csX28" fmla="*/ 42159 w 142453"/>
              <a:gd name="csY28" fmla="*/ 101250 h 151007"/>
              <a:gd name="csX29" fmla="*/ 48114 w 142453"/>
              <a:gd name="csY29" fmla="*/ 113362 h 151007"/>
              <a:gd name="csX30" fmla="*/ 47893 w 142453"/>
              <a:gd name="csY30" fmla="*/ 109160 h 151007"/>
              <a:gd name="csX31" fmla="*/ 54222 w 142453"/>
              <a:gd name="csY31" fmla="*/ 111457 h 151007"/>
              <a:gd name="csX32" fmla="*/ 54477 w 142453"/>
              <a:gd name="csY32" fmla="*/ 111576 h 151007"/>
              <a:gd name="csX33" fmla="*/ 56093 w 142453"/>
              <a:gd name="csY33" fmla="*/ 110793 h 151007"/>
              <a:gd name="csX34" fmla="*/ 62422 w 142453"/>
              <a:gd name="csY34" fmla="*/ 100111 h 151007"/>
              <a:gd name="csX35" fmla="*/ 62388 w 142453"/>
              <a:gd name="csY35" fmla="*/ 100161 h 151007"/>
              <a:gd name="csX36" fmla="*/ 62422 w 142453"/>
              <a:gd name="csY36" fmla="*/ 93391 h 151007"/>
              <a:gd name="csX37" fmla="*/ 16554 w 142453"/>
              <a:gd name="csY37" fmla="*/ 70443 h 151007"/>
              <a:gd name="csX38" fmla="*/ 19991 w 142453"/>
              <a:gd name="csY38" fmla="*/ 73794 h 151007"/>
              <a:gd name="csX39" fmla="*/ 17184 w 142453"/>
              <a:gd name="csY39" fmla="*/ 78676 h 151007"/>
              <a:gd name="csX40" fmla="*/ 17473 w 142453"/>
              <a:gd name="csY40" fmla="*/ 81296 h 151007"/>
              <a:gd name="csX41" fmla="*/ 24533 w 142453"/>
              <a:gd name="csY41" fmla="*/ 95790 h 151007"/>
              <a:gd name="csX42" fmla="*/ 30777 w 142453"/>
              <a:gd name="csY42" fmla="*/ 102985 h 151007"/>
              <a:gd name="csX43" fmla="*/ 30998 w 142453"/>
              <a:gd name="csY43" fmla="*/ 103104 h 151007"/>
              <a:gd name="csX44" fmla="*/ 40016 w 142453"/>
              <a:gd name="csY44" fmla="*/ 106388 h 151007"/>
              <a:gd name="csX45" fmla="*/ 39982 w 142453"/>
              <a:gd name="csY45" fmla="*/ 94667 h 151007"/>
              <a:gd name="csX46" fmla="*/ 26201 w 142453"/>
              <a:gd name="csY46" fmla="*/ 89648 h 151007"/>
              <a:gd name="csX47" fmla="*/ 29842 w 142453"/>
              <a:gd name="csY47" fmla="*/ 83269 h 151007"/>
              <a:gd name="csX48" fmla="*/ 33312 w 142453"/>
              <a:gd name="csY48" fmla="*/ 86569 h 151007"/>
              <a:gd name="csX49" fmla="*/ 27221 w 142453"/>
              <a:gd name="csY49" fmla="*/ 74338 h 151007"/>
              <a:gd name="csX50" fmla="*/ 16554 w 142453"/>
              <a:gd name="csY50" fmla="*/ 70443 h 151007"/>
              <a:gd name="csX51" fmla="*/ 51244 w 142453"/>
              <a:gd name="csY51" fmla="*/ 80990 h 151007"/>
              <a:gd name="csX52" fmla="*/ 55940 w 142453"/>
              <a:gd name="csY52" fmla="*/ 72722 h 151007"/>
              <a:gd name="csX53" fmla="*/ 52725 w 142453"/>
              <a:gd name="csY53" fmla="*/ 73607 h 151007"/>
              <a:gd name="csX54" fmla="*/ 49220 w 142453"/>
              <a:gd name="csY54" fmla="*/ 66445 h 151007"/>
              <a:gd name="csX55" fmla="*/ 47399 w 142453"/>
              <a:gd name="csY55" fmla="*/ 64625 h 151007"/>
              <a:gd name="csX56" fmla="*/ 47042 w 142453"/>
              <a:gd name="csY56" fmla="*/ 64523 h 151007"/>
              <a:gd name="csX57" fmla="*/ 34367 w 142453"/>
              <a:gd name="csY57" fmla="*/ 59913 h 151007"/>
              <a:gd name="csX58" fmla="*/ 34197 w 142453"/>
              <a:gd name="csY58" fmla="*/ 59828 h 151007"/>
              <a:gd name="csX59" fmla="*/ 33874 w 142453"/>
              <a:gd name="csY59" fmla="*/ 59726 h 151007"/>
              <a:gd name="csX60" fmla="*/ 33567 w 142453"/>
              <a:gd name="csY60" fmla="*/ 59607 h 151007"/>
              <a:gd name="csX61" fmla="*/ 33380 w 142453"/>
              <a:gd name="csY61" fmla="*/ 59539 h 151007"/>
              <a:gd name="csX62" fmla="*/ 27732 w 142453"/>
              <a:gd name="csY62" fmla="*/ 60492 h 151007"/>
              <a:gd name="csX63" fmla="*/ 27630 w 142453"/>
              <a:gd name="csY63" fmla="*/ 60661 h 151007"/>
              <a:gd name="csX64" fmla="*/ 23666 w 142453"/>
              <a:gd name="csY64" fmla="*/ 67636 h 151007"/>
              <a:gd name="csX65" fmla="*/ 33431 w 142453"/>
              <a:gd name="csY65" fmla="*/ 77043 h 151007"/>
              <a:gd name="csX66" fmla="*/ 39352 w 142453"/>
              <a:gd name="csY66" fmla="*/ 67449 h 151007"/>
              <a:gd name="csX67" fmla="*/ 43639 w 142453"/>
              <a:gd name="csY67" fmla="*/ 76210 h 151007"/>
              <a:gd name="csX68" fmla="*/ 40492 w 142453"/>
              <a:gd name="csY68" fmla="*/ 77129 h 151007"/>
              <a:gd name="csX69" fmla="*/ 51244 w 142453"/>
              <a:gd name="csY69" fmla="*/ 80990 h 151007"/>
            </a:gdLst>
            <a:ahLst/>
            <a:cxnLst/>
            <a:rect l="l" t="t" r="r" b="b"/>
            <a:pathLst>
              <a:path w="100000" h="100000">
                <a:moveTo>
                  <a:pt x="39798" y="23443"/>
                </a:moveTo>
                <a:lnTo>
                  <a:pt x="5998" y="12155"/>
                </a:lnTo>
                <a:lnTo>
                  <a:pt x="39798" y="90"/>
                </a:lnTo>
                <a:lnTo>
                  <a:pt x="39798" y="23443"/>
                </a:lnTo>
                <a:close/>
                <a:moveTo>
                  <a:pt x="94024" y="15444"/>
                </a:moveTo>
                <a:lnTo>
                  <a:pt x="55031" y="28512"/>
                </a:lnTo>
                <a:lnTo>
                  <a:pt x="46840" y="25797"/>
                </a:lnTo>
                <a:lnTo>
                  <a:pt x="46840" y="0"/>
                </a:lnTo>
                <a:lnTo>
                  <a:pt x="94024" y="15444"/>
                </a:lnTo>
                <a:close/>
                <a:moveTo>
                  <a:pt x="97168" y="21798"/>
                </a:moveTo>
                <a:lnTo>
                  <a:pt x="86510" y="87958"/>
                </a:lnTo>
                <a:cubicBezTo>
                  <a:pt x="86318" y="89208"/>
                  <a:pt x="85428" y="90267"/>
                  <a:pt x="84234" y="90706"/>
                </a:cubicBezTo>
                <a:lnTo>
                  <a:pt x="58557" y="99932"/>
                </a:lnTo>
                <a:lnTo>
                  <a:pt x="58557" y="34753"/>
                </a:lnTo>
                <a:lnTo>
                  <a:pt x="97168" y="21798"/>
                </a:lnTo>
                <a:close/>
                <a:moveTo>
                  <a:pt x="2832" y="18542"/>
                </a:moveTo>
                <a:lnTo>
                  <a:pt x="51515" y="34753"/>
                </a:lnTo>
                <a:lnTo>
                  <a:pt x="51515" y="100001"/>
                </a:lnTo>
                <a:lnTo>
                  <a:pt x="14234" y="87722"/>
                </a:lnTo>
                <a:cubicBezTo>
                  <a:pt x="12972" y="87305"/>
                  <a:pt x="12037" y="86201"/>
                  <a:pt x="11868" y="84860"/>
                </a:cubicBezTo>
                <a:lnTo>
                  <a:pt x="2832" y="18542"/>
                </a:lnTo>
                <a:close/>
                <a:moveTo>
                  <a:pt x="44169" y="61845"/>
                </a:moveTo>
                <a:lnTo>
                  <a:pt x="44113" y="61665"/>
                </a:lnTo>
                <a:lnTo>
                  <a:pt x="40778" y="54884"/>
                </a:lnTo>
                <a:lnTo>
                  <a:pt x="34807" y="56585"/>
                </a:lnTo>
                <a:lnTo>
                  <a:pt x="39517" y="66318"/>
                </a:lnTo>
                <a:lnTo>
                  <a:pt x="34052" y="64324"/>
                </a:lnTo>
                <a:lnTo>
                  <a:pt x="33872" y="61530"/>
                </a:lnTo>
                <a:lnTo>
                  <a:pt x="30751" y="67050"/>
                </a:lnTo>
                <a:lnTo>
                  <a:pt x="34694" y="75071"/>
                </a:lnTo>
                <a:lnTo>
                  <a:pt x="34548" y="72288"/>
                </a:lnTo>
                <a:lnTo>
                  <a:pt x="38739" y="73809"/>
                </a:lnTo>
                <a:cubicBezTo>
                  <a:pt x="38796" y="73843"/>
                  <a:pt x="38852" y="73865"/>
                  <a:pt x="38908" y="73888"/>
                </a:cubicBezTo>
                <a:cubicBezTo>
                  <a:pt x="39336" y="74046"/>
                  <a:pt x="39719" y="73989"/>
                  <a:pt x="39978" y="73369"/>
                </a:cubicBezTo>
                <a:lnTo>
                  <a:pt x="44169" y="66296"/>
                </a:lnTo>
                <a:cubicBezTo>
                  <a:pt x="44158" y="66307"/>
                  <a:pt x="44147" y="66318"/>
                  <a:pt x="44147" y="66329"/>
                </a:cubicBezTo>
                <a:cubicBezTo>
                  <a:pt x="44722" y="65360"/>
                  <a:pt x="44981" y="63806"/>
                  <a:pt x="44169" y="61845"/>
                </a:cubicBezTo>
                <a:close/>
                <a:moveTo>
                  <a:pt x="13795" y="46649"/>
                </a:moveTo>
                <a:lnTo>
                  <a:pt x="16071" y="48868"/>
                </a:lnTo>
                <a:lnTo>
                  <a:pt x="14212" y="52101"/>
                </a:lnTo>
                <a:cubicBezTo>
                  <a:pt x="13986" y="52462"/>
                  <a:pt x="13896" y="52901"/>
                  <a:pt x="14403" y="53836"/>
                </a:cubicBezTo>
                <a:lnTo>
                  <a:pt x="19079" y="63434"/>
                </a:lnTo>
                <a:cubicBezTo>
                  <a:pt x="19642" y="65022"/>
                  <a:pt x="21073" y="67185"/>
                  <a:pt x="23213" y="68199"/>
                </a:cubicBezTo>
                <a:lnTo>
                  <a:pt x="23360" y="68278"/>
                </a:lnTo>
                <a:lnTo>
                  <a:pt x="29332" y="70452"/>
                </a:lnTo>
                <a:lnTo>
                  <a:pt x="29309" y="62690"/>
                </a:lnTo>
                <a:lnTo>
                  <a:pt x="20183" y="59367"/>
                </a:lnTo>
                <a:lnTo>
                  <a:pt x="22594" y="55142"/>
                </a:lnTo>
                <a:lnTo>
                  <a:pt x="24892" y="57328"/>
                </a:lnTo>
                <a:lnTo>
                  <a:pt x="20859" y="49228"/>
                </a:lnTo>
                <a:lnTo>
                  <a:pt x="13795" y="46649"/>
                </a:lnTo>
                <a:close/>
                <a:moveTo>
                  <a:pt x="36767" y="53633"/>
                </a:moveTo>
                <a:lnTo>
                  <a:pt x="39877" y="48158"/>
                </a:lnTo>
                <a:lnTo>
                  <a:pt x="37748" y="48744"/>
                </a:lnTo>
                <a:lnTo>
                  <a:pt x="35427" y="44001"/>
                </a:lnTo>
                <a:cubicBezTo>
                  <a:pt x="35201" y="43483"/>
                  <a:pt x="34886" y="43044"/>
                  <a:pt x="34221" y="42796"/>
                </a:cubicBezTo>
                <a:cubicBezTo>
                  <a:pt x="34153" y="42774"/>
                  <a:pt x="34063" y="42751"/>
                  <a:pt x="33985" y="42728"/>
                </a:cubicBezTo>
                <a:lnTo>
                  <a:pt x="25591" y="39676"/>
                </a:lnTo>
                <a:cubicBezTo>
                  <a:pt x="25557" y="39653"/>
                  <a:pt x="25512" y="39642"/>
                  <a:pt x="25478" y="39619"/>
                </a:cubicBezTo>
                <a:cubicBezTo>
                  <a:pt x="25388" y="39586"/>
                  <a:pt x="25309" y="39563"/>
                  <a:pt x="25264" y="39552"/>
                </a:cubicBezTo>
                <a:lnTo>
                  <a:pt x="25061" y="39473"/>
                </a:lnTo>
                <a:cubicBezTo>
                  <a:pt x="25016" y="39462"/>
                  <a:pt x="24982" y="39439"/>
                  <a:pt x="24937" y="39428"/>
                </a:cubicBezTo>
                <a:cubicBezTo>
                  <a:pt x="23608" y="38944"/>
                  <a:pt x="22053" y="38921"/>
                  <a:pt x="21197" y="40059"/>
                </a:cubicBezTo>
                <a:lnTo>
                  <a:pt x="21129" y="40171"/>
                </a:lnTo>
                <a:lnTo>
                  <a:pt x="18504" y="44790"/>
                </a:lnTo>
                <a:lnTo>
                  <a:pt x="24971" y="51019"/>
                </a:lnTo>
                <a:lnTo>
                  <a:pt x="28892" y="44666"/>
                </a:lnTo>
                <a:lnTo>
                  <a:pt x="31731" y="50468"/>
                </a:lnTo>
                <a:lnTo>
                  <a:pt x="29647" y="51076"/>
                </a:lnTo>
                <a:lnTo>
                  <a:pt x="36767" y="5363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9" name="Белый — SVG 2">
            <a:extLst>
              <a:ext uri="{FF2B5EF4-FFF2-40B4-BE49-F238E27FC236}">
                <a16:creationId xmlns:a16="http://schemas.microsoft.com/office/drawing/2014/main" id="{034E9A19-0625-6D49-BFE9-2B0C4E31D0C4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111659 w 155961"/>
              <a:gd name="csY0" fmla="*/ 60253 h 141736"/>
              <a:gd name="csX1" fmla="*/ 62031 w 155961"/>
              <a:gd name="csY1" fmla="*/ 60253 h 141736"/>
              <a:gd name="csX2" fmla="*/ 42533 w 155961"/>
              <a:gd name="csY2" fmla="*/ 40759 h 141736"/>
              <a:gd name="csX3" fmla="*/ 62031 w 155961"/>
              <a:gd name="csY3" fmla="*/ 21264 h 141736"/>
              <a:gd name="csX4" fmla="*/ 63868 w 155961"/>
              <a:gd name="csY4" fmla="*/ 21264 h 141736"/>
              <a:gd name="csX5" fmla="*/ 86836 w 155961"/>
              <a:gd name="csY5" fmla="*/ 0 h 141736"/>
              <a:gd name="csX6" fmla="*/ 109804 w 155961"/>
              <a:gd name="csY6" fmla="*/ 21264 h 141736"/>
              <a:gd name="csX7" fmla="*/ 111659 w 155961"/>
              <a:gd name="csY7" fmla="*/ 21264 h 141736"/>
              <a:gd name="csX8" fmla="*/ 131139 w 155961"/>
              <a:gd name="csY8" fmla="*/ 40759 h 141736"/>
              <a:gd name="csX9" fmla="*/ 111659 w 155961"/>
              <a:gd name="csY9" fmla="*/ 60253 h 141736"/>
              <a:gd name="csX10" fmla="*/ 146621 w 155961"/>
              <a:gd name="csY10" fmla="*/ 60253 h 141736"/>
              <a:gd name="csX11" fmla="*/ 130509 w 155961"/>
              <a:gd name="csY11" fmla="*/ 67041 h 141736"/>
              <a:gd name="csX12" fmla="*/ 112850 w 155961"/>
              <a:gd name="csY12" fmla="*/ 76686 h 141736"/>
              <a:gd name="csX13" fmla="*/ 113428 w 155961"/>
              <a:gd name="csY13" fmla="*/ 81517 h 141736"/>
              <a:gd name="csX14" fmla="*/ 92161 w 155961"/>
              <a:gd name="csY14" fmla="*/ 102781 h 141736"/>
              <a:gd name="csX15" fmla="*/ 65569 w 155961"/>
              <a:gd name="csY15" fmla="*/ 102781 h 141736"/>
              <a:gd name="csX16" fmla="*/ 60261 w 155961"/>
              <a:gd name="csY16" fmla="*/ 97457 h 141736"/>
              <a:gd name="csX17" fmla="*/ 65569 w 155961"/>
              <a:gd name="csY17" fmla="*/ 92149 h 141736"/>
              <a:gd name="csX18" fmla="*/ 92161 w 155961"/>
              <a:gd name="csY18" fmla="*/ 92149 h 141736"/>
              <a:gd name="csX19" fmla="*/ 102795 w 155961"/>
              <a:gd name="csY19" fmla="*/ 81517 h 141736"/>
              <a:gd name="csX20" fmla="*/ 99137 w 155961"/>
              <a:gd name="csY20" fmla="*/ 73556 h 141736"/>
              <a:gd name="csX21" fmla="*/ 90392 w 155961"/>
              <a:gd name="csY21" fmla="*/ 70885 h 141736"/>
              <a:gd name="csX22" fmla="*/ 74808 w 155961"/>
              <a:gd name="csY22" fmla="*/ 70885 h 141736"/>
              <a:gd name="csX23" fmla="*/ 72664 w 155961"/>
              <a:gd name="csY23" fmla="*/ 70885 h 141736"/>
              <a:gd name="csX24" fmla="*/ 72358 w 155961"/>
              <a:gd name="csY24" fmla="*/ 70851 h 141736"/>
              <a:gd name="csX25" fmla="*/ 54579 w 155961"/>
              <a:gd name="csY25" fmla="*/ 68878 h 141736"/>
              <a:gd name="csX26" fmla="*/ 41921 w 155961"/>
              <a:gd name="csY26" fmla="*/ 67330 h 141736"/>
              <a:gd name="csX27" fmla="*/ 476 w 155961"/>
              <a:gd name="csY27" fmla="*/ 100586 h 141736"/>
              <a:gd name="csX28" fmla="*/ 1037 w 155961"/>
              <a:gd name="csY28" fmla="*/ 105945 h 141736"/>
              <a:gd name="csX29" fmla="*/ 25843 w 155961"/>
              <a:gd name="csY29" fmla="*/ 139593 h 141736"/>
              <a:gd name="csX30" fmla="*/ 30113 w 155961"/>
              <a:gd name="csY30" fmla="*/ 141737 h 141736"/>
              <a:gd name="csX31" fmla="*/ 31117 w 155961"/>
              <a:gd name="csY31" fmla="*/ 141652 h 141736"/>
              <a:gd name="csX32" fmla="*/ 35268 w 155961"/>
              <a:gd name="csY32" fmla="*/ 137773 h 141736"/>
              <a:gd name="csX33" fmla="*/ 47858 w 155961"/>
              <a:gd name="csY33" fmla="*/ 127583 h 141736"/>
              <a:gd name="csX34" fmla="*/ 68853 w 155961"/>
              <a:gd name="csY34" fmla="*/ 129335 h 141736"/>
              <a:gd name="csX35" fmla="*/ 90392 w 155961"/>
              <a:gd name="csY35" fmla="*/ 131122 h 141736"/>
              <a:gd name="csX36" fmla="*/ 127600 w 155961"/>
              <a:gd name="csY36" fmla="*/ 102781 h 141736"/>
              <a:gd name="csX37" fmla="*/ 155962 w 155961"/>
              <a:gd name="csY37" fmla="*/ 68742 h 141736"/>
              <a:gd name="csX38" fmla="*/ 146621 w 155961"/>
              <a:gd name="csY38" fmla="*/ 60253 h 141736"/>
            </a:gdLst>
            <a:ahLst/>
            <a:cxnLst/>
            <a:rect l="l" t="t" r="r" b="b"/>
            <a:pathLst>
              <a:path w="100000" h="100000">
                <a:moveTo>
                  <a:pt x="71594" y="43194"/>
                </a:moveTo>
                <a:lnTo>
                  <a:pt x="39773" y="43194"/>
                </a:lnTo>
                <a:cubicBezTo>
                  <a:pt x="32879" y="43194"/>
                  <a:pt x="27272" y="37577"/>
                  <a:pt x="27272" y="30695"/>
                </a:cubicBezTo>
                <a:cubicBezTo>
                  <a:pt x="27272" y="23801"/>
                  <a:pt x="32879" y="18195"/>
                  <a:pt x="39773" y="18195"/>
                </a:cubicBezTo>
                <a:lnTo>
                  <a:pt x="40951" y="18195"/>
                </a:lnTo>
                <a:cubicBezTo>
                  <a:pt x="41530" y="10581"/>
                  <a:pt x="47922" y="4560"/>
                  <a:pt x="55678" y="4560"/>
                </a:cubicBezTo>
                <a:cubicBezTo>
                  <a:pt x="63445" y="4560"/>
                  <a:pt x="69827" y="10581"/>
                  <a:pt x="70405" y="18195"/>
                </a:cubicBezTo>
                <a:lnTo>
                  <a:pt x="71594" y="18195"/>
                </a:lnTo>
                <a:cubicBezTo>
                  <a:pt x="78477" y="18195"/>
                  <a:pt x="84084" y="23801"/>
                  <a:pt x="84084" y="30695"/>
                </a:cubicBezTo>
                <a:cubicBezTo>
                  <a:pt x="84084" y="37577"/>
                  <a:pt x="78477" y="43194"/>
                  <a:pt x="71594" y="43194"/>
                </a:cubicBezTo>
                <a:close/>
                <a:moveTo>
                  <a:pt x="94011" y="43194"/>
                </a:moveTo>
                <a:cubicBezTo>
                  <a:pt x="91677" y="43194"/>
                  <a:pt x="89124" y="44721"/>
                  <a:pt x="83681" y="47546"/>
                </a:cubicBezTo>
                <a:cubicBezTo>
                  <a:pt x="79176" y="49891"/>
                  <a:pt x="75008" y="52117"/>
                  <a:pt x="72358" y="53730"/>
                </a:cubicBezTo>
                <a:cubicBezTo>
                  <a:pt x="72587" y="54734"/>
                  <a:pt x="72728" y="55759"/>
                  <a:pt x="72728" y="56828"/>
                </a:cubicBezTo>
                <a:cubicBezTo>
                  <a:pt x="72728" y="64343"/>
                  <a:pt x="66609" y="70462"/>
                  <a:pt x="59092" y="70462"/>
                </a:cubicBezTo>
                <a:lnTo>
                  <a:pt x="42042" y="70462"/>
                </a:lnTo>
                <a:cubicBezTo>
                  <a:pt x="40166" y="70462"/>
                  <a:pt x="38639" y="68936"/>
                  <a:pt x="38639" y="67048"/>
                </a:cubicBezTo>
                <a:cubicBezTo>
                  <a:pt x="38639" y="65161"/>
                  <a:pt x="40166" y="63645"/>
                  <a:pt x="42042" y="63645"/>
                </a:cubicBezTo>
                <a:lnTo>
                  <a:pt x="59092" y="63645"/>
                </a:lnTo>
                <a:cubicBezTo>
                  <a:pt x="62845" y="63645"/>
                  <a:pt x="65911" y="60580"/>
                  <a:pt x="65911" y="56828"/>
                </a:cubicBezTo>
                <a:cubicBezTo>
                  <a:pt x="65911" y="54788"/>
                  <a:pt x="64994" y="52978"/>
                  <a:pt x="63565" y="51724"/>
                </a:cubicBezTo>
                <a:cubicBezTo>
                  <a:pt x="61951" y="50655"/>
                  <a:pt x="60031" y="50011"/>
                  <a:pt x="57958" y="50011"/>
                </a:cubicBezTo>
                <a:lnTo>
                  <a:pt x="47966" y="50011"/>
                </a:lnTo>
                <a:lnTo>
                  <a:pt x="46591" y="50011"/>
                </a:lnTo>
                <a:cubicBezTo>
                  <a:pt x="46526" y="50011"/>
                  <a:pt x="46460" y="49989"/>
                  <a:pt x="46395" y="49989"/>
                </a:cubicBezTo>
                <a:cubicBezTo>
                  <a:pt x="40406" y="49891"/>
                  <a:pt x="37526" y="49281"/>
                  <a:pt x="34995" y="48724"/>
                </a:cubicBezTo>
                <a:cubicBezTo>
                  <a:pt x="32704" y="48211"/>
                  <a:pt x="30522" y="47731"/>
                  <a:pt x="26879" y="47731"/>
                </a:cubicBezTo>
                <a:cubicBezTo>
                  <a:pt x="10210" y="47731"/>
                  <a:pt x="698" y="68194"/>
                  <a:pt x="305" y="69055"/>
                </a:cubicBezTo>
                <a:cubicBezTo>
                  <a:pt x="-207" y="70190"/>
                  <a:pt x="-65" y="71498"/>
                  <a:pt x="665" y="72491"/>
                </a:cubicBezTo>
                <a:lnTo>
                  <a:pt x="16570" y="94066"/>
                </a:lnTo>
                <a:cubicBezTo>
                  <a:pt x="17225" y="94949"/>
                  <a:pt x="18239" y="95440"/>
                  <a:pt x="19308" y="95440"/>
                </a:cubicBezTo>
                <a:cubicBezTo>
                  <a:pt x="19527" y="95440"/>
                  <a:pt x="19745" y="95418"/>
                  <a:pt x="19952" y="95386"/>
                </a:cubicBezTo>
                <a:cubicBezTo>
                  <a:pt x="21239" y="95134"/>
                  <a:pt x="22286" y="94164"/>
                  <a:pt x="22613" y="92899"/>
                </a:cubicBezTo>
                <a:cubicBezTo>
                  <a:pt x="22799" y="92222"/>
                  <a:pt x="24534" y="86365"/>
                  <a:pt x="30686" y="86365"/>
                </a:cubicBezTo>
                <a:cubicBezTo>
                  <a:pt x="35115" y="86365"/>
                  <a:pt x="39708" y="86932"/>
                  <a:pt x="44148" y="87488"/>
                </a:cubicBezTo>
                <a:cubicBezTo>
                  <a:pt x="48663" y="88056"/>
                  <a:pt x="53343" y="88634"/>
                  <a:pt x="57958" y="88634"/>
                </a:cubicBezTo>
                <a:cubicBezTo>
                  <a:pt x="64231" y="88634"/>
                  <a:pt x="68758" y="83824"/>
                  <a:pt x="81815" y="70462"/>
                </a:cubicBezTo>
                <a:cubicBezTo>
                  <a:pt x="98408" y="53480"/>
                  <a:pt x="100001" y="51996"/>
                  <a:pt x="100001" y="48637"/>
                </a:cubicBezTo>
                <a:cubicBezTo>
                  <a:pt x="100001" y="45725"/>
                  <a:pt x="97437" y="43194"/>
                  <a:pt x="94011" y="4319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0" name="Белый — SVG 3">
            <a:extLst>
              <a:ext uri="{FF2B5EF4-FFF2-40B4-BE49-F238E27FC236}">
                <a16:creationId xmlns:a16="http://schemas.microsoft.com/office/drawing/2014/main" id="{B0E17158-7E07-B945-AEF9-F0E49826AC10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88613 w 155957"/>
              <a:gd name="csY0" fmla="*/ 0 h 141753"/>
              <a:gd name="csX1" fmla="*/ 56713 w 155957"/>
              <a:gd name="csY1" fmla="*/ 31896 h 141753"/>
              <a:gd name="csX2" fmla="*/ 88613 w 155957"/>
              <a:gd name="csY2" fmla="*/ 63792 h 141753"/>
              <a:gd name="csX3" fmla="*/ 120513 w 155957"/>
              <a:gd name="csY3" fmla="*/ 31896 h 141753"/>
              <a:gd name="csX4" fmla="*/ 88613 w 155957"/>
              <a:gd name="csY4" fmla="*/ 0 h 141753"/>
              <a:gd name="csX5" fmla="*/ 88613 w 155957"/>
              <a:gd name="csY5" fmla="*/ 11619 h 141753"/>
              <a:gd name="csX6" fmla="*/ 90163 w 155957"/>
              <a:gd name="csY6" fmla="*/ 15123 h 141753"/>
              <a:gd name="csX7" fmla="*/ 92157 w 155957"/>
              <a:gd name="csY7" fmla="*/ 31896 h 141753"/>
              <a:gd name="csX8" fmla="*/ 90163 w 155957"/>
              <a:gd name="csY8" fmla="*/ 48669 h 141753"/>
              <a:gd name="csX9" fmla="*/ 88613 w 155957"/>
              <a:gd name="csY9" fmla="*/ 52173 h 141753"/>
              <a:gd name="csX10" fmla="*/ 87061 w 155957"/>
              <a:gd name="csY10" fmla="*/ 48669 h 141753"/>
              <a:gd name="csX11" fmla="*/ 85067 w 155957"/>
              <a:gd name="csY11" fmla="*/ 31896 h 141753"/>
              <a:gd name="csX12" fmla="*/ 87061 w 155957"/>
              <a:gd name="csY12" fmla="*/ 15123 h 141753"/>
              <a:gd name="csX13" fmla="*/ 88613 w 155957"/>
              <a:gd name="csY13" fmla="*/ 11619 h 141753"/>
              <a:gd name="csX14" fmla="*/ 76276 w 155957"/>
              <a:gd name="csY14" fmla="*/ 14562 h 141753"/>
              <a:gd name="csX15" fmla="*/ 74434 w 155957"/>
              <a:gd name="csY15" fmla="*/ 31896 h 141753"/>
              <a:gd name="csX16" fmla="*/ 76276 w 155957"/>
              <a:gd name="csY16" fmla="*/ 49230 h 141753"/>
              <a:gd name="csX17" fmla="*/ 67346 w 155957"/>
              <a:gd name="csY17" fmla="*/ 31896 h 141753"/>
              <a:gd name="csX18" fmla="*/ 76276 w 155957"/>
              <a:gd name="csY18" fmla="*/ 14562 h 141753"/>
              <a:gd name="csX19" fmla="*/ 100949 w 155957"/>
              <a:gd name="csY19" fmla="*/ 14562 h 141753"/>
              <a:gd name="csX20" fmla="*/ 109880 w 155957"/>
              <a:gd name="csY20" fmla="*/ 31896 h 141753"/>
              <a:gd name="csX21" fmla="*/ 100949 w 155957"/>
              <a:gd name="csY21" fmla="*/ 49230 h 141753"/>
              <a:gd name="csX22" fmla="*/ 102790 w 155957"/>
              <a:gd name="csY22" fmla="*/ 31896 h 141753"/>
              <a:gd name="csX23" fmla="*/ 100949 w 155957"/>
              <a:gd name="csY23" fmla="*/ 14562 h 141753"/>
              <a:gd name="csX24" fmla="*/ 146625 w 155957"/>
              <a:gd name="csY24" fmla="*/ 60270 h 141753"/>
              <a:gd name="csX25" fmla="*/ 130508 w 155957"/>
              <a:gd name="csY25" fmla="*/ 67058 h 141753"/>
              <a:gd name="csX26" fmla="*/ 112855 w 155957"/>
              <a:gd name="csY26" fmla="*/ 76703 h 141753"/>
              <a:gd name="csX27" fmla="*/ 113424 w 155957"/>
              <a:gd name="csY27" fmla="*/ 81534 h 141753"/>
              <a:gd name="csX28" fmla="*/ 92157 w 155957"/>
              <a:gd name="csY28" fmla="*/ 102798 h 141753"/>
              <a:gd name="csX29" fmla="*/ 65573 w 155957"/>
              <a:gd name="csY29" fmla="*/ 102798 h 141753"/>
              <a:gd name="csX30" fmla="*/ 60257 w 155957"/>
              <a:gd name="csY30" fmla="*/ 97474 h 141753"/>
              <a:gd name="csX31" fmla="*/ 65573 w 155957"/>
              <a:gd name="csY31" fmla="*/ 92166 h 141753"/>
              <a:gd name="csX32" fmla="*/ 92157 w 155957"/>
              <a:gd name="csY32" fmla="*/ 92166 h 141753"/>
              <a:gd name="csX33" fmla="*/ 102790 w 155957"/>
              <a:gd name="csY33" fmla="*/ 81534 h 141753"/>
              <a:gd name="csX34" fmla="*/ 99142 w 155957"/>
              <a:gd name="csY34" fmla="*/ 73573 h 141753"/>
              <a:gd name="csX35" fmla="*/ 90384 w 155957"/>
              <a:gd name="csY35" fmla="*/ 70902 h 141753"/>
              <a:gd name="csX36" fmla="*/ 74815 w 155957"/>
              <a:gd name="csY36" fmla="*/ 70902 h 141753"/>
              <a:gd name="csX37" fmla="*/ 72663 w 155957"/>
              <a:gd name="csY37" fmla="*/ 70902 h 141753"/>
              <a:gd name="csX38" fmla="*/ 72358 w 155957"/>
              <a:gd name="csY38" fmla="*/ 70868 h 141753"/>
              <a:gd name="csX39" fmla="*/ 54588 w 155957"/>
              <a:gd name="csY39" fmla="*/ 68878 h 141753"/>
              <a:gd name="csX40" fmla="*/ 41918 w 155957"/>
              <a:gd name="csY40" fmla="*/ 67364 h 141753"/>
              <a:gd name="csX41" fmla="*/ 478 w 155957"/>
              <a:gd name="csY41" fmla="*/ 100603 h 141753"/>
              <a:gd name="csX42" fmla="*/ 1040 w 155957"/>
              <a:gd name="csY42" fmla="*/ 105962 h 141753"/>
              <a:gd name="csX43" fmla="*/ 25850 w 155957"/>
              <a:gd name="csY43" fmla="*/ 139610 h 141753"/>
              <a:gd name="csX44" fmla="*/ 30116 w 155957"/>
              <a:gd name="csY44" fmla="*/ 141754 h 141753"/>
              <a:gd name="csX45" fmla="*/ 31126 w 155957"/>
              <a:gd name="csY45" fmla="*/ 141669 h 141753"/>
              <a:gd name="csX46" fmla="*/ 35272 w 155957"/>
              <a:gd name="csY46" fmla="*/ 137790 h 141753"/>
              <a:gd name="csX47" fmla="*/ 47850 w 155957"/>
              <a:gd name="csY47" fmla="*/ 127600 h 141753"/>
              <a:gd name="csX48" fmla="*/ 68848 w 155957"/>
              <a:gd name="csY48" fmla="*/ 129353 h 141753"/>
              <a:gd name="csX49" fmla="*/ 90384 w 155957"/>
              <a:gd name="csY49" fmla="*/ 131156 h 141753"/>
              <a:gd name="csX50" fmla="*/ 127601 w 155957"/>
              <a:gd name="csY50" fmla="*/ 102798 h 141753"/>
              <a:gd name="csX51" fmla="*/ 155957 w 155957"/>
              <a:gd name="csY51" fmla="*/ 68759 h 141753"/>
              <a:gd name="csX52" fmla="*/ 146625 w 155957"/>
              <a:gd name="csY52" fmla="*/ 60270 h 141753"/>
            </a:gdLst>
            <a:ahLst/>
            <a:cxnLst/>
            <a:rect l="l" t="t" r="r" b="b"/>
            <a:pathLst>
              <a:path w="100000" h="100000">
                <a:moveTo>
                  <a:pt x="56819" y="4554"/>
                </a:moveTo>
                <a:cubicBezTo>
                  <a:pt x="45562" y="4554"/>
                  <a:pt x="36365" y="13749"/>
                  <a:pt x="36365" y="25006"/>
                </a:cubicBezTo>
                <a:cubicBezTo>
                  <a:pt x="36365" y="36262"/>
                  <a:pt x="45562" y="45457"/>
                  <a:pt x="56819" y="45457"/>
                </a:cubicBezTo>
                <a:cubicBezTo>
                  <a:pt x="68075" y="45457"/>
                  <a:pt x="77273" y="36262"/>
                  <a:pt x="77273" y="25006"/>
                </a:cubicBezTo>
                <a:cubicBezTo>
                  <a:pt x="77273" y="13749"/>
                  <a:pt x="68075" y="4554"/>
                  <a:pt x="56819" y="4554"/>
                </a:cubicBezTo>
                <a:close/>
                <a:moveTo>
                  <a:pt x="56819" y="12004"/>
                </a:moveTo>
                <a:cubicBezTo>
                  <a:pt x="57124" y="12516"/>
                  <a:pt x="57488" y="13160"/>
                  <a:pt x="57813" y="14251"/>
                </a:cubicBezTo>
                <a:cubicBezTo>
                  <a:pt x="58614" y="16956"/>
                  <a:pt x="59091" y="21003"/>
                  <a:pt x="59091" y="25006"/>
                </a:cubicBezTo>
                <a:cubicBezTo>
                  <a:pt x="59091" y="29009"/>
                  <a:pt x="58614" y="33055"/>
                  <a:pt x="57813" y="35760"/>
                </a:cubicBezTo>
                <a:cubicBezTo>
                  <a:pt x="57488" y="36851"/>
                  <a:pt x="57124" y="37494"/>
                  <a:pt x="56819" y="38007"/>
                </a:cubicBezTo>
                <a:cubicBezTo>
                  <a:pt x="56513" y="37494"/>
                  <a:pt x="56150" y="36851"/>
                  <a:pt x="55824" y="35760"/>
                </a:cubicBezTo>
                <a:cubicBezTo>
                  <a:pt x="55024" y="33055"/>
                  <a:pt x="54545" y="29009"/>
                  <a:pt x="54545" y="25006"/>
                </a:cubicBezTo>
                <a:cubicBezTo>
                  <a:pt x="54545" y="21003"/>
                  <a:pt x="55024" y="16956"/>
                  <a:pt x="55824" y="14251"/>
                </a:cubicBezTo>
                <a:cubicBezTo>
                  <a:pt x="56150" y="13160"/>
                  <a:pt x="56513" y="12516"/>
                  <a:pt x="56819" y="12004"/>
                </a:cubicBezTo>
                <a:close/>
                <a:moveTo>
                  <a:pt x="48908" y="13891"/>
                </a:moveTo>
                <a:cubicBezTo>
                  <a:pt x="48106" y="17250"/>
                  <a:pt x="47727" y="21101"/>
                  <a:pt x="47727" y="25006"/>
                </a:cubicBezTo>
                <a:cubicBezTo>
                  <a:pt x="47727" y="28911"/>
                  <a:pt x="48106" y="32761"/>
                  <a:pt x="48908" y="36120"/>
                </a:cubicBezTo>
                <a:cubicBezTo>
                  <a:pt x="45439" y="33655"/>
                  <a:pt x="43182" y="29619"/>
                  <a:pt x="43182" y="25006"/>
                </a:cubicBezTo>
                <a:cubicBezTo>
                  <a:pt x="43182" y="20392"/>
                  <a:pt x="45439" y="16356"/>
                  <a:pt x="48908" y="13891"/>
                </a:cubicBezTo>
                <a:close/>
                <a:moveTo>
                  <a:pt x="64729" y="13891"/>
                </a:moveTo>
                <a:cubicBezTo>
                  <a:pt x="68199" y="16356"/>
                  <a:pt x="70455" y="20392"/>
                  <a:pt x="70455" y="25006"/>
                </a:cubicBezTo>
                <a:cubicBezTo>
                  <a:pt x="70455" y="29619"/>
                  <a:pt x="68199" y="33655"/>
                  <a:pt x="64729" y="36120"/>
                </a:cubicBezTo>
                <a:cubicBezTo>
                  <a:pt x="65531" y="32761"/>
                  <a:pt x="65909" y="28911"/>
                  <a:pt x="65909" y="25006"/>
                </a:cubicBezTo>
                <a:cubicBezTo>
                  <a:pt x="65909" y="21101"/>
                  <a:pt x="65531" y="17250"/>
                  <a:pt x="64729" y="13891"/>
                </a:cubicBezTo>
                <a:close/>
                <a:moveTo>
                  <a:pt x="94016" y="43199"/>
                </a:moveTo>
                <a:cubicBezTo>
                  <a:pt x="91685" y="43199"/>
                  <a:pt x="89124" y="44726"/>
                  <a:pt x="83682" y="47552"/>
                </a:cubicBezTo>
                <a:cubicBezTo>
                  <a:pt x="79176" y="49896"/>
                  <a:pt x="75012" y="52122"/>
                  <a:pt x="72363" y="53736"/>
                </a:cubicBezTo>
                <a:cubicBezTo>
                  <a:pt x="72593" y="54739"/>
                  <a:pt x="72728" y="55765"/>
                  <a:pt x="72728" y="56834"/>
                </a:cubicBezTo>
                <a:cubicBezTo>
                  <a:pt x="72728" y="64349"/>
                  <a:pt x="66609" y="70468"/>
                  <a:pt x="59091" y="70468"/>
                </a:cubicBezTo>
                <a:lnTo>
                  <a:pt x="42046" y="70468"/>
                </a:lnTo>
                <a:cubicBezTo>
                  <a:pt x="40164" y="70468"/>
                  <a:pt x="38637" y="68941"/>
                  <a:pt x="38637" y="67054"/>
                </a:cubicBezTo>
                <a:cubicBezTo>
                  <a:pt x="38637" y="65178"/>
                  <a:pt x="40164" y="63651"/>
                  <a:pt x="42046" y="63651"/>
                </a:cubicBezTo>
                <a:lnTo>
                  <a:pt x="59091" y="63651"/>
                </a:lnTo>
                <a:cubicBezTo>
                  <a:pt x="62851" y="63651"/>
                  <a:pt x="65909" y="60586"/>
                  <a:pt x="65909" y="56834"/>
                </a:cubicBezTo>
                <a:cubicBezTo>
                  <a:pt x="65909" y="54794"/>
                  <a:pt x="64993" y="52983"/>
                  <a:pt x="63570" y="51729"/>
                </a:cubicBezTo>
                <a:cubicBezTo>
                  <a:pt x="61954" y="50660"/>
                  <a:pt x="60034" y="50016"/>
                  <a:pt x="57954" y="50016"/>
                </a:cubicBezTo>
                <a:lnTo>
                  <a:pt x="47972" y="50016"/>
                </a:lnTo>
                <a:lnTo>
                  <a:pt x="46592" y="50016"/>
                </a:lnTo>
                <a:cubicBezTo>
                  <a:pt x="46525" y="50016"/>
                  <a:pt x="46462" y="49995"/>
                  <a:pt x="46396" y="49995"/>
                </a:cubicBezTo>
                <a:cubicBezTo>
                  <a:pt x="40405" y="49896"/>
                  <a:pt x="37530" y="49286"/>
                  <a:pt x="35002" y="48719"/>
                </a:cubicBezTo>
                <a:cubicBezTo>
                  <a:pt x="32701" y="48217"/>
                  <a:pt x="30526" y="47748"/>
                  <a:pt x="26878" y="47748"/>
                </a:cubicBezTo>
                <a:cubicBezTo>
                  <a:pt x="10214" y="47748"/>
                  <a:pt x="703" y="68200"/>
                  <a:pt x="306" y="69061"/>
                </a:cubicBezTo>
                <a:cubicBezTo>
                  <a:pt x="-207" y="70196"/>
                  <a:pt x="-67" y="71504"/>
                  <a:pt x="667" y="72497"/>
                </a:cubicBezTo>
                <a:lnTo>
                  <a:pt x="16575" y="94072"/>
                </a:lnTo>
                <a:cubicBezTo>
                  <a:pt x="17223" y="94956"/>
                  <a:pt x="18241" y="95447"/>
                  <a:pt x="19310" y="95447"/>
                </a:cubicBezTo>
                <a:cubicBezTo>
                  <a:pt x="19527" y="95447"/>
                  <a:pt x="19742" y="95425"/>
                  <a:pt x="19958" y="95392"/>
                </a:cubicBezTo>
                <a:cubicBezTo>
                  <a:pt x="21244" y="95141"/>
                  <a:pt x="22283" y="94170"/>
                  <a:pt x="22616" y="92905"/>
                </a:cubicBezTo>
                <a:cubicBezTo>
                  <a:pt x="22797" y="92240"/>
                  <a:pt x="24534" y="86371"/>
                  <a:pt x="30682" y="86371"/>
                </a:cubicBezTo>
                <a:cubicBezTo>
                  <a:pt x="35119" y="86371"/>
                  <a:pt x="39707" y="86950"/>
                  <a:pt x="44146" y="87495"/>
                </a:cubicBezTo>
                <a:cubicBezTo>
                  <a:pt x="48665" y="88062"/>
                  <a:pt x="53343" y="88651"/>
                  <a:pt x="57954" y="88651"/>
                </a:cubicBezTo>
                <a:cubicBezTo>
                  <a:pt x="64235" y="88651"/>
                  <a:pt x="68754" y="83830"/>
                  <a:pt x="81818" y="70468"/>
                </a:cubicBezTo>
                <a:cubicBezTo>
                  <a:pt x="98414" y="53485"/>
                  <a:pt x="100000" y="52002"/>
                  <a:pt x="100000" y="48642"/>
                </a:cubicBezTo>
                <a:cubicBezTo>
                  <a:pt x="100000" y="45730"/>
                  <a:pt x="97444" y="43199"/>
                  <a:pt x="94016" y="4319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1" name="Белый — SVG 4">
            <a:extLst>
              <a:ext uri="{FF2B5EF4-FFF2-40B4-BE49-F238E27FC236}">
                <a16:creationId xmlns:a16="http://schemas.microsoft.com/office/drawing/2014/main" id="{0DBA4343-370E-6E4C-986E-88F0F0E3FD15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40761 w 141777"/>
              <a:gd name="csY0" fmla="*/ 0 h 120489"/>
              <a:gd name="csX1" fmla="*/ 0 w 141777"/>
              <a:gd name="csY1" fmla="*/ 40759 h 120489"/>
              <a:gd name="csX2" fmla="*/ 0 w 141777"/>
              <a:gd name="csY2" fmla="*/ 108089 h 120489"/>
              <a:gd name="csX3" fmla="*/ 12406 w 141777"/>
              <a:gd name="csY3" fmla="*/ 120490 h 120489"/>
              <a:gd name="csX4" fmla="*/ 101017 w 141777"/>
              <a:gd name="csY4" fmla="*/ 120490 h 120489"/>
              <a:gd name="csX5" fmla="*/ 141778 w 141777"/>
              <a:gd name="csY5" fmla="*/ 79731 h 120489"/>
              <a:gd name="csX6" fmla="*/ 141778 w 141777"/>
              <a:gd name="csY6" fmla="*/ 12401 h 120489"/>
              <a:gd name="csX7" fmla="*/ 129373 w 141777"/>
              <a:gd name="csY7" fmla="*/ 0 h 120489"/>
              <a:gd name="csX8" fmla="*/ 40761 w 141777"/>
              <a:gd name="csY8" fmla="*/ 0 h 120489"/>
              <a:gd name="csX9" fmla="*/ 25697 w 141777"/>
              <a:gd name="csY9" fmla="*/ 38989 h 120489"/>
              <a:gd name="csX10" fmla="*/ 43420 w 141777"/>
              <a:gd name="csY10" fmla="*/ 38989 h 120489"/>
              <a:gd name="csX11" fmla="*/ 47850 w 141777"/>
              <a:gd name="csY11" fmla="*/ 43412 h 120489"/>
              <a:gd name="csX12" fmla="*/ 43420 w 141777"/>
              <a:gd name="csY12" fmla="*/ 47835 h 120489"/>
              <a:gd name="csX13" fmla="*/ 30127 w 141777"/>
              <a:gd name="csY13" fmla="*/ 47835 h 120489"/>
              <a:gd name="csX14" fmla="*/ 30127 w 141777"/>
              <a:gd name="csY14" fmla="*/ 55814 h 120489"/>
              <a:gd name="csX15" fmla="*/ 39874 w 141777"/>
              <a:gd name="csY15" fmla="*/ 55814 h 120489"/>
              <a:gd name="csX16" fmla="*/ 44306 w 141777"/>
              <a:gd name="csY16" fmla="*/ 60253 h 120489"/>
              <a:gd name="csX17" fmla="*/ 39874 w 141777"/>
              <a:gd name="csY17" fmla="*/ 64676 h 120489"/>
              <a:gd name="csX18" fmla="*/ 30127 w 141777"/>
              <a:gd name="csY18" fmla="*/ 64676 h 120489"/>
              <a:gd name="csX19" fmla="*/ 30127 w 141777"/>
              <a:gd name="csY19" fmla="*/ 72654 h 120489"/>
              <a:gd name="csX20" fmla="*/ 43420 w 141777"/>
              <a:gd name="csY20" fmla="*/ 72654 h 120489"/>
              <a:gd name="csX21" fmla="*/ 47850 w 141777"/>
              <a:gd name="csY21" fmla="*/ 77077 h 120489"/>
              <a:gd name="csX22" fmla="*/ 43420 w 141777"/>
              <a:gd name="csY22" fmla="*/ 81517 h 120489"/>
              <a:gd name="csX23" fmla="*/ 25697 w 141777"/>
              <a:gd name="csY23" fmla="*/ 81517 h 120489"/>
              <a:gd name="csX24" fmla="*/ 21267 w 141777"/>
              <a:gd name="csY24" fmla="*/ 77077 h 120489"/>
              <a:gd name="csX25" fmla="*/ 21267 w 141777"/>
              <a:gd name="csY25" fmla="*/ 43412 h 120489"/>
              <a:gd name="csX26" fmla="*/ 25697 w 141777"/>
              <a:gd name="csY26" fmla="*/ 38989 h 120489"/>
              <a:gd name="csX27" fmla="*/ 67380 w 141777"/>
              <a:gd name="csY27" fmla="*/ 38989 h 120489"/>
              <a:gd name="csX28" fmla="*/ 80885 w 141777"/>
              <a:gd name="csY28" fmla="*/ 46423 h 120489"/>
              <a:gd name="csX29" fmla="*/ 79396 w 141777"/>
              <a:gd name="csY29" fmla="*/ 52530 h 120489"/>
              <a:gd name="csX30" fmla="*/ 73299 w 141777"/>
              <a:gd name="csY30" fmla="*/ 51033 h 120489"/>
              <a:gd name="csX31" fmla="*/ 67380 w 141777"/>
              <a:gd name="csY31" fmla="*/ 47835 h 120489"/>
              <a:gd name="csX32" fmla="*/ 58484 w 141777"/>
              <a:gd name="csY32" fmla="*/ 60253 h 120489"/>
              <a:gd name="csX33" fmla="*/ 67380 w 141777"/>
              <a:gd name="csY33" fmla="*/ 72654 h 120489"/>
              <a:gd name="csX34" fmla="*/ 73299 w 141777"/>
              <a:gd name="csY34" fmla="*/ 69456 h 120489"/>
              <a:gd name="csX35" fmla="*/ 79396 w 141777"/>
              <a:gd name="csY35" fmla="*/ 67976 h 120489"/>
              <a:gd name="csX36" fmla="*/ 80885 w 141777"/>
              <a:gd name="csY36" fmla="*/ 74066 h 120489"/>
              <a:gd name="csX37" fmla="*/ 67380 w 141777"/>
              <a:gd name="csY37" fmla="*/ 81517 h 120489"/>
              <a:gd name="csX38" fmla="*/ 49623 w 141777"/>
              <a:gd name="csY38" fmla="*/ 60253 h 120489"/>
              <a:gd name="csX39" fmla="*/ 67380 w 141777"/>
              <a:gd name="csY39" fmla="*/ 38989 h 120489"/>
              <a:gd name="csX40" fmla="*/ 103675 w 141777"/>
              <a:gd name="csY40" fmla="*/ 38989 h 120489"/>
              <a:gd name="csX41" fmla="*/ 122284 w 141777"/>
              <a:gd name="csY41" fmla="*/ 60253 h 120489"/>
              <a:gd name="csX42" fmla="*/ 103675 w 141777"/>
              <a:gd name="csY42" fmla="*/ 81517 h 120489"/>
              <a:gd name="csX43" fmla="*/ 85067 w 141777"/>
              <a:gd name="csY43" fmla="*/ 60253 h 120489"/>
              <a:gd name="csX44" fmla="*/ 103675 w 141777"/>
              <a:gd name="csY44" fmla="*/ 38989 h 120489"/>
              <a:gd name="csX45" fmla="*/ 103675 w 141777"/>
              <a:gd name="csY45" fmla="*/ 47835 h 120489"/>
              <a:gd name="csX46" fmla="*/ 96782 w 141777"/>
              <a:gd name="csY46" fmla="*/ 51476 h 120489"/>
              <a:gd name="csX47" fmla="*/ 93928 w 141777"/>
              <a:gd name="csY47" fmla="*/ 60253 h 120489"/>
              <a:gd name="csX48" fmla="*/ 96782 w 141777"/>
              <a:gd name="csY48" fmla="*/ 69014 h 120489"/>
              <a:gd name="csX49" fmla="*/ 103675 w 141777"/>
              <a:gd name="csY49" fmla="*/ 72654 h 120489"/>
              <a:gd name="csX50" fmla="*/ 110568 w 141777"/>
              <a:gd name="csY50" fmla="*/ 69014 h 120489"/>
              <a:gd name="csX51" fmla="*/ 113423 w 141777"/>
              <a:gd name="csY51" fmla="*/ 60253 h 120489"/>
              <a:gd name="csX52" fmla="*/ 110568 w 141777"/>
              <a:gd name="csY52" fmla="*/ 51476 h 120489"/>
              <a:gd name="csX53" fmla="*/ 103675 w 141777"/>
              <a:gd name="csY53" fmla="*/ 47835 h 120489"/>
            </a:gdLst>
            <a:ahLst/>
            <a:cxnLst/>
            <a:rect l="l" t="t" r="r" b="b"/>
            <a:pathLst>
              <a:path w="100000" h="100000">
                <a:moveTo>
                  <a:pt x="28750" y="7508"/>
                </a:moveTo>
                <a:cubicBezTo>
                  <a:pt x="12916" y="7508"/>
                  <a:pt x="0" y="20418"/>
                  <a:pt x="0" y="36256"/>
                </a:cubicBezTo>
                <a:lnTo>
                  <a:pt x="0" y="83746"/>
                </a:lnTo>
                <a:cubicBezTo>
                  <a:pt x="0" y="88533"/>
                  <a:pt x="3963" y="92493"/>
                  <a:pt x="8750" y="92493"/>
                </a:cubicBezTo>
                <a:lnTo>
                  <a:pt x="71251" y="92493"/>
                </a:lnTo>
                <a:cubicBezTo>
                  <a:pt x="87085" y="92493"/>
                  <a:pt x="100001" y="79583"/>
                  <a:pt x="100001" y="63744"/>
                </a:cubicBezTo>
                <a:lnTo>
                  <a:pt x="100001" y="16254"/>
                </a:lnTo>
                <a:cubicBezTo>
                  <a:pt x="100001" y="11467"/>
                  <a:pt x="96038" y="7508"/>
                  <a:pt x="91251" y="7508"/>
                </a:cubicBezTo>
                <a:lnTo>
                  <a:pt x="28750" y="7508"/>
                </a:lnTo>
                <a:close/>
                <a:moveTo>
                  <a:pt x="18125" y="35008"/>
                </a:moveTo>
                <a:lnTo>
                  <a:pt x="30626" y="35008"/>
                </a:lnTo>
                <a:cubicBezTo>
                  <a:pt x="32350" y="35008"/>
                  <a:pt x="33750" y="36400"/>
                  <a:pt x="33750" y="38127"/>
                </a:cubicBezTo>
                <a:cubicBezTo>
                  <a:pt x="33750" y="39856"/>
                  <a:pt x="32350" y="41247"/>
                  <a:pt x="30626" y="41247"/>
                </a:cubicBezTo>
                <a:lnTo>
                  <a:pt x="21250" y="41247"/>
                </a:lnTo>
                <a:lnTo>
                  <a:pt x="21250" y="46875"/>
                </a:lnTo>
                <a:lnTo>
                  <a:pt x="28124" y="46875"/>
                </a:lnTo>
                <a:cubicBezTo>
                  <a:pt x="29850" y="46875"/>
                  <a:pt x="31250" y="48279"/>
                  <a:pt x="31250" y="50006"/>
                </a:cubicBezTo>
                <a:cubicBezTo>
                  <a:pt x="31250" y="51722"/>
                  <a:pt x="29850" y="53126"/>
                  <a:pt x="28124" y="53126"/>
                </a:cubicBezTo>
                <a:lnTo>
                  <a:pt x="21250" y="53126"/>
                </a:lnTo>
                <a:lnTo>
                  <a:pt x="21250" y="58753"/>
                </a:lnTo>
                <a:lnTo>
                  <a:pt x="30626" y="58753"/>
                </a:lnTo>
                <a:cubicBezTo>
                  <a:pt x="32350" y="58753"/>
                  <a:pt x="33750" y="60145"/>
                  <a:pt x="33750" y="61873"/>
                </a:cubicBezTo>
                <a:cubicBezTo>
                  <a:pt x="33750" y="63601"/>
                  <a:pt x="32350" y="65004"/>
                  <a:pt x="30626" y="65004"/>
                </a:cubicBezTo>
                <a:lnTo>
                  <a:pt x="18125" y="65004"/>
                </a:lnTo>
                <a:cubicBezTo>
                  <a:pt x="16400" y="65004"/>
                  <a:pt x="15000" y="63601"/>
                  <a:pt x="15000" y="61873"/>
                </a:cubicBezTo>
                <a:lnTo>
                  <a:pt x="15000" y="38127"/>
                </a:lnTo>
                <a:cubicBezTo>
                  <a:pt x="15000" y="36400"/>
                  <a:pt x="16400" y="35008"/>
                  <a:pt x="18125" y="35008"/>
                </a:cubicBezTo>
                <a:close/>
                <a:moveTo>
                  <a:pt x="47525" y="35008"/>
                </a:moveTo>
                <a:cubicBezTo>
                  <a:pt x="53401" y="35008"/>
                  <a:pt x="56301" y="39027"/>
                  <a:pt x="57051" y="40251"/>
                </a:cubicBezTo>
                <a:cubicBezTo>
                  <a:pt x="57951" y="41728"/>
                  <a:pt x="57477" y="43659"/>
                  <a:pt x="56001" y="44559"/>
                </a:cubicBezTo>
                <a:cubicBezTo>
                  <a:pt x="54526" y="45459"/>
                  <a:pt x="52600" y="44979"/>
                  <a:pt x="51700" y="43503"/>
                </a:cubicBezTo>
                <a:cubicBezTo>
                  <a:pt x="51375" y="42975"/>
                  <a:pt x="50150" y="41247"/>
                  <a:pt x="47525" y="41247"/>
                </a:cubicBezTo>
                <a:cubicBezTo>
                  <a:pt x="44124" y="41247"/>
                  <a:pt x="41251" y="45255"/>
                  <a:pt x="41251" y="50006"/>
                </a:cubicBezTo>
                <a:cubicBezTo>
                  <a:pt x="41251" y="54746"/>
                  <a:pt x="44124" y="58753"/>
                  <a:pt x="47525" y="58753"/>
                </a:cubicBezTo>
                <a:cubicBezTo>
                  <a:pt x="50150" y="58753"/>
                  <a:pt x="51375" y="57025"/>
                  <a:pt x="51700" y="56497"/>
                </a:cubicBezTo>
                <a:cubicBezTo>
                  <a:pt x="52600" y="55022"/>
                  <a:pt x="54526" y="54553"/>
                  <a:pt x="56001" y="55453"/>
                </a:cubicBezTo>
                <a:cubicBezTo>
                  <a:pt x="57477" y="56353"/>
                  <a:pt x="57951" y="58273"/>
                  <a:pt x="57051" y="59749"/>
                </a:cubicBezTo>
                <a:cubicBezTo>
                  <a:pt x="56301" y="60973"/>
                  <a:pt x="53401" y="65004"/>
                  <a:pt x="47525" y="65004"/>
                </a:cubicBezTo>
                <a:cubicBezTo>
                  <a:pt x="40625" y="65004"/>
                  <a:pt x="35001" y="58273"/>
                  <a:pt x="35001" y="50006"/>
                </a:cubicBezTo>
                <a:cubicBezTo>
                  <a:pt x="35001" y="41728"/>
                  <a:pt x="40625" y="35008"/>
                  <a:pt x="47525" y="35008"/>
                </a:cubicBezTo>
                <a:close/>
                <a:moveTo>
                  <a:pt x="73125" y="35008"/>
                </a:moveTo>
                <a:cubicBezTo>
                  <a:pt x="80376" y="35008"/>
                  <a:pt x="86251" y="41728"/>
                  <a:pt x="86251" y="50006"/>
                </a:cubicBezTo>
                <a:cubicBezTo>
                  <a:pt x="86251" y="58273"/>
                  <a:pt x="80376" y="65004"/>
                  <a:pt x="73125" y="65004"/>
                </a:cubicBezTo>
                <a:cubicBezTo>
                  <a:pt x="65876" y="65004"/>
                  <a:pt x="60001" y="58273"/>
                  <a:pt x="60001" y="50006"/>
                </a:cubicBezTo>
                <a:cubicBezTo>
                  <a:pt x="60001" y="41728"/>
                  <a:pt x="65876" y="35008"/>
                  <a:pt x="73125" y="35008"/>
                </a:cubicBezTo>
                <a:close/>
                <a:moveTo>
                  <a:pt x="73125" y="41247"/>
                </a:moveTo>
                <a:cubicBezTo>
                  <a:pt x="71302" y="41247"/>
                  <a:pt x="69554" y="42171"/>
                  <a:pt x="68264" y="43815"/>
                </a:cubicBezTo>
                <a:cubicBezTo>
                  <a:pt x="66975" y="45459"/>
                  <a:pt x="66251" y="47678"/>
                  <a:pt x="66251" y="50006"/>
                </a:cubicBezTo>
                <a:cubicBezTo>
                  <a:pt x="66251" y="52322"/>
                  <a:pt x="66975" y="54553"/>
                  <a:pt x="68264" y="56185"/>
                </a:cubicBezTo>
                <a:cubicBezTo>
                  <a:pt x="69554" y="57829"/>
                  <a:pt x="71302" y="58753"/>
                  <a:pt x="73125" y="58753"/>
                </a:cubicBezTo>
                <a:cubicBezTo>
                  <a:pt x="74949" y="58753"/>
                  <a:pt x="76698" y="57829"/>
                  <a:pt x="77987" y="56185"/>
                </a:cubicBezTo>
                <a:cubicBezTo>
                  <a:pt x="79277" y="54553"/>
                  <a:pt x="80001" y="52322"/>
                  <a:pt x="80001" y="50006"/>
                </a:cubicBezTo>
                <a:cubicBezTo>
                  <a:pt x="80001" y="47678"/>
                  <a:pt x="79277" y="45459"/>
                  <a:pt x="77987" y="43815"/>
                </a:cubicBezTo>
                <a:cubicBezTo>
                  <a:pt x="76698" y="42171"/>
                  <a:pt x="74949" y="41247"/>
                  <a:pt x="73125" y="4124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2" name="Белый — SVG 5">
            <a:extLst>
              <a:ext uri="{FF2B5EF4-FFF2-40B4-BE49-F238E27FC236}">
                <a16:creationId xmlns:a16="http://schemas.microsoft.com/office/drawing/2014/main" id="{B588A338-B4E8-2D47-AF7A-99219CF9B725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5 h 127583"/>
              <a:gd name="csX2" fmla="*/ 0 w 127600"/>
              <a:gd name="csY2" fmla="*/ 108089 h 127583"/>
              <a:gd name="csX3" fmla="*/ 19497 w 127600"/>
              <a:gd name="csY3" fmla="*/ 127583 h 127583"/>
              <a:gd name="csX4" fmla="*/ 108103 w 127600"/>
              <a:gd name="csY4" fmla="*/ 127583 h 127583"/>
              <a:gd name="csX5" fmla="*/ 127601 w 127600"/>
              <a:gd name="csY5" fmla="*/ 108089 h 127583"/>
              <a:gd name="csX6" fmla="*/ 127601 w 127600"/>
              <a:gd name="csY6" fmla="*/ 19495 h 127583"/>
              <a:gd name="csX7" fmla="*/ 108103 w 127600"/>
              <a:gd name="csY7" fmla="*/ 0 h 127583"/>
              <a:gd name="csX8" fmla="*/ 19497 w 127600"/>
              <a:gd name="csY8" fmla="*/ 0 h 127583"/>
              <a:gd name="csX9" fmla="*/ 62065 w 127600"/>
              <a:gd name="csY9" fmla="*/ 32015 h 127583"/>
              <a:gd name="csX10" fmla="*/ 101213 w 127600"/>
              <a:gd name="csY10" fmla="*/ 48124 h 127583"/>
              <a:gd name="csX11" fmla="*/ 102557 w 127600"/>
              <a:gd name="csY11" fmla="*/ 53466 h 127583"/>
              <a:gd name="csX12" fmla="*/ 98440 w 127600"/>
              <a:gd name="csY12" fmla="*/ 57123 h 127583"/>
              <a:gd name="csX13" fmla="*/ 83451 w 127600"/>
              <a:gd name="csY13" fmla="*/ 72910 h 127583"/>
              <a:gd name="csX14" fmla="*/ 75931 w 127600"/>
              <a:gd name="csY14" fmla="*/ 84035 h 127583"/>
              <a:gd name="csX15" fmla="*/ 51397 w 127600"/>
              <a:gd name="csY15" fmla="*/ 92149 h 127583"/>
              <a:gd name="csX16" fmla="*/ 46327 w 127600"/>
              <a:gd name="csY16" fmla="*/ 91452 h 127583"/>
              <a:gd name="csX17" fmla="*/ 68207 w 127600"/>
              <a:gd name="csY17" fmla="*/ 59556 h 127583"/>
              <a:gd name="csX18" fmla="*/ 70503 w 127600"/>
              <a:gd name="csY18" fmla="*/ 57038 h 127583"/>
              <a:gd name="csX19" fmla="*/ 70810 w 127600"/>
              <a:gd name="csY19" fmla="*/ 53670 h 127583"/>
              <a:gd name="csX20" fmla="*/ 69006 w 127600"/>
              <a:gd name="csY20" fmla="*/ 50778 h 127583"/>
              <a:gd name="csX21" fmla="*/ 65842 w 127600"/>
              <a:gd name="csY21" fmla="*/ 49587 h 127583"/>
              <a:gd name="csX22" fmla="*/ 62933 w 127600"/>
              <a:gd name="csY22" fmla="*/ 50319 h 127583"/>
              <a:gd name="csX23" fmla="*/ 35762 w 127600"/>
              <a:gd name="csY23" fmla="*/ 90193 h 127583"/>
              <a:gd name="csX24" fmla="*/ 35762 w 127600"/>
              <a:gd name="csY24" fmla="*/ 90261 h 127583"/>
              <a:gd name="csX25" fmla="*/ 35439 w 127600"/>
              <a:gd name="csY25" fmla="*/ 93918 h 127583"/>
              <a:gd name="csX26" fmla="*/ 35439 w 127600"/>
              <a:gd name="csY26" fmla="*/ 95687 h 127583"/>
              <a:gd name="csX27" fmla="*/ 35439 w 127600"/>
              <a:gd name="csY27" fmla="*/ 97457 h 127583"/>
              <a:gd name="csX28" fmla="*/ 30131 w 127600"/>
              <a:gd name="csY28" fmla="*/ 102781 h 127583"/>
              <a:gd name="csX29" fmla="*/ 24805 w 127600"/>
              <a:gd name="csY29" fmla="*/ 97457 h 127583"/>
              <a:gd name="csX30" fmla="*/ 24805 w 127600"/>
              <a:gd name="csY30" fmla="*/ 93918 h 127583"/>
              <a:gd name="csX31" fmla="*/ 26966 w 127600"/>
              <a:gd name="csY31" fmla="*/ 81670 h 127583"/>
              <a:gd name="csX32" fmla="*/ 41547 w 127600"/>
              <a:gd name="csY32" fmla="*/ 37731 h 127583"/>
              <a:gd name="csX33" fmla="*/ 62065 w 127600"/>
              <a:gd name="csY33" fmla="*/ 32015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lnTo>
                  <a:pt x="15280" y="7"/>
                </a:lnTo>
                <a:close/>
                <a:moveTo>
                  <a:pt x="48640" y="25097"/>
                </a:moveTo>
                <a:cubicBezTo>
                  <a:pt x="58694" y="24790"/>
                  <a:pt x="69973" y="28457"/>
                  <a:pt x="79321" y="37721"/>
                </a:cubicBezTo>
                <a:cubicBezTo>
                  <a:pt x="80427" y="38815"/>
                  <a:pt x="80827" y="40428"/>
                  <a:pt x="80374" y="41908"/>
                </a:cubicBezTo>
                <a:cubicBezTo>
                  <a:pt x="79907" y="43401"/>
                  <a:pt x="78667" y="44494"/>
                  <a:pt x="77147" y="44774"/>
                </a:cubicBezTo>
                <a:cubicBezTo>
                  <a:pt x="71774" y="45761"/>
                  <a:pt x="68534" y="51547"/>
                  <a:pt x="65400" y="57146"/>
                </a:cubicBezTo>
                <a:cubicBezTo>
                  <a:pt x="63534" y="60466"/>
                  <a:pt x="61774" y="63612"/>
                  <a:pt x="59507" y="65865"/>
                </a:cubicBezTo>
                <a:cubicBezTo>
                  <a:pt x="53747" y="71557"/>
                  <a:pt x="45774" y="72224"/>
                  <a:pt x="40280" y="72224"/>
                </a:cubicBezTo>
                <a:cubicBezTo>
                  <a:pt x="38960" y="72224"/>
                  <a:pt x="37614" y="71997"/>
                  <a:pt x="36306" y="71678"/>
                </a:cubicBezTo>
                <a:cubicBezTo>
                  <a:pt x="38213" y="55533"/>
                  <a:pt x="53454" y="46681"/>
                  <a:pt x="53454" y="46681"/>
                </a:cubicBezTo>
                <a:cubicBezTo>
                  <a:pt x="54253" y="46240"/>
                  <a:pt x="54880" y="45547"/>
                  <a:pt x="55253" y="44707"/>
                </a:cubicBezTo>
                <a:cubicBezTo>
                  <a:pt x="55627" y="43880"/>
                  <a:pt x="55707" y="42948"/>
                  <a:pt x="55494" y="42068"/>
                </a:cubicBezTo>
                <a:cubicBezTo>
                  <a:pt x="55281" y="41174"/>
                  <a:pt x="54787" y="40388"/>
                  <a:pt x="54080" y="39801"/>
                </a:cubicBezTo>
                <a:cubicBezTo>
                  <a:pt x="53374" y="39228"/>
                  <a:pt x="52507" y="38895"/>
                  <a:pt x="51600" y="38868"/>
                </a:cubicBezTo>
                <a:cubicBezTo>
                  <a:pt x="50800" y="38829"/>
                  <a:pt x="50013" y="39029"/>
                  <a:pt x="49321" y="39442"/>
                </a:cubicBezTo>
                <a:cubicBezTo>
                  <a:pt x="49321" y="39442"/>
                  <a:pt x="30414" y="50094"/>
                  <a:pt x="28027" y="70691"/>
                </a:cubicBezTo>
                <a:cubicBezTo>
                  <a:pt x="28027" y="70704"/>
                  <a:pt x="28027" y="70717"/>
                  <a:pt x="28027" y="70744"/>
                </a:cubicBezTo>
                <a:cubicBezTo>
                  <a:pt x="27880" y="71664"/>
                  <a:pt x="27774" y="72610"/>
                  <a:pt x="27774" y="73610"/>
                </a:cubicBezTo>
                <a:lnTo>
                  <a:pt x="27774" y="74996"/>
                </a:lnTo>
                <a:lnTo>
                  <a:pt x="27774" y="76384"/>
                </a:lnTo>
                <a:cubicBezTo>
                  <a:pt x="27774" y="78690"/>
                  <a:pt x="25907" y="80556"/>
                  <a:pt x="23614" y="80556"/>
                </a:cubicBezTo>
                <a:cubicBezTo>
                  <a:pt x="21306" y="80556"/>
                  <a:pt x="19440" y="78690"/>
                  <a:pt x="19440" y="76384"/>
                </a:cubicBezTo>
                <a:lnTo>
                  <a:pt x="19440" y="73610"/>
                </a:lnTo>
                <a:cubicBezTo>
                  <a:pt x="19440" y="70051"/>
                  <a:pt x="20107" y="66891"/>
                  <a:pt x="21133" y="64011"/>
                </a:cubicBezTo>
                <a:cubicBezTo>
                  <a:pt x="16734" y="49400"/>
                  <a:pt x="21013" y="36535"/>
                  <a:pt x="32560" y="29576"/>
                </a:cubicBezTo>
                <a:cubicBezTo>
                  <a:pt x="37027" y="26883"/>
                  <a:pt x="42614" y="25270"/>
                  <a:pt x="48640" y="2509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3" name="Белый — SVG 6">
            <a:extLst>
              <a:ext uri="{FF2B5EF4-FFF2-40B4-BE49-F238E27FC236}">
                <a16:creationId xmlns:a16="http://schemas.microsoft.com/office/drawing/2014/main" id="{E8F749BB-D9A8-DC4F-8CB3-249C52895B23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93931 w 145328"/>
              <a:gd name="csY0" fmla="*/ 0 h 138215"/>
              <a:gd name="csX1" fmla="*/ 75199 w 145328"/>
              <a:gd name="csY1" fmla="*/ 14170 h 138215"/>
              <a:gd name="csX2" fmla="*/ 23036 w 145328"/>
              <a:gd name="csY2" fmla="*/ 14170 h 138215"/>
              <a:gd name="csX3" fmla="*/ 0 w 145328"/>
              <a:gd name="csY3" fmla="*/ 37203 h 138215"/>
              <a:gd name="csX4" fmla="*/ 0 w 145328"/>
              <a:gd name="csY4" fmla="*/ 89291 h 138215"/>
              <a:gd name="csX5" fmla="*/ 0 w 145328"/>
              <a:gd name="csY5" fmla="*/ 93918 h 138215"/>
              <a:gd name="csX6" fmla="*/ 0 w 145328"/>
              <a:gd name="csY6" fmla="*/ 104550 h 138215"/>
              <a:gd name="csX7" fmla="*/ 18477 w 145328"/>
              <a:gd name="csY7" fmla="*/ 123977 h 138215"/>
              <a:gd name="csX8" fmla="*/ 37209 w 145328"/>
              <a:gd name="csY8" fmla="*/ 138215 h 138215"/>
              <a:gd name="csX9" fmla="*/ 55957 w 145328"/>
              <a:gd name="csY9" fmla="*/ 124045 h 138215"/>
              <a:gd name="csX10" fmla="*/ 85833 w 145328"/>
              <a:gd name="csY10" fmla="*/ 124045 h 138215"/>
              <a:gd name="csX11" fmla="*/ 104564 w 145328"/>
              <a:gd name="csY11" fmla="*/ 138215 h 138215"/>
              <a:gd name="csX12" fmla="*/ 123296 w 145328"/>
              <a:gd name="csY12" fmla="*/ 124045 h 138215"/>
              <a:gd name="csX13" fmla="*/ 125831 w 145328"/>
              <a:gd name="csY13" fmla="*/ 124045 h 138215"/>
              <a:gd name="csX14" fmla="*/ 145328 w 145328"/>
              <a:gd name="csY14" fmla="*/ 104550 h 138215"/>
              <a:gd name="csX15" fmla="*/ 145328 w 145328"/>
              <a:gd name="csY15" fmla="*/ 95551 h 138215"/>
              <a:gd name="csX16" fmla="*/ 132500 w 145328"/>
              <a:gd name="csY16" fmla="*/ 79901 h 138215"/>
              <a:gd name="csX17" fmla="*/ 132500 w 145328"/>
              <a:gd name="csY17" fmla="*/ 79901 h 138215"/>
              <a:gd name="csX18" fmla="*/ 107593 w 145328"/>
              <a:gd name="csY18" fmla="*/ 74917 h 138215"/>
              <a:gd name="csX19" fmla="*/ 91804 w 145328"/>
              <a:gd name="csY19" fmla="*/ 53874 h 138215"/>
              <a:gd name="csX20" fmla="*/ 76203 w 145328"/>
              <a:gd name="csY20" fmla="*/ 46066 h 138215"/>
              <a:gd name="csX21" fmla="*/ 48624 w 145328"/>
              <a:gd name="csY21" fmla="*/ 46066 h 138215"/>
              <a:gd name="csX22" fmla="*/ 32087 w 145328"/>
              <a:gd name="csY22" fmla="*/ 55235 h 138215"/>
              <a:gd name="csX23" fmla="*/ 19719 w 145328"/>
              <a:gd name="csY23" fmla="*/ 75019 h 138215"/>
              <a:gd name="csX24" fmla="*/ 10633 w 145328"/>
              <a:gd name="csY24" fmla="*/ 76992 h 138215"/>
              <a:gd name="csX25" fmla="*/ 10633 w 145328"/>
              <a:gd name="csY25" fmla="*/ 37203 h 138215"/>
              <a:gd name="csX26" fmla="*/ 23036 w 145328"/>
              <a:gd name="csY26" fmla="*/ 24802 h 138215"/>
              <a:gd name="csX27" fmla="*/ 75199 w 145328"/>
              <a:gd name="csY27" fmla="*/ 24802 h 138215"/>
              <a:gd name="csX28" fmla="*/ 93931 w 145328"/>
              <a:gd name="csY28" fmla="*/ 38989 h 138215"/>
              <a:gd name="csX29" fmla="*/ 104564 w 145328"/>
              <a:gd name="csY29" fmla="*/ 38989 h 138215"/>
              <a:gd name="csX30" fmla="*/ 107627 w 145328"/>
              <a:gd name="csY30" fmla="*/ 38003 h 138215"/>
              <a:gd name="csX31" fmla="*/ 109566 w 145328"/>
              <a:gd name="csY31" fmla="*/ 35434 h 138215"/>
              <a:gd name="csX32" fmla="*/ 122276 w 145328"/>
              <a:gd name="csY32" fmla="*/ 35434 h 138215"/>
              <a:gd name="csX33" fmla="*/ 124334 w 145328"/>
              <a:gd name="csY33" fmla="*/ 35060 h 138215"/>
              <a:gd name="csX34" fmla="*/ 126087 w 145328"/>
              <a:gd name="csY34" fmla="*/ 33903 h 138215"/>
              <a:gd name="csX35" fmla="*/ 127260 w 145328"/>
              <a:gd name="csY35" fmla="*/ 32168 h 138215"/>
              <a:gd name="csX36" fmla="*/ 127669 w 145328"/>
              <a:gd name="csY36" fmla="*/ 30127 h 138215"/>
              <a:gd name="csX37" fmla="*/ 127260 w 145328"/>
              <a:gd name="csY37" fmla="*/ 28068 h 138215"/>
              <a:gd name="csX38" fmla="*/ 126087 w 145328"/>
              <a:gd name="csY38" fmla="*/ 26333 h 138215"/>
              <a:gd name="csX39" fmla="*/ 124334 w 145328"/>
              <a:gd name="csY39" fmla="*/ 25194 h 138215"/>
              <a:gd name="csX40" fmla="*/ 122276 w 145328"/>
              <a:gd name="csY40" fmla="*/ 24802 h 138215"/>
              <a:gd name="csX41" fmla="*/ 109873 w 145328"/>
              <a:gd name="csY41" fmla="*/ 24802 h 138215"/>
              <a:gd name="csX42" fmla="*/ 109873 w 145328"/>
              <a:gd name="csY42" fmla="*/ 14034 h 138215"/>
              <a:gd name="csX43" fmla="*/ 122224 w 145328"/>
              <a:gd name="csY43" fmla="*/ 14170 h 138215"/>
              <a:gd name="csX44" fmla="*/ 124283 w 145328"/>
              <a:gd name="csY44" fmla="*/ 13813 h 138215"/>
              <a:gd name="csX45" fmla="*/ 126035 w 145328"/>
              <a:gd name="csY45" fmla="*/ 12673 h 138215"/>
              <a:gd name="csX46" fmla="*/ 127226 w 145328"/>
              <a:gd name="csY46" fmla="*/ 10955 h 138215"/>
              <a:gd name="csX47" fmla="*/ 127652 w 145328"/>
              <a:gd name="csY47" fmla="*/ 8914 h 138215"/>
              <a:gd name="csX48" fmla="*/ 127260 w 145328"/>
              <a:gd name="csY48" fmla="*/ 6873 h 138215"/>
              <a:gd name="csX49" fmla="*/ 126120 w 145328"/>
              <a:gd name="csY49" fmla="*/ 5120 h 138215"/>
              <a:gd name="csX50" fmla="*/ 124385 w 145328"/>
              <a:gd name="csY50" fmla="*/ 3964 h 138215"/>
              <a:gd name="csX51" fmla="*/ 122343 w 145328"/>
              <a:gd name="csY51" fmla="*/ 3538 h 138215"/>
              <a:gd name="csX52" fmla="*/ 109516 w 145328"/>
              <a:gd name="csY52" fmla="*/ 3402 h 138215"/>
              <a:gd name="csX53" fmla="*/ 107576 w 145328"/>
              <a:gd name="csY53" fmla="*/ 936 h 138215"/>
              <a:gd name="csX54" fmla="*/ 104564 w 145328"/>
              <a:gd name="csY54" fmla="*/ 0 h 138215"/>
              <a:gd name="csX55" fmla="*/ 93931 w 145328"/>
              <a:gd name="csY55" fmla="*/ 0 h 138215"/>
              <a:gd name="csX56" fmla="*/ 48624 w 145328"/>
              <a:gd name="csY56" fmla="*/ 56698 h 138215"/>
              <a:gd name="csX57" fmla="*/ 76203 w 145328"/>
              <a:gd name="csY57" fmla="*/ 56698 h 138215"/>
              <a:gd name="csX58" fmla="*/ 83298 w 145328"/>
              <a:gd name="csY58" fmla="*/ 60253 h 138215"/>
              <a:gd name="csX59" fmla="*/ 93931 w 145328"/>
              <a:gd name="csY59" fmla="*/ 74424 h 138215"/>
              <a:gd name="csX60" fmla="*/ 32632 w 145328"/>
              <a:gd name="csY60" fmla="*/ 74424 h 138215"/>
              <a:gd name="csX61" fmla="*/ 41104 w 145328"/>
              <a:gd name="csY61" fmla="*/ 60866 h 138215"/>
              <a:gd name="csX62" fmla="*/ 41104 w 145328"/>
              <a:gd name="csY62" fmla="*/ 60866 h 138215"/>
              <a:gd name="csX63" fmla="*/ 48624 w 145328"/>
              <a:gd name="csY63" fmla="*/ 56698 h 138215"/>
              <a:gd name="csX64" fmla="*/ 37209 w 145328"/>
              <a:gd name="csY64" fmla="*/ 109858 h 138215"/>
              <a:gd name="csX65" fmla="*/ 46072 w 145328"/>
              <a:gd name="csY65" fmla="*/ 118721 h 138215"/>
              <a:gd name="csX66" fmla="*/ 37209 w 145328"/>
              <a:gd name="csY66" fmla="*/ 127583 h 138215"/>
              <a:gd name="csX67" fmla="*/ 28412 w 145328"/>
              <a:gd name="csY67" fmla="*/ 119214 h 138215"/>
              <a:gd name="csX68" fmla="*/ 28412 w 145328"/>
              <a:gd name="csY68" fmla="*/ 118227 h 138215"/>
              <a:gd name="csX69" fmla="*/ 37209 w 145328"/>
              <a:gd name="csY69" fmla="*/ 109858 h 138215"/>
              <a:gd name="csX70" fmla="*/ 104564 w 145328"/>
              <a:gd name="csY70" fmla="*/ 109858 h 138215"/>
              <a:gd name="csX71" fmla="*/ 113377 w 145328"/>
              <a:gd name="csY71" fmla="*/ 118227 h 138215"/>
              <a:gd name="csX72" fmla="*/ 113377 w 145328"/>
              <a:gd name="csY72" fmla="*/ 119214 h 138215"/>
              <a:gd name="csX73" fmla="*/ 104564 w 145328"/>
              <a:gd name="csY73" fmla="*/ 127583 h 138215"/>
              <a:gd name="csX74" fmla="*/ 95700 w 145328"/>
              <a:gd name="csY74" fmla="*/ 118721 h 138215"/>
              <a:gd name="csX75" fmla="*/ 104564 w 145328"/>
              <a:gd name="csY75" fmla="*/ 109858 h 138215"/>
            </a:gdLst>
            <a:ahLst/>
            <a:cxnLst/>
            <a:rect l="l" t="t" r="r" b="b"/>
            <a:pathLst>
              <a:path w="100000" h="100000">
                <a:moveTo>
                  <a:pt x="64634" y="2447"/>
                </a:moveTo>
                <a:cubicBezTo>
                  <a:pt x="58534" y="2447"/>
                  <a:pt x="53348" y="6591"/>
                  <a:pt x="51744" y="12198"/>
                </a:cubicBezTo>
                <a:lnTo>
                  <a:pt x="15851" y="12198"/>
                </a:lnTo>
                <a:cubicBezTo>
                  <a:pt x="7141" y="12198"/>
                  <a:pt x="0" y="19338"/>
                  <a:pt x="0" y="28047"/>
                </a:cubicBezTo>
                <a:lnTo>
                  <a:pt x="0" y="63888"/>
                </a:lnTo>
                <a:lnTo>
                  <a:pt x="0" y="67072"/>
                </a:lnTo>
                <a:lnTo>
                  <a:pt x="0" y="74388"/>
                </a:lnTo>
                <a:cubicBezTo>
                  <a:pt x="0" y="81517"/>
                  <a:pt x="5666" y="87381"/>
                  <a:pt x="12714" y="87756"/>
                </a:cubicBezTo>
                <a:cubicBezTo>
                  <a:pt x="14306" y="93386"/>
                  <a:pt x="19503" y="97553"/>
                  <a:pt x="25603" y="97553"/>
                </a:cubicBezTo>
                <a:cubicBezTo>
                  <a:pt x="31702" y="97553"/>
                  <a:pt x="36888" y="93409"/>
                  <a:pt x="38504" y="87802"/>
                </a:cubicBezTo>
                <a:lnTo>
                  <a:pt x="59062" y="87802"/>
                </a:lnTo>
                <a:cubicBezTo>
                  <a:pt x="60666" y="93409"/>
                  <a:pt x="65851" y="97553"/>
                  <a:pt x="71950" y="97553"/>
                </a:cubicBezTo>
                <a:cubicBezTo>
                  <a:pt x="78050" y="97553"/>
                  <a:pt x="83237" y="93409"/>
                  <a:pt x="84840" y="87802"/>
                </a:cubicBezTo>
                <a:lnTo>
                  <a:pt x="86584" y="87802"/>
                </a:lnTo>
                <a:cubicBezTo>
                  <a:pt x="93948" y="87802"/>
                  <a:pt x="100000" y="81751"/>
                  <a:pt x="100000" y="74388"/>
                </a:cubicBezTo>
                <a:lnTo>
                  <a:pt x="100000" y="68196"/>
                </a:lnTo>
                <a:cubicBezTo>
                  <a:pt x="100000" y="62987"/>
                  <a:pt x="96277" y="58457"/>
                  <a:pt x="91173" y="57427"/>
                </a:cubicBezTo>
                <a:lnTo>
                  <a:pt x="91173" y="57427"/>
                </a:lnTo>
                <a:lnTo>
                  <a:pt x="74035" y="53998"/>
                </a:lnTo>
                <a:lnTo>
                  <a:pt x="63170" y="39518"/>
                </a:lnTo>
                <a:cubicBezTo>
                  <a:pt x="60642" y="36135"/>
                  <a:pt x="56661" y="34145"/>
                  <a:pt x="52435" y="34145"/>
                </a:cubicBezTo>
                <a:lnTo>
                  <a:pt x="33458" y="34145"/>
                </a:lnTo>
                <a:cubicBezTo>
                  <a:pt x="28834" y="34145"/>
                  <a:pt x="24526" y="36534"/>
                  <a:pt x="22079" y="40454"/>
                </a:cubicBezTo>
                <a:lnTo>
                  <a:pt x="13569" y="54068"/>
                </a:lnTo>
                <a:lnTo>
                  <a:pt x="7317" y="55425"/>
                </a:lnTo>
                <a:lnTo>
                  <a:pt x="7317" y="28047"/>
                </a:lnTo>
                <a:cubicBezTo>
                  <a:pt x="7317" y="23295"/>
                  <a:pt x="11098" y="19513"/>
                  <a:pt x="15851" y="19513"/>
                </a:cubicBezTo>
                <a:lnTo>
                  <a:pt x="51744" y="19513"/>
                </a:lnTo>
                <a:cubicBezTo>
                  <a:pt x="53348" y="25121"/>
                  <a:pt x="58534" y="29276"/>
                  <a:pt x="64634" y="29276"/>
                </a:cubicBezTo>
                <a:lnTo>
                  <a:pt x="71950" y="29276"/>
                </a:lnTo>
                <a:cubicBezTo>
                  <a:pt x="72700" y="29276"/>
                  <a:pt x="73437" y="29030"/>
                  <a:pt x="74058" y="28597"/>
                </a:cubicBezTo>
                <a:cubicBezTo>
                  <a:pt x="74679" y="28164"/>
                  <a:pt x="75147" y="27544"/>
                  <a:pt x="75392" y="26829"/>
                </a:cubicBezTo>
                <a:lnTo>
                  <a:pt x="84138" y="26829"/>
                </a:lnTo>
                <a:cubicBezTo>
                  <a:pt x="84629" y="26841"/>
                  <a:pt x="85109" y="26747"/>
                  <a:pt x="85554" y="26572"/>
                </a:cubicBezTo>
                <a:cubicBezTo>
                  <a:pt x="86010" y="26385"/>
                  <a:pt x="86420" y="26115"/>
                  <a:pt x="86760" y="25776"/>
                </a:cubicBezTo>
                <a:cubicBezTo>
                  <a:pt x="87111" y="25437"/>
                  <a:pt x="87380" y="25039"/>
                  <a:pt x="87567" y="24582"/>
                </a:cubicBezTo>
                <a:cubicBezTo>
                  <a:pt x="87755" y="24137"/>
                  <a:pt x="87849" y="23657"/>
                  <a:pt x="87849" y="23178"/>
                </a:cubicBezTo>
                <a:cubicBezTo>
                  <a:pt x="87849" y="22686"/>
                  <a:pt x="87755" y="22206"/>
                  <a:pt x="87567" y="21761"/>
                </a:cubicBezTo>
                <a:cubicBezTo>
                  <a:pt x="87380" y="21316"/>
                  <a:pt x="87111" y="20907"/>
                  <a:pt x="86760" y="20567"/>
                </a:cubicBezTo>
                <a:cubicBezTo>
                  <a:pt x="86420" y="20228"/>
                  <a:pt x="86010" y="19959"/>
                  <a:pt x="85554" y="19783"/>
                </a:cubicBezTo>
                <a:cubicBezTo>
                  <a:pt x="85109" y="19595"/>
                  <a:pt x="84629" y="19513"/>
                  <a:pt x="84138" y="19513"/>
                </a:cubicBezTo>
                <a:lnTo>
                  <a:pt x="75603" y="19513"/>
                </a:lnTo>
                <a:lnTo>
                  <a:pt x="75603" y="12104"/>
                </a:lnTo>
                <a:lnTo>
                  <a:pt x="84102" y="12198"/>
                </a:lnTo>
                <a:cubicBezTo>
                  <a:pt x="84594" y="12209"/>
                  <a:pt x="85074" y="12127"/>
                  <a:pt x="85519" y="11952"/>
                </a:cubicBezTo>
                <a:cubicBezTo>
                  <a:pt x="85963" y="11776"/>
                  <a:pt x="86374" y="11507"/>
                  <a:pt x="86725" y="11167"/>
                </a:cubicBezTo>
                <a:cubicBezTo>
                  <a:pt x="87076" y="10828"/>
                  <a:pt x="87345" y="10431"/>
                  <a:pt x="87544" y="9985"/>
                </a:cubicBezTo>
                <a:cubicBezTo>
                  <a:pt x="87731" y="9541"/>
                  <a:pt x="87837" y="9061"/>
                  <a:pt x="87837" y="8581"/>
                </a:cubicBezTo>
                <a:cubicBezTo>
                  <a:pt x="87837" y="8101"/>
                  <a:pt x="87755" y="7621"/>
                  <a:pt x="87567" y="7177"/>
                </a:cubicBezTo>
                <a:cubicBezTo>
                  <a:pt x="87392" y="6720"/>
                  <a:pt x="87123" y="6310"/>
                  <a:pt x="86783" y="5970"/>
                </a:cubicBezTo>
                <a:cubicBezTo>
                  <a:pt x="86444" y="5631"/>
                  <a:pt x="86034" y="5350"/>
                  <a:pt x="85589" y="5175"/>
                </a:cubicBezTo>
                <a:cubicBezTo>
                  <a:pt x="85144" y="4987"/>
                  <a:pt x="84664" y="4882"/>
                  <a:pt x="84184" y="4882"/>
                </a:cubicBezTo>
                <a:lnTo>
                  <a:pt x="75358" y="4788"/>
                </a:lnTo>
                <a:cubicBezTo>
                  <a:pt x="75088" y="4097"/>
                  <a:pt x="74631" y="3512"/>
                  <a:pt x="74023" y="3091"/>
                </a:cubicBezTo>
                <a:cubicBezTo>
                  <a:pt x="73414" y="2669"/>
                  <a:pt x="72688" y="2447"/>
                  <a:pt x="71950" y="2447"/>
                </a:cubicBezTo>
                <a:lnTo>
                  <a:pt x="64634" y="2447"/>
                </a:lnTo>
                <a:close/>
                <a:moveTo>
                  <a:pt x="33458" y="41461"/>
                </a:moveTo>
                <a:lnTo>
                  <a:pt x="52435" y="41461"/>
                </a:lnTo>
                <a:cubicBezTo>
                  <a:pt x="54355" y="41461"/>
                  <a:pt x="56158" y="42362"/>
                  <a:pt x="57317" y="43907"/>
                </a:cubicBezTo>
                <a:lnTo>
                  <a:pt x="64634" y="53658"/>
                </a:lnTo>
                <a:lnTo>
                  <a:pt x="22454" y="53658"/>
                </a:lnTo>
                <a:lnTo>
                  <a:pt x="28284" y="44329"/>
                </a:lnTo>
                <a:lnTo>
                  <a:pt x="28284" y="44329"/>
                </a:lnTo>
                <a:cubicBezTo>
                  <a:pt x="29408" y="42538"/>
                  <a:pt x="31351" y="41461"/>
                  <a:pt x="33458" y="41461"/>
                </a:cubicBezTo>
                <a:close/>
                <a:moveTo>
                  <a:pt x="25603" y="78040"/>
                </a:moveTo>
                <a:cubicBezTo>
                  <a:pt x="29010" y="78040"/>
                  <a:pt x="31702" y="80732"/>
                  <a:pt x="31702" y="84139"/>
                </a:cubicBezTo>
                <a:cubicBezTo>
                  <a:pt x="31702" y="87545"/>
                  <a:pt x="29010" y="90237"/>
                  <a:pt x="25603" y="90237"/>
                </a:cubicBezTo>
                <a:cubicBezTo>
                  <a:pt x="22325" y="90237"/>
                  <a:pt x="19715" y="87721"/>
                  <a:pt x="19550" y="84478"/>
                </a:cubicBezTo>
                <a:cubicBezTo>
                  <a:pt x="19562" y="84255"/>
                  <a:pt x="19562" y="84021"/>
                  <a:pt x="19550" y="83799"/>
                </a:cubicBezTo>
                <a:cubicBezTo>
                  <a:pt x="19715" y="80557"/>
                  <a:pt x="22325" y="78040"/>
                  <a:pt x="25603" y="78040"/>
                </a:cubicBezTo>
                <a:close/>
                <a:moveTo>
                  <a:pt x="71950" y="78040"/>
                </a:moveTo>
                <a:cubicBezTo>
                  <a:pt x="75240" y="78040"/>
                  <a:pt x="77839" y="80557"/>
                  <a:pt x="78015" y="83799"/>
                </a:cubicBezTo>
                <a:cubicBezTo>
                  <a:pt x="77992" y="84021"/>
                  <a:pt x="77992" y="84255"/>
                  <a:pt x="78015" y="84478"/>
                </a:cubicBezTo>
                <a:cubicBezTo>
                  <a:pt x="77839" y="87721"/>
                  <a:pt x="75240" y="90237"/>
                  <a:pt x="71950" y="90237"/>
                </a:cubicBezTo>
                <a:cubicBezTo>
                  <a:pt x="68544" y="90237"/>
                  <a:pt x="65851" y="87545"/>
                  <a:pt x="65851" y="84139"/>
                </a:cubicBezTo>
                <a:cubicBezTo>
                  <a:pt x="65851" y="80732"/>
                  <a:pt x="68544" y="78040"/>
                  <a:pt x="71950" y="7804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4" name="Белый — SVG 7">
            <a:extLst>
              <a:ext uri="{FF2B5EF4-FFF2-40B4-BE49-F238E27FC236}">
                <a16:creationId xmlns:a16="http://schemas.microsoft.com/office/drawing/2014/main" id="{A54E0F00-3DDA-FD4B-A220-C08219154ADB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104564 w 141772"/>
              <a:gd name="csY0" fmla="*/ 0 h 134676"/>
              <a:gd name="csX1" fmla="*/ 67339 w 141772"/>
              <a:gd name="csY1" fmla="*/ 37203 h 134676"/>
              <a:gd name="csX2" fmla="*/ 78551 w 141772"/>
              <a:gd name="csY2" fmla="*/ 67330 h 134676"/>
              <a:gd name="csX3" fmla="*/ 99239 w 141772"/>
              <a:gd name="csY3" fmla="*/ 67330 h 134676"/>
              <a:gd name="csX4" fmla="*/ 99239 w 141772"/>
              <a:gd name="csY4" fmla="*/ 48362 h 134676"/>
              <a:gd name="csX5" fmla="*/ 95786 w 141772"/>
              <a:gd name="csY5" fmla="*/ 45981 h 134676"/>
              <a:gd name="csX6" fmla="*/ 90392 w 141772"/>
              <a:gd name="csY6" fmla="*/ 41184 h 134676"/>
              <a:gd name="csX7" fmla="*/ 89967 w 141772"/>
              <a:gd name="csY7" fmla="*/ 33682 h 134676"/>
              <a:gd name="csX8" fmla="*/ 97470 w 141772"/>
              <a:gd name="csY8" fmla="*/ 33257 h 134676"/>
              <a:gd name="csX9" fmla="*/ 103084 w 141772"/>
              <a:gd name="csY9" fmla="*/ 38258 h 134676"/>
              <a:gd name="csX10" fmla="*/ 104564 w 141772"/>
              <a:gd name="csY10" fmla="*/ 38989 h 134676"/>
              <a:gd name="csX11" fmla="*/ 105806 w 141772"/>
              <a:gd name="csY11" fmla="*/ 38462 h 134676"/>
              <a:gd name="csX12" fmla="*/ 111659 w 141772"/>
              <a:gd name="csY12" fmla="*/ 33240 h 134676"/>
              <a:gd name="csX13" fmla="*/ 119162 w 141772"/>
              <a:gd name="csY13" fmla="*/ 33682 h 134676"/>
              <a:gd name="csX14" fmla="*/ 118737 w 141772"/>
              <a:gd name="csY14" fmla="*/ 41184 h 134676"/>
              <a:gd name="csX15" fmla="*/ 113105 w 141772"/>
              <a:gd name="csY15" fmla="*/ 46185 h 134676"/>
              <a:gd name="csX16" fmla="*/ 109873 w 141772"/>
              <a:gd name="csY16" fmla="*/ 48414 h 134676"/>
              <a:gd name="csX17" fmla="*/ 109873 w 141772"/>
              <a:gd name="csY17" fmla="*/ 67330 h 134676"/>
              <a:gd name="csX18" fmla="*/ 130578 w 141772"/>
              <a:gd name="csY18" fmla="*/ 67330 h 134676"/>
              <a:gd name="csX19" fmla="*/ 141773 w 141772"/>
              <a:gd name="csY19" fmla="*/ 37203 h 134676"/>
              <a:gd name="csX20" fmla="*/ 104564 w 141772"/>
              <a:gd name="csY20" fmla="*/ 0 h 134676"/>
              <a:gd name="csX21" fmla="*/ 10940 w 141772"/>
              <a:gd name="csY21" fmla="*/ 42528 h 134676"/>
              <a:gd name="csX22" fmla="*/ 5648 w 141772"/>
              <a:gd name="csY22" fmla="*/ 45981 h 134676"/>
              <a:gd name="csX23" fmla="*/ 0 w 141772"/>
              <a:gd name="csY23" fmla="*/ 79731 h 134676"/>
              <a:gd name="csX24" fmla="*/ 528 w 141772"/>
              <a:gd name="csY24" fmla="*/ 87420 h 134676"/>
              <a:gd name="csX25" fmla="*/ 32853 w 141772"/>
              <a:gd name="csY25" fmla="*/ 51629 h 134676"/>
              <a:gd name="csX26" fmla="*/ 11926 w 141772"/>
              <a:gd name="csY26" fmla="*/ 42681 h 134676"/>
              <a:gd name="csX27" fmla="*/ 10940 w 141772"/>
              <a:gd name="csY27" fmla="*/ 42528 h 134676"/>
              <a:gd name="csX28" fmla="*/ 55242 w 141772"/>
              <a:gd name="csY28" fmla="*/ 56715 h 134676"/>
              <a:gd name="csX29" fmla="*/ 54222 w 141772"/>
              <a:gd name="csY29" fmla="*/ 56749 h 134676"/>
              <a:gd name="csX30" fmla="*/ 10633 w 141772"/>
              <a:gd name="csY30" fmla="*/ 93918 h 134676"/>
              <a:gd name="csX31" fmla="*/ 23751 w 141772"/>
              <a:gd name="csY31" fmla="*/ 114689 h 134676"/>
              <a:gd name="csX32" fmla="*/ 51414 w 141772"/>
              <a:gd name="csY32" fmla="*/ 134677 h 134676"/>
              <a:gd name="csX33" fmla="*/ 86837 w 141772"/>
              <a:gd name="csY33" fmla="*/ 134677 h 134676"/>
              <a:gd name="csX34" fmla="*/ 109873 w 141772"/>
              <a:gd name="csY34" fmla="*/ 111627 h 134676"/>
              <a:gd name="csX35" fmla="*/ 109873 w 141772"/>
              <a:gd name="csY35" fmla="*/ 99226 h 134676"/>
              <a:gd name="csX36" fmla="*/ 111727 w 141772"/>
              <a:gd name="csY36" fmla="*/ 99226 h 134676"/>
              <a:gd name="csX37" fmla="*/ 122156 w 141772"/>
              <a:gd name="csY37" fmla="*/ 90686 h 134676"/>
              <a:gd name="csX38" fmla="*/ 124402 w 141772"/>
              <a:gd name="csY38" fmla="*/ 79391 h 134676"/>
              <a:gd name="csX39" fmla="*/ 124793 w 141772"/>
              <a:gd name="csY39" fmla="*/ 77962 h 134676"/>
              <a:gd name="csX40" fmla="*/ 84335 w 141772"/>
              <a:gd name="csY40" fmla="*/ 77962 h 134676"/>
              <a:gd name="csX41" fmla="*/ 84710 w 141772"/>
              <a:gd name="csY41" fmla="*/ 79391 h 134676"/>
              <a:gd name="csX42" fmla="*/ 86973 w 141772"/>
              <a:gd name="csY42" fmla="*/ 90686 h 134676"/>
              <a:gd name="csX43" fmla="*/ 97402 w 141772"/>
              <a:gd name="csY43" fmla="*/ 99226 h 134676"/>
              <a:gd name="csX44" fmla="*/ 99239 w 141772"/>
              <a:gd name="csY44" fmla="*/ 99226 h 134676"/>
              <a:gd name="csX45" fmla="*/ 99239 w 141772"/>
              <a:gd name="csY45" fmla="*/ 111627 h 134676"/>
              <a:gd name="csX46" fmla="*/ 86837 w 141772"/>
              <a:gd name="csY46" fmla="*/ 124045 h 134676"/>
              <a:gd name="csX47" fmla="*/ 51414 w 141772"/>
              <a:gd name="csY47" fmla="*/ 124045 h 134676"/>
              <a:gd name="csX48" fmla="*/ 36953 w 141772"/>
              <a:gd name="csY48" fmla="*/ 116866 h 134676"/>
              <a:gd name="csX49" fmla="*/ 36936 w 141772"/>
              <a:gd name="csY49" fmla="*/ 116849 h 134676"/>
              <a:gd name="csX50" fmla="*/ 33687 w 141772"/>
              <a:gd name="csY50" fmla="*/ 109636 h 134676"/>
              <a:gd name="csX51" fmla="*/ 36341 w 141772"/>
              <a:gd name="csY51" fmla="*/ 91554 h 134676"/>
              <a:gd name="csX52" fmla="*/ 43282 w 141772"/>
              <a:gd name="csY52" fmla="*/ 88951 h 134676"/>
              <a:gd name="csX53" fmla="*/ 45579 w 141772"/>
              <a:gd name="csY53" fmla="*/ 96164 h 134676"/>
              <a:gd name="csX54" fmla="*/ 44065 w 141772"/>
              <a:gd name="csY54" fmla="*/ 107289 h 134676"/>
              <a:gd name="csX55" fmla="*/ 51023 w 141772"/>
              <a:gd name="csY55" fmla="*/ 113345 h 134676"/>
              <a:gd name="csX56" fmla="*/ 63800 w 141772"/>
              <a:gd name="csY56" fmla="*/ 90363 h 134676"/>
              <a:gd name="csX57" fmla="*/ 60142 w 141772"/>
              <a:gd name="csY57" fmla="*/ 60900 h 134676"/>
              <a:gd name="csX58" fmla="*/ 55242 w 141772"/>
              <a:gd name="csY58" fmla="*/ 56715 h 134676"/>
            </a:gdLst>
            <a:ahLst/>
            <a:cxnLst/>
            <a:rect l="l" t="t" r="r" b="b"/>
            <a:pathLst>
              <a:path w="100000" h="100000">
                <a:moveTo>
                  <a:pt x="73755" y="2503"/>
                </a:moveTo>
                <a:cubicBezTo>
                  <a:pt x="59835" y="2503"/>
                  <a:pt x="47498" y="13746"/>
                  <a:pt x="47498" y="28744"/>
                </a:cubicBezTo>
                <a:cubicBezTo>
                  <a:pt x="47498" y="39255"/>
                  <a:pt x="51842" y="44955"/>
                  <a:pt x="55407" y="49994"/>
                </a:cubicBezTo>
                <a:lnTo>
                  <a:pt x="69999" y="49994"/>
                </a:lnTo>
                <a:lnTo>
                  <a:pt x="69999" y="36615"/>
                </a:lnTo>
                <a:cubicBezTo>
                  <a:pt x="69123" y="36195"/>
                  <a:pt x="68295" y="35655"/>
                  <a:pt x="67563" y="34936"/>
                </a:cubicBezTo>
                <a:lnTo>
                  <a:pt x="63759" y="31552"/>
                </a:lnTo>
                <a:cubicBezTo>
                  <a:pt x="62210" y="30172"/>
                  <a:pt x="62079" y="27809"/>
                  <a:pt x="63459" y="26260"/>
                </a:cubicBezTo>
                <a:cubicBezTo>
                  <a:pt x="64827" y="24713"/>
                  <a:pt x="67203" y="24568"/>
                  <a:pt x="68751" y="25961"/>
                </a:cubicBezTo>
                <a:lnTo>
                  <a:pt x="72711" y="29488"/>
                </a:lnTo>
                <a:cubicBezTo>
                  <a:pt x="73191" y="29956"/>
                  <a:pt x="73563" y="30004"/>
                  <a:pt x="73755" y="30004"/>
                </a:cubicBezTo>
                <a:cubicBezTo>
                  <a:pt x="73948" y="30004"/>
                  <a:pt x="74319" y="29945"/>
                  <a:pt x="74631" y="29632"/>
                </a:cubicBezTo>
                <a:lnTo>
                  <a:pt x="78760" y="25949"/>
                </a:lnTo>
                <a:cubicBezTo>
                  <a:pt x="80308" y="24568"/>
                  <a:pt x="82671" y="24701"/>
                  <a:pt x="84052" y="26260"/>
                </a:cubicBezTo>
                <a:cubicBezTo>
                  <a:pt x="85432" y="27797"/>
                  <a:pt x="85300" y="30172"/>
                  <a:pt x="83752" y="31552"/>
                </a:cubicBezTo>
                <a:lnTo>
                  <a:pt x="79780" y="35080"/>
                </a:lnTo>
                <a:cubicBezTo>
                  <a:pt x="79119" y="35752"/>
                  <a:pt x="78328" y="36255"/>
                  <a:pt x="77500" y="36652"/>
                </a:cubicBezTo>
                <a:lnTo>
                  <a:pt x="77500" y="49994"/>
                </a:lnTo>
                <a:lnTo>
                  <a:pt x="92104" y="49994"/>
                </a:lnTo>
                <a:cubicBezTo>
                  <a:pt x="95668" y="44955"/>
                  <a:pt x="100001" y="39255"/>
                  <a:pt x="100001" y="28744"/>
                </a:cubicBezTo>
                <a:cubicBezTo>
                  <a:pt x="100001" y="13746"/>
                  <a:pt x="87676" y="2503"/>
                  <a:pt x="73755" y="2503"/>
                </a:cubicBezTo>
                <a:close/>
                <a:moveTo>
                  <a:pt x="7717" y="32500"/>
                </a:moveTo>
                <a:cubicBezTo>
                  <a:pt x="6108" y="32416"/>
                  <a:pt x="4572" y="33376"/>
                  <a:pt x="3984" y="34936"/>
                </a:cubicBezTo>
                <a:cubicBezTo>
                  <a:pt x="3828" y="35367"/>
                  <a:pt x="0" y="45723"/>
                  <a:pt x="0" y="58742"/>
                </a:cubicBezTo>
                <a:cubicBezTo>
                  <a:pt x="0" y="60685"/>
                  <a:pt x="144" y="62473"/>
                  <a:pt x="372" y="64165"/>
                </a:cubicBezTo>
                <a:cubicBezTo>
                  <a:pt x="2364" y="51110"/>
                  <a:pt x="12696" y="43203"/>
                  <a:pt x="23173" y="38920"/>
                </a:cubicBezTo>
                <a:cubicBezTo>
                  <a:pt x="16273" y="34636"/>
                  <a:pt x="8856" y="32728"/>
                  <a:pt x="8412" y="32608"/>
                </a:cubicBezTo>
                <a:cubicBezTo>
                  <a:pt x="8172" y="32560"/>
                  <a:pt x="7944" y="32524"/>
                  <a:pt x="7717" y="32500"/>
                </a:cubicBezTo>
                <a:close/>
                <a:moveTo>
                  <a:pt x="38965" y="42507"/>
                </a:moveTo>
                <a:cubicBezTo>
                  <a:pt x="38738" y="42495"/>
                  <a:pt x="38486" y="42507"/>
                  <a:pt x="38246" y="42531"/>
                </a:cubicBezTo>
                <a:cubicBezTo>
                  <a:pt x="36985" y="42699"/>
                  <a:pt x="7500" y="46970"/>
                  <a:pt x="7500" y="68748"/>
                </a:cubicBezTo>
                <a:cubicBezTo>
                  <a:pt x="7500" y="75468"/>
                  <a:pt x="11124" y="80856"/>
                  <a:pt x="16753" y="83399"/>
                </a:cubicBezTo>
                <a:cubicBezTo>
                  <a:pt x="19429" y="90227"/>
                  <a:pt x="25933" y="97498"/>
                  <a:pt x="36265" y="97498"/>
                </a:cubicBezTo>
                <a:lnTo>
                  <a:pt x="61251" y="97498"/>
                </a:lnTo>
                <a:cubicBezTo>
                  <a:pt x="70179" y="97498"/>
                  <a:pt x="77500" y="90179"/>
                  <a:pt x="77500" y="81240"/>
                </a:cubicBezTo>
                <a:lnTo>
                  <a:pt x="77500" y="72492"/>
                </a:lnTo>
                <a:lnTo>
                  <a:pt x="78808" y="72492"/>
                </a:lnTo>
                <a:cubicBezTo>
                  <a:pt x="82384" y="72492"/>
                  <a:pt x="85456" y="69972"/>
                  <a:pt x="86164" y="66469"/>
                </a:cubicBezTo>
                <a:lnTo>
                  <a:pt x="87748" y="58502"/>
                </a:lnTo>
                <a:cubicBezTo>
                  <a:pt x="87820" y="58153"/>
                  <a:pt x="87928" y="57829"/>
                  <a:pt x="88024" y="57494"/>
                </a:cubicBezTo>
                <a:lnTo>
                  <a:pt x="59486" y="57494"/>
                </a:lnTo>
                <a:cubicBezTo>
                  <a:pt x="59583" y="57829"/>
                  <a:pt x="59679" y="58153"/>
                  <a:pt x="59751" y="58502"/>
                </a:cubicBezTo>
                <a:lnTo>
                  <a:pt x="61347" y="66469"/>
                </a:lnTo>
                <a:cubicBezTo>
                  <a:pt x="62043" y="69972"/>
                  <a:pt x="65127" y="72492"/>
                  <a:pt x="68703" y="72492"/>
                </a:cubicBezTo>
                <a:lnTo>
                  <a:pt x="69999" y="72492"/>
                </a:lnTo>
                <a:lnTo>
                  <a:pt x="69999" y="81240"/>
                </a:lnTo>
                <a:cubicBezTo>
                  <a:pt x="69999" y="86123"/>
                  <a:pt x="66123" y="89999"/>
                  <a:pt x="61251" y="89999"/>
                </a:cubicBezTo>
                <a:lnTo>
                  <a:pt x="36265" y="89999"/>
                </a:lnTo>
                <a:cubicBezTo>
                  <a:pt x="31549" y="89999"/>
                  <a:pt x="28262" y="87815"/>
                  <a:pt x="26065" y="84935"/>
                </a:cubicBezTo>
                <a:cubicBezTo>
                  <a:pt x="26053" y="84935"/>
                  <a:pt x="26053" y="84923"/>
                  <a:pt x="26053" y="84923"/>
                </a:cubicBezTo>
                <a:cubicBezTo>
                  <a:pt x="25009" y="83471"/>
                  <a:pt x="24169" y="81792"/>
                  <a:pt x="23761" y="79835"/>
                </a:cubicBezTo>
                <a:cubicBezTo>
                  <a:pt x="22453" y="73524"/>
                  <a:pt x="25597" y="67141"/>
                  <a:pt x="25633" y="67081"/>
                </a:cubicBezTo>
                <a:cubicBezTo>
                  <a:pt x="26605" y="65257"/>
                  <a:pt x="28897" y="64609"/>
                  <a:pt x="30529" y="65245"/>
                </a:cubicBezTo>
                <a:cubicBezTo>
                  <a:pt x="32461" y="66013"/>
                  <a:pt x="32894" y="68569"/>
                  <a:pt x="32150" y="70333"/>
                </a:cubicBezTo>
                <a:cubicBezTo>
                  <a:pt x="31525" y="71916"/>
                  <a:pt x="30577" y="76008"/>
                  <a:pt x="31082" y="78180"/>
                </a:cubicBezTo>
                <a:cubicBezTo>
                  <a:pt x="31693" y="80892"/>
                  <a:pt x="33397" y="82343"/>
                  <a:pt x="35989" y="82451"/>
                </a:cubicBezTo>
                <a:cubicBezTo>
                  <a:pt x="41762" y="79440"/>
                  <a:pt x="45002" y="73836"/>
                  <a:pt x="45002" y="66241"/>
                </a:cubicBezTo>
                <a:cubicBezTo>
                  <a:pt x="45002" y="57614"/>
                  <a:pt x="42518" y="45951"/>
                  <a:pt x="42422" y="45459"/>
                </a:cubicBezTo>
                <a:cubicBezTo>
                  <a:pt x="42062" y="43791"/>
                  <a:pt x="40634" y="42615"/>
                  <a:pt x="38965" y="4250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5" name="Белый — SVG 8">
            <a:extLst>
              <a:ext uri="{FF2B5EF4-FFF2-40B4-BE49-F238E27FC236}">
                <a16:creationId xmlns:a16="http://schemas.microsoft.com/office/drawing/2014/main" id="{BE08474D-2B88-4E4B-99F7-2624FF2D6305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19494 w 152385"/>
              <a:gd name="csY0" fmla="*/ 0 h 148830"/>
              <a:gd name="csX1" fmla="*/ 0 w 152385"/>
              <a:gd name="csY1" fmla="*/ 19495 h 148830"/>
              <a:gd name="csX2" fmla="*/ 0 w 152385"/>
              <a:gd name="csY2" fmla="*/ 129353 h 148830"/>
              <a:gd name="csX3" fmla="*/ 5317 w 152385"/>
              <a:gd name="csY3" fmla="*/ 134677 h 148830"/>
              <a:gd name="csX4" fmla="*/ 78519 w 152385"/>
              <a:gd name="csY4" fmla="*/ 134677 h 148830"/>
              <a:gd name="csX5" fmla="*/ 78372 w 152385"/>
              <a:gd name="csY5" fmla="*/ 133724 h 148830"/>
              <a:gd name="csX6" fmla="*/ 63800 w 152385"/>
              <a:gd name="csY6" fmla="*/ 104550 h 148830"/>
              <a:gd name="csX7" fmla="*/ 81523 w 152385"/>
              <a:gd name="csY7" fmla="*/ 68793 h 148830"/>
              <a:gd name="csX8" fmla="*/ 81523 w 152385"/>
              <a:gd name="csY8" fmla="*/ 19495 h 148830"/>
              <a:gd name="csX9" fmla="*/ 62028 w 152385"/>
              <a:gd name="csY9" fmla="*/ 0 h 148830"/>
              <a:gd name="csX10" fmla="*/ 19494 w 152385"/>
              <a:gd name="csY10" fmla="*/ 0 h 148830"/>
              <a:gd name="csX11" fmla="*/ 88611 w 152385"/>
              <a:gd name="csY11" fmla="*/ 17725 h 148830"/>
              <a:gd name="csX12" fmla="*/ 88611 w 152385"/>
              <a:gd name="csY12" fmla="*/ 64149 h 148830"/>
              <a:gd name="csX13" fmla="*/ 93063 w 152385"/>
              <a:gd name="csY13" fmla="*/ 61988 h 148830"/>
              <a:gd name="csX14" fmla="*/ 119092 w 152385"/>
              <a:gd name="csY14" fmla="*/ 56698 h 148830"/>
              <a:gd name="csX15" fmla="*/ 119155 w 152385"/>
              <a:gd name="csY15" fmla="*/ 56698 h 148830"/>
              <a:gd name="csX16" fmla="*/ 134690 w 152385"/>
              <a:gd name="csY16" fmla="*/ 58535 h 148830"/>
              <a:gd name="csX17" fmla="*/ 134690 w 152385"/>
              <a:gd name="csY17" fmla="*/ 37203 h 148830"/>
              <a:gd name="csX18" fmla="*/ 115194 w 152385"/>
              <a:gd name="csY18" fmla="*/ 17725 h 148830"/>
              <a:gd name="csX19" fmla="*/ 88611 w 152385"/>
              <a:gd name="csY19" fmla="*/ 17725 h 148830"/>
              <a:gd name="csX20" fmla="*/ 24811 w 152385"/>
              <a:gd name="csY20" fmla="*/ 24802 h 148830"/>
              <a:gd name="csX21" fmla="*/ 31900 w 152385"/>
              <a:gd name="csY21" fmla="*/ 24802 h 148830"/>
              <a:gd name="csX22" fmla="*/ 35444 w 152385"/>
              <a:gd name="csY22" fmla="*/ 28357 h 148830"/>
              <a:gd name="csX23" fmla="*/ 35444 w 152385"/>
              <a:gd name="csY23" fmla="*/ 35434 h 148830"/>
              <a:gd name="csX24" fmla="*/ 31900 w 152385"/>
              <a:gd name="csY24" fmla="*/ 38989 h 148830"/>
              <a:gd name="csX25" fmla="*/ 24811 w 152385"/>
              <a:gd name="csY25" fmla="*/ 38989 h 148830"/>
              <a:gd name="csX26" fmla="*/ 21267 w 152385"/>
              <a:gd name="csY26" fmla="*/ 35434 h 148830"/>
              <a:gd name="csX27" fmla="*/ 21267 w 152385"/>
              <a:gd name="csY27" fmla="*/ 28357 h 148830"/>
              <a:gd name="csX28" fmla="*/ 24811 w 152385"/>
              <a:gd name="csY28" fmla="*/ 24802 h 148830"/>
              <a:gd name="csX29" fmla="*/ 49623 w 152385"/>
              <a:gd name="csY29" fmla="*/ 24802 h 148830"/>
              <a:gd name="csX30" fmla="*/ 56711 w 152385"/>
              <a:gd name="csY30" fmla="*/ 24802 h 148830"/>
              <a:gd name="csX31" fmla="*/ 60256 w 152385"/>
              <a:gd name="csY31" fmla="*/ 28357 h 148830"/>
              <a:gd name="csX32" fmla="*/ 60256 w 152385"/>
              <a:gd name="csY32" fmla="*/ 35434 h 148830"/>
              <a:gd name="csX33" fmla="*/ 56711 w 152385"/>
              <a:gd name="csY33" fmla="*/ 38989 h 148830"/>
              <a:gd name="csX34" fmla="*/ 49623 w 152385"/>
              <a:gd name="csY34" fmla="*/ 38989 h 148830"/>
              <a:gd name="csX35" fmla="*/ 46077 w 152385"/>
              <a:gd name="csY35" fmla="*/ 35434 h 148830"/>
              <a:gd name="csX36" fmla="*/ 46077 w 152385"/>
              <a:gd name="csY36" fmla="*/ 28357 h 148830"/>
              <a:gd name="csX37" fmla="*/ 49623 w 152385"/>
              <a:gd name="csY37" fmla="*/ 24802 h 148830"/>
              <a:gd name="csX38" fmla="*/ 106334 w 152385"/>
              <a:gd name="csY38" fmla="*/ 35434 h 148830"/>
              <a:gd name="csX39" fmla="*/ 113423 w 152385"/>
              <a:gd name="csY39" fmla="*/ 35434 h 148830"/>
              <a:gd name="csX40" fmla="*/ 116967 w 152385"/>
              <a:gd name="csY40" fmla="*/ 38989 h 148830"/>
              <a:gd name="csX41" fmla="*/ 116967 w 152385"/>
              <a:gd name="csY41" fmla="*/ 46066 h 148830"/>
              <a:gd name="csX42" fmla="*/ 113423 w 152385"/>
              <a:gd name="csY42" fmla="*/ 49621 h 148830"/>
              <a:gd name="csX43" fmla="*/ 106334 w 152385"/>
              <a:gd name="csY43" fmla="*/ 49621 h 148830"/>
              <a:gd name="csX44" fmla="*/ 102790 w 152385"/>
              <a:gd name="csY44" fmla="*/ 46066 h 148830"/>
              <a:gd name="csX45" fmla="*/ 102790 w 152385"/>
              <a:gd name="csY45" fmla="*/ 38989 h 148830"/>
              <a:gd name="csX46" fmla="*/ 106334 w 152385"/>
              <a:gd name="csY46" fmla="*/ 35434 h 148830"/>
              <a:gd name="csX47" fmla="*/ 24811 w 152385"/>
              <a:gd name="csY47" fmla="*/ 49621 h 148830"/>
              <a:gd name="csX48" fmla="*/ 31900 w 152385"/>
              <a:gd name="csY48" fmla="*/ 49621 h 148830"/>
              <a:gd name="csX49" fmla="*/ 35444 w 152385"/>
              <a:gd name="csY49" fmla="*/ 53160 h 148830"/>
              <a:gd name="csX50" fmla="*/ 35444 w 152385"/>
              <a:gd name="csY50" fmla="*/ 60253 h 148830"/>
              <a:gd name="csX51" fmla="*/ 31900 w 152385"/>
              <a:gd name="csY51" fmla="*/ 63792 h 148830"/>
              <a:gd name="csX52" fmla="*/ 24811 w 152385"/>
              <a:gd name="csY52" fmla="*/ 63792 h 148830"/>
              <a:gd name="csX53" fmla="*/ 21267 w 152385"/>
              <a:gd name="csY53" fmla="*/ 60253 h 148830"/>
              <a:gd name="csX54" fmla="*/ 21267 w 152385"/>
              <a:gd name="csY54" fmla="*/ 53160 h 148830"/>
              <a:gd name="csX55" fmla="*/ 24811 w 152385"/>
              <a:gd name="csY55" fmla="*/ 49621 h 148830"/>
              <a:gd name="csX56" fmla="*/ 49623 w 152385"/>
              <a:gd name="csY56" fmla="*/ 49621 h 148830"/>
              <a:gd name="csX57" fmla="*/ 56711 w 152385"/>
              <a:gd name="csY57" fmla="*/ 49621 h 148830"/>
              <a:gd name="csX58" fmla="*/ 60256 w 152385"/>
              <a:gd name="csY58" fmla="*/ 53160 h 148830"/>
              <a:gd name="csX59" fmla="*/ 60256 w 152385"/>
              <a:gd name="csY59" fmla="*/ 60253 h 148830"/>
              <a:gd name="csX60" fmla="*/ 56711 w 152385"/>
              <a:gd name="csY60" fmla="*/ 63792 h 148830"/>
              <a:gd name="csX61" fmla="*/ 49623 w 152385"/>
              <a:gd name="csY61" fmla="*/ 63792 h 148830"/>
              <a:gd name="csX62" fmla="*/ 46077 w 152385"/>
              <a:gd name="csY62" fmla="*/ 60253 h 148830"/>
              <a:gd name="csX63" fmla="*/ 46077 w 152385"/>
              <a:gd name="csY63" fmla="*/ 53160 h 148830"/>
              <a:gd name="csX64" fmla="*/ 49623 w 152385"/>
              <a:gd name="csY64" fmla="*/ 49621 h 148830"/>
              <a:gd name="csX65" fmla="*/ 119148 w 152385"/>
              <a:gd name="csY65" fmla="*/ 63792 h 148830"/>
              <a:gd name="csX66" fmla="*/ 95797 w 152385"/>
              <a:gd name="csY66" fmla="*/ 68521 h 148830"/>
              <a:gd name="csX67" fmla="*/ 70890 w 152385"/>
              <a:gd name="csY67" fmla="*/ 104550 h 148830"/>
              <a:gd name="csX68" fmla="*/ 85164 w 152385"/>
              <a:gd name="csY68" fmla="*/ 129931 h 148830"/>
              <a:gd name="csX69" fmla="*/ 89317 w 152385"/>
              <a:gd name="csY69" fmla="*/ 146176 h 148830"/>
              <a:gd name="csX70" fmla="*/ 93907 w 152385"/>
              <a:gd name="csY70" fmla="*/ 148830 h 148830"/>
              <a:gd name="csX71" fmla="*/ 96531 w 152385"/>
              <a:gd name="csY71" fmla="*/ 148133 h 148830"/>
              <a:gd name="csX72" fmla="*/ 98552 w 152385"/>
              <a:gd name="csY72" fmla="*/ 140920 h 148830"/>
              <a:gd name="csX73" fmla="*/ 95700 w 152385"/>
              <a:gd name="csY73" fmla="*/ 127583 h 148830"/>
              <a:gd name="csX74" fmla="*/ 110951 w 152385"/>
              <a:gd name="csY74" fmla="*/ 93085 h 148830"/>
              <a:gd name="csX75" fmla="*/ 111547 w 152385"/>
              <a:gd name="csY75" fmla="*/ 92676 h 148830"/>
              <a:gd name="csX76" fmla="*/ 116428 w 152385"/>
              <a:gd name="csY76" fmla="*/ 93816 h 148830"/>
              <a:gd name="csX77" fmla="*/ 115320 w 152385"/>
              <a:gd name="csY77" fmla="*/ 98681 h 148830"/>
              <a:gd name="csX78" fmla="*/ 102790 w 152385"/>
              <a:gd name="csY78" fmla="*/ 127583 h 148830"/>
              <a:gd name="csX79" fmla="*/ 115194 w 152385"/>
              <a:gd name="csY79" fmla="*/ 138215 h 148830"/>
              <a:gd name="csX80" fmla="*/ 141778 w 152385"/>
              <a:gd name="csY80" fmla="*/ 118721 h 148830"/>
              <a:gd name="csX81" fmla="*/ 145191 w 152385"/>
              <a:gd name="csY81" fmla="*/ 100297 h 148830"/>
              <a:gd name="csX82" fmla="*/ 150892 w 152385"/>
              <a:gd name="csY82" fmla="*/ 80412 h 148830"/>
              <a:gd name="csX83" fmla="*/ 152355 w 152385"/>
              <a:gd name="csY83" fmla="*/ 76142 h 148830"/>
              <a:gd name="csX84" fmla="*/ 150007 w 152385"/>
              <a:gd name="csY84" fmla="*/ 72280 h 148830"/>
              <a:gd name="csX85" fmla="*/ 119148 w 152385"/>
              <a:gd name="csY85" fmla="*/ 63792 h 148830"/>
              <a:gd name="csX86" fmla="*/ 24811 w 152385"/>
              <a:gd name="csY86" fmla="*/ 74424 h 148830"/>
              <a:gd name="csX87" fmla="*/ 31900 w 152385"/>
              <a:gd name="csY87" fmla="*/ 74424 h 148830"/>
              <a:gd name="csX88" fmla="*/ 35444 w 152385"/>
              <a:gd name="csY88" fmla="*/ 77962 h 148830"/>
              <a:gd name="csX89" fmla="*/ 35444 w 152385"/>
              <a:gd name="csY89" fmla="*/ 85056 h 148830"/>
              <a:gd name="csX90" fmla="*/ 31900 w 152385"/>
              <a:gd name="csY90" fmla="*/ 88594 h 148830"/>
              <a:gd name="csX91" fmla="*/ 24811 w 152385"/>
              <a:gd name="csY91" fmla="*/ 88594 h 148830"/>
              <a:gd name="csX92" fmla="*/ 21267 w 152385"/>
              <a:gd name="csY92" fmla="*/ 85056 h 148830"/>
              <a:gd name="csX93" fmla="*/ 21267 w 152385"/>
              <a:gd name="csY93" fmla="*/ 77962 h 148830"/>
              <a:gd name="csX94" fmla="*/ 24811 w 152385"/>
              <a:gd name="csY94" fmla="*/ 74424 h 148830"/>
              <a:gd name="csX95" fmla="*/ 49623 w 152385"/>
              <a:gd name="csY95" fmla="*/ 74424 h 148830"/>
              <a:gd name="csX96" fmla="*/ 56711 w 152385"/>
              <a:gd name="csY96" fmla="*/ 74424 h 148830"/>
              <a:gd name="csX97" fmla="*/ 60256 w 152385"/>
              <a:gd name="csY97" fmla="*/ 77962 h 148830"/>
              <a:gd name="csX98" fmla="*/ 60256 w 152385"/>
              <a:gd name="csY98" fmla="*/ 85056 h 148830"/>
              <a:gd name="csX99" fmla="*/ 56711 w 152385"/>
              <a:gd name="csY99" fmla="*/ 88594 h 148830"/>
              <a:gd name="csX100" fmla="*/ 49623 w 152385"/>
              <a:gd name="csY100" fmla="*/ 88594 h 148830"/>
              <a:gd name="csX101" fmla="*/ 46077 w 152385"/>
              <a:gd name="csY101" fmla="*/ 85056 h 148830"/>
              <a:gd name="csX102" fmla="*/ 46077 w 152385"/>
              <a:gd name="csY102" fmla="*/ 77962 h 148830"/>
              <a:gd name="csX103" fmla="*/ 49623 w 152385"/>
              <a:gd name="csY103" fmla="*/ 74424 h 148830"/>
              <a:gd name="csX104" fmla="*/ 24811 w 152385"/>
              <a:gd name="csY104" fmla="*/ 99226 h 148830"/>
              <a:gd name="csX105" fmla="*/ 31900 w 152385"/>
              <a:gd name="csY105" fmla="*/ 99226 h 148830"/>
              <a:gd name="csX106" fmla="*/ 35444 w 152385"/>
              <a:gd name="csY106" fmla="*/ 102781 h 148830"/>
              <a:gd name="csX107" fmla="*/ 35444 w 152385"/>
              <a:gd name="csY107" fmla="*/ 109858 h 148830"/>
              <a:gd name="csX108" fmla="*/ 31900 w 152385"/>
              <a:gd name="csY108" fmla="*/ 113413 h 148830"/>
              <a:gd name="csX109" fmla="*/ 24811 w 152385"/>
              <a:gd name="csY109" fmla="*/ 113413 h 148830"/>
              <a:gd name="csX110" fmla="*/ 21267 w 152385"/>
              <a:gd name="csY110" fmla="*/ 109858 h 148830"/>
              <a:gd name="csX111" fmla="*/ 21267 w 152385"/>
              <a:gd name="csY111" fmla="*/ 102781 h 148830"/>
              <a:gd name="csX112" fmla="*/ 24811 w 152385"/>
              <a:gd name="csY112" fmla="*/ 99226 h 148830"/>
              <a:gd name="csX113" fmla="*/ 49623 w 152385"/>
              <a:gd name="csY113" fmla="*/ 99226 h 148830"/>
              <a:gd name="csX114" fmla="*/ 56711 w 152385"/>
              <a:gd name="csY114" fmla="*/ 99226 h 148830"/>
              <a:gd name="csX115" fmla="*/ 60256 w 152385"/>
              <a:gd name="csY115" fmla="*/ 102781 h 148830"/>
              <a:gd name="csX116" fmla="*/ 60256 w 152385"/>
              <a:gd name="csY116" fmla="*/ 109858 h 148830"/>
              <a:gd name="csX117" fmla="*/ 56711 w 152385"/>
              <a:gd name="csY117" fmla="*/ 113413 h 148830"/>
              <a:gd name="csX118" fmla="*/ 49623 w 152385"/>
              <a:gd name="csY118" fmla="*/ 113413 h 148830"/>
              <a:gd name="csX119" fmla="*/ 46077 w 152385"/>
              <a:gd name="csY119" fmla="*/ 109858 h 148830"/>
              <a:gd name="csX120" fmla="*/ 46077 w 152385"/>
              <a:gd name="csY120" fmla="*/ 102781 h 148830"/>
              <a:gd name="csX121" fmla="*/ 49623 w 152385"/>
              <a:gd name="csY121" fmla="*/ 99226 h 148830"/>
            </a:gdLst>
            <a:ahLst/>
            <a:cxnLst/>
            <a:rect l="l" t="t" r="r" b="b"/>
            <a:pathLst>
              <a:path w="100000" h="100000">
                <a:moveTo>
                  <a:pt x="12793" y="1166"/>
                </a:moveTo>
                <a:cubicBezTo>
                  <a:pt x="5739" y="1166"/>
                  <a:pt x="0" y="6905"/>
                  <a:pt x="0" y="13960"/>
                </a:cubicBezTo>
                <a:lnTo>
                  <a:pt x="0" y="86052"/>
                </a:lnTo>
                <a:cubicBezTo>
                  <a:pt x="0" y="87983"/>
                  <a:pt x="1561" y="89546"/>
                  <a:pt x="3489" y="89546"/>
                </a:cubicBezTo>
                <a:lnTo>
                  <a:pt x="51527" y="89546"/>
                </a:lnTo>
                <a:cubicBezTo>
                  <a:pt x="51499" y="89334"/>
                  <a:pt x="51456" y="89144"/>
                  <a:pt x="51430" y="88920"/>
                </a:cubicBezTo>
                <a:cubicBezTo>
                  <a:pt x="47828" y="86029"/>
                  <a:pt x="41868" y="79733"/>
                  <a:pt x="41868" y="69776"/>
                </a:cubicBezTo>
                <a:cubicBezTo>
                  <a:pt x="41868" y="60566"/>
                  <a:pt x="46255" y="52026"/>
                  <a:pt x="53498" y="46311"/>
                </a:cubicBezTo>
                <a:lnTo>
                  <a:pt x="53498" y="13960"/>
                </a:lnTo>
                <a:cubicBezTo>
                  <a:pt x="53498" y="6905"/>
                  <a:pt x="47759" y="1166"/>
                  <a:pt x="40705" y="1166"/>
                </a:cubicBezTo>
                <a:lnTo>
                  <a:pt x="12793" y="1166"/>
                </a:lnTo>
                <a:close/>
                <a:moveTo>
                  <a:pt x="58149" y="12798"/>
                </a:moveTo>
                <a:lnTo>
                  <a:pt x="58149" y="43263"/>
                </a:lnTo>
                <a:cubicBezTo>
                  <a:pt x="59094" y="42749"/>
                  <a:pt x="60064" y="42270"/>
                  <a:pt x="61071" y="41845"/>
                </a:cubicBezTo>
                <a:cubicBezTo>
                  <a:pt x="66568" y="39546"/>
                  <a:pt x="72314" y="38374"/>
                  <a:pt x="78152" y="38374"/>
                </a:cubicBezTo>
                <a:lnTo>
                  <a:pt x="78193" y="38374"/>
                </a:lnTo>
                <a:cubicBezTo>
                  <a:pt x="81968" y="38385"/>
                  <a:pt x="85394" y="38876"/>
                  <a:pt x="88388" y="39579"/>
                </a:cubicBezTo>
                <a:lnTo>
                  <a:pt x="88388" y="25580"/>
                </a:lnTo>
                <a:cubicBezTo>
                  <a:pt x="88388" y="18536"/>
                  <a:pt x="82649" y="12798"/>
                  <a:pt x="75594" y="12798"/>
                </a:cubicBezTo>
                <a:lnTo>
                  <a:pt x="58149" y="12798"/>
                </a:lnTo>
                <a:close/>
                <a:moveTo>
                  <a:pt x="16282" y="17442"/>
                </a:moveTo>
                <a:lnTo>
                  <a:pt x="20934" y="17442"/>
                </a:lnTo>
                <a:cubicBezTo>
                  <a:pt x="22218" y="17442"/>
                  <a:pt x="23260" y="18492"/>
                  <a:pt x="23260" y="19775"/>
                </a:cubicBezTo>
                <a:lnTo>
                  <a:pt x="23260" y="24419"/>
                </a:lnTo>
                <a:cubicBezTo>
                  <a:pt x="23260" y="25703"/>
                  <a:pt x="22218" y="26752"/>
                  <a:pt x="20934" y="26752"/>
                </a:cubicBezTo>
                <a:lnTo>
                  <a:pt x="16282" y="26752"/>
                </a:lnTo>
                <a:cubicBezTo>
                  <a:pt x="14998" y="26752"/>
                  <a:pt x="13956" y="25703"/>
                  <a:pt x="13956" y="24419"/>
                </a:cubicBezTo>
                <a:lnTo>
                  <a:pt x="13956" y="19775"/>
                </a:lnTo>
                <a:cubicBezTo>
                  <a:pt x="13956" y="18492"/>
                  <a:pt x="14998" y="17442"/>
                  <a:pt x="16282" y="17442"/>
                </a:cubicBezTo>
                <a:close/>
                <a:moveTo>
                  <a:pt x="32564" y="17442"/>
                </a:moveTo>
                <a:lnTo>
                  <a:pt x="37216" y="17442"/>
                </a:lnTo>
                <a:cubicBezTo>
                  <a:pt x="38499" y="17442"/>
                  <a:pt x="39542" y="18492"/>
                  <a:pt x="39542" y="19775"/>
                </a:cubicBezTo>
                <a:lnTo>
                  <a:pt x="39542" y="24419"/>
                </a:lnTo>
                <a:cubicBezTo>
                  <a:pt x="39542" y="25703"/>
                  <a:pt x="38499" y="26752"/>
                  <a:pt x="37216" y="26752"/>
                </a:cubicBezTo>
                <a:lnTo>
                  <a:pt x="32564" y="26752"/>
                </a:lnTo>
                <a:cubicBezTo>
                  <a:pt x="31281" y="26752"/>
                  <a:pt x="30237" y="25703"/>
                  <a:pt x="30237" y="24419"/>
                </a:cubicBezTo>
                <a:lnTo>
                  <a:pt x="30237" y="19775"/>
                </a:lnTo>
                <a:cubicBezTo>
                  <a:pt x="30237" y="18492"/>
                  <a:pt x="31281" y="17442"/>
                  <a:pt x="32564" y="17442"/>
                </a:cubicBezTo>
                <a:close/>
                <a:moveTo>
                  <a:pt x="69780" y="24419"/>
                </a:moveTo>
                <a:lnTo>
                  <a:pt x="74432" y="24419"/>
                </a:lnTo>
                <a:cubicBezTo>
                  <a:pt x="75716" y="24419"/>
                  <a:pt x="76758" y="25469"/>
                  <a:pt x="76758" y="26752"/>
                </a:cubicBezTo>
                <a:lnTo>
                  <a:pt x="76758" y="31396"/>
                </a:lnTo>
                <a:cubicBezTo>
                  <a:pt x="76758" y="32680"/>
                  <a:pt x="75716" y="33729"/>
                  <a:pt x="74432" y="33729"/>
                </a:cubicBezTo>
                <a:lnTo>
                  <a:pt x="69780" y="33729"/>
                </a:lnTo>
                <a:cubicBezTo>
                  <a:pt x="68496" y="33729"/>
                  <a:pt x="67454" y="32680"/>
                  <a:pt x="67454" y="31396"/>
                </a:cubicBezTo>
                <a:lnTo>
                  <a:pt x="67454" y="26752"/>
                </a:lnTo>
                <a:cubicBezTo>
                  <a:pt x="67454" y="25469"/>
                  <a:pt x="68496" y="24419"/>
                  <a:pt x="69780" y="24419"/>
                </a:cubicBezTo>
                <a:close/>
                <a:moveTo>
                  <a:pt x="16282" y="33729"/>
                </a:moveTo>
                <a:lnTo>
                  <a:pt x="20934" y="33729"/>
                </a:lnTo>
                <a:cubicBezTo>
                  <a:pt x="22218" y="33729"/>
                  <a:pt x="23260" y="34768"/>
                  <a:pt x="23260" y="36052"/>
                </a:cubicBezTo>
                <a:lnTo>
                  <a:pt x="23260" y="40706"/>
                </a:lnTo>
                <a:cubicBezTo>
                  <a:pt x="23260" y="41991"/>
                  <a:pt x="22218" y="43029"/>
                  <a:pt x="20934" y="43029"/>
                </a:cubicBezTo>
                <a:lnTo>
                  <a:pt x="16282" y="43029"/>
                </a:lnTo>
                <a:cubicBezTo>
                  <a:pt x="14998" y="43029"/>
                  <a:pt x="13956" y="41991"/>
                  <a:pt x="13956" y="40706"/>
                </a:cubicBezTo>
                <a:lnTo>
                  <a:pt x="13956" y="36052"/>
                </a:lnTo>
                <a:cubicBezTo>
                  <a:pt x="13956" y="34768"/>
                  <a:pt x="14998" y="33729"/>
                  <a:pt x="16282" y="33729"/>
                </a:cubicBezTo>
                <a:close/>
                <a:moveTo>
                  <a:pt x="32564" y="33729"/>
                </a:moveTo>
                <a:lnTo>
                  <a:pt x="37216" y="33729"/>
                </a:lnTo>
                <a:cubicBezTo>
                  <a:pt x="38499" y="33729"/>
                  <a:pt x="39542" y="34768"/>
                  <a:pt x="39542" y="36052"/>
                </a:cubicBezTo>
                <a:lnTo>
                  <a:pt x="39542" y="40706"/>
                </a:lnTo>
                <a:cubicBezTo>
                  <a:pt x="39542" y="41991"/>
                  <a:pt x="38499" y="43029"/>
                  <a:pt x="37216" y="43029"/>
                </a:cubicBezTo>
                <a:lnTo>
                  <a:pt x="32564" y="43029"/>
                </a:lnTo>
                <a:cubicBezTo>
                  <a:pt x="31281" y="43029"/>
                  <a:pt x="30237" y="41991"/>
                  <a:pt x="30237" y="40706"/>
                </a:cubicBezTo>
                <a:lnTo>
                  <a:pt x="30237" y="36052"/>
                </a:lnTo>
                <a:cubicBezTo>
                  <a:pt x="30237" y="34768"/>
                  <a:pt x="31281" y="33729"/>
                  <a:pt x="32564" y="33729"/>
                </a:cubicBezTo>
                <a:close/>
                <a:moveTo>
                  <a:pt x="78189" y="43029"/>
                </a:moveTo>
                <a:cubicBezTo>
                  <a:pt x="73553" y="43029"/>
                  <a:pt x="68357" y="43832"/>
                  <a:pt x="62865" y="46132"/>
                </a:cubicBezTo>
                <a:cubicBezTo>
                  <a:pt x="52936" y="50296"/>
                  <a:pt x="46520" y="59572"/>
                  <a:pt x="46520" y="69776"/>
                </a:cubicBezTo>
                <a:cubicBezTo>
                  <a:pt x="46520" y="79599"/>
                  <a:pt x="53818" y="85069"/>
                  <a:pt x="55887" y="86431"/>
                </a:cubicBezTo>
                <a:cubicBezTo>
                  <a:pt x="56211" y="92672"/>
                  <a:pt x="58348" y="96635"/>
                  <a:pt x="58613" y="97092"/>
                </a:cubicBezTo>
                <a:cubicBezTo>
                  <a:pt x="59255" y="98208"/>
                  <a:pt x="60423" y="98834"/>
                  <a:pt x="61625" y="98834"/>
                </a:cubicBezTo>
                <a:cubicBezTo>
                  <a:pt x="62209" y="98834"/>
                  <a:pt x="62803" y="98689"/>
                  <a:pt x="63347" y="98376"/>
                </a:cubicBezTo>
                <a:cubicBezTo>
                  <a:pt x="65014" y="97438"/>
                  <a:pt x="65604" y="95317"/>
                  <a:pt x="64673" y="93643"/>
                </a:cubicBezTo>
                <a:cubicBezTo>
                  <a:pt x="64657" y="93609"/>
                  <a:pt x="62801" y="90205"/>
                  <a:pt x="62801" y="84891"/>
                </a:cubicBezTo>
                <a:cubicBezTo>
                  <a:pt x="62801" y="68927"/>
                  <a:pt x="72368" y="62542"/>
                  <a:pt x="72810" y="62252"/>
                </a:cubicBezTo>
                <a:cubicBezTo>
                  <a:pt x="72921" y="62185"/>
                  <a:pt x="73192" y="61995"/>
                  <a:pt x="73201" y="61983"/>
                </a:cubicBezTo>
                <a:cubicBezTo>
                  <a:pt x="74287" y="61303"/>
                  <a:pt x="75719" y="61638"/>
                  <a:pt x="76404" y="62732"/>
                </a:cubicBezTo>
                <a:cubicBezTo>
                  <a:pt x="77082" y="63815"/>
                  <a:pt x="76756" y="65244"/>
                  <a:pt x="75677" y="65924"/>
                </a:cubicBezTo>
                <a:cubicBezTo>
                  <a:pt x="75339" y="66148"/>
                  <a:pt x="67454" y="71372"/>
                  <a:pt x="67454" y="84891"/>
                </a:cubicBezTo>
                <a:cubicBezTo>
                  <a:pt x="67454" y="91823"/>
                  <a:pt x="73438" y="91868"/>
                  <a:pt x="75594" y="91868"/>
                </a:cubicBezTo>
                <a:cubicBezTo>
                  <a:pt x="83899" y="91868"/>
                  <a:pt x="89767" y="88329"/>
                  <a:pt x="93039" y="79075"/>
                </a:cubicBezTo>
                <a:cubicBezTo>
                  <a:pt x="94421" y="75157"/>
                  <a:pt x="94858" y="71004"/>
                  <a:pt x="95279" y="66985"/>
                </a:cubicBezTo>
                <a:cubicBezTo>
                  <a:pt x="95835" y="61693"/>
                  <a:pt x="96352" y="56681"/>
                  <a:pt x="99020" y="53935"/>
                </a:cubicBezTo>
                <a:cubicBezTo>
                  <a:pt x="99735" y="53187"/>
                  <a:pt x="100092" y="52160"/>
                  <a:pt x="99980" y="51133"/>
                </a:cubicBezTo>
                <a:cubicBezTo>
                  <a:pt x="99869" y="50106"/>
                  <a:pt x="99310" y="49180"/>
                  <a:pt x="98439" y="48599"/>
                </a:cubicBezTo>
                <a:cubicBezTo>
                  <a:pt x="97971" y="48298"/>
                  <a:pt x="89846" y="43040"/>
                  <a:pt x="78189" y="43029"/>
                </a:cubicBezTo>
                <a:close/>
                <a:moveTo>
                  <a:pt x="16282" y="50006"/>
                </a:moveTo>
                <a:lnTo>
                  <a:pt x="20934" y="50006"/>
                </a:lnTo>
                <a:cubicBezTo>
                  <a:pt x="22218" y="50006"/>
                  <a:pt x="23260" y="51044"/>
                  <a:pt x="23260" y="52328"/>
                </a:cubicBezTo>
                <a:lnTo>
                  <a:pt x="23260" y="56983"/>
                </a:lnTo>
                <a:cubicBezTo>
                  <a:pt x="23260" y="58267"/>
                  <a:pt x="22218" y="59305"/>
                  <a:pt x="20934" y="59305"/>
                </a:cubicBezTo>
                <a:lnTo>
                  <a:pt x="16282" y="59305"/>
                </a:lnTo>
                <a:cubicBezTo>
                  <a:pt x="14998" y="59305"/>
                  <a:pt x="13956" y="58267"/>
                  <a:pt x="13956" y="56983"/>
                </a:cubicBezTo>
                <a:lnTo>
                  <a:pt x="13956" y="52328"/>
                </a:lnTo>
                <a:cubicBezTo>
                  <a:pt x="13956" y="51044"/>
                  <a:pt x="14998" y="50006"/>
                  <a:pt x="16282" y="50006"/>
                </a:cubicBezTo>
                <a:close/>
                <a:moveTo>
                  <a:pt x="32564" y="50006"/>
                </a:moveTo>
                <a:lnTo>
                  <a:pt x="37216" y="50006"/>
                </a:lnTo>
                <a:cubicBezTo>
                  <a:pt x="38499" y="50006"/>
                  <a:pt x="39542" y="51044"/>
                  <a:pt x="39542" y="52328"/>
                </a:cubicBezTo>
                <a:lnTo>
                  <a:pt x="39542" y="56983"/>
                </a:lnTo>
                <a:cubicBezTo>
                  <a:pt x="39542" y="58267"/>
                  <a:pt x="38499" y="59305"/>
                  <a:pt x="37216" y="59305"/>
                </a:cubicBezTo>
                <a:lnTo>
                  <a:pt x="32564" y="59305"/>
                </a:lnTo>
                <a:cubicBezTo>
                  <a:pt x="31281" y="59305"/>
                  <a:pt x="30237" y="58267"/>
                  <a:pt x="30237" y="56983"/>
                </a:cubicBezTo>
                <a:lnTo>
                  <a:pt x="30237" y="52328"/>
                </a:lnTo>
                <a:cubicBezTo>
                  <a:pt x="30237" y="51044"/>
                  <a:pt x="31281" y="50006"/>
                  <a:pt x="32564" y="50006"/>
                </a:cubicBezTo>
                <a:close/>
                <a:moveTo>
                  <a:pt x="16282" y="66282"/>
                </a:moveTo>
                <a:lnTo>
                  <a:pt x="20934" y="66282"/>
                </a:lnTo>
                <a:cubicBezTo>
                  <a:pt x="22218" y="66282"/>
                  <a:pt x="23260" y="67331"/>
                  <a:pt x="23260" y="68615"/>
                </a:cubicBezTo>
                <a:lnTo>
                  <a:pt x="23260" y="73259"/>
                </a:lnTo>
                <a:cubicBezTo>
                  <a:pt x="23260" y="74542"/>
                  <a:pt x="22218" y="75592"/>
                  <a:pt x="20934" y="75592"/>
                </a:cubicBezTo>
                <a:lnTo>
                  <a:pt x="16282" y="75592"/>
                </a:lnTo>
                <a:cubicBezTo>
                  <a:pt x="14998" y="75592"/>
                  <a:pt x="13956" y="74542"/>
                  <a:pt x="13956" y="73259"/>
                </a:cubicBezTo>
                <a:lnTo>
                  <a:pt x="13956" y="68615"/>
                </a:lnTo>
                <a:cubicBezTo>
                  <a:pt x="13956" y="67331"/>
                  <a:pt x="14998" y="66282"/>
                  <a:pt x="16282" y="66282"/>
                </a:cubicBezTo>
                <a:close/>
                <a:moveTo>
                  <a:pt x="32564" y="66282"/>
                </a:moveTo>
                <a:lnTo>
                  <a:pt x="37216" y="66282"/>
                </a:lnTo>
                <a:cubicBezTo>
                  <a:pt x="38499" y="66282"/>
                  <a:pt x="39542" y="67331"/>
                  <a:pt x="39542" y="68615"/>
                </a:cubicBezTo>
                <a:lnTo>
                  <a:pt x="39542" y="73259"/>
                </a:lnTo>
                <a:cubicBezTo>
                  <a:pt x="39542" y="74542"/>
                  <a:pt x="38499" y="75592"/>
                  <a:pt x="37216" y="75592"/>
                </a:cubicBezTo>
                <a:lnTo>
                  <a:pt x="32564" y="75592"/>
                </a:lnTo>
                <a:cubicBezTo>
                  <a:pt x="31281" y="75592"/>
                  <a:pt x="30237" y="74542"/>
                  <a:pt x="30237" y="73259"/>
                </a:cubicBezTo>
                <a:lnTo>
                  <a:pt x="30237" y="68615"/>
                </a:lnTo>
                <a:cubicBezTo>
                  <a:pt x="30237" y="67331"/>
                  <a:pt x="31281" y="66282"/>
                  <a:pt x="32564" y="6628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6" name="Белый — SVG 9">
            <a:extLst>
              <a:ext uri="{FF2B5EF4-FFF2-40B4-BE49-F238E27FC236}">
                <a16:creationId xmlns:a16="http://schemas.microsoft.com/office/drawing/2014/main" id="{1B305F4D-DBEC-D547-9763-469DEB69C887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142913 w 144477"/>
              <a:gd name="csY0" fmla="*/ 48350 h 145772"/>
              <a:gd name="csX1" fmla="*/ 124776 w 144477"/>
              <a:gd name="csY1" fmla="*/ 30216 h 145772"/>
              <a:gd name="csX2" fmla="*/ 117290 w 144477"/>
              <a:gd name="csY2" fmla="*/ 7744 h 145772"/>
              <a:gd name="csX3" fmla="*/ 79827 w 144477"/>
              <a:gd name="csY3" fmla="*/ 7744 h 145772"/>
              <a:gd name="csX4" fmla="*/ 72069 w 144477"/>
              <a:gd name="csY4" fmla="*/ 26491 h 145772"/>
              <a:gd name="csX5" fmla="*/ 77513 w 144477"/>
              <a:gd name="csY5" fmla="*/ 42532 h 145772"/>
              <a:gd name="csX6" fmla="*/ 77105 w 144477"/>
              <a:gd name="csY6" fmla="*/ 45067 h 145772"/>
              <a:gd name="csX7" fmla="*/ 79691 w 144477"/>
              <a:gd name="csY7" fmla="*/ 51327 h 145772"/>
              <a:gd name="csX8" fmla="*/ 80524 w 144477"/>
              <a:gd name="csY8" fmla="*/ 52160 h 145772"/>
              <a:gd name="csX9" fmla="*/ 64940 w 144477"/>
              <a:gd name="csY9" fmla="*/ 53504 h 145772"/>
              <a:gd name="csX10" fmla="*/ 60074 w 144477"/>
              <a:gd name="csY10" fmla="*/ 58795 h 145772"/>
              <a:gd name="csX11" fmla="*/ 60074 w 144477"/>
              <a:gd name="csY11" fmla="*/ 67538 h 145772"/>
              <a:gd name="csX12" fmla="*/ 64209 w 144477"/>
              <a:gd name="csY12" fmla="*/ 72727 h 145772"/>
              <a:gd name="csX13" fmla="*/ 111778 w 144477"/>
              <a:gd name="csY13" fmla="*/ 83495 h 145772"/>
              <a:gd name="csX14" fmla="*/ 112952 w 144477"/>
              <a:gd name="csY14" fmla="*/ 83631 h 145772"/>
              <a:gd name="csX15" fmla="*/ 116712 w 144477"/>
              <a:gd name="csY15" fmla="*/ 82066 h 145772"/>
              <a:gd name="csX16" fmla="*/ 142913 w 144477"/>
              <a:gd name="csY16" fmla="*/ 55852 h 145772"/>
              <a:gd name="csX17" fmla="*/ 144478 w 144477"/>
              <a:gd name="csY17" fmla="*/ 52092 h 145772"/>
              <a:gd name="csX18" fmla="*/ 142913 w 144477"/>
              <a:gd name="csY18" fmla="*/ 48350 h 145772"/>
              <a:gd name="csX19" fmla="*/ 87347 w 144477"/>
              <a:gd name="csY19" fmla="*/ 15263 h 145772"/>
              <a:gd name="csX20" fmla="*/ 109771 w 144477"/>
              <a:gd name="csY20" fmla="*/ 15263 h 145772"/>
              <a:gd name="csX21" fmla="*/ 111285 w 144477"/>
              <a:gd name="csY21" fmla="*/ 17032 h 145772"/>
              <a:gd name="csX22" fmla="*/ 100294 w 144477"/>
              <a:gd name="csY22" fmla="*/ 18223 h 145772"/>
              <a:gd name="csX23" fmla="*/ 100294 w 144477"/>
              <a:gd name="csY23" fmla="*/ 18223 h 145772"/>
              <a:gd name="csX24" fmla="*/ 84625 w 144477"/>
              <a:gd name="csY24" fmla="*/ 33890 h 145772"/>
              <a:gd name="csX25" fmla="*/ 82702 w 144477"/>
              <a:gd name="csY25" fmla="*/ 26491 h 145772"/>
              <a:gd name="csX26" fmla="*/ 87347 w 144477"/>
              <a:gd name="csY26" fmla="*/ 15263 h 145772"/>
              <a:gd name="csX27" fmla="*/ 97385 w 144477"/>
              <a:gd name="csY27" fmla="*/ 93412 h 145772"/>
              <a:gd name="csX28" fmla="*/ 72732 w 144477"/>
              <a:gd name="csY28" fmla="*/ 103262 h 145772"/>
              <a:gd name="csX29" fmla="*/ 72613 w 144477"/>
              <a:gd name="csY29" fmla="*/ 103551 h 145772"/>
              <a:gd name="csX30" fmla="*/ 66965 w 144477"/>
              <a:gd name="csY30" fmla="*/ 105507 h 145772"/>
              <a:gd name="csX31" fmla="*/ 59343 w 144477"/>
              <a:gd name="csY31" fmla="*/ 89670 h 145772"/>
              <a:gd name="csX32" fmla="*/ 53524 w 144477"/>
              <a:gd name="csY32" fmla="*/ 85723 h 145772"/>
              <a:gd name="csX33" fmla="*/ 52946 w 144477"/>
              <a:gd name="csY33" fmla="*/ 82967 h 145772"/>
              <a:gd name="csX34" fmla="*/ 26507 w 144477"/>
              <a:gd name="csY34" fmla="*/ 72182 h 145772"/>
              <a:gd name="csX35" fmla="*/ 0 w 144477"/>
              <a:gd name="csY35" fmla="*/ 110985 h 145772"/>
              <a:gd name="csX36" fmla="*/ 2892 w 144477"/>
              <a:gd name="csY36" fmla="*/ 115731 h 145772"/>
              <a:gd name="csX37" fmla="*/ 8422 w 144477"/>
              <a:gd name="csY37" fmla="*/ 115306 h 145772"/>
              <a:gd name="csX38" fmla="*/ 22407 w 144477"/>
              <a:gd name="csY38" fmla="*/ 116377 h 145772"/>
              <a:gd name="csX39" fmla="*/ 33108 w 144477"/>
              <a:gd name="csY39" fmla="*/ 118861 h 145772"/>
              <a:gd name="csX40" fmla="*/ 48948 w 144477"/>
              <a:gd name="csY40" fmla="*/ 112754 h 145772"/>
              <a:gd name="csX41" fmla="*/ 49339 w 144477"/>
              <a:gd name="csY41" fmla="*/ 112278 h 145772"/>
              <a:gd name="csX42" fmla="*/ 49339 w 144477"/>
              <a:gd name="csY42" fmla="*/ 107480 h 145772"/>
              <a:gd name="csX43" fmla="*/ 46753 w 144477"/>
              <a:gd name="csY43" fmla="*/ 101748 h 145772"/>
              <a:gd name="csX44" fmla="*/ 40832 w 144477"/>
              <a:gd name="csY44" fmla="*/ 99604 h 145772"/>
              <a:gd name="csX45" fmla="*/ 32564 w 144477"/>
              <a:gd name="csY45" fmla="*/ 102717 h 145772"/>
              <a:gd name="csX46" fmla="*/ 27562 w 144477"/>
              <a:gd name="csY46" fmla="*/ 102360 h 145772"/>
              <a:gd name="csX47" fmla="*/ 27936 w 144477"/>
              <a:gd name="csY47" fmla="*/ 97359 h 145772"/>
              <a:gd name="csX48" fmla="*/ 40339 w 144477"/>
              <a:gd name="csY48" fmla="*/ 92545 h 145772"/>
              <a:gd name="csX49" fmla="*/ 51585 w 144477"/>
              <a:gd name="csY49" fmla="*/ 96576 h 145772"/>
              <a:gd name="csX50" fmla="*/ 55191 w 144477"/>
              <a:gd name="csY50" fmla="*/ 101697 h 145772"/>
              <a:gd name="csX51" fmla="*/ 56417 w 144477"/>
              <a:gd name="csY51" fmla="*/ 107021 h 145772"/>
              <a:gd name="csX52" fmla="*/ 56417 w 144477"/>
              <a:gd name="csY52" fmla="*/ 107379 h 145772"/>
              <a:gd name="csX53" fmla="*/ 56417 w 144477"/>
              <a:gd name="csY53" fmla="*/ 136910 h 145772"/>
              <a:gd name="csX54" fmla="*/ 56434 w 144477"/>
              <a:gd name="csY54" fmla="*/ 136978 h 145772"/>
              <a:gd name="csX55" fmla="*/ 56434 w 144477"/>
              <a:gd name="csY55" fmla="*/ 140533 h 145772"/>
              <a:gd name="csX56" fmla="*/ 61742 w 144477"/>
              <a:gd name="csY56" fmla="*/ 145772 h 145772"/>
              <a:gd name="csX57" fmla="*/ 67050 w 144477"/>
              <a:gd name="csY57" fmla="*/ 140465 h 145772"/>
              <a:gd name="csX58" fmla="*/ 67050 w 144477"/>
              <a:gd name="csY58" fmla="*/ 122739 h 145772"/>
              <a:gd name="csX59" fmla="*/ 77360 w 144477"/>
              <a:gd name="csY59" fmla="*/ 112090 h 145772"/>
              <a:gd name="csX60" fmla="*/ 92111 w 144477"/>
              <a:gd name="csY60" fmla="*/ 115833 h 145772"/>
              <a:gd name="csX61" fmla="*/ 93438 w 144477"/>
              <a:gd name="csY61" fmla="*/ 120664 h 145772"/>
              <a:gd name="csX62" fmla="*/ 88606 w 144477"/>
              <a:gd name="csY62" fmla="*/ 121991 h 145772"/>
              <a:gd name="csX63" fmla="*/ 77207 w 144477"/>
              <a:gd name="csY63" fmla="*/ 119184 h 145772"/>
              <a:gd name="csX64" fmla="*/ 74144 w 144477"/>
              <a:gd name="csY64" fmla="*/ 122739 h 145772"/>
              <a:gd name="csX65" fmla="*/ 74144 w 144477"/>
              <a:gd name="csY65" fmla="*/ 131585 h 145772"/>
              <a:gd name="csX66" fmla="*/ 74485 w 144477"/>
              <a:gd name="csY66" fmla="*/ 131874 h 145772"/>
              <a:gd name="csX67" fmla="*/ 90835 w 144477"/>
              <a:gd name="csY67" fmla="*/ 135583 h 145772"/>
              <a:gd name="csX68" fmla="*/ 100856 w 144477"/>
              <a:gd name="csY68" fmla="*/ 133048 h 145772"/>
              <a:gd name="csX69" fmla="*/ 112391 w 144477"/>
              <a:gd name="csY69" fmla="*/ 131687 h 145772"/>
              <a:gd name="csX70" fmla="*/ 117920 w 144477"/>
              <a:gd name="csY70" fmla="*/ 132061 h 145772"/>
              <a:gd name="csX71" fmla="*/ 120795 w 144477"/>
              <a:gd name="csY71" fmla="*/ 127350 h 145772"/>
              <a:gd name="csX72" fmla="*/ 97385 w 144477"/>
              <a:gd name="csY72" fmla="*/ 93412 h 145772"/>
            </a:gdLst>
            <a:ahLst/>
            <a:cxnLst/>
            <a:rect l="l" t="t" r="r" b="b"/>
            <a:pathLst>
              <a:path w="100000" h="100000">
                <a:moveTo>
                  <a:pt x="98483" y="33168"/>
                </a:moveTo>
                <a:lnTo>
                  <a:pt x="86041" y="20728"/>
                </a:lnTo>
                <a:cubicBezTo>
                  <a:pt x="86823" y="15115"/>
                  <a:pt x="84967" y="9374"/>
                  <a:pt x="80905" y="5312"/>
                </a:cubicBezTo>
                <a:cubicBezTo>
                  <a:pt x="73821" y="-1771"/>
                  <a:pt x="62290" y="-1771"/>
                  <a:pt x="55206" y="5312"/>
                </a:cubicBezTo>
                <a:cubicBezTo>
                  <a:pt x="51774" y="8744"/>
                  <a:pt x="49884" y="13318"/>
                  <a:pt x="49884" y="18173"/>
                </a:cubicBezTo>
                <a:cubicBezTo>
                  <a:pt x="49884" y="22198"/>
                  <a:pt x="51202" y="26026"/>
                  <a:pt x="53618" y="29177"/>
                </a:cubicBezTo>
                <a:cubicBezTo>
                  <a:pt x="53455" y="29738"/>
                  <a:pt x="53338" y="30321"/>
                  <a:pt x="53338" y="30916"/>
                </a:cubicBezTo>
                <a:cubicBezTo>
                  <a:pt x="53338" y="32538"/>
                  <a:pt x="53968" y="34067"/>
                  <a:pt x="55112" y="35210"/>
                </a:cubicBezTo>
                <a:lnTo>
                  <a:pt x="55684" y="35782"/>
                </a:lnTo>
                <a:lnTo>
                  <a:pt x="44993" y="36704"/>
                </a:lnTo>
                <a:cubicBezTo>
                  <a:pt x="43103" y="36867"/>
                  <a:pt x="41655" y="38443"/>
                  <a:pt x="41655" y="40334"/>
                </a:cubicBezTo>
                <a:lnTo>
                  <a:pt x="41655" y="46331"/>
                </a:lnTo>
                <a:cubicBezTo>
                  <a:pt x="41655" y="48035"/>
                  <a:pt x="42834" y="49517"/>
                  <a:pt x="44492" y="49891"/>
                </a:cubicBezTo>
                <a:lnTo>
                  <a:pt x="77124" y="57278"/>
                </a:lnTo>
                <a:cubicBezTo>
                  <a:pt x="77381" y="57336"/>
                  <a:pt x="77661" y="57371"/>
                  <a:pt x="77930" y="57371"/>
                </a:cubicBezTo>
                <a:cubicBezTo>
                  <a:pt x="78887" y="57371"/>
                  <a:pt x="79809" y="56986"/>
                  <a:pt x="80509" y="56298"/>
                </a:cubicBezTo>
                <a:lnTo>
                  <a:pt x="98483" y="38315"/>
                </a:lnTo>
                <a:cubicBezTo>
                  <a:pt x="99171" y="37638"/>
                  <a:pt x="99556" y="36704"/>
                  <a:pt x="99556" y="35735"/>
                </a:cubicBezTo>
                <a:cubicBezTo>
                  <a:pt x="99556" y="34767"/>
                  <a:pt x="99171" y="33845"/>
                  <a:pt x="98483" y="33168"/>
                </a:cubicBezTo>
                <a:close/>
                <a:moveTo>
                  <a:pt x="60364" y="10470"/>
                </a:moveTo>
                <a:cubicBezTo>
                  <a:pt x="64601" y="6234"/>
                  <a:pt x="71511" y="6234"/>
                  <a:pt x="75747" y="10470"/>
                </a:cubicBezTo>
                <a:cubicBezTo>
                  <a:pt x="76132" y="10856"/>
                  <a:pt x="76470" y="11253"/>
                  <a:pt x="76786" y="11684"/>
                </a:cubicBezTo>
                <a:cubicBezTo>
                  <a:pt x="74440" y="10191"/>
                  <a:pt x="71288" y="10459"/>
                  <a:pt x="69246" y="12501"/>
                </a:cubicBezTo>
                <a:lnTo>
                  <a:pt x="69246" y="12501"/>
                </a:lnTo>
                <a:lnTo>
                  <a:pt x="58497" y="23249"/>
                </a:lnTo>
                <a:cubicBezTo>
                  <a:pt x="57668" y="21697"/>
                  <a:pt x="57178" y="19981"/>
                  <a:pt x="57178" y="18173"/>
                </a:cubicBezTo>
                <a:cubicBezTo>
                  <a:pt x="57178" y="15267"/>
                  <a:pt x="58310" y="12524"/>
                  <a:pt x="60364" y="10470"/>
                </a:cubicBezTo>
                <a:close/>
                <a:moveTo>
                  <a:pt x="67251" y="64081"/>
                </a:moveTo>
                <a:cubicBezTo>
                  <a:pt x="60166" y="62273"/>
                  <a:pt x="53537" y="64933"/>
                  <a:pt x="50339" y="70838"/>
                </a:cubicBezTo>
                <a:cubicBezTo>
                  <a:pt x="50304" y="70896"/>
                  <a:pt x="50292" y="70966"/>
                  <a:pt x="50257" y="71036"/>
                </a:cubicBezTo>
                <a:cubicBezTo>
                  <a:pt x="48880" y="71270"/>
                  <a:pt x="47584" y="71748"/>
                  <a:pt x="46382" y="72378"/>
                </a:cubicBezTo>
                <a:cubicBezTo>
                  <a:pt x="46078" y="68270"/>
                  <a:pt x="44223" y="64349"/>
                  <a:pt x="41154" y="61514"/>
                </a:cubicBezTo>
                <a:cubicBezTo>
                  <a:pt x="39951" y="60417"/>
                  <a:pt x="38609" y="59507"/>
                  <a:pt x="37162" y="58806"/>
                </a:cubicBezTo>
                <a:cubicBezTo>
                  <a:pt x="37197" y="58153"/>
                  <a:pt x="37080" y="57499"/>
                  <a:pt x="36765" y="56916"/>
                </a:cubicBezTo>
                <a:cubicBezTo>
                  <a:pt x="33357" y="50521"/>
                  <a:pt x="26238" y="47615"/>
                  <a:pt x="18628" y="49517"/>
                </a:cubicBezTo>
                <a:cubicBezTo>
                  <a:pt x="9571" y="51782"/>
                  <a:pt x="444" y="60883"/>
                  <a:pt x="444" y="76136"/>
                </a:cubicBezTo>
                <a:cubicBezTo>
                  <a:pt x="444" y="77513"/>
                  <a:pt x="1215" y="78761"/>
                  <a:pt x="2428" y="79392"/>
                </a:cubicBezTo>
                <a:cubicBezTo>
                  <a:pt x="3654" y="80010"/>
                  <a:pt x="5112" y="79905"/>
                  <a:pt x="6222" y="79100"/>
                </a:cubicBezTo>
                <a:cubicBezTo>
                  <a:pt x="8497" y="77466"/>
                  <a:pt x="11497" y="78330"/>
                  <a:pt x="15815" y="79835"/>
                </a:cubicBezTo>
                <a:cubicBezTo>
                  <a:pt x="18348" y="80710"/>
                  <a:pt x="20740" y="81539"/>
                  <a:pt x="23156" y="81539"/>
                </a:cubicBezTo>
                <a:cubicBezTo>
                  <a:pt x="27078" y="81539"/>
                  <a:pt x="31046" y="80010"/>
                  <a:pt x="34023" y="77350"/>
                </a:cubicBezTo>
                <a:cubicBezTo>
                  <a:pt x="34128" y="77256"/>
                  <a:pt x="34186" y="77128"/>
                  <a:pt x="34291" y="77023"/>
                </a:cubicBezTo>
                <a:lnTo>
                  <a:pt x="34291" y="73732"/>
                </a:lnTo>
                <a:cubicBezTo>
                  <a:pt x="34268" y="72261"/>
                  <a:pt x="33637" y="70850"/>
                  <a:pt x="32517" y="69799"/>
                </a:cubicBezTo>
                <a:cubicBezTo>
                  <a:pt x="31385" y="68749"/>
                  <a:pt x="29938" y="68212"/>
                  <a:pt x="28455" y="68329"/>
                </a:cubicBezTo>
                <a:cubicBezTo>
                  <a:pt x="25992" y="68504"/>
                  <a:pt x="24347" y="69122"/>
                  <a:pt x="22783" y="70464"/>
                </a:cubicBezTo>
                <a:cubicBezTo>
                  <a:pt x="21768" y="71351"/>
                  <a:pt x="20227" y="71235"/>
                  <a:pt x="19352" y="70219"/>
                </a:cubicBezTo>
                <a:cubicBezTo>
                  <a:pt x="18476" y="69192"/>
                  <a:pt x="18593" y="67664"/>
                  <a:pt x="19608" y="66789"/>
                </a:cubicBezTo>
                <a:cubicBezTo>
                  <a:pt x="21989" y="64746"/>
                  <a:pt x="24615" y="63719"/>
                  <a:pt x="28117" y="63486"/>
                </a:cubicBezTo>
                <a:cubicBezTo>
                  <a:pt x="30964" y="63311"/>
                  <a:pt x="33707" y="64268"/>
                  <a:pt x="35832" y="66251"/>
                </a:cubicBezTo>
                <a:cubicBezTo>
                  <a:pt x="36917" y="67255"/>
                  <a:pt x="37746" y="68457"/>
                  <a:pt x="38305" y="69764"/>
                </a:cubicBezTo>
                <a:cubicBezTo>
                  <a:pt x="38831" y="70896"/>
                  <a:pt x="39134" y="72133"/>
                  <a:pt x="39146" y="73417"/>
                </a:cubicBezTo>
                <a:lnTo>
                  <a:pt x="39146" y="73662"/>
                </a:lnTo>
                <a:cubicBezTo>
                  <a:pt x="39146" y="73673"/>
                  <a:pt x="39146" y="93921"/>
                  <a:pt x="39146" y="93921"/>
                </a:cubicBezTo>
                <a:cubicBezTo>
                  <a:pt x="39146" y="93932"/>
                  <a:pt x="39158" y="93956"/>
                  <a:pt x="39158" y="93967"/>
                </a:cubicBezTo>
                <a:lnTo>
                  <a:pt x="39158" y="96406"/>
                </a:lnTo>
                <a:cubicBezTo>
                  <a:pt x="39181" y="98390"/>
                  <a:pt x="40791" y="100000"/>
                  <a:pt x="42799" y="100000"/>
                </a:cubicBezTo>
                <a:cubicBezTo>
                  <a:pt x="44807" y="100000"/>
                  <a:pt x="46441" y="98367"/>
                  <a:pt x="46441" y="96359"/>
                </a:cubicBezTo>
                <a:lnTo>
                  <a:pt x="46441" y="84199"/>
                </a:lnTo>
                <a:cubicBezTo>
                  <a:pt x="46441" y="80255"/>
                  <a:pt x="49685" y="76906"/>
                  <a:pt x="53513" y="76894"/>
                </a:cubicBezTo>
                <a:cubicBezTo>
                  <a:pt x="55299" y="76976"/>
                  <a:pt x="60341" y="77583"/>
                  <a:pt x="63633" y="79462"/>
                </a:cubicBezTo>
                <a:cubicBezTo>
                  <a:pt x="64799" y="80115"/>
                  <a:pt x="65208" y="81609"/>
                  <a:pt x="64543" y="82776"/>
                </a:cubicBezTo>
                <a:cubicBezTo>
                  <a:pt x="63877" y="83943"/>
                  <a:pt x="62407" y="84352"/>
                  <a:pt x="61228" y="83686"/>
                </a:cubicBezTo>
                <a:cubicBezTo>
                  <a:pt x="58987" y="82414"/>
                  <a:pt x="54914" y="81831"/>
                  <a:pt x="53408" y="81761"/>
                </a:cubicBezTo>
                <a:cubicBezTo>
                  <a:pt x="52475" y="81761"/>
                  <a:pt x="51307" y="82764"/>
                  <a:pt x="51307" y="84199"/>
                </a:cubicBezTo>
                <a:lnTo>
                  <a:pt x="51307" y="90268"/>
                </a:lnTo>
                <a:cubicBezTo>
                  <a:pt x="51389" y="90338"/>
                  <a:pt x="51448" y="90408"/>
                  <a:pt x="51541" y="90466"/>
                </a:cubicBezTo>
                <a:cubicBezTo>
                  <a:pt x="54715" y="92555"/>
                  <a:pt x="61298" y="93010"/>
                  <a:pt x="62757" y="93010"/>
                </a:cubicBezTo>
                <a:cubicBezTo>
                  <a:pt x="65056" y="93010"/>
                  <a:pt x="67379" y="92123"/>
                  <a:pt x="69632" y="91271"/>
                </a:cubicBezTo>
                <a:cubicBezTo>
                  <a:pt x="73273" y="89894"/>
                  <a:pt x="75794" y="89077"/>
                  <a:pt x="77545" y="90338"/>
                </a:cubicBezTo>
                <a:cubicBezTo>
                  <a:pt x="78665" y="91120"/>
                  <a:pt x="80124" y="91225"/>
                  <a:pt x="81338" y="90594"/>
                </a:cubicBezTo>
                <a:cubicBezTo>
                  <a:pt x="82551" y="89964"/>
                  <a:pt x="83310" y="88728"/>
                  <a:pt x="83310" y="87362"/>
                </a:cubicBezTo>
                <a:cubicBezTo>
                  <a:pt x="83310" y="74082"/>
                  <a:pt x="75245" y="66100"/>
                  <a:pt x="67251" y="6408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7" name="Белый — SVG 10">
            <a:extLst>
              <a:ext uri="{FF2B5EF4-FFF2-40B4-BE49-F238E27FC236}">
                <a16:creationId xmlns:a16="http://schemas.microsoft.com/office/drawing/2014/main" id="{90BEB5B0-68BD-B440-8C28-C138F8068504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135845 w 141777"/>
              <a:gd name="csY0" fmla="*/ 42528 h 141753"/>
              <a:gd name="csX1" fmla="*/ 91132 w 141777"/>
              <a:gd name="csY1" fmla="*/ 2977 h 141753"/>
              <a:gd name="csX2" fmla="*/ 104194 w 141777"/>
              <a:gd name="csY2" fmla="*/ 42528 h 141753"/>
              <a:gd name="csX3" fmla="*/ 135845 w 141777"/>
              <a:gd name="csY3" fmla="*/ 42528 h 141753"/>
              <a:gd name="csX4" fmla="*/ 139520 w 141777"/>
              <a:gd name="csY4" fmla="*/ 88594 h 141753"/>
              <a:gd name="csX5" fmla="*/ 141778 w 141777"/>
              <a:gd name="csY5" fmla="*/ 70885 h 141753"/>
              <a:gd name="csX6" fmla="*/ 139520 w 141777"/>
              <a:gd name="csY6" fmla="*/ 53160 h 141753"/>
              <a:gd name="csX7" fmla="*/ 105493 w 141777"/>
              <a:gd name="csY7" fmla="*/ 53160 h 141753"/>
              <a:gd name="csX8" fmla="*/ 106334 w 141777"/>
              <a:gd name="csY8" fmla="*/ 70885 h 141753"/>
              <a:gd name="csX9" fmla="*/ 105493 w 141777"/>
              <a:gd name="csY9" fmla="*/ 88594 h 141753"/>
              <a:gd name="csX10" fmla="*/ 139520 w 141777"/>
              <a:gd name="csY10" fmla="*/ 88594 h 141753"/>
              <a:gd name="csX11" fmla="*/ 35444 w 141777"/>
              <a:gd name="csY11" fmla="*/ 70885 h 141753"/>
              <a:gd name="csX12" fmla="*/ 36284 w 141777"/>
              <a:gd name="csY12" fmla="*/ 53160 h 141753"/>
              <a:gd name="csX13" fmla="*/ 2258 w 141777"/>
              <a:gd name="csY13" fmla="*/ 53160 h 141753"/>
              <a:gd name="csX14" fmla="*/ 0 w 141777"/>
              <a:gd name="csY14" fmla="*/ 70885 h 141753"/>
              <a:gd name="csX15" fmla="*/ 2258 w 141777"/>
              <a:gd name="csY15" fmla="*/ 88594 h 141753"/>
              <a:gd name="csX16" fmla="*/ 36284 w 141777"/>
              <a:gd name="csY16" fmla="*/ 88594 h 141753"/>
              <a:gd name="csX17" fmla="*/ 35444 w 141777"/>
              <a:gd name="csY17" fmla="*/ 70885 h 141753"/>
              <a:gd name="csX18" fmla="*/ 95700 w 141777"/>
              <a:gd name="csY18" fmla="*/ 70885 h 141753"/>
              <a:gd name="csX19" fmla="*/ 94807 w 141777"/>
              <a:gd name="csY19" fmla="*/ 53160 h 141753"/>
              <a:gd name="csX20" fmla="*/ 46971 w 141777"/>
              <a:gd name="csY20" fmla="*/ 53160 h 141753"/>
              <a:gd name="csX21" fmla="*/ 46077 w 141777"/>
              <a:gd name="csY21" fmla="*/ 70885 h 141753"/>
              <a:gd name="csX22" fmla="*/ 46971 w 141777"/>
              <a:gd name="csY22" fmla="*/ 88594 h 141753"/>
              <a:gd name="csX23" fmla="*/ 94807 w 141777"/>
              <a:gd name="csY23" fmla="*/ 88594 h 141753"/>
              <a:gd name="csX24" fmla="*/ 95700 w 141777"/>
              <a:gd name="csY24" fmla="*/ 70885 h 141753"/>
              <a:gd name="csX25" fmla="*/ 93439 w 141777"/>
              <a:gd name="csY25" fmla="*/ 42528 h 141753"/>
              <a:gd name="csX26" fmla="*/ 70890 w 141777"/>
              <a:gd name="csY26" fmla="*/ 0 h 141753"/>
              <a:gd name="csX27" fmla="*/ 48339 w 141777"/>
              <a:gd name="csY27" fmla="*/ 42528 h 141753"/>
              <a:gd name="csX28" fmla="*/ 93439 w 141777"/>
              <a:gd name="csY28" fmla="*/ 42528 h 141753"/>
              <a:gd name="csX29" fmla="*/ 48339 w 141777"/>
              <a:gd name="csY29" fmla="*/ 99226 h 141753"/>
              <a:gd name="csX30" fmla="*/ 70890 w 141777"/>
              <a:gd name="csY30" fmla="*/ 141754 h 141753"/>
              <a:gd name="csX31" fmla="*/ 93439 w 141777"/>
              <a:gd name="csY31" fmla="*/ 99226 h 141753"/>
              <a:gd name="csX32" fmla="*/ 48339 w 141777"/>
              <a:gd name="csY32" fmla="*/ 99226 h 141753"/>
              <a:gd name="csX33" fmla="*/ 37586 w 141777"/>
              <a:gd name="csY33" fmla="*/ 42528 h 141753"/>
              <a:gd name="csX34" fmla="*/ 50647 w 141777"/>
              <a:gd name="csY34" fmla="*/ 2977 h 141753"/>
              <a:gd name="csX35" fmla="*/ 5933 w 141777"/>
              <a:gd name="csY35" fmla="*/ 42528 h 141753"/>
              <a:gd name="csX36" fmla="*/ 37586 w 141777"/>
              <a:gd name="csY36" fmla="*/ 42528 h 141753"/>
              <a:gd name="csX37" fmla="*/ 104194 w 141777"/>
              <a:gd name="csY37" fmla="*/ 99226 h 141753"/>
              <a:gd name="csX38" fmla="*/ 91132 w 141777"/>
              <a:gd name="csY38" fmla="*/ 138777 h 141753"/>
              <a:gd name="csX39" fmla="*/ 135845 w 141777"/>
              <a:gd name="csY39" fmla="*/ 99226 h 141753"/>
              <a:gd name="csX40" fmla="*/ 104194 w 141777"/>
              <a:gd name="csY40" fmla="*/ 99226 h 141753"/>
              <a:gd name="csX41" fmla="*/ 5933 w 141777"/>
              <a:gd name="csY41" fmla="*/ 99226 h 141753"/>
              <a:gd name="csX42" fmla="*/ 50647 w 141777"/>
              <a:gd name="csY42" fmla="*/ 138777 h 141753"/>
              <a:gd name="csX43" fmla="*/ 37586 w 141777"/>
              <a:gd name="csY43" fmla="*/ 99226 h 141753"/>
              <a:gd name="csX44" fmla="*/ 5933 w 141777"/>
              <a:gd name="csY44" fmla="*/ 99226 h 141753"/>
            </a:gdLst>
            <a:ahLst/>
            <a:cxnLst/>
            <a:rect l="l" t="t" r="r" b="b"/>
            <a:pathLst>
              <a:path w="100000" h="100000">
                <a:moveTo>
                  <a:pt x="95816" y="30005"/>
                </a:moveTo>
                <a:cubicBezTo>
                  <a:pt x="89955" y="16651"/>
                  <a:pt x="78421" y="6332"/>
                  <a:pt x="64278" y="2108"/>
                </a:cubicBezTo>
                <a:cubicBezTo>
                  <a:pt x="68698" y="9019"/>
                  <a:pt x="71798" y="19026"/>
                  <a:pt x="73491" y="30005"/>
                </a:cubicBezTo>
                <a:lnTo>
                  <a:pt x="95816" y="30005"/>
                </a:lnTo>
                <a:close/>
                <a:moveTo>
                  <a:pt x="98408" y="62497"/>
                </a:moveTo>
                <a:cubicBezTo>
                  <a:pt x="99443" y="58501"/>
                  <a:pt x="100001" y="54313"/>
                  <a:pt x="100001" y="50006"/>
                </a:cubicBezTo>
                <a:cubicBezTo>
                  <a:pt x="100001" y="45687"/>
                  <a:pt x="99443" y="41500"/>
                  <a:pt x="98408" y="37504"/>
                </a:cubicBezTo>
                <a:lnTo>
                  <a:pt x="74408" y="37504"/>
                </a:lnTo>
                <a:cubicBezTo>
                  <a:pt x="74796" y="41643"/>
                  <a:pt x="75001" y="45842"/>
                  <a:pt x="75001" y="50006"/>
                </a:cubicBezTo>
                <a:cubicBezTo>
                  <a:pt x="75001" y="54170"/>
                  <a:pt x="74796" y="58369"/>
                  <a:pt x="74408" y="62497"/>
                </a:cubicBezTo>
                <a:lnTo>
                  <a:pt x="98408" y="62497"/>
                </a:lnTo>
                <a:close/>
                <a:moveTo>
                  <a:pt x="25000" y="50006"/>
                </a:moveTo>
                <a:cubicBezTo>
                  <a:pt x="25000" y="45842"/>
                  <a:pt x="25205" y="41643"/>
                  <a:pt x="25592" y="37504"/>
                </a:cubicBezTo>
                <a:lnTo>
                  <a:pt x="1593" y="37504"/>
                </a:lnTo>
                <a:cubicBezTo>
                  <a:pt x="558" y="41500"/>
                  <a:pt x="0" y="45687"/>
                  <a:pt x="0" y="50006"/>
                </a:cubicBezTo>
                <a:cubicBezTo>
                  <a:pt x="0" y="54313"/>
                  <a:pt x="558" y="58501"/>
                  <a:pt x="1593" y="62497"/>
                </a:cubicBezTo>
                <a:lnTo>
                  <a:pt x="25592" y="62497"/>
                </a:lnTo>
                <a:cubicBezTo>
                  <a:pt x="25205" y="58369"/>
                  <a:pt x="25000" y="54170"/>
                  <a:pt x="25000" y="50006"/>
                </a:cubicBezTo>
                <a:close/>
                <a:moveTo>
                  <a:pt x="67500" y="50006"/>
                </a:moveTo>
                <a:cubicBezTo>
                  <a:pt x="67500" y="45639"/>
                  <a:pt x="67263" y="41475"/>
                  <a:pt x="66871" y="37504"/>
                </a:cubicBezTo>
                <a:lnTo>
                  <a:pt x="33130" y="37504"/>
                </a:lnTo>
                <a:cubicBezTo>
                  <a:pt x="32737" y="41475"/>
                  <a:pt x="32500" y="45639"/>
                  <a:pt x="32500" y="50006"/>
                </a:cubicBezTo>
                <a:cubicBezTo>
                  <a:pt x="32500" y="54361"/>
                  <a:pt x="32737" y="58525"/>
                  <a:pt x="33130" y="62497"/>
                </a:cubicBezTo>
                <a:lnTo>
                  <a:pt x="66871" y="62497"/>
                </a:lnTo>
                <a:cubicBezTo>
                  <a:pt x="67263" y="58525"/>
                  <a:pt x="67500" y="54361"/>
                  <a:pt x="67500" y="50006"/>
                </a:cubicBezTo>
                <a:close/>
                <a:moveTo>
                  <a:pt x="65906" y="30005"/>
                </a:moveTo>
                <a:cubicBezTo>
                  <a:pt x="62911" y="11983"/>
                  <a:pt x="56183" y="8"/>
                  <a:pt x="50001" y="8"/>
                </a:cubicBezTo>
                <a:cubicBezTo>
                  <a:pt x="43818" y="8"/>
                  <a:pt x="37090" y="11983"/>
                  <a:pt x="34095" y="30005"/>
                </a:cubicBezTo>
                <a:lnTo>
                  <a:pt x="65906" y="30005"/>
                </a:lnTo>
                <a:close/>
                <a:moveTo>
                  <a:pt x="34095" y="69996"/>
                </a:moveTo>
                <a:cubicBezTo>
                  <a:pt x="37090" y="88018"/>
                  <a:pt x="43821" y="99992"/>
                  <a:pt x="50001" y="99992"/>
                </a:cubicBezTo>
                <a:cubicBezTo>
                  <a:pt x="56181" y="99992"/>
                  <a:pt x="62911" y="88018"/>
                  <a:pt x="65906" y="69996"/>
                </a:cubicBezTo>
                <a:lnTo>
                  <a:pt x="34095" y="69996"/>
                </a:lnTo>
                <a:close/>
                <a:moveTo>
                  <a:pt x="26511" y="30005"/>
                </a:moveTo>
                <a:cubicBezTo>
                  <a:pt x="28203" y="19026"/>
                  <a:pt x="31302" y="9019"/>
                  <a:pt x="35723" y="2108"/>
                </a:cubicBezTo>
                <a:cubicBezTo>
                  <a:pt x="21580" y="6332"/>
                  <a:pt x="10045" y="16651"/>
                  <a:pt x="4185" y="30005"/>
                </a:cubicBezTo>
                <a:lnTo>
                  <a:pt x="26511" y="30005"/>
                </a:lnTo>
                <a:close/>
                <a:moveTo>
                  <a:pt x="73491" y="69996"/>
                </a:moveTo>
                <a:cubicBezTo>
                  <a:pt x="71798" y="80974"/>
                  <a:pt x="68698" y="90981"/>
                  <a:pt x="64278" y="97892"/>
                </a:cubicBezTo>
                <a:cubicBezTo>
                  <a:pt x="78421" y="93669"/>
                  <a:pt x="89955" y="83350"/>
                  <a:pt x="95816" y="69996"/>
                </a:cubicBezTo>
                <a:lnTo>
                  <a:pt x="73491" y="69996"/>
                </a:lnTo>
                <a:close/>
                <a:moveTo>
                  <a:pt x="4185" y="69996"/>
                </a:moveTo>
                <a:cubicBezTo>
                  <a:pt x="10045" y="83350"/>
                  <a:pt x="21580" y="93669"/>
                  <a:pt x="35723" y="97892"/>
                </a:cubicBezTo>
                <a:cubicBezTo>
                  <a:pt x="31302" y="90981"/>
                  <a:pt x="28203" y="80974"/>
                  <a:pt x="26511" y="69996"/>
                </a:cubicBezTo>
                <a:lnTo>
                  <a:pt x="4185" y="6999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8" name="Белый — SVG 11">
            <a:extLst>
              <a:ext uri="{FF2B5EF4-FFF2-40B4-BE49-F238E27FC236}">
                <a16:creationId xmlns:a16="http://schemas.microsoft.com/office/drawing/2014/main" id="{87EA8030-6A8A-B544-9952-EF39548C37AA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70889 w 141778"/>
              <a:gd name="csY0" fmla="*/ 0 h 141755"/>
              <a:gd name="csX1" fmla="*/ 48342 w 141778"/>
              <a:gd name="csY1" fmla="*/ 42528 h 141755"/>
              <a:gd name="csX2" fmla="*/ 93437 w 141778"/>
              <a:gd name="csY2" fmla="*/ 42528 h 141755"/>
              <a:gd name="csX3" fmla="*/ 70889 w 141778"/>
              <a:gd name="csY3" fmla="*/ 0 h 141755"/>
              <a:gd name="csX4" fmla="*/ 50647 w 141778"/>
              <a:gd name="csY4" fmla="*/ 2977 h 141755"/>
              <a:gd name="csX5" fmla="*/ 5933 w 141778"/>
              <a:gd name="csY5" fmla="*/ 42528 h 141755"/>
              <a:gd name="csX6" fmla="*/ 37584 w 141778"/>
              <a:gd name="csY6" fmla="*/ 42528 h 141755"/>
              <a:gd name="csX7" fmla="*/ 50647 w 141778"/>
              <a:gd name="csY7" fmla="*/ 2977 h 141755"/>
              <a:gd name="csX8" fmla="*/ 91131 w 141778"/>
              <a:gd name="csY8" fmla="*/ 2977 h 141755"/>
              <a:gd name="csX9" fmla="*/ 104195 w 141778"/>
              <a:gd name="csY9" fmla="*/ 42528 h 141755"/>
              <a:gd name="csX10" fmla="*/ 135846 w 141778"/>
              <a:gd name="csY10" fmla="*/ 42528 h 141755"/>
              <a:gd name="csX11" fmla="*/ 91131 w 141778"/>
              <a:gd name="csY11" fmla="*/ 2977 h 141755"/>
              <a:gd name="csX12" fmla="*/ 2257 w 141778"/>
              <a:gd name="csY12" fmla="*/ 53160 h 141755"/>
              <a:gd name="csX13" fmla="*/ 0 w 141778"/>
              <a:gd name="csY13" fmla="*/ 70885 h 141755"/>
              <a:gd name="csX14" fmla="*/ 2257 w 141778"/>
              <a:gd name="csY14" fmla="*/ 88594 h 141755"/>
              <a:gd name="csX15" fmla="*/ 36282 w 141778"/>
              <a:gd name="csY15" fmla="*/ 88594 h 141755"/>
              <a:gd name="csX16" fmla="*/ 35445 w 141778"/>
              <a:gd name="csY16" fmla="*/ 70885 h 141755"/>
              <a:gd name="csX17" fmla="*/ 36282 w 141778"/>
              <a:gd name="csY17" fmla="*/ 53160 h 141755"/>
              <a:gd name="csX18" fmla="*/ 2257 w 141778"/>
              <a:gd name="csY18" fmla="*/ 53160 h 141755"/>
              <a:gd name="csX19" fmla="*/ 46971 w 141778"/>
              <a:gd name="csY19" fmla="*/ 53160 h 141755"/>
              <a:gd name="csX20" fmla="*/ 46078 w 141778"/>
              <a:gd name="csY20" fmla="*/ 70885 h 141755"/>
              <a:gd name="csX21" fmla="*/ 46971 w 141778"/>
              <a:gd name="csY21" fmla="*/ 88594 h 141755"/>
              <a:gd name="csX22" fmla="*/ 82381 w 141778"/>
              <a:gd name="csY22" fmla="*/ 88594 h 141755"/>
              <a:gd name="csX23" fmla="*/ 95562 w 141778"/>
              <a:gd name="csY23" fmla="*/ 76227 h 141755"/>
              <a:gd name="csX24" fmla="*/ 95700 w 141778"/>
              <a:gd name="csY24" fmla="*/ 70885 h 141755"/>
              <a:gd name="csX25" fmla="*/ 94807 w 141778"/>
              <a:gd name="csY25" fmla="*/ 53160 h 141755"/>
              <a:gd name="csX26" fmla="*/ 46971 w 141778"/>
              <a:gd name="csY26" fmla="*/ 53160 h 141755"/>
              <a:gd name="csX27" fmla="*/ 105496 w 141778"/>
              <a:gd name="csY27" fmla="*/ 53160 h 141755"/>
              <a:gd name="csX28" fmla="*/ 106313 w 141778"/>
              <a:gd name="csY28" fmla="*/ 70035 h 141755"/>
              <a:gd name="csX29" fmla="*/ 109124 w 141778"/>
              <a:gd name="csY29" fmla="*/ 67738 h 141755"/>
              <a:gd name="csX30" fmla="*/ 116974 w 141778"/>
              <a:gd name="csY30" fmla="*/ 60764 h 141755"/>
              <a:gd name="csX31" fmla="*/ 127393 w 141778"/>
              <a:gd name="csY31" fmla="*/ 62329 h 141755"/>
              <a:gd name="csX32" fmla="*/ 141405 w 141778"/>
              <a:gd name="csY32" fmla="*/ 77741 h 141755"/>
              <a:gd name="csX33" fmla="*/ 141778 w 141778"/>
              <a:gd name="csY33" fmla="*/ 70885 h 141755"/>
              <a:gd name="csX34" fmla="*/ 139522 w 141778"/>
              <a:gd name="csY34" fmla="*/ 53160 h 141755"/>
              <a:gd name="csX35" fmla="*/ 105496 w 141778"/>
              <a:gd name="csY35" fmla="*/ 53160 h 141755"/>
              <a:gd name="csX36" fmla="*/ 120512 w 141778"/>
              <a:gd name="csY36" fmla="*/ 67330 h 141755"/>
              <a:gd name="csX37" fmla="*/ 118996 w 141778"/>
              <a:gd name="csY37" fmla="*/ 67551 h 141755"/>
              <a:gd name="csX38" fmla="*/ 115624 w 141778"/>
              <a:gd name="csY38" fmla="*/ 70562 h 141755"/>
              <a:gd name="csX39" fmla="*/ 104596 w 141778"/>
              <a:gd name="csY39" fmla="*/ 79221 h 141755"/>
              <a:gd name="csX40" fmla="*/ 85067 w 141778"/>
              <a:gd name="csY40" fmla="*/ 104550 h 141755"/>
              <a:gd name="csX41" fmla="*/ 90169 w 141778"/>
              <a:gd name="csY41" fmla="*/ 118942 h 141755"/>
              <a:gd name="csX42" fmla="*/ 93928 w 141778"/>
              <a:gd name="csY42" fmla="*/ 120490 h 141755"/>
              <a:gd name="csX43" fmla="*/ 99702 w 141778"/>
              <a:gd name="csY43" fmla="*/ 118108 h 141755"/>
              <a:gd name="csX44" fmla="*/ 110280 w 141778"/>
              <a:gd name="csY44" fmla="*/ 104686 h 141755"/>
              <a:gd name="csX45" fmla="*/ 113430 w 141778"/>
              <a:gd name="csY45" fmla="*/ 102781 h 141755"/>
              <a:gd name="csX46" fmla="*/ 115063 w 141778"/>
              <a:gd name="csY46" fmla="*/ 103172 h 141755"/>
              <a:gd name="csX47" fmla="*/ 116566 w 141778"/>
              <a:gd name="csY47" fmla="*/ 107952 h 141755"/>
              <a:gd name="csX48" fmla="*/ 98816 w 141778"/>
              <a:gd name="csY48" fmla="*/ 127294 h 141755"/>
              <a:gd name="csX49" fmla="*/ 83295 w 141778"/>
              <a:gd name="csY49" fmla="*/ 131122 h 141755"/>
              <a:gd name="csX50" fmla="*/ 81237 w 141778"/>
              <a:gd name="csY50" fmla="*/ 131513 h 141755"/>
              <a:gd name="csX51" fmla="*/ 79486 w 141778"/>
              <a:gd name="csY51" fmla="*/ 132653 h 141755"/>
              <a:gd name="csX52" fmla="*/ 78314 w 141778"/>
              <a:gd name="csY52" fmla="*/ 134388 h 141755"/>
              <a:gd name="csX53" fmla="*/ 77902 w 141778"/>
              <a:gd name="csY53" fmla="*/ 136446 h 141755"/>
              <a:gd name="csX54" fmla="*/ 78314 w 141778"/>
              <a:gd name="csY54" fmla="*/ 138487 h 141755"/>
              <a:gd name="csX55" fmla="*/ 79486 w 141778"/>
              <a:gd name="csY55" fmla="*/ 140222 h 141755"/>
              <a:gd name="csX56" fmla="*/ 81237 w 141778"/>
              <a:gd name="csY56" fmla="*/ 141379 h 141755"/>
              <a:gd name="csX57" fmla="*/ 83295 w 141778"/>
              <a:gd name="csY57" fmla="*/ 141754 h 141755"/>
              <a:gd name="csX58" fmla="*/ 108307 w 141778"/>
              <a:gd name="csY58" fmla="*/ 134200 h 141755"/>
              <a:gd name="csX59" fmla="*/ 113423 w 141778"/>
              <a:gd name="csY59" fmla="*/ 134677 h 141755"/>
              <a:gd name="csX60" fmla="*/ 141778 w 141778"/>
              <a:gd name="csY60" fmla="*/ 104550 h 141755"/>
              <a:gd name="csX61" fmla="*/ 123461 w 141778"/>
              <a:gd name="csY61" fmla="*/ 68232 h 141755"/>
              <a:gd name="csX62" fmla="*/ 120512 w 141778"/>
              <a:gd name="csY62" fmla="*/ 67330 h 141755"/>
              <a:gd name="csX63" fmla="*/ 5933 w 141778"/>
              <a:gd name="csY63" fmla="*/ 99226 h 141755"/>
              <a:gd name="csX64" fmla="*/ 50647 w 141778"/>
              <a:gd name="csY64" fmla="*/ 138777 h 141755"/>
              <a:gd name="csX65" fmla="*/ 37584 w 141778"/>
              <a:gd name="csY65" fmla="*/ 99226 h 141755"/>
              <a:gd name="csX66" fmla="*/ 5933 w 141778"/>
              <a:gd name="csY66" fmla="*/ 99226 h 141755"/>
              <a:gd name="csX67" fmla="*/ 48342 w 141778"/>
              <a:gd name="csY67" fmla="*/ 99226 h 141755"/>
              <a:gd name="csX68" fmla="*/ 70889 w 141778"/>
              <a:gd name="csY68" fmla="*/ 141754 h 141755"/>
              <a:gd name="csX69" fmla="*/ 72059 w 141778"/>
              <a:gd name="csY69" fmla="*/ 141617 h 141755"/>
              <a:gd name="csX70" fmla="*/ 70889 w 141778"/>
              <a:gd name="csY70" fmla="*/ 136446 h 141755"/>
              <a:gd name="csX71" fmla="*/ 83295 w 141778"/>
              <a:gd name="csY71" fmla="*/ 124045 h 141755"/>
              <a:gd name="csX72" fmla="*/ 85164 w 141778"/>
              <a:gd name="csY72" fmla="*/ 123960 h 141755"/>
              <a:gd name="csX73" fmla="*/ 85157 w 141778"/>
              <a:gd name="csY73" fmla="*/ 123943 h 141755"/>
              <a:gd name="csX74" fmla="*/ 77978 w 141778"/>
              <a:gd name="csY74" fmla="*/ 104550 h 141755"/>
              <a:gd name="csX75" fmla="*/ 78435 w 141778"/>
              <a:gd name="csY75" fmla="*/ 99226 h 141755"/>
              <a:gd name="csX76" fmla="*/ 48342 w 141778"/>
              <a:gd name="csY76" fmla="*/ 99226 h 141755"/>
            </a:gdLst>
            <a:ahLst/>
            <a:cxnLst/>
            <a:rect l="l" t="t" r="r" b="b"/>
            <a:pathLst>
              <a:path w="100000" h="100000">
                <a:moveTo>
                  <a:pt x="50000" y="8"/>
                </a:moveTo>
                <a:cubicBezTo>
                  <a:pt x="43818" y="8"/>
                  <a:pt x="37092" y="11982"/>
                  <a:pt x="34097" y="30004"/>
                </a:cubicBezTo>
                <a:lnTo>
                  <a:pt x="65904" y="30004"/>
                </a:lnTo>
                <a:cubicBezTo>
                  <a:pt x="62908" y="11982"/>
                  <a:pt x="56183" y="8"/>
                  <a:pt x="50000" y="8"/>
                </a:cubicBezTo>
                <a:close/>
                <a:moveTo>
                  <a:pt x="35723" y="2108"/>
                </a:moveTo>
                <a:cubicBezTo>
                  <a:pt x="21580" y="6331"/>
                  <a:pt x="10045" y="16650"/>
                  <a:pt x="4185" y="30004"/>
                </a:cubicBezTo>
                <a:lnTo>
                  <a:pt x="26509" y="30004"/>
                </a:lnTo>
                <a:cubicBezTo>
                  <a:pt x="28201" y="19026"/>
                  <a:pt x="31302" y="9019"/>
                  <a:pt x="35723" y="2108"/>
                </a:cubicBezTo>
                <a:close/>
                <a:moveTo>
                  <a:pt x="64277" y="2108"/>
                </a:moveTo>
                <a:cubicBezTo>
                  <a:pt x="68698" y="9019"/>
                  <a:pt x="71799" y="19026"/>
                  <a:pt x="73492" y="30004"/>
                </a:cubicBezTo>
                <a:lnTo>
                  <a:pt x="95816" y="30004"/>
                </a:lnTo>
                <a:cubicBezTo>
                  <a:pt x="89955" y="16650"/>
                  <a:pt x="78420" y="6331"/>
                  <a:pt x="64277" y="2108"/>
                </a:cubicBezTo>
                <a:close/>
                <a:moveTo>
                  <a:pt x="1592" y="37503"/>
                </a:moveTo>
                <a:cubicBezTo>
                  <a:pt x="557" y="41499"/>
                  <a:pt x="0" y="45686"/>
                  <a:pt x="0" y="50005"/>
                </a:cubicBezTo>
                <a:cubicBezTo>
                  <a:pt x="0" y="54313"/>
                  <a:pt x="557" y="58500"/>
                  <a:pt x="1592" y="62496"/>
                </a:cubicBezTo>
                <a:lnTo>
                  <a:pt x="25591" y="62496"/>
                </a:lnTo>
                <a:cubicBezTo>
                  <a:pt x="25203" y="58368"/>
                  <a:pt x="25000" y="54169"/>
                  <a:pt x="25000" y="50005"/>
                </a:cubicBezTo>
                <a:cubicBezTo>
                  <a:pt x="25000" y="45842"/>
                  <a:pt x="25203" y="41642"/>
                  <a:pt x="25591" y="37503"/>
                </a:cubicBezTo>
                <a:lnTo>
                  <a:pt x="1592" y="37503"/>
                </a:lnTo>
                <a:close/>
                <a:moveTo>
                  <a:pt x="33130" y="37503"/>
                </a:moveTo>
                <a:cubicBezTo>
                  <a:pt x="32738" y="41474"/>
                  <a:pt x="32500" y="45638"/>
                  <a:pt x="32500" y="50005"/>
                </a:cubicBezTo>
                <a:cubicBezTo>
                  <a:pt x="32500" y="54361"/>
                  <a:pt x="32738" y="58524"/>
                  <a:pt x="33130" y="62496"/>
                </a:cubicBezTo>
                <a:lnTo>
                  <a:pt x="58106" y="62496"/>
                </a:lnTo>
                <a:cubicBezTo>
                  <a:pt x="60563" y="58560"/>
                  <a:pt x="64113" y="55813"/>
                  <a:pt x="67403" y="53773"/>
                </a:cubicBezTo>
                <a:cubicBezTo>
                  <a:pt x="67440" y="52525"/>
                  <a:pt x="67500" y="51289"/>
                  <a:pt x="67500" y="50005"/>
                </a:cubicBezTo>
                <a:cubicBezTo>
                  <a:pt x="67500" y="45638"/>
                  <a:pt x="67263" y="41474"/>
                  <a:pt x="66870" y="37503"/>
                </a:cubicBezTo>
                <a:lnTo>
                  <a:pt x="33130" y="37503"/>
                </a:lnTo>
                <a:close/>
                <a:moveTo>
                  <a:pt x="74409" y="37503"/>
                </a:moveTo>
                <a:cubicBezTo>
                  <a:pt x="74777" y="41438"/>
                  <a:pt x="74968" y="45434"/>
                  <a:pt x="74986" y="49406"/>
                </a:cubicBezTo>
                <a:cubicBezTo>
                  <a:pt x="75948" y="48794"/>
                  <a:pt x="76738" y="48205"/>
                  <a:pt x="76968" y="47786"/>
                </a:cubicBezTo>
                <a:cubicBezTo>
                  <a:pt x="77983" y="45410"/>
                  <a:pt x="80005" y="43611"/>
                  <a:pt x="82505" y="42867"/>
                </a:cubicBezTo>
                <a:cubicBezTo>
                  <a:pt x="84957" y="42135"/>
                  <a:pt x="87706" y="42542"/>
                  <a:pt x="89854" y="43971"/>
                </a:cubicBezTo>
                <a:cubicBezTo>
                  <a:pt x="90221" y="44222"/>
                  <a:pt x="95509" y="47858"/>
                  <a:pt x="99737" y="54841"/>
                </a:cubicBezTo>
                <a:cubicBezTo>
                  <a:pt x="99894" y="53245"/>
                  <a:pt x="100000" y="51637"/>
                  <a:pt x="100000" y="50005"/>
                </a:cubicBezTo>
                <a:cubicBezTo>
                  <a:pt x="100000" y="45686"/>
                  <a:pt x="99443" y="41499"/>
                  <a:pt x="98409" y="37503"/>
                </a:cubicBezTo>
                <a:lnTo>
                  <a:pt x="74409" y="37503"/>
                </a:lnTo>
                <a:close/>
                <a:moveTo>
                  <a:pt x="85000" y="47498"/>
                </a:moveTo>
                <a:cubicBezTo>
                  <a:pt x="84640" y="47498"/>
                  <a:pt x="84283" y="47558"/>
                  <a:pt x="83931" y="47654"/>
                </a:cubicBezTo>
                <a:cubicBezTo>
                  <a:pt x="82863" y="47977"/>
                  <a:pt x="81993" y="48746"/>
                  <a:pt x="81553" y="49777"/>
                </a:cubicBezTo>
                <a:cubicBezTo>
                  <a:pt x="80523" y="52177"/>
                  <a:pt x="77242" y="53977"/>
                  <a:pt x="73774" y="55885"/>
                </a:cubicBezTo>
                <a:cubicBezTo>
                  <a:pt x="67962" y="59065"/>
                  <a:pt x="60000" y="63432"/>
                  <a:pt x="60000" y="73750"/>
                </a:cubicBezTo>
                <a:cubicBezTo>
                  <a:pt x="60000" y="80121"/>
                  <a:pt x="63231" y="83529"/>
                  <a:pt x="63599" y="83901"/>
                </a:cubicBezTo>
                <a:cubicBezTo>
                  <a:pt x="64332" y="84633"/>
                  <a:pt x="65290" y="84993"/>
                  <a:pt x="66250" y="84993"/>
                </a:cubicBezTo>
                <a:cubicBezTo>
                  <a:pt x="68197" y="84993"/>
                  <a:pt x="70158" y="83457"/>
                  <a:pt x="70323" y="83313"/>
                </a:cubicBezTo>
                <a:cubicBezTo>
                  <a:pt x="73455" y="80710"/>
                  <a:pt x="76018" y="77218"/>
                  <a:pt x="77784" y="73846"/>
                </a:cubicBezTo>
                <a:cubicBezTo>
                  <a:pt x="78231" y="72983"/>
                  <a:pt x="79105" y="72502"/>
                  <a:pt x="80005" y="72502"/>
                </a:cubicBezTo>
                <a:cubicBezTo>
                  <a:pt x="80395" y="72502"/>
                  <a:pt x="80788" y="72586"/>
                  <a:pt x="81157" y="72778"/>
                </a:cubicBezTo>
                <a:cubicBezTo>
                  <a:pt x="82380" y="73426"/>
                  <a:pt x="82854" y="74926"/>
                  <a:pt x="82217" y="76150"/>
                </a:cubicBezTo>
                <a:cubicBezTo>
                  <a:pt x="80797" y="78874"/>
                  <a:pt x="76553" y="85905"/>
                  <a:pt x="69698" y="89792"/>
                </a:cubicBezTo>
                <a:cubicBezTo>
                  <a:pt x="66135" y="91496"/>
                  <a:pt x="62271" y="92492"/>
                  <a:pt x="58750" y="92492"/>
                </a:cubicBezTo>
                <a:cubicBezTo>
                  <a:pt x="58253" y="92492"/>
                  <a:pt x="57760" y="92576"/>
                  <a:pt x="57299" y="92768"/>
                </a:cubicBezTo>
                <a:cubicBezTo>
                  <a:pt x="56837" y="92948"/>
                  <a:pt x="56418" y="93224"/>
                  <a:pt x="56064" y="93572"/>
                </a:cubicBezTo>
                <a:cubicBezTo>
                  <a:pt x="55710" y="93920"/>
                  <a:pt x="55429" y="94340"/>
                  <a:pt x="55237" y="94796"/>
                </a:cubicBezTo>
                <a:cubicBezTo>
                  <a:pt x="55045" y="95251"/>
                  <a:pt x="54946" y="95744"/>
                  <a:pt x="54946" y="96247"/>
                </a:cubicBezTo>
                <a:cubicBezTo>
                  <a:pt x="54946" y="96740"/>
                  <a:pt x="55045" y="97231"/>
                  <a:pt x="55237" y="97687"/>
                </a:cubicBezTo>
                <a:cubicBezTo>
                  <a:pt x="55429" y="98155"/>
                  <a:pt x="55710" y="98563"/>
                  <a:pt x="56064" y="98911"/>
                </a:cubicBezTo>
                <a:cubicBezTo>
                  <a:pt x="56418" y="99259"/>
                  <a:pt x="56837" y="99535"/>
                  <a:pt x="57299" y="99727"/>
                </a:cubicBezTo>
                <a:cubicBezTo>
                  <a:pt x="57760" y="99907"/>
                  <a:pt x="58253" y="100003"/>
                  <a:pt x="58750" y="99991"/>
                </a:cubicBezTo>
                <a:cubicBezTo>
                  <a:pt x="64876" y="99991"/>
                  <a:pt x="71063" y="97987"/>
                  <a:pt x="76392" y="94663"/>
                </a:cubicBezTo>
                <a:cubicBezTo>
                  <a:pt x="77444" y="94868"/>
                  <a:pt x="78625" y="95000"/>
                  <a:pt x="80000" y="95000"/>
                </a:cubicBezTo>
                <a:cubicBezTo>
                  <a:pt x="91028" y="95000"/>
                  <a:pt x="100000" y="85461"/>
                  <a:pt x="100000" y="73750"/>
                </a:cubicBezTo>
                <a:cubicBezTo>
                  <a:pt x="100000" y="56941"/>
                  <a:pt x="87608" y="48482"/>
                  <a:pt x="87081" y="48134"/>
                </a:cubicBezTo>
                <a:cubicBezTo>
                  <a:pt x="86458" y="47714"/>
                  <a:pt x="85733" y="47498"/>
                  <a:pt x="85000" y="47498"/>
                </a:cubicBezTo>
                <a:close/>
                <a:moveTo>
                  <a:pt x="4185" y="69995"/>
                </a:moveTo>
                <a:cubicBezTo>
                  <a:pt x="10045" y="83349"/>
                  <a:pt x="21580" y="93668"/>
                  <a:pt x="35723" y="97891"/>
                </a:cubicBezTo>
                <a:cubicBezTo>
                  <a:pt x="31302" y="90980"/>
                  <a:pt x="28201" y="80973"/>
                  <a:pt x="26509" y="69995"/>
                </a:cubicBezTo>
                <a:lnTo>
                  <a:pt x="4185" y="69995"/>
                </a:lnTo>
                <a:close/>
                <a:moveTo>
                  <a:pt x="34097" y="69995"/>
                </a:moveTo>
                <a:cubicBezTo>
                  <a:pt x="37092" y="88017"/>
                  <a:pt x="43820" y="99991"/>
                  <a:pt x="50000" y="99991"/>
                </a:cubicBezTo>
                <a:cubicBezTo>
                  <a:pt x="50272" y="99991"/>
                  <a:pt x="50550" y="99943"/>
                  <a:pt x="50825" y="99895"/>
                </a:cubicBezTo>
                <a:cubicBezTo>
                  <a:pt x="50308" y="98779"/>
                  <a:pt x="50000" y="97555"/>
                  <a:pt x="50000" y="96247"/>
                </a:cubicBezTo>
                <a:cubicBezTo>
                  <a:pt x="50000" y="91424"/>
                  <a:pt x="53925" y="87501"/>
                  <a:pt x="58750" y="87501"/>
                </a:cubicBezTo>
                <a:cubicBezTo>
                  <a:pt x="59185" y="87501"/>
                  <a:pt x="59626" y="87477"/>
                  <a:pt x="60069" y="87441"/>
                </a:cubicBezTo>
                <a:lnTo>
                  <a:pt x="60064" y="87429"/>
                </a:lnTo>
                <a:cubicBezTo>
                  <a:pt x="59221" y="86589"/>
                  <a:pt x="55000" y="81957"/>
                  <a:pt x="55000" y="73750"/>
                </a:cubicBezTo>
                <a:cubicBezTo>
                  <a:pt x="55000" y="72418"/>
                  <a:pt x="55130" y="71183"/>
                  <a:pt x="55322" y="69995"/>
                </a:cubicBezTo>
                <a:lnTo>
                  <a:pt x="34097" y="6999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9" name="Белый — SVG 12">
            <a:extLst>
              <a:ext uri="{FF2B5EF4-FFF2-40B4-BE49-F238E27FC236}">
                <a16:creationId xmlns:a16="http://schemas.microsoft.com/office/drawing/2014/main" id="{AD35D44B-101B-5542-A1F0-078811C4084B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70895 w 141772"/>
              <a:gd name="csY0" fmla="*/ 0 h 141959"/>
              <a:gd name="csX1" fmla="*/ 30556 w 141772"/>
              <a:gd name="csY1" fmla="*/ 7485 h 141959"/>
              <a:gd name="csX2" fmla="*/ 16180 w 141772"/>
              <a:gd name="csY2" fmla="*/ 15344 h 141959"/>
              <a:gd name="csX3" fmla="*/ 14206 w 141772"/>
              <a:gd name="csY3" fmla="*/ 18900 h 141959"/>
              <a:gd name="csX4" fmla="*/ 15346 w 141772"/>
              <a:gd name="csY4" fmla="*/ 22812 h 141959"/>
              <a:gd name="csX5" fmla="*/ 18902 w 141772"/>
              <a:gd name="csY5" fmla="*/ 24785 h 141959"/>
              <a:gd name="csX6" fmla="*/ 22815 w 141772"/>
              <a:gd name="csY6" fmla="*/ 23645 h 141959"/>
              <a:gd name="csX7" fmla="*/ 34571 w 141772"/>
              <a:gd name="csY7" fmla="*/ 17317 h 141959"/>
              <a:gd name="csX8" fmla="*/ 70895 w 141772"/>
              <a:gd name="csY8" fmla="*/ 10632 h 141959"/>
              <a:gd name="csX9" fmla="*/ 107202 w 141772"/>
              <a:gd name="csY9" fmla="*/ 17317 h 141959"/>
              <a:gd name="csX10" fmla="*/ 118958 w 141772"/>
              <a:gd name="csY10" fmla="*/ 23645 h 141959"/>
              <a:gd name="csX11" fmla="*/ 120795 w 141772"/>
              <a:gd name="csY11" fmla="*/ 24598 h 141959"/>
              <a:gd name="csX12" fmla="*/ 122871 w 141772"/>
              <a:gd name="csY12" fmla="*/ 24785 h 141959"/>
              <a:gd name="csX13" fmla="*/ 124844 w 141772"/>
              <a:gd name="csY13" fmla="*/ 24156 h 141959"/>
              <a:gd name="csX14" fmla="*/ 126444 w 141772"/>
              <a:gd name="csY14" fmla="*/ 22812 h 141959"/>
              <a:gd name="csX15" fmla="*/ 127396 w 141772"/>
              <a:gd name="csY15" fmla="*/ 20975 h 141959"/>
              <a:gd name="csX16" fmla="*/ 127567 w 141772"/>
              <a:gd name="csY16" fmla="*/ 18900 h 141959"/>
              <a:gd name="csX17" fmla="*/ 126937 w 141772"/>
              <a:gd name="csY17" fmla="*/ 16926 h 141959"/>
              <a:gd name="csX18" fmla="*/ 125610 w 141772"/>
              <a:gd name="csY18" fmla="*/ 15344 h 141959"/>
              <a:gd name="csX19" fmla="*/ 111233 w 141772"/>
              <a:gd name="csY19" fmla="*/ 7485 h 141959"/>
              <a:gd name="csX20" fmla="*/ 70895 w 141772"/>
              <a:gd name="csY20" fmla="*/ 0 h 141959"/>
              <a:gd name="csX21" fmla="*/ 70980 w 141772"/>
              <a:gd name="csY21" fmla="*/ 17674 h 141959"/>
              <a:gd name="csX22" fmla="*/ 67866 w 141772"/>
              <a:gd name="csY22" fmla="*/ 18542 h 141959"/>
              <a:gd name="csX23" fmla="*/ 65842 w 141772"/>
              <a:gd name="csY23" fmla="*/ 21060 h 141959"/>
              <a:gd name="csX24" fmla="*/ 65638 w 141772"/>
              <a:gd name="csY24" fmla="*/ 24292 h 141959"/>
              <a:gd name="csX25" fmla="*/ 67339 w 141772"/>
              <a:gd name="csY25" fmla="*/ 27030 h 141959"/>
              <a:gd name="csX26" fmla="*/ 69041 w 141772"/>
              <a:gd name="csY26" fmla="*/ 29633 h 141959"/>
              <a:gd name="csX27" fmla="*/ 66523 w 141772"/>
              <a:gd name="csY27" fmla="*/ 34192 h 141959"/>
              <a:gd name="csX28" fmla="*/ 62252 w 141772"/>
              <a:gd name="csY28" fmla="*/ 43055 h 141959"/>
              <a:gd name="csX29" fmla="*/ 67322 w 141772"/>
              <a:gd name="csY29" fmla="*/ 55354 h 141959"/>
              <a:gd name="csX30" fmla="*/ 69109 w 141772"/>
              <a:gd name="csY30" fmla="*/ 56477 h 141959"/>
              <a:gd name="csX31" fmla="*/ 71201 w 141772"/>
              <a:gd name="csY31" fmla="*/ 56800 h 141959"/>
              <a:gd name="csX32" fmla="*/ 73243 w 141772"/>
              <a:gd name="csY32" fmla="*/ 56290 h 141959"/>
              <a:gd name="csX33" fmla="*/ 74944 w 141772"/>
              <a:gd name="csY33" fmla="*/ 55031 h 141959"/>
              <a:gd name="csX34" fmla="*/ 75999 w 141772"/>
              <a:gd name="csY34" fmla="*/ 53211 h 141959"/>
              <a:gd name="csX35" fmla="*/ 76271 w 141772"/>
              <a:gd name="csY35" fmla="*/ 51101 h 141959"/>
              <a:gd name="csX36" fmla="*/ 75710 w 141772"/>
              <a:gd name="csY36" fmla="*/ 49077 h 141959"/>
              <a:gd name="csX37" fmla="*/ 74400 w 141772"/>
              <a:gd name="csY37" fmla="*/ 47427 h 141959"/>
              <a:gd name="csX38" fmla="*/ 72732 w 141772"/>
              <a:gd name="csY38" fmla="*/ 44807 h 141959"/>
              <a:gd name="csX39" fmla="*/ 75284 w 141772"/>
              <a:gd name="csY39" fmla="*/ 40197 h 141959"/>
              <a:gd name="csX40" fmla="*/ 79555 w 141772"/>
              <a:gd name="csY40" fmla="*/ 31300 h 141959"/>
              <a:gd name="csX41" fmla="*/ 74366 w 141772"/>
              <a:gd name="csY41" fmla="*/ 19035 h 141959"/>
              <a:gd name="csX42" fmla="*/ 70980 w 141772"/>
              <a:gd name="csY42" fmla="*/ 17674 h 141959"/>
              <a:gd name="csX43" fmla="*/ 44439 w 141772"/>
              <a:gd name="csY43" fmla="*/ 21213 h 141959"/>
              <a:gd name="csX44" fmla="*/ 41326 w 141772"/>
              <a:gd name="csY44" fmla="*/ 22080 h 141959"/>
              <a:gd name="csX45" fmla="*/ 39284 w 141772"/>
              <a:gd name="csY45" fmla="*/ 24598 h 141959"/>
              <a:gd name="csX46" fmla="*/ 39097 w 141772"/>
              <a:gd name="csY46" fmla="*/ 27830 h 141959"/>
              <a:gd name="csX47" fmla="*/ 40798 w 141772"/>
              <a:gd name="csY47" fmla="*/ 30569 h 141959"/>
              <a:gd name="csX48" fmla="*/ 42499 w 141772"/>
              <a:gd name="csY48" fmla="*/ 33172 h 141959"/>
              <a:gd name="csX49" fmla="*/ 39964 w 141772"/>
              <a:gd name="csY49" fmla="*/ 37731 h 141959"/>
              <a:gd name="csX50" fmla="*/ 35694 w 141772"/>
              <a:gd name="csY50" fmla="*/ 46610 h 141959"/>
              <a:gd name="csX51" fmla="*/ 40764 w 141772"/>
              <a:gd name="csY51" fmla="*/ 58893 h 141959"/>
              <a:gd name="csX52" fmla="*/ 42568 w 141772"/>
              <a:gd name="csY52" fmla="*/ 60015 h 141959"/>
              <a:gd name="csX53" fmla="*/ 44643 w 141772"/>
              <a:gd name="csY53" fmla="*/ 60338 h 141959"/>
              <a:gd name="csX54" fmla="*/ 46702 w 141772"/>
              <a:gd name="csY54" fmla="*/ 59845 h 141959"/>
              <a:gd name="csX55" fmla="*/ 48386 w 141772"/>
              <a:gd name="csY55" fmla="*/ 58569 h 141959"/>
              <a:gd name="csX56" fmla="*/ 49458 w 141772"/>
              <a:gd name="csY56" fmla="*/ 56749 h 141959"/>
              <a:gd name="csX57" fmla="*/ 49730 w 141772"/>
              <a:gd name="csY57" fmla="*/ 54656 h 141959"/>
              <a:gd name="csX58" fmla="*/ 49152 w 141772"/>
              <a:gd name="csY58" fmla="*/ 52615 h 141959"/>
              <a:gd name="csX59" fmla="*/ 47842 w 141772"/>
              <a:gd name="csY59" fmla="*/ 50965 h 141959"/>
              <a:gd name="csX60" fmla="*/ 46191 w 141772"/>
              <a:gd name="csY60" fmla="*/ 48345 h 141959"/>
              <a:gd name="csX61" fmla="*/ 48743 w 141772"/>
              <a:gd name="csY61" fmla="*/ 43753 h 141959"/>
              <a:gd name="csX62" fmla="*/ 52997 w 141772"/>
              <a:gd name="csY62" fmla="*/ 34839 h 141959"/>
              <a:gd name="csX63" fmla="*/ 47808 w 141772"/>
              <a:gd name="csY63" fmla="*/ 22591 h 141959"/>
              <a:gd name="csX64" fmla="*/ 44439 w 141772"/>
              <a:gd name="csY64" fmla="*/ 21213 h 141959"/>
              <a:gd name="csX65" fmla="*/ 95803 w 141772"/>
              <a:gd name="csY65" fmla="*/ 21213 h 141959"/>
              <a:gd name="csX66" fmla="*/ 92689 w 141772"/>
              <a:gd name="csY66" fmla="*/ 22080 h 141959"/>
              <a:gd name="csX67" fmla="*/ 90647 w 141772"/>
              <a:gd name="csY67" fmla="*/ 24598 h 141959"/>
              <a:gd name="csX68" fmla="*/ 90443 w 141772"/>
              <a:gd name="csY68" fmla="*/ 27830 h 141959"/>
              <a:gd name="csX69" fmla="*/ 92162 w 141772"/>
              <a:gd name="csY69" fmla="*/ 30569 h 141959"/>
              <a:gd name="csX70" fmla="*/ 93863 w 141772"/>
              <a:gd name="csY70" fmla="*/ 33172 h 141959"/>
              <a:gd name="csX71" fmla="*/ 91328 w 141772"/>
              <a:gd name="csY71" fmla="*/ 37731 h 141959"/>
              <a:gd name="csX72" fmla="*/ 87057 w 141772"/>
              <a:gd name="csY72" fmla="*/ 46610 h 141959"/>
              <a:gd name="csX73" fmla="*/ 92127 w 141772"/>
              <a:gd name="csY73" fmla="*/ 58893 h 141959"/>
              <a:gd name="csX74" fmla="*/ 93914 w 141772"/>
              <a:gd name="csY74" fmla="*/ 60015 h 141959"/>
              <a:gd name="csX75" fmla="*/ 96007 w 141772"/>
              <a:gd name="csY75" fmla="*/ 60338 h 141959"/>
              <a:gd name="csX76" fmla="*/ 98065 w 141772"/>
              <a:gd name="csY76" fmla="*/ 59845 h 141959"/>
              <a:gd name="csX77" fmla="*/ 99749 w 141772"/>
              <a:gd name="csY77" fmla="*/ 58569 h 141959"/>
              <a:gd name="csX78" fmla="*/ 100821 w 141772"/>
              <a:gd name="csY78" fmla="*/ 56749 h 141959"/>
              <a:gd name="csX79" fmla="*/ 101077 w 141772"/>
              <a:gd name="csY79" fmla="*/ 54656 h 141959"/>
              <a:gd name="csX80" fmla="*/ 100515 w 141772"/>
              <a:gd name="csY80" fmla="*/ 52615 h 141959"/>
              <a:gd name="csX81" fmla="*/ 99205 w 141772"/>
              <a:gd name="csY81" fmla="*/ 50965 h 141959"/>
              <a:gd name="csX82" fmla="*/ 97555 w 141772"/>
              <a:gd name="csY82" fmla="*/ 48345 h 141959"/>
              <a:gd name="csX83" fmla="*/ 100107 w 141772"/>
              <a:gd name="csY83" fmla="*/ 43753 h 141959"/>
              <a:gd name="csX84" fmla="*/ 104360 w 141772"/>
              <a:gd name="csY84" fmla="*/ 34839 h 141959"/>
              <a:gd name="csX85" fmla="*/ 99171 w 141772"/>
              <a:gd name="csY85" fmla="*/ 22591 h 141959"/>
              <a:gd name="csX86" fmla="*/ 95803 w 141772"/>
              <a:gd name="csY86" fmla="*/ 21213 h 141959"/>
              <a:gd name="csX87" fmla="*/ 70895 w 141772"/>
              <a:gd name="csY87" fmla="*/ 63792 h 141959"/>
              <a:gd name="csX88" fmla="*/ 27630 w 141772"/>
              <a:gd name="csY88" fmla="*/ 78642 h 141959"/>
              <a:gd name="csX89" fmla="*/ 26473 w 141772"/>
              <a:gd name="csY89" fmla="*/ 79510 h 141959"/>
              <a:gd name="csX90" fmla="*/ 0 w 141772"/>
              <a:gd name="csY90" fmla="*/ 134677 h 141959"/>
              <a:gd name="csX91" fmla="*/ 34 w 141772"/>
              <a:gd name="csY91" fmla="*/ 136786 h 141959"/>
              <a:gd name="csX92" fmla="*/ 493 w 141772"/>
              <a:gd name="csY92" fmla="*/ 138811 h 141959"/>
              <a:gd name="csX93" fmla="*/ 1684 w 141772"/>
              <a:gd name="csY93" fmla="*/ 140495 h 141959"/>
              <a:gd name="csX94" fmla="*/ 3437 w 141772"/>
              <a:gd name="csY94" fmla="*/ 141600 h 141959"/>
              <a:gd name="csX95" fmla="*/ 5495 w 141772"/>
              <a:gd name="csY95" fmla="*/ 141958 h 141959"/>
              <a:gd name="csX96" fmla="*/ 7520 w 141772"/>
              <a:gd name="csY96" fmla="*/ 141498 h 141959"/>
              <a:gd name="csX97" fmla="*/ 9204 w 141772"/>
              <a:gd name="csY97" fmla="*/ 140291 h 141959"/>
              <a:gd name="csX98" fmla="*/ 10310 w 141772"/>
              <a:gd name="csY98" fmla="*/ 138538 h 141959"/>
              <a:gd name="csX99" fmla="*/ 10667 w 141772"/>
              <a:gd name="csY99" fmla="*/ 136497 h 141959"/>
              <a:gd name="csX100" fmla="*/ 10633 w 141772"/>
              <a:gd name="csY100" fmla="*/ 134677 h 141959"/>
              <a:gd name="csX101" fmla="*/ 11637 w 141772"/>
              <a:gd name="csY101" fmla="*/ 123909 h 141959"/>
              <a:gd name="csX102" fmla="*/ 28702 w 141772"/>
              <a:gd name="csY102" fmla="*/ 113039 h 141959"/>
              <a:gd name="csX103" fmla="*/ 42057 w 141772"/>
              <a:gd name="csY103" fmla="*/ 109705 h 141959"/>
              <a:gd name="csX104" fmla="*/ 45188 w 141772"/>
              <a:gd name="csY104" fmla="*/ 107493 h 141959"/>
              <a:gd name="csX105" fmla="*/ 51687 w 141772"/>
              <a:gd name="csY105" fmla="*/ 97746 h 141959"/>
              <a:gd name="csX106" fmla="*/ 61419 w 141772"/>
              <a:gd name="csY106" fmla="*/ 91247 h 141959"/>
              <a:gd name="csX107" fmla="*/ 63783 w 141772"/>
              <a:gd name="csY107" fmla="*/ 86502 h 141959"/>
              <a:gd name="csX108" fmla="*/ 60857 w 141772"/>
              <a:gd name="csY108" fmla="*/ 82079 h 141959"/>
              <a:gd name="csX109" fmla="*/ 51806 w 141772"/>
              <a:gd name="csY109" fmla="*/ 77554 h 141959"/>
              <a:gd name="csX110" fmla="*/ 70895 w 141772"/>
              <a:gd name="csY110" fmla="*/ 74424 h 141959"/>
              <a:gd name="csX111" fmla="*/ 96568 w 141772"/>
              <a:gd name="csY111" fmla="*/ 80207 h 141959"/>
              <a:gd name="csX112" fmla="*/ 93710 w 141772"/>
              <a:gd name="csY112" fmla="*/ 83065 h 141959"/>
              <a:gd name="csX113" fmla="*/ 92434 w 141772"/>
              <a:gd name="csY113" fmla="*/ 88509 h 141959"/>
              <a:gd name="csX114" fmla="*/ 94935 w 141772"/>
              <a:gd name="csY114" fmla="*/ 96028 h 141959"/>
              <a:gd name="csX115" fmla="*/ 92298 w 141772"/>
              <a:gd name="csY115" fmla="*/ 98664 h 141959"/>
              <a:gd name="csX116" fmla="*/ 81052 w 141772"/>
              <a:gd name="csY116" fmla="*/ 95841 h 141959"/>
              <a:gd name="csX117" fmla="*/ 74604 w 141772"/>
              <a:gd name="csY117" fmla="*/ 99719 h 141959"/>
              <a:gd name="csX118" fmla="*/ 71269 w 141772"/>
              <a:gd name="csY118" fmla="*/ 113005 h 141959"/>
              <a:gd name="csX119" fmla="*/ 57608 w 141772"/>
              <a:gd name="csY119" fmla="*/ 133486 h 141959"/>
              <a:gd name="csX120" fmla="*/ 57556 w 141772"/>
              <a:gd name="csY120" fmla="*/ 139338 h 141959"/>
              <a:gd name="csX121" fmla="*/ 62031 w 141772"/>
              <a:gd name="csY121" fmla="*/ 141754 h 141959"/>
              <a:gd name="csX122" fmla="*/ 62899 w 141772"/>
              <a:gd name="csY122" fmla="*/ 141686 h 141959"/>
              <a:gd name="csX123" fmla="*/ 84165 w 141772"/>
              <a:gd name="csY123" fmla="*/ 138147 h 141959"/>
              <a:gd name="csX124" fmla="*/ 86241 w 141772"/>
              <a:gd name="csY124" fmla="*/ 137331 h 141959"/>
              <a:gd name="csX125" fmla="*/ 96109 w 141772"/>
              <a:gd name="csY125" fmla="*/ 130748 h 141959"/>
              <a:gd name="csX126" fmla="*/ 105772 w 141772"/>
              <a:gd name="csY126" fmla="*/ 128332 h 141959"/>
              <a:gd name="csX127" fmla="*/ 110774 w 141772"/>
              <a:gd name="csY127" fmla="*/ 135851 h 141959"/>
              <a:gd name="csX128" fmla="*/ 114347 w 141772"/>
              <a:gd name="csY128" fmla="*/ 138147 h 141959"/>
              <a:gd name="csX129" fmla="*/ 135342 w 141772"/>
              <a:gd name="csY129" fmla="*/ 141566 h 141959"/>
              <a:gd name="csX130" fmla="*/ 135614 w 141772"/>
              <a:gd name="csY130" fmla="*/ 141600 h 141959"/>
              <a:gd name="csX131" fmla="*/ 136907 w 141772"/>
              <a:gd name="csY131" fmla="*/ 141669 h 141959"/>
              <a:gd name="csX132" fmla="*/ 136975 w 141772"/>
              <a:gd name="csY132" fmla="*/ 141652 h 141959"/>
              <a:gd name="csX133" fmla="*/ 136992 w 141772"/>
              <a:gd name="csY133" fmla="*/ 141652 h 141959"/>
              <a:gd name="csX134" fmla="*/ 138132 w 141772"/>
              <a:gd name="csY134" fmla="*/ 141413 h 141959"/>
              <a:gd name="csX135" fmla="*/ 138387 w 141772"/>
              <a:gd name="csY135" fmla="*/ 141311 h 141959"/>
              <a:gd name="csX136" fmla="*/ 139289 w 141772"/>
              <a:gd name="csY136" fmla="*/ 140835 h 141959"/>
              <a:gd name="csX137" fmla="*/ 139459 w 141772"/>
              <a:gd name="csY137" fmla="*/ 140750 h 141959"/>
              <a:gd name="csX138" fmla="*/ 139510 w 141772"/>
              <a:gd name="csY138" fmla="*/ 140699 h 141959"/>
              <a:gd name="csX139" fmla="*/ 140327 w 141772"/>
              <a:gd name="csY139" fmla="*/ 140001 h 141959"/>
              <a:gd name="csX140" fmla="*/ 140429 w 141772"/>
              <a:gd name="csY140" fmla="*/ 139899 h 141959"/>
              <a:gd name="csX141" fmla="*/ 140531 w 141772"/>
              <a:gd name="csY141" fmla="*/ 139763 h 141959"/>
              <a:gd name="csX142" fmla="*/ 141041 w 141772"/>
              <a:gd name="csY142" fmla="*/ 139015 h 141959"/>
              <a:gd name="csX143" fmla="*/ 141296 w 141772"/>
              <a:gd name="csY143" fmla="*/ 138521 h 141959"/>
              <a:gd name="csX144" fmla="*/ 141569 w 141772"/>
              <a:gd name="csY144" fmla="*/ 137773 h 141959"/>
              <a:gd name="csX145" fmla="*/ 141586 w 141772"/>
              <a:gd name="csY145" fmla="*/ 137739 h 141959"/>
              <a:gd name="csX146" fmla="*/ 141671 w 141772"/>
              <a:gd name="csY146" fmla="*/ 137331 h 141959"/>
              <a:gd name="csX147" fmla="*/ 141756 w 141772"/>
              <a:gd name="csY147" fmla="*/ 136497 h 141959"/>
              <a:gd name="csX148" fmla="*/ 141756 w 141772"/>
              <a:gd name="csY148" fmla="*/ 136429 h 141959"/>
              <a:gd name="csX149" fmla="*/ 141773 w 141772"/>
              <a:gd name="csY149" fmla="*/ 136123 h 141959"/>
              <a:gd name="csX150" fmla="*/ 141773 w 141772"/>
              <a:gd name="csY150" fmla="*/ 134677 h 141959"/>
              <a:gd name="csX151" fmla="*/ 70895 w 141772"/>
              <a:gd name="csY151" fmla="*/ 63792 h 141959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37614" y="0"/>
                  <a:pt x="28063" y="2612"/>
                  <a:pt x="21590" y="5273"/>
                </a:cubicBezTo>
                <a:cubicBezTo>
                  <a:pt x="15107" y="7933"/>
                  <a:pt x="11464" y="10809"/>
                  <a:pt x="11464" y="10809"/>
                </a:cubicBezTo>
                <a:cubicBezTo>
                  <a:pt x="10684" y="11420"/>
                  <a:pt x="10181" y="12330"/>
                  <a:pt x="10073" y="13314"/>
                </a:cubicBezTo>
                <a:cubicBezTo>
                  <a:pt x="9965" y="14308"/>
                  <a:pt x="10253" y="15290"/>
                  <a:pt x="10876" y="16069"/>
                </a:cubicBezTo>
                <a:cubicBezTo>
                  <a:pt x="11487" y="16849"/>
                  <a:pt x="12398" y="17340"/>
                  <a:pt x="13381" y="17459"/>
                </a:cubicBezTo>
                <a:cubicBezTo>
                  <a:pt x="14376" y="17567"/>
                  <a:pt x="15358" y="17280"/>
                  <a:pt x="16137" y="16656"/>
                </a:cubicBezTo>
                <a:cubicBezTo>
                  <a:pt x="16137" y="16656"/>
                  <a:pt x="18738" y="14535"/>
                  <a:pt x="24419" y="12199"/>
                </a:cubicBezTo>
                <a:cubicBezTo>
                  <a:pt x="30112" y="9874"/>
                  <a:pt x="38669" y="7489"/>
                  <a:pt x="50006" y="7489"/>
                </a:cubicBezTo>
                <a:cubicBezTo>
                  <a:pt x="61332" y="7489"/>
                  <a:pt x="69889" y="9874"/>
                  <a:pt x="75582" y="12199"/>
                </a:cubicBezTo>
                <a:cubicBezTo>
                  <a:pt x="81275" y="14535"/>
                  <a:pt x="83863" y="16656"/>
                  <a:pt x="83863" y="16656"/>
                </a:cubicBezTo>
                <a:cubicBezTo>
                  <a:pt x="84247" y="16968"/>
                  <a:pt x="84690" y="17196"/>
                  <a:pt x="85157" y="17328"/>
                </a:cubicBezTo>
                <a:cubicBezTo>
                  <a:pt x="85637" y="17471"/>
                  <a:pt x="86128" y="17507"/>
                  <a:pt x="86620" y="17459"/>
                </a:cubicBezTo>
                <a:cubicBezTo>
                  <a:pt x="87111" y="17399"/>
                  <a:pt x="87578" y="17256"/>
                  <a:pt x="88010" y="17016"/>
                </a:cubicBezTo>
                <a:cubicBezTo>
                  <a:pt x="88441" y="16777"/>
                  <a:pt x="88825" y="16453"/>
                  <a:pt x="89137" y="16069"/>
                </a:cubicBezTo>
                <a:cubicBezTo>
                  <a:pt x="89436" y="15686"/>
                  <a:pt x="89664" y="15242"/>
                  <a:pt x="89807" y="14775"/>
                </a:cubicBezTo>
                <a:cubicBezTo>
                  <a:pt x="89940" y="14296"/>
                  <a:pt x="89988" y="13805"/>
                  <a:pt x="89928" y="13314"/>
                </a:cubicBezTo>
                <a:cubicBezTo>
                  <a:pt x="89879" y="12822"/>
                  <a:pt x="89723" y="12355"/>
                  <a:pt x="89484" y="11923"/>
                </a:cubicBezTo>
                <a:cubicBezTo>
                  <a:pt x="89256" y="11492"/>
                  <a:pt x="88932" y="11108"/>
                  <a:pt x="88549" y="10809"/>
                </a:cubicBezTo>
                <a:cubicBezTo>
                  <a:pt x="88549" y="10809"/>
                  <a:pt x="84894" y="7933"/>
                  <a:pt x="78422" y="5273"/>
                </a:cubicBezTo>
                <a:cubicBezTo>
                  <a:pt x="71938" y="2612"/>
                  <a:pt x="62387" y="0"/>
                  <a:pt x="50006" y="0"/>
                </a:cubicBezTo>
                <a:close/>
                <a:moveTo>
                  <a:pt x="50066" y="12450"/>
                </a:moveTo>
                <a:cubicBezTo>
                  <a:pt x="49299" y="12415"/>
                  <a:pt x="48532" y="12630"/>
                  <a:pt x="47873" y="13062"/>
                </a:cubicBezTo>
                <a:cubicBezTo>
                  <a:pt x="47226" y="13493"/>
                  <a:pt x="46722" y="14104"/>
                  <a:pt x="46447" y="14835"/>
                </a:cubicBezTo>
                <a:cubicBezTo>
                  <a:pt x="46159" y="15554"/>
                  <a:pt x="46111" y="16357"/>
                  <a:pt x="46303" y="17112"/>
                </a:cubicBezTo>
                <a:cubicBezTo>
                  <a:pt x="46495" y="17854"/>
                  <a:pt x="46915" y="18538"/>
                  <a:pt x="47501" y="19041"/>
                </a:cubicBezTo>
                <a:cubicBezTo>
                  <a:pt x="49036" y="20383"/>
                  <a:pt x="48771" y="20443"/>
                  <a:pt x="48700" y="20874"/>
                </a:cubicBezTo>
                <a:cubicBezTo>
                  <a:pt x="48640" y="21306"/>
                  <a:pt x="47993" y="22540"/>
                  <a:pt x="46927" y="24086"/>
                </a:cubicBezTo>
                <a:cubicBezTo>
                  <a:pt x="45859" y="25644"/>
                  <a:pt x="44386" y="27513"/>
                  <a:pt x="43918" y="30329"/>
                </a:cubicBezTo>
                <a:cubicBezTo>
                  <a:pt x="43450" y="33157"/>
                  <a:pt x="44757" y="36549"/>
                  <a:pt x="47489" y="38993"/>
                </a:cubicBezTo>
                <a:cubicBezTo>
                  <a:pt x="47849" y="39341"/>
                  <a:pt x="48280" y="39604"/>
                  <a:pt x="48748" y="39784"/>
                </a:cubicBezTo>
                <a:cubicBezTo>
                  <a:pt x="49215" y="39952"/>
                  <a:pt x="49718" y="40036"/>
                  <a:pt x="50222" y="40012"/>
                </a:cubicBezTo>
                <a:cubicBezTo>
                  <a:pt x="50714" y="39988"/>
                  <a:pt x="51205" y="39868"/>
                  <a:pt x="51660" y="39652"/>
                </a:cubicBezTo>
                <a:cubicBezTo>
                  <a:pt x="52115" y="39436"/>
                  <a:pt x="52523" y="39137"/>
                  <a:pt x="52859" y="38765"/>
                </a:cubicBezTo>
                <a:cubicBezTo>
                  <a:pt x="53183" y="38394"/>
                  <a:pt x="53446" y="37950"/>
                  <a:pt x="53602" y="37483"/>
                </a:cubicBezTo>
                <a:cubicBezTo>
                  <a:pt x="53769" y="37004"/>
                  <a:pt x="53829" y="36501"/>
                  <a:pt x="53793" y="35997"/>
                </a:cubicBezTo>
                <a:cubicBezTo>
                  <a:pt x="53757" y="35506"/>
                  <a:pt x="53626" y="35014"/>
                  <a:pt x="53398" y="34571"/>
                </a:cubicBezTo>
                <a:cubicBezTo>
                  <a:pt x="53171" y="34128"/>
                  <a:pt x="52859" y="33732"/>
                  <a:pt x="52475" y="33409"/>
                </a:cubicBezTo>
                <a:cubicBezTo>
                  <a:pt x="50965" y="32067"/>
                  <a:pt x="51229" y="32019"/>
                  <a:pt x="51300" y="31563"/>
                </a:cubicBezTo>
                <a:cubicBezTo>
                  <a:pt x="51385" y="31108"/>
                  <a:pt x="52032" y="29874"/>
                  <a:pt x="53098" y="28316"/>
                </a:cubicBezTo>
                <a:cubicBezTo>
                  <a:pt x="54165" y="26758"/>
                  <a:pt x="55651" y="24877"/>
                  <a:pt x="56107" y="22049"/>
                </a:cubicBezTo>
                <a:cubicBezTo>
                  <a:pt x="56550" y="19221"/>
                  <a:pt x="55208" y="15830"/>
                  <a:pt x="52451" y="13409"/>
                </a:cubicBezTo>
                <a:cubicBezTo>
                  <a:pt x="51792" y="12822"/>
                  <a:pt x="50953" y="12474"/>
                  <a:pt x="50066" y="12450"/>
                </a:cubicBezTo>
                <a:close/>
                <a:moveTo>
                  <a:pt x="31370" y="14943"/>
                </a:moveTo>
                <a:cubicBezTo>
                  <a:pt x="30591" y="14919"/>
                  <a:pt x="29824" y="15135"/>
                  <a:pt x="29177" y="15554"/>
                </a:cubicBezTo>
                <a:cubicBezTo>
                  <a:pt x="28530" y="15986"/>
                  <a:pt x="28026" y="16609"/>
                  <a:pt x="27739" y="17328"/>
                </a:cubicBezTo>
                <a:cubicBezTo>
                  <a:pt x="27463" y="18059"/>
                  <a:pt x="27415" y="18849"/>
                  <a:pt x="27607" y="19604"/>
                </a:cubicBezTo>
                <a:cubicBezTo>
                  <a:pt x="27787" y="20359"/>
                  <a:pt x="28206" y="21031"/>
                  <a:pt x="28805" y="21534"/>
                </a:cubicBezTo>
                <a:cubicBezTo>
                  <a:pt x="30339" y="22876"/>
                  <a:pt x="30076" y="22935"/>
                  <a:pt x="30003" y="23367"/>
                </a:cubicBezTo>
                <a:cubicBezTo>
                  <a:pt x="29932" y="23810"/>
                  <a:pt x="29284" y="25033"/>
                  <a:pt x="28218" y="26579"/>
                </a:cubicBezTo>
                <a:cubicBezTo>
                  <a:pt x="27164" y="28136"/>
                  <a:pt x="25689" y="30006"/>
                  <a:pt x="25210" y="32833"/>
                </a:cubicBezTo>
                <a:cubicBezTo>
                  <a:pt x="24743" y="35650"/>
                  <a:pt x="26049" y="39053"/>
                  <a:pt x="28781" y="41486"/>
                </a:cubicBezTo>
                <a:cubicBezTo>
                  <a:pt x="29153" y="41833"/>
                  <a:pt x="29572" y="42097"/>
                  <a:pt x="30052" y="42276"/>
                </a:cubicBezTo>
                <a:cubicBezTo>
                  <a:pt x="30519" y="42456"/>
                  <a:pt x="31011" y="42528"/>
                  <a:pt x="31514" y="42504"/>
                </a:cubicBezTo>
                <a:cubicBezTo>
                  <a:pt x="32017" y="42492"/>
                  <a:pt x="32508" y="42360"/>
                  <a:pt x="32964" y="42157"/>
                </a:cubicBezTo>
                <a:cubicBezTo>
                  <a:pt x="33419" y="41941"/>
                  <a:pt x="33815" y="41630"/>
                  <a:pt x="34150" y="41258"/>
                </a:cubicBezTo>
                <a:cubicBezTo>
                  <a:pt x="34486" y="40886"/>
                  <a:pt x="34738" y="40455"/>
                  <a:pt x="34906" y="39976"/>
                </a:cubicBezTo>
                <a:cubicBezTo>
                  <a:pt x="35061" y="39497"/>
                  <a:pt x="35133" y="39005"/>
                  <a:pt x="35097" y="38501"/>
                </a:cubicBezTo>
                <a:cubicBezTo>
                  <a:pt x="35061" y="37998"/>
                  <a:pt x="34917" y="37507"/>
                  <a:pt x="34690" y="37064"/>
                </a:cubicBezTo>
                <a:cubicBezTo>
                  <a:pt x="34462" y="36620"/>
                  <a:pt x="34150" y="36225"/>
                  <a:pt x="33767" y="35901"/>
                </a:cubicBezTo>
                <a:cubicBezTo>
                  <a:pt x="32269" y="34559"/>
                  <a:pt x="32532" y="34511"/>
                  <a:pt x="32604" y="34056"/>
                </a:cubicBezTo>
                <a:cubicBezTo>
                  <a:pt x="32676" y="33601"/>
                  <a:pt x="33335" y="32366"/>
                  <a:pt x="34402" y="30821"/>
                </a:cubicBezTo>
                <a:cubicBezTo>
                  <a:pt x="35469" y="29263"/>
                  <a:pt x="36955" y="27382"/>
                  <a:pt x="37398" y="24542"/>
                </a:cubicBezTo>
                <a:cubicBezTo>
                  <a:pt x="37854" y="21713"/>
                  <a:pt x="36500" y="18334"/>
                  <a:pt x="33743" y="15914"/>
                </a:cubicBezTo>
                <a:cubicBezTo>
                  <a:pt x="33096" y="15314"/>
                  <a:pt x="32257" y="14979"/>
                  <a:pt x="31370" y="14943"/>
                </a:cubicBezTo>
                <a:close/>
                <a:moveTo>
                  <a:pt x="67552" y="14943"/>
                </a:moveTo>
                <a:cubicBezTo>
                  <a:pt x="66772" y="14919"/>
                  <a:pt x="66006" y="15135"/>
                  <a:pt x="65359" y="15554"/>
                </a:cubicBezTo>
                <a:cubicBezTo>
                  <a:pt x="64699" y="15986"/>
                  <a:pt x="64208" y="16609"/>
                  <a:pt x="63920" y="17328"/>
                </a:cubicBezTo>
                <a:cubicBezTo>
                  <a:pt x="63645" y="18059"/>
                  <a:pt x="63597" y="18849"/>
                  <a:pt x="63777" y="19604"/>
                </a:cubicBezTo>
                <a:cubicBezTo>
                  <a:pt x="63969" y="20359"/>
                  <a:pt x="64388" y="21031"/>
                  <a:pt x="64987" y="21534"/>
                </a:cubicBezTo>
                <a:cubicBezTo>
                  <a:pt x="66509" y="22876"/>
                  <a:pt x="66258" y="22935"/>
                  <a:pt x="66186" y="23367"/>
                </a:cubicBezTo>
                <a:cubicBezTo>
                  <a:pt x="66114" y="23810"/>
                  <a:pt x="65466" y="25033"/>
                  <a:pt x="64400" y="26579"/>
                </a:cubicBezTo>
                <a:cubicBezTo>
                  <a:pt x="63333" y="28136"/>
                  <a:pt x="61859" y="30006"/>
                  <a:pt x="61391" y="32833"/>
                </a:cubicBezTo>
                <a:cubicBezTo>
                  <a:pt x="60924" y="35650"/>
                  <a:pt x="62231" y="39053"/>
                  <a:pt x="64963" y="41486"/>
                </a:cubicBezTo>
                <a:cubicBezTo>
                  <a:pt x="65323" y="41833"/>
                  <a:pt x="65755" y="42097"/>
                  <a:pt x="66222" y="42276"/>
                </a:cubicBezTo>
                <a:cubicBezTo>
                  <a:pt x="66701" y="42456"/>
                  <a:pt x="67192" y="42528"/>
                  <a:pt x="67696" y="42504"/>
                </a:cubicBezTo>
                <a:cubicBezTo>
                  <a:pt x="68199" y="42492"/>
                  <a:pt x="68691" y="42360"/>
                  <a:pt x="69146" y="42157"/>
                </a:cubicBezTo>
                <a:cubicBezTo>
                  <a:pt x="69589" y="41941"/>
                  <a:pt x="69997" y="41630"/>
                  <a:pt x="70332" y="41258"/>
                </a:cubicBezTo>
                <a:cubicBezTo>
                  <a:pt x="70668" y="40886"/>
                  <a:pt x="70919" y="40455"/>
                  <a:pt x="71087" y="39976"/>
                </a:cubicBezTo>
                <a:cubicBezTo>
                  <a:pt x="71243" y="39497"/>
                  <a:pt x="71303" y="39005"/>
                  <a:pt x="71267" y="38501"/>
                </a:cubicBezTo>
                <a:cubicBezTo>
                  <a:pt x="71231" y="37998"/>
                  <a:pt x="71100" y="37507"/>
                  <a:pt x="70872" y="37064"/>
                </a:cubicBezTo>
                <a:cubicBezTo>
                  <a:pt x="70644" y="36620"/>
                  <a:pt x="70332" y="36225"/>
                  <a:pt x="69949" y="35901"/>
                </a:cubicBezTo>
                <a:cubicBezTo>
                  <a:pt x="68439" y="34559"/>
                  <a:pt x="68703" y="34511"/>
                  <a:pt x="68786" y="34056"/>
                </a:cubicBezTo>
                <a:cubicBezTo>
                  <a:pt x="68858" y="33601"/>
                  <a:pt x="69518" y="32366"/>
                  <a:pt x="70584" y="30821"/>
                </a:cubicBezTo>
                <a:cubicBezTo>
                  <a:pt x="71651" y="29263"/>
                  <a:pt x="73125" y="27382"/>
                  <a:pt x="73580" y="24542"/>
                </a:cubicBezTo>
                <a:cubicBezTo>
                  <a:pt x="74036" y="21713"/>
                  <a:pt x="72681" y="18334"/>
                  <a:pt x="69925" y="15914"/>
                </a:cubicBezTo>
                <a:cubicBezTo>
                  <a:pt x="69277" y="15314"/>
                  <a:pt x="68427" y="14979"/>
                  <a:pt x="67552" y="14943"/>
                </a:cubicBezTo>
                <a:close/>
                <a:moveTo>
                  <a:pt x="50006" y="44937"/>
                </a:moveTo>
                <a:cubicBezTo>
                  <a:pt x="38525" y="44937"/>
                  <a:pt x="27966" y="48867"/>
                  <a:pt x="19529" y="55398"/>
                </a:cubicBezTo>
                <a:cubicBezTo>
                  <a:pt x="19229" y="55566"/>
                  <a:pt x="18966" y="55770"/>
                  <a:pt x="18714" y="56009"/>
                </a:cubicBezTo>
                <a:cubicBezTo>
                  <a:pt x="7364" y="65164"/>
                  <a:pt x="66" y="79172"/>
                  <a:pt x="66" y="94870"/>
                </a:cubicBezTo>
                <a:cubicBezTo>
                  <a:pt x="66" y="95374"/>
                  <a:pt x="78" y="95865"/>
                  <a:pt x="90" y="96356"/>
                </a:cubicBezTo>
                <a:cubicBezTo>
                  <a:pt x="102" y="96848"/>
                  <a:pt x="210" y="97327"/>
                  <a:pt x="413" y="97782"/>
                </a:cubicBezTo>
                <a:cubicBezTo>
                  <a:pt x="605" y="98226"/>
                  <a:pt x="893" y="98633"/>
                  <a:pt x="1252" y="98969"/>
                </a:cubicBezTo>
                <a:cubicBezTo>
                  <a:pt x="1612" y="99316"/>
                  <a:pt x="2031" y="99579"/>
                  <a:pt x="2487" y="99747"/>
                </a:cubicBezTo>
                <a:cubicBezTo>
                  <a:pt x="2954" y="99927"/>
                  <a:pt x="3446" y="100011"/>
                  <a:pt x="3937" y="99999"/>
                </a:cubicBezTo>
                <a:cubicBezTo>
                  <a:pt x="4428" y="99987"/>
                  <a:pt x="4907" y="99868"/>
                  <a:pt x="5363" y="99675"/>
                </a:cubicBezTo>
                <a:cubicBezTo>
                  <a:pt x="5806" y="99472"/>
                  <a:pt x="6214" y="99184"/>
                  <a:pt x="6549" y="98825"/>
                </a:cubicBezTo>
                <a:cubicBezTo>
                  <a:pt x="6885" y="98465"/>
                  <a:pt x="7149" y="98046"/>
                  <a:pt x="7329" y="97590"/>
                </a:cubicBezTo>
                <a:cubicBezTo>
                  <a:pt x="7508" y="97135"/>
                  <a:pt x="7592" y="96643"/>
                  <a:pt x="7580" y="96152"/>
                </a:cubicBezTo>
                <a:cubicBezTo>
                  <a:pt x="7568" y="95721"/>
                  <a:pt x="7556" y="95289"/>
                  <a:pt x="7556" y="94870"/>
                </a:cubicBezTo>
                <a:cubicBezTo>
                  <a:pt x="7556" y="92270"/>
                  <a:pt x="7820" y="89741"/>
                  <a:pt x="8263" y="87285"/>
                </a:cubicBezTo>
                <a:lnTo>
                  <a:pt x="20284" y="79628"/>
                </a:lnTo>
                <a:lnTo>
                  <a:pt x="29692" y="77279"/>
                </a:lnTo>
                <a:cubicBezTo>
                  <a:pt x="30591" y="77051"/>
                  <a:pt x="31382" y="76500"/>
                  <a:pt x="31898" y="75721"/>
                </a:cubicBezTo>
                <a:lnTo>
                  <a:pt x="36476" y="68855"/>
                </a:lnTo>
                <a:lnTo>
                  <a:pt x="43331" y="64277"/>
                </a:lnTo>
                <a:cubicBezTo>
                  <a:pt x="44446" y="63535"/>
                  <a:pt x="45080" y="62264"/>
                  <a:pt x="44996" y="60934"/>
                </a:cubicBezTo>
                <a:cubicBezTo>
                  <a:pt x="44913" y="59592"/>
                  <a:pt x="44134" y="58418"/>
                  <a:pt x="42935" y="57819"/>
                </a:cubicBezTo>
                <a:lnTo>
                  <a:pt x="36559" y="54631"/>
                </a:lnTo>
                <a:cubicBezTo>
                  <a:pt x="40790" y="53217"/>
                  <a:pt x="45297" y="52426"/>
                  <a:pt x="50006" y="52426"/>
                </a:cubicBezTo>
                <a:cubicBezTo>
                  <a:pt x="56490" y="52426"/>
                  <a:pt x="62602" y="53912"/>
                  <a:pt x="68091" y="56500"/>
                </a:cubicBezTo>
                <a:lnTo>
                  <a:pt x="66078" y="58513"/>
                </a:lnTo>
                <a:cubicBezTo>
                  <a:pt x="65071" y="59520"/>
                  <a:pt x="64723" y="61006"/>
                  <a:pt x="65179" y="62348"/>
                </a:cubicBezTo>
                <a:lnTo>
                  <a:pt x="66941" y="67645"/>
                </a:lnTo>
                <a:lnTo>
                  <a:pt x="65083" y="69502"/>
                </a:lnTo>
                <a:lnTo>
                  <a:pt x="57161" y="67513"/>
                </a:lnTo>
                <a:cubicBezTo>
                  <a:pt x="55136" y="67009"/>
                  <a:pt x="53122" y="68244"/>
                  <a:pt x="52619" y="70245"/>
                </a:cubicBezTo>
                <a:lnTo>
                  <a:pt x="50270" y="79604"/>
                </a:lnTo>
                <a:lnTo>
                  <a:pt x="40647" y="94031"/>
                </a:lnTo>
                <a:cubicBezTo>
                  <a:pt x="39819" y="95278"/>
                  <a:pt x="39807" y="96896"/>
                  <a:pt x="40610" y="98154"/>
                </a:cubicBezTo>
                <a:cubicBezTo>
                  <a:pt x="41317" y="99232"/>
                  <a:pt x="42503" y="99856"/>
                  <a:pt x="43762" y="99856"/>
                </a:cubicBezTo>
                <a:cubicBezTo>
                  <a:pt x="43966" y="99856"/>
                  <a:pt x="44169" y="99844"/>
                  <a:pt x="44374" y="99808"/>
                </a:cubicBezTo>
                <a:lnTo>
                  <a:pt x="59354" y="97315"/>
                </a:lnTo>
                <a:cubicBezTo>
                  <a:pt x="59882" y="97219"/>
                  <a:pt x="60385" y="97027"/>
                  <a:pt x="60817" y="96740"/>
                </a:cubicBezTo>
                <a:lnTo>
                  <a:pt x="67768" y="92103"/>
                </a:lnTo>
                <a:lnTo>
                  <a:pt x="74575" y="90401"/>
                </a:lnTo>
                <a:lnTo>
                  <a:pt x="78098" y="95697"/>
                </a:lnTo>
                <a:cubicBezTo>
                  <a:pt x="78674" y="96560"/>
                  <a:pt x="79585" y="97147"/>
                  <a:pt x="80615" y="97315"/>
                </a:cubicBezTo>
                <a:lnTo>
                  <a:pt x="95405" y="99723"/>
                </a:lnTo>
                <a:cubicBezTo>
                  <a:pt x="95465" y="99735"/>
                  <a:pt x="95524" y="99747"/>
                  <a:pt x="95596" y="99747"/>
                </a:cubicBezTo>
                <a:cubicBezTo>
                  <a:pt x="95896" y="99808"/>
                  <a:pt x="96195" y="99820"/>
                  <a:pt x="96507" y="99796"/>
                </a:cubicBezTo>
                <a:cubicBezTo>
                  <a:pt x="96519" y="99796"/>
                  <a:pt x="96543" y="99784"/>
                  <a:pt x="96555" y="99784"/>
                </a:cubicBezTo>
                <a:cubicBezTo>
                  <a:pt x="96567" y="99784"/>
                  <a:pt x="96567" y="99784"/>
                  <a:pt x="96567" y="99784"/>
                </a:cubicBezTo>
                <a:cubicBezTo>
                  <a:pt x="96842" y="99759"/>
                  <a:pt x="97107" y="99699"/>
                  <a:pt x="97370" y="99615"/>
                </a:cubicBezTo>
                <a:cubicBezTo>
                  <a:pt x="97430" y="99591"/>
                  <a:pt x="97490" y="99567"/>
                  <a:pt x="97550" y="99544"/>
                </a:cubicBezTo>
                <a:cubicBezTo>
                  <a:pt x="97765" y="99448"/>
                  <a:pt x="97981" y="99340"/>
                  <a:pt x="98185" y="99208"/>
                </a:cubicBezTo>
                <a:cubicBezTo>
                  <a:pt x="98221" y="99184"/>
                  <a:pt x="98269" y="99172"/>
                  <a:pt x="98305" y="99148"/>
                </a:cubicBezTo>
                <a:cubicBezTo>
                  <a:pt x="98317" y="99136"/>
                  <a:pt x="98329" y="99124"/>
                  <a:pt x="98341" y="99112"/>
                </a:cubicBezTo>
                <a:cubicBezTo>
                  <a:pt x="98544" y="98969"/>
                  <a:pt x="98737" y="98800"/>
                  <a:pt x="98916" y="98621"/>
                </a:cubicBezTo>
                <a:cubicBezTo>
                  <a:pt x="98940" y="98585"/>
                  <a:pt x="98964" y="98573"/>
                  <a:pt x="98988" y="98549"/>
                </a:cubicBezTo>
                <a:cubicBezTo>
                  <a:pt x="99024" y="98513"/>
                  <a:pt x="99036" y="98477"/>
                  <a:pt x="99060" y="98453"/>
                </a:cubicBezTo>
                <a:cubicBezTo>
                  <a:pt x="99192" y="98285"/>
                  <a:pt x="99311" y="98106"/>
                  <a:pt x="99419" y="97926"/>
                </a:cubicBezTo>
                <a:cubicBezTo>
                  <a:pt x="99491" y="97806"/>
                  <a:pt x="99539" y="97699"/>
                  <a:pt x="99599" y="97578"/>
                </a:cubicBezTo>
                <a:cubicBezTo>
                  <a:pt x="99671" y="97411"/>
                  <a:pt x="99743" y="97231"/>
                  <a:pt x="99791" y="97051"/>
                </a:cubicBezTo>
                <a:cubicBezTo>
                  <a:pt x="99791" y="97039"/>
                  <a:pt x="99791" y="97027"/>
                  <a:pt x="99803" y="97027"/>
                </a:cubicBezTo>
                <a:cubicBezTo>
                  <a:pt x="99827" y="96932"/>
                  <a:pt x="99839" y="96836"/>
                  <a:pt x="99863" y="96740"/>
                </a:cubicBezTo>
                <a:cubicBezTo>
                  <a:pt x="99899" y="96548"/>
                  <a:pt x="99923" y="96356"/>
                  <a:pt x="99923" y="96152"/>
                </a:cubicBezTo>
                <a:cubicBezTo>
                  <a:pt x="99923" y="96140"/>
                  <a:pt x="99923" y="96116"/>
                  <a:pt x="99923" y="96105"/>
                </a:cubicBezTo>
                <a:cubicBezTo>
                  <a:pt x="99923" y="96033"/>
                  <a:pt x="99935" y="95961"/>
                  <a:pt x="99935" y="95889"/>
                </a:cubicBezTo>
                <a:cubicBezTo>
                  <a:pt x="99935" y="95554"/>
                  <a:pt x="99935" y="95206"/>
                  <a:pt x="99935" y="94870"/>
                </a:cubicBezTo>
                <a:cubicBezTo>
                  <a:pt x="99935" y="67333"/>
                  <a:pt x="77535" y="44937"/>
                  <a:pt x="50006" y="4493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0" name="Белый — SVG 13">
            <a:extLst>
              <a:ext uri="{FF2B5EF4-FFF2-40B4-BE49-F238E27FC236}">
                <a16:creationId xmlns:a16="http://schemas.microsoft.com/office/drawing/2014/main" id="{9253F107-CF6D-6443-8DF5-9CFD3C855DAC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49628 w 99239"/>
              <a:gd name="csY0" fmla="*/ 0 h 141702"/>
              <a:gd name="csX1" fmla="*/ 0 w 99239"/>
              <a:gd name="csY1" fmla="*/ 49553 h 141702"/>
              <a:gd name="csX2" fmla="*/ 15550 w 99239"/>
              <a:gd name="csY2" fmla="*/ 85583 h 141702"/>
              <a:gd name="csX3" fmla="*/ 17881 w 99239"/>
              <a:gd name="csY3" fmla="*/ 89853 h 141702"/>
              <a:gd name="csX4" fmla="*/ 26626 w 99239"/>
              <a:gd name="csY4" fmla="*/ 129216 h 141702"/>
              <a:gd name="csX5" fmla="*/ 42193 w 99239"/>
              <a:gd name="csY5" fmla="*/ 141703 h 141702"/>
              <a:gd name="csX6" fmla="*/ 57046 w 99239"/>
              <a:gd name="csY6" fmla="*/ 141703 h 141702"/>
              <a:gd name="csX7" fmla="*/ 72613 w 99239"/>
              <a:gd name="csY7" fmla="*/ 129216 h 141702"/>
              <a:gd name="csX8" fmla="*/ 81358 w 99239"/>
              <a:gd name="csY8" fmla="*/ 89853 h 141702"/>
              <a:gd name="csX9" fmla="*/ 83689 w 99239"/>
              <a:gd name="csY9" fmla="*/ 85583 h 141702"/>
              <a:gd name="csX10" fmla="*/ 99239 w 99239"/>
              <a:gd name="csY10" fmla="*/ 49553 h 141702"/>
              <a:gd name="csX11" fmla="*/ 49628 w 99239"/>
              <a:gd name="csY11" fmla="*/ 0 h 141702"/>
              <a:gd name="csX12" fmla="*/ 49628 w 99239"/>
              <a:gd name="csY12" fmla="*/ 10632 h 141702"/>
              <a:gd name="csX13" fmla="*/ 88606 w 99239"/>
              <a:gd name="csY13" fmla="*/ 49553 h 141702"/>
              <a:gd name="csX14" fmla="*/ 76390 w 99239"/>
              <a:gd name="csY14" fmla="*/ 77860 h 141702"/>
              <a:gd name="csX15" fmla="*/ 70980 w 99239"/>
              <a:gd name="csY15" fmla="*/ 87556 h 141702"/>
              <a:gd name="csX16" fmla="*/ 66812 w 99239"/>
              <a:gd name="csY16" fmla="*/ 106285 h 141702"/>
              <a:gd name="csX17" fmla="*/ 55022 w 99239"/>
              <a:gd name="csY17" fmla="*/ 106285 h 141702"/>
              <a:gd name="csX18" fmla="*/ 61385 w 99239"/>
              <a:gd name="csY18" fmla="*/ 83643 h 141702"/>
              <a:gd name="csX19" fmla="*/ 67917 w 99239"/>
              <a:gd name="csY19" fmla="*/ 73335 h 141702"/>
              <a:gd name="csX20" fmla="*/ 66948 w 99239"/>
              <a:gd name="csY20" fmla="*/ 39160 h 141702"/>
              <a:gd name="csX21" fmla="*/ 35830 w 99239"/>
              <a:gd name="csY21" fmla="*/ 28766 h 141702"/>
              <a:gd name="csX22" fmla="*/ 32223 w 99239"/>
              <a:gd name="csY22" fmla="*/ 31436 h 141702"/>
              <a:gd name="csX23" fmla="*/ 31934 w 99239"/>
              <a:gd name="csY23" fmla="*/ 35911 h 141702"/>
              <a:gd name="csX24" fmla="*/ 30607 w 99239"/>
              <a:gd name="csY24" fmla="*/ 46236 h 141702"/>
              <a:gd name="csX25" fmla="*/ 34078 w 99239"/>
              <a:gd name="csY25" fmla="*/ 72348 h 141702"/>
              <a:gd name="csX26" fmla="*/ 44065 w 99239"/>
              <a:gd name="csY26" fmla="*/ 78183 h 141702"/>
              <a:gd name="csX27" fmla="*/ 44320 w 99239"/>
              <a:gd name="csY27" fmla="*/ 77826 h 141702"/>
              <a:gd name="csX28" fmla="*/ 49628 w 99239"/>
              <a:gd name="csY28" fmla="*/ 53449 h 141702"/>
              <a:gd name="csX29" fmla="*/ 52844 w 99239"/>
              <a:gd name="csY29" fmla="*/ 49604 h 141702"/>
              <a:gd name="csX30" fmla="*/ 56706 w 99239"/>
              <a:gd name="csY30" fmla="*/ 52820 h 141702"/>
              <a:gd name="csX31" fmla="*/ 52537 w 99239"/>
              <a:gd name="csY31" fmla="*/ 78608 h 141702"/>
              <a:gd name="csX32" fmla="*/ 46447 w 99239"/>
              <a:gd name="csY32" fmla="*/ 92864 h 141702"/>
              <a:gd name="csX33" fmla="*/ 44371 w 99239"/>
              <a:gd name="csY33" fmla="*/ 106285 h 141702"/>
              <a:gd name="csX34" fmla="*/ 32428 w 99239"/>
              <a:gd name="csY34" fmla="*/ 106285 h 141702"/>
              <a:gd name="csX35" fmla="*/ 28259 w 99239"/>
              <a:gd name="csY35" fmla="*/ 87556 h 141702"/>
              <a:gd name="csX36" fmla="*/ 22866 w 99239"/>
              <a:gd name="csY36" fmla="*/ 77860 h 141702"/>
              <a:gd name="csX37" fmla="*/ 10633 w 99239"/>
              <a:gd name="csY37" fmla="*/ 49553 h 141702"/>
              <a:gd name="csX38" fmla="*/ 49628 w 99239"/>
              <a:gd name="csY38" fmla="*/ 10632 h 141702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30688" y="0"/>
                  <a:pt x="14983" y="15691"/>
                  <a:pt x="14983" y="34970"/>
                </a:cubicBezTo>
                <a:cubicBezTo>
                  <a:pt x="14983" y="44682"/>
                  <a:pt x="18885" y="53710"/>
                  <a:pt x="25957" y="60396"/>
                </a:cubicBezTo>
                <a:cubicBezTo>
                  <a:pt x="26773" y="61164"/>
                  <a:pt x="27338" y="62209"/>
                  <a:pt x="27602" y="63410"/>
                </a:cubicBezTo>
                <a:lnTo>
                  <a:pt x="33773" y="91189"/>
                </a:lnTo>
                <a:cubicBezTo>
                  <a:pt x="34926" y="96375"/>
                  <a:pt x="39452" y="100001"/>
                  <a:pt x="44759" y="100001"/>
                </a:cubicBezTo>
                <a:lnTo>
                  <a:pt x="55241" y="100001"/>
                </a:lnTo>
                <a:cubicBezTo>
                  <a:pt x="60560" y="100001"/>
                  <a:pt x="65074" y="96375"/>
                  <a:pt x="66227" y="91189"/>
                </a:cubicBezTo>
                <a:lnTo>
                  <a:pt x="72398" y="63410"/>
                </a:lnTo>
                <a:cubicBezTo>
                  <a:pt x="72675" y="62209"/>
                  <a:pt x="73239" y="61164"/>
                  <a:pt x="74043" y="60396"/>
                </a:cubicBezTo>
                <a:cubicBezTo>
                  <a:pt x="81127" y="53722"/>
                  <a:pt x="85017" y="44682"/>
                  <a:pt x="85017" y="34970"/>
                </a:cubicBezTo>
                <a:cubicBezTo>
                  <a:pt x="85017" y="15691"/>
                  <a:pt x="69313" y="0"/>
                  <a:pt x="50006" y="0"/>
                </a:cubicBezTo>
                <a:close/>
                <a:moveTo>
                  <a:pt x="50006" y="7503"/>
                </a:moveTo>
                <a:cubicBezTo>
                  <a:pt x="65170" y="7515"/>
                  <a:pt x="77513" y="19832"/>
                  <a:pt x="77513" y="34970"/>
                </a:cubicBezTo>
                <a:cubicBezTo>
                  <a:pt x="77513" y="42605"/>
                  <a:pt x="74451" y="49700"/>
                  <a:pt x="68892" y="54946"/>
                </a:cubicBezTo>
                <a:cubicBezTo>
                  <a:pt x="66983" y="56747"/>
                  <a:pt x="65675" y="59112"/>
                  <a:pt x="65074" y="61789"/>
                </a:cubicBezTo>
                <a:lnTo>
                  <a:pt x="62133" y="75006"/>
                </a:lnTo>
                <a:lnTo>
                  <a:pt x="53813" y="75006"/>
                </a:lnTo>
                <a:cubicBezTo>
                  <a:pt x="54077" y="69892"/>
                  <a:pt x="55925" y="64694"/>
                  <a:pt x="58303" y="59027"/>
                </a:cubicBezTo>
                <a:cubicBezTo>
                  <a:pt x="60007" y="55006"/>
                  <a:pt x="61856" y="52821"/>
                  <a:pt x="62913" y="51753"/>
                </a:cubicBezTo>
                <a:cubicBezTo>
                  <a:pt x="69253" y="45294"/>
                  <a:pt x="68952" y="34478"/>
                  <a:pt x="62229" y="27635"/>
                </a:cubicBezTo>
                <a:cubicBezTo>
                  <a:pt x="52671" y="17911"/>
                  <a:pt x="40773" y="20192"/>
                  <a:pt x="40269" y="20300"/>
                </a:cubicBezTo>
                <a:cubicBezTo>
                  <a:pt x="39188" y="20516"/>
                  <a:pt x="38252" y="21212"/>
                  <a:pt x="37723" y="22185"/>
                </a:cubicBezTo>
                <a:cubicBezTo>
                  <a:pt x="37195" y="23157"/>
                  <a:pt x="37123" y="24322"/>
                  <a:pt x="37519" y="25343"/>
                </a:cubicBezTo>
                <a:cubicBezTo>
                  <a:pt x="38192" y="27035"/>
                  <a:pt x="37411" y="29748"/>
                  <a:pt x="36583" y="32629"/>
                </a:cubicBezTo>
                <a:cubicBezTo>
                  <a:pt x="35094" y="37839"/>
                  <a:pt x="33053" y="44958"/>
                  <a:pt x="39032" y="51056"/>
                </a:cubicBezTo>
                <a:cubicBezTo>
                  <a:pt x="39933" y="51981"/>
                  <a:pt x="42358" y="53950"/>
                  <a:pt x="46080" y="55174"/>
                </a:cubicBezTo>
                <a:cubicBezTo>
                  <a:pt x="46152" y="55090"/>
                  <a:pt x="46176" y="54994"/>
                  <a:pt x="46260" y="54922"/>
                </a:cubicBezTo>
                <a:cubicBezTo>
                  <a:pt x="50258" y="51128"/>
                  <a:pt x="50330" y="41225"/>
                  <a:pt x="50006" y="37719"/>
                </a:cubicBezTo>
                <a:cubicBezTo>
                  <a:pt x="49886" y="36351"/>
                  <a:pt x="50906" y="35127"/>
                  <a:pt x="52276" y="35006"/>
                </a:cubicBezTo>
                <a:cubicBezTo>
                  <a:pt x="53668" y="34874"/>
                  <a:pt x="54868" y="35894"/>
                  <a:pt x="55001" y="37275"/>
                </a:cubicBezTo>
                <a:cubicBezTo>
                  <a:pt x="55121" y="38584"/>
                  <a:pt x="55889" y="48728"/>
                  <a:pt x="52059" y="55474"/>
                </a:cubicBezTo>
                <a:cubicBezTo>
                  <a:pt x="50258" y="58655"/>
                  <a:pt x="48734" y="62005"/>
                  <a:pt x="47761" y="65535"/>
                </a:cubicBezTo>
                <a:cubicBezTo>
                  <a:pt x="46885" y="68728"/>
                  <a:pt x="46404" y="71885"/>
                  <a:pt x="46296" y="75006"/>
                </a:cubicBezTo>
                <a:lnTo>
                  <a:pt x="37868" y="75006"/>
                </a:lnTo>
                <a:lnTo>
                  <a:pt x="34926" y="61789"/>
                </a:lnTo>
                <a:cubicBezTo>
                  <a:pt x="34338" y="59112"/>
                  <a:pt x="33017" y="56747"/>
                  <a:pt x="31120" y="54946"/>
                </a:cubicBezTo>
                <a:cubicBezTo>
                  <a:pt x="25549" y="49700"/>
                  <a:pt x="22487" y="42605"/>
                  <a:pt x="22487" y="34970"/>
                </a:cubicBezTo>
                <a:cubicBezTo>
                  <a:pt x="22487" y="19832"/>
                  <a:pt x="34830" y="7515"/>
                  <a:pt x="50006" y="75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1" name="Белый — SVG 14">
            <a:extLst>
              <a:ext uri="{FF2B5EF4-FFF2-40B4-BE49-F238E27FC236}">
                <a16:creationId xmlns:a16="http://schemas.microsoft.com/office/drawing/2014/main" id="{0697A7F4-9073-594E-A5BE-845204F1A10A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99239 w 113428"/>
              <a:gd name="csY0" fmla="*/ 16657 h 140701"/>
              <a:gd name="csX1" fmla="*/ 99239 w 113428"/>
              <a:gd name="csY1" fmla="*/ 15943 h 140701"/>
              <a:gd name="csX2" fmla="*/ 94033 w 113428"/>
              <a:gd name="csY2" fmla="*/ 4154 h 140701"/>
              <a:gd name="csX3" fmla="*/ 81784 w 113428"/>
              <a:gd name="csY3" fmla="*/ 71 h 140701"/>
              <a:gd name="csX4" fmla="*/ 28617 w 113428"/>
              <a:gd name="csY4" fmla="*/ 5140 h 140701"/>
              <a:gd name="csX5" fmla="*/ 14853 w 113428"/>
              <a:gd name="csY5" fmla="*/ 16657 h 140701"/>
              <a:gd name="csX6" fmla="*/ 99239 w 113428"/>
              <a:gd name="csY6" fmla="*/ 16657 h 140701"/>
              <a:gd name="csX7" fmla="*/ 79742 w 113428"/>
              <a:gd name="csY7" fmla="*/ 108806 h 140701"/>
              <a:gd name="csX8" fmla="*/ 96483 w 113428"/>
              <a:gd name="csY8" fmla="*/ 108806 h 140701"/>
              <a:gd name="csX9" fmla="*/ 104990 w 113428"/>
              <a:gd name="csY9" fmla="*/ 55646 h 140701"/>
              <a:gd name="csX10" fmla="*/ 8439 w 113428"/>
              <a:gd name="csY10" fmla="*/ 55646 h 140701"/>
              <a:gd name="csX11" fmla="*/ 16945 w 113428"/>
              <a:gd name="csY11" fmla="*/ 108806 h 140701"/>
              <a:gd name="csX12" fmla="*/ 33670 w 113428"/>
              <a:gd name="csY12" fmla="*/ 108806 h 140701"/>
              <a:gd name="csX13" fmla="*/ 38995 w 113428"/>
              <a:gd name="csY13" fmla="*/ 114131 h 140701"/>
              <a:gd name="csX14" fmla="*/ 33670 w 113428"/>
              <a:gd name="csY14" fmla="*/ 119438 h 140701"/>
              <a:gd name="csX15" fmla="*/ 18647 w 113428"/>
              <a:gd name="csY15" fmla="*/ 119438 h 140701"/>
              <a:gd name="csX16" fmla="*/ 19429 w 113428"/>
              <a:gd name="csY16" fmla="*/ 124286 h 140701"/>
              <a:gd name="csX17" fmla="*/ 38671 w 113428"/>
              <a:gd name="csY17" fmla="*/ 140702 h 140701"/>
              <a:gd name="csX18" fmla="*/ 74757 w 113428"/>
              <a:gd name="csY18" fmla="*/ 140702 h 140701"/>
              <a:gd name="csX19" fmla="*/ 93999 w 113428"/>
              <a:gd name="csY19" fmla="*/ 124286 h 140701"/>
              <a:gd name="csX20" fmla="*/ 94782 w 113428"/>
              <a:gd name="csY20" fmla="*/ 119438 h 140701"/>
              <a:gd name="csX21" fmla="*/ 79742 w 113428"/>
              <a:gd name="csY21" fmla="*/ 119438 h 140701"/>
              <a:gd name="csX22" fmla="*/ 74434 w 113428"/>
              <a:gd name="csY22" fmla="*/ 114131 h 140701"/>
              <a:gd name="csX23" fmla="*/ 79742 w 113428"/>
              <a:gd name="csY23" fmla="*/ 108806 h 140701"/>
              <a:gd name="csX24" fmla="*/ 72664 w 113428"/>
              <a:gd name="csY24" fmla="*/ 62740 h 140701"/>
              <a:gd name="csX25" fmla="*/ 77973 w 113428"/>
              <a:gd name="csY25" fmla="*/ 68047 h 140701"/>
              <a:gd name="csX26" fmla="*/ 72664 w 113428"/>
              <a:gd name="csY26" fmla="*/ 73372 h 140701"/>
              <a:gd name="csX27" fmla="*/ 67339 w 113428"/>
              <a:gd name="csY27" fmla="*/ 68047 h 140701"/>
              <a:gd name="csX28" fmla="*/ 72664 w 113428"/>
              <a:gd name="csY28" fmla="*/ 62740 h 140701"/>
              <a:gd name="csX29" fmla="*/ 40764 w 113428"/>
              <a:gd name="csY29" fmla="*/ 62740 h 140701"/>
              <a:gd name="csX30" fmla="*/ 46072 w 113428"/>
              <a:gd name="csY30" fmla="*/ 68047 h 140701"/>
              <a:gd name="csX31" fmla="*/ 40764 w 113428"/>
              <a:gd name="csY31" fmla="*/ 73372 h 140701"/>
              <a:gd name="csX32" fmla="*/ 35439 w 113428"/>
              <a:gd name="csY32" fmla="*/ 68047 h 140701"/>
              <a:gd name="csX33" fmla="*/ 40764 w 113428"/>
              <a:gd name="csY33" fmla="*/ 62740 h 140701"/>
              <a:gd name="csX34" fmla="*/ 56706 w 113428"/>
              <a:gd name="csY34" fmla="*/ 97154 h 140701"/>
              <a:gd name="csX35" fmla="*/ 37225 w 113428"/>
              <a:gd name="csY35" fmla="*/ 89737 h 140701"/>
              <a:gd name="csX36" fmla="*/ 36783 w 113428"/>
              <a:gd name="csY36" fmla="*/ 82235 h 140701"/>
              <a:gd name="csX37" fmla="*/ 44286 w 113428"/>
              <a:gd name="csY37" fmla="*/ 81793 h 140701"/>
              <a:gd name="csX38" fmla="*/ 69125 w 113428"/>
              <a:gd name="csY38" fmla="*/ 81793 h 140701"/>
              <a:gd name="csX39" fmla="*/ 76628 w 113428"/>
              <a:gd name="csY39" fmla="*/ 82235 h 140701"/>
              <a:gd name="csX40" fmla="*/ 76186 w 113428"/>
              <a:gd name="csY40" fmla="*/ 89737 h 140701"/>
              <a:gd name="csX41" fmla="*/ 56706 w 113428"/>
              <a:gd name="csY41" fmla="*/ 97154 h 140701"/>
              <a:gd name="csX42" fmla="*/ 105075 w 113428"/>
              <a:gd name="csY42" fmla="*/ 23750 h 140701"/>
              <a:gd name="csX43" fmla="*/ 8353 w 113428"/>
              <a:gd name="csY43" fmla="*/ 23750 h 140701"/>
              <a:gd name="csX44" fmla="*/ 0 w 113428"/>
              <a:gd name="csY44" fmla="*/ 39707 h 140701"/>
              <a:gd name="csX45" fmla="*/ 0 w 113428"/>
              <a:gd name="csY45" fmla="*/ 43245 h 140701"/>
              <a:gd name="csX46" fmla="*/ 5308 w 113428"/>
              <a:gd name="csY46" fmla="*/ 48553 h 140701"/>
              <a:gd name="csX47" fmla="*/ 7299 w 113428"/>
              <a:gd name="csY47" fmla="*/ 48553 h 140701"/>
              <a:gd name="csX48" fmla="*/ 106113 w 113428"/>
              <a:gd name="csY48" fmla="*/ 48553 h 140701"/>
              <a:gd name="csX49" fmla="*/ 108103 w 113428"/>
              <a:gd name="csY49" fmla="*/ 48553 h 140701"/>
              <a:gd name="csX50" fmla="*/ 113428 w 113428"/>
              <a:gd name="csY50" fmla="*/ 43245 h 140701"/>
              <a:gd name="csX51" fmla="*/ 113428 w 113428"/>
              <a:gd name="csY51" fmla="*/ 39707 h 140701"/>
              <a:gd name="csX52" fmla="*/ 105075 w 113428"/>
              <a:gd name="csY52" fmla="*/ 23750 h 140701"/>
            </a:gdLst>
            <a:ahLst/>
            <a:cxnLst/>
            <a:rect l="l" t="t" r="r" b="b"/>
            <a:pathLst>
              <a:path w="100000" h="100000">
                <a:moveTo>
                  <a:pt x="80224" y="11839"/>
                </a:moveTo>
                <a:lnTo>
                  <a:pt x="80224" y="11331"/>
                </a:lnTo>
                <a:cubicBezTo>
                  <a:pt x="80224" y="8151"/>
                  <a:pt x="78870" y="5092"/>
                  <a:pt x="76524" y="2952"/>
                </a:cubicBezTo>
                <a:cubicBezTo>
                  <a:pt x="74166" y="812"/>
                  <a:pt x="70998" y="-252"/>
                  <a:pt x="67818" y="50"/>
                </a:cubicBezTo>
                <a:lnTo>
                  <a:pt x="30031" y="3653"/>
                </a:lnTo>
                <a:cubicBezTo>
                  <a:pt x="25254" y="4101"/>
                  <a:pt x="21481" y="7438"/>
                  <a:pt x="20248" y="11839"/>
                </a:cubicBezTo>
                <a:lnTo>
                  <a:pt x="80224" y="11839"/>
                </a:lnTo>
                <a:close/>
                <a:moveTo>
                  <a:pt x="66367" y="77331"/>
                </a:moveTo>
                <a:lnTo>
                  <a:pt x="78265" y="77331"/>
                </a:lnTo>
                <a:lnTo>
                  <a:pt x="84311" y="39549"/>
                </a:lnTo>
                <a:lnTo>
                  <a:pt x="15690" y="39549"/>
                </a:lnTo>
                <a:lnTo>
                  <a:pt x="21735" y="77331"/>
                </a:lnTo>
                <a:lnTo>
                  <a:pt x="33622" y="77331"/>
                </a:lnTo>
                <a:cubicBezTo>
                  <a:pt x="35714" y="77331"/>
                  <a:pt x="37407" y="79024"/>
                  <a:pt x="37407" y="81116"/>
                </a:cubicBezTo>
                <a:cubicBezTo>
                  <a:pt x="37407" y="83196"/>
                  <a:pt x="35714" y="84888"/>
                  <a:pt x="33622" y="84888"/>
                </a:cubicBezTo>
                <a:lnTo>
                  <a:pt x="22945" y="84888"/>
                </a:lnTo>
                <a:lnTo>
                  <a:pt x="23501" y="88333"/>
                </a:lnTo>
                <a:cubicBezTo>
                  <a:pt x="24577" y="95092"/>
                  <a:pt x="30333" y="100001"/>
                  <a:pt x="37176" y="100001"/>
                </a:cubicBezTo>
                <a:lnTo>
                  <a:pt x="62824" y="100001"/>
                </a:lnTo>
                <a:cubicBezTo>
                  <a:pt x="69668" y="100001"/>
                  <a:pt x="75423" y="95092"/>
                  <a:pt x="76499" y="88333"/>
                </a:cubicBezTo>
                <a:lnTo>
                  <a:pt x="77056" y="84888"/>
                </a:lnTo>
                <a:lnTo>
                  <a:pt x="66367" y="84888"/>
                </a:lnTo>
                <a:cubicBezTo>
                  <a:pt x="64286" y="84888"/>
                  <a:pt x="62594" y="83196"/>
                  <a:pt x="62594" y="81116"/>
                </a:cubicBezTo>
                <a:cubicBezTo>
                  <a:pt x="62594" y="79024"/>
                  <a:pt x="64286" y="77331"/>
                  <a:pt x="66367" y="77331"/>
                </a:cubicBezTo>
                <a:close/>
                <a:moveTo>
                  <a:pt x="61336" y="44591"/>
                </a:moveTo>
                <a:cubicBezTo>
                  <a:pt x="63416" y="44591"/>
                  <a:pt x="65109" y="46284"/>
                  <a:pt x="65109" y="48363"/>
                </a:cubicBezTo>
                <a:cubicBezTo>
                  <a:pt x="65109" y="50455"/>
                  <a:pt x="63416" y="52147"/>
                  <a:pt x="61336" y="52147"/>
                </a:cubicBezTo>
                <a:cubicBezTo>
                  <a:pt x="59244" y="52147"/>
                  <a:pt x="57551" y="50455"/>
                  <a:pt x="57551" y="48363"/>
                </a:cubicBezTo>
                <a:cubicBezTo>
                  <a:pt x="57551" y="46284"/>
                  <a:pt x="59244" y="44591"/>
                  <a:pt x="61336" y="44591"/>
                </a:cubicBezTo>
                <a:close/>
                <a:moveTo>
                  <a:pt x="38664" y="44591"/>
                </a:moveTo>
                <a:cubicBezTo>
                  <a:pt x="40743" y="44591"/>
                  <a:pt x="42436" y="46284"/>
                  <a:pt x="42436" y="48363"/>
                </a:cubicBezTo>
                <a:cubicBezTo>
                  <a:pt x="42436" y="50455"/>
                  <a:pt x="40743" y="52147"/>
                  <a:pt x="38664" y="52147"/>
                </a:cubicBezTo>
                <a:cubicBezTo>
                  <a:pt x="36572" y="52147"/>
                  <a:pt x="34879" y="50455"/>
                  <a:pt x="34879" y="48363"/>
                </a:cubicBezTo>
                <a:cubicBezTo>
                  <a:pt x="34879" y="46284"/>
                  <a:pt x="36572" y="44591"/>
                  <a:pt x="38664" y="44591"/>
                </a:cubicBezTo>
                <a:close/>
                <a:moveTo>
                  <a:pt x="49994" y="69050"/>
                </a:moveTo>
                <a:cubicBezTo>
                  <a:pt x="45048" y="69050"/>
                  <a:pt x="40103" y="67297"/>
                  <a:pt x="36149" y="63779"/>
                </a:cubicBezTo>
                <a:cubicBezTo>
                  <a:pt x="34589" y="62400"/>
                  <a:pt x="34444" y="60006"/>
                  <a:pt x="35835" y="58447"/>
                </a:cubicBezTo>
                <a:cubicBezTo>
                  <a:pt x="37225" y="56887"/>
                  <a:pt x="39607" y="56754"/>
                  <a:pt x="41167" y="58132"/>
                </a:cubicBezTo>
                <a:cubicBezTo>
                  <a:pt x="46197" y="62606"/>
                  <a:pt x="53791" y="62606"/>
                  <a:pt x="58821" y="58132"/>
                </a:cubicBezTo>
                <a:cubicBezTo>
                  <a:pt x="60381" y="56754"/>
                  <a:pt x="62775" y="56887"/>
                  <a:pt x="64153" y="58447"/>
                </a:cubicBezTo>
                <a:cubicBezTo>
                  <a:pt x="65544" y="60006"/>
                  <a:pt x="65399" y="62400"/>
                  <a:pt x="63839" y="63779"/>
                </a:cubicBezTo>
                <a:cubicBezTo>
                  <a:pt x="59898" y="67297"/>
                  <a:pt x="54952" y="69050"/>
                  <a:pt x="49994" y="69050"/>
                </a:cubicBezTo>
                <a:close/>
                <a:moveTo>
                  <a:pt x="84371" y="16880"/>
                </a:moveTo>
                <a:lnTo>
                  <a:pt x="15629" y="16880"/>
                </a:lnTo>
                <a:cubicBezTo>
                  <a:pt x="12050" y="19383"/>
                  <a:pt x="9692" y="23530"/>
                  <a:pt x="9692" y="28221"/>
                </a:cubicBezTo>
                <a:lnTo>
                  <a:pt x="9692" y="30735"/>
                </a:lnTo>
                <a:cubicBezTo>
                  <a:pt x="9692" y="32815"/>
                  <a:pt x="11385" y="34508"/>
                  <a:pt x="13464" y="34508"/>
                </a:cubicBezTo>
                <a:lnTo>
                  <a:pt x="14879" y="34508"/>
                </a:lnTo>
                <a:lnTo>
                  <a:pt x="85109" y="34508"/>
                </a:lnTo>
                <a:lnTo>
                  <a:pt x="86524" y="34508"/>
                </a:lnTo>
                <a:cubicBezTo>
                  <a:pt x="88616" y="34508"/>
                  <a:pt x="90308" y="32815"/>
                  <a:pt x="90308" y="30735"/>
                </a:cubicBezTo>
                <a:lnTo>
                  <a:pt x="90308" y="28221"/>
                </a:lnTo>
                <a:cubicBezTo>
                  <a:pt x="90308" y="23530"/>
                  <a:pt x="87951" y="19383"/>
                  <a:pt x="84371" y="1688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2" name="Белый — SVG 15">
            <a:extLst>
              <a:ext uri="{FF2B5EF4-FFF2-40B4-BE49-F238E27FC236}">
                <a16:creationId xmlns:a16="http://schemas.microsoft.com/office/drawing/2014/main" id="{9A00B2C9-38C4-4A40-8F49-FF32F08240B0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33567 w 141772"/>
              <a:gd name="csY0" fmla="*/ 3 h 138268"/>
              <a:gd name="csX1" fmla="*/ 29909 w 141772"/>
              <a:gd name="csY1" fmla="*/ 1619 h 138268"/>
              <a:gd name="csX2" fmla="*/ 26694 w 141772"/>
              <a:gd name="csY2" fmla="*/ 6314 h 138268"/>
              <a:gd name="csX3" fmla="*/ 24908 w 141772"/>
              <a:gd name="csY3" fmla="*/ 14326 h 138268"/>
              <a:gd name="csX4" fmla="*/ 16894 w 141772"/>
              <a:gd name="csY4" fmla="*/ 16112 h 138268"/>
              <a:gd name="csX5" fmla="*/ 12199 w 141772"/>
              <a:gd name="csY5" fmla="*/ 19327 h 138268"/>
              <a:gd name="csX6" fmla="*/ 10991 w 141772"/>
              <a:gd name="csY6" fmla="*/ 21062 h 138268"/>
              <a:gd name="csX7" fmla="*/ 10548 w 141772"/>
              <a:gd name="csY7" fmla="*/ 23104 h 138268"/>
              <a:gd name="csX8" fmla="*/ 10957 w 141772"/>
              <a:gd name="csY8" fmla="*/ 25179 h 138268"/>
              <a:gd name="csX9" fmla="*/ 12114 w 141772"/>
              <a:gd name="csY9" fmla="*/ 26931 h 138268"/>
              <a:gd name="csX10" fmla="*/ 13866 w 141772"/>
              <a:gd name="csY10" fmla="*/ 28088 h 138268"/>
              <a:gd name="csX11" fmla="*/ 15925 w 141772"/>
              <a:gd name="csY11" fmla="*/ 28479 h 138268"/>
              <a:gd name="csX12" fmla="*/ 17983 w 141772"/>
              <a:gd name="csY12" fmla="*/ 28054 h 138268"/>
              <a:gd name="csX13" fmla="*/ 19701 w 141772"/>
              <a:gd name="csY13" fmla="*/ 26846 h 138268"/>
              <a:gd name="csX14" fmla="*/ 21641 w 141772"/>
              <a:gd name="csY14" fmla="*/ 25621 h 138268"/>
              <a:gd name="csX15" fmla="*/ 29246 w 141772"/>
              <a:gd name="csY15" fmla="*/ 23971 h 138268"/>
              <a:gd name="csX16" fmla="*/ 33006 w 141772"/>
              <a:gd name="csY16" fmla="*/ 22423 h 138268"/>
              <a:gd name="csX17" fmla="*/ 34554 w 141772"/>
              <a:gd name="csY17" fmla="*/ 18664 h 138268"/>
              <a:gd name="csX18" fmla="*/ 36205 w 141772"/>
              <a:gd name="csY18" fmla="*/ 11060 h 138268"/>
              <a:gd name="csX19" fmla="*/ 37430 w 141772"/>
              <a:gd name="csY19" fmla="*/ 9121 h 138268"/>
              <a:gd name="csX20" fmla="*/ 38927 w 141772"/>
              <a:gd name="csY20" fmla="*/ 6365 h 138268"/>
              <a:gd name="csX21" fmla="*/ 38620 w 141772"/>
              <a:gd name="csY21" fmla="*/ 3252 h 138268"/>
              <a:gd name="csX22" fmla="*/ 36596 w 141772"/>
              <a:gd name="csY22" fmla="*/ 853 h 138268"/>
              <a:gd name="csX23" fmla="*/ 33567 w 141772"/>
              <a:gd name="csY23" fmla="*/ 3 h 138268"/>
              <a:gd name="csX24" fmla="*/ 115147 w 141772"/>
              <a:gd name="csY24" fmla="*/ 139 h 138268"/>
              <a:gd name="csX25" fmla="*/ 104224 w 141772"/>
              <a:gd name="csY25" fmla="*/ 3167 h 138268"/>
              <a:gd name="csX26" fmla="*/ 94101 w 141772"/>
              <a:gd name="csY26" fmla="*/ 14037 h 138268"/>
              <a:gd name="csX27" fmla="*/ 79419 w 141772"/>
              <a:gd name="csY27" fmla="*/ 16809 h 138268"/>
              <a:gd name="csX28" fmla="*/ 67390 w 141772"/>
              <a:gd name="csY28" fmla="*/ 33004 h 138268"/>
              <a:gd name="csX29" fmla="*/ 67492 w 141772"/>
              <a:gd name="csY29" fmla="*/ 35113 h 138268"/>
              <a:gd name="csX30" fmla="*/ 68394 w 141772"/>
              <a:gd name="csY30" fmla="*/ 37002 h 138268"/>
              <a:gd name="csX31" fmla="*/ 69959 w 141772"/>
              <a:gd name="csY31" fmla="*/ 38397 h 138268"/>
              <a:gd name="csX32" fmla="*/ 71933 w 141772"/>
              <a:gd name="csY32" fmla="*/ 39094 h 138268"/>
              <a:gd name="csX33" fmla="*/ 74025 w 141772"/>
              <a:gd name="csY33" fmla="*/ 38958 h 138268"/>
              <a:gd name="csX34" fmla="*/ 75914 w 141772"/>
              <a:gd name="csY34" fmla="*/ 38023 h 138268"/>
              <a:gd name="csX35" fmla="*/ 77275 w 141772"/>
              <a:gd name="csY35" fmla="*/ 36423 h 138268"/>
              <a:gd name="csX36" fmla="*/ 77921 w 141772"/>
              <a:gd name="csY36" fmla="*/ 34433 h 138268"/>
              <a:gd name="csX37" fmla="*/ 84540 w 141772"/>
              <a:gd name="csY37" fmla="*/ 26132 h 138268"/>
              <a:gd name="csX38" fmla="*/ 95360 w 141772"/>
              <a:gd name="csY38" fmla="*/ 24941 h 138268"/>
              <a:gd name="csX39" fmla="*/ 97742 w 141772"/>
              <a:gd name="csY39" fmla="*/ 25366 h 138268"/>
              <a:gd name="csX40" fmla="*/ 100090 w 141772"/>
              <a:gd name="csY40" fmla="*/ 24686 h 138268"/>
              <a:gd name="csX41" fmla="*/ 101876 w 141772"/>
              <a:gd name="csY41" fmla="*/ 23053 h 138268"/>
              <a:gd name="csX42" fmla="*/ 102744 w 141772"/>
              <a:gd name="csY42" fmla="*/ 20773 h 138268"/>
              <a:gd name="csX43" fmla="*/ 109345 w 141772"/>
              <a:gd name="csY43" fmla="*/ 12472 h 138268"/>
              <a:gd name="csX44" fmla="*/ 120166 w 141772"/>
              <a:gd name="csY44" fmla="*/ 11281 h 138268"/>
              <a:gd name="csX45" fmla="*/ 122190 w 141772"/>
              <a:gd name="csY45" fmla="*/ 11723 h 138268"/>
              <a:gd name="csX46" fmla="*/ 124232 w 141772"/>
              <a:gd name="csY46" fmla="*/ 11349 h 138268"/>
              <a:gd name="csX47" fmla="*/ 125984 w 141772"/>
              <a:gd name="csY47" fmla="*/ 10226 h 138268"/>
              <a:gd name="csX48" fmla="*/ 127158 w 141772"/>
              <a:gd name="csY48" fmla="*/ 8525 h 138268"/>
              <a:gd name="csX49" fmla="*/ 127601 w 141772"/>
              <a:gd name="csY49" fmla="*/ 6501 h 138268"/>
              <a:gd name="csX50" fmla="*/ 127226 w 141772"/>
              <a:gd name="csY50" fmla="*/ 4460 h 138268"/>
              <a:gd name="csX51" fmla="*/ 126103 w 141772"/>
              <a:gd name="csY51" fmla="*/ 2707 h 138268"/>
              <a:gd name="csX52" fmla="*/ 124402 w 141772"/>
              <a:gd name="csY52" fmla="*/ 1533 h 138268"/>
              <a:gd name="csX53" fmla="*/ 118192 w 141772"/>
              <a:gd name="csY53" fmla="*/ 207 h 138268"/>
              <a:gd name="csX54" fmla="*/ 115147 w 141772"/>
              <a:gd name="csY54" fmla="*/ 139 h 138268"/>
              <a:gd name="csX55" fmla="*/ 113973 w 141772"/>
              <a:gd name="csY55" fmla="*/ 35505 h 138268"/>
              <a:gd name="csX56" fmla="*/ 111948 w 141772"/>
              <a:gd name="csY56" fmla="*/ 35981 h 138268"/>
              <a:gd name="csX57" fmla="*/ 109175 w 141772"/>
              <a:gd name="csY57" fmla="*/ 38941 h 138268"/>
              <a:gd name="csX58" fmla="*/ 105653 w 141772"/>
              <a:gd name="csY58" fmla="*/ 48297 h 138268"/>
              <a:gd name="csX59" fmla="*/ 109022 w 141772"/>
              <a:gd name="csY59" fmla="*/ 49233 h 138268"/>
              <a:gd name="csX60" fmla="*/ 128945 w 141772"/>
              <a:gd name="csY60" fmla="*/ 56667 h 138268"/>
              <a:gd name="csX61" fmla="*/ 132194 w 141772"/>
              <a:gd name="csY61" fmla="*/ 58266 h 138268"/>
              <a:gd name="csX62" fmla="*/ 135750 w 141772"/>
              <a:gd name="csY62" fmla="*/ 48858 h 138268"/>
              <a:gd name="csX63" fmla="*/ 135597 w 141772"/>
              <a:gd name="csY63" fmla="*/ 44810 h 138268"/>
              <a:gd name="csX64" fmla="*/ 132619 w 141772"/>
              <a:gd name="csY64" fmla="*/ 42020 h 138268"/>
              <a:gd name="csX65" fmla="*/ 116014 w 141772"/>
              <a:gd name="csY65" fmla="*/ 35828 h 138268"/>
              <a:gd name="csX66" fmla="*/ 113973 w 141772"/>
              <a:gd name="csY66" fmla="*/ 35505 h 138268"/>
              <a:gd name="csX67" fmla="*/ 32513 w 141772"/>
              <a:gd name="csY67" fmla="*/ 39043 h 138268"/>
              <a:gd name="csX68" fmla="*/ 26949 w 141772"/>
              <a:gd name="csY68" fmla="*/ 39570 h 138268"/>
              <a:gd name="csX69" fmla="*/ 15125 w 141772"/>
              <a:gd name="csY69" fmla="*/ 47379 h 138268"/>
              <a:gd name="csX70" fmla="*/ 15618 w 141772"/>
              <a:gd name="csY70" fmla="*/ 51563 h 138268"/>
              <a:gd name="csX71" fmla="*/ 20688 w 141772"/>
              <a:gd name="csY71" fmla="*/ 56973 h 138268"/>
              <a:gd name="csX72" fmla="*/ 7690 w 141772"/>
              <a:gd name="csY72" fmla="*/ 72708 h 138268"/>
              <a:gd name="csX73" fmla="*/ 3539 w 141772"/>
              <a:gd name="csY73" fmla="*/ 92271 h 138268"/>
              <a:gd name="csX74" fmla="*/ 23036 w 141772"/>
              <a:gd name="csY74" fmla="*/ 85109 h 138268"/>
              <a:gd name="csX75" fmla="*/ 26116 w 141772"/>
              <a:gd name="csY75" fmla="*/ 85296 h 138268"/>
              <a:gd name="csX76" fmla="*/ 44303 w 141772"/>
              <a:gd name="csY76" fmla="*/ 78016 h 138268"/>
              <a:gd name="csX77" fmla="*/ 56365 w 141772"/>
              <a:gd name="csY77" fmla="*/ 80925 h 138268"/>
              <a:gd name="csX78" fmla="*/ 66352 w 141772"/>
              <a:gd name="csY78" fmla="*/ 75957 h 138268"/>
              <a:gd name="csX79" fmla="*/ 39675 w 141772"/>
              <a:gd name="csY79" fmla="*/ 53843 h 138268"/>
              <a:gd name="csX80" fmla="*/ 42329 w 141772"/>
              <a:gd name="csY80" fmla="*/ 45541 h 138268"/>
              <a:gd name="csX81" fmla="*/ 40968 w 141772"/>
              <a:gd name="csY81" fmla="*/ 41561 h 138268"/>
              <a:gd name="csX82" fmla="*/ 32513 w 141772"/>
              <a:gd name="csY82" fmla="*/ 39043 h 138268"/>
              <a:gd name="csX83" fmla="*/ 101094 w 141772"/>
              <a:gd name="csY83" fmla="*/ 54966 h 138268"/>
              <a:gd name="csX84" fmla="*/ 95700 w 141772"/>
              <a:gd name="csY84" fmla="*/ 56258 h 138268"/>
              <a:gd name="csX85" fmla="*/ 88300 w 141772"/>
              <a:gd name="csY85" fmla="*/ 64202 h 138268"/>
              <a:gd name="csX86" fmla="*/ 84114 w 141772"/>
              <a:gd name="csY86" fmla="*/ 75430 h 138268"/>
              <a:gd name="csX87" fmla="*/ 105874 w 141772"/>
              <a:gd name="csY87" fmla="*/ 92271 h 138268"/>
              <a:gd name="csX88" fmla="*/ 108103 w 141772"/>
              <a:gd name="csY88" fmla="*/ 92203 h 138268"/>
              <a:gd name="csX89" fmla="*/ 128741 w 141772"/>
              <a:gd name="csY89" fmla="*/ 97833 h 138268"/>
              <a:gd name="csX90" fmla="*/ 134797 w 141772"/>
              <a:gd name="csY90" fmla="*/ 81537 h 138268"/>
              <a:gd name="csX91" fmla="*/ 134406 w 141772"/>
              <a:gd name="csY91" fmla="*/ 70684 h 138268"/>
              <a:gd name="csX92" fmla="*/ 126461 w 141772"/>
              <a:gd name="csY92" fmla="*/ 63318 h 138268"/>
              <a:gd name="csX93" fmla="*/ 106555 w 141772"/>
              <a:gd name="csY93" fmla="*/ 55867 h 138268"/>
              <a:gd name="csX94" fmla="*/ 101094 w 141772"/>
              <a:gd name="csY94" fmla="*/ 54966 h 138268"/>
              <a:gd name="csX95" fmla="*/ 76203 w 141772"/>
              <a:gd name="csY95" fmla="*/ 81571 h 138268"/>
              <a:gd name="csX96" fmla="*/ 56961 w 141772"/>
              <a:gd name="csY96" fmla="*/ 89821 h 138268"/>
              <a:gd name="csX97" fmla="*/ 44303 w 141772"/>
              <a:gd name="csY97" fmla="*/ 85109 h 138268"/>
              <a:gd name="csX98" fmla="*/ 28702 w 141772"/>
              <a:gd name="csY98" fmla="*/ 92951 h 138268"/>
              <a:gd name="csX99" fmla="*/ 23036 w 141772"/>
              <a:gd name="csY99" fmla="*/ 92203 h 138268"/>
              <a:gd name="csX100" fmla="*/ 0 w 141772"/>
              <a:gd name="csY100" fmla="*/ 115236 h 138268"/>
              <a:gd name="csX101" fmla="*/ 0 w 141772"/>
              <a:gd name="csY101" fmla="*/ 132944 h 138268"/>
              <a:gd name="csX102" fmla="*/ 5308 w 141772"/>
              <a:gd name="csY102" fmla="*/ 138269 h 138268"/>
              <a:gd name="csX103" fmla="*/ 136464 w 141772"/>
              <a:gd name="csY103" fmla="*/ 138269 h 138268"/>
              <a:gd name="csX104" fmla="*/ 141773 w 141772"/>
              <a:gd name="csY104" fmla="*/ 132944 h 138268"/>
              <a:gd name="csX105" fmla="*/ 108103 w 141772"/>
              <a:gd name="csY105" fmla="*/ 99280 h 138268"/>
              <a:gd name="csX106" fmla="*/ 101468 w 141772"/>
              <a:gd name="csY106" fmla="*/ 99943 h 138268"/>
              <a:gd name="csX107" fmla="*/ 76203 w 141772"/>
              <a:gd name="csY107" fmla="*/ 81571 h 138268"/>
              <a:gd name="csX108" fmla="*/ 76203 w 141772"/>
              <a:gd name="csY108" fmla="*/ 99280 h 138268"/>
              <a:gd name="csX109" fmla="*/ 81528 w 141772"/>
              <a:gd name="csY109" fmla="*/ 104604 h 138268"/>
              <a:gd name="csX110" fmla="*/ 76203 w 141772"/>
              <a:gd name="csY110" fmla="*/ 109911 h 138268"/>
              <a:gd name="csX111" fmla="*/ 70895 w 141772"/>
              <a:gd name="csY111" fmla="*/ 104604 h 138268"/>
              <a:gd name="csX112" fmla="*/ 76203 w 141772"/>
              <a:gd name="csY112" fmla="*/ 99280 h 138268"/>
              <a:gd name="csX113" fmla="*/ 37208 w 141772"/>
              <a:gd name="csY113" fmla="*/ 102835 h 138268"/>
              <a:gd name="csX114" fmla="*/ 42534 w 141772"/>
              <a:gd name="csY114" fmla="*/ 108142 h 138268"/>
              <a:gd name="csX115" fmla="*/ 37208 w 141772"/>
              <a:gd name="csY115" fmla="*/ 113467 h 138268"/>
              <a:gd name="csX116" fmla="*/ 31900 w 141772"/>
              <a:gd name="csY116" fmla="*/ 108142 h 138268"/>
              <a:gd name="csX117" fmla="*/ 37208 w 141772"/>
              <a:gd name="csY117" fmla="*/ 102835 h 138268"/>
              <a:gd name="csX118" fmla="*/ 15942 w 141772"/>
              <a:gd name="csY118" fmla="*/ 117005 h 138268"/>
              <a:gd name="csX119" fmla="*/ 21267 w 141772"/>
              <a:gd name="csY119" fmla="*/ 122312 h 138268"/>
              <a:gd name="csX120" fmla="*/ 15942 w 141772"/>
              <a:gd name="csY120" fmla="*/ 127637 h 138268"/>
              <a:gd name="csX121" fmla="*/ 10633 w 141772"/>
              <a:gd name="csY121" fmla="*/ 122312 h 138268"/>
              <a:gd name="csX122" fmla="*/ 15942 w 141772"/>
              <a:gd name="csY122" fmla="*/ 117005 h 138268"/>
              <a:gd name="csX123" fmla="*/ 65570 w 141772"/>
              <a:gd name="csY123" fmla="*/ 117005 h 138268"/>
              <a:gd name="csX124" fmla="*/ 70895 w 141772"/>
              <a:gd name="csY124" fmla="*/ 122312 h 138268"/>
              <a:gd name="csX125" fmla="*/ 65570 w 141772"/>
              <a:gd name="csY125" fmla="*/ 127637 h 138268"/>
              <a:gd name="csX126" fmla="*/ 60262 w 141772"/>
              <a:gd name="csY126" fmla="*/ 122312 h 138268"/>
              <a:gd name="csX127" fmla="*/ 65570 w 141772"/>
              <a:gd name="csY127" fmla="*/ 117005 h 138268"/>
              <a:gd name="csX128" fmla="*/ 111642 w 141772"/>
              <a:gd name="csY128" fmla="*/ 117005 h 138268"/>
              <a:gd name="csX129" fmla="*/ 116967 w 141772"/>
              <a:gd name="csY129" fmla="*/ 122312 h 138268"/>
              <a:gd name="csX130" fmla="*/ 111642 w 141772"/>
              <a:gd name="csY130" fmla="*/ 127637 h 138268"/>
              <a:gd name="csX131" fmla="*/ 106334 w 141772"/>
              <a:gd name="csY131" fmla="*/ 122312 h 138268"/>
              <a:gd name="csX132" fmla="*/ 111642 w 141772"/>
              <a:gd name="csY132" fmla="*/ 117005 h 138268"/>
            </a:gdLst>
            <a:ahLst/>
            <a:cxnLst/>
            <a:rect l="l" t="t" r="r" b="b"/>
            <a:pathLst>
              <a:path w="100000" h="100000">
                <a:moveTo>
                  <a:pt x="23677" y="1238"/>
                </a:moveTo>
                <a:cubicBezTo>
                  <a:pt x="22705" y="1262"/>
                  <a:pt x="21781" y="1670"/>
                  <a:pt x="21097" y="2378"/>
                </a:cubicBezTo>
                <a:cubicBezTo>
                  <a:pt x="21097" y="2378"/>
                  <a:pt x="19837" y="3685"/>
                  <a:pt x="18829" y="5689"/>
                </a:cubicBezTo>
                <a:cubicBezTo>
                  <a:pt x="18181" y="6997"/>
                  <a:pt x="17929" y="9277"/>
                  <a:pt x="17569" y="11341"/>
                </a:cubicBezTo>
                <a:cubicBezTo>
                  <a:pt x="15504" y="11700"/>
                  <a:pt x="13225" y="11952"/>
                  <a:pt x="11916" y="12601"/>
                </a:cubicBezTo>
                <a:cubicBezTo>
                  <a:pt x="9912" y="13608"/>
                  <a:pt x="8605" y="14868"/>
                  <a:pt x="8605" y="14868"/>
                </a:cubicBezTo>
                <a:cubicBezTo>
                  <a:pt x="8244" y="15216"/>
                  <a:pt x="7956" y="15624"/>
                  <a:pt x="7753" y="16092"/>
                </a:cubicBezTo>
                <a:cubicBezTo>
                  <a:pt x="7561" y="16548"/>
                  <a:pt x="7452" y="17040"/>
                  <a:pt x="7440" y="17532"/>
                </a:cubicBezTo>
                <a:cubicBezTo>
                  <a:pt x="7440" y="18036"/>
                  <a:pt x="7536" y="18528"/>
                  <a:pt x="7729" y="18996"/>
                </a:cubicBezTo>
                <a:cubicBezTo>
                  <a:pt x="7908" y="19452"/>
                  <a:pt x="8196" y="19872"/>
                  <a:pt x="8545" y="20232"/>
                </a:cubicBezTo>
                <a:cubicBezTo>
                  <a:pt x="8892" y="20580"/>
                  <a:pt x="9312" y="20856"/>
                  <a:pt x="9780" y="21048"/>
                </a:cubicBezTo>
                <a:cubicBezTo>
                  <a:pt x="10236" y="21240"/>
                  <a:pt x="10740" y="21336"/>
                  <a:pt x="11233" y="21324"/>
                </a:cubicBezTo>
                <a:cubicBezTo>
                  <a:pt x="11736" y="21324"/>
                  <a:pt x="12229" y="21216"/>
                  <a:pt x="12684" y="21024"/>
                </a:cubicBezTo>
                <a:cubicBezTo>
                  <a:pt x="13141" y="20820"/>
                  <a:pt x="13561" y="20532"/>
                  <a:pt x="13896" y="20172"/>
                </a:cubicBezTo>
                <a:cubicBezTo>
                  <a:pt x="13896" y="20172"/>
                  <a:pt x="14149" y="19872"/>
                  <a:pt x="15265" y="19308"/>
                </a:cubicBezTo>
                <a:cubicBezTo>
                  <a:pt x="16381" y="18756"/>
                  <a:pt x="18121" y="18144"/>
                  <a:pt x="20629" y="18144"/>
                </a:cubicBezTo>
                <a:cubicBezTo>
                  <a:pt x="21625" y="18144"/>
                  <a:pt x="22573" y="17748"/>
                  <a:pt x="23281" y="17052"/>
                </a:cubicBezTo>
                <a:cubicBezTo>
                  <a:pt x="23977" y="16345"/>
                  <a:pt x="24373" y="15397"/>
                  <a:pt x="24373" y="14401"/>
                </a:cubicBezTo>
                <a:cubicBezTo>
                  <a:pt x="24373" y="11892"/>
                  <a:pt x="24985" y="10153"/>
                  <a:pt x="25537" y="9037"/>
                </a:cubicBezTo>
                <a:cubicBezTo>
                  <a:pt x="26101" y="7921"/>
                  <a:pt x="26402" y="7669"/>
                  <a:pt x="26402" y="7669"/>
                </a:cubicBezTo>
                <a:cubicBezTo>
                  <a:pt x="26941" y="7153"/>
                  <a:pt x="27314" y="6470"/>
                  <a:pt x="27457" y="5725"/>
                </a:cubicBezTo>
                <a:cubicBezTo>
                  <a:pt x="27613" y="4993"/>
                  <a:pt x="27529" y="4225"/>
                  <a:pt x="27241" y="3530"/>
                </a:cubicBezTo>
                <a:cubicBezTo>
                  <a:pt x="26941" y="2833"/>
                  <a:pt x="26450" y="2246"/>
                  <a:pt x="25813" y="1837"/>
                </a:cubicBezTo>
                <a:cubicBezTo>
                  <a:pt x="25177" y="1430"/>
                  <a:pt x="24433" y="1214"/>
                  <a:pt x="23677" y="1238"/>
                </a:cubicBezTo>
                <a:close/>
                <a:moveTo>
                  <a:pt x="81220" y="1334"/>
                </a:moveTo>
                <a:cubicBezTo>
                  <a:pt x="78927" y="1418"/>
                  <a:pt x="76239" y="1957"/>
                  <a:pt x="73515" y="3470"/>
                </a:cubicBezTo>
                <a:cubicBezTo>
                  <a:pt x="69483" y="5689"/>
                  <a:pt x="67515" y="8665"/>
                  <a:pt x="66375" y="11137"/>
                </a:cubicBezTo>
                <a:cubicBezTo>
                  <a:pt x="63675" y="10776"/>
                  <a:pt x="60087" y="10861"/>
                  <a:pt x="56019" y="13092"/>
                </a:cubicBezTo>
                <a:cubicBezTo>
                  <a:pt x="48734" y="17112"/>
                  <a:pt x="47534" y="24515"/>
                  <a:pt x="47534" y="24515"/>
                </a:cubicBezTo>
                <a:cubicBezTo>
                  <a:pt x="47462" y="25008"/>
                  <a:pt x="47486" y="25511"/>
                  <a:pt x="47606" y="26003"/>
                </a:cubicBezTo>
                <a:cubicBezTo>
                  <a:pt x="47726" y="26483"/>
                  <a:pt x="47942" y="26939"/>
                  <a:pt x="48242" y="27335"/>
                </a:cubicBezTo>
                <a:cubicBezTo>
                  <a:pt x="48530" y="27731"/>
                  <a:pt x="48914" y="28068"/>
                  <a:pt x="49346" y="28319"/>
                </a:cubicBezTo>
                <a:cubicBezTo>
                  <a:pt x="49767" y="28571"/>
                  <a:pt x="50246" y="28739"/>
                  <a:pt x="50739" y="28811"/>
                </a:cubicBezTo>
                <a:cubicBezTo>
                  <a:pt x="51230" y="28871"/>
                  <a:pt x="51734" y="28847"/>
                  <a:pt x="52214" y="28715"/>
                </a:cubicBezTo>
                <a:cubicBezTo>
                  <a:pt x="52694" y="28583"/>
                  <a:pt x="53150" y="28355"/>
                  <a:pt x="53547" y="28056"/>
                </a:cubicBezTo>
                <a:cubicBezTo>
                  <a:pt x="53942" y="27743"/>
                  <a:pt x="54267" y="27371"/>
                  <a:pt x="54507" y="26927"/>
                </a:cubicBezTo>
                <a:cubicBezTo>
                  <a:pt x="54758" y="26495"/>
                  <a:pt x="54914" y="26015"/>
                  <a:pt x="54962" y="25523"/>
                </a:cubicBezTo>
                <a:cubicBezTo>
                  <a:pt x="54962" y="25523"/>
                  <a:pt x="55251" y="22092"/>
                  <a:pt x="59631" y="19668"/>
                </a:cubicBezTo>
                <a:cubicBezTo>
                  <a:pt x="64023" y="17257"/>
                  <a:pt x="67263" y="18828"/>
                  <a:pt x="67263" y="18828"/>
                </a:cubicBezTo>
                <a:cubicBezTo>
                  <a:pt x="67791" y="19056"/>
                  <a:pt x="68367" y="19164"/>
                  <a:pt x="68943" y="19128"/>
                </a:cubicBezTo>
                <a:cubicBezTo>
                  <a:pt x="69519" y="19104"/>
                  <a:pt x="70083" y="18936"/>
                  <a:pt x="70599" y="18648"/>
                </a:cubicBezTo>
                <a:cubicBezTo>
                  <a:pt x="71103" y="18372"/>
                  <a:pt x="71535" y="17976"/>
                  <a:pt x="71859" y="17496"/>
                </a:cubicBezTo>
                <a:cubicBezTo>
                  <a:pt x="72184" y="17016"/>
                  <a:pt x="72387" y="16464"/>
                  <a:pt x="72471" y="15888"/>
                </a:cubicBezTo>
                <a:cubicBezTo>
                  <a:pt x="72471" y="15888"/>
                  <a:pt x="72747" y="12457"/>
                  <a:pt x="77127" y="10033"/>
                </a:cubicBezTo>
                <a:cubicBezTo>
                  <a:pt x="81520" y="7621"/>
                  <a:pt x="84760" y="9193"/>
                  <a:pt x="84760" y="9193"/>
                </a:cubicBezTo>
                <a:cubicBezTo>
                  <a:pt x="85216" y="9385"/>
                  <a:pt x="85696" y="9493"/>
                  <a:pt x="86188" y="9505"/>
                </a:cubicBezTo>
                <a:cubicBezTo>
                  <a:pt x="86680" y="9517"/>
                  <a:pt x="87172" y="9421"/>
                  <a:pt x="87628" y="9241"/>
                </a:cubicBezTo>
                <a:cubicBezTo>
                  <a:pt x="88084" y="9061"/>
                  <a:pt x="88504" y="8797"/>
                  <a:pt x="88864" y="8449"/>
                </a:cubicBezTo>
                <a:cubicBezTo>
                  <a:pt x="89212" y="8113"/>
                  <a:pt x="89500" y="7693"/>
                  <a:pt x="89692" y="7249"/>
                </a:cubicBezTo>
                <a:cubicBezTo>
                  <a:pt x="89896" y="6793"/>
                  <a:pt x="89992" y="6313"/>
                  <a:pt x="90004" y="5821"/>
                </a:cubicBezTo>
                <a:cubicBezTo>
                  <a:pt x="90016" y="5329"/>
                  <a:pt x="89920" y="4837"/>
                  <a:pt x="89740" y="4382"/>
                </a:cubicBezTo>
                <a:cubicBezTo>
                  <a:pt x="89560" y="3913"/>
                  <a:pt x="89296" y="3505"/>
                  <a:pt x="88948" y="3145"/>
                </a:cubicBezTo>
                <a:cubicBezTo>
                  <a:pt x="88612" y="2797"/>
                  <a:pt x="88204" y="2510"/>
                  <a:pt x="87748" y="2317"/>
                </a:cubicBezTo>
                <a:cubicBezTo>
                  <a:pt x="87748" y="2317"/>
                  <a:pt x="86008" y="1598"/>
                  <a:pt x="83368" y="1382"/>
                </a:cubicBezTo>
                <a:cubicBezTo>
                  <a:pt x="82695" y="1334"/>
                  <a:pt x="81988" y="1310"/>
                  <a:pt x="81220" y="1334"/>
                </a:cubicBezTo>
                <a:close/>
                <a:moveTo>
                  <a:pt x="80392" y="26280"/>
                </a:moveTo>
                <a:cubicBezTo>
                  <a:pt x="79899" y="26292"/>
                  <a:pt x="79420" y="26411"/>
                  <a:pt x="78963" y="26615"/>
                </a:cubicBezTo>
                <a:cubicBezTo>
                  <a:pt x="78051" y="27023"/>
                  <a:pt x="77355" y="27767"/>
                  <a:pt x="77007" y="28703"/>
                </a:cubicBezTo>
                <a:lnTo>
                  <a:pt x="74523" y="35302"/>
                </a:lnTo>
                <a:cubicBezTo>
                  <a:pt x="75327" y="35458"/>
                  <a:pt x="76119" y="35662"/>
                  <a:pt x="76900" y="35963"/>
                </a:cubicBezTo>
                <a:lnTo>
                  <a:pt x="90952" y="41206"/>
                </a:lnTo>
                <a:cubicBezTo>
                  <a:pt x="91756" y="41506"/>
                  <a:pt x="92512" y="41902"/>
                  <a:pt x="93244" y="42334"/>
                </a:cubicBezTo>
                <a:lnTo>
                  <a:pt x="95752" y="35698"/>
                </a:lnTo>
                <a:cubicBezTo>
                  <a:pt x="96100" y="34762"/>
                  <a:pt x="96064" y="33743"/>
                  <a:pt x="95644" y="32843"/>
                </a:cubicBezTo>
                <a:cubicBezTo>
                  <a:pt x="95236" y="31931"/>
                  <a:pt x="94481" y="31223"/>
                  <a:pt x="93544" y="30875"/>
                </a:cubicBezTo>
                <a:lnTo>
                  <a:pt x="81831" y="26507"/>
                </a:lnTo>
                <a:cubicBezTo>
                  <a:pt x="81364" y="26339"/>
                  <a:pt x="80871" y="26256"/>
                  <a:pt x="80392" y="26280"/>
                </a:cubicBezTo>
                <a:close/>
                <a:moveTo>
                  <a:pt x="22933" y="28775"/>
                </a:moveTo>
                <a:cubicBezTo>
                  <a:pt x="21769" y="28727"/>
                  <a:pt x="20449" y="28823"/>
                  <a:pt x="19009" y="29147"/>
                </a:cubicBezTo>
                <a:cubicBezTo>
                  <a:pt x="13225" y="30455"/>
                  <a:pt x="10908" y="34235"/>
                  <a:pt x="10669" y="34655"/>
                </a:cubicBezTo>
                <a:cubicBezTo>
                  <a:pt x="10128" y="35602"/>
                  <a:pt x="10261" y="36802"/>
                  <a:pt x="11016" y="37606"/>
                </a:cubicBezTo>
                <a:lnTo>
                  <a:pt x="14592" y="41422"/>
                </a:lnTo>
                <a:cubicBezTo>
                  <a:pt x="10812" y="43762"/>
                  <a:pt x="7645" y="47542"/>
                  <a:pt x="5424" y="52521"/>
                </a:cubicBezTo>
                <a:cubicBezTo>
                  <a:pt x="3504" y="56841"/>
                  <a:pt x="2472" y="61688"/>
                  <a:pt x="2496" y="66320"/>
                </a:cubicBezTo>
                <a:cubicBezTo>
                  <a:pt x="6204" y="63164"/>
                  <a:pt x="11028" y="61268"/>
                  <a:pt x="16249" y="61268"/>
                </a:cubicBezTo>
                <a:cubicBezTo>
                  <a:pt x="16981" y="61268"/>
                  <a:pt x="17701" y="61316"/>
                  <a:pt x="18421" y="61400"/>
                </a:cubicBezTo>
                <a:cubicBezTo>
                  <a:pt x="21853" y="58172"/>
                  <a:pt x="26426" y="56265"/>
                  <a:pt x="31249" y="56265"/>
                </a:cubicBezTo>
                <a:cubicBezTo>
                  <a:pt x="34249" y="56265"/>
                  <a:pt x="37153" y="56996"/>
                  <a:pt x="39757" y="58317"/>
                </a:cubicBezTo>
                <a:cubicBezTo>
                  <a:pt x="41882" y="56769"/>
                  <a:pt x="44258" y="55569"/>
                  <a:pt x="46802" y="54813"/>
                </a:cubicBezTo>
                <a:cubicBezTo>
                  <a:pt x="42842" y="47313"/>
                  <a:pt x="35738" y="40954"/>
                  <a:pt x="27985" y="39214"/>
                </a:cubicBezTo>
                <a:lnTo>
                  <a:pt x="29857" y="33358"/>
                </a:lnTo>
                <a:cubicBezTo>
                  <a:pt x="30194" y="32315"/>
                  <a:pt x="29797" y="31175"/>
                  <a:pt x="28897" y="30551"/>
                </a:cubicBezTo>
                <a:cubicBezTo>
                  <a:pt x="28597" y="30335"/>
                  <a:pt x="26438" y="28919"/>
                  <a:pt x="22933" y="28775"/>
                </a:cubicBezTo>
                <a:close/>
                <a:moveTo>
                  <a:pt x="71307" y="40006"/>
                </a:moveTo>
                <a:cubicBezTo>
                  <a:pt x="69999" y="40054"/>
                  <a:pt x="68715" y="40354"/>
                  <a:pt x="67503" y="40918"/>
                </a:cubicBezTo>
                <a:cubicBezTo>
                  <a:pt x="65055" y="42022"/>
                  <a:pt x="63207" y="44014"/>
                  <a:pt x="62283" y="46521"/>
                </a:cubicBezTo>
                <a:lnTo>
                  <a:pt x="59330" y="54441"/>
                </a:lnTo>
                <a:cubicBezTo>
                  <a:pt x="65931" y="56036"/>
                  <a:pt x="71499" y="60416"/>
                  <a:pt x="74679" y="66320"/>
                </a:cubicBezTo>
                <a:cubicBezTo>
                  <a:pt x="75195" y="66296"/>
                  <a:pt x="75724" y="66272"/>
                  <a:pt x="76251" y="66272"/>
                </a:cubicBezTo>
                <a:cubicBezTo>
                  <a:pt x="81556" y="66272"/>
                  <a:pt x="86524" y="67712"/>
                  <a:pt x="90808" y="70243"/>
                </a:cubicBezTo>
                <a:lnTo>
                  <a:pt x="95080" y="58749"/>
                </a:lnTo>
                <a:cubicBezTo>
                  <a:pt x="96004" y="56241"/>
                  <a:pt x="95908" y="53517"/>
                  <a:pt x="94804" y="51093"/>
                </a:cubicBezTo>
                <a:cubicBezTo>
                  <a:pt x="93676" y="48670"/>
                  <a:pt x="91709" y="46822"/>
                  <a:pt x="89200" y="45898"/>
                </a:cubicBezTo>
                <a:lnTo>
                  <a:pt x="75159" y="40642"/>
                </a:lnTo>
                <a:cubicBezTo>
                  <a:pt x="73899" y="40174"/>
                  <a:pt x="72603" y="39958"/>
                  <a:pt x="71307" y="40006"/>
                </a:cubicBezTo>
                <a:close/>
                <a:moveTo>
                  <a:pt x="53750" y="58773"/>
                </a:moveTo>
                <a:cubicBezTo>
                  <a:pt x="48506" y="58773"/>
                  <a:pt x="43646" y="60908"/>
                  <a:pt x="40178" y="64592"/>
                </a:cubicBezTo>
                <a:cubicBezTo>
                  <a:pt x="37730" y="62492"/>
                  <a:pt x="34574" y="61268"/>
                  <a:pt x="31249" y="61268"/>
                </a:cubicBezTo>
                <a:cubicBezTo>
                  <a:pt x="26809" y="61268"/>
                  <a:pt x="22789" y="63356"/>
                  <a:pt x="20245" y="66800"/>
                </a:cubicBezTo>
                <a:cubicBezTo>
                  <a:pt x="18937" y="66440"/>
                  <a:pt x="17593" y="66272"/>
                  <a:pt x="16249" y="66272"/>
                </a:cubicBezTo>
                <a:cubicBezTo>
                  <a:pt x="7284" y="66272"/>
                  <a:pt x="0" y="73555"/>
                  <a:pt x="0" y="82518"/>
                </a:cubicBezTo>
                <a:lnTo>
                  <a:pt x="0" y="95009"/>
                </a:lnTo>
                <a:cubicBezTo>
                  <a:pt x="0" y="97085"/>
                  <a:pt x="1680" y="98765"/>
                  <a:pt x="3744" y="98765"/>
                </a:cubicBezTo>
                <a:lnTo>
                  <a:pt x="96256" y="98765"/>
                </a:lnTo>
                <a:cubicBezTo>
                  <a:pt x="98321" y="98765"/>
                  <a:pt x="100001" y="97085"/>
                  <a:pt x="100001" y="95009"/>
                </a:cubicBezTo>
                <a:cubicBezTo>
                  <a:pt x="100001" y="81918"/>
                  <a:pt x="89344" y="71264"/>
                  <a:pt x="76251" y="71264"/>
                </a:cubicBezTo>
                <a:cubicBezTo>
                  <a:pt x="74667" y="71264"/>
                  <a:pt x="73108" y="71420"/>
                  <a:pt x="71571" y="71731"/>
                </a:cubicBezTo>
                <a:cubicBezTo>
                  <a:pt x="69123" y="64184"/>
                  <a:pt x="62007" y="58773"/>
                  <a:pt x="53750" y="58773"/>
                </a:cubicBezTo>
                <a:close/>
                <a:moveTo>
                  <a:pt x="53750" y="71264"/>
                </a:moveTo>
                <a:cubicBezTo>
                  <a:pt x="55826" y="71264"/>
                  <a:pt x="57506" y="72943"/>
                  <a:pt x="57506" y="75019"/>
                </a:cubicBezTo>
                <a:cubicBezTo>
                  <a:pt x="57506" y="77083"/>
                  <a:pt x="55826" y="78762"/>
                  <a:pt x="53750" y="78762"/>
                </a:cubicBezTo>
                <a:cubicBezTo>
                  <a:pt x="51687" y="78762"/>
                  <a:pt x="50006" y="77083"/>
                  <a:pt x="50006" y="75019"/>
                </a:cubicBezTo>
                <a:cubicBezTo>
                  <a:pt x="50006" y="72943"/>
                  <a:pt x="51687" y="71264"/>
                  <a:pt x="53750" y="71264"/>
                </a:cubicBezTo>
                <a:close/>
                <a:moveTo>
                  <a:pt x="26245" y="73771"/>
                </a:moveTo>
                <a:cubicBezTo>
                  <a:pt x="28322" y="73771"/>
                  <a:pt x="30002" y="75451"/>
                  <a:pt x="30002" y="77515"/>
                </a:cubicBezTo>
                <a:cubicBezTo>
                  <a:pt x="30002" y="79590"/>
                  <a:pt x="28322" y="81271"/>
                  <a:pt x="26245" y="81271"/>
                </a:cubicBezTo>
                <a:cubicBezTo>
                  <a:pt x="24181" y="81271"/>
                  <a:pt x="22501" y="79590"/>
                  <a:pt x="22501" y="77515"/>
                </a:cubicBezTo>
                <a:cubicBezTo>
                  <a:pt x="22501" y="75451"/>
                  <a:pt x="24181" y="73771"/>
                  <a:pt x="26245" y="73771"/>
                </a:cubicBezTo>
                <a:close/>
                <a:moveTo>
                  <a:pt x="11245" y="83766"/>
                </a:moveTo>
                <a:cubicBezTo>
                  <a:pt x="13321" y="83766"/>
                  <a:pt x="15001" y="85446"/>
                  <a:pt x="15001" y="87510"/>
                </a:cubicBezTo>
                <a:cubicBezTo>
                  <a:pt x="15001" y="89585"/>
                  <a:pt x="13321" y="91266"/>
                  <a:pt x="11245" y="91266"/>
                </a:cubicBezTo>
                <a:cubicBezTo>
                  <a:pt x="9180" y="91266"/>
                  <a:pt x="7500" y="89585"/>
                  <a:pt x="7500" y="87510"/>
                </a:cubicBezTo>
                <a:cubicBezTo>
                  <a:pt x="7500" y="85446"/>
                  <a:pt x="9180" y="83766"/>
                  <a:pt x="11245" y="83766"/>
                </a:cubicBezTo>
                <a:close/>
                <a:moveTo>
                  <a:pt x="46250" y="83766"/>
                </a:moveTo>
                <a:cubicBezTo>
                  <a:pt x="48326" y="83766"/>
                  <a:pt x="50006" y="85446"/>
                  <a:pt x="50006" y="87510"/>
                </a:cubicBezTo>
                <a:cubicBezTo>
                  <a:pt x="50006" y="89585"/>
                  <a:pt x="48326" y="91266"/>
                  <a:pt x="46250" y="91266"/>
                </a:cubicBezTo>
                <a:cubicBezTo>
                  <a:pt x="44186" y="91266"/>
                  <a:pt x="42506" y="89585"/>
                  <a:pt x="42506" y="87510"/>
                </a:cubicBezTo>
                <a:cubicBezTo>
                  <a:pt x="42506" y="85446"/>
                  <a:pt x="44186" y="83766"/>
                  <a:pt x="46250" y="83766"/>
                </a:cubicBezTo>
                <a:close/>
                <a:moveTo>
                  <a:pt x="78748" y="83766"/>
                </a:moveTo>
                <a:cubicBezTo>
                  <a:pt x="80823" y="83766"/>
                  <a:pt x="82504" y="85446"/>
                  <a:pt x="82504" y="87510"/>
                </a:cubicBezTo>
                <a:cubicBezTo>
                  <a:pt x="82504" y="89585"/>
                  <a:pt x="80823" y="91266"/>
                  <a:pt x="78748" y="91266"/>
                </a:cubicBezTo>
                <a:cubicBezTo>
                  <a:pt x="76684" y="91266"/>
                  <a:pt x="75004" y="89585"/>
                  <a:pt x="75004" y="87510"/>
                </a:cubicBezTo>
                <a:cubicBezTo>
                  <a:pt x="75004" y="85446"/>
                  <a:pt x="76684" y="83766"/>
                  <a:pt x="78748" y="8376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3" name="Белый — SVG 16">
            <a:extLst>
              <a:ext uri="{FF2B5EF4-FFF2-40B4-BE49-F238E27FC236}">
                <a16:creationId xmlns:a16="http://schemas.microsoft.com/office/drawing/2014/main" id="{9B8F7757-3894-4F47-80EC-1AE4C6C3CD80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108324 w 151065"/>
              <a:gd name="csY0" fmla="*/ 3 h 133200"/>
              <a:gd name="csX1" fmla="*/ 78108 w 151065"/>
              <a:gd name="csY1" fmla="*/ 2402 h 133200"/>
              <a:gd name="csX2" fmla="*/ 26864 w 151065"/>
              <a:gd name="csY2" fmla="*/ 12608 h 133200"/>
              <a:gd name="csX3" fmla="*/ 7979 w 151065"/>
              <a:gd name="csY3" fmla="*/ 5787 h 133200"/>
              <a:gd name="csX4" fmla="*/ 6465 w 151065"/>
              <a:gd name="csY4" fmla="*/ 5940 h 133200"/>
              <a:gd name="csX5" fmla="*/ 5632 w 151065"/>
              <a:gd name="csY5" fmla="*/ 7199 h 133200"/>
              <a:gd name="csX6" fmla="*/ 17 w 151065"/>
              <a:gd name="csY6" fmla="*/ 45270 h 133200"/>
              <a:gd name="csX7" fmla="*/ 0 w 151065"/>
              <a:gd name="csY7" fmla="*/ 45525 h 133200"/>
              <a:gd name="csX8" fmla="*/ 1378 w 151065"/>
              <a:gd name="csY8" fmla="*/ 47243 h 133200"/>
              <a:gd name="csX9" fmla="*/ 25503 w 151065"/>
              <a:gd name="csY9" fmla="*/ 52772 h 133200"/>
              <a:gd name="csX10" fmla="*/ 59173 w 151065"/>
              <a:gd name="csY10" fmla="*/ 56429 h 133200"/>
              <a:gd name="csX11" fmla="*/ 60057 w 151065"/>
              <a:gd name="csY11" fmla="*/ 56140 h 133200"/>
              <a:gd name="csX12" fmla="*/ 92383 w 151065"/>
              <a:gd name="csY12" fmla="*/ 39894 h 133200"/>
              <a:gd name="csX13" fmla="*/ 92808 w 151065"/>
              <a:gd name="csY13" fmla="*/ 39707 h 133200"/>
              <a:gd name="csX14" fmla="*/ 95717 w 151065"/>
              <a:gd name="csY14" fmla="*/ 37053 h 133200"/>
              <a:gd name="csX15" fmla="*/ 95888 w 151065"/>
              <a:gd name="csY15" fmla="*/ 31338 h 133200"/>
              <a:gd name="csX16" fmla="*/ 88044 w 151065"/>
              <a:gd name="csY16" fmla="*/ 27323 h 133200"/>
              <a:gd name="csX17" fmla="*/ 57199 w 151065"/>
              <a:gd name="csY17" fmla="*/ 33566 h 133200"/>
              <a:gd name="csX18" fmla="*/ 53014 w 151065"/>
              <a:gd name="csY18" fmla="*/ 30793 h 133200"/>
              <a:gd name="csX19" fmla="*/ 52946 w 151065"/>
              <a:gd name="csY19" fmla="*/ 30079 h 133200"/>
              <a:gd name="csX20" fmla="*/ 55787 w 151065"/>
              <a:gd name="csY20" fmla="*/ 26608 h 133200"/>
              <a:gd name="csX21" fmla="*/ 86360 w 151065"/>
              <a:gd name="csY21" fmla="*/ 20451 h 133200"/>
              <a:gd name="csX22" fmla="*/ 102523 w 151065"/>
              <a:gd name="csY22" fmla="*/ 28854 h 133200"/>
              <a:gd name="csX23" fmla="*/ 103339 w 151065"/>
              <a:gd name="csY23" fmla="*/ 33039 h 133200"/>
              <a:gd name="csX24" fmla="*/ 112493 w 151065"/>
              <a:gd name="csY24" fmla="*/ 31644 h 133200"/>
              <a:gd name="csX25" fmla="*/ 136941 w 151065"/>
              <a:gd name="csY25" fmla="*/ 37462 h 133200"/>
              <a:gd name="csX26" fmla="*/ 150603 w 151065"/>
              <a:gd name="csY26" fmla="*/ 29858 h 133200"/>
              <a:gd name="csX27" fmla="*/ 143763 w 151065"/>
              <a:gd name="csY27" fmla="*/ 15892 h 133200"/>
              <a:gd name="csX28" fmla="*/ 109192 w 151065"/>
              <a:gd name="csY28" fmla="*/ 156 h 133200"/>
              <a:gd name="csX29" fmla="*/ 108324 w 151065"/>
              <a:gd name="csY29" fmla="*/ 3 h 133200"/>
              <a:gd name="csX30" fmla="*/ 46141 w 151065"/>
              <a:gd name="csY30" fmla="*/ 68235 h 133200"/>
              <a:gd name="csX31" fmla="*/ 41717 w 151065"/>
              <a:gd name="csY31" fmla="*/ 70736 h 133200"/>
              <a:gd name="csX32" fmla="*/ 42414 w 151065"/>
              <a:gd name="csY32" fmla="*/ 77268 h 133200"/>
              <a:gd name="csX33" fmla="*/ 54137 w 151065"/>
              <a:gd name="csY33" fmla="*/ 91659 h 133200"/>
              <a:gd name="csX34" fmla="*/ 79878 w 151065"/>
              <a:gd name="csY34" fmla="*/ 127876 h 133200"/>
              <a:gd name="csX35" fmla="*/ 78636 w 151065"/>
              <a:gd name="csY35" fmla="*/ 133200 h 133200"/>
              <a:gd name="csX36" fmla="*/ 96279 w 151065"/>
              <a:gd name="csY36" fmla="*/ 133200 h 133200"/>
              <a:gd name="csX37" fmla="*/ 101587 w 151065"/>
              <a:gd name="csY37" fmla="*/ 127876 h 133200"/>
              <a:gd name="csX38" fmla="*/ 47893 w 151065"/>
              <a:gd name="csY38" fmla="*/ 68507 h 133200"/>
              <a:gd name="csX39" fmla="*/ 46141 w 151065"/>
              <a:gd name="csY39" fmla="*/ 68235 h 133200"/>
              <a:gd name="csX40" fmla="*/ 136975 w 151065"/>
              <a:gd name="csY40" fmla="*/ 72130 h 133200"/>
              <a:gd name="csX41" fmla="*/ 92213 w 151065"/>
              <a:gd name="csY41" fmla="*/ 87083 h 133200"/>
              <a:gd name="csX42" fmla="*/ 108681 w 151065"/>
              <a:gd name="csY42" fmla="*/ 127893 h 133200"/>
              <a:gd name="csX43" fmla="*/ 107422 w 151065"/>
              <a:gd name="csY43" fmla="*/ 133200 h 133200"/>
              <a:gd name="csX44" fmla="*/ 117172 w 151065"/>
              <a:gd name="csY44" fmla="*/ 133200 h 133200"/>
              <a:gd name="csX45" fmla="*/ 122497 w 151065"/>
              <a:gd name="csY45" fmla="*/ 127893 h 133200"/>
              <a:gd name="csX46" fmla="*/ 122480 w 151065"/>
              <a:gd name="csY46" fmla="*/ 126634 h 133200"/>
              <a:gd name="csX47" fmla="*/ 140207 w 151065"/>
              <a:gd name="csY47" fmla="*/ 81894 h 133200"/>
              <a:gd name="csX48" fmla="*/ 142368 w 151065"/>
              <a:gd name="csY48" fmla="*/ 75754 h 133200"/>
              <a:gd name="csX49" fmla="*/ 136975 w 151065"/>
              <a:gd name="csY49" fmla="*/ 72130 h 133200"/>
              <a:gd name="csX50" fmla="*/ 145073 w 151065"/>
              <a:gd name="csY50" fmla="*/ 87066 h 133200"/>
              <a:gd name="csX51" fmla="*/ 144052 w 151065"/>
              <a:gd name="csY51" fmla="*/ 87848 h 133200"/>
              <a:gd name="csX52" fmla="*/ 129574 w 151065"/>
              <a:gd name="csY52" fmla="*/ 126498 h 133200"/>
              <a:gd name="csX53" fmla="*/ 129574 w 151065"/>
              <a:gd name="csY53" fmla="*/ 127824 h 133200"/>
              <a:gd name="csX54" fmla="*/ 128332 w 151065"/>
              <a:gd name="csY54" fmla="*/ 133200 h 133200"/>
              <a:gd name="csX55" fmla="*/ 139561 w 151065"/>
              <a:gd name="csY55" fmla="*/ 133200 h 133200"/>
              <a:gd name="csX56" fmla="*/ 143780 w 151065"/>
              <a:gd name="csY56" fmla="*/ 131108 h 133200"/>
              <a:gd name="csX57" fmla="*/ 144682 w 151065"/>
              <a:gd name="csY57" fmla="*/ 126464 h 133200"/>
              <a:gd name="csX58" fmla="*/ 149633 w 151065"/>
              <a:gd name="csY58" fmla="*/ 95895 h 133200"/>
              <a:gd name="csX59" fmla="*/ 150331 w 151065"/>
              <a:gd name="csY59" fmla="*/ 89584 h 133200"/>
              <a:gd name="csX60" fmla="*/ 145073 w 151065"/>
              <a:gd name="csY60" fmla="*/ 87066 h 133200"/>
              <a:gd name="csX61" fmla="*/ 23019 w 151065"/>
              <a:gd name="csY61" fmla="*/ 88444 h 133200"/>
              <a:gd name="csX62" fmla="*/ 18715 w 151065"/>
              <a:gd name="csY62" fmla="*/ 91302 h 133200"/>
              <a:gd name="csX63" fmla="*/ 20042 w 151065"/>
              <a:gd name="csY63" fmla="*/ 97851 h 133200"/>
              <a:gd name="csX64" fmla="*/ 36460 w 151065"/>
              <a:gd name="csY64" fmla="*/ 126719 h 133200"/>
              <a:gd name="csX65" fmla="*/ 37464 w 151065"/>
              <a:gd name="csY65" fmla="*/ 131176 h 133200"/>
              <a:gd name="csX66" fmla="*/ 41649 w 151065"/>
              <a:gd name="csY66" fmla="*/ 133200 h 133200"/>
              <a:gd name="csX67" fmla="*/ 67475 w 151065"/>
              <a:gd name="csY67" fmla="*/ 133200 h 133200"/>
              <a:gd name="csX68" fmla="*/ 72800 w 151065"/>
              <a:gd name="csY68" fmla="*/ 127876 h 133200"/>
              <a:gd name="csX69" fmla="*/ 24840 w 151065"/>
              <a:gd name="csY69" fmla="*/ 88631 h 133200"/>
              <a:gd name="csX70" fmla="*/ 23019 w 151065"/>
              <a:gd name="csY70" fmla="*/ 88444 h 133200"/>
            </a:gdLst>
            <a:ahLst/>
            <a:cxnLst/>
            <a:rect l="l" t="t" r="r" b="b"/>
            <a:pathLst>
              <a:path w="100000" h="100000">
                <a:moveTo>
                  <a:pt x="71707" y="5915"/>
                </a:moveTo>
                <a:lnTo>
                  <a:pt x="51705" y="7503"/>
                </a:lnTo>
                <a:lnTo>
                  <a:pt x="17783" y="14259"/>
                </a:lnTo>
                <a:lnTo>
                  <a:pt x="5282" y="9744"/>
                </a:lnTo>
                <a:cubicBezTo>
                  <a:pt x="4955" y="9620"/>
                  <a:pt x="4584" y="9665"/>
                  <a:pt x="4280" y="9845"/>
                </a:cubicBezTo>
                <a:cubicBezTo>
                  <a:pt x="3976" y="10014"/>
                  <a:pt x="3773" y="10329"/>
                  <a:pt x="3728" y="10679"/>
                </a:cubicBezTo>
                <a:lnTo>
                  <a:pt x="11" y="35880"/>
                </a:lnTo>
                <a:cubicBezTo>
                  <a:pt x="0" y="35937"/>
                  <a:pt x="0" y="35993"/>
                  <a:pt x="0" y="36049"/>
                </a:cubicBezTo>
                <a:cubicBezTo>
                  <a:pt x="0" y="36589"/>
                  <a:pt x="372" y="37074"/>
                  <a:pt x="912" y="37186"/>
                </a:cubicBezTo>
                <a:lnTo>
                  <a:pt x="16882" y="40846"/>
                </a:lnTo>
                <a:cubicBezTo>
                  <a:pt x="18358" y="41781"/>
                  <a:pt x="27627" y="47141"/>
                  <a:pt x="39171" y="43267"/>
                </a:cubicBezTo>
                <a:lnTo>
                  <a:pt x="39756" y="43076"/>
                </a:lnTo>
                <a:lnTo>
                  <a:pt x="61154" y="32322"/>
                </a:lnTo>
                <a:cubicBezTo>
                  <a:pt x="61244" y="32265"/>
                  <a:pt x="61335" y="32231"/>
                  <a:pt x="61436" y="32198"/>
                </a:cubicBezTo>
                <a:cubicBezTo>
                  <a:pt x="62303" y="31894"/>
                  <a:pt x="62956" y="31297"/>
                  <a:pt x="63361" y="30441"/>
                </a:cubicBezTo>
                <a:cubicBezTo>
                  <a:pt x="63880" y="29315"/>
                  <a:pt x="63925" y="27863"/>
                  <a:pt x="63475" y="26658"/>
                </a:cubicBezTo>
                <a:cubicBezTo>
                  <a:pt x="62686" y="24563"/>
                  <a:pt x="60411" y="23392"/>
                  <a:pt x="58282" y="24000"/>
                </a:cubicBezTo>
                <a:lnTo>
                  <a:pt x="37864" y="28133"/>
                </a:lnTo>
                <a:cubicBezTo>
                  <a:pt x="36592" y="28380"/>
                  <a:pt x="35352" y="27570"/>
                  <a:pt x="35094" y="26297"/>
                </a:cubicBezTo>
                <a:cubicBezTo>
                  <a:pt x="35071" y="26139"/>
                  <a:pt x="35048" y="25982"/>
                  <a:pt x="35048" y="25824"/>
                </a:cubicBezTo>
                <a:cubicBezTo>
                  <a:pt x="35048" y="24732"/>
                  <a:pt x="35814" y="23752"/>
                  <a:pt x="36929" y="23527"/>
                </a:cubicBezTo>
                <a:lnTo>
                  <a:pt x="57167" y="19451"/>
                </a:lnTo>
                <a:cubicBezTo>
                  <a:pt x="61447" y="18223"/>
                  <a:pt x="66234" y="20656"/>
                  <a:pt x="67867" y="25013"/>
                </a:cubicBezTo>
                <a:cubicBezTo>
                  <a:pt x="68204" y="25892"/>
                  <a:pt x="68351" y="26838"/>
                  <a:pt x="68407" y="27784"/>
                </a:cubicBezTo>
                <a:lnTo>
                  <a:pt x="74467" y="26860"/>
                </a:lnTo>
                <a:lnTo>
                  <a:pt x="90650" y="30712"/>
                </a:lnTo>
                <a:cubicBezTo>
                  <a:pt x="95572" y="31883"/>
                  <a:pt x="98736" y="29022"/>
                  <a:pt x="99694" y="25678"/>
                </a:cubicBezTo>
                <a:cubicBezTo>
                  <a:pt x="100663" y="22243"/>
                  <a:pt x="99367" y="17829"/>
                  <a:pt x="95166" y="16433"/>
                </a:cubicBezTo>
                <a:lnTo>
                  <a:pt x="72281" y="6016"/>
                </a:lnTo>
                <a:cubicBezTo>
                  <a:pt x="72101" y="5938"/>
                  <a:pt x="71910" y="5904"/>
                  <a:pt x="71707" y="5915"/>
                </a:cubicBezTo>
                <a:close/>
                <a:moveTo>
                  <a:pt x="30544" y="51082"/>
                </a:moveTo>
                <a:cubicBezTo>
                  <a:pt x="29372" y="51105"/>
                  <a:pt x="28257" y="51701"/>
                  <a:pt x="27615" y="52738"/>
                </a:cubicBezTo>
                <a:cubicBezTo>
                  <a:pt x="26748" y="54111"/>
                  <a:pt x="26939" y="55901"/>
                  <a:pt x="28077" y="57062"/>
                </a:cubicBezTo>
                <a:cubicBezTo>
                  <a:pt x="31433" y="60496"/>
                  <a:pt x="33933" y="63660"/>
                  <a:pt x="35837" y="66588"/>
                </a:cubicBezTo>
                <a:cubicBezTo>
                  <a:pt x="45781" y="71543"/>
                  <a:pt x="52877" y="78716"/>
                  <a:pt x="52877" y="90563"/>
                </a:cubicBezTo>
                <a:cubicBezTo>
                  <a:pt x="52877" y="91824"/>
                  <a:pt x="52561" y="93017"/>
                  <a:pt x="52054" y="94087"/>
                </a:cubicBezTo>
                <a:lnTo>
                  <a:pt x="63733" y="94087"/>
                </a:lnTo>
                <a:cubicBezTo>
                  <a:pt x="65670" y="94087"/>
                  <a:pt x="67247" y="92510"/>
                  <a:pt x="67247" y="90563"/>
                </a:cubicBezTo>
                <a:cubicBezTo>
                  <a:pt x="67247" y="82297"/>
                  <a:pt x="63779" y="61915"/>
                  <a:pt x="31704" y="51262"/>
                </a:cubicBezTo>
                <a:cubicBezTo>
                  <a:pt x="31320" y="51139"/>
                  <a:pt x="30926" y="51082"/>
                  <a:pt x="30544" y="51082"/>
                </a:cubicBezTo>
                <a:close/>
                <a:moveTo>
                  <a:pt x="90673" y="53661"/>
                </a:moveTo>
                <a:cubicBezTo>
                  <a:pt x="75998" y="54629"/>
                  <a:pt x="66808" y="58807"/>
                  <a:pt x="61042" y="63559"/>
                </a:cubicBezTo>
                <a:cubicBezTo>
                  <a:pt x="70480" y="73840"/>
                  <a:pt x="71943" y="84819"/>
                  <a:pt x="71943" y="90574"/>
                </a:cubicBezTo>
                <a:cubicBezTo>
                  <a:pt x="71943" y="91835"/>
                  <a:pt x="71628" y="93017"/>
                  <a:pt x="71110" y="94087"/>
                </a:cubicBezTo>
                <a:lnTo>
                  <a:pt x="77564" y="94087"/>
                </a:lnTo>
                <a:cubicBezTo>
                  <a:pt x="79512" y="94087"/>
                  <a:pt x="81089" y="92521"/>
                  <a:pt x="81089" y="90574"/>
                </a:cubicBezTo>
                <a:lnTo>
                  <a:pt x="81078" y="89741"/>
                </a:lnTo>
                <a:cubicBezTo>
                  <a:pt x="80829" y="75687"/>
                  <a:pt x="84997" y="65170"/>
                  <a:pt x="92812" y="60124"/>
                </a:cubicBezTo>
                <a:cubicBezTo>
                  <a:pt x="94164" y="59258"/>
                  <a:pt x="94750" y="57580"/>
                  <a:pt x="94243" y="56060"/>
                </a:cubicBezTo>
                <a:cubicBezTo>
                  <a:pt x="93748" y="54539"/>
                  <a:pt x="92261" y="53526"/>
                  <a:pt x="90673" y="53661"/>
                </a:cubicBezTo>
                <a:close/>
                <a:moveTo>
                  <a:pt x="96033" y="63548"/>
                </a:moveTo>
                <a:cubicBezTo>
                  <a:pt x="95820" y="63717"/>
                  <a:pt x="95606" y="63908"/>
                  <a:pt x="95358" y="64065"/>
                </a:cubicBezTo>
                <a:cubicBezTo>
                  <a:pt x="88961" y="68199"/>
                  <a:pt x="85549" y="77286"/>
                  <a:pt x="85774" y="89650"/>
                </a:cubicBezTo>
                <a:lnTo>
                  <a:pt x="85774" y="90528"/>
                </a:lnTo>
                <a:cubicBezTo>
                  <a:pt x="85774" y="91812"/>
                  <a:pt x="85470" y="93006"/>
                  <a:pt x="84952" y="94087"/>
                </a:cubicBezTo>
                <a:lnTo>
                  <a:pt x="92385" y="94087"/>
                </a:lnTo>
                <a:cubicBezTo>
                  <a:pt x="93488" y="94087"/>
                  <a:pt x="94513" y="93569"/>
                  <a:pt x="95178" y="92702"/>
                </a:cubicBezTo>
                <a:cubicBezTo>
                  <a:pt x="95842" y="91824"/>
                  <a:pt x="96067" y="90686"/>
                  <a:pt x="95775" y="89628"/>
                </a:cubicBezTo>
                <a:cubicBezTo>
                  <a:pt x="95741" y="89504"/>
                  <a:pt x="92295" y="76633"/>
                  <a:pt x="99052" y="69392"/>
                </a:cubicBezTo>
                <a:cubicBezTo>
                  <a:pt x="100122" y="68255"/>
                  <a:pt x="100303" y="66554"/>
                  <a:pt x="99514" y="65215"/>
                </a:cubicBezTo>
                <a:cubicBezTo>
                  <a:pt x="98793" y="63987"/>
                  <a:pt x="97430" y="63368"/>
                  <a:pt x="96033" y="63548"/>
                </a:cubicBezTo>
                <a:close/>
                <a:moveTo>
                  <a:pt x="15238" y="64460"/>
                </a:moveTo>
                <a:cubicBezTo>
                  <a:pt x="14056" y="64550"/>
                  <a:pt x="12963" y="65248"/>
                  <a:pt x="12389" y="66352"/>
                </a:cubicBezTo>
                <a:cubicBezTo>
                  <a:pt x="11623" y="67827"/>
                  <a:pt x="11994" y="69629"/>
                  <a:pt x="13267" y="70687"/>
                </a:cubicBezTo>
                <a:cubicBezTo>
                  <a:pt x="25645" y="80901"/>
                  <a:pt x="24225" y="89335"/>
                  <a:pt x="24135" y="89797"/>
                </a:cubicBezTo>
                <a:cubicBezTo>
                  <a:pt x="23898" y="90833"/>
                  <a:pt x="24147" y="91914"/>
                  <a:pt x="24800" y="92747"/>
                </a:cubicBezTo>
                <a:cubicBezTo>
                  <a:pt x="25476" y="93592"/>
                  <a:pt x="26489" y="94087"/>
                  <a:pt x="27570" y="94087"/>
                </a:cubicBezTo>
                <a:lnTo>
                  <a:pt x="44666" y="94087"/>
                </a:lnTo>
                <a:cubicBezTo>
                  <a:pt x="46614" y="94087"/>
                  <a:pt x="48191" y="92510"/>
                  <a:pt x="48191" y="90563"/>
                </a:cubicBezTo>
                <a:cubicBezTo>
                  <a:pt x="48191" y="76238"/>
                  <a:pt x="35499" y="69809"/>
                  <a:pt x="16443" y="64584"/>
                </a:cubicBezTo>
                <a:cubicBezTo>
                  <a:pt x="16049" y="64471"/>
                  <a:pt x="15632" y="64437"/>
                  <a:pt x="15238" y="6446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4" name="Белый — SVG 17">
            <a:extLst>
              <a:ext uri="{FF2B5EF4-FFF2-40B4-BE49-F238E27FC236}">
                <a16:creationId xmlns:a16="http://schemas.microsoft.com/office/drawing/2014/main" id="{1955D564-C0A8-FA45-89E4-9053126D8612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106266 w 130942"/>
              <a:gd name="csY0" fmla="*/ 6262 h 143847"/>
              <a:gd name="csX1" fmla="*/ 89031 w 130942"/>
              <a:gd name="csY1" fmla="*/ 631 h 143847"/>
              <a:gd name="csX2" fmla="*/ 6669 w 130942"/>
              <a:gd name="csY2" fmla="*/ 51001 h 143847"/>
              <a:gd name="csX3" fmla="*/ 0 w 130942"/>
              <a:gd name="csY3" fmla="*/ 77215 h 143847"/>
              <a:gd name="csX4" fmla="*/ 31458 w 130942"/>
              <a:gd name="csY4" fmla="*/ 120849 h 143847"/>
              <a:gd name="csX5" fmla="*/ 7043 w 130942"/>
              <a:gd name="csY5" fmla="*/ 133471 h 143847"/>
              <a:gd name="csX6" fmla="*/ 3573 w 130942"/>
              <a:gd name="csY6" fmla="*/ 140139 h 143847"/>
              <a:gd name="csX7" fmla="*/ 8643 w 130942"/>
              <a:gd name="csY7" fmla="*/ 143848 h 143847"/>
              <a:gd name="csX8" fmla="*/ 10259 w 130942"/>
              <a:gd name="csY8" fmla="*/ 143592 h 143847"/>
              <a:gd name="csX9" fmla="*/ 52793 w 130942"/>
              <a:gd name="csY9" fmla="*/ 115898 h 143847"/>
              <a:gd name="csX10" fmla="*/ 84965 w 130942"/>
              <a:gd name="csY10" fmla="*/ 52447 h 143847"/>
              <a:gd name="csX11" fmla="*/ 91209 w 130942"/>
              <a:gd name="csY11" fmla="*/ 48262 h 143847"/>
              <a:gd name="csX12" fmla="*/ 95377 w 130942"/>
              <a:gd name="csY12" fmla="*/ 54505 h 143847"/>
              <a:gd name="csX13" fmla="*/ 55260 w 130942"/>
              <a:gd name="csY13" fmla="*/ 128470 h 143847"/>
              <a:gd name="csX14" fmla="*/ 55260 w 130942"/>
              <a:gd name="csY14" fmla="*/ 128504 h 143847"/>
              <a:gd name="csX15" fmla="*/ 56825 w 130942"/>
              <a:gd name="csY15" fmla="*/ 130341 h 143847"/>
              <a:gd name="csX16" fmla="*/ 82906 w 130942"/>
              <a:gd name="csY16" fmla="*/ 138523 h 143847"/>
              <a:gd name="csX17" fmla="*/ 83298 w 130942"/>
              <a:gd name="csY17" fmla="*/ 138523 h 143847"/>
              <a:gd name="csX18" fmla="*/ 130935 w 130942"/>
              <a:gd name="csY18" fmla="*/ 75769 h 143847"/>
              <a:gd name="csX19" fmla="*/ 106266 w 130942"/>
              <a:gd name="csY19" fmla="*/ 6262 h 143847"/>
            </a:gdLst>
            <a:ahLst/>
            <a:cxnLst/>
            <a:rect l="l" t="t" r="r" b="b"/>
            <a:pathLst>
              <a:path w="100000" h="100000">
                <a:moveTo>
                  <a:pt x="78360" y="4353"/>
                </a:moveTo>
                <a:cubicBezTo>
                  <a:pt x="75604" y="734"/>
                  <a:pt x="70790" y="-838"/>
                  <a:pt x="66379" y="439"/>
                </a:cubicBezTo>
                <a:cubicBezTo>
                  <a:pt x="53723" y="4164"/>
                  <a:pt x="22818" y="14996"/>
                  <a:pt x="9122" y="35455"/>
                </a:cubicBezTo>
                <a:cubicBezTo>
                  <a:pt x="5030" y="42255"/>
                  <a:pt x="4486" y="48487"/>
                  <a:pt x="4486" y="53679"/>
                </a:cubicBezTo>
                <a:cubicBezTo>
                  <a:pt x="4486" y="68910"/>
                  <a:pt x="15757" y="80039"/>
                  <a:pt x="26355" y="84012"/>
                </a:cubicBezTo>
                <a:cubicBezTo>
                  <a:pt x="21151" y="87867"/>
                  <a:pt x="15461" y="90847"/>
                  <a:pt x="9382" y="92787"/>
                </a:cubicBezTo>
                <a:cubicBezTo>
                  <a:pt x="7430" y="93401"/>
                  <a:pt x="6354" y="95483"/>
                  <a:pt x="6970" y="97422"/>
                </a:cubicBezTo>
                <a:cubicBezTo>
                  <a:pt x="7478" y="98995"/>
                  <a:pt x="8933" y="100001"/>
                  <a:pt x="10494" y="100001"/>
                </a:cubicBezTo>
                <a:cubicBezTo>
                  <a:pt x="10872" y="100001"/>
                  <a:pt x="11251" y="99941"/>
                  <a:pt x="11618" y="99823"/>
                </a:cubicBezTo>
                <a:cubicBezTo>
                  <a:pt x="22854" y="96252"/>
                  <a:pt x="32895" y="89606"/>
                  <a:pt x="41186" y="80570"/>
                </a:cubicBezTo>
                <a:cubicBezTo>
                  <a:pt x="52316" y="69087"/>
                  <a:pt x="60016" y="54152"/>
                  <a:pt x="63552" y="36460"/>
                </a:cubicBezTo>
                <a:cubicBezTo>
                  <a:pt x="63942" y="34438"/>
                  <a:pt x="65893" y="33137"/>
                  <a:pt x="67893" y="33551"/>
                </a:cubicBezTo>
                <a:cubicBezTo>
                  <a:pt x="69903" y="33941"/>
                  <a:pt x="71192" y="35892"/>
                  <a:pt x="70790" y="37891"/>
                </a:cubicBezTo>
                <a:cubicBezTo>
                  <a:pt x="66579" y="58953"/>
                  <a:pt x="56975" y="76467"/>
                  <a:pt x="42901" y="89310"/>
                </a:cubicBezTo>
                <a:cubicBezTo>
                  <a:pt x="42901" y="89310"/>
                  <a:pt x="42901" y="89310"/>
                  <a:pt x="42901" y="89334"/>
                </a:cubicBezTo>
                <a:cubicBezTo>
                  <a:pt x="43150" y="89818"/>
                  <a:pt x="43516" y="90267"/>
                  <a:pt x="43989" y="90611"/>
                </a:cubicBezTo>
                <a:cubicBezTo>
                  <a:pt x="51251" y="96181"/>
                  <a:pt x="57886" y="96299"/>
                  <a:pt x="62121" y="96299"/>
                </a:cubicBezTo>
                <a:lnTo>
                  <a:pt x="62393" y="96299"/>
                </a:lnTo>
                <a:cubicBezTo>
                  <a:pt x="85657" y="95388"/>
                  <a:pt x="95781" y="73735"/>
                  <a:pt x="95509" y="52673"/>
                </a:cubicBezTo>
                <a:cubicBezTo>
                  <a:pt x="95332" y="40552"/>
                  <a:pt x="90755" y="20614"/>
                  <a:pt x="78360" y="435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5" name="Белый — SVG 18">
            <a:extLst>
              <a:ext uri="{FF2B5EF4-FFF2-40B4-BE49-F238E27FC236}">
                <a16:creationId xmlns:a16="http://schemas.microsoft.com/office/drawing/2014/main" id="{6D7263F6-BE90-D340-BB64-FB8516DF3B5B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12390 w 148416"/>
              <a:gd name="csY0" fmla="*/ 4870 h 148391"/>
              <a:gd name="csX1" fmla="*/ 4870 w 148416"/>
              <a:gd name="csY1" fmla="*/ 4870 h 148391"/>
              <a:gd name="csX2" fmla="*/ 4870 w 148416"/>
              <a:gd name="csY2" fmla="*/ 12388 h 148391"/>
              <a:gd name="csX3" fmla="*/ 56914 w 148416"/>
              <a:gd name="csY3" fmla="*/ 64408 h 148391"/>
              <a:gd name="csX4" fmla="*/ 2080 w 148416"/>
              <a:gd name="csY4" fmla="*/ 77847 h 148391"/>
              <a:gd name="csX5" fmla="*/ 2080 w 148416"/>
              <a:gd name="csY5" fmla="*/ 87866 h 148391"/>
              <a:gd name="csX6" fmla="*/ 12101 w 148416"/>
              <a:gd name="csY6" fmla="*/ 87866 h 148391"/>
              <a:gd name="csX7" fmla="*/ 68041 w 148416"/>
              <a:gd name="csY7" fmla="*/ 80348 h 148391"/>
              <a:gd name="csX8" fmla="*/ 70133 w 148416"/>
              <a:gd name="csY8" fmla="*/ 95181 h 148391"/>
              <a:gd name="csX9" fmla="*/ 61440 w 148416"/>
              <a:gd name="csY9" fmla="*/ 86489 h 148391"/>
              <a:gd name="csX10" fmla="*/ 39560 w 148416"/>
              <a:gd name="csY10" fmla="*/ 84668 h 148391"/>
              <a:gd name="csX11" fmla="*/ 70270 w 148416"/>
              <a:gd name="csY11" fmla="*/ 115374 h 148391"/>
              <a:gd name="csX12" fmla="*/ 68398 w 148416"/>
              <a:gd name="csY12" fmla="*/ 123522 h 148391"/>
              <a:gd name="csX13" fmla="*/ 30594 w 148416"/>
              <a:gd name="csY13" fmla="*/ 85723 h 148391"/>
              <a:gd name="csX14" fmla="*/ 17426 w 148416"/>
              <a:gd name="csY14" fmla="*/ 92595 h 148391"/>
              <a:gd name="csX15" fmla="*/ 60810 w 148416"/>
              <a:gd name="csY15" fmla="*/ 135974 h 148391"/>
              <a:gd name="csX16" fmla="*/ 60538 w 148416"/>
              <a:gd name="csY16" fmla="*/ 136297 h 148391"/>
              <a:gd name="csX17" fmla="*/ 60538 w 148416"/>
              <a:gd name="csY17" fmla="*/ 146317 h 148391"/>
              <a:gd name="csX18" fmla="*/ 65540 w 148416"/>
              <a:gd name="csY18" fmla="*/ 148392 h 148391"/>
              <a:gd name="csX19" fmla="*/ 70559 w 148416"/>
              <a:gd name="csY19" fmla="*/ 146317 h 148391"/>
              <a:gd name="csX20" fmla="*/ 83983 w 148416"/>
              <a:gd name="csY20" fmla="*/ 91490 h 148391"/>
              <a:gd name="csX21" fmla="*/ 136026 w 148416"/>
              <a:gd name="csY21" fmla="*/ 143527 h 148391"/>
              <a:gd name="csX22" fmla="*/ 139786 w 148416"/>
              <a:gd name="csY22" fmla="*/ 145075 h 148391"/>
              <a:gd name="csX23" fmla="*/ 143546 w 148416"/>
              <a:gd name="csY23" fmla="*/ 143527 h 148391"/>
              <a:gd name="csX24" fmla="*/ 143546 w 148416"/>
              <a:gd name="csY24" fmla="*/ 136008 h 148391"/>
              <a:gd name="csX25" fmla="*/ 12390 w 148416"/>
              <a:gd name="csY25" fmla="*/ 4870 h 148391"/>
              <a:gd name="csX26" fmla="*/ 146337 w 148416"/>
              <a:gd name="csY26" fmla="*/ 60530 h 148391"/>
              <a:gd name="csX27" fmla="*/ 136316 w 148416"/>
              <a:gd name="csY27" fmla="*/ 60530 h 148391"/>
              <a:gd name="csX28" fmla="*/ 136009 w 148416"/>
              <a:gd name="csY28" fmla="*/ 60802 h 148391"/>
              <a:gd name="csX29" fmla="*/ 92608 w 148416"/>
              <a:gd name="csY29" fmla="*/ 17424 h 148391"/>
              <a:gd name="csX30" fmla="*/ 85735 w 148416"/>
              <a:gd name="csY30" fmla="*/ 30590 h 148391"/>
              <a:gd name="csX31" fmla="*/ 123539 w 148416"/>
              <a:gd name="csY31" fmla="*/ 68389 h 148391"/>
              <a:gd name="csX32" fmla="*/ 113348 w 148416"/>
              <a:gd name="csY32" fmla="*/ 70515 h 148391"/>
              <a:gd name="csX33" fmla="*/ 84646 w 148416"/>
              <a:gd name="csY33" fmla="*/ 41818 h 148391"/>
              <a:gd name="csX34" fmla="*/ 86926 w 148416"/>
              <a:gd name="csY34" fmla="*/ 64136 h 148391"/>
              <a:gd name="csX35" fmla="*/ 107716 w 148416"/>
              <a:gd name="csY35" fmla="*/ 85009 h 148391"/>
              <a:gd name="csX36" fmla="*/ 146337 w 148416"/>
              <a:gd name="csY36" fmla="*/ 70549 h 148391"/>
              <a:gd name="csX37" fmla="*/ 146337 w 148416"/>
              <a:gd name="csY37" fmla="*/ 60530 h 148391"/>
              <a:gd name="csX38" fmla="*/ 87878 w 148416"/>
              <a:gd name="csY38" fmla="*/ 12099 h 148391"/>
              <a:gd name="csX39" fmla="*/ 87878 w 148416"/>
              <a:gd name="csY39" fmla="*/ 2079 h 148391"/>
              <a:gd name="csX40" fmla="*/ 77858 w 148416"/>
              <a:gd name="csY40" fmla="*/ 2079 h 148391"/>
              <a:gd name="csX41" fmla="*/ 63379 w 148416"/>
              <a:gd name="csY41" fmla="*/ 40678 h 148391"/>
              <a:gd name="csX42" fmla="*/ 78572 w 148416"/>
              <a:gd name="csY42" fmla="*/ 55869 h 148391"/>
              <a:gd name="csX43" fmla="*/ 87878 w 148416"/>
              <a:gd name="csY43" fmla="*/ 12099 h 148391"/>
            </a:gdLst>
            <a:ahLst/>
            <a:cxnLst/>
            <a:rect l="l" t="t" r="r" b="b"/>
            <a:pathLst>
              <a:path w="100000" h="100000">
                <a:moveTo>
                  <a:pt x="8348" y="3290"/>
                </a:moveTo>
                <a:cubicBezTo>
                  <a:pt x="6949" y="1891"/>
                  <a:pt x="4680" y="1891"/>
                  <a:pt x="3281" y="3290"/>
                </a:cubicBezTo>
                <a:cubicBezTo>
                  <a:pt x="1883" y="4688"/>
                  <a:pt x="1883" y="6957"/>
                  <a:pt x="3281" y="8355"/>
                </a:cubicBezTo>
                <a:lnTo>
                  <a:pt x="38348" y="43405"/>
                </a:lnTo>
                <a:cubicBezTo>
                  <a:pt x="24729" y="41766"/>
                  <a:pt x="11547" y="42317"/>
                  <a:pt x="1401" y="52460"/>
                </a:cubicBezTo>
                <a:cubicBezTo>
                  <a:pt x="-467" y="54317"/>
                  <a:pt x="-467" y="57343"/>
                  <a:pt x="1401" y="59211"/>
                </a:cubicBezTo>
                <a:cubicBezTo>
                  <a:pt x="3270" y="61079"/>
                  <a:pt x="6284" y="61079"/>
                  <a:pt x="8153" y="59211"/>
                </a:cubicBezTo>
                <a:cubicBezTo>
                  <a:pt x="17221" y="50145"/>
                  <a:pt x="31011" y="51715"/>
                  <a:pt x="45845" y="54145"/>
                </a:cubicBezTo>
                <a:cubicBezTo>
                  <a:pt x="46406" y="57549"/>
                  <a:pt x="46911" y="60896"/>
                  <a:pt x="47254" y="64140"/>
                </a:cubicBezTo>
                <a:lnTo>
                  <a:pt x="41397" y="58283"/>
                </a:lnTo>
                <a:cubicBezTo>
                  <a:pt x="36101" y="57469"/>
                  <a:pt x="31137" y="56919"/>
                  <a:pt x="26655" y="57056"/>
                </a:cubicBezTo>
                <a:lnTo>
                  <a:pt x="47347" y="77745"/>
                </a:lnTo>
                <a:cubicBezTo>
                  <a:pt x="47083" y="79647"/>
                  <a:pt x="46682" y="81481"/>
                  <a:pt x="46085" y="83235"/>
                </a:cubicBezTo>
                <a:lnTo>
                  <a:pt x="20614" y="57767"/>
                </a:lnTo>
                <a:cubicBezTo>
                  <a:pt x="17209" y="58535"/>
                  <a:pt x="14229" y="59990"/>
                  <a:pt x="11741" y="62397"/>
                </a:cubicBezTo>
                <a:lnTo>
                  <a:pt x="40973" y="91625"/>
                </a:lnTo>
                <a:cubicBezTo>
                  <a:pt x="40904" y="91694"/>
                  <a:pt x="40858" y="91774"/>
                  <a:pt x="40789" y="91843"/>
                </a:cubicBezTo>
                <a:cubicBezTo>
                  <a:pt x="38921" y="93711"/>
                  <a:pt x="38921" y="96726"/>
                  <a:pt x="40789" y="98594"/>
                </a:cubicBezTo>
                <a:cubicBezTo>
                  <a:pt x="41718" y="99523"/>
                  <a:pt x="42944" y="99992"/>
                  <a:pt x="44160" y="99992"/>
                </a:cubicBezTo>
                <a:cubicBezTo>
                  <a:pt x="45386" y="99992"/>
                  <a:pt x="46613" y="99523"/>
                  <a:pt x="47541" y="98594"/>
                </a:cubicBezTo>
                <a:cubicBezTo>
                  <a:pt x="57687" y="88450"/>
                  <a:pt x="58225" y="75269"/>
                  <a:pt x="56586" y="61653"/>
                </a:cubicBezTo>
                <a:lnTo>
                  <a:pt x="91652" y="96714"/>
                </a:lnTo>
                <a:cubicBezTo>
                  <a:pt x="92351" y="97413"/>
                  <a:pt x="93268" y="97757"/>
                  <a:pt x="94185" y="97757"/>
                </a:cubicBezTo>
                <a:cubicBezTo>
                  <a:pt x="95102" y="97757"/>
                  <a:pt x="96019" y="97413"/>
                  <a:pt x="96719" y="96714"/>
                </a:cubicBezTo>
                <a:cubicBezTo>
                  <a:pt x="98117" y="95316"/>
                  <a:pt x="98117" y="93046"/>
                  <a:pt x="96719" y="91648"/>
                </a:cubicBezTo>
                <a:lnTo>
                  <a:pt x="8348" y="3290"/>
                </a:lnTo>
                <a:close/>
                <a:moveTo>
                  <a:pt x="98599" y="40792"/>
                </a:moveTo>
                <a:cubicBezTo>
                  <a:pt x="96730" y="38924"/>
                  <a:pt x="93716" y="38924"/>
                  <a:pt x="91847" y="40792"/>
                </a:cubicBezTo>
                <a:cubicBezTo>
                  <a:pt x="91779" y="40850"/>
                  <a:pt x="91709" y="40907"/>
                  <a:pt x="91640" y="40976"/>
                </a:cubicBezTo>
                <a:lnTo>
                  <a:pt x="62398" y="11748"/>
                </a:lnTo>
                <a:cubicBezTo>
                  <a:pt x="60002" y="14235"/>
                  <a:pt x="58535" y="17215"/>
                  <a:pt x="57767" y="20619"/>
                </a:cubicBezTo>
                <a:lnTo>
                  <a:pt x="83238" y="46088"/>
                </a:lnTo>
                <a:cubicBezTo>
                  <a:pt x="81071" y="46821"/>
                  <a:pt x="78779" y="47280"/>
                  <a:pt x="76372" y="47520"/>
                </a:cubicBezTo>
                <a:lnTo>
                  <a:pt x="57033" y="28185"/>
                </a:lnTo>
                <a:cubicBezTo>
                  <a:pt x="57056" y="32780"/>
                  <a:pt x="57709" y="37835"/>
                  <a:pt x="58569" y="43222"/>
                </a:cubicBezTo>
                <a:lnTo>
                  <a:pt x="72577" y="57286"/>
                </a:lnTo>
                <a:cubicBezTo>
                  <a:pt x="82195" y="57217"/>
                  <a:pt x="91205" y="54936"/>
                  <a:pt x="98599" y="47543"/>
                </a:cubicBezTo>
                <a:cubicBezTo>
                  <a:pt x="100467" y="45675"/>
                  <a:pt x="100467" y="42649"/>
                  <a:pt x="98599" y="40792"/>
                </a:cubicBezTo>
                <a:close/>
                <a:moveTo>
                  <a:pt x="59211" y="8161"/>
                </a:moveTo>
                <a:cubicBezTo>
                  <a:pt x="61080" y="6292"/>
                  <a:pt x="61080" y="3278"/>
                  <a:pt x="59211" y="1409"/>
                </a:cubicBezTo>
                <a:cubicBezTo>
                  <a:pt x="57342" y="-459"/>
                  <a:pt x="54316" y="-459"/>
                  <a:pt x="52459" y="1409"/>
                </a:cubicBezTo>
                <a:cubicBezTo>
                  <a:pt x="45065" y="8803"/>
                  <a:pt x="42772" y="17811"/>
                  <a:pt x="42704" y="27417"/>
                </a:cubicBezTo>
                <a:lnTo>
                  <a:pt x="52940" y="37652"/>
                </a:lnTo>
                <a:cubicBezTo>
                  <a:pt x="51507" y="26018"/>
                  <a:pt x="51840" y="15530"/>
                  <a:pt x="59211" y="816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6" name="Белый — SVG 19">
            <a:extLst>
              <a:ext uri="{FF2B5EF4-FFF2-40B4-BE49-F238E27FC236}">
                <a16:creationId xmlns:a16="http://schemas.microsoft.com/office/drawing/2014/main" id="{BB302544-9A4C-204F-99C8-9F21C45DD02F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53077 w 143293"/>
              <a:gd name="csY0" fmla="*/ 0 h 137611"/>
              <a:gd name="csX1" fmla="*/ 65350 w 143293"/>
              <a:gd name="csY1" fmla="*/ 7093 h 137611"/>
              <a:gd name="csX2" fmla="*/ 80622 w 143293"/>
              <a:gd name="csY2" fmla="*/ 33546 h 137611"/>
              <a:gd name="csX3" fmla="*/ 75997 w 143293"/>
              <a:gd name="csY3" fmla="*/ 36217 h 137611"/>
              <a:gd name="csX4" fmla="*/ 77306 w 143293"/>
              <a:gd name="csY4" fmla="*/ 45334 h 137611"/>
              <a:gd name="csX5" fmla="*/ 101563 w 143293"/>
              <a:gd name="csY5" fmla="*/ 51254 h 137611"/>
              <a:gd name="csX6" fmla="*/ 110045 w 143293"/>
              <a:gd name="csY6" fmla="*/ 46355 h 137611"/>
              <a:gd name="csX7" fmla="*/ 117057 w 143293"/>
              <a:gd name="csY7" fmla="*/ 22386 h 137611"/>
              <a:gd name="csX8" fmla="*/ 109815 w 143293"/>
              <a:gd name="csY8" fmla="*/ 16705 h 137611"/>
              <a:gd name="csX9" fmla="*/ 105184 w 143293"/>
              <a:gd name="csY9" fmla="*/ 19375 h 137611"/>
              <a:gd name="csX10" fmla="*/ 99120 w 143293"/>
              <a:gd name="csY10" fmla="*/ 8863 h 137611"/>
              <a:gd name="csX11" fmla="*/ 83772 w 143293"/>
              <a:gd name="csY11" fmla="*/ 0 h 137611"/>
              <a:gd name="csX12" fmla="*/ 80296 w 143293"/>
              <a:gd name="csY12" fmla="*/ 0 h 137611"/>
              <a:gd name="csX13" fmla="*/ 53077 w 143293"/>
              <a:gd name="csY13" fmla="*/ 0 h 137611"/>
              <a:gd name="csX14" fmla="*/ 48349 w 143293"/>
              <a:gd name="csY14" fmla="*/ 8608 h 137611"/>
              <a:gd name="csX15" fmla="*/ 39148 w 143293"/>
              <a:gd name="csY15" fmla="*/ 13915 h 137611"/>
              <a:gd name="csX16" fmla="*/ 37909 w 143293"/>
              <a:gd name="csY16" fmla="*/ 16041 h 137611"/>
              <a:gd name="csX17" fmla="*/ 30820 w 143293"/>
              <a:gd name="csY17" fmla="*/ 28306 h 137611"/>
              <a:gd name="csX18" fmla="*/ 34718 w 143293"/>
              <a:gd name="csY18" fmla="*/ 42834 h 137611"/>
              <a:gd name="csX19" fmla="*/ 40851 w 143293"/>
              <a:gd name="csY19" fmla="*/ 46389 h 137611"/>
              <a:gd name="csX20" fmla="*/ 55382 w 143293"/>
              <a:gd name="csY20" fmla="*/ 42494 h 137611"/>
              <a:gd name="csX21" fmla="*/ 64741 w 143293"/>
              <a:gd name="csY21" fmla="*/ 26316 h 137611"/>
              <a:gd name="csX22" fmla="*/ 57577 w 143293"/>
              <a:gd name="csY22" fmla="*/ 13915 h 137611"/>
              <a:gd name="csX23" fmla="*/ 48349 w 143293"/>
              <a:gd name="csY23" fmla="*/ 8608 h 137611"/>
              <a:gd name="csX24" fmla="*/ 30757 w 143293"/>
              <a:gd name="csY24" fmla="*/ 49485 h 137611"/>
              <a:gd name="csX25" fmla="*/ 29380 w 143293"/>
              <a:gd name="csY25" fmla="*/ 49672 h 137611"/>
              <a:gd name="csX26" fmla="*/ 5123 w 143293"/>
              <a:gd name="csY26" fmla="*/ 55575 h 137611"/>
              <a:gd name="csX27" fmla="*/ 3814 w 143293"/>
              <a:gd name="csY27" fmla="*/ 64710 h 137611"/>
              <a:gd name="csX28" fmla="*/ 8445 w 143293"/>
              <a:gd name="csY28" fmla="*/ 67381 h 137611"/>
              <a:gd name="csX29" fmla="*/ 2373 w 143293"/>
              <a:gd name="csY29" fmla="*/ 77877 h 137611"/>
              <a:gd name="csX30" fmla="*/ 2373 w 143293"/>
              <a:gd name="csY30" fmla="*/ 95602 h 137611"/>
              <a:gd name="csX31" fmla="*/ 4119 w 143293"/>
              <a:gd name="csY31" fmla="*/ 98613 h 137611"/>
              <a:gd name="csX32" fmla="*/ 18747 w 143293"/>
              <a:gd name="csY32" fmla="*/ 123960 h 137611"/>
              <a:gd name="csX33" fmla="*/ 18747 w 143293"/>
              <a:gd name="csY33" fmla="*/ 106234 h 137611"/>
              <a:gd name="csX34" fmla="*/ 33001 w 143293"/>
              <a:gd name="csY34" fmla="*/ 81551 h 137611"/>
              <a:gd name="csX35" fmla="*/ 37632 w 143293"/>
              <a:gd name="csY35" fmla="*/ 84222 h 137611"/>
              <a:gd name="csX36" fmla="*/ 44873 w 143293"/>
              <a:gd name="csY36" fmla="*/ 78540 h 137611"/>
              <a:gd name="csX37" fmla="*/ 37867 w 143293"/>
              <a:gd name="csY37" fmla="*/ 54572 h 137611"/>
              <a:gd name="csX38" fmla="*/ 30757 w 143293"/>
              <a:gd name="csY38" fmla="*/ 49485 h 137611"/>
              <a:gd name="csX39" fmla="*/ 120407 w 143293"/>
              <a:gd name="csY39" fmla="*/ 53160 h 137611"/>
              <a:gd name="csX40" fmla="*/ 114364 w 143293"/>
              <a:gd name="csY40" fmla="*/ 54538 h 137611"/>
              <a:gd name="csX41" fmla="*/ 108231 w 143293"/>
              <a:gd name="csY41" fmla="*/ 58076 h 137611"/>
              <a:gd name="csX42" fmla="*/ 104333 w 143293"/>
              <a:gd name="csY42" fmla="*/ 72603 h 137611"/>
              <a:gd name="csX43" fmla="*/ 113401 w 143293"/>
              <a:gd name="csY43" fmla="*/ 88304 h 137611"/>
              <a:gd name="csX44" fmla="*/ 127691 w 143293"/>
              <a:gd name="csY44" fmla="*/ 88304 h 137611"/>
              <a:gd name="csX45" fmla="*/ 136904 w 143293"/>
              <a:gd name="csY45" fmla="*/ 72365 h 137611"/>
              <a:gd name="csX46" fmla="*/ 130770 w 143293"/>
              <a:gd name="csY46" fmla="*/ 61733 h 137611"/>
              <a:gd name="csX47" fmla="*/ 128895 w 143293"/>
              <a:gd name="csY47" fmla="*/ 58433 h 137611"/>
              <a:gd name="csX48" fmla="*/ 120407 w 143293"/>
              <a:gd name="csY48" fmla="*/ 53160 h 137611"/>
              <a:gd name="csX49" fmla="*/ 94952 w 143293"/>
              <a:gd name="csY49" fmla="*/ 88662 h 137611"/>
              <a:gd name="csX50" fmla="*/ 90889 w 143293"/>
              <a:gd name="csY50" fmla="*/ 90176 h 137611"/>
              <a:gd name="csX51" fmla="*/ 73637 w 143293"/>
              <a:gd name="csY51" fmla="*/ 108225 h 137611"/>
              <a:gd name="csX52" fmla="*/ 73637 w 143293"/>
              <a:gd name="csY52" fmla="*/ 118023 h 137611"/>
              <a:gd name="csX53" fmla="*/ 90889 w 143293"/>
              <a:gd name="csY53" fmla="*/ 136072 h 137611"/>
              <a:gd name="csX54" fmla="*/ 99438 w 143293"/>
              <a:gd name="csY54" fmla="*/ 132636 h 137611"/>
              <a:gd name="csX55" fmla="*/ 99438 w 143293"/>
              <a:gd name="csY55" fmla="*/ 127294 h 137611"/>
              <a:gd name="csX56" fmla="*/ 111574 w 143293"/>
              <a:gd name="csY56" fmla="*/ 127294 h 137611"/>
              <a:gd name="csX57" fmla="*/ 126922 w 143293"/>
              <a:gd name="csY57" fmla="*/ 118432 h 137611"/>
              <a:gd name="csX58" fmla="*/ 128659 w 143293"/>
              <a:gd name="csY58" fmla="*/ 115421 h 137611"/>
              <a:gd name="csX59" fmla="*/ 143294 w 143293"/>
              <a:gd name="csY59" fmla="*/ 90074 h 137611"/>
              <a:gd name="csX60" fmla="*/ 127946 w 143293"/>
              <a:gd name="csY60" fmla="*/ 98936 h 137611"/>
              <a:gd name="csX61" fmla="*/ 99438 w 143293"/>
              <a:gd name="csY61" fmla="*/ 98936 h 137611"/>
              <a:gd name="csX62" fmla="*/ 99438 w 143293"/>
              <a:gd name="csY62" fmla="*/ 93595 h 137611"/>
              <a:gd name="csX63" fmla="*/ 94952 w 143293"/>
              <a:gd name="csY63" fmla="*/ 88662 h 137611"/>
              <a:gd name="csX64" fmla="*/ 34682 w 143293"/>
              <a:gd name="csY64" fmla="*/ 98936 h 137611"/>
              <a:gd name="csX65" fmla="*/ 27524 w 143293"/>
              <a:gd name="csY65" fmla="*/ 111338 h 137611"/>
              <a:gd name="csX66" fmla="*/ 36739 w 143293"/>
              <a:gd name="csY66" fmla="*/ 127294 h 137611"/>
              <a:gd name="csX67" fmla="*/ 53361 w 143293"/>
              <a:gd name="csY67" fmla="*/ 127294 h 137611"/>
              <a:gd name="csX68" fmla="*/ 63994 w 143293"/>
              <a:gd name="csY68" fmla="*/ 116662 h 137611"/>
              <a:gd name="csX69" fmla="*/ 63994 w 143293"/>
              <a:gd name="csY69" fmla="*/ 109568 h 137611"/>
              <a:gd name="csX70" fmla="*/ 53361 w 143293"/>
              <a:gd name="csY70" fmla="*/ 98936 h 137611"/>
              <a:gd name="csX71" fmla="*/ 34682 w 143293"/>
              <a:gd name="csY71" fmla="*/ 98936 h 137611"/>
            </a:gdLst>
            <a:ahLst/>
            <a:cxnLst/>
            <a:rect l="l" t="t" r="r" b="b"/>
            <a:pathLst>
              <a:path w="100000" h="100000">
                <a:moveTo>
                  <a:pt x="37041" y="1983"/>
                </a:moveTo>
                <a:cubicBezTo>
                  <a:pt x="40576" y="1983"/>
                  <a:pt x="43840" y="3870"/>
                  <a:pt x="45606" y="6933"/>
                </a:cubicBezTo>
                <a:lnTo>
                  <a:pt x="56264" y="25393"/>
                </a:lnTo>
                <a:lnTo>
                  <a:pt x="53036" y="27257"/>
                </a:lnTo>
                <a:cubicBezTo>
                  <a:pt x="50333" y="28824"/>
                  <a:pt x="50917" y="32884"/>
                  <a:pt x="53950" y="33620"/>
                </a:cubicBezTo>
                <a:lnTo>
                  <a:pt x="70878" y="37751"/>
                </a:lnTo>
                <a:cubicBezTo>
                  <a:pt x="73449" y="38369"/>
                  <a:pt x="76055" y="36873"/>
                  <a:pt x="76797" y="34332"/>
                </a:cubicBezTo>
                <a:lnTo>
                  <a:pt x="81691" y="17605"/>
                </a:lnTo>
                <a:cubicBezTo>
                  <a:pt x="82569" y="14614"/>
                  <a:pt x="79340" y="12073"/>
                  <a:pt x="76637" y="13641"/>
                </a:cubicBezTo>
                <a:lnTo>
                  <a:pt x="73405" y="15504"/>
                </a:lnTo>
                <a:lnTo>
                  <a:pt x="69173" y="8168"/>
                </a:lnTo>
                <a:cubicBezTo>
                  <a:pt x="66963" y="4345"/>
                  <a:pt x="62882" y="1983"/>
                  <a:pt x="58462" y="1983"/>
                </a:cubicBezTo>
                <a:lnTo>
                  <a:pt x="56036" y="1983"/>
                </a:lnTo>
                <a:lnTo>
                  <a:pt x="37041" y="1983"/>
                </a:lnTo>
                <a:close/>
                <a:moveTo>
                  <a:pt x="33741" y="7990"/>
                </a:moveTo>
                <a:cubicBezTo>
                  <a:pt x="31239" y="7990"/>
                  <a:pt x="28743" y="9224"/>
                  <a:pt x="27320" y="11694"/>
                </a:cubicBezTo>
                <a:lnTo>
                  <a:pt x="26456" y="13177"/>
                </a:lnTo>
                <a:lnTo>
                  <a:pt x="21508" y="21737"/>
                </a:lnTo>
                <a:cubicBezTo>
                  <a:pt x="19480" y="25275"/>
                  <a:pt x="20691" y="29821"/>
                  <a:pt x="24229" y="31875"/>
                </a:cubicBezTo>
                <a:lnTo>
                  <a:pt x="28509" y="34356"/>
                </a:lnTo>
                <a:cubicBezTo>
                  <a:pt x="32071" y="36410"/>
                  <a:pt x="36596" y="35164"/>
                  <a:pt x="38649" y="31638"/>
                </a:cubicBezTo>
                <a:lnTo>
                  <a:pt x="45181" y="20348"/>
                </a:lnTo>
                <a:lnTo>
                  <a:pt x="40181" y="11694"/>
                </a:lnTo>
                <a:cubicBezTo>
                  <a:pt x="38746" y="9224"/>
                  <a:pt x="36242" y="7990"/>
                  <a:pt x="33741" y="7990"/>
                </a:cubicBezTo>
                <a:close/>
                <a:moveTo>
                  <a:pt x="21464" y="36517"/>
                </a:moveTo>
                <a:cubicBezTo>
                  <a:pt x="21146" y="36529"/>
                  <a:pt x="20824" y="36564"/>
                  <a:pt x="20503" y="36647"/>
                </a:cubicBezTo>
                <a:lnTo>
                  <a:pt x="3575" y="40767"/>
                </a:lnTo>
                <a:cubicBezTo>
                  <a:pt x="539" y="41515"/>
                  <a:pt x="-41" y="45575"/>
                  <a:pt x="2662" y="47142"/>
                </a:cubicBezTo>
                <a:lnTo>
                  <a:pt x="5894" y="49006"/>
                </a:lnTo>
                <a:lnTo>
                  <a:pt x="1656" y="56331"/>
                </a:lnTo>
                <a:cubicBezTo>
                  <a:pt x="-552" y="60165"/>
                  <a:pt x="-552" y="64878"/>
                  <a:pt x="1656" y="68700"/>
                </a:cubicBezTo>
                <a:lnTo>
                  <a:pt x="2875" y="70802"/>
                </a:lnTo>
                <a:lnTo>
                  <a:pt x="13083" y="88491"/>
                </a:lnTo>
                <a:cubicBezTo>
                  <a:pt x="10874" y="84656"/>
                  <a:pt x="10874" y="79943"/>
                  <a:pt x="13083" y="76120"/>
                </a:cubicBezTo>
                <a:lnTo>
                  <a:pt x="23030" y="58895"/>
                </a:lnTo>
                <a:lnTo>
                  <a:pt x="26262" y="60759"/>
                </a:lnTo>
                <a:cubicBezTo>
                  <a:pt x="28966" y="62326"/>
                  <a:pt x="32191" y="59785"/>
                  <a:pt x="31316" y="56793"/>
                </a:cubicBezTo>
                <a:lnTo>
                  <a:pt x="26426" y="40067"/>
                </a:lnTo>
                <a:cubicBezTo>
                  <a:pt x="25777" y="37846"/>
                  <a:pt x="23696" y="36410"/>
                  <a:pt x="21464" y="36517"/>
                </a:cubicBezTo>
                <a:close/>
                <a:moveTo>
                  <a:pt x="84029" y="39081"/>
                </a:moveTo>
                <a:cubicBezTo>
                  <a:pt x="82603" y="38974"/>
                  <a:pt x="81138" y="39283"/>
                  <a:pt x="79811" y="40043"/>
                </a:cubicBezTo>
                <a:lnTo>
                  <a:pt x="75531" y="42512"/>
                </a:lnTo>
                <a:cubicBezTo>
                  <a:pt x="71969" y="44566"/>
                  <a:pt x="70758" y="49113"/>
                  <a:pt x="72811" y="52650"/>
                </a:cubicBezTo>
                <a:lnTo>
                  <a:pt x="79139" y="63607"/>
                </a:lnTo>
                <a:lnTo>
                  <a:pt x="89112" y="63607"/>
                </a:lnTo>
                <a:cubicBezTo>
                  <a:pt x="94825" y="63607"/>
                  <a:pt x="98386" y="57423"/>
                  <a:pt x="95541" y="52484"/>
                </a:cubicBezTo>
                <a:lnTo>
                  <a:pt x="91261" y="45064"/>
                </a:lnTo>
                <a:lnTo>
                  <a:pt x="89952" y="42761"/>
                </a:lnTo>
                <a:cubicBezTo>
                  <a:pt x="88669" y="40553"/>
                  <a:pt x="86405" y="39248"/>
                  <a:pt x="84029" y="39081"/>
                </a:cubicBezTo>
                <a:close/>
                <a:moveTo>
                  <a:pt x="66264" y="63857"/>
                </a:moveTo>
                <a:cubicBezTo>
                  <a:pt x="65279" y="63750"/>
                  <a:pt x="64238" y="64059"/>
                  <a:pt x="63429" y="64914"/>
                </a:cubicBezTo>
                <a:lnTo>
                  <a:pt x="51389" y="77510"/>
                </a:lnTo>
                <a:cubicBezTo>
                  <a:pt x="49561" y="79420"/>
                  <a:pt x="49561" y="82436"/>
                  <a:pt x="51389" y="84347"/>
                </a:cubicBezTo>
                <a:lnTo>
                  <a:pt x="63429" y="96943"/>
                </a:lnTo>
                <a:cubicBezTo>
                  <a:pt x="65585" y="99199"/>
                  <a:pt x="69395" y="97668"/>
                  <a:pt x="69395" y="94545"/>
                </a:cubicBezTo>
                <a:lnTo>
                  <a:pt x="69395" y="90817"/>
                </a:lnTo>
                <a:lnTo>
                  <a:pt x="77864" y="90817"/>
                </a:lnTo>
                <a:cubicBezTo>
                  <a:pt x="82282" y="90817"/>
                  <a:pt x="86366" y="88455"/>
                  <a:pt x="88575" y="84633"/>
                </a:cubicBezTo>
                <a:lnTo>
                  <a:pt x="89787" y="82532"/>
                </a:lnTo>
                <a:lnTo>
                  <a:pt x="100001" y="64843"/>
                </a:lnTo>
                <a:cubicBezTo>
                  <a:pt x="97792" y="68677"/>
                  <a:pt x="93708" y="71027"/>
                  <a:pt x="89290" y="71027"/>
                </a:cubicBezTo>
                <a:lnTo>
                  <a:pt x="69395" y="71027"/>
                </a:lnTo>
                <a:lnTo>
                  <a:pt x="69395" y="67300"/>
                </a:lnTo>
                <a:cubicBezTo>
                  <a:pt x="69395" y="65353"/>
                  <a:pt x="67907" y="64023"/>
                  <a:pt x="66264" y="63857"/>
                </a:cubicBezTo>
                <a:close/>
                <a:moveTo>
                  <a:pt x="24204" y="71027"/>
                </a:moveTo>
                <a:lnTo>
                  <a:pt x="19208" y="79682"/>
                </a:lnTo>
                <a:cubicBezTo>
                  <a:pt x="16339" y="84633"/>
                  <a:pt x="19924" y="90817"/>
                  <a:pt x="25639" y="90817"/>
                </a:cubicBezTo>
                <a:lnTo>
                  <a:pt x="37239" y="90817"/>
                </a:lnTo>
                <a:cubicBezTo>
                  <a:pt x="41345" y="90817"/>
                  <a:pt x="44660" y="87505"/>
                  <a:pt x="44660" y="83398"/>
                </a:cubicBezTo>
                <a:lnTo>
                  <a:pt x="44660" y="78447"/>
                </a:lnTo>
                <a:cubicBezTo>
                  <a:pt x="44660" y="74340"/>
                  <a:pt x="41345" y="71027"/>
                  <a:pt x="37239" y="71027"/>
                </a:cubicBezTo>
                <a:lnTo>
                  <a:pt x="24204" y="7102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7" name="Белый — SVG 20">
            <a:extLst>
              <a:ext uri="{FF2B5EF4-FFF2-40B4-BE49-F238E27FC236}">
                <a16:creationId xmlns:a16="http://schemas.microsoft.com/office/drawing/2014/main" id="{208F1DDB-B646-104E-8913-58CB4480DF43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56706 w 113581"/>
              <a:gd name="csY0" fmla="*/ 1 h 152471"/>
              <a:gd name="csX1" fmla="*/ 52980 w 113581"/>
              <a:gd name="csY1" fmla="*/ 1617 h 152471"/>
              <a:gd name="csX2" fmla="*/ 51466 w 113581"/>
              <a:gd name="csY2" fmla="*/ 5394 h 152471"/>
              <a:gd name="csX3" fmla="*/ 51466 w 113581"/>
              <a:gd name="csY3" fmla="*/ 12488 h 152471"/>
              <a:gd name="csX4" fmla="*/ 51857 w 113581"/>
              <a:gd name="csY4" fmla="*/ 14546 h 152471"/>
              <a:gd name="csX5" fmla="*/ 52997 w 113581"/>
              <a:gd name="csY5" fmla="*/ 16298 h 152471"/>
              <a:gd name="csX6" fmla="*/ 54732 w 113581"/>
              <a:gd name="csY6" fmla="*/ 17455 h 152471"/>
              <a:gd name="csX7" fmla="*/ 56791 w 113581"/>
              <a:gd name="csY7" fmla="*/ 17880 h 152471"/>
              <a:gd name="csX8" fmla="*/ 58833 w 113581"/>
              <a:gd name="csY8" fmla="*/ 17455 h 152471"/>
              <a:gd name="csX9" fmla="*/ 60568 w 113581"/>
              <a:gd name="csY9" fmla="*/ 16298 h 152471"/>
              <a:gd name="csX10" fmla="*/ 61725 w 113581"/>
              <a:gd name="csY10" fmla="*/ 14546 h 152471"/>
              <a:gd name="csX11" fmla="*/ 62099 w 113581"/>
              <a:gd name="csY11" fmla="*/ 12488 h 152471"/>
              <a:gd name="csX12" fmla="*/ 62099 w 113581"/>
              <a:gd name="csY12" fmla="*/ 5394 h 152471"/>
              <a:gd name="csX13" fmla="*/ 61708 w 113581"/>
              <a:gd name="csY13" fmla="*/ 3319 h 152471"/>
              <a:gd name="csX14" fmla="*/ 60551 w 113581"/>
              <a:gd name="csY14" fmla="*/ 1549 h 152471"/>
              <a:gd name="csX15" fmla="*/ 58781 w 113581"/>
              <a:gd name="csY15" fmla="*/ 393 h 152471"/>
              <a:gd name="csX16" fmla="*/ 56706 w 113581"/>
              <a:gd name="csY16" fmla="*/ 1 h 152471"/>
              <a:gd name="csX17" fmla="*/ 30845 w 113581"/>
              <a:gd name="csY17" fmla="*/ 6891 h 152471"/>
              <a:gd name="csX18" fmla="*/ 28242 w 113581"/>
              <a:gd name="csY18" fmla="*/ 7690 h 152471"/>
              <a:gd name="csX19" fmla="*/ 26371 w 113581"/>
              <a:gd name="csY19" fmla="*/ 9664 h 152471"/>
              <a:gd name="csX20" fmla="*/ 25724 w 113581"/>
              <a:gd name="csY20" fmla="*/ 12317 h 152471"/>
              <a:gd name="csX21" fmla="*/ 26490 w 113581"/>
              <a:gd name="csY21" fmla="*/ 14937 h 152471"/>
              <a:gd name="csX22" fmla="*/ 30029 w 113581"/>
              <a:gd name="csY22" fmla="*/ 21061 h 152471"/>
              <a:gd name="csX23" fmla="*/ 31390 w 113581"/>
              <a:gd name="csY23" fmla="*/ 22660 h 152471"/>
              <a:gd name="csX24" fmla="*/ 33261 w 113581"/>
              <a:gd name="csY24" fmla="*/ 23613 h 152471"/>
              <a:gd name="csX25" fmla="*/ 35354 w 113581"/>
              <a:gd name="csY25" fmla="*/ 23766 h 152471"/>
              <a:gd name="csX26" fmla="*/ 37344 w 113581"/>
              <a:gd name="csY26" fmla="*/ 23103 h 152471"/>
              <a:gd name="csX27" fmla="*/ 38926 w 113581"/>
              <a:gd name="csY27" fmla="*/ 21708 h 152471"/>
              <a:gd name="csX28" fmla="*/ 39845 w 113581"/>
              <a:gd name="csY28" fmla="*/ 19819 h 152471"/>
              <a:gd name="csX29" fmla="*/ 39947 w 113581"/>
              <a:gd name="csY29" fmla="*/ 17727 h 152471"/>
              <a:gd name="csX30" fmla="*/ 39233 w 113581"/>
              <a:gd name="csY30" fmla="*/ 15737 h 152471"/>
              <a:gd name="csX31" fmla="*/ 35694 w 113581"/>
              <a:gd name="csY31" fmla="*/ 9613 h 152471"/>
              <a:gd name="csX32" fmla="*/ 33653 w 113581"/>
              <a:gd name="csY32" fmla="*/ 7571 h 152471"/>
              <a:gd name="csX33" fmla="*/ 30845 w 113581"/>
              <a:gd name="csY33" fmla="*/ 6891 h 152471"/>
              <a:gd name="csX34" fmla="*/ 82566 w 113581"/>
              <a:gd name="csY34" fmla="*/ 6891 h 152471"/>
              <a:gd name="csX35" fmla="*/ 79844 w 113581"/>
              <a:gd name="csY35" fmla="*/ 7605 h 152471"/>
              <a:gd name="csX36" fmla="*/ 77887 w 113581"/>
              <a:gd name="csY36" fmla="*/ 9613 h 152471"/>
              <a:gd name="csX37" fmla="*/ 74331 w 113581"/>
              <a:gd name="csY37" fmla="*/ 15737 h 152471"/>
              <a:gd name="csX38" fmla="*/ 73617 w 113581"/>
              <a:gd name="csY38" fmla="*/ 17727 h 152471"/>
              <a:gd name="csX39" fmla="*/ 73736 w 113581"/>
              <a:gd name="csY39" fmla="*/ 19819 h 152471"/>
              <a:gd name="csX40" fmla="*/ 74655 w 113581"/>
              <a:gd name="csY40" fmla="*/ 21708 h 152471"/>
              <a:gd name="csX41" fmla="*/ 76220 w 113581"/>
              <a:gd name="csY41" fmla="*/ 23103 h 152471"/>
              <a:gd name="csX42" fmla="*/ 78211 w 113581"/>
              <a:gd name="csY42" fmla="*/ 23766 h 152471"/>
              <a:gd name="csX43" fmla="*/ 80320 w 113581"/>
              <a:gd name="csY43" fmla="*/ 23613 h 152471"/>
              <a:gd name="csX44" fmla="*/ 82192 w 113581"/>
              <a:gd name="csY44" fmla="*/ 22660 h 152471"/>
              <a:gd name="csX45" fmla="*/ 83536 w 113581"/>
              <a:gd name="csY45" fmla="*/ 21061 h 152471"/>
              <a:gd name="csX46" fmla="*/ 87092 w 113581"/>
              <a:gd name="csY46" fmla="*/ 14937 h 152471"/>
              <a:gd name="csX47" fmla="*/ 87840 w 113581"/>
              <a:gd name="csY47" fmla="*/ 12283 h 152471"/>
              <a:gd name="csX48" fmla="*/ 87160 w 113581"/>
              <a:gd name="csY48" fmla="*/ 9596 h 152471"/>
              <a:gd name="csX49" fmla="*/ 85220 w 113581"/>
              <a:gd name="csY49" fmla="*/ 7622 h 152471"/>
              <a:gd name="csX50" fmla="*/ 82566 w 113581"/>
              <a:gd name="csY50" fmla="*/ 6891 h 152471"/>
              <a:gd name="csX51" fmla="*/ 55668 w 113581"/>
              <a:gd name="csY51" fmla="*/ 24905 h 152471"/>
              <a:gd name="csX52" fmla="*/ 26762 w 113581"/>
              <a:gd name="csY52" fmla="*/ 67416 h 152471"/>
              <a:gd name="csX53" fmla="*/ 16026 w 113581"/>
              <a:gd name="csY53" fmla="*/ 67416 h 152471"/>
              <a:gd name="csX54" fmla="*/ 4764 w 113581"/>
              <a:gd name="csY54" fmla="*/ 72094 h 152471"/>
              <a:gd name="csX55" fmla="*/ 68 w 113581"/>
              <a:gd name="csY55" fmla="*/ 83356 h 152471"/>
              <a:gd name="csX56" fmla="*/ 68 w 113581"/>
              <a:gd name="csY56" fmla="*/ 136516 h 152471"/>
              <a:gd name="csX57" fmla="*/ 4764 w 113581"/>
              <a:gd name="csY57" fmla="*/ 147794 h 152471"/>
              <a:gd name="csX58" fmla="*/ 16026 w 113581"/>
              <a:gd name="csY58" fmla="*/ 152472 h 152471"/>
              <a:gd name="csX59" fmla="*/ 97555 w 113581"/>
              <a:gd name="csY59" fmla="*/ 152472 h 152471"/>
              <a:gd name="csX60" fmla="*/ 108818 w 113581"/>
              <a:gd name="csY60" fmla="*/ 147794 h 152471"/>
              <a:gd name="csX61" fmla="*/ 113496 w 113581"/>
              <a:gd name="csY61" fmla="*/ 136516 h 152471"/>
              <a:gd name="csX62" fmla="*/ 113496 w 113581"/>
              <a:gd name="csY62" fmla="*/ 83356 h 152471"/>
              <a:gd name="csX63" fmla="*/ 108818 w 113581"/>
              <a:gd name="csY63" fmla="*/ 72094 h 152471"/>
              <a:gd name="csX64" fmla="*/ 97555 w 113581"/>
              <a:gd name="csY64" fmla="*/ 67416 h 152471"/>
              <a:gd name="csX65" fmla="*/ 86819 w 113581"/>
              <a:gd name="csY65" fmla="*/ 67416 h 152471"/>
              <a:gd name="csX66" fmla="*/ 55668 w 113581"/>
              <a:gd name="csY66" fmla="*/ 24905 h 152471"/>
              <a:gd name="csX67" fmla="*/ 12403 w 113581"/>
              <a:gd name="csY67" fmla="*/ 25739 h 152471"/>
              <a:gd name="csX68" fmla="*/ 9068 w 113581"/>
              <a:gd name="csY68" fmla="*/ 26760 h 152471"/>
              <a:gd name="csX69" fmla="*/ 7077 w 113581"/>
              <a:gd name="csY69" fmla="*/ 29618 h 152471"/>
              <a:gd name="csX70" fmla="*/ 7299 w 113581"/>
              <a:gd name="csY70" fmla="*/ 33088 h 152471"/>
              <a:gd name="csX71" fmla="*/ 9612 w 113581"/>
              <a:gd name="csY71" fmla="*/ 35691 h 152471"/>
              <a:gd name="csX72" fmla="*/ 15737 w 113581"/>
              <a:gd name="csY72" fmla="*/ 39229 h 152471"/>
              <a:gd name="csX73" fmla="*/ 17728 w 113581"/>
              <a:gd name="csY73" fmla="*/ 39943 h 152471"/>
              <a:gd name="csX74" fmla="*/ 19820 w 113581"/>
              <a:gd name="csY74" fmla="*/ 39841 h 152471"/>
              <a:gd name="csX75" fmla="*/ 21709 w 113581"/>
              <a:gd name="csY75" fmla="*/ 38923 h 152471"/>
              <a:gd name="csX76" fmla="*/ 23104 w 113581"/>
              <a:gd name="csY76" fmla="*/ 37341 h 152471"/>
              <a:gd name="csX77" fmla="*/ 23768 w 113581"/>
              <a:gd name="csY77" fmla="*/ 35351 h 152471"/>
              <a:gd name="csX78" fmla="*/ 23614 w 113581"/>
              <a:gd name="csY78" fmla="*/ 33258 h 152471"/>
              <a:gd name="csX79" fmla="*/ 22662 w 113581"/>
              <a:gd name="csY79" fmla="*/ 31387 h 152471"/>
              <a:gd name="csX80" fmla="*/ 21062 w 113581"/>
              <a:gd name="csY80" fmla="*/ 30026 h 152471"/>
              <a:gd name="csX81" fmla="*/ 14938 w 113581"/>
              <a:gd name="csY81" fmla="*/ 26488 h 152471"/>
              <a:gd name="csX82" fmla="*/ 12403 w 113581"/>
              <a:gd name="csY82" fmla="*/ 25739 h 152471"/>
              <a:gd name="csX83" fmla="*/ 101536 w 113581"/>
              <a:gd name="csY83" fmla="*/ 25739 h 152471"/>
              <a:gd name="csX84" fmla="*/ 98644 w 113581"/>
              <a:gd name="csY84" fmla="*/ 26488 h 152471"/>
              <a:gd name="csX85" fmla="*/ 92519 w 113581"/>
              <a:gd name="csY85" fmla="*/ 30026 h 152471"/>
              <a:gd name="csX86" fmla="*/ 90903 w 113581"/>
              <a:gd name="csY86" fmla="*/ 31387 h 152471"/>
              <a:gd name="csX87" fmla="*/ 89950 w 113581"/>
              <a:gd name="csY87" fmla="*/ 33258 h 152471"/>
              <a:gd name="csX88" fmla="*/ 89797 w 113581"/>
              <a:gd name="csY88" fmla="*/ 35351 h 152471"/>
              <a:gd name="csX89" fmla="*/ 90477 w 113581"/>
              <a:gd name="csY89" fmla="*/ 37341 h 152471"/>
              <a:gd name="csX90" fmla="*/ 91855 w 113581"/>
              <a:gd name="csY90" fmla="*/ 38923 h 152471"/>
              <a:gd name="csX91" fmla="*/ 93761 w 113581"/>
              <a:gd name="csY91" fmla="*/ 39841 h 152471"/>
              <a:gd name="csX92" fmla="*/ 95854 w 113581"/>
              <a:gd name="csY92" fmla="*/ 39943 h 152471"/>
              <a:gd name="csX93" fmla="*/ 97827 w 113581"/>
              <a:gd name="csY93" fmla="*/ 39229 h 152471"/>
              <a:gd name="csX94" fmla="*/ 103969 w 113581"/>
              <a:gd name="csY94" fmla="*/ 35691 h 152471"/>
              <a:gd name="csX95" fmla="*/ 106249 w 113581"/>
              <a:gd name="csY95" fmla="*/ 33173 h 152471"/>
              <a:gd name="csX96" fmla="*/ 106538 w 113581"/>
              <a:gd name="csY96" fmla="*/ 29788 h 152471"/>
              <a:gd name="csX97" fmla="*/ 104718 w 113581"/>
              <a:gd name="csY97" fmla="*/ 26930 h 152471"/>
              <a:gd name="csX98" fmla="*/ 101536 w 113581"/>
              <a:gd name="csY98" fmla="*/ 25739 h 152471"/>
              <a:gd name="csX99" fmla="*/ 56059 w 113581"/>
              <a:gd name="csY99" fmla="*/ 35537 h 152471"/>
              <a:gd name="csX100" fmla="*/ 75216 w 113581"/>
              <a:gd name="csY100" fmla="*/ 67416 h 152471"/>
              <a:gd name="csX101" fmla="*/ 38433 w 113581"/>
              <a:gd name="csY101" fmla="*/ 67416 h 152471"/>
              <a:gd name="csX102" fmla="*/ 56059 w 113581"/>
              <a:gd name="csY102" fmla="*/ 35537 h 152471"/>
              <a:gd name="csX103" fmla="*/ 5393 w 113581"/>
              <a:gd name="csY103" fmla="*/ 49691 h 152471"/>
              <a:gd name="csX104" fmla="*/ 3335 w 113581"/>
              <a:gd name="csY104" fmla="*/ 50082 h 152471"/>
              <a:gd name="csX105" fmla="*/ 1582 w 113581"/>
              <a:gd name="csY105" fmla="*/ 51222 h 152471"/>
              <a:gd name="csX106" fmla="*/ 408 w 113581"/>
              <a:gd name="csY106" fmla="*/ 52957 h 152471"/>
              <a:gd name="csX107" fmla="*/ 0 w 113581"/>
              <a:gd name="csY107" fmla="*/ 55015 h 152471"/>
              <a:gd name="csX108" fmla="*/ 408 w 113581"/>
              <a:gd name="csY108" fmla="*/ 57057 h 152471"/>
              <a:gd name="csX109" fmla="*/ 1582 w 113581"/>
              <a:gd name="csY109" fmla="*/ 58792 h 152471"/>
              <a:gd name="csX110" fmla="*/ 3335 w 113581"/>
              <a:gd name="csY110" fmla="*/ 59949 h 152471"/>
              <a:gd name="csX111" fmla="*/ 5393 w 113581"/>
              <a:gd name="csY111" fmla="*/ 60323 h 152471"/>
              <a:gd name="csX112" fmla="*/ 12488 w 113581"/>
              <a:gd name="csY112" fmla="*/ 60323 h 152471"/>
              <a:gd name="csX113" fmla="*/ 14547 w 113581"/>
              <a:gd name="csY113" fmla="*/ 59949 h 152471"/>
              <a:gd name="csX114" fmla="*/ 16282 w 113581"/>
              <a:gd name="csY114" fmla="*/ 58792 h 152471"/>
              <a:gd name="csX115" fmla="*/ 17456 w 113581"/>
              <a:gd name="csY115" fmla="*/ 57057 h 152471"/>
              <a:gd name="csX116" fmla="*/ 17881 w 113581"/>
              <a:gd name="csY116" fmla="*/ 55015 h 152471"/>
              <a:gd name="csX117" fmla="*/ 17456 w 113581"/>
              <a:gd name="csY117" fmla="*/ 52957 h 152471"/>
              <a:gd name="csX118" fmla="*/ 16282 w 113581"/>
              <a:gd name="csY118" fmla="*/ 51222 h 152471"/>
              <a:gd name="csX119" fmla="*/ 14547 w 113581"/>
              <a:gd name="csY119" fmla="*/ 50082 h 152471"/>
              <a:gd name="csX120" fmla="*/ 12488 w 113581"/>
              <a:gd name="csY120" fmla="*/ 49691 h 152471"/>
              <a:gd name="csX121" fmla="*/ 5393 w 113581"/>
              <a:gd name="csY121" fmla="*/ 49691 h 152471"/>
              <a:gd name="csX122" fmla="*/ 101094 w 113581"/>
              <a:gd name="csY122" fmla="*/ 49691 h 152471"/>
              <a:gd name="csX123" fmla="*/ 99035 w 113581"/>
              <a:gd name="csY123" fmla="*/ 50082 h 152471"/>
              <a:gd name="csX124" fmla="*/ 97283 w 113581"/>
              <a:gd name="csY124" fmla="*/ 51222 h 152471"/>
              <a:gd name="csX125" fmla="*/ 96109 w 113581"/>
              <a:gd name="csY125" fmla="*/ 52957 h 152471"/>
              <a:gd name="csX126" fmla="*/ 95700 w 113581"/>
              <a:gd name="csY126" fmla="*/ 55015 h 152471"/>
              <a:gd name="csX127" fmla="*/ 96109 w 113581"/>
              <a:gd name="csY127" fmla="*/ 57057 h 152471"/>
              <a:gd name="csX128" fmla="*/ 97283 w 113581"/>
              <a:gd name="csY128" fmla="*/ 58792 h 152471"/>
              <a:gd name="csX129" fmla="*/ 99035 w 113581"/>
              <a:gd name="csY129" fmla="*/ 59949 h 152471"/>
              <a:gd name="csX130" fmla="*/ 101094 w 113581"/>
              <a:gd name="csY130" fmla="*/ 60323 h 152471"/>
              <a:gd name="csX131" fmla="*/ 108188 w 113581"/>
              <a:gd name="csY131" fmla="*/ 60323 h 152471"/>
              <a:gd name="csX132" fmla="*/ 110247 w 113581"/>
              <a:gd name="csY132" fmla="*/ 59949 h 152471"/>
              <a:gd name="csX133" fmla="*/ 111982 w 113581"/>
              <a:gd name="csY133" fmla="*/ 58792 h 152471"/>
              <a:gd name="csX134" fmla="*/ 113156 w 113581"/>
              <a:gd name="csY134" fmla="*/ 57057 h 152471"/>
              <a:gd name="csX135" fmla="*/ 113582 w 113581"/>
              <a:gd name="csY135" fmla="*/ 55015 h 152471"/>
              <a:gd name="csX136" fmla="*/ 113156 w 113581"/>
              <a:gd name="csY136" fmla="*/ 52957 h 152471"/>
              <a:gd name="csX137" fmla="*/ 111982 w 113581"/>
              <a:gd name="csY137" fmla="*/ 51222 h 152471"/>
              <a:gd name="csX138" fmla="*/ 110247 w 113581"/>
              <a:gd name="csY138" fmla="*/ 50082 h 152471"/>
              <a:gd name="csX139" fmla="*/ 108188 w 113581"/>
              <a:gd name="csY139" fmla="*/ 49691 h 152471"/>
              <a:gd name="csX140" fmla="*/ 101094 w 113581"/>
              <a:gd name="csY140" fmla="*/ 49691 h 152471"/>
              <a:gd name="csX141" fmla="*/ 21335 w 113581"/>
              <a:gd name="csY141" fmla="*/ 85142 h 152471"/>
              <a:gd name="csX142" fmla="*/ 35524 w 113581"/>
              <a:gd name="csY142" fmla="*/ 85142 h 152471"/>
              <a:gd name="csX143" fmla="*/ 38025 w 113581"/>
              <a:gd name="csY143" fmla="*/ 86180 h 152471"/>
              <a:gd name="csX144" fmla="*/ 39063 w 113581"/>
              <a:gd name="csY144" fmla="*/ 88680 h 152471"/>
              <a:gd name="csX145" fmla="*/ 39063 w 113581"/>
              <a:gd name="csY145" fmla="*/ 102850 h 152471"/>
              <a:gd name="csX146" fmla="*/ 38025 w 113581"/>
              <a:gd name="csY146" fmla="*/ 105351 h 152471"/>
              <a:gd name="csX147" fmla="*/ 35524 w 113581"/>
              <a:gd name="csY147" fmla="*/ 106406 h 152471"/>
              <a:gd name="csX148" fmla="*/ 21335 w 113581"/>
              <a:gd name="csY148" fmla="*/ 106406 h 152471"/>
              <a:gd name="csX149" fmla="*/ 18834 w 113581"/>
              <a:gd name="csY149" fmla="*/ 105351 h 152471"/>
              <a:gd name="csX150" fmla="*/ 17796 w 113581"/>
              <a:gd name="csY150" fmla="*/ 102850 h 152471"/>
              <a:gd name="csX151" fmla="*/ 17796 w 113581"/>
              <a:gd name="csY151" fmla="*/ 88680 h 152471"/>
              <a:gd name="csX152" fmla="*/ 18834 w 113581"/>
              <a:gd name="csY152" fmla="*/ 86180 h 152471"/>
              <a:gd name="csX153" fmla="*/ 21335 w 113581"/>
              <a:gd name="csY153" fmla="*/ 85142 h 152471"/>
              <a:gd name="csX154" fmla="*/ 49696 w 113581"/>
              <a:gd name="csY154" fmla="*/ 85142 h 152471"/>
              <a:gd name="csX155" fmla="*/ 63868 w 113581"/>
              <a:gd name="csY155" fmla="*/ 85142 h 152471"/>
              <a:gd name="csX156" fmla="*/ 66386 w 113581"/>
              <a:gd name="csY156" fmla="*/ 86180 h 152471"/>
              <a:gd name="csX157" fmla="*/ 67424 w 113581"/>
              <a:gd name="csY157" fmla="*/ 88680 h 152471"/>
              <a:gd name="csX158" fmla="*/ 67424 w 113581"/>
              <a:gd name="csY158" fmla="*/ 102850 h 152471"/>
              <a:gd name="csX159" fmla="*/ 66386 w 113581"/>
              <a:gd name="csY159" fmla="*/ 105351 h 152471"/>
              <a:gd name="csX160" fmla="*/ 63868 w 113581"/>
              <a:gd name="csY160" fmla="*/ 106406 h 152471"/>
              <a:gd name="csX161" fmla="*/ 49696 w 113581"/>
              <a:gd name="csY161" fmla="*/ 106406 h 152471"/>
              <a:gd name="csX162" fmla="*/ 47195 w 113581"/>
              <a:gd name="csY162" fmla="*/ 105351 h 152471"/>
              <a:gd name="csX163" fmla="*/ 46157 w 113581"/>
              <a:gd name="csY163" fmla="*/ 102850 h 152471"/>
              <a:gd name="csX164" fmla="*/ 46157 w 113581"/>
              <a:gd name="csY164" fmla="*/ 88680 h 152471"/>
              <a:gd name="csX165" fmla="*/ 47195 w 113581"/>
              <a:gd name="csY165" fmla="*/ 86180 h 152471"/>
              <a:gd name="csX166" fmla="*/ 49696 w 113581"/>
              <a:gd name="csY166" fmla="*/ 85142 h 152471"/>
              <a:gd name="csX167" fmla="*/ 78057 w 113581"/>
              <a:gd name="csY167" fmla="*/ 85142 h 152471"/>
              <a:gd name="csX168" fmla="*/ 92230 w 113581"/>
              <a:gd name="csY168" fmla="*/ 85142 h 152471"/>
              <a:gd name="csX169" fmla="*/ 94731 w 113581"/>
              <a:gd name="csY169" fmla="*/ 86180 h 152471"/>
              <a:gd name="csX170" fmla="*/ 95769 w 113581"/>
              <a:gd name="csY170" fmla="*/ 88680 h 152471"/>
              <a:gd name="csX171" fmla="*/ 95769 w 113581"/>
              <a:gd name="csY171" fmla="*/ 102850 h 152471"/>
              <a:gd name="csX172" fmla="*/ 94731 w 113581"/>
              <a:gd name="csY172" fmla="*/ 105351 h 152471"/>
              <a:gd name="csX173" fmla="*/ 92230 w 113581"/>
              <a:gd name="csY173" fmla="*/ 106406 h 152471"/>
              <a:gd name="csX174" fmla="*/ 78057 w 113581"/>
              <a:gd name="csY174" fmla="*/ 106406 h 152471"/>
              <a:gd name="csX175" fmla="*/ 75539 w 113581"/>
              <a:gd name="csY175" fmla="*/ 105351 h 152471"/>
              <a:gd name="csX176" fmla="*/ 74502 w 113581"/>
              <a:gd name="csY176" fmla="*/ 102850 h 152471"/>
              <a:gd name="csX177" fmla="*/ 74502 w 113581"/>
              <a:gd name="csY177" fmla="*/ 88680 h 152471"/>
              <a:gd name="csX178" fmla="*/ 75539 w 113581"/>
              <a:gd name="csY178" fmla="*/ 86180 h 152471"/>
              <a:gd name="csX179" fmla="*/ 78057 w 113581"/>
              <a:gd name="csY179" fmla="*/ 85142 h 152471"/>
              <a:gd name="csX180" fmla="*/ 21335 w 113581"/>
              <a:gd name="csY180" fmla="*/ 113482 h 152471"/>
              <a:gd name="csX181" fmla="*/ 35524 w 113581"/>
              <a:gd name="csY181" fmla="*/ 113482 h 152471"/>
              <a:gd name="csX182" fmla="*/ 38025 w 113581"/>
              <a:gd name="csY182" fmla="*/ 114520 h 152471"/>
              <a:gd name="csX183" fmla="*/ 39063 w 113581"/>
              <a:gd name="csY183" fmla="*/ 117038 h 152471"/>
              <a:gd name="csX184" fmla="*/ 39063 w 113581"/>
              <a:gd name="csY184" fmla="*/ 131208 h 152471"/>
              <a:gd name="csX185" fmla="*/ 38025 w 113581"/>
              <a:gd name="csY185" fmla="*/ 133709 h 152471"/>
              <a:gd name="csX186" fmla="*/ 35524 w 113581"/>
              <a:gd name="csY186" fmla="*/ 134746 h 152471"/>
              <a:gd name="csX187" fmla="*/ 21335 w 113581"/>
              <a:gd name="csY187" fmla="*/ 134746 h 152471"/>
              <a:gd name="csX188" fmla="*/ 18834 w 113581"/>
              <a:gd name="csY188" fmla="*/ 133709 h 152471"/>
              <a:gd name="csX189" fmla="*/ 17796 w 113581"/>
              <a:gd name="csY189" fmla="*/ 131208 h 152471"/>
              <a:gd name="csX190" fmla="*/ 17796 w 113581"/>
              <a:gd name="csY190" fmla="*/ 117038 h 152471"/>
              <a:gd name="csX191" fmla="*/ 18834 w 113581"/>
              <a:gd name="csY191" fmla="*/ 114520 h 152471"/>
              <a:gd name="csX192" fmla="*/ 21335 w 113581"/>
              <a:gd name="csY192" fmla="*/ 113482 h 152471"/>
              <a:gd name="csX193" fmla="*/ 49696 w 113581"/>
              <a:gd name="csY193" fmla="*/ 113482 h 152471"/>
              <a:gd name="csX194" fmla="*/ 63868 w 113581"/>
              <a:gd name="csY194" fmla="*/ 113482 h 152471"/>
              <a:gd name="csX195" fmla="*/ 66386 w 113581"/>
              <a:gd name="csY195" fmla="*/ 114520 h 152471"/>
              <a:gd name="csX196" fmla="*/ 67424 w 113581"/>
              <a:gd name="csY196" fmla="*/ 117038 h 152471"/>
              <a:gd name="csX197" fmla="*/ 67424 w 113581"/>
              <a:gd name="csY197" fmla="*/ 131208 h 152471"/>
              <a:gd name="csX198" fmla="*/ 66386 w 113581"/>
              <a:gd name="csY198" fmla="*/ 133709 h 152471"/>
              <a:gd name="csX199" fmla="*/ 63868 w 113581"/>
              <a:gd name="csY199" fmla="*/ 134746 h 152471"/>
              <a:gd name="csX200" fmla="*/ 49696 w 113581"/>
              <a:gd name="csY200" fmla="*/ 134746 h 152471"/>
              <a:gd name="csX201" fmla="*/ 47195 w 113581"/>
              <a:gd name="csY201" fmla="*/ 133709 h 152471"/>
              <a:gd name="csX202" fmla="*/ 46157 w 113581"/>
              <a:gd name="csY202" fmla="*/ 131208 h 152471"/>
              <a:gd name="csX203" fmla="*/ 46157 w 113581"/>
              <a:gd name="csY203" fmla="*/ 117038 h 152471"/>
              <a:gd name="csX204" fmla="*/ 47195 w 113581"/>
              <a:gd name="csY204" fmla="*/ 114520 h 152471"/>
              <a:gd name="csX205" fmla="*/ 49696 w 113581"/>
              <a:gd name="csY205" fmla="*/ 113482 h 152471"/>
              <a:gd name="csX206" fmla="*/ 78057 w 113581"/>
              <a:gd name="csY206" fmla="*/ 113482 h 152471"/>
              <a:gd name="csX207" fmla="*/ 92230 w 113581"/>
              <a:gd name="csY207" fmla="*/ 113482 h 152471"/>
              <a:gd name="csX208" fmla="*/ 94731 w 113581"/>
              <a:gd name="csY208" fmla="*/ 114520 h 152471"/>
              <a:gd name="csX209" fmla="*/ 95769 w 113581"/>
              <a:gd name="csY209" fmla="*/ 117038 h 152471"/>
              <a:gd name="csX210" fmla="*/ 95769 w 113581"/>
              <a:gd name="csY210" fmla="*/ 131208 h 152471"/>
              <a:gd name="csX211" fmla="*/ 94731 w 113581"/>
              <a:gd name="csY211" fmla="*/ 133709 h 152471"/>
              <a:gd name="csX212" fmla="*/ 92230 w 113581"/>
              <a:gd name="csY212" fmla="*/ 134746 h 152471"/>
              <a:gd name="csX213" fmla="*/ 78057 w 113581"/>
              <a:gd name="csY213" fmla="*/ 134746 h 152471"/>
              <a:gd name="csX214" fmla="*/ 75539 w 113581"/>
              <a:gd name="csY214" fmla="*/ 133709 h 152471"/>
              <a:gd name="csX215" fmla="*/ 74502 w 113581"/>
              <a:gd name="csY215" fmla="*/ 131208 h 152471"/>
              <a:gd name="csX216" fmla="*/ 74502 w 113581"/>
              <a:gd name="csY216" fmla="*/ 117038 h 152471"/>
              <a:gd name="csX217" fmla="*/ 75539 w 113581"/>
              <a:gd name="csY217" fmla="*/ 114520 h 152471"/>
              <a:gd name="csX218" fmla="*/ 78057 w 113581"/>
              <a:gd name="csY218" fmla="*/ 113482 h 152471"/>
            </a:gdLst>
            <a:ahLst/>
            <a:cxnLst/>
            <a:rect l="l" t="t" r="r" b="b"/>
            <a:pathLst>
              <a:path w="100000" h="100000">
                <a:moveTo>
                  <a:pt x="49945" y="1"/>
                </a:moveTo>
                <a:cubicBezTo>
                  <a:pt x="49019" y="12"/>
                  <a:pt x="48136" y="392"/>
                  <a:pt x="47501" y="1061"/>
                </a:cubicBezTo>
                <a:cubicBezTo>
                  <a:pt x="46854" y="1719"/>
                  <a:pt x="46497" y="2612"/>
                  <a:pt x="46508" y="3538"/>
                </a:cubicBezTo>
                <a:lnTo>
                  <a:pt x="46508" y="8190"/>
                </a:lnTo>
                <a:cubicBezTo>
                  <a:pt x="46508" y="8648"/>
                  <a:pt x="46586" y="9105"/>
                  <a:pt x="46764" y="9540"/>
                </a:cubicBezTo>
                <a:cubicBezTo>
                  <a:pt x="46932" y="9964"/>
                  <a:pt x="47189" y="10355"/>
                  <a:pt x="47512" y="10689"/>
                </a:cubicBezTo>
                <a:cubicBezTo>
                  <a:pt x="47835" y="11013"/>
                  <a:pt x="48226" y="11270"/>
                  <a:pt x="48650" y="11448"/>
                </a:cubicBezTo>
                <a:cubicBezTo>
                  <a:pt x="49074" y="11626"/>
                  <a:pt x="49531" y="11727"/>
                  <a:pt x="50000" y="11727"/>
                </a:cubicBezTo>
                <a:cubicBezTo>
                  <a:pt x="50457" y="11727"/>
                  <a:pt x="50915" y="11626"/>
                  <a:pt x="51340" y="11448"/>
                </a:cubicBezTo>
                <a:cubicBezTo>
                  <a:pt x="51774" y="11270"/>
                  <a:pt x="52154" y="11013"/>
                  <a:pt x="52478" y="10689"/>
                </a:cubicBezTo>
                <a:cubicBezTo>
                  <a:pt x="52801" y="10355"/>
                  <a:pt x="53058" y="9964"/>
                  <a:pt x="53236" y="9540"/>
                </a:cubicBezTo>
                <a:cubicBezTo>
                  <a:pt x="53404" y="9105"/>
                  <a:pt x="53493" y="8648"/>
                  <a:pt x="53482" y="8190"/>
                </a:cubicBezTo>
                <a:lnTo>
                  <a:pt x="53482" y="3538"/>
                </a:lnTo>
                <a:cubicBezTo>
                  <a:pt x="53493" y="3069"/>
                  <a:pt x="53404" y="2612"/>
                  <a:pt x="53225" y="2177"/>
                </a:cubicBezTo>
                <a:cubicBezTo>
                  <a:pt x="53058" y="1741"/>
                  <a:pt x="52790" y="1351"/>
                  <a:pt x="52466" y="1016"/>
                </a:cubicBezTo>
                <a:cubicBezTo>
                  <a:pt x="52131" y="693"/>
                  <a:pt x="51741" y="436"/>
                  <a:pt x="51305" y="258"/>
                </a:cubicBezTo>
                <a:cubicBezTo>
                  <a:pt x="50871" y="79"/>
                  <a:pt x="50413" y="-10"/>
                  <a:pt x="49945" y="1"/>
                </a:cubicBezTo>
                <a:close/>
                <a:moveTo>
                  <a:pt x="32983" y="4520"/>
                </a:moveTo>
                <a:cubicBezTo>
                  <a:pt x="32381" y="4542"/>
                  <a:pt x="31790" y="4720"/>
                  <a:pt x="31276" y="5044"/>
                </a:cubicBezTo>
                <a:cubicBezTo>
                  <a:pt x="30763" y="5368"/>
                  <a:pt x="30339" y="5814"/>
                  <a:pt x="30049" y="6338"/>
                </a:cubicBezTo>
                <a:cubicBezTo>
                  <a:pt x="29758" y="6873"/>
                  <a:pt x="29614" y="7476"/>
                  <a:pt x="29625" y="8078"/>
                </a:cubicBezTo>
                <a:cubicBezTo>
                  <a:pt x="29647" y="8681"/>
                  <a:pt x="29815" y="9273"/>
                  <a:pt x="30127" y="9797"/>
                </a:cubicBezTo>
                <a:lnTo>
                  <a:pt x="32448" y="13813"/>
                </a:lnTo>
                <a:cubicBezTo>
                  <a:pt x="32671" y="14215"/>
                  <a:pt x="32972" y="14572"/>
                  <a:pt x="33341" y="14862"/>
                </a:cubicBezTo>
                <a:cubicBezTo>
                  <a:pt x="33698" y="15152"/>
                  <a:pt x="34122" y="15364"/>
                  <a:pt x="34568" y="15487"/>
                </a:cubicBezTo>
                <a:cubicBezTo>
                  <a:pt x="35015" y="15610"/>
                  <a:pt x="35483" y="15654"/>
                  <a:pt x="35941" y="15587"/>
                </a:cubicBezTo>
                <a:cubicBezTo>
                  <a:pt x="36398" y="15531"/>
                  <a:pt x="36844" y="15387"/>
                  <a:pt x="37246" y="15152"/>
                </a:cubicBezTo>
                <a:cubicBezTo>
                  <a:pt x="37648" y="14918"/>
                  <a:pt x="38005" y="14605"/>
                  <a:pt x="38283" y="14237"/>
                </a:cubicBezTo>
                <a:cubicBezTo>
                  <a:pt x="38563" y="13869"/>
                  <a:pt x="38763" y="13445"/>
                  <a:pt x="38886" y="12999"/>
                </a:cubicBezTo>
                <a:cubicBezTo>
                  <a:pt x="38998" y="12553"/>
                  <a:pt x="39021" y="12084"/>
                  <a:pt x="38953" y="11626"/>
                </a:cubicBezTo>
                <a:cubicBezTo>
                  <a:pt x="38886" y="11158"/>
                  <a:pt x="38730" y="10723"/>
                  <a:pt x="38485" y="10321"/>
                </a:cubicBezTo>
                <a:lnTo>
                  <a:pt x="36164" y="6305"/>
                </a:lnTo>
                <a:cubicBezTo>
                  <a:pt x="35851" y="5736"/>
                  <a:pt x="35382" y="5278"/>
                  <a:pt x="34825" y="4966"/>
                </a:cubicBezTo>
                <a:cubicBezTo>
                  <a:pt x="34267" y="4642"/>
                  <a:pt x="33620" y="4497"/>
                  <a:pt x="32983" y="4520"/>
                </a:cubicBezTo>
                <a:close/>
                <a:moveTo>
                  <a:pt x="66905" y="4520"/>
                </a:moveTo>
                <a:cubicBezTo>
                  <a:pt x="66280" y="4508"/>
                  <a:pt x="65666" y="4676"/>
                  <a:pt x="65120" y="4988"/>
                </a:cubicBezTo>
                <a:cubicBezTo>
                  <a:pt x="64584" y="5301"/>
                  <a:pt x="64138" y="5758"/>
                  <a:pt x="63836" y="6305"/>
                </a:cubicBezTo>
                <a:lnTo>
                  <a:pt x="61504" y="10321"/>
                </a:lnTo>
                <a:cubicBezTo>
                  <a:pt x="61270" y="10723"/>
                  <a:pt x="61103" y="11158"/>
                  <a:pt x="61036" y="11626"/>
                </a:cubicBezTo>
                <a:cubicBezTo>
                  <a:pt x="60969" y="12084"/>
                  <a:pt x="61002" y="12553"/>
                  <a:pt x="61114" y="12999"/>
                </a:cubicBezTo>
                <a:cubicBezTo>
                  <a:pt x="61225" y="13445"/>
                  <a:pt x="61427" y="13869"/>
                  <a:pt x="61717" y="14237"/>
                </a:cubicBezTo>
                <a:cubicBezTo>
                  <a:pt x="61995" y="14605"/>
                  <a:pt x="62341" y="14918"/>
                  <a:pt x="62743" y="15152"/>
                </a:cubicBezTo>
                <a:cubicBezTo>
                  <a:pt x="63144" y="15387"/>
                  <a:pt x="63591" y="15531"/>
                  <a:pt x="64049" y="15587"/>
                </a:cubicBezTo>
                <a:cubicBezTo>
                  <a:pt x="64517" y="15654"/>
                  <a:pt x="64986" y="15610"/>
                  <a:pt x="65432" y="15487"/>
                </a:cubicBezTo>
                <a:cubicBezTo>
                  <a:pt x="65879" y="15364"/>
                  <a:pt x="66291" y="15152"/>
                  <a:pt x="66660" y="14862"/>
                </a:cubicBezTo>
                <a:cubicBezTo>
                  <a:pt x="67017" y="14572"/>
                  <a:pt x="67318" y="14215"/>
                  <a:pt x="67541" y="13813"/>
                </a:cubicBezTo>
                <a:lnTo>
                  <a:pt x="69874" y="9797"/>
                </a:lnTo>
                <a:cubicBezTo>
                  <a:pt x="70186" y="9261"/>
                  <a:pt x="70353" y="8670"/>
                  <a:pt x="70364" y="8056"/>
                </a:cubicBezTo>
                <a:cubicBezTo>
                  <a:pt x="70375" y="7443"/>
                  <a:pt x="70219" y="6829"/>
                  <a:pt x="69918" y="6294"/>
                </a:cubicBezTo>
                <a:cubicBezTo>
                  <a:pt x="69617" y="5758"/>
                  <a:pt x="69182" y="5312"/>
                  <a:pt x="68646" y="4999"/>
                </a:cubicBezTo>
                <a:cubicBezTo>
                  <a:pt x="68122" y="4687"/>
                  <a:pt x="67519" y="4520"/>
                  <a:pt x="66905" y="4520"/>
                </a:cubicBezTo>
                <a:close/>
                <a:moveTo>
                  <a:pt x="49264" y="16334"/>
                </a:moveTo>
                <a:cubicBezTo>
                  <a:pt x="34858" y="16848"/>
                  <a:pt x="25831" y="31508"/>
                  <a:pt x="30305" y="44216"/>
                </a:cubicBezTo>
                <a:lnTo>
                  <a:pt x="23264" y="44216"/>
                </a:lnTo>
                <a:cubicBezTo>
                  <a:pt x="20486" y="44216"/>
                  <a:pt x="17830" y="45321"/>
                  <a:pt x="15878" y="47284"/>
                </a:cubicBezTo>
                <a:cubicBezTo>
                  <a:pt x="13913" y="49247"/>
                  <a:pt x="12809" y="51903"/>
                  <a:pt x="12798" y="54670"/>
                </a:cubicBezTo>
                <a:lnTo>
                  <a:pt x="12798" y="89536"/>
                </a:lnTo>
                <a:cubicBezTo>
                  <a:pt x="12809" y="92313"/>
                  <a:pt x="13913" y="94969"/>
                  <a:pt x="15878" y="96933"/>
                </a:cubicBezTo>
                <a:cubicBezTo>
                  <a:pt x="17830" y="98885"/>
                  <a:pt x="20486" y="99990"/>
                  <a:pt x="23264" y="100001"/>
                </a:cubicBezTo>
                <a:lnTo>
                  <a:pt x="76736" y="100001"/>
                </a:lnTo>
                <a:cubicBezTo>
                  <a:pt x="79503" y="99990"/>
                  <a:pt x="82159" y="98885"/>
                  <a:pt x="84123" y="96933"/>
                </a:cubicBezTo>
                <a:cubicBezTo>
                  <a:pt x="86087" y="94969"/>
                  <a:pt x="87191" y="92313"/>
                  <a:pt x="87191" y="89536"/>
                </a:cubicBezTo>
                <a:lnTo>
                  <a:pt x="87191" y="54670"/>
                </a:lnTo>
                <a:cubicBezTo>
                  <a:pt x="87191" y="51903"/>
                  <a:pt x="86087" y="49247"/>
                  <a:pt x="84123" y="47284"/>
                </a:cubicBezTo>
                <a:cubicBezTo>
                  <a:pt x="82159" y="45321"/>
                  <a:pt x="79503" y="44216"/>
                  <a:pt x="76736" y="44216"/>
                </a:cubicBezTo>
                <a:lnTo>
                  <a:pt x="69695" y="44216"/>
                </a:lnTo>
                <a:cubicBezTo>
                  <a:pt x="74437" y="30850"/>
                  <a:pt x="64194" y="15810"/>
                  <a:pt x="49264" y="16334"/>
                </a:cubicBezTo>
                <a:close/>
                <a:moveTo>
                  <a:pt x="20888" y="16881"/>
                </a:moveTo>
                <a:cubicBezTo>
                  <a:pt x="20107" y="16848"/>
                  <a:pt x="19337" y="17083"/>
                  <a:pt x="18701" y="17551"/>
                </a:cubicBezTo>
                <a:cubicBezTo>
                  <a:pt x="18076" y="18008"/>
                  <a:pt x="17607" y="18667"/>
                  <a:pt x="17395" y="19425"/>
                </a:cubicBezTo>
                <a:cubicBezTo>
                  <a:pt x="17183" y="20173"/>
                  <a:pt x="17239" y="20976"/>
                  <a:pt x="17540" y="21701"/>
                </a:cubicBezTo>
                <a:cubicBezTo>
                  <a:pt x="17841" y="22427"/>
                  <a:pt x="18366" y="23029"/>
                  <a:pt x="19057" y="23408"/>
                </a:cubicBezTo>
                <a:lnTo>
                  <a:pt x="23075" y="25729"/>
                </a:lnTo>
                <a:cubicBezTo>
                  <a:pt x="23477" y="25974"/>
                  <a:pt x="23911" y="26130"/>
                  <a:pt x="24380" y="26197"/>
                </a:cubicBezTo>
                <a:cubicBezTo>
                  <a:pt x="24838" y="26265"/>
                  <a:pt x="25306" y="26242"/>
                  <a:pt x="25752" y="26130"/>
                </a:cubicBezTo>
                <a:cubicBezTo>
                  <a:pt x="26199" y="26008"/>
                  <a:pt x="26623" y="25807"/>
                  <a:pt x="26991" y="25528"/>
                </a:cubicBezTo>
                <a:cubicBezTo>
                  <a:pt x="27360" y="25249"/>
                  <a:pt x="27672" y="24892"/>
                  <a:pt x="27906" y="24491"/>
                </a:cubicBezTo>
                <a:cubicBezTo>
                  <a:pt x="28141" y="24089"/>
                  <a:pt x="28286" y="23654"/>
                  <a:pt x="28342" y="23185"/>
                </a:cubicBezTo>
                <a:cubicBezTo>
                  <a:pt x="28398" y="22728"/>
                  <a:pt x="28364" y="22259"/>
                  <a:pt x="28241" y="21813"/>
                </a:cubicBezTo>
                <a:cubicBezTo>
                  <a:pt x="28118" y="21367"/>
                  <a:pt x="27906" y="20953"/>
                  <a:pt x="27616" y="20586"/>
                </a:cubicBezTo>
                <a:cubicBezTo>
                  <a:pt x="27327" y="20218"/>
                  <a:pt x="26969" y="19916"/>
                  <a:pt x="26567" y="19693"/>
                </a:cubicBezTo>
                <a:lnTo>
                  <a:pt x="22551" y="17372"/>
                </a:lnTo>
                <a:cubicBezTo>
                  <a:pt x="22048" y="17071"/>
                  <a:pt x="21479" y="16904"/>
                  <a:pt x="20888" y="16881"/>
                </a:cubicBezTo>
                <a:close/>
                <a:moveTo>
                  <a:pt x="79347" y="16881"/>
                </a:moveTo>
                <a:cubicBezTo>
                  <a:pt x="78677" y="16859"/>
                  <a:pt x="78019" y="17026"/>
                  <a:pt x="77450" y="17372"/>
                </a:cubicBezTo>
                <a:lnTo>
                  <a:pt x="73433" y="19693"/>
                </a:lnTo>
                <a:cubicBezTo>
                  <a:pt x="73020" y="19916"/>
                  <a:pt x="72663" y="20218"/>
                  <a:pt x="72373" y="20586"/>
                </a:cubicBezTo>
                <a:cubicBezTo>
                  <a:pt x="72094" y="20953"/>
                  <a:pt x="71882" y="21367"/>
                  <a:pt x="71748" y="21813"/>
                </a:cubicBezTo>
                <a:cubicBezTo>
                  <a:pt x="71625" y="22259"/>
                  <a:pt x="71592" y="22728"/>
                  <a:pt x="71648" y="23185"/>
                </a:cubicBezTo>
                <a:cubicBezTo>
                  <a:pt x="71715" y="23654"/>
                  <a:pt x="71860" y="24089"/>
                  <a:pt x="72094" y="24491"/>
                </a:cubicBezTo>
                <a:cubicBezTo>
                  <a:pt x="72328" y="24892"/>
                  <a:pt x="72630" y="25249"/>
                  <a:pt x="72997" y="25528"/>
                </a:cubicBezTo>
                <a:cubicBezTo>
                  <a:pt x="73377" y="25807"/>
                  <a:pt x="73790" y="26008"/>
                  <a:pt x="74248" y="26130"/>
                </a:cubicBezTo>
                <a:cubicBezTo>
                  <a:pt x="74694" y="26242"/>
                  <a:pt x="75162" y="26265"/>
                  <a:pt x="75620" y="26197"/>
                </a:cubicBezTo>
                <a:cubicBezTo>
                  <a:pt x="76077" y="26130"/>
                  <a:pt x="76523" y="25974"/>
                  <a:pt x="76914" y="25729"/>
                </a:cubicBezTo>
                <a:lnTo>
                  <a:pt x="80943" y="23408"/>
                </a:lnTo>
                <a:cubicBezTo>
                  <a:pt x="81601" y="23040"/>
                  <a:pt x="82125" y="22460"/>
                  <a:pt x="82438" y="21757"/>
                </a:cubicBezTo>
                <a:cubicBezTo>
                  <a:pt x="82739" y="21054"/>
                  <a:pt x="82806" y="20284"/>
                  <a:pt x="82628" y="19537"/>
                </a:cubicBezTo>
                <a:cubicBezTo>
                  <a:pt x="82449" y="18800"/>
                  <a:pt x="82025" y="18142"/>
                  <a:pt x="81434" y="17662"/>
                </a:cubicBezTo>
                <a:cubicBezTo>
                  <a:pt x="80842" y="17171"/>
                  <a:pt x="80106" y="16904"/>
                  <a:pt x="79347" y="16881"/>
                </a:cubicBezTo>
                <a:close/>
                <a:moveTo>
                  <a:pt x="49520" y="23307"/>
                </a:moveTo>
                <a:cubicBezTo>
                  <a:pt x="60645" y="22906"/>
                  <a:pt x="67653" y="34565"/>
                  <a:pt x="62085" y="44216"/>
                </a:cubicBezTo>
                <a:lnTo>
                  <a:pt x="37960" y="44216"/>
                </a:lnTo>
                <a:cubicBezTo>
                  <a:pt x="32627" y="35100"/>
                  <a:pt x="38719" y="23687"/>
                  <a:pt x="49520" y="23307"/>
                </a:cubicBezTo>
                <a:close/>
                <a:moveTo>
                  <a:pt x="16290" y="32590"/>
                </a:moveTo>
                <a:cubicBezTo>
                  <a:pt x="15833" y="32590"/>
                  <a:pt x="15364" y="32669"/>
                  <a:pt x="14941" y="32847"/>
                </a:cubicBezTo>
                <a:cubicBezTo>
                  <a:pt x="14516" y="33014"/>
                  <a:pt x="14126" y="33271"/>
                  <a:pt x="13791" y="33595"/>
                </a:cubicBezTo>
                <a:cubicBezTo>
                  <a:pt x="13467" y="33918"/>
                  <a:pt x="13199" y="34309"/>
                  <a:pt x="13021" y="34733"/>
                </a:cubicBezTo>
                <a:cubicBezTo>
                  <a:pt x="12842" y="35156"/>
                  <a:pt x="12753" y="35614"/>
                  <a:pt x="12753" y="36082"/>
                </a:cubicBezTo>
                <a:cubicBezTo>
                  <a:pt x="12753" y="36540"/>
                  <a:pt x="12842" y="36997"/>
                  <a:pt x="13021" y="37422"/>
                </a:cubicBezTo>
                <a:cubicBezTo>
                  <a:pt x="13199" y="37856"/>
                  <a:pt x="13467" y="38236"/>
                  <a:pt x="13791" y="38559"/>
                </a:cubicBezTo>
                <a:cubicBezTo>
                  <a:pt x="14126" y="38883"/>
                  <a:pt x="14516" y="39140"/>
                  <a:pt x="14941" y="39318"/>
                </a:cubicBezTo>
                <a:cubicBezTo>
                  <a:pt x="15364" y="39486"/>
                  <a:pt x="15833" y="39575"/>
                  <a:pt x="16290" y="39564"/>
                </a:cubicBezTo>
                <a:lnTo>
                  <a:pt x="20944" y="39564"/>
                </a:lnTo>
                <a:cubicBezTo>
                  <a:pt x="21401" y="39575"/>
                  <a:pt x="21859" y="39486"/>
                  <a:pt x="22294" y="39318"/>
                </a:cubicBezTo>
                <a:cubicBezTo>
                  <a:pt x="22718" y="39140"/>
                  <a:pt x="23108" y="38883"/>
                  <a:pt x="23432" y="38559"/>
                </a:cubicBezTo>
                <a:cubicBezTo>
                  <a:pt x="23766" y="38236"/>
                  <a:pt x="24024" y="37856"/>
                  <a:pt x="24202" y="37422"/>
                </a:cubicBezTo>
                <a:cubicBezTo>
                  <a:pt x="24380" y="36997"/>
                  <a:pt x="24481" y="36540"/>
                  <a:pt x="24481" y="36082"/>
                </a:cubicBezTo>
                <a:cubicBezTo>
                  <a:pt x="24481" y="35614"/>
                  <a:pt x="24380" y="35156"/>
                  <a:pt x="24202" y="34733"/>
                </a:cubicBezTo>
                <a:cubicBezTo>
                  <a:pt x="24024" y="34309"/>
                  <a:pt x="23766" y="33918"/>
                  <a:pt x="23432" y="33595"/>
                </a:cubicBezTo>
                <a:cubicBezTo>
                  <a:pt x="23108" y="33271"/>
                  <a:pt x="22718" y="33014"/>
                  <a:pt x="22294" y="32847"/>
                </a:cubicBezTo>
                <a:cubicBezTo>
                  <a:pt x="21859" y="32669"/>
                  <a:pt x="21401" y="32590"/>
                  <a:pt x="20944" y="32590"/>
                </a:cubicBezTo>
                <a:lnTo>
                  <a:pt x="16290" y="32590"/>
                </a:lnTo>
                <a:close/>
                <a:moveTo>
                  <a:pt x="79057" y="32590"/>
                </a:moveTo>
                <a:cubicBezTo>
                  <a:pt x="78599" y="32590"/>
                  <a:pt x="78131" y="32669"/>
                  <a:pt x="77707" y="32847"/>
                </a:cubicBezTo>
                <a:cubicBezTo>
                  <a:pt x="77283" y="33014"/>
                  <a:pt x="76892" y="33271"/>
                  <a:pt x="76558" y="33595"/>
                </a:cubicBezTo>
                <a:cubicBezTo>
                  <a:pt x="76234" y="33918"/>
                  <a:pt x="75966" y="34309"/>
                  <a:pt x="75788" y="34733"/>
                </a:cubicBezTo>
                <a:cubicBezTo>
                  <a:pt x="75609" y="35156"/>
                  <a:pt x="75519" y="35614"/>
                  <a:pt x="75519" y="36082"/>
                </a:cubicBezTo>
                <a:cubicBezTo>
                  <a:pt x="75519" y="36540"/>
                  <a:pt x="75609" y="36997"/>
                  <a:pt x="75788" y="37422"/>
                </a:cubicBezTo>
                <a:cubicBezTo>
                  <a:pt x="75966" y="37856"/>
                  <a:pt x="76234" y="38236"/>
                  <a:pt x="76558" y="38559"/>
                </a:cubicBezTo>
                <a:cubicBezTo>
                  <a:pt x="76892" y="38883"/>
                  <a:pt x="77283" y="39140"/>
                  <a:pt x="77707" y="39318"/>
                </a:cubicBezTo>
                <a:cubicBezTo>
                  <a:pt x="78131" y="39486"/>
                  <a:pt x="78599" y="39575"/>
                  <a:pt x="79057" y="39564"/>
                </a:cubicBezTo>
                <a:lnTo>
                  <a:pt x="83710" y="39564"/>
                </a:lnTo>
                <a:cubicBezTo>
                  <a:pt x="84167" y="39575"/>
                  <a:pt x="84625" y="39486"/>
                  <a:pt x="85060" y="39318"/>
                </a:cubicBezTo>
                <a:cubicBezTo>
                  <a:pt x="85484" y="39140"/>
                  <a:pt x="85875" y="38883"/>
                  <a:pt x="86198" y="38559"/>
                </a:cubicBezTo>
                <a:cubicBezTo>
                  <a:pt x="86533" y="38236"/>
                  <a:pt x="86790" y="37856"/>
                  <a:pt x="86968" y="37422"/>
                </a:cubicBezTo>
                <a:cubicBezTo>
                  <a:pt x="87146" y="36997"/>
                  <a:pt x="87247" y="36540"/>
                  <a:pt x="87247" y="36082"/>
                </a:cubicBezTo>
                <a:cubicBezTo>
                  <a:pt x="87247" y="35614"/>
                  <a:pt x="87146" y="35156"/>
                  <a:pt x="86968" y="34733"/>
                </a:cubicBezTo>
                <a:cubicBezTo>
                  <a:pt x="86790" y="34309"/>
                  <a:pt x="86533" y="33918"/>
                  <a:pt x="86198" y="33595"/>
                </a:cubicBezTo>
                <a:cubicBezTo>
                  <a:pt x="85875" y="33271"/>
                  <a:pt x="85484" y="33014"/>
                  <a:pt x="85060" y="32847"/>
                </a:cubicBezTo>
                <a:cubicBezTo>
                  <a:pt x="84625" y="32669"/>
                  <a:pt x="84167" y="32590"/>
                  <a:pt x="83710" y="32590"/>
                </a:cubicBezTo>
                <a:lnTo>
                  <a:pt x="79057" y="32590"/>
                </a:lnTo>
                <a:close/>
                <a:moveTo>
                  <a:pt x="26746" y="55841"/>
                </a:moveTo>
                <a:lnTo>
                  <a:pt x="36052" y="55841"/>
                </a:lnTo>
                <a:cubicBezTo>
                  <a:pt x="36666" y="55841"/>
                  <a:pt x="37257" y="56076"/>
                  <a:pt x="37692" y="56522"/>
                </a:cubicBezTo>
                <a:cubicBezTo>
                  <a:pt x="38127" y="56957"/>
                  <a:pt x="38373" y="57549"/>
                  <a:pt x="38373" y="58162"/>
                </a:cubicBezTo>
                <a:lnTo>
                  <a:pt x="38373" y="67455"/>
                </a:lnTo>
                <a:cubicBezTo>
                  <a:pt x="38373" y="68069"/>
                  <a:pt x="38127" y="68661"/>
                  <a:pt x="37692" y="69096"/>
                </a:cubicBezTo>
                <a:cubicBezTo>
                  <a:pt x="37257" y="69542"/>
                  <a:pt x="36666" y="69788"/>
                  <a:pt x="36052" y="69788"/>
                </a:cubicBezTo>
                <a:lnTo>
                  <a:pt x="26746" y="69788"/>
                </a:lnTo>
                <a:cubicBezTo>
                  <a:pt x="26132" y="69788"/>
                  <a:pt x="25541" y="69542"/>
                  <a:pt x="25106" y="69096"/>
                </a:cubicBezTo>
                <a:cubicBezTo>
                  <a:pt x="24670" y="68661"/>
                  <a:pt x="24425" y="68069"/>
                  <a:pt x="24425" y="67455"/>
                </a:cubicBezTo>
                <a:lnTo>
                  <a:pt x="24425" y="58162"/>
                </a:lnTo>
                <a:cubicBezTo>
                  <a:pt x="24425" y="57549"/>
                  <a:pt x="24670" y="56957"/>
                  <a:pt x="25106" y="56522"/>
                </a:cubicBezTo>
                <a:cubicBezTo>
                  <a:pt x="25541" y="56076"/>
                  <a:pt x="26132" y="55841"/>
                  <a:pt x="26746" y="55841"/>
                </a:cubicBezTo>
                <a:close/>
                <a:moveTo>
                  <a:pt x="45347" y="55841"/>
                </a:moveTo>
                <a:lnTo>
                  <a:pt x="54642" y="55841"/>
                </a:lnTo>
                <a:cubicBezTo>
                  <a:pt x="55267" y="55841"/>
                  <a:pt x="55858" y="56076"/>
                  <a:pt x="56293" y="56522"/>
                </a:cubicBezTo>
                <a:cubicBezTo>
                  <a:pt x="56729" y="56957"/>
                  <a:pt x="56974" y="57549"/>
                  <a:pt x="56974" y="58162"/>
                </a:cubicBezTo>
                <a:lnTo>
                  <a:pt x="56974" y="67455"/>
                </a:lnTo>
                <a:cubicBezTo>
                  <a:pt x="56974" y="68069"/>
                  <a:pt x="56729" y="68661"/>
                  <a:pt x="56293" y="69096"/>
                </a:cubicBezTo>
                <a:cubicBezTo>
                  <a:pt x="55858" y="69542"/>
                  <a:pt x="55267" y="69788"/>
                  <a:pt x="54642" y="69788"/>
                </a:cubicBezTo>
                <a:lnTo>
                  <a:pt x="45347" y="69788"/>
                </a:lnTo>
                <a:cubicBezTo>
                  <a:pt x="44733" y="69788"/>
                  <a:pt x="44142" y="69542"/>
                  <a:pt x="43707" y="69096"/>
                </a:cubicBezTo>
                <a:cubicBezTo>
                  <a:pt x="43272" y="68661"/>
                  <a:pt x="43026" y="68069"/>
                  <a:pt x="43026" y="67455"/>
                </a:cubicBezTo>
                <a:lnTo>
                  <a:pt x="43026" y="58162"/>
                </a:lnTo>
                <a:cubicBezTo>
                  <a:pt x="43026" y="57549"/>
                  <a:pt x="43272" y="56957"/>
                  <a:pt x="43707" y="56522"/>
                </a:cubicBezTo>
                <a:cubicBezTo>
                  <a:pt x="44142" y="56076"/>
                  <a:pt x="44733" y="55841"/>
                  <a:pt x="45347" y="55841"/>
                </a:cubicBezTo>
                <a:close/>
                <a:moveTo>
                  <a:pt x="63948" y="55841"/>
                </a:moveTo>
                <a:lnTo>
                  <a:pt x="73243" y="55841"/>
                </a:lnTo>
                <a:cubicBezTo>
                  <a:pt x="73857" y="55841"/>
                  <a:pt x="74448" y="56076"/>
                  <a:pt x="74884" y="56522"/>
                </a:cubicBezTo>
                <a:cubicBezTo>
                  <a:pt x="75330" y="56957"/>
                  <a:pt x="75565" y="57549"/>
                  <a:pt x="75565" y="58162"/>
                </a:cubicBezTo>
                <a:lnTo>
                  <a:pt x="75565" y="67455"/>
                </a:lnTo>
                <a:cubicBezTo>
                  <a:pt x="75565" y="68069"/>
                  <a:pt x="75330" y="68661"/>
                  <a:pt x="74884" y="69096"/>
                </a:cubicBezTo>
                <a:cubicBezTo>
                  <a:pt x="74448" y="69542"/>
                  <a:pt x="73857" y="69788"/>
                  <a:pt x="73243" y="69788"/>
                </a:cubicBezTo>
                <a:lnTo>
                  <a:pt x="63948" y="69788"/>
                </a:lnTo>
                <a:cubicBezTo>
                  <a:pt x="63335" y="69788"/>
                  <a:pt x="62743" y="69542"/>
                  <a:pt x="62296" y="69096"/>
                </a:cubicBezTo>
                <a:cubicBezTo>
                  <a:pt x="61862" y="68661"/>
                  <a:pt x="61616" y="68069"/>
                  <a:pt x="61616" y="67455"/>
                </a:cubicBezTo>
                <a:lnTo>
                  <a:pt x="61616" y="58162"/>
                </a:lnTo>
                <a:cubicBezTo>
                  <a:pt x="61616" y="57549"/>
                  <a:pt x="61862" y="56957"/>
                  <a:pt x="62296" y="56522"/>
                </a:cubicBezTo>
                <a:cubicBezTo>
                  <a:pt x="62743" y="56076"/>
                  <a:pt x="63335" y="55841"/>
                  <a:pt x="63948" y="55841"/>
                </a:cubicBezTo>
                <a:close/>
                <a:moveTo>
                  <a:pt x="26746" y="74429"/>
                </a:moveTo>
                <a:lnTo>
                  <a:pt x="36052" y="74429"/>
                </a:lnTo>
                <a:cubicBezTo>
                  <a:pt x="36666" y="74429"/>
                  <a:pt x="37257" y="74675"/>
                  <a:pt x="37692" y="75109"/>
                </a:cubicBezTo>
                <a:cubicBezTo>
                  <a:pt x="38127" y="75545"/>
                  <a:pt x="38373" y="76136"/>
                  <a:pt x="38373" y="76761"/>
                </a:cubicBezTo>
                <a:lnTo>
                  <a:pt x="38373" y="86054"/>
                </a:lnTo>
                <a:cubicBezTo>
                  <a:pt x="38373" y="86668"/>
                  <a:pt x="38127" y="87259"/>
                  <a:pt x="37692" y="87695"/>
                </a:cubicBezTo>
                <a:cubicBezTo>
                  <a:pt x="37257" y="88130"/>
                  <a:pt x="36666" y="88375"/>
                  <a:pt x="36052" y="88375"/>
                </a:cubicBezTo>
                <a:lnTo>
                  <a:pt x="26746" y="88375"/>
                </a:lnTo>
                <a:cubicBezTo>
                  <a:pt x="26132" y="88375"/>
                  <a:pt x="25541" y="88130"/>
                  <a:pt x="25106" y="87695"/>
                </a:cubicBezTo>
                <a:cubicBezTo>
                  <a:pt x="24670" y="87259"/>
                  <a:pt x="24425" y="86668"/>
                  <a:pt x="24425" y="86054"/>
                </a:cubicBezTo>
                <a:lnTo>
                  <a:pt x="24425" y="76761"/>
                </a:lnTo>
                <a:cubicBezTo>
                  <a:pt x="24425" y="76136"/>
                  <a:pt x="24670" y="75545"/>
                  <a:pt x="25106" y="75109"/>
                </a:cubicBezTo>
                <a:cubicBezTo>
                  <a:pt x="25541" y="74675"/>
                  <a:pt x="26132" y="74429"/>
                  <a:pt x="26746" y="74429"/>
                </a:cubicBezTo>
                <a:close/>
                <a:moveTo>
                  <a:pt x="45347" y="74429"/>
                </a:moveTo>
                <a:lnTo>
                  <a:pt x="54642" y="74429"/>
                </a:lnTo>
                <a:cubicBezTo>
                  <a:pt x="55267" y="74429"/>
                  <a:pt x="55858" y="74675"/>
                  <a:pt x="56293" y="75109"/>
                </a:cubicBezTo>
                <a:cubicBezTo>
                  <a:pt x="56729" y="75545"/>
                  <a:pt x="56974" y="76136"/>
                  <a:pt x="56974" y="76761"/>
                </a:cubicBezTo>
                <a:lnTo>
                  <a:pt x="56974" y="86054"/>
                </a:lnTo>
                <a:cubicBezTo>
                  <a:pt x="56974" y="86668"/>
                  <a:pt x="56729" y="87259"/>
                  <a:pt x="56293" y="87695"/>
                </a:cubicBezTo>
                <a:cubicBezTo>
                  <a:pt x="55858" y="88130"/>
                  <a:pt x="55267" y="88375"/>
                  <a:pt x="54642" y="88375"/>
                </a:cubicBezTo>
                <a:lnTo>
                  <a:pt x="45347" y="88375"/>
                </a:lnTo>
                <a:cubicBezTo>
                  <a:pt x="44733" y="88375"/>
                  <a:pt x="44142" y="88130"/>
                  <a:pt x="43707" y="87695"/>
                </a:cubicBezTo>
                <a:cubicBezTo>
                  <a:pt x="43272" y="87259"/>
                  <a:pt x="43026" y="86668"/>
                  <a:pt x="43026" y="86054"/>
                </a:cubicBezTo>
                <a:lnTo>
                  <a:pt x="43026" y="76761"/>
                </a:lnTo>
                <a:cubicBezTo>
                  <a:pt x="43026" y="76136"/>
                  <a:pt x="43272" y="75545"/>
                  <a:pt x="43707" y="75109"/>
                </a:cubicBezTo>
                <a:cubicBezTo>
                  <a:pt x="44142" y="74675"/>
                  <a:pt x="44733" y="74429"/>
                  <a:pt x="45347" y="74429"/>
                </a:cubicBezTo>
                <a:close/>
                <a:moveTo>
                  <a:pt x="63948" y="74429"/>
                </a:moveTo>
                <a:lnTo>
                  <a:pt x="73243" y="74429"/>
                </a:lnTo>
                <a:cubicBezTo>
                  <a:pt x="73857" y="74429"/>
                  <a:pt x="74448" y="74675"/>
                  <a:pt x="74884" y="75109"/>
                </a:cubicBezTo>
                <a:cubicBezTo>
                  <a:pt x="75330" y="75545"/>
                  <a:pt x="75565" y="76136"/>
                  <a:pt x="75565" y="76761"/>
                </a:cubicBezTo>
                <a:lnTo>
                  <a:pt x="75565" y="86054"/>
                </a:lnTo>
                <a:cubicBezTo>
                  <a:pt x="75565" y="86668"/>
                  <a:pt x="75330" y="87259"/>
                  <a:pt x="74884" y="87695"/>
                </a:cubicBezTo>
                <a:cubicBezTo>
                  <a:pt x="74448" y="88130"/>
                  <a:pt x="73857" y="88375"/>
                  <a:pt x="73243" y="88375"/>
                </a:cubicBezTo>
                <a:lnTo>
                  <a:pt x="63948" y="88375"/>
                </a:lnTo>
                <a:cubicBezTo>
                  <a:pt x="63335" y="88375"/>
                  <a:pt x="62743" y="88130"/>
                  <a:pt x="62296" y="87695"/>
                </a:cubicBezTo>
                <a:cubicBezTo>
                  <a:pt x="61862" y="87259"/>
                  <a:pt x="61616" y="86668"/>
                  <a:pt x="61616" y="86054"/>
                </a:cubicBezTo>
                <a:lnTo>
                  <a:pt x="61616" y="76761"/>
                </a:lnTo>
                <a:cubicBezTo>
                  <a:pt x="61616" y="76136"/>
                  <a:pt x="61862" y="75545"/>
                  <a:pt x="62296" y="75109"/>
                </a:cubicBezTo>
                <a:cubicBezTo>
                  <a:pt x="62743" y="74675"/>
                  <a:pt x="63335" y="74429"/>
                  <a:pt x="63948" y="7442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8" name="Белый — SVG 21">
            <a:extLst>
              <a:ext uri="{FF2B5EF4-FFF2-40B4-BE49-F238E27FC236}">
                <a16:creationId xmlns:a16="http://schemas.microsoft.com/office/drawing/2014/main" id="{7A13A2D2-3CE2-EF47-A302-3A38240FFB79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70878 w 141925"/>
              <a:gd name="csY0" fmla="*/ 1 h 141907"/>
              <a:gd name="csX1" fmla="*/ 67152 w 141925"/>
              <a:gd name="csY1" fmla="*/ 1617 h 141907"/>
              <a:gd name="csX2" fmla="*/ 65655 w 141925"/>
              <a:gd name="csY2" fmla="*/ 5394 h 141907"/>
              <a:gd name="csX3" fmla="*/ 65655 w 141925"/>
              <a:gd name="csY3" fmla="*/ 16026 h 141907"/>
              <a:gd name="csX4" fmla="*/ 66029 w 141925"/>
              <a:gd name="csY4" fmla="*/ 18084 h 141907"/>
              <a:gd name="csX5" fmla="*/ 67186 w 141925"/>
              <a:gd name="csY5" fmla="*/ 19836 h 141907"/>
              <a:gd name="csX6" fmla="*/ 68904 w 141925"/>
              <a:gd name="csY6" fmla="*/ 21010 h 141907"/>
              <a:gd name="csX7" fmla="*/ 70963 w 141925"/>
              <a:gd name="csY7" fmla="*/ 21419 h 141907"/>
              <a:gd name="csX8" fmla="*/ 73022 w 141925"/>
              <a:gd name="csY8" fmla="*/ 21010 h 141907"/>
              <a:gd name="csX9" fmla="*/ 74757 w 141925"/>
              <a:gd name="csY9" fmla="*/ 19836 h 141907"/>
              <a:gd name="csX10" fmla="*/ 75897 w 141925"/>
              <a:gd name="csY10" fmla="*/ 18084 h 141907"/>
              <a:gd name="csX11" fmla="*/ 76288 w 141925"/>
              <a:gd name="csY11" fmla="*/ 16026 h 141907"/>
              <a:gd name="csX12" fmla="*/ 76288 w 141925"/>
              <a:gd name="csY12" fmla="*/ 5394 h 141907"/>
              <a:gd name="csX13" fmla="*/ 75897 w 141925"/>
              <a:gd name="csY13" fmla="*/ 3319 h 141907"/>
              <a:gd name="csX14" fmla="*/ 74723 w 141925"/>
              <a:gd name="csY14" fmla="*/ 1549 h 141907"/>
              <a:gd name="csX15" fmla="*/ 72954 w 141925"/>
              <a:gd name="csY15" fmla="*/ 393 h 141907"/>
              <a:gd name="csX16" fmla="*/ 70878 w 141925"/>
              <a:gd name="csY16" fmla="*/ 1 h 141907"/>
              <a:gd name="csX17" fmla="*/ 24533 w 141925"/>
              <a:gd name="csY17" fmla="*/ 19224 h 141907"/>
              <a:gd name="csX18" fmla="*/ 21573 w 141925"/>
              <a:gd name="csY18" fmla="*/ 20143 h 141907"/>
              <a:gd name="csX19" fmla="*/ 19617 w 141925"/>
              <a:gd name="csY19" fmla="*/ 22541 h 141907"/>
              <a:gd name="csX20" fmla="*/ 19344 w 141925"/>
              <a:gd name="csY20" fmla="*/ 25637 h 141907"/>
              <a:gd name="csX21" fmla="*/ 20841 w 141925"/>
              <a:gd name="csY21" fmla="*/ 28359 h 141907"/>
              <a:gd name="csX22" fmla="*/ 28361 w 141925"/>
              <a:gd name="csY22" fmla="*/ 35878 h 141907"/>
              <a:gd name="csX23" fmla="*/ 32121 w 141925"/>
              <a:gd name="csY23" fmla="*/ 37443 h 141907"/>
              <a:gd name="csX24" fmla="*/ 35881 w 141925"/>
              <a:gd name="csY24" fmla="*/ 35878 h 141907"/>
              <a:gd name="csX25" fmla="*/ 37447 w 141925"/>
              <a:gd name="csY25" fmla="*/ 32118 h 141907"/>
              <a:gd name="csX26" fmla="*/ 35881 w 141925"/>
              <a:gd name="csY26" fmla="*/ 28359 h 141907"/>
              <a:gd name="csX27" fmla="*/ 28361 w 141925"/>
              <a:gd name="csY27" fmla="*/ 20840 h 141907"/>
              <a:gd name="csX28" fmla="*/ 26609 w 141925"/>
              <a:gd name="csY28" fmla="*/ 19649 h 141907"/>
              <a:gd name="csX29" fmla="*/ 24533 w 141925"/>
              <a:gd name="csY29" fmla="*/ 19224 h 141907"/>
              <a:gd name="csX30" fmla="*/ 117222 w 141925"/>
              <a:gd name="csY30" fmla="*/ 19224 h 141907"/>
              <a:gd name="csX31" fmla="*/ 113565 w 141925"/>
              <a:gd name="csY31" fmla="*/ 20840 h 141907"/>
              <a:gd name="csX32" fmla="*/ 106045 w 141925"/>
              <a:gd name="csY32" fmla="*/ 28359 h 141907"/>
              <a:gd name="csX33" fmla="*/ 104496 w 141925"/>
              <a:gd name="csY33" fmla="*/ 32118 h 141907"/>
              <a:gd name="csX34" fmla="*/ 106045 w 141925"/>
              <a:gd name="csY34" fmla="*/ 35878 h 141907"/>
              <a:gd name="csX35" fmla="*/ 109805 w 141925"/>
              <a:gd name="csY35" fmla="*/ 37443 h 141907"/>
              <a:gd name="csX36" fmla="*/ 113582 w 141925"/>
              <a:gd name="csY36" fmla="*/ 35878 h 141907"/>
              <a:gd name="csX37" fmla="*/ 121085 w 141925"/>
              <a:gd name="csY37" fmla="*/ 28359 h 141907"/>
              <a:gd name="csX38" fmla="*/ 122599 w 141925"/>
              <a:gd name="csY38" fmla="*/ 25603 h 141907"/>
              <a:gd name="csX39" fmla="*/ 122292 w 141925"/>
              <a:gd name="csY39" fmla="*/ 22473 h 141907"/>
              <a:gd name="csX40" fmla="*/ 120251 w 141925"/>
              <a:gd name="csY40" fmla="*/ 20075 h 141907"/>
              <a:gd name="csX41" fmla="*/ 117222 w 141925"/>
              <a:gd name="csY41" fmla="*/ 19224 h 141907"/>
              <a:gd name="csX42" fmla="*/ 70963 w 141925"/>
              <a:gd name="csY42" fmla="*/ 31982 h 141907"/>
              <a:gd name="csX43" fmla="*/ 43401 w 141925"/>
              <a:gd name="csY43" fmla="*/ 43397 h 141907"/>
              <a:gd name="csX44" fmla="*/ 31968 w 141925"/>
              <a:gd name="csY44" fmla="*/ 70955 h 141907"/>
              <a:gd name="csX45" fmla="*/ 43401 w 141925"/>
              <a:gd name="csY45" fmla="*/ 98530 h 141907"/>
              <a:gd name="csX46" fmla="*/ 70963 w 141925"/>
              <a:gd name="csY46" fmla="*/ 109944 h 141907"/>
              <a:gd name="csX47" fmla="*/ 98542 w 141925"/>
              <a:gd name="csY47" fmla="*/ 98530 h 141907"/>
              <a:gd name="csX48" fmla="*/ 109958 w 141925"/>
              <a:gd name="csY48" fmla="*/ 70955 h 141907"/>
              <a:gd name="csX49" fmla="*/ 98542 w 141925"/>
              <a:gd name="csY49" fmla="*/ 43397 h 141907"/>
              <a:gd name="csX50" fmla="*/ 70963 w 141925"/>
              <a:gd name="csY50" fmla="*/ 31982 h 141907"/>
              <a:gd name="csX51" fmla="*/ 5393 w 141925"/>
              <a:gd name="csY51" fmla="*/ 65647 h 141907"/>
              <a:gd name="csX52" fmla="*/ 3335 w 141925"/>
              <a:gd name="csY52" fmla="*/ 66022 h 141907"/>
              <a:gd name="csX53" fmla="*/ 1582 w 141925"/>
              <a:gd name="csY53" fmla="*/ 67178 h 141907"/>
              <a:gd name="csX54" fmla="*/ 408 w 141925"/>
              <a:gd name="csY54" fmla="*/ 68913 h 141907"/>
              <a:gd name="csX55" fmla="*/ 0 w 141925"/>
              <a:gd name="csY55" fmla="*/ 70955 h 141907"/>
              <a:gd name="csX56" fmla="*/ 408 w 141925"/>
              <a:gd name="csY56" fmla="*/ 73013 h 141907"/>
              <a:gd name="csX57" fmla="*/ 1582 w 141925"/>
              <a:gd name="csY57" fmla="*/ 74748 h 141907"/>
              <a:gd name="csX58" fmla="*/ 3335 w 141925"/>
              <a:gd name="csY58" fmla="*/ 75888 h 141907"/>
              <a:gd name="csX59" fmla="*/ 5393 w 141925"/>
              <a:gd name="csY59" fmla="*/ 76279 h 141907"/>
              <a:gd name="csX60" fmla="*/ 16027 w 141925"/>
              <a:gd name="csY60" fmla="*/ 76279 h 141907"/>
              <a:gd name="csX61" fmla="*/ 18085 w 141925"/>
              <a:gd name="csY61" fmla="*/ 75888 h 141907"/>
              <a:gd name="csX62" fmla="*/ 19838 w 141925"/>
              <a:gd name="csY62" fmla="*/ 74748 h 141907"/>
              <a:gd name="csX63" fmla="*/ 21012 w 141925"/>
              <a:gd name="csY63" fmla="*/ 73013 h 141907"/>
              <a:gd name="csX64" fmla="*/ 21420 w 141925"/>
              <a:gd name="csY64" fmla="*/ 70955 h 141907"/>
              <a:gd name="csX65" fmla="*/ 21012 w 141925"/>
              <a:gd name="csY65" fmla="*/ 68913 h 141907"/>
              <a:gd name="csX66" fmla="*/ 19838 w 141925"/>
              <a:gd name="csY66" fmla="*/ 67178 h 141907"/>
              <a:gd name="csX67" fmla="*/ 18085 w 141925"/>
              <a:gd name="csY67" fmla="*/ 66022 h 141907"/>
              <a:gd name="csX68" fmla="*/ 16027 w 141925"/>
              <a:gd name="csY68" fmla="*/ 65647 h 141907"/>
              <a:gd name="csX69" fmla="*/ 5393 w 141925"/>
              <a:gd name="csY69" fmla="*/ 65647 h 141907"/>
              <a:gd name="csX70" fmla="*/ 125899 w 141925"/>
              <a:gd name="csY70" fmla="*/ 65647 h 141907"/>
              <a:gd name="csX71" fmla="*/ 123841 w 141925"/>
              <a:gd name="csY71" fmla="*/ 66022 h 141907"/>
              <a:gd name="csX72" fmla="*/ 122088 w 141925"/>
              <a:gd name="csY72" fmla="*/ 67178 h 141907"/>
              <a:gd name="csX73" fmla="*/ 120931 w 141925"/>
              <a:gd name="csY73" fmla="*/ 68913 h 141907"/>
              <a:gd name="csX74" fmla="*/ 120506 w 141925"/>
              <a:gd name="csY74" fmla="*/ 70955 h 141907"/>
              <a:gd name="csX75" fmla="*/ 120931 w 141925"/>
              <a:gd name="csY75" fmla="*/ 73013 h 141907"/>
              <a:gd name="csX76" fmla="*/ 122088 w 141925"/>
              <a:gd name="csY76" fmla="*/ 74748 h 141907"/>
              <a:gd name="csX77" fmla="*/ 123841 w 141925"/>
              <a:gd name="csY77" fmla="*/ 75888 h 141907"/>
              <a:gd name="csX78" fmla="*/ 125899 w 141925"/>
              <a:gd name="csY78" fmla="*/ 76279 h 141907"/>
              <a:gd name="csX79" fmla="*/ 136533 w 141925"/>
              <a:gd name="csY79" fmla="*/ 76279 h 141907"/>
              <a:gd name="csX80" fmla="*/ 138591 w 141925"/>
              <a:gd name="csY80" fmla="*/ 75888 h 141907"/>
              <a:gd name="csX81" fmla="*/ 140344 w 141925"/>
              <a:gd name="csY81" fmla="*/ 74748 h 141907"/>
              <a:gd name="csX82" fmla="*/ 141518 w 141925"/>
              <a:gd name="csY82" fmla="*/ 73013 h 141907"/>
              <a:gd name="csX83" fmla="*/ 141926 w 141925"/>
              <a:gd name="csY83" fmla="*/ 70955 h 141907"/>
              <a:gd name="csX84" fmla="*/ 141518 w 141925"/>
              <a:gd name="csY84" fmla="*/ 68913 h 141907"/>
              <a:gd name="csX85" fmla="*/ 140344 w 141925"/>
              <a:gd name="csY85" fmla="*/ 67178 h 141907"/>
              <a:gd name="csX86" fmla="*/ 138591 w 141925"/>
              <a:gd name="csY86" fmla="*/ 66022 h 141907"/>
              <a:gd name="csX87" fmla="*/ 136533 w 141925"/>
              <a:gd name="csY87" fmla="*/ 65647 h 141907"/>
              <a:gd name="csX88" fmla="*/ 125899 w 141925"/>
              <a:gd name="csY88" fmla="*/ 65647 h 141907"/>
              <a:gd name="csX89" fmla="*/ 32002 w 141925"/>
              <a:gd name="csY89" fmla="*/ 104432 h 141907"/>
              <a:gd name="csX90" fmla="*/ 28361 w 141925"/>
              <a:gd name="csY90" fmla="*/ 106032 h 141907"/>
              <a:gd name="csX91" fmla="*/ 20841 w 141925"/>
              <a:gd name="csY91" fmla="*/ 113551 h 141907"/>
              <a:gd name="csX92" fmla="*/ 19684 w 141925"/>
              <a:gd name="csY92" fmla="*/ 115286 h 141907"/>
              <a:gd name="csX93" fmla="*/ 19276 w 141925"/>
              <a:gd name="csY93" fmla="*/ 117310 h 141907"/>
              <a:gd name="csX94" fmla="*/ 19684 w 141925"/>
              <a:gd name="csY94" fmla="*/ 119351 h 141907"/>
              <a:gd name="csX95" fmla="*/ 20841 w 141925"/>
              <a:gd name="csY95" fmla="*/ 121086 h 141907"/>
              <a:gd name="csX96" fmla="*/ 22560 w 141925"/>
              <a:gd name="csY96" fmla="*/ 122226 h 141907"/>
              <a:gd name="csX97" fmla="*/ 24601 w 141925"/>
              <a:gd name="csY97" fmla="*/ 122635 h 141907"/>
              <a:gd name="csX98" fmla="*/ 26643 w 141925"/>
              <a:gd name="csY98" fmla="*/ 122226 h 141907"/>
              <a:gd name="csX99" fmla="*/ 28361 w 141925"/>
              <a:gd name="csY99" fmla="*/ 121086 h 141907"/>
              <a:gd name="csX100" fmla="*/ 35881 w 141925"/>
              <a:gd name="csY100" fmla="*/ 113568 h 141907"/>
              <a:gd name="csX101" fmla="*/ 37395 w 141925"/>
              <a:gd name="csY101" fmla="*/ 110795 h 141907"/>
              <a:gd name="csX102" fmla="*/ 37072 w 141925"/>
              <a:gd name="csY102" fmla="*/ 107665 h 141907"/>
              <a:gd name="csX103" fmla="*/ 35048 w 141925"/>
              <a:gd name="csY103" fmla="*/ 105266 h 141907"/>
              <a:gd name="csX104" fmla="*/ 32002 w 141925"/>
              <a:gd name="csY104" fmla="*/ 104432 h 141907"/>
              <a:gd name="csX105" fmla="*/ 109754 w 141925"/>
              <a:gd name="csY105" fmla="*/ 104432 h 141907"/>
              <a:gd name="csX106" fmla="*/ 106776 w 141925"/>
              <a:gd name="csY106" fmla="*/ 105334 h 141907"/>
              <a:gd name="csX107" fmla="*/ 104820 w 141925"/>
              <a:gd name="csY107" fmla="*/ 107750 h 141907"/>
              <a:gd name="csX108" fmla="*/ 104547 w 141925"/>
              <a:gd name="csY108" fmla="*/ 110846 h 141907"/>
              <a:gd name="csX109" fmla="*/ 106045 w 141925"/>
              <a:gd name="csY109" fmla="*/ 113568 h 141907"/>
              <a:gd name="csX110" fmla="*/ 113565 w 141925"/>
              <a:gd name="csY110" fmla="*/ 121086 h 141907"/>
              <a:gd name="csX111" fmla="*/ 115300 w 141925"/>
              <a:gd name="csY111" fmla="*/ 122226 h 141907"/>
              <a:gd name="csX112" fmla="*/ 117324 w 141925"/>
              <a:gd name="csY112" fmla="*/ 122635 h 141907"/>
              <a:gd name="csX113" fmla="*/ 119366 w 141925"/>
              <a:gd name="csY113" fmla="*/ 122226 h 141907"/>
              <a:gd name="csX114" fmla="*/ 121085 w 141925"/>
              <a:gd name="csY114" fmla="*/ 121086 h 141907"/>
              <a:gd name="csX115" fmla="*/ 122241 w 141925"/>
              <a:gd name="csY115" fmla="*/ 119351 h 141907"/>
              <a:gd name="csX116" fmla="*/ 122650 w 141925"/>
              <a:gd name="csY116" fmla="*/ 117310 h 141907"/>
              <a:gd name="csX117" fmla="*/ 122241 w 141925"/>
              <a:gd name="csY117" fmla="*/ 115286 h 141907"/>
              <a:gd name="csX118" fmla="*/ 121085 w 141925"/>
              <a:gd name="csY118" fmla="*/ 113551 h 141907"/>
              <a:gd name="csX119" fmla="*/ 113582 w 141925"/>
              <a:gd name="csY119" fmla="*/ 106032 h 141907"/>
              <a:gd name="csX120" fmla="*/ 111829 w 141925"/>
              <a:gd name="csY120" fmla="*/ 104841 h 141907"/>
              <a:gd name="csX121" fmla="*/ 109754 w 141925"/>
              <a:gd name="csY121" fmla="*/ 104432 h 141907"/>
              <a:gd name="csX122" fmla="*/ 70878 w 141925"/>
              <a:gd name="csY122" fmla="*/ 120491 h 141907"/>
              <a:gd name="csX123" fmla="*/ 67152 w 141925"/>
              <a:gd name="csY123" fmla="*/ 122107 h 141907"/>
              <a:gd name="csX124" fmla="*/ 65655 w 141925"/>
              <a:gd name="csY124" fmla="*/ 125884 h 141907"/>
              <a:gd name="csX125" fmla="*/ 65655 w 141925"/>
              <a:gd name="csY125" fmla="*/ 136516 h 141907"/>
              <a:gd name="csX126" fmla="*/ 66029 w 141925"/>
              <a:gd name="csY126" fmla="*/ 138574 h 141907"/>
              <a:gd name="csX127" fmla="*/ 67186 w 141925"/>
              <a:gd name="csY127" fmla="*/ 140326 h 141907"/>
              <a:gd name="csX128" fmla="*/ 68904 w 141925"/>
              <a:gd name="csY128" fmla="*/ 141500 h 141907"/>
              <a:gd name="csX129" fmla="*/ 70963 w 141925"/>
              <a:gd name="csY129" fmla="*/ 141908 h 141907"/>
              <a:gd name="csX130" fmla="*/ 73022 w 141925"/>
              <a:gd name="csY130" fmla="*/ 141500 h 141907"/>
              <a:gd name="csX131" fmla="*/ 74757 w 141925"/>
              <a:gd name="csY131" fmla="*/ 140326 h 141907"/>
              <a:gd name="csX132" fmla="*/ 75897 w 141925"/>
              <a:gd name="csY132" fmla="*/ 138574 h 141907"/>
              <a:gd name="csX133" fmla="*/ 76288 w 141925"/>
              <a:gd name="csY133" fmla="*/ 136516 h 141907"/>
              <a:gd name="csX134" fmla="*/ 76288 w 141925"/>
              <a:gd name="csY134" fmla="*/ 125884 h 141907"/>
              <a:gd name="csX135" fmla="*/ 75897 w 141925"/>
              <a:gd name="csY135" fmla="*/ 123808 h 141907"/>
              <a:gd name="csX136" fmla="*/ 74723 w 141925"/>
              <a:gd name="csY136" fmla="*/ 122056 h 141907"/>
              <a:gd name="csX137" fmla="*/ 72954 w 141925"/>
              <a:gd name="csY137" fmla="*/ 120882 h 141907"/>
              <a:gd name="csX138" fmla="*/ 70878 w 141925"/>
              <a:gd name="csY138" fmla="*/ 120491 h 141907"/>
            </a:gdLst>
            <a:ahLst/>
            <a:cxnLst/>
            <a:rect l="l" t="t" r="r" b="b"/>
            <a:pathLst>
              <a:path w="100000" h="100000">
                <a:moveTo>
                  <a:pt x="49940" y="7"/>
                </a:moveTo>
                <a:cubicBezTo>
                  <a:pt x="48946" y="19"/>
                  <a:pt x="48011" y="427"/>
                  <a:pt x="47315" y="1146"/>
                </a:cubicBezTo>
                <a:cubicBezTo>
                  <a:pt x="46620" y="1853"/>
                  <a:pt x="46236" y="2812"/>
                  <a:pt x="46260" y="3807"/>
                </a:cubicBezTo>
                <a:lnTo>
                  <a:pt x="46260" y="11298"/>
                </a:lnTo>
                <a:cubicBezTo>
                  <a:pt x="46248" y="11789"/>
                  <a:pt x="46344" y="12293"/>
                  <a:pt x="46524" y="12748"/>
                </a:cubicBezTo>
                <a:cubicBezTo>
                  <a:pt x="46716" y="13204"/>
                  <a:pt x="46979" y="13623"/>
                  <a:pt x="47339" y="13983"/>
                </a:cubicBezTo>
                <a:cubicBezTo>
                  <a:pt x="47686" y="14331"/>
                  <a:pt x="48094" y="14618"/>
                  <a:pt x="48550" y="14810"/>
                </a:cubicBezTo>
                <a:cubicBezTo>
                  <a:pt x="49017" y="15002"/>
                  <a:pt x="49509" y="15098"/>
                  <a:pt x="50000" y="15098"/>
                </a:cubicBezTo>
                <a:cubicBezTo>
                  <a:pt x="50504" y="15098"/>
                  <a:pt x="50995" y="15002"/>
                  <a:pt x="51451" y="14810"/>
                </a:cubicBezTo>
                <a:cubicBezTo>
                  <a:pt x="51906" y="14618"/>
                  <a:pt x="52326" y="14331"/>
                  <a:pt x="52674" y="13983"/>
                </a:cubicBezTo>
                <a:cubicBezTo>
                  <a:pt x="53021" y="13623"/>
                  <a:pt x="53297" y="13204"/>
                  <a:pt x="53477" y="12748"/>
                </a:cubicBezTo>
                <a:cubicBezTo>
                  <a:pt x="53668" y="12293"/>
                  <a:pt x="53752" y="11789"/>
                  <a:pt x="53752" y="11298"/>
                </a:cubicBezTo>
                <a:lnTo>
                  <a:pt x="53752" y="3807"/>
                </a:lnTo>
                <a:cubicBezTo>
                  <a:pt x="53752" y="3303"/>
                  <a:pt x="53657" y="2812"/>
                  <a:pt x="53477" y="2345"/>
                </a:cubicBezTo>
                <a:cubicBezTo>
                  <a:pt x="53285" y="1877"/>
                  <a:pt x="53009" y="1458"/>
                  <a:pt x="52650" y="1098"/>
                </a:cubicBezTo>
                <a:cubicBezTo>
                  <a:pt x="52290" y="750"/>
                  <a:pt x="51870" y="475"/>
                  <a:pt x="51403" y="283"/>
                </a:cubicBezTo>
                <a:cubicBezTo>
                  <a:pt x="50947" y="92"/>
                  <a:pt x="50444" y="-5"/>
                  <a:pt x="49940" y="7"/>
                </a:cubicBezTo>
                <a:close/>
                <a:moveTo>
                  <a:pt x="17286" y="13552"/>
                </a:moveTo>
                <a:cubicBezTo>
                  <a:pt x="16543" y="13552"/>
                  <a:pt x="15812" y="13779"/>
                  <a:pt x="15200" y="14199"/>
                </a:cubicBezTo>
                <a:cubicBezTo>
                  <a:pt x="14577" y="14606"/>
                  <a:pt x="14098" y="15205"/>
                  <a:pt x="13822" y="15889"/>
                </a:cubicBezTo>
                <a:cubicBezTo>
                  <a:pt x="13546" y="16584"/>
                  <a:pt x="13474" y="17339"/>
                  <a:pt x="13630" y="18070"/>
                </a:cubicBezTo>
                <a:cubicBezTo>
                  <a:pt x="13773" y="18801"/>
                  <a:pt x="14145" y="19472"/>
                  <a:pt x="14685" y="19988"/>
                </a:cubicBezTo>
                <a:lnTo>
                  <a:pt x="19983" y="25286"/>
                </a:lnTo>
                <a:cubicBezTo>
                  <a:pt x="20679" y="25993"/>
                  <a:pt x="21637" y="26389"/>
                  <a:pt x="22632" y="26389"/>
                </a:cubicBezTo>
                <a:cubicBezTo>
                  <a:pt x="23627" y="26389"/>
                  <a:pt x="24574" y="25993"/>
                  <a:pt x="25282" y="25286"/>
                </a:cubicBezTo>
                <a:cubicBezTo>
                  <a:pt x="25989" y="24578"/>
                  <a:pt x="26385" y="23631"/>
                  <a:pt x="26385" y="22637"/>
                </a:cubicBezTo>
                <a:cubicBezTo>
                  <a:pt x="26385" y="21642"/>
                  <a:pt x="25989" y="20683"/>
                  <a:pt x="25282" y="19988"/>
                </a:cubicBezTo>
                <a:lnTo>
                  <a:pt x="19983" y="14690"/>
                </a:lnTo>
                <a:cubicBezTo>
                  <a:pt x="19636" y="14331"/>
                  <a:pt x="19216" y="14043"/>
                  <a:pt x="18749" y="13851"/>
                </a:cubicBezTo>
                <a:cubicBezTo>
                  <a:pt x="18293" y="13659"/>
                  <a:pt x="17790" y="13552"/>
                  <a:pt x="17286" y="13552"/>
                </a:cubicBezTo>
                <a:close/>
                <a:moveTo>
                  <a:pt x="82594" y="13552"/>
                </a:moveTo>
                <a:cubicBezTo>
                  <a:pt x="81623" y="13587"/>
                  <a:pt x="80700" y="13995"/>
                  <a:pt x="80018" y="14690"/>
                </a:cubicBezTo>
                <a:lnTo>
                  <a:pt x="74719" y="19988"/>
                </a:lnTo>
                <a:cubicBezTo>
                  <a:pt x="74024" y="20683"/>
                  <a:pt x="73628" y="21642"/>
                  <a:pt x="73628" y="22637"/>
                </a:cubicBezTo>
                <a:cubicBezTo>
                  <a:pt x="73628" y="23631"/>
                  <a:pt x="74024" y="24578"/>
                  <a:pt x="74719" y="25286"/>
                </a:cubicBezTo>
                <a:cubicBezTo>
                  <a:pt x="75426" y="25993"/>
                  <a:pt x="76373" y="26389"/>
                  <a:pt x="77368" y="26389"/>
                </a:cubicBezTo>
                <a:cubicBezTo>
                  <a:pt x="78363" y="26389"/>
                  <a:pt x="79322" y="25993"/>
                  <a:pt x="80030" y="25286"/>
                </a:cubicBezTo>
                <a:lnTo>
                  <a:pt x="85316" y="19988"/>
                </a:lnTo>
                <a:cubicBezTo>
                  <a:pt x="85867" y="19460"/>
                  <a:pt x="86239" y="18790"/>
                  <a:pt x="86383" y="18046"/>
                </a:cubicBezTo>
                <a:cubicBezTo>
                  <a:pt x="86539" y="17303"/>
                  <a:pt x="86455" y="16536"/>
                  <a:pt x="86167" y="15841"/>
                </a:cubicBezTo>
                <a:cubicBezTo>
                  <a:pt x="85867" y="15145"/>
                  <a:pt x="85363" y="14558"/>
                  <a:pt x="84729" y="14151"/>
                </a:cubicBezTo>
                <a:cubicBezTo>
                  <a:pt x="84093" y="13743"/>
                  <a:pt x="83350" y="13528"/>
                  <a:pt x="82594" y="13552"/>
                </a:cubicBezTo>
                <a:close/>
                <a:moveTo>
                  <a:pt x="50000" y="22541"/>
                </a:moveTo>
                <a:cubicBezTo>
                  <a:pt x="42712" y="22541"/>
                  <a:pt x="35723" y="25430"/>
                  <a:pt x="30580" y="30584"/>
                </a:cubicBezTo>
                <a:cubicBezTo>
                  <a:pt x="25425" y="35726"/>
                  <a:pt x="22525" y="42713"/>
                  <a:pt x="22525" y="50001"/>
                </a:cubicBezTo>
                <a:cubicBezTo>
                  <a:pt x="22525" y="57289"/>
                  <a:pt x="25425" y="64276"/>
                  <a:pt x="30580" y="69430"/>
                </a:cubicBezTo>
                <a:cubicBezTo>
                  <a:pt x="35723" y="74572"/>
                  <a:pt x="42712" y="77473"/>
                  <a:pt x="50000" y="77473"/>
                </a:cubicBezTo>
                <a:cubicBezTo>
                  <a:pt x="57289" y="77473"/>
                  <a:pt x="64278" y="74572"/>
                  <a:pt x="69432" y="69430"/>
                </a:cubicBezTo>
                <a:cubicBezTo>
                  <a:pt x="74575" y="64276"/>
                  <a:pt x="77476" y="57289"/>
                  <a:pt x="77476" y="50001"/>
                </a:cubicBezTo>
                <a:cubicBezTo>
                  <a:pt x="77476" y="42713"/>
                  <a:pt x="74575" y="35726"/>
                  <a:pt x="69432" y="30584"/>
                </a:cubicBezTo>
                <a:cubicBezTo>
                  <a:pt x="64278" y="25430"/>
                  <a:pt x="57289" y="22541"/>
                  <a:pt x="50000" y="22541"/>
                </a:cubicBezTo>
                <a:close/>
                <a:moveTo>
                  <a:pt x="3800" y="46261"/>
                </a:moveTo>
                <a:cubicBezTo>
                  <a:pt x="3309" y="46249"/>
                  <a:pt x="2805" y="46345"/>
                  <a:pt x="2350" y="46525"/>
                </a:cubicBezTo>
                <a:cubicBezTo>
                  <a:pt x="1894" y="46717"/>
                  <a:pt x="1475" y="46992"/>
                  <a:pt x="1115" y="47340"/>
                </a:cubicBezTo>
                <a:cubicBezTo>
                  <a:pt x="767" y="47688"/>
                  <a:pt x="480" y="48095"/>
                  <a:pt x="287" y="48562"/>
                </a:cubicBezTo>
                <a:cubicBezTo>
                  <a:pt x="96" y="49018"/>
                  <a:pt x="0" y="49509"/>
                  <a:pt x="0" y="50001"/>
                </a:cubicBezTo>
                <a:cubicBezTo>
                  <a:pt x="0" y="50504"/>
                  <a:pt x="96" y="50996"/>
                  <a:pt x="287" y="51451"/>
                </a:cubicBezTo>
                <a:cubicBezTo>
                  <a:pt x="480" y="51907"/>
                  <a:pt x="767" y="52326"/>
                  <a:pt x="1115" y="52674"/>
                </a:cubicBezTo>
                <a:cubicBezTo>
                  <a:pt x="1475" y="53022"/>
                  <a:pt x="1894" y="53297"/>
                  <a:pt x="2350" y="53477"/>
                </a:cubicBezTo>
                <a:cubicBezTo>
                  <a:pt x="2805" y="53668"/>
                  <a:pt x="3309" y="53752"/>
                  <a:pt x="3800" y="53752"/>
                </a:cubicBezTo>
                <a:lnTo>
                  <a:pt x="11293" y="53752"/>
                </a:lnTo>
                <a:cubicBezTo>
                  <a:pt x="11784" y="53752"/>
                  <a:pt x="12275" y="53668"/>
                  <a:pt x="12743" y="53477"/>
                </a:cubicBezTo>
                <a:cubicBezTo>
                  <a:pt x="13199" y="53297"/>
                  <a:pt x="13618" y="53022"/>
                  <a:pt x="13978" y="52674"/>
                </a:cubicBezTo>
                <a:cubicBezTo>
                  <a:pt x="14325" y="52326"/>
                  <a:pt x="14613" y="51907"/>
                  <a:pt x="14805" y="51451"/>
                </a:cubicBezTo>
                <a:cubicBezTo>
                  <a:pt x="14997" y="50996"/>
                  <a:pt x="15092" y="50504"/>
                  <a:pt x="15092" y="50001"/>
                </a:cubicBezTo>
                <a:cubicBezTo>
                  <a:pt x="15092" y="49509"/>
                  <a:pt x="14997" y="49018"/>
                  <a:pt x="14805" y="48562"/>
                </a:cubicBezTo>
                <a:cubicBezTo>
                  <a:pt x="14613" y="48095"/>
                  <a:pt x="14325" y="47688"/>
                  <a:pt x="13978" y="47340"/>
                </a:cubicBezTo>
                <a:cubicBezTo>
                  <a:pt x="13618" y="46992"/>
                  <a:pt x="13199" y="46717"/>
                  <a:pt x="12743" y="46525"/>
                </a:cubicBezTo>
                <a:cubicBezTo>
                  <a:pt x="12275" y="46345"/>
                  <a:pt x="11784" y="46249"/>
                  <a:pt x="11293" y="46261"/>
                </a:cubicBezTo>
                <a:lnTo>
                  <a:pt x="3800" y="46261"/>
                </a:lnTo>
                <a:close/>
                <a:moveTo>
                  <a:pt x="88708" y="46261"/>
                </a:moveTo>
                <a:cubicBezTo>
                  <a:pt x="88217" y="46249"/>
                  <a:pt x="87725" y="46345"/>
                  <a:pt x="87258" y="46525"/>
                </a:cubicBezTo>
                <a:cubicBezTo>
                  <a:pt x="86802" y="46717"/>
                  <a:pt x="86383" y="46992"/>
                  <a:pt x="86023" y="47340"/>
                </a:cubicBezTo>
                <a:cubicBezTo>
                  <a:pt x="85676" y="47688"/>
                  <a:pt x="85400" y="48095"/>
                  <a:pt x="85208" y="48562"/>
                </a:cubicBezTo>
                <a:cubicBezTo>
                  <a:pt x="85016" y="49018"/>
                  <a:pt x="84908" y="49509"/>
                  <a:pt x="84908" y="50001"/>
                </a:cubicBezTo>
                <a:cubicBezTo>
                  <a:pt x="84908" y="50504"/>
                  <a:pt x="85016" y="50996"/>
                  <a:pt x="85208" y="51451"/>
                </a:cubicBezTo>
                <a:cubicBezTo>
                  <a:pt x="85400" y="51907"/>
                  <a:pt x="85676" y="52326"/>
                  <a:pt x="86023" y="52674"/>
                </a:cubicBezTo>
                <a:cubicBezTo>
                  <a:pt x="86383" y="53022"/>
                  <a:pt x="86802" y="53297"/>
                  <a:pt x="87258" y="53477"/>
                </a:cubicBezTo>
                <a:cubicBezTo>
                  <a:pt x="87725" y="53668"/>
                  <a:pt x="88217" y="53752"/>
                  <a:pt x="88708" y="53752"/>
                </a:cubicBezTo>
                <a:lnTo>
                  <a:pt x="96201" y="53752"/>
                </a:lnTo>
                <a:cubicBezTo>
                  <a:pt x="96704" y="53752"/>
                  <a:pt x="97196" y="53668"/>
                  <a:pt x="97651" y="53477"/>
                </a:cubicBezTo>
                <a:cubicBezTo>
                  <a:pt x="98119" y="53297"/>
                  <a:pt x="98538" y="53022"/>
                  <a:pt x="98886" y="52674"/>
                </a:cubicBezTo>
                <a:cubicBezTo>
                  <a:pt x="99245" y="52326"/>
                  <a:pt x="99521" y="51907"/>
                  <a:pt x="99713" y="51451"/>
                </a:cubicBezTo>
                <a:cubicBezTo>
                  <a:pt x="99905" y="50996"/>
                  <a:pt x="100001" y="50504"/>
                  <a:pt x="100001" y="50001"/>
                </a:cubicBezTo>
                <a:cubicBezTo>
                  <a:pt x="100001" y="49509"/>
                  <a:pt x="99905" y="49018"/>
                  <a:pt x="99713" y="48562"/>
                </a:cubicBezTo>
                <a:cubicBezTo>
                  <a:pt x="99521" y="48095"/>
                  <a:pt x="99245" y="47688"/>
                  <a:pt x="98886" y="47340"/>
                </a:cubicBezTo>
                <a:cubicBezTo>
                  <a:pt x="98538" y="46992"/>
                  <a:pt x="98119" y="46717"/>
                  <a:pt x="97651" y="46525"/>
                </a:cubicBezTo>
                <a:cubicBezTo>
                  <a:pt x="97196" y="46345"/>
                  <a:pt x="96704" y="46249"/>
                  <a:pt x="96201" y="46261"/>
                </a:cubicBezTo>
                <a:lnTo>
                  <a:pt x="88708" y="46261"/>
                </a:lnTo>
                <a:close/>
                <a:moveTo>
                  <a:pt x="22549" y="73589"/>
                </a:moveTo>
                <a:cubicBezTo>
                  <a:pt x="21578" y="73613"/>
                  <a:pt x="20655" y="74021"/>
                  <a:pt x="19983" y="74716"/>
                </a:cubicBezTo>
                <a:lnTo>
                  <a:pt x="14685" y="80014"/>
                </a:lnTo>
                <a:cubicBezTo>
                  <a:pt x="14337" y="80361"/>
                  <a:pt x="14062" y="80781"/>
                  <a:pt x="13869" y="81237"/>
                </a:cubicBezTo>
                <a:cubicBezTo>
                  <a:pt x="13678" y="81692"/>
                  <a:pt x="13582" y="82172"/>
                  <a:pt x="13582" y="82663"/>
                </a:cubicBezTo>
                <a:cubicBezTo>
                  <a:pt x="13582" y="83154"/>
                  <a:pt x="13678" y="83646"/>
                  <a:pt x="13869" y="84101"/>
                </a:cubicBezTo>
                <a:cubicBezTo>
                  <a:pt x="14062" y="84557"/>
                  <a:pt x="14337" y="84976"/>
                  <a:pt x="14685" y="85323"/>
                </a:cubicBezTo>
                <a:cubicBezTo>
                  <a:pt x="15033" y="85671"/>
                  <a:pt x="15440" y="85947"/>
                  <a:pt x="15896" y="86126"/>
                </a:cubicBezTo>
                <a:cubicBezTo>
                  <a:pt x="16351" y="86318"/>
                  <a:pt x="16843" y="86415"/>
                  <a:pt x="17334" y="86415"/>
                </a:cubicBezTo>
                <a:cubicBezTo>
                  <a:pt x="17826" y="86415"/>
                  <a:pt x="18317" y="86318"/>
                  <a:pt x="18773" y="86126"/>
                </a:cubicBezTo>
                <a:cubicBezTo>
                  <a:pt x="19228" y="85947"/>
                  <a:pt x="19636" y="85671"/>
                  <a:pt x="19983" y="85323"/>
                </a:cubicBezTo>
                <a:lnTo>
                  <a:pt x="25282" y="80026"/>
                </a:lnTo>
                <a:cubicBezTo>
                  <a:pt x="25821" y="79498"/>
                  <a:pt x="26193" y="78815"/>
                  <a:pt x="26348" y="78072"/>
                </a:cubicBezTo>
                <a:cubicBezTo>
                  <a:pt x="26493" y="77341"/>
                  <a:pt x="26421" y="76562"/>
                  <a:pt x="26121" y="75867"/>
                </a:cubicBezTo>
                <a:cubicBezTo>
                  <a:pt x="25821" y="75171"/>
                  <a:pt x="25330" y="74584"/>
                  <a:pt x="24695" y="74177"/>
                </a:cubicBezTo>
                <a:cubicBezTo>
                  <a:pt x="24059" y="73769"/>
                  <a:pt x="23316" y="73566"/>
                  <a:pt x="22549" y="73589"/>
                </a:cubicBezTo>
                <a:close/>
                <a:moveTo>
                  <a:pt x="77332" y="73589"/>
                </a:moveTo>
                <a:cubicBezTo>
                  <a:pt x="76589" y="73589"/>
                  <a:pt x="75858" y="73817"/>
                  <a:pt x="75234" y="74224"/>
                </a:cubicBezTo>
                <a:cubicBezTo>
                  <a:pt x="74623" y="74644"/>
                  <a:pt x="74143" y="75231"/>
                  <a:pt x="73856" y="75927"/>
                </a:cubicBezTo>
                <a:cubicBezTo>
                  <a:pt x="73580" y="76621"/>
                  <a:pt x="73508" y="77377"/>
                  <a:pt x="73664" y="78108"/>
                </a:cubicBezTo>
                <a:cubicBezTo>
                  <a:pt x="73819" y="78839"/>
                  <a:pt x="74191" y="79498"/>
                  <a:pt x="74719" y="80026"/>
                </a:cubicBezTo>
                <a:lnTo>
                  <a:pt x="80018" y="85323"/>
                </a:lnTo>
                <a:cubicBezTo>
                  <a:pt x="80365" y="85671"/>
                  <a:pt x="80784" y="85947"/>
                  <a:pt x="81240" y="86126"/>
                </a:cubicBezTo>
                <a:cubicBezTo>
                  <a:pt x="81695" y="86318"/>
                  <a:pt x="82175" y="86415"/>
                  <a:pt x="82666" y="86415"/>
                </a:cubicBezTo>
                <a:cubicBezTo>
                  <a:pt x="83158" y="86415"/>
                  <a:pt x="83650" y="86318"/>
                  <a:pt x="84105" y="86126"/>
                </a:cubicBezTo>
                <a:cubicBezTo>
                  <a:pt x="84561" y="85947"/>
                  <a:pt x="84968" y="85671"/>
                  <a:pt x="85316" y="85323"/>
                </a:cubicBezTo>
                <a:cubicBezTo>
                  <a:pt x="85676" y="84976"/>
                  <a:pt x="85951" y="84557"/>
                  <a:pt x="86131" y="84101"/>
                </a:cubicBezTo>
                <a:cubicBezTo>
                  <a:pt x="86323" y="83646"/>
                  <a:pt x="86419" y="83154"/>
                  <a:pt x="86419" y="82663"/>
                </a:cubicBezTo>
                <a:cubicBezTo>
                  <a:pt x="86419" y="82172"/>
                  <a:pt x="86323" y="81692"/>
                  <a:pt x="86131" y="81237"/>
                </a:cubicBezTo>
                <a:cubicBezTo>
                  <a:pt x="85951" y="80781"/>
                  <a:pt x="85676" y="80361"/>
                  <a:pt x="85316" y="80014"/>
                </a:cubicBezTo>
                <a:lnTo>
                  <a:pt x="80030" y="74716"/>
                </a:lnTo>
                <a:cubicBezTo>
                  <a:pt x="79670" y="74356"/>
                  <a:pt x="79250" y="74081"/>
                  <a:pt x="78794" y="73877"/>
                </a:cubicBezTo>
                <a:cubicBezTo>
                  <a:pt x="78327" y="73685"/>
                  <a:pt x="77835" y="73589"/>
                  <a:pt x="77332" y="73589"/>
                </a:cubicBezTo>
                <a:close/>
                <a:moveTo>
                  <a:pt x="49940" y="84904"/>
                </a:moveTo>
                <a:cubicBezTo>
                  <a:pt x="48946" y="84928"/>
                  <a:pt x="48011" y="85335"/>
                  <a:pt x="47315" y="86043"/>
                </a:cubicBezTo>
                <a:cubicBezTo>
                  <a:pt x="46620" y="86762"/>
                  <a:pt x="46236" y="87721"/>
                  <a:pt x="46260" y="88704"/>
                </a:cubicBezTo>
                <a:lnTo>
                  <a:pt x="46260" y="96195"/>
                </a:lnTo>
                <a:cubicBezTo>
                  <a:pt x="46248" y="96698"/>
                  <a:pt x="46344" y="97190"/>
                  <a:pt x="46524" y="97645"/>
                </a:cubicBezTo>
                <a:cubicBezTo>
                  <a:pt x="46716" y="98112"/>
                  <a:pt x="46979" y="98532"/>
                  <a:pt x="47339" y="98880"/>
                </a:cubicBezTo>
                <a:cubicBezTo>
                  <a:pt x="47686" y="99239"/>
                  <a:pt x="48094" y="99515"/>
                  <a:pt x="48550" y="99707"/>
                </a:cubicBezTo>
                <a:cubicBezTo>
                  <a:pt x="49017" y="99899"/>
                  <a:pt x="49509" y="99994"/>
                  <a:pt x="50000" y="99994"/>
                </a:cubicBezTo>
                <a:cubicBezTo>
                  <a:pt x="50504" y="99994"/>
                  <a:pt x="50995" y="99899"/>
                  <a:pt x="51451" y="99707"/>
                </a:cubicBezTo>
                <a:cubicBezTo>
                  <a:pt x="51906" y="99515"/>
                  <a:pt x="52326" y="99239"/>
                  <a:pt x="52674" y="98880"/>
                </a:cubicBezTo>
                <a:cubicBezTo>
                  <a:pt x="53021" y="98532"/>
                  <a:pt x="53297" y="98112"/>
                  <a:pt x="53477" y="97645"/>
                </a:cubicBezTo>
                <a:cubicBezTo>
                  <a:pt x="53668" y="97190"/>
                  <a:pt x="53752" y="96698"/>
                  <a:pt x="53752" y="96195"/>
                </a:cubicBezTo>
                <a:lnTo>
                  <a:pt x="53752" y="88704"/>
                </a:lnTo>
                <a:cubicBezTo>
                  <a:pt x="53752" y="88212"/>
                  <a:pt x="53657" y="87709"/>
                  <a:pt x="53477" y="87241"/>
                </a:cubicBezTo>
                <a:cubicBezTo>
                  <a:pt x="53285" y="86774"/>
                  <a:pt x="53009" y="86354"/>
                  <a:pt x="52650" y="86007"/>
                </a:cubicBezTo>
                <a:cubicBezTo>
                  <a:pt x="52290" y="85647"/>
                  <a:pt x="51870" y="85371"/>
                  <a:pt x="51403" y="85179"/>
                </a:cubicBezTo>
                <a:cubicBezTo>
                  <a:pt x="50947" y="84988"/>
                  <a:pt x="50444" y="84904"/>
                  <a:pt x="49940" y="849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9" name="Белый — SVG 22">
            <a:extLst>
              <a:ext uri="{FF2B5EF4-FFF2-40B4-BE49-F238E27FC236}">
                <a16:creationId xmlns:a16="http://schemas.microsoft.com/office/drawing/2014/main" id="{142C42F8-3FCE-9D43-AB89-44AD5BAB3525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63877 w 145395"/>
              <a:gd name="csY0" fmla="*/ 0 h 152385"/>
              <a:gd name="csX1" fmla="*/ 42610 w 145395"/>
              <a:gd name="csY1" fmla="*/ 21264 h 152385"/>
              <a:gd name="csX2" fmla="*/ 5393 w 145395"/>
              <a:gd name="csY2" fmla="*/ 21264 h 152385"/>
              <a:gd name="csX3" fmla="*/ 3335 w 145395"/>
              <a:gd name="csY3" fmla="*/ 21655 h 152385"/>
              <a:gd name="csX4" fmla="*/ 1584 w 145395"/>
              <a:gd name="csY4" fmla="*/ 22795 h 152385"/>
              <a:gd name="csX5" fmla="*/ 412 w 145395"/>
              <a:gd name="csY5" fmla="*/ 24530 h 152385"/>
              <a:gd name="csX6" fmla="*/ 0 w 145395"/>
              <a:gd name="csY6" fmla="*/ 26572 h 152385"/>
              <a:gd name="csX7" fmla="*/ 412 w 145395"/>
              <a:gd name="csY7" fmla="*/ 28630 h 152385"/>
              <a:gd name="csX8" fmla="*/ 1584 w 145395"/>
              <a:gd name="csY8" fmla="*/ 30365 h 152385"/>
              <a:gd name="csX9" fmla="*/ 3335 w 145395"/>
              <a:gd name="csY9" fmla="*/ 31505 h 152385"/>
              <a:gd name="csX10" fmla="*/ 5393 w 145395"/>
              <a:gd name="csY10" fmla="*/ 31896 h 152385"/>
              <a:gd name="csX11" fmla="*/ 14254 w 145395"/>
              <a:gd name="csY11" fmla="*/ 31896 h 152385"/>
              <a:gd name="csX12" fmla="*/ 14254 w 145395"/>
              <a:gd name="csY12" fmla="*/ 122259 h 152385"/>
              <a:gd name="csX13" fmla="*/ 33748 w 145395"/>
              <a:gd name="csY13" fmla="*/ 141754 h 152385"/>
              <a:gd name="csX14" fmla="*/ 75451 w 145395"/>
              <a:gd name="csY14" fmla="*/ 141754 h 152385"/>
              <a:gd name="csX15" fmla="*/ 74711 w 145395"/>
              <a:gd name="csY15" fmla="*/ 137348 h 152385"/>
              <a:gd name="csX16" fmla="*/ 60331 w 145395"/>
              <a:gd name="csY16" fmla="*/ 109041 h 152385"/>
              <a:gd name="csX17" fmla="*/ 74510 w 145395"/>
              <a:gd name="csY17" fmla="*/ 79170 h 152385"/>
              <a:gd name="csX18" fmla="*/ 74510 w 145395"/>
              <a:gd name="csY18" fmla="*/ 54929 h 152385"/>
              <a:gd name="csX19" fmla="*/ 79827 w 145395"/>
              <a:gd name="csY19" fmla="*/ 49621 h 152385"/>
              <a:gd name="csX20" fmla="*/ 85144 w 145395"/>
              <a:gd name="csY20" fmla="*/ 54929 h 152385"/>
              <a:gd name="csX21" fmla="*/ 85144 w 145395"/>
              <a:gd name="csY21" fmla="*/ 73012 h 152385"/>
              <a:gd name="csX22" fmla="*/ 87172 w 145395"/>
              <a:gd name="csY22" fmla="*/ 72110 h 152385"/>
              <a:gd name="csX23" fmla="*/ 113498 w 145395"/>
              <a:gd name="csY23" fmla="*/ 67347 h 152385"/>
              <a:gd name="csX24" fmla="*/ 113498 w 145395"/>
              <a:gd name="csY24" fmla="*/ 31896 h 152385"/>
              <a:gd name="csX25" fmla="*/ 122360 w 145395"/>
              <a:gd name="csY25" fmla="*/ 31896 h 152385"/>
              <a:gd name="csX26" fmla="*/ 124417 w 145395"/>
              <a:gd name="csY26" fmla="*/ 31505 h 152385"/>
              <a:gd name="csX27" fmla="*/ 126168 w 145395"/>
              <a:gd name="csY27" fmla="*/ 30365 h 152385"/>
              <a:gd name="csX28" fmla="*/ 127340 w 145395"/>
              <a:gd name="csY28" fmla="*/ 28630 h 152385"/>
              <a:gd name="csX29" fmla="*/ 127752 w 145395"/>
              <a:gd name="csY29" fmla="*/ 26572 h 152385"/>
              <a:gd name="csX30" fmla="*/ 127340 w 145395"/>
              <a:gd name="csY30" fmla="*/ 24530 h 152385"/>
              <a:gd name="csX31" fmla="*/ 126168 w 145395"/>
              <a:gd name="csY31" fmla="*/ 22795 h 152385"/>
              <a:gd name="csX32" fmla="*/ 124417 w 145395"/>
              <a:gd name="csY32" fmla="*/ 21655 h 152385"/>
              <a:gd name="csX33" fmla="*/ 122360 w 145395"/>
              <a:gd name="csY33" fmla="*/ 21264 h 152385"/>
              <a:gd name="csX34" fmla="*/ 85144 w 145395"/>
              <a:gd name="csY34" fmla="*/ 21264 h 152385"/>
              <a:gd name="csX35" fmla="*/ 63877 w 145395"/>
              <a:gd name="csY35" fmla="*/ 0 h 152385"/>
              <a:gd name="csX36" fmla="*/ 63877 w 145395"/>
              <a:gd name="csY36" fmla="*/ 10632 h 152385"/>
              <a:gd name="csX37" fmla="*/ 74510 w 145395"/>
              <a:gd name="csY37" fmla="*/ 21264 h 152385"/>
              <a:gd name="csX38" fmla="*/ 53243 w 145395"/>
              <a:gd name="csY38" fmla="*/ 21264 h 152385"/>
              <a:gd name="csX39" fmla="*/ 63877 w 145395"/>
              <a:gd name="csY39" fmla="*/ 10632 h 152385"/>
              <a:gd name="csX40" fmla="*/ 47927 w 145395"/>
              <a:gd name="csY40" fmla="*/ 49621 h 152385"/>
              <a:gd name="csX41" fmla="*/ 53243 w 145395"/>
              <a:gd name="csY41" fmla="*/ 54929 h 152385"/>
              <a:gd name="csX42" fmla="*/ 53243 w 145395"/>
              <a:gd name="csY42" fmla="*/ 108089 h 152385"/>
              <a:gd name="csX43" fmla="*/ 47927 w 145395"/>
              <a:gd name="csY43" fmla="*/ 113413 h 152385"/>
              <a:gd name="csX44" fmla="*/ 42610 w 145395"/>
              <a:gd name="csY44" fmla="*/ 108089 h 152385"/>
              <a:gd name="csX45" fmla="*/ 42610 w 145395"/>
              <a:gd name="csY45" fmla="*/ 54929 h 152385"/>
              <a:gd name="csX46" fmla="*/ 47927 w 145395"/>
              <a:gd name="csY46" fmla="*/ 49621 h 152385"/>
              <a:gd name="csX47" fmla="*/ 113852 w 145395"/>
              <a:gd name="csY47" fmla="*/ 74424 h 152385"/>
              <a:gd name="csX48" fmla="*/ 89913 w 145395"/>
              <a:gd name="csY48" fmla="*/ 78642 h 152385"/>
              <a:gd name="csX49" fmla="*/ 67421 w 145395"/>
              <a:gd name="csY49" fmla="*/ 109041 h 152385"/>
              <a:gd name="csX50" fmla="*/ 81494 w 145395"/>
              <a:gd name="csY50" fmla="*/ 133486 h 152385"/>
              <a:gd name="csX51" fmla="*/ 85649 w 145395"/>
              <a:gd name="csY51" fmla="*/ 149732 h 152385"/>
              <a:gd name="csX52" fmla="*/ 90231 w 145395"/>
              <a:gd name="csY52" fmla="*/ 152386 h 152385"/>
              <a:gd name="csX53" fmla="*/ 92854 w 145395"/>
              <a:gd name="csY53" fmla="*/ 151705 h 152385"/>
              <a:gd name="csX54" fmla="*/ 94877 w 145395"/>
              <a:gd name="csY54" fmla="*/ 144475 h 152385"/>
              <a:gd name="csX55" fmla="*/ 92024 w 145395"/>
              <a:gd name="csY55" fmla="*/ 131139 h 152385"/>
              <a:gd name="csX56" fmla="*/ 106244 w 145395"/>
              <a:gd name="csY56" fmla="*/ 99787 h 152385"/>
              <a:gd name="csX57" fmla="*/ 111132 w 145395"/>
              <a:gd name="csY57" fmla="*/ 100910 h 152385"/>
              <a:gd name="csX58" fmla="*/ 110024 w 145395"/>
              <a:gd name="csY58" fmla="*/ 105775 h 152385"/>
              <a:gd name="csX59" fmla="*/ 99050 w 145395"/>
              <a:gd name="csY59" fmla="*/ 131139 h 152385"/>
              <a:gd name="csX60" fmla="*/ 111457 w 145395"/>
              <a:gd name="csY60" fmla="*/ 141771 h 152385"/>
              <a:gd name="csX61" fmla="*/ 134765 w 145395"/>
              <a:gd name="csY61" fmla="*/ 122259 h 152385"/>
              <a:gd name="csX62" fmla="*/ 137217 w 145395"/>
              <a:gd name="csY62" fmla="*/ 106405 h 152385"/>
              <a:gd name="csX63" fmla="*/ 143903 w 145395"/>
              <a:gd name="csY63" fmla="*/ 91043 h 152385"/>
              <a:gd name="csX64" fmla="*/ 145364 w 145395"/>
              <a:gd name="csY64" fmla="*/ 86774 h 152385"/>
              <a:gd name="csX65" fmla="*/ 143016 w 145395"/>
              <a:gd name="csY65" fmla="*/ 82912 h 152385"/>
              <a:gd name="csX66" fmla="*/ 113852 w 145395"/>
              <a:gd name="csY66" fmla="*/ 74424 h 152385"/>
            </a:gdLst>
            <a:ahLst/>
            <a:cxnLst/>
            <a:rect l="l" t="t" r="r" b="b"/>
            <a:pathLst>
              <a:path w="100000" h="100000">
                <a:moveTo>
                  <a:pt x="44212" y="0"/>
                </a:moveTo>
                <a:cubicBezTo>
                  <a:pt x="36545" y="0"/>
                  <a:pt x="30256" y="6285"/>
                  <a:pt x="30256" y="13954"/>
                </a:cubicBezTo>
                <a:lnTo>
                  <a:pt x="5833" y="13954"/>
                </a:lnTo>
                <a:cubicBezTo>
                  <a:pt x="5369" y="13943"/>
                  <a:pt x="4911" y="14032"/>
                  <a:pt x="4482" y="14211"/>
                </a:cubicBezTo>
                <a:cubicBezTo>
                  <a:pt x="4053" y="14378"/>
                  <a:pt x="3662" y="14635"/>
                  <a:pt x="3333" y="14959"/>
                </a:cubicBezTo>
                <a:cubicBezTo>
                  <a:pt x="3004" y="15282"/>
                  <a:pt x="2742" y="15673"/>
                  <a:pt x="2564" y="16097"/>
                </a:cubicBezTo>
                <a:cubicBezTo>
                  <a:pt x="2385" y="16522"/>
                  <a:pt x="2294" y="16979"/>
                  <a:pt x="2294" y="17437"/>
                </a:cubicBezTo>
                <a:cubicBezTo>
                  <a:pt x="2294" y="17906"/>
                  <a:pt x="2385" y="18363"/>
                  <a:pt x="2564" y="18788"/>
                </a:cubicBezTo>
                <a:cubicBezTo>
                  <a:pt x="2742" y="19212"/>
                  <a:pt x="3004" y="19603"/>
                  <a:pt x="3333" y="19927"/>
                </a:cubicBezTo>
                <a:cubicBezTo>
                  <a:pt x="3662" y="20250"/>
                  <a:pt x="4053" y="20507"/>
                  <a:pt x="4482" y="20675"/>
                </a:cubicBezTo>
                <a:cubicBezTo>
                  <a:pt x="4911" y="20853"/>
                  <a:pt x="5369" y="20942"/>
                  <a:pt x="5833" y="20931"/>
                </a:cubicBezTo>
                <a:lnTo>
                  <a:pt x="11647" y="20931"/>
                </a:lnTo>
                <a:lnTo>
                  <a:pt x="11647" y="80230"/>
                </a:lnTo>
                <a:cubicBezTo>
                  <a:pt x="11647" y="87285"/>
                  <a:pt x="17385" y="93024"/>
                  <a:pt x="24440" y="93024"/>
                </a:cubicBezTo>
                <a:lnTo>
                  <a:pt x="51807" y="93024"/>
                </a:lnTo>
                <a:cubicBezTo>
                  <a:pt x="51619" y="92119"/>
                  <a:pt x="51444" y="91170"/>
                  <a:pt x="51321" y="90132"/>
                </a:cubicBezTo>
                <a:cubicBezTo>
                  <a:pt x="45215" y="85410"/>
                  <a:pt x="41885" y="78890"/>
                  <a:pt x="41885" y="71556"/>
                </a:cubicBezTo>
                <a:cubicBezTo>
                  <a:pt x="41885" y="63006"/>
                  <a:pt x="44822" y="56721"/>
                  <a:pt x="51189" y="51954"/>
                </a:cubicBezTo>
                <a:lnTo>
                  <a:pt x="51189" y="36046"/>
                </a:lnTo>
                <a:cubicBezTo>
                  <a:pt x="51189" y="34126"/>
                  <a:pt x="52749" y="32563"/>
                  <a:pt x="54679" y="32563"/>
                </a:cubicBezTo>
                <a:cubicBezTo>
                  <a:pt x="56607" y="32563"/>
                  <a:pt x="58168" y="34126"/>
                  <a:pt x="58168" y="36046"/>
                </a:cubicBezTo>
                <a:lnTo>
                  <a:pt x="58168" y="47913"/>
                </a:lnTo>
                <a:cubicBezTo>
                  <a:pt x="58609" y="47711"/>
                  <a:pt x="59037" y="47511"/>
                  <a:pt x="59499" y="47321"/>
                </a:cubicBezTo>
                <a:cubicBezTo>
                  <a:pt x="64490" y="45233"/>
                  <a:pt x="70149" y="44218"/>
                  <a:pt x="76775" y="44195"/>
                </a:cubicBezTo>
                <a:lnTo>
                  <a:pt x="76775" y="20931"/>
                </a:lnTo>
                <a:lnTo>
                  <a:pt x="82590" y="20931"/>
                </a:lnTo>
                <a:cubicBezTo>
                  <a:pt x="83053" y="20942"/>
                  <a:pt x="83512" y="20853"/>
                  <a:pt x="83940" y="20675"/>
                </a:cubicBezTo>
                <a:cubicBezTo>
                  <a:pt x="84369" y="20507"/>
                  <a:pt x="84760" y="20250"/>
                  <a:pt x="85089" y="19927"/>
                </a:cubicBezTo>
                <a:cubicBezTo>
                  <a:pt x="85419" y="19603"/>
                  <a:pt x="85680" y="19212"/>
                  <a:pt x="85858" y="18788"/>
                </a:cubicBezTo>
                <a:cubicBezTo>
                  <a:pt x="86037" y="18363"/>
                  <a:pt x="86129" y="17906"/>
                  <a:pt x="86129" y="17437"/>
                </a:cubicBezTo>
                <a:cubicBezTo>
                  <a:pt x="86129" y="16979"/>
                  <a:pt x="86037" y="16522"/>
                  <a:pt x="85858" y="16097"/>
                </a:cubicBezTo>
                <a:cubicBezTo>
                  <a:pt x="85680" y="15673"/>
                  <a:pt x="85419" y="15282"/>
                  <a:pt x="85089" y="14959"/>
                </a:cubicBezTo>
                <a:cubicBezTo>
                  <a:pt x="84760" y="14635"/>
                  <a:pt x="84369" y="14378"/>
                  <a:pt x="83940" y="14211"/>
                </a:cubicBezTo>
                <a:cubicBezTo>
                  <a:pt x="83512" y="14032"/>
                  <a:pt x="83053" y="13943"/>
                  <a:pt x="82590" y="13954"/>
                </a:cubicBezTo>
                <a:lnTo>
                  <a:pt x="58168" y="13954"/>
                </a:lnTo>
                <a:cubicBezTo>
                  <a:pt x="58168" y="6285"/>
                  <a:pt x="51877" y="0"/>
                  <a:pt x="44212" y="0"/>
                </a:cubicBezTo>
                <a:close/>
                <a:moveTo>
                  <a:pt x="44212" y="6977"/>
                </a:moveTo>
                <a:cubicBezTo>
                  <a:pt x="48104" y="6977"/>
                  <a:pt x="51189" y="10058"/>
                  <a:pt x="51189" y="13954"/>
                </a:cubicBezTo>
                <a:lnTo>
                  <a:pt x="37233" y="13954"/>
                </a:lnTo>
                <a:cubicBezTo>
                  <a:pt x="37233" y="10058"/>
                  <a:pt x="40318" y="6977"/>
                  <a:pt x="44212" y="6977"/>
                </a:cubicBezTo>
                <a:close/>
                <a:moveTo>
                  <a:pt x="33745" y="32563"/>
                </a:moveTo>
                <a:cubicBezTo>
                  <a:pt x="35673" y="32563"/>
                  <a:pt x="37233" y="34126"/>
                  <a:pt x="37233" y="36046"/>
                </a:cubicBezTo>
                <a:lnTo>
                  <a:pt x="37233" y="70932"/>
                </a:lnTo>
                <a:cubicBezTo>
                  <a:pt x="37233" y="72863"/>
                  <a:pt x="35673" y="74425"/>
                  <a:pt x="33745" y="74425"/>
                </a:cubicBezTo>
                <a:cubicBezTo>
                  <a:pt x="31815" y="74425"/>
                  <a:pt x="30256" y="72863"/>
                  <a:pt x="30256" y="70932"/>
                </a:cubicBezTo>
                <a:lnTo>
                  <a:pt x="30256" y="36046"/>
                </a:lnTo>
                <a:cubicBezTo>
                  <a:pt x="30256" y="34126"/>
                  <a:pt x="31815" y="32563"/>
                  <a:pt x="33745" y="32563"/>
                </a:cubicBezTo>
                <a:close/>
                <a:moveTo>
                  <a:pt x="77007" y="48839"/>
                </a:moveTo>
                <a:cubicBezTo>
                  <a:pt x="72371" y="48839"/>
                  <a:pt x="66789" y="49308"/>
                  <a:pt x="61297" y="51607"/>
                </a:cubicBezTo>
                <a:cubicBezTo>
                  <a:pt x="51367" y="55771"/>
                  <a:pt x="46537" y="61364"/>
                  <a:pt x="46537" y="71556"/>
                </a:cubicBezTo>
                <a:cubicBezTo>
                  <a:pt x="46537" y="81380"/>
                  <a:pt x="53703" y="86236"/>
                  <a:pt x="55773" y="87598"/>
                </a:cubicBezTo>
                <a:cubicBezTo>
                  <a:pt x="56097" y="93838"/>
                  <a:pt x="58233" y="97801"/>
                  <a:pt x="58499" y="98259"/>
                </a:cubicBezTo>
                <a:cubicBezTo>
                  <a:pt x="59141" y="99375"/>
                  <a:pt x="60303" y="100001"/>
                  <a:pt x="61506" y="100001"/>
                </a:cubicBezTo>
                <a:cubicBezTo>
                  <a:pt x="62089" y="100001"/>
                  <a:pt x="62684" y="99855"/>
                  <a:pt x="63227" y="99554"/>
                </a:cubicBezTo>
                <a:cubicBezTo>
                  <a:pt x="64895" y="98605"/>
                  <a:pt x="65485" y="96484"/>
                  <a:pt x="64555" y="94809"/>
                </a:cubicBezTo>
                <a:cubicBezTo>
                  <a:pt x="64538" y="94776"/>
                  <a:pt x="62683" y="91371"/>
                  <a:pt x="62683" y="86058"/>
                </a:cubicBezTo>
                <a:cubicBezTo>
                  <a:pt x="62683" y="70094"/>
                  <a:pt x="72005" y="65483"/>
                  <a:pt x="72014" y="65483"/>
                </a:cubicBezTo>
                <a:cubicBezTo>
                  <a:pt x="73100" y="64803"/>
                  <a:pt x="74538" y="65126"/>
                  <a:pt x="75222" y="66220"/>
                </a:cubicBezTo>
                <a:cubicBezTo>
                  <a:pt x="75901" y="67303"/>
                  <a:pt x="75574" y="68732"/>
                  <a:pt x="74495" y="69413"/>
                </a:cubicBezTo>
                <a:cubicBezTo>
                  <a:pt x="74157" y="69636"/>
                  <a:pt x="67293" y="73946"/>
                  <a:pt x="67293" y="86058"/>
                </a:cubicBezTo>
                <a:cubicBezTo>
                  <a:pt x="67293" y="92990"/>
                  <a:pt x="73279" y="93035"/>
                  <a:pt x="75435" y="93035"/>
                </a:cubicBezTo>
                <a:cubicBezTo>
                  <a:pt x="82450" y="93035"/>
                  <a:pt x="87330" y="88435"/>
                  <a:pt x="90731" y="80230"/>
                </a:cubicBezTo>
                <a:cubicBezTo>
                  <a:pt x="92113" y="76323"/>
                  <a:pt x="91918" y="73845"/>
                  <a:pt x="92340" y="69826"/>
                </a:cubicBezTo>
                <a:cubicBezTo>
                  <a:pt x="92896" y="64535"/>
                  <a:pt x="94064" y="62492"/>
                  <a:pt x="96727" y="59745"/>
                </a:cubicBezTo>
                <a:cubicBezTo>
                  <a:pt x="97449" y="58998"/>
                  <a:pt x="97798" y="57971"/>
                  <a:pt x="97686" y="56944"/>
                </a:cubicBezTo>
                <a:cubicBezTo>
                  <a:pt x="97577" y="55917"/>
                  <a:pt x="97011" y="54990"/>
                  <a:pt x="96145" y="54410"/>
                </a:cubicBezTo>
                <a:cubicBezTo>
                  <a:pt x="95679" y="54108"/>
                  <a:pt x="88664" y="48851"/>
                  <a:pt x="77007" y="4883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0" name="Белый — SVG 23">
            <a:extLst>
              <a:ext uri="{FF2B5EF4-FFF2-40B4-BE49-F238E27FC236}">
                <a16:creationId xmlns:a16="http://schemas.microsoft.com/office/drawing/2014/main" id="{3680CC46-7ECC-A642-BE86-8BD19DEBB734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63876 w 141854"/>
              <a:gd name="csY0" fmla="*/ 0 h 148847"/>
              <a:gd name="csX1" fmla="*/ 42609 w 141854"/>
              <a:gd name="csY1" fmla="*/ 21264 h 148847"/>
              <a:gd name="csX2" fmla="*/ 5392 w 141854"/>
              <a:gd name="csY2" fmla="*/ 21264 h 148847"/>
              <a:gd name="csX3" fmla="*/ 3335 w 141854"/>
              <a:gd name="csY3" fmla="*/ 21655 h 148847"/>
              <a:gd name="csX4" fmla="*/ 1584 w 141854"/>
              <a:gd name="csY4" fmla="*/ 22795 h 148847"/>
              <a:gd name="csX5" fmla="*/ 412 w 141854"/>
              <a:gd name="csY5" fmla="*/ 24530 h 148847"/>
              <a:gd name="csX6" fmla="*/ 0 w 141854"/>
              <a:gd name="csY6" fmla="*/ 26572 h 148847"/>
              <a:gd name="csX7" fmla="*/ 412 w 141854"/>
              <a:gd name="csY7" fmla="*/ 28630 h 148847"/>
              <a:gd name="csX8" fmla="*/ 1584 w 141854"/>
              <a:gd name="csY8" fmla="*/ 30365 h 148847"/>
              <a:gd name="csX9" fmla="*/ 3335 w 141854"/>
              <a:gd name="csY9" fmla="*/ 31505 h 148847"/>
              <a:gd name="csX10" fmla="*/ 5392 w 141854"/>
              <a:gd name="csY10" fmla="*/ 31896 h 148847"/>
              <a:gd name="csX11" fmla="*/ 14253 w 141854"/>
              <a:gd name="csY11" fmla="*/ 31896 h 148847"/>
              <a:gd name="csX12" fmla="*/ 14253 w 141854"/>
              <a:gd name="csY12" fmla="*/ 122259 h 148847"/>
              <a:gd name="csX13" fmla="*/ 33748 w 141854"/>
              <a:gd name="csY13" fmla="*/ 141754 h 148847"/>
              <a:gd name="csX14" fmla="*/ 69663 w 141854"/>
              <a:gd name="csY14" fmla="*/ 141754 h 148847"/>
              <a:gd name="csX15" fmla="*/ 56787 w 141854"/>
              <a:gd name="csY15" fmla="*/ 109858 h 148847"/>
              <a:gd name="csX16" fmla="*/ 74509 w 141854"/>
              <a:gd name="csY16" fmla="*/ 73607 h 148847"/>
              <a:gd name="csX17" fmla="*/ 74509 w 141854"/>
              <a:gd name="csY17" fmla="*/ 54929 h 148847"/>
              <a:gd name="csX18" fmla="*/ 79826 w 141854"/>
              <a:gd name="csY18" fmla="*/ 49621 h 148847"/>
              <a:gd name="csX19" fmla="*/ 85143 w 141854"/>
              <a:gd name="csY19" fmla="*/ 54929 h 148847"/>
              <a:gd name="csX20" fmla="*/ 85143 w 141854"/>
              <a:gd name="csY20" fmla="*/ 67330 h 148847"/>
              <a:gd name="csX21" fmla="*/ 102865 w 141854"/>
              <a:gd name="csY21" fmla="*/ 63792 h 148847"/>
              <a:gd name="csX22" fmla="*/ 113498 w 141854"/>
              <a:gd name="csY22" fmla="*/ 65067 h 148847"/>
              <a:gd name="csX23" fmla="*/ 113498 w 141854"/>
              <a:gd name="csY23" fmla="*/ 31896 h 148847"/>
              <a:gd name="csX24" fmla="*/ 122360 w 141854"/>
              <a:gd name="csY24" fmla="*/ 31896 h 148847"/>
              <a:gd name="csX25" fmla="*/ 124417 w 141854"/>
              <a:gd name="csY25" fmla="*/ 31505 h 148847"/>
              <a:gd name="csX26" fmla="*/ 126168 w 141854"/>
              <a:gd name="csY26" fmla="*/ 30365 h 148847"/>
              <a:gd name="csX27" fmla="*/ 127340 w 141854"/>
              <a:gd name="csY27" fmla="*/ 28630 h 148847"/>
              <a:gd name="csX28" fmla="*/ 127752 w 141854"/>
              <a:gd name="csY28" fmla="*/ 26572 h 148847"/>
              <a:gd name="csX29" fmla="*/ 127340 w 141854"/>
              <a:gd name="csY29" fmla="*/ 24530 h 148847"/>
              <a:gd name="csX30" fmla="*/ 126168 w 141854"/>
              <a:gd name="csY30" fmla="*/ 22795 h 148847"/>
              <a:gd name="csX31" fmla="*/ 124417 w 141854"/>
              <a:gd name="csY31" fmla="*/ 21655 h 148847"/>
              <a:gd name="csX32" fmla="*/ 122360 w 141854"/>
              <a:gd name="csY32" fmla="*/ 21264 h 148847"/>
              <a:gd name="csX33" fmla="*/ 85143 w 141854"/>
              <a:gd name="csY33" fmla="*/ 21264 h 148847"/>
              <a:gd name="csX34" fmla="*/ 63876 w 141854"/>
              <a:gd name="csY34" fmla="*/ 0 h 148847"/>
              <a:gd name="csX35" fmla="*/ 63876 w 141854"/>
              <a:gd name="csY35" fmla="*/ 10632 h 148847"/>
              <a:gd name="csX36" fmla="*/ 74509 w 141854"/>
              <a:gd name="csY36" fmla="*/ 21264 h 148847"/>
              <a:gd name="csX37" fmla="*/ 53243 w 141854"/>
              <a:gd name="csY37" fmla="*/ 21264 h 148847"/>
              <a:gd name="csX38" fmla="*/ 63876 w 141854"/>
              <a:gd name="csY38" fmla="*/ 10632 h 148847"/>
              <a:gd name="csX39" fmla="*/ 47926 w 141854"/>
              <a:gd name="csY39" fmla="*/ 49621 h 148847"/>
              <a:gd name="csX40" fmla="*/ 53243 w 141854"/>
              <a:gd name="csY40" fmla="*/ 54929 h 148847"/>
              <a:gd name="csX41" fmla="*/ 53243 w 141854"/>
              <a:gd name="csY41" fmla="*/ 108089 h 148847"/>
              <a:gd name="csX42" fmla="*/ 47926 w 141854"/>
              <a:gd name="csY42" fmla="*/ 113413 h 148847"/>
              <a:gd name="csX43" fmla="*/ 42609 w 141854"/>
              <a:gd name="csY43" fmla="*/ 108089 h 148847"/>
              <a:gd name="csX44" fmla="*/ 42609 w 141854"/>
              <a:gd name="csY44" fmla="*/ 54929 h 148847"/>
              <a:gd name="csX45" fmla="*/ 47926 w 141854"/>
              <a:gd name="csY45" fmla="*/ 49621 h 148847"/>
              <a:gd name="csX46" fmla="*/ 102865 w 141854"/>
              <a:gd name="csY46" fmla="*/ 70885 h 148847"/>
              <a:gd name="csX47" fmla="*/ 63876 w 141854"/>
              <a:gd name="csY47" fmla="*/ 109858 h 148847"/>
              <a:gd name="csX48" fmla="*/ 102865 w 141854"/>
              <a:gd name="csY48" fmla="*/ 148847 h 148847"/>
              <a:gd name="csX49" fmla="*/ 141854 w 141854"/>
              <a:gd name="csY49" fmla="*/ 109858 h 148847"/>
              <a:gd name="csX50" fmla="*/ 102865 w 141854"/>
              <a:gd name="csY50" fmla="*/ 70885 h 148847"/>
              <a:gd name="csX51" fmla="*/ 102865 w 141854"/>
              <a:gd name="csY51" fmla="*/ 81517 h 148847"/>
              <a:gd name="csX52" fmla="*/ 106410 w 141854"/>
              <a:gd name="csY52" fmla="*/ 85056 h 148847"/>
              <a:gd name="csX53" fmla="*/ 106410 w 141854"/>
              <a:gd name="csY53" fmla="*/ 106319 h 148847"/>
              <a:gd name="csX54" fmla="*/ 127676 w 141854"/>
              <a:gd name="csY54" fmla="*/ 106319 h 148847"/>
              <a:gd name="csX55" fmla="*/ 131221 w 141854"/>
              <a:gd name="csY55" fmla="*/ 109858 h 148847"/>
              <a:gd name="csX56" fmla="*/ 127676 w 141854"/>
              <a:gd name="csY56" fmla="*/ 113413 h 148847"/>
              <a:gd name="csX57" fmla="*/ 106410 w 141854"/>
              <a:gd name="csY57" fmla="*/ 113413 h 148847"/>
              <a:gd name="csX58" fmla="*/ 106410 w 141854"/>
              <a:gd name="csY58" fmla="*/ 134677 h 148847"/>
              <a:gd name="csX59" fmla="*/ 102865 w 141854"/>
              <a:gd name="csY59" fmla="*/ 138215 h 148847"/>
              <a:gd name="csX60" fmla="*/ 99321 w 141854"/>
              <a:gd name="csY60" fmla="*/ 134677 h 148847"/>
              <a:gd name="csX61" fmla="*/ 99321 w 141854"/>
              <a:gd name="csY61" fmla="*/ 113413 h 148847"/>
              <a:gd name="csX62" fmla="*/ 78054 w 141854"/>
              <a:gd name="csY62" fmla="*/ 113413 h 148847"/>
              <a:gd name="csX63" fmla="*/ 74509 w 141854"/>
              <a:gd name="csY63" fmla="*/ 109858 h 148847"/>
              <a:gd name="csX64" fmla="*/ 78054 w 141854"/>
              <a:gd name="csY64" fmla="*/ 106319 h 148847"/>
              <a:gd name="csX65" fmla="*/ 99321 w 141854"/>
              <a:gd name="csY65" fmla="*/ 106319 h 148847"/>
              <a:gd name="csX66" fmla="*/ 99321 w 141854"/>
              <a:gd name="csY66" fmla="*/ 85056 h 148847"/>
              <a:gd name="csX67" fmla="*/ 102865 w 141854"/>
              <a:gd name="csY67" fmla="*/ 81517 h 148847"/>
            </a:gdLst>
            <a:ahLst/>
            <a:cxnLst/>
            <a:rect l="l" t="t" r="r" b="b"/>
            <a:pathLst>
              <a:path w="100000" h="100000">
                <a:moveTo>
                  <a:pt x="45263" y="0"/>
                </a:moveTo>
                <a:cubicBezTo>
                  <a:pt x="37415" y="0"/>
                  <a:pt x="30975" y="6434"/>
                  <a:pt x="30975" y="14286"/>
                </a:cubicBezTo>
                <a:lnTo>
                  <a:pt x="5972" y="14286"/>
                </a:lnTo>
                <a:cubicBezTo>
                  <a:pt x="5499" y="14274"/>
                  <a:pt x="5028" y="14366"/>
                  <a:pt x="4590" y="14548"/>
                </a:cubicBezTo>
                <a:cubicBezTo>
                  <a:pt x="4150" y="14720"/>
                  <a:pt x="3750" y="14983"/>
                  <a:pt x="3413" y="15314"/>
                </a:cubicBezTo>
                <a:cubicBezTo>
                  <a:pt x="3076" y="15646"/>
                  <a:pt x="2809" y="16046"/>
                  <a:pt x="2626" y="16480"/>
                </a:cubicBezTo>
                <a:cubicBezTo>
                  <a:pt x="2443" y="16915"/>
                  <a:pt x="2349" y="17383"/>
                  <a:pt x="2349" y="17852"/>
                </a:cubicBezTo>
                <a:cubicBezTo>
                  <a:pt x="2349" y="18332"/>
                  <a:pt x="2443" y="18800"/>
                  <a:pt x="2626" y="19235"/>
                </a:cubicBezTo>
                <a:cubicBezTo>
                  <a:pt x="2809" y="19669"/>
                  <a:pt x="3076" y="20069"/>
                  <a:pt x="3413" y="20400"/>
                </a:cubicBezTo>
                <a:cubicBezTo>
                  <a:pt x="3750" y="20731"/>
                  <a:pt x="4150" y="20995"/>
                  <a:pt x="4590" y="21166"/>
                </a:cubicBezTo>
                <a:cubicBezTo>
                  <a:pt x="5028" y="21349"/>
                  <a:pt x="5499" y="21440"/>
                  <a:pt x="5972" y="21429"/>
                </a:cubicBezTo>
                <a:lnTo>
                  <a:pt x="11925" y="21429"/>
                </a:lnTo>
                <a:lnTo>
                  <a:pt x="11925" y="82137"/>
                </a:lnTo>
                <a:cubicBezTo>
                  <a:pt x="11925" y="89360"/>
                  <a:pt x="17800" y="95235"/>
                  <a:pt x="25022" y="95235"/>
                </a:cubicBezTo>
                <a:lnTo>
                  <a:pt x="49151" y="95235"/>
                </a:lnTo>
                <a:cubicBezTo>
                  <a:pt x="43803" y="89680"/>
                  <a:pt x="40500" y="82137"/>
                  <a:pt x="40500" y="73806"/>
                </a:cubicBezTo>
                <a:cubicBezTo>
                  <a:pt x="40500" y="63909"/>
                  <a:pt x="45170" y="55108"/>
                  <a:pt x="52406" y="49451"/>
                </a:cubicBezTo>
                <a:lnTo>
                  <a:pt x="52406" y="36903"/>
                </a:lnTo>
                <a:cubicBezTo>
                  <a:pt x="52406" y="34937"/>
                  <a:pt x="54007" y="33337"/>
                  <a:pt x="55979" y="33337"/>
                </a:cubicBezTo>
                <a:cubicBezTo>
                  <a:pt x="57950" y="33337"/>
                  <a:pt x="59551" y="34937"/>
                  <a:pt x="59551" y="36903"/>
                </a:cubicBezTo>
                <a:lnTo>
                  <a:pt x="59551" y="45234"/>
                </a:lnTo>
                <a:cubicBezTo>
                  <a:pt x="63218" y="43714"/>
                  <a:pt x="67237" y="42857"/>
                  <a:pt x="71457" y="42857"/>
                </a:cubicBezTo>
                <a:cubicBezTo>
                  <a:pt x="73919" y="42857"/>
                  <a:pt x="76303" y="43177"/>
                  <a:pt x="78601" y="43714"/>
                </a:cubicBezTo>
                <a:lnTo>
                  <a:pt x="78601" y="21429"/>
                </a:lnTo>
                <a:lnTo>
                  <a:pt x="84554" y="21429"/>
                </a:lnTo>
                <a:cubicBezTo>
                  <a:pt x="85027" y="21440"/>
                  <a:pt x="85498" y="21349"/>
                  <a:pt x="85936" y="21166"/>
                </a:cubicBezTo>
                <a:cubicBezTo>
                  <a:pt x="86376" y="20995"/>
                  <a:pt x="86775" y="20731"/>
                  <a:pt x="87113" y="20400"/>
                </a:cubicBezTo>
                <a:cubicBezTo>
                  <a:pt x="87450" y="20069"/>
                  <a:pt x="87717" y="19669"/>
                  <a:pt x="87900" y="19235"/>
                </a:cubicBezTo>
                <a:cubicBezTo>
                  <a:pt x="88083" y="18800"/>
                  <a:pt x="88177" y="18332"/>
                  <a:pt x="88177" y="17852"/>
                </a:cubicBezTo>
                <a:cubicBezTo>
                  <a:pt x="88177" y="17383"/>
                  <a:pt x="88083" y="16915"/>
                  <a:pt x="87900" y="16480"/>
                </a:cubicBezTo>
                <a:cubicBezTo>
                  <a:pt x="87717" y="16046"/>
                  <a:pt x="87450" y="15646"/>
                  <a:pt x="87113" y="15314"/>
                </a:cubicBezTo>
                <a:cubicBezTo>
                  <a:pt x="86775" y="14983"/>
                  <a:pt x="86376" y="14720"/>
                  <a:pt x="85936" y="14548"/>
                </a:cubicBezTo>
                <a:cubicBezTo>
                  <a:pt x="85498" y="14366"/>
                  <a:pt x="85027" y="14274"/>
                  <a:pt x="84554" y="14286"/>
                </a:cubicBezTo>
                <a:lnTo>
                  <a:pt x="59551" y="14286"/>
                </a:lnTo>
                <a:cubicBezTo>
                  <a:pt x="59551" y="6434"/>
                  <a:pt x="53111" y="0"/>
                  <a:pt x="45263" y="0"/>
                </a:cubicBezTo>
                <a:close/>
                <a:moveTo>
                  <a:pt x="45263" y="7143"/>
                </a:moveTo>
                <a:cubicBezTo>
                  <a:pt x="49250" y="7143"/>
                  <a:pt x="52406" y="10297"/>
                  <a:pt x="52406" y="14286"/>
                </a:cubicBezTo>
                <a:lnTo>
                  <a:pt x="38119" y="14286"/>
                </a:lnTo>
                <a:cubicBezTo>
                  <a:pt x="38119" y="10297"/>
                  <a:pt x="41276" y="7143"/>
                  <a:pt x="45263" y="7143"/>
                </a:cubicBezTo>
                <a:close/>
                <a:moveTo>
                  <a:pt x="34547" y="33337"/>
                </a:moveTo>
                <a:cubicBezTo>
                  <a:pt x="36519" y="33337"/>
                  <a:pt x="38119" y="34937"/>
                  <a:pt x="38119" y="36903"/>
                </a:cubicBezTo>
                <a:lnTo>
                  <a:pt x="38119" y="72618"/>
                </a:lnTo>
                <a:cubicBezTo>
                  <a:pt x="38119" y="74595"/>
                  <a:pt x="36519" y="76194"/>
                  <a:pt x="34547" y="76194"/>
                </a:cubicBezTo>
                <a:cubicBezTo>
                  <a:pt x="32575" y="76194"/>
                  <a:pt x="30975" y="74595"/>
                  <a:pt x="30975" y="72618"/>
                </a:cubicBezTo>
                <a:lnTo>
                  <a:pt x="30975" y="36903"/>
                </a:lnTo>
                <a:cubicBezTo>
                  <a:pt x="30975" y="34937"/>
                  <a:pt x="32575" y="33337"/>
                  <a:pt x="34547" y="33337"/>
                </a:cubicBezTo>
                <a:close/>
                <a:moveTo>
                  <a:pt x="71457" y="47623"/>
                </a:moveTo>
                <a:cubicBezTo>
                  <a:pt x="56990" y="47623"/>
                  <a:pt x="45263" y="59349"/>
                  <a:pt x="45263" y="73806"/>
                </a:cubicBezTo>
                <a:cubicBezTo>
                  <a:pt x="45263" y="88275"/>
                  <a:pt x="56990" y="100000"/>
                  <a:pt x="71457" y="100000"/>
                </a:cubicBezTo>
                <a:cubicBezTo>
                  <a:pt x="85923" y="100000"/>
                  <a:pt x="97651" y="88275"/>
                  <a:pt x="97651" y="73806"/>
                </a:cubicBezTo>
                <a:cubicBezTo>
                  <a:pt x="97651" y="59349"/>
                  <a:pt x="85923" y="47623"/>
                  <a:pt x="71457" y="47623"/>
                </a:cubicBezTo>
                <a:close/>
                <a:moveTo>
                  <a:pt x="71457" y="54766"/>
                </a:moveTo>
                <a:cubicBezTo>
                  <a:pt x="72772" y="54766"/>
                  <a:pt x="73839" y="55828"/>
                  <a:pt x="73839" y="57143"/>
                </a:cubicBezTo>
                <a:lnTo>
                  <a:pt x="73839" y="71428"/>
                </a:lnTo>
                <a:lnTo>
                  <a:pt x="88126" y="71428"/>
                </a:lnTo>
                <a:cubicBezTo>
                  <a:pt x="89440" y="71428"/>
                  <a:pt x="90507" y="72491"/>
                  <a:pt x="90507" y="73806"/>
                </a:cubicBezTo>
                <a:cubicBezTo>
                  <a:pt x="90507" y="75120"/>
                  <a:pt x="89440" y="76194"/>
                  <a:pt x="88126" y="76194"/>
                </a:cubicBezTo>
                <a:lnTo>
                  <a:pt x="73839" y="76194"/>
                </a:lnTo>
                <a:lnTo>
                  <a:pt x="73839" y="90480"/>
                </a:lnTo>
                <a:cubicBezTo>
                  <a:pt x="73839" y="91794"/>
                  <a:pt x="72772" y="92857"/>
                  <a:pt x="71457" y="92857"/>
                </a:cubicBezTo>
                <a:cubicBezTo>
                  <a:pt x="70143" y="92857"/>
                  <a:pt x="69076" y="91794"/>
                  <a:pt x="69076" y="90480"/>
                </a:cubicBezTo>
                <a:lnTo>
                  <a:pt x="69076" y="76194"/>
                </a:lnTo>
                <a:lnTo>
                  <a:pt x="54788" y="76194"/>
                </a:lnTo>
                <a:cubicBezTo>
                  <a:pt x="53473" y="76194"/>
                  <a:pt x="52406" y="75120"/>
                  <a:pt x="52406" y="73806"/>
                </a:cubicBezTo>
                <a:cubicBezTo>
                  <a:pt x="52406" y="72491"/>
                  <a:pt x="53473" y="71428"/>
                  <a:pt x="54788" y="71428"/>
                </a:cubicBezTo>
                <a:lnTo>
                  <a:pt x="69076" y="71428"/>
                </a:lnTo>
                <a:lnTo>
                  <a:pt x="69076" y="57143"/>
                </a:lnTo>
                <a:cubicBezTo>
                  <a:pt x="69076" y="55828"/>
                  <a:pt x="70143" y="54766"/>
                  <a:pt x="71457" y="5476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1" name="Белый — SVG 24">
            <a:extLst>
              <a:ext uri="{FF2B5EF4-FFF2-40B4-BE49-F238E27FC236}">
                <a16:creationId xmlns:a16="http://schemas.microsoft.com/office/drawing/2014/main" id="{316C55A2-FE1E-DE4C-B8AB-9B9131A2A16F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55824 w 142451"/>
              <a:gd name="csY0" fmla="*/ 35400 h 151007"/>
              <a:gd name="csX1" fmla="*/ 4784 w 142451"/>
              <a:gd name="csY1" fmla="*/ 18355 h 151007"/>
              <a:gd name="csX2" fmla="*/ 55824 w 142451"/>
              <a:gd name="csY2" fmla="*/ 136 h 151007"/>
              <a:gd name="csX3" fmla="*/ 55824 w 142451"/>
              <a:gd name="csY3" fmla="*/ 35400 h 151007"/>
              <a:gd name="csX4" fmla="*/ 137701 w 142451"/>
              <a:gd name="csY4" fmla="*/ 23322 h 151007"/>
              <a:gd name="csX5" fmla="*/ 78828 w 142451"/>
              <a:gd name="csY5" fmla="*/ 43055 h 151007"/>
              <a:gd name="csX6" fmla="*/ 66458 w 142451"/>
              <a:gd name="csY6" fmla="*/ 38955 h 151007"/>
              <a:gd name="csX7" fmla="*/ 66458 w 142451"/>
              <a:gd name="csY7" fmla="*/ 0 h 151007"/>
              <a:gd name="csX8" fmla="*/ 137701 w 142451"/>
              <a:gd name="csY8" fmla="*/ 23322 h 151007"/>
              <a:gd name="csX9" fmla="*/ 142452 w 142451"/>
              <a:gd name="csY9" fmla="*/ 32917 h 151007"/>
              <a:gd name="csX10" fmla="*/ 126360 w 142451"/>
              <a:gd name="csY10" fmla="*/ 132823 h 151007"/>
              <a:gd name="csX11" fmla="*/ 122922 w 142451"/>
              <a:gd name="csY11" fmla="*/ 136973 h 151007"/>
              <a:gd name="csX12" fmla="*/ 84145 w 142451"/>
              <a:gd name="csY12" fmla="*/ 150905 h 151007"/>
              <a:gd name="csX13" fmla="*/ 84145 w 142451"/>
              <a:gd name="csY13" fmla="*/ 52479 h 151007"/>
              <a:gd name="csX14" fmla="*/ 142452 w 142451"/>
              <a:gd name="csY14" fmla="*/ 32917 h 151007"/>
              <a:gd name="csX15" fmla="*/ 0 w 142451"/>
              <a:gd name="csY15" fmla="*/ 28000 h 151007"/>
              <a:gd name="csX16" fmla="*/ 73512 w 142451"/>
              <a:gd name="csY16" fmla="*/ 52479 h 151007"/>
              <a:gd name="csX17" fmla="*/ 73512 w 142451"/>
              <a:gd name="csY17" fmla="*/ 151008 h 151007"/>
              <a:gd name="csX18" fmla="*/ 17226 w 142451"/>
              <a:gd name="csY18" fmla="*/ 132466 h 151007"/>
              <a:gd name="csX19" fmla="*/ 13646 w 142451"/>
              <a:gd name="csY19" fmla="*/ 128145 h 151007"/>
              <a:gd name="csX20" fmla="*/ 0 w 142451"/>
              <a:gd name="csY20" fmla="*/ 28000 h 151007"/>
              <a:gd name="csX21" fmla="*/ 62429 w 142451"/>
              <a:gd name="csY21" fmla="*/ 93391 h 151007"/>
              <a:gd name="csX22" fmla="*/ 62341 w 142451"/>
              <a:gd name="csY22" fmla="*/ 93119 h 151007"/>
              <a:gd name="csX23" fmla="*/ 57299 w 142451"/>
              <a:gd name="csY23" fmla="*/ 82878 h 151007"/>
              <a:gd name="csX24" fmla="*/ 48286 w 142451"/>
              <a:gd name="csY24" fmla="*/ 85447 h 151007"/>
              <a:gd name="csX25" fmla="*/ 55399 w 142451"/>
              <a:gd name="csY25" fmla="*/ 100145 h 151007"/>
              <a:gd name="csX26" fmla="*/ 47137 w 142451"/>
              <a:gd name="csY26" fmla="*/ 97134 h 151007"/>
              <a:gd name="csX27" fmla="*/ 46872 w 142451"/>
              <a:gd name="csY27" fmla="*/ 92915 h 151007"/>
              <a:gd name="csX28" fmla="*/ 42158 w 142451"/>
              <a:gd name="csY28" fmla="*/ 101250 h 151007"/>
              <a:gd name="csX29" fmla="*/ 48112 w 142451"/>
              <a:gd name="csY29" fmla="*/ 113362 h 151007"/>
              <a:gd name="csX30" fmla="*/ 47896 w 142451"/>
              <a:gd name="csY30" fmla="*/ 109160 h 151007"/>
              <a:gd name="csX31" fmla="*/ 54223 w 142451"/>
              <a:gd name="csY31" fmla="*/ 111457 h 151007"/>
              <a:gd name="csX32" fmla="*/ 54485 w 142451"/>
              <a:gd name="csY32" fmla="*/ 111576 h 151007"/>
              <a:gd name="csX33" fmla="*/ 56088 w 142451"/>
              <a:gd name="csY33" fmla="*/ 110793 h 151007"/>
              <a:gd name="csX34" fmla="*/ 62417 w 142451"/>
              <a:gd name="csY34" fmla="*/ 100111 h 151007"/>
              <a:gd name="csX35" fmla="*/ 62383 w 142451"/>
              <a:gd name="csY35" fmla="*/ 100161 h 151007"/>
              <a:gd name="csX36" fmla="*/ 62429 w 142451"/>
              <a:gd name="csY36" fmla="*/ 93391 h 151007"/>
              <a:gd name="csX37" fmla="*/ 16552 w 142451"/>
              <a:gd name="csY37" fmla="*/ 70443 h 151007"/>
              <a:gd name="csX38" fmla="*/ 19998 w 142451"/>
              <a:gd name="csY38" fmla="*/ 73794 h 151007"/>
              <a:gd name="csX39" fmla="*/ 17190 w 142451"/>
              <a:gd name="csY39" fmla="*/ 78676 h 151007"/>
              <a:gd name="csX40" fmla="*/ 17474 w 142451"/>
              <a:gd name="csY40" fmla="*/ 81296 h 151007"/>
              <a:gd name="csX41" fmla="*/ 24528 w 142451"/>
              <a:gd name="csY41" fmla="*/ 95790 h 151007"/>
              <a:gd name="csX42" fmla="*/ 30769 w 142451"/>
              <a:gd name="csY42" fmla="*/ 102985 h 151007"/>
              <a:gd name="csX43" fmla="*/ 30993 w 142451"/>
              <a:gd name="csY43" fmla="*/ 103104 h 151007"/>
              <a:gd name="csX44" fmla="*/ 40014 w 142451"/>
              <a:gd name="csY44" fmla="*/ 106388 h 151007"/>
              <a:gd name="csX45" fmla="*/ 39978 w 142451"/>
              <a:gd name="csY45" fmla="*/ 94667 h 151007"/>
              <a:gd name="csX46" fmla="*/ 26194 w 142451"/>
              <a:gd name="csY46" fmla="*/ 89648 h 151007"/>
              <a:gd name="csX47" fmla="*/ 29842 w 142451"/>
              <a:gd name="csY47" fmla="*/ 83269 h 151007"/>
              <a:gd name="csX48" fmla="*/ 33311 w 142451"/>
              <a:gd name="csY48" fmla="*/ 86569 h 151007"/>
              <a:gd name="csX49" fmla="*/ 27228 w 142451"/>
              <a:gd name="csY49" fmla="*/ 74338 h 151007"/>
              <a:gd name="csX50" fmla="*/ 16552 w 142451"/>
              <a:gd name="csY50" fmla="*/ 70443 h 151007"/>
              <a:gd name="csX51" fmla="*/ 51239 w 142451"/>
              <a:gd name="csY51" fmla="*/ 80990 h 151007"/>
              <a:gd name="csX52" fmla="*/ 55935 w 142451"/>
              <a:gd name="csY52" fmla="*/ 72722 h 151007"/>
              <a:gd name="csX53" fmla="*/ 52731 w 142451"/>
              <a:gd name="csY53" fmla="*/ 73607 h 151007"/>
              <a:gd name="csX54" fmla="*/ 49215 w 142451"/>
              <a:gd name="csY54" fmla="*/ 66445 h 151007"/>
              <a:gd name="csX55" fmla="*/ 47408 w 142451"/>
              <a:gd name="csY55" fmla="*/ 64625 h 151007"/>
              <a:gd name="csX56" fmla="*/ 47039 w 142451"/>
              <a:gd name="csY56" fmla="*/ 64523 h 151007"/>
              <a:gd name="csX57" fmla="*/ 34374 w 142451"/>
              <a:gd name="csY57" fmla="*/ 59913 h 151007"/>
              <a:gd name="csX58" fmla="*/ 34190 w 142451"/>
              <a:gd name="csY58" fmla="*/ 59828 h 151007"/>
              <a:gd name="csX59" fmla="*/ 33870 w 142451"/>
              <a:gd name="csY59" fmla="*/ 59726 h 151007"/>
              <a:gd name="csX60" fmla="*/ 33569 w 142451"/>
              <a:gd name="csY60" fmla="*/ 59607 h 151007"/>
              <a:gd name="csX61" fmla="*/ 33379 w 142451"/>
              <a:gd name="csY61" fmla="*/ 59539 h 151007"/>
              <a:gd name="csX62" fmla="*/ 27732 w 142451"/>
              <a:gd name="csY62" fmla="*/ 60492 h 151007"/>
              <a:gd name="csX63" fmla="*/ 27621 w 142451"/>
              <a:gd name="csY63" fmla="*/ 60661 h 151007"/>
              <a:gd name="csX64" fmla="*/ 23666 w 142451"/>
              <a:gd name="csY64" fmla="*/ 67636 h 151007"/>
              <a:gd name="csX65" fmla="*/ 33435 w 142451"/>
              <a:gd name="csY65" fmla="*/ 77043 h 151007"/>
              <a:gd name="csX66" fmla="*/ 39354 w 142451"/>
              <a:gd name="csY66" fmla="*/ 67449 h 151007"/>
              <a:gd name="csX67" fmla="*/ 43643 w 142451"/>
              <a:gd name="csY67" fmla="*/ 76210 h 151007"/>
              <a:gd name="csX68" fmla="*/ 40489 w 142451"/>
              <a:gd name="csY68" fmla="*/ 77129 h 151007"/>
              <a:gd name="csX69" fmla="*/ 51239 w 142451"/>
              <a:gd name="csY69" fmla="*/ 80990 h 151007"/>
            </a:gdLst>
            <a:ahLst/>
            <a:cxnLst/>
            <a:rect l="l" t="t" r="r" b="b"/>
            <a:pathLst>
              <a:path w="100000" h="100000">
                <a:moveTo>
                  <a:pt x="39801" y="23443"/>
                </a:moveTo>
                <a:lnTo>
                  <a:pt x="6001" y="12155"/>
                </a:lnTo>
                <a:lnTo>
                  <a:pt x="39801" y="90"/>
                </a:lnTo>
                <a:lnTo>
                  <a:pt x="39801" y="23443"/>
                </a:lnTo>
                <a:close/>
                <a:moveTo>
                  <a:pt x="94021" y="15444"/>
                </a:moveTo>
                <a:lnTo>
                  <a:pt x="55035" y="28512"/>
                </a:lnTo>
                <a:lnTo>
                  <a:pt x="46843" y="25797"/>
                </a:lnTo>
                <a:lnTo>
                  <a:pt x="46843" y="0"/>
                </a:lnTo>
                <a:lnTo>
                  <a:pt x="94021" y="15444"/>
                </a:lnTo>
                <a:close/>
                <a:moveTo>
                  <a:pt x="97168" y="21798"/>
                </a:moveTo>
                <a:lnTo>
                  <a:pt x="86511" y="87958"/>
                </a:lnTo>
                <a:cubicBezTo>
                  <a:pt x="86323" y="89208"/>
                  <a:pt x="85431" y="90267"/>
                  <a:pt x="84235" y="90706"/>
                </a:cubicBezTo>
                <a:lnTo>
                  <a:pt x="58556" y="99932"/>
                </a:lnTo>
                <a:lnTo>
                  <a:pt x="58556" y="34753"/>
                </a:lnTo>
                <a:lnTo>
                  <a:pt x="97168" y="21798"/>
                </a:lnTo>
                <a:close/>
                <a:moveTo>
                  <a:pt x="2833" y="18542"/>
                </a:moveTo>
                <a:lnTo>
                  <a:pt x="51514" y="34753"/>
                </a:lnTo>
                <a:lnTo>
                  <a:pt x="51514" y="100001"/>
                </a:lnTo>
                <a:lnTo>
                  <a:pt x="14240" y="87722"/>
                </a:lnTo>
                <a:cubicBezTo>
                  <a:pt x="12973" y="87305"/>
                  <a:pt x="12035" y="86201"/>
                  <a:pt x="11870" y="84860"/>
                </a:cubicBezTo>
                <a:lnTo>
                  <a:pt x="2833" y="18542"/>
                </a:lnTo>
                <a:close/>
                <a:moveTo>
                  <a:pt x="44175" y="61845"/>
                </a:moveTo>
                <a:lnTo>
                  <a:pt x="44116" y="61665"/>
                </a:lnTo>
                <a:lnTo>
                  <a:pt x="40778" y="54884"/>
                </a:lnTo>
                <a:lnTo>
                  <a:pt x="34809" y="56585"/>
                </a:lnTo>
                <a:lnTo>
                  <a:pt x="39519" y="66318"/>
                </a:lnTo>
                <a:lnTo>
                  <a:pt x="34048" y="64324"/>
                </a:lnTo>
                <a:lnTo>
                  <a:pt x="33873" y="61530"/>
                </a:lnTo>
                <a:lnTo>
                  <a:pt x="30751" y="67050"/>
                </a:lnTo>
                <a:lnTo>
                  <a:pt x="34694" y="75071"/>
                </a:lnTo>
                <a:lnTo>
                  <a:pt x="34551" y="72288"/>
                </a:lnTo>
                <a:lnTo>
                  <a:pt x="38741" y="73809"/>
                </a:lnTo>
                <a:cubicBezTo>
                  <a:pt x="38800" y="73843"/>
                  <a:pt x="38858" y="73865"/>
                  <a:pt x="38914" y="73888"/>
                </a:cubicBezTo>
                <a:cubicBezTo>
                  <a:pt x="39339" y="74046"/>
                  <a:pt x="39720" y="73989"/>
                  <a:pt x="39976" y="73369"/>
                </a:cubicBezTo>
                <a:lnTo>
                  <a:pt x="44167" y="66296"/>
                </a:lnTo>
                <a:cubicBezTo>
                  <a:pt x="44160" y="66307"/>
                  <a:pt x="44151" y="66318"/>
                  <a:pt x="44144" y="66329"/>
                </a:cubicBezTo>
                <a:cubicBezTo>
                  <a:pt x="44726" y="65360"/>
                  <a:pt x="44979" y="63806"/>
                  <a:pt x="44175" y="61845"/>
                </a:cubicBezTo>
                <a:close/>
                <a:moveTo>
                  <a:pt x="13794" y="46649"/>
                </a:moveTo>
                <a:lnTo>
                  <a:pt x="16076" y="48868"/>
                </a:lnTo>
                <a:lnTo>
                  <a:pt x="14217" y="52101"/>
                </a:lnTo>
                <a:cubicBezTo>
                  <a:pt x="13985" y="52462"/>
                  <a:pt x="13900" y="52901"/>
                  <a:pt x="14405" y="53836"/>
                </a:cubicBezTo>
                <a:lnTo>
                  <a:pt x="19076" y="63434"/>
                </a:lnTo>
                <a:cubicBezTo>
                  <a:pt x="19641" y="65022"/>
                  <a:pt x="21071" y="67185"/>
                  <a:pt x="23209" y="68199"/>
                </a:cubicBezTo>
                <a:lnTo>
                  <a:pt x="23357" y="68278"/>
                </a:lnTo>
                <a:lnTo>
                  <a:pt x="29331" y="70452"/>
                </a:lnTo>
                <a:lnTo>
                  <a:pt x="29307" y="62690"/>
                </a:lnTo>
                <a:lnTo>
                  <a:pt x="20179" y="59367"/>
                </a:lnTo>
                <a:lnTo>
                  <a:pt x="22595" y="55142"/>
                </a:lnTo>
                <a:lnTo>
                  <a:pt x="24892" y="57328"/>
                </a:lnTo>
                <a:lnTo>
                  <a:pt x="20864" y="49228"/>
                </a:lnTo>
                <a:lnTo>
                  <a:pt x="13794" y="46649"/>
                </a:lnTo>
                <a:close/>
                <a:moveTo>
                  <a:pt x="36765" y="53633"/>
                </a:moveTo>
                <a:lnTo>
                  <a:pt x="39874" y="48158"/>
                </a:lnTo>
                <a:lnTo>
                  <a:pt x="37753" y="48744"/>
                </a:lnTo>
                <a:lnTo>
                  <a:pt x="35424" y="44001"/>
                </a:lnTo>
                <a:cubicBezTo>
                  <a:pt x="35206" y="43483"/>
                  <a:pt x="34889" y="43044"/>
                  <a:pt x="34228" y="42796"/>
                </a:cubicBezTo>
                <a:cubicBezTo>
                  <a:pt x="34149" y="42774"/>
                  <a:pt x="34070" y="42751"/>
                  <a:pt x="33983" y="42728"/>
                </a:cubicBezTo>
                <a:lnTo>
                  <a:pt x="25596" y="39676"/>
                </a:lnTo>
                <a:cubicBezTo>
                  <a:pt x="25554" y="39653"/>
                  <a:pt x="25511" y="39642"/>
                  <a:pt x="25474" y="39619"/>
                </a:cubicBezTo>
                <a:cubicBezTo>
                  <a:pt x="25388" y="39586"/>
                  <a:pt x="25315" y="39563"/>
                  <a:pt x="25262" y="39552"/>
                </a:cubicBezTo>
                <a:lnTo>
                  <a:pt x="25063" y="39473"/>
                </a:lnTo>
                <a:cubicBezTo>
                  <a:pt x="25021" y="39462"/>
                  <a:pt x="24979" y="39439"/>
                  <a:pt x="24937" y="39428"/>
                </a:cubicBezTo>
                <a:cubicBezTo>
                  <a:pt x="23603" y="38944"/>
                  <a:pt x="22057" y="38921"/>
                  <a:pt x="21198" y="40059"/>
                </a:cubicBezTo>
                <a:lnTo>
                  <a:pt x="21124" y="40171"/>
                </a:lnTo>
                <a:lnTo>
                  <a:pt x="18505" y="44790"/>
                </a:lnTo>
                <a:lnTo>
                  <a:pt x="24974" y="51019"/>
                </a:lnTo>
                <a:lnTo>
                  <a:pt x="28894" y="44666"/>
                </a:lnTo>
                <a:lnTo>
                  <a:pt x="31734" y="50468"/>
                </a:lnTo>
                <a:lnTo>
                  <a:pt x="29646" y="51076"/>
                </a:lnTo>
                <a:lnTo>
                  <a:pt x="36765" y="5363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2" name="Белый — SVG 25">
            <a:extLst>
              <a:ext uri="{FF2B5EF4-FFF2-40B4-BE49-F238E27FC236}">
                <a16:creationId xmlns:a16="http://schemas.microsoft.com/office/drawing/2014/main" id="{E289F2DC-6887-D545-89C7-4198AB925BF2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58475 w 85067"/>
              <a:gd name="csY0" fmla="*/ 124051 h 148853"/>
              <a:gd name="csX1" fmla="*/ 26575 w 85067"/>
              <a:gd name="csY1" fmla="*/ 124051 h 148853"/>
              <a:gd name="csX2" fmla="*/ 21267 w 85067"/>
              <a:gd name="csY2" fmla="*/ 129359 h 148853"/>
              <a:gd name="csX3" fmla="*/ 21267 w 85067"/>
              <a:gd name="csY3" fmla="*/ 136452 h 148853"/>
              <a:gd name="csX4" fmla="*/ 33670 w 85067"/>
              <a:gd name="csY4" fmla="*/ 148853 h 148853"/>
              <a:gd name="csX5" fmla="*/ 51397 w 85067"/>
              <a:gd name="csY5" fmla="*/ 148853 h 148853"/>
              <a:gd name="csX6" fmla="*/ 63800 w 85067"/>
              <a:gd name="csY6" fmla="*/ 136452 h 148853"/>
              <a:gd name="csX7" fmla="*/ 63800 w 85067"/>
              <a:gd name="csY7" fmla="*/ 129359 h 148853"/>
              <a:gd name="csX8" fmla="*/ 58475 w 85067"/>
              <a:gd name="csY8" fmla="*/ 124051 h 148853"/>
              <a:gd name="csX9" fmla="*/ 81341 w 85067"/>
              <a:gd name="csY9" fmla="*/ 244 h 148853"/>
              <a:gd name="csX10" fmla="*/ 75387 w 85067"/>
              <a:gd name="csY10" fmla="*/ 2269 h 148853"/>
              <a:gd name="csX11" fmla="*/ 55123 w 85067"/>
              <a:gd name="csY11" fmla="*/ 31222 h 148853"/>
              <a:gd name="csX12" fmla="*/ 43452 w 85067"/>
              <a:gd name="csY12" fmla="*/ 13071 h 148853"/>
              <a:gd name="csX13" fmla="*/ 40067 w 85067"/>
              <a:gd name="csY13" fmla="*/ 10757 h 148853"/>
              <a:gd name="csX14" fmla="*/ 36034 w 85067"/>
              <a:gd name="csY14" fmla="*/ 11523 h 148853"/>
              <a:gd name="csX15" fmla="*/ 24057 w 85067"/>
              <a:gd name="csY15" fmla="*/ 19518 h 148853"/>
              <a:gd name="csX16" fmla="*/ 9408 w 85067"/>
              <a:gd name="csY16" fmla="*/ 1928 h 148853"/>
              <a:gd name="csX17" fmla="*/ 3505 w 85067"/>
              <a:gd name="csY17" fmla="*/ 329 h 148853"/>
              <a:gd name="csX18" fmla="*/ 0 w 85067"/>
              <a:gd name="csY18" fmla="*/ 5330 h 148853"/>
              <a:gd name="csX19" fmla="*/ 0 w 85067"/>
              <a:gd name="csY19" fmla="*/ 51397 h 148853"/>
              <a:gd name="csX20" fmla="*/ 21675 w 85067"/>
              <a:gd name="csY20" fmla="*/ 89604 h 148853"/>
              <a:gd name="csX21" fmla="*/ 26660 w 85067"/>
              <a:gd name="csY21" fmla="*/ 116958 h 148853"/>
              <a:gd name="csX22" fmla="*/ 58407 w 85067"/>
              <a:gd name="csY22" fmla="*/ 116958 h 148853"/>
              <a:gd name="csX23" fmla="*/ 63392 w 85067"/>
              <a:gd name="csY23" fmla="*/ 89604 h 148853"/>
              <a:gd name="csX24" fmla="*/ 85067 w 85067"/>
              <a:gd name="csY24" fmla="*/ 51397 h 148853"/>
              <a:gd name="csX25" fmla="*/ 85067 w 85067"/>
              <a:gd name="csY25" fmla="*/ 5330 h 148853"/>
              <a:gd name="csX26" fmla="*/ 81341 w 85067"/>
              <a:gd name="csY26" fmla="*/ 244 h 148853"/>
            </a:gdLst>
            <a:ahLst/>
            <a:cxnLst/>
            <a:rect l="l" t="t" r="r" b="b"/>
            <a:pathLst>
              <a:path w="100000" h="100000">
                <a:moveTo>
                  <a:pt x="60710" y="83338"/>
                </a:moveTo>
                <a:lnTo>
                  <a:pt x="39279" y="83338"/>
                </a:lnTo>
                <a:cubicBezTo>
                  <a:pt x="37313" y="83338"/>
                  <a:pt x="35713" y="84938"/>
                  <a:pt x="35713" y="86904"/>
                </a:cubicBezTo>
                <a:lnTo>
                  <a:pt x="35713" y="91669"/>
                </a:lnTo>
                <a:cubicBezTo>
                  <a:pt x="35713" y="96263"/>
                  <a:pt x="39450" y="100000"/>
                  <a:pt x="44045" y="100000"/>
                </a:cubicBezTo>
                <a:lnTo>
                  <a:pt x="55955" y="100000"/>
                </a:lnTo>
                <a:cubicBezTo>
                  <a:pt x="60550" y="100000"/>
                  <a:pt x="64287" y="96263"/>
                  <a:pt x="64287" y="91669"/>
                </a:cubicBezTo>
                <a:lnTo>
                  <a:pt x="64287" y="86904"/>
                </a:lnTo>
                <a:cubicBezTo>
                  <a:pt x="64287" y="84938"/>
                  <a:pt x="62687" y="83338"/>
                  <a:pt x="60710" y="83338"/>
                </a:cubicBezTo>
                <a:close/>
                <a:moveTo>
                  <a:pt x="76071" y="164"/>
                </a:moveTo>
                <a:cubicBezTo>
                  <a:pt x="74585" y="-304"/>
                  <a:pt x="72973" y="255"/>
                  <a:pt x="72071" y="1524"/>
                </a:cubicBezTo>
                <a:lnTo>
                  <a:pt x="58458" y="20975"/>
                </a:lnTo>
                <a:lnTo>
                  <a:pt x="50617" y="8781"/>
                </a:lnTo>
                <a:cubicBezTo>
                  <a:pt x="50103" y="7981"/>
                  <a:pt x="49280" y="7421"/>
                  <a:pt x="48343" y="7227"/>
                </a:cubicBezTo>
                <a:cubicBezTo>
                  <a:pt x="47405" y="7021"/>
                  <a:pt x="46434" y="7215"/>
                  <a:pt x="45634" y="7741"/>
                </a:cubicBezTo>
                <a:lnTo>
                  <a:pt x="37587" y="13112"/>
                </a:lnTo>
                <a:lnTo>
                  <a:pt x="27746" y="1295"/>
                </a:lnTo>
                <a:cubicBezTo>
                  <a:pt x="26775" y="142"/>
                  <a:pt x="25198" y="-293"/>
                  <a:pt x="23781" y="221"/>
                </a:cubicBezTo>
                <a:cubicBezTo>
                  <a:pt x="22374" y="736"/>
                  <a:pt x="21426" y="2073"/>
                  <a:pt x="21426" y="3581"/>
                </a:cubicBezTo>
                <a:lnTo>
                  <a:pt x="21426" y="34529"/>
                </a:lnTo>
                <a:cubicBezTo>
                  <a:pt x="21426" y="46094"/>
                  <a:pt x="32524" y="57053"/>
                  <a:pt x="35987" y="60196"/>
                </a:cubicBezTo>
                <a:lnTo>
                  <a:pt x="39336" y="78573"/>
                </a:lnTo>
                <a:lnTo>
                  <a:pt x="60664" y="78573"/>
                </a:lnTo>
                <a:lnTo>
                  <a:pt x="64013" y="60196"/>
                </a:lnTo>
                <a:cubicBezTo>
                  <a:pt x="67476" y="57053"/>
                  <a:pt x="78574" y="46094"/>
                  <a:pt x="78574" y="34529"/>
                </a:cubicBezTo>
                <a:lnTo>
                  <a:pt x="78574" y="3581"/>
                </a:lnTo>
                <a:cubicBezTo>
                  <a:pt x="78574" y="2015"/>
                  <a:pt x="77557" y="644"/>
                  <a:pt x="76071" y="16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3" name="Белый — SVG 26">
            <a:extLst>
              <a:ext uri="{FF2B5EF4-FFF2-40B4-BE49-F238E27FC236}">
                <a16:creationId xmlns:a16="http://schemas.microsoft.com/office/drawing/2014/main" id="{FC3F8728-F36B-5847-873F-319AC0EA2675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56634 w 113420"/>
              <a:gd name="csY0" fmla="*/ 1 h 145378"/>
              <a:gd name="csX1" fmla="*/ 52891 w 113420"/>
              <a:gd name="csY1" fmla="*/ 1617 h 145378"/>
              <a:gd name="csX2" fmla="*/ 51394 w 113420"/>
              <a:gd name="csY2" fmla="*/ 5394 h 145378"/>
              <a:gd name="csX3" fmla="*/ 51394 w 113420"/>
              <a:gd name="csY3" fmla="*/ 36575 h 145378"/>
              <a:gd name="csX4" fmla="*/ 42530 w 113420"/>
              <a:gd name="csY4" fmla="*/ 49691 h 145378"/>
              <a:gd name="csX5" fmla="*/ 42530 w 113420"/>
              <a:gd name="csY5" fmla="*/ 53246 h 145378"/>
              <a:gd name="csX6" fmla="*/ 30127 w 113420"/>
              <a:gd name="csY6" fmla="*/ 53246 h 145378"/>
              <a:gd name="csX7" fmla="*/ 7091 w 113420"/>
              <a:gd name="csY7" fmla="*/ 76279 h 145378"/>
              <a:gd name="csX8" fmla="*/ 7091 w 113420"/>
              <a:gd name="csY8" fmla="*/ 79817 h 145378"/>
              <a:gd name="csX9" fmla="*/ 269 w 113420"/>
              <a:gd name="csY9" fmla="*/ 127755 h 145378"/>
              <a:gd name="csX10" fmla="*/ 320 w 113420"/>
              <a:gd name="csY10" fmla="*/ 131276 h 145378"/>
              <a:gd name="csX11" fmla="*/ 2582 w 113420"/>
              <a:gd name="csY11" fmla="*/ 133998 h 145378"/>
              <a:gd name="csX12" fmla="*/ 53163 w 113420"/>
              <a:gd name="csY12" fmla="*/ 145378 h 145378"/>
              <a:gd name="csX13" fmla="*/ 84978 w 113420"/>
              <a:gd name="csY13" fmla="*/ 141636 h 145378"/>
              <a:gd name="csX14" fmla="*/ 88432 w 113420"/>
              <a:gd name="csY14" fmla="*/ 140905 h 145378"/>
              <a:gd name="csX15" fmla="*/ 110209 w 113420"/>
              <a:gd name="csY15" fmla="*/ 134321 h 145378"/>
              <a:gd name="csX16" fmla="*/ 113017 w 113420"/>
              <a:gd name="csY16" fmla="*/ 131463 h 145378"/>
              <a:gd name="csX17" fmla="*/ 113033 w 113420"/>
              <a:gd name="csY17" fmla="*/ 127466 h 145378"/>
              <a:gd name="csX18" fmla="*/ 106330 w 113420"/>
              <a:gd name="csY18" fmla="*/ 79817 h 145378"/>
              <a:gd name="csX19" fmla="*/ 106330 w 113420"/>
              <a:gd name="csY19" fmla="*/ 76279 h 145378"/>
              <a:gd name="csX20" fmla="*/ 83294 w 113420"/>
              <a:gd name="csY20" fmla="*/ 53246 h 145378"/>
              <a:gd name="csX21" fmla="*/ 70891 w 113420"/>
              <a:gd name="csY21" fmla="*/ 53246 h 145378"/>
              <a:gd name="csX22" fmla="*/ 70891 w 113420"/>
              <a:gd name="csY22" fmla="*/ 49691 h 145378"/>
              <a:gd name="csX23" fmla="*/ 62027 w 113420"/>
              <a:gd name="csY23" fmla="*/ 36575 h 145378"/>
              <a:gd name="csX24" fmla="*/ 62027 w 113420"/>
              <a:gd name="csY24" fmla="*/ 5394 h 145378"/>
              <a:gd name="csX25" fmla="*/ 61636 w 113420"/>
              <a:gd name="csY25" fmla="*/ 3319 h 145378"/>
              <a:gd name="csX26" fmla="*/ 60462 w 113420"/>
              <a:gd name="csY26" fmla="*/ 1549 h 145378"/>
              <a:gd name="csX27" fmla="*/ 58710 w 113420"/>
              <a:gd name="csY27" fmla="*/ 393 h 145378"/>
              <a:gd name="csX28" fmla="*/ 56634 w 113420"/>
              <a:gd name="csY28" fmla="*/ 1 h 145378"/>
              <a:gd name="csX29" fmla="*/ 17520 w 113420"/>
              <a:gd name="csY29" fmla="*/ 88680 h 145378"/>
              <a:gd name="csX30" fmla="*/ 95867 w 113420"/>
              <a:gd name="csY30" fmla="*/ 88680 h 145378"/>
              <a:gd name="csX31" fmla="*/ 101669 w 113420"/>
              <a:gd name="csY31" fmla="*/ 125969 h 145378"/>
              <a:gd name="csX32" fmla="*/ 89198 w 113420"/>
              <a:gd name="csY32" fmla="*/ 129898 h 145378"/>
              <a:gd name="csX33" fmla="*/ 85063 w 113420"/>
              <a:gd name="csY33" fmla="*/ 104399 h 145378"/>
              <a:gd name="csX34" fmla="*/ 84621 w 113420"/>
              <a:gd name="csY34" fmla="*/ 102323 h 145378"/>
              <a:gd name="csX35" fmla="*/ 83396 w 113420"/>
              <a:gd name="csY35" fmla="*/ 100605 h 145378"/>
              <a:gd name="csX36" fmla="*/ 81610 w 113420"/>
              <a:gd name="csY36" fmla="*/ 99482 h 145378"/>
              <a:gd name="csX37" fmla="*/ 79517 w 113420"/>
              <a:gd name="csY37" fmla="*/ 99142 h 145378"/>
              <a:gd name="csX38" fmla="*/ 77458 w 113420"/>
              <a:gd name="csY38" fmla="*/ 99653 h 145378"/>
              <a:gd name="csX39" fmla="*/ 75774 w 113420"/>
              <a:gd name="csY39" fmla="*/ 100928 h 145378"/>
              <a:gd name="csX40" fmla="*/ 74702 w 113420"/>
              <a:gd name="csY40" fmla="*/ 102748 h 145378"/>
              <a:gd name="csX41" fmla="*/ 74447 w 113420"/>
              <a:gd name="csY41" fmla="*/ 104858 h 145378"/>
              <a:gd name="csX42" fmla="*/ 78786 w 113420"/>
              <a:gd name="csY42" fmla="*/ 132075 h 145378"/>
              <a:gd name="csX43" fmla="*/ 53163 w 113420"/>
              <a:gd name="csY43" fmla="*/ 134746 h 145378"/>
              <a:gd name="csX44" fmla="*/ 38940 w 113420"/>
              <a:gd name="csY44" fmla="*/ 133607 h 145378"/>
              <a:gd name="csX45" fmla="*/ 42479 w 113420"/>
              <a:gd name="csY45" fmla="*/ 119521 h 145378"/>
              <a:gd name="csX46" fmla="*/ 42360 w 113420"/>
              <a:gd name="csY46" fmla="*/ 117446 h 145378"/>
              <a:gd name="csX47" fmla="*/ 41458 w 113420"/>
              <a:gd name="csY47" fmla="*/ 115575 h 145378"/>
              <a:gd name="csX48" fmla="*/ 39910 w 113420"/>
              <a:gd name="csY48" fmla="*/ 114197 h 145378"/>
              <a:gd name="csX49" fmla="*/ 37936 w 113420"/>
              <a:gd name="csY49" fmla="*/ 113516 h 145378"/>
              <a:gd name="csX50" fmla="*/ 35861 w 113420"/>
              <a:gd name="csY50" fmla="*/ 113653 h 145378"/>
              <a:gd name="csX51" fmla="*/ 33989 w 113420"/>
              <a:gd name="csY51" fmla="*/ 114554 h 145378"/>
              <a:gd name="csX52" fmla="*/ 32628 w 113420"/>
              <a:gd name="csY52" fmla="*/ 116119 h 145378"/>
              <a:gd name="csX53" fmla="*/ 31948 w 113420"/>
              <a:gd name="csY53" fmla="*/ 118075 h 145378"/>
              <a:gd name="csX54" fmla="*/ 28613 w 113420"/>
              <a:gd name="csY54" fmla="*/ 131565 h 145378"/>
              <a:gd name="csX55" fmla="*/ 28460 w 113420"/>
              <a:gd name="csY55" fmla="*/ 131889 h 145378"/>
              <a:gd name="csX56" fmla="*/ 11549 w 113420"/>
              <a:gd name="csY56" fmla="*/ 126343 h 145378"/>
              <a:gd name="csX57" fmla="*/ 17520 w 113420"/>
              <a:gd name="csY57" fmla="*/ 88680 h 145378"/>
            </a:gdLst>
            <a:ahLst/>
            <a:cxnLst/>
            <a:rect l="l" t="t" r="r" b="b"/>
            <a:pathLst>
              <a:path w="100000" h="100000">
                <a:moveTo>
                  <a:pt x="49948" y="1"/>
                </a:moveTo>
                <a:cubicBezTo>
                  <a:pt x="48976" y="12"/>
                  <a:pt x="48052" y="411"/>
                  <a:pt x="47373" y="1112"/>
                </a:cubicBezTo>
                <a:cubicBezTo>
                  <a:pt x="46706" y="1803"/>
                  <a:pt x="46332" y="2739"/>
                  <a:pt x="46343" y="3710"/>
                </a:cubicBezTo>
                <a:lnTo>
                  <a:pt x="46343" y="25159"/>
                </a:lnTo>
                <a:cubicBezTo>
                  <a:pt x="42774" y="26610"/>
                  <a:pt x="40246" y="30097"/>
                  <a:pt x="40246" y="34181"/>
                </a:cubicBezTo>
                <a:lnTo>
                  <a:pt x="40246" y="36626"/>
                </a:lnTo>
                <a:lnTo>
                  <a:pt x="31715" y="36626"/>
                </a:lnTo>
                <a:cubicBezTo>
                  <a:pt x="22973" y="36626"/>
                  <a:pt x="15869" y="43729"/>
                  <a:pt x="15869" y="52469"/>
                </a:cubicBezTo>
                <a:lnTo>
                  <a:pt x="15869" y="54903"/>
                </a:lnTo>
                <a:cubicBezTo>
                  <a:pt x="15869" y="73801"/>
                  <a:pt x="11176" y="87878"/>
                  <a:pt x="11176" y="87878"/>
                </a:cubicBezTo>
                <a:cubicBezTo>
                  <a:pt x="10918" y="88662"/>
                  <a:pt x="10930" y="89516"/>
                  <a:pt x="11211" y="90300"/>
                </a:cubicBezTo>
                <a:cubicBezTo>
                  <a:pt x="11504" y="91084"/>
                  <a:pt x="12054" y="91739"/>
                  <a:pt x="12767" y="92172"/>
                </a:cubicBezTo>
                <a:cubicBezTo>
                  <a:pt x="12767" y="92172"/>
                  <a:pt x="25981" y="100000"/>
                  <a:pt x="47560" y="100000"/>
                </a:cubicBezTo>
                <a:cubicBezTo>
                  <a:pt x="55834" y="100000"/>
                  <a:pt x="63102" y="98795"/>
                  <a:pt x="69444" y="97426"/>
                </a:cubicBezTo>
                <a:cubicBezTo>
                  <a:pt x="70264" y="97531"/>
                  <a:pt x="71106" y="97356"/>
                  <a:pt x="71820" y="96923"/>
                </a:cubicBezTo>
                <a:cubicBezTo>
                  <a:pt x="80726" y="94793"/>
                  <a:pt x="86800" y="92394"/>
                  <a:pt x="86800" y="92394"/>
                </a:cubicBezTo>
                <a:cubicBezTo>
                  <a:pt x="87678" y="92020"/>
                  <a:pt x="88368" y="91318"/>
                  <a:pt x="88731" y="90428"/>
                </a:cubicBezTo>
                <a:cubicBezTo>
                  <a:pt x="89094" y="89551"/>
                  <a:pt x="89106" y="88556"/>
                  <a:pt x="88742" y="87679"/>
                </a:cubicBezTo>
                <a:cubicBezTo>
                  <a:pt x="88742" y="87679"/>
                  <a:pt x="84132" y="76305"/>
                  <a:pt x="84132" y="54903"/>
                </a:cubicBezTo>
                <a:lnTo>
                  <a:pt x="84132" y="52469"/>
                </a:lnTo>
                <a:cubicBezTo>
                  <a:pt x="84132" y="43729"/>
                  <a:pt x="77028" y="36626"/>
                  <a:pt x="68286" y="36626"/>
                </a:cubicBezTo>
                <a:lnTo>
                  <a:pt x="59755" y="36626"/>
                </a:lnTo>
                <a:lnTo>
                  <a:pt x="59755" y="34181"/>
                </a:lnTo>
                <a:cubicBezTo>
                  <a:pt x="59755" y="30097"/>
                  <a:pt x="57227" y="26610"/>
                  <a:pt x="53657" y="25159"/>
                </a:cubicBezTo>
                <a:lnTo>
                  <a:pt x="53657" y="3710"/>
                </a:lnTo>
                <a:cubicBezTo>
                  <a:pt x="53669" y="3219"/>
                  <a:pt x="53576" y="2739"/>
                  <a:pt x="53388" y="2283"/>
                </a:cubicBezTo>
                <a:cubicBezTo>
                  <a:pt x="53201" y="1826"/>
                  <a:pt x="52932" y="1417"/>
                  <a:pt x="52581" y="1065"/>
                </a:cubicBezTo>
                <a:cubicBezTo>
                  <a:pt x="52242" y="726"/>
                  <a:pt x="51832" y="457"/>
                  <a:pt x="51376" y="270"/>
                </a:cubicBezTo>
                <a:cubicBezTo>
                  <a:pt x="50919" y="83"/>
                  <a:pt x="50427" y="-11"/>
                  <a:pt x="49948" y="1"/>
                </a:cubicBezTo>
                <a:close/>
                <a:moveTo>
                  <a:pt x="23043" y="61000"/>
                </a:moveTo>
                <a:lnTo>
                  <a:pt x="76935" y="61000"/>
                </a:lnTo>
                <a:cubicBezTo>
                  <a:pt x="77473" y="75100"/>
                  <a:pt x="79767" y="83068"/>
                  <a:pt x="80926" y="86649"/>
                </a:cubicBezTo>
                <a:cubicBezTo>
                  <a:pt x="79287" y="87281"/>
                  <a:pt x="77484" y="88030"/>
                  <a:pt x="72347" y="89352"/>
                </a:cubicBezTo>
                <a:cubicBezTo>
                  <a:pt x="71388" y="86473"/>
                  <a:pt x="69913" y="81254"/>
                  <a:pt x="69503" y="71812"/>
                </a:cubicBezTo>
                <a:cubicBezTo>
                  <a:pt x="69491" y="71320"/>
                  <a:pt x="69386" y="70841"/>
                  <a:pt x="69199" y="70384"/>
                </a:cubicBezTo>
                <a:cubicBezTo>
                  <a:pt x="69000" y="69940"/>
                  <a:pt x="68707" y="69530"/>
                  <a:pt x="68356" y="69202"/>
                </a:cubicBezTo>
                <a:cubicBezTo>
                  <a:pt x="68005" y="68863"/>
                  <a:pt x="67584" y="68605"/>
                  <a:pt x="67128" y="68430"/>
                </a:cubicBezTo>
                <a:cubicBezTo>
                  <a:pt x="66659" y="68254"/>
                  <a:pt x="66180" y="68184"/>
                  <a:pt x="65688" y="68196"/>
                </a:cubicBezTo>
                <a:cubicBezTo>
                  <a:pt x="65196" y="68219"/>
                  <a:pt x="64717" y="68336"/>
                  <a:pt x="64272" y="68548"/>
                </a:cubicBezTo>
                <a:cubicBezTo>
                  <a:pt x="63827" y="68758"/>
                  <a:pt x="63441" y="69062"/>
                  <a:pt x="63113" y="69425"/>
                </a:cubicBezTo>
                <a:cubicBezTo>
                  <a:pt x="62786" y="69787"/>
                  <a:pt x="62540" y="70220"/>
                  <a:pt x="62376" y="70676"/>
                </a:cubicBezTo>
                <a:cubicBezTo>
                  <a:pt x="62224" y="71145"/>
                  <a:pt x="62166" y="71636"/>
                  <a:pt x="62201" y="72128"/>
                </a:cubicBezTo>
                <a:cubicBezTo>
                  <a:pt x="62598" y="81360"/>
                  <a:pt x="64026" y="87105"/>
                  <a:pt x="65185" y="90849"/>
                </a:cubicBezTo>
                <a:cubicBezTo>
                  <a:pt x="59872" y="91856"/>
                  <a:pt x="54056" y="92687"/>
                  <a:pt x="47560" y="92687"/>
                </a:cubicBezTo>
                <a:cubicBezTo>
                  <a:pt x="43886" y="92687"/>
                  <a:pt x="40843" y="92277"/>
                  <a:pt x="37777" y="91903"/>
                </a:cubicBezTo>
                <a:cubicBezTo>
                  <a:pt x="38654" y="89586"/>
                  <a:pt x="39591" y="86790"/>
                  <a:pt x="40211" y="82214"/>
                </a:cubicBezTo>
                <a:cubicBezTo>
                  <a:pt x="40281" y="81735"/>
                  <a:pt x="40258" y="81254"/>
                  <a:pt x="40129" y="80787"/>
                </a:cubicBezTo>
                <a:cubicBezTo>
                  <a:pt x="40012" y="80318"/>
                  <a:pt x="39801" y="79886"/>
                  <a:pt x="39509" y="79500"/>
                </a:cubicBezTo>
                <a:cubicBezTo>
                  <a:pt x="39216" y="79114"/>
                  <a:pt x="38853" y="78797"/>
                  <a:pt x="38444" y="78552"/>
                </a:cubicBezTo>
                <a:cubicBezTo>
                  <a:pt x="38022" y="78306"/>
                  <a:pt x="37566" y="78154"/>
                  <a:pt x="37086" y="78083"/>
                </a:cubicBezTo>
                <a:cubicBezTo>
                  <a:pt x="36607" y="78025"/>
                  <a:pt x="36127" y="78048"/>
                  <a:pt x="35659" y="78178"/>
                </a:cubicBezTo>
                <a:cubicBezTo>
                  <a:pt x="35190" y="78295"/>
                  <a:pt x="34758" y="78505"/>
                  <a:pt x="34371" y="78797"/>
                </a:cubicBezTo>
                <a:cubicBezTo>
                  <a:pt x="33997" y="79090"/>
                  <a:pt x="33669" y="79453"/>
                  <a:pt x="33435" y="79874"/>
                </a:cubicBezTo>
                <a:cubicBezTo>
                  <a:pt x="33189" y="80284"/>
                  <a:pt x="33026" y="80752"/>
                  <a:pt x="32967" y="81219"/>
                </a:cubicBezTo>
                <a:cubicBezTo>
                  <a:pt x="32323" y="85947"/>
                  <a:pt x="31375" y="88861"/>
                  <a:pt x="30673" y="90499"/>
                </a:cubicBezTo>
                <a:cubicBezTo>
                  <a:pt x="30591" y="90721"/>
                  <a:pt x="30638" y="90557"/>
                  <a:pt x="30568" y="90721"/>
                </a:cubicBezTo>
                <a:cubicBezTo>
                  <a:pt x="23745" y="89176"/>
                  <a:pt x="20597" y="87784"/>
                  <a:pt x="18935" y="86907"/>
                </a:cubicBezTo>
                <a:cubicBezTo>
                  <a:pt x="19942" y="83502"/>
                  <a:pt x="22435" y="74468"/>
                  <a:pt x="23043" y="610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4" name="Белый — SVG 27">
            <a:extLst>
              <a:ext uri="{FF2B5EF4-FFF2-40B4-BE49-F238E27FC236}">
                <a16:creationId xmlns:a16="http://schemas.microsoft.com/office/drawing/2014/main" id="{EDA53571-8E9A-1F42-A836-3D77E60CD778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38040 w 138310"/>
              <a:gd name="csY0" fmla="*/ 0 h 126443"/>
              <a:gd name="csX1" fmla="*/ 35783 w 138310"/>
              <a:gd name="csY1" fmla="*/ 85 h 126443"/>
              <a:gd name="csX2" fmla="*/ 15749 w 138310"/>
              <a:gd name="csY2" fmla="*/ 15906 h 126443"/>
              <a:gd name="csX3" fmla="*/ 13230 w 138310"/>
              <a:gd name="csY3" fmla="*/ 23662 h 126443"/>
              <a:gd name="csX4" fmla="*/ 5393 w 138310"/>
              <a:gd name="csY4" fmla="*/ 23662 h 126443"/>
              <a:gd name="csX5" fmla="*/ 3335 w 138310"/>
              <a:gd name="csY5" fmla="*/ 24054 h 126443"/>
              <a:gd name="csX6" fmla="*/ 1584 w 138310"/>
              <a:gd name="csY6" fmla="*/ 25194 h 126443"/>
              <a:gd name="csX7" fmla="*/ 412 w 138310"/>
              <a:gd name="csY7" fmla="*/ 26929 h 126443"/>
              <a:gd name="csX8" fmla="*/ 0 w 138310"/>
              <a:gd name="csY8" fmla="*/ 28987 h 126443"/>
              <a:gd name="csX9" fmla="*/ 412 w 138310"/>
              <a:gd name="csY9" fmla="*/ 31028 h 126443"/>
              <a:gd name="csX10" fmla="*/ 1584 w 138310"/>
              <a:gd name="csY10" fmla="*/ 32763 h 126443"/>
              <a:gd name="csX11" fmla="*/ 3335 w 138310"/>
              <a:gd name="csY11" fmla="*/ 33920 h 126443"/>
              <a:gd name="csX12" fmla="*/ 5393 w 138310"/>
              <a:gd name="csY12" fmla="*/ 34294 h 126443"/>
              <a:gd name="csX13" fmla="*/ 9774 w 138310"/>
              <a:gd name="csY13" fmla="*/ 34294 h 126443"/>
              <a:gd name="csX14" fmla="*/ 7857 w 138310"/>
              <a:gd name="csY14" fmla="*/ 40197 h 126443"/>
              <a:gd name="csX15" fmla="*/ 77 w 138310"/>
              <a:gd name="csY15" fmla="*/ 53789 h 126443"/>
              <a:gd name="csX16" fmla="*/ 77 w 138310"/>
              <a:gd name="csY16" fmla="*/ 99855 h 126443"/>
              <a:gd name="csX17" fmla="*/ 388 w 138310"/>
              <a:gd name="csY17" fmla="*/ 101641 h 126443"/>
              <a:gd name="csX18" fmla="*/ 77 w 138310"/>
              <a:gd name="csY18" fmla="*/ 101641 h 126443"/>
              <a:gd name="csX19" fmla="*/ 77 w 138310"/>
              <a:gd name="csY19" fmla="*/ 119350 h 126443"/>
              <a:gd name="csX20" fmla="*/ 7164 w 138310"/>
              <a:gd name="csY20" fmla="*/ 126444 h 126443"/>
              <a:gd name="csX21" fmla="*/ 14254 w 138310"/>
              <a:gd name="csY21" fmla="*/ 126444 h 126443"/>
              <a:gd name="csX22" fmla="*/ 21343 w 138310"/>
              <a:gd name="csY22" fmla="*/ 119350 h 126443"/>
              <a:gd name="csX23" fmla="*/ 21343 w 138310"/>
              <a:gd name="csY23" fmla="*/ 106557 h 126443"/>
              <a:gd name="csX24" fmla="*/ 113498 w 138310"/>
              <a:gd name="csY24" fmla="*/ 114468 h 126443"/>
              <a:gd name="csX25" fmla="*/ 113498 w 138310"/>
              <a:gd name="csY25" fmla="*/ 119350 h 126443"/>
              <a:gd name="csX26" fmla="*/ 120588 w 138310"/>
              <a:gd name="csY26" fmla="*/ 126444 h 126443"/>
              <a:gd name="csX27" fmla="*/ 127677 w 138310"/>
              <a:gd name="csY27" fmla="*/ 126444 h 126443"/>
              <a:gd name="csX28" fmla="*/ 134765 w 138310"/>
              <a:gd name="csY28" fmla="*/ 119350 h 126443"/>
              <a:gd name="csX29" fmla="*/ 134765 w 138310"/>
              <a:gd name="csY29" fmla="*/ 112273 h 126443"/>
              <a:gd name="csX30" fmla="*/ 134460 w 138310"/>
              <a:gd name="csY30" fmla="*/ 112273 h 126443"/>
              <a:gd name="csX31" fmla="*/ 134765 w 138310"/>
              <a:gd name="csY31" fmla="*/ 110487 h 126443"/>
              <a:gd name="csX32" fmla="*/ 134765 w 138310"/>
              <a:gd name="csY32" fmla="*/ 71515 h 126443"/>
              <a:gd name="csX33" fmla="*/ 127254 w 138310"/>
              <a:gd name="csY33" fmla="*/ 58059 h 126443"/>
              <a:gd name="csX34" fmla="*/ 126520 w 138310"/>
              <a:gd name="csY34" fmla="*/ 53959 h 126443"/>
              <a:gd name="csX35" fmla="*/ 131566 w 138310"/>
              <a:gd name="csY35" fmla="*/ 55371 h 126443"/>
              <a:gd name="csX36" fmla="*/ 133635 w 138310"/>
              <a:gd name="csY36" fmla="*/ 55524 h 126443"/>
              <a:gd name="csX37" fmla="*/ 135607 w 138310"/>
              <a:gd name="csY37" fmla="*/ 54878 h 126443"/>
              <a:gd name="csX38" fmla="*/ 137181 w 138310"/>
              <a:gd name="csY38" fmla="*/ 53517 h 126443"/>
              <a:gd name="csX39" fmla="*/ 138117 w 138310"/>
              <a:gd name="csY39" fmla="*/ 51680 h 126443"/>
              <a:gd name="csX40" fmla="*/ 138271 w 138310"/>
              <a:gd name="csY40" fmla="*/ 49604 h 126443"/>
              <a:gd name="csX41" fmla="*/ 137623 w 138310"/>
              <a:gd name="csY41" fmla="*/ 47631 h 126443"/>
              <a:gd name="csX42" fmla="*/ 136271 w 138310"/>
              <a:gd name="csY42" fmla="*/ 46066 h 126443"/>
              <a:gd name="csX43" fmla="*/ 134420 w 138310"/>
              <a:gd name="csY43" fmla="*/ 45131 h 126443"/>
              <a:gd name="csX44" fmla="*/ 124429 w 138310"/>
              <a:gd name="csY44" fmla="*/ 42357 h 126443"/>
              <a:gd name="csX45" fmla="*/ 122927 w 138310"/>
              <a:gd name="csY45" fmla="*/ 34005 h 126443"/>
              <a:gd name="csX46" fmla="*/ 122927 w 138310"/>
              <a:gd name="csY46" fmla="*/ 33988 h 126443"/>
              <a:gd name="csX47" fmla="*/ 103406 w 138310"/>
              <a:gd name="csY47" fmla="*/ 14800 h 126443"/>
              <a:gd name="csX48" fmla="*/ 102332 w 138310"/>
              <a:gd name="csY48" fmla="*/ 14748 h 126443"/>
              <a:gd name="csX49" fmla="*/ 73908 w 138310"/>
              <a:gd name="csY49" fmla="*/ 16501 h 126443"/>
              <a:gd name="csX50" fmla="*/ 45703 w 138310"/>
              <a:gd name="csY50" fmla="*/ 1514 h 126443"/>
              <a:gd name="csX51" fmla="*/ 44873 w 138310"/>
              <a:gd name="csY51" fmla="*/ 1157 h 126443"/>
              <a:gd name="csX52" fmla="*/ 38040 w 138310"/>
              <a:gd name="csY52" fmla="*/ 0 h 126443"/>
              <a:gd name="csX53" fmla="*/ 36455 w 138310"/>
              <a:gd name="csY53" fmla="*/ 10700 h 126443"/>
              <a:gd name="csX54" fmla="*/ 41329 w 138310"/>
              <a:gd name="csY54" fmla="*/ 11227 h 126443"/>
              <a:gd name="csX55" fmla="*/ 70245 w 138310"/>
              <a:gd name="csY55" fmla="*/ 26588 h 126443"/>
              <a:gd name="csX56" fmla="*/ 73062 w 138310"/>
              <a:gd name="csY56" fmla="*/ 27201 h 126443"/>
              <a:gd name="csX57" fmla="*/ 102111 w 138310"/>
              <a:gd name="csY57" fmla="*/ 25414 h 126443"/>
              <a:gd name="csX58" fmla="*/ 112425 w 138310"/>
              <a:gd name="csY58" fmla="*/ 35655 h 126443"/>
              <a:gd name="csX59" fmla="*/ 112440 w 138310"/>
              <a:gd name="csY59" fmla="*/ 35774 h 126443"/>
              <a:gd name="csX60" fmla="*/ 115914 w 138310"/>
              <a:gd name="csY60" fmla="*/ 55065 h 126443"/>
              <a:gd name="csX61" fmla="*/ 106264 w 138310"/>
              <a:gd name="csY61" fmla="*/ 53653 h 126443"/>
              <a:gd name="csX62" fmla="*/ 105863 w 138310"/>
              <a:gd name="csY62" fmla="*/ 53602 h 126443"/>
              <a:gd name="csX63" fmla="*/ 83759 w 138310"/>
              <a:gd name="csY63" fmla="*/ 52037 h 126443"/>
              <a:gd name="csX64" fmla="*/ 75783 w 138310"/>
              <a:gd name="csY64" fmla="*/ 48924 h 126443"/>
              <a:gd name="csX65" fmla="*/ 70293 w 138310"/>
              <a:gd name="csY65" fmla="*/ 45777 h 126443"/>
              <a:gd name="csX66" fmla="*/ 66611 w 138310"/>
              <a:gd name="csY66" fmla="*/ 44994 h 126443"/>
              <a:gd name="csX67" fmla="*/ 44949 w 138310"/>
              <a:gd name="csY67" fmla="*/ 48328 h 126443"/>
              <a:gd name="csX68" fmla="*/ 19494 w 138310"/>
              <a:gd name="csY68" fmla="*/ 38785 h 126443"/>
              <a:gd name="csX69" fmla="*/ 25864 w 138310"/>
              <a:gd name="csY69" fmla="*/ 19189 h 126443"/>
              <a:gd name="csX70" fmla="*/ 36455 w 138310"/>
              <a:gd name="csY70" fmla="*/ 10700 h 126443"/>
              <a:gd name="csX71" fmla="*/ 28431 w 138310"/>
              <a:gd name="csY71" fmla="*/ 66190 h 126443"/>
              <a:gd name="csX72" fmla="*/ 35521 w 138310"/>
              <a:gd name="csY72" fmla="*/ 73284 h 126443"/>
              <a:gd name="csX73" fmla="*/ 28431 w 138310"/>
              <a:gd name="csY73" fmla="*/ 80377 h 126443"/>
              <a:gd name="csX74" fmla="*/ 21343 w 138310"/>
              <a:gd name="csY74" fmla="*/ 73284 h 126443"/>
              <a:gd name="csX75" fmla="*/ 28431 w 138310"/>
              <a:gd name="csY75" fmla="*/ 66190 h 126443"/>
              <a:gd name="csX76" fmla="*/ 55015 w 138310"/>
              <a:gd name="csY76" fmla="*/ 73284 h 126443"/>
              <a:gd name="csX77" fmla="*/ 65648 w 138310"/>
              <a:gd name="csY77" fmla="*/ 73284 h 126443"/>
              <a:gd name="csX78" fmla="*/ 68030 w 138310"/>
              <a:gd name="csY78" fmla="*/ 73845 h 126443"/>
              <a:gd name="csX79" fmla="*/ 82207 w 138310"/>
              <a:gd name="csY79" fmla="*/ 80939 h 126443"/>
              <a:gd name="csX80" fmla="*/ 84582 w 138310"/>
              <a:gd name="csY80" fmla="*/ 88067 h 126443"/>
              <a:gd name="csX81" fmla="*/ 79818 w 138310"/>
              <a:gd name="csY81" fmla="*/ 91009 h 126443"/>
              <a:gd name="csX82" fmla="*/ 77445 w 138310"/>
              <a:gd name="csY82" fmla="*/ 90448 h 126443"/>
              <a:gd name="csX83" fmla="*/ 64396 w 138310"/>
              <a:gd name="csY83" fmla="*/ 83916 h 126443"/>
              <a:gd name="csX84" fmla="*/ 55015 w 138310"/>
              <a:gd name="csY84" fmla="*/ 83916 h 126443"/>
              <a:gd name="csX85" fmla="*/ 49698 w 138310"/>
              <a:gd name="csY85" fmla="*/ 78591 h 126443"/>
              <a:gd name="csX86" fmla="*/ 55015 w 138310"/>
              <a:gd name="csY86" fmla="*/ 73284 h 126443"/>
              <a:gd name="csX87" fmla="*/ 106410 w 138310"/>
              <a:gd name="csY87" fmla="*/ 76822 h 126443"/>
              <a:gd name="csX88" fmla="*/ 113498 w 138310"/>
              <a:gd name="csY88" fmla="*/ 83916 h 126443"/>
              <a:gd name="csX89" fmla="*/ 106410 w 138310"/>
              <a:gd name="csY89" fmla="*/ 91009 h 126443"/>
              <a:gd name="csX90" fmla="*/ 99321 w 138310"/>
              <a:gd name="csY90" fmla="*/ 83916 h 126443"/>
              <a:gd name="csX91" fmla="*/ 106410 w 138310"/>
              <a:gd name="csY91" fmla="*/ 76822 h 126443"/>
            </a:gdLst>
            <a:ahLst/>
            <a:cxnLst/>
            <a:rect l="l" t="t" r="r" b="b"/>
            <a:pathLst>
              <a:path w="100000" h="100000">
                <a:moveTo>
                  <a:pt x="27503" y="4290"/>
                </a:moveTo>
                <a:cubicBezTo>
                  <a:pt x="26956" y="4290"/>
                  <a:pt x="26412" y="4302"/>
                  <a:pt x="25872" y="4351"/>
                </a:cubicBezTo>
                <a:cubicBezTo>
                  <a:pt x="19389" y="4905"/>
                  <a:pt x="13515" y="9247"/>
                  <a:pt x="11387" y="15790"/>
                </a:cubicBezTo>
                <a:lnTo>
                  <a:pt x="9565" y="21398"/>
                </a:lnTo>
                <a:lnTo>
                  <a:pt x="3899" y="21398"/>
                </a:lnTo>
                <a:cubicBezTo>
                  <a:pt x="3389" y="21398"/>
                  <a:pt x="2883" y="21484"/>
                  <a:pt x="2411" y="21681"/>
                </a:cubicBezTo>
                <a:cubicBezTo>
                  <a:pt x="1938" y="21866"/>
                  <a:pt x="1508" y="22148"/>
                  <a:pt x="1145" y="22506"/>
                </a:cubicBezTo>
                <a:cubicBezTo>
                  <a:pt x="782" y="22862"/>
                  <a:pt x="495" y="23292"/>
                  <a:pt x="298" y="23760"/>
                </a:cubicBezTo>
                <a:cubicBezTo>
                  <a:pt x="100" y="24227"/>
                  <a:pt x="0" y="24732"/>
                  <a:pt x="0" y="25248"/>
                </a:cubicBezTo>
                <a:cubicBezTo>
                  <a:pt x="0" y="25752"/>
                  <a:pt x="100" y="26257"/>
                  <a:pt x="298" y="26724"/>
                </a:cubicBezTo>
                <a:cubicBezTo>
                  <a:pt x="495" y="27203"/>
                  <a:pt x="782" y="27622"/>
                  <a:pt x="1145" y="27978"/>
                </a:cubicBezTo>
                <a:cubicBezTo>
                  <a:pt x="1508" y="28335"/>
                  <a:pt x="1938" y="28618"/>
                  <a:pt x="2411" y="28815"/>
                </a:cubicBezTo>
                <a:cubicBezTo>
                  <a:pt x="2883" y="28999"/>
                  <a:pt x="3389" y="29097"/>
                  <a:pt x="3899" y="29085"/>
                </a:cubicBezTo>
                <a:lnTo>
                  <a:pt x="7067" y="29085"/>
                </a:lnTo>
                <a:lnTo>
                  <a:pt x="5681" y="33353"/>
                </a:lnTo>
                <a:cubicBezTo>
                  <a:pt x="2335" y="35382"/>
                  <a:pt x="56" y="39023"/>
                  <a:pt x="56" y="43180"/>
                </a:cubicBezTo>
                <a:lnTo>
                  <a:pt x="56" y="76487"/>
                </a:lnTo>
                <a:cubicBezTo>
                  <a:pt x="56" y="76930"/>
                  <a:pt x="133" y="77360"/>
                  <a:pt x="281" y="77778"/>
                </a:cubicBezTo>
                <a:lnTo>
                  <a:pt x="56" y="77778"/>
                </a:lnTo>
                <a:lnTo>
                  <a:pt x="56" y="90582"/>
                </a:lnTo>
                <a:cubicBezTo>
                  <a:pt x="56" y="93422"/>
                  <a:pt x="2348" y="95711"/>
                  <a:pt x="5180" y="95711"/>
                </a:cubicBezTo>
                <a:lnTo>
                  <a:pt x="10306" y="95711"/>
                </a:lnTo>
                <a:cubicBezTo>
                  <a:pt x="13137" y="95711"/>
                  <a:pt x="15431" y="93422"/>
                  <a:pt x="15431" y="90582"/>
                </a:cubicBezTo>
                <a:lnTo>
                  <a:pt x="15431" y="81332"/>
                </a:lnTo>
                <a:lnTo>
                  <a:pt x="82061" y="87052"/>
                </a:lnTo>
                <a:lnTo>
                  <a:pt x="82061" y="90582"/>
                </a:lnTo>
                <a:cubicBezTo>
                  <a:pt x="82061" y="93422"/>
                  <a:pt x="84355" y="95711"/>
                  <a:pt x="87187" y="95711"/>
                </a:cubicBezTo>
                <a:lnTo>
                  <a:pt x="92312" y="95711"/>
                </a:lnTo>
                <a:cubicBezTo>
                  <a:pt x="95144" y="95711"/>
                  <a:pt x="97437" y="93422"/>
                  <a:pt x="97437" y="90582"/>
                </a:cubicBezTo>
                <a:lnTo>
                  <a:pt x="97437" y="85465"/>
                </a:lnTo>
                <a:lnTo>
                  <a:pt x="97216" y="85465"/>
                </a:lnTo>
                <a:cubicBezTo>
                  <a:pt x="97363" y="85047"/>
                  <a:pt x="97437" y="84617"/>
                  <a:pt x="97437" y="84174"/>
                </a:cubicBezTo>
                <a:lnTo>
                  <a:pt x="97437" y="55996"/>
                </a:lnTo>
                <a:cubicBezTo>
                  <a:pt x="97437" y="51913"/>
                  <a:pt x="95248" y="48322"/>
                  <a:pt x="92006" y="46267"/>
                </a:cubicBezTo>
                <a:lnTo>
                  <a:pt x="91476" y="43303"/>
                </a:lnTo>
                <a:lnTo>
                  <a:pt x="95124" y="44324"/>
                </a:lnTo>
                <a:cubicBezTo>
                  <a:pt x="95611" y="44459"/>
                  <a:pt x="96120" y="44496"/>
                  <a:pt x="96620" y="44435"/>
                </a:cubicBezTo>
                <a:cubicBezTo>
                  <a:pt x="97122" y="44373"/>
                  <a:pt x="97607" y="44213"/>
                  <a:pt x="98046" y="43968"/>
                </a:cubicBezTo>
                <a:cubicBezTo>
                  <a:pt x="98485" y="43722"/>
                  <a:pt x="98872" y="43389"/>
                  <a:pt x="99184" y="42984"/>
                </a:cubicBezTo>
                <a:cubicBezTo>
                  <a:pt x="99495" y="42589"/>
                  <a:pt x="99724" y="42135"/>
                  <a:pt x="99860" y="41655"/>
                </a:cubicBezTo>
                <a:cubicBezTo>
                  <a:pt x="99996" y="41163"/>
                  <a:pt x="100033" y="40659"/>
                  <a:pt x="99972" y="40154"/>
                </a:cubicBezTo>
                <a:cubicBezTo>
                  <a:pt x="99912" y="39650"/>
                  <a:pt x="99752" y="39171"/>
                  <a:pt x="99503" y="38728"/>
                </a:cubicBezTo>
                <a:cubicBezTo>
                  <a:pt x="99256" y="38285"/>
                  <a:pt x="98923" y="37904"/>
                  <a:pt x="98526" y="37596"/>
                </a:cubicBezTo>
                <a:cubicBezTo>
                  <a:pt x="98128" y="37277"/>
                  <a:pt x="97673" y="37055"/>
                  <a:pt x="97187" y="36920"/>
                </a:cubicBezTo>
                <a:lnTo>
                  <a:pt x="89964" y="34915"/>
                </a:lnTo>
                <a:lnTo>
                  <a:pt x="88878" y="28876"/>
                </a:lnTo>
                <a:lnTo>
                  <a:pt x="88878" y="28864"/>
                </a:lnTo>
                <a:cubicBezTo>
                  <a:pt x="87736" y="21657"/>
                  <a:pt x="81990" y="16011"/>
                  <a:pt x="74764" y="14991"/>
                </a:cubicBezTo>
                <a:cubicBezTo>
                  <a:pt x="74507" y="14953"/>
                  <a:pt x="74246" y="14941"/>
                  <a:pt x="73987" y="14953"/>
                </a:cubicBezTo>
                <a:lnTo>
                  <a:pt x="53436" y="16220"/>
                </a:lnTo>
                <a:lnTo>
                  <a:pt x="33044" y="5385"/>
                </a:lnTo>
                <a:cubicBezTo>
                  <a:pt x="32852" y="5274"/>
                  <a:pt x="32651" y="5188"/>
                  <a:pt x="32444" y="5127"/>
                </a:cubicBezTo>
                <a:cubicBezTo>
                  <a:pt x="30809" y="4585"/>
                  <a:pt x="29145" y="4315"/>
                  <a:pt x="27503" y="4290"/>
                </a:cubicBezTo>
                <a:close/>
                <a:moveTo>
                  <a:pt x="26357" y="12026"/>
                </a:moveTo>
                <a:cubicBezTo>
                  <a:pt x="27507" y="11916"/>
                  <a:pt x="28701" y="12039"/>
                  <a:pt x="29881" y="12407"/>
                </a:cubicBezTo>
                <a:lnTo>
                  <a:pt x="50788" y="23513"/>
                </a:lnTo>
                <a:cubicBezTo>
                  <a:pt x="51413" y="23845"/>
                  <a:pt x="52118" y="24006"/>
                  <a:pt x="52825" y="23957"/>
                </a:cubicBezTo>
                <a:lnTo>
                  <a:pt x="73828" y="22665"/>
                </a:lnTo>
                <a:cubicBezTo>
                  <a:pt x="77665" y="23280"/>
                  <a:pt x="80675" y="26220"/>
                  <a:pt x="81285" y="30069"/>
                </a:cubicBezTo>
                <a:cubicBezTo>
                  <a:pt x="81288" y="30106"/>
                  <a:pt x="81292" y="30131"/>
                  <a:pt x="81296" y="30155"/>
                </a:cubicBezTo>
                <a:lnTo>
                  <a:pt x="83807" y="44103"/>
                </a:lnTo>
                <a:lnTo>
                  <a:pt x="76830" y="43082"/>
                </a:lnTo>
                <a:cubicBezTo>
                  <a:pt x="76734" y="43057"/>
                  <a:pt x="76637" y="43057"/>
                  <a:pt x="76540" y="43045"/>
                </a:cubicBezTo>
                <a:cubicBezTo>
                  <a:pt x="76540" y="43045"/>
                  <a:pt x="63405" y="42122"/>
                  <a:pt x="60559" y="41913"/>
                </a:cubicBezTo>
                <a:cubicBezTo>
                  <a:pt x="59914" y="41864"/>
                  <a:pt x="57006" y="40819"/>
                  <a:pt x="54792" y="39663"/>
                </a:cubicBezTo>
                <a:cubicBezTo>
                  <a:pt x="52578" y="38507"/>
                  <a:pt x="50823" y="37387"/>
                  <a:pt x="50823" y="37387"/>
                </a:cubicBezTo>
                <a:cubicBezTo>
                  <a:pt x="50034" y="36883"/>
                  <a:pt x="49087" y="36674"/>
                  <a:pt x="48161" y="36821"/>
                </a:cubicBezTo>
                <a:lnTo>
                  <a:pt x="32499" y="39232"/>
                </a:lnTo>
                <a:lnTo>
                  <a:pt x="14094" y="32332"/>
                </a:lnTo>
                <a:lnTo>
                  <a:pt x="18700" y="18164"/>
                </a:lnTo>
                <a:cubicBezTo>
                  <a:pt x="19849" y="14633"/>
                  <a:pt x="22908" y="12334"/>
                  <a:pt x="26357" y="12026"/>
                </a:cubicBezTo>
                <a:close/>
                <a:moveTo>
                  <a:pt x="20556" y="52146"/>
                </a:moveTo>
                <a:cubicBezTo>
                  <a:pt x="23388" y="52146"/>
                  <a:pt x="25682" y="54446"/>
                  <a:pt x="25682" y="57275"/>
                </a:cubicBezTo>
                <a:cubicBezTo>
                  <a:pt x="25682" y="60104"/>
                  <a:pt x="23388" y="62404"/>
                  <a:pt x="20556" y="62404"/>
                </a:cubicBezTo>
                <a:cubicBezTo>
                  <a:pt x="17725" y="62404"/>
                  <a:pt x="15431" y="60104"/>
                  <a:pt x="15431" y="57275"/>
                </a:cubicBezTo>
                <a:cubicBezTo>
                  <a:pt x="15431" y="54446"/>
                  <a:pt x="17725" y="52146"/>
                  <a:pt x="20556" y="52146"/>
                </a:cubicBezTo>
                <a:close/>
                <a:moveTo>
                  <a:pt x="39777" y="57275"/>
                </a:moveTo>
                <a:lnTo>
                  <a:pt x="47464" y="57275"/>
                </a:lnTo>
                <a:cubicBezTo>
                  <a:pt x="48062" y="57275"/>
                  <a:pt x="48650" y="57411"/>
                  <a:pt x="49187" y="57681"/>
                </a:cubicBezTo>
                <a:lnTo>
                  <a:pt x="59437" y="62810"/>
                </a:lnTo>
                <a:cubicBezTo>
                  <a:pt x="61336" y="63757"/>
                  <a:pt x="62103" y="66069"/>
                  <a:pt x="61154" y="67964"/>
                </a:cubicBezTo>
                <a:cubicBezTo>
                  <a:pt x="60480" y="69304"/>
                  <a:pt x="59119" y="70091"/>
                  <a:pt x="57709" y="70091"/>
                </a:cubicBezTo>
                <a:cubicBezTo>
                  <a:pt x="57132" y="70091"/>
                  <a:pt x="56545" y="69956"/>
                  <a:pt x="55994" y="69685"/>
                </a:cubicBezTo>
                <a:lnTo>
                  <a:pt x="46559" y="64962"/>
                </a:lnTo>
                <a:lnTo>
                  <a:pt x="39777" y="64962"/>
                </a:lnTo>
                <a:cubicBezTo>
                  <a:pt x="37652" y="64962"/>
                  <a:pt x="35932" y="63240"/>
                  <a:pt x="35932" y="61112"/>
                </a:cubicBezTo>
                <a:cubicBezTo>
                  <a:pt x="35932" y="58997"/>
                  <a:pt x="37652" y="57275"/>
                  <a:pt x="39777" y="57275"/>
                </a:cubicBezTo>
                <a:close/>
                <a:moveTo>
                  <a:pt x="76936" y="59833"/>
                </a:moveTo>
                <a:cubicBezTo>
                  <a:pt x="79768" y="59833"/>
                  <a:pt x="82061" y="62133"/>
                  <a:pt x="82061" y="64962"/>
                </a:cubicBezTo>
                <a:cubicBezTo>
                  <a:pt x="82061" y="67791"/>
                  <a:pt x="79768" y="70091"/>
                  <a:pt x="76936" y="70091"/>
                </a:cubicBezTo>
                <a:cubicBezTo>
                  <a:pt x="74103" y="70091"/>
                  <a:pt x="71810" y="67791"/>
                  <a:pt x="71810" y="64962"/>
                </a:cubicBezTo>
                <a:cubicBezTo>
                  <a:pt x="71810" y="62133"/>
                  <a:pt x="74103" y="59833"/>
                  <a:pt x="76936" y="5983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5" name="Белый — SVG 28">
            <a:extLst>
              <a:ext uri="{FF2B5EF4-FFF2-40B4-BE49-F238E27FC236}">
                <a16:creationId xmlns:a16="http://schemas.microsoft.com/office/drawing/2014/main" id="{EA6E36ED-F571-4C4E-AB3D-1CFDAF7B8EF1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63877 w 141854"/>
              <a:gd name="csY0" fmla="*/ 0 h 148847"/>
              <a:gd name="csX1" fmla="*/ 42610 w 141854"/>
              <a:gd name="csY1" fmla="*/ 21264 h 148847"/>
              <a:gd name="csX2" fmla="*/ 5393 w 141854"/>
              <a:gd name="csY2" fmla="*/ 21264 h 148847"/>
              <a:gd name="csX3" fmla="*/ 3335 w 141854"/>
              <a:gd name="csY3" fmla="*/ 21655 h 148847"/>
              <a:gd name="csX4" fmla="*/ 1584 w 141854"/>
              <a:gd name="csY4" fmla="*/ 22795 h 148847"/>
              <a:gd name="csX5" fmla="*/ 412 w 141854"/>
              <a:gd name="csY5" fmla="*/ 24530 h 148847"/>
              <a:gd name="csX6" fmla="*/ 0 w 141854"/>
              <a:gd name="csY6" fmla="*/ 26572 h 148847"/>
              <a:gd name="csX7" fmla="*/ 412 w 141854"/>
              <a:gd name="csY7" fmla="*/ 28630 h 148847"/>
              <a:gd name="csX8" fmla="*/ 1584 w 141854"/>
              <a:gd name="csY8" fmla="*/ 30365 h 148847"/>
              <a:gd name="csX9" fmla="*/ 3335 w 141854"/>
              <a:gd name="csY9" fmla="*/ 31505 h 148847"/>
              <a:gd name="csX10" fmla="*/ 5393 w 141854"/>
              <a:gd name="csY10" fmla="*/ 31896 h 148847"/>
              <a:gd name="csX11" fmla="*/ 14254 w 141854"/>
              <a:gd name="csY11" fmla="*/ 31896 h 148847"/>
              <a:gd name="csX12" fmla="*/ 14254 w 141854"/>
              <a:gd name="csY12" fmla="*/ 122259 h 148847"/>
              <a:gd name="csX13" fmla="*/ 33748 w 141854"/>
              <a:gd name="csY13" fmla="*/ 141754 h 148847"/>
              <a:gd name="csX14" fmla="*/ 69663 w 141854"/>
              <a:gd name="csY14" fmla="*/ 141754 h 148847"/>
              <a:gd name="csX15" fmla="*/ 56787 w 141854"/>
              <a:gd name="csY15" fmla="*/ 109858 h 148847"/>
              <a:gd name="csX16" fmla="*/ 74510 w 141854"/>
              <a:gd name="csY16" fmla="*/ 73607 h 148847"/>
              <a:gd name="csX17" fmla="*/ 74510 w 141854"/>
              <a:gd name="csY17" fmla="*/ 54929 h 148847"/>
              <a:gd name="csX18" fmla="*/ 79827 w 141854"/>
              <a:gd name="csY18" fmla="*/ 49621 h 148847"/>
              <a:gd name="csX19" fmla="*/ 85144 w 141854"/>
              <a:gd name="csY19" fmla="*/ 54929 h 148847"/>
              <a:gd name="csX20" fmla="*/ 85144 w 141854"/>
              <a:gd name="csY20" fmla="*/ 67330 h 148847"/>
              <a:gd name="csX21" fmla="*/ 102865 w 141854"/>
              <a:gd name="csY21" fmla="*/ 63792 h 148847"/>
              <a:gd name="csX22" fmla="*/ 113498 w 141854"/>
              <a:gd name="csY22" fmla="*/ 65067 h 148847"/>
              <a:gd name="csX23" fmla="*/ 113498 w 141854"/>
              <a:gd name="csY23" fmla="*/ 31896 h 148847"/>
              <a:gd name="csX24" fmla="*/ 122360 w 141854"/>
              <a:gd name="csY24" fmla="*/ 31896 h 148847"/>
              <a:gd name="csX25" fmla="*/ 124417 w 141854"/>
              <a:gd name="csY25" fmla="*/ 31505 h 148847"/>
              <a:gd name="csX26" fmla="*/ 126168 w 141854"/>
              <a:gd name="csY26" fmla="*/ 30365 h 148847"/>
              <a:gd name="csX27" fmla="*/ 127340 w 141854"/>
              <a:gd name="csY27" fmla="*/ 28630 h 148847"/>
              <a:gd name="csX28" fmla="*/ 127752 w 141854"/>
              <a:gd name="csY28" fmla="*/ 26572 h 148847"/>
              <a:gd name="csX29" fmla="*/ 127340 w 141854"/>
              <a:gd name="csY29" fmla="*/ 24530 h 148847"/>
              <a:gd name="csX30" fmla="*/ 126168 w 141854"/>
              <a:gd name="csY30" fmla="*/ 22795 h 148847"/>
              <a:gd name="csX31" fmla="*/ 124417 w 141854"/>
              <a:gd name="csY31" fmla="*/ 21655 h 148847"/>
              <a:gd name="csX32" fmla="*/ 122360 w 141854"/>
              <a:gd name="csY32" fmla="*/ 21264 h 148847"/>
              <a:gd name="csX33" fmla="*/ 85144 w 141854"/>
              <a:gd name="csY33" fmla="*/ 21264 h 148847"/>
              <a:gd name="csX34" fmla="*/ 63877 w 141854"/>
              <a:gd name="csY34" fmla="*/ 0 h 148847"/>
              <a:gd name="csX35" fmla="*/ 63877 w 141854"/>
              <a:gd name="csY35" fmla="*/ 10632 h 148847"/>
              <a:gd name="csX36" fmla="*/ 74510 w 141854"/>
              <a:gd name="csY36" fmla="*/ 21264 h 148847"/>
              <a:gd name="csX37" fmla="*/ 53243 w 141854"/>
              <a:gd name="csY37" fmla="*/ 21264 h 148847"/>
              <a:gd name="csX38" fmla="*/ 63877 w 141854"/>
              <a:gd name="csY38" fmla="*/ 10632 h 148847"/>
              <a:gd name="csX39" fmla="*/ 47927 w 141854"/>
              <a:gd name="csY39" fmla="*/ 49621 h 148847"/>
              <a:gd name="csX40" fmla="*/ 53243 w 141854"/>
              <a:gd name="csY40" fmla="*/ 54929 h 148847"/>
              <a:gd name="csX41" fmla="*/ 53243 w 141854"/>
              <a:gd name="csY41" fmla="*/ 108089 h 148847"/>
              <a:gd name="csX42" fmla="*/ 47927 w 141854"/>
              <a:gd name="csY42" fmla="*/ 113413 h 148847"/>
              <a:gd name="csX43" fmla="*/ 42610 w 141854"/>
              <a:gd name="csY43" fmla="*/ 108089 h 148847"/>
              <a:gd name="csX44" fmla="*/ 42610 w 141854"/>
              <a:gd name="csY44" fmla="*/ 54929 h 148847"/>
              <a:gd name="csX45" fmla="*/ 47927 w 141854"/>
              <a:gd name="csY45" fmla="*/ 49621 h 148847"/>
              <a:gd name="csX46" fmla="*/ 102865 w 141854"/>
              <a:gd name="csY46" fmla="*/ 70885 h 148847"/>
              <a:gd name="csX47" fmla="*/ 63877 w 141854"/>
              <a:gd name="csY47" fmla="*/ 109858 h 148847"/>
              <a:gd name="csX48" fmla="*/ 102865 w 141854"/>
              <a:gd name="csY48" fmla="*/ 148847 h 148847"/>
              <a:gd name="csX49" fmla="*/ 141854 w 141854"/>
              <a:gd name="csY49" fmla="*/ 109858 h 148847"/>
              <a:gd name="csX50" fmla="*/ 102865 w 141854"/>
              <a:gd name="csY50" fmla="*/ 70885 h 148847"/>
              <a:gd name="csX51" fmla="*/ 85144 w 141854"/>
              <a:gd name="csY51" fmla="*/ 88594 h 148847"/>
              <a:gd name="csX52" fmla="*/ 87648 w 141854"/>
              <a:gd name="csY52" fmla="*/ 89631 h 148847"/>
              <a:gd name="csX53" fmla="*/ 102865 w 141854"/>
              <a:gd name="csY53" fmla="*/ 104856 h 148847"/>
              <a:gd name="csX54" fmla="*/ 118082 w 141854"/>
              <a:gd name="csY54" fmla="*/ 89631 h 148847"/>
              <a:gd name="csX55" fmla="*/ 123094 w 141854"/>
              <a:gd name="csY55" fmla="*/ 89631 h 148847"/>
              <a:gd name="csX56" fmla="*/ 123094 w 141854"/>
              <a:gd name="csY56" fmla="*/ 94650 h 148847"/>
              <a:gd name="csX57" fmla="*/ 107877 w 141854"/>
              <a:gd name="csY57" fmla="*/ 109858 h 148847"/>
              <a:gd name="csX58" fmla="*/ 123094 w 141854"/>
              <a:gd name="csY58" fmla="*/ 125083 h 148847"/>
              <a:gd name="csX59" fmla="*/ 123094 w 141854"/>
              <a:gd name="csY59" fmla="*/ 130084 h 148847"/>
              <a:gd name="csX60" fmla="*/ 120588 w 141854"/>
              <a:gd name="csY60" fmla="*/ 131122 h 148847"/>
              <a:gd name="csX61" fmla="*/ 118082 w 141854"/>
              <a:gd name="csY61" fmla="*/ 130084 h 148847"/>
              <a:gd name="csX62" fmla="*/ 102865 w 141854"/>
              <a:gd name="csY62" fmla="*/ 114876 h 148847"/>
              <a:gd name="csX63" fmla="*/ 87648 w 141854"/>
              <a:gd name="csY63" fmla="*/ 130084 h 148847"/>
              <a:gd name="csX64" fmla="*/ 85144 w 141854"/>
              <a:gd name="csY64" fmla="*/ 131122 h 148847"/>
              <a:gd name="csX65" fmla="*/ 82638 w 141854"/>
              <a:gd name="csY65" fmla="*/ 130084 h 148847"/>
              <a:gd name="csX66" fmla="*/ 82638 w 141854"/>
              <a:gd name="csY66" fmla="*/ 125083 h 148847"/>
              <a:gd name="csX67" fmla="*/ 97853 w 141854"/>
              <a:gd name="csY67" fmla="*/ 109858 h 148847"/>
              <a:gd name="csX68" fmla="*/ 82638 w 141854"/>
              <a:gd name="csY68" fmla="*/ 94650 h 148847"/>
              <a:gd name="csX69" fmla="*/ 82638 w 141854"/>
              <a:gd name="csY69" fmla="*/ 89631 h 148847"/>
              <a:gd name="csX70" fmla="*/ 85144 w 141854"/>
              <a:gd name="csY70" fmla="*/ 88594 h 148847"/>
            </a:gdLst>
            <a:ahLst/>
            <a:cxnLst/>
            <a:rect l="l" t="t" r="r" b="b"/>
            <a:pathLst>
              <a:path w="100000" h="100000">
                <a:moveTo>
                  <a:pt x="45264" y="0"/>
                </a:moveTo>
                <a:cubicBezTo>
                  <a:pt x="37415" y="0"/>
                  <a:pt x="30976" y="6434"/>
                  <a:pt x="30976" y="14286"/>
                </a:cubicBezTo>
                <a:lnTo>
                  <a:pt x="5972" y="14286"/>
                </a:lnTo>
                <a:cubicBezTo>
                  <a:pt x="5498" y="14274"/>
                  <a:pt x="5028" y="14366"/>
                  <a:pt x="4590" y="14548"/>
                </a:cubicBezTo>
                <a:cubicBezTo>
                  <a:pt x="4150" y="14720"/>
                  <a:pt x="3750" y="14983"/>
                  <a:pt x="3413" y="15314"/>
                </a:cubicBezTo>
                <a:cubicBezTo>
                  <a:pt x="3076" y="15646"/>
                  <a:pt x="2809" y="16046"/>
                  <a:pt x="2626" y="16480"/>
                </a:cubicBezTo>
                <a:cubicBezTo>
                  <a:pt x="2443" y="16915"/>
                  <a:pt x="2349" y="17383"/>
                  <a:pt x="2349" y="17852"/>
                </a:cubicBezTo>
                <a:cubicBezTo>
                  <a:pt x="2349" y="18332"/>
                  <a:pt x="2443" y="18800"/>
                  <a:pt x="2626" y="19235"/>
                </a:cubicBezTo>
                <a:cubicBezTo>
                  <a:pt x="2809" y="19669"/>
                  <a:pt x="3076" y="20069"/>
                  <a:pt x="3413" y="20400"/>
                </a:cubicBezTo>
                <a:cubicBezTo>
                  <a:pt x="3750" y="20731"/>
                  <a:pt x="4150" y="20995"/>
                  <a:pt x="4590" y="21166"/>
                </a:cubicBezTo>
                <a:cubicBezTo>
                  <a:pt x="5028" y="21349"/>
                  <a:pt x="5498" y="21440"/>
                  <a:pt x="5972" y="21429"/>
                </a:cubicBezTo>
                <a:lnTo>
                  <a:pt x="11925" y="21429"/>
                </a:lnTo>
                <a:lnTo>
                  <a:pt x="11925" y="82137"/>
                </a:lnTo>
                <a:cubicBezTo>
                  <a:pt x="11925" y="89360"/>
                  <a:pt x="17799" y="95235"/>
                  <a:pt x="25022" y="95235"/>
                </a:cubicBezTo>
                <a:lnTo>
                  <a:pt x="49151" y="95235"/>
                </a:lnTo>
                <a:cubicBezTo>
                  <a:pt x="43803" y="89680"/>
                  <a:pt x="40500" y="82137"/>
                  <a:pt x="40500" y="73806"/>
                </a:cubicBezTo>
                <a:cubicBezTo>
                  <a:pt x="40500" y="63909"/>
                  <a:pt x="45170" y="55108"/>
                  <a:pt x="52407" y="49451"/>
                </a:cubicBezTo>
                <a:lnTo>
                  <a:pt x="52407" y="36903"/>
                </a:lnTo>
                <a:cubicBezTo>
                  <a:pt x="52407" y="34937"/>
                  <a:pt x="54007" y="33337"/>
                  <a:pt x="55979" y="33337"/>
                </a:cubicBezTo>
                <a:cubicBezTo>
                  <a:pt x="57951" y="33337"/>
                  <a:pt x="59551" y="34937"/>
                  <a:pt x="59551" y="36903"/>
                </a:cubicBezTo>
                <a:lnTo>
                  <a:pt x="59551" y="45234"/>
                </a:lnTo>
                <a:cubicBezTo>
                  <a:pt x="63218" y="43714"/>
                  <a:pt x="67238" y="42857"/>
                  <a:pt x="71457" y="42857"/>
                </a:cubicBezTo>
                <a:cubicBezTo>
                  <a:pt x="73919" y="42857"/>
                  <a:pt x="76303" y="43177"/>
                  <a:pt x="78601" y="43714"/>
                </a:cubicBezTo>
                <a:lnTo>
                  <a:pt x="78601" y="21429"/>
                </a:lnTo>
                <a:lnTo>
                  <a:pt x="84554" y="21429"/>
                </a:lnTo>
                <a:cubicBezTo>
                  <a:pt x="85028" y="21440"/>
                  <a:pt x="85498" y="21349"/>
                  <a:pt x="85936" y="21166"/>
                </a:cubicBezTo>
                <a:cubicBezTo>
                  <a:pt x="86376" y="20995"/>
                  <a:pt x="86775" y="20731"/>
                  <a:pt x="87113" y="20400"/>
                </a:cubicBezTo>
                <a:cubicBezTo>
                  <a:pt x="87450" y="20069"/>
                  <a:pt x="87717" y="19669"/>
                  <a:pt x="87900" y="19235"/>
                </a:cubicBezTo>
                <a:cubicBezTo>
                  <a:pt x="88083" y="18800"/>
                  <a:pt x="88177" y="18332"/>
                  <a:pt x="88177" y="17852"/>
                </a:cubicBezTo>
                <a:cubicBezTo>
                  <a:pt x="88177" y="17383"/>
                  <a:pt x="88083" y="16915"/>
                  <a:pt x="87900" y="16480"/>
                </a:cubicBezTo>
                <a:cubicBezTo>
                  <a:pt x="87717" y="16046"/>
                  <a:pt x="87450" y="15646"/>
                  <a:pt x="87113" y="15314"/>
                </a:cubicBezTo>
                <a:cubicBezTo>
                  <a:pt x="86775" y="14983"/>
                  <a:pt x="86376" y="14720"/>
                  <a:pt x="85936" y="14548"/>
                </a:cubicBezTo>
                <a:cubicBezTo>
                  <a:pt x="85498" y="14366"/>
                  <a:pt x="85028" y="14274"/>
                  <a:pt x="84554" y="14286"/>
                </a:cubicBezTo>
                <a:lnTo>
                  <a:pt x="59551" y="14286"/>
                </a:lnTo>
                <a:cubicBezTo>
                  <a:pt x="59551" y="6434"/>
                  <a:pt x="53111" y="0"/>
                  <a:pt x="45264" y="0"/>
                </a:cubicBezTo>
                <a:close/>
                <a:moveTo>
                  <a:pt x="45264" y="7143"/>
                </a:moveTo>
                <a:cubicBezTo>
                  <a:pt x="49249" y="7143"/>
                  <a:pt x="52407" y="10297"/>
                  <a:pt x="52407" y="14286"/>
                </a:cubicBezTo>
                <a:lnTo>
                  <a:pt x="38119" y="14286"/>
                </a:lnTo>
                <a:cubicBezTo>
                  <a:pt x="38119" y="10297"/>
                  <a:pt x="41277" y="7143"/>
                  <a:pt x="45264" y="7143"/>
                </a:cubicBezTo>
                <a:close/>
                <a:moveTo>
                  <a:pt x="34548" y="33337"/>
                </a:moveTo>
                <a:cubicBezTo>
                  <a:pt x="36520" y="33337"/>
                  <a:pt x="38119" y="34937"/>
                  <a:pt x="38119" y="36903"/>
                </a:cubicBezTo>
                <a:lnTo>
                  <a:pt x="38119" y="72618"/>
                </a:lnTo>
                <a:cubicBezTo>
                  <a:pt x="38119" y="74595"/>
                  <a:pt x="36520" y="76194"/>
                  <a:pt x="34548" y="76194"/>
                </a:cubicBezTo>
                <a:cubicBezTo>
                  <a:pt x="32576" y="76194"/>
                  <a:pt x="30976" y="74595"/>
                  <a:pt x="30976" y="72618"/>
                </a:cubicBezTo>
                <a:lnTo>
                  <a:pt x="30976" y="36903"/>
                </a:lnTo>
                <a:cubicBezTo>
                  <a:pt x="30976" y="34937"/>
                  <a:pt x="32576" y="33337"/>
                  <a:pt x="34548" y="33337"/>
                </a:cubicBezTo>
                <a:close/>
                <a:moveTo>
                  <a:pt x="71457" y="47623"/>
                </a:moveTo>
                <a:cubicBezTo>
                  <a:pt x="56991" y="47623"/>
                  <a:pt x="45264" y="59349"/>
                  <a:pt x="45264" y="73806"/>
                </a:cubicBezTo>
                <a:cubicBezTo>
                  <a:pt x="45264" y="88275"/>
                  <a:pt x="56991" y="100000"/>
                  <a:pt x="71457" y="100000"/>
                </a:cubicBezTo>
                <a:cubicBezTo>
                  <a:pt x="85923" y="100000"/>
                  <a:pt x="97651" y="88275"/>
                  <a:pt x="97651" y="73806"/>
                </a:cubicBezTo>
                <a:cubicBezTo>
                  <a:pt x="97651" y="59349"/>
                  <a:pt x="85923" y="47623"/>
                  <a:pt x="71457" y="47623"/>
                </a:cubicBezTo>
                <a:close/>
                <a:moveTo>
                  <a:pt x="59551" y="59520"/>
                </a:moveTo>
                <a:cubicBezTo>
                  <a:pt x="60159" y="59520"/>
                  <a:pt x="60769" y="59760"/>
                  <a:pt x="61234" y="60217"/>
                </a:cubicBezTo>
                <a:lnTo>
                  <a:pt x="71457" y="70445"/>
                </a:lnTo>
                <a:lnTo>
                  <a:pt x="81680" y="60217"/>
                </a:lnTo>
                <a:cubicBezTo>
                  <a:pt x="82610" y="59291"/>
                  <a:pt x="84116" y="59291"/>
                  <a:pt x="85047" y="60217"/>
                </a:cubicBezTo>
                <a:cubicBezTo>
                  <a:pt x="85978" y="61154"/>
                  <a:pt x="85978" y="62663"/>
                  <a:pt x="85047" y="63589"/>
                </a:cubicBezTo>
                <a:lnTo>
                  <a:pt x="74824" y="73806"/>
                </a:lnTo>
                <a:lnTo>
                  <a:pt x="85047" y="84035"/>
                </a:lnTo>
                <a:cubicBezTo>
                  <a:pt x="85978" y="84960"/>
                  <a:pt x="85978" y="86469"/>
                  <a:pt x="85047" y="87394"/>
                </a:cubicBezTo>
                <a:cubicBezTo>
                  <a:pt x="84583" y="87863"/>
                  <a:pt x="83972" y="88092"/>
                  <a:pt x="83364" y="88092"/>
                </a:cubicBezTo>
                <a:cubicBezTo>
                  <a:pt x="82754" y="88092"/>
                  <a:pt x="82144" y="87863"/>
                  <a:pt x="81680" y="87394"/>
                </a:cubicBezTo>
                <a:lnTo>
                  <a:pt x="71457" y="77177"/>
                </a:lnTo>
                <a:lnTo>
                  <a:pt x="61234" y="87394"/>
                </a:lnTo>
                <a:cubicBezTo>
                  <a:pt x="60769" y="87863"/>
                  <a:pt x="60160" y="88092"/>
                  <a:pt x="59551" y="88092"/>
                </a:cubicBezTo>
                <a:cubicBezTo>
                  <a:pt x="58941" y="88092"/>
                  <a:pt x="58331" y="87863"/>
                  <a:pt x="57868" y="87394"/>
                </a:cubicBezTo>
                <a:cubicBezTo>
                  <a:pt x="56936" y="86469"/>
                  <a:pt x="56936" y="84960"/>
                  <a:pt x="57868" y="84035"/>
                </a:cubicBezTo>
                <a:lnTo>
                  <a:pt x="68090" y="73806"/>
                </a:lnTo>
                <a:lnTo>
                  <a:pt x="57868" y="63589"/>
                </a:lnTo>
                <a:cubicBezTo>
                  <a:pt x="56936" y="62663"/>
                  <a:pt x="56936" y="61154"/>
                  <a:pt x="57868" y="60217"/>
                </a:cubicBezTo>
                <a:cubicBezTo>
                  <a:pt x="58333" y="59760"/>
                  <a:pt x="58942" y="59520"/>
                  <a:pt x="59551" y="5952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6" name="Белый — SVG 29">
            <a:extLst>
              <a:ext uri="{FF2B5EF4-FFF2-40B4-BE49-F238E27FC236}">
                <a16:creationId xmlns:a16="http://schemas.microsoft.com/office/drawing/2014/main" id="{55319E3D-040B-9E42-A24E-05C740F17AF8}"/>
              </a:ext>
            </a:extLst>
          </p:cNvPr>
          <p:cNvSpPr>
            <a:spLocks noGrp="1"/>
          </p:cNvSpPr>
          <p:nvPr/>
        </p:nvSpPr>
        <p:spPr>
          <a:xfrm>
            <a:off x="6420000" y="5010000"/>
            <a:ext cx="220000" cy="220000"/>
          </a:xfrm>
          <a:custGeom>
            <a:avLst/>
            <a:gdLst>
              <a:gd name="csX0" fmla="*/ 106402 w 127668"/>
              <a:gd name="csY0" fmla="*/ 0 h 141838"/>
              <a:gd name="csX1" fmla="*/ 96381 w 127668"/>
              <a:gd name="csY1" fmla="*/ 4151 h 141838"/>
              <a:gd name="csX2" fmla="*/ 92230 w 127668"/>
              <a:gd name="csY2" fmla="*/ 14170 h 141838"/>
              <a:gd name="csX3" fmla="*/ 96381 w 127668"/>
              <a:gd name="csY3" fmla="*/ 24207 h 141838"/>
              <a:gd name="csX4" fmla="*/ 106402 w 127668"/>
              <a:gd name="csY4" fmla="*/ 28357 h 141838"/>
              <a:gd name="csX5" fmla="*/ 116440 w 127668"/>
              <a:gd name="csY5" fmla="*/ 24207 h 141838"/>
              <a:gd name="csX6" fmla="*/ 120591 w 127668"/>
              <a:gd name="csY6" fmla="*/ 14170 h 141838"/>
              <a:gd name="csX7" fmla="*/ 116440 w 127668"/>
              <a:gd name="csY7" fmla="*/ 4151 h 141838"/>
              <a:gd name="csX8" fmla="*/ 106402 w 127668"/>
              <a:gd name="csY8" fmla="*/ 0 h 141838"/>
              <a:gd name="csX9" fmla="*/ 47927 w 127668"/>
              <a:gd name="csY9" fmla="*/ 35434 h 141838"/>
              <a:gd name="csX10" fmla="*/ 42602 w 127668"/>
              <a:gd name="csY10" fmla="*/ 40759 h 141838"/>
              <a:gd name="csX11" fmla="*/ 47927 w 127668"/>
              <a:gd name="csY11" fmla="*/ 46066 h 141838"/>
              <a:gd name="csX12" fmla="*/ 83366 w 127668"/>
              <a:gd name="csY12" fmla="*/ 46066 h 141838"/>
              <a:gd name="csX13" fmla="*/ 88691 w 127668"/>
              <a:gd name="csY13" fmla="*/ 51390 h 141838"/>
              <a:gd name="csX14" fmla="*/ 88691 w 127668"/>
              <a:gd name="csY14" fmla="*/ 93918 h 141838"/>
              <a:gd name="csX15" fmla="*/ 88691 w 127668"/>
              <a:gd name="csY15" fmla="*/ 99226 h 141838"/>
              <a:gd name="csX16" fmla="*/ 88691 w 127668"/>
              <a:gd name="csY16" fmla="*/ 136446 h 141838"/>
              <a:gd name="csX17" fmla="*/ 89065 w 127668"/>
              <a:gd name="csY17" fmla="*/ 138504 h 141838"/>
              <a:gd name="csX18" fmla="*/ 90222 w 127668"/>
              <a:gd name="csY18" fmla="*/ 140256 h 141838"/>
              <a:gd name="csX19" fmla="*/ 91958 w 127668"/>
              <a:gd name="csY19" fmla="*/ 141430 h 141838"/>
              <a:gd name="csX20" fmla="*/ 93999 w 127668"/>
              <a:gd name="csY20" fmla="*/ 141838 h 141838"/>
              <a:gd name="csX21" fmla="*/ 96058 w 127668"/>
              <a:gd name="csY21" fmla="*/ 141430 h 141838"/>
              <a:gd name="csX22" fmla="*/ 97793 w 127668"/>
              <a:gd name="csY22" fmla="*/ 140256 h 141838"/>
              <a:gd name="csX23" fmla="*/ 98933 w 127668"/>
              <a:gd name="csY23" fmla="*/ 138504 h 141838"/>
              <a:gd name="csX24" fmla="*/ 99324 w 127668"/>
              <a:gd name="csY24" fmla="*/ 136446 h 141838"/>
              <a:gd name="csX25" fmla="*/ 99324 w 127668"/>
              <a:gd name="csY25" fmla="*/ 99226 h 141838"/>
              <a:gd name="csX26" fmla="*/ 113496 w 127668"/>
              <a:gd name="csY26" fmla="*/ 99226 h 141838"/>
              <a:gd name="csX27" fmla="*/ 113496 w 127668"/>
              <a:gd name="csY27" fmla="*/ 136446 h 141838"/>
              <a:gd name="csX28" fmla="*/ 113888 w 127668"/>
              <a:gd name="csY28" fmla="*/ 138504 h 141838"/>
              <a:gd name="csX29" fmla="*/ 115028 w 127668"/>
              <a:gd name="csY29" fmla="*/ 140256 h 141838"/>
              <a:gd name="csX30" fmla="*/ 116763 w 127668"/>
              <a:gd name="csY30" fmla="*/ 141430 h 141838"/>
              <a:gd name="csX31" fmla="*/ 118822 w 127668"/>
              <a:gd name="csY31" fmla="*/ 141838 h 141838"/>
              <a:gd name="csX32" fmla="*/ 120863 w 127668"/>
              <a:gd name="csY32" fmla="*/ 141430 h 141838"/>
              <a:gd name="csX33" fmla="*/ 122599 w 127668"/>
              <a:gd name="csY33" fmla="*/ 140256 h 141838"/>
              <a:gd name="csX34" fmla="*/ 123756 w 127668"/>
              <a:gd name="csY34" fmla="*/ 138504 h 141838"/>
              <a:gd name="csX35" fmla="*/ 124130 w 127668"/>
              <a:gd name="csY35" fmla="*/ 136446 h 141838"/>
              <a:gd name="csX36" fmla="*/ 124130 w 127668"/>
              <a:gd name="csY36" fmla="*/ 102458 h 141838"/>
              <a:gd name="csX37" fmla="*/ 127669 w 127668"/>
              <a:gd name="csY37" fmla="*/ 97457 h 141838"/>
              <a:gd name="csX38" fmla="*/ 127669 w 127668"/>
              <a:gd name="csY38" fmla="*/ 54929 h 141838"/>
              <a:gd name="csX39" fmla="*/ 108188 w 127668"/>
              <a:gd name="csY39" fmla="*/ 35434 h 141838"/>
              <a:gd name="csX40" fmla="*/ 47927 w 127668"/>
              <a:gd name="csY40" fmla="*/ 35434 h 141838"/>
              <a:gd name="csX41" fmla="*/ 35524 w 127668"/>
              <a:gd name="csY41" fmla="*/ 49621 h 141838"/>
              <a:gd name="csX42" fmla="*/ 30505 w 127668"/>
              <a:gd name="csY42" fmla="*/ 51697 h 141838"/>
              <a:gd name="csX43" fmla="*/ 28429 w 127668"/>
              <a:gd name="csY43" fmla="*/ 56698 h 141838"/>
              <a:gd name="csX44" fmla="*/ 30505 w 127668"/>
              <a:gd name="csY44" fmla="*/ 61716 h 141838"/>
              <a:gd name="csX45" fmla="*/ 35524 w 127668"/>
              <a:gd name="csY45" fmla="*/ 63792 h 141838"/>
              <a:gd name="csX46" fmla="*/ 40526 w 127668"/>
              <a:gd name="csY46" fmla="*/ 61716 h 141838"/>
              <a:gd name="csX47" fmla="*/ 42602 w 127668"/>
              <a:gd name="csY47" fmla="*/ 56698 h 141838"/>
              <a:gd name="csX48" fmla="*/ 40526 w 127668"/>
              <a:gd name="csY48" fmla="*/ 51697 h 141838"/>
              <a:gd name="csX49" fmla="*/ 35524 w 127668"/>
              <a:gd name="csY49" fmla="*/ 49621 h 141838"/>
              <a:gd name="csX50" fmla="*/ 5393 w 127668"/>
              <a:gd name="csY50" fmla="*/ 70885 h 141838"/>
              <a:gd name="csX51" fmla="*/ 3335 w 127668"/>
              <a:gd name="csY51" fmla="*/ 71259 h 141838"/>
              <a:gd name="csX52" fmla="*/ 1582 w 127668"/>
              <a:gd name="csY52" fmla="*/ 72416 h 141838"/>
              <a:gd name="csX53" fmla="*/ 408 w 127668"/>
              <a:gd name="csY53" fmla="*/ 74152 h 141838"/>
              <a:gd name="csX54" fmla="*/ 0 w 127668"/>
              <a:gd name="csY54" fmla="*/ 76193 h 141838"/>
              <a:gd name="csX55" fmla="*/ 408 w 127668"/>
              <a:gd name="csY55" fmla="*/ 78251 h 141838"/>
              <a:gd name="csX56" fmla="*/ 1582 w 127668"/>
              <a:gd name="csY56" fmla="*/ 79986 h 141838"/>
              <a:gd name="csX57" fmla="*/ 3335 w 127668"/>
              <a:gd name="csY57" fmla="*/ 81126 h 141838"/>
              <a:gd name="csX58" fmla="*/ 5393 w 127668"/>
              <a:gd name="csY58" fmla="*/ 81517 h 141838"/>
              <a:gd name="csX59" fmla="*/ 5955 w 127668"/>
              <a:gd name="csY59" fmla="*/ 81517 h 141838"/>
              <a:gd name="csX60" fmla="*/ 11569 w 127668"/>
              <a:gd name="csY60" fmla="*/ 129250 h 141838"/>
              <a:gd name="csX61" fmla="*/ 25656 w 127668"/>
              <a:gd name="csY61" fmla="*/ 141754 h 141838"/>
              <a:gd name="csX62" fmla="*/ 35524 w 127668"/>
              <a:gd name="csY62" fmla="*/ 141754 h 141838"/>
              <a:gd name="csX63" fmla="*/ 45392 w 127668"/>
              <a:gd name="csY63" fmla="*/ 141754 h 141838"/>
              <a:gd name="csX64" fmla="*/ 59479 w 127668"/>
              <a:gd name="csY64" fmla="*/ 129233 h 141838"/>
              <a:gd name="csX65" fmla="*/ 65093 w 127668"/>
              <a:gd name="csY65" fmla="*/ 81517 h 141838"/>
              <a:gd name="csX66" fmla="*/ 65655 w 127668"/>
              <a:gd name="csY66" fmla="*/ 81517 h 141838"/>
              <a:gd name="csX67" fmla="*/ 67713 w 127668"/>
              <a:gd name="csY67" fmla="*/ 81126 h 141838"/>
              <a:gd name="csX68" fmla="*/ 69449 w 127668"/>
              <a:gd name="csY68" fmla="*/ 79986 h 141838"/>
              <a:gd name="csX69" fmla="*/ 70623 w 127668"/>
              <a:gd name="csY69" fmla="*/ 78251 h 141838"/>
              <a:gd name="csX70" fmla="*/ 71048 w 127668"/>
              <a:gd name="csY70" fmla="*/ 76193 h 141838"/>
              <a:gd name="csX71" fmla="*/ 70623 w 127668"/>
              <a:gd name="csY71" fmla="*/ 74152 h 141838"/>
              <a:gd name="csX72" fmla="*/ 69449 w 127668"/>
              <a:gd name="csY72" fmla="*/ 72416 h 141838"/>
              <a:gd name="csX73" fmla="*/ 67713 w 127668"/>
              <a:gd name="csY73" fmla="*/ 71259 h 141838"/>
              <a:gd name="csX74" fmla="*/ 65655 w 127668"/>
              <a:gd name="csY74" fmla="*/ 70885 h 141838"/>
              <a:gd name="csX75" fmla="*/ 5393 w 127668"/>
              <a:gd name="csY75" fmla="*/ 70885 h 141838"/>
              <a:gd name="csX76" fmla="*/ 31968 w 127668"/>
              <a:gd name="csY76" fmla="*/ 88594 h 141838"/>
              <a:gd name="csX77" fmla="*/ 39063 w 127668"/>
              <a:gd name="csY77" fmla="*/ 95687 h 141838"/>
              <a:gd name="csX78" fmla="*/ 31968 w 127668"/>
              <a:gd name="csY78" fmla="*/ 102781 h 141838"/>
              <a:gd name="csX79" fmla="*/ 24891 w 127668"/>
              <a:gd name="csY79" fmla="*/ 95687 h 141838"/>
              <a:gd name="csX80" fmla="*/ 31968 w 127668"/>
              <a:gd name="csY80" fmla="*/ 88594 h 141838"/>
              <a:gd name="csX81" fmla="*/ 39063 w 127668"/>
              <a:gd name="csY81" fmla="*/ 109858 h 141838"/>
              <a:gd name="csX82" fmla="*/ 46157 w 127668"/>
              <a:gd name="csY82" fmla="*/ 116951 h 141838"/>
              <a:gd name="csX83" fmla="*/ 39063 w 127668"/>
              <a:gd name="csY83" fmla="*/ 124045 h 141838"/>
              <a:gd name="csX84" fmla="*/ 31968 w 127668"/>
              <a:gd name="csY84" fmla="*/ 116951 h 141838"/>
              <a:gd name="csX85" fmla="*/ 39063 w 127668"/>
              <a:gd name="csY85" fmla="*/ 109858 h 141838"/>
            </a:gdLst>
            <a:ahLst/>
            <a:cxnLst/>
            <a:rect l="l" t="t" r="r" b="b"/>
            <a:pathLst>
              <a:path w="100000" h="100000">
                <a:moveTo>
                  <a:pt x="80012" y="0"/>
                </a:moveTo>
                <a:cubicBezTo>
                  <a:pt x="77361" y="0"/>
                  <a:pt x="74818" y="1055"/>
                  <a:pt x="72947" y="2927"/>
                </a:cubicBezTo>
                <a:cubicBezTo>
                  <a:pt x="71075" y="4797"/>
                  <a:pt x="70020" y="7340"/>
                  <a:pt x="70020" y="9990"/>
                </a:cubicBezTo>
                <a:cubicBezTo>
                  <a:pt x="70020" y="12641"/>
                  <a:pt x="71075" y="15184"/>
                  <a:pt x="72947" y="17067"/>
                </a:cubicBezTo>
                <a:cubicBezTo>
                  <a:pt x="74818" y="18938"/>
                  <a:pt x="77361" y="19993"/>
                  <a:pt x="80012" y="19993"/>
                </a:cubicBezTo>
                <a:cubicBezTo>
                  <a:pt x="82663" y="19993"/>
                  <a:pt x="85206" y="18938"/>
                  <a:pt x="87089" y="17067"/>
                </a:cubicBezTo>
                <a:cubicBezTo>
                  <a:pt x="88960" y="15184"/>
                  <a:pt x="90015" y="12641"/>
                  <a:pt x="90015" y="9990"/>
                </a:cubicBezTo>
                <a:cubicBezTo>
                  <a:pt x="90015" y="7340"/>
                  <a:pt x="88960" y="4797"/>
                  <a:pt x="87089" y="2927"/>
                </a:cubicBezTo>
                <a:cubicBezTo>
                  <a:pt x="85206" y="1055"/>
                  <a:pt x="82663" y="0"/>
                  <a:pt x="80012" y="0"/>
                </a:cubicBezTo>
                <a:close/>
                <a:moveTo>
                  <a:pt x="38785" y="24982"/>
                </a:moveTo>
                <a:cubicBezTo>
                  <a:pt x="36709" y="24982"/>
                  <a:pt x="35031" y="26661"/>
                  <a:pt x="35031" y="28736"/>
                </a:cubicBezTo>
                <a:cubicBezTo>
                  <a:pt x="35031" y="30799"/>
                  <a:pt x="36709" y="32478"/>
                  <a:pt x="38785" y="32478"/>
                </a:cubicBezTo>
                <a:lnTo>
                  <a:pt x="63771" y="32478"/>
                </a:lnTo>
                <a:cubicBezTo>
                  <a:pt x="65846" y="32478"/>
                  <a:pt x="67525" y="34157"/>
                  <a:pt x="67525" y="36231"/>
                </a:cubicBezTo>
                <a:lnTo>
                  <a:pt x="67525" y="66215"/>
                </a:lnTo>
                <a:lnTo>
                  <a:pt x="67525" y="69957"/>
                </a:lnTo>
                <a:lnTo>
                  <a:pt x="67525" y="96198"/>
                </a:lnTo>
                <a:cubicBezTo>
                  <a:pt x="67513" y="96691"/>
                  <a:pt x="67609" y="97182"/>
                  <a:pt x="67789" y="97649"/>
                </a:cubicBezTo>
                <a:cubicBezTo>
                  <a:pt x="67980" y="98106"/>
                  <a:pt x="68257" y="98525"/>
                  <a:pt x="68604" y="98885"/>
                </a:cubicBezTo>
                <a:cubicBezTo>
                  <a:pt x="68952" y="99233"/>
                  <a:pt x="69360" y="99521"/>
                  <a:pt x="69828" y="99712"/>
                </a:cubicBezTo>
                <a:cubicBezTo>
                  <a:pt x="70284" y="99905"/>
                  <a:pt x="70775" y="100000"/>
                  <a:pt x="71267" y="100000"/>
                </a:cubicBezTo>
                <a:cubicBezTo>
                  <a:pt x="71771" y="100000"/>
                  <a:pt x="72263" y="99905"/>
                  <a:pt x="72719" y="99712"/>
                </a:cubicBezTo>
                <a:cubicBezTo>
                  <a:pt x="73174" y="99521"/>
                  <a:pt x="73595" y="99233"/>
                  <a:pt x="73942" y="98885"/>
                </a:cubicBezTo>
                <a:cubicBezTo>
                  <a:pt x="74290" y="98525"/>
                  <a:pt x="74566" y="98106"/>
                  <a:pt x="74746" y="97649"/>
                </a:cubicBezTo>
                <a:cubicBezTo>
                  <a:pt x="74938" y="97182"/>
                  <a:pt x="75022" y="96691"/>
                  <a:pt x="75022" y="96198"/>
                </a:cubicBezTo>
                <a:lnTo>
                  <a:pt x="75022" y="69957"/>
                </a:lnTo>
                <a:lnTo>
                  <a:pt x="85013" y="69957"/>
                </a:lnTo>
                <a:lnTo>
                  <a:pt x="85013" y="96198"/>
                </a:lnTo>
                <a:cubicBezTo>
                  <a:pt x="85013" y="96691"/>
                  <a:pt x="85098" y="97182"/>
                  <a:pt x="85290" y="97649"/>
                </a:cubicBezTo>
                <a:cubicBezTo>
                  <a:pt x="85469" y="98106"/>
                  <a:pt x="85745" y="98525"/>
                  <a:pt x="86093" y="98885"/>
                </a:cubicBezTo>
                <a:cubicBezTo>
                  <a:pt x="86441" y="99233"/>
                  <a:pt x="86861" y="99521"/>
                  <a:pt x="87317" y="99712"/>
                </a:cubicBezTo>
                <a:cubicBezTo>
                  <a:pt x="87773" y="99905"/>
                  <a:pt x="88264" y="100000"/>
                  <a:pt x="88768" y="100000"/>
                </a:cubicBezTo>
                <a:cubicBezTo>
                  <a:pt x="89260" y="100000"/>
                  <a:pt x="89752" y="99905"/>
                  <a:pt x="90207" y="99712"/>
                </a:cubicBezTo>
                <a:cubicBezTo>
                  <a:pt x="90663" y="99521"/>
                  <a:pt x="91083" y="99233"/>
                  <a:pt x="91431" y="98885"/>
                </a:cubicBezTo>
                <a:cubicBezTo>
                  <a:pt x="91779" y="98525"/>
                  <a:pt x="92054" y="98106"/>
                  <a:pt x="92247" y="97649"/>
                </a:cubicBezTo>
                <a:cubicBezTo>
                  <a:pt x="92427" y="97182"/>
                  <a:pt x="92522" y="96691"/>
                  <a:pt x="92510" y="96198"/>
                </a:cubicBezTo>
                <a:lnTo>
                  <a:pt x="92510" y="72236"/>
                </a:lnTo>
                <a:cubicBezTo>
                  <a:pt x="93962" y="71708"/>
                  <a:pt x="95006" y="70341"/>
                  <a:pt x="95006" y="68710"/>
                </a:cubicBezTo>
                <a:lnTo>
                  <a:pt x="95006" y="38727"/>
                </a:lnTo>
                <a:cubicBezTo>
                  <a:pt x="95006" y="31147"/>
                  <a:pt x="88840" y="24982"/>
                  <a:pt x="81271" y="24982"/>
                </a:cubicBezTo>
                <a:lnTo>
                  <a:pt x="38785" y="24982"/>
                </a:lnTo>
                <a:close/>
                <a:moveTo>
                  <a:pt x="30041" y="34984"/>
                </a:moveTo>
                <a:cubicBezTo>
                  <a:pt x="28710" y="34984"/>
                  <a:pt x="27438" y="35512"/>
                  <a:pt x="26502" y="36448"/>
                </a:cubicBezTo>
                <a:cubicBezTo>
                  <a:pt x="25566" y="37383"/>
                  <a:pt x="25038" y="38655"/>
                  <a:pt x="25038" y="39974"/>
                </a:cubicBezTo>
                <a:cubicBezTo>
                  <a:pt x="25038" y="41305"/>
                  <a:pt x="25566" y="42576"/>
                  <a:pt x="26502" y="43512"/>
                </a:cubicBezTo>
                <a:cubicBezTo>
                  <a:pt x="27438" y="44447"/>
                  <a:pt x="28710" y="44975"/>
                  <a:pt x="30041" y="44975"/>
                </a:cubicBezTo>
                <a:cubicBezTo>
                  <a:pt x="31360" y="44975"/>
                  <a:pt x="32632" y="44447"/>
                  <a:pt x="33567" y="43512"/>
                </a:cubicBezTo>
                <a:cubicBezTo>
                  <a:pt x="34515" y="42576"/>
                  <a:pt x="35031" y="41305"/>
                  <a:pt x="35031" y="39974"/>
                </a:cubicBezTo>
                <a:cubicBezTo>
                  <a:pt x="35031" y="38655"/>
                  <a:pt x="34515" y="37383"/>
                  <a:pt x="33567" y="36448"/>
                </a:cubicBezTo>
                <a:cubicBezTo>
                  <a:pt x="32632" y="35512"/>
                  <a:pt x="31360" y="34984"/>
                  <a:pt x="30041" y="34984"/>
                </a:cubicBezTo>
                <a:close/>
                <a:moveTo>
                  <a:pt x="8797" y="49976"/>
                </a:moveTo>
                <a:cubicBezTo>
                  <a:pt x="8306" y="49964"/>
                  <a:pt x="7802" y="50060"/>
                  <a:pt x="7346" y="50240"/>
                </a:cubicBezTo>
                <a:cubicBezTo>
                  <a:pt x="6890" y="50432"/>
                  <a:pt x="6471" y="50708"/>
                  <a:pt x="6110" y="51055"/>
                </a:cubicBezTo>
                <a:cubicBezTo>
                  <a:pt x="5763" y="51404"/>
                  <a:pt x="5475" y="51811"/>
                  <a:pt x="5283" y="52279"/>
                </a:cubicBezTo>
                <a:cubicBezTo>
                  <a:pt x="5091" y="52735"/>
                  <a:pt x="4995" y="53226"/>
                  <a:pt x="4995" y="53718"/>
                </a:cubicBezTo>
                <a:cubicBezTo>
                  <a:pt x="4995" y="54222"/>
                  <a:pt x="5091" y="54714"/>
                  <a:pt x="5283" y="55169"/>
                </a:cubicBezTo>
                <a:cubicBezTo>
                  <a:pt x="5475" y="55625"/>
                  <a:pt x="5763" y="56045"/>
                  <a:pt x="6110" y="56393"/>
                </a:cubicBezTo>
                <a:cubicBezTo>
                  <a:pt x="6471" y="56741"/>
                  <a:pt x="6890" y="57016"/>
                  <a:pt x="7346" y="57196"/>
                </a:cubicBezTo>
                <a:cubicBezTo>
                  <a:pt x="7802" y="57388"/>
                  <a:pt x="8306" y="57472"/>
                  <a:pt x="8797" y="57472"/>
                </a:cubicBezTo>
                <a:lnTo>
                  <a:pt x="9194" y="57472"/>
                </a:lnTo>
                <a:lnTo>
                  <a:pt x="13152" y="91125"/>
                </a:lnTo>
                <a:cubicBezTo>
                  <a:pt x="13740" y="96151"/>
                  <a:pt x="18010" y="99941"/>
                  <a:pt x="23083" y="99941"/>
                </a:cubicBezTo>
                <a:lnTo>
                  <a:pt x="30041" y="99941"/>
                </a:lnTo>
                <a:lnTo>
                  <a:pt x="36998" y="99941"/>
                </a:lnTo>
                <a:cubicBezTo>
                  <a:pt x="42059" y="99941"/>
                  <a:pt x="46330" y="96151"/>
                  <a:pt x="46930" y="91113"/>
                </a:cubicBezTo>
                <a:lnTo>
                  <a:pt x="50888" y="57472"/>
                </a:lnTo>
                <a:lnTo>
                  <a:pt x="51284" y="57472"/>
                </a:lnTo>
                <a:cubicBezTo>
                  <a:pt x="51775" y="57472"/>
                  <a:pt x="52267" y="57388"/>
                  <a:pt x="52735" y="57196"/>
                </a:cubicBezTo>
                <a:cubicBezTo>
                  <a:pt x="53191" y="57016"/>
                  <a:pt x="53610" y="56741"/>
                  <a:pt x="53959" y="56393"/>
                </a:cubicBezTo>
                <a:cubicBezTo>
                  <a:pt x="54318" y="56045"/>
                  <a:pt x="54594" y="55625"/>
                  <a:pt x="54786" y="55169"/>
                </a:cubicBezTo>
                <a:cubicBezTo>
                  <a:pt x="54978" y="54714"/>
                  <a:pt x="55086" y="54222"/>
                  <a:pt x="55086" y="53718"/>
                </a:cubicBezTo>
                <a:cubicBezTo>
                  <a:pt x="55086" y="53226"/>
                  <a:pt x="54978" y="52735"/>
                  <a:pt x="54786" y="52279"/>
                </a:cubicBezTo>
                <a:cubicBezTo>
                  <a:pt x="54594" y="51811"/>
                  <a:pt x="54318" y="51404"/>
                  <a:pt x="53959" y="51055"/>
                </a:cubicBezTo>
                <a:cubicBezTo>
                  <a:pt x="53610" y="50708"/>
                  <a:pt x="53191" y="50432"/>
                  <a:pt x="52735" y="50240"/>
                </a:cubicBezTo>
                <a:cubicBezTo>
                  <a:pt x="52267" y="50060"/>
                  <a:pt x="51775" y="49964"/>
                  <a:pt x="51284" y="49976"/>
                </a:cubicBezTo>
                <a:lnTo>
                  <a:pt x="8797" y="49976"/>
                </a:lnTo>
                <a:close/>
                <a:moveTo>
                  <a:pt x="27534" y="62461"/>
                </a:moveTo>
                <a:cubicBezTo>
                  <a:pt x="30304" y="62461"/>
                  <a:pt x="32536" y="64704"/>
                  <a:pt x="32536" y="67462"/>
                </a:cubicBezTo>
                <a:cubicBezTo>
                  <a:pt x="32536" y="70221"/>
                  <a:pt x="30304" y="72464"/>
                  <a:pt x="27534" y="72464"/>
                </a:cubicBezTo>
                <a:cubicBezTo>
                  <a:pt x="24775" y="72464"/>
                  <a:pt x="22544" y="70221"/>
                  <a:pt x="22544" y="67462"/>
                </a:cubicBezTo>
                <a:cubicBezTo>
                  <a:pt x="22544" y="64704"/>
                  <a:pt x="24775" y="62461"/>
                  <a:pt x="27534" y="62461"/>
                </a:cubicBezTo>
                <a:close/>
                <a:moveTo>
                  <a:pt x="32536" y="77453"/>
                </a:moveTo>
                <a:cubicBezTo>
                  <a:pt x="35294" y="77453"/>
                  <a:pt x="37537" y="79696"/>
                  <a:pt x="37537" y="82454"/>
                </a:cubicBezTo>
                <a:cubicBezTo>
                  <a:pt x="37537" y="85213"/>
                  <a:pt x="35294" y="87455"/>
                  <a:pt x="32536" y="87455"/>
                </a:cubicBezTo>
                <a:cubicBezTo>
                  <a:pt x="29777" y="87455"/>
                  <a:pt x="27534" y="85213"/>
                  <a:pt x="27534" y="82454"/>
                </a:cubicBezTo>
                <a:cubicBezTo>
                  <a:pt x="27534" y="79696"/>
                  <a:pt x="29777" y="77453"/>
                  <a:pt x="32536" y="7745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7" name="Белый — SVG 30">
            <a:extLst>
              <a:ext uri="{FF2B5EF4-FFF2-40B4-BE49-F238E27FC236}">
                <a16:creationId xmlns:a16="http://schemas.microsoft.com/office/drawing/2014/main" id="{93EC4135-BF00-BA45-ADA1-124740B129CA}"/>
              </a:ext>
            </a:extLst>
          </p:cNvPr>
          <p:cNvSpPr>
            <a:spLocks noGrp="1"/>
          </p:cNvSpPr>
          <p:nvPr/>
        </p:nvSpPr>
        <p:spPr>
          <a:xfrm>
            <a:off x="7020000" y="5010000"/>
            <a:ext cx="220000" cy="220000"/>
          </a:xfrm>
          <a:custGeom>
            <a:avLst/>
            <a:gdLst>
              <a:gd name="csX0" fmla="*/ 66000 w 141777"/>
              <a:gd name="csY0" fmla="*/ 4 h 141765"/>
              <a:gd name="csX1" fmla="*/ 62793 w 141777"/>
              <a:gd name="csY1" fmla="*/ 633 h 141765"/>
              <a:gd name="csX2" fmla="*/ 60207 w 141777"/>
              <a:gd name="csY2" fmla="*/ 2640 h 141765"/>
              <a:gd name="csX3" fmla="*/ 46368 w 141777"/>
              <a:gd name="csY3" fmla="*/ 19754 h 141765"/>
              <a:gd name="csX4" fmla="*/ 41169 w 141777"/>
              <a:gd name="csY4" fmla="*/ 18070 h 141765"/>
              <a:gd name="csX5" fmla="*/ 39078 w 141777"/>
              <a:gd name="csY5" fmla="*/ 17729 h 141765"/>
              <a:gd name="csX6" fmla="*/ 35495 w 141777"/>
              <a:gd name="csY6" fmla="*/ 18648 h 141765"/>
              <a:gd name="csX7" fmla="*/ 32861 w 141777"/>
              <a:gd name="csY7" fmla="*/ 21233 h 141765"/>
              <a:gd name="csX8" fmla="*/ 25828 w 141777"/>
              <a:gd name="csY8" fmla="*/ 33312 h 141765"/>
              <a:gd name="csX9" fmla="*/ 13180 w 141777"/>
              <a:gd name="csY9" fmla="*/ 42803 h 141765"/>
              <a:gd name="csX10" fmla="*/ 11096 w 141777"/>
              <a:gd name="csY10" fmla="*/ 45304 h 141765"/>
              <a:gd name="csX11" fmla="*/ 10349 w 141777"/>
              <a:gd name="csY11" fmla="*/ 48468 h 141765"/>
              <a:gd name="csX12" fmla="*/ 10349 w 141777"/>
              <a:gd name="csY12" fmla="*/ 71348 h 141765"/>
              <a:gd name="csX13" fmla="*/ 11278 w 141777"/>
              <a:gd name="csY13" fmla="*/ 74853 h 141765"/>
              <a:gd name="csX14" fmla="*/ 13823 w 141777"/>
              <a:gd name="csY14" fmla="*/ 77438 h 141765"/>
              <a:gd name="csX15" fmla="*/ 18608 w 141777"/>
              <a:gd name="csY15" fmla="*/ 80279 h 141765"/>
              <a:gd name="csX16" fmla="*/ 15105 w 141777"/>
              <a:gd name="csY16" fmla="*/ 81657 h 141765"/>
              <a:gd name="csX17" fmla="*/ 11858 w 141777"/>
              <a:gd name="csY17" fmla="*/ 84226 h 141765"/>
              <a:gd name="csX18" fmla="*/ 1252 w 141777"/>
              <a:gd name="csY18" fmla="*/ 99621 h 141765"/>
              <a:gd name="csX19" fmla="*/ 109 w 141777"/>
              <a:gd name="csY19" fmla="*/ 102393 h 141765"/>
              <a:gd name="csX20" fmla="*/ 223 w 141777"/>
              <a:gd name="csY20" fmla="*/ 105404 h 141765"/>
              <a:gd name="csX21" fmla="*/ 1574 w 141777"/>
              <a:gd name="csY21" fmla="*/ 108092 h 141765"/>
              <a:gd name="csX22" fmla="*/ 3917 w 141777"/>
              <a:gd name="csY22" fmla="*/ 109980 h 141765"/>
              <a:gd name="csX23" fmla="*/ 15596 w 141777"/>
              <a:gd name="csY23" fmla="*/ 115815 h 141765"/>
              <a:gd name="csX24" fmla="*/ 21439 w 141777"/>
              <a:gd name="csY24" fmla="*/ 127502 h 141765"/>
              <a:gd name="csX25" fmla="*/ 25149 w 141777"/>
              <a:gd name="csY25" fmla="*/ 130904 h 141765"/>
              <a:gd name="csX26" fmla="*/ 42394 w 141777"/>
              <a:gd name="csY26" fmla="*/ 137811 h 141765"/>
              <a:gd name="csX27" fmla="*/ 47268 w 141777"/>
              <a:gd name="csY27" fmla="*/ 137947 h 141765"/>
              <a:gd name="csX28" fmla="*/ 64865 w 141777"/>
              <a:gd name="csY28" fmla="*/ 132078 h 141765"/>
              <a:gd name="csX29" fmla="*/ 79306 w 141777"/>
              <a:gd name="csY29" fmla="*/ 140754 h 141765"/>
              <a:gd name="csX30" fmla="*/ 83321 w 141777"/>
              <a:gd name="csY30" fmla="*/ 141757 h 141765"/>
              <a:gd name="csX31" fmla="*/ 87212 w 141777"/>
              <a:gd name="csY31" fmla="*/ 140345 h 141765"/>
              <a:gd name="csX32" fmla="*/ 112909 w 141777"/>
              <a:gd name="csY32" fmla="*/ 121072 h 141765"/>
              <a:gd name="csX33" fmla="*/ 127793 w 141777"/>
              <a:gd name="csY33" fmla="*/ 121072 h 141765"/>
              <a:gd name="csX34" fmla="*/ 131138 w 141777"/>
              <a:gd name="csY34" fmla="*/ 120238 h 141765"/>
              <a:gd name="csX35" fmla="*/ 133691 w 141777"/>
              <a:gd name="csY35" fmla="*/ 117908 h 141765"/>
              <a:gd name="csX36" fmla="*/ 140587 w 141777"/>
              <a:gd name="csY36" fmla="*/ 107565 h 141765"/>
              <a:gd name="csX37" fmla="*/ 141638 w 141777"/>
              <a:gd name="csY37" fmla="*/ 102258 h 141765"/>
              <a:gd name="csX38" fmla="*/ 138191 w 141777"/>
              <a:gd name="csY38" fmla="*/ 85008 h 141765"/>
              <a:gd name="csX39" fmla="*/ 137582 w 141777"/>
              <a:gd name="csY39" fmla="*/ 83239 h 141765"/>
              <a:gd name="csX40" fmla="*/ 131767 w 141777"/>
              <a:gd name="csY40" fmla="*/ 71604 h 141765"/>
              <a:gd name="csX41" fmla="*/ 134467 w 141777"/>
              <a:gd name="csY41" fmla="*/ 58130 h 141765"/>
              <a:gd name="csX42" fmla="*/ 140587 w 141777"/>
              <a:gd name="csY42" fmla="*/ 48962 h 141765"/>
              <a:gd name="csX43" fmla="*/ 141729 w 141777"/>
              <a:gd name="csY43" fmla="*/ 44181 h 141765"/>
              <a:gd name="csX44" fmla="*/ 139507 w 141777"/>
              <a:gd name="csY44" fmla="*/ 39826 h 141765"/>
              <a:gd name="csX45" fmla="*/ 129157 w 141777"/>
              <a:gd name="csY45" fmla="*/ 30249 h 141765"/>
              <a:gd name="csX46" fmla="*/ 126360 w 141777"/>
              <a:gd name="csY46" fmla="*/ 28650 h 141765"/>
              <a:gd name="csX47" fmla="*/ 123148 w 141777"/>
              <a:gd name="csY47" fmla="*/ 28463 h 141765"/>
              <a:gd name="csX48" fmla="*/ 103875 w 141777"/>
              <a:gd name="csY48" fmla="*/ 31763 h 141765"/>
              <a:gd name="csX49" fmla="*/ 97693 w 141777"/>
              <a:gd name="csY49" fmla="*/ 30301 h 141765"/>
              <a:gd name="csX50" fmla="*/ 98911 w 141777"/>
              <a:gd name="csY50" fmla="*/ 26490 h 141765"/>
              <a:gd name="csX51" fmla="*/ 98907 w 141777"/>
              <a:gd name="csY51" fmla="*/ 22169 h 141765"/>
              <a:gd name="csX52" fmla="*/ 96405 w 141777"/>
              <a:gd name="csY52" fmla="*/ 18665 h 141765"/>
              <a:gd name="csX53" fmla="*/ 87212 w 141777"/>
              <a:gd name="csY53" fmla="*/ 11758 h 141765"/>
              <a:gd name="csX54" fmla="*/ 86603 w 141777"/>
              <a:gd name="csY54" fmla="*/ 11367 h 141765"/>
              <a:gd name="csX55" fmla="*/ 69365 w 141777"/>
              <a:gd name="csY55" fmla="*/ 1007 h 141765"/>
              <a:gd name="csX56" fmla="*/ 66000 w 141777"/>
              <a:gd name="csY56" fmla="*/ 4 h 141765"/>
              <a:gd name="csX57" fmla="*/ 67358 w 141777"/>
              <a:gd name="csY57" fmla="*/ 16334 h 141765"/>
              <a:gd name="csX58" fmla="*/ 78995 w 141777"/>
              <a:gd name="csY58" fmla="*/ 23326 h 141765"/>
              <a:gd name="csX59" fmla="*/ 83868 w 141777"/>
              <a:gd name="csY59" fmla="*/ 26983 h 141765"/>
              <a:gd name="csX60" fmla="*/ 81923 w 141777"/>
              <a:gd name="csY60" fmla="*/ 33073 h 141765"/>
              <a:gd name="csX61" fmla="*/ 74937 w 141777"/>
              <a:gd name="csY61" fmla="*/ 50527 h 141765"/>
              <a:gd name="csX62" fmla="*/ 74432 w 141777"/>
              <a:gd name="csY62" fmla="*/ 53248 h 141765"/>
              <a:gd name="csX63" fmla="*/ 75005 w 141777"/>
              <a:gd name="csY63" fmla="*/ 55953 h 141765"/>
              <a:gd name="csX64" fmla="*/ 76571 w 141777"/>
              <a:gd name="csY64" fmla="*/ 58233 h 141765"/>
              <a:gd name="csX65" fmla="*/ 78891 w 141777"/>
              <a:gd name="csY65" fmla="*/ 59747 h 141765"/>
              <a:gd name="csX66" fmla="*/ 81610 w 141777"/>
              <a:gd name="csY66" fmla="*/ 60257 h 141765"/>
              <a:gd name="csX67" fmla="*/ 84317 w 141777"/>
              <a:gd name="csY67" fmla="*/ 59679 h 141765"/>
              <a:gd name="csX68" fmla="*/ 86598 w 141777"/>
              <a:gd name="csY68" fmla="*/ 58113 h 141765"/>
              <a:gd name="csX69" fmla="*/ 88106 w 141777"/>
              <a:gd name="csY69" fmla="*/ 55800 h 141765"/>
              <a:gd name="csX70" fmla="*/ 92924 w 141777"/>
              <a:gd name="csY70" fmla="*/ 43739 h 141765"/>
              <a:gd name="csX71" fmla="*/ 102026 w 141777"/>
              <a:gd name="csY71" fmla="*/ 45883 h 141765"/>
              <a:gd name="csX72" fmla="*/ 104845 w 141777"/>
              <a:gd name="csY72" fmla="*/ 45968 h 141765"/>
              <a:gd name="csX73" fmla="*/ 122088 w 141777"/>
              <a:gd name="csY73" fmla="*/ 43025 h 141765"/>
              <a:gd name="csX74" fmla="*/ 125440 w 141777"/>
              <a:gd name="csY74" fmla="*/ 46121 h 141765"/>
              <a:gd name="csX75" fmla="*/ 121896 w 141777"/>
              <a:gd name="csY75" fmla="*/ 51428 h 141765"/>
              <a:gd name="csX76" fmla="*/ 120843 w 141777"/>
              <a:gd name="csY76" fmla="*/ 53980 h 141765"/>
              <a:gd name="csX77" fmla="*/ 117389 w 141777"/>
              <a:gd name="csY77" fmla="*/ 71212 h 141765"/>
              <a:gd name="csX78" fmla="*/ 118005 w 141777"/>
              <a:gd name="csY78" fmla="*/ 75771 h 141765"/>
              <a:gd name="csX79" fmla="*/ 124477 w 141777"/>
              <a:gd name="csY79" fmla="*/ 88716 h 141765"/>
              <a:gd name="csX80" fmla="*/ 127163 w 141777"/>
              <a:gd name="csY80" fmla="*/ 102155 h 141765"/>
              <a:gd name="csX81" fmla="*/ 124000 w 141777"/>
              <a:gd name="csY81" fmla="*/ 106902 h 141765"/>
              <a:gd name="csX82" fmla="*/ 111698 w 141777"/>
              <a:gd name="csY82" fmla="*/ 106902 h 141765"/>
              <a:gd name="csX83" fmla="*/ 109621 w 141777"/>
              <a:gd name="csY83" fmla="*/ 106902 h 141765"/>
              <a:gd name="csX84" fmla="*/ 93305 w 141777"/>
              <a:gd name="csY84" fmla="*/ 106902 h 141765"/>
              <a:gd name="csX85" fmla="*/ 88837 w 141777"/>
              <a:gd name="csY85" fmla="*/ 108415 h 141765"/>
              <a:gd name="csX86" fmla="*/ 86309 w 141777"/>
              <a:gd name="csY86" fmla="*/ 112396 h 141765"/>
              <a:gd name="csX87" fmla="*/ 86838 w 141777"/>
              <a:gd name="csY87" fmla="*/ 117074 h 141765"/>
              <a:gd name="csX88" fmla="*/ 90188 w 141777"/>
              <a:gd name="csY88" fmla="*/ 120391 h 141765"/>
              <a:gd name="csX89" fmla="*/ 82518 w 141777"/>
              <a:gd name="csY89" fmla="*/ 126141 h 141765"/>
              <a:gd name="csX90" fmla="*/ 69365 w 141777"/>
              <a:gd name="csY90" fmla="*/ 118248 h 141765"/>
              <a:gd name="csX91" fmla="*/ 66490 w 141777"/>
              <a:gd name="csY91" fmla="*/ 117278 h 141765"/>
              <a:gd name="csX92" fmla="*/ 63474 w 141777"/>
              <a:gd name="csY92" fmla="*/ 117601 h 141765"/>
              <a:gd name="csX93" fmla="*/ 45245 w 141777"/>
              <a:gd name="csY93" fmla="*/ 123674 h 141765"/>
              <a:gd name="csX94" fmla="*/ 32918 w 141777"/>
              <a:gd name="csY94" fmla="*/ 118741 h 141765"/>
              <a:gd name="csX95" fmla="*/ 27227 w 141777"/>
              <a:gd name="csY95" fmla="*/ 107361 h 141765"/>
              <a:gd name="csX96" fmla="*/ 24055 w 141777"/>
              <a:gd name="csY96" fmla="*/ 104197 h 141765"/>
              <a:gd name="csX97" fmla="*/ 17548 w 141777"/>
              <a:gd name="csY97" fmla="*/ 100948 h 141765"/>
              <a:gd name="csX98" fmla="*/ 22305 w 141777"/>
              <a:gd name="csY98" fmla="*/ 94041 h 141765"/>
              <a:gd name="csX99" fmla="*/ 45924 w 141777"/>
              <a:gd name="csY99" fmla="*/ 84753 h 141765"/>
              <a:gd name="csX100" fmla="*/ 49608 w 141777"/>
              <a:gd name="csY100" fmla="*/ 81589 h 141765"/>
              <a:gd name="csX101" fmla="*/ 50382 w 141777"/>
              <a:gd name="csY101" fmla="*/ 76792 h 141765"/>
              <a:gd name="csX102" fmla="*/ 47884 w 141777"/>
              <a:gd name="csY102" fmla="*/ 72624 h 141765"/>
              <a:gd name="csX103" fmla="*/ 43287 w 141777"/>
              <a:gd name="csY103" fmla="*/ 71042 h 141765"/>
              <a:gd name="csX104" fmla="*/ 40732 w 141777"/>
              <a:gd name="csY104" fmla="*/ 71569 h 141765"/>
              <a:gd name="csX105" fmla="*/ 35298 w 141777"/>
              <a:gd name="csY105" fmla="*/ 73713 h 141765"/>
              <a:gd name="csX106" fmla="*/ 34842 w 141777"/>
              <a:gd name="csY106" fmla="*/ 73406 h 141765"/>
              <a:gd name="csX107" fmla="*/ 24527 w 141777"/>
              <a:gd name="csY107" fmla="*/ 67300 h 141765"/>
              <a:gd name="csX108" fmla="*/ 24527 w 141777"/>
              <a:gd name="csY108" fmla="*/ 52007 h 141765"/>
              <a:gd name="csX109" fmla="*/ 35485 w 141777"/>
              <a:gd name="csY109" fmla="*/ 43790 h 141765"/>
              <a:gd name="csX110" fmla="*/ 37355 w 141777"/>
              <a:gd name="csY110" fmla="*/ 41698 h 141765"/>
              <a:gd name="csX111" fmla="*/ 42234 w 141777"/>
              <a:gd name="csY111" fmla="*/ 33312 h 141765"/>
              <a:gd name="csX112" fmla="*/ 45455 w 141777"/>
              <a:gd name="csY112" fmla="*/ 34349 h 141765"/>
              <a:gd name="csX113" fmla="*/ 47724 w 141777"/>
              <a:gd name="csY113" fmla="*/ 35097 h 141765"/>
              <a:gd name="csX114" fmla="*/ 56634 w 141777"/>
              <a:gd name="csY114" fmla="*/ 37973 h 141765"/>
              <a:gd name="csX115" fmla="*/ 59414 w 141777"/>
              <a:gd name="csY115" fmla="*/ 38347 h 141765"/>
              <a:gd name="csX116" fmla="*/ 62126 w 141777"/>
              <a:gd name="csY116" fmla="*/ 37632 h 141765"/>
              <a:gd name="csX117" fmla="*/ 64343 w 141777"/>
              <a:gd name="csY117" fmla="*/ 35914 h 141765"/>
              <a:gd name="csX118" fmla="*/ 65719 w 141777"/>
              <a:gd name="csY118" fmla="*/ 33464 h 141765"/>
              <a:gd name="csX119" fmla="*/ 66039 w 141777"/>
              <a:gd name="csY119" fmla="*/ 30675 h 141765"/>
              <a:gd name="csX120" fmla="*/ 65252 w 141777"/>
              <a:gd name="csY120" fmla="*/ 27987 h 141765"/>
              <a:gd name="csX121" fmla="*/ 63480 w 141777"/>
              <a:gd name="csY121" fmla="*/ 25809 h 141765"/>
              <a:gd name="csX122" fmla="*/ 61003 w 141777"/>
              <a:gd name="csY122" fmla="*/ 24482 h 141765"/>
              <a:gd name="csX123" fmla="*/ 60823 w 141777"/>
              <a:gd name="csY123" fmla="*/ 24415 h 141765"/>
              <a:gd name="csX124" fmla="*/ 67358 w 141777"/>
              <a:gd name="csY124" fmla="*/ 16334 h 141765"/>
              <a:gd name="csX125" fmla="*/ 86976 w 141777"/>
              <a:gd name="csY125" fmla="*/ 70889 h 141765"/>
              <a:gd name="csX126" fmla="*/ 82131 w 141777"/>
              <a:gd name="csY126" fmla="*/ 72675 h 141765"/>
              <a:gd name="csX127" fmla="*/ 66180 w 141777"/>
              <a:gd name="csY127" fmla="*/ 86845 h 141765"/>
              <a:gd name="csX128" fmla="*/ 64411 w 141777"/>
              <a:gd name="csY128" fmla="*/ 89057 h 141765"/>
              <a:gd name="csX129" fmla="*/ 63642 w 141777"/>
              <a:gd name="csY129" fmla="*/ 91761 h 141765"/>
              <a:gd name="csX130" fmla="*/ 63994 w 141777"/>
              <a:gd name="csY130" fmla="*/ 94569 h 141765"/>
              <a:gd name="csX131" fmla="*/ 65413 w 141777"/>
              <a:gd name="csY131" fmla="*/ 97018 h 141765"/>
              <a:gd name="csX132" fmla="*/ 67673 w 141777"/>
              <a:gd name="csY132" fmla="*/ 98702 h 141765"/>
              <a:gd name="csX133" fmla="*/ 70413 w 141777"/>
              <a:gd name="csY133" fmla="*/ 99382 h 141765"/>
              <a:gd name="csX134" fmla="*/ 73202 w 141777"/>
              <a:gd name="csY134" fmla="*/ 98940 h 141765"/>
              <a:gd name="csX135" fmla="*/ 75596 w 141777"/>
              <a:gd name="csY135" fmla="*/ 97443 h 141765"/>
              <a:gd name="csX136" fmla="*/ 87745 w 141777"/>
              <a:gd name="csY136" fmla="*/ 86658 h 141765"/>
              <a:gd name="csX137" fmla="*/ 95728 w 141777"/>
              <a:gd name="csY137" fmla="*/ 91217 h 141765"/>
              <a:gd name="csX138" fmla="*/ 98366 w 141777"/>
              <a:gd name="csY138" fmla="*/ 92153 h 141765"/>
              <a:gd name="csX139" fmla="*/ 101163 w 141777"/>
              <a:gd name="csY139" fmla="*/ 91983 h 141765"/>
              <a:gd name="csX140" fmla="*/ 103678 w 141777"/>
              <a:gd name="csY140" fmla="*/ 90758 h 141765"/>
              <a:gd name="csX141" fmla="*/ 105521 w 141777"/>
              <a:gd name="csY141" fmla="*/ 88649 h 141765"/>
              <a:gd name="csX142" fmla="*/ 106402 w 141777"/>
              <a:gd name="csY142" fmla="*/ 85978 h 141765"/>
              <a:gd name="csX143" fmla="*/ 106186 w 141777"/>
              <a:gd name="csY143" fmla="*/ 83188 h 141765"/>
              <a:gd name="csX144" fmla="*/ 104905 w 141777"/>
              <a:gd name="csY144" fmla="*/ 80704 h 141765"/>
              <a:gd name="csX145" fmla="*/ 102761 w 141777"/>
              <a:gd name="csY145" fmla="*/ 78901 h 141765"/>
              <a:gd name="csX146" fmla="*/ 90355 w 141777"/>
              <a:gd name="csY146" fmla="*/ 71824 h 141765"/>
              <a:gd name="csX147" fmla="*/ 86976 w 141777"/>
              <a:gd name="csY147" fmla="*/ 70889 h 141765"/>
            </a:gdLst>
            <a:ahLst/>
            <a:cxnLst/>
            <a:rect l="l" t="t" r="r" b="b"/>
            <a:pathLst>
              <a:path w="100000" h="100000">
                <a:moveTo>
                  <a:pt x="46552" y="7"/>
                </a:moveTo>
                <a:cubicBezTo>
                  <a:pt x="45775" y="-17"/>
                  <a:pt x="45000" y="127"/>
                  <a:pt x="44290" y="451"/>
                </a:cubicBezTo>
                <a:cubicBezTo>
                  <a:pt x="43581" y="774"/>
                  <a:pt x="42955" y="1255"/>
                  <a:pt x="42466" y="1866"/>
                </a:cubicBezTo>
                <a:lnTo>
                  <a:pt x="32705" y="13937"/>
                </a:lnTo>
                <a:lnTo>
                  <a:pt x="29038" y="12750"/>
                </a:lnTo>
                <a:cubicBezTo>
                  <a:pt x="28562" y="12593"/>
                  <a:pt x="28064" y="12509"/>
                  <a:pt x="27563" y="12509"/>
                </a:cubicBezTo>
                <a:cubicBezTo>
                  <a:pt x="26678" y="12497"/>
                  <a:pt x="25806" y="12714"/>
                  <a:pt x="25036" y="13157"/>
                </a:cubicBezTo>
                <a:cubicBezTo>
                  <a:pt x="24266" y="13589"/>
                  <a:pt x="23624" y="14225"/>
                  <a:pt x="23178" y="14981"/>
                </a:cubicBezTo>
                <a:lnTo>
                  <a:pt x="18217" y="23500"/>
                </a:lnTo>
                <a:lnTo>
                  <a:pt x="9296" y="30195"/>
                </a:lnTo>
                <a:cubicBezTo>
                  <a:pt x="8676" y="30663"/>
                  <a:pt x="8172" y="31263"/>
                  <a:pt x="7826" y="31959"/>
                </a:cubicBezTo>
                <a:cubicBezTo>
                  <a:pt x="7479" y="32655"/>
                  <a:pt x="7299" y="33411"/>
                  <a:pt x="7299" y="34190"/>
                </a:cubicBezTo>
                <a:lnTo>
                  <a:pt x="7299" y="50328"/>
                </a:lnTo>
                <a:cubicBezTo>
                  <a:pt x="7299" y="51192"/>
                  <a:pt x="7525" y="52044"/>
                  <a:pt x="7955" y="52801"/>
                </a:cubicBezTo>
                <a:cubicBezTo>
                  <a:pt x="8384" y="53556"/>
                  <a:pt x="9004" y="54180"/>
                  <a:pt x="9750" y="54624"/>
                </a:cubicBezTo>
                <a:lnTo>
                  <a:pt x="13125" y="56628"/>
                </a:lnTo>
                <a:lnTo>
                  <a:pt x="10654" y="57600"/>
                </a:lnTo>
                <a:cubicBezTo>
                  <a:pt x="9726" y="57959"/>
                  <a:pt x="8930" y="58596"/>
                  <a:pt x="8364" y="59412"/>
                </a:cubicBezTo>
                <a:lnTo>
                  <a:pt x="883" y="70270"/>
                </a:lnTo>
                <a:cubicBezTo>
                  <a:pt x="478" y="70858"/>
                  <a:pt x="203" y="71530"/>
                  <a:pt x="77" y="72225"/>
                </a:cubicBezTo>
                <a:cubicBezTo>
                  <a:pt x="-48" y="72934"/>
                  <a:pt x="-20" y="73654"/>
                  <a:pt x="157" y="74349"/>
                </a:cubicBezTo>
                <a:cubicBezTo>
                  <a:pt x="336" y="75045"/>
                  <a:pt x="660" y="75694"/>
                  <a:pt x="1110" y="76245"/>
                </a:cubicBezTo>
                <a:cubicBezTo>
                  <a:pt x="1560" y="76797"/>
                  <a:pt x="2123" y="77253"/>
                  <a:pt x="2763" y="77577"/>
                </a:cubicBezTo>
                <a:lnTo>
                  <a:pt x="11000" y="81692"/>
                </a:lnTo>
                <a:lnTo>
                  <a:pt x="15122" y="89936"/>
                </a:lnTo>
                <a:cubicBezTo>
                  <a:pt x="15670" y="91027"/>
                  <a:pt x="16601" y="91880"/>
                  <a:pt x="17738" y="92335"/>
                </a:cubicBezTo>
                <a:lnTo>
                  <a:pt x="29902" y="97207"/>
                </a:lnTo>
                <a:cubicBezTo>
                  <a:pt x="31000" y="97639"/>
                  <a:pt x="32218" y="97675"/>
                  <a:pt x="33340" y="97303"/>
                </a:cubicBezTo>
                <a:lnTo>
                  <a:pt x="45751" y="93163"/>
                </a:lnTo>
                <a:lnTo>
                  <a:pt x="55937" y="99283"/>
                </a:lnTo>
                <a:cubicBezTo>
                  <a:pt x="56791" y="99798"/>
                  <a:pt x="57776" y="100038"/>
                  <a:pt x="58769" y="99990"/>
                </a:cubicBezTo>
                <a:cubicBezTo>
                  <a:pt x="59763" y="99930"/>
                  <a:pt x="60718" y="99594"/>
                  <a:pt x="61514" y="98994"/>
                </a:cubicBezTo>
                <a:lnTo>
                  <a:pt x="79638" y="85400"/>
                </a:lnTo>
                <a:lnTo>
                  <a:pt x="90137" y="85400"/>
                </a:lnTo>
                <a:cubicBezTo>
                  <a:pt x="90960" y="85400"/>
                  <a:pt x="91771" y="85196"/>
                  <a:pt x="92496" y="84812"/>
                </a:cubicBezTo>
                <a:cubicBezTo>
                  <a:pt x="93222" y="84416"/>
                  <a:pt x="93841" y="83864"/>
                  <a:pt x="94297" y="83169"/>
                </a:cubicBezTo>
                <a:lnTo>
                  <a:pt x="99161" y="75873"/>
                </a:lnTo>
                <a:cubicBezTo>
                  <a:pt x="99895" y="74770"/>
                  <a:pt x="100162" y="73425"/>
                  <a:pt x="99902" y="72130"/>
                </a:cubicBezTo>
                <a:lnTo>
                  <a:pt x="97471" y="59963"/>
                </a:lnTo>
                <a:cubicBezTo>
                  <a:pt x="97385" y="59532"/>
                  <a:pt x="97239" y="59111"/>
                  <a:pt x="97041" y="58715"/>
                </a:cubicBezTo>
                <a:lnTo>
                  <a:pt x="92940" y="50509"/>
                </a:lnTo>
                <a:lnTo>
                  <a:pt x="94844" y="41005"/>
                </a:lnTo>
                <a:lnTo>
                  <a:pt x="99161" y="34539"/>
                </a:lnTo>
                <a:cubicBezTo>
                  <a:pt x="99819" y="33543"/>
                  <a:pt x="100105" y="32355"/>
                  <a:pt x="99966" y="31167"/>
                </a:cubicBezTo>
                <a:cubicBezTo>
                  <a:pt x="99825" y="29991"/>
                  <a:pt x="99270" y="28900"/>
                  <a:pt x="98399" y="28095"/>
                </a:cubicBezTo>
                <a:lnTo>
                  <a:pt x="91099" y="21340"/>
                </a:lnTo>
                <a:cubicBezTo>
                  <a:pt x="90536" y="20812"/>
                  <a:pt x="89862" y="20429"/>
                  <a:pt x="89126" y="20212"/>
                </a:cubicBezTo>
                <a:cubicBezTo>
                  <a:pt x="88392" y="19996"/>
                  <a:pt x="87616" y="19948"/>
                  <a:pt x="86860" y="20080"/>
                </a:cubicBezTo>
                <a:lnTo>
                  <a:pt x="73266" y="22408"/>
                </a:lnTo>
                <a:lnTo>
                  <a:pt x="68906" y="21377"/>
                </a:lnTo>
                <a:lnTo>
                  <a:pt x="69765" y="18689"/>
                </a:lnTo>
                <a:cubicBezTo>
                  <a:pt x="70080" y="17693"/>
                  <a:pt x="70080" y="16637"/>
                  <a:pt x="69762" y="15641"/>
                </a:cubicBezTo>
                <a:cubicBezTo>
                  <a:pt x="69446" y="14657"/>
                  <a:pt x="68829" y="13793"/>
                  <a:pt x="67998" y="13169"/>
                </a:cubicBezTo>
                <a:lnTo>
                  <a:pt x="61514" y="8298"/>
                </a:lnTo>
                <a:cubicBezTo>
                  <a:pt x="61376" y="8202"/>
                  <a:pt x="61232" y="8106"/>
                  <a:pt x="61084" y="8022"/>
                </a:cubicBezTo>
                <a:lnTo>
                  <a:pt x="48925" y="715"/>
                </a:lnTo>
                <a:cubicBezTo>
                  <a:pt x="48207" y="283"/>
                  <a:pt x="47391" y="43"/>
                  <a:pt x="46552" y="7"/>
                </a:cubicBezTo>
                <a:close/>
                <a:moveTo>
                  <a:pt x="47510" y="11525"/>
                </a:moveTo>
                <a:lnTo>
                  <a:pt x="55718" y="16457"/>
                </a:lnTo>
                <a:lnTo>
                  <a:pt x="59155" y="19036"/>
                </a:lnTo>
                <a:lnTo>
                  <a:pt x="57783" y="23332"/>
                </a:lnTo>
                <a:lnTo>
                  <a:pt x="52856" y="35643"/>
                </a:lnTo>
                <a:cubicBezTo>
                  <a:pt x="52612" y="36254"/>
                  <a:pt x="52491" y="36902"/>
                  <a:pt x="52499" y="37562"/>
                </a:cubicBezTo>
                <a:cubicBezTo>
                  <a:pt x="52508" y="38222"/>
                  <a:pt x="52645" y="38869"/>
                  <a:pt x="52904" y="39470"/>
                </a:cubicBezTo>
                <a:cubicBezTo>
                  <a:pt x="53163" y="40082"/>
                  <a:pt x="53538" y="40622"/>
                  <a:pt x="54008" y="41078"/>
                </a:cubicBezTo>
                <a:cubicBezTo>
                  <a:pt x="54479" y="41546"/>
                  <a:pt x="55034" y="41905"/>
                  <a:pt x="55644" y="42146"/>
                </a:cubicBezTo>
                <a:cubicBezTo>
                  <a:pt x="56254" y="42386"/>
                  <a:pt x="56906" y="42505"/>
                  <a:pt x="57562" y="42505"/>
                </a:cubicBezTo>
                <a:cubicBezTo>
                  <a:pt x="58220" y="42493"/>
                  <a:pt x="58868" y="42362"/>
                  <a:pt x="59472" y="42098"/>
                </a:cubicBezTo>
                <a:cubicBezTo>
                  <a:pt x="60075" y="41834"/>
                  <a:pt x="60622" y="41462"/>
                  <a:pt x="61080" y="40993"/>
                </a:cubicBezTo>
                <a:cubicBezTo>
                  <a:pt x="61539" y="40526"/>
                  <a:pt x="61900" y="39962"/>
                  <a:pt x="62144" y="39362"/>
                </a:cubicBezTo>
                <a:lnTo>
                  <a:pt x="65542" y="30855"/>
                </a:lnTo>
                <a:lnTo>
                  <a:pt x="71962" y="32367"/>
                </a:lnTo>
                <a:cubicBezTo>
                  <a:pt x="72615" y="32523"/>
                  <a:pt x="73290" y="32547"/>
                  <a:pt x="73951" y="32427"/>
                </a:cubicBezTo>
                <a:lnTo>
                  <a:pt x="86113" y="30351"/>
                </a:lnTo>
                <a:lnTo>
                  <a:pt x="88477" y="32535"/>
                </a:lnTo>
                <a:lnTo>
                  <a:pt x="85977" y="36278"/>
                </a:lnTo>
                <a:cubicBezTo>
                  <a:pt x="85615" y="36818"/>
                  <a:pt x="85363" y="37430"/>
                  <a:pt x="85235" y="38078"/>
                </a:cubicBezTo>
                <a:lnTo>
                  <a:pt x="82798" y="50232"/>
                </a:lnTo>
                <a:cubicBezTo>
                  <a:pt x="82581" y="51324"/>
                  <a:pt x="82733" y="52452"/>
                  <a:pt x="83233" y="53448"/>
                </a:cubicBezTo>
                <a:lnTo>
                  <a:pt x="87798" y="62579"/>
                </a:lnTo>
                <a:lnTo>
                  <a:pt x="89692" y="72058"/>
                </a:lnTo>
                <a:lnTo>
                  <a:pt x="87461" y="75406"/>
                </a:lnTo>
                <a:lnTo>
                  <a:pt x="78784" y="75406"/>
                </a:lnTo>
                <a:cubicBezTo>
                  <a:pt x="78298" y="75333"/>
                  <a:pt x="77805" y="75333"/>
                  <a:pt x="77319" y="75406"/>
                </a:cubicBezTo>
                <a:lnTo>
                  <a:pt x="65811" y="75406"/>
                </a:lnTo>
                <a:cubicBezTo>
                  <a:pt x="64670" y="75394"/>
                  <a:pt x="63558" y="75765"/>
                  <a:pt x="62660" y="76473"/>
                </a:cubicBezTo>
                <a:cubicBezTo>
                  <a:pt x="61762" y="77169"/>
                  <a:pt x="61133" y="78165"/>
                  <a:pt x="60877" y="79281"/>
                </a:cubicBezTo>
                <a:cubicBezTo>
                  <a:pt x="60620" y="80385"/>
                  <a:pt x="60752" y="81560"/>
                  <a:pt x="61250" y="82580"/>
                </a:cubicBezTo>
                <a:cubicBezTo>
                  <a:pt x="61747" y="83612"/>
                  <a:pt x="62582" y="84440"/>
                  <a:pt x="63613" y="84920"/>
                </a:cubicBezTo>
                <a:lnTo>
                  <a:pt x="58203" y="88976"/>
                </a:lnTo>
                <a:lnTo>
                  <a:pt x="48925" y="83408"/>
                </a:lnTo>
                <a:cubicBezTo>
                  <a:pt x="48307" y="83036"/>
                  <a:pt x="47616" y="82808"/>
                  <a:pt x="46898" y="82724"/>
                </a:cubicBezTo>
                <a:cubicBezTo>
                  <a:pt x="46180" y="82652"/>
                  <a:pt x="45454" y="82724"/>
                  <a:pt x="44770" y="82952"/>
                </a:cubicBezTo>
                <a:lnTo>
                  <a:pt x="31913" y="87236"/>
                </a:lnTo>
                <a:lnTo>
                  <a:pt x="23218" y="83756"/>
                </a:lnTo>
                <a:lnTo>
                  <a:pt x="19204" y="75729"/>
                </a:lnTo>
                <a:cubicBezTo>
                  <a:pt x="18720" y="74770"/>
                  <a:pt x="17935" y="73977"/>
                  <a:pt x="16967" y="73498"/>
                </a:cubicBezTo>
                <a:lnTo>
                  <a:pt x="12377" y="71206"/>
                </a:lnTo>
                <a:lnTo>
                  <a:pt x="15732" y="66334"/>
                </a:lnTo>
                <a:lnTo>
                  <a:pt x="32392" y="59783"/>
                </a:lnTo>
                <a:cubicBezTo>
                  <a:pt x="33495" y="59376"/>
                  <a:pt x="34415" y="58584"/>
                  <a:pt x="34990" y="57552"/>
                </a:cubicBezTo>
                <a:cubicBezTo>
                  <a:pt x="35566" y="56520"/>
                  <a:pt x="35759" y="55320"/>
                  <a:pt x="35536" y="54168"/>
                </a:cubicBezTo>
                <a:cubicBezTo>
                  <a:pt x="35314" y="53004"/>
                  <a:pt x="34690" y="51972"/>
                  <a:pt x="33774" y="51228"/>
                </a:cubicBezTo>
                <a:cubicBezTo>
                  <a:pt x="32859" y="50484"/>
                  <a:pt x="31710" y="50089"/>
                  <a:pt x="30532" y="50113"/>
                </a:cubicBezTo>
                <a:cubicBezTo>
                  <a:pt x="29914" y="50124"/>
                  <a:pt x="29303" y="50244"/>
                  <a:pt x="28730" y="50484"/>
                </a:cubicBezTo>
                <a:lnTo>
                  <a:pt x="24897" y="51996"/>
                </a:lnTo>
                <a:cubicBezTo>
                  <a:pt x="24792" y="51913"/>
                  <a:pt x="24685" y="51841"/>
                  <a:pt x="24575" y="51780"/>
                </a:cubicBezTo>
                <a:lnTo>
                  <a:pt x="17300" y="47473"/>
                </a:lnTo>
                <a:lnTo>
                  <a:pt x="17300" y="36686"/>
                </a:lnTo>
                <a:lnTo>
                  <a:pt x="25029" y="30891"/>
                </a:lnTo>
                <a:cubicBezTo>
                  <a:pt x="25563" y="30495"/>
                  <a:pt x="26011" y="29991"/>
                  <a:pt x="26348" y="29415"/>
                </a:cubicBezTo>
                <a:lnTo>
                  <a:pt x="29789" y="23500"/>
                </a:lnTo>
                <a:lnTo>
                  <a:pt x="32061" y="24232"/>
                </a:lnTo>
                <a:cubicBezTo>
                  <a:pt x="32561" y="24496"/>
                  <a:pt x="33103" y="24676"/>
                  <a:pt x="33661" y="24759"/>
                </a:cubicBezTo>
                <a:lnTo>
                  <a:pt x="39946" y="26788"/>
                </a:lnTo>
                <a:cubicBezTo>
                  <a:pt x="40575" y="27004"/>
                  <a:pt x="41242" y="27100"/>
                  <a:pt x="41907" y="27052"/>
                </a:cubicBezTo>
                <a:cubicBezTo>
                  <a:pt x="42572" y="27016"/>
                  <a:pt x="43222" y="26836"/>
                  <a:pt x="43820" y="26547"/>
                </a:cubicBezTo>
                <a:cubicBezTo>
                  <a:pt x="44416" y="26248"/>
                  <a:pt x="44949" y="25840"/>
                  <a:pt x="45383" y="25336"/>
                </a:cubicBezTo>
                <a:cubicBezTo>
                  <a:pt x="45819" y="24832"/>
                  <a:pt x="46149" y="24244"/>
                  <a:pt x="46354" y="23607"/>
                </a:cubicBezTo>
                <a:cubicBezTo>
                  <a:pt x="46560" y="22972"/>
                  <a:pt x="46636" y="22300"/>
                  <a:pt x="46579" y="21640"/>
                </a:cubicBezTo>
                <a:cubicBezTo>
                  <a:pt x="46523" y="20980"/>
                  <a:pt x="46334" y="20332"/>
                  <a:pt x="46024" y="19744"/>
                </a:cubicBezTo>
                <a:cubicBezTo>
                  <a:pt x="45715" y="19144"/>
                  <a:pt x="45289" y="18629"/>
                  <a:pt x="44775" y="18208"/>
                </a:cubicBezTo>
                <a:cubicBezTo>
                  <a:pt x="44260" y="17777"/>
                  <a:pt x="43666" y="17465"/>
                  <a:pt x="43027" y="17272"/>
                </a:cubicBezTo>
                <a:lnTo>
                  <a:pt x="42900" y="17225"/>
                </a:lnTo>
                <a:lnTo>
                  <a:pt x="47510" y="11525"/>
                </a:lnTo>
                <a:close/>
                <a:moveTo>
                  <a:pt x="61347" y="50005"/>
                </a:moveTo>
                <a:cubicBezTo>
                  <a:pt x="60089" y="49981"/>
                  <a:pt x="58869" y="50424"/>
                  <a:pt x="57930" y="51264"/>
                </a:cubicBezTo>
                <a:lnTo>
                  <a:pt x="46679" y="61259"/>
                </a:lnTo>
                <a:cubicBezTo>
                  <a:pt x="46163" y="61691"/>
                  <a:pt x="45739" y="62219"/>
                  <a:pt x="45431" y="62819"/>
                </a:cubicBezTo>
                <a:cubicBezTo>
                  <a:pt x="45124" y="63407"/>
                  <a:pt x="44939" y="64067"/>
                  <a:pt x="44889" y="64726"/>
                </a:cubicBezTo>
                <a:cubicBezTo>
                  <a:pt x="44839" y="65398"/>
                  <a:pt x="44923" y="66071"/>
                  <a:pt x="45137" y="66707"/>
                </a:cubicBezTo>
                <a:cubicBezTo>
                  <a:pt x="45352" y="67342"/>
                  <a:pt x="45693" y="67931"/>
                  <a:pt x="46138" y="68434"/>
                </a:cubicBezTo>
                <a:cubicBezTo>
                  <a:pt x="46583" y="68926"/>
                  <a:pt x="47125" y="69334"/>
                  <a:pt x="47732" y="69622"/>
                </a:cubicBezTo>
                <a:cubicBezTo>
                  <a:pt x="48338" y="69910"/>
                  <a:pt x="48995" y="70078"/>
                  <a:pt x="49665" y="70102"/>
                </a:cubicBezTo>
                <a:cubicBezTo>
                  <a:pt x="50335" y="70126"/>
                  <a:pt x="51004" y="70030"/>
                  <a:pt x="51632" y="69790"/>
                </a:cubicBezTo>
                <a:cubicBezTo>
                  <a:pt x="52260" y="69550"/>
                  <a:pt x="52834" y="69190"/>
                  <a:pt x="53320" y="68734"/>
                </a:cubicBezTo>
                <a:lnTo>
                  <a:pt x="61889" y="61127"/>
                </a:lnTo>
                <a:lnTo>
                  <a:pt x="67520" y="64343"/>
                </a:lnTo>
                <a:cubicBezTo>
                  <a:pt x="68090" y="64678"/>
                  <a:pt x="68723" y="64907"/>
                  <a:pt x="69381" y="65003"/>
                </a:cubicBezTo>
                <a:cubicBezTo>
                  <a:pt x="70040" y="65087"/>
                  <a:pt x="70711" y="65051"/>
                  <a:pt x="71354" y="64883"/>
                </a:cubicBezTo>
                <a:cubicBezTo>
                  <a:pt x="71997" y="64714"/>
                  <a:pt x="72599" y="64415"/>
                  <a:pt x="73128" y="64019"/>
                </a:cubicBezTo>
                <a:cubicBezTo>
                  <a:pt x="73656" y="63611"/>
                  <a:pt x="74097" y="63107"/>
                  <a:pt x="74427" y="62531"/>
                </a:cubicBezTo>
                <a:cubicBezTo>
                  <a:pt x="74756" y="61955"/>
                  <a:pt x="74968" y="61308"/>
                  <a:pt x="75049" y="60647"/>
                </a:cubicBezTo>
                <a:cubicBezTo>
                  <a:pt x="75129" y="59987"/>
                  <a:pt x="75078" y="59327"/>
                  <a:pt x="74896" y="58679"/>
                </a:cubicBezTo>
                <a:cubicBezTo>
                  <a:pt x="74715" y="58044"/>
                  <a:pt x="74408" y="57444"/>
                  <a:pt x="73993" y="56927"/>
                </a:cubicBezTo>
                <a:cubicBezTo>
                  <a:pt x="73579" y="56412"/>
                  <a:pt x="73064" y="55979"/>
                  <a:pt x="72481" y="55656"/>
                </a:cubicBezTo>
                <a:lnTo>
                  <a:pt x="63730" y="50664"/>
                </a:lnTo>
                <a:cubicBezTo>
                  <a:pt x="63004" y="50244"/>
                  <a:pt x="62185" y="50017"/>
                  <a:pt x="61347" y="5000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8" name="Белый — SVG 31">
            <a:extLst>
              <a:ext uri="{FF2B5EF4-FFF2-40B4-BE49-F238E27FC236}">
                <a16:creationId xmlns:a16="http://schemas.microsoft.com/office/drawing/2014/main" id="{32B46CC0-5A88-2348-B063-1B00847AD189}"/>
              </a:ext>
            </a:extLst>
          </p:cNvPr>
          <p:cNvSpPr>
            <a:spLocks noGrp="1"/>
          </p:cNvSpPr>
          <p:nvPr/>
        </p:nvSpPr>
        <p:spPr>
          <a:xfrm>
            <a:off x="7620000" y="5010000"/>
            <a:ext cx="220000" cy="220000"/>
          </a:xfrm>
          <a:custGeom>
            <a:avLst/>
            <a:gdLst>
              <a:gd name="csX0" fmla="*/ 5393 w 113581"/>
              <a:gd name="csY0" fmla="*/ 1 h 141755"/>
              <a:gd name="csX1" fmla="*/ 3335 w 113581"/>
              <a:gd name="csY1" fmla="*/ 393 h 141755"/>
              <a:gd name="csX2" fmla="*/ 1582 w 113581"/>
              <a:gd name="csY2" fmla="*/ 1532 h 141755"/>
              <a:gd name="csX3" fmla="*/ 408 w 113581"/>
              <a:gd name="csY3" fmla="*/ 3267 h 141755"/>
              <a:gd name="csX4" fmla="*/ 0 w 113581"/>
              <a:gd name="csY4" fmla="*/ 5326 h 141755"/>
              <a:gd name="csX5" fmla="*/ 408 w 113581"/>
              <a:gd name="csY5" fmla="*/ 7367 h 141755"/>
              <a:gd name="csX6" fmla="*/ 1582 w 113581"/>
              <a:gd name="csY6" fmla="*/ 9103 h 141755"/>
              <a:gd name="csX7" fmla="*/ 3335 w 113581"/>
              <a:gd name="csY7" fmla="*/ 10259 h 141755"/>
              <a:gd name="csX8" fmla="*/ 5393 w 113581"/>
              <a:gd name="csY8" fmla="*/ 10633 h 141755"/>
              <a:gd name="csX9" fmla="*/ 108188 w 113581"/>
              <a:gd name="csY9" fmla="*/ 10633 h 141755"/>
              <a:gd name="csX10" fmla="*/ 110247 w 113581"/>
              <a:gd name="csY10" fmla="*/ 10259 h 141755"/>
              <a:gd name="csX11" fmla="*/ 111982 w 113581"/>
              <a:gd name="csY11" fmla="*/ 9103 h 141755"/>
              <a:gd name="csX12" fmla="*/ 113156 w 113581"/>
              <a:gd name="csY12" fmla="*/ 7367 h 141755"/>
              <a:gd name="csX13" fmla="*/ 113582 w 113581"/>
              <a:gd name="csY13" fmla="*/ 5326 h 141755"/>
              <a:gd name="csX14" fmla="*/ 113156 w 113581"/>
              <a:gd name="csY14" fmla="*/ 3267 h 141755"/>
              <a:gd name="csX15" fmla="*/ 111982 w 113581"/>
              <a:gd name="csY15" fmla="*/ 1532 h 141755"/>
              <a:gd name="csX16" fmla="*/ 110247 w 113581"/>
              <a:gd name="csY16" fmla="*/ 393 h 141755"/>
              <a:gd name="csX17" fmla="*/ 108188 w 113581"/>
              <a:gd name="csY17" fmla="*/ 1 h 141755"/>
              <a:gd name="csX18" fmla="*/ 5393 w 113581"/>
              <a:gd name="csY18" fmla="*/ 1 h 141755"/>
              <a:gd name="csX19" fmla="*/ 8473 w 113581"/>
              <a:gd name="csY19" fmla="*/ 17727 h 141755"/>
              <a:gd name="csX20" fmla="*/ 10769 w 113581"/>
              <a:gd name="csY20" fmla="*/ 38991 h 141755"/>
              <a:gd name="csX21" fmla="*/ 103152 w 113581"/>
              <a:gd name="csY21" fmla="*/ 38991 h 141755"/>
              <a:gd name="csX22" fmla="*/ 105228 w 113581"/>
              <a:gd name="csY22" fmla="*/ 17727 h 141755"/>
              <a:gd name="csX23" fmla="*/ 8473 w 113581"/>
              <a:gd name="csY23" fmla="*/ 17727 h 141755"/>
              <a:gd name="csX24" fmla="*/ 11926 w 113581"/>
              <a:gd name="csY24" fmla="*/ 49623 h 141755"/>
              <a:gd name="csX25" fmla="*/ 17269 w 113581"/>
              <a:gd name="csY25" fmla="*/ 99227 h 141755"/>
              <a:gd name="csX26" fmla="*/ 97283 w 113581"/>
              <a:gd name="csY26" fmla="*/ 99227 h 141755"/>
              <a:gd name="csX27" fmla="*/ 102115 w 113581"/>
              <a:gd name="csY27" fmla="*/ 49623 h 141755"/>
              <a:gd name="csX28" fmla="*/ 11926 w 113581"/>
              <a:gd name="csY28" fmla="*/ 49623 h 141755"/>
              <a:gd name="csX29" fmla="*/ 18425 w 113581"/>
              <a:gd name="csY29" fmla="*/ 109859 h 141755"/>
              <a:gd name="csX30" fmla="*/ 20178 w 113581"/>
              <a:gd name="csY30" fmla="*/ 126105 h 141755"/>
              <a:gd name="csX31" fmla="*/ 37685 w 113581"/>
              <a:gd name="csY31" fmla="*/ 141755 h 141755"/>
              <a:gd name="csX32" fmla="*/ 77139 w 113581"/>
              <a:gd name="csY32" fmla="*/ 141755 h 141755"/>
              <a:gd name="csX33" fmla="*/ 94663 w 113581"/>
              <a:gd name="csY33" fmla="*/ 126020 h 141755"/>
              <a:gd name="csX34" fmla="*/ 96245 w 113581"/>
              <a:gd name="csY34" fmla="*/ 109859 h 141755"/>
              <a:gd name="csX35" fmla="*/ 18425 w 113581"/>
              <a:gd name="csY35" fmla="*/ 109859 h 141755"/>
            </a:gdLst>
            <a:ahLst/>
            <a:cxnLst/>
            <a:rect l="l" t="t" r="r" b="b"/>
            <a:pathLst>
              <a:path w="100000" h="100000">
                <a:moveTo>
                  <a:pt x="13742" y="1"/>
                </a:moveTo>
                <a:cubicBezTo>
                  <a:pt x="13250" y="-11"/>
                  <a:pt x="12746" y="85"/>
                  <a:pt x="12290" y="277"/>
                </a:cubicBezTo>
                <a:cubicBezTo>
                  <a:pt x="11834" y="457"/>
                  <a:pt x="11414" y="733"/>
                  <a:pt x="11054" y="1081"/>
                </a:cubicBezTo>
                <a:cubicBezTo>
                  <a:pt x="10706" y="1429"/>
                  <a:pt x="10418" y="1849"/>
                  <a:pt x="10225" y="2305"/>
                </a:cubicBezTo>
                <a:cubicBezTo>
                  <a:pt x="10034" y="2761"/>
                  <a:pt x="9938" y="3253"/>
                  <a:pt x="9938" y="3757"/>
                </a:cubicBezTo>
                <a:cubicBezTo>
                  <a:pt x="9938" y="4249"/>
                  <a:pt x="10034" y="4741"/>
                  <a:pt x="10225" y="5197"/>
                </a:cubicBezTo>
                <a:cubicBezTo>
                  <a:pt x="10418" y="5653"/>
                  <a:pt x="10706" y="6073"/>
                  <a:pt x="11054" y="6422"/>
                </a:cubicBezTo>
                <a:cubicBezTo>
                  <a:pt x="11414" y="6769"/>
                  <a:pt x="11834" y="7045"/>
                  <a:pt x="12290" y="7237"/>
                </a:cubicBezTo>
                <a:cubicBezTo>
                  <a:pt x="12746" y="7417"/>
                  <a:pt x="13250" y="7513"/>
                  <a:pt x="13742" y="7501"/>
                </a:cubicBezTo>
                <a:lnTo>
                  <a:pt x="86258" y="7501"/>
                </a:lnTo>
                <a:cubicBezTo>
                  <a:pt x="86750" y="7513"/>
                  <a:pt x="87242" y="7417"/>
                  <a:pt x="87710" y="7237"/>
                </a:cubicBezTo>
                <a:cubicBezTo>
                  <a:pt x="88166" y="7045"/>
                  <a:pt x="88587" y="6769"/>
                  <a:pt x="88934" y="6422"/>
                </a:cubicBezTo>
                <a:cubicBezTo>
                  <a:pt x="89295" y="6073"/>
                  <a:pt x="89571" y="5653"/>
                  <a:pt x="89763" y="5197"/>
                </a:cubicBezTo>
                <a:cubicBezTo>
                  <a:pt x="89954" y="4741"/>
                  <a:pt x="90063" y="4249"/>
                  <a:pt x="90063" y="3757"/>
                </a:cubicBezTo>
                <a:cubicBezTo>
                  <a:pt x="90063" y="3253"/>
                  <a:pt x="89954" y="2761"/>
                  <a:pt x="89763" y="2305"/>
                </a:cubicBezTo>
                <a:cubicBezTo>
                  <a:pt x="89571" y="1849"/>
                  <a:pt x="89295" y="1429"/>
                  <a:pt x="88934" y="1081"/>
                </a:cubicBezTo>
                <a:cubicBezTo>
                  <a:pt x="88587" y="733"/>
                  <a:pt x="88166" y="457"/>
                  <a:pt x="87710" y="277"/>
                </a:cubicBezTo>
                <a:cubicBezTo>
                  <a:pt x="87242" y="85"/>
                  <a:pt x="86750" y="-11"/>
                  <a:pt x="86258" y="1"/>
                </a:cubicBezTo>
                <a:lnTo>
                  <a:pt x="13742" y="1"/>
                </a:lnTo>
                <a:close/>
                <a:moveTo>
                  <a:pt x="15915" y="12505"/>
                </a:moveTo>
                <a:lnTo>
                  <a:pt x="17534" y="27506"/>
                </a:lnTo>
                <a:lnTo>
                  <a:pt x="82705" y="27506"/>
                </a:lnTo>
                <a:lnTo>
                  <a:pt x="84170" y="12505"/>
                </a:lnTo>
                <a:lnTo>
                  <a:pt x="15915" y="12505"/>
                </a:lnTo>
                <a:close/>
                <a:moveTo>
                  <a:pt x="18351" y="35006"/>
                </a:moveTo>
                <a:lnTo>
                  <a:pt x="22120" y="69999"/>
                </a:lnTo>
                <a:lnTo>
                  <a:pt x="78565" y="69999"/>
                </a:lnTo>
                <a:lnTo>
                  <a:pt x="81974" y="35006"/>
                </a:lnTo>
                <a:lnTo>
                  <a:pt x="18351" y="35006"/>
                </a:lnTo>
                <a:close/>
                <a:moveTo>
                  <a:pt x="22935" y="77499"/>
                </a:moveTo>
                <a:lnTo>
                  <a:pt x="24172" y="88960"/>
                </a:lnTo>
                <a:cubicBezTo>
                  <a:pt x="24868" y="95259"/>
                  <a:pt x="30173" y="100000"/>
                  <a:pt x="36522" y="100000"/>
                </a:cubicBezTo>
                <a:lnTo>
                  <a:pt x="64355" y="100000"/>
                </a:lnTo>
                <a:cubicBezTo>
                  <a:pt x="70692" y="100000"/>
                  <a:pt x="76009" y="95259"/>
                  <a:pt x="76717" y="88900"/>
                </a:cubicBezTo>
                <a:lnTo>
                  <a:pt x="77833" y="77499"/>
                </a:lnTo>
                <a:lnTo>
                  <a:pt x="22935" y="7749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9" name="Белый — SVG 32">
            <a:extLst>
              <a:ext uri="{FF2B5EF4-FFF2-40B4-BE49-F238E27FC236}">
                <a16:creationId xmlns:a16="http://schemas.microsoft.com/office/drawing/2014/main" id="{0CF92C65-EBCE-E04F-98FC-EF58F4B33266}"/>
              </a:ext>
            </a:extLst>
          </p:cNvPr>
          <p:cNvSpPr>
            <a:spLocks noGrp="1"/>
          </p:cNvSpPr>
          <p:nvPr/>
        </p:nvSpPr>
        <p:spPr>
          <a:xfrm>
            <a:off x="8220000" y="5010000"/>
            <a:ext cx="220000" cy="220000"/>
          </a:xfrm>
          <a:custGeom>
            <a:avLst/>
            <a:gdLst>
              <a:gd name="csX0" fmla="*/ 35439 w 70962"/>
              <a:gd name="csY0" fmla="*/ 0 h 148847"/>
              <a:gd name="csX1" fmla="*/ 12403 w 70962"/>
              <a:gd name="csY1" fmla="*/ 23033 h 148847"/>
              <a:gd name="csX2" fmla="*/ 12403 w 70962"/>
              <a:gd name="csY2" fmla="*/ 86519 h 148847"/>
              <a:gd name="csX3" fmla="*/ 0 w 70962"/>
              <a:gd name="csY3" fmla="*/ 113413 h 148847"/>
              <a:gd name="csX4" fmla="*/ 35439 w 70962"/>
              <a:gd name="csY4" fmla="*/ 148847 h 148847"/>
              <a:gd name="csX5" fmla="*/ 70895 w 70962"/>
              <a:gd name="csY5" fmla="*/ 113413 h 148847"/>
              <a:gd name="csX6" fmla="*/ 58475 w 70962"/>
              <a:gd name="csY6" fmla="*/ 86519 h 148847"/>
              <a:gd name="csX7" fmla="*/ 58475 w 70962"/>
              <a:gd name="csY7" fmla="*/ 74424 h 148847"/>
              <a:gd name="csX8" fmla="*/ 65570 w 70962"/>
              <a:gd name="csY8" fmla="*/ 74424 h 148847"/>
              <a:gd name="csX9" fmla="*/ 67628 w 70962"/>
              <a:gd name="csY9" fmla="*/ 74032 h 148847"/>
              <a:gd name="csX10" fmla="*/ 69381 w 70962"/>
              <a:gd name="csY10" fmla="*/ 72893 h 148847"/>
              <a:gd name="csX11" fmla="*/ 70555 w 70962"/>
              <a:gd name="csY11" fmla="*/ 71158 h 148847"/>
              <a:gd name="csX12" fmla="*/ 70963 w 70962"/>
              <a:gd name="csY12" fmla="*/ 69099 h 148847"/>
              <a:gd name="csX13" fmla="*/ 70555 w 70962"/>
              <a:gd name="csY13" fmla="*/ 67058 h 148847"/>
              <a:gd name="csX14" fmla="*/ 69381 w 70962"/>
              <a:gd name="csY14" fmla="*/ 65322 h 148847"/>
              <a:gd name="csX15" fmla="*/ 67628 w 70962"/>
              <a:gd name="csY15" fmla="*/ 64183 h 148847"/>
              <a:gd name="csX16" fmla="*/ 65570 w 70962"/>
              <a:gd name="csY16" fmla="*/ 63792 h 148847"/>
              <a:gd name="csX17" fmla="*/ 58475 w 70962"/>
              <a:gd name="csY17" fmla="*/ 63792 h 148847"/>
              <a:gd name="csX18" fmla="*/ 58475 w 70962"/>
              <a:gd name="csY18" fmla="*/ 56698 h 148847"/>
              <a:gd name="csX19" fmla="*/ 65570 w 70962"/>
              <a:gd name="csY19" fmla="*/ 56698 h 148847"/>
              <a:gd name="csX20" fmla="*/ 67628 w 70962"/>
              <a:gd name="csY20" fmla="*/ 56324 h 148847"/>
              <a:gd name="csX21" fmla="*/ 69381 w 70962"/>
              <a:gd name="csY21" fmla="*/ 55167 h 148847"/>
              <a:gd name="csX22" fmla="*/ 70555 w 70962"/>
              <a:gd name="csY22" fmla="*/ 53432 h 148847"/>
              <a:gd name="csX23" fmla="*/ 70963 w 70962"/>
              <a:gd name="csY23" fmla="*/ 51390 h 148847"/>
              <a:gd name="csX24" fmla="*/ 70555 w 70962"/>
              <a:gd name="csY24" fmla="*/ 49332 h 148847"/>
              <a:gd name="csX25" fmla="*/ 69381 w 70962"/>
              <a:gd name="csY25" fmla="*/ 47597 h 148847"/>
              <a:gd name="csX26" fmla="*/ 67628 w 70962"/>
              <a:gd name="csY26" fmla="*/ 46457 h 148847"/>
              <a:gd name="csX27" fmla="*/ 65570 w 70962"/>
              <a:gd name="csY27" fmla="*/ 46066 h 148847"/>
              <a:gd name="csX28" fmla="*/ 58475 w 70962"/>
              <a:gd name="csY28" fmla="*/ 46066 h 148847"/>
              <a:gd name="csX29" fmla="*/ 58475 w 70962"/>
              <a:gd name="csY29" fmla="*/ 38989 h 148847"/>
              <a:gd name="csX30" fmla="*/ 65570 w 70962"/>
              <a:gd name="csY30" fmla="*/ 38989 h 148847"/>
              <a:gd name="csX31" fmla="*/ 67628 w 70962"/>
              <a:gd name="csY31" fmla="*/ 38598 h 148847"/>
              <a:gd name="csX32" fmla="*/ 69381 w 70962"/>
              <a:gd name="csY32" fmla="*/ 37458 h 148847"/>
              <a:gd name="csX33" fmla="*/ 70555 w 70962"/>
              <a:gd name="csY33" fmla="*/ 35723 h 148847"/>
              <a:gd name="csX34" fmla="*/ 70963 w 70962"/>
              <a:gd name="csY34" fmla="*/ 33665 h 148847"/>
              <a:gd name="csX35" fmla="*/ 70555 w 70962"/>
              <a:gd name="csY35" fmla="*/ 31624 h 148847"/>
              <a:gd name="csX36" fmla="*/ 69381 w 70962"/>
              <a:gd name="csY36" fmla="*/ 29889 h 148847"/>
              <a:gd name="csX37" fmla="*/ 67628 w 70962"/>
              <a:gd name="csY37" fmla="*/ 28732 h 148847"/>
              <a:gd name="csX38" fmla="*/ 65570 w 70962"/>
              <a:gd name="csY38" fmla="*/ 28357 h 148847"/>
              <a:gd name="csX39" fmla="*/ 58475 w 70962"/>
              <a:gd name="csY39" fmla="*/ 28357 h 148847"/>
              <a:gd name="csX40" fmla="*/ 58475 w 70962"/>
              <a:gd name="csY40" fmla="*/ 23033 h 148847"/>
              <a:gd name="csX41" fmla="*/ 35439 w 70962"/>
              <a:gd name="csY41" fmla="*/ 0 h 148847"/>
              <a:gd name="csX42" fmla="*/ 35439 w 70962"/>
              <a:gd name="csY42" fmla="*/ 46066 h 148847"/>
              <a:gd name="csX43" fmla="*/ 40764 w 70962"/>
              <a:gd name="csY43" fmla="*/ 51390 h 148847"/>
              <a:gd name="csX44" fmla="*/ 40764 w 70962"/>
              <a:gd name="csY44" fmla="*/ 96589 h 148847"/>
              <a:gd name="csX45" fmla="*/ 53167 w 70962"/>
              <a:gd name="csY45" fmla="*/ 113413 h 148847"/>
              <a:gd name="csX46" fmla="*/ 35439 w 70962"/>
              <a:gd name="csY46" fmla="*/ 131122 h 148847"/>
              <a:gd name="csX47" fmla="*/ 17728 w 70962"/>
              <a:gd name="csY47" fmla="*/ 113413 h 148847"/>
              <a:gd name="csX48" fmla="*/ 30131 w 70962"/>
              <a:gd name="csY48" fmla="*/ 96589 h 148847"/>
              <a:gd name="csX49" fmla="*/ 30131 w 70962"/>
              <a:gd name="csY49" fmla="*/ 51390 h 148847"/>
              <a:gd name="csX50" fmla="*/ 35439 w 70962"/>
              <a:gd name="csY50" fmla="*/ 46066 h 148847"/>
            </a:gdLst>
            <a:ahLst/>
            <a:cxnLst/>
            <a:rect l="l" t="t" r="r" b="b"/>
            <a:pathLst>
              <a:path w="100000" h="100000">
                <a:moveTo>
                  <a:pt x="49972" y="0"/>
                </a:moveTo>
                <a:cubicBezTo>
                  <a:pt x="41445" y="0"/>
                  <a:pt x="34495" y="6937"/>
                  <a:pt x="34495" y="15474"/>
                </a:cubicBezTo>
                <a:lnTo>
                  <a:pt x="34495" y="58126"/>
                </a:lnTo>
                <a:cubicBezTo>
                  <a:pt x="29249" y="62629"/>
                  <a:pt x="26163" y="69257"/>
                  <a:pt x="26163" y="76194"/>
                </a:cubicBezTo>
                <a:cubicBezTo>
                  <a:pt x="26163" y="89315"/>
                  <a:pt x="36850" y="100000"/>
                  <a:pt x="49972" y="100000"/>
                </a:cubicBezTo>
                <a:cubicBezTo>
                  <a:pt x="63105" y="100000"/>
                  <a:pt x="73792" y="89315"/>
                  <a:pt x="73792" y="76194"/>
                </a:cubicBezTo>
                <a:cubicBezTo>
                  <a:pt x="73792" y="69257"/>
                  <a:pt x="70706" y="62629"/>
                  <a:pt x="65448" y="58126"/>
                </a:cubicBezTo>
                <a:lnTo>
                  <a:pt x="65448" y="50000"/>
                </a:lnTo>
                <a:lnTo>
                  <a:pt x="70215" y="50000"/>
                </a:lnTo>
                <a:cubicBezTo>
                  <a:pt x="70694" y="50012"/>
                  <a:pt x="71163" y="49920"/>
                  <a:pt x="71597" y="49737"/>
                </a:cubicBezTo>
                <a:cubicBezTo>
                  <a:pt x="72043" y="49566"/>
                  <a:pt x="72443" y="49303"/>
                  <a:pt x="72775" y="48972"/>
                </a:cubicBezTo>
                <a:cubicBezTo>
                  <a:pt x="73118" y="48640"/>
                  <a:pt x="73380" y="48240"/>
                  <a:pt x="73564" y="47806"/>
                </a:cubicBezTo>
                <a:cubicBezTo>
                  <a:pt x="73747" y="47371"/>
                  <a:pt x="73838" y="46903"/>
                  <a:pt x="73838" y="46423"/>
                </a:cubicBezTo>
                <a:cubicBezTo>
                  <a:pt x="73838" y="45955"/>
                  <a:pt x="73747" y="45486"/>
                  <a:pt x="73564" y="45052"/>
                </a:cubicBezTo>
                <a:cubicBezTo>
                  <a:pt x="73380" y="44617"/>
                  <a:pt x="73118" y="44217"/>
                  <a:pt x="72775" y="43885"/>
                </a:cubicBezTo>
                <a:cubicBezTo>
                  <a:pt x="72443" y="43555"/>
                  <a:pt x="72043" y="43291"/>
                  <a:pt x="71597" y="43120"/>
                </a:cubicBezTo>
                <a:cubicBezTo>
                  <a:pt x="71163" y="42937"/>
                  <a:pt x="70694" y="42846"/>
                  <a:pt x="70215" y="42857"/>
                </a:cubicBezTo>
                <a:lnTo>
                  <a:pt x="65448" y="42857"/>
                </a:lnTo>
                <a:lnTo>
                  <a:pt x="65448" y="38091"/>
                </a:lnTo>
                <a:lnTo>
                  <a:pt x="70215" y="38091"/>
                </a:lnTo>
                <a:cubicBezTo>
                  <a:pt x="70694" y="38103"/>
                  <a:pt x="71163" y="38012"/>
                  <a:pt x="71597" y="37840"/>
                </a:cubicBezTo>
                <a:cubicBezTo>
                  <a:pt x="72043" y="37657"/>
                  <a:pt x="72443" y="37394"/>
                  <a:pt x="72775" y="37063"/>
                </a:cubicBezTo>
                <a:cubicBezTo>
                  <a:pt x="73118" y="36732"/>
                  <a:pt x="73380" y="36343"/>
                  <a:pt x="73564" y="35897"/>
                </a:cubicBezTo>
                <a:cubicBezTo>
                  <a:pt x="73747" y="35463"/>
                  <a:pt x="73838" y="34994"/>
                  <a:pt x="73838" y="34525"/>
                </a:cubicBezTo>
                <a:cubicBezTo>
                  <a:pt x="73838" y="34046"/>
                  <a:pt x="73747" y="33577"/>
                  <a:pt x="73564" y="33143"/>
                </a:cubicBezTo>
                <a:cubicBezTo>
                  <a:pt x="73380" y="32709"/>
                  <a:pt x="73118" y="32308"/>
                  <a:pt x="72775" y="31977"/>
                </a:cubicBezTo>
                <a:cubicBezTo>
                  <a:pt x="72443" y="31646"/>
                  <a:pt x="72043" y="31383"/>
                  <a:pt x="71597" y="31211"/>
                </a:cubicBezTo>
                <a:cubicBezTo>
                  <a:pt x="71163" y="31029"/>
                  <a:pt x="70694" y="30949"/>
                  <a:pt x="70215" y="30949"/>
                </a:cubicBezTo>
                <a:lnTo>
                  <a:pt x="65448" y="30949"/>
                </a:lnTo>
                <a:lnTo>
                  <a:pt x="65448" y="26194"/>
                </a:lnTo>
                <a:lnTo>
                  <a:pt x="70215" y="26194"/>
                </a:lnTo>
                <a:cubicBezTo>
                  <a:pt x="70694" y="26194"/>
                  <a:pt x="71163" y="26115"/>
                  <a:pt x="71597" y="25931"/>
                </a:cubicBezTo>
                <a:cubicBezTo>
                  <a:pt x="72043" y="25760"/>
                  <a:pt x="72443" y="25497"/>
                  <a:pt x="72775" y="25165"/>
                </a:cubicBezTo>
                <a:cubicBezTo>
                  <a:pt x="73118" y="24834"/>
                  <a:pt x="73380" y="24434"/>
                  <a:pt x="73564" y="24000"/>
                </a:cubicBezTo>
                <a:cubicBezTo>
                  <a:pt x="73747" y="23566"/>
                  <a:pt x="73838" y="23097"/>
                  <a:pt x="73838" y="22617"/>
                </a:cubicBezTo>
                <a:cubicBezTo>
                  <a:pt x="73838" y="22148"/>
                  <a:pt x="73747" y="21680"/>
                  <a:pt x="73564" y="21246"/>
                </a:cubicBezTo>
                <a:cubicBezTo>
                  <a:pt x="73380" y="20800"/>
                  <a:pt x="73118" y="20412"/>
                  <a:pt x="72775" y="20080"/>
                </a:cubicBezTo>
                <a:cubicBezTo>
                  <a:pt x="72443" y="19748"/>
                  <a:pt x="72043" y="19486"/>
                  <a:pt x="71597" y="19303"/>
                </a:cubicBezTo>
                <a:cubicBezTo>
                  <a:pt x="71163" y="19132"/>
                  <a:pt x="70694" y="19040"/>
                  <a:pt x="70215" y="19051"/>
                </a:cubicBezTo>
                <a:lnTo>
                  <a:pt x="65448" y="19051"/>
                </a:lnTo>
                <a:lnTo>
                  <a:pt x="65448" y="15474"/>
                </a:lnTo>
                <a:cubicBezTo>
                  <a:pt x="65448" y="6937"/>
                  <a:pt x="58510" y="0"/>
                  <a:pt x="49972" y="0"/>
                </a:cubicBezTo>
                <a:close/>
                <a:moveTo>
                  <a:pt x="49972" y="30949"/>
                </a:moveTo>
                <a:cubicBezTo>
                  <a:pt x="51949" y="30949"/>
                  <a:pt x="53549" y="32549"/>
                  <a:pt x="53549" y="34525"/>
                </a:cubicBezTo>
                <a:lnTo>
                  <a:pt x="53549" y="64891"/>
                </a:lnTo>
                <a:cubicBezTo>
                  <a:pt x="58362" y="66412"/>
                  <a:pt x="61882" y="70869"/>
                  <a:pt x="61882" y="76194"/>
                </a:cubicBezTo>
                <a:cubicBezTo>
                  <a:pt x="61882" y="82766"/>
                  <a:pt x="56556" y="88092"/>
                  <a:pt x="49972" y="88092"/>
                </a:cubicBezTo>
                <a:cubicBezTo>
                  <a:pt x="43399" y="88092"/>
                  <a:pt x="38073" y="82766"/>
                  <a:pt x="38073" y="76194"/>
                </a:cubicBezTo>
                <a:cubicBezTo>
                  <a:pt x="38073" y="70869"/>
                  <a:pt x="41582" y="66412"/>
                  <a:pt x="46406" y="64891"/>
                </a:cubicBezTo>
                <a:lnTo>
                  <a:pt x="46406" y="34525"/>
                </a:lnTo>
                <a:cubicBezTo>
                  <a:pt x="46406" y="32549"/>
                  <a:pt x="48006" y="30949"/>
                  <a:pt x="49972" y="3094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0" name="Белый — SVG 33">
            <a:extLst>
              <a:ext uri="{FF2B5EF4-FFF2-40B4-BE49-F238E27FC236}">
                <a16:creationId xmlns:a16="http://schemas.microsoft.com/office/drawing/2014/main" id="{49DCF922-2BFE-3446-8816-303E4968ED99}"/>
              </a:ext>
            </a:extLst>
          </p:cNvPr>
          <p:cNvSpPr>
            <a:spLocks noGrp="1"/>
          </p:cNvSpPr>
          <p:nvPr/>
        </p:nvSpPr>
        <p:spPr>
          <a:xfrm>
            <a:off x="8820000" y="5010000"/>
            <a:ext cx="220000" cy="220000"/>
          </a:xfrm>
          <a:custGeom>
            <a:avLst/>
            <a:gdLst>
              <a:gd name="csX0" fmla="*/ 63800 w 127600"/>
              <a:gd name="csY0" fmla="*/ 0 h 134608"/>
              <a:gd name="csX1" fmla="*/ 52299 w 127600"/>
              <a:gd name="csY1" fmla="*/ 3998 h 134608"/>
              <a:gd name="csX2" fmla="*/ 10140 w 127600"/>
              <a:gd name="csY2" fmla="*/ 37203 h 134608"/>
              <a:gd name="csX3" fmla="*/ 0 w 127600"/>
              <a:gd name="csY3" fmla="*/ 58093 h 134608"/>
              <a:gd name="csX4" fmla="*/ 0 w 127600"/>
              <a:gd name="csY4" fmla="*/ 122191 h 134608"/>
              <a:gd name="csX5" fmla="*/ 12403 w 127600"/>
              <a:gd name="csY5" fmla="*/ 134609 h 134608"/>
              <a:gd name="csX6" fmla="*/ 115198 w 127600"/>
              <a:gd name="csY6" fmla="*/ 134609 h 134608"/>
              <a:gd name="csX7" fmla="*/ 127601 w 127600"/>
              <a:gd name="csY7" fmla="*/ 122191 h 134608"/>
              <a:gd name="csX8" fmla="*/ 127601 w 127600"/>
              <a:gd name="csY8" fmla="*/ 58093 h 134608"/>
              <a:gd name="csX9" fmla="*/ 117478 w 127600"/>
              <a:gd name="csY9" fmla="*/ 37203 h 134608"/>
              <a:gd name="csX10" fmla="*/ 75301 w 127600"/>
              <a:gd name="csY10" fmla="*/ 4015 h 134608"/>
              <a:gd name="csX11" fmla="*/ 63800 w 127600"/>
              <a:gd name="csY11" fmla="*/ 0 h 134608"/>
              <a:gd name="csX12" fmla="*/ 63800 w 127600"/>
              <a:gd name="csY12" fmla="*/ 35417 h 134608"/>
              <a:gd name="csX13" fmla="*/ 74434 w 127600"/>
              <a:gd name="csY13" fmla="*/ 46049 h 134608"/>
              <a:gd name="csX14" fmla="*/ 83298 w 127600"/>
              <a:gd name="csY14" fmla="*/ 46049 h 134608"/>
              <a:gd name="csX15" fmla="*/ 88606 w 127600"/>
              <a:gd name="csY15" fmla="*/ 51356 h 134608"/>
              <a:gd name="csX16" fmla="*/ 83298 w 127600"/>
              <a:gd name="csY16" fmla="*/ 56681 h 134608"/>
              <a:gd name="csX17" fmla="*/ 74434 w 127600"/>
              <a:gd name="csY17" fmla="*/ 56681 h 134608"/>
              <a:gd name="csX18" fmla="*/ 74434 w 127600"/>
              <a:gd name="csY18" fmla="*/ 63758 h 134608"/>
              <a:gd name="csX19" fmla="*/ 83298 w 127600"/>
              <a:gd name="csY19" fmla="*/ 63758 h 134608"/>
              <a:gd name="csX20" fmla="*/ 88606 w 127600"/>
              <a:gd name="csY20" fmla="*/ 69082 h 134608"/>
              <a:gd name="csX21" fmla="*/ 83298 w 127600"/>
              <a:gd name="csY21" fmla="*/ 74390 h 134608"/>
              <a:gd name="csX22" fmla="*/ 74434 w 127600"/>
              <a:gd name="csY22" fmla="*/ 74390 h 134608"/>
              <a:gd name="csX23" fmla="*/ 74434 w 127600"/>
              <a:gd name="csY23" fmla="*/ 83252 h 134608"/>
              <a:gd name="csX24" fmla="*/ 81528 w 127600"/>
              <a:gd name="csY24" fmla="*/ 97355 h 134608"/>
              <a:gd name="csX25" fmla="*/ 63800 w 127600"/>
              <a:gd name="csY25" fmla="*/ 115063 h 134608"/>
              <a:gd name="csX26" fmla="*/ 46072 w 127600"/>
              <a:gd name="csY26" fmla="*/ 97355 h 134608"/>
              <a:gd name="csX27" fmla="*/ 53167 w 127600"/>
              <a:gd name="csY27" fmla="*/ 83252 h 134608"/>
              <a:gd name="csX28" fmla="*/ 53167 w 127600"/>
              <a:gd name="csY28" fmla="*/ 46049 h 134608"/>
              <a:gd name="csX29" fmla="*/ 63800 w 127600"/>
              <a:gd name="csY29" fmla="*/ 35417 h 134608"/>
              <a:gd name="csX30" fmla="*/ 63800 w 127600"/>
              <a:gd name="csY30" fmla="*/ 90261 h 134608"/>
              <a:gd name="csX31" fmla="*/ 58781 w 127600"/>
              <a:gd name="csY31" fmla="*/ 92336 h 134608"/>
              <a:gd name="csX32" fmla="*/ 56706 w 127600"/>
              <a:gd name="csY32" fmla="*/ 97355 h 134608"/>
              <a:gd name="csX33" fmla="*/ 58781 w 127600"/>
              <a:gd name="csY33" fmla="*/ 102356 h 134608"/>
              <a:gd name="csX34" fmla="*/ 63800 w 127600"/>
              <a:gd name="csY34" fmla="*/ 104431 h 134608"/>
              <a:gd name="csX35" fmla="*/ 68819 w 127600"/>
              <a:gd name="csY35" fmla="*/ 102356 h 134608"/>
              <a:gd name="csX36" fmla="*/ 70895 w 127600"/>
              <a:gd name="csY36" fmla="*/ 97355 h 134608"/>
              <a:gd name="csX37" fmla="*/ 68819 w 127600"/>
              <a:gd name="csY37" fmla="*/ 92336 h 134608"/>
              <a:gd name="csX38" fmla="*/ 63800 w 127600"/>
              <a:gd name="csY38" fmla="*/ 90261 h 134608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46979" y="0"/>
                  <a:pt x="43971" y="986"/>
                  <a:pt x="41456" y="2970"/>
                </a:cubicBezTo>
                <a:lnTo>
                  <a:pt x="10136" y="27638"/>
                </a:lnTo>
                <a:cubicBezTo>
                  <a:pt x="5346" y="31417"/>
                  <a:pt x="2603" y="37066"/>
                  <a:pt x="2603" y="43157"/>
                </a:cubicBezTo>
                <a:lnTo>
                  <a:pt x="2603" y="90775"/>
                </a:lnTo>
                <a:cubicBezTo>
                  <a:pt x="2603" y="95868"/>
                  <a:pt x="6736" y="100001"/>
                  <a:pt x="11817" y="100001"/>
                </a:cubicBezTo>
                <a:lnTo>
                  <a:pt x="88183" y="100001"/>
                </a:lnTo>
                <a:cubicBezTo>
                  <a:pt x="93264" y="100001"/>
                  <a:pt x="97398" y="95868"/>
                  <a:pt x="97398" y="90775"/>
                </a:cubicBezTo>
                <a:lnTo>
                  <a:pt x="97398" y="43157"/>
                </a:lnTo>
                <a:cubicBezTo>
                  <a:pt x="97398" y="37066"/>
                  <a:pt x="94655" y="31417"/>
                  <a:pt x="89877" y="27638"/>
                </a:cubicBezTo>
                <a:lnTo>
                  <a:pt x="58544" y="2983"/>
                </a:lnTo>
                <a:cubicBezTo>
                  <a:pt x="56029" y="998"/>
                  <a:pt x="53021" y="0"/>
                  <a:pt x="50000" y="0"/>
                </a:cubicBezTo>
                <a:close/>
                <a:moveTo>
                  <a:pt x="50000" y="26311"/>
                </a:moveTo>
                <a:cubicBezTo>
                  <a:pt x="54361" y="26311"/>
                  <a:pt x="57900" y="29837"/>
                  <a:pt x="57900" y="34210"/>
                </a:cubicBezTo>
                <a:lnTo>
                  <a:pt x="64485" y="34210"/>
                </a:lnTo>
                <a:cubicBezTo>
                  <a:pt x="66659" y="34210"/>
                  <a:pt x="68428" y="35979"/>
                  <a:pt x="68428" y="38152"/>
                </a:cubicBezTo>
                <a:cubicBezTo>
                  <a:pt x="68428" y="40339"/>
                  <a:pt x="66659" y="42108"/>
                  <a:pt x="64485" y="42108"/>
                </a:cubicBezTo>
                <a:lnTo>
                  <a:pt x="57900" y="42108"/>
                </a:lnTo>
                <a:lnTo>
                  <a:pt x="57900" y="47366"/>
                </a:lnTo>
                <a:lnTo>
                  <a:pt x="64485" y="47366"/>
                </a:lnTo>
                <a:cubicBezTo>
                  <a:pt x="66659" y="47366"/>
                  <a:pt x="68428" y="49135"/>
                  <a:pt x="68428" y="51321"/>
                </a:cubicBezTo>
                <a:cubicBezTo>
                  <a:pt x="68428" y="53495"/>
                  <a:pt x="66659" y="55264"/>
                  <a:pt x="64485" y="55264"/>
                </a:cubicBezTo>
                <a:lnTo>
                  <a:pt x="57900" y="55264"/>
                </a:lnTo>
                <a:lnTo>
                  <a:pt x="57900" y="61848"/>
                </a:lnTo>
                <a:cubicBezTo>
                  <a:pt x="61085" y="64250"/>
                  <a:pt x="63170" y="68028"/>
                  <a:pt x="63170" y="72325"/>
                </a:cubicBezTo>
                <a:cubicBezTo>
                  <a:pt x="63170" y="79591"/>
                  <a:pt x="57268" y="85480"/>
                  <a:pt x="50000" y="85480"/>
                </a:cubicBezTo>
                <a:cubicBezTo>
                  <a:pt x="42733" y="85480"/>
                  <a:pt x="36830" y="79591"/>
                  <a:pt x="36830" y="72325"/>
                </a:cubicBezTo>
                <a:cubicBezTo>
                  <a:pt x="36830" y="68028"/>
                  <a:pt x="38915" y="64250"/>
                  <a:pt x="42101" y="61848"/>
                </a:cubicBezTo>
                <a:lnTo>
                  <a:pt x="42101" y="34210"/>
                </a:lnTo>
                <a:cubicBezTo>
                  <a:pt x="42101" y="29837"/>
                  <a:pt x="45640" y="26311"/>
                  <a:pt x="50000" y="26311"/>
                </a:cubicBezTo>
                <a:close/>
                <a:moveTo>
                  <a:pt x="50000" y="67055"/>
                </a:moveTo>
                <a:cubicBezTo>
                  <a:pt x="48597" y="67055"/>
                  <a:pt x="47270" y="67610"/>
                  <a:pt x="46271" y="68596"/>
                </a:cubicBezTo>
                <a:cubicBezTo>
                  <a:pt x="45286" y="69582"/>
                  <a:pt x="44730" y="70922"/>
                  <a:pt x="44730" y="72325"/>
                </a:cubicBezTo>
                <a:cubicBezTo>
                  <a:pt x="44730" y="73715"/>
                  <a:pt x="45286" y="75054"/>
                  <a:pt x="46271" y="76040"/>
                </a:cubicBezTo>
                <a:cubicBezTo>
                  <a:pt x="47270" y="77026"/>
                  <a:pt x="48597" y="77582"/>
                  <a:pt x="50000" y="77582"/>
                </a:cubicBezTo>
                <a:cubicBezTo>
                  <a:pt x="51403" y="77582"/>
                  <a:pt x="52730" y="77026"/>
                  <a:pt x="53729" y="76040"/>
                </a:cubicBezTo>
                <a:cubicBezTo>
                  <a:pt x="54714" y="75054"/>
                  <a:pt x="55271" y="73715"/>
                  <a:pt x="55271" y="72325"/>
                </a:cubicBezTo>
                <a:cubicBezTo>
                  <a:pt x="55271" y="70922"/>
                  <a:pt x="54714" y="69582"/>
                  <a:pt x="53729" y="68596"/>
                </a:cubicBezTo>
                <a:cubicBezTo>
                  <a:pt x="52730" y="67610"/>
                  <a:pt x="51403" y="67055"/>
                  <a:pt x="50000" y="6705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1" name="Белый — SVG 34">
            <a:extLst>
              <a:ext uri="{FF2B5EF4-FFF2-40B4-BE49-F238E27FC236}">
                <a16:creationId xmlns:a16="http://schemas.microsoft.com/office/drawing/2014/main" id="{D667CF27-D2F8-FB45-8B9F-8EBBC7E4924F}"/>
              </a:ext>
            </a:extLst>
          </p:cNvPr>
          <p:cNvSpPr>
            <a:spLocks noGrp="1"/>
          </p:cNvSpPr>
          <p:nvPr/>
        </p:nvSpPr>
        <p:spPr>
          <a:xfrm>
            <a:off x="9420000" y="5010000"/>
            <a:ext cx="220000" cy="220000"/>
          </a:xfrm>
          <a:custGeom>
            <a:avLst/>
            <a:gdLst>
              <a:gd name="csX0" fmla="*/ 63877 w 127751"/>
              <a:gd name="csY0" fmla="*/ 0 h 141753"/>
              <a:gd name="csX1" fmla="*/ 42610 w 127751"/>
              <a:gd name="csY1" fmla="*/ 21264 h 141753"/>
              <a:gd name="csX2" fmla="*/ 5393 w 127751"/>
              <a:gd name="csY2" fmla="*/ 21264 h 141753"/>
              <a:gd name="csX3" fmla="*/ 3335 w 127751"/>
              <a:gd name="csY3" fmla="*/ 21655 h 141753"/>
              <a:gd name="csX4" fmla="*/ 1584 w 127751"/>
              <a:gd name="csY4" fmla="*/ 22795 h 141753"/>
              <a:gd name="csX5" fmla="*/ 412 w 127751"/>
              <a:gd name="csY5" fmla="*/ 24530 h 141753"/>
              <a:gd name="csX6" fmla="*/ 0 w 127751"/>
              <a:gd name="csY6" fmla="*/ 26572 h 141753"/>
              <a:gd name="csX7" fmla="*/ 412 w 127751"/>
              <a:gd name="csY7" fmla="*/ 28630 h 141753"/>
              <a:gd name="csX8" fmla="*/ 1584 w 127751"/>
              <a:gd name="csY8" fmla="*/ 30365 h 141753"/>
              <a:gd name="csX9" fmla="*/ 3335 w 127751"/>
              <a:gd name="csY9" fmla="*/ 31505 h 141753"/>
              <a:gd name="csX10" fmla="*/ 5393 w 127751"/>
              <a:gd name="csY10" fmla="*/ 31896 h 141753"/>
              <a:gd name="csX11" fmla="*/ 14254 w 127751"/>
              <a:gd name="csY11" fmla="*/ 31896 h 141753"/>
              <a:gd name="csX12" fmla="*/ 14254 w 127751"/>
              <a:gd name="csY12" fmla="*/ 122259 h 141753"/>
              <a:gd name="csX13" fmla="*/ 33748 w 127751"/>
              <a:gd name="csY13" fmla="*/ 141754 h 141753"/>
              <a:gd name="csX14" fmla="*/ 94004 w 127751"/>
              <a:gd name="csY14" fmla="*/ 141754 h 141753"/>
              <a:gd name="csX15" fmla="*/ 113498 w 127751"/>
              <a:gd name="csY15" fmla="*/ 122259 h 141753"/>
              <a:gd name="csX16" fmla="*/ 113498 w 127751"/>
              <a:gd name="csY16" fmla="*/ 31896 h 141753"/>
              <a:gd name="csX17" fmla="*/ 122360 w 127751"/>
              <a:gd name="csY17" fmla="*/ 31896 h 141753"/>
              <a:gd name="csX18" fmla="*/ 124417 w 127751"/>
              <a:gd name="csY18" fmla="*/ 31505 h 141753"/>
              <a:gd name="csX19" fmla="*/ 126168 w 127751"/>
              <a:gd name="csY19" fmla="*/ 30365 h 141753"/>
              <a:gd name="csX20" fmla="*/ 127340 w 127751"/>
              <a:gd name="csY20" fmla="*/ 28630 h 141753"/>
              <a:gd name="csX21" fmla="*/ 127752 w 127751"/>
              <a:gd name="csY21" fmla="*/ 26572 h 141753"/>
              <a:gd name="csX22" fmla="*/ 127340 w 127751"/>
              <a:gd name="csY22" fmla="*/ 24530 h 141753"/>
              <a:gd name="csX23" fmla="*/ 126168 w 127751"/>
              <a:gd name="csY23" fmla="*/ 22795 h 141753"/>
              <a:gd name="csX24" fmla="*/ 124417 w 127751"/>
              <a:gd name="csY24" fmla="*/ 21655 h 141753"/>
              <a:gd name="csX25" fmla="*/ 122360 w 127751"/>
              <a:gd name="csY25" fmla="*/ 21264 h 141753"/>
              <a:gd name="csX26" fmla="*/ 85144 w 127751"/>
              <a:gd name="csY26" fmla="*/ 21264 h 141753"/>
              <a:gd name="csX27" fmla="*/ 63877 w 127751"/>
              <a:gd name="csY27" fmla="*/ 0 h 141753"/>
              <a:gd name="csX28" fmla="*/ 63877 w 127751"/>
              <a:gd name="csY28" fmla="*/ 10632 h 141753"/>
              <a:gd name="csX29" fmla="*/ 74510 w 127751"/>
              <a:gd name="csY29" fmla="*/ 21264 h 141753"/>
              <a:gd name="csX30" fmla="*/ 53243 w 127751"/>
              <a:gd name="csY30" fmla="*/ 21264 h 141753"/>
              <a:gd name="csX31" fmla="*/ 63877 w 127751"/>
              <a:gd name="csY31" fmla="*/ 10632 h 141753"/>
              <a:gd name="csX32" fmla="*/ 47927 w 127751"/>
              <a:gd name="csY32" fmla="*/ 49621 h 141753"/>
              <a:gd name="csX33" fmla="*/ 53243 w 127751"/>
              <a:gd name="csY33" fmla="*/ 54929 h 141753"/>
              <a:gd name="csX34" fmla="*/ 53243 w 127751"/>
              <a:gd name="csY34" fmla="*/ 108089 h 141753"/>
              <a:gd name="csX35" fmla="*/ 47927 w 127751"/>
              <a:gd name="csY35" fmla="*/ 113413 h 141753"/>
              <a:gd name="csX36" fmla="*/ 42610 w 127751"/>
              <a:gd name="csY36" fmla="*/ 108089 h 141753"/>
              <a:gd name="csX37" fmla="*/ 42610 w 127751"/>
              <a:gd name="csY37" fmla="*/ 54929 h 141753"/>
              <a:gd name="csX38" fmla="*/ 47927 w 127751"/>
              <a:gd name="csY38" fmla="*/ 49621 h 141753"/>
              <a:gd name="csX39" fmla="*/ 79827 w 127751"/>
              <a:gd name="csY39" fmla="*/ 49621 h 141753"/>
              <a:gd name="csX40" fmla="*/ 85144 w 127751"/>
              <a:gd name="csY40" fmla="*/ 54929 h 141753"/>
              <a:gd name="csX41" fmla="*/ 85144 w 127751"/>
              <a:gd name="csY41" fmla="*/ 108089 h 141753"/>
              <a:gd name="csX42" fmla="*/ 79827 w 127751"/>
              <a:gd name="csY42" fmla="*/ 113413 h 141753"/>
              <a:gd name="csX43" fmla="*/ 74510 w 127751"/>
              <a:gd name="csY43" fmla="*/ 108089 h 141753"/>
              <a:gd name="csX44" fmla="*/ 74510 w 127751"/>
              <a:gd name="csY44" fmla="*/ 54929 h 141753"/>
              <a:gd name="csX45" fmla="*/ 79827 w 127751"/>
              <a:gd name="csY45" fmla="*/ 49621 h 141753"/>
            </a:gdLst>
            <a:ahLst/>
            <a:cxnLst/>
            <a:rect l="l" t="t" r="r" b="b"/>
            <a:pathLst>
              <a:path w="100000" h="100000">
                <a:moveTo>
                  <a:pt x="50001" y="0"/>
                </a:moveTo>
                <a:cubicBezTo>
                  <a:pt x="41759" y="0"/>
                  <a:pt x="34998" y="6756"/>
                  <a:pt x="34998" y="15001"/>
                </a:cubicBezTo>
                <a:lnTo>
                  <a:pt x="8743" y="15001"/>
                </a:lnTo>
                <a:cubicBezTo>
                  <a:pt x="8245" y="14989"/>
                  <a:pt x="7752" y="15085"/>
                  <a:pt x="7292" y="15277"/>
                </a:cubicBezTo>
                <a:cubicBezTo>
                  <a:pt x="6830" y="15456"/>
                  <a:pt x="6410" y="15733"/>
                  <a:pt x="6056" y="16081"/>
                </a:cubicBezTo>
                <a:cubicBezTo>
                  <a:pt x="5702" y="16429"/>
                  <a:pt x="5421" y="16849"/>
                  <a:pt x="5230" y="17305"/>
                </a:cubicBezTo>
                <a:cubicBezTo>
                  <a:pt x="5038" y="17761"/>
                  <a:pt x="4939" y="18253"/>
                  <a:pt x="4939" y="18745"/>
                </a:cubicBezTo>
                <a:cubicBezTo>
                  <a:pt x="4939" y="19249"/>
                  <a:pt x="5038" y="19741"/>
                  <a:pt x="5230" y="20197"/>
                </a:cubicBezTo>
                <a:cubicBezTo>
                  <a:pt x="5421" y="20653"/>
                  <a:pt x="5702" y="21073"/>
                  <a:pt x="6056" y="21421"/>
                </a:cubicBezTo>
                <a:cubicBezTo>
                  <a:pt x="6410" y="21769"/>
                  <a:pt x="6830" y="22045"/>
                  <a:pt x="7292" y="22225"/>
                </a:cubicBezTo>
                <a:cubicBezTo>
                  <a:pt x="7752" y="22417"/>
                  <a:pt x="8245" y="22513"/>
                  <a:pt x="8743" y="22501"/>
                </a:cubicBezTo>
                <a:lnTo>
                  <a:pt x="14994" y="22501"/>
                </a:lnTo>
                <a:lnTo>
                  <a:pt x="14994" y="86248"/>
                </a:lnTo>
                <a:cubicBezTo>
                  <a:pt x="14994" y="93832"/>
                  <a:pt x="21162" y="100001"/>
                  <a:pt x="28746" y="100001"/>
                </a:cubicBezTo>
                <a:lnTo>
                  <a:pt x="71254" y="100001"/>
                </a:lnTo>
                <a:cubicBezTo>
                  <a:pt x="78839" y="100001"/>
                  <a:pt x="85006" y="93832"/>
                  <a:pt x="85006" y="86248"/>
                </a:cubicBezTo>
                <a:lnTo>
                  <a:pt x="85006" y="22501"/>
                </a:lnTo>
                <a:lnTo>
                  <a:pt x="91258" y="22501"/>
                </a:lnTo>
                <a:cubicBezTo>
                  <a:pt x="91755" y="22513"/>
                  <a:pt x="92248" y="22417"/>
                  <a:pt x="92709" y="22225"/>
                </a:cubicBezTo>
                <a:cubicBezTo>
                  <a:pt x="93171" y="22045"/>
                  <a:pt x="93590" y="21769"/>
                  <a:pt x="93944" y="21421"/>
                </a:cubicBezTo>
                <a:cubicBezTo>
                  <a:pt x="94299" y="21073"/>
                  <a:pt x="94579" y="20653"/>
                  <a:pt x="94771" y="20197"/>
                </a:cubicBezTo>
                <a:cubicBezTo>
                  <a:pt x="94964" y="19741"/>
                  <a:pt x="95062" y="19249"/>
                  <a:pt x="95062" y="18745"/>
                </a:cubicBezTo>
                <a:cubicBezTo>
                  <a:pt x="95062" y="18253"/>
                  <a:pt x="94964" y="17761"/>
                  <a:pt x="94771" y="17305"/>
                </a:cubicBezTo>
                <a:cubicBezTo>
                  <a:pt x="94579" y="16849"/>
                  <a:pt x="94299" y="16429"/>
                  <a:pt x="93944" y="16081"/>
                </a:cubicBezTo>
                <a:cubicBezTo>
                  <a:pt x="93590" y="15733"/>
                  <a:pt x="93171" y="15456"/>
                  <a:pt x="92709" y="15277"/>
                </a:cubicBezTo>
                <a:cubicBezTo>
                  <a:pt x="92248" y="15085"/>
                  <a:pt x="91755" y="14989"/>
                  <a:pt x="91258" y="15001"/>
                </a:cubicBezTo>
                <a:lnTo>
                  <a:pt x="65004" y="15001"/>
                </a:lnTo>
                <a:cubicBezTo>
                  <a:pt x="65004" y="6756"/>
                  <a:pt x="58241" y="0"/>
                  <a:pt x="50001" y="0"/>
                </a:cubicBezTo>
                <a:close/>
                <a:moveTo>
                  <a:pt x="50001" y="7500"/>
                </a:moveTo>
                <a:cubicBezTo>
                  <a:pt x="54186" y="7500"/>
                  <a:pt x="57502" y="10812"/>
                  <a:pt x="57502" y="15001"/>
                </a:cubicBezTo>
                <a:lnTo>
                  <a:pt x="42499" y="15001"/>
                </a:lnTo>
                <a:cubicBezTo>
                  <a:pt x="42499" y="10812"/>
                  <a:pt x="45815" y="7500"/>
                  <a:pt x="50001" y="7500"/>
                </a:cubicBezTo>
                <a:close/>
                <a:moveTo>
                  <a:pt x="38749" y="35005"/>
                </a:moveTo>
                <a:cubicBezTo>
                  <a:pt x="40820" y="35005"/>
                  <a:pt x="42499" y="36686"/>
                  <a:pt x="42499" y="38750"/>
                </a:cubicBezTo>
                <a:lnTo>
                  <a:pt x="42499" y="76252"/>
                </a:lnTo>
                <a:cubicBezTo>
                  <a:pt x="42499" y="78328"/>
                  <a:pt x="40820" y="80007"/>
                  <a:pt x="38749" y="80007"/>
                </a:cubicBezTo>
                <a:cubicBezTo>
                  <a:pt x="36679" y="80007"/>
                  <a:pt x="34998" y="78328"/>
                  <a:pt x="34998" y="76252"/>
                </a:cubicBezTo>
                <a:lnTo>
                  <a:pt x="34998" y="38750"/>
                </a:lnTo>
                <a:cubicBezTo>
                  <a:pt x="34998" y="36686"/>
                  <a:pt x="36679" y="35005"/>
                  <a:pt x="38749" y="35005"/>
                </a:cubicBezTo>
                <a:close/>
                <a:moveTo>
                  <a:pt x="61253" y="35005"/>
                </a:moveTo>
                <a:cubicBezTo>
                  <a:pt x="63324" y="35005"/>
                  <a:pt x="65004" y="36686"/>
                  <a:pt x="65004" y="38750"/>
                </a:cubicBezTo>
                <a:lnTo>
                  <a:pt x="65004" y="76252"/>
                </a:lnTo>
                <a:cubicBezTo>
                  <a:pt x="65004" y="78328"/>
                  <a:pt x="63324" y="80007"/>
                  <a:pt x="61253" y="80007"/>
                </a:cubicBezTo>
                <a:cubicBezTo>
                  <a:pt x="59183" y="80007"/>
                  <a:pt x="57502" y="78328"/>
                  <a:pt x="57502" y="76252"/>
                </a:cubicBezTo>
                <a:lnTo>
                  <a:pt x="57502" y="38750"/>
                </a:lnTo>
                <a:cubicBezTo>
                  <a:pt x="57502" y="36686"/>
                  <a:pt x="59183" y="35005"/>
                  <a:pt x="61253" y="3500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2" name="Белый — SVG 35">
            <a:extLst>
              <a:ext uri="{FF2B5EF4-FFF2-40B4-BE49-F238E27FC236}">
                <a16:creationId xmlns:a16="http://schemas.microsoft.com/office/drawing/2014/main" id="{A48F8958-3CCF-804F-960A-DADB945CB563}"/>
              </a:ext>
            </a:extLst>
          </p:cNvPr>
          <p:cNvSpPr>
            <a:spLocks noGrp="1"/>
          </p:cNvSpPr>
          <p:nvPr/>
        </p:nvSpPr>
        <p:spPr>
          <a:xfrm>
            <a:off x="10020000" y="5010000"/>
            <a:ext cx="220000" cy="220000"/>
          </a:xfrm>
          <a:custGeom>
            <a:avLst/>
            <a:gdLst>
              <a:gd name="csX0" fmla="*/ 58484 w 148867"/>
              <a:gd name="csY0" fmla="*/ 0 h 113412"/>
              <a:gd name="csX1" fmla="*/ 24860 w 148867"/>
              <a:gd name="csY1" fmla="*/ 31896 h 113412"/>
              <a:gd name="csX2" fmla="*/ 24811 w 148867"/>
              <a:gd name="csY2" fmla="*/ 31896 h 113412"/>
              <a:gd name="csX3" fmla="*/ 0 w 148867"/>
              <a:gd name="csY3" fmla="*/ 56698 h 113412"/>
              <a:gd name="csX4" fmla="*/ 8459 w 148867"/>
              <a:gd name="csY4" fmla="*/ 75308 h 113412"/>
              <a:gd name="csX5" fmla="*/ 36574 w 148867"/>
              <a:gd name="csY5" fmla="*/ 50115 h 113412"/>
              <a:gd name="csX6" fmla="*/ 81523 w 148867"/>
              <a:gd name="csY6" fmla="*/ 14170 h 113412"/>
              <a:gd name="csX7" fmla="*/ 86078 w 148867"/>
              <a:gd name="csY7" fmla="*/ 14425 h 113412"/>
              <a:gd name="csX8" fmla="*/ 58484 w 148867"/>
              <a:gd name="csY8" fmla="*/ 0 h 113412"/>
              <a:gd name="csX9" fmla="*/ 81523 w 148867"/>
              <a:gd name="csY9" fmla="*/ 21264 h 113412"/>
              <a:gd name="csX10" fmla="*/ 42693 w 148867"/>
              <a:gd name="csY10" fmla="*/ 56698 h 113412"/>
              <a:gd name="csX11" fmla="*/ 42534 w 148867"/>
              <a:gd name="csY11" fmla="*/ 56698 h 113412"/>
              <a:gd name="csX12" fmla="*/ 14177 w 148867"/>
              <a:gd name="csY12" fmla="*/ 85056 h 113412"/>
              <a:gd name="csX13" fmla="*/ 42534 w 148867"/>
              <a:gd name="csY13" fmla="*/ 113413 h 113412"/>
              <a:gd name="csX14" fmla="*/ 120511 w 148867"/>
              <a:gd name="csY14" fmla="*/ 113413 h 113412"/>
              <a:gd name="csX15" fmla="*/ 148867 w 148867"/>
              <a:gd name="csY15" fmla="*/ 85056 h 113412"/>
              <a:gd name="csX16" fmla="*/ 120511 w 148867"/>
              <a:gd name="csY16" fmla="*/ 56698 h 113412"/>
              <a:gd name="csX17" fmla="*/ 120353 w 148867"/>
              <a:gd name="csY17" fmla="*/ 56698 h 113412"/>
              <a:gd name="csX18" fmla="*/ 81523 w 148867"/>
              <a:gd name="csY18" fmla="*/ 21264 h 113412"/>
            </a:gdLst>
            <a:ahLst/>
            <a:cxnLst/>
            <a:rect l="l" t="t" r="r" b="b"/>
            <a:pathLst>
              <a:path w="100000" h="100000">
                <a:moveTo>
                  <a:pt x="39286" y="11908"/>
                </a:moveTo>
                <a:cubicBezTo>
                  <a:pt x="27214" y="11908"/>
                  <a:pt x="17322" y="21415"/>
                  <a:pt x="16699" y="33334"/>
                </a:cubicBezTo>
                <a:lnTo>
                  <a:pt x="16667" y="33334"/>
                </a:lnTo>
                <a:cubicBezTo>
                  <a:pt x="7476" y="33334"/>
                  <a:pt x="0" y="40807"/>
                  <a:pt x="0" y="49995"/>
                </a:cubicBezTo>
                <a:cubicBezTo>
                  <a:pt x="0" y="54977"/>
                  <a:pt x="2207" y="59445"/>
                  <a:pt x="5682" y="62496"/>
                </a:cubicBezTo>
                <a:cubicBezTo>
                  <a:pt x="8176" y="53800"/>
                  <a:pt x="15503" y="47115"/>
                  <a:pt x="24568" y="45573"/>
                </a:cubicBezTo>
                <a:cubicBezTo>
                  <a:pt x="27713" y="31757"/>
                  <a:pt x="40271" y="21427"/>
                  <a:pt x="54762" y="21427"/>
                </a:cubicBezTo>
                <a:cubicBezTo>
                  <a:pt x="55793" y="21427"/>
                  <a:pt x="56812" y="21495"/>
                  <a:pt x="57822" y="21598"/>
                </a:cubicBezTo>
                <a:cubicBezTo>
                  <a:pt x="53729" y="15748"/>
                  <a:pt x="46952" y="11908"/>
                  <a:pt x="39286" y="11908"/>
                </a:cubicBezTo>
                <a:close/>
                <a:moveTo>
                  <a:pt x="54762" y="26192"/>
                </a:moveTo>
                <a:cubicBezTo>
                  <a:pt x="41121" y="26192"/>
                  <a:pt x="29886" y="36671"/>
                  <a:pt x="28679" y="49995"/>
                </a:cubicBezTo>
                <a:lnTo>
                  <a:pt x="28572" y="49995"/>
                </a:lnTo>
                <a:cubicBezTo>
                  <a:pt x="18068" y="49995"/>
                  <a:pt x="9523" y="58542"/>
                  <a:pt x="9523" y="69044"/>
                </a:cubicBezTo>
                <a:cubicBezTo>
                  <a:pt x="9523" y="79545"/>
                  <a:pt x="18068" y="88092"/>
                  <a:pt x="28572" y="88092"/>
                </a:cubicBezTo>
                <a:lnTo>
                  <a:pt x="80952" y="88092"/>
                </a:lnTo>
                <a:cubicBezTo>
                  <a:pt x="91455" y="88092"/>
                  <a:pt x="100000" y="79545"/>
                  <a:pt x="100000" y="69044"/>
                </a:cubicBezTo>
                <a:cubicBezTo>
                  <a:pt x="100000" y="58542"/>
                  <a:pt x="91455" y="49995"/>
                  <a:pt x="80952" y="49995"/>
                </a:cubicBezTo>
                <a:lnTo>
                  <a:pt x="80846" y="49995"/>
                </a:lnTo>
                <a:cubicBezTo>
                  <a:pt x="79638" y="36671"/>
                  <a:pt x="68403" y="26192"/>
                  <a:pt x="54762" y="2619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3" name="Белый — SVG 36">
            <a:extLst>
              <a:ext uri="{FF2B5EF4-FFF2-40B4-BE49-F238E27FC236}">
                <a16:creationId xmlns:a16="http://schemas.microsoft.com/office/drawing/2014/main" id="{B23AE558-9DC0-F84E-A386-3107B8A265A8}"/>
              </a:ext>
            </a:extLst>
          </p:cNvPr>
          <p:cNvSpPr>
            <a:spLocks noGrp="1"/>
          </p:cNvSpPr>
          <p:nvPr/>
        </p:nvSpPr>
        <p:spPr>
          <a:xfrm>
            <a:off x="10620000" y="5010000"/>
            <a:ext cx="220000" cy="220000"/>
          </a:xfrm>
          <a:custGeom>
            <a:avLst/>
            <a:gdLst>
              <a:gd name="csX0" fmla="*/ 55015 w 113574"/>
              <a:gd name="csY0" fmla="*/ 0 h 127584"/>
              <a:gd name="csX1" fmla="*/ 50370 w 113574"/>
              <a:gd name="csY1" fmla="*/ 221 h 127584"/>
              <a:gd name="csX2" fmla="*/ 46265 w 113574"/>
              <a:gd name="csY2" fmla="*/ 2892 h 127584"/>
              <a:gd name="csX3" fmla="*/ 46071 w 113574"/>
              <a:gd name="csY3" fmla="*/ 7774 h 127584"/>
              <a:gd name="csX4" fmla="*/ 49698 w 113574"/>
              <a:gd name="csY4" fmla="*/ 23918 h 127584"/>
              <a:gd name="csX5" fmla="*/ 16392 w 113574"/>
              <a:gd name="csY5" fmla="*/ 61682 h 127584"/>
              <a:gd name="csX6" fmla="*/ 12364 w 113574"/>
              <a:gd name="csY6" fmla="*/ 64455 h 127584"/>
              <a:gd name="csX7" fmla="*/ 12308 w 113574"/>
              <a:gd name="csY7" fmla="*/ 69354 h 127584"/>
              <a:gd name="csX8" fmla="*/ 23446 w 113574"/>
              <a:gd name="csY8" fmla="*/ 83729 h 127584"/>
              <a:gd name="csX9" fmla="*/ 26660 w 113574"/>
              <a:gd name="csY9" fmla="*/ 84953 h 127584"/>
              <a:gd name="csX10" fmla="*/ 26660 w 113574"/>
              <a:gd name="csY10" fmla="*/ 85056 h 127584"/>
              <a:gd name="csX11" fmla="*/ 83371 w 113574"/>
              <a:gd name="csY11" fmla="*/ 85056 h 127584"/>
              <a:gd name="csX12" fmla="*/ 83371 w 113574"/>
              <a:gd name="csY12" fmla="*/ 85004 h 127584"/>
              <a:gd name="csX13" fmla="*/ 86597 w 113574"/>
              <a:gd name="csY13" fmla="*/ 83729 h 127584"/>
              <a:gd name="csX14" fmla="*/ 102865 w 113574"/>
              <a:gd name="csY14" fmla="*/ 47835 h 127584"/>
              <a:gd name="csX15" fmla="*/ 55015 w 113574"/>
              <a:gd name="csY15" fmla="*/ 0 h 127584"/>
              <a:gd name="csX16" fmla="*/ 5393 w 113574"/>
              <a:gd name="csY16" fmla="*/ 95687 h 127584"/>
              <a:gd name="csX17" fmla="*/ 3335 w 113574"/>
              <a:gd name="csY17" fmla="*/ 96079 h 127584"/>
              <a:gd name="csX18" fmla="*/ 1584 w 113574"/>
              <a:gd name="csY18" fmla="*/ 97218 h 127584"/>
              <a:gd name="csX19" fmla="*/ 412 w 113574"/>
              <a:gd name="csY19" fmla="*/ 98953 h 127584"/>
              <a:gd name="csX20" fmla="*/ 0 w 113574"/>
              <a:gd name="csY20" fmla="*/ 100995 h 127584"/>
              <a:gd name="csX21" fmla="*/ 412 w 113574"/>
              <a:gd name="csY21" fmla="*/ 103053 h 127584"/>
              <a:gd name="csX22" fmla="*/ 1584 w 113574"/>
              <a:gd name="csY22" fmla="*/ 104789 h 127584"/>
              <a:gd name="csX23" fmla="*/ 3335 w 113574"/>
              <a:gd name="csY23" fmla="*/ 105928 h 127584"/>
              <a:gd name="csX24" fmla="*/ 5393 w 113574"/>
              <a:gd name="csY24" fmla="*/ 106319 h 127584"/>
              <a:gd name="csX25" fmla="*/ 108181 w 113574"/>
              <a:gd name="csY25" fmla="*/ 106319 h 127584"/>
              <a:gd name="csX26" fmla="*/ 110240 w 113574"/>
              <a:gd name="csY26" fmla="*/ 105928 h 127584"/>
              <a:gd name="csX27" fmla="*/ 111991 w 113574"/>
              <a:gd name="csY27" fmla="*/ 104789 h 127584"/>
              <a:gd name="csX28" fmla="*/ 113163 w 113574"/>
              <a:gd name="csY28" fmla="*/ 103053 h 127584"/>
              <a:gd name="csX29" fmla="*/ 113575 w 113574"/>
              <a:gd name="csY29" fmla="*/ 100995 h 127584"/>
              <a:gd name="csX30" fmla="*/ 113163 w 113574"/>
              <a:gd name="csY30" fmla="*/ 98953 h 127584"/>
              <a:gd name="csX31" fmla="*/ 111991 w 113574"/>
              <a:gd name="csY31" fmla="*/ 97218 h 127584"/>
              <a:gd name="csX32" fmla="*/ 110240 w 113574"/>
              <a:gd name="csY32" fmla="*/ 96079 h 127584"/>
              <a:gd name="csX33" fmla="*/ 108181 w 113574"/>
              <a:gd name="csY33" fmla="*/ 95687 h 127584"/>
              <a:gd name="csX34" fmla="*/ 5393 w 113574"/>
              <a:gd name="csY34" fmla="*/ 95687 h 127584"/>
              <a:gd name="csX35" fmla="*/ 26660 w 113574"/>
              <a:gd name="csY35" fmla="*/ 116951 h 127584"/>
              <a:gd name="csX36" fmla="*/ 24601 w 113574"/>
              <a:gd name="csY36" fmla="*/ 117343 h 127584"/>
              <a:gd name="csX37" fmla="*/ 22851 w 113574"/>
              <a:gd name="csY37" fmla="*/ 118482 h 127584"/>
              <a:gd name="csX38" fmla="*/ 21678 w 113574"/>
              <a:gd name="csY38" fmla="*/ 120217 h 127584"/>
              <a:gd name="csX39" fmla="*/ 21267 w 113574"/>
              <a:gd name="csY39" fmla="*/ 122259 h 127584"/>
              <a:gd name="csX40" fmla="*/ 21678 w 113574"/>
              <a:gd name="csY40" fmla="*/ 124317 h 127584"/>
              <a:gd name="csX41" fmla="*/ 22851 w 113574"/>
              <a:gd name="csY41" fmla="*/ 126052 h 127584"/>
              <a:gd name="csX42" fmla="*/ 24601 w 113574"/>
              <a:gd name="csY42" fmla="*/ 127192 h 127584"/>
              <a:gd name="csX43" fmla="*/ 26660 w 113574"/>
              <a:gd name="csY43" fmla="*/ 127583 h 127584"/>
              <a:gd name="csX44" fmla="*/ 86915 w 113574"/>
              <a:gd name="csY44" fmla="*/ 127583 h 127584"/>
              <a:gd name="csX45" fmla="*/ 88973 w 113574"/>
              <a:gd name="csY45" fmla="*/ 127192 h 127584"/>
              <a:gd name="csX46" fmla="*/ 90724 w 113574"/>
              <a:gd name="csY46" fmla="*/ 126052 h 127584"/>
              <a:gd name="csX47" fmla="*/ 91896 w 113574"/>
              <a:gd name="csY47" fmla="*/ 124317 h 127584"/>
              <a:gd name="csX48" fmla="*/ 92308 w 113574"/>
              <a:gd name="csY48" fmla="*/ 122259 h 127584"/>
              <a:gd name="csX49" fmla="*/ 91896 w 113574"/>
              <a:gd name="csY49" fmla="*/ 120217 h 127584"/>
              <a:gd name="csX50" fmla="*/ 90724 w 113574"/>
              <a:gd name="csY50" fmla="*/ 118482 h 127584"/>
              <a:gd name="csX51" fmla="*/ 88973 w 113574"/>
              <a:gd name="csY51" fmla="*/ 117343 h 127584"/>
              <a:gd name="csX52" fmla="*/ 86915 w 113574"/>
              <a:gd name="csY52" fmla="*/ 116951 h 127584"/>
              <a:gd name="csX53" fmla="*/ 26660 w 113574"/>
              <a:gd name="csY53" fmla="*/ 116951 h 127584"/>
            </a:gdLst>
            <a:ahLst/>
            <a:cxnLst/>
            <a:rect l="l" t="t" r="r" b="b"/>
            <a:pathLst>
              <a:path w="100000" h="100000">
                <a:moveTo>
                  <a:pt x="48611" y="0"/>
                </a:moveTo>
                <a:cubicBezTo>
                  <a:pt x="47383" y="0"/>
                  <a:pt x="46168" y="67"/>
                  <a:pt x="44970" y="173"/>
                </a:cubicBezTo>
                <a:cubicBezTo>
                  <a:pt x="43622" y="306"/>
                  <a:pt x="42422" y="1093"/>
                  <a:pt x="41753" y="2267"/>
                </a:cubicBezTo>
                <a:cubicBezTo>
                  <a:pt x="41080" y="3440"/>
                  <a:pt x="41026" y="4867"/>
                  <a:pt x="41601" y="6093"/>
                </a:cubicBezTo>
                <a:cubicBezTo>
                  <a:pt x="43487" y="10120"/>
                  <a:pt x="44444" y="14387"/>
                  <a:pt x="44444" y="18747"/>
                </a:cubicBezTo>
                <a:cubicBezTo>
                  <a:pt x="44444" y="33746"/>
                  <a:pt x="33222" y="46467"/>
                  <a:pt x="18339" y="48346"/>
                </a:cubicBezTo>
                <a:cubicBezTo>
                  <a:pt x="16994" y="48506"/>
                  <a:pt x="15817" y="49320"/>
                  <a:pt x="15181" y="50520"/>
                </a:cubicBezTo>
                <a:cubicBezTo>
                  <a:pt x="14545" y="51720"/>
                  <a:pt x="14529" y="53146"/>
                  <a:pt x="15137" y="54359"/>
                </a:cubicBezTo>
                <a:cubicBezTo>
                  <a:pt x="17294" y="58626"/>
                  <a:pt x="20231" y="62413"/>
                  <a:pt x="23867" y="65627"/>
                </a:cubicBezTo>
                <a:cubicBezTo>
                  <a:pt x="24596" y="66266"/>
                  <a:pt x="25487" y="66546"/>
                  <a:pt x="26387" y="66586"/>
                </a:cubicBezTo>
                <a:lnTo>
                  <a:pt x="26387" y="66667"/>
                </a:lnTo>
                <a:lnTo>
                  <a:pt x="70836" y="66667"/>
                </a:lnTo>
                <a:lnTo>
                  <a:pt x="70836" y="66626"/>
                </a:lnTo>
                <a:cubicBezTo>
                  <a:pt x="71739" y="66573"/>
                  <a:pt x="72634" y="66279"/>
                  <a:pt x="73365" y="65627"/>
                </a:cubicBezTo>
                <a:cubicBezTo>
                  <a:pt x="81469" y="58493"/>
                  <a:pt x="86116" y="48240"/>
                  <a:pt x="86116" y="37493"/>
                </a:cubicBezTo>
                <a:cubicBezTo>
                  <a:pt x="86116" y="16827"/>
                  <a:pt x="69292" y="0"/>
                  <a:pt x="48611" y="0"/>
                </a:cubicBezTo>
                <a:close/>
                <a:moveTo>
                  <a:pt x="9718" y="74999"/>
                </a:moveTo>
                <a:cubicBezTo>
                  <a:pt x="9164" y="74986"/>
                  <a:pt x="8616" y="75093"/>
                  <a:pt x="8104" y="75306"/>
                </a:cubicBezTo>
                <a:cubicBezTo>
                  <a:pt x="7592" y="75506"/>
                  <a:pt x="7126" y="75813"/>
                  <a:pt x="6732" y="76199"/>
                </a:cubicBezTo>
                <a:cubicBezTo>
                  <a:pt x="6339" y="76586"/>
                  <a:pt x="6027" y="77053"/>
                  <a:pt x="5813" y="77559"/>
                </a:cubicBezTo>
                <a:cubicBezTo>
                  <a:pt x="5600" y="78066"/>
                  <a:pt x="5491" y="78613"/>
                  <a:pt x="5491" y="79160"/>
                </a:cubicBezTo>
                <a:cubicBezTo>
                  <a:pt x="5491" y="79719"/>
                  <a:pt x="5600" y="80266"/>
                  <a:pt x="5813" y="80773"/>
                </a:cubicBezTo>
                <a:cubicBezTo>
                  <a:pt x="6027" y="81280"/>
                  <a:pt x="6339" y="81746"/>
                  <a:pt x="6732" y="82133"/>
                </a:cubicBezTo>
                <a:cubicBezTo>
                  <a:pt x="7126" y="82520"/>
                  <a:pt x="7592" y="82826"/>
                  <a:pt x="8104" y="83026"/>
                </a:cubicBezTo>
                <a:cubicBezTo>
                  <a:pt x="8616" y="83239"/>
                  <a:pt x="9164" y="83346"/>
                  <a:pt x="9718" y="83333"/>
                </a:cubicBezTo>
                <a:lnTo>
                  <a:pt x="90282" y="83333"/>
                </a:lnTo>
                <a:cubicBezTo>
                  <a:pt x="90835" y="83346"/>
                  <a:pt x="91383" y="83239"/>
                  <a:pt x="91896" y="83026"/>
                </a:cubicBezTo>
                <a:cubicBezTo>
                  <a:pt x="92408" y="82826"/>
                  <a:pt x="92875" y="82520"/>
                  <a:pt x="93269" y="82133"/>
                </a:cubicBezTo>
                <a:cubicBezTo>
                  <a:pt x="93662" y="81746"/>
                  <a:pt x="93974" y="81280"/>
                  <a:pt x="94187" y="80773"/>
                </a:cubicBezTo>
                <a:cubicBezTo>
                  <a:pt x="94400" y="80266"/>
                  <a:pt x="94510" y="79719"/>
                  <a:pt x="94510" y="79160"/>
                </a:cubicBezTo>
                <a:cubicBezTo>
                  <a:pt x="94510" y="78613"/>
                  <a:pt x="94400" y="78066"/>
                  <a:pt x="94187" y="77559"/>
                </a:cubicBezTo>
                <a:cubicBezTo>
                  <a:pt x="93974" y="77053"/>
                  <a:pt x="93662" y="76586"/>
                  <a:pt x="93269" y="76199"/>
                </a:cubicBezTo>
                <a:cubicBezTo>
                  <a:pt x="92875" y="75813"/>
                  <a:pt x="92408" y="75506"/>
                  <a:pt x="91896" y="75306"/>
                </a:cubicBezTo>
                <a:cubicBezTo>
                  <a:pt x="91383" y="75093"/>
                  <a:pt x="90835" y="74986"/>
                  <a:pt x="90282" y="74999"/>
                </a:cubicBezTo>
                <a:lnTo>
                  <a:pt x="9718" y="74999"/>
                </a:lnTo>
                <a:close/>
                <a:moveTo>
                  <a:pt x="26387" y="91666"/>
                </a:moveTo>
                <a:cubicBezTo>
                  <a:pt x="25833" y="91653"/>
                  <a:pt x="25285" y="91760"/>
                  <a:pt x="24773" y="91973"/>
                </a:cubicBezTo>
                <a:cubicBezTo>
                  <a:pt x="24261" y="92173"/>
                  <a:pt x="23795" y="92479"/>
                  <a:pt x="23401" y="92866"/>
                </a:cubicBezTo>
                <a:cubicBezTo>
                  <a:pt x="23008" y="93253"/>
                  <a:pt x="22696" y="93719"/>
                  <a:pt x="22482" y="94226"/>
                </a:cubicBezTo>
                <a:cubicBezTo>
                  <a:pt x="22268" y="94733"/>
                  <a:pt x="22160" y="95279"/>
                  <a:pt x="22160" y="95826"/>
                </a:cubicBezTo>
                <a:cubicBezTo>
                  <a:pt x="22160" y="96386"/>
                  <a:pt x="22268" y="96933"/>
                  <a:pt x="22482" y="97439"/>
                </a:cubicBezTo>
                <a:cubicBezTo>
                  <a:pt x="22696" y="97946"/>
                  <a:pt x="23008" y="98413"/>
                  <a:pt x="23401" y="98799"/>
                </a:cubicBezTo>
                <a:cubicBezTo>
                  <a:pt x="23795" y="99186"/>
                  <a:pt x="24261" y="99493"/>
                  <a:pt x="24773" y="99693"/>
                </a:cubicBezTo>
                <a:cubicBezTo>
                  <a:pt x="25285" y="99906"/>
                  <a:pt x="25833" y="100013"/>
                  <a:pt x="26387" y="99999"/>
                </a:cubicBezTo>
                <a:lnTo>
                  <a:pt x="73614" y="99999"/>
                </a:lnTo>
                <a:cubicBezTo>
                  <a:pt x="74166" y="100013"/>
                  <a:pt x="74714" y="99906"/>
                  <a:pt x="75227" y="99693"/>
                </a:cubicBezTo>
                <a:cubicBezTo>
                  <a:pt x="75740" y="99493"/>
                  <a:pt x="76206" y="99186"/>
                  <a:pt x="76600" y="98799"/>
                </a:cubicBezTo>
                <a:cubicBezTo>
                  <a:pt x="76993" y="98413"/>
                  <a:pt x="77305" y="97946"/>
                  <a:pt x="77518" y="97439"/>
                </a:cubicBezTo>
                <a:cubicBezTo>
                  <a:pt x="77731" y="96933"/>
                  <a:pt x="77841" y="96386"/>
                  <a:pt x="77841" y="95826"/>
                </a:cubicBezTo>
                <a:cubicBezTo>
                  <a:pt x="77841" y="95279"/>
                  <a:pt x="77731" y="94733"/>
                  <a:pt x="77518" y="94226"/>
                </a:cubicBezTo>
                <a:cubicBezTo>
                  <a:pt x="77305" y="93719"/>
                  <a:pt x="76993" y="93253"/>
                  <a:pt x="76600" y="92866"/>
                </a:cubicBezTo>
                <a:cubicBezTo>
                  <a:pt x="76206" y="92479"/>
                  <a:pt x="75740" y="92173"/>
                  <a:pt x="75227" y="91973"/>
                </a:cubicBezTo>
                <a:cubicBezTo>
                  <a:pt x="74714" y="91760"/>
                  <a:pt x="74166" y="91653"/>
                  <a:pt x="73614" y="91666"/>
                </a:cubicBezTo>
                <a:lnTo>
                  <a:pt x="26387" y="9166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4" name="Белый — SVG 37">
            <a:extLst>
              <a:ext uri="{FF2B5EF4-FFF2-40B4-BE49-F238E27FC236}">
                <a16:creationId xmlns:a16="http://schemas.microsoft.com/office/drawing/2014/main" id="{FC93F470-3E05-F14C-B815-EC4E8C236177}"/>
              </a:ext>
            </a:extLst>
          </p:cNvPr>
          <p:cNvSpPr>
            <a:spLocks noGrp="1"/>
          </p:cNvSpPr>
          <p:nvPr/>
        </p:nvSpPr>
        <p:spPr>
          <a:xfrm>
            <a:off x="420000" y="5270000"/>
            <a:ext cx="220000" cy="220000"/>
          </a:xfrm>
          <a:custGeom>
            <a:avLst/>
            <a:gdLst>
              <a:gd name="csX0" fmla="*/ 74434 w 148867"/>
              <a:gd name="csY0" fmla="*/ 0 h 127589"/>
              <a:gd name="csX1" fmla="*/ 32052 w 148867"/>
              <a:gd name="csY1" fmla="*/ 38989 h 127589"/>
              <a:gd name="csX2" fmla="*/ 30128 w 148867"/>
              <a:gd name="csY2" fmla="*/ 38989 h 127589"/>
              <a:gd name="csX3" fmla="*/ 0 w 148867"/>
              <a:gd name="csY3" fmla="*/ 69099 h 127589"/>
              <a:gd name="csX4" fmla="*/ 30128 w 148867"/>
              <a:gd name="csY4" fmla="*/ 99226 h 127589"/>
              <a:gd name="csX5" fmla="*/ 30661 w 148867"/>
              <a:gd name="csY5" fmla="*/ 99226 h 127589"/>
              <a:gd name="csX6" fmla="*/ 18477 w 148867"/>
              <a:gd name="csY6" fmla="*/ 119537 h 127589"/>
              <a:gd name="csX7" fmla="*/ 17778 w 148867"/>
              <a:gd name="csY7" fmla="*/ 121493 h 127589"/>
              <a:gd name="csX8" fmla="*/ 17880 w 148867"/>
              <a:gd name="csY8" fmla="*/ 123551 h 127589"/>
              <a:gd name="csX9" fmla="*/ 18767 w 148867"/>
              <a:gd name="csY9" fmla="*/ 125440 h 127589"/>
              <a:gd name="csX10" fmla="*/ 20304 w 148867"/>
              <a:gd name="csY10" fmla="*/ 126835 h 127589"/>
              <a:gd name="csX11" fmla="*/ 22258 w 148867"/>
              <a:gd name="csY11" fmla="*/ 127532 h 127589"/>
              <a:gd name="csX12" fmla="*/ 24331 w 148867"/>
              <a:gd name="csY12" fmla="*/ 127430 h 127589"/>
              <a:gd name="csX13" fmla="*/ 26207 w 148867"/>
              <a:gd name="csY13" fmla="*/ 126545 h 127589"/>
              <a:gd name="csX14" fmla="*/ 27601 w 148867"/>
              <a:gd name="csY14" fmla="*/ 124998 h 127589"/>
              <a:gd name="csX15" fmla="*/ 43060 w 148867"/>
              <a:gd name="csY15" fmla="*/ 99226 h 127589"/>
              <a:gd name="csX16" fmla="*/ 69650 w 148867"/>
              <a:gd name="csY16" fmla="*/ 99226 h 127589"/>
              <a:gd name="csX17" fmla="*/ 57466 w 148867"/>
              <a:gd name="csY17" fmla="*/ 119537 h 127589"/>
              <a:gd name="csX18" fmla="*/ 56766 w 148867"/>
              <a:gd name="csY18" fmla="*/ 121493 h 127589"/>
              <a:gd name="csX19" fmla="*/ 56868 w 148867"/>
              <a:gd name="csY19" fmla="*/ 123551 h 127589"/>
              <a:gd name="csX20" fmla="*/ 57755 w 148867"/>
              <a:gd name="csY20" fmla="*/ 125440 h 127589"/>
              <a:gd name="csX21" fmla="*/ 59293 w 148867"/>
              <a:gd name="csY21" fmla="*/ 126835 h 127589"/>
              <a:gd name="csX22" fmla="*/ 61247 w 148867"/>
              <a:gd name="csY22" fmla="*/ 127532 h 127589"/>
              <a:gd name="csX23" fmla="*/ 63320 w 148867"/>
              <a:gd name="csY23" fmla="*/ 127430 h 127589"/>
              <a:gd name="csX24" fmla="*/ 65197 w 148867"/>
              <a:gd name="csY24" fmla="*/ 126545 h 127589"/>
              <a:gd name="csX25" fmla="*/ 66590 w 148867"/>
              <a:gd name="csY25" fmla="*/ 124998 h 127589"/>
              <a:gd name="csX26" fmla="*/ 82049 w 148867"/>
              <a:gd name="csY26" fmla="*/ 99226 h 127589"/>
              <a:gd name="csX27" fmla="*/ 108639 w 148867"/>
              <a:gd name="csY27" fmla="*/ 99226 h 127589"/>
              <a:gd name="csX28" fmla="*/ 96455 w 148867"/>
              <a:gd name="csY28" fmla="*/ 119537 h 127589"/>
              <a:gd name="csX29" fmla="*/ 95755 w 148867"/>
              <a:gd name="csY29" fmla="*/ 121493 h 127589"/>
              <a:gd name="csX30" fmla="*/ 95857 w 148867"/>
              <a:gd name="csY30" fmla="*/ 123551 h 127589"/>
              <a:gd name="csX31" fmla="*/ 96744 w 148867"/>
              <a:gd name="csY31" fmla="*/ 125440 h 127589"/>
              <a:gd name="csX32" fmla="*/ 98282 w 148867"/>
              <a:gd name="csY32" fmla="*/ 126835 h 127589"/>
              <a:gd name="csX33" fmla="*/ 100236 w 148867"/>
              <a:gd name="csY33" fmla="*/ 127532 h 127589"/>
              <a:gd name="csX34" fmla="*/ 102309 w 148867"/>
              <a:gd name="csY34" fmla="*/ 127430 h 127589"/>
              <a:gd name="csX35" fmla="*/ 104186 w 148867"/>
              <a:gd name="csY35" fmla="*/ 126545 h 127589"/>
              <a:gd name="csX36" fmla="*/ 105579 w 148867"/>
              <a:gd name="csY36" fmla="*/ 124998 h 127589"/>
              <a:gd name="csX37" fmla="*/ 121114 w 148867"/>
              <a:gd name="csY37" fmla="*/ 99107 h 127589"/>
              <a:gd name="csX38" fmla="*/ 148867 w 148867"/>
              <a:gd name="csY38" fmla="*/ 69099 h 127589"/>
              <a:gd name="csX39" fmla="*/ 118739 w 148867"/>
              <a:gd name="csY39" fmla="*/ 38989 h 127589"/>
              <a:gd name="csX40" fmla="*/ 116815 w 148867"/>
              <a:gd name="csY40" fmla="*/ 38989 h 127589"/>
              <a:gd name="csX41" fmla="*/ 74434 w 148867"/>
              <a:gd name="csY41" fmla="*/ 0 h 127589"/>
            </a:gdLst>
            <a:ahLst/>
            <a:cxnLst/>
            <a:rect l="l" t="t" r="r" b="b"/>
            <a:pathLst>
              <a:path w="100000" h="100000">
                <a:moveTo>
                  <a:pt x="50000" y="7147"/>
                </a:moveTo>
                <a:cubicBezTo>
                  <a:pt x="35048" y="7147"/>
                  <a:pt x="22743" y="18688"/>
                  <a:pt x="21531" y="33337"/>
                </a:cubicBezTo>
                <a:lnTo>
                  <a:pt x="20238" y="33337"/>
                </a:lnTo>
                <a:cubicBezTo>
                  <a:pt x="9079" y="33337"/>
                  <a:pt x="0" y="42410"/>
                  <a:pt x="0" y="53563"/>
                </a:cubicBezTo>
                <a:cubicBezTo>
                  <a:pt x="0" y="64728"/>
                  <a:pt x="9079" y="73801"/>
                  <a:pt x="20238" y="73801"/>
                </a:cubicBezTo>
                <a:lnTo>
                  <a:pt x="20596" y="73801"/>
                </a:lnTo>
                <a:lnTo>
                  <a:pt x="12412" y="87444"/>
                </a:lnTo>
                <a:cubicBezTo>
                  <a:pt x="12171" y="87845"/>
                  <a:pt x="12011" y="88290"/>
                  <a:pt x="11942" y="88758"/>
                </a:cubicBezTo>
                <a:cubicBezTo>
                  <a:pt x="11873" y="89216"/>
                  <a:pt x="11897" y="89696"/>
                  <a:pt x="12011" y="90141"/>
                </a:cubicBezTo>
                <a:cubicBezTo>
                  <a:pt x="12124" y="90598"/>
                  <a:pt x="12327" y="91032"/>
                  <a:pt x="12607" y="91410"/>
                </a:cubicBezTo>
                <a:cubicBezTo>
                  <a:pt x="12886" y="91787"/>
                  <a:pt x="13237" y="92107"/>
                  <a:pt x="13639" y="92347"/>
                </a:cubicBezTo>
                <a:cubicBezTo>
                  <a:pt x="14042" y="92587"/>
                  <a:pt x="14488" y="92747"/>
                  <a:pt x="14952" y="92815"/>
                </a:cubicBezTo>
                <a:cubicBezTo>
                  <a:pt x="15416" y="92884"/>
                  <a:pt x="15889" y="92861"/>
                  <a:pt x="16344" y="92747"/>
                </a:cubicBezTo>
                <a:cubicBezTo>
                  <a:pt x="16800" y="92632"/>
                  <a:pt x="17227" y="92427"/>
                  <a:pt x="17604" y="92152"/>
                </a:cubicBezTo>
                <a:cubicBezTo>
                  <a:pt x="17981" y="91867"/>
                  <a:pt x="18300" y="91513"/>
                  <a:pt x="18541" y="91113"/>
                </a:cubicBezTo>
                <a:lnTo>
                  <a:pt x="28925" y="73801"/>
                </a:lnTo>
                <a:lnTo>
                  <a:pt x="46787" y="73801"/>
                </a:lnTo>
                <a:lnTo>
                  <a:pt x="38602" y="87444"/>
                </a:lnTo>
                <a:cubicBezTo>
                  <a:pt x="38361" y="87845"/>
                  <a:pt x="38201" y="88290"/>
                  <a:pt x="38132" y="88758"/>
                </a:cubicBezTo>
                <a:cubicBezTo>
                  <a:pt x="38064" y="89216"/>
                  <a:pt x="38086" y="89696"/>
                  <a:pt x="38201" y="90141"/>
                </a:cubicBezTo>
                <a:cubicBezTo>
                  <a:pt x="38314" y="90598"/>
                  <a:pt x="38517" y="91032"/>
                  <a:pt x="38796" y="91410"/>
                </a:cubicBezTo>
                <a:cubicBezTo>
                  <a:pt x="39076" y="91787"/>
                  <a:pt x="39427" y="92107"/>
                  <a:pt x="39830" y="92347"/>
                </a:cubicBezTo>
                <a:cubicBezTo>
                  <a:pt x="40232" y="92587"/>
                  <a:pt x="40678" y="92747"/>
                  <a:pt x="41142" y="92815"/>
                </a:cubicBezTo>
                <a:cubicBezTo>
                  <a:pt x="41606" y="92884"/>
                  <a:pt x="42080" y="92861"/>
                  <a:pt x="42535" y="92747"/>
                </a:cubicBezTo>
                <a:cubicBezTo>
                  <a:pt x="42990" y="92632"/>
                  <a:pt x="43418" y="92427"/>
                  <a:pt x="43795" y="92152"/>
                </a:cubicBezTo>
                <a:cubicBezTo>
                  <a:pt x="44172" y="91867"/>
                  <a:pt x="44490" y="91513"/>
                  <a:pt x="44731" y="91113"/>
                </a:cubicBezTo>
                <a:lnTo>
                  <a:pt x="55116" y="73801"/>
                </a:lnTo>
                <a:lnTo>
                  <a:pt x="72977" y="73801"/>
                </a:lnTo>
                <a:lnTo>
                  <a:pt x="64793" y="87444"/>
                </a:lnTo>
                <a:cubicBezTo>
                  <a:pt x="64552" y="87845"/>
                  <a:pt x="64392" y="88290"/>
                  <a:pt x="64323" y="88758"/>
                </a:cubicBezTo>
                <a:cubicBezTo>
                  <a:pt x="64254" y="89216"/>
                  <a:pt x="64277" y="89696"/>
                  <a:pt x="64391" y="90141"/>
                </a:cubicBezTo>
                <a:cubicBezTo>
                  <a:pt x="64505" y="90598"/>
                  <a:pt x="64707" y="91032"/>
                  <a:pt x="64987" y="91410"/>
                </a:cubicBezTo>
                <a:cubicBezTo>
                  <a:pt x="65266" y="91787"/>
                  <a:pt x="65618" y="92107"/>
                  <a:pt x="66020" y="92347"/>
                </a:cubicBezTo>
                <a:cubicBezTo>
                  <a:pt x="66422" y="92587"/>
                  <a:pt x="66868" y="92747"/>
                  <a:pt x="67333" y="92815"/>
                </a:cubicBezTo>
                <a:cubicBezTo>
                  <a:pt x="67797" y="92884"/>
                  <a:pt x="68270" y="92861"/>
                  <a:pt x="68725" y="92747"/>
                </a:cubicBezTo>
                <a:cubicBezTo>
                  <a:pt x="69181" y="92632"/>
                  <a:pt x="69609" y="92427"/>
                  <a:pt x="69986" y="92152"/>
                </a:cubicBezTo>
                <a:cubicBezTo>
                  <a:pt x="70363" y="91867"/>
                  <a:pt x="70681" y="91513"/>
                  <a:pt x="70922" y="91113"/>
                </a:cubicBezTo>
                <a:lnTo>
                  <a:pt x="81357" y="73721"/>
                </a:lnTo>
                <a:cubicBezTo>
                  <a:pt x="91771" y="72898"/>
                  <a:pt x="100000" y="64190"/>
                  <a:pt x="100000" y="53563"/>
                </a:cubicBezTo>
                <a:cubicBezTo>
                  <a:pt x="100000" y="42410"/>
                  <a:pt x="90921" y="33337"/>
                  <a:pt x="79762" y="33337"/>
                </a:cubicBezTo>
                <a:lnTo>
                  <a:pt x="78469" y="33337"/>
                </a:lnTo>
                <a:cubicBezTo>
                  <a:pt x="77258" y="18688"/>
                  <a:pt x="64953" y="7147"/>
                  <a:pt x="50000" y="714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5" name="Белый — SVG 38">
            <a:extLst>
              <a:ext uri="{FF2B5EF4-FFF2-40B4-BE49-F238E27FC236}">
                <a16:creationId xmlns:a16="http://schemas.microsoft.com/office/drawing/2014/main" id="{1AB585A5-A027-B64D-A6EE-8F019262C881}"/>
              </a:ext>
            </a:extLst>
          </p:cNvPr>
          <p:cNvSpPr>
            <a:spLocks noGrp="1"/>
          </p:cNvSpPr>
          <p:nvPr/>
        </p:nvSpPr>
        <p:spPr>
          <a:xfrm>
            <a:off x="1020000" y="5270000"/>
            <a:ext cx="220000" cy="220000"/>
          </a:xfrm>
          <a:custGeom>
            <a:avLst/>
            <a:gdLst>
              <a:gd name="csX0" fmla="*/ 39786 w 144319"/>
              <a:gd name="csY0" fmla="*/ 4 h 147752"/>
              <a:gd name="csX1" fmla="*/ 37535 w 144319"/>
              <a:gd name="csY1" fmla="*/ 617 h 147752"/>
              <a:gd name="csX2" fmla="*/ 35762 w 144319"/>
              <a:gd name="csY2" fmla="*/ 2131 h 147752"/>
              <a:gd name="csX3" fmla="*/ 34804 w 144319"/>
              <a:gd name="csY3" fmla="*/ 4257 h 147752"/>
              <a:gd name="csX4" fmla="*/ 34848 w 144319"/>
              <a:gd name="csY4" fmla="*/ 6588 h 147752"/>
              <a:gd name="csX5" fmla="*/ 36441 w 144319"/>
              <a:gd name="csY5" fmla="*/ 13494 h 147752"/>
              <a:gd name="csX6" fmla="*/ 37293 w 144319"/>
              <a:gd name="csY6" fmla="*/ 15383 h 147752"/>
              <a:gd name="csX7" fmla="*/ 38804 w 144319"/>
              <a:gd name="csY7" fmla="*/ 16811 h 147752"/>
              <a:gd name="csX8" fmla="*/ 40743 w 144319"/>
              <a:gd name="csY8" fmla="*/ 17543 h 147752"/>
              <a:gd name="csX9" fmla="*/ 42817 w 144319"/>
              <a:gd name="csY9" fmla="*/ 17475 h 147752"/>
              <a:gd name="csX10" fmla="*/ 44709 w 144319"/>
              <a:gd name="csY10" fmla="*/ 16624 h 147752"/>
              <a:gd name="csX11" fmla="*/ 46132 w 144319"/>
              <a:gd name="csY11" fmla="*/ 15110 h 147752"/>
              <a:gd name="csX12" fmla="*/ 46867 w 144319"/>
              <a:gd name="csY12" fmla="*/ 13171 h 147752"/>
              <a:gd name="csX13" fmla="*/ 46805 w 144319"/>
              <a:gd name="csY13" fmla="*/ 11113 h 147752"/>
              <a:gd name="csX14" fmla="*/ 45206 w 144319"/>
              <a:gd name="csY14" fmla="*/ 4189 h 147752"/>
              <a:gd name="csX15" fmla="*/ 43260 w 144319"/>
              <a:gd name="csY15" fmla="*/ 1110 h 147752"/>
              <a:gd name="csX16" fmla="*/ 39786 w 144319"/>
              <a:gd name="csY16" fmla="*/ 4 h 147752"/>
              <a:gd name="csX17" fmla="*/ 74551 w 144319"/>
              <a:gd name="csY17" fmla="*/ 5839 h 147752"/>
              <a:gd name="csX18" fmla="*/ 72109 w 144319"/>
              <a:gd name="csY18" fmla="*/ 6588 h 147752"/>
              <a:gd name="csX19" fmla="*/ 70301 w 144319"/>
              <a:gd name="csY19" fmla="*/ 8391 h 147752"/>
              <a:gd name="csX20" fmla="*/ 66541 w 144319"/>
              <a:gd name="csY20" fmla="*/ 14413 h 147752"/>
              <a:gd name="csX21" fmla="*/ 65871 w 144319"/>
              <a:gd name="csY21" fmla="*/ 18428 h 147752"/>
              <a:gd name="csX22" fmla="*/ 68234 w 144319"/>
              <a:gd name="csY22" fmla="*/ 21728 h 147752"/>
              <a:gd name="csX23" fmla="*/ 72249 w 144319"/>
              <a:gd name="csY23" fmla="*/ 22408 h 147752"/>
              <a:gd name="csX24" fmla="*/ 75561 w 144319"/>
              <a:gd name="csY24" fmla="*/ 20044 h 147752"/>
              <a:gd name="csX25" fmla="*/ 79315 w 144319"/>
              <a:gd name="csY25" fmla="*/ 14022 h 147752"/>
              <a:gd name="csX26" fmla="*/ 80160 w 144319"/>
              <a:gd name="csY26" fmla="*/ 11266 h 147752"/>
              <a:gd name="csX27" fmla="*/ 79440 w 144319"/>
              <a:gd name="csY27" fmla="*/ 8476 h 147752"/>
              <a:gd name="csX28" fmla="*/ 77368 w 144319"/>
              <a:gd name="csY28" fmla="*/ 6469 h 147752"/>
              <a:gd name="csX29" fmla="*/ 74551 w 144319"/>
              <a:gd name="csY29" fmla="*/ 5839 h 147752"/>
              <a:gd name="csX30" fmla="*/ 11104 w 144319"/>
              <a:gd name="csY30" fmla="*/ 20520 h 147752"/>
              <a:gd name="csX31" fmla="*/ 7947 w 144319"/>
              <a:gd name="csY31" fmla="*/ 21660 h 147752"/>
              <a:gd name="csX32" fmla="*/ 6106 w 144319"/>
              <a:gd name="csY32" fmla="*/ 24466 h 147752"/>
              <a:gd name="csX33" fmla="*/ 6317 w 144319"/>
              <a:gd name="csY33" fmla="*/ 27818 h 147752"/>
              <a:gd name="csX34" fmla="*/ 8494 w 144319"/>
              <a:gd name="csY34" fmla="*/ 30369 h 147752"/>
              <a:gd name="csX35" fmla="*/ 14510 w 144319"/>
              <a:gd name="csY35" fmla="*/ 34129 h 147752"/>
              <a:gd name="csX36" fmla="*/ 16450 w 144319"/>
              <a:gd name="csY36" fmla="*/ 34860 h 147752"/>
              <a:gd name="csX37" fmla="*/ 18524 w 144319"/>
              <a:gd name="csY37" fmla="*/ 34809 h 147752"/>
              <a:gd name="csX38" fmla="*/ 20416 w 144319"/>
              <a:gd name="csY38" fmla="*/ 33959 h 147752"/>
              <a:gd name="csX39" fmla="*/ 21838 w 144319"/>
              <a:gd name="csY39" fmla="*/ 32445 h 147752"/>
              <a:gd name="csX40" fmla="*/ 22573 w 144319"/>
              <a:gd name="csY40" fmla="*/ 30505 h 147752"/>
              <a:gd name="csX41" fmla="*/ 22508 w 144319"/>
              <a:gd name="csY41" fmla="*/ 28430 h 147752"/>
              <a:gd name="csX42" fmla="*/ 21656 w 144319"/>
              <a:gd name="csY42" fmla="*/ 26542 h 147752"/>
              <a:gd name="csX43" fmla="*/ 20145 w 144319"/>
              <a:gd name="csY43" fmla="*/ 25113 h 147752"/>
              <a:gd name="csX44" fmla="*/ 14129 w 144319"/>
              <a:gd name="csY44" fmla="*/ 21370 h 147752"/>
              <a:gd name="csX45" fmla="*/ 11104 w 144319"/>
              <a:gd name="csY45" fmla="*/ 20520 h 147752"/>
              <a:gd name="csX46" fmla="*/ 50390 w 144319"/>
              <a:gd name="csY46" fmla="*/ 23701 h 147752"/>
              <a:gd name="csX47" fmla="*/ 23807 w 144319"/>
              <a:gd name="csY47" fmla="*/ 50289 h 147752"/>
              <a:gd name="csX48" fmla="*/ 28952 w 144319"/>
              <a:gd name="csY48" fmla="*/ 65939 h 147752"/>
              <a:gd name="csX49" fmla="*/ 39267 w 144319"/>
              <a:gd name="csY49" fmla="*/ 62928 h 147752"/>
              <a:gd name="csX50" fmla="*/ 69789 w 144319"/>
              <a:gd name="csY50" fmla="*/ 32155 h 147752"/>
              <a:gd name="csX51" fmla="*/ 50390 w 144319"/>
              <a:gd name="csY51" fmla="*/ 23701 h 147752"/>
              <a:gd name="csX52" fmla="*/ 80519 w 144319"/>
              <a:gd name="csY52" fmla="*/ 37871 h 147752"/>
              <a:gd name="csX53" fmla="*/ 45254 w 144319"/>
              <a:gd name="csY53" fmla="*/ 69767 h 147752"/>
              <a:gd name="csX54" fmla="*/ 43302 w 144319"/>
              <a:gd name="csY54" fmla="*/ 69767 h 147752"/>
              <a:gd name="csX55" fmla="*/ 16719 w 144319"/>
              <a:gd name="csY55" fmla="*/ 96355 h 147752"/>
              <a:gd name="csX56" fmla="*/ 43302 w 144319"/>
              <a:gd name="csY56" fmla="*/ 122927 h 147752"/>
              <a:gd name="csX57" fmla="*/ 45254 w 144319"/>
              <a:gd name="csY57" fmla="*/ 122927 h 147752"/>
              <a:gd name="csX58" fmla="*/ 35195 w 144319"/>
              <a:gd name="csY58" fmla="*/ 139700 h 147752"/>
              <a:gd name="csX59" fmla="*/ 34496 w 144319"/>
              <a:gd name="csY59" fmla="*/ 141639 h 147752"/>
              <a:gd name="csX60" fmla="*/ 34597 w 144319"/>
              <a:gd name="csY60" fmla="*/ 143714 h 147752"/>
              <a:gd name="csX61" fmla="*/ 35485 w 144319"/>
              <a:gd name="csY61" fmla="*/ 145603 h 147752"/>
              <a:gd name="csX62" fmla="*/ 37023 w 144319"/>
              <a:gd name="csY62" fmla="*/ 146980 h 147752"/>
              <a:gd name="csX63" fmla="*/ 38976 w 144319"/>
              <a:gd name="csY63" fmla="*/ 147695 h 147752"/>
              <a:gd name="csX64" fmla="*/ 41050 w 144319"/>
              <a:gd name="csY64" fmla="*/ 147593 h 147752"/>
              <a:gd name="csX65" fmla="*/ 42926 w 144319"/>
              <a:gd name="csY65" fmla="*/ 146691 h 147752"/>
              <a:gd name="csX66" fmla="*/ 44320 w 144319"/>
              <a:gd name="csY66" fmla="*/ 145160 h 147752"/>
              <a:gd name="csX67" fmla="*/ 57653 w 144319"/>
              <a:gd name="csY67" fmla="*/ 122927 h 147752"/>
              <a:gd name="csX68" fmla="*/ 77154 w 144319"/>
              <a:gd name="csY68" fmla="*/ 122927 h 147752"/>
              <a:gd name="csX69" fmla="*/ 67096 w 144319"/>
              <a:gd name="csY69" fmla="*/ 139700 h 147752"/>
              <a:gd name="csX70" fmla="*/ 66396 w 144319"/>
              <a:gd name="csY70" fmla="*/ 141639 h 147752"/>
              <a:gd name="csX71" fmla="*/ 66497 w 144319"/>
              <a:gd name="csY71" fmla="*/ 143714 h 147752"/>
              <a:gd name="csX72" fmla="*/ 67385 w 144319"/>
              <a:gd name="csY72" fmla="*/ 145603 h 147752"/>
              <a:gd name="csX73" fmla="*/ 68923 w 144319"/>
              <a:gd name="csY73" fmla="*/ 146980 h 147752"/>
              <a:gd name="csX74" fmla="*/ 70876 w 144319"/>
              <a:gd name="csY74" fmla="*/ 147695 h 147752"/>
              <a:gd name="csX75" fmla="*/ 72950 w 144319"/>
              <a:gd name="csY75" fmla="*/ 147593 h 147752"/>
              <a:gd name="csX76" fmla="*/ 74826 w 144319"/>
              <a:gd name="csY76" fmla="*/ 146691 h 147752"/>
              <a:gd name="csX77" fmla="*/ 76220 w 144319"/>
              <a:gd name="csY77" fmla="*/ 145160 h 147752"/>
              <a:gd name="csX78" fmla="*/ 89553 w 144319"/>
              <a:gd name="csY78" fmla="*/ 122927 h 147752"/>
              <a:gd name="csX79" fmla="*/ 109054 w 144319"/>
              <a:gd name="csY79" fmla="*/ 122927 h 147752"/>
              <a:gd name="csX80" fmla="*/ 98996 w 144319"/>
              <a:gd name="csY80" fmla="*/ 139700 h 147752"/>
              <a:gd name="csX81" fmla="*/ 98296 w 144319"/>
              <a:gd name="csY81" fmla="*/ 141639 h 147752"/>
              <a:gd name="csX82" fmla="*/ 98397 w 144319"/>
              <a:gd name="csY82" fmla="*/ 143714 h 147752"/>
              <a:gd name="csX83" fmla="*/ 99285 w 144319"/>
              <a:gd name="csY83" fmla="*/ 145603 h 147752"/>
              <a:gd name="csX84" fmla="*/ 100823 w 144319"/>
              <a:gd name="csY84" fmla="*/ 146980 h 147752"/>
              <a:gd name="csX85" fmla="*/ 102776 w 144319"/>
              <a:gd name="csY85" fmla="*/ 147695 h 147752"/>
              <a:gd name="csX86" fmla="*/ 104850 w 144319"/>
              <a:gd name="csY86" fmla="*/ 147593 h 147752"/>
              <a:gd name="csX87" fmla="*/ 106727 w 144319"/>
              <a:gd name="csY87" fmla="*/ 146691 h 147752"/>
              <a:gd name="csX88" fmla="*/ 108120 w 144319"/>
              <a:gd name="csY88" fmla="*/ 145160 h 147752"/>
              <a:gd name="csX89" fmla="*/ 121654 w 144319"/>
              <a:gd name="csY89" fmla="*/ 122621 h 147752"/>
              <a:gd name="csX90" fmla="*/ 144319 w 144319"/>
              <a:gd name="csY90" fmla="*/ 96355 h 147752"/>
              <a:gd name="csX91" fmla="*/ 117736 w 144319"/>
              <a:gd name="csY91" fmla="*/ 69767 h 147752"/>
              <a:gd name="csX92" fmla="*/ 115783 w 144319"/>
              <a:gd name="csY92" fmla="*/ 69767 h 147752"/>
              <a:gd name="csX93" fmla="*/ 80519 w 144319"/>
              <a:gd name="csY93" fmla="*/ 37871 h 147752"/>
              <a:gd name="csX94" fmla="*/ 12627 w 144319"/>
              <a:gd name="csY94" fmla="*/ 53709 h 147752"/>
              <a:gd name="csX95" fmla="*/ 11208 w 144319"/>
              <a:gd name="csY95" fmla="*/ 53861 h 147752"/>
              <a:gd name="csX96" fmla="*/ 4299 w 144319"/>
              <a:gd name="csY96" fmla="*/ 55461 h 147752"/>
              <a:gd name="csX97" fmla="*/ 2343 w 144319"/>
              <a:gd name="csY97" fmla="*/ 56277 h 147752"/>
              <a:gd name="csX98" fmla="*/ 857 w 144319"/>
              <a:gd name="csY98" fmla="*/ 57791 h 147752"/>
              <a:gd name="csX99" fmla="*/ 80 w 144319"/>
              <a:gd name="csY99" fmla="*/ 59764 h 147752"/>
              <a:gd name="csX100" fmla="*/ 136 w 144319"/>
              <a:gd name="csY100" fmla="*/ 61874 h 147752"/>
              <a:gd name="csX101" fmla="*/ 1014 w 144319"/>
              <a:gd name="csY101" fmla="*/ 63813 h 147752"/>
              <a:gd name="csX102" fmla="*/ 2576 w 144319"/>
              <a:gd name="csY102" fmla="*/ 65242 h 147752"/>
              <a:gd name="csX103" fmla="*/ 4573 w 144319"/>
              <a:gd name="csY103" fmla="*/ 65957 h 147752"/>
              <a:gd name="csX104" fmla="*/ 6688 w 144319"/>
              <a:gd name="csY104" fmla="*/ 65820 h 147752"/>
              <a:gd name="csX105" fmla="*/ 13597 w 144319"/>
              <a:gd name="csY105" fmla="*/ 64238 h 147752"/>
              <a:gd name="csX106" fmla="*/ 16770 w 144319"/>
              <a:gd name="csY106" fmla="*/ 62180 h 147752"/>
              <a:gd name="csX107" fmla="*/ 17782 w 144319"/>
              <a:gd name="csY107" fmla="*/ 58540 h 147752"/>
              <a:gd name="csX108" fmla="*/ 16122 w 144319"/>
              <a:gd name="csY108" fmla="*/ 55154 h 147752"/>
              <a:gd name="csX109" fmla="*/ 12627 w 144319"/>
              <a:gd name="csY109" fmla="*/ 53709 h 147752"/>
            </a:gdLst>
            <a:ahLst/>
            <a:cxnLst/>
            <a:rect l="l" t="t" r="r" b="b"/>
            <a:pathLst>
              <a:path w="100000" h="100000">
                <a:moveTo>
                  <a:pt x="28089" y="3"/>
                </a:moveTo>
                <a:cubicBezTo>
                  <a:pt x="27557" y="26"/>
                  <a:pt x="27037" y="164"/>
                  <a:pt x="26566" y="418"/>
                </a:cubicBezTo>
                <a:cubicBezTo>
                  <a:pt x="26095" y="671"/>
                  <a:pt x="25685" y="1016"/>
                  <a:pt x="25366" y="1442"/>
                </a:cubicBezTo>
                <a:cubicBezTo>
                  <a:pt x="25046" y="1868"/>
                  <a:pt x="24824" y="2363"/>
                  <a:pt x="24717" y="2881"/>
                </a:cubicBezTo>
                <a:cubicBezTo>
                  <a:pt x="24612" y="3400"/>
                  <a:pt x="24622" y="3940"/>
                  <a:pt x="24747" y="4459"/>
                </a:cubicBezTo>
                <a:lnTo>
                  <a:pt x="25825" y="9133"/>
                </a:lnTo>
                <a:cubicBezTo>
                  <a:pt x="25932" y="9594"/>
                  <a:pt x="26128" y="10031"/>
                  <a:pt x="26402" y="10411"/>
                </a:cubicBezTo>
                <a:cubicBezTo>
                  <a:pt x="26676" y="10803"/>
                  <a:pt x="27024" y="11125"/>
                  <a:pt x="27425" y="11378"/>
                </a:cubicBezTo>
                <a:cubicBezTo>
                  <a:pt x="27825" y="11620"/>
                  <a:pt x="28271" y="11793"/>
                  <a:pt x="28737" y="11873"/>
                </a:cubicBezTo>
                <a:cubicBezTo>
                  <a:pt x="29204" y="11954"/>
                  <a:pt x="29680" y="11942"/>
                  <a:pt x="30141" y="11827"/>
                </a:cubicBezTo>
                <a:cubicBezTo>
                  <a:pt x="30602" y="11724"/>
                  <a:pt x="31037" y="11528"/>
                  <a:pt x="31421" y="11251"/>
                </a:cubicBezTo>
                <a:cubicBezTo>
                  <a:pt x="31806" y="10975"/>
                  <a:pt x="32133" y="10630"/>
                  <a:pt x="32384" y="10227"/>
                </a:cubicBezTo>
                <a:cubicBezTo>
                  <a:pt x="32635" y="9835"/>
                  <a:pt x="32805" y="9386"/>
                  <a:pt x="32882" y="8914"/>
                </a:cubicBezTo>
                <a:cubicBezTo>
                  <a:pt x="32960" y="8454"/>
                  <a:pt x="32946" y="7982"/>
                  <a:pt x="32840" y="7521"/>
                </a:cubicBezTo>
                <a:lnTo>
                  <a:pt x="31758" y="2835"/>
                </a:lnTo>
                <a:cubicBezTo>
                  <a:pt x="31578" y="2006"/>
                  <a:pt x="31112" y="1270"/>
                  <a:pt x="30441" y="751"/>
                </a:cubicBezTo>
                <a:cubicBezTo>
                  <a:pt x="29769" y="233"/>
                  <a:pt x="28937" y="-32"/>
                  <a:pt x="28089" y="3"/>
                </a:cubicBezTo>
                <a:close/>
                <a:moveTo>
                  <a:pt x="51619" y="3952"/>
                </a:moveTo>
                <a:cubicBezTo>
                  <a:pt x="51035" y="3986"/>
                  <a:pt x="50468" y="4160"/>
                  <a:pt x="49966" y="4459"/>
                </a:cubicBezTo>
                <a:cubicBezTo>
                  <a:pt x="49465" y="4758"/>
                  <a:pt x="49045" y="5184"/>
                  <a:pt x="48742" y="5679"/>
                </a:cubicBezTo>
                <a:lnTo>
                  <a:pt x="46197" y="9755"/>
                </a:lnTo>
                <a:cubicBezTo>
                  <a:pt x="45692" y="10560"/>
                  <a:pt x="45528" y="11540"/>
                  <a:pt x="45744" y="12472"/>
                </a:cubicBezTo>
                <a:cubicBezTo>
                  <a:pt x="45958" y="13393"/>
                  <a:pt x="46534" y="14199"/>
                  <a:pt x="47343" y="14706"/>
                </a:cubicBezTo>
                <a:cubicBezTo>
                  <a:pt x="48153" y="15212"/>
                  <a:pt x="49130" y="15373"/>
                  <a:pt x="50061" y="15166"/>
                </a:cubicBezTo>
                <a:cubicBezTo>
                  <a:pt x="50991" y="14947"/>
                  <a:pt x="51797" y="14371"/>
                  <a:pt x="52302" y="13566"/>
                </a:cubicBezTo>
                <a:lnTo>
                  <a:pt x="54843" y="9490"/>
                </a:lnTo>
                <a:cubicBezTo>
                  <a:pt x="55202" y="8937"/>
                  <a:pt x="55400" y="8292"/>
                  <a:pt x="55415" y="7625"/>
                </a:cubicBezTo>
                <a:cubicBezTo>
                  <a:pt x="55430" y="6957"/>
                  <a:pt x="55262" y="6312"/>
                  <a:pt x="54928" y="5737"/>
                </a:cubicBezTo>
                <a:cubicBezTo>
                  <a:pt x="54595" y="5161"/>
                  <a:pt x="54109" y="4689"/>
                  <a:pt x="53525" y="4378"/>
                </a:cubicBezTo>
                <a:cubicBezTo>
                  <a:pt x="52942" y="4055"/>
                  <a:pt x="52282" y="3917"/>
                  <a:pt x="51619" y="3952"/>
                </a:cubicBezTo>
                <a:close/>
                <a:moveTo>
                  <a:pt x="8677" y="13888"/>
                </a:moveTo>
                <a:cubicBezTo>
                  <a:pt x="7900" y="13900"/>
                  <a:pt x="7150" y="14176"/>
                  <a:pt x="6540" y="14660"/>
                </a:cubicBezTo>
                <a:cubicBezTo>
                  <a:pt x="5930" y="15143"/>
                  <a:pt x="5493" y="15811"/>
                  <a:pt x="5294" y="16559"/>
                </a:cubicBezTo>
                <a:cubicBezTo>
                  <a:pt x="5095" y="17307"/>
                  <a:pt x="5145" y="18102"/>
                  <a:pt x="5437" y="18827"/>
                </a:cubicBezTo>
                <a:cubicBezTo>
                  <a:pt x="5728" y="19552"/>
                  <a:pt x="6245" y="20151"/>
                  <a:pt x="6911" y="20554"/>
                </a:cubicBezTo>
                <a:lnTo>
                  <a:pt x="10982" y="23099"/>
                </a:lnTo>
                <a:cubicBezTo>
                  <a:pt x="11384" y="23352"/>
                  <a:pt x="11829" y="23525"/>
                  <a:pt x="12295" y="23594"/>
                </a:cubicBezTo>
                <a:cubicBezTo>
                  <a:pt x="12762" y="23674"/>
                  <a:pt x="13238" y="23663"/>
                  <a:pt x="13699" y="23559"/>
                </a:cubicBezTo>
                <a:cubicBezTo>
                  <a:pt x="14160" y="23456"/>
                  <a:pt x="14595" y="23248"/>
                  <a:pt x="14979" y="22984"/>
                </a:cubicBezTo>
                <a:cubicBezTo>
                  <a:pt x="15364" y="22707"/>
                  <a:pt x="15691" y="22362"/>
                  <a:pt x="15942" y="21959"/>
                </a:cubicBezTo>
                <a:cubicBezTo>
                  <a:pt x="16192" y="21556"/>
                  <a:pt x="16361" y="21107"/>
                  <a:pt x="16439" y="20646"/>
                </a:cubicBezTo>
                <a:cubicBezTo>
                  <a:pt x="16517" y="20174"/>
                  <a:pt x="16503" y="19703"/>
                  <a:pt x="16395" y="19242"/>
                </a:cubicBezTo>
                <a:cubicBezTo>
                  <a:pt x="16290" y="18781"/>
                  <a:pt x="16094" y="18344"/>
                  <a:pt x="15819" y="17964"/>
                </a:cubicBezTo>
                <a:cubicBezTo>
                  <a:pt x="15545" y="17572"/>
                  <a:pt x="15197" y="17250"/>
                  <a:pt x="14796" y="16997"/>
                </a:cubicBezTo>
                <a:lnTo>
                  <a:pt x="10724" y="14463"/>
                </a:lnTo>
                <a:cubicBezTo>
                  <a:pt x="10115" y="14061"/>
                  <a:pt x="9402" y="13865"/>
                  <a:pt x="8677" y="13888"/>
                </a:cubicBezTo>
                <a:close/>
                <a:moveTo>
                  <a:pt x="35266" y="16041"/>
                </a:moveTo>
                <a:cubicBezTo>
                  <a:pt x="25345" y="16041"/>
                  <a:pt x="17275" y="24112"/>
                  <a:pt x="17275" y="34036"/>
                </a:cubicBezTo>
                <a:cubicBezTo>
                  <a:pt x="17275" y="37997"/>
                  <a:pt x="18575" y="41646"/>
                  <a:pt x="20757" y="44628"/>
                </a:cubicBezTo>
                <a:cubicBezTo>
                  <a:pt x="22923" y="43604"/>
                  <a:pt x="25264" y="42879"/>
                  <a:pt x="27738" y="42590"/>
                </a:cubicBezTo>
                <a:cubicBezTo>
                  <a:pt x="30296" y="32436"/>
                  <a:pt x="38272" y="24411"/>
                  <a:pt x="48396" y="21763"/>
                </a:cubicBezTo>
                <a:cubicBezTo>
                  <a:pt x="45109" y="18252"/>
                  <a:pt x="40446" y="16041"/>
                  <a:pt x="35266" y="16041"/>
                </a:cubicBezTo>
                <a:close/>
                <a:moveTo>
                  <a:pt x="55658" y="25631"/>
                </a:moveTo>
                <a:cubicBezTo>
                  <a:pt x="43240" y="25631"/>
                  <a:pt x="32997" y="35118"/>
                  <a:pt x="31790" y="47219"/>
                </a:cubicBezTo>
                <a:lnTo>
                  <a:pt x="30469" y="47219"/>
                </a:lnTo>
                <a:cubicBezTo>
                  <a:pt x="20547" y="47219"/>
                  <a:pt x="12477" y="55290"/>
                  <a:pt x="12477" y="65214"/>
                </a:cubicBezTo>
                <a:cubicBezTo>
                  <a:pt x="12477" y="75139"/>
                  <a:pt x="20547" y="83198"/>
                  <a:pt x="30469" y="83198"/>
                </a:cubicBezTo>
                <a:lnTo>
                  <a:pt x="31790" y="83198"/>
                </a:lnTo>
                <a:lnTo>
                  <a:pt x="24982" y="94550"/>
                </a:lnTo>
                <a:cubicBezTo>
                  <a:pt x="24739" y="94953"/>
                  <a:pt x="24578" y="95402"/>
                  <a:pt x="24509" y="95863"/>
                </a:cubicBezTo>
                <a:cubicBezTo>
                  <a:pt x="24439" y="96334"/>
                  <a:pt x="24463" y="96807"/>
                  <a:pt x="24577" y="97267"/>
                </a:cubicBezTo>
                <a:cubicBezTo>
                  <a:pt x="24692" y="97728"/>
                  <a:pt x="24896" y="98165"/>
                  <a:pt x="25178" y="98546"/>
                </a:cubicBezTo>
                <a:cubicBezTo>
                  <a:pt x="25459" y="98925"/>
                  <a:pt x="25814" y="99236"/>
                  <a:pt x="26219" y="99478"/>
                </a:cubicBezTo>
                <a:cubicBezTo>
                  <a:pt x="26624" y="99731"/>
                  <a:pt x="27073" y="99892"/>
                  <a:pt x="27541" y="99961"/>
                </a:cubicBezTo>
                <a:cubicBezTo>
                  <a:pt x="28009" y="100030"/>
                  <a:pt x="28487" y="100007"/>
                  <a:pt x="28945" y="99892"/>
                </a:cubicBezTo>
                <a:cubicBezTo>
                  <a:pt x="29403" y="99777"/>
                  <a:pt x="29835" y="99570"/>
                  <a:pt x="30214" y="99282"/>
                </a:cubicBezTo>
                <a:cubicBezTo>
                  <a:pt x="30595" y="99006"/>
                  <a:pt x="30915" y="98648"/>
                  <a:pt x="31158" y="98246"/>
                </a:cubicBezTo>
                <a:lnTo>
                  <a:pt x="40182" y="83198"/>
                </a:lnTo>
                <a:lnTo>
                  <a:pt x="53380" y="83198"/>
                </a:lnTo>
                <a:lnTo>
                  <a:pt x="46573" y="94550"/>
                </a:lnTo>
                <a:cubicBezTo>
                  <a:pt x="46330" y="94953"/>
                  <a:pt x="46168" y="95402"/>
                  <a:pt x="46099" y="95863"/>
                </a:cubicBezTo>
                <a:cubicBezTo>
                  <a:pt x="46029" y="96334"/>
                  <a:pt x="46053" y="96807"/>
                  <a:pt x="46168" y="97267"/>
                </a:cubicBezTo>
                <a:cubicBezTo>
                  <a:pt x="46283" y="97728"/>
                  <a:pt x="46486" y="98165"/>
                  <a:pt x="46769" y="98546"/>
                </a:cubicBezTo>
                <a:cubicBezTo>
                  <a:pt x="47049" y="98925"/>
                  <a:pt x="47404" y="99236"/>
                  <a:pt x="47810" y="99478"/>
                </a:cubicBezTo>
                <a:cubicBezTo>
                  <a:pt x="48215" y="99731"/>
                  <a:pt x="48664" y="99892"/>
                  <a:pt x="49131" y="99961"/>
                </a:cubicBezTo>
                <a:cubicBezTo>
                  <a:pt x="49600" y="100030"/>
                  <a:pt x="50077" y="100007"/>
                  <a:pt x="50535" y="99892"/>
                </a:cubicBezTo>
                <a:cubicBezTo>
                  <a:pt x="50993" y="99777"/>
                  <a:pt x="51425" y="99570"/>
                  <a:pt x="51805" y="99282"/>
                </a:cubicBezTo>
                <a:cubicBezTo>
                  <a:pt x="52185" y="99006"/>
                  <a:pt x="52505" y="98648"/>
                  <a:pt x="52748" y="98246"/>
                </a:cubicBezTo>
                <a:lnTo>
                  <a:pt x="61772" y="83198"/>
                </a:lnTo>
                <a:lnTo>
                  <a:pt x="74971" y="83198"/>
                </a:lnTo>
                <a:lnTo>
                  <a:pt x="68163" y="94550"/>
                </a:lnTo>
                <a:cubicBezTo>
                  <a:pt x="67920" y="94953"/>
                  <a:pt x="67758" y="95402"/>
                  <a:pt x="67689" y="95863"/>
                </a:cubicBezTo>
                <a:cubicBezTo>
                  <a:pt x="67620" y="96334"/>
                  <a:pt x="67643" y="96807"/>
                  <a:pt x="67758" y="97267"/>
                </a:cubicBezTo>
                <a:cubicBezTo>
                  <a:pt x="67873" y="97728"/>
                  <a:pt x="68077" y="98165"/>
                  <a:pt x="68359" y="98546"/>
                </a:cubicBezTo>
                <a:cubicBezTo>
                  <a:pt x="68640" y="98925"/>
                  <a:pt x="68994" y="99236"/>
                  <a:pt x="69400" y="99478"/>
                </a:cubicBezTo>
                <a:cubicBezTo>
                  <a:pt x="69805" y="99731"/>
                  <a:pt x="70254" y="99892"/>
                  <a:pt x="70722" y="99961"/>
                </a:cubicBezTo>
                <a:cubicBezTo>
                  <a:pt x="71190" y="100030"/>
                  <a:pt x="71667" y="100007"/>
                  <a:pt x="72125" y="99892"/>
                </a:cubicBezTo>
                <a:cubicBezTo>
                  <a:pt x="72583" y="99777"/>
                  <a:pt x="73015" y="99570"/>
                  <a:pt x="73396" y="99282"/>
                </a:cubicBezTo>
                <a:cubicBezTo>
                  <a:pt x="73775" y="99006"/>
                  <a:pt x="74095" y="98648"/>
                  <a:pt x="74338" y="98246"/>
                </a:cubicBezTo>
                <a:lnTo>
                  <a:pt x="83498" y="82991"/>
                </a:lnTo>
                <a:cubicBezTo>
                  <a:pt x="92164" y="81701"/>
                  <a:pt x="98838" y="74229"/>
                  <a:pt x="98838" y="65214"/>
                </a:cubicBezTo>
                <a:cubicBezTo>
                  <a:pt x="98838" y="55290"/>
                  <a:pt x="90768" y="47219"/>
                  <a:pt x="80847" y="47219"/>
                </a:cubicBezTo>
                <a:lnTo>
                  <a:pt x="79525" y="47219"/>
                </a:lnTo>
                <a:cubicBezTo>
                  <a:pt x="78318" y="35118"/>
                  <a:pt x="68075" y="25631"/>
                  <a:pt x="55658" y="25631"/>
                </a:cubicBezTo>
                <a:close/>
                <a:moveTo>
                  <a:pt x="9708" y="36351"/>
                </a:moveTo>
                <a:cubicBezTo>
                  <a:pt x="9384" y="36351"/>
                  <a:pt x="9062" y="36385"/>
                  <a:pt x="8747" y="36454"/>
                </a:cubicBezTo>
                <a:lnTo>
                  <a:pt x="4071" y="37537"/>
                </a:lnTo>
                <a:cubicBezTo>
                  <a:pt x="3597" y="37629"/>
                  <a:pt x="3147" y="37824"/>
                  <a:pt x="2748" y="38089"/>
                </a:cubicBezTo>
                <a:cubicBezTo>
                  <a:pt x="2346" y="38366"/>
                  <a:pt x="2004" y="38711"/>
                  <a:pt x="1742" y="39114"/>
                </a:cubicBezTo>
                <a:cubicBezTo>
                  <a:pt x="1479" y="39517"/>
                  <a:pt x="1300" y="39977"/>
                  <a:pt x="1216" y="40449"/>
                </a:cubicBezTo>
                <a:cubicBezTo>
                  <a:pt x="1133" y="40921"/>
                  <a:pt x="1146" y="41405"/>
                  <a:pt x="1254" y="41877"/>
                </a:cubicBezTo>
                <a:cubicBezTo>
                  <a:pt x="1362" y="42349"/>
                  <a:pt x="1564" y="42798"/>
                  <a:pt x="1848" y="43189"/>
                </a:cubicBezTo>
                <a:cubicBezTo>
                  <a:pt x="2131" y="43581"/>
                  <a:pt x="2490" y="43903"/>
                  <a:pt x="2905" y="44156"/>
                </a:cubicBezTo>
                <a:cubicBezTo>
                  <a:pt x="3318" y="44410"/>
                  <a:pt x="3778" y="44571"/>
                  <a:pt x="4257" y="44640"/>
                </a:cubicBezTo>
                <a:cubicBezTo>
                  <a:pt x="4735" y="44698"/>
                  <a:pt x="5222" y="44675"/>
                  <a:pt x="5688" y="44548"/>
                </a:cubicBezTo>
                <a:lnTo>
                  <a:pt x="10364" y="43477"/>
                </a:lnTo>
                <a:cubicBezTo>
                  <a:pt x="11225" y="43293"/>
                  <a:pt x="11990" y="42798"/>
                  <a:pt x="12512" y="42084"/>
                </a:cubicBezTo>
                <a:cubicBezTo>
                  <a:pt x="13034" y="41370"/>
                  <a:pt x="13277" y="40495"/>
                  <a:pt x="13197" y="39620"/>
                </a:cubicBezTo>
                <a:cubicBezTo>
                  <a:pt x="13116" y="38745"/>
                  <a:pt x="12717" y="37928"/>
                  <a:pt x="12073" y="37329"/>
                </a:cubicBezTo>
                <a:cubicBezTo>
                  <a:pt x="11430" y="36719"/>
                  <a:pt x="10589" y="36374"/>
                  <a:pt x="9708" y="3635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6" name="Белый — SVG 39">
            <a:extLst>
              <a:ext uri="{FF2B5EF4-FFF2-40B4-BE49-F238E27FC236}">
                <a16:creationId xmlns:a16="http://schemas.microsoft.com/office/drawing/2014/main" id="{339B7EAA-035E-0A44-A6A5-E3B60C38C5AA}"/>
              </a:ext>
            </a:extLst>
          </p:cNvPr>
          <p:cNvSpPr>
            <a:spLocks noGrp="1"/>
          </p:cNvSpPr>
          <p:nvPr/>
        </p:nvSpPr>
        <p:spPr>
          <a:xfrm>
            <a:off x="1620000" y="5270000"/>
            <a:ext cx="220000" cy="220000"/>
          </a:xfrm>
          <a:custGeom>
            <a:avLst/>
            <a:gdLst>
              <a:gd name="csX0" fmla="*/ 118740 w 148867"/>
              <a:gd name="csY0" fmla="*/ 38989 h 134676"/>
              <a:gd name="csX1" fmla="*/ 116817 w 148867"/>
              <a:gd name="csY1" fmla="*/ 38989 h 134676"/>
              <a:gd name="csX2" fmla="*/ 74434 w 148867"/>
              <a:gd name="csY2" fmla="*/ 0 h 134676"/>
              <a:gd name="csX3" fmla="*/ 32048 w 148867"/>
              <a:gd name="csY3" fmla="*/ 38989 h 134676"/>
              <a:gd name="csX4" fmla="*/ 30127 w 148867"/>
              <a:gd name="csY4" fmla="*/ 38989 h 134676"/>
              <a:gd name="csX5" fmla="*/ 0 w 148867"/>
              <a:gd name="csY5" fmla="*/ 69099 h 134676"/>
              <a:gd name="csX6" fmla="*/ 30127 w 148867"/>
              <a:gd name="csY6" fmla="*/ 99226 h 134676"/>
              <a:gd name="csX7" fmla="*/ 118740 w 148867"/>
              <a:gd name="csY7" fmla="*/ 99226 h 134676"/>
              <a:gd name="csX8" fmla="*/ 148867 w 148867"/>
              <a:gd name="csY8" fmla="*/ 69099 h 134676"/>
              <a:gd name="csX9" fmla="*/ 118740 w 148867"/>
              <a:gd name="csY9" fmla="*/ 38989 h 134676"/>
              <a:gd name="csX10" fmla="*/ 35444 w 148867"/>
              <a:gd name="csY10" fmla="*/ 106319 h 134676"/>
              <a:gd name="csX11" fmla="*/ 31686 w 148867"/>
              <a:gd name="csY11" fmla="*/ 107884 h 134676"/>
              <a:gd name="csX12" fmla="*/ 30127 w 148867"/>
              <a:gd name="csY12" fmla="*/ 111627 h 134676"/>
              <a:gd name="csX13" fmla="*/ 31686 w 148867"/>
              <a:gd name="csY13" fmla="*/ 115386 h 134676"/>
              <a:gd name="csX14" fmla="*/ 35444 w 148867"/>
              <a:gd name="csY14" fmla="*/ 116951 h 134676"/>
              <a:gd name="csX15" fmla="*/ 39204 w 148867"/>
              <a:gd name="csY15" fmla="*/ 115386 h 134676"/>
              <a:gd name="csX16" fmla="*/ 40761 w 148867"/>
              <a:gd name="csY16" fmla="*/ 111627 h 134676"/>
              <a:gd name="csX17" fmla="*/ 39204 w 148867"/>
              <a:gd name="csY17" fmla="*/ 107884 h 134676"/>
              <a:gd name="csX18" fmla="*/ 35444 w 148867"/>
              <a:gd name="csY18" fmla="*/ 106319 h 134676"/>
              <a:gd name="csX19" fmla="*/ 54940 w 148867"/>
              <a:gd name="csY19" fmla="*/ 124045 h 134676"/>
              <a:gd name="csX20" fmla="*/ 51180 w 148867"/>
              <a:gd name="csY20" fmla="*/ 125593 h 134676"/>
              <a:gd name="csX21" fmla="*/ 49623 w 148867"/>
              <a:gd name="csY21" fmla="*/ 129353 h 134676"/>
              <a:gd name="csX22" fmla="*/ 51180 w 148867"/>
              <a:gd name="csY22" fmla="*/ 133112 h 134676"/>
              <a:gd name="csX23" fmla="*/ 54940 w 148867"/>
              <a:gd name="csY23" fmla="*/ 134677 h 134676"/>
              <a:gd name="csX24" fmla="*/ 58698 w 148867"/>
              <a:gd name="csY24" fmla="*/ 133112 h 134676"/>
              <a:gd name="csX25" fmla="*/ 60256 w 148867"/>
              <a:gd name="csY25" fmla="*/ 129353 h 134676"/>
              <a:gd name="csX26" fmla="*/ 58698 w 148867"/>
              <a:gd name="csY26" fmla="*/ 125593 h 134676"/>
              <a:gd name="csX27" fmla="*/ 54940 w 148867"/>
              <a:gd name="csY27" fmla="*/ 124045 h 134676"/>
              <a:gd name="csX28" fmla="*/ 93928 w 148867"/>
              <a:gd name="csY28" fmla="*/ 124045 h 134676"/>
              <a:gd name="csX29" fmla="*/ 90169 w 148867"/>
              <a:gd name="csY29" fmla="*/ 125593 h 134676"/>
              <a:gd name="csX30" fmla="*/ 88611 w 148867"/>
              <a:gd name="csY30" fmla="*/ 129353 h 134676"/>
              <a:gd name="csX31" fmla="*/ 90169 w 148867"/>
              <a:gd name="csY31" fmla="*/ 133112 h 134676"/>
              <a:gd name="csX32" fmla="*/ 93928 w 148867"/>
              <a:gd name="csY32" fmla="*/ 134677 h 134676"/>
              <a:gd name="csX33" fmla="*/ 97688 w 148867"/>
              <a:gd name="csY33" fmla="*/ 133112 h 134676"/>
              <a:gd name="csX34" fmla="*/ 99244 w 148867"/>
              <a:gd name="csY34" fmla="*/ 129353 h 134676"/>
              <a:gd name="csX35" fmla="*/ 97688 w 148867"/>
              <a:gd name="csY35" fmla="*/ 125593 h 134676"/>
              <a:gd name="csX36" fmla="*/ 93928 w 148867"/>
              <a:gd name="csY36" fmla="*/ 124045 h 134676"/>
              <a:gd name="csX37" fmla="*/ 113423 w 148867"/>
              <a:gd name="csY37" fmla="*/ 106319 h 134676"/>
              <a:gd name="csX38" fmla="*/ 109663 w 148867"/>
              <a:gd name="csY38" fmla="*/ 107884 h 134676"/>
              <a:gd name="csX39" fmla="*/ 108107 w 148867"/>
              <a:gd name="csY39" fmla="*/ 111627 h 134676"/>
              <a:gd name="csX40" fmla="*/ 109663 w 148867"/>
              <a:gd name="csY40" fmla="*/ 115386 h 134676"/>
              <a:gd name="csX41" fmla="*/ 113423 w 148867"/>
              <a:gd name="csY41" fmla="*/ 116951 h 134676"/>
              <a:gd name="csX42" fmla="*/ 117182 w 148867"/>
              <a:gd name="csY42" fmla="*/ 115386 h 134676"/>
              <a:gd name="csX43" fmla="*/ 118740 w 148867"/>
              <a:gd name="csY43" fmla="*/ 111627 h 134676"/>
              <a:gd name="csX44" fmla="*/ 117182 w 148867"/>
              <a:gd name="csY44" fmla="*/ 107884 h 134676"/>
              <a:gd name="csX45" fmla="*/ 113423 w 148867"/>
              <a:gd name="csY45" fmla="*/ 106319 h 134676"/>
              <a:gd name="csX46" fmla="*/ 74434 w 148867"/>
              <a:gd name="csY46" fmla="*/ 106319 h 134676"/>
              <a:gd name="csX47" fmla="*/ 70674 w 148867"/>
              <a:gd name="csY47" fmla="*/ 107884 h 134676"/>
              <a:gd name="csX48" fmla="*/ 69117 w 148867"/>
              <a:gd name="csY48" fmla="*/ 111627 h 134676"/>
              <a:gd name="csX49" fmla="*/ 70674 w 148867"/>
              <a:gd name="csY49" fmla="*/ 115386 h 134676"/>
              <a:gd name="csX50" fmla="*/ 74434 w 148867"/>
              <a:gd name="csY50" fmla="*/ 116951 h 134676"/>
              <a:gd name="csX51" fmla="*/ 78194 w 148867"/>
              <a:gd name="csY51" fmla="*/ 115386 h 134676"/>
              <a:gd name="csX52" fmla="*/ 79750 w 148867"/>
              <a:gd name="csY52" fmla="*/ 111627 h 134676"/>
              <a:gd name="csX53" fmla="*/ 78194 w 148867"/>
              <a:gd name="csY53" fmla="*/ 107884 h 134676"/>
              <a:gd name="csX54" fmla="*/ 74434 w 148867"/>
              <a:gd name="csY54" fmla="*/ 106319 h 134676"/>
            </a:gdLst>
            <a:ahLst/>
            <a:cxnLst/>
            <a:rect l="l" t="t" r="r" b="b"/>
            <a:pathLst>
              <a:path w="100000" h="100000">
                <a:moveTo>
                  <a:pt x="79762" y="30957"/>
                </a:moveTo>
                <a:lnTo>
                  <a:pt x="78471" y="30957"/>
                </a:lnTo>
                <a:cubicBezTo>
                  <a:pt x="77260" y="16308"/>
                  <a:pt x="64952" y="4766"/>
                  <a:pt x="50000" y="4766"/>
                </a:cubicBezTo>
                <a:cubicBezTo>
                  <a:pt x="35048" y="4766"/>
                  <a:pt x="22740" y="16308"/>
                  <a:pt x="21528" y="30957"/>
                </a:cubicBezTo>
                <a:lnTo>
                  <a:pt x="20238" y="30957"/>
                </a:lnTo>
                <a:cubicBezTo>
                  <a:pt x="9079" y="30957"/>
                  <a:pt x="0" y="40030"/>
                  <a:pt x="0" y="51183"/>
                </a:cubicBezTo>
                <a:cubicBezTo>
                  <a:pt x="0" y="62347"/>
                  <a:pt x="9079" y="71420"/>
                  <a:pt x="20238" y="71420"/>
                </a:cubicBezTo>
                <a:lnTo>
                  <a:pt x="79762" y="71420"/>
                </a:lnTo>
                <a:cubicBezTo>
                  <a:pt x="90921" y="71420"/>
                  <a:pt x="100000" y="62347"/>
                  <a:pt x="100000" y="51183"/>
                </a:cubicBezTo>
                <a:cubicBezTo>
                  <a:pt x="100000" y="40030"/>
                  <a:pt x="90921" y="30957"/>
                  <a:pt x="79762" y="30957"/>
                </a:cubicBezTo>
                <a:close/>
                <a:moveTo>
                  <a:pt x="23809" y="76185"/>
                </a:moveTo>
                <a:cubicBezTo>
                  <a:pt x="22863" y="76185"/>
                  <a:pt x="21954" y="76563"/>
                  <a:pt x="21285" y="77236"/>
                </a:cubicBezTo>
                <a:cubicBezTo>
                  <a:pt x="20615" y="77899"/>
                  <a:pt x="20238" y="78814"/>
                  <a:pt x="20238" y="79751"/>
                </a:cubicBezTo>
                <a:cubicBezTo>
                  <a:pt x="20238" y="80699"/>
                  <a:pt x="20615" y="81613"/>
                  <a:pt x="21285" y="82276"/>
                </a:cubicBezTo>
                <a:cubicBezTo>
                  <a:pt x="21954" y="82950"/>
                  <a:pt x="22863" y="83327"/>
                  <a:pt x="23809" y="83327"/>
                </a:cubicBezTo>
                <a:cubicBezTo>
                  <a:pt x="24756" y="83327"/>
                  <a:pt x="25665" y="82950"/>
                  <a:pt x="26335" y="82276"/>
                </a:cubicBezTo>
                <a:cubicBezTo>
                  <a:pt x="27005" y="81613"/>
                  <a:pt x="27381" y="80699"/>
                  <a:pt x="27381" y="79751"/>
                </a:cubicBezTo>
                <a:cubicBezTo>
                  <a:pt x="27381" y="78814"/>
                  <a:pt x="27005" y="77899"/>
                  <a:pt x="26335" y="77236"/>
                </a:cubicBezTo>
                <a:cubicBezTo>
                  <a:pt x="25665" y="76563"/>
                  <a:pt x="24756" y="76185"/>
                  <a:pt x="23809" y="76185"/>
                </a:cubicBezTo>
                <a:close/>
                <a:moveTo>
                  <a:pt x="36905" y="88092"/>
                </a:moveTo>
                <a:cubicBezTo>
                  <a:pt x="35958" y="88092"/>
                  <a:pt x="35049" y="88469"/>
                  <a:pt x="34380" y="89132"/>
                </a:cubicBezTo>
                <a:cubicBezTo>
                  <a:pt x="33710" y="89807"/>
                  <a:pt x="33334" y="90709"/>
                  <a:pt x="33334" y="91658"/>
                </a:cubicBezTo>
                <a:cubicBezTo>
                  <a:pt x="33334" y="92606"/>
                  <a:pt x="33710" y="93520"/>
                  <a:pt x="34380" y="94183"/>
                </a:cubicBezTo>
                <a:cubicBezTo>
                  <a:pt x="35049" y="94857"/>
                  <a:pt x="35958" y="95234"/>
                  <a:pt x="36905" y="95234"/>
                </a:cubicBezTo>
                <a:cubicBezTo>
                  <a:pt x="37851" y="95234"/>
                  <a:pt x="38760" y="94857"/>
                  <a:pt x="39430" y="94183"/>
                </a:cubicBezTo>
                <a:cubicBezTo>
                  <a:pt x="40100" y="93520"/>
                  <a:pt x="40476" y="92606"/>
                  <a:pt x="40476" y="91658"/>
                </a:cubicBezTo>
                <a:cubicBezTo>
                  <a:pt x="40476" y="90709"/>
                  <a:pt x="40100" y="89807"/>
                  <a:pt x="39430" y="89132"/>
                </a:cubicBezTo>
                <a:cubicBezTo>
                  <a:pt x="38760" y="88469"/>
                  <a:pt x="37851" y="88092"/>
                  <a:pt x="36905" y="88092"/>
                </a:cubicBezTo>
                <a:close/>
                <a:moveTo>
                  <a:pt x="63095" y="88092"/>
                </a:moveTo>
                <a:cubicBezTo>
                  <a:pt x="62149" y="88092"/>
                  <a:pt x="61240" y="88469"/>
                  <a:pt x="60570" y="89132"/>
                </a:cubicBezTo>
                <a:cubicBezTo>
                  <a:pt x="59900" y="89807"/>
                  <a:pt x="59524" y="90709"/>
                  <a:pt x="59524" y="91658"/>
                </a:cubicBezTo>
                <a:cubicBezTo>
                  <a:pt x="59524" y="92606"/>
                  <a:pt x="59900" y="93520"/>
                  <a:pt x="60570" y="94183"/>
                </a:cubicBezTo>
                <a:cubicBezTo>
                  <a:pt x="61240" y="94857"/>
                  <a:pt x="62149" y="95234"/>
                  <a:pt x="63095" y="95234"/>
                </a:cubicBezTo>
                <a:cubicBezTo>
                  <a:pt x="64042" y="95234"/>
                  <a:pt x="64951" y="94857"/>
                  <a:pt x="65621" y="94183"/>
                </a:cubicBezTo>
                <a:cubicBezTo>
                  <a:pt x="66291" y="93520"/>
                  <a:pt x="66666" y="92606"/>
                  <a:pt x="66666" y="91658"/>
                </a:cubicBezTo>
                <a:cubicBezTo>
                  <a:pt x="66666" y="90709"/>
                  <a:pt x="66291" y="89807"/>
                  <a:pt x="65621" y="89132"/>
                </a:cubicBezTo>
                <a:cubicBezTo>
                  <a:pt x="64951" y="88469"/>
                  <a:pt x="64042" y="88092"/>
                  <a:pt x="63095" y="88092"/>
                </a:cubicBezTo>
                <a:close/>
                <a:moveTo>
                  <a:pt x="76191" y="76185"/>
                </a:moveTo>
                <a:cubicBezTo>
                  <a:pt x="75244" y="76185"/>
                  <a:pt x="74335" y="76563"/>
                  <a:pt x="73665" y="77236"/>
                </a:cubicBezTo>
                <a:cubicBezTo>
                  <a:pt x="72995" y="77899"/>
                  <a:pt x="72620" y="78814"/>
                  <a:pt x="72620" y="79751"/>
                </a:cubicBezTo>
                <a:cubicBezTo>
                  <a:pt x="72620" y="80699"/>
                  <a:pt x="72995" y="81613"/>
                  <a:pt x="73665" y="82276"/>
                </a:cubicBezTo>
                <a:cubicBezTo>
                  <a:pt x="74335" y="82950"/>
                  <a:pt x="75244" y="83327"/>
                  <a:pt x="76191" y="83327"/>
                </a:cubicBezTo>
                <a:cubicBezTo>
                  <a:pt x="77137" y="83327"/>
                  <a:pt x="78046" y="82950"/>
                  <a:pt x="78716" y="82276"/>
                </a:cubicBezTo>
                <a:cubicBezTo>
                  <a:pt x="79386" y="81613"/>
                  <a:pt x="79762" y="80699"/>
                  <a:pt x="79762" y="79751"/>
                </a:cubicBezTo>
                <a:cubicBezTo>
                  <a:pt x="79762" y="78814"/>
                  <a:pt x="79386" y="77899"/>
                  <a:pt x="78716" y="77236"/>
                </a:cubicBezTo>
                <a:cubicBezTo>
                  <a:pt x="78046" y="76563"/>
                  <a:pt x="77137" y="76185"/>
                  <a:pt x="76191" y="76185"/>
                </a:cubicBezTo>
                <a:close/>
                <a:moveTo>
                  <a:pt x="50000" y="76185"/>
                </a:moveTo>
                <a:cubicBezTo>
                  <a:pt x="49053" y="76185"/>
                  <a:pt x="48144" y="76563"/>
                  <a:pt x="47475" y="77236"/>
                </a:cubicBezTo>
                <a:cubicBezTo>
                  <a:pt x="46805" y="77899"/>
                  <a:pt x="46429" y="78814"/>
                  <a:pt x="46429" y="79751"/>
                </a:cubicBezTo>
                <a:cubicBezTo>
                  <a:pt x="46429" y="80699"/>
                  <a:pt x="46805" y="81613"/>
                  <a:pt x="47475" y="82276"/>
                </a:cubicBezTo>
                <a:cubicBezTo>
                  <a:pt x="48144" y="82950"/>
                  <a:pt x="49053" y="83327"/>
                  <a:pt x="50000" y="83327"/>
                </a:cubicBezTo>
                <a:cubicBezTo>
                  <a:pt x="50947" y="83327"/>
                  <a:pt x="51856" y="82950"/>
                  <a:pt x="52526" y="82276"/>
                </a:cubicBezTo>
                <a:cubicBezTo>
                  <a:pt x="53196" y="81613"/>
                  <a:pt x="53571" y="80699"/>
                  <a:pt x="53571" y="79751"/>
                </a:cubicBezTo>
                <a:cubicBezTo>
                  <a:pt x="53571" y="78814"/>
                  <a:pt x="53196" y="77899"/>
                  <a:pt x="52526" y="77236"/>
                </a:cubicBezTo>
                <a:cubicBezTo>
                  <a:pt x="51856" y="76563"/>
                  <a:pt x="50947" y="76185"/>
                  <a:pt x="50000" y="7618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7" name="Белый — SVG 40">
            <a:extLst>
              <a:ext uri="{FF2B5EF4-FFF2-40B4-BE49-F238E27FC236}">
                <a16:creationId xmlns:a16="http://schemas.microsoft.com/office/drawing/2014/main" id="{AF2401EF-E0C5-814E-A156-D85377E7F236}"/>
              </a:ext>
            </a:extLst>
          </p:cNvPr>
          <p:cNvSpPr>
            <a:spLocks noGrp="1"/>
          </p:cNvSpPr>
          <p:nvPr/>
        </p:nvSpPr>
        <p:spPr>
          <a:xfrm>
            <a:off x="2220000" y="5270000"/>
            <a:ext cx="220000" cy="220000"/>
          </a:xfrm>
          <a:custGeom>
            <a:avLst/>
            <a:gdLst>
              <a:gd name="csX0" fmla="*/ 70881 w 141929"/>
              <a:gd name="csY0" fmla="*/ 1 h 141907"/>
              <a:gd name="csX1" fmla="*/ 67149 w 141929"/>
              <a:gd name="csY1" fmla="*/ 1617 h 141907"/>
              <a:gd name="csX2" fmla="*/ 65648 w 141929"/>
              <a:gd name="csY2" fmla="*/ 5394 h 141907"/>
              <a:gd name="csX3" fmla="*/ 65648 w 141929"/>
              <a:gd name="csY3" fmla="*/ 16026 h 141907"/>
              <a:gd name="csX4" fmla="*/ 66031 w 141929"/>
              <a:gd name="csY4" fmla="*/ 18084 h 141907"/>
              <a:gd name="csX5" fmla="*/ 67179 w 141929"/>
              <a:gd name="csY5" fmla="*/ 19836 h 141907"/>
              <a:gd name="csX6" fmla="*/ 68913 w 141929"/>
              <a:gd name="csY6" fmla="*/ 21010 h 141907"/>
              <a:gd name="csX7" fmla="*/ 70965 w 141929"/>
              <a:gd name="csY7" fmla="*/ 21419 h 141907"/>
              <a:gd name="csX8" fmla="*/ 73016 w 141929"/>
              <a:gd name="csY8" fmla="*/ 21010 h 141907"/>
              <a:gd name="csX9" fmla="*/ 74752 w 141929"/>
              <a:gd name="csY9" fmla="*/ 19836 h 141907"/>
              <a:gd name="csX10" fmla="*/ 75899 w 141929"/>
              <a:gd name="csY10" fmla="*/ 18084 h 141907"/>
              <a:gd name="csX11" fmla="*/ 76281 w 141929"/>
              <a:gd name="csY11" fmla="*/ 16026 h 141907"/>
              <a:gd name="csX12" fmla="*/ 76281 w 141929"/>
              <a:gd name="csY12" fmla="*/ 5394 h 141907"/>
              <a:gd name="csX13" fmla="*/ 75892 w 141929"/>
              <a:gd name="csY13" fmla="*/ 3319 h 141907"/>
              <a:gd name="csX14" fmla="*/ 74723 w 141929"/>
              <a:gd name="csY14" fmla="*/ 1549 h 141907"/>
              <a:gd name="csX15" fmla="*/ 72960 w 141929"/>
              <a:gd name="csY15" fmla="*/ 393 h 141907"/>
              <a:gd name="csX16" fmla="*/ 70881 w 141929"/>
              <a:gd name="csY16" fmla="*/ 1 h 141907"/>
              <a:gd name="csX17" fmla="*/ 24540 w 141929"/>
              <a:gd name="csY17" fmla="*/ 19224 h 141907"/>
              <a:gd name="csX18" fmla="*/ 21571 w 141929"/>
              <a:gd name="csY18" fmla="*/ 20143 h 141907"/>
              <a:gd name="csX19" fmla="*/ 19615 w 141929"/>
              <a:gd name="csY19" fmla="*/ 22541 h 141907"/>
              <a:gd name="csX20" fmla="*/ 19339 w 141929"/>
              <a:gd name="csY20" fmla="*/ 25637 h 141907"/>
              <a:gd name="csX21" fmla="*/ 20836 w 141929"/>
              <a:gd name="csY21" fmla="*/ 28359 h 141907"/>
              <a:gd name="csX22" fmla="*/ 28355 w 141929"/>
              <a:gd name="csY22" fmla="*/ 35878 h 141907"/>
              <a:gd name="csX23" fmla="*/ 32118 w 141929"/>
              <a:gd name="csY23" fmla="*/ 37443 h 141907"/>
              <a:gd name="csX24" fmla="*/ 35880 w 141929"/>
              <a:gd name="csY24" fmla="*/ 35878 h 141907"/>
              <a:gd name="csX25" fmla="*/ 37438 w 141929"/>
              <a:gd name="csY25" fmla="*/ 32118 h 141907"/>
              <a:gd name="csX26" fmla="*/ 35880 w 141929"/>
              <a:gd name="csY26" fmla="*/ 28359 h 141907"/>
              <a:gd name="csX27" fmla="*/ 28361 w 141929"/>
              <a:gd name="csY27" fmla="*/ 20840 h 141907"/>
              <a:gd name="csX28" fmla="*/ 26614 w 141929"/>
              <a:gd name="csY28" fmla="*/ 19649 h 141907"/>
              <a:gd name="csX29" fmla="*/ 24540 w 141929"/>
              <a:gd name="csY29" fmla="*/ 19224 h 141907"/>
              <a:gd name="csX30" fmla="*/ 117222 w 141929"/>
              <a:gd name="csY30" fmla="*/ 19224 h 141907"/>
              <a:gd name="csX31" fmla="*/ 113568 w 141929"/>
              <a:gd name="csY31" fmla="*/ 20840 h 141907"/>
              <a:gd name="csX32" fmla="*/ 106050 w 141929"/>
              <a:gd name="csY32" fmla="*/ 28359 h 141907"/>
              <a:gd name="csX33" fmla="*/ 104491 w 141929"/>
              <a:gd name="csY33" fmla="*/ 32118 h 141907"/>
              <a:gd name="csX34" fmla="*/ 106050 w 141929"/>
              <a:gd name="csY34" fmla="*/ 35878 h 141907"/>
              <a:gd name="csX35" fmla="*/ 109811 w 141929"/>
              <a:gd name="csY35" fmla="*/ 37443 h 141907"/>
              <a:gd name="csX36" fmla="*/ 113575 w 141929"/>
              <a:gd name="csY36" fmla="*/ 35878 h 141907"/>
              <a:gd name="csX37" fmla="*/ 121093 w 141929"/>
              <a:gd name="csY37" fmla="*/ 28359 h 141907"/>
              <a:gd name="csX38" fmla="*/ 122602 w 141929"/>
              <a:gd name="csY38" fmla="*/ 25603 h 141907"/>
              <a:gd name="csX39" fmla="*/ 122286 w 141929"/>
              <a:gd name="csY39" fmla="*/ 22473 h 141907"/>
              <a:gd name="csX40" fmla="*/ 120256 w 141929"/>
              <a:gd name="csY40" fmla="*/ 20075 h 141907"/>
              <a:gd name="csX41" fmla="*/ 117222 w 141929"/>
              <a:gd name="csY41" fmla="*/ 19224 h 141907"/>
              <a:gd name="csX42" fmla="*/ 70965 w 141929"/>
              <a:gd name="csY42" fmla="*/ 31982 h 141907"/>
              <a:gd name="csX43" fmla="*/ 43396 w 141929"/>
              <a:gd name="csY43" fmla="*/ 43397 h 141907"/>
              <a:gd name="csX44" fmla="*/ 31977 w 141929"/>
              <a:gd name="csY44" fmla="*/ 70955 h 141907"/>
              <a:gd name="csX45" fmla="*/ 43396 w 141929"/>
              <a:gd name="csY45" fmla="*/ 98530 h 141907"/>
              <a:gd name="csX46" fmla="*/ 70965 w 141929"/>
              <a:gd name="csY46" fmla="*/ 109944 h 141907"/>
              <a:gd name="csX47" fmla="*/ 98535 w 141929"/>
              <a:gd name="csY47" fmla="*/ 98530 h 141907"/>
              <a:gd name="csX48" fmla="*/ 109954 w 141929"/>
              <a:gd name="csY48" fmla="*/ 70955 h 141907"/>
              <a:gd name="csX49" fmla="*/ 98535 w 141929"/>
              <a:gd name="csY49" fmla="*/ 43397 h 141907"/>
              <a:gd name="csX50" fmla="*/ 70965 w 141929"/>
              <a:gd name="csY50" fmla="*/ 31982 h 141907"/>
              <a:gd name="csX51" fmla="*/ 5393 w 141929"/>
              <a:gd name="csY51" fmla="*/ 65647 h 141907"/>
              <a:gd name="csX52" fmla="*/ 3335 w 141929"/>
              <a:gd name="csY52" fmla="*/ 66022 h 141907"/>
              <a:gd name="csX53" fmla="*/ 1584 w 141929"/>
              <a:gd name="csY53" fmla="*/ 67178 h 141907"/>
              <a:gd name="csX54" fmla="*/ 412 w 141929"/>
              <a:gd name="csY54" fmla="*/ 68913 h 141907"/>
              <a:gd name="csX55" fmla="*/ 0 w 141929"/>
              <a:gd name="csY55" fmla="*/ 70955 h 141907"/>
              <a:gd name="csX56" fmla="*/ 412 w 141929"/>
              <a:gd name="csY56" fmla="*/ 73013 h 141907"/>
              <a:gd name="csX57" fmla="*/ 1584 w 141929"/>
              <a:gd name="csY57" fmla="*/ 74748 h 141907"/>
              <a:gd name="csX58" fmla="*/ 3335 w 141929"/>
              <a:gd name="csY58" fmla="*/ 75888 h 141907"/>
              <a:gd name="csX59" fmla="*/ 5393 w 141929"/>
              <a:gd name="csY59" fmla="*/ 76279 h 141907"/>
              <a:gd name="csX60" fmla="*/ 16027 w 141929"/>
              <a:gd name="csY60" fmla="*/ 76279 h 141907"/>
              <a:gd name="csX61" fmla="*/ 18084 w 141929"/>
              <a:gd name="csY61" fmla="*/ 75888 h 141907"/>
              <a:gd name="csX62" fmla="*/ 19834 w 141929"/>
              <a:gd name="csY62" fmla="*/ 74748 h 141907"/>
              <a:gd name="csX63" fmla="*/ 21006 w 141929"/>
              <a:gd name="csY63" fmla="*/ 73013 h 141907"/>
              <a:gd name="csX64" fmla="*/ 21418 w 141929"/>
              <a:gd name="csY64" fmla="*/ 70955 h 141907"/>
              <a:gd name="csX65" fmla="*/ 21006 w 141929"/>
              <a:gd name="csY65" fmla="*/ 68913 h 141907"/>
              <a:gd name="csX66" fmla="*/ 19834 w 141929"/>
              <a:gd name="csY66" fmla="*/ 67178 h 141907"/>
              <a:gd name="csX67" fmla="*/ 18084 w 141929"/>
              <a:gd name="csY67" fmla="*/ 66022 h 141907"/>
              <a:gd name="csX68" fmla="*/ 16027 w 141929"/>
              <a:gd name="csY68" fmla="*/ 65647 h 141907"/>
              <a:gd name="csX69" fmla="*/ 5393 w 141929"/>
              <a:gd name="csY69" fmla="*/ 65647 h 141907"/>
              <a:gd name="csX70" fmla="*/ 125904 w 141929"/>
              <a:gd name="csY70" fmla="*/ 65647 h 141907"/>
              <a:gd name="csX71" fmla="*/ 123846 w 141929"/>
              <a:gd name="csY71" fmla="*/ 66022 h 141907"/>
              <a:gd name="csX72" fmla="*/ 122095 w 141929"/>
              <a:gd name="csY72" fmla="*/ 67178 h 141907"/>
              <a:gd name="csX73" fmla="*/ 120923 w 141929"/>
              <a:gd name="csY73" fmla="*/ 68913 h 141907"/>
              <a:gd name="csX74" fmla="*/ 120511 w 141929"/>
              <a:gd name="csY74" fmla="*/ 70955 h 141907"/>
              <a:gd name="csX75" fmla="*/ 120923 w 141929"/>
              <a:gd name="csY75" fmla="*/ 73013 h 141907"/>
              <a:gd name="csX76" fmla="*/ 122095 w 141929"/>
              <a:gd name="csY76" fmla="*/ 74748 h 141907"/>
              <a:gd name="csX77" fmla="*/ 123846 w 141929"/>
              <a:gd name="csY77" fmla="*/ 75888 h 141907"/>
              <a:gd name="csX78" fmla="*/ 125904 w 141929"/>
              <a:gd name="csY78" fmla="*/ 76279 h 141907"/>
              <a:gd name="csX79" fmla="*/ 136538 w 141929"/>
              <a:gd name="csY79" fmla="*/ 76279 h 141907"/>
              <a:gd name="csX80" fmla="*/ 138595 w 141929"/>
              <a:gd name="csY80" fmla="*/ 75888 h 141907"/>
              <a:gd name="csX81" fmla="*/ 140345 w 141929"/>
              <a:gd name="csY81" fmla="*/ 74748 h 141907"/>
              <a:gd name="csX82" fmla="*/ 141518 w 141929"/>
              <a:gd name="csY82" fmla="*/ 73013 h 141907"/>
              <a:gd name="csX83" fmla="*/ 141929 w 141929"/>
              <a:gd name="csY83" fmla="*/ 70955 h 141907"/>
              <a:gd name="csX84" fmla="*/ 141518 w 141929"/>
              <a:gd name="csY84" fmla="*/ 68913 h 141907"/>
              <a:gd name="csX85" fmla="*/ 140345 w 141929"/>
              <a:gd name="csY85" fmla="*/ 67178 h 141907"/>
              <a:gd name="csX86" fmla="*/ 138595 w 141929"/>
              <a:gd name="csY86" fmla="*/ 66022 h 141907"/>
              <a:gd name="csX87" fmla="*/ 136538 w 141929"/>
              <a:gd name="csY87" fmla="*/ 65647 h 141907"/>
              <a:gd name="csX88" fmla="*/ 125904 w 141929"/>
              <a:gd name="csY88" fmla="*/ 65647 h 141907"/>
              <a:gd name="csX89" fmla="*/ 32011 w 141929"/>
              <a:gd name="csY89" fmla="*/ 104432 h 141907"/>
              <a:gd name="csX90" fmla="*/ 28355 w 141929"/>
              <a:gd name="csY90" fmla="*/ 106032 h 141907"/>
              <a:gd name="csX91" fmla="*/ 20836 w 141929"/>
              <a:gd name="csY91" fmla="*/ 113551 h 141907"/>
              <a:gd name="csX92" fmla="*/ 19683 w 141929"/>
              <a:gd name="csY92" fmla="*/ 115286 h 141907"/>
              <a:gd name="csX93" fmla="*/ 19278 w 141929"/>
              <a:gd name="csY93" fmla="*/ 117310 h 141907"/>
              <a:gd name="csX94" fmla="*/ 19683 w 141929"/>
              <a:gd name="csY94" fmla="*/ 119351 h 141907"/>
              <a:gd name="csX95" fmla="*/ 20836 w 141929"/>
              <a:gd name="csY95" fmla="*/ 121086 h 141907"/>
              <a:gd name="csX96" fmla="*/ 22563 w 141929"/>
              <a:gd name="csY96" fmla="*/ 122226 h 141907"/>
              <a:gd name="csX97" fmla="*/ 24600 w 141929"/>
              <a:gd name="csY97" fmla="*/ 122635 h 141907"/>
              <a:gd name="csX98" fmla="*/ 26636 w 141929"/>
              <a:gd name="csY98" fmla="*/ 122226 h 141907"/>
              <a:gd name="csX99" fmla="*/ 28361 w 141929"/>
              <a:gd name="csY99" fmla="*/ 121086 h 141907"/>
              <a:gd name="csX100" fmla="*/ 35880 w 141929"/>
              <a:gd name="csY100" fmla="*/ 113568 h 141907"/>
              <a:gd name="csX101" fmla="*/ 37389 w 141929"/>
              <a:gd name="csY101" fmla="*/ 110795 h 141907"/>
              <a:gd name="csX102" fmla="*/ 37074 w 141929"/>
              <a:gd name="csY102" fmla="*/ 107665 h 141907"/>
              <a:gd name="csX103" fmla="*/ 35044 w 141929"/>
              <a:gd name="csY103" fmla="*/ 105266 h 141907"/>
              <a:gd name="csX104" fmla="*/ 32011 w 141929"/>
              <a:gd name="csY104" fmla="*/ 104432 h 141907"/>
              <a:gd name="csX105" fmla="*/ 109754 w 141929"/>
              <a:gd name="csY105" fmla="*/ 104432 h 141907"/>
              <a:gd name="csX106" fmla="*/ 106783 w 141929"/>
              <a:gd name="csY106" fmla="*/ 105334 h 141907"/>
              <a:gd name="csX107" fmla="*/ 104826 w 141929"/>
              <a:gd name="csY107" fmla="*/ 107750 h 141907"/>
              <a:gd name="csX108" fmla="*/ 104551 w 141929"/>
              <a:gd name="csY108" fmla="*/ 110846 h 141907"/>
              <a:gd name="csX109" fmla="*/ 106050 w 141929"/>
              <a:gd name="csY109" fmla="*/ 113568 h 141907"/>
              <a:gd name="csX110" fmla="*/ 113568 w 141929"/>
              <a:gd name="csY110" fmla="*/ 121086 h 141907"/>
              <a:gd name="csX111" fmla="*/ 115295 w 141929"/>
              <a:gd name="csY111" fmla="*/ 122226 h 141907"/>
              <a:gd name="csX112" fmla="*/ 117330 w 141929"/>
              <a:gd name="csY112" fmla="*/ 122635 h 141907"/>
              <a:gd name="csX113" fmla="*/ 119366 w 141929"/>
              <a:gd name="csY113" fmla="*/ 122226 h 141907"/>
              <a:gd name="csX114" fmla="*/ 121093 w 141929"/>
              <a:gd name="csY114" fmla="*/ 121086 h 141907"/>
              <a:gd name="csX115" fmla="*/ 122246 w 141929"/>
              <a:gd name="csY115" fmla="*/ 119351 h 141907"/>
              <a:gd name="csX116" fmla="*/ 122651 w 141929"/>
              <a:gd name="csY116" fmla="*/ 117310 h 141907"/>
              <a:gd name="csX117" fmla="*/ 122246 w 141929"/>
              <a:gd name="csY117" fmla="*/ 115286 h 141907"/>
              <a:gd name="csX118" fmla="*/ 121093 w 141929"/>
              <a:gd name="csY118" fmla="*/ 113551 h 141907"/>
              <a:gd name="csX119" fmla="*/ 113575 w 141929"/>
              <a:gd name="csY119" fmla="*/ 106032 h 141907"/>
              <a:gd name="csX120" fmla="*/ 111827 w 141929"/>
              <a:gd name="csY120" fmla="*/ 104841 h 141907"/>
              <a:gd name="csX121" fmla="*/ 109754 w 141929"/>
              <a:gd name="csY121" fmla="*/ 104432 h 141907"/>
              <a:gd name="csX122" fmla="*/ 70881 w 141929"/>
              <a:gd name="csY122" fmla="*/ 120491 h 141907"/>
              <a:gd name="csX123" fmla="*/ 67149 w 141929"/>
              <a:gd name="csY123" fmla="*/ 122107 h 141907"/>
              <a:gd name="csX124" fmla="*/ 65648 w 141929"/>
              <a:gd name="csY124" fmla="*/ 125884 h 141907"/>
              <a:gd name="csX125" fmla="*/ 65648 w 141929"/>
              <a:gd name="csY125" fmla="*/ 136516 h 141907"/>
              <a:gd name="csX126" fmla="*/ 66031 w 141929"/>
              <a:gd name="csY126" fmla="*/ 138574 h 141907"/>
              <a:gd name="csX127" fmla="*/ 67179 w 141929"/>
              <a:gd name="csY127" fmla="*/ 140326 h 141907"/>
              <a:gd name="csX128" fmla="*/ 68913 w 141929"/>
              <a:gd name="csY128" fmla="*/ 141500 h 141907"/>
              <a:gd name="csX129" fmla="*/ 70965 w 141929"/>
              <a:gd name="csY129" fmla="*/ 141908 h 141907"/>
              <a:gd name="csX130" fmla="*/ 73016 w 141929"/>
              <a:gd name="csY130" fmla="*/ 141500 h 141907"/>
              <a:gd name="csX131" fmla="*/ 74752 w 141929"/>
              <a:gd name="csY131" fmla="*/ 140326 h 141907"/>
              <a:gd name="csX132" fmla="*/ 75899 w 141929"/>
              <a:gd name="csY132" fmla="*/ 138574 h 141907"/>
              <a:gd name="csX133" fmla="*/ 76281 w 141929"/>
              <a:gd name="csY133" fmla="*/ 136516 h 141907"/>
              <a:gd name="csX134" fmla="*/ 76281 w 141929"/>
              <a:gd name="csY134" fmla="*/ 125884 h 141907"/>
              <a:gd name="csX135" fmla="*/ 75892 w 141929"/>
              <a:gd name="csY135" fmla="*/ 123808 h 141907"/>
              <a:gd name="csX136" fmla="*/ 74723 w 141929"/>
              <a:gd name="csY136" fmla="*/ 122056 h 141907"/>
              <a:gd name="csX137" fmla="*/ 72960 w 141929"/>
              <a:gd name="csY137" fmla="*/ 120882 h 141907"/>
              <a:gd name="csX138" fmla="*/ 70881 w 141929"/>
              <a:gd name="csY138" fmla="*/ 120491 h 141907"/>
            </a:gdLst>
            <a:ahLst/>
            <a:cxnLst/>
            <a:rect l="l" t="t" r="r" b="b"/>
            <a:pathLst>
              <a:path w="100000" h="100000">
                <a:moveTo>
                  <a:pt x="49941" y="8"/>
                </a:moveTo>
                <a:cubicBezTo>
                  <a:pt x="48949" y="20"/>
                  <a:pt x="48003" y="428"/>
                  <a:pt x="47312" y="1147"/>
                </a:cubicBezTo>
                <a:cubicBezTo>
                  <a:pt x="46621" y="1854"/>
                  <a:pt x="46239" y="2813"/>
                  <a:pt x="46254" y="3808"/>
                </a:cubicBezTo>
                <a:lnTo>
                  <a:pt x="46254" y="11299"/>
                </a:lnTo>
                <a:cubicBezTo>
                  <a:pt x="46247" y="11790"/>
                  <a:pt x="46339" y="12294"/>
                  <a:pt x="46524" y="12749"/>
                </a:cubicBezTo>
                <a:cubicBezTo>
                  <a:pt x="46709" y="13205"/>
                  <a:pt x="46984" y="13624"/>
                  <a:pt x="47333" y="13984"/>
                </a:cubicBezTo>
                <a:cubicBezTo>
                  <a:pt x="47681" y="14332"/>
                  <a:pt x="48097" y="14619"/>
                  <a:pt x="48555" y="14811"/>
                </a:cubicBezTo>
                <a:cubicBezTo>
                  <a:pt x="49013" y="15003"/>
                  <a:pt x="49504" y="15099"/>
                  <a:pt x="50000" y="15099"/>
                </a:cubicBezTo>
                <a:cubicBezTo>
                  <a:pt x="50496" y="15099"/>
                  <a:pt x="50987" y="15003"/>
                  <a:pt x="51445" y="14811"/>
                </a:cubicBezTo>
                <a:cubicBezTo>
                  <a:pt x="51903" y="14619"/>
                  <a:pt x="52320" y="14332"/>
                  <a:pt x="52669" y="13984"/>
                </a:cubicBezTo>
                <a:cubicBezTo>
                  <a:pt x="53016" y="13624"/>
                  <a:pt x="53291" y="13205"/>
                  <a:pt x="53477" y="12749"/>
                </a:cubicBezTo>
                <a:cubicBezTo>
                  <a:pt x="53662" y="12294"/>
                  <a:pt x="53753" y="11790"/>
                  <a:pt x="53746" y="11299"/>
                </a:cubicBezTo>
                <a:lnTo>
                  <a:pt x="53746" y="3808"/>
                </a:lnTo>
                <a:cubicBezTo>
                  <a:pt x="53753" y="3304"/>
                  <a:pt x="53660" y="2813"/>
                  <a:pt x="53472" y="2346"/>
                </a:cubicBezTo>
                <a:cubicBezTo>
                  <a:pt x="53282" y="1878"/>
                  <a:pt x="53003" y="1459"/>
                  <a:pt x="52648" y="1099"/>
                </a:cubicBezTo>
                <a:cubicBezTo>
                  <a:pt x="52293" y="752"/>
                  <a:pt x="51870" y="476"/>
                  <a:pt x="51406" y="285"/>
                </a:cubicBezTo>
                <a:cubicBezTo>
                  <a:pt x="50941" y="93"/>
                  <a:pt x="50444" y="-4"/>
                  <a:pt x="49941" y="8"/>
                </a:cubicBezTo>
                <a:close/>
                <a:moveTo>
                  <a:pt x="17290" y="13553"/>
                </a:moveTo>
                <a:cubicBezTo>
                  <a:pt x="16545" y="13553"/>
                  <a:pt x="15817" y="13780"/>
                  <a:pt x="15198" y="14200"/>
                </a:cubicBezTo>
                <a:cubicBezTo>
                  <a:pt x="14580" y="14607"/>
                  <a:pt x="14101" y="15206"/>
                  <a:pt x="13820" y="15890"/>
                </a:cubicBezTo>
                <a:cubicBezTo>
                  <a:pt x="13540" y="16585"/>
                  <a:pt x="13472" y="17340"/>
                  <a:pt x="13626" y="18071"/>
                </a:cubicBezTo>
                <a:cubicBezTo>
                  <a:pt x="13779" y="18802"/>
                  <a:pt x="14147" y="19473"/>
                  <a:pt x="14681" y="19989"/>
                </a:cubicBezTo>
                <a:lnTo>
                  <a:pt x="19978" y="25287"/>
                </a:lnTo>
                <a:cubicBezTo>
                  <a:pt x="20681" y="25993"/>
                  <a:pt x="21635" y="26389"/>
                  <a:pt x="22630" y="26389"/>
                </a:cubicBezTo>
                <a:cubicBezTo>
                  <a:pt x="23623" y="26389"/>
                  <a:pt x="24578" y="25993"/>
                  <a:pt x="25280" y="25287"/>
                </a:cubicBezTo>
                <a:cubicBezTo>
                  <a:pt x="25983" y="24579"/>
                  <a:pt x="26378" y="23632"/>
                  <a:pt x="26378" y="22637"/>
                </a:cubicBezTo>
                <a:cubicBezTo>
                  <a:pt x="26378" y="21643"/>
                  <a:pt x="25983" y="20684"/>
                  <a:pt x="25280" y="19989"/>
                </a:cubicBezTo>
                <a:lnTo>
                  <a:pt x="19983" y="14691"/>
                </a:lnTo>
                <a:cubicBezTo>
                  <a:pt x="19633" y="14332"/>
                  <a:pt x="19215" y="14044"/>
                  <a:pt x="18752" y="13852"/>
                </a:cubicBezTo>
                <a:cubicBezTo>
                  <a:pt x="18289" y="13660"/>
                  <a:pt x="17793" y="13553"/>
                  <a:pt x="17290" y="13553"/>
                </a:cubicBezTo>
                <a:close/>
                <a:moveTo>
                  <a:pt x="82592" y="13553"/>
                </a:moveTo>
                <a:cubicBezTo>
                  <a:pt x="81620" y="13588"/>
                  <a:pt x="80696" y="13996"/>
                  <a:pt x="80017" y="14691"/>
                </a:cubicBezTo>
                <a:lnTo>
                  <a:pt x="74720" y="19989"/>
                </a:lnTo>
                <a:cubicBezTo>
                  <a:pt x="74017" y="20684"/>
                  <a:pt x="73622" y="21643"/>
                  <a:pt x="73622" y="22637"/>
                </a:cubicBezTo>
                <a:cubicBezTo>
                  <a:pt x="73622" y="23632"/>
                  <a:pt x="74017" y="24579"/>
                  <a:pt x="74720" y="25287"/>
                </a:cubicBezTo>
                <a:cubicBezTo>
                  <a:pt x="75423" y="25993"/>
                  <a:pt x="76377" y="26389"/>
                  <a:pt x="77370" y="26389"/>
                </a:cubicBezTo>
                <a:cubicBezTo>
                  <a:pt x="78366" y="26389"/>
                  <a:pt x="79319" y="25993"/>
                  <a:pt x="80022" y="25287"/>
                </a:cubicBezTo>
                <a:lnTo>
                  <a:pt x="85319" y="19989"/>
                </a:lnTo>
                <a:cubicBezTo>
                  <a:pt x="85861" y="19461"/>
                  <a:pt x="86233" y="18790"/>
                  <a:pt x="86383" y="18047"/>
                </a:cubicBezTo>
                <a:cubicBezTo>
                  <a:pt x="86533" y="17304"/>
                  <a:pt x="86454" y="16537"/>
                  <a:pt x="86160" y="15842"/>
                </a:cubicBezTo>
                <a:cubicBezTo>
                  <a:pt x="85865" y="15146"/>
                  <a:pt x="85366" y="14559"/>
                  <a:pt x="84730" y="14152"/>
                </a:cubicBezTo>
                <a:cubicBezTo>
                  <a:pt x="84093" y="13744"/>
                  <a:pt x="83349" y="13529"/>
                  <a:pt x="82592" y="13553"/>
                </a:cubicBezTo>
                <a:close/>
                <a:moveTo>
                  <a:pt x="50000" y="22542"/>
                </a:moveTo>
                <a:cubicBezTo>
                  <a:pt x="42714" y="22542"/>
                  <a:pt x="35727" y="25430"/>
                  <a:pt x="30576" y="30584"/>
                </a:cubicBezTo>
                <a:cubicBezTo>
                  <a:pt x="25424" y="35726"/>
                  <a:pt x="22530" y="42714"/>
                  <a:pt x="22530" y="50001"/>
                </a:cubicBezTo>
                <a:cubicBezTo>
                  <a:pt x="22530" y="57289"/>
                  <a:pt x="25424" y="64276"/>
                  <a:pt x="30576" y="69430"/>
                </a:cubicBezTo>
                <a:cubicBezTo>
                  <a:pt x="35727" y="74571"/>
                  <a:pt x="42714" y="77472"/>
                  <a:pt x="50000" y="77472"/>
                </a:cubicBezTo>
                <a:cubicBezTo>
                  <a:pt x="57286" y="77472"/>
                  <a:pt x="64273" y="74571"/>
                  <a:pt x="69426" y="69430"/>
                </a:cubicBezTo>
                <a:cubicBezTo>
                  <a:pt x="74577" y="64276"/>
                  <a:pt x="77471" y="57289"/>
                  <a:pt x="77471" y="50001"/>
                </a:cubicBezTo>
                <a:cubicBezTo>
                  <a:pt x="77471" y="42714"/>
                  <a:pt x="74577" y="35726"/>
                  <a:pt x="69426" y="30584"/>
                </a:cubicBezTo>
                <a:cubicBezTo>
                  <a:pt x="64273" y="25430"/>
                  <a:pt x="57286" y="22542"/>
                  <a:pt x="50000" y="22542"/>
                </a:cubicBezTo>
                <a:close/>
                <a:moveTo>
                  <a:pt x="3800" y="46261"/>
                </a:moveTo>
                <a:cubicBezTo>
                  <a:pt x="3302" y="46249"/>
                  <a:pt x="2810" y="46345"/>
                  <a:pt x="2350" y="46525"/>
                </a:cubicBezTo>
                <a:cubicBezTo>
                  <a:pt x="1889" y="46717"/>
                  <a:pt x="1470" y="46993"/>
                  <a:pt x="1116" y="47340"/>
                </a:cubicBezTo>
                <a:cubicBezTo>
                  <a:pt x="762" y="47688"/>
                  <a:pt x="482" y="48095"/>
                  <a:pt x="290" y="48562"/>
                </a:cubicBezTo>
                <a:cubicBezTo>
                  <a:pt x="98" y="49018"/>
                  <a:pt x="0" y="49509"/>
                  <a:pt x="0" y="50001"/>
                </a:cubicBezTo>
                <a:cubicBezTo>
                  <a:pt x="0" y="50504"/>
                  <a:pt x="98" y="50996"/>
                  <a:pt x="290" y="51451"/>
                </a:cubicBezTo>
                <a:cubicBezTo>
                  <a:pt x="482" y="51907"/>
                  <a:pt x="762" y="52326"/>
                  <a:pt x="1116" y="52674"/>
                </a:cubicBezTo>
                <a:cubicBezTo>
                  <a:pt x="1470" y="53022"/>
                  <a:pt x="1889" y="53297"/>
                  <a:pt x="2350" y="53477"/>
                </a:cubicBezTo>
                <a:cubicBezTo>
                  <a:pt x="2810" y="53668"/>
                  <a:pt x="3302" y="53752"/>
                  <a:pt x="3800" y="53752"/>
                </a:cubicBezTo>
                <a:lnTo>
                  <a:pt x="11292" y="53752"/>
                </a:lnTo>
                <a:cubicBezTo>
                  <a:pt x="11788" y="53752"/>
                  <a:pt x="12281" y="53668"/>
                  <a:pt x="12742" y="53477"/>
                </a:cubicBezTo>
                <a:cubicBezTo>
                  <a:pt x="13202" y="53297"/>
                  <a:pt x="13621" y="53022"/>
                  <a:pt x="13975" y="52674"/>
                </a:cubicBezTo>
                <a:cubicBezTo>
                  <a:pt x="14328" y="52326"/>
                  <a:pt x="14609" y="51907"/>
                  <a:pt x="14800" y="51451"/>
                </a:cubicBezTo>
                <a:cubicBezTo>
                  <a:pt x="14993" y="50996"/>
                  <a:pt x="15091" y="50504"/>
                  <a:pt x="15091" y="50001"/>
                </a:cubicBezTo>
                <a:cubicBezTo>
                  <a:pt x="15091" y="49509"/>
                  <a:pt x="14993" y="49018"/>
                  <a:pt x="14800" y="48562"/>
                </a:cubicBezTo>
                <a:cubicBezTo>
                  <a:pt x="14609" y="48095"/>
                  <a:pt x="14328" y="47688"/>
                  <a:pt x="13975" y="47340"/>
                </a:cubicBezTo>
                <a:cubicBezTo>
                  <a:pt x="13621" y="46993"/>
                  <a:pt x="13202" y="46717"/>
                  <a:pt x="12742" y="46525"/>
                </a:cubicBezTo>
                <a:cubicBezTo>
                  <a:pt x="12281" y="46345"/>
                  <a:pt x="11788" y="46249"/>
                  <a:pt x="11292" y="46261"/>
                </a:cubicBezTo>
                <a:lnTo>
                  <a:pt x="3800" y="46261"/>
                </a:lnTo>
                <a:close/>
                <a:moveTo>
                  <a:pt x="88709" y="46261"/>
                </a:moveTo>
                <a:cubicBezTo>
                  <a:pt x="88213" y="46249"/>
                  <a:pt x="87721" y="46345"/>
                  <a:pt x="87259" y="46525"/>
                </a:cubicBezTo>
                <a:cubicBezTo>
                  <a:pt x="86798" y="46717"/>
                  <a:pt x="86379" y="46993"/>
                  <a:pt x="86025" y="47340"/>
                </a:cubicBezTo>
                <a:cubicBezTo>
                  <a:pt x="85672" y="47688"/>
                  <a:pt x="85391" y="48095"/>
                  <a:pt x="85200" y="48562"/>
                </a:cubicBezTo>
                <a:cubicBezTo>
                  <a:pt x="85009" y="49018"/>
                  <a:pt x="84909" y="49509"/>
                  <a:pt x="84909" y="50001"/>
                </a:cubicBezTo>
                <a:cubicBezTo>
                  <a:pt x="84909" y="50504"/>
                  <a:pt x="85009" y="50996"/>
                  <a:pt x="85200" y="51451"/>
                </a:cubicBezTo>
                <a:cubicBezTo>
                  <a:pt x="85391" y="51907"/>
                  <a:pt x="85672" y="52326"/>
                  <a:pt x="86025" y="52674"/>
                </a:cubicBezTo>
                <a:cubicBezTo>
                  <a:pt x="86379" y="53022"/>
                  <a:pt x="86798" y="53297"/>
                  <a:pt x="87259" y="53477"/>
                </a:cubicBezTo>
                <a:cubicBezTo>
                  <a:pt x="87721" y="53668"/>
                  <a:pt x="88213" y="53752"/>
                  <a:pt x="88709" y="53752"/>
                </a:cubicBezTo>
                <a:lnTo>
                  <a:pt x="96202" y="53752"/>
                </a:lnTo>
                <a:cubicBezTo>
                  <a:pt x="96698" y="53752"/>
                  <a:pt x="97190" y="53668"/>
                  <a:pt x="97651" y="53477"/>
                </a:cubicBezTo>
                <a:cubicBezTo>
                  <a:pt x="98112" y="53297"/>
                  <a:pt x="98530" y="53022"/>
                  <a:pt x="98884" y="52674"/>
                </a:cubicBezTo>
                <a:cubicBezTo>
                  <a:pt x="99238" y="52326"/>
                  <a:pt x="99518" y="51907"/>
                  <a:pt x="99710" y="51451"/>
                </a:cubicBezTo>
                <a:cubicBezTo>
                  <a:pt x="99902" y="50996"/>
                  <a:pt x="100000" y="50504"/>
                  <a:pt x="100000" y="50001"/>
                </a:cubicBezTo>
                <a:cubicBezTo>
                  <a:pt x="100000" y="49509"/>
                  <a:pt x="99902" y="49018"/>
                  <a:pt x="99710" y="48562"/>
                </a:cubicBezTo>
                <a:cubicBezTo>
                  <a:pt x="99518" y="48095"/>
                  <a:pt x="99238" y="47688"/>
                  <a:pt x="98884" y="47340"/>
                </a:cubicBezTo>
                <a:cubicBezTo>
                  <a:pt x="98530" y="46993"/>
                  <a:pt x="98112" y="46717"/>
                  <a:pt x="97651" y="46525"/>
                </a:cubicBezTo>
                <a:cubicBezTo>
                  <a:pt x="97190" y="46345"/>
                  <a:pt x="96698" y="46249"/>
                  <a:pt x="96202" y="46261"/>
                </a:cubicBezTo>
                <a:lnTo>
                  <a:pt x="88709" y="46261"/>
                </a:lnTo>
                <a:close/>
                <a:moveTo>
                  <a:pt x="22554" y="73588"/>
                </a:moveTo>
                <a:cubicBezTo>
                  <a:pt x="21581" y="73612"/>
                  <a:pt x="20658" y="74020"/>
                  <a:pt x="19978" y="74716"/>
                </a:cubicBezTo>
                <a:lnTo>
                  <a:pt x="14681" y="80013"/>
                </a:lnTo>
                <a:cubicBezTo>
                  <a:pt x="14333" y="80361"/>
                  <a:pt x="14056" y="80780"/>
                  <a:pt x="13868" y="81236"/>
                </a:cubicBezTo>
                <a:cubicBezTo>
                  <a:pt x="13680" y="81691"/>
                  <a:pt x="13583" y="82171"/>
                  <a:pt x="13583" y="82662"/>
                </a:cubicBezTo>
                <a:cubicBezTo>
                  <a:pt x="13583" y="83154"/>
                  <a:pt x="13680" y="83645"/>
                  <a:pt x="13868" y="84100"/>
                </a:cubicBezTo>
                <a:cubicBezTo>
                  <a:pt x="14056" y="84556"/>
                  <a:pt x="14333" y="84975"/>
                  <a:pt x="14681" y="85322"/>
                </a:cubicBezTo>
                <a:cubicBezTo>
                  <a:pt x="15029" y="85670"/>
                  <a:pt x="15442" y="85946"/>
                  <a:pt x="15897" y="86125"/>
                </a:cubicBezTo>
                <a:cubicBezTo>
                  <a:pt x="16352" y="86317"/>
                  <a:pt x="16839" y="86414"/>
                  <a:pt x="17333" y="86414"/>
                </a:cubicBezTo>
                <a:cubicBezTo>
                  <a:pt x="17825" y="86414"/>
                  <a:pt x="18312" y="86317"/>
                  <a:pt x="18767" y="86125"/>
                </a:cubicBezTo>
                <a:cubicBezTo>
                  <a:pt x="19222" y="85946"/>
                  <a:pt x="19635" y="85670"/>
                  <a:pt x="19983" y="85322"/>
                </a:cubicBezTo>
                <a:lnTo>
                  <a:pt x="25280" y="80025"/>
                </a:lnTo>
                <a:cubicBezTo>
                  <a:pt x="25823" y="79497"/>
                  <a:pt x="26193" y="78814"/>
                  <a:pt x="26343" y="78071"/>
                </a:cubicBezTo>
                <a:cubicBezTo>
                  <a:pt x="26494" y="77340"/>
                  <a:pt x="26416" y="76562"/>
                  <a:pt x="26122" y="75866"/>
                </a:cubicBezTo>
                <a:cubicBezTo>
                  <a:pt x="25826" y="75171"/>
                  <a:pt x="25328" y="74583"/>
                  <a:pt x="24691" y="74176"/>
                </a:cubicBezTo>
                <a:cubicBezTo>
                  <a:pt x="24055" y="73769"/>
                  <a:pt x="23310" y="73565"/>
                  <a:pt x="22554" y="73588"/>
                </a:cubicBezTo>
                <a:close/>
                <a:moveTo>
                  <a:pt x="77330" y="73588"/>
                </a:moveTo>
                <a:cubicBezTo>
                  <a:pt x="76584" y="73588"/>
                  <a:pt x="75856" y="73816"/>
                  <a:pt x="75237" y="74224"/>
                </a:cubicBezTo>
                <a:cubicBezTo>
                  <a:pt x="74620" y="74644"/>
                  <a:pt x="74139" y="75231"/>
                  <a:pt x="73858" y="75926"/>
                </a:cubicBezTo>
                <a:cubicBezTo>
                  <a:pt x="73579" y="76621"/>
                  <a:pt x="73511" y="77376"/>
                  <a:pt x="73664" y="78107"/>
                </a:cubicBezTo>
                <a:cubicBezTo>
                  <a:pt x="73818" y="78838"/>
                  <a:pt x="74186" y="79497"/>
                  <a:pt x="74720" y="80025"/>
                </a:cubicBezTo>
                <a:lnTo>
                  <a:pt x="80017" y="85322"/>
                </a:lnTo>
                <a:cubicBezTo>
                  <a:pt x="80365" y="85670"/>
                  <a:pt x="80778" y="85946"/>
                  <a:pt x="81234" y="86125"/>
                </a:cubicBezTo>
                <a:cubicBezTo>
                  <a:pt x="81689" y="86317"/>
                  <a:pt x="82176" y="86414"/>
                  <a:pt x="82668" y="86414"/>
                </a:cubicBezTo>
                <a:cubicBezTo>
                  <a:pt x="83161" y="86414"/>
                  <a:pt x="83648" y="86317"/>
                  <a:pt x="84103" y="86125"/>
                </a:cubicBezTo>
                <a:cubicBezTo>
                  <a:pt x="84558" y="85946"/>
                  <a:pt x="84971" y="85670"/>
                  <a:pt x="85319" y="85322"/>
                </a:cubicBezTo>
                <a:cubicBezTo>
                  <a:pt x="85667" y="84975"/>
                  <a:pt x="85944" y="84556"/>
                  <a:pt x="86132" y="84100"/>
                </a:cubicBezTo>
                <a:cubicBezTo>
                  <a:pt x="86321" y="83645"/>
                  <a:pt x="86417" y="83154"/>
                  <a:pt x="86417" y="82662"/>
                </a:cubicBezTo>
                <a:cubicBezTo>
                  <a:pt x="86417" y="82171"/>
                  <a:pt x="86321" y="81691"/>
                  <a:pt x="86132" y="81236"/>
                </a:cubicBezTo>
                <a:cubicBezTo>
                  <a:pt x="85944" y="80780"/>
                  <a:pt x="85667" y="80361"/>
                  <a:pt x="85319" y="80013"/>
                </a:cubicBezTo>
                <a:lnTo>
                  <a:pt x="80022" y="74716"/>
                </a:lnTo>
                <a:cubicBezTo>
                  <a:pt x="79672" y="74355"/>
                  <a:pt x="79252" y="74080"/>
                  <a:pt x="78791" y="73876"/>
                </a:cubicBezTo>
                <a:cubicBezTo>
                  <a:pt x="78329" y="73685"/>
                  <a:pt x="77831" y="73588"/>
                  <a:pt x="77330" y="73588"/>
                </a:cubicBezTo>
                <a:close/>
                <a:moveTo>
                  <a:pt x="49941" y="84903"/>
                </a:moveTo>
                <a:cubicBezTo>
                  <a:pt x="48949" y="84927"/>
                  <a:pt x="48003" y="85334"/>
                  <a:pt x="47312" y="86042"/>
                </a:cubicBezTo>
                <a:cubicBezTo>
                  <a:pt x="46621" y="86761"/>
                  <a:pt x="46239" y="87720"/>
                  <a:pt x="46254" y="88703"/>
                </a:cubicBezTo>
                <a:lnTo>
                  <a:pt x="46254" y="96194"/>
                </a:lnTo>
                <a:cubicBezTo>
                  <a:pt x="46247" y="96697"/>
                  <a:pt x="46339" y="97189"/>
                  <a:pt x="46524" y="97644"/>
                </a:cubicBezTo>
                <a:cubicBezTo>
                  <a:pt x="46709" y="98111"/>
                  <a:pt x="46984" y="98531"/>
                  <a:pt x="47333" y="98878"/>
                </a:cubicBezTo>
                <a:cubicBezTo>
                  <a:pt x="47681" y="99238"/>
                  <a:pt x="48097" y="99514"/>
                  <a:pt x="48555" y="99705"/>
                </a:cubicBezTo>
                <a:cubicBezTo>
                  <a:pt x="49013" y="99897"/>
                  <a:pt x="49504" y="99993"/>
                  <a:pt x="50000" y="99993"/>
                </a:cubicBezTo>
                <a:cubicBezTo>
                  <a:pt x="50496" y="99993"/>
                  <a:pt x="50987" y="99897"/>
                  <a:pt x="51445" y="99705"/>
                </a:cubicBezTo>
                <a:cubicBezTo>
                  <a:pt x="51903" y="99514"/>
                  <a:pt x="52320" y="99238"/>
                  <a:pt x="52669" y="98878"/>
                </a:cubicBezTo>
                <a:cubicBezTo>
                  <a:pt x="53016" y="98531"/>
                  <a:pt x="53291" y="98111"/>
                  <a:pt x="53477" y="97644"/>
                </a:cubicBezTo>
                <a:cubicBezTo>
                  <a:pt x="53662" y="97189"/>
                  <a:pt x="53753" y="96697"/>
                  <a:pt x="53746" y="96194"/>
                </a:cubicBezTo>
                <a:lnTo>
                  <a:pt x="53746" y="88703"/>
                </a:lnTo>
                <a:cubicBezTo>
                  <a:pt x="53753" y="88211"/>
                  <a:pt x="53660" y="87708"/>
                  <a:pt x="53472" y="87240"/>
                </a:cubicBezTo>
                <a:cubicBezTo>
                  <a:pt x="53282" y="86773"/>
                  <a:pt x="53003" y="86353"/>
                  <a:pt x="52648" y="86006"/>
                </a:cubicBezTo>
                <a:cubicBezTo>
                  <a:pt x="52293" y="85646"/>
                  <a:pt x="51870" y="85370"/>
                  <a:pt x="51406" y="85179"/>
                </a:cubicBezTo>
                <a:cubicBezTo>
                  <a:pt x="50941" y="84987"/>
                  <a:pt x="50444" y="84903"/>
                  <a:pt x="49941" y="849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8" name="Чёрный — SVG 1">
            <a:extLst>
              <a:ext uri="{FF2B5EF4-FFF2-40B4-BE49-F238E27FC236}">
                <a16:creationId xmlns:a16="http://schemas.microsoft.com/office/drawing/2014/main" id="{4F4B2777-CD88-7845-88AC-9258A2BAE51D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55821 w 142453"/>
              <a:gd name="csY0" fmla="*/ 35400 h 151007"/>
              <a:gd name="csX1" fmla="*/ 4781 w 142453"/>
              <a:gd name="csY1" fmla="*/ 18355 h 151007"/>
              <a:gd name="csX2" fmla="*/ 55821 w 142453"/>
              <a:gd name="csY2" fmla="*/ 136 h 151007"/>
              <a:gd name="csX3" fmla="*/ 55821 w 142453"/>
              <a:gd name="csY3" fmla="*/ 35400 h 151007"/>
              <a:gd name="csX4" fmla="*/ 137706 w 142453"/>
              <a:gd name="csY4" fmla="*/ 23322 h 151007"/>
              <a:gd name="csX5" fmla="*/ 78823 w 142453"/>
              <a:gd name="csY5" fmla="*/ 43055 h 151007"/>
              <a:gd name="csX6" fmla="*/ 66454 w 142453"/>
              <a:gd name="csY6" fmla="*/ 38955 h 151007"/>
              <a:gd name="csX7" fmla="*/ 66454 w 142453"/>
              <a:gd name="csY7" fmla="*/ 0 h 151007"/>
              <a:gd name="csX8" fmla="*/ 137706 w 142453"/>
              <a:gd name="csY8" fmla="*/ 23322 h 151007"/>
              <a:gd name="csX9" fmla="*/ 142453 w 142453"/>
              <a:gd name="csY9" fmla="*/ 32917 h 151007"/>
              <a:gd name="csX10" fmla="*/ 126359 w 142453"/>
              <a:gd name="csY10" fmla="*/ 132823 h 151007"/>
              <a:gd name="csX11" fmla="*/ 122922 w 142453"/>
              <a:gd name="csY11" fmla="*/ 136973 h 151007"/>
              <a:gd name="csX12" fmla="*/ 84148 w 142453"/>
              <a:gd name="csY12" fmla="*/ 150905 h 151007"/>
              <a:gd name="csX13" fmla="*/ 84148 w 142453"/>
              <a:gd name="csY13" fmla="*/ 52479 h 151007"/>
              <a:gd name="csX14" fmla="*/ 142453 w 142453"/>
              <a:gd name="csY14" fmla="*/ 32917 h 151007"/>
              <a:gd name="csX15" fmla="*/ 0 w 142453"/>
              <a:gd name="csY15" fmla="*/ 28000 h 151007"/>
              <a:gd name="csX16" fmla="*/ 73515 w 142453"/>
              <a:gd name="csY16" fmla="*/ 52479 h 151007"/>
              <a:gd name="csX17" fmla="*/ 73515 w 142453"/>
              <a:gd name="csY17" fmla="*/ 151008 h 151007"/>
              <a:gd name="csX18" fmla="*/ 17218 w 142453"/>
              <a:gd name="csY18" fmla="*/ 132466 h 151007"/>
              <a:gd name="csX19" fmla="*/ 13645 w 142453"/>
              <a:gd name="csY19" fmla="*/ 128145 h 151007"/>
              <a:gd name="csX20" fmla="*/ 0 w 142453"/>
              <a:gd name="csY20" fmla="*/ 28000 h 151007"/>
              <a:gd name="csX21" fmla="*/ 62422 w 142453"/>
              <a:gd name="csY21" fmla="*/ 93391 h 151007"/>
              <a:gd name="csX22" fmla="*/ 62337 w 142453"/>
              <a:gd name="csY22" fmla="*/ 93119 h 151007"/>
              <a:gd name="csX23" fmla="*/ 57301 w 142453"/>
              <a:gd name="csY23" fmla="*/ 82878 h 151007"/>
              <a:gd name="csX24" fmla="*/ 48284 w 142453"/>
              <a:gd name="csY24" fmla="*/ 85447 h 151007"/>
              <a:gd name="csX25" fmla="*/ 55396 w 142453"/>
              <a:gd name="csY25" fmla="*/ 100145 h 151007"/>
              <a:gd name="csX26" fmla="*/ 47144 w 142453"/>
              <a:gd name="csY26" fmla="*/ 97134 h 151007"/>
              <a:gd name="csX27" fmla="*/ 46872 w 142453"/>
              <a:gd name="csY27" fmla="*/ 92915 h 151007"/>
              <a:gd name="csX28" fmla="*/ 42159 w 142453"/>
              <a:gd name="csY28" fmla="*/ 101250 h 151007"/>
              <a:gd name="csX29" fmla="*/ 48114 w 142453"/>
              <a:gd name="csY29" fmla="*/ 113362 h 151007"/>
              <a:gd name="csX30" fmla="*/ 47893 w 142453"/>
              <a:gd name="csY30" fmla="*/ 109160 h 151007"/>
              <a:gd name="csX31" fmla="*/ 54222 w 142453"/>
              <a:gd name="csY31" fmla="*/ 111457 h 151007"/>
              <a:gd name="csX32" fmla="*/ 54477 w 142453"/>
              <a:gd name="csY32" fmla="*/ 111576 h 151007"/>
              <a:gd name="csX33" fmla="*/ 56093 w 142453"/>
              <a:gd name="csY33" fmla="*/ 110793 h 151007"/>
              <a:gd name="csX34" fmla="*/ 62422 w 142453"/>
              <a:gd name="csY34" fmla="*/ 100111 h 151007"/>
              <a:gd name="csX35" fmla="*/ 62388 w 142453"/>
              <a:gd name="csY35" fmla="*/ 100161 h 151007"/>
              <a:gd name="csX36" fmla="*/ 62422 w 142453"/>
              <a:gd name="csY36" fmla="*/ 93391 h 151007"/>
              <a:gd name="csX37" fmla="*/ 16554 w 142453"/>
              <a:gd name="csY37" fmla="*/ 70443 h 151007"/>
              <a:gd name="csX38" fmla="*/ 19991 w 142453"/>
              <a:gd name="csY38" fmla="*/ 73794 h 151007"/>
              <a:gd name="csX39" fmla="*/ 17184 w 142453"/>
              <a:gd name="csY39" fmla="*/ 78676 h 151007"/>
              <a:gd name="csX40" fmla="*/ 17473 w 142453"/>
              <a:gd name="csY40" fmla="*/ 81296 h 151007"/>
              <a:gd name="csX41" fmla="*/ 24533 w 142453"/>
              <a:gd name="csY41" fmla="*/ 95790 h 151007"/>
              <a:gd name="csX42" fmla="*/ 30777 w 142453"/>
              <a:gd name="csY42" fmla="*/ 102985 h 151007"/>
              <a:gd name="csX43" fmla="*/ 30998 w 142453"/>
              <a:gd name="csY43" fmla="*/ 103104 h 151007"/>
              <a:gd name="csX44" fmla="*/ 40016 w 142453"/>
              <a:gd name="csY44" fmla="*/ 106388 h 151007"/>
              <a:gd name="csX45" fmla="*/ 39982 w 142453"/>
              <a:gd name="csY45" fmla="*/ 94667 h 151007"/>
              <a:gd name="csX46" fmla="*/ 26201 w 142453"/>
              <a:gd name="csY46" fmla="*/ 89648 h 151007"/>
              <a:gd name="csX47" fmla="*/ 29842 w 142453"/>
              <a:gd name="csY47" fmla="*/ 83269 h 151007"/>
              <a:gd name="csX48" fmla="*/ 33312 w 142453"/>
              <a:gd name="csY48" fmla="*/ 86569 h 151007"/>
              <a:gd name="csX49" fmla="*/ 27221 w 142453"/>
              <a:gd name="csY49" fmla="*/ 74338 h 151007"/>
              <a:gd name="csX50" fmla="*/ 16554 w 142453"/>
              <a:gd name="csY50" fmla="*/ 70443 h 151007"/>
              <a:gd name="csX51" fmla="*/ 51244 w 142453"/>
              <a:gd name="csY51" fmla="*/ 80990 h 151007"/>
              <a:gd name="csX52" fmla="*/ 55940 w 142453"/>
              <a:gd name="csY52" fmla="*/ 72722 h 151007"/>
              <a:gd name="csX53" fmla="*/ 52725 w 142453"/>
              <a:gd name="csY53" fmla="*/ 73607 h 151007"/>
              <a:gd name="csX54" fmla="*/ 49220 w 142453"/>
              <a:gd name="csY54" fmla="*/ 66445 h 151007"/>
              <a:gd name="csX55" fmla="*/ 47399 w 142453"/>
              <a:gd name="csY55" fmla="*/ 64625 h 151007"/>
              <a:gd name="csX56" fmla="*/ 47042 w 142453"/>
              <a:gd name="csY56" fmla="*/ 64523 h 151007"/>
              <a:gd name="csX57" fmla="*/ 34367 w 142453"/>
              <a:gd name="csY57" fmla="*/ 59913 h 151007"/>
              <a:gd name="csX58" fmla="*/ 34197 w 142453"/>
              <a:gd name="csY58" fmla="*/ 59828 h 151007"/>
              <a:gd name="csX59" fmla="*/ 33874 w 142453"/>
              <a:gd name="csY59" fmla="*/ 59726 h 151007"/>
              <a:gd name="csX60" fmla="*/ 33567 w 142453"/>
              <a:gd name="csY60" fmla="*/ 59607 h 151007"/>
              <a:gd name="csX61" fmla="*/ 33380 w 142453"/>
              <a:gd name="csY61" fmla="*/ 59539 h 151007"/>
              <a:gd name="csX62" fmla="*/ 27732 w 142453"/>
              <a:gd name="csY62" fmla="*/ 60492 h 151007"/>
              <a:gd name="csX63" fmla="*/ 27630 w 142453"/>
              <a:gd name="csY63" fmla="*/ 60661 h 151007"/>
              <a:gd name="csX64" fmla="*/ 23666 w 142453"/>
              <a:gd name="csY64" fmla="*/ 67636 h 151007"/>
              <a:gd name="csX65" fmla="*/ 33431 w 142453"/>
              <a:gd name="csY65" fmla="*/ 77043 h 151007"/>
              <a:gd name="csX66" fmla="*/ 39352 w 142453"/>
              <a:gd name="csY66" fmla="*/ 67449 h 151007"/>
              <a:gd name="csX67" fmla="*/ 43639 w 142453"/>
              <a:gd name="csY67" fmla="*/ 76210 h 151007"/>
              <a:gd name="csX68" fmla="*/ 40492 w 142453"/>
              <a:gd name="csY68" fmla="*/ 77129 h 151007"/>
              <a:gd name="csX69" fmla="*/ 51244 w 142453"/>
              <a:gd name="csY69" fmla="*/ 80990 h 151007"/>
            </a:gdLst>
            <a:ahLst/>
            <a:cxnLst/>
            <a:rect l="l" t="t" r="r" b="b"/>
            <a:pathLst>
              <a:path w="100000" h="100000">
                <a:moveTo>
                  <a:pt x="39798" y="23443"/>
                </a:moveTo>
                <a:lnTo>
                  <a:pt x="5998" y="12155"/>
                </a:lnTo>
                <a:lnTo>
                  <a:pt x="39798" y="90"/>
                </a:lnTo>
                <a:lnTo>
                  <a:pt x="39798" y="23443"/>
                </a:lnTo>
                <a:close/>
                <a:moveTo>
                  <a:pt x="94024" y="15444"/>
                </a:moveTo>
                <a:lnTo>
                  <a:pt x="55031" y="28512"/>
                </a:lnTo>
                <a:lnTo>
                  <a:pt x="46840" y="25797"/>
                </a:lnTo>
                <a:lnTo>
                  <a:pt x="46840" y="0"/>
                </a:lnTo>
                <a:lnTo>
                  <a:pt x="94024" y="15444"/>
                </a:lnTo>
                <a:close/>
                <a:moveTo>
                  <a:pt x="97168" y="21798"/>
                </a:moveTo>
                <a:lnTo>
                  <a:pt x="86510" y="87958"/>
                </a:lnTo>
                <a:cubicBezTo>
                  <a:pt x="86318" y="89208"/>
                  <a:pt x="85428" y="90267"/>
                  <a:pt x="84234" y="90706"/>
                </a:cubicBezTo>
                <a:lnTo>
                  <a:pt x="58557" y="99932"/>
                </a:lnTo>
                <a:lnTo>
                  <a:pt x="58557" y="34753"/>
                </a:lnTo>
                <a:lnTo>
                  <a:pt x="97168" y="21798"/>
                </a:lnTo>
                <a:close/>
                <a:moveTo>
                  <a:pt x="2832" y="18542"/>
                </a:moveTo>
                <a:lnTo>
                  <a:pt x="51515" y="34753"/>
                </a:lnTo>
                <a:lnTo>
                  <a:pt x="51515" y="100001"/>
                </a:lnTo>
                <a:lnTo>
                  <a:pt x="14234" y="87722"/>
                </a:lnTo>
                <a:cubicBezTo>
                  <a:pt x="12972" y="87305"/>
                  <a:pt x="12037" y="86201"/>
                  <a:pt x="11868" y="84860"/>
                </a:cubicBezTo>
                <a:lnTo>
                  <a:pt x="2832" y="18542"/>
                </a:lnTo>
                <a:close/>
                <a:moveTo>
                  <a:pt x="44169" y="61845"/>
                </a:moveTo>
                <a:lnTo>
                  <a:pt x="44113" y="61665"/>
                </a:lnTo>
                <a:lnTo>
                  <a:pt x="40778" y="54884"/>
                </a:lnTo>
                <a:lnTo>
                  <a:pt x="34807" y="56585"/>
                </a:lnTo>
                <a:lnTo>
                  <a:pt x="39517" y="66318"/>
                </a:lnTo>
                <a:lnTo>
                  <a:pt x="34052" y="64324"/>
                </a:lnTo>
                <a:lnTo>
                  <a:pt x="33872" y="61530"/>
                </a:lnTo>
                <a:lnTo>
                  <a:pt x="30751" y="67050"/>
                </a:lnTo>
                <a:lnTo>
                  <a:pt x="34694" y="75071"/>
                </a:lnTo>
                <a:lnTo>
                  <a:pt x="34548" y="72288"/>
                </a:lnTo>
                <a:lnTo>
                  <a:pt x="38739" y="73809"/>
                </a:lnTo>
                <a:cubicBezTo>
                  <a:pt x="38796" y="73843"/>
                  <a:pt x="38852" y="73865"/>
                  <a:pt x="38908" y="73888"/>
                </a:cubicBezTo>
                <a:cubicBezTo>
                  <a:pt x="39336" y="74046"/>
                  <a:pt x="39719" y="73989"/>
                  <a:pt x="39978" y="73369"/>
                </a:cubicBezTo>
                <a:lnTo>
                  <a:pt x="44169" y="66296"/>
                </a:lnTo>
                <a:cubicBezTo>
                  <a:pt x="44158" y="66307"/>
                  <a:pt x="44147" y="66318"/>
                  <a:pt x="44147" y="66329"/>
                </a:cubicBezTo>
                <a:cubicBezTo>
                  <a:pt x="44722" y="65360"/>
                  <a:pt x="44981" y="63806"/>
                  <a:pt x="44169" y="61845"/>
                </a:cubicBezTo>
                <a:close/>
                <a:moveTo>
                  <a:pt x="13795" y="46649"/>
                </a:moveTo>
                <a:lnTo>
                  <a:pt x="16071" y="48868"/>
                </a:lnTo>
                <a:lnTo>
                  <a:pt x="14212" y="52101"/>
                </a:lnTo>
                <a:cubicBezTo>
                  <a:pt x="13986" y="52462"/>
                  <a:pt x="13896" y="52901"/>
                  <a:pt x="14403" y="53836"/>
                </a:cubicBezTo>
                <a:lnTo>
                  <a:pt x="19079" y="63434"/>
                </a:lnTo>
                <a:cubicBezTo>
                  <a:pt x="19642" y="65022"/>
                  <a:pt x="21073" y="67185"/>
                  <a:pt x="23213" y="68199"/>
                </a:cubicBezTo>
                <a:lnTo>
                  <a:pt x="23360" y="68278"/>
                </a:lnTo>
                <a:lnTo>
                  <a:pt x="29332" y="70452"/>
                </a:lnTo>
                <a:lnTo>
                  <a:pt x="29309" y="62690"/>
                </a:lnTo>
                <a:lnTo>
                  <a:pt x="20183" y="59367"/>
                </a:lnTo>
                <a:lnTo>
                  <a:pt x="22594" y="55142"/>
                </a:lnTo>
                <a:lnTo>
                  <a:pt x="24892" y="57328"/>
                </a:lnTo>
                <a:lnTo>
                  <a:pt x="20859" y="49228"/>
                </a:lnTo>
                <a:lnTo>
                  <a:pt x="13795" y="46649"/>
                </a:lnTo>
                <a:close/>
                <a:moveTo>
                  <a:pt x="36767" y="53633"/>
                </a:moveTo>
                <a:lnTo>
                  <a:pt x="39877" y="48158"/>
                </a:lnTo>
                <a:lnTo>
                  <a:pt x="37748" y="48744"/>
                </a:lnTo>
                <a:lnTo>
                  <a:pt x="35427" y="44001"/>
                </a:lnTo>
                <a:cubicBezTo>
                  <a:pt x="35201" y="43483"/>
                  <a:pt x="34886" y="43044"/>
                  <a:pt x="34221" y="42796"/>
                </a:cubicBezTo>
                <a:cubicBezTo>
                  <a:pt x="34153" y="42774"/>
                  <a:pt x="34063" y="42751"/>
                  <a:pt x="33985" y="42728"/>
                </a:cubicBezTo>
                <a:lnTo>
                  <a:pt x="25591" y="39676"/>
                </a:lnTo>
                <a:cubicBezTo>
                  <a:pt x="25557" y="39653"/>
                  <a:pt x="25512" y="39642"/>
                  <a:pt x="25478" y="39619"/>
                </a:cubicBezTo>
                <a:cubicBezTo>
                  <a:pt x="25388" y="39586"/>
                  <a:pt x="25309" y="39563"/>
                  <a:pt x="25264" y="39552"/>
                </a:cubicBezTo>
                <a:lnTo>
                  <a:pt x="25061" y="39473"/>
                </a:lnTo>
                <a:cubicBezTo>
                  <a:pt x="25016" y="39462"/>
                  <a:pt x="24982" y="39439"/>
                  <a:pt x="24937" y="39428"/>
                </a:cubicBezTo>
                <a:cubicBezTo>
                  <a:pt x="23608" y="38944"/>
                  <a:pt x="22053" y="38921"/>
                  <a:pt x="21197" y="40059"/>
                </a:cubicBezTo>
                <a:lnTo>
                  <a:pt x="21129" y="40171"/>
                </a:lnTo>
                <a:lnTo>
                  <a:pt x="18504" y="44790"/>
                </a:lnTo>
                <a:lnTo>
                  <a:pt x="24971" y="51019"/>
                </a:lnTo>
                <a:lnTo>
                  <a:pt x="28892" y="44666"/>
                </a:lnTo>
                <a:lnTo>
                  <a:pt x="31731" y="50468"/>
                </a:lnTo>
                <a:lnTo>
                  <a:pt x="29647" y="51076"/>
                </a:lnTo>
                <a:lnTo>
                  <a:pt x="36767" y="5363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9" name="Чёрный — SVG 2">
            <a:extLst>
              <a:ext uri="{FF2B5EF4-FFF2-40B4-BE49-F238E27FC236}">
                <a16:creationId xmlns:a16="http://schemas.microsoft.com/office/drawing/2014/main" id="{034E9A19-0625-6D49-BFE9-2B0C4E31D0C4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111659 w 155961"/>
              <a:gd name="csY0" fmla="*/ 60253 h 141736"/>
              <a:gd name="csX1" fmla="*/ 62031 w 155961"/>
              <a:gd name="csY1" fmla="*/ 60253 h 141736"/>
              <a:gd name="csX2" fmla="*/ 42533 w 155961"/>
              <a:gd name="csY2" fmla="*/ 40759 h 141736"/>
              <a:gd name="csX3" fmla="*/ 62031 w 155961"/>
              <a:gd name="csY3" fmla="*/ 21264 h 141736"/>
              <a:gd name="csX4" fmla="*/ 63868 w 155961"/>
              <a:gd name="csY4" fmla="*/ 21264 h 141736"/>
              <a:gd name="csX5" fmla="*/ 86836 w 155961"/>
              <a:gd name="csY5" fmla="*/ 0 h 141736"/>
              <a:gd name="csX6" fmla="*/ 109804 w 155961"/>
              <a:gd name="csY6" fmla="*/ 21264 h 141736"/>
              <a:gd name="csX7" fmla="*/ 111659 w 155961"/>
              <a:gd name="csY7" fmla="*/ 21264 h 141736"/>
              <a:gd name="csX8" fmla="*/ 131139 w 155961"/>
              <a:gd name="csY8" fmla="*/ 40759 h 141736"/>
              <a:gd name="csX9" fmla="*/ 111659 w 155961"/>
              <a:gd name="csY9" fmla="*/ 60253 h 141736"/>
              <a:gd name="csX10" fmla="*/ 146621 w 155961"/>
              <a:gd name="csY10" fmla="*/ 60253 h 141736"/>
              <a:gd name="csX11" fmla="*/ 130509 w 155961"/>
              <a:gd name="csY11" fmla="*/ 67041 h 141736"/>
              <a:gd name="csX12" fmla="*/ 112850 w 155961"/>
              <a:gd name="csY12" fmla="*/ 76686 h 141736"/>
              <a:gd name="csX13" fmla="*/ 113428 w 155961"/>
              <a:gd name="csY13" fmla="*/ 81517 h 141736"/>
              <a:gd name="csX14" fmla="*/ 92161 w 155961"/>
              <a:gd name="csY14" fmla="*/ 102781 h 141736"/>
              <a:gd name="csX15" fmla="*/ 65569 w 155961"/>
              <a:gd name="csY15" fmla="*/ 102781 h 141736"/>
              <a:gd name="csX16" fmla="*/ 60261 w 155961"/>
              <a:gd name="csY16" fmla="*/ 97457 h 141736"/>
              <a:gd name="csX17" fmla="*/ 65569 w 155961"/>
              <a:gd name="csY17" fmla="*/ 92149 h 141736"/>
              <a:gd name="csX18" fmla="*/ 92161 w 155961"/>
              <a:gd name="csY18" fmla="*/ 92149 h 141736"/>
              <a:gd name="csX19" fmla="*/ 102795 w 155961"/>
              <a:gd name="csY19" fmla="*/ 81517 h 141736"/>
              <a:gd name="csX20" fmla="*/ 99137 w 155961"/>
              <a:gd name="csY20" fmla="*/ 73556 h 141736"/>
              <a:gd name="csX21" fmla="*/ 90392 w 155961"/>
              <a:gd name="csY21" fmla="*/ 70885 h 141736"/>
              <a:gd name="csX22" fmla="*/ 74808 w 155961"/>
              <a:gd name="csY22" fmla="*/ 70885 h 141736"/>
              <a:gd name="csX23" fmla="*/ 72664 w 155961"/>
              <a:gd name="csY23" fmla="*/ 70885 h 141736"/>
              <a:gd name="csX24" fmla="*/ 72358 w 155961"/>
              <a:gd name="csY24" fmla="*/ 70851 h 141736"/>
              <a:gd name="csX25" fmla="*/ 54579 w 155961"/>
              <a:gd name="csY25" fmla="*/ 68878 h 141736"/>
              <a:gd name="csX26" fmla="*/ 41921 w 155961"/>
              <a:gd name="csY26" fmla="*/ 67330 h 141736"/>
              <a:gd name="csX27" fmla="*/ 476 w 155961"/>
              <a:gd name="csY27" fmla="*/ 100586 h 141736"/>
              <a:gd name="csX28" fmla="*/ 1037 w 155961"/>
              <a:gd name="csY28" fmla="*/ 105945 h 141736"/>
              <a:gd name="csX29" fmla="*/ 25843 w 155961"/>
              <a:gd name="csY29" fmla="*/ 139593 h 141736"/>
              <a:gd name="csX30" fmla="*/ 30113 w 155961"/>
              <a:gd name="csY30" fmla="*/ 141737 h 141736"/>
              <a:gd name="csX31" fmla="*/ 31117 w 155961"/>
              <a:gd name="csY31" fmla="*/ 141652 h 141736"/>
              <a:gd name="csX32" fmla="*/ 35268 w 155961"/>
              <a:gd name="csY32" fmla="*/ 137773 h 141736"/>
              <a:gd name="csX33" fmla="*/ 47858 w 155961"/>
              <a:gd name="csY33" fmla="*/ 127583 h 141736"/>
              <a:gd name="csX34" fmla="*/ 68853 w 155961"/>
              <a:gd name="csY34" fmla="*/ 129335 h 141736"/>
              <a:gd name="csX35" fmla="*/ 90392 w 155961"/>
              <a:gd name="csY35" fmla="*/ 131122 h 141736"/>
              <a:gd name="csX36" fmla="*/ 127600 w 155961"/>
              <a:gd name="csY36" fmla="*/ 102781 h 141736"/>
              <a:gd name="csX37" fmla="*/ 155962 w 155961"/>
              <a:gd name="csY37" fmla="*/ 68742 h 141736"/>
              <a:gd name="csX38" fmla="*/ 146621 w 155961"/>
              <a:gd name="csY38" fmla="*/ 60253 h 141736"/>
            </a:gdLst>
            <a:ahLst/>
            <a:cxnLst/>
            <a:rect l="l" t="t" r="r" b="b"/>
            <a:pathLst>
              <a:path w="100000" h="100000">
                <a:moveTo>
                  <a:pt x="71594" y="43194"/>
                </a:moveTo>
                <a:lnTo>
                  <a:pt x="39773" y="43194"/>
                </a:lnTo>
                <a:cubicBezTo>
                  <a:pt x="32879" y="43194"/>
                  <a:pt x="27272" y="37577"/>
                  <a:pt x="27272" y="30695"/>
                </a:cubicBezTo>
                <a:cubicBezTo>
                  <a:pt x="27272" y="23801"/>
                  <a:pt x="32879" y="18195"/>
                  <a:pt x="39773" y="18195"/>
                </a:cubicBezTo>
                <a:lnTo>
                  <a:pt x="40951" y="18195"/>
                </a:lnTo>
                <a:cubicBezTo>
                  <a:pt x="41530" y="10581"/>
                  <a:pt x="47922" y="4560"/>
                  <a:pt x="55678" y="4560"/>
                </a:cubicBezTo>
                <a:cubicBezTo>
                  <a:pt x="63445" y="4560"/>
                  <a:pt x="69827" y="10581"/>
                  <a:pt x="70405" y="18195"/>
                </a:cubicBezTo>
                <a:lnTo>
                  <a:pt x="71594" y="18195"/>
                </a:lnTo>
                <a:cubicBezTo>
                  <a:pt x="78477" y="18195"/>
                  <a:pt x="84084" y="23801"/>
                  <a:pt x="84084" y="30695"/>
                </a:cubicBezTo>
                <a:cubicBezTo>
                  <a:pt x="84084" y="37577"/>
                  <a:pt x="78477" y="43194"/>
                  <a:pt x="71594" y="43194"/>
                </a:cubicBezTo>
                <a:close/>
                <a:moveTo>
                  <a:pt x="94011" y="43194"/>
                </a:moveTo>
                <a:cubicBezTo>
                  <a:pt x="91677" y="43194"/>
                  <a:pt x="89124" y="44721"/>
                  <a:pt x="83681" y="47546"/>
                </a:cubicBezTo>
                <a:cubicBezTo>
                  <a:pt x="79176" y="49891"/>
                  <a:pt x="75008" y="52117"/>
                  <a:pt x="72358" y="53730"/>
                </a:cubicBezTo>
                <a:cubicBezTo>
                  <a:pt x="72587" y="54734"/>
                  <a:pt x="72728" y="55759"/>
                  <a:pt x="72728" y="56828"/>
                </a:cubicBezTo>
                <a:cubicBezTo>
                  <a:pt x="72728" y="64343"/>
                  <a:pt x="66609" y="70462"/>
                  <a:pt x="59092" y="70462"/>
                </a:cubicBezTo>
                <a:lnTo>
                  <a:pt x="42042" y="70462"/>
                </a:lnTo>
                <a:cubicBezTo>
                  <a:pt x="40166" y="70462"/>
                  <a:pt x="38639" y="68936"/>
                  <a:pt x="38639" y="67048"/>
                </a:cubicBezTo>
                <a:cubicBezTo>
                  <a:pt x="38639" y="65161"/>
                  <a:pt x="40166" y="63645"/>
                  <a:pt x="42042" y="63645"/>
                </a:cubicBezTo>
                <a:lnTo>
                  <a:pt x="59092" y="63645"/>
                </a:lnTo>
                <a:cubicBezTo>
                  <a:pt x="62845" y="63645"/>
                  <a:pt x="65911" y="60580"/>
                  <a:pt x="65911" y="56828"/>
                </a:cubicBezTo>
                <a:cubicBezTo>
                  <a:pt x="65911" y="54788"/>
                  <a:pt x="64994" y="52978"/>
                  <a:pt x="63565" y="51724"/>
                </a:cubicBezTo>
                <a:cubicBezTo>
                  <a:pt x="61951" y="50655"/>
                  <a:pt x="60031" y="50011"/>
                  <a:pt x="57958" y="50011"/>
                </a:cubicBezTo>
                <a:lnTo>
                  <a:pt x="47966" y="50011"/>
                </a:lnTo>
                <a:lnTo>
                  <a:pt x="46591" y="50011"/>
                </a:lnTo>
                <a:cubicBezTo>
                  <a:pt x="46526" y="50011"/>
                  <a:pt x="46460" y="49989"/>
                  <a:pt x="46395" y="49989"/>
                </a:cubicBezTo>
                <a:cubicBezTo>
                  <a:pt x="40406" y="49891"/>
                  <a:pt x="37526" y="49281"/>
                  <a:pt x="34995" y="48724"/>
                </a:cubicBezTo>
                <a:cubicBezTo>
                  <a:pt x="32704" y="48211"/>
                  <a:pt x="30522" y="47731"/>
                  <a:pt x="26879" y="47731"/>
                </a:cubicBezTo>
                <a:cubicBezTo>
                  <a:pt x="10210" y="47731"/>
                  <a:pt x="698" y="68194"/>
                  <a:pt x="305" y="69055"/>
                </a:cubicBezTo>
                <a:cubicBezTo>
                  <a:pt x="-207" y="70190"/>
                  <a:pt x="-65" y="71498"/>
                  <a:pt x="665" y="72491"/>
                </a:cubicBezTo>
                <a:lnTo>
                  <a:pt x="16570" y="94066"/>
                </a:lnTo>
                <a:cubicBezTo>
                  <a:pt x="17225" y="94949"/>
                  <a:pt x="18239" y="95440"/>
                  <a:pt x="19308" y="95440"/>
                </a:cubicBezTo>
                <a:cubicBezTo>
                  <a:pt x="19527" y="95440"/>
                  <a:pt x="19745" y="95418"/>
                  <a:pt x="19952" y="95386"/>
                </a:cubicBezTo>
                <a:cubicBezTo>
                  <a:pt x="21239" y="95134"/>
                  <a:pt x="22286" y="94164"/>
                  <a:pt x="22613" y="92899"/>
                </a:cubicBezTo>
                <a:cubicBezTo>
                  <a:pt x="22799" y="92222"/>
                  <a:pt x="24534" y="86365"/>
                  <a:pt x="30686" y="86365"/>
                </a:cubicBezTo>
                <a:cubicBezTo>
                  <a:pt x="35115" y="86365"/>
                  <a:pt x="39708" y="86932"/>
                  <a:pt x="44148" y="87488"/>
                </a:cubicBezTo>
                <a:cubicBezTo>
                  <a:pt x="48663" y="88056"/>
                  <a:pt x="53343" y="88634"/>
                  <a:pt x="57958" y="88634"/>
                </a:cubicBezTo>
                <a:cubicBezTo>
                  <a:pt x="64231" y="88634"/>
                  <a:pt x="68758" y="83824"/>
                  <a:pt x="81815" y="70462"/>
                </a:cubicBezTo>
                <a:cubicBezTo>
                  <a:pt x="98408" y="53480"/>
                  <a:pt x="100001" y="51996"/>
                  <a:pt x="100001" y="48637"/>
                </a:cubicBezTo>
                <a:cubicBezTo>
                  <a:pt x="100001" y="45725"/>
                  <a:pt x="97437" y="43194"/>
                  <a:pt x="94011" y="4319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0" name="Чёрный — SVG 3">
            <a:extLst>
              <a:ext uri="{FF2B5EF4-FFF2-40B4-BE49-F238E27FC236}">
                <a16:creationId xmlns:a16="http://schemas.microsoft.com/office/drawing/2014/main" id="{B0E17158-7E07-B945-AEF9-F0E49826AC10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88613 w 155957"/>
              <a:gd name="csY0" fmla="*/ 0 h 141753"/>
              <a:gd name="csX1" fmla="*/ 56713 w 155957"/>
              <a:gd name="csY1" fmla="*/ 31896 h 141753"/>
              <a:gd name="csX2" fmla="*/ 88613 w 155957"/>
              <a:gd name="csY2" fmla="*/ 63792 h 141753"/>
              <a:gd name="csX3" fmla="*/ 120513 w 155957"/>
              <a:gd name="csY3" fmla="*/ 31896 h 141753"/>
              <a:gd name="csX4" fmla="*/ 88613 w 155957"/>
              <a:gd name="csY4" fmla="*/ 0 h 141753"/>
              <a:gd name="csX5" fmla="*/ 88613 w 155957"/>
              <a:gd name="csY5" fmla="*/ 11619 h 141753"/>
              <a:gd name="csX6" fmla="*/ 90163 w 155957"/>
              <a:gd name="csY6" fmla="*/ 15123 h 141753"/>
              <a:gd name="csX7" fmla="*/ 92157 w 155957"/>
              <a:gd name="csY7" fmla="*/ 31896 h 141753"/>
              <a:gd name="csX8" fmla="*/ 90163 w 155957"/>
              <a:gd name="csY8" fmla="*/ 48669 h 141753"/>
              <a:gd name="csX9" fmla="*/ 88613 w 155957"/>
              <a:gd name="csY9" fmla="*/ 52173 h 141753"/>
              <a:gd name="csX10" fmla="*/ 87061 w 155957"/>
              <a:gd name="csY10" fmla="*/ 48669 h 141753"/>
              <a:gd name="csX11" fmla="*/ 85067 w 155957"/>
              <a:gd name="csY11" fmla="*/ 31896 h 141753"/>
              <a:gd name="csX12" fmla="*/ 87061 w 155957"/>
              <a:gd name="csY12" fmla="*/ 15123 h 141753"/>
              <a:gd name="csX13" fmla="*/ 88613 w 155957"/>
              <a:gd name="csY13" fmla="*/ 11619 h 141753"/>
              <a:gd name="csX14" fmla="*/ 76276 w 155957"/>
              <a:gd name="csY14" fmla="*/ 14562 h 141753"/>
              <a:gd name="csX15" fmla="*/ 74434 w 155957"/>
              <a:gd name="csY15" fmla="*/ 31896 h 141753"/>
              <a:gd name="csX16" fmla="*/ 76276 w 155957"/>
              <a:gd name="csY16" fmla="*/ 49230 h 141753"/>
              <a:gd name="csX17" fmla="*/ 67346 w 155957"/>
              <a:gd name="csY17" fmla="*/ 31896 h 141753"/>
              <a:gd name="csX18" fmla="*/ 76276 w 155957"/>
              <a:gd name="csY18" fmla="*/ 14562 h 141753"/>
              <a:gd name="csX19" fmla="*/ 100949 w 155957"/>
              <a:gd name="csY19" fmla="*/ 14562 h 141753"/>
              <a:gd name="csX20" fmla="*/ 109880 w 155957"/>
              <a:gd name="csY20" fmla="*/ 31896 h 141753"/>
              <a:gd name="csX21" fmla="*/ 100949 w 155957"/>
              <a:gd name="csY21" fmla="*/ 49230 h 141753"/>
              <a:gd name="csX22" fmla="*/ 102790 w 155957"/>
              <a:gd name="csY22" fmla="*/ 31896 h 141753"/>
              <a:gd name="csX23" fmla="*/ 100949 w 155957"/>
              <a:gd name="csY23" fmla="*/ 14562 h 141753"/>
              <a:gd name="csX24" fmla="*/ 146625 w 155957"/>
              <a:gd name="csY24" fmla="*/ 60270 h 141753"/>
              <a:gd name="csX25" fmla="*/ 130508 w 155957"/>
              <a:gd name="csY25" fmla="*/ 67058 h 141753"/>
              <a:gd name="csX26" fmla="*/ 112855 w 155957"/>
              <a:gd name="csY26" fmla="*/ 76703 h 141753"/>
              <a:gd name="csX27" fmla="*/ 113424 w 155957"/>
              <a:gd name="csY27" fmla="*/ 81534 h 141753"/>
              <a:gd name="csX28" fmla="*/ 92157 w 155957"/>
              <a:gd name="csY28" fmla="*/ 102798 h 141753"/>
              <a:gd name="csX29" fmla="*/ 65573 w 155957"/>
              <a:gd name="csY29" fmla="*/ 102798 h 141753"/>
              <a:gd name="csX30" fmla="*/ 60257 w 155957"/>
              <a:gd name="csY30" fmla="*/ 97474 h 141753"/>
              <a:gd name="csX31" fmla="*/ 65573 w 155957"/>
              <a:gd name="csY31" fmla="*/ 92166 h 141753"/>
              <a:gd name="csX32" fmla="*/ 92157 w 155957"/>
              <a:gd name="csY32" fmla="*/ 92166 h 141753"/>
              <a:gd name="csX33" fmla="*/ 102790 w 155957"/>
              <a:gd name="csY33" fmla="*/ 81534 h 141753"/>
              <a:gd name="csX34" fmla="*/ 99142 w 155957"/>
              <a:gd name="csY34" fmla="*/ 73573 h 141753"/>
              <a:gd name="csX35" fmla="*/ 90384 w 155957"/>
              <a:gd name="csY35" fmla="*/ 70902 h 141753"/>
              <a:gd name="csX36" fmla="*/ 74815 w 155957"/>
              <a:gd name="csY36" fmla="*/ 70902 h 141753"/>
              <a:gd name="csX37" fmla="*/ 72663 w 155957"/>
              <a:gd name="csY37" fmla="*/ 70902 h 141753"/>
              <a:gd name="csX38" fmla="*/ 72358 w 155957"/>
              <a:gd name="csY38" fmla="*/ 70868 h 141753"/>
              <a:gd name="csX39" fmla="*/ 54588 w 155957"/>
              <a:gd name="csY39" fmla="*/ 68878 h 141753"/>
              <a:gd name="csX40" fmla="*/ 41918 w 155957"/>
              <a:gd name="csY40" fmla="*/ 67364 h 141753"/>
              <a:gd name="csX41" fmla="*/ 478 w 155957"/>
              <a:gd name="csY41" fmla="*/ 100603 h 141753"/>
              <a:gd name="csX42" fmla="*/ 1040 w 155957"/>
              <a:gd name="csY42" fmla="*/ 105962 h 141753"/>
              <a:gd name="csX43" fmla="*/ 25850 w 155957"/>
              <a:gd name="csY43" fmla="*/ 139610 h 141753"/>
              <a:gd name="csX44" fmla="*/ 30116 w 155957"/>
              <a:gd name="csY44" fmla="*/ 141754 h 141753"/>
              <a:gd name="csX45" fmla="*/ 31126 w 155957"/>
              <a:gd name="csY45" fmla="*/ 141669 h 141753"/>
              <a:gd name="csX46" fmla="*/ 35272 w 155957"/>
              <a:gd name="csY46" fmla="*/ 137790 h 141753"/>
              <a:gd name="csX47" fmla="*/ 47850 w 155957"/>
              <a:gd name="csY47" fmla="*/ 127600 h 141753"/>
              <a:gd name="csX48" fmla="*/ 68848 w 155957"/>
              <a:gd name="csY48" fmla="*/ 129353 h 141753"/>
              <a:gd name="csX49" fmla="*/ 90384 w 155957"/>
              <a:gd name="csY49" fmla="*/ 131156 h 141753"/>
              <a:gd name="csX50" fmla="*/ 127601 w 155957"/>
              <a:gd name="csY50" fmla="*/ 102798 h 141753"/>
              <a:gd name="csX51" fmla="*/ 155957 w 155957"/>
              <a:gd name="csY51" fmla="*/ 68759 h 141753"/>
              <a:gd name="csX52" fmla="*/ 146625 w 155957"/>
              <a:gd name="csY52" fmla="*/ 60270 h 141753"/>
            </a:gdLst>
            <a:ahLst/>
            <a:cxnLst/>
            <a:rect l="l" t="t" r="r" b="b"/>
            <a:pathLst>
              <a:path w="100000" h="100000">
                <a:moveTo>
                  <a:pt x="56819" y="4554"/>
                </a:moveTo>
                <a:cubicBezTo>
                  <a:pt x="45562" y="4554"/>
                  <a:pt x="36365" y="13749"/>
                  <a:pt x="36365" y="25006"/>
                </a:cubicBezTo>
                <a:cubicBezTo>
                  <a:pt x="36365" y="36262"/>
                  <a:pt x="45562" y="45457"/>
                  <a:pt x="56819" y="45457"/>
                </a:cubicBezTo>
                <a:cubicBezTo>
                  <a:pt x="68075" y="45457"/>
                  <a:pt x="77273" y="36262"/>
                  <a:pt x="77273" y="25006"/>
                </a:cubicBezTo>
                <a:cubicBezTo>
                  <a:pt x="77273" y="13749"/>
                  <a:pt x="68075" y="4554"/>
                  <a:pt x="56819" y="4554"/>
                </a:cubicBezTo>
                <a:close/>
                <a:moveTo>
                  <a:pt x="56819" y="12004"/>
                </a:moveTo>
                <a:cubicBezTo>
                  <a:pt x="57124" y="12516"/>
                  <a:pt x="57488" y="13160"/>
                  <a:pt x="57813" y="14251"/>
                </a:cubicBezTo>
                <a:cubicBezTo>
                  <a:pt x="58614" y="16956"/>
                  <a:pt x="59091" y="21003"/>
                  <a:pt x="59091" y="25006"/>
                </a:cubicBezTo>
                <a:cubicBezTo>
                  <a:pt x="59091" y="29009"/>
                  <a:pt x="58614" y="33055"/>
                  <a:pt x="57813" y="35760"/>
                </a:cubicBezTo>
                <a:cubicBezTo>
                  <a:pt x="57488" y="36851"/>
                  <a:pt x="57124" y="37494"/>
                  <a:pt x="56819" y="38007"/>
                </a:cubicBezTo>
                <a:cubicBezTo>
                  <a:pt x="56513" y="37494"/>
                  <a:pt x="56150" y="36851"/>
                  <a:pt x="55824" y="35760"/>
                </a:cubicBezTo>
                <a:cubicBezTo>
                  <a:pt x="55024" y="33055"/>
                  <a:pt x="54545" y="29009"/>
                  <a:pt x="54545" y="25006"/>
                </a:cubicBezTo>
                <a:cubicBezTo>
                  <a:pt x="54545" y="21003"/>
                  <a:pt x="55024" y="16956"/>
                  <a:pt x="55824" y="14251"/>
                </a:cubicBezTo>
                <a:cubicBezTo>
                  <a:pt x="56150" y="13160"/>
                  <a:pt x="56513" y="12516"/>
                  <a:pt x="56819" y="12004"/>
                </a:cubicBezTo>
                <a:close/>
                <a:moveTo>
                  <a:pt x="48908" y="13891"/>
                </a:moveTo>
                <a:cubicBezTo>
                  <a:pt x="48106" y="17250"/>
                  <a:pt x="47727" y="21101"/>
                  <a:pt x="47727" y="25006"/>
                </a:cubicBezTo>
                <a:cubicBezTo>
                  <a:pt x="47727" y="28911"/>
                  <a:pt x="48106" y="32761"/>
                  <a:pt x="48908" y="36120"/>
                </a:cubicBezTo>
                <a:cubicBezTo>
                  <a:pt x="45439" y="33655"/>
                  <a:pt x="43182" y="29619"/>
                  <a:pt x="43182" y="25006"/>
                </a:cubicBezTo>
                <a:cubicBezTo>
                  <a:pt x="43182" y="20392"/>
                  <a:pt x="45439" y="16356"/>
                  <a:pt x="48908" y="13891"/>
                </a:cubicBezTo>
                <a:close/>
                <a:moveTo>
                  <a:pt x="64729" y="13891"/>
                </a:moveTo>
                <a:cubicBezTo>
                  <a:pt x="68199" y="16356"/>
                  <a:pt x="70455" y="20392"/>
                  <a:pt x="70455" y="25006"/>
                </a:cubicBezTo>
                <a:cubicBezTo>
                  <a:pt x="70455" y="29619"/>
                  <a:pt x="68199" y="33655"/>
                  <a:pt x="64729" y="36120"/>
                </a:cubicBezTo>
                <a:cubicBezTo>
                  <a:pt x="65531" y="32761"/>
                  <a:pt x="65909" y="28911"/>
                  <a:pt x="65909" y="25006"/>
                </a:cubicBezTo>
                <a:cubicBezTo>
                  <a:pt x="65909" y="21101"/>
                  <a:pt x="65531" y="17250"/>
                  <a:pt x="64729" y="13891"/>
                </a:cubicBezTo>
                <a:close/>
                <a:moveTo>
                  <a:pt x="94016" y="43199"/>
                </a:moveTo>
                <a:cubicBezTo>
                  <a:pt x="91685" y="43199"/>
                  <a:pt x="89124" y="44726"/>
                  <a:pt x="83682" y="47552"/>
                </a:cubicBezTo>
                <a:cubicBezTo>
                  <a:pt x="79176" y="49896"/>
                  <a:pt x="75012" y="52122"/>
                  <a:pt x="72363" y="53736"/>
                </a:cubicBezTo>
                <a:cubicBezTo>
                  <a:pt x="72593" y="54739"/>
                  <a:pt x="72728" y="55765"/>
                  <a:pt x="72728" y="56834"/>
                </a:cubicBezTo>
                <a:cubicBezTo>
                  <a:pt x="72728" y="64349"/>
                  <a:pt x="66609" y="70468"/>
                  <a:pt x="59091" y="70468"/>
                </a:cubicBezTo>
                <a:lnTo>
                  <a:pt x="42046" y="70468"/>
                </a:lnTo>
                <a:cubicBezTo>
                  <a:pt x="40164" y="70468"/>
                  <a:pt x="38637" y="68941"/>
                  <a:pt x="38637" y="67054"/>
                </a:cubicBezTo>
                <a:cubicBezTo>
                  <a:pt x="38637" y="65178"/>
                  <a:pt x="40164" y="63651"/>
                  <a:pt x="42046" y="63651"/>
                </a:cubicBezTo>
                <a:lnTo>
                  <a:pt x="59091" y="63651"/>
                </a:lnTo>
                <a:cubicBezTo>
                  <a:pt x="62851" y="63651"/>
                  <a:pt x="65909" y="60586"/>
                  <a:pt x="65909" y="56834"/>
                </a:cubicBezTo>
                <a:cubicBezTo>
                  <a:pt x="65909" y="54794"/>
                  <a:pt x="64993" y="52983"/>
                  <a:pt x="63570" y="51729"/>
                </a:cubicBezTo>
                <a:cubicBezTo>
                  <a:pt x="61954" y="50660"/>
                  <a:pt x="60034" y="50016"/>
                  <a:pt x="57954" y="50016"/>
                </a:cubicBezTo>
                <a:lnTo>
                  <a:pt x="47972" y="50016"/>
                </a:lnTo>
                <a:lnTo>
                  <a:pt x="46592" y="50016"/>
                </a:lnTo>
                <a:cubicBezTo>
                  <a:pt x="46525" y="50016"/>
                  <a:pt x="46462" y="49995"/>
                  <a:pt x="46396" y="49995"/>
                </a:cubicBezTo>
                <a:cubicBezTo>
                  <a:pt x="40405" y="49896"/>
                  <a:pt x="37530" y="49286"/>
                  <a:pt x="35002" y="48719"/>
                </a:cubicBezTo>
                <a:cubicBezTo>
                  <a:pt x="32701" y="48217"/>
                  <a:pt x="30526" y="47748"/>
                  <a:pt x="26878" y="47748"/>
                </a:cubicBezTo>
                <a:cubicBezTo>
                  <a:pt x="10214" y="47748"/>
                  <a:pt x="703" y="68200"/>
                  <a:pt x="306" y="69061"/>
                </a:cubicBezTo>
                <a:cubicBezTo>
                  <a:pt x="-207" y="70196"/>
                  <a:pt x="-67" y="71504"/>
                  <a:pt x="667" y="72497"/>
                </a:cubicBezTo>
                <a:lnTo>
                  <a:pt x="16575" y="94072"/>
                </a:lnTo>
                <a:cubicBezTo>
                  <a:pt x="17223" y="94956"/>
                  <a:pt x="18241" y="95447"/>
                  <a:pt x="19310" y="95447"/>
                </a:cubicBezTo>
                <a:cubicBezTo>
                  <a:pt x="19527" y="95447"/>
                  <a:pt x="19742" y="95425"/>
                  <a:pt x="19958" y="95392"/>
                </a:cubicBezTo>
                <a:cubicBezTo>
                  <a:pt x="21244" y="95141"/>
                  <a:pt x="22283" y="94170"/>
                  <a:pt x="22616" y="92905"/>
                </a:cubicBezTo>
                <a:cubicBezTo>
                  <a:pt x="22797" y="92240"/>
                  <a:pt x="24534" y="86371"/>
                  <a:pt x="30682" y="86371"/>
                </a:cubicBezTo>
                <a:cubicBezTo>
                  <a:pt x="35119" y="86371"/>
                  <a:pt x="39707" y="86950"/>
                  <a:pt x="44146" y="87495"/>
                </a:cubicBezTo>
                <a:cubicBezTo>
                  <a:pt x="48665" y="88062"/>
                  <a:pt x="53343" y="88651"/>
                  <a:pt x="57954" y="88651"/>
                </a:cubicBezTo>
                <a:cubicBezTo>
                  <a:pt x="64235" y="88651"/>
                  <a:pt x="68754" y="83830"/>
                  <a:pt x="81818" y="70468"/>
                </a:cubicBezTo>
                <a:cubicBezTo>
                  <a:pt x="98414" y="53485"/>
                  <a:pt x="100000" y="52002"/>
                  <a:pt x="100000" y="48642"/>
                </a:cubicBezTo>
                <a:cubicBezTo>
                  <a:pt x="100000" y="45730"/>
                  <a:pt x="97444" y="43199"/>
                  <a:pt x="94016" y="4319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1" name="Чёрный — SVG 4">
            <a:extLst>
              <a:ext uri="{FF2B5EF4-FFF2-40B4-BE49-F238E27FC236}">
                <a16:creationId xmlns:a16="http://schemas.microsoft.com/office/drawing/2014/main" id="{0DBA4343-370E-6E4C-986E-88F0F0E3FD15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40761 w 141777"/>
              <a:gd name="csY0" fmla="*/ 0 h 120489"/>
              <a:gd name="csX1" fmla="*/ 0 w 141777"/>
              <a:gd name="csY1" fmla="*/ 40759 h 120489"/>
              <a:gd name="csX2" fmla="*/ 0 w 141777"/>
              <a:gd name="csY2" fmla="*/ 108089 h 120489"/>
              <a:gd name="csX3" fmla="*/ 12406 w 141777"/>
              <a:gd name="csY3" fmla="*/ 120490 h 120489"/>
              <a:gd name="csX4" fmla="*/ 101017 w 141777"/>
              <a:gd name="csY4" fmla="*/ 120490 h 120489"/>
              <a:gd name="csX5" fmla="*/ 141778 w 141777"/>
              <a:gd name="csY5" fmla="*/ 79731 h 120489"/>
              <a:gd name="csX6" fmla="*/ 141778 w 141777"/>
              <a:gd name="csY6" fmla="*/ 12401 h 120489"/>
              <a:gd name="csX7" fmla="*/ 129373 w 141777"/>
              <a:gd name="csY7" fmla="*/ 0 h 120489"/>
              <a:gd name="csX8" fmla="*/ 40761 w 141777"/>
              <a:gd name="csY8" fmla="*/ 0 h 120489"/>
              <a:gd name="csX9" fmla="*/ 25697 w 141777"/>
              <a:gd name="csY9" fmla="*/ 38989 h 120489"/>
              <a:gd name="csX10" fmla="*/ 43420 w 141777"/>
              <a:gd name="csY10" fmla="*/ 38989 h 120489"/>
              <a:gd name="csX11" fmla="*/ 47850 w 141777"/>
              <a:gd name="csY11" fmla="*/ 43412 h 120489"/>
              <a:gd name="csX12" fmla="*/ 43420 w 141777"/>
              <a:gd name="csY12" fmla="*/ 47835 h 120489"/>
              <a:gd name="csX13" fmla="*/ 30127 w 141777"/>
              <a:gd name="csY13" fmla="*/ 47835 h 120489"/>
              <a:gd name="csX14" fmla="*/ 30127 w 141777"/>
              <a:gd name="csY14" fmla="*/ 55814 h 120489"/>
              <a:gd name="csX15" fmla="*/ 39874 w 141777"/>
              <a:gd name="csY15" fmla="*/ 55814 h 120489"/>
              <a:gd name="csX16" fmla="*/ 44306 w 141777"/>
              <a:gd name="csY16" fmla="*/ 60253 h 120489"/>
              <a:gd name="csX17" fmla="*/ 39874 w 141777"/>
              <a:gd name="csY17" fmla="*/ 64676 h 120489"/>
              <a:gd name="csX18" fmla="*/ 30127 w 141777"/>
              <a:gd name="csY18" fmla="*/ 64676 h 120489"/>
              <a:gd name="csX19" fmla="*/ 30127 w 141777"/>
              <a:gd name="csY19" fmla="*/ 72654 h 120489"/>
              <a:gd name="csX20" fmla="*/ 43420 w 141777"/>
              <a:gd name="csY20" fmla="*/ 72654 h 120489"/>
              <a:gd name="csX21" fmla="*/ 47850 w 141777"/>
              <a:gd name="csY21" fmla="*/ 77077 h 120489"/>
              <a:gd name="csX22" fmla="*/ 43420 w 141777"/>
              <a:gd name="csY22" fmla="*/ 81517 h 120489"/>
              <a:gd name="csX23" fmla="*/ 25697 w 141777"/>
              <a:gd name="csY23" fmla="*/ 81517 h 120489"/>
              <a:gd name="csX24" fmla="*/ 21267 w 141777"/>
              <a:gd name="csY24" fmla="*/ 77077 h 120489"/>
              <a:gd name="csX25" fmla="*/ 21267 w 141777"/>
              <a:gd name="csY25" fmla="*/ 43412 h 120489"/>
              <a:gd name="csX26" fmla="*/ 25697 w 141777"/>
              <a:gd name="csY26" fmla="*/ 38989 h 120489"/>
              <a:gd name="csX27" fmla="*/ 67380 w 141777"/>
              <a:gd name="csY27" fmla="*/ 38989 h 120489"/>
              <a:gd name="csX28" fmla="*/ 80885 w 141777"/>
              <a:gd name="csY28" fmla="*/ 46423 h 120489"/>
              <a:gd name="csX29" fmla="*/ 79396 w 141777"/>
              <a:gd name="csY29" fmla="*/ 52530 h 120489"/>
              <a:gd name="csX30" fmla="*/ 73299 w 141777"/>
              <a:gd name="csY30" fmla="*/ 51033 h 120489"/>
              <a:gd name="csX31" fmla="*/ 67380 w 141777"/>
              <a:gd name="csY31" fmla="*/ 47835 h 120489"/>
              <a:gd name="csX32" fmla="*/ 58484 w 141777"/>
              <a:gd name="csY32" fmla="*/ 60253 h 120489"/>
              <a:gd name="csX33" fmla="*/ 67380 w 141777"/>
              <a:gd name="csY33" fmla="*/ 72654 h 120489"/>
              <a:gd name="csX34" fmla="*/ 73299 w 141777"/>
              <a:gd name="csY34" fmla="*/ 69456 h 120489"/>
              <a:gd name="csX35" fmla="*/ 79396 w 141777"/>
              <a:gd name="csY35" fmla="*/ 67976 h 120489"/>
              <a:gd name="csX36" fmla="*/ 80885 w 141777"/>
              <a:gd name="csY36" fmla="*/ 74066 h 120489"/>
              <a:gd name="csX37" fmla="*/ 67380 w 141777"/>
              <a:gd name="csY37" fmla="*/ 81517 h 120489"/>
              <a:gd name="csX38" fmla="*/ 49623 w 141777"/>
              <a:gd name="csY38" fmla="*/ 60253 h 120489"/>
              <a:gd name="csX39" fmla="*/ 67380 w 141777"/>
              <a:gd name="csY39" fmla="*/ 38989 h 120489"/>
              <a:gd name="csX40" fmla="*/ 103675 w 141777"/>
              <a:gd name="csY40" fmla="*/ 38989 h 120489"/>
              <a:gd name="csX41" fmla="*/ 122284 w 141777"/>
              <a:gd name="csY41" fmla="*/ 60253 h 120489"/>
              <a:gd name="csX42" fmla="*/ 103675 w 141777"/>
              <a:gd name="csY42" fmla="*/ 81517 h 120489"/>
              <a:gd name="csX43" fmla="*/ 85067 w 141777"/>
              <a:gd name="csY43" fmla="*/ 60253 h 120489"/>
              <a:gd name="csX44" fmla="*/ 103675 w 141777"/>
              <a:gd name="csY44" fmla="*/ 38989 h 120489"/>
              <a:gd name="csX45" fmla="*/ 103675 w 141777"/>
              <a:gd name="csY45" fmla="*/ 47835 h 120489"/>
              <a:gd name="csX46" fmla="*/ 96782 w 141777"/>
              <a:gd name="csY46" fmla="*/ 51476 h 120489"/>
              <a:gd name="csX47" fmla="*/ 93928 w 141777"/>
              <a:gd name="csY47" fmla="*/ 60253 h 120489"/>
              <a:gd name="csX48" fmla="*/ 96782 w 141777"/>
              <a:gd name="csY48" fmla="*/ 69014 h 120489"/>
              <a:gd name="csX49" fmla="*/ 103675 w 141777"/>
              <a:gd name="csY49" fmla="*/ 72654 h 120489"/>
              <a:gd name="csX50" fmla="*/ 110568 w 141777"/>
              <a:gd name="csY50" fmla="*/ 69014 h 120489"/>
              <a:gd name="csX51" fmla="*/ 113423 w 141777"/>
              <a:gd name="csY51" fmla="*/ 60253 h 120489"/>
              <a:gd name="csX52" fmla="*/ 110568 w 141777"/>
              <a:gd name="csY52" fmla="*/ 51476 h 120489"/>
              <a:gd name="csX53" fmla="*/ 103675 w 141777"/>
              <a:gd name="csY53" fmla="*/ 47835 h 120489"/>
            </a:gdLst>
            <a:ahLst/>
            <a:cxnLst/>
            <a:rect l="l" t="t" r="r" b="b"/>
            <a:pathLst>
              <a:path w="100000" h="100000">
                <a:moveTo>
                  <a:pt x="28750" y="7508"/>
                </a:moveTo>
                <a:cubicBezTo>
                  <a:pt x="12916" y="7508"/>
                  <a:pt x="0" y="20418"/>
                  <a:pt x="0" y="36256"/>
                </a:cubicBezTo>
                <a:lnTo>
                  <a:pt x="0" y="83746"/>
                </a:lnTo>
                <a:cubicBezTo>
                  <a:pt x="0" y="88533"/>
                  <a:pt x="3963" y="92493"/>
                  <a:pt x="8750" y="92493"/>
                </a:cubicBezTo>
                <a:lnTo>
                  <a:pt x="71251" y="92493"/>
                </a:lnTo>
                <a:cubicBezTo>
                  <a:pt x="87085" y="92493"/>
                  <a:pt x="100001" y="79583"/>
                  <a:pt x="100001" y="63744"/>
                </a:cubicBezTo>
                <a:lnTo>
                  <a:pt x="100001" y="16254"/>
                </a:lnTo>
                <a:cubicBezTo>
                  <a:pt x="100001" y="11467"/>
                  <a:pt x="96038" y="7508"/>
                  <a:pt x="91251" y="7508"/>
                </a:cubicBezTo>
                <a:lnTo>
                  <a:pt x="28750" y="7508"/>
                </a:lnTo>
                <a:close/>
                <a:moveTo>
                  <a:pt x="18125" y="35008"/>
                </a:moveTo>
                <a:lnTo>
                  <a:pt x="30626" y="35008"/>
                </a:lnTo>
                <a:cubicBezTo>
                  <a:pt x="32350" y="35008"/>
                  <a:pt x="33750" y="36400"/>
                  <a:pt x="33750" y="38127"/>
                </a:cubicBezTo>
                <a:cubicBezTo>
                  <a:pt x="33750" y="39856"/>
                  <a:pt x="32350" y="41247"/>
                  <a:pt x="30626" y="41247"/>
                </a:cubicBezTo>
                <a:lnTo>
                  <a:pt x="21250" y="41247"/>
                </a:lnTo>
                <a:lnTo>
                  <a:pt x="21250" y="46875"/>
                </a:lnTo>
                <a:lnTo>
                  <a:pt x="28124" y="46875"/>
                </a:lnTo>
                <a:cubicBezTo>
                  <a:pt x="29850" y="46875"/>
                  <a:pt x="31250" y="48279"/>
                  <a:pt x="31250" y="50006"/>
                </a:cubicBezTo>
                <a:cubicBezTo>
                  <a:pt x="31250" y="51722"/>
                  <a:pt x="29850" y="53126"/>
                  <a:pt x="28124" y="53126"/>
                </a:cubicBezTo>
                <a:lnTo>
                  <a:pt x="21250" y="53126"/>
                </a:lnTo>
                <a:lnTo>
                  <a:pt x="21250" y="58753"/>
                </a:lnTo>
                <a:lnTo>
                  <a:pt x="30626" y="58753"/>
                </a:lnTo>
                <a:cubicBezTo>
                  <a:pt x="32350" y="58753"/>
                  <a:pt x="33750" y="60145"/>
                  <a:pt x="33750" y="61873"/>
                </a:cubicBezTo>
                <a:cubicBezTo>
                  <a:pt x="33750" y="63601"/>
                  <a:pt x="32350" y="65004"/>
                  <a:pt x="30626" y="65004"/>
                </a:cubicBezTo>
                <a:lnTo>
                  <a:pt x="18125" y="65004"/>
                </a:lnTo>
                <a:cubicBezTo>
                  <a:pt x="16400" y="65004"/>
                  <a:pt x="15000" y="63601"/>
                  <a:pt x="15000" y="61873"/>
                </a:cubicBezTo>
                <a:lnTo>
                  <a:pt x="15000" y="38127"/>
                </a:lnTo>
                <a:cubicBezTo>
                  <a:pt x="15000" y="36400"/>
                  <a:pt x="16400" y="35008"/>
                  <a:pt x="18125" y="35008"/>
                </a:cubicBezTo>
                <a:close/>
                <a:moveTo>
                  <a:pt x="47525" y="35008"/>
                </a:moveTo>
                <a:cubicBezTo>
                  <a:pt x="53401" y="35008"/>
                  <a:pt x="56301" y="39027"/>
                  <a:pt x="57051" y="40251"/>
                </a:cubicBezTo>
                <a:cubicBezTo>
                  <a:pt x="57951" y="41728"/>
                  <a:pt x="57477" y="43659"/>
                  <a:pt x="56001" y="44559"/>
                </a:cubicBezTo>
                <a:cubicBezTo>
                  <a:pt x="54526" y="45459"/>
                  <a:pt x="52600" y="44979"/>
                  <a:pt x="51700" y="43503"/>
                </a:cubicBezTo>
                <a:cubicBezTo>
                  <a:pt x="51375" y="42975"/>
                  <a:pt x="50150" y="41247"/>
                  <a:pt x="47525" y="41247"/>
                </a:cubicBezTo>
                <a:cubicBezTo>
                  <a:pt x="44124" y="41247"/>
                  <a:pt x="41251" y="45255"/>
                  <a:pt x="41251" y="50006"/>
                </a:cubicBezTo>
                <a:cubicBezTo>
                  <a:pt x="41251" y="54746"/>
                  <a:pt x="44124" y="58753"/>
                  <a:pt x="47525" y="58753"/>
                </a:cubicBezTo>
                <a:cubicBezTo>
                  <a:pt x="50150" y="58753"/>
                  <a:pt x="51375" y="57025"/>
                  <a:pt x="51700" y="56497"/>
                </a:cubicBezTo>
                <a:cubicBezTo>
                  <a:pt x="52600" y="55022"/>
                  <a:pt x="54526" y="54553"/>
                  <a:pt x="56001" y="55453"/>
                </a:cubicBezTo>
                <a:cubicBezTo>
                  <a:pt x="57477" y="56353"/>
                  <a:pt x="57951" y="58273"/>
                  <a:pt x="57051" y="59749"/>
                </a:cubicBezTo>
                <a:cubicBezTo>
                  <a:pt x="56301" y="60973"/>
                  <a:pt x="53401" y="65004"/>
                  <a:pt x="47525" y="65004"/>
                </a:cubicBezTo>
                <a:cubicBezTo>
                  <a:pt x="40625" y="65004"/>
                  <a:pt x="35001" y="58273"/>
                  <a:pt x="35001" y="50006"/>
                </a:cubicBezTo>
                <a:cubicBezTo>
                  <a:pt x="35001" y="41728"/>
                  <a:pt x="40625" y="35008"/>
                  <a:pt x="47525" y="35008"/>
                </a:cubicBezTo>
                <a:close/>
                <a:moveTo>
                  <a:pt x="73125" y="35008"/>
                </a:moveTo>
                <a:cubicBezTo>
                  <a:pt x="80376" y="35008"/>
                  <a:pt x="86251" y="41728"/>
                  <a:pt x="86251" y="50006"/>
                </a:cubicBezTo>
                <a:cubicBezTo>
                  <a:pt x="86251" y="58273"/>
                  <a:pt x="80376" y="65004"/>
                  <a:pt x="73125" y="65004"/>
                </a:cubicBezTo>
                <a:cubicBezTo>
                  <a:pt x="65876" y="65004"/>
                  <a:pt x="60001" y="58273"/>
                  <a:pt x="60001" y="50006"/>
                </a:cubicBezTo>
                <a:cubicBezTo>
                  <a:pt x="60001" y="41728"/>
                  <a:pt x="65876" y="35008"/>
                  <a:pt x="73125" y="35008"/>
                </a:cubicBezTo>
                <a:close/>
                <a:moveTo>
                  <a:pt x="73125" y="41247"/>
                </a:moveTo>
                <a:cubicBezTo>
                  <a:pt x="71302" y="41247"/>
                  <a:pt x="69554" y="42171"/>
                  <a:pt x="68264" y="43815"/>
                </a:cubicBezTo>
                <a:cubicBezTo>
                  <a:pt x="66975" y="45459"/>
                  <a:pt x="66251" y="47678"/>
                  <a:pt x="66251" y="50006"/>
                </a:cubicBezTo>
                <a:cubicBezTo>
                  <a:pt x="66251" y="52322"/>
                  <a:pt x="66975" y="54553"/>
                  <a:pt x="68264" y="56185"/>
                </a:cubicBezTo>
                <a:cubicBezTo>
                  <a:pt x="69554" y="57829"/>
                  <a:pt x="71302" y="58753"/>
                  <a:pt x="73125" y="58753"/>
                </a:cubicBezTo>
                <a:cubicBezTo>
                  <a:pt x="74949" y="58753"/>
                  <a:pt x="76698" y="57829"/>
                  <a:pt x="77987" y="56185"/>
                </a:cubicBezTo>
                <a:cubicBezTo>
                  <a:pt x="79277" y="54553"/>
                  <a:pt x="80001" y="52322"/>
                  <a:pt x="80001" y="50006"/>
                </a:cubicBezTo>
                <a:cubicBezTo>
                  <a:pt x="80001" y="47678"/>
                  <a:pt x="79277" y="45459"/>
                  <a:pt x="77987" y="43815"/>
                </a:cubicBezTo>
                <a:cubicBezTo>
                  <a:pt x="76698" y="42171"/>
                  <a:pt x="74949" y="41247"/>
                  <a:pt x="73125" y="4124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2" name="Чёрный — SVG 5">
            <a:extLst>
              <a:ext uri="{FF2B5EF4-FFF2-40B4-BE49-F238E27FC236}">
                <a16:creationId xmlns:a16="http://schemas.microsoft.com/office/drawing/2014/main" id="{B588A338-B4E8-2D47-AF7A-99219CF9B725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5 h 127583"/>
              <a:gd name="csX2" fmla="*/ 0 w 127600"/>
              <a:gd name="csY2" fmla="*/ 108089 h 127583"/>
              <a:gd name="csX3" fmla="*/ 19497 w 127600"/>
              <a:gd name="csY3" fmla="*/ 127583 h 127583"/>
              <a:gd name="csX4" fmla="*/ 108103 w 127600"/>
              <a:gd name="csY4" fmla="*/ 127583 h 127583"/>
              <a:gd name="csX5" fmla="*/ 127601 w 127600"/>
              <a:gd name="csY5" fmla="*/ 108089 h 127583"/>
              <a:gd name="csX6" fmla="*/ 127601 w 127600"/>
              <a:gd name="csY6" fmla="*/ 19495 h 127583"/>
              <a:gd name="csX7" fmla="*/ 108103 w 127600"/>
              <a:gd name="csY7" fmla="*/ 0 h 127583"/>
              <a:gd name="csX8" fmla="*/ 19497 w 127600"/>
              <a:gd name="csY8" fmla="*/ 0 h 127583"/>
              <a:gd name="csX9" fmla="*/ 62065 w 127600"/>
              <a:gd name="csY9" fmla="*/ 32015 h 127583"/>
              <a:gd name="csX10" fmla="*/ 101213 w 127600"/>
              <a:gd name="csY10" fmla="*/ 48124 h 127583"/>
              <a:gd name="csX11" fmla="*/ 102557 w 127600"/>
              <a:gd name="csY11" fmla="*/ 53466 h 127583"/>
              <a:gd name="csX12" fmla="*/ 98440 w 127600"/>
              <a:gd name="csY12" fmla="*/ 57123 h 127583"/>
              <a:gd name="csX13" fmla="*/ 83451 w 127600"/>
              <a:gd name="csY13" fmla="*/ 72910 h 127583"/>
              <a:gd name="csX14" fmla="*/ 75931 w 127600"/>
              <a:gd name="csY14" fmla="*/ 84035 h 127583"/>
              <a:gd name="csX15" fmla="*/ 51397 w 127600"/>
              <a:gd name="csY15" fmla="*/ 92149 h 127583"/>
              <a:gd name="csX16" fmla="*/ 46327 w 127600"/>
              <a:gd name="csY16" fmla="*/ 91452 h 127583"/>
              <a:gd name="csX17" fmla="*/ 68207 w 127600"/>
              <a:gd name="csY17" fmla="*/ 59556 h 127583"/>
              <a:gd name="csX18" fmla="*/ 70503 w 127600"/>
              <a:gd name="csY18" fmla="*/ 57038 h 127583"/>
              <a:gd name="csX19" fmla="*/ 70810 w 127600"/>
              <a:gd name="csY19" fmla="*/ 53670 h 127583"/>
              <a:gd name="csX20" fmla="*/ 69006 w 127600"/>
              <a:gd name="csY20" fmla="*/ 50778 h 127583"/>
              <a:gd name="csX21" fmla="*/ 65842 w 127600"/>
              <a:gd name="csY21" fmla="*/ 49587 h 127583"/>
              <a:gd name="csX22" fmla="*/ 62933 w 127600"/>
              <a:gd name="csY22" fmla="*/ 50319 h 127583"/>
              <a:gd name="csX23" fmla="*/ 35762 w 127600"/>
              <a:gd name="csY23" fmla="*/ 90193 h 127583"/>
              <a:gd name="csX24" fmla="*/ 35762 w 127600"/>
              <a:gd name="csY24" fmla="*/ 90261 h 127583"/>
              <a:gd name="csX25" fmla="*/ 35439 w 127600"/>
              <a:gd name="csY25" fmla="*/ 93918 h 127583"/>
              <a:gd name="csX26" fmla="*/ 35439 w 127600"/>
              <a:gd name="csY26" fmla="*/ 95687 h 127583"/>
              <a:gd name="csX27" fmla="*/ 35439 w 127600"/>
              <a:gd name="csY27" fmla="*/ 97457 h 127583"/>
              <a:gd name="csX28" fmla="*/ 30131 w 127600"/>
              <a:gd name="csY28" fmla="*/ 102781 h 127583"/>
              <a:gd name="csX29" fmla="*/ 24805 w 127600"/>
              <a:gd name="csY29" fmla="*/ 97457 h 127583"/>
              <a:gd name="csX30" fmla="*/ 24805 w 127600"/>
              <a:gd name="csY30" fmla="*/ 93918 h 127583"/>
              <a:gd name="csX31" fmla="*/ 26966 w 127600"/>
              <a:gd name="csY31" fmla="*/ 81670 h 127583"/>
              <a:gd name="csX32" fmla="*/ 41547 w 127600"/>
              <a:gd name="csY32" fmla="*/ 37731 h 127583"/>
              <a:gd name="csX33" fmla="*/ 62065 w 127600"/>
              <a:gd name="csY33" fmla="*/ 32015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lnTo>
                  <a:pt x="15280" y="7"/>
                </a:lnTo>
                <a:close/>
                <a:moveTo>
                  <a:pt x="48640" y="25097"/>
                </a:moveTo>
                <a:cubicBezTo>
                  <a:pt x="58694" y="24790"/>
                  <a:pt x="69973" y="28457"/>
                  <a:pt x="79321" y="37721"/>
                </a:cubicBezTo>
                <a:cubicBezTo>
                  <a:pt x="80427" y="38815"/>
                  <a:pt x="80827" y="40428"/>
                  <a:pt x="80374" y="41908"/>
                </a:cubicBezTo>
                <a:cubicBezTo>
                  <a:pt x="79907" y="43401"/>
                  <a:pt x="78667" y="44494"/>
                  <a:pt x="77147" y="44774"/>
                </a:cubicBezTo>
                <a:cubicBezTo>
                  <a:pt x="71774" y="45761"/>
                  <a:pt x="68534" y="51547"/>
                  <a:pt x="65400" y="57146"/>
                </a:cubicBezTo>
                <a:cubicBezTo>
                  <a:pt x="63534" y="60466"/>
                  <a:pt x="61774" y="63612"/>
                  <a:pt x="59507" y="65865"/>
                </a:cubicBezTo>
                <a:cubicBezTo>
                  <a:pt x="53747" y="71557"/>
                  <a:pt x="45774" y="72224"/>
                  <a:pt x="40280" y="72224"/>
                </a:cubicBezTo>
                <a:cubicBezTo>
                  <a:pt x="38960" y="72224"/>
                  <a:pt x="37614" y="71997"/>
                  <a:pt x="36306" y="71678"/>
                </a:cubicBezTo>
                <a:cubicBezTo>
                  <a:pt x="38213" y="55533"/>
                  <a:pt x="53454" y="46681"/>
                  <a:pt x="53454" y="46681"/>
                </a:cubicBezTo>
                <a:cubicBezTo>
                  <a:pt x="54253" y="46240"/>
                  <a:pt x="54880" y="45547"/>
                  <a:pt x="55253" y="44707"/>
                </a:cubicBezTo>
                <a:cubicBezTo>
                  <a:pt x="55627" y="43880"/>
                  <a:pt x="55707" y="42948"/>
                  <a:pt x="55494" y="42068"/>
                </a:cubicBezTo>
                <a:cubicBezTo>
                  <a:pt x="55281" y="41174"/>
                  <a:pt x="54787" y="40388"/>
                  <a:pt x="54080" y="39801"/>
                </a:cubicBezTo>
                <a:cubicBezTo>
                  <a:pt x="53374" y="39228"/>
                  <a:pt x="52507" y="38895"/>
                  <a:pt x="51600" y="38868"/>
                </a:cubicBezTo>
                <a:cubicBezTo>
                  <a:pt x="50800" y="38829"/>
                  <a:pt x="50013" y="39029"/>
                  <a:pt x="49321" y="39442"/>
                </a:cubicBezTo>
                <a:cubicBezTo>
                  <a:pt x="49321" y="39442"/>
                  <a:pt x="30414" y="50094"/>
                  <a:pt x="28027" y="70691"/>
                </a:cubicBezTo>
                <a:cubicBezTo>
                  <a:pt x="28027" y="70704"/>
                  <a:pt x="28027" y="70717"/>
                  <a:pt x="28027" y="70744"/>
                </a:cubicBezTo>
                <a:cubicBezTo>
                  <a:pt x="27880" y="71664"/>
                  <a:pt x="27774" y="72610"/>
                  <a:pt x="27774" y="73610"/>
                </a:cubicBezTo>
                <a:lnTo>
                  <a:pt x="27774" y="74996"/>
                </a:lnTo>
                <a:lnTo>
                  <a:pt x="27774" y="76384"/>
                </a:lnTo>
                <a:cubicBezTo>
                  <a:pt x="27774" y="78690"/>
                  <a:pt x="25907" y="80556"/>
                  <a:pt x="23614" y="80556"/>
                </a:cubicBezTo>
                <a:cubicBezTo>
                  <a:pt x="21306" y="80556"/>
                  <a:pt x="19440" y="78690"/>
                  <a:pt x="19440" y="76384"/>
                </a:cubicBezTo>
                <a:lnTo>
                  <a:pt x="19440" y="73610"/>
                </a:lnTo>
                <a:cubicBezTo>
                  <a:pt x="19440" y="70051"/>
                  <a:pt x="20107" y="66891"/>
                  <a:pt x="21133" y="64011"/>
                </a:cubicBezTo>
                <a:cubicBezTo>
                  <a:pt x="16734" y="49400"/>
                  <a:pt x="21013" y="36535"/>
                  <a:pt x="32560" y="29576"/>
                </a:cubicBezTo>
                <a:cubicBezTo>
                  <a:pt x="37027" y="26883"/>
                  <a:pt x="42614" y="25270"/>
                  <a:pt x="48640" y="2509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3" name="Чёрный — SVG 6">
            <a:extLst>
              <a:ext uri="{FF2B5EF4-FFF2-40B4-BE49-F238E27FC236}">
                <a16:creationId xmlns:a16="http://schemas.microsoft.com/office/drawing/2014/main" id="{E8F749BB-D9A8-DC4F-8CB3-249C52895B23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93931 w 145328"/>
              <a:gd name="csY0" fmla="*/ 0 h 138215"/>
              <a:gd name="csX1" fmla="*/ 75199 w 145328"/>
              <a:gd name="csY1" fmla="*/ 14170 h 138215"/>
              <a:gd name="csX2" fmla="*/ 23036 w 145328"/>
              <a:gd name="csY2" fmla="*/ 14170 h 138215"/>
              <a:gd name="csX3" fmla="*/ 0 w 145328"/>
              <a:gd name="csY3" fmla="*/ 37203 h 138215"/>
              <a:gd name="csX4" fmla="*/ 0 w 145328"/>
              <a:gd name="csY4" fmla="*/ 89291 h 138215"/>
              <a:gd name="csX5" fmla="*/ 0 w 145328"/>
              <a:gd name="csY5" fmla="*/ 93918 h 138215"/>
              <a:gd name="csX6" fmla="*/ 0 w 145328"/>
              <a:gd name="csY6" fmla="*/ 104550 h 138215"/>
              <a:gd name="csX7" fmla="*/ 18477 w 145328"/>
              <a:gd name="csY7" fmla="*/ 123977 h 138215"/>
              <a:gd name="csX8" fmla="*/ 37209 w 145328"/>
              <a:gd name="csY8" fmla="*/ 138215 h 138215"/>
              <a:gd name="csX9" fmla="*/ 55957 w 145328"/>
              <a:gd name="csY9" fmla="*/ 124045 h 138215"/>
              <a:gd name="csX10" fmla="*/ 85833 w 145328"/>
              <a:gd name="csY10" fmla="*/ 124045 h 138215"/>
              <a:gd name="csX11" fmla="*/ 104564 w 145328"/>
              <a:gd name="csY11" fmla="*/ 138215 h 138215"/>
              <a:gd name="csX12" fmla="*/ 123296 w 145328"/>
              <a:gd name="csY12" fmla="*/ 124045 h 138215"/>
              <a:gd name="csX13" fmla="*/ 125831 w 145328"/>
              <a:gd name="csY13" fmla="*/ 124045 h 138215"/>
              <a:gd name="csX14" fmla="*/ 145328 w 145328"/>
              <a:gd name="csY14" fmla="*/ 104550 h 138215"/>
              <a:gd name="csX15" fmla="*/ 145328 w 145328"/>
              <a:gd name="csY15" fmla="*/ 95551 h 138215"/>
              <a:gd name="csX16" fmla="*/ 132500 w 145328"/>
              <a:gd name="csY16" fmla="*/ 79901 h 138215"/>
              <a:gd name="csX17" fmla="*/ 132500 w 145328"/>
              <a:gd name="csY17" fmla="*/ 79901 h 138215"/>
              <a:gd name="csX18" fmla="*/ 107593 w 145328"/>
              <a:gd name="csY18" fmla="*/ 74917 h 138215"/>
              <a:gd name="csX19" fmla="*/ 91804 w 145328"/>
              <a:gd name="csY19" fmla="*/ 53874 h 138215"/>
              <a:gd name="csX20" fmla="*/ 76203 w 145328"/>
              <a:gd name="csY20" fmla="*/ 46066 h 138215"/>
              <a:gd name="csX21" fmla="*/ 48624 w 145328"/>
              <a:gd name="csY21" fmla="*/ 46066 h 138215"/>
              <a:gd name="csX22" fmla="*/ 32087 w 145328"/>
              <a:gd name="csY22" fmla="*/ 55235 h 138215"/>
              <a:gd name="csX23" fmla="*/ 19719 w 145328"/>
              <a:gd name="csY23" fmla="*/ 75019 h 138215"/>
              <a:gd name="csX24" fmla="*/ 10633 w 145328"/>
              <a:gd name="csY24" fmla="*/ 76992 h 138215"/>
              <a:gd name="csX25" fmla="*/ 10633 w 145328"/>
              <a:gd name="csY25" fmla="*/ 37203 h 138215"/>
              <a:gd name="csX26" fmla="*/ 23036 w 145328"/>
              <a:gd name="csY26" fmla="*/ 24802 h 138215"/>
              <a:gd name="csX27" fmla="*/ 75199 w 145328"/>
              <a:gd name="csY27" fmla="*/ 24802 h 138215"/>
              <a:gd name="csX28" fmla="*/ 93931 w 145328"/>
              <a:gd name="csY28" fmla="*/ 38989 h 138215"/>
              <a:gd name="csX29" fmla="*/ 104564 w 145328"/>
              <a:gd name="csY29" fmla="*/ 38989 h 138215"/>
              <a:gd name="csX30" fmla="*/ 107627 w 145328"/>
              <a:gd name="csY30" fmla="*/ 38003 h 138215"/>
              <a:gd name="csX31" fmla="*/ 109566 w 145328"/>
              <a:gd name="csY31" fmla="*/ 35434 h 138215"/>
              <a:gd name="csX32" fmla="*/ 122276 w 145328"/>
              <a:gd name="csY32" fmla="*/ 35434 h 138215"/>
              <a:gd name="csX33" fmla="*/ 124334 w 145328"/>
              <a:gd name="csY33" fmla="*/ 35060 h 138215"/>
              <a:gd name="csX34" fmla="*/ 126087 w 145328"/>
              <a:gd name="csY34" fmla="*/ 33903 h 138215"/>
              <a:gd name="csX35" fmla="*/ 127260 w 145328"/>
              <a:gd name="csY35" fmla="*/ 32168 h 138215"/>
              <a:gd name="csX36" fmla="*/ 127669 w 145328"/>
              <a:gd name="csY36" fmla="*/ 30127 h 138215"/>
              <a:gd name="csX37" fmla="*/ 127260 w 145328"/>
              <a:gd name="csY37" fmla="*/ 28068 h 138215"/>
              <a:gd name="csX38" fmla="*/ 126087 w 145328"/>
              <a:gd name="csY38" fmla="*/ 26333 h 138215"/>
              <a:gd name="csX39" fmla="*/ 124334 w 145328"/>
              <a:gd name="csY39" fmla="*/ 25194 h 138215"/>
              <a:gd name="csX40" fmla="*/ 122276 w 145328"/>
              <a:gd name="csY40" fmla="*/ 24802 h 138215"/>
              <a:gd name="csX41" fmla="*/ 109873 w 145328"/>
              <a:gd name="csY41" fmla="*/ 24802 h 138215"/>
              <a:gd name="csX42" fmla="*/ 109873 w 145328"/>
              <a:gd name="csY42" fmla="*/ 14034 h 138215"/>
              <a:gd name="csX43" fmla="*/ 122224 w 145328"/>
              <a:gd name="csY43" fmla="*/ 14170 h 138215"/>
              <a:gd name="csX44" fmla="*/ 124283 w 145328"/>
              <a:gd name="csY44" fmla="*/ 13813 h 138215"/>
              <a:gd name="csX45" fmla="*/ 126035 w 145328"/>
              <a:gd name="csY45" fmla="*/ 12673 h 138215"/>
              <a:gd name="csX46" fmla="*/ 127226 w 145328"/>
              <a:gd name="csY46" fmla="*/ 10955 h 138215"/>
              <a:gd name="csX47" fmla="*/ 127652 w 145328"/>
              <a:gd name="csY47" fmla="*/ 8914 h 138215"/>
              <a:gd name="csX48" fmla="*/ 127260 w 145328"/>
              <a:gd name="csY48" fmla="*/ 6873 h 138215"/>
              <a:gd name="csX49" fmla="*/ 126120 w 145328"/>
              <a:gd name="csY49" fmla="*/ 5120 h 138215"/>
              <a:gd name="csX50" fmla="*/ 124385 w 145328"/>
              <a:gd name="csY50" fmla="*/ 3964 h 138215"/>
              <a:gd name="csX51" fmla="*/ 122343 w 145328"/>
              <a:gd name="csY51" fmla="*/ 3538 h 138215"/>
              <a:gd name="csX52" fmla="*/ 109516 w 145328"/>
              <a:gd name="csY52" fmla="*/ 3402 h 138215"/>
              <a:gd name="csX53" fmla="*/ 107576 w 145328"/>
              <a:gd name="csY53" fmla="*/ 936 h 138215"/>
              <a:gd name="csX54" fmla="*/ 104564 w 145328"/>
              <a:gd name="csY54" fmla="*/ 0 h 138215"/>
              <a:gd name="csX55" fmla="*/ 93931 w 145328"/>
              <a:gd name="csY55" fmla="*/ 0 h 138215"/>
              <a:gd name="csX56" fmla="*/ 48624 w 145328"/>
              <a:gd name="csY56" fmla="*/ 56698 h 138215"/>
              <a:gd name="csX57" fmla="*/ 76203 w 145328"/>
              <a:gd name="csY57" fmla="*/ 56698 h 138215"/>
              <a:gd name="csX58" fmla="*/ 83298 w 145328"/>
              <a:gd name="csY58" fmla="*/ 60253 h 138215"/>
              <a:gd name="csX59" fmla="*/ 93931 w 145328"/>
              <a:gd name="csY59" fmla="*/ 74424 h 138215"/>
              <a:gd name="csX60" fmla="*/ 32632 w 145328"/>
              <a:gd name="csY60" fmla="*/ 74424 h 138215"/>
              <a:gd name="csX61" fmla="*/ 41104 w 145328"/>
              <a:gd name="csY61" fmla="*/ 60866 h 138215"/>
              <a:gd name="csX62" fmla="*/ 41104 w 145328"/>
              <a:gd name="csY62" fmla="*/ 60866 h 138215"/>
              <a:gd name="csX63" fmla="*/ 48624 w 145328"/>
              <a:gd name="csY63" fmla="*/ 56698 h 138215"/>
              <a:gd name="csX64" fmla="*/ 37209 w 145328"/>
              <a:gd name="csY64" fmla="*/ 109858 h 138215"/>
              <a:gd name="csX65" fmla="*/ 46072 w 145328"/>
              <a:gd name="csY65" fmla="*/ 118721 h 138215"/>
              <a:gd name="csX66" fmla="*/ 37209 w 145328"/>
              <a:gd name="csY66" fmla="*/ 127583 h 138215"/>
              <a:gd name="csX67" fmla="*/ 28412 w 145328"/>
              <a:gd name="csY67" fmla="*/ 119214 h 138215"/>
              <a:gd name="csX68" fmla="*/ 28412 w 145328"/>
              <a:gd name="csY68" fmla="*/ 118227 h 138215"/>
              <a:gd name="csX69" fmla="*/ 37209 w 145328"/>
              <a:gd name="csY69" fmla="*/ 109858 h 138215"/>
              <a:gd name="csX70" fmla="*/ 104564 w 145328"/>
              <a:gd name="csY70" fmla="*/ 109858 h 138215"/>
              <a:gd name="csX71" fmla="*/ 113377 w 145328"/>
              <a:gd name="csY71" fmla="*/ 118227 h 138215"/>
              <a:gd name="csX72" fmla="*/ 113377 w 145328"/>
              <a:gd name="csY72" fmla="*/ 119214 h 138215"/>
              <a:gd name="csX73" fmla="*/ 104564 w 145328"/>
              <a:gd name="csY73" fmla="*/ 127583 h 138215"/>
              <a:gd name="csX74" fmla="*/ 95700 w 145328"/>
              <a:gd name="csY74" fmla="*/ 118721 h 138215"/>
              <a:gd name="csX75" fmla="*/ 104564 w 145328"/>
              <a:gd name="csY75" fmla="*/ 109858 h 138215"/>
            </a:gdLst>
            <a:ahLst/>
            <a:cxnLst/>
            <a:rect l="l" t="t" r="r" b="b"/>
            <a:pathLst>
              <a:path w="100000" h="100000">
                <a:moveTo>
                  <a:pt x="64634" y="2447"/>
                </a:moveTo>
                <a:cubicBezTo>
                  <a:pt x="58534" y="2447"/>
                  <a:pt x="53348" y="6591"/>
                  <a:pt x="51744" y="12198"/>
                </a:cubicBezTo>
                <a:lnTo>
                  <a:pt x="15851" y="12198"/>
                </a:lnTo>
                <a:cubicBezTo>
                  <a:pt x="7141" y="12198"/>
                  <a:pt x="0" y="19338"/>
                  <a:pt x="0" y="28047"/>
                </a:cubicBezTo>
                <a:lnTo>
                  <a:pt x="0" y="63888"/>
                </a:lnTo>
                <a:lnTo>
                  <a:pt x="0" y="67072"/>
                </a:lnTo>
                <a:lnTo>
                  <a:pt x="0" y="74388"/>
                </a:lnTo>
                <a:cubicBezTo>
                  <a:pt x="0" y="81517"/>
                  <a:pt x="5666" y="87381"/>
                  <a:pt x="12714" y="87756"/>
                </a:cubicBezTo>
                <a:cubicBezTo>
                  <a:pt x="14306" y="93386"/>
                  <a:pt x="19503" y="97553"/>
                  <a:pt x="25603" y="97553"/>
                </a:cubicBezTo>
                <a:cubicBezTo>
                  <a:pt x="31702" y="97553"/>
                  <a:pt x="36888" y="93409"/>
                  <a:pt x="38504" y="87802"/>
                </a:cubicBezTo>
                <a:lnTo>
                  <a:pt x="59062" y="87802"/>
                </a:lnTo>
                <a:cubicBezTo>
                  <a:pt x="60666" y="93409"/>
                  <a:pt x="65851" y="97553"/>
                  <a:pt x="71950" y="97553"/>
                </a:cubicBezTo>
                <a:cubicBezTo>
                  <a:pt x="78050" y="97553"/>
                  <a:pt x="83237" y="93409"/>
                  <a:pt x="84840" y="87802"/>
                </a:cubicBezTo>
                <a:lnTo>
                  <a:pt x="86584" y="87802"/>
                </a:lnTo>
                <a:cubicBezTo>
                  <a:pt x="93948" y="87802"/>
                  <a:pt x="100000" y="81751"/>
                  <a:pt x="100000" y="74388"/>
                </a:cubicBezTo>
                <a:lnTo>
                  <a:pt x="100000" y="68196"/>
                </a:lnTo>
                <a:cubicBezTo>
                  <a:pt x="100000" y="62987"/>
                  <a:pt x="96277" y="58457"/>
                  <a:pt x="91173" y="57427"/>
                </a:cubicBezTo>
                <a:lnTo>
                  <a:pt x="91173" y="57427"/>
                </a:lnTo>
                <a:lnTo>
                  <a:pt x="74035" y="53998"/>
                </a:lnTo>
                <a:lnTo>
                  <a:pt x="63170" y="39518"/>
                </a:lnTo>
                <a:cubicBezTo>
                  <a:pt x="60642" y="36135"/>
                  <a:pt x="56661" y="34145"/>
                  <a:pt x="52435" y="34145"/>
                </a:cubicBezTo>
                <a:lnTo>
                  <a:pt x="33458" y="34145"/>
                </a:lnTo>
                <a:cubicBezTo>
                  <a:pt x="28834" y="34145"/>
                  <a:pt x="24526" y="36534"/>
                  <a:pt x="22079" y="40454"/>
                </a:cubicBezTo>
                <a:lnTo>
                  <a:pt x="13569" y="54068"/>
                </a:lnTo>
                <a:lnTo>
                  <a:pt x="7317" y="55425"/>
                </a:lnTo>
                <a:lnTo>
                  <a:pt x="7317" y="28047"/>
                </a:lnTo>
                <a:cubicBezTo>
                  <a:pt x="7317" y="23295"/>
                  <a:pt x="11098" y="19513"/>
                  <a:pt x="15851" y="19513"/>
                </a:cubicBezTo>
                <a:lnTo>
                  <a:pt x="51744" y="19513"/>
                </a:lnTo>
                <a:cubicBezTo>
                  <a:pt x="53348" y="25121"/>
                  <a:pt x="58534" y="29276"/>
                  <a:pt x="64634" y="29276"/>
                </a:cubicBezTo>
                <a:lnTo>
                  <a:pt x="71950" y="29276"/>
                </a:lnTo>
                <a:cubicBezTo>
                  <a:pt x="72700" y="29276"/>
                  <a:pt x="73437" y="29030"/>
                  <a:pt x="74058" y="28597"/>
                </a:cubicBezTo>
                <a:cubicBezTo>
                  <a:pt x="74679" y="28164"/>
                  <a:pt x="75147" y="27544"/>
                  <a:pt x="75392" y="26829"/>
                </a:cubicBezTo>
                <a:lnTo>
                  <a:pt x="84138" y="26829"/>
                </a:lnTo>
                <a:cubicBezTo>
                  <a:pt x="84629" y="26841"/>
                  <a:pt x="85109" y="26747"/>
                  <a:pt x="85554" y="26572"/>
                </a:cubicBezTo>
                <a:cubicBezTo>
                  <a:pt x="86010" y="26385"/>
                  <a:pt x="86420" y="26115"/>
                  <a:pt x="86760" y="25776"/>
                </a:cubicBezTo>
                <a:cubicBezTo>
                  <a:pt x="87111" y="25437"/>
                  <a:pt x="87380" y="25039"/>
                  <a:pt x="87567" y="24582"/>
                </a:cubicBezTo>
                <a:cubicBezTo>
                  <a:pt x="87755" y="24137"/>
                  <a:pt x="87849" y="23657"/>
                  <a:pt x="87849" y="23178"/>
                </a:cubicBezTo>
                <a:cubicBezTo>
                  <a:pt x="87849" y="22686"/>
                  <a:pt x="87755" y="22206"/>
                  <a:pt x="87567" y="21761"/>
                </a:cubicBezTo>
                <a:cubicBezTo>
                  <a:pt x="87380" y="21316"/>
                  <a:pt x="87111" y="20907"/>
                  <a:pt x="86760" y="20567"/>
                </a:cubicBezTo>
                <a:cubicBezTo>
                  <a:pt x="86420" y="20228"/>
                  <a:pt x="86010" y="19959"/>
                  <a:pt x="85554" y="19783"/>
                </a:cubicBezTo>
                <a:cubicBezTo>
                  <a:pt x="85109" y="19595"/>
                  <a:pt x="84629" y="19513"/>
                  <a:pt x="84138" y="19513"/>
                </a:cubicBezTo>
                <a:lnTo>
                  <a:pt x="75603" y="19513"/>
                </a:lnTo>
                <a:lnTo>
                  <a:pt x="75603" y="12104"/>
                </a:lnTo>
                <a:lnTo>
                  <a:pt x="84102" y="12198"/>
                </a:lnTo>
                <a:cubicBezTo>
                  <a:pt x="84594" y="12209"/>
                  <a:pt x="85074" y="12127"/>
                  <a:pt x="85519" y="11952"/>
                </a:cubicBezTo>
                <a:cubicBezTo>
                  <a:pt x="85963" y="11776"/>
                  <a:pt x="86374" y="11507"/>
                  <a:pt x="86725" y="11167"/>
                </a:cubicBezTo>
                <a:cubicBezTo>
                  <a:pt x="87076" y="10828"/>
                  <a:pt x="87345" y="10431"/>
                  <a:pt x="87544" y="9985"/>
                </a:cubicBezTo>
                <a:cubicBezTo>
                  <a:pt x="87731" y="9541"/>
                  <a:pt x="87837" y="9061"/>
                  <a:pt x="87837" y="8581"/>
                </a:cubicBezTo>
                <a:cubicBezTo>
                  <a:pt x="87837" y="8101"/>
                  <a:pt x="87755" y="7621"/>
                  <a:pt x="87567" y="7177"/>
                </a:cubicBezTo>
                <a:cubicBezTo>
                  <a:pt x="87392" y="6720"/>
                  <a:pt x="87123" y="6310"/>
                  <a:pt x="86783" y="5970"/>
                </a:cubicBezTo>
                <a:cubicBezTo>
                  <a:pt x="86444" y="5631"/>
                  <a:pt x="86034" y="5350"/>
                  <a:pt x="85589" y="5175"/>
                </a:cubicBezTo>
                <a:cubicBezTo>
                  <a:pt x="85144" y="4987"/>
                  <a:pt x="84664" y="4882"/>
                  <a:pt x="84184" y="4882"/>
                </a:cubicBezTo>
                <a:lnTo>
                  <a:pt x="75358" y="4788"/>
                </a:lnTo>
                <a:cubicBezTo>
                  <a:pt x="75088" y="4097"/>
                  <a:pt x="74631" y="3512"/>
                  <a:pt x="74023" y="3091"/>
                </a:cubicBezTo>
                <a:cubicBezTo>
                  <a:pt x="73414" y="2669"/>
                  <a:pt x="72688" y="2447"/>
                  <a:pt x="71950" y="2447"/>
                </a:cubicBezTo>
                <a:lnTo>
                  <a:pt x="64634" y="2447"/>
                </a:lnTo>
                <a:close/>
                <a:moveTo>
                  <a:pt x="33458" y="41461"/>
                </a:moveTo>
                <a:lnTo>
                  <a:pt x="52435" y="41461"/>
                </a:lnTo>
                <a:cubicBezTo>
                  <a:pt x="54355" y="41461"/>
                  <a:pt x="56158" y="42362"/>
                  <a:pt x="57317" y="43907"/>
                </a:cubicBezTo>
                <a:lnTo>
                  <a:pt x="64634" y="53658"/>
                </a:lnTo>
                <a:lnTo>
                  <a:pt x="22454" y="53658"/>
                </a:lnTo>
                <a:lnTo>
                  <a:pt x="28284" y="44329"/>
                </a:lnTo>
                <a:lnTo>
                  <a:pt x="28284" y="44329"/>
                </a:lnTo>
                <a:cubicBezTo>
                  <a:pt x="29408" y="42538"/>
                  <a:pt x="31351" y="41461"/>
                  <a:pt x="33458" y="41461"/>
                </a:cubicBezTo>
                <a:close/>
                <a:moveTo>
                  <a:pt x="25603" y="78040"/>
                </a:moveTo>
                <a:cubicBezTo>
                  <a:pt x="29010" y="78040"/>
                  <a:pt x="31702" y="80732"/>
                  <a:pt x="31702" y="84139"/>
                </a:cubicBezTo>
                <a:cubicBezTo>
                  <a:pt x="31702" y="87545"/>
                  <a:pt x="29010" y="90237"/>
                  <a:pt x="25603" y="90237"/>
                </a:cubicBezTo>
                <a:cubicBezTo>
                  <a:pt x="22325" y="90237"/>
                  <a:pt x="19715" y="87721"/>
                  <a:pt x="19550" y="84478"/>
                </a:cubicBezTo>
                <a:cubicBezTo>
                  <a:pt x="19562" y="84255"/>
                  <a:pt x="19562" y="84021"/>
                  <a:pt x="19550" y="83799"/>
                </a:cubicBezTo>
                <a:cubicBezTo>
                  <a:pt x="19715" y="80557"/>
                  <a:pt x="22325" y="78040"/>
                  <a:pt x="25603" y="78040"/>
                </a:cubicBezTo>
                <a:close/>
                <a:moveTo>
                  <a:pt x="71950" y="78040"/>
                </a:moveTo>
                <a:cubicBezTo>
                  <a:pt x="75240" y="78040"/>
                  <a:pt x="77839" y="80557"/>
                  <a:pt x="78015" y="83799"/>
                </a:cubicBezTo>
                <a:cubicBezTo>
                  <a:pt x="77992" y="84021"/>
                  <a:pt x="77992" y="84255"/>
                  <a:pt x="78015" y="84478"/>
                </a:cubicBezTo>
                <a:cubicBezTo>
                  <a:pt x="77839" y="87721"/>
                  <a:pt x="75240" y="90237"/>
                  <a:pt x="71950" y="90237"/>
                </a:cubicBezTo>
                <a:cubicBezTo>
                  <a:pt x="68544" y="90237"/>
                  <a:pt x="65851" y="87545"/>
                  <a:pt x="65851" y="84139"/>
                </a:cubicBezTo>
                <a:cubicBezTo>
                  <a:pt x="65851" y="80732"/>
                  <a:pt x="68544" y="78040"/>
                  <a:pt x="71950" y="7804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4" name="Чёрный — SVG 7">
            <a:extLst>
              <a:ext uri="{FF2B5EF4-FFF2-40B4-BE49-F238E27FC236}">
                <a16:creationId xmlns:a16="http://schemas.microsoft.com/office/drawing/2014/main" id="{A54E0F00-3DDA-FD4B-A220-C08219154ADB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104564 w 141772"/>
              <a:gd name="csY0" fmla="*/ 0 h 134676"/>
              <a:gd name="csX1" fmla="*/ 67339 w 141772"/>
              <a:gd name="csY1" fmla="*/ 37203 h 134676"/>
              <a:gd name="csX2" fmla="*/ 78551 w 141772"/>
              <a:gd name="csY2" fmla="*/ 67330 h 134676"/>
              <a:gd name="csX3" fmla="*/ 99239 w 141772"/>
              <a:gd name="csY3" fmla="*/ 67330 h 134676"/>
              <a:gd name="csX4" fmla="*/ 99239 w 141772"/>
              <a:gd name="csY4" fmla="*/ 48362 h 134676"/>
              <a:gd name="csX5" fmla="*/ 95786 w 141772"/>
              <a:gd name="csY5" fmla="*/ 45981 h 134676"/>
              <a:gd name="csX6" fmla="*/ 90392 w 141772"/>
              <a:gd name="csY6" fmla="*/ 41184 h 134676"/>
              <a:gd name="csX7" fmla="*/ 89967 w 141772"/>
              <a:gd name="csY7" fmla="*/ 33682 h 134676"/>
              <a:gd name="csX8" fmla="*/ 97470 w 141772"/>
              <a:gd name="csY8" fmla="*/ 33257 h 134676"/>
              <a:gd name="csX9" fmla="*/ 103084 w 141772"/>
              <a:gd name="csY9" fmla="*/ 38258 h 134676"/>
              <a:gd name="csX10" fmla="*/ 104564 w 141772"/>
              <a:gd name="csY10" fmla="*/ 38989 h 134676"/>
              <a:gd name="csX11" fmla="*/ 105806 w 141772"/>
              <a:gd name="csY11" fmla="*/ 38462 h 134676"/>
              <a:gd name="csX12" fmla="*/ 111659 w 141772"/>
              <a:gd name="csY12" fmla="*/ 33240 h 134676"/>
              <a:gd name="csX13" fmla="*/ 119162 w 141772"/>
              <a:gd name="csY13" fmla="*/ 33682 h 134676"/>
              <a:gd name="csX14" fmla="*/ 118737 w 141772"/>
              <a:gd name="csY14" fmla="*/ 41184 h 134676"/>
              <a:gd name="csX15" fmla="*/ 113105 w 141772"/>
              <a:gd name="csY15" fmla="*/ 46185 h 134676"/>
              <a:gd name="csX16" fmla="*/ 109873 w 141772"/>
              <a:gd name="csY16" fmla="*/ 48414 h 134676"/>
              <a:gd name="csX17" fmla="*/ 109873 w 141772"/>
              <a:gd name="csY17" fmla="*/ 67330 h 134676"/>
              <a:gd name="csX18" fmla="*/ 130578 w 141772"/>
              <a:gd name="csY18" fmla="*/ 67330 h 134676"/>
              <a:gd name="csX19" fmla="*/ 141773 w 141772"/>
              <a:gd name="csY19" fmla="*/ 37203 h 134676"/>
              <a:gd name="csX20" fmla="*/ 104564 w 141772"/>
              <a:gd name="csY20" fmla="*/ 0 h 134676"/>
              <a:gd name="csX21" fmla="*/ 10940 w 141772"/>
              <a:gd name="csY21" fmla="*/ 42528 h 134676"/>
              <a:gd name="csX22" fmla="*/ 5648 w 141772"/>
              <a:gd name="csY22" fmla="*/ 45981 h 134676"/>
              <a:gd name="csX23" fmla="*/ 0 w 141772"/>
              <a:gd name="csY23" fmla="*/ 79731 h 134676"/>
              <a:gd name="csX24" fmla="*/ 528 w 141772"/>
              <a:gd name="csY24" fmla="*/ 87420 h 134676"/>
              <a:gd name="csX25" fmla="*/ 32853 w 141772"/>
              <a:gd name="csY25" fmla="*/ 51629 h 134676"/>
              <a:gd name="csX26" fmla="*/ 11926 w 141772"/>
              <a:gd name="csY26" fmla="*/ 42681 h 134676"/>
              <a:gd name="csX27" fmla="*/ 10940 w 141772"/>
              <a:gd name="csY27" fmla="*/ 42528 h 134676"/>
              <a:gd name="csX28" fmla="*/ 55242 w 141772"/>
              <a:gd name="csY28" fmla="*/ 56715 h 134676"/>
              <a:gd name="csX29" fmla="*/ 54222 w 141772"/>
              <a:gd name="csY29" fmla="*/ 56749 h 134676"/>
              <a:gd name="csX30" fmla="*/ 10633 w 141772"/>
              <a:gd name="csY30" fmla="*/ 93918 h 134676"/>
              <a:gd name="csX31" fmla="*/ 23751 w 141772"/>
              <a:gd name="csY31" fmla="*/ 114689 h 134676"/>
              <a:gd name="csX32" fmla="*/ 51414 w 141772"/>
              <a:gd name="csY32" fmla="*/ 134677 h 134676"/>
              <a:gd name="csX33" fmla="*/ 86837 w 141772"/>
              <a:gd name="csY33" fmla="*/ 134677 h 134676"/>
              <a:gd name="csX34" fmla="*/ 109873 w 141772"/>
              <a:gd name="csY34" fmla="*/ 111627 h 134676"/>
              <a:gd name="csX35" fmla="*/ 109873 w 141772"/>
              <a:gd name="csY35" fmla="*/ 99226 h 134676"/>
              <a:gd name="csX36" fmla="*/ 111727 w 141772"/>
              <a:gd name="csY36" fmla="*/ 99226 h 134676"/>
              <a:gd name="csX37" fmla="*/ 122156 w 141772"/>
              <a:gd name="csY37" fmla="*/ 90686 h 134676"/>
              <a:gd name="csX38" fmla="*/ 124402 w 141772"/>
              <a:gd name="csY38" fmla="*/ 79391 h 134676"/>
              <a:gd name="csX39" fmla="*/ 124793 w 141772"/>
              <a:gd name="csY39" fmla="*/ 77962 h 134676"/>
              <a:gd name="csX40" fmla="*/ 84335 w 141772"/>
              <a:gd name="csY40" fmla="*/ 77962 h 134676"/>
              <a:gd name="csX41" fmla="*/ 84710 w 141772"/>
              <a:gd name="csY41" fmla="*/ 79391 h 134676"/>
              <a:gd name="csX42" fmla="*/ 86973 w 141772"/>
              <a:gd name="csY42" fmla="*/ 90686 h 134676"/>
              <a:gd name="csX43" fmla="*/ 97402 w 141772"/>
              <a:gd name="csY43" fmla="*/ 99226 h 134676"/>
              <a:gd name="csX44" fmla="*/ 99239 w 141772"/>
              <a:gd name="csY44" fmla="*/ 99226 h 134676"/>
              <a:gd name="csX45" fmla="*/ 99239 w 141772"/>
              <a:gd name="csY45" fmla="*/ 111627 h 134676"/>
              <a:gd name="csX46" fmla="*/ 86837 w 141772"/>
              <a:gd name="csY46" fmla="*/ 124045 h 134676"/>
              <a:gd name="csX47" fmla="*/ 51414 w 141772"/>
              <a:gd name="csY47" fmla="*/ 124045 h 134676"/>
              <a:gd name="csX48" fmla="*/ 36953 w 141772"/>
              <a:gd name="csY48" fmla="*/ 116866 h 134676"/>
              <a:gd name="csX49" fmla="*/ 36936 w 141772"/>
              <a:gd name="csY49" fmla="*/ 116849 h 134676"/>
              <a:gd name="csX50" fmla="*/ 33687 w 141772"/>
              <a:gd name="csY50" fmla="*/ 109636 h 134676"/>
              <a:gd name="csX51" fmla="*/ 36341 w 141772"/>
              <a:gd name="csY51" fmla="*/ 91554 h 134676"/>
              <a:gd name="csX52" fmla="*/ 43282 w 141772"/>
              <a:gd name="csY52" fmla="*/ 88951 h 134676"/>
              <a:gd name="csX53" fmla="*/ 45579 w 141772"/>
              <a:gd name="csY53" fmla="*/ 96164 h 134676"/>
              <a:gd name="csX54" fmla="*/ 44065 w 141772"/>
              <a:gd name="csY54" fmla="*/ 107289 h 134676"/>
              <a:gd name="csX55" fmla="*/ 51023 w 141772"/>
              <a:gd name="csY55" fmla="*/ 113345 h 134676"/>
              <a:gd name="csX56" fmla="*/ 63800 w 141772"/>
              <a:gd name="csY56" fmla="*/ 90363 h 134676"/>
              <a:gd name="csX57" fmla="*/ 60142 w 141772"/>
              <a:gd name="csY57" fmla="*/ 60900 h 134676"/>
              <a:gd name="csX58" fmla="*/ 55242 w 141772"/>
              <a:gd name="csY58" fmla="*/ 56715 h 134676"/>
            </a:gdLst>
            <a:ahLst/>
            <a:cxnLst/>
            <a:rect l="l" t="t" r="r" b="b"/>
            <a:pathLst>
              <a:path w="100000" h="100000">
                <a:moveTo>
                  <a:pt x="73755" y="2503"/>
                </a:moveTo>
                <a:cubicBezTo>
                  <a:pt x="59835" y="2503"/>
                  <a:pt x="47498" y="13746"/>
                  <a:pt x="47498" y="28744"/>
                </a:cubicBezTo>
                <a:cubicBezTo>
                  <a:pt x="47498" y="39255"/>
                  <a:pt x="51842" y="44955"/>
                  <a:pt x="55407" y="49994"/>
                </a:cubicBezTo>
                <a:lnTo>
                  <a:pt x="69999" y="49994"/>
                </a:lnTo>
                <a:lnTo>
                  <a:pt x="69999" y="36615"/>
                </a:lnTo>
                <a:cubicBezTo>
                  <a:pt x="69123" y="36195"/>
                  <a:pt x="68295" y="35655"/>
                  <a:pt x="67563" y="34936"/>
                </a:cubicBezTo>
                <a:lnTo>
                  <a:pt x="63759" y="31552"/>
                </a:lnTo>
                <a:cubicBezTo>
                  <a:pt x="62210" y="30172"/>
                  <a:pt x="62079" y="27809"/>
                  <a:pt x="63459" y="26260"/>
                </a:cubicBezTo>
                <a:cubicBezTo>
                  <a:pt x="64827" y="24713"/>
                  <a:pt x="67203" y="24568"/>
                  <a:pt x="68751" y="25961"/>
                </a:cubicBezTo>
                <a:lnTo>
                  <a:pt x="72711" y="29488"/>
                </a:lnTo>
                <a:cubicBezTo>
                  <a:pt x="73191" y="29956"/>
                  <a:pt x="73563" y="30004"/>
                  <a:pt x="73755" y="30004"/>
                </a:cubicBezTo>
                <a:cubicBezTo>
                  <a:pt x="73948" y="30004"/>
                  <a:pt x="74319" y="29945"/>
                  <a:pt x="74631" y="29632"/>
                </a:cubicBezTo>
                <a:lnTo>
                  <a:pt x="78760" y="25949"/>
                </a:lnTo>
                <a:cubicBezTo>
                  <a:pt x="80308" y="24568"/>
                  <a:pt x="82671" y="24701"/>
                  <a:pt x="84052" y="26260"/>
                </a:cubicBezTo>
                <a:cubicBezTo>
                  <a:pt x="85432" y="27797"/>
                  <a:pt x="85300" y="30172"/>
                  <a:pt x="83752" y="31552"/>
                </a:cubicBezTo>
                <a:lnTo>
                  <a:pt x="79780" y="35080"/>
                </a:lnTo>
                <a:cubicBezTo>
                  <a:pt x="79119" y="35752"/>
                  <a:pt x="78328" y="36255"/>
                  <a:pt x="77500" y="36652"/>
                </a:cubicBezTo>
                <a:lnTo>
                  <a:pt x="77500" y="49994"/>
                </a:lnTo>
                <a:lnTo>
                  <a:pt x="92104" y="49994"/>
                </a:lnTo>
                <a:cubicBezTo>
                  <a:pt x="95668" y="44955"/>
                  <a:pt x="100001" y="39255"/>
                  <a:pt x="100001" y="28744"/>
                </a:cubicBezTo>
                <a:cubicBezTo>
                  <a:pt x="100001" y="13746"/>
                  <a:pt x="87676" y="2503"/>
                  <a:pt x="73755" y="2503"/>
                </a:cubicBezTo>
                <a:close/>
                <a:moveTo>
                  <a:pt x="7717" y="32500"/>
                </a:moveTo>
                <a:cubicBezTo>
                  <a:pt x="6108" y="32416"/>
                  <a:pt x="4572" y="33376"/>
                  <a:pt x="3984" y="34936"/>
                </a:cubicBezTo>
                <a:cubicBezTo>
                  <a:pt x="3828" y="35367"/>
                  <a:pt x="0" y="45723"/>
                  <a:pt x="0" y="58742"/>
                </a:cubicBezTo>
                <a:cubicBezTo>
                  <a:pt x="0" y="60685"/>
                  <a:pt x="144" y="62473"/>
                  <a:pt x="372" y="64165"/>
                </a:cubicBezTo>
                <a:cubicBezTo>
                  <a:pt x="2364" y="51110"/>
                  <a:pt x="12696" y="43203"/>
                  <a:pt x="23173" y="38920"/>
                </a:cubicBezTo>
                <a:cubicBezTo>
                  <a:pt x="16273" y="34636"/>
                  <a:pt x="8856" y="32728"/>
                  <a:pt x="8412" y="32608"/>
                </a:cubicBezTo>
                <a:cubicBezTo>
                  <a:pt x="8172" y="32560"/>
                  <a:pt x="7944" y="32524"/>
                  <a:pt x="7717" y="32500"/>
                </a:cubicBezTo>
                <a:close/>
                <a:moveTo>
                  <a:pt x="38965" y="42507"/>
                </a:moveTo>
                <a:cubicBezTo>
                  <a:pt x="38738" y="42495"/>
                  <a:pt x="38486" y="42507"/>
                  <a:pt x="38246" y="42531"/>
                </a:cubicBezTo>
                <a:cubicBezTo>
                  <a:pt x="36985" y="42699"/>
                  <a:pt x="7500" y="46970"/>
                  <a:pt x="7500" y="68748"/>
                </a:cubicBezTo>
                <a:cubicBezTo>
                  <a:pt x="7500" y="75468"/>
                  <a:pt x="11124" y="80856"/>
                  <a:pt x="16753" y="83399"/>
                </a:cubicBezTo>
                <a:cubicBezTo>
                  <a:pt x="19429" y="90227"/>
                  <a:pt x="25933" y="97498"/>
                  <a:pt x="36265" y="97498"/>
                </a:cubicBezTo>
                <a:lnTo>
                  <a:pt x="61251" y="97498"/>
                </a:lnTo>
                <a:cubicBezTo>
                  <a:pt x="70179" y="97498"/>
                  <a:pt x="77500" y="90179"/>
                  <a:pt x="77500" y="81240"/>
                </a:cubicBezTo>
                <a:lnTo>
                  <a:pt x="77500" y="72492"/>
                </a:lnTo>
                <a:lnTo>
                  <a:pt x="78808" y="72492"/>
                </a:lnTo>
                <a:cubicBezTo>
                  <a:pt x="82384" y="72492"/>
                  <a:pt x="85456" y="69972"/>
                  <a:pt x="86164" y="66469"/>
                </a:cubicBezTo>
                <a:lnTo>
                  <a:pt x="87748" y="58502"/>
                </a:lnTo>
                <a:cubicBezTo>
                  <a:pt x="87820" y="58153"/>
                  <a:pt x="87928" y="57829"/>
                  <a:pt x="88024" y="57494"/>
                </a:cubicBezTo>
                <a:lnTo>
                  <a:pt x="59486" y="57494"/>
                </a:lnTo>
                <a:cubicBezTo>
                  <a:pt x="59583" y="57829"/>
                  <a:pt x="59679" y="58153"/>
                  <a:pt x="59751" y="58502"/>
                </a:cubicBezTo>
                <a:lnTo>
                  <a:pt x="61347" y="66469"/>
                </a:lnTo>
                <a:cubicBezTo>
                  <a:pt x="62043" y="69972"/>
                  <a:pt x="65127" y="72492"/>
                  <a:pt x="68703" y="72492"/>
                </a:cubicBezTo>
                <a:lnTo>
                  <a:pt x="69999" y="72492"/>
                </a:lnTo>
                <a:lnTo>
                  <a:pt x="69999" y="81240"/>
                </a:lnTo>
                <a:cubicBezTo>
                  <a:pt x="69999" y="86123"/>
                  <a:pt x="66123" y="89999"/>
                  <a:pt x="61251" y="89999"/>
                </a:cubicBezTo>
                <a:lnTo>
                  <a:pt x="36265" y="89999"/>
                </a:lnTo>
                <a:cubicBezTo>
                  <a:pt x="31549" y="89999"/>
                  <a:pt x="28262" y="87815"/>
                  <a:pt x="26065" y="84935"/>
                </a:cubicBezTo>
                <a:cubicBezTo>
                  <a:pt x="26053" y="84935"/>
                  <a:pt x="26053" y="84923"/>
                  <a:pt x="26053" y="84923"/>
                </a:cubicBezTo>
                <a:cubicBezTo>
                  <a:pt x="25009" y="83471"/>
                  <a:pt x="24169" y="81792"/>
                  <a:pt x="23761" y="79835"/>
                </a:cubicBezTo>
                <a:cubicBezTo>
                  <a:pt x="22453" y="73524"/>
                  <a:pt x="25597" y="67141"/>
                  <a:pt x="25633" y="67081"/>
                </a:cubicBezTo>
                <a:cubicBezTo>
                  <a:pt x="26605" y="65257"/>
                  <a:pt x="28897" y="64609"/>
                  <a:pt x="30529" y="65245"/>
                </a:cubicBezTo>
                <a:cubicBezTo>
                  <a:pt x="32461" y="66013"/>
                  <a:pt x="32894" y="68569"/>
                  <a:pt x="32150" y="70333"/>
                </a:cubicBezTo>
                <a:cubicBezTo>
                  <a:pt x="31525" y="71916"/>
                  <a:pt x="30577" y="76008"/>
                  <a:pt x="31082" y="78180"/>
                </a:cubicBezTo>
                <a:cubicBezTo>
                  <a:pt x="31693" y="80892"/>
                  <a:pt x="33397" y="82343"/>
                  <a:pt x="35989" y="82451"/>
                </a:cubicBezTo>
                <a:cubicBezTo>
                  <a:pt x="41762" y="79440"/>
                  <a:pt x="45002" y="73836"/>
                  <a:pt x="45002" y="66241"/>
                </a:cubicBezTo>
                <a:cubicBezTo>
                  <a:pt x="45002" y="57614"/>
                  <a:pt x="42518" y="45951"/>
                  <a:pt x="42422" y="45459"/>
                </a:cubicBezTo>
                <a:cubicBezTo>
                  <a:pt x="42062" y="43791"/>
                  <a:pt x="40634" y="42615"/>
                  <a:pt x="38965" y="4250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5" name="Чёрный — SVG 8">
            <a:extLst>
              <a:ext uri="{FF2B5EF4-FFF2-40B4-BE49-F238E27FC236}">
                <a16:creationId xmlns:a16="http://schemas.microsoft.com/office/drawing/2014/main" id="{BE08474D-2B88-4E4B-99F7-2624FF2D6305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19494 w 152385"/>
              <a:gd name="csY0" fmla="*/ 0 h 148830"/>
              <a:gd name="csX1" fmla="*/ 0 w 152385"/>
              <a:gd name="csY1" fmla="*/ 19495 h 148830"/>
              <a:gd name="csX2" fmla="*/ 0 w 152385"/>
              <a:gd name="csY2" fmla="*/ 129353 h 148830"/>
              <a:gd name="csX3" fmla="*/ 5317 w 152385"/>
              <a:gd name="csY3" fmla="*/ 134677 h 148830"/>
              <a:gd name="csX4" fmla="*/ 78519 w 152385"/>
              <a:gd name="csY4" fmla="*/ 134677 h 148830"/>
              <a:gd name="csX5" fmla="*/ 78372 w 152385"/>
              <a:gd name="csY5" fmla="*/ 133724 h 148830"/>
              <a:gd name="csX6" fmla="*/ 63800 w 152385"/>
              <a:gd name="csY6" fmla="*/ 104550 h 148830"/>
              <a:gd name="csX7" fmla="*/ 81523 w 152385"/>
              <a:gd name="csY7" fmla="*/ 68793 h 148830"/>
              <a:gd name="csX8" fmla="*/ 81523 w 152385"/>
              <a:gd name="csY8" fmla="*/ 19495 h 148830"/>
              <a:gd name="csX9" fmla="*/ 62028 w 152385"/>
              <a:gd name="csY9" fmla="*/ 0 h 148830"/>
              <a:gd name="csX10" fmla="*/ 19494 w 152385"/>
              <a:gd name="csY10" fmla="*/ 0 h 148830"/>
              <a:gd name="csX11" fmla="*/ 88611 w 152385"/>
              <a:gd name="csY11" fmla="*/ 17725 h 148830"/>
              <a:gd name="csX12" fmla="*/ 88611 w 152385"/>
              <a:gd name="csY12" fmla="*/ 64149 h 148830"/>
              <a:gd name="csX13" fmla="*/ 93063 w 152385"/>
              <a:gd name="csY13" fmla="*/ 61988 h 148830"/>
              <a:gd name="csX14" fmla="*/ 119092 w 152385"/>
              <a:gd name="csY14" fmla="*/ 56698 h 148830"/>
              <a:gd name="csX15" fmla="*/ 119155 w 152385"/>
              <a:gd name="csY15" fmla="*/ 56698 h 148830"/>
              <a:gd name="csX16" fmla="*/ 134690 w 152385"/>
              <a:gd name="csY16" fmla="*/ 58535 h 148830"/>
              <a:gd name="csX17" fmla="*/ 134690 w 152385"/>
              <a:gd name="csY17" fmla="*/ 37203 h 148830"/>
              <a:gd name="csX18" fmla="*/ 115194 w 152385"/>
              <a:gd name="csY18" fmla="*/ 17725 h 148830"/>
              <a:gd name="csX19" fmla="*/ 88611 w 152385"/>
              <a:gd name="csY19" fmla="*/ 17725 h 148830"/>
              <a:gd name="csX20" fmla="*/ 24811 w 152385"/>
              <a:gd name="csY20" fmla="*/ 24802 h 148830"/>
              <a:gd name="csX21" fmla="*/ 31900 w 152385"/>
              <a:gd name="csY21" fmla="*/ 24802 h 148830"/>
              <a:gd name="csX22" fmla="*/ 35444 w 152385"/>
              <a:gd name="csY22" fmla="*/ 28357 h 148830"/>
              <a:gd name="csX23" fmla="*/ 35444 w 152385"/>
              <a:gd name="csY23" fmla="*/ 35434 h 148830"/>
              <a:gd name="csX24" fmla="*/ 31900 w 152385"/>
              <a:gd name="csY24" fmla="*/ 38989 h 148830"/>
              <a:gd name="csX25" fmla="*/ 24811 w 152385"/>
              <a:gd name="csY25" fmla="*/ 38989 h 148830"/>
              <a:gd name="csX26" fmla="*/ 21267 w 152385"/>
              <a:gd name="csY26" fmla="*/ 35434 h 148830"/>
              <a:gd name="csX27" fmla="*/ 21267 w 152385"/>
              <a:gd name="csY27" fmla="*/ 28357 h 148830"/>
              <a:gd name="csX28" fmla="*/ 24811 w 152385"/>
              <a:gd name="csY28" fmla="*/ 24802 h 148830"/>
              <a:gd name="csX29" fmla="*/ 49623 w 152385"/>
              <a:gd name="csY29" fmla="*/ 24802 h 148830"/>
              <a:gd name="csX30" fmla="*/ 56711 w 152385"/>
              <a:gd name="csY30" fmla="*/ 24802 h 148830"/>
              <a:gd name="csX31" fmla="*/ 60256 w 152385"/>
              <a:gd name="csY31" fmla="*/ 28357 h 148830"/>
              <a:gd name="csX32" fmla="*/ 60256 w 152385"/>
              <a:gd name="csY32" fmla="*/ 35434 h 148830"/>
              <a:gd name="csX33" fmla="*/ 56711 w 152385"/>
              <a:gd name="csY33" fmla="*/ 38989 h 148830"/>
              <a:gd name="csX34" fmla="*/ 49623 w 152385"/>
              <a:gd name="csY34" fmla="*/ 38989 h 148830"/>
              <a:gd name="csX35" fmla="*/ 46077 w 152385"/>
              <a:gd name="csY35" fmla="*/ 35434 h 148830"/>
              <a:gd name="csX36" fmla="*/ 46077 w 152385"/>
              <a:gd name="csY36" fmla="*/ 28357 h 148830"/>
              <a:gd name="csX37" fmla="*/ 49623 w 152385"/>
              <a:gd name="csY37" fmla="*/ 24802 h 148830"/>
              <a:gd name="csX38" fmla="*/ 106334 w 152385"/>
              <a:gd name="csY38" fmla="*/ 35434 h 148830"/>
              <a:gd name="csX39" fmla="*/ 113423 w 152385"/>
              <a:gd name="csY39" fmla="*/ 35434 h 148830"/>
              <a:gd name="csX40" fmla="*/ 116967 w 152385"/>
              <a:gd name="csY40" fmla="*/ 38989 h 148830"/>
              <a:gd name="csX41" fmla="*/ 116967 w 152385"/>
              <a:gd name="csY41" fmla="*/ 46066 h 148830"/>
              <a:gd name="csX42" fmla="*/ 113423 w 152385"/>
              <a:gd name="csY42" fmla="*/ 49621 h 148830"/>
              <a:gd name="csX43" fmla="*/ 106334 w 152385"/>
              <a:gd name="csY43" fmla="*/ 49621 h 148830"/>
              <a:gd name="csX44" fmla="*/ 102790 w 152385"/>
              <a:gd name="csY44" fmla="*/ 46066 h 148830"/>
              <a:gd name="csX45" fmla="*/ 102790 w 152385"/>
              <a:gd name="csY45" fmla="*/ 38989 h 148830"/>
              <a:gd name="csX46" fmla="*/ 106334 w 152385"/>
              <a:gd name="csY46" fmla="*/ 35434 h 148830"/>
              <a:gd name="csX47" fmla="*/ 24811 w 152385"/>
              <a:gd name="csY47" fmla="*/ 49621 h 148830"/>
              <a:gd name="csX48" fmla="*/ 31900 w 152385"/>
              <a:gd name="csY48" fmla="*/ 49621 h 148830"/>
              <a:gd name="csX49" fmla="*/ 35444 w 152385"/>
              <a:gd name="csY49" fmla="*/ 53160 h 148830"/>
              <a:gd name="csX50" fmla="*/ 35444 w 152385"/>
              <a:gd name="csY50" fmla="*/ 60253 h 148830"/>
              <a:gd name="csX51" fmla="*/ 31900 w 152385"/>
              <a:gd name="csY51" fmla="*/ 63792 h 148830"/>
              <a:gd name="csX52" fmla="*/ 24811 w 152385"/>
              <a:gd name="csY52" fmla="*/ 63792 h 148830"/>
              <a:gd name="csX53" fmla="*/ 21267 w 152385"/>
              <a:gd name="csY53" fmla="*/ 60253 h 148830"/>
              <a:gd name="csX54" fmla="*/ 21267 w 152385"/>
              <a:gd name="csY54" fmla="*/ 53160 h 148830"/>
              <a:gd name="csX55" fmla="*/ 24811 w 152385"/>
              <a:gd name="csY55" fmla="*/ 49621 h 148830"/>
              <a:gd name="csX56" fmla="*/ 49623 w 152385"/>
              <a:gd name="csY56" fmla="*/ 49621 h 148830"/>
              <a:gd name="csX57" fmla="*/ 56711 w 152385"/>
              <a:gd name="csY57" fmla="*/ 49621 h 148830"/>
              <a:gd name="csX58" fmla="*/ 60256 w 152385"/>
              <a:gd name="csY58" fmla="*/ 53160 h 148830"/>
              <a:gd name="csX59" fmla="*/ 60256 w 152385"/>
              <a:gd name="csY59" fmla="*/ 60253 h 148830"/>
              <a:gd name="csX60" fmla="*/ 56711 w 152385"/>
              <a:gd name="csY60" fmla="*/ 63792 h 148830"/>
              <a:gd name="csX61" fmla="*/ 49623 w 152385"/>
              <a:gd name="csY61" fmla="*/ 63792 h 148830"/>
              <a:gd name="csX62" fmla="*/ 46077 w 152385"/>
              <a:gd name="csY62" fmla="*/ 60253 h 148830"/>
              <a:gd name="csX63" fmla="*/ 46077 w 152385"/>
              <a:gd name="csY63" fmla="*/ 53160 h 148830"/>
              <a:gd name="csX64" fmla="*/ 49623 w 152385"/>
              <a:gd name="csY64" fmla="*/ 49621 h 148830"/>
              <a:gd name="csX65" fmla="*/ 119148 w 152385"/>
              <a:gd name="csY65" fmla="*/ 63792 h 148830"/>
              <a:gd name="csX66" fmla="*/ 95797 w 152385"/>
              <a:gd name="csY66" fmla="*/ 68521 h 148830"/>
              <a:gd name="csX67" fmla="*/ 70890 w 152385"/>
              <a:gd name="csY67" fmla="*/ 104550 h 148830"/>
              <a:gd name="csX68" fmla="*/ 85164 w 152385"/>
              <a:gd name="csY68" fmla="*/ 129931 h 148830"/>
              <a:gd name="csX69" fmla="*/ 89317 w 152385"/>
              <a:gd name="csY69" fmla="*/ 146176 h 148830"/>
              <a:gd name="csX70" fmla="*/ 93907 w 152385"/>
              <a:gd name="csY70" fmla="*/ 148830 h 148830"/>
              <a:gd name="csX71" fmla="*/ 96531 w 152385"/>
              <a:gd name="csY71" fmla="*/ 148133 h 148830"/>
              <a:gd name="csX72" fmla="*/ 98552 w 152385"/>
              <a:gd name="csY72" fmla="*/ 140920 h 148830"/>
              <a:gd name="csX73" fmla="*/ 95700 w 152385"/>
              <a:gd name="csY73" fmla="*/ 127583 h 148830"/>
              <a:gd name="csX74" fmla="*/ 110951 w 152385"/>
              <a:gd name="csY74" fmla="*/ 93085 h 148830"/>
              <a:gd name="csX75" fmla="*/ 111547 w 152385"/>
              <a:gd name="csY75" fmla="*/ 92676 h 148830"/>
              <a:gd name="csX76" fmla="*/ 116428 w 152385"/>
              <a:gd name="csY76" fmla="*/ 93816 h 148830"/>
              <a:gd name="csX77" fmla="*/ 115320 w 152385"/>
              <a:gd name="csY77" fmla="*/ 98681 h 148830"/>
              <a:gd name="csX78" fmla="*/ 102790 w 152385"/>
              <a:gd name="csY78" fmla="*/ 127583 h 148830"/>
              <a:gd name="csX79" fmla="*/ 115194 w 152385"/>
              <a:gd name="csY79" fmla="*/ 138215 h 148830"/>
              <a:gd name="csX80" fmla="*/ 141778 w 152385"/>
              <a:gd name="csY80" fmla="*/ 118721 h 148830"/>
              <a:gd name="csX81" fmla="*/ 145191 w 152385"/>
              <a:gd name="csY81" fmla="*/ 100297 h 148830"/>
              <a:gd name="csX82" fmla="*/ 150892 w 152385"/>
              <a:gd name="csY82" fmla="*/ 80412 h 148830"/>
              <a:gd name="csX83" fmla="*/ 152355 w 152385"/>
              <a:gd name="csY83" fmla="*/ 76142 h 148830"/>
              <a:gd name="csX84" fmla="*/ 150007 w 152385"/>
              <a:gd name="csY84" fmla="*/ 72280 h 148830"/>
              <a:gd name="csX85" fmla="*/ 119148 w 152385"/>
              <a:gd name="csY85" fmla="*/ 63792 h 148830"/>
              <a:gd name="csX86" fmla="*/ 24811 w 152385"/>
              <a:gd name="csY86" fmla="*/ 74424 h 148830"/>
              <a:gd name="csX87" fmla="*/ 31900 w 152385"/>
              <a:gd name="csY87" fmla="*/ 74424 h 148830"/>
              <a:gd name="csX88" fmla="*/ 35444 w 152385"/>
              <a:gd name="csY88" fmla="*/ 77962 h 148830"/>
              <a:gd name="csX89" fmla="*/ 35444 w 152385"/>
              <a:gd name="csY89" fmla="*/ 85056 h 148830"/>
              <a:gd name="csX90" fmla="*/ 31900 w 152385"/>
              <a:gd name="csY90" fmla="*/ 88594 h 148830"/>
              <a:gd name="csX91" fmla="*/ 24811 w 152385"/>
              <a:gd name="csY91" fmla="*/ 88594 h 148830"/>
              <a:gd name="csX92" fmla="*/ 21267 w 152385"/>
              <a:gd name="csY92" fmla="*/ 85056 h 148830"/>
              <a:gd name="csX93" fmla="*/ 21267 w 152385"/>
              <a:gd name="csY93" fmla="*/ 77962 h 148830"/>
              <a:gd name="csX94" fmla="*/ 24811 w 152385"/>
              <a:gd name="csY94" fmla="*/ 74424 h 148830"/>
              <a:gd name="csX95" fmla="*/ 49623 w 152385"/>
              <a:gd name="csY95" fmla="*/ 74424 h 148830"/>
              <a:gd name="csX96" fmla="*/ 56711 w 152385"/>
              <a:gd name="csY96" fmla="*/ 74424 h 148830"/>
              <a:gd name="csX97" fmla="*/ 60256 w 152385"/>
              <a:gd name="csY97" fmla="*/ 77962 h 148830"/>
              <a:gd name="csX98" fmla="*/ 60256 w 152385"/>
              <a:gd name="csY98" fmla="*/ 85056 h 148830"/>
              <a:gd name="csX99" fmla="*/ 56711 w 152385"/>
              <a:gd name="csY99" fmla="*/ 88594 h 148830"/>
              <a:gd name="csX100" fmla="*/ 49623 w 152385"/>
              <a:gd name="csY100" fmla="*/ 88594 h 148830"/>
              <a:gd name="csX101" fmla="*/ 46077 w 152385"/>
              <a:gd name="csY101" fmla="*/ 85056 h 148830"/>
              <a:gd name="csX102" fmla="*/ 46077 w 152385"/>
              <a:gd name="csY102" fmla="*/ 77962 h 148830"/>
              <a:gd name="csX103" fmla="*/ 49623 w 152385"/>
              <a:gd name="csY103" fmla="*/ 74424 h 148830"/>
              <a:gd name="csX104" fmla="*/ 24811 w 152385"/>
              <a:gd name="csY104" fmla="*/ 99226 h 148830"/>
              <a:gd name="csX105" fmla="*/ 31900 w 152385"/>
              <a:gd name="csY105" fmla="*/ 99226 h 148830"/>
              <a:gd name="csX106" fmla="*/ 35444 w 152385"/>
              <a:gd name="csY106" fmla="*/ 102781 h 148830"/>
              <a:gd name="csX107" fmla="*/ 35444 w 152385"/>
              <a:gd name="csY107" fmla="*/ 109858 h 148830"/>
              <a:gd name="csX108" fmla="*/ 31900 w 152385"/>
              <a:gd name="csY108" fmla="*/ 113413 h 148830"/>
              <a:gd name="csX109" fmla="*/ 24811 w 152385"/>
              <a:gd name="csY109" fmla="*/ 113413 h 148830"/>
              <a:gd name="csX110" fmla="*/ 21267 w 152385"/>
              <a:gd name="csY110" fmla="*/ 109858 h 148830"/>
              <a:gd name="csX111" fmla="*/ 21267 w 152385"/>
              <a:gd name="csY111" fmla="*/ 102781 h 148830"/>
              <a:gd name="csX112" fmla="*/ 24811 w 152385"/>
              <a:gd name="csY112" fmla="*/ 99226 h 148830"/>
              <a:gd name="csX113" fmla="*/ 49623 w 152385"/>
              <a:gd name="csY113" fmla="*/ 99226 h 148830"/>
              <a:gd name="csX114" fmla="*/ 56711 w 152385"/>
              <a:gd name="csY114" fmla="*/ 99226 h 148830"/>
              <a:gd name="csX115" fmla="*/ 60256 w 152385"/>
              <a:gd name="csY115" fmla="*/ 102781 h 148830"/>
              <a:gd name="csX116" fmla="*/ 60256 w 152385"/>
              <a:gd name="csY116" fmla="*/ 109858 h 148830"/>
              <a:gd name="csX117" fmla="*/ 56711 w 152385"/>
              <a:gd name="csY117" fmla="*/ 113413 h 148830"/>
              <a:gd name="csX118" fmla="*/ 49623 w 152385"/>
              <a:gd name="csY118" fmla="*/ 113413 h 148830"/>
              <a:gd name="csX119" fmla="*/ 46077 w 152385"/>
              <a:gd name="csY119" fmla="*/ 109858 h 148830"/>
              <a:gd name="csX120" fmla="*/ 46077 w 152385"/>
              <a:gd name="csY120" fmla="*/ 102781 h 148830"/>
              <a:gd name="csX121" fmla="*/ 49623 w 152385"/>
              <a:gd name="csY121" fmla="*/ 99226 h 148830"/>
            </a:gdLst>
            <a:ahLst/>
            <a:cxnLst/>
            <a:rect l="l" t="t" r="r" b="b"/>
            <a:pathLst>
              <a:path w="100000" h="100000">
                <a:moveTo>
                  <a:pt x="12793" y="1166"/>
                </a:moveTo>
                <a:cubicBezTo>
                  <a:pt x="5739" y="1166"/>
                  <a:pt x="0" y="6905"/>
                  <a:pt x="0" y="13960"/>
                </a:cubicBezTo>
                <a:lnTo>
                  <a:pt x="0" y="86052"/>
                </a:lnTo>
                <a:cubicBezTo>
                  <a:pt x="0" y="87983"/>
                  <a:pt x="1561" y="89546"/>
                  <a:pt x="3489" y="89546"/>
                </a:cubicBezTo>
                <a:lnTo>
                  <a:pt x="51527" y="89546"/>
                </a:lnTo>
                <a:cubicBezTo>
                  <a:pt x="51499" y="89334"/>
                  <a:pt x="51456" y="89144"/>
                  <a:pt x="51430" y="88920"/>
                </a:cubicBezTo>
                <a:cubicBezTo>
                  <a:pt x="47828" y="86029"/>
                  <a:pt x="41868" y="79733"/>
                  <a:pt x="41868" y="69776"/>
                </a:cubicBezTo>
                <a:cubicBezTo>
                  <a:pt x="41868" y="60566"/>
                  <a:pt x="46255" y="52026"/>
                  <a:pt x="53498" y="46311"/>
                </a:cubicBezTo>
                <a:lnTo>
                  <a:pt x="53498" y="13960"/>
                </a:lnTo>
                <a:cubicBezTo>
                  <a:pt x="53498" y="6905"/>
                  <a:pt x="47759" y="1166"/>
                  <a:pt x="40705" y="1166"/>
                </a:cubicBezTo>
                <a:lnTo>
                  <a:pt x="12793" y="1166"/>
                </a:lnTo>
                <a:close/>
                <a:moveTo>
                  <a:pt x="58149" y="12798"/>
                </a:moveTo>
                <a:lnTo>
                  <a:pt x="58149" y="43263"/>
                </a:lnTo>
                <a:cubicBezTo>
                  <a:pt x="59094" y="42749"/>
                  <a:pt x="60064" y="42270"/>
                  <a:pt x="61071" y="41845"/>
                </a:cubicBezTo>
                <a:cubicBezTo>
                  <a:pt x="66568" y="39546"/>
                  <a:pt x="72314" y="38374"/>
                  <a:pt x="78152" y="38374"/>
                </a:cubicBezTo>
                <a:lnTo>
                  <a:pt x="78193" y="38374"/>
                </a:lnTo>
                <a:cubicBezTo>
                  <a:pt x="81968" y="38385"/>
                  <a:pt x="85394" y="38876"/>
                  <a:pt x="88388" y="39579"/>
                </a:cubicBezTo>
                <a:lnTo>
                  <a:pt x="88388" y="25580"/>
                </a:lnTo>
                <a:cubicBezTo>
                  <a:pt x="88388" y="18536"/>
                  <a:pt x="82649" y="12798"/>
                  <a:pt x="75594" y="12798"/>
                </a:cubicBezTo>
                <a:lnTo>
                  <a:pt x="58149" y="12798"/>
                </a:lnTo>
                <a:close/>
                <a:moveTo>
                  <a:pt x="16282" y="17442"/>
                </a:moveTo>
                <a:lnTo>
                  <a:pt x="20934" y="17442"/>
                </a:lnTo>
                <a:cubicBezTo>
                  <a:pt x="22218" y="17442"/>
                  <a:pt x="23260" y="18492"/>
                  <a:pt x="23260" y="19775"/>
                </a:cubicBezTo>
                <a:lnTo>
                  <a:pt x="23260" y="24419"/>
                </a:lnTo>
                <a:cubicBezTo>
                  <a:pt x="23260" y="25703"/>
                  <a:pt x="22218" y="26752"/>
                  <a:pt x="20934" y="26752"/>
                </a:cubicBezTo>
                <a:lnTo>
                  <a:pt x="16282" y="26752"/>
                </a:lnTo>
                <a:cubicBezTo>
                  <a:pt x="14998" y="26752"/>
                  <a:pt x="13956" y="25703"/>
                  <a:pt x="13956" y="24419"/>
                </a:cubicBezTo>
                <a:lnTo>
                  <a:pt x="13956" y="19775"/>
                </a:lnTo>
                <a:cubicBezTo>
                  <a:pt x="13956" y="18492"/>
                  <a:pt x="14998" y="17442"/>
                  <a:pt x="16282" y="17442"/>
                </a:cubicBezTo>
                <a:close/>
                <a:moveTo>
                  <a:pt x="32564" y="17442"/>
                </a:moveTo>
                <a:lnTo>
                  <a:pt x="37216" y="17442"/>
                </a:lnTo>
                <a:cubicBezTo>
                  <a:pt x="38499" y="17442"/>
                  <a:pt x="39542" y="18492"/>
                  <a:pt x="39542" y="19775"/>
                </a:cubicBezTo>
                <a:lnTo>
                  <a:pt x="39542" y="24419"/>
                </a:lnTo>
                <a:cubicBezTo>
                  <a:pt x="39542" y="25703"/>
                  <a:pt x="38499" y="26752"/>
                  <a:pt x="37216" y="26752"/>
                </a:cubicBezTo>
                <a:lnTo>
                  <a:pt x="32564" y="26752"/>
                </a:lnTo>
                <a:cubicBezTo>
                  <a:pt x="31281" y="26752"/>
                  <a:pt x="30237" y="25703"/>
                  <a:pt x="30237" y="24419"/>
                </a:cubicBezTo>
                <a:lnTo>
                  <a:pt x="30237" y="19775"/>
                </a:lnTo>
                <a:cubicBezTo>
                  <a:pt x="30237" y="18492"/>
                  <a:pt x="31281" y="17442"/>
                  <a:pt x="32564" y="17442"/>
                </a:cubicBezTo>
                <a:close/>
                <a:moveTo>
                  <a:pt x="69780" y="24419"/>
                </a:moveTo>
                <a:lnTo>
                  <a:pt x="74432" y="24419"/>
                </a:lnTo>
                <a:cubicBezTo>
                  <a:pt x="75716" y="24419"/>
                  <a:pt x="76758" y="25469"/>
                  <a:pt x="76758" y="26752"/>
                </a:cubicBezTo>
                <a:lnTo>
                  <a:pt x="76758" y="31396"/>
                </a:lnTo>
                <a:cubicBezTo>
                  <a:pt x="76758" y="32680"/>
                  <a:pt x="75716" y="33729"/>
                  <a:pt x="74432" y="33729"/>
                </a:cubicBezTo>
                <a:lnTo>
                  <a:pt x="69780" y="33729"/>
                </a:lnTo>
                <a:cubicBezTo>
                  <a:pt x="68496" y="33729"/>
                  <a:pt x="67454" y="32680"/>
                  <a:pt x="67454" y="31396"/>
                </a:cubicBezTo>
                <a:lnTo>
                  <a:pt x="67454" y="26752"/>
                </a:lnTo>
                <a:cubicBezTo>
                  <a:pt x="67454" y="25469"/>
                  <a:pt x="68496" y="24419"/>
                  <a:pt x="69780" y="24419"/>
                </a:cubicBezTo>
                <a:close/>
                <a:moveTo>
                  <a:pt x="16282" y="33729"/>
                </a:moveTo>
                <a:lnTo>
                  <a:pt x="20934" y="33729"/>
                </a:lnTo>
                <a:cubicBezTo>
                  <a:pt x="22218" y="33729"/>
                  <a:pt x="23260" y="34768"/>
                  <a:pt x="23260" y="36052"/>
                </a:cubicBezTo>
                <a:lnTo>
                  <a:pt x="23260" y="40706"/>
                </a:lnTo>
                <a:cubicBezTo>
                  <a:pt x="23260" y="41991"/>
                  <a:pt x="22218" y="43029"/>
                  <a:pt x="20934" y="43029"/>
                </a:cubicBezTo>
                <a:lnTo>
                  <a:pt x="16282" y="43029"/>
                </a:lnTo>
                <a:cubicBezTo>
                  <a:pt x="14998" y="43029"/>
                  <a:pt x="13956" y="41991"/>
                  <a:pt x="13956" y="40706"/>
                </a:cubicBezTo>
                <a:lnTo>
                  <a:pt x="13956" y="36052"/>
                </a:lnTo>
                <a:cubicBezTo>
                  <a:pt x="13956" y="34768"/>
                  <a:pt x="14998" y="33729"/>
                  <a:pt x="16282" y="33729"/>
                </a:cubicBezTo>
                <a:close/>
                <a:moveTo>
                  <a:pt x="32564" y="33729"/>
                </a:moveTo>
                <a:lnTo>
                  <a:pt x="37216" y="33729"/>
                </a:lnTo>
                <a:cubicBezTo>
                  <a:pt x="38499" y="33729"/>
                  <a:pt x="39542" y="34768"/>
                  <a:pt x="39542" y="36052"/>
                </a:cubicBezTo>
                <a:lnTo>
                  <a:pt x="39542" y="40706"/>
                </a:lnTo>
                <a:cubicBezTo>
                  <a:pt x="39542" y="41991"/>
                  <a:pt x="38499" y="43029"/>
                  <a:pt x="37216" y="43029"/>
                </a:cubicBezTo>
                <a:lnTo>
                  <a:pt x="32564" y="43029"/>
                </a:lnTo>
                <a:cubicBezTo>
                  <a:pt x="31281" y="43029"/>
                  <a:pt x="30237" y="41991"/>
                  <a:pt x="30237" y="40706"/>
                </a:cubicBezTo>
                <a:lnTo>
                  <a:pt x="30237" y="36052"/>
                </a:lnTo>
                <a:cubicBezTo>
                  <a:pt x="30237" y="34768"/>
                  <a:pt x="31281" y="33729"/>
                  <a:pt x="32564" y="33729"/>
                </a:cubicBezTo>
                <a:close/>
                <a:moveTo>
                  <a:pt x="78189" y="43029"/>
                </a:moveTo>
                <a:cubicBezTo>
                  <a:pt x="73553" y="43029"/>
                  <a:pt x="68357" y="43832"/>
                  <a:pt x="62865" y="46132"/>
                </a:cubicBezTo>
                <a:cubicBezTo>
                  <a:pt x="52936" y="50296"/>
                  <a:pt x="46520" y="59572"/>
                  <a:pt x="46520" y="69776"/>
                </a:cubicBezTo>
                <a:cubicBezTo>
                  <a:pt x="46520" y="79599"/>
                  <a:pt x="53818" y="85069"/>
                  <a:pt x="55887" y="86431"/>
                </a:cubicBezTo>
                <a:cubicBezTo>
                  <a:pt x="56211" y="92672"/>
                  <a:pt x="58348" y="96635"/>
                  <a:pt x="58613" y="97092"/>
                </a:cubicBezTo>
                <a:cubicBezTo>
                  <a:pt x="59255" y="98208"/>
                  <a:pt x="60423" y="98834"/>
                  <a:pt x="61625" y="98834"/>
                </a:cubicBezTo>
                <a:cubicBezTo>
                  <a:pt x="62209" y="98834"/>
                  <a:pt x="62803" y="98689"/>
                  <a:pt x="63347" y="98376"/>
                </a:cubicBezTo>
                <a:cubicBezTo>
                  <a:pt x="65014" y="97438"/>
                  <a:pt x="65604" y="95317"/>
                  <a:pt x="64673" y="93643"/>
                </a:cubicBezTo>
                <a:cubicBezTo>
                  <a:pt x="64657" y="93609"/>
                  <a:pt x="62801" y="90205"/>
                  <a:pt x="62801" y="84891"/>
                </a:cubicBezTo>
                <a:cubicBezTo>
                  <a:pt x="62801" y="68927"/>
                  <a:pt x="72368" y="62542"/>
                  <a:pt x="72810" y="62252"/>
                </a:cubicBezTo>
                <a:cubicBezTo>
                  <a:pt x="72921" y="62185"/>
                  <a:pt x="73192" y="61995"/>
                  <a:pt x="73201" y="61983"/>
                </a:cubicBezTo>
                <a:cubicBezTo>
                  <a:pt x="74287" y="61303"/>
                  <a:pt x="75719" y="61638"/>
                  <a:pt x="76404" y="62732"/>
                </a:cubicBezTo>
                <a:cubicBezTo>
                  <a:pt x="77082" y="63815"/>
                  <a:pt x="76756" y="65244"/>
                  <a:pt x="75677" y="65924"/>
                </a:cubicBezTo>
                <a:cubicBezTo>
                  <a:pt x="75339" y="66148"/>
                  <a:pt x="67454" y="71372"/>
                  <a:pt x="67454" y="84891"/>
                </a:cubicBezTo>
                <a:cubicBezTo>
                  <a:pt x="67454" y="91823"/>
                  <a:pt x="73438" y="91868"/>
                  <a:pt x="75594" y="91868"/>
                </a:cubicBezTo>
                <a:cubicBezTo>
                  <a:pt x="83899" y="91868"/>
                  <a:pt x="89767" y="88329"/>
                  <a:pt x="93039" y="79075"/>
                </a:cubicBezTo>
                <a:cubicBezTo>
                  <a:pt x="94421" y="75157"/>
                  <a:pt x="94858" y="71004"/>
                  <a:pt x="95279" y="66985"/>
                </a:cubicBezTo>
                <a:cubicBezTo>
                  <a:pt x="95835" y="61693"/>
                  <a:pt x="96352" y="56681"/>
                  <a:pt x="99020" y="53935"/>
                </a:cubicBezTo>
                <a:cubicBezTo>
                  <a:pt x="99735" y="53187"/>
                  <a:pt x="100092" y="52160"/>
                  <a:pt x="99980" y="51133"/>
                </a:cubicBezTo>
                <a:cubicBezTo>
                  <a:pt x="99869" y="50106"/>
                  <a:pt x="99310" y="49180"/>
                  <a:pt x="98439" y="48599"/>
                </a:cubicBezTo>
                <a:cubicBezTo>
                  <a:pt x="97971" y="48298"/>
                  <a:pt x="89846" y="43040"/>
                  <a:pt x="78189" y="43029"/>
                </a:cubicBezTo>
                <a:close/>
                <a:moveTo>
                  <a:pt x="16282" y="50006"/>
                </a:moveTo>
                <a:lnTo>
                  <a:pt x="20934" y="50006"/>
                </a:lnTo>
                <a:cubicBezTo>
                  <a:pt x="22218" y="50006"/>
                  <a:pt x="23260" y="51044"/>
                  <a:pt x="23260" y="52328"/>
                </a:cubicBezTo>
                <a:lnTo>
                  <a:pt x="23260" y="56983"/>
                </a:lnTo>
                <a:cubicBezTo>
                  <a:pt x="23260" y="58267"/>
                  <a:pt x="22218" y="59305"/>
                  <a:pt x="20934" y="59305"/>
                </a:cubicBezTo>
                <a:lnTo>
                  <a:pt x="16282" y="59305"/>
                </a:lnTo>
                <a:cubicBezTo>
                  <a:pt x="14998" y="59305"/>
                  <a:pt x="13956" y="58267"/>
                  <a:pt x="13956" y="56983"/>
                </a:cubicBezTo>
                <a:lnTo>
                  <a:pt x="13956" y="52328"/>
                </a:lnTo>
                <a:cubicBezTo>
                  <a:pt x="13956" y="51044"/>
                  <a:pt x="14998" y="50006"/>
                  <a:pt x="16282" y="50006"/>
                </a:cubicBezTo>
                <a:close/>
                <a:moveTo>
                  <a:pt x="32564" y="50006"/>
                </a:moveTo>
                <a:lnTo>
                  <a:pt x="37216" y="50006"/>
                </a:lnTo>
                <a:cubicBezTo>
                  <a:pt x="38499" y="50006"/>
                  <a:pt x="39542" y="51044"/>
                  <a:pt x="39542" y="52328"/>
                </a:cubicBezTo>
                <a:lnTo>
                  <a:pt x="39542" y="56983"/>
                </a:lnTo>
                <a:cubicBezTo>
                  <a:pt x="39542" y="58267"/>
                  <a:pt x="38499" y="59305"/>
                  <a:pt x="37216" y="59305"/>
                </a:cubicBezTo>
                <a:lnTo>
                  <a:pt x="32564" y="59305"/>
                </a:lnTo>
                <a:cubicBezTo>
                  <a:pt x="31281" y="59305"/>
                  <a:pt x="30237" y="58267"/>
                  <a:pt x="30237" y="56983"/>
                </a:cubicBezTo>
                <a:lnTo>
                  <a:pt x="30237" y="52328"/>
                </a:lnTo>
                <a:cubicBezTo>
                  <a:pt x="30237" y="51044"/>
                  <a:pt x="31281" y="50006"/>
                  <a:pt x="32564" y="50006"/>
                </a:cubicBezTo>
                <a:close/>
                <a:moveTo>
                  <a:pt x="16282" y="66282"/>
                </a:moveTo>
                <a:lnTo>
                  <a:pt x="20934" y="66282"/>
                </a:lnTo>
                <a:cubicBezTo>
                  <a:pt x="22218" y="66282"/>
                  <a:pt x="23260" y="67331"/>
                  <a:pt x="23260" y="68615"/>
                </a:cubicBezTo>
                <a:lnTo>
                  <a:pt x="23260" y="73259"/>
                </a:lnTo>
                <a:cubicBezTo>
                  <a:pt x="23260" y="74542"/>
                  <a:pt x="22218" y="75592"/>
                  <a:pt x="20934" y="75592"/>
                </a:cubicBezTo>
                <a:lnTo>
                  <a:pt x="16282" y="75592"/>
                </a:lnTo>
                <a:cubicBezTo>
                  <a:pt x="14998" y="75592"/>
                  <a:pt x="13956" y="74542"/>
                  <a:pt x="13956" y="73259"/>
                </a:cubicBezTo>
                <a:lnTo>
                  <a:pt x="13956" y="68615"/>
                </a:lnTo>
                <a:cubicBezTo>
                  <a:pt x="13956" y="67331"/>
                  <a:pt x="14998" y="66282"/>
                  <a:pt x="16282" y="66282"/>
                </a:cubicBezTo>
                <a:close/>
                <a:moveTo>
                  <a:pt x="32564" y="66282"/>
                </a:moveTo>
                <a:lnTo>
                  <a:pt x="37216" y="66282"/>
                </a:lnTo>
                <a:cubicBezTo>
                  <a:pt x="38499" y="66282"/>
                  <a:pt x="39542" y="67331"/>
                  <a:pt x="39542" y="68615"/>
                </a:cubicBezTo>
                <a:lnTo>
                  <a:pt x="39542" y="73259"/>
                </a:lnTo>
                <a:cubicBezTo>
                  <a:pt x="39542" y="74542"/>
                  <a:pt x="38499" y="75592"/>
                  <a:pt x="37216" y="75592"/>
                </a:cubicBezTo>
                <a:lnTo>
                  <a:pt x="32564" y="75592"/>
                </a:lnTo>
                <a:cubicBezTo>
                  <a:pt x="31281" y="75592"/>
                  <a:pt x="30237" y="74542"/>
                  <a:pt x="30237" y="73259"/>
                </a:cubicBezTo>
                <a:lnTo>
                  <a:pt x="30237" y="68615"/>
                </a:lnTo>
                <a:cubicBezTo>
                  <a:pt x="30237" y="67331"/>
                  <a:pt x="31281" y="66282"/>
                  <a:pt x="32564" y="6628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6" name="Чёрный — SVG 9">
            <a:extLst>
              <a:ext uri="{FF2B5EF4-FFF2-40B4-BE49-F238E27FC236}">
                <a16:creationId xmlns:a16="http://schemas.microsoft.com/office/drawing/2014/main" id="{1B305F4D-DBEC-D547-9763-469DEB69C887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142913 w 144477"/>
              <a:gd name="csY0" fmla="*/ 48350 h 145772"/>
              <a:gd name="csX1" fmla="*/ 124776 w 144477"/>
              <a:gd name="csY1" fmla="*/ 30216 h 145772"/>
              <a:gd name="csX2" fmla="*/ 117290 w 144477"/>
              <a:gd name="csY2" fmla="*/ 7744 h 145772"/>
              <a:gd name="csX3" fmla="*/ 79827 w 144477"/>
              <a:gd name="csY3" fmla="*/ 7744 h 145772"/>
              <a:gd name="csX4" fmla="*/ 72069 w 144477"/>
              <a:gd name="csY4" fmla="*/ 26491 h 145772"/>
              <a:gd name="csX5" fmla="*/ 77513 w 144477"/>
              <a:gd name="csY5" fmla="*/ 42532 h 145772"/>
              <a:gd name="csX6" fmla="*/ 77105 w 144477"/>
              <a:gd name="csY6" fmla="*/ 45067 h 145772"/>
              <a:gd name="csX7" fmla="*/ 79691 w 144477"/>
              <a:gd name="csY7" fmla="*/ 51327 h 145772"/>
              <a:gd name="csX8" fmla="*/ 80524 w 144477"/>
              <a:gd name="csY8" fmla="*/ 52160 h 145772"/>
              <a:gd name="csX9" fmla="*/ 64940 w 144477"/>
              <a:gd name="csY9" fmla="*/ 53504 h 145772"/>
              <a:gd name="csX10" fmla="*/ 60074 w 144477"/>
              <a:gd name="csY10" fmla="*/ 58795 h 145772"/>
              <a:gd name="csX11" fmla="*/ 60074 w 144477"/>
              <a:gd name="csY11" fmla="*/ 67538 h 145772"/>
              <a:gd name="csX12" fmla="*/ 64209 w 144477"/>
              <a:gd name="csY12" fmla="*/ 72727 h 145772"/>
              <a:gd name="csX13" fmla="*/ 111778 w 144477"/>
              <a:gd name="csY13" fmla="*/ 83495 h 145772"/>
              <a:gd name="csX14" fmla="*/ 112952 w 144477"/>
              <a:gd name="csY14" fmla="*/ 83631 h 145772"/>
              <a:gd name="csX15" fmla="*/ 116712 w 144477"/>
              <a:gd name="csY15" fmla="*/ 82066 h 145772"/>
              <a:gd name="csX16" fmla="*/ 142913 w 144477"/>
              <a:gd name="csY16" fmla="*/ 55852 h 145772"/>
              <a:gd name="csX17" fmla="*/ 144478 w 144477"/>
              <a:gd name="csY17" fmla="*/ 52092 h 145772"/>
              <a:gd name="csX18" fmla="*/ 142913 w 144477"/>
              <a:gd name="csY18" fmla="*/ 48350 h 145772"/>
              <a:gd name="csX19" fmla="*/ 87347 w 144477"/>
              <a:gd name="csY19" fmla="*/ 15263 h 145772"/>
              <a:gd name="csX20" fmla="*/ 109771 w 144477"/>
              <a:gd name="csY20" fmla="*/ 15263 h 145772"/>
              <a:gd name="csX21" fmla="*/ 111285 w 144477"/>
              <a:gd name="csY21" fmla="*/ 17032 h 145772"/>
              <a:gd name="csX22" fmla="*/ 100294 w 144477"/>
              <a:gd name="csY22" fmla="*/ 18223 h 145772"/>
              <a:gd name="csX23" fmla="*/ 100294 w 144477"/>
              <a:gd name="csY23" fmla="*/ 18223 h 145772"/>
              <a:gd name="csX24" fmla="*/ 84625 w 144477"/>
              <a:gd name="csY24" fmla="*/ 33890 h 145772"/>
              <a:gd name="csX25" fmla="*/ 82702 w 144477"/>
              <a:gd name="csY25" fmla="*/ 26491 h 145772"/>
              <a:gd name="csX26" fmla="*/ 87347 w 144477"/>
              <a:gd name="csY26" fmla="*/ 15263 h 145772"/>
              <a:gd name="csX27" fmla="*/ 97385 w 144477"/>
              <a:gd name="csY27" fmla="*/ 93412 h 145772"/>
              <a:gd name="csX28" fmla="*/ 72732 w 144477"/>
              <a:gd name="csY28" fmla="*/ 103262 h 145772"/>
              <a:gd name="csX29" fmla="*/ 72613 w 144477"/>
              <a:gd name="csY29" fmla="*/ 103551 h 145772"/>
              <a:gd name="csX30" fmla="*/ 66965 w 144477"/>
              <a:gd name="csY30" fmla="*/ 105507 h 145772"/>
              <a:gd name="csX31" fmla="*/ 59343 w 144477"/>
              <a:gd name="csY31" fmla="*/ 89670 h 145772"/>
              <a:gd name="csX32" fmla="*/ 53524 w 144477"/>
              <a:gd name="csY32" fmla="*/ 85723 h 145772"/>
              <a:gd name="csX33" fmla="*/ 52946 w 144477"/>
              <a:gd name="csY33" fmla="*/ 82967 h 145772"/>
              <a:gd name="csX34" fmla="*/ 26507 w 144477"/>
              <a:gd name="csY34" fmla="*/ 72182 h 145772"/>
              <a:gd name="csX35" fmla="*/ 0 w 144477"/>
              <a:gd name="csY35" fmla="*/ 110985 h 145772"/>
              <a:gd name="csX36" fmla="*/ 2892 w 144477"/>
              <a:gd name="csY36" fmla="*/ 115731 h 145772"/>
              <a:gd name="csX37" fmla="*/ 8422 w 144477"/>
              <a:gd name="csY37" fmla="*/ 115306 h 145772"/>
              <a:gd name="csX38" fmla="*/ 22407 w 144477"/>
              <a:gd name="csY38" fmla="*/ 116377 h 145772"/>
              <a:gd name="csX39" fmla="*/ 33108 w 144477"/>
              <a:gd name="csY39" fmla="*/ 118861 h 145772"/>
              <a:gd name="csX40" fmla="*/ 48948 w 144477"/>
              <a:gd name="csY40" fmla="*/ 112754 h 145772"/>
              <a:gd name="csX41" fmla="*/ 49339 w 144477"/>
              <a:gd name="csY41" fmla="*/ 112278 h 145772"/>
              <a:gd name="csX42" fmla="*/ 49339 w 144477"/>
              <a:gd name="csY42" fmla="*/ 107480 h 145772"/>
              <a:gd name="csX43" fmla="*/ 46753 w 144477"/>
              <a:gd name="csY43" fmla="*/ 101748 h 145772"/>
              <a:gd name="csX44" fmla="*/ 40832 w 144477"/>
              <a:gd name="csY44" fmla="*/ 99604 h 145772"/>
              <a:gd name="csX45" fmla="*/ 32564 w 144477"/>
              <a:gd name="csY45" fmla="*/ 102717 h 145772"/>
              <a:gd name="csX46" fmla="*/ 27562 w 144477"/>
              <a:gd name="csY46" fmla="*/ 102360 h 145772"/>
              <a:gd name="csX47" fmla="*/ 27936 w 144477"/>
              <a:gd name="csY47" fmla="*/ 97359 h 145772"/>
              <a:gd name="csX48" fmla="*/ 40339 w 144477"/>
              <a:gd name="csY48" fmla="*/ 92545 h 145772"/>
              <a:gd name="csX49" fmla="*/ 51585 w 144477"/>
              <a:gd name="csY49" fmla="*/ 96576 h 145772"/>
              <a:gd name="csX50" fmla="*/ 55191 w 144477"/>
              <a:gd name="csY50" fmla="*/ 101697 h 145772"/>
              <a:gd name="csX51" fmla="*/ 56417 w 144477"/>
              <a:gd name="csY51" fmla="*/ 107021 h 145772"/>
              <a:gd name="csX52" fmla="*/ 56417 w 144477"/>
              <a:gd name="csY52" fmla="*/ 107379 h 145772"/>
              <a:gd name="csX53" fmla="*/ 56417 w 144477"/>
              <a:gd name="csY53" fmla="*/ 136910 h 145772"/>
              <a:gd name="csX54" fmla="*/ 56434 w 144477"/>
              <a:gd name="csY54" fmla="*/ 136978 h 145772"/>
              <a:gd name="csX55" fmla="*/ 56434 w 144477"/>
              <a:gd name="csY55" fmla="*/ 140533 h 145772"/>
              <a:gd name="csX56" fmla="*/ 61742 w 144477"/>
              <a:gd name="csY56" fmla="*/ 145772 h 145772"/>
              <a:gd name="csX57" fmla="*/ 67050 w 144477"/>
              <a:gd name="csY57" fmla="*/ 140465 h 145772"/>
              <a:gd name="csX58" fmla="*/ 67050 w 144477"/>
              <a:gd name="csY58" fmla="*/ 122739 h 145772"/>
              <a:gd name="csX59" fmla="*/ 77360 w 144477"/>
              <a:gd name="csY59" fmla="*/ 112090 h 145772"/>
              <a:gd name="csX60" fmla="*/ 92111 w 144477"/>
              <a:gd name="csY60" fmla="*/ 115833 h 145772"/>
              <a:gd name="csX61" fmla="*/ 93438 w 144477"/>
              <a:gd name="csY61" fmla="*/ 120664 h 145772"/>
              <a:gd name="csX62" fmla="*/ 88606 w 144477"/>
              <a:gd name="csY62" fmla="*/ 121991 h 145772"/>
              <a:gd name="csX63" fmla="*/ 77207 w 144477"/>
              <a:gd name="csY63" fmla="*/ 119184 h 145772"/>
              <a:gd name="csX64" fmla="*/ 74144 w 144477"/>
              <a:gd name="csY64" fmla="*/ 122739 h 145772"/>
              <a:gd name="csX65" fmla="*/ 74144 w 144477"/>
              <a:gd name="csY65" fmla="*/ 131585 h 145772"/>
              <a:gd name="csX66" fmla="*/ 74485 w 144477"/>
              <a:gd name="csY66" fmla="*/ 131874 h 145772"/>
              <a:gd name="csX67" fmla="*/ 90835 w 144477"/>
              <a:gd name="csY67" fmla="*/ 135583 h 145772"/>
              <a:gd name="csX68" fmla="*/ 100856 w 144477"/>
              <a:gd name="csY68" fmla="*/ 133048 h 145772"/>
              <a:gd name="csX69" fmla="*/ 112391 w 144477"/>
              <a:gd name="csY69" fmla="*/ 131687 h 145772"/>
              <a:gd name="csX70" fmla="*/ 117920 w 144477"/>
              <a:gd name="csY70" fmla="*/ 132061 h 145772"/>
              <a:gd name="csX71" fmla="*/ 120795 w 144477"/>
              <a:gd name="csY71" fmla="*/ 127350 h 145772"/>
              <a:gd name="csX72" fmla="*/ 97385 w 144477"/>
              <a:gd name="csY72" fmla="*/ 93412 h 145772"/>
            </a:gdLst>
            <a:ahLst/>
            <a:cxnLst/>
            <a:rect l="l" t="t" r="r" b="b"/>
            <a:pathLst>
              <a:path w="100000" h="100000">
                <a:moveTo>
                  <a:pt x="98483" y="33168"/>
                </a:moveTo>
                <a:lnTo>
                  <a:pt x="86041" y="20728"/>
                </a:lnTo>
                <a:cubicBezTo>
                  <a:pt x="86823" y="15115"/>
                  <a:pt x="84967" y="9374"/>
                  <a:pt x="80905" y="5312"/>
                </a:cubicBezTo>
                <a:cubicBezTo>
                  <a:pt x="73821" y="-1771"/>
                  <a:pt x="62290" y="-1771"/>
                  <a:pt x="55206" y="5312"/>
                </a:cubicBezTo>
                <a:cubicBezTo>
                  <a:pt x="51774" y="8744"/>
                  <a:pt x="49884" y="13318"/>
                  <a:pt x="49884" y="18173"/>
                </a:cubicBezTo>
                <a:cubicBezTo>
                  <a:pt x="49884" y="22198"/>
                  <a:pt x="51202" y="26026"/>
                  <a:pt x="53618" y="29177"/>
                </a:cubicBezTo>
                <a:cubicBezTo>
                  <a:pt x="53455" y="29738"/>
                  <a:pt x="53338" y="30321"/>
                  <a:pt x="53338" y="30916"/>
                </a:cubicBezTo>
                <a:cubicBezTo>
                  <a:pt x="53338" y="32538"/>
                  <a:pt x="53968" y="34067"/>
                  <a:pt x="55112" y="35210"/>
                </a:cubicBezTo>
                <a:lnTo>
                  <a:pt x="55684" y="35782"/>
                </a:lnTo>
                <a:lnTo>
                  <a:pt x="44993" y="36704"/>
                </a:lnTo>
                <a:cubicBezTo>
                  <a:pt x="43103" y="36867"/>
                  <a:pt x="41655" y="38443"/>
                  <a:pt x="41655" y="40334"/>
                </a:cubicBezTo>
                <a:lnTo>
                  <a:pt x="41655" y="46331"/>
                </a:lnTo>
                <a:cubicBezTo>
                  <a:pt x="41655" y="48035"/>
                  <a:pt x="42834" y="49517"/>
                  <a:pt x="44492" y="49891"/>
                </a:cubicBezTo>
                <a:lnTo>
                  <a:pt x="77124" y="57278"/>
                </a:lnTo>
                <a:cubicBezTo>
                  <a:pt x="77381" y="57336"/>
                  <a:pt x="77661" y="57371"/>
                  <a:pt x="77930" y="57371"/>
                </a:cubicBezTo>
                <a:cubicBezTo>
                  <a:pt x="78887" y="57371"/>
                  <a:pt x="79809" y="56986"/>
                  <a:pt x="80509" y="56298"/>
                </a:cubicBezTo>
                <a:lnTo>
                  <a:pt x="98483" y="38315"/>
                </a:lnTo>
                <a:cubicBezTo>
                  <a:pt x="99171" y="37638"/>
                  <a:pt x="99556" y="36704"/>
                  <a:pt x="99556" y="35735"/>
                </a:cubicBezTo>
                <a:cubicBezTo>
                  <a:pt x="99556" y="34767"/>
                  <a:pt x="99171" y="33845"/>
                  <a:pt x="98483" y="33168"/>
                </a:cubicBezTo>
                <a:close/>
                <a:moveTo>
                  <a:pt x="60364" y="10470"/>
                </a:moveTo>
                <a:cubicBezTo>
                  <a:pt x="64601" y="6234"/>
                  <a:pt x="71511" y="6234"/>
                  <a:pt x="75747" y="10470"/>
                </a:cubicBezTo>
                <a:cubicBezTo>
                  <a:pt x="76132" y="10856"/>
                  <a:pt x="76470" y="11253"/>
                  <a:pt x="76786" y="11684"/>
                </a:cubicBezTo>
                <a:cubicBezTo>
                  <a:pt x="74440" y="10191"/>
                  <a:pt x="71288" y="10459"/>
                  <a:pt x="69246" y="12501"/>
                </a:cubicBezTo>
                <a:lnTo>
                  <a:pt x="69246" y="12501"/>
                </a:lnTo>
                <a:lnTo>
                  <a:pt x="58497" y="23249"/>
                </a:lnTo>
                <a:cubicBezTo>
                  <a:pt x="57668" y="21697"/>
                  <a:pt x="57178" y="19981"/>
                  <a:pt x="57178" y="18173"/>
                </a:cubicBezTo>
                <a:cubicBezTo>
                  <a:pt x="57178" y="15267"/>
                  <a:pt x="58310" y="12524"/>
                  <a:pt x="60364" y="10470"/>
                </a:cubicBezTo>
                <a:close/>
                <a:moveTo>
                  <a:pt x="67251" y="64081"/>
                </a:moveTo>
                <a:cubicBezTo>
                  <a:pt x="60166" y="62273"/>
                  <a:pt x="53537" y="64933"/>
                  <a:pt x="50339" y="70838"/>
                </a:cubicBezTo>
                <a:cubicBezTo>
                  <a:pt x="50304" y="70896"/>
                  <a:pt x="50292" y="70966"/>
                  <a:pt x="50257" y="71036"/>
                </a:cubicBezTo>
                <a:cubicBezTo>
                  <a:pt x="48880" y="71270"/>
                  <a:pt x="47584" y="71748"/>
                  <a:pt x="46382" y="72378"/>
                </a:cubicBezTo>
                <a:cubicBezTo>
                  <a:pt x="46078" y="68270"/>
                  <a:pt x="44223" y="64349"/>
                  <a:pt x="41154" y="61514"/>
                </a:cubicBezTo>
                <a:cubicBezTo>
                  <a:pt x="39951" y="60417"/>
                  <a:pt x="38609" y="59507"/>
                  <a:pt x="37162" y="58806"/>
                </a:cubicBezTo>
                <a:cubicBezTo>
                  <a:pt x="37197" y="58153"/>
                  <a:pt x="37080" y="57499"/>
                  <a:pt x="36765" y="56916"/>
                </a:cubicBezTo>
                <a:cubicBezTo>
                  <a:pt x="33357" y="50521"/>
                  <a:pt x="26238" y="47615"/>
                  <a:pt x="18628" y="49517"/>
                </a:cubicBezTo>
                <a:cubicBezTo>
                  <a:pt x="9571" y="51782"/>
                  <a:pt x="444" y="60883"/>
                  <a:pt x="444" y="76136"/>
                </a:cubicBezTo>
                <a:cubicBezTo>
                  <a:pt x="444" y="77513"/>
                  <a:pt x="1215" y="78761"/>
                  <a:pt x="2428" y="79392"/>
                </a:cubicBezTo>
                <a:cubicBezTo>
                  <a:pt x="3654" y="80010"/>
                  <a:pt x="5112" y="79905"/>
                  <a:pt x="6222" y="79100"/>
                </a:cubicBezTo>
                <a:cubicBezTo>
                  <a:pt x="8497" y="77466"/>
                  <a:pt x="11497" y="78330"/>
                  <a:pt x="15815" y="79835"/>
                </a:cubicBezTo>
                <a:cubicBezTo>
                  <a:pt x="18348" y="80710"/>
                  <a:pt x="20740" y="81539"/>
                  <a:pt x="23156" y="81539"/>
                </a:cubicBezTo>
                <a:cubicBezTo>
                  <a:pt x="27078" y="81539"/>
                  <a:pt x="31046" y="80010"/>
                  <a:pt x="34023" y="77350"/>
                </a:cubicBezTo>
                <a:cubicBezTo>
                  <a:pt x="34128" y="77256"/>
                  <a:pt x="34186" y="77128"/>
                  <a:pt x="34291" y="77023"/>
                </a:cubicBezTo>
                <a:lnTo>
                  <a:pt x="34291" y="73732"/>
                </a:lnTo>
                <a:cubicBezTo>
                  <a:pt x="34268" y="72261"/>
                  <a:pt x="33637" y="70850"/>
                  <a:pt x="32517" y="69799"/>
                </a:cubicBezTo>
                <a:cubicBezTo>
                  <a:pt x="31385" y="68749"/>
                  <a:pt x="29938" y="68212"/>
                  <a:pt x="28455" y="68329"/>
                </a:cubicBezTo>
                <a:cubicBezTo>
                  <a:pt x="25992" y="68504"/>
                  <a:pt x="24347" y="69122"/>
                  <a:pt x="22783" y="70464"/>
                </a:cubicBezTo>
                <a:cubicBezTo>
                  <a:pt x="21768" y="71351"/>
                  <a:pt x="20227" y="71235"/>
                  <a:pt x="19352" y="70219"/>
                </a:cubicBezTo>
                <a:cubicBezTo>
                  <a:pt x="18476" y="69192"/>
                  <a:pt x="18593" y="67664"/>
                  <a:pt x="19608" y="66789"/>
                </a:cubicBezTo>
                <a:cubicBezTo>
                  <a:pt x="21989" y="64746"/>
                  <a:pt x="24615" y="63719"/>
                  <a:pt x="28117" y="63486"/>
                </a:cubicBezTo>
                <a:cubicBezTo>
                  <a:pt x="30964" y="63311"/>
                  <a:pt x="33707" y="64268"/>
                  <a:pt x="35832" y="66251"/>
                </a:cubicBezTo>
                <a:cubicBezTo>
                  <a:pt x="36917" y="67255"/>
                  <a:pt x="37746" y="68457"/>
                  <a:pt x="38305" y="69764"/>
                </a:cubicBezTo>
                <a:cubicBezTo>
                  <a:pt x="38831" y="70896"/>
                  <a:pt x="39134" y="72133"/>
                  <a:pt x="39146" y="73417"/>
                </a:cubicBezTo>
                <a:lnTo>
                  <a:pt x="39146" y="73662"/>
                </a:lnTo>
                <a:cubicBezTo>
                  <a:pt x="39146" y="73673"/>
                  <a:pt x="39146" y="93921"/>
                  <a:pt x="39146" y="93921"/>
                </a:cubicBezTo>
                <a:cubicBezTo>
                  <a:pt x="39146" y="93932"/>
                  <a:pt x="39158" y="93956"/>
                  <a:pt x="39158" y="93967"/>
                </a:cubicBezTo>
                <a:lnTo>
                  <a:pt x="39158" y="96406"/>
                </a:lnTo>
                <a:cubicBezTo>
                  <a:pt x="39181" y="98390"/>
                  <a:pt x="40791" y="100000"/>
                  <a:pt x="42799" y="100000"/>
                </a:cubicBezTo>
                <a:cubicBezTo>
                  <a:pt x="44807" y="100000"/>
                  <a:pt x="46441" y="98367"/>
                  <a:pt x="46441" y="96359"/>
                </a:cubicBezTo>
                <a:lnTo>
                  <a:pt x="46441" y="84199"/>
                </a:lnTo>
                <a:cubicBezTo>
                  <a:pt x="46441" y="80255"/>
                  <a:pt x="49685" y="76906"/>
                  <a:pt x="53513" y="76894"/>
                </a:cubicBezTo>
                <a:cubicBezTo>
                  <a:pt x="55299" y="76976"/>
                  <a:pt x="60341" y="77583"/>
                  <a:pt x="63633" y="79462"/>
                </a:cubicBezTo>
                <a:cubicBezTo>
                  <a:pt x="64799" y="80115"/>
                  <a:pt x="65208" y="81609"/>
                  <a:pt x="64543" y="82776"/>
                </a:cubicBezTo>
                <a:cubicBezTo>
                  <a:pt x="63877" y="83943"/>
                  <a:pt x="62407" y="84352"/>
                  <a:pt x="61228" y="83686"/>
                </a:cubicBezTo>
                <a:cubicBezTo>
                  <a:pt x="58987" y="82414"/>
                  <a:pt x="54914" y="81831"/>
                  <a:pt x="53408" y="81761"/>
                </a:cubicBezTo>
                <a:cubicBezTo>
                  <a:pt x="52475" y="81761"/>
                  <a:pt x="51307" y="82764"/>
                  <a:pt x="51307" y="84199"/>
                </a:cubicBezTo>
                <a:lnTo>
                  <a:pt x="51307" y="90268"/>
                </a:lnTo>
                <a:cubicBezTo>
                  <a:pt x="51389" y="90338"/>
                  <a:pt x="51448" y="90408"/>
                  <a:pt x="51541" y="90466"/>
                </a:cubicBezTo>
                <a:cubicBezTo>
                  <a:pt x="54715" y="92555"/>
                  <a:pt x="61298" y="93010"/>
                  <a:pt x="62757" y="93010"/>
                </a:cubicBezTo>
                <a:cubicBezTo>
                  <a:pt x="65056" y="93010"/>
                  <a:pt x="67379" y="92123"/>
                  <a:pt x="69632" y="91271"/>
                </a:cubicBezTo>
                <a:cubicBezTo>
                  <a:pt x="73273" y="89894"/>
                  <a:pt x="75794" y="89077"/>
                  <a:pt x="77545" y="90338"/>
                </a:cubicBezTo>
                <a:cubicBezTo>
                  <a:pt x="78665" y="91120"/>
                  <a:pt x="80124" y="91225"/>
                  <a:pt x="81338" y="90594"/>
                </a:cubicBezTo>
                <a:cubicBezTo>
                  <a:pt x="82551" y="89964"/>
                  <a:pt x="83310" y="88728"/>
                  <a:pt x="83310" y="87362"/>
                </a:cubicBezTo>
                <a:cubicBezTo>
                  <a:pt x="83310" y="74082"/>
                  <a:pt x="75245" y="66100"/>
                  <a:pt x="67251" y="6408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7" name="Чёрный — SVG 10">
            <a:extLst>
              <a:ext uri="{FF2B5EF4-FFF2-40B4-BE49-F238E27FC236}">
                <a16:creationId xmlns:a16="http://schemas.microsoft.com/office/drawing/2014/main" id="{90BEB5B0-68BD-B440-8C28-C138F8068504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135845 w 141777"/>
              <a:gd name="csY0" fmla="*/ 42528 h 141753"/>
              <a:gd name="csX1" fmla="*/ 91132 w 141777"/>
              <a:gd name="csY1" fmla="*/ 2977 h 141753"/>
              <a:gd name="csX2" fmla="*/ 104194 w 141777"/>
              <a:gd name="csY2" fmla="*/ 42528 h 141753"/>
              <a:gd name="csX3" fmla="*/ 135845 w 141777"/>
              <a:gd name="csY3" fmla="*/ 42528 h 141753"/>
              <a:gd name="csX4" fmla="*/ 139520 w 141777"/>
              <a:gd name="csY4" fmla="*/ 88594 h 141753"/>
              <a:gd name="csX5" fmla="*/ 141778 w 141777"/>
              <a:gd name="csY5" fmla="*/ 70885 h 141753"/>
              <a:gd name="csX6" fmla="*/ 139520 w 141777"/>
              <a:gd name="csY6" fmla="*/ 53160 h 141753"/>
              <a:gd name="csX7" fmla="*/ 105493 w 141777"/>
              <a:gd name="csY7" fmla="*/ 53160 h 141753"/>
              <a:gd name="csX8" fmla="*/ 106334 w 141777"/>
              <a:gd name="csY8" fmla="*/ 70885 h 141753"/>
              <a:gd name="csX9" fmla="*/ 105493 w 141777"/>
              <a:gd name="csY9" fmla="*/ 88594 h 141753"/>
              <a:gd name="csX10" fmla="*/ 139520 w 141777"/>
              <a:gd name="csY10" fmla="*/ 88594 h 141753"/>
              <a:gd name="csX11" fmla="*/ 35444 w 141777"/>
              <a:gd name="csY11" fmla="*/ 70885 h 141753"/>
              <a:gd name="csX12" fmla="*/ 36284 w 141777"/>
              <a:gd name="csY12" fmla="*/ 53160 h 141753"/>
              <a:gd name="csX13" fmla="*/ 2258 w 141777"/>
              <a:gd name="csY13" fmla="*/ 53160 h 141753"/>
              <a:gd name="csX14" fmla="*/ 0 w 141777"/>
              <a:gd name="csY14" fmla="*/ 70885 h 141753"/>
              <a:gd name="csX15" fmla="*/ 2258 w 141777"/>
              <a:gd name="csY15" fmla="*/ 88594 h 141753"/>
              <a:gd name="csX16" fmla="*/ 36284 w 141777"/>
              <a:gd name="csY16" fmla="*/ 88594 h 141753"/>
              <a:gd name="csX17" fmla="*/ 35444 w 141777"/>
              <a:gd name="csY17" fmla="*/ 70885 h 141753"/>
              <a:gd name="csX18" fmla="*/ 95700 w 141777"/>
              <a:gd name="csY18" fmla="*/ 70885 h 141753"/>
              <a:gd name="csX19" fmla="*/ 94807 w 141777"/>
              <a:gd name="csY19" fmla="*/ 53160 h 141753"/>
              <a:gd name="csX20" fmla="*/ 46971 w 141777"/>
              <a:gd name="csY20" fmla="*/ 53160 h 141753"/>
              <a:gd name="csX21" fmla="*/ 46077 w 141777"/>
              <a:gd name="csY21" fmla="*/ 70885 h 141753"/>
              <a:gd name="csX22" fmla="*/ 46971 w 141777"/>
              <a:gd name="csY22" fmla="*/ 88594 h 141753"/>
              <a:gd name="csX23" fmla="*/ 94807 w 141777"/>
              <a:gd name="csY23" fmla="*/ 88594 h 141753"/>
              <a:gd name="csX24" fmla="*/ 95700 w 141777"/>
              <a:gd name="csY24" fmla="*/ 70885 h 141753"/>
              <a:gd name="csX25" fmla="*/ 93439 w 141777"/>
              <a:gd name="csY25" fmla="*/ 42528 h 141753"/>
              <a:gd name="csX26" fmla="*/ 70890 w 141777"/>
              <a:gd name="csY26" fmla="*/ 0 h 141753"/>
              <a:gd name="csX27" fmla="*/ 48339 w 141777"/>
              <a:gd name="csY27" fmla="*/ 42528 h 141753"/>
              <a:gd name="csX28" fmla="*/ 93439 w 141777"/>
              <a:gd name="csY28" fmla="*/ 42528 h 141753"/>
              <a:gd name="csX29" fmla="*/ 48339 w 141777"/>
              <a:gd name="csY29" fmla="*/ 99226 h 141753"/>
              <a:gd name="csX30" fmla="*/ 70890 w 141777"/>
              <a:gd name="csY30" fmla="*/ 141754 h 141753"/>
              <a:gd name="csX31" fmla="*/ 93439 w 141777"/>
              <a:gd name="csY31" fmla="*/ 99226 h 141753"/>
              <a:gd name="csX32" fmla="*/ 48339 w 141777"/>
              <a:gd name="csY32" fmla="*/ 99226 h 141753"/>
              <a:gd name="csX33" fmla="*/ 37586 w 141777"/>
              <a:gd name="csY33" fmla="*/ 42528 h 141753"/>
              <a:gd name="csX34" fmla="*/ 50647 w 141777"/>
              <a:gd name="csY34" fmla="*/ 2977 h 141753"/>
              <a:gd name="csX35" fmla="*/ 5933 w 141777"/>
              <a:gd name="csY35" fmla="*/ 42528 h 141753"/>
              <a:gd name="csX36" fmla="*/ 37586 w 141777"/>
              <a:gd name="csY36" fmla="*/ 42528 h 141753"/>
              <a:gd name="csX37" fmla="*/ 104194 w 141777"/>
              <a:gd name="csY37" fmla="*/ 99226 h 141753"/>
              <a:gd name="csX38" fmla="*/ 91132 w 141777"/>
              <a:gd name="csY38" fmla="*/ 138777 h 141753"/>
              <a:gd name="csX39" fmla="*/ 135845 w 141777"/>
              <a:gd name="csY39" fmla="*/ 99226 h 141753"/>
              <a:gd name="csX40" fmla="*/ 104194 w 141777"/>
              <a:gd name="csY40" fmla="*/ 99226 h 141753"/>
              <a:gd name="csX41" fmla="*/ 5933 w 141777"/>
              <a:gd name="csY41" fmla="*/ 99226 h 141753"/>
              <a:gd name="csX42" fmla="*/ 50647 w 141777"/>
              <a:gd name="csY42" fmla="*/ 138777 h 141753"/>
              <a:gd name="csX43" fmla="*/ 37586 w 141777"/>
              <a:gd name="csY43" fmla="*/ 99226 h 141753"/>
              <a:gd name="csX44" fmla="*/ 5933 w 141777"/>
              <a:gd name="csY44" fmla="*/ 99226 h 141753"/>
            </a:gdLst>
            <a:ahLst/>
            <a:cxnLst/>
            <a:rect l="l" t="t" r="r" b="b"/>
            <a:pathLst>
              <a:path w="100000" h="100000">
                <a:moveTo>
                  <a:pt x="95816" y="30005"/>
                </a:moveTo>
                <a:cubicBezTo>
                  <a:pt x="89955" y="16651"/>
                  <a:pt x="78421" y="6332"/>
                  <a:pt x="64278" y="2108"/>
                </a:cubicBezTo>
                <a:cubicBezTo>
                  <a:pt x="68698" y="9019"/>
                  <a:pt x="71798" y="19026"/>
                  <a:pt x="73491" y="30005"/>
                </a:cubicBezTo>
                <a:lnTo>
                  <a:pt x="95816" y="30005"/>
                </a:lnTo>
                <a:close/>
                <a:moveTo>
                  <a:pt x="98408" y="62497"/>
                </a:moveTo>
                <a:cubicBezTo>
                  <a:pt x="99443" y="58501"/>
                  <a:pt x="100001" y="54313"/>
                  <a:pt x="100001" y="50006"/>
                </a:cubicBezTo>
                <a:cubicBezTo>
                  <a:pt x="100001" y="45687"/>
                  <a:pt x="99443" y="41500"/>
                  <a:pt x="98408" y="37504"/>
                </a:cubicBezTo>
                <a:lnTo>
                  <a:pt x="74408" y="37504"/>
                </a:lnTo>
                <a:cubicBezTo>
                  <a:pt x="74796" y="41643"/>
                  <a:pt x="75001" y="45842"/>
                  <a:pt x="75001" y="50006"/>
                </a:cubicBezTo>
                <a:cubicBezTo>
                  <a:pt x="75001" y="54170"/>
                  <a:pt x="74796" y="58369"/>
                  <a:pt x="74408" y="62497"/>
                </a:cubicBezTo>
                <a:lnTo>
                  <a:pt x="98408" y="62497"/>
                </a:lnTo>
                <a:close/>
                <a:moveTo>
                  <a:pt x="25000" y="50006"/>
                </a:moveTo>
                <a:cubicBezTo>
                  <a:pt x="25000" y="45842"/>
                  <a:pt x="25205" y="41643"/>
                  <a:pt x="25592" y="37504"/>
                </a:cubicBezTo>
                <a:lnTo>
                  <a:pt x="1593" y="37504"/>
                </a:lnTo>
                <a:cubicBezTo>
                  <a:pt x="558" y="41500"/>
                  <a:pt x="0" y="45687"/>
                  <a:pt x="0" y="50006"/>
                </a:cubicBezTo>
                <a:cubicBezTo>
                  <a:pt x="0" y="54313"/>
                  <a:pt x="558" y="58501"/>
                  <a:pt x="1593" y="62497"/>
                </a:cubicBezTo>
                <a:lnTo>
                  <a:pt x="25592" y="62497"/>
                </a:lnTo>
                <a:cubicBezTo>
                  <a:pt x="25205" y="58369"/>
                  <a:pt x="25000" y="54170"/>
                  <a:pt x="25000" y="50006"/>
                </a:cubicBezTo>
                <a:close/>
                <a:moveTo>
                  <a:pt x="67500" y="50006"/>
                </a:moveTo>
                <a:cubicBezTo>
                  <a:pt x="67500" y="45639"/>
                  <a:pt x="67263" y="41475"/>
                  <a:pt x="66871" y="37504"/>
                </a:cubicBezTo>
                <a:lnTo>
                  <a:pt x="33130" y="37504"/>
                </a:lnTo>
                <a:cubicBezTo>
                  <a:pt x="32737" y="41475"/>
                  <a:pt x="32500" y="45639"/>
                  <a:pt x="32500" y="50006"/>
                </a:cubicBezTo>
                <a:cubicBezTo>
                  <a:pt x="32500" y="54361"/>
                  <a:pt x="32737" y="58525"/>
                  <a:pt x="33130" y="62497"/>
                </a:cubicBezTo>
                <a:lnTo>
                  <a:pt x="66871" y="62497"/>
                </a:lnTo>
                <a:cubicBezTo>
                  <a:pt x="67263" y="58525"/>
                  <a:pt x="67500" y="54361"/>
                  <a:pt x="67500" y="50006"/>
                </a:cubicBezTo>
                <a:close/>
                <a:moveTo>
                  <a:pt x="65906" y="30005"/>
                </a:moveTo>
                <a:cubicBezTo>
                  <a:pt x="62911" y="11983"/>
                  <a:pt x="56183" y="8"/>
                  <a:pt x="50001" y="8"/>
                </a:cubicBezTo>
                <a:cubicBezTo>
                  <a:pt x="43818" y="8"/>
                  <a:pt x="37090" y="11983"/>
                  <a:pt x="34095" y="30005"/>
                </a:cubicBezTo>
                <a:lnTo>
                  <a:pt x="65906" y="30005"/>
                </a:lnTo>
                <a:close/>
                <a:moveTo>
                  <a:pt x="34095" y="69996"/>
                </a:moveTo>
                <a:cubicBezTo>
                  <a:pt x="37090" y="88018"/>
                  <a:pt x="43821" y="99992"/>
                  <a:pt x="50001" y="99992"/>
                </a:cubicBezTo>
                <a:cubicBezTo>
                  <a:pt x="56181" y="99992"/>
                  <a:pt x="62911" y="88018"/>
                  <a:pt x="65906" y="69996"/>
                </a:cubicBezTo>
                <a:lnTo>
                  <a:pt x="34095" y="69996"/>
                </a:lnTo>
                <a:close/>
                <a:moveTo>
                  <a:pt x="26511" y="30005"/>
                </a:moveTo>
                <a:cubicBezTo>
                  <a:pt x="28203" y="19026"/>
                  <a:pt x="31302" y="9019"/>
                  <a:pt x="35723" y="2108"/>
                </a:cubicBezTo>
                <a:cubicBezTo>
                  <a:pt x="21580" y="6332"/>
                  <a:pt x="10045" y="16651"/>
                  <a:pt x="4185" y="30005"/>
                </a:cubicBezTo>
                <a:lnTo>
                  <a:pt x="26511" y="30005"/>
                </a:lnTo>
                <a:close/>
                <a:moveTo>
                  <a:pt x="73491" y="69996"/>
                </a:moveTo>
                <a:cubicBezTo>
                  <a:pt x="71798" y="80974"/>
                  <a:pt x="68698" y="90981"/>
                  <a:pt x="64278" y="97892"/>
                </a:cubicBezTo>
                <a:cubicBezTo>
                  <a:pt x="78421" y="93669"/>
                  <a:pt x="89955" y="83350"/>
                  <a:pt x="95816" y="69996"/>
                </a:cubicBezTo>
                <a:lnTo>
                  <a:pt x="73491" y="69996"/>
                </a:lnTo>
                <a:close/>
                <a:moveTo>
                  <a:pt x="4185" y="69996"/>
                </a:moveTo>
                <a:cubicBezTo>
                  <a:pt x="10045" y="83350"/>
                  <a:pt x="21580" y="93669"/>
                  <a:pt x="35723" y="97892"/>
                </a:cubicBezTo>
                <a:cubicBezTo>
                  <a:pt x="31302" y="90981"/>
                  <a:pt x="28203" y="80974"/>
                  <a:pt x="26511" y="69996"/>
                </a:cubicBezTo>
                <a:lnTo>
                  <a:pt x="4185" y="6999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8" name="Чёрный — SVG 11">
            <a:extLst>
              <a:ext uri="{FF2B5EF4-FFF2-40B4-BE49-F238E27FC236}">
                <a16:creationId xmlns:a16="http://schemas.microsoft.com/office/drawing/2014/main" id="{87EA8030-6A8A-B544-9952-EF39548C37AA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70889 w 141778"/>
              <a:gd name="csY0" fmla="*/ 0 h 141755"/>
              <a:gd name="csX1" fmla="*/ 48342 w 141778"/>
              <a:gd name="csY1" fmla="*/ 42528 h 141755"/>
              <a:gd name="csX2" fmla="*/ 93437 w 141778"/>
              <a:gd name="csY2" fmla="*/ 42528 h 141755"/>
              <a:gd name="csX3" fmla="*/ 70889 w 141778"/>
              <a:gd name="csY3" fmla="*/ 0 h 141755"/>
              <a:gd name="csX4" fmla="*/ 50647 w 141778"/>
              <a:gd name="csY4" fmla="*/ 2977 h 141755"/>
              <a:gd name="csX5" fmla="*/ 5933 w 141778"/>
              <a:gd name="csY5" fmla="*/ 42528 h 141755"/>
              <a:gd name="csX6" fmla="*/ 37584 w 141778"/>
              <a:gd name="csY6" fmla="*/ 42528 h 141755"/>
              <a:gd name="csX7" fmla="*/ 50647 w 141778"/>
              <a:gd name="csY7" fmla="*/ 2977 h 141755"/>
              <a:gd name="csX8" fmla="*/ 91131 w 141778"/>
              <a:gd name="csY8" fmla="*/ 2977 h 141755"/>
              <a:gd name="csX9" fmla="*/ 104195 w 141778"/>
              <a:gd name="csY9" fmla="*/ 42528 h 141755"/>
              <a:gd name="csX10" fmla="*/ 135846 w 141778"/>
              <a:gd name="csY10" fmla="*/ 42528 h 141755"/>
              <a:gd name="csX11" fmla="*/ 91131 w 141778"/>
              <a:gd name="csY11" fmla="*/ 2977 h 141755"/>
              <a:gd name="csX12" fmla="*/ 2257 w 141778"/>
              <a:gd name="csY12" fmla="*/ 53160 h 141755"/>
              <a:gd name="csX13" fmla="*/ 0 w 141778"/>
              <a:gd name="csY13" fmla="*/ 70885 h 141755"/>
              <a:gd name="csX14" fmla="*/ 2257 w 141778"/>
              <a:gd name="csY14" fmla="*/ 88594 h 141755"/>
              <a:gd name="csX15" fmla="*/ 36282 w 141778"/>
              <a:gd name="csY15" fmla="*/ 88594 h 141755"/>
              <a:gd name="csX16" fmla="*/ 35445 w 141778"/>
              <a:gd name="csY16" fmla="*/ 70885 h 141755"/>
              <a:gd name="csX17" fmla="*/ 36282 w 141778"/>
              <a:gd name="csY17" fmla="*/ 53160 h 141755"/>
              <a:gd name="csX18" fmla="*/ 2257 w 141778"/>
              <a:gd name="csY18" fmla="*/ 53160 h 141755"/>
              <a:gd name="csX19" fmla="*/ 46971 w 141778"/>
              <a:gd name="csY19" fmla="*/ 53160 h 141755"/>
              <a:gd name="csX20" fmla="*/ 46078 w 141778"/>
              <a:gd name="csY20" fmla="*/ 70885 h 141755"/>
              <a:gd name="csX21" fmla="*/ 46971 w 141778"/>
              <a:gd name="csY21" fmla="*/ 88594 h 141755"/>
              <a:gd name="csX22" fmla="*/ 82381 w 141778"/>
              <a:gd name="csY22" fmla="*/ 88594 h 141755"/>
              <a:gd name="csX23" fmla="*/ 95562 w 141778"/>
              <a:gd name="csY23" fmla="*/ 76227 h 141755"/>
              <a:gd name="csX24" fmla="*/ 95700 w 141778"/>
              <a:gd name="csY24" fmla="*/ 70885 h 141755"/>
              <a:gd name="csX25" fmla="*/ 94807 w 141778"/>
              <a:gd name="csY25" fmla="*/ 53160 h 141755"/>
              <a:gd name="csX26" fmla="*/ 46971 w 141778"/>
              <a:gd name="csY26" fmla="*/ 53160 h 141755"/>
              <a:gd name="csX27" fmla="*/ 105496 w 141778"/>
              <a:gd name="csY27" fmla="*/ 53160 h 141755"/>
              <a:gd name="csX28" fmla="*/ 106313 w 141778"/>
              <a:gd name="csY28" fmla="*/ 70035 h 141755"/>
              <a:gd name="csX29" fmla="*/ 109124 w 141778"/>
              <a:gd name="csY29" fmla="*/ 67738 h 141755"/>
              <a:gd name="csX30" fmla="*/ 116974 w 141778"/>
              <a:gd name="csY30" fmla="*/ 60764 h 141755"/>
              <a:gd name="csX31" fmla="*/ 127393 w 141778"/>
              <a:gd name="csY31" fmla="*/ 62329 h 141755"/>
              <a:gd name="csX32" fmla="*/ 141405 w 141778"/>
              <a:gd name="csY32" fmla="*/ 77741 h 141755"/>
              <a:gd name="csX33" fmla="*/ 141778 w 141778"/>
              <a:gd name="csY33" fmla="*/ 70885 h 141755"/>
              <a:gd name="csX34" fmla="*/ 139522 w 141778"/>
              <a:gd name="csY34" fmla="*/ 53160 h 141755"/>
              <a:gd name="csX35" fmla="*/ 105496 w 141778"/>
              <a:gd name="csY35" fmla="*/ 53160 h 141755"/>
              <a:gd name="csX36" fmla="*/ 120512 w 141778"/>
              <a:gd name="csY36" fmla="*/ 67330 h 141755"/>
              <a:gd name="csX37" fmla="*/ 118996 w 141778"/>
              <a:gd name="csY37" fmla="*/ 67551 h 141755"/>
              <a:gd name="csX38" fmla="*/ 115624 w 141778"/>
              <a:gd name="csY38" fmla="*/ 70562 h 141755"/>
              <a:gd name="csX39" fmla="*/ 104596 w 141778"/>
              <a:gd name="csY39" fmla="*/ 79221 h 141755"/>
              <a:gd name="csX40" fmla="*/ 85067 w 141778"/>
              <a:gd name="csY40" fmla="*/ 104550 h 141755"/>
              <a:gd name="csX41" fmla="*/ 90169 w 141778"/>
              <a:gd name="csY41" fmla="*/ 118942 h 141755"/>
              <a:gd name="csX42" fmla="*/ 93928 w 141778"/>
              <a:gd name="csY42" fmla="*/ 120490 h 141755"/>
              <a:gd name="csX43" fmla="*/ 99702 w 141778"/>
              <a:gd name="csY43" fmla="*/ 118108 h 141755"/>
              <a:gd name="csX44" fmla="*/ 110280 w 141778"/>
              <a:gd name="csY44" fmla="*/ 104686 h 141755"/>
              <a:gd name="csX45" fmla="*/ 113430 w 141778"/>
              <a:gd name="csY45" fmla="*/ 102781 h 141755"/>
              <a:gd name="csX46" fmla="*/ 115063 w 141778"/>
              <a:gd name="csY46" fmla="*/ 103172 h 141755"/>
              <a:gd name="csX47" fmla="*/ 116566 w 141778"/>
              <a:gd name="csY47" fmla="*/ 107952 h 141755"/>
              <a:gd name="csX48" fmla="*/ 98816 w 141778"/>
              <a:gd name="csY48" fmla="*/ 127294 h 141755"/>
              <a:gd name="csX49" fmla="*/ 83295 w 141778"/>
              <a:gd name="csY49" fmla="*/ 131122 h 141755"/>
              <a:gd name="csX50" fmla="*/ 81237 w 141778"/>
              <a:gd name="csY50" fmla="*/ 131513 h 141755"/>
              <a:gd name="csX51" fmla="*/ 79486 w 141778"/>
              <a:gd name="csY51" fmla="*/ 132653 h 141755"/>
              <a:gd name="csX52" fmla="*/ 78314 w 141778"/>
              <a:gd name="csY52" fmla="*/ 134388 h 141755"/>
              <a:gd name="csX53" fmla="*/ 77902 w 141778"/>
              <a:gd name="csY53" fmla="*/ 136446 h 141755"/>
              <a:gd name="csX54" fmla="*/ 78314 w 141778"/>
              <a:gd name="csY54" fmla="*/ 138487 h 141755"/>
              <a:gd name="csX55" fmla="*/ 79486 w 141778"/>
              <a:gd name="csY55" fmla="*/ 140222 h 141755"/>
              <a:gd name="csX56" fmla="*/ 81237 w 141778"/>
              <a:gd name="csY56" fmla="*/ 141379 h 141755"/>
              <a:gd name="csX57" fmla="*/ 83295 w 141778"/>
              <a:gd name="csY57" fmla="*/ 141754 h 141755"/>
              <a:gd name="csX58" fmla="*/ 108307 w 141778"/>
              <a:gd name="csY58" fmla="*/ 134200 h 141755"/>
              <a:gd name="csX59" fmla="*/ 113423 w 141778"/>
              <a:gd name="csY59" fmla="*/ 134677 h 141755"/>
              <a:gd name="csX60" fmla="*/ 141778 w 141778"/>
              <a:gd name="csY60" fmla="*/ 104550 h 141755"/>
              <a:gd name="csX61" fmla="*/ 123461 w 141778"/>
              <a:gd name="csY61" fmla="*/ 68232 h 141755"/>
              <a:gd name="csX62" fmla="*/ 120512 w 141778"/>
              <a:gd name="csY62" fmla="*/ 67330 h 141755"/>
              <a:gd name="csX63" fmla="*/ 5933 w 141778"/>
              <a:gd name="csY63" fmla="*/ 99226 h 141755"/>
              <a:gd name="csX64" fmla="*/ 50647 w 141778"/>
              <a:gd name="csY64" fmla="*/ 138777 h 141755"/>
              <a:gd name="csX65" fmla="*/ 37584 w 141778"/>
              <a:gd name="csY65" fmla="*/ 99226 h 141755"/>
              <a:gd name="csX66" fmla="*/ 5933 w 141778"/>
              <a:gd name="csY66" fmla="*/ 99226 h 141755"/>
              <a:gd name="csX67" fmla="*/ 48342 w 141778"/>
              <a:gd name="csY67" fmla="*/ 99226 h 141755"/>
              <a:gd name="csX68" fmla="*/ 70889 w 141778"/>
              <a:gd name="csY68" fmla="*/ 141754 h 141755"/>
              <a:gd name="csX69" fmla="*/ 72059 w 141778"/>
              <a:gd name="csY69" fmla="*/ 141617 h 141755"/>
              <a:gd name="csX70" fmla="*/ 70889 w 141778"/>
              <a:gd name="csY70" fmla="*/ 136446 h 141755"/>
              <a:gd name="csX71" fmla="*/ 83295 w 141778"/>
              <a:gd name="csY71" fmla="*/ 124045 h 141755"/>
              <a:gd name="csX72" fmla="*/ 85164 w 141778"/>
              <a:gd name="csY72" fmla="*/ 123960 h 141755"/>
              <a:gd name="csX73" fmla="*/ 85157 w 141778"/>
              <a:gd name="csY73" fmla="*/ 123943 h 141755"/>
              <a:gd name="csX74" fmla="*/ 77978 w 141778"/>
              <a:gd name="csY74" fmla="*/ 104550 h 141755"/>
              <a:gd name="csX75" fmla="*/ 78435 w 141778"/>
              <a:gd name="csY75" fmla="*/ 99226 h 141755"/>
              <a:gd name="csX76" fmla="*/ 48342 w 141778"/>
              <a:gd name="csY76" fmla="*/ 99226 h 141755"/>
            </a:gdLst>
            <a:ahLst/>
            <a:cxnLst/>
            <a:rect l="l" t="t" r="r" b="b"/>
            <a:pathLst>
              <a:path w="100000" h="100000">
                <a:moveTo>
                  <a:pt x="50000" y="8"/>
                </a:moveTo>
                <a:cubicBezTo>
                  <a:pt x="43818" y="8"/>
                  <a:pt x="37092" y="11982"/>
                  <a:pt x="34097" y="30004"/>
                </a:cubicBezTo>
                <a:lnTo>
                  <a:pt x="65904" y="30004"/>
                </a:lnTo>
                <a:cubicBezTo>
                  <a:pt x="62908" y="11982"/>
                  <a:pt x="56183" y="8"/>
                  <a:pt x="50000" y="8"/>
                </a:cubicBezTo>
                <a:close/>
                <a:moveTo>
                  <a:pt x="35723" y="2108"/>
                </a:moveTo>
                <a:cubicBezTo>
                  <a:pt x="21580" y="6331"/>
                  <a:pt x="10045" y="16650"/>
                  <a:pt x="4185" y="30004"/>
                </a:cubicBezTo>
                <a:lnTo>
                  <a:pt x="26509" y="30004"/>
                </a:lnTo>
                <a:cubicBezTo>
                  <a:pt x="28201" y="19026"/>
                  <a:pt x="31302" y="9019"/>
                  <a:pt x="35723" y="2108"/>
                </a:cubicBezTo>
                <a:close/>
                <a:moveTo>
                  <a:pt x="64277" y="2108"/>
                </a:moveTo>
                <a:cubicBezTo>
                  <a:pt x="68698" y="9019"/>
                  <a:pt x="71799" y="19026"/>
                  <a:pt x="73492" y="30004"/>
                </a:cubicBezTo>
                <a:lnTo>
                  <a:pt x="95816" y="30004"/>
                </a:lnTo>
                <a:cubicBezTo>
                  <a:pt x="89955" y="16650"/>
                  <a:pt x="78420" y="6331"/>
                  <a:pt x="64277" y="2108"/>
                </a:cubicBezTo>
                <a:close/>
                <a:moveTo>
                  <a:pt x="1592" y="37503"/>
                </a:moveTo>
                <a:cubicBezTo>
                  <a:pt x="557" y="41499"/>
                  <a:pt x="0" y="45686"/>
                  <a:pt x="0" y="50005"/>
                </a:cubicBezTo>
                <a:cubicBezTo>
                  <a:pt x="0" y="54313"/>
                  <a:pt x="557" y="58500"/>
                  <a:pt x="1592" y="62496"/>
                </a:cubicBezTo>
                <a:lnTo>
                  <a:pt x="25591" y="62496"/>
                </a:lnTo>
                <a:cubicBezTo>
                  <a:pt x="25203" y="58368"/>
                  <a:pt x="25000" y="54169"/>
                  <a:pt x="25000" y="50005"/>
                </a:cubicBezTo>
                <a:cubicBezTo>
                  <a:pt x="25000" y="45842"/>
                  <a:pt x="25203" y="41642"/>
                  <a:pt x="25591" y="37503"/>
                </a:cubicBezTo>
                <a:lnTo>
                  <a:pt x="1592" y="37503"/>
                </a:lnTo>
                <a:close/>
                <a:moveTo>
                  <a:pt x="33130" y="37503"/>
                </a:moveTo>
                <a:cubicBezTo>
                  <a:pt x="32738" y="41474"/>
                  <a:pt x="32500" y="45638"/>
                  <a:pt x="32500" y="50005"/>
                </a:cubicBezTo>
                <a:cubicBezTo>
                  <a:pt x="32500" y="54361"/>
                  <a:pt x="32738" y="58524"/>
                  <a:pt x="33130" y="62496"/>
                </a:cubicBezTo>
                <a:lnTo>
                  <a:pt x="58106" y="62496"/>
                </a:lnTo>
                <a:cubicBezTo>
                  <a:pt x="60563" y="58560"/>
                  <a:pt x="64113" y="55813"/>
                  <a:pt x="67403" y="53773"/>
                </a:cubicBezTo>
                <a:cubicBezTo>
                  <a:pt x="67440" y="52525"/>
                  <a:pt x="67500" y="51289"/>
                  <a:pt x="67500" y="50005"/>
                </a:cubicBezTo>
                <a:cubicBezTo>
                  <a:pt x="67500" y="45638"/>
                  <a:pt x="67263" y="41474"/>
                  <a:pt x="66870" y="37503"/>
                </a:cubicBezTo>
                <a:lnTo>
                  <a:pt x="33130" y="37503"/>
                </a:lnTo>
                <a:close/>
                <a:moveTo>
                  <a:pt x="74409" y="37503"/>
                </a:moveTo>
                <a:cubicBezTo>
                  <a:pt x="74777" y="41438"/>
                  <a:pt x="74968" y="45434"/>
                  <a:pt x="74986" y="49406"/>
                </a:cubicBezTo>
                <a:cubicBezTo>
                  <a:pt x="75948" y="48794"/>
                  <a:pt x="76738" y="48205"/>
                  <a:pt x="76968" y="47786"/>
                </a:cubicBezTo>
                <a:cubicBezTo>
                  <a:pt x="77983" y="45410"/>
                  <a:pt x="80005" y="43611"/>
                  <a:pt x="82505" y="42867"/>
                </a:cubicBezTo>
                <a:cubicBezTo>
                  <a:pt x="84957" y="42135"/>
                  <a:pt x="87706" y="42542"/>
                  <a:pt x="89854" y="43971"/>
                </a:cubicBezTo>
                <a:cubicBezTo>
                  <a:pt x="90221" y="44222"/>
                  <a:pt x="95509" y="47858"/>
                  <a:pt x="99737" y="54841"/>
                </a:cubicBezTo>
                <a:cubicBezTo>
                  <a:pt x="99894" y="53245"/>
                  <a:pt x="100000" y="51637"/>
                  <a:pt x="100000" y="50005"/>
                </a:cubicBezTo>
                <a:cubicBezTo>
                  <a:pt x="100000" y="45686"/>
                  <a:pt x="99443" y="41499"/>
                  <a:pt x="98409" y="37503"/>
                </a:cubicBezTo>
                <a:lnTo>
                  <a:pt x="74409" y="37503"/>
                </a:lnTo>
                <a:close/>
                <a:moveTo>
                  <a:pt x="85000" y="47498"/>
                </a:moveTo>
                <a:cubicBezTo>
                  <a:pt x="84640" y="47498"/>
                  <a:pt x="84283" y="47558"/>
                  <a:pt x="83931" y="47654"/>
                </a:cubicBezTo>
                <a:cubicBezTo>
                  <a:pt x="82863" y="47977"/>
                  <a:pt x="81993" y="48746"/>
                  <a:pt x="81553" y="49777"/>
                </a:cubicBezTo>
                <a:cubicBezTo>
                  <a:pt x="80523" y="52177"/>
                  <a:pt x="77242" y="53977"/>
                  <a:pt x="73774" y="55885"/>
                </a:cubicBezTo>
                <a:cubicBezTo>
                  <a:pt x="67962" y="59065"/>
                  <a:pt x="60000" y="63432"/>
                  <a:pt x="60000" y="73750"/>
                </a:cubicBezTo>
                <a:cubicBezTo>
                  <a:pt x="60000" y="80121"/>
                  <a:pt x="63231" y="83529"/>
                  <a:pt x="63599" y="83901"/>
                </a:cubicBezTo>
                <a:cubicBezTo>
                  <a:pt x="64332" y="84633"/>
                  <a:pt x="65290" y="84993"/>
                  <a:pt x="66250" y="84993"/>
                </a:cubicBezTo>
                <a:cubicBezTo>
                  <a:pt x="68197" y="84993"/>
                  <a:pt x="70158" y="83457"/>
                  <a:pt x="70323" y="83313"/>
                </a:cubicBezTo>
                <a:cubicBezTo>
                  <a:pt x="73455" y="80710"/>
                  <a:pt x="76018" y="77218"/>
                  <a:pt x="77784" y="73846"/>
                </a:cubicBezTo>
                <a:cubicBezTo>
                  <a:pt x="78231" y="72983"/>
                  <a:pt x="79105" y="72502"/>
                  <a:pt x="80005" y="72502"/>
                </a:cubicBezTo>
                <a:cubicBezTo>
                  <a:pt x="80395" y="72502"/>
                  <a:pt x="80788" y="72586"/>
                  <a:pt x="81157" y="72778"/>
                </a:cubicBezTo>
                <a:cubicBezTo>
                  <a:pt x="82380" y="73426"/>
                  <a:pt x="82854" y="74926"/>
                  <a:pt x="82217" y="76150"/>
                </a:cubicBezTo>
                <a:cubicBezTo>
                  <a:pt x="80797" y="78874"/>
                  <a:pt x="76553" y="85905"/>
                  <a:pt x="69698" y="89792"/>
                </a:cubicBezTo>
                <a:cubicBezTo>
                  <a:pt x="66135" y="91496"/>
                  <a:pt x="62271" y="92492"/>
                  <a:pt x="58750" y="92492"/>
                </a:cubicBezTo>
                <a:cubicBezTo>
                  <a:pt x="58253" y="92492"/>
                  <a:pt x="57760" y="92576"/>
                  <a:pt x="57299" y="92768"/>
                </a:cubicBezTo>
                <a:cubicBezTo>
                  <a:pt x="56837" y="92948"/>
                  <a:pt x="56418" y="93224"/>
                  <a:pt x="56064" y="93572"/>
                </a:cubicBezTo>
                <a:cubicBezTo>
                  <a:pt x="55710" y="93920"/>
                  <a:pt x="55429" y="94340"/>
                  <a:pt x="55237" y="94796"/>
                </a:cubicBezTo>
                <a:cubicBezTo>
                  <a:pt x="55045" y="95251"/>
                  <a:pt x="54946" y="95744"/>
                  <a:pt x="54946" y="96247"/>
                </a:cubicBezTo>
                <a:cubicBezTo>
                  <a:pt x="54946" y="96740"/>
                  <a:pt x="55045" y="97231"/>
                  <a:pt x="55237" y="97687"/>
                </a:cubicBezTo>
                <a:cubicBezTo>
                  <a:pt x="55429" y="98155"/>
                  <a:pt x="55710" y="98563"/>
                  <a:pt x="56064" y="98911"/>
                </a:cubicBezTo>
                <a:cubicBezTo>
                  <a:pt x="56418" y="99259"/>
                  <a:pt x="56837" y="99535"/>
                  <a:pt x="57299" y="99727"/>
                </a:cubicBezTo>
                <a:cubicBezTo>
                  <a:pt x="57760" y="99907"/>
                  <a:pt x="58253" y="100003"/>
                  <a:pt x="58750" y="99991"/>
                </a:cubicBezTo>
                <a:cubicBezTo>
                  <a:pt x="64876" y="99991"/>
                  <a:pt x="71063" y="97987"/>
                  <a:pt x="76392" y="94663"/>
                </a:cubicBezTo>
                <a:cubicBezTo>
                  <a:pt x="77444" y="94868"/>
                  <a:pt x="78625" y="95000"/>
                  <a:pt x="80000" y="95000"/>
                </a:cubicBezTo>
                <a:cubicBezTo>
                  <a:pt x="91028" y="95000"/>
                  <a:pt x="100000" y="85461"/>
                  <a:pt x="100000" y="73750"/>
                </a:cubicBezTo>
                <a:cubicBezTo>
                  <a:pt x="100000" y="56941"/>
                  <a:pt x="87608" y="48482"/>
                  <a:pt x="87081" y="48134"/>
                </a:cubicBezTo>
                <a:cubicBezTo>
                  <a:pt x="86458" y="47714"/>
                  <a:pt x="85733" y="47498"/>
                  <a:pt x="85000" y="47498"/>
                </a:cubicBezTo>
                <a:close/>
                <a:moveTo>
                  <a:pt x="4185" y="69995"/>
                </a:moveTo>
                <a:cubicBezTo>
                  <a:pt x="10045" y="83349"/>
                  <a:pt x="21580" y="93668"/>
                  <a:pt x="35723" y="97891"/>
                </a:cubicBezTo>
                <a:cubicBezTo>
                  <a:pt x="31302" y="90980"/>
                  <a:pt x="28201" y="80973"/>
                  <a:pt x="26509" y="69995"/>
                </a:cubicBezTo>
                <a:lnTo>
                  <a:pt x="4185" y="69995"/>
                </a:lnTo>
                <a:close/>
                <a:moveTo>
                  <a:pt x="34097" y="69995"/>
                </a:moveTo>
                <a:cubicBezTo>
                  <a:pt x="37092" y="88017"/>
                  <a:pt x="43820" y="99991"/>
                  <a:pt x="50000" y="99991"/>
                </a:cubicBezTo>
                <a:cubicBezTo>
                  <a:pt x="50272" y="99991"/>
                  <a:pt x="50550" y="99943"/>
                  <a:pt x="50825" y="99895"/>
                </a:cubicBezTo>
                <a:cubicBezTo>
                  <a:pt x="50308" y="98779"/>
                  <a:pt x="50000" y="97555"/>
                  <a:pt x="50000" y="96247"/>
                </a:cubicBezTo>
                <a:cubicBezTo>
                  <a:pt x="50000" y="91424"/>
                  <a:pt x="53925" y="87501"/>
                  <a:pt x="58750" y="87501"/>
                </a:cubicBezTo>
                <a:cubicBezTo>
                  <a:pt x="59185" y="87501"/>
                  <a:pt x="59626" y="87477"/>
                  <a:pt x="60069" y="87441"/>
                </a:cubicBezTo>
                <a:lnTo>
                  <a:pt x="60064" y="87429"/>
                </a:lnTo>
                <a:cubicBezTo>
                  <a:pt x="59221" y="86589"/>
                  <a:pt x="55000" y="81957"/>
                  <a:pt x="55000" y="73750"/>
                </a:cubicBezTo>
                <a:cubicBezTo>
                  <a:pt x="55000" y="72418"/>
                  <a:pt x="55130" y="71183"/>
                  <a:pt x="55322" y="69995"/>
                </a:cubicBezTo>
                <a:lnTo>
                  <a:pt x="34097" y="6999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9" name="Чёрный — SVG 12">
            <a:extLst>
              <a:ext uri="{FF2B5EF4-FFF2-40B4-BE49-F238E27FC236}">
                <a16:creationId xmlns:a16="http://schemas.microsoft.com/office/drawing/2014/main" id="{AD35D44B-101B-5542-A1F0-078811C4084B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70895 w 141772"/>
              <a:gd name="csY0" fmla="*/ 0 h 141959"/>
              <a:gd name="csX1" fmla="*/ 30556 w 141772"/>
              <a:gd name="csY1" fmla="*/ 7485 h 141959"/>
              <a:gd name="csX2" fmla="*/ 16180 w 141772"/>
              <a:gd name="csY2" fmla="*/ 15344 h 141959"/>
              <a:gd name="csX3" fmla="*/ 14206 w 141772"/>
              <a:gd name="csY3" fmla="*/ 18900 h 141959"/>
              <a:gd name="csX4" fmla="*/ 15346 w 141772"/>
              <a:gd name="csY4" fmla="*/ 22812 h 141959"/>
              <a:gd name="csX5" fmla="*/ 18902 w 141772"/>
              <a:gd name="csY5" fmla="*/ 24785 h 141959"/>
              <a:gd name="csX6" fmla="*/ 22815 w 141772"/>
              <a:gd name="csY6" fmla="*/ 23645 h 141959"/>
              <a:gd name="csX7" fmla="*/ 34571 w 141772"/>
              <a:gd name="csY7" fmla="*/ 17317 h 141959"/>
              <a:gd name="csX8" fmla="*/ 70895 w 141772"/>
              <a:gd name="csY8" fmla="*/ 10632 h 141959"/>
              <a:gd name="csX9" fmla="*/ 107202 w 141772"/>
              <a:gd name="csY9" fmla="*/ 17317 h 141959"/>
              <a:gd name="csX10" fmla="*/ 118958 w 141772"/>
              <a:gd name="csY10" fmla="*/ 23645 h 141959"/>
              <a:gd name="csX11" fmla="*/ 120795 w 141772"/>
              <a:gd name="csY11" fmla="*/ 24598 h 141959"/>
              <a:gd name="csX12" fmla="*/ 122871 w 141772"/>
              <a:gd name="csY12" fmla="*/ 24785 h 141959"/>
              <a:gd name="csX13" fmla="*/ 124844 w 141772"/>
              <a:gd name="csY13" fmla="*/ 24156 h 141959"/>
              <a:gd name="csX14" fmla="*/ 126444 w 141772"/>
              <a:gd name="csY14" fmla="*/ 22812 h 141959"/>
              <a:gd name="csX15" fmla="*/ 127396 w 141772"/>
              <a:gd name="csY15" fmla="*/ 20975 h 141959"/>
              <a:gd name="csX16" fmla="*/ 127567 w 141772"/>
              <a:gd name="csY16" fmla="*/ 18900 h 141959"/>
              <a:gd name="csX17" fmla="*/ 126937 w 141772"/>
              <a:gd name="csY17" fmla="*/ 16926 h 141959"/>
              <a:gd name="csX18" fmla="*/ 125610 w 141772"/>
              <a:gd name="csY18" fmla="*/ 15344 h 141959"/>
              <a:gd name="csX19" fmla="*/ 111233 w 141772"/>
              <a:gd name="csY19" fmla="*/ 7485 h 141959"/>
              <a:gd name="csX20" fmla="*/ 70895 w 141772"/>
              <a:gd name="csY20" fmla="*/ 0 h 141959"/>
              <a:gd name="csX21" fmla="*/ 70980 w 141772"/>
              <a:gd name="csY21" fmla="*/ 17674 h 141959"/>
              <a:gd name="csX22" fmla="*/ 67866 w 141772"/>
              <a:gd name="csY22" fmla="*/ 18542 h 141959"/>
              <a:gd name="csX23" fmla="*/ 65842 w 141772"/>
              <a:gd name="csY23" fmla="*/ 21060 h 141959"/>
              <a:gd name="csX24" fmla="*/ 65638 w 141772"/>
              <a:gd name="csY24" fmla="*/ 24292 h 141959"/>
              <a:gd name="csX25" fmla="*/ 67339 w 141772"/>
              <a:gd name="csY25" fmla="*/ 27030 h 141959"/>
              <a:gd name="csX26" fmla="*/ 69041 w 141772"/>
              <a:gd name="csY26" fmla="*/ 29633 h 141959"/>
              <a:gd name="csX27" fmla="*/ 66523 w 141772"/>
              <a:gd name="csY27" fmla="*/ 34192 h 141959"/>
              <a:gd name="csX28" fmla="*/ 62252 w 141772"/>
              <a:gd name="csY28" fmla="*/ 43055 h 141959"/>
              <a:gd name="csX29" fmla="*/ 67322 w 141772"/>
              <a:gd name="csY29" fmla="*/ 55354 h 141959"/>
              <a:gd name="csX30" fmla="*/ 69109 w 141772"/>
              <a:gd name="csY30" fmla="*/ 56477 h 141959"/>
              <a:gd name="csX31" fmla="*/ 71201 w 141772"/>
              <a:gd name="csY31" fmla="*/ 56800 h 141959"/>
              <a:gd name="csX32" fmla="*/ 73243 w 141772"/>
              <a:gd name="csY32" fmla="*/ 56290 h 141959"/>
              <a:gd name="csX33" fmla="*/ 74944 w 141772"/>
              <a:gd name="csY33" fmla="*/ 55031 h 141959"/>
              <a:gd name="csX34" fmla="*/ 75999 w 141772"/>
              <a:gd name="csY34" fmla="*/ 53211 h 141959"/>
              <a:gd name="csX35" fmla="*/ 76271 w 141772"/>
              <a:gd name="csY35" fmla="*/ 51101 h 141959"/>
              <a:gd name="csX36" fmla="*/ 75710 w 141772"/>
              <a:gd name="csY36" fmla="*/ 49077 h 141959"/>
              <a:gd name="csX37" fmla="*/ 74400 w 141772"/>
              <a:gd name="csY37" fmla="*/ 47427 h 141959"/>
              <a:gd name="csX38" fmla="*/ 72732 w 141772"/>
              <a:gd name="csY38" fmla="*/ 44807 h 141959"/>
              <a:gd name="csX39" fmla="*/ 75284 w 141772"/>
              <a:gd name="csY39" fmla="*/ 40197 h 141959"/>
              <a:gd name="csX40" fmla="*/ 79555 w 141772"/>
              <a:gd name="csY40" fmla="*/ 31300 h 141959"/>
              <a:gd name="csX41" fmla="*/ 74366 w 141772"/>
              <a:gd name="csY41" fmla="*/ 19035 h 141959"/>
              <a:gd name="csX42" fmla="*/ 70980 w 141772"/>
              <a:gd name="csY42" fmla="*/ 17674 h 141959"/>
              <a:gd name="csX43" fmla="*/ 44439 w 141772"/>
              <a:gd name="csY43" fmla="*/ 21213 h 141959"/>
              <a:gd name="csX44" fmla="*/ 41326 w 141772"/>
              <a:gd name="csY44" fmla="*/ 22080 h 141959"/>
              <a:gd name="csX45" fmla="*/ 39284 w 141772"/>
              <a:gd name="csY45" fmla="*/ 24598 h 141959"/>
              <a:gd name="csX46" fmla="*/ 39097 w 141772"/>
              <a:gd name="csY46" fmla="*/ 27830 h 141959"/>
              <a:gd name="csX47" fmla="*/ 40798 w 141772"/>
              <a:gd name="csY47" fmla="*/ 30569 h 141959"/>
              <a:gd name="csX48" fmla="*/ 42499 w 141772"/>
              <a:gd name="csY48" fmla="*/ 33172 h 141959"/>
              <a:gd name="csX49" fmla="*/ 39964 w 141772"/>
              <a:gd name="csY49" fmla="*/ 37731 h 141959"/>
              <a:gd name="csX50" fmla="*/ 35694 w 141772"/>
              <a:gd name="csY50" fmla="*/ 46610 h 141959"/>
              <a:gd name="csX51" fmla="*/ 40764 w 141772"/>
              <a:gd name="csY51" fmla="*/ 58893 h 141959"/>
              <a:gd name="csX52" fmla="*/ 42568 w 141772"/>
              <a:gd name="csY52" fmla="*/ 60015 h 141959"/>
              <a:gd name="csX53" fmla="*/ 44643 w 141772"/>
              <a:gd name="csY53" fmla="*/ 60338 h 141959"/>
              <a:gd name="csX54" fmla="*/ 46702 w 141772"/>
              <a:gd name="csY54" fmla="*/ 59845 h 141959"/>
              <a:gd name="csX55" fmla="*/ 48386 w 141772"/>
              <a:gd name="csY55" fmla="*/ 58569 h 141959"/>
              <a:gd name="csX56" fmla="*/ 49458 w 141772"/>
              <a:gd name="csY56" fmla="*/ 56749 h 141959"/>
              <a:gd name="csX57" fmla="*/ 49730 w 141772"/>
              <a:gd name="csY57" fmla="*/ 54656 h 141959"/>
              <a:gd name="csX58" fmla="*/ 49152 w 141772"/>
              <a:gd name="csY58" fmla="*/ 52615 h 141959"/>
              <a:gd name="csX59" fmla="*/ 47842 w 141772"/>
              <a:gd name="csY59" fmla="*/ 50965 h 141959"/>
              <a:gd name="csX60" fmla="*/ 46191 w 141772"/>
              <a:gd name="csY60" fmla="*/ 48345 h 141959"/>
              <a:gd name="csX61" fmla="*/ 48743 w 141772"/>
              <a:gd name="csY61" fmla="*/ 43753 h 141959"/>
              <a:gd name="csX62" fmla="*/ 52997 w 141772"/>
              <a:gd name="csY62" fmla="*/ 34839 h 141959"/>
              <a:gd name="csX63" fmla="*/ 47808 w 141772"/>
              <a:gd name="csY63" fmla="*/ 22591 h 141959"/>
              <a:gd name="csX64" fmla="*/ 44439 w 141772"/>
              <a:gd name="csY64" fmla="*/ 21213 h 141959"/>
              <a:gd name="csX65" fmla="*/ 95803 w 141772"/>
              <a:gd name="csY65" fmla="*/ 21213 h 141959"/>
              <a:gd name="csX66" fmla="*/ 92689 w 141772"/>
              <a:gd name="csY66" fmla="*/ 22080 h 141959"/>
              <a:gd name="csX67" fmla="*/ 90647 w 141772"/>
              <a:gd name="csY67" fmla="*/ 24598 h 141959"/>
              <a:gd name="csX68" fmla="*/ 90443 w 141772"/>
              <a:gd name="csY68" fmla="*/ 27830 h 141959"/>
              <a:gd name="csX69" fmla="*/ 92162 w 141772"/>
              <a:gd name="csY69" fmla="*/ 30569 h 141959"/>
              <a:gd name="csX70" fmla="*/ 93863 w 141772"/>
              <a:gd name="csY70" fmla="*/ 33172 h 141959"/>
              <a:gd name="csX71" fmla="*/ 91328 w 141772"/>
              <a:gd name="csY71" fmla="*/ 37731 h 141959"/>
              <a:gd name="csX72" fmla="*/ 87057 w 141772"/>
              <a:gd name="csY72" fmla="*/ 46610 h 141959"/>
              <a:gd name="csX73" fmla="*/ 92127 w 141772"/>
              <a:gd name="csY73" fmla="*/ 58893 h 141959"/>
              <a:gd name="csX74" fmla="*/ 93914 w 141772"/>
              <a:gd name="csY74" fmla="*/ 60015 h 141959"/>
              <a:gd name="csX75" fmla="*/ 96007 w 141772"/>
              <a:gd name="csY75" fmla="*/ 60338 h 141959"/>
              <a:gd name="csX76" fmla="*/ 98065 w 141772"/>
              <a:gd name="csY76" fmla="*/ 59845 h 141959"/>
              <a:gd name="csX77" fmla="*/ 99749 w 141772"/>
              <a:gd name="csY77" fmla="*/ 58569 h 141959"/>
              <a:gd name="csX78" fmla="*/ 100821 w 141772"/>
              <a:gd name="csY78" fmla="*/ 56749 h 141959"/>
              <a:gd name="csX79" fmla="*/ 101077 w 141772"/>
              <a:gd name="csY79" fmla="*/ 54656 h 141959"/>
              <a:gd name="csX80" fmla="*/ 100515 w 141772"/>
              <a:gd name="csY80" fmla="*/ 52615 h 141959"/>
              <a:gd name="csX81" fmla="*/ 99205 w 141772"/>
              <a:gd name="csY81" fmla="*/ 50965 h 141959"/>
              <a:gd name="csX82" fmla="*/ 97555 w 141772"/>
              <a:gd name="csY82" fmla="*/ 48345 h 141959"/>
              <a:gd name="csX83" fmla="*/ 100107 w 141772"/>
              <a:gd name="csY83" fmla="*/ 43753 h 141959"/>
              <a:gd name="csX84" fmla="*/ 104360 w 141772"/>
              <a:gd name="csY84" fmla="*/ 34839 h 141959"/>
              <a:gd name="csX85" fmla="*/ 99171 w 141772"/>
              <a:gd name="csY85" fmla="*/ 22591 h 141959"/>
              <a:gd name="csX86" fmla="*/ 95803 w 141772"/>
              <a:gd name="csY86" fmla="*/ 21213 h 141959"/>
              <a:gd name="csX87" fmla="*/ 70895 w 141772"/>
              <a:gd name="csY87" fmla="*/ 63792 h 141959"/>
              <a:gd name="csX88" fmla="*/ 27630 w 141772"/>
              <a:gd name="csY88" fmla="*/ 78642 h 141959"/>
              <a:gd name="csX89" fmla="*/ 26473 w 141772"/>
              <a:gd name="csY89" fmla="*/ 79510 h 141959"/>
              <a:gd name="csX90" fmla="*/ 0 w 141772"/>
              <a:gd name="csY90" fmla="*/ 134677 h 141959"/>
              <a:gd name="csX91" fmla="*/ 34 w 141772"/>
              <a:gd name="csY91" fmla="*/ 136786 h 141959"/>
              <a:gd name="csX92" fmla="*/ 493 w 141772"/>
              <a:gd name="csY92" fmla="*/ 138811 h 141959"/>
              <a:gd name="csX93" fmla="*/ 1684 w 141772"/>
              <a:gd name="csY93" fmla="*/ 140495 h 141959"/>
              <a:gd name="csX94" fmla="*/ 3437 w 141772"/>
              <a:gd name="csY94" fmla="*/ 141600 h 141959"/>
              <a:gd name="csX95" fmla="*/ 5495 w 141772"/>
              <a:gd name="csY95" fmla="*/ 141958 h 141959"/>
              <a:gd name="csX96" fmla="*/ 7520 w 141772"/>
              <a:gd name="csY96" fmla="*/ 141498 h 141959"/>
              <a:gd name="csX97" fmla="*/ 9204 w 141772"/>
              <a:gd name="csY97" fmla="*/ 140291 h 141959"/>
              <a:gd name="csX98" fmla="*/ 10310 w 141772"/>
              <a:gd name="csY98" fmla="*/ 138538 h 141959"/>
              <a:gd name="csX99" fmla="*/ 10667 w 141772"/>
              <a:gd name="csY99" fmla="*/ 136497 h 141959"/>
              <a:gd name="csX100" fmla="*/ 10633 w 141772"/>
              <a:gd name="csY100" fmla="*/ 134677 h 141959"/>
              <a:gd name="csX101" fmla="*/ 11637 w 141772"/>
              <a:gd name="csY101" fmla="*/ 123909 h 141959"/>
              <a:gd name="csX102" fmla="*/ 28702 w 141772"/>
              <a:gd name="csY102" fmla="*/ 113039 h 141959"/>
              <a:gd name="csX103" fmla="*/ 42057 w 141772"/>
              <a:gd name="csY103" fmla="*/ 109705 h 141959"/>
              <a:gd name="csX104" fmla="*/ 45188 w 141772"/>
              <a:gd name="csY104" fmla="*/ 107493 h 141959"/>
              <a:gd name="csX105" fmla="*/ 51687 w 141772"/>
              <a:gd name="csY105" fmla="*/ 97746 h 141959"/>
              <a:gd name="csX106" fmla="*/ 61419 w 141772"/>
              <a:gd name="csY106" fmla="*/ 91247 h 141959"/>
              <a:gd name="csX107" fmla="*/ 63783 w 141772"/>
              <a:gd name="csY107" fmla="*/ 86502 h 141959"/>
              <a:gd name="csX108" fmla="*/ 60857 w 141772"/>
              <a:gd name="csY108" fmla="*/ 82079 h 141959"/>
              <a:gd name="csX109" fmla="*/ 51806 w 141772"/>
              <a:gd name="csY109" fmla="*/ 77554 h 141959"/>
              <a:gd name="csX110" fmla="*/ 70895 w 141772"/>
              <a:gd name="csY110" fmla="*/ 74424 h 141959"/>
              <a:gd name="csX111" fmla="*/ 96568 w 141772"/>
              <a:gd name="csY111" fmla="*/ 80207 h 141959"/>
              <a:gd name="csX112" fmla="*/ 93710 w 141772"/>
              <a:gd name="csY112" fmla="*/ 83065 h 141959"/>
              <a:gd name="csX113" fmla="*/ 92434 w 141772"/>
              <a:gd name="csY113" fmla="*/ 88509 h 141959"/>
              <a:gd name="csX114" fmla="*/ 94935 w 141772"/>
              <a:gd name="csY114" fmla="*/ 96028 h 141959"/>
              <a:gd name="csX115" fmla="*/ 92298 w 141772"/>
              <a:gd name="csY115" fmla="*/ 98664 h 141959"/>
              <a:gd name="csX116" fmla="*/ 81052 w 141772"/>
              <a:gd name="csY116" fmla="*/ 95841 h 141959"/>
              <a:gd name="csX117" fmla="*/ 74604 w 141772"/>
              <a:gd name="csY117" fmla="*/ 99719 h 141959"/>
              <a:gd name="csX118" fmla="*/ 71269 w 141772"/>
              <a:gd name="csY118" fmla="*/ 113005 h 141959"/>
              <a:gd name="csX119" fmla="*/ 57608 w 141772"/>
              <a:gd name="csY119" fmla="*/ 133486 h 141959"/>
              <a:gd name="csX120" fmla="*/ 57556 w 141772"/>
              <a:gd name="csY120" fmla="*/ 139338 h 141959"/>
              <a:gd name="csX121" fmla="*/ 62031 w 141772"/>
              <a:gd name="csY121" fmla="*/ 141754 h 141959"/>
              <a:gd name="csX122" fmla="*/ 62899 w 141772"/>
              <a:gd name="csY122" fmla="*/ 141686 h 141959"/>
              <a:gd name="csX123" fmla="*/ 84165 w 141772"/>
              <a:gd name="csY123" fmla="*/ 138147 h 141959"/>
              <a:gd name="csX124" fmla="*/ 86241 w 141772"/>
              <a:gd name="csY124" fmla="*/ 137331 h 141959"/>
              <a:gd name="csX125" fmla="*/ 96109 w 141772"/>
              <a:gd name="csY125" fmla="*/ 130748 h 141959"/>
              <a:gd name="csX126" fmla="*/ 105772 w 141772"/>
              <a:gd name="csY126" fmla="*/ 128332 h 141959"/>
              <a:gd name="csX127" fmla="*/ 110774 w 141772"/>
              <a:gd name="csY127" fmla="*/ 135851 h 141959"/>
              <a:gd name="csX128" fmla="*/ 114347 w 141772"/>
              <a:gd name="csY128" fmla="*/ 138147 h 141959"/>
              <a:gd name="csX129" fmla="*/ 135342 w 141772"/>
              <a:gd name="csY129" fmla="*/ 141566 h 141959"/>
              <a:gd name="csX130" fmla="*/ 135614 w 141772"/>
              <a:gd name="csY130" fmla="*/ 141600 h 141959"/>
              <a:gd name="csX131" fmla="*/ 136907 w 141772"/>
              <a:gd name="csY131" fmla="*/ 141669 h 141959"/>
              <a:gd name="csX132" fmla="*/ 136975 w 141772"/>
              <a:gd name="csY132" fmla="*/ 141652 h 141959"/>
              <a:gd name="csX133" fmla="*/ 136992 w 141772"/>
              <a:gd name="csY133" fmla="*/ 141652 h 141959"/>
              <a:gd name="csX134" fmla="*/ 138132 w 141772"/>
              <a:gd name="csY134" fmla="*/ 141413 h 141959"/>
              <a:gd name="csX135" fmla="*/ 138387 w 141772"/>
              <a:gd name="csY135" fmla="*/ 141311 h 141959"/>
              <a:gd name="csX136" fmla="*/ 139289 w 141772"/>
              <a:gd name="csY136" fmla="*/ 140835 h 141959"/>
              <a:gd name="csX137" fmla="*/ 139459 w 141772"/>
              <a:gd name="csY137" fmla="*/ 140750 h 141959"/>
              <a:gd name="csX138" fmla="*/ 139510 w 141772"/>
              <a:gd name="csY138" fmla="*/ 140699 h 141959"/>
              <a:gd name="csX139" fmla="*/ 140327 w 141772"/>
              <a:gd name="csY139" fmla="*/ 140001 h 141959"/>
              <a:gd name="csX140" fmla="*/ 140429 w 141772"/>
              <a:gd name="csY140" fmla="*/ 139899 h 141959"/>
              <a:gd name="csX141" fmla="*/ 140531 w 141772"/>
              <a:gd name="csY141" fmla="*/ 139763 h 141959"/>
              <a:gd name="csX142" fmla="*/ 141041 w 141772"/>
              <a:gd name="csY142" fmla="*/ 139015 h 141959"/>
              <a:gd name="csX143" fmla="*/ 141296 w 141772"/>
              <a:gd name="csY143" fmla="*/ 138521 h 141959"/>
              <a:gd name="csX144" fmla="*/ 141569 w 141772"/>
              <a:gd name="csY144" fmla="*/ 137773 h 141959"/>
              <a:gd name="csX145" fmla="*/ 141586 w 141772"/>
              <a:gd name="csY145" fmla="*/ 137739 h 141959"/>
              <a:gd name="csX146" fmla="*/ 141671 w 141772"/>
              <a:gd name="csY146" fmla="*/ 137331 h 141959"/>
              <a:gd name="csX147" fmla="*/ 141756 w 141772"/>
              <a:gd name="csY147" fmla="*/ 136497 h 141959"/>
              <a:gd name="csX148" fmla="*/ 141756 w 141772"/>
              <a:gd name="csY148" fmla="*/ 136429 h 141959"/>
              <a:gd name="csX149" fmla="*/ 141773 w 141772"/>
              <a:gd name="csY149" fmla="*/ 136123 h 141959"/>
              <a:gd name="csX150" fmla="*/ 141773 w 141772"/>
              <a:gd name="csY150" fmla="*/ 134677 h 141959"/>
              <a:gd name="csX151" fmla="*/ 70895 w 141772"/>
              <a:gd name="csY151" fmla="*/ 63792 h 141959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37614" y="0"/>
                  <a:pt x="28063" y="2612"/>
                  <a:pt x="21590" y="5273"/>
                </a:cubicBezTo>
                <a:cubicBezTo>
                  <a:pt x="15107" y="7933"/>
                  <a:pt x="11464" y="10809"/>
                  <a:pt x="11464" y="10809"/>
                </a:cubicBezTo>
                <a:cubicBezTo>
                  <a:pt x="10684" y="11420"/>
                  <a:pt x="10181" y="12330"/>
                  <a:pt x="10073" y="13314"/>
                </a:cubicBezTo>
                <a:cubicBezTo>
                  <a:pt x="9965" y="14308"/>
                  <a:pt x="10253" y="15290"/>
                  <a:pt x="10876" y="16069"/>
                </a:cubicBezTo>
                <a:cubicBezTo>
                  <a:pt x="11487" y="16849"/>
                  <a:pt x="12398" y="17340"/>
                  <a:pt x="13381" y="17459"/>
                </a:cubicBezTo>
                <a:cubicBezTo>
                  <a:pt x="14376" y="17567"/>
                  <a:pt x="15358" y="17280"/>
                  <a:pt x="16137" y="16656"/>
                </a:cubicBezTo>
                <a:cubicBezTo>
                  <a:pt x="16137" y="16656"/>
                  <a:pt x="18738" y="14535"/>
                  <a:pt x="24419" y="12199"/>
                </a:cubicBezTo>
                <a:cubicBezTo>
                  <a:pt x="30112" y="9874"/>
                  <a:pt x="38669" y="7489"/>
                  <a:pt x="50006" y="7489"/>
                </a:cubicBezTo>
                <a:cubicBezTo>
                  <a:pt x="61332" y="7489"/>
                  <a:pt x="69889" y="9874"/>
                  <a:pt x="75582" y="12199"/>
                </a:cubicBezTo>
                <a:cubicBezTo>
                  <a:pt x="81275" y="14535"/>
                  <a:pt x="83863" y="16656"/>
                  <a:pt x="83863" y="16656"/>
                </a:cubicBezTo>
                <a:cubicBezTo>
                  <a:pt x="84247" y="16968"/>
                  <a:pt x="84690" y="17196"/>
                  <a:pt x="85157" y="17328"/>
                </a:cubicBezTo>
                <a:cubicBezTo>
                  <a:pt x="85637" y="17471"/>
                  <a:pt x="86128" y="17507"/>
                  <a:pt x="86620" y="17459"/>
                </a:cubicBezTo>
                <a:cubicBezTo>
                  <a:pt x="87111" y="17399"/>
                  <a:pt x="87578" y="17256"/>
                  <a:pt x="88010" y="17016"/>
                </a:cubicBezTo>
                <a:cubicBezTo>
                  <a:pt x="88441" y="16777"/>
                  <a:pt x="88825" y="16453"/>
                  <a:pt x="89137" y="16069"/>
                </a:cubicBezTo>
                <a:cubicBezTo>
                  <a:pt x="89436" y="15686"/>
                  <a:pt x="89664" y="15242"/>
                  <a:pt x="89807" y="14775"/>
                </a:cubicBezTo>
                <a:cubicBezTo>
                  <a:pt x="89940" y="14296"/>
                  <a:pt x="89988" y="13805"/>
                  <a:pt x="89928" y="13314"/>
                </a:cubicBezTo>
                <a:cubicBezTo>
                  <a:pt x="89879" y="12822"/>
                  <a:pt x="89723" y="12355"/>
                  <a:pt x="89484" y="11923"/>
                </a:cubicBezTo>
                <a:cubicBezTo>
                  <a:pt x="89256" y="11492"/>
                  <a:pt x="88932" y="11108"/>
                  <a:pt x="88549" y="10809"/>
                </a:cubicBezTo>
                <a:cubicBezTo>
                  <a:pt x="88549" y="10809"/>
                  <a:pt x="84894" y="7933"/>
                  <a:pt x="78422" y="5273"/>
                </a:cubicBezTo>
                <a:cubicBezTo>
                  <a:pt x="71938" y="2612"/>
                  <a:pt x="62387" y="0"/>
                  <a:pt x="50006" y="0"/>
                </a:cubicBezTo>
                <a:close/>
                <a:moveTo>
                  <a:pt x="50066" y="12450"/>
                </a:moveTo>
                <a:cubicBezTo>
                  <a:pt x="49299" y="12415"/>
                  <a:pt x="48532" y="12630"/>
                  <a:pt x="47873" y="13062"/>
                </a:cubicBezTo>
                <a:cubicBezTo>
                  <a:pt x="47226" y="13493"/>
                  <a:pt x="46722" y="14104"/>
                  <a:pt x="46447" y="14835"/>
                </a:cubicBezTo>
                <a:cubicBezTo>
                  <a:pt x="46159" y="15554"/>
                  <a:pt x="46111" y="16357"/>
                  <a:pt x="46303" y="17112"/>
                </a:cubicBezTo>
                <a:cubicBezTo>
                  <a:pt x="46495" y="17854"/>
                  <a:pt x="46915" y="18538"/>
                  <a:pt x="47501" y="19041"/>
                </a:cubicBezTo>
                <a:cubicBezTo>
                  <a:pt x="49036" y="20383"/>
                  <a:pt x="48771" y="20443"/>
                  <a:pt x="48700" y="20874"/>
                </a:cubicBezTo>
                <a:cubicBezTo>
                  <a:pt x="48640" y="21306"/>
                  <a:pt x="47993" y="22540"/>
                  <a:pt x="46927" y="24086"/>
                </a:cubicBezTo>
                <a:cubicBezTo>
                  <a:pt x="45859" y="25644"/>
                  <a:pt x="44386" y="27513"/>
                  <a:pt x="43918" y="30329"/>
                </a:cubicBezTo>
                <a:cubicBezTo>
                  <a:pt x="43450" y="33157"/>
                  <a:pt x="44757" y="36549"/>
                  <a:pt x="47489" y="38993"/>
                </a:cubicBezTo>
                <a:cubicBezTo>
                  <a:pt x="47849" y="39341"/>
                  <a:pt x="48280" y="39604"/>
                  <a:pt x="48748" y="39784"/>
                </a:cubicBezTo>
                <a:cubicBezTo>
                  <a:pt x="49215" y="39952"/>
                  <a:pt x="49718" y="40036"/>
                  <a:pt x="50222" y="40012"/>
                </a:cubicBezTo>
                <a:cubicBezTo>
                  <a:pt x="50714" y="39988"/>
                  <a:pt x="51205" y="39868"/>
                  <a:pt x="51660" y="39652"/>
                </a:cubicBezTo>
                <a:cubicBezTo>
                  <a:pt x="52115" y="39436"/>
                  <a:pt x="52523" y="39137"/>
                  <a:pt x="52859" y="38765"/>
                </a:cubicBezTo>
                <a:cubicBezTo>
                  <a:pt x="53183" y="38394"/>
                  <a:pt x="53446" y="37950"/>
                  <a:pt x="53602" y="37483"/>
                </a:cubicBezTo>
                <a:cubicBezTo>
                  <a:pt x="53769" y="37004"/>
                  <a:pt x="53829" y="36501"/>
                  <a:pt x="53793" y="35997"/>
                </a:cubicBezTo>
                <a:cubicBezTo>
                  <a:pt x="53757" y="35506"/>
                  <a:pt x="53626" y="35014"/>
                  <a:pt x="53398" y="34571"/>
                </a:cubicBezTo>
                <a:cubicBezTo>
                  <a:pt x="53171" y="34128"/>
                  <a:pt x="52859" y="33732"/>
                  <a:pt x="52475" y="33409"/>
                </a:cubicBezTo>
                <a:cubicBezTo>
                  <a:pt x="50965" y="32067"/>
                  <a:pt x="51229" y="32019"/>
                  <a:pt x="51300" y="31563"/>
                </a:cubicBezTo>
                <a:cubicBezTo>
                  <a:pt x="51385" y="31108"/>
                  <a:pt x="52032" y="29874"/>
                  <a:pt x="53098" y="28316"/>
                </a:cubicBezTo>
                <a:cubicBezTo>
                  <a:pt x="54165" y="26758"/>
                  <a:pt x="55651" y="24877"/>
                  <a:pt x="56107" y="22049"/>
                </a:cubicBezTo>
                <a:cubicBezTo>
                  <a:pt x="56550" y="19221"/>
                  <a:pt x="55208" y="15830"/>
                  <a:pt x="52451" y="13409"/>
                </a:cubicBezTo>
                <a:cubicBezTo>
                  <a:pt x="51792" y="12822"/>
                  <a:pt x="50953" y="12474"/>
                  <a:pt x="50066" y="12450"/>
                </a:cubicBezTo>
                <a:close/>
                <a:moveTo>
                  <a:pt x="31370" y="14943"/>
                </a:moveTo>
                <a:cubicBezTo>
                  <a:pt x="30591" y="14919"/>
                  <a:pt x="29824" y="15135"/>
                  <a:pt x="29177" y="15554"/>
                </a:cubicBezTo>
                <a:cubicBezTo>
                  <a:pt x="28530" y="15986"/>
                  <a:pt x="28026" y="16609"/>
                  <a:pt x="27739" y="17328"/>
                </a:cubicBezTo>
                <a:cubicBezTo>
                  <a:pt x="27463" y="18059"/>
                  <a:pt x="27415" y="18849"/>
                  <a:pt x="27607" y="19604"/>
                </a:cubicBezTo>
                <a:cubicBezTo>
                  <a:pt x="27787" y="20359"/>
                  <a:pt x="28206" y="21031"/>
                  <a:pt x="28805" y="21534"/>
                </a:cubicBezTo>
                <a:cubicBezTo>
                  <a:pt x="30339" y="22876"/>
                  <a:pt x="30076" y="22935"/>
                  <a:pt x="30003" y="23367"/>
                </a:cubicBezTo>
                <a:cubicBezTo>
                  <a:pt x="29932" y="23810"/>
                  <a:pt x="29284" y="25033"/>
                  <a:pt x="28218" y="26579"/>
                </a:cubicBezTo>
                <a:cubicBezTo>
                  <a:pt x="27164" y="28136"/>
                  <a:pt x="25689" y="30006"/>
                  <a:pt x="25210" y="32833"/>
                </a:cubicBezTo>
                <a:cubicBezTo>
                  <a:pt x="24743" y="35650"/>
                  <a:pt x="26049" y="39053"/>
                  <a:pt x="28781" y="41486"/>
                </a:cubicBezTo>
                <a:cubicBezTo>
                  <a:pt x="29153" y="41833"/>
                  <a:pt x="29572" y="42097"/>
                  <a:pt x="30052" y="42276"/>
                </a:cubicBezTo>
                <a:cubicBezTo>
                  <a:pt x="30519" y="42456"/>
                  <a:pt x="31011" y="42528"/>
                  <a:pt x="31514" y="42504"/>
                </a:cubicBezTo>
                <a:cubicBezTo>
                  <a:pt x="32017" y="42492"/>
                  <a:pt x="32508" y="42360"/>
                  <a:pt x="32964" y="42157"/>
                </a:cubicBezTo>
                <a:cubicBezTo>
                  <a:pt x="33419" y="41941"/>
                  <a:pt x="33815" y="41630"/>
                  <a:pt x="34150" y="41258"/>
                </a:cubicBezTo>
                <a:cubicBezTo>
                  <a:pt x="34486" y="40886"/>
                  <a:pt x="34738" y="40455"/>
                  <a:pt x="34906" y="39976"/>
                </a:cubicBezTo>
                <a:cubicBezTo>
                  <a:pt x="35061" y="39497"/>
                  <a:pt x="35133" y="39005"/>
                  <a:pt x="35097" y="38501"/>
                </a:cubicBezTo>
                <a:cubicBezTo>
                  <a:pt x="35061" y="37998"/>
                  <a:pt x="34917" y="37507"/>
                  <a:pt x="34690" y="37064"/>
                </a:cubicBezTo>
                <a:cubicBezTo>
                  <a:pt x="34462" y="36620"/>
                  <a:pt x="34150" y="36225"/>
                  <a:pt x="33767" y="35901"/>
                </a:cubicBezTo>
                <a:cubicBezTo>
                  <a:pt x="32269" y="34559"/>
                  <a:pt x="32532" y="34511"/>
                  <a:pt x="32604" y="34056"/>
                </a:cubicBezTo>
                <a:cubicBezTo>
                  <a:pt x="32676" y="33601"/>
                  <a:pt x="33335" y="32366"/>
                  <a:pt x="34402" y="30821"/>
                </a:cubicBezTo>
                <a:cubicBezTo>
                  <a:pt x="35469" y="29263"/>
                  <a:pt x="36955" y="27382"/>
                  <a:pt x="37398" y="24542"/>
                </a:cubicBezTo>
                <a:cubicBezTo>
                  <a:pt x="37854" y="21713"/>
                  <a:pt x="36500" y="18334"/>
                  <a:pt x="33743" y="15914"/>
                </a:cubicBezTo>
                <a:cubicBezTo>
                  <a:pt x="33096" y="15314"/>
                  <a:pt x="32257" y="14979"/>
                  <a:pt x="31370" y="14943"/>
                </a:cubicBezTo>
                <a:close/>
                <a:moveTo>
                  <a:pt x="67552" y="14943"/>
                </a:moveTo>
                <a:cubicBezTo>
                  <a:pt x="66772" y="14919"/>
                  <a:pt x="66006" y="15135"/>
                  <a:pt x="65359" y="15554"/>
                </a:cubicBezTo>
                <a:cubicBezTo>
                  <a:pt x="64699" y="15986"/>
                  <a:pt x="64208" y="16609"/>
                  <a:pt x="63920" y="17328"/>
                </a:cubicBezTo>
                <a:cubicBezTo>
                  <a:pt x="63645" y="18059"/>
                  <a:pt x="63597" y="18849"/>
                  <a:pt x="63777" y="19604"/>
                </a:cubicBezTo>
                <a:cubicBezTo>
                  <a:pt x="63969" y="20359"/>
                  <a:pt x="64388" y="21031"/>
                  <a:pt x="64987" y="21534"/>
                </a:cubicBezTo>
                <a:cubicBezTo>
                  <a:pt x="66509" y="22876"/>
                  <a:pt x="66258" y="22935"/>
                  <a:pt x="66186" y="23367"/>
                </a:cubicBezTo>
                <a:cubicBezTo>
                  <a:pt x="66114" y="23810"/>
                  <a:pt x="65466" y="25033"/>
                  <a:pt x="64400" y="26579"/>
                </a:cubicBezTo>
                <a:cubicBezTo>
                  <a:pt x="63333" y="28136"/>
                  <a:pt x="61859" y="30006"/>
                  <a:pt x="61391" y="32833"/>
                </a:cubicBezTo>
                <a:cubicBezTo>
                  <a:pt x="60924" y="35650"/>
                  <a:pt x="62231" y="39053"/>
                  <a:pt x="64963" y="41486"/>
                </a:cubicBezTo>
                <a:cubicBezTo>
                  <a:pt x="65323" y="41833"/>
                  <a:pt x="65755" y="42097"/>
                  <a:pt x="66222" y="42276"/>
                </a:cubicBezTo>
                <a:cubicBezTo>
                  <a:pt x="66701" y="42456"/>
                  <a:pt x="67192" y="42528"/>
                  <a:pt x="67696" y="42504"/>
                </a:cubicBezTo>
                <a:cubicBezTo>
                  <a:pt x="68199" y="42492"/>
                  <a:pt x="68691" y="42360"/>
                  <a:pt x="69146" y="42157"/>
                </a:cubicBezTo>
                <a:cubicBezTo>
                  <a:pt x="69589" y="41941"/>
                  <a:pt x="69997" y="41630"/>
                  <a:pt x="70332" y="41258"/>
                </a:cubicBezTo>
                <a:cubicBezTo>
                  <a:pt x="70668" y="40886"/>
                  <a:pt x="70919" y="40455"/>
                  <a:pt x="71087" y="39976"/>
                </a:cubicBezTo>
                <a:cubicBezTo>
                  <a:pt x="71243" y="39497"/>
                  <a:pt x="71303" y="39005"/>
                  <a:pt x="71267" y="38501"/>
                </a:cubicBezTo>
                <a:cubicBezTo>
                  <a:pt x="71231" y="37998"/>
                  <a:pt x="71100" y="37507"/>
                  <a:pt x="70872" y="37064"/>
                </a:cubicBezTo>
                <a:cubicBezTo>
                  <a:pt x="70644" y="36620"/>
                  <a:pt x="70332" y="36225"/>
                  <a:pt x="69949" y="35901"/>
                </a:cubicBezTo>
                <a:cubicBezTo>
                  <a:pt x="68439" y="34559"/>
                  <a:pt x="68703" y="34511"/>
                  <a:pt x="68786" y="34056"/>
                </a:cubicBezTo>
                <a:cubicBezTo>
                  <a:pt x="68858" y="33601"/>
                  <a:pt x="69518" y="32366"/>
                  <a:pt x="70584" y="30821"/>
                </a:cubicBezTo>
                <a:cubicBezTo>
                  <a:pt x="71651" y="29263"/>
                  <a:pt x="73125" y="27382"/>
                  <a:pt x="73580" y="24542"/>
                </a:cubicBezTo>
                <a:cubicBezTo>
                  <a:pt x="74036" y="21713"/>
                  <a:pt x="72681" y="18334"/>
                  <a:pt x="69925" y="15914"/>
                </a:cubicBezTo>
                <a:cubicBezTo>
                  <a:pt x="69277" y="15314"/>
                  <a:pt x="68427" y="14979"/>
                  <a:pt x="67552" y="14943"/>
                </a:cubicBezTo>
                <a:close/>
                <a:moveTo>
                  <a:pt x="50006" y="44937"/>
                </a:moveTo>
                <a:cubicBezTo>
                  <a:pt x="38525" y="44937"/>
                  <a:pt x="27966" y="48867"/>
                  <a:pt x="19529" y="55398"/>
                </a:cubicBezTo>
                <a:cubicBezTo>
                  <a:pt x="19229" y="55566"/>
                  <a:pt x="18966" y="55770"/>
                  <a:pt x="18714" y="56009"/>
                </a:cubicBezTo>
                <a:cubicBezTo>
                  <a:pt x="7364" y="65164"/>
                  <a:pt x="66" y="79172"/>
                  <a:pt x="66" y="94870"/>
                </a:cubicBezTo>
                <a:cubicBezTo>
                  <a:pt x="66" y="95374"/>
                  <a:pt x="78" y="95865"/>
                  <a:pt x="90" y="96356"/>
                </a:cubicBezTo>
                <a:cubicBezTo>
                  <a:pt x="102" y="96848"/>
                  <a:pt x="210" y="97327"/>
                  <a:pt x="413" y="97782"/>
                </a:cubicBezTo>
                <a:cubicBezTo>
                  <a:pt x="605" y="98226"/>
                  <a:pt x="893" y="98633"/>
                  <a:pt x="1252" y="98969"/>
                </a:cubicBezTo>
                <a:cubicBezTo>
                  <a:pt x="1612" y="99316"/>
                  <a:pt x="2031" y="99579"/>
                  <a:pt x="2487" y="99747"/>
                </a:cubicBezTo>
                <a:cubicBezTo>
                  <a:pt x="2954" y="99927"/>
                  <a:pt x="3446" y="100011"/>
                  <a:pt x="3937" y="99999"/>
                </a:cubicBezTo>
                <a:cubicBezTo>
                  <a:pt x="4428" y="99987"/>
                  <a:pt x="4907" y="99868"/>
                  <a:pt x="5363" y="99675"/>
                </a:cubicBezTo>
                <a:cubicBezTo>
                  <a:pt x="5806" y="99472"/>
                  <a:pt x="6214" y="99184"/>
                  <a:pt x="6549" y="98825"/>
                </a:cubicBezTo>
                <a:cubicBezTo>
                  <a:pt x="6885" y="98465"/>
                  <a:pt x="7149" y="98046"/>
                  <a:pt x="7329" y="97590"/>
                </a:cubicBezTo>
                <a:cubicBezTo>
                  <a:pt x="7508" y="97135"/>
                  <a:pt x="7592" y="96643"/>
                  <a:pt x="7580" y="96152"/>
                </a:cubicBezTo>
                <a:cubicBezTo>
                  <a:pt x="7568" y="95721"/>
                  <a:pt x="7556" y="95289"/>
                  <a:pt x="7556" y="94870"/>
                </a:cubicBezTo>
                <a:cubicBezTo>
                  <a:pt x="7556" y="92270"/>
                  <a:pt x="7820" y="89741"/>
                  <a:pt x="8263" y="87285"/>
                </a:cubicBezTo>
                <a:lnTo>
                  <a:pt x="20284" y="79628"/>
                </a:lnTo>
                <a:lnTo>
                  <a:pt x="29692" y="77279"/>
                </a:lnTo>
                <a:cubicBezTo>
                  <a:pt x="30591" y="77051"/>
                  <a:pt x="31382" y="76500"/>
                  <a:pt x="31898" y="75721"/>
                </a:cubicBezTo>
                <a:lnTo>
                  <a:pt x="36476" y="68855"/>
                </a:lnTo>
                <a:lnTo>
                  <a:pt x="43331" y="64277"/>
                </a:lnTo>
                <a:cubicBezTo>
                  <a:pt x="44446" y="63535"/>
                  <a:pt x="45080" y="62264"/>
                  <a:pt x="44996" y="60934"/>
                </a:cubicBezTo>
                <a:cubicBezTo>
                  <a:pt x="44913" y="59592"/>
                  <a:pt x="44134" y="58418"/>
                  <a:pt x="42935" y="57819"/>
                </a:cubicBezTo>
                <a:lnTo>
                  <a:pt x="36559" y="54631"/>
                </a:lnTo>
                <a:cubicBezTo>
                  <a:pt x="40790" y="53217"/>
                  <a:pt x="45297" y="52426"/>
                  <a:pt x="50006" y="52426"/>
                </a:cubicBezTo>
                <a:cubicBezTo>
                  <a:pt x="56490" y="52426"/>
                  <a:pt x="62602" y="53912"/>
                  <a:pt x="68091" y="56500"/>
                </a:cubicBezTo>
                <a:lnTo>
                  <a:pt x="66078" y="58513"/>
                </a:lnTo>
                <a:cubicBezTo>
                  <a:pt x="65071" y="59520"/>
                  <a:pt x="64723" y="61006"/>
                  <a:pt x="65179" y="62348"/>
                </a:cubicBezTo>
                <a:lnTo>
                  <a:pt x="66941" y="67645"/>
                </a:lnTo>
                <a:lnTo>
                  <a:pt x="65083" y="69502"/>
                </a:lnTo>
                <a:lnTo>
                  <a:pt x="57161" y="67513"/>
                </a:lnTo>
                <a:cubicBezTo>
                  <a:pt x="55136" y="67009"/>
                  <a:pt x="53122" y="68244"/>
                  <a:pt x="52619" y="70245"/>
                </a:cubicBezTo>
                <a:lnTo>
                  <a:pt x="50270" y="79604"/>
                </a:lnTo>
                <a:lnTo>
                  <a:pt x="40647" y="94031"/>
                </a:lnTo>
                <a:cubicBezTo>
                  <a:pt x="39819" y="95278"/>
                  <a:pt x="39807" y="96896"/>
                  <a:pt x="40610" y="98154"/>
                </a:cubicBezTo>
                <a:cubicBezTo>
                  <a:pt x="41317" y="99232"/>
                  <a:pt x="42503" y="99856"/>
                  <a:pt x="43762" y="99856"/>
                </a:cubicBezTo>
                <a:cubicBezTo>
                  <a:pt x="43966" y="99856"/>
                  <a:pt x="44169" y="99844"/>
                  <a:pt x="44374" y="99808"/>
                </a:cubicBezTo>
                <a:lnTo>
                  <a:pt x="59354" y="97315"/>
                </a:lnTo>
                <a:cubicBezTo>
                  <a:pt x="59882" y="97219"/>
                  <a:pt x="60385" y="97027"/>
                  <a:pt x="60817" y="96740"/>
                </a:cubicBezTo>
                <a:lnTo>
                  <a:pt x="67768" y="92103"/>
                </a:lnTo>
                <a:lnTo>
                  <a:pt x="74575" y="90401"/>
                </a:lnTo>
                <a:lnTo>
                  <a:pt x="78098" y="95697"/>
                </a:lnTo>
                <a:cubicBezTo>
                  <a:pt x="78674" y="96560"/>
                  <a:pt x="79585" y="97147"/>
                  <a:pt x="80615" y="97315"/>
                </a:cubicBezTo>
                <a:lnTo>
                  <a:pt x="95405" y="99723"/>
                </a:lnTo>
                <a:cubicBezTo>
                  <a:pt x="95465" y="99735"/>
                  <a:pt x="95524" y="99747"/>
                  <a:pt x="95596" y="99747"/>
                </a:cubicBezTo>
                <a:cubicBezTo>
                  <a:pt x="95896" y="99808"/>
                  <a:pt x="96195" y="99820"/>
                  <a:pt x="96507" y="99796"/>
                </a:cubicBezTo>
                <a:cubicBezTo>
                  <a:pt x="96519" y="99796"/>
                  <a:pt x="96543" y="99784"/>
                  <a:pt x="96555" y="99784"/>
                </a:cubicBezTo>
                <a:cubicBezTo>
                  <a:pt x="96567" y="99784"/>
                  <a:pt x="96567" y="99784"/>
                  <a:pt x="96567" y="99784"/>
                </a:cubicBezTo>
                <a:cubicBezTo>
                  <a:pt x="96842" y="99759"/>
                  <a:pt x="97107" y="99699"/>
                  <a:pt x="97370" y="99615"/>
                </a:cubicBezTo>
                <a:cubicBezTo>
                  <a:pt x="97430" y="99591"/>
                  <a:pt x="97490" y="99567"/>
                  <a:pt x="97550" y="99544"/>
                </a:cubicBezTo>
                <a:cubicBezTo>
                  <a:pt x="97765" y="99448"/>
                  <a:pt x="97981" y="99340"/>
                  <a:pt x="98185" y="99208"/>
                </a:cubicBezTo>
                <a:cubicBezTo>
                  <a:pt x="98221" y="99184"/>
                  <a:pt x="98269" y="99172"/>
                  <a:pt x="98305" y="99148"/>
                </a:cubicBezTo>
                <a:cubicBezTo>
                  <a:pt x="98317" y="99136"/>
                  <a:pt x="98329" y="99124"/>
                  <a:pt x="98341" y="99112"/>
                </a:cubicBezTo>
                <a:cubicBezTo>
                  <a:pt x="98544" y="98969"/>
                  <a:pt x="98737" y="98800"/>
                  <a:pt x="98916" y="98621"/>
                </a:cubicBezTo>
                <a:cubicBezTo>
                  <a:pt x="98940" y="98585"/>
                  <a:pt x="98964" y="98573"/>
                  <a:pt x="98988" y="98549"/>
                </a:cubicBezTo>
                <a:cubicBezTo>
                  <a:pt x="99024" y="98513"/>
                  <a:pt x="99036" y="98477"/>
                  <a:pt x="99060" y="98453"/>
                </a:cubicBezTo>
                <a:cubicBezTo>
                  <a:pt x="99192" y="98285"/>
                  <a:pt x="99311" y="98106"/>
                  <a:pt x="99419" y="97926"/>
                </a:cubicBezTo>
                <a:cubicBezTo>
                  <a:pt x="99491" y="97806"/>
                  <a:pt x="99539" y="97699"/>
                  <a:pt x="99599" y="97578"/>
                </a:cubicBezTo>
                <a:cubicBezTo>
                  <a:pt x="99671" y="97411"/>
                  <a:pt x="99743" y="97231"/>
                  <a:pt x="99791" y="97051"/>
                </a:cubicBezTo>
                <a:cubicBezTo>
                  <a:pt x="99791" y="97039"/>
                  <a:pt x="99791" y="97027"/>
                  <a:pt x="99803" y="97027"/>
                </a:cubicBezTo>
                <a:cubicBezTo>
                  <a:pt x="99827" y="96932"/>
                  <a:pt x="99839" y="96836"/>
                  <a:pt x="99863" y="96740"/>
                </a:cubicBezTo>
                <a:cubicBezTo>
                  <a:pt x="99899" y="96548"/>
                  <a:pt x="99923" y="96356"/>
                  <a:pt x="99923" y="96152"/>
                </a:cubicBezTo>
                <a:cubicBezTo>
                  <a:pt x="99923" y="96140"/>
                  <a:pt x="99923" y="96116"/>
                  <a:pt x="99923" y="96105"/>
                </a:cubicBezTo>
                <a:cubicBezTo>
                  <a:pt x="99923" y="96033"/>
                  <a:pt x="99935" y="95961"/>
                  <a:pt x="99935" y="95889"/>
                </a:cubicBezTo>
                <a:cubicBezTo>
                  <a:pt x="99935" y="95554"/>
                  <a:pt x="99935" y="95206"/>
                  <a:pt x="99935" y="94870"/>
                </a:cubicBezTo>
                <a:cubicBezTo>
                  <a:pt x="99935" y="67333"/>
                  <a:pt x="77535" y="44937"/>
                  <a:pt x="50006" y="4493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0" name="Чёрный — SVG 13">
            <a:extLst>
              <a:ext uri="{FF2B5EF4-FFF2-40B4-BE49-F238E27FC236}">
                <a16:creationId xmlns:a16="http://schemas.microsoft.com/office/drawing/2014/main" id="{9253F107-CF6D-6443-8DF5-9CFD3C855DAC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49628 w 99239"/>
              <a:gd name="csY0" fmla="*/ 0 h 141702"/>
              <a:gd name="csX1" fmla="*/ 0 w 99239"/>
              <a:gd name="csY1" fmla="*/ 49553 h 141702"/>
              <a:gd name="csX2" fmla="*/ 15550 w 99239"/>
              <a:gd name="csY2" fmla="*/ 85583 h 141702"/>
              <a:gd name="csX3" fmla="*/ 17881 w 99239"/>
              <a:gd name="csY3" fmla="*/ 89853 h 141702"/>
              <a:gd name="csX4" fmla="*/ 26626 w 99239"/>
              <a:gd name="csY4" fmla="*/ 129216 h 141702"/>
              <a:gd name="csX5" fmla="*/ 42193 w 99239"/>
              <a:gd name="csY5" fmla="*/ 141703 h 141702"/>
              <a:gd name="csX6" fmla="*/ 57046 w 99239"/>
              <a:gd name="csY6" fmla="*/ 141703 h 141702"/>
              <a:gd name="csX7" fmla="*/ 72613 w 99239"/>
              <a:gd name="csY7" fmla="*/ 129216 h 141702"/>
              <a:gd name="csX8" fmla="*/ 81358 w 99239"/>
              <a:gd name="csY8" fmla="*/ 89853 h 141702"/>
              <a:gd name="csX9" fmla="*/ 83689 w 99239"/>
              <a:gd name="csY9" fmla="*/ 85583 h 141702"/>
              <a:gd name="csX10" fmla="*/ 99239 w 99239"/>
              <a:gd name="csY10" fmla="*/ 49553 h 141702"/>
              <a:gd name="csX11" fmla="*/ 49628 w 99239"/>
              <a:gd name="csY11" fmla="*/ 0 h 141702"/>
              <a:gd name="csX12" fmla="*/ 49628 w 99239"/>
              <a:gd name="csY12" fmla="*/ 10632 h 141702"/>
              <a:gd name="csX13" fmla="*/ 88606 w 99239"/>
              <a:gd name="csY13" fmla="*/ 49553 h 141702"/>
              <a:gd name="csX14" fmla="*/ 76390 w 99239"/>
              <a:gd name="csY14" fmla="*/ 77860 h 141702"/>
              <a:gd name="csX15" fmla="*/ 70980 w 99239"/>
              <a:gd name="csY15" fmla="*/ 87556 h 141702"/>
              <a:gd name="csX16" fmla="*/ 66812 w 99239"/>
              <a:gd name="csY16" fmla="*/ 106285 h 141702"/>
              <a:gd name="csX17" fmla="*/ 55022 w 99239"/>
              <a:gd name="csY17" fmla="*/ 106285 h 141702"/>
              <a:gd name="csX18" fmla="*/ 61385 w 99239"/>
              <a:gd name="csY18" fmla="*/ 83643 h 141702"/>
              <a:gd name="csX19" fmla="*/ 67917 w 99239"/>
              <a:gd name="csY19" fmla="*/ 73335 h 141702"/>
              <a:gd name="csX20" fmla="*/ 66948 w 99239"/>
              <a:gd name="csY20" fmla="*/ 39160 h 141702"/>
              <a:gd name="csX21" fmla="*/ 35830 w 99239"/>
              <a:gd name="csY21" fmla="*/ 28766 h 141702"/>
              <a:gd name="csX22" fmla="*/ 32223 w 99239"/>
              <a:gd name="csY22" fmla="*/ 31436 h 141702"/>
              <a:gd name="csX23" fmla="*/ 31934 w 99239"/>
              <a:gd name="csY23" fmla="*/ 35911 h 141702"/>
              <a:gd name="csX24" fmla="*/ 30607 w 99239"/>
              <a:gd name="csY24" fmla="*/ 46236 h 141702"/>
              <a:gd name="csX25" fmla="*/ 34078 w 99239"/>
              <a:gd name="csY25" fmla="*/ 72348 h 141702"/>
              <a:gd name="csX26" fmla="*/ 44065 w 99239"/>
              <a:gd name="csY26" fmla="*/ 78183 h 141702"/>
              <a:gd name="csX27" fmla="*/ 44320 w 99239"/>
              <a:gd name="csY27" fmla="*/ 77826 h 141702"/>
              <a:gd name="csX28" fmla="*/ 49628 w 99239"/>
              <a:gd name="csY28" fmla="*/ 53449 h 141702"/>
              <a:gd name="csX29" fmla="*/ 52844 w 99239"/>
              <a:gd name="csY29" fmla="*/ 49604 h 141702"/>
              <a:gd name="csX30" fmla="*/ 56706 w 99239"/>
              <a:gd name="csY30" fmla="*/ 52820 h 141702"/>
              <a:gd name="csX31" fmla="*/ 52537 w 99239"/>
              <a:gd name="csY31" fmla="*/ 78608 h 141702"/>
              <a:gd name="csX32" fmla="*/ 46447 w 99239"/>
              <a:gd name="csY32" fmla="*/ 92864 h 141702"/>
              <a:gd name="csX33" fmla="*/ 44371 w 99239"/>
              <a:gd name="csY33" fmla="*/ 106285 h 141702"/>
              <a:gd name="csX34" fmla="*/ 32428 w 99239"/>
              <a:gd name="csY34" fmla="*/ 106285 h 141702"/>
              <a:gd name="csX35" fmla="*/ 28259 w 99239"/>
              <a:gd name="csY35" fmla="*/ 87556 h 141702"/>
              <a:gd name="csX36" fmla="*/ 22866 w 99239"/>
              <a:gd name="csY36" fmla="*/ 77860 h 141702"/>
              <a:gd name="csX37" fmla="*/ 10633 w 99239"/>
              <a:gd name="csY37" fmla="*/ 49553 h 141702"/>
              <a:gd name="csX38" fmla="*/ 49628 w 99239"/>
              <a:gd name="csY38" fmla="*/ 10632 h 141702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30688" y="0"/>
                  <a:pt x="14983" y="15691"/>
                  <a:pt x="14983" y="34970"/>
                </a:cubicBezTo>
                <a:cubicBezTo>
                  <a:pt x="14983" y="44682"/>
                  <a:pt x="18885" y="53710"/>
                  <a:pt x="25957" y="60396"/>
                </a:cubicBezTo>
                <a:cubicBezTo>
                  <a:pt x="26773" y="61164"/>
                  <a:pt x="27338" y="62209"/>
                  <a:pt x="27602" y="63410"/>
                </a:cubicBezTo>
                <a:lnTo>
                  <a:pt x="33773" y="91189"/>
                </a:lnTo>
                <a:cubicBezTo>
                  <a:pt x="34926" y="96375"/>
                  <a:pt x="39452" y="100001"/>
                  <a:pt x="44759" y="100001"/>
                </a:cubicBezTo>
                <a:lnTo>
                  <a:pt x="55241" y="100001"/>
                </a:lnTo>
                <a:cubicBezTo>
                  <a:pt x="60560" y="100001"/>
                  <a:pt x="65074" y="96375"/>
                  <a:pt x="66227" y="91189"/>
                </a:cubicBezTo>
                <a:lnTo>
                  <a:pt x="72398" y="63410"/>
                </a:lnTo>
                <a:cubicBezTo>
                  <a:pt x="72675" y="62209"/>
                  <a:pt x="73239" y="61164"/>
                  <a:pt x="74043" y="60396"/>
                </a:cubicBezTo>
                <a:cubicBezTo>
                  <a:pt x="81127" y="53722"/>
                  <a:pt x="85017" y="44682"/>
                  <a:pt x="85017" y="34970"/>
                </a:cubicBezTo>
                <a:cubicBezTo>
                  <a:pt x="85017" y="15691"/>
                  <a:pt x="69313" y="0"/>
                  <a:pt x="50006" y="0"/>
                </a:cubicBezTo>
                <a:close/>
                <a:moveTo>
                  <a:pt x="50006" y="7503"/>
                </a:moveTo>
                <a:cubicBezTo>
                  <a:pt x="65170" y="7515"/>
                  <a:pt x="77513" y="19832"/>
                  <a:pt x="77513" y="34970"/>
                </a:cubicBezTo>
                <a:cubicBezTo>
                  <a:pt x="77513" y="42605"/>
                  <a:pt x="74451" y="49700"/>
                  <a:pt x="68892" y="54946"/>
                </a:cubicBezTo>
                <a:cubicBezTo>
                  <a:pt x="66983" y="56747"/>
                  <a:pt x="65675" y="59112"/>
                  <a:pt x="65074" y="61789"/>
                </a:cubicBezTo>
                <a:lnTo>
                  <a:pt x="62133" y="75006"/>
                </a:lnTo>
                <a:lnTo>
                  <a:pt x="53813" y="75006"/>
                </a:lnTo>
                <a:cubicBezTo>
                  <a:pt x="54077" y="69892"/>
                  <a:pt x="55925" y="64694"/>
                  <a:pt x="58303" y="59027"/>
                </a:cubicBezTo>
                <a:cubicBezTo>
                  <a:pt x="60007" y="55006"/>
                  <a:pt x="61856" y="52821"/>
                  <a:pt x="62913" y="51753"/>
                </a:cubicBezTo>
                <a:cubicBezTo>
                  <a:pt x="69253" y="45294"/>
                  <a:pt x="68952" y="34478"/>
                  <a:pt x="62229" y="27635"/>
                </a:cubicBezTo>
                <a:cubicBezTo>
                  <a:pt x="52671" y="17911"/>
                  <a:pt x="40773" y="20192"/>
                  <a:pt x="40269" y="20300"/>
                </a:cubicBezTo>
                <a:cubicBezTo>
                  <a:pt x="39188" y="20516"/>
                  <a:pt x="38252" y="21212"/>
                  <a:pt x="37723" y="22185"/>
                </a:cubicBezTo>
                <a:cubicBezTo>
                  <a:pt x="37195" y="23157"/>
                  <a:pt x="37123" y="24322"/>
                  <a:pt x="37519" y="25343"/>
                </a:cubicBezTo>
                <a:cubicBezTo>
                  <a:pt x="38192" y="27035"/>
                  <a:pt x="37411" y="29748"/>
                  <a:pt x="36583" y="32629"/>
                </a:cubicBezTo>
                <a:cubicBezTo>
                  <a:pt x="35094" y="37839"/>
                  <a:pt x="33053" y="44958"/>
                  <a:pt x="39032" y="51056"/>
                </a:cubicBezTo>
                <a:cubicBezTo>
                  <a:pt x="39933" y="51981"/>
                  <a:pt x="42358" y="53950"/>
                  <a:pt x="46080" y="55174"/>
                </a:cubicBezTo>
                <a:cubicBezTo>
                  <a:pt x="46152" y="55090"/>
                  <a:pt x="46176" y="54994"/>
                  <a:pt x="46260" y="54922"/>
                </a:cubicBezTo>
                <a:cubicBezTo>
                  <a:pt x="50258" y="51128"/>
                  <a:pt x="50330" y="41225"/>
                  <a:pt x="50006" y="37719"/>
                </a:cubicBezTo>
                <a:cubicBezTo>
                  <a:pt x="49886" y="36351"/>
                  <a:pt x="50906" y="35127"/>
                  <a:pt x="52276" y="35006"/>
                </a:cubicBezTo>
                <a:cubicBezTo>
                  <a:pt x="53668" y="34874"/>
                  <a:pt x="54868" y="35894"/>
                  <a:pt x="55001" y="37275"/>
                </a:cubicBezTo>
                <a:cubicBezTo>
                  <a:pt x="55121" y="38584"/>
                  <a:pt x="55889" y="48728"/>
                  <a:pt x="52059" y="55474"/>
                </a:cubicBezTo>
                <a:cubicBezTo>
                  <a:pt x="50258" y="58655"/>
                  <a:pt x="48734" y="62005"/>
                  <a:pt x="47761" y="65535"/>
                </a:cubicBezTo>
                <a:cubicBezTo>
                  <a:pt x="46885" y="68728"/>
                  <a:pt x="46404" y="71885"/>
                  <a:pt x="46296" y="75006"/>
                </a:cubicBezTo>
                <a:lnTo>
                  <a:pt x="37868" y="75006"/>
                </a:lnTo>
                <a:lnTo>
                  <a:pt x="34926" y="61789"/>
                </a:lnTo>
                <a:cubicBezTo>
                  <a:pt x="34338" y="59112"/>
                  <a:pt x="33017" y="56747"/>
                  <a:pt x="31120" y="54946"/>
                </a:cubicBezTo>
                <a:cubicBezTo>
                  <a:pt x="25549" y="49700"/>
                  <a:pt x="22487" y="42605"/>
                  <a:pt x="22487" y="34970"/>
                </a:cubicBezTo>
                <a:cubicBezTo>
                  <a:pt x="22487" y="19832"/>
                  <a:pt x="34830" y="7515"/>
                  <a:pt x="50006" y="75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1" name="Чёрный — SVG 14">
            <a:extLst>
              <a:ext uri="{FF2B5EF4-FFF2-40B4-BE49-F238E27FC236}">
                <a16:creationId xmlns:a16="http://schemas.microsoft.com/office/drawing/2014/main" id="{0697A7F4-9073-594E-A5BE-845204F1A10A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99239 w 113428"/>
              <a:gd name="csY0" fmla="*/ 16657 h 140701"/>
              <a:gd name="csX1" fmla="*/ 99239 w 113428"/>
              <a:gd name="csY1" fmla="*/ 15943 h 140701"/>
              <a:gd name="csX2" fmla="*/ 94033 w 113428"/>
              <a:gd name="csY2" fmla="*/ 4154 h 140701"/>
              <a:gd name="csX3" fmla="*/ 81784 w 113428"/>
              <a:gd name="csY3" fmla="*/ 71 h 140701"/>
              <a:gd name="csX4" fmla="*/ 28617 w 113428"/>
              <a:gd name="csY4" fmla="*/ 5140 h 140701"/>
              <a:gd name="csX5" fmla="*/ 14853 w 113428"/>
              <a:gd name="csY5" fmla="*/ 16657 h 140701"/>
              <a:gd name="csX6" fmla="*/ 99239 w 113428"/>
              <a:gd name="csY6" fmla="*/ 16657 h 140701"/>
              <a:gd name="csX7" fmla="*/ 79742 w 113428"/>
              <a:gd name="csY7" fmla="*/ 108806 h 140701"/>
              <a:gd name="csX8" fmla="*/ 96483 w 113428"/>
              <a:gd name="csY8" fmla="*/ 108806 h 140701"/>
              <a:gd name="csX9" fmla="*/ 104990 w 113428"/>
              <a:gd name="csY9" fmla="*/ 55646 h 140701"/>
              <a:gd name="csX10" fmla="*/ 8439 w 113428"/>
              <a:gd name="csY10" fmla="*/ 55646 h 140701"/>
              <a:gd name="csX11" fmla="*/ 16945 w 113428"/>
              <a:gd name="csY11" fmla="*/ 108806 h 140701"/>
              <a:gd name="csX12" fmla="*/ 33670 w 113428"/>
              <a:gd name="csY12" fmla="*/ 108806 h 140701"/>
              <a:gd name="csX13" fmla="*/ 38995 w 113428"/>
              <a:gd name="csY13" fmla="*/ 114131 h 140701"/>
              <a:gd name="csX14" fmla="*/ 33670 w 113428"/>
              <a:gd name="csY14" fmla="*/ 119438 h 140701"/>
              <a:gd name="csX15" fmla="*/ 18647 w 113428"/>
              <a:gd name="csY15" fmla="*/ 119438 h 140701"/>
              <a:gd name="csX16" fmla="*/ 19429 w 113428"/>
              <a:gd name="csY16" fmla="*/ 124286 h 140701"/>
              <a:gd name="csX17" fmla="*/ 38671 w 113428"/>
              <a:gd name="csY17" fmla="*/ 140702 h 140701"/>
              <a:gd name="csX18" fmla="*/ 74757 w 113428"/>
              <a:gd name="csY18" fmla="*/ 140702 h 140701"/>
              <a:gd name="csX19" fmla="*/ 93999 w 113428"/>
              <a:gd name="csY19" fmla="*/ 124286 h 140701"/>
              <a:gd name="csX20" fmla="*/ 94782 w 113428"/>
              <a:gd name="csY20" fmla="*/ 119438 h 140701"/>
              <a:gd name="csX21" fmla="*/ 79742 w 113428"/>
              <a:gd name="csY21" fmla="*/ 119438 h 140701"/>
              <a:gd name="csX22" fmla="*/ 74434 w 113428"/>
              <a:gd name="csY22" fmla="*/ 114131 h 140701"/>
              <a:gd name="csX23" fmla="*/ 79742 w 113428"/>
              <a:gd name="csY23" fmla="*/ 108806 h 140701"/>
              <a:gd name="csX24" fmla="*/ 72664 w 113428"/>
              <a:gd name="csY24" fmla="*/ 62740 h 140701"/>
              <a:gd name="csX25" fmla="*/ 77973 w 113428"/>
              <a:gd name="csY25" fmla="*/ 68047 h 140701"/>
              <a:gd name="csX26" fmla="*/ 72664 w 113428"/>
              <a:gd name="csY26" fmla="*/ 73372 h 140701"/>
              <a:gd name="csX27" fmla="*/ 67339 w 113428"/>
              <a:gd name="csY27" fmla="*/ 68047 h 140701"/>
              <a:gd name="csX28" fmla="*/ 72664 w 113428"/>
              <a:gd name="csY28" fmla="*/ 62740 h 140701"/>
              <a:gd name="csX29" fmla="*/ 40764 w 113428"/>
              <a:gd name="csY29" fmla="*/ 62740 h 140701"/>
              <a:gd name="csX30" fmla="*/ 46072 w 113428"/>
              <a:gd name="csY30" fmla="*/ 68047 h 140701"/>
              <a:gd name="csX31" fmla="*/ 40764 w 113428"/>
              <a:gd name="csY31" fmla="*/ 73372 h 140701"/>
              <a:gd name="csX32" fmla="*/ 35439 w 113428"/>
              <a:gd name="csY32" fmla="*/ 68047 h 140701"/>
              <a:gd name="csX33" fmla="*/ 40764 w 113428"/>
              <a:gd name="csY33" fmla="*/ 62740 h 140701"/>
              <a:gd name="csX34" fmla="*/ 56706 w 113428"/>
              <a:gd name="csY34" fmla="*/ 97154 h 140701"/>
              <a:gd name="csX35" fmla="*/ 37225 w 113428"/>
              <a:gd name="csY35" fmla="*/ 89737 h 140701"/>
              <a:gd name="csX36" fmla="*/ 36783 w 113428"/>
              <a:gd name="csY36" fmla="*/ 82235 h 140701"/>
              <a:gd name="csX37" fmla="*/ 44286 w 113428"/>
              <a:gd name="csY37" fmla="*/ 81793 h 140701"/>
              <a:gd name="csX38" fmla="*/ 69125 w 113428"/>
              <a:gd name="csY38" fmla="*/ 81793 h 140701"/>
              <a:gd name="csX39" fmla="*/ 76628 w 113428"/>
              <a:gd name="csY39" fmla="*/ 82235 h 140701"/>
              <a:gd name="csX40" fmla="*/ 76186 w 113428"/>
              <a:gd name="csY40" fmla="*/ 89737 h 140701"/>
              <a:gd name="csX41" fmla="*/ 56706 w 113428"/>
              <a:gd name="csY41" fmla="*/ 97154 h 140701"/>
              <a:gd name="csX42" fmla="*/ 105075 w 113428"/>
              <a:gd name="csY42" fmla="*/ 23750 h 140701"/>
              <a:gd name="csX43" fmla="*/ 8353 w 113428"/>
              <a:gd name="csY43" fmla="*/ 23750 h 140701"/>
              <a:gd name="csX44" fmla="*/ 0 w 113428"/>
              <a:gd name="csY44" fmla="*/ 39707 h 140701"/>
              <a:gd name="csX45" fmla="*/ 0 w 113428"/>
              <a:gd name="csY45" fmla="*/ 43245 h 140701"/>
              <a:gd name="csX46" fmla="*/ 5308 w 113428"/>
              <a:gd name="csY46" fmla="*/ 48553 h 140701"/>
              <a:gd name="csX47" fmla="*/ 7299 w 113428"/>
              <a:gd name="csY47" fmla="*/ 48553 h 140701"/>
              <a:gd name="csX48" fmla="*/ 106113 w 113428"/>
              <a:gd name="csY48" fmla="*/ 48553 h 140701"/>
              <a:gd name="csX49" fmla="*/ 108103 w 113428"/>
              <a:gd name="csY49" fmla="*/ 48553 h 140701"/>
              <a:gd name="csX50" fmla="*/ 113428 w 113428"/>
              <a:gd name="csY50" fmla="*/ 43245 h 140701"/>
              <a:gd name="csX51" fmla="*/ 113428 w 113428"/>
              <a:gd name="csY51" fmla="*/ 39707 h 140701"/>
              <a:gd name="csX52" fmla="*/ 105075 w 113428"/>
              <a:gd name="csY52" fmla="*/ 23750 h 140701"/>
            </a:gdLst>
            <a:ahLst/>
            <a:cxnLst/>
            <a:rect l="l" t="t" r="r" b="b"/>
            <a:pathLst>
              <a:path w="100000" h="100000">
                <a:moveTo>
                  <a:pt x="80224" y="11839"/>
                </a:moveTo>
                <a:lnTo>
                  <a:pt x="80224" y="11331"/>
                </a:lnTo>
                <a:cubicBezTo>
                  <a:pt x="80224" y="8151"/>
                  <a:pt x="78870" y="5092"/>
                  <a:pt x="76524" y="2952"/>
                </a:cubicBezTo>
                <a:cubicBezTo>
                  <a:pt x="74166" y="812"/>
                  <a:pt x="70998" y="-252"/>
                  <a:pt x="67818" y="50"/>
                </a:cubicBezTo>
                <a:lnTo>
                  <a:pt x="30031" y="3653"/>
                </a:lnTo>
                <a:cubicBezTo>
                  <a:pt x="25254" y="4101"/>
                  <a:pt x="21481" y="7438"/>
                  <a:pt x="20248" y="11839"/>
                </a:cubicBezTo>
                <a:lnTo>
                  <a:pt x="80224" y="11839"/>
                </a:lnTo>
                <a:close/>
                <a:moveTo>
                  <a:pt x="66367" y="77331"/>
                </a:moveTo>
                <a:lnTo>
                  <a:pt x="78265" y="77331"/>
                </a:lnTo>
                <a:lnTo>
                  <a:pt x="84311" y="39549"/>
                </a:lnTo>
                <a:lnTo>
                  <a:pt x="15690" y="39549"/>
                </a:lnTo>
                <a:lnTo>
                  <a:pt x="21735" y="77331"/>
                </a:lnTo>
                <a:lnTo>
                  <a:pt x="33622" y="77331"/>
                </a:lnTo>
                <a:cubicBezTo>
                  <a:pt x="35714" y="77331"/>
                  <a:pt x="37407" y="79024"/>
                  <a:pt x="37407" y="81116"/>
                </a:cubicBezTo>
                <a:cubicBezTo>
                  <a:pt x="37407" y="83196"/>
                  <a:pt x="35714" y="84888"/>
                  <a:pt x="33622" y="84888"/>
                </a:cubicBezTo>
                <a:lnTo>
                  <a:pt x="22945" y="84888"/>
                </a:lnTo>
                <a:lnTo>
                  <a:pt x="23501" y="88333"/>
                </a:lnTo>
                <a:cubicBezTo>
                  <a:pt x="24577" y="95092"/>
                  <a:pt x="30333" y="100001"/>
                  <a:pt x="37176" y="100001"/>
                </a:cubicBezTo>
                <a:lnTo>
                  <a:pt x="62824" y="100001"/>
                </a:lnTo>
                <a:cubicBezTo>
                  <a:pt x="69668" y="100001"/>
                  <a:pt x="75423" y="95092"/>
                  <a:pt x="76499" y="88333"/>
                </a:cubicBezTo>
                <a:lnTo>
                  <a:pt x="77056" y="84888"/>
                </a:lnTo>
                <a:lnTo>
                  <a:pt x="66367" y="84888"/>
                </a:lnTo>
                <a:cubicBezTo>
                  <a:pt x="64286" y="84888"/>
                  <a:pt x="62594" y="83196"/>
                  <a:pt x="62594" y="81116"/>
                </a:cubicBezTo>
                <a:cubicBezTo>
                  <a:pt x="62594" y="79024"/>
                  <a:pt x="64286" y="77331"/>
                  <a:pt x="66367" y="77331"/>
                </a:cubicBezTo>
                <a:close/>
                <a:moveTo>
                  <a:pt x="61336" y="44591"/>
                </a:moveTo>
                <a:cubicBezTo>
                  <a:pt x="63416" y="44591"/>
                  <a:pt x="65109" y="46284"/>
                  <a:pt x="65109" y="48363"/>
                </a:cubicBezTo>
                <a:cubicBezTo>
                  <a:pt x="65109" y="50455"/>
                  <a:pt x="63416" y="52147"/>
                  <a:pt x="61336" y="52147"/>
                </a:cubicBezTo>
                <a:cubicBezTo>
                  <a:pt x="59244" y="52147"/>
                  <a:pt x="57551" y="50455"/>
                  <a:pt x="57551" y="48363"/>
                </a:cubicBezTo>
                <a:cubicBezTo>
                  <a:pt x="57551" y="46284"/>
                  <a:pt x="59244" y="44591"/>
                  <a:pt x="61336" y="44591"/>
                </a:cubicBezTo>
                <a:close/>
                <a:moveTo>
                  <a:pt x="38664" y="44591"/>
                </a:moveTo>
                <a:cubicBezTo>
                  <a:pt x="40743" y="44591"/>
                  <a:pt x="42436" y="46284"/>
                  <a:pt x="42436" y="48363"/>
                </a:cubicBezTo>
                <a:cubicBezTo>
                  <a:pt x="42436" y="50455"/>
                  <a:pt x="40743" y="52147"/>
                  <a:pt x="38664" y="52147"/>
                </a:cubicBezTo>
                <a:cubicBezTo>
                  <a:pt x="36572" y="52147"/>
                  <a:pt x="34879" y="50455"/>
                  <a:pt x="34879" y="48363"/>
                </a:cubicBezTo>
                <a:cubicBezTo>
                  <a:pt x="34879" y="46284"/>
                  <a:pt x="36572" y="44591"/>
                  <a:pt x="38664" y="44591"/>
                </a:cubicBezTo>
                <a:close/>
                <a:moveTo>
                  <a:pt x="49994" y="69050"/>
                </a:moveTo>
                <a:cubicBezTo>
                  <a:pt x="45048" y="69050"/>
                  <a:pt x="40103" y="67297"/>
                  <a:pt x="36149" y="63779"/>
                </a:cubicBezTo>
                <a:cubicBezTo>
                  <a:pt x="34589" y="62400"/>
                  <a:pt x="34444" y="60006"/>
                  <a:pt x="35835" y="58447"/>
                </a:cubicBezTo>
                <a:cubicBezTo>
                  <a:pt x="37225" y="56887"/>
                  <a:pt x="39607" y="56754"/>
                  <a:pt x="41167" y="58132"/>
                </a:cubicBezTo>
                <a:cubicBezTo>
                  <a:pt x="46197" y="62606"/>
                  <a:pt x="53791" y="62606"/>
                  <a:pt x="58821" y="58132"/>
                </a:cubicBezTo>
                <a:cubicBezTo>
                  <a:pt x="60381" y="56754"/>
                  <a:pt x="62775" y="56887"/>
                  <a:pt x="64153" y="58447"/>
                </a:cubicBezTo>
                <a:cubicBezTo>
                  <a:pt x="65544" y="60006"/>
                  <a:pt x="65399" y="62400"/>
                  <a:pt x="63839" y="63779"/>
                </a:cubicBezTo>
                <a:cubicBezTo>
                  <a:pt x="59898" y="67297"/>
                  <a:pt x="54952" y="69050"/>
                  <a:pt x="49994" y="69050"/>
                </a:cubicBezTo>
                <a:close/>
                <a:moveTo>
                  <a:pt x="84371" y="16880"/>
                </a:moveTo>
                <a:lnTo>
                  <a:pt x="15629" y="16880"/>
                </a:lnTo>
                <a:cubicBezTo>
                  <a:pt x="12050" y="19383"/>
                  <a:pt x="9692" y="23530"/>
                  <a:pt x="9692" y="28221"/>
                </a:cubicBezTo>
                <a:lnTo>
                  <a:pt x="9692" y="30735"/>
                </a:lnTo>
                <a:cubicBezTo>
                  <a:pt x="9692" y="32815"/>
                  <a:pt x="11385" y="34508"/>
                  <a:pt x="13464" y="34508"/>
                </a:cubicBezTo>
                <a:lnTo>
                  <a:pt x="14879" y="34508"/>
                </a:lnTo>
                <a:lnTo>
                  <a:pt x="85109" y="34508"/>
                </a:lnTo>
                <a:lnTo>
                  <a:pt x="86524" y="34508"/>
                </a:lnTo>
                <a:cubicBezTo>
                  <a:pt x="88616" y="34508"/>
                  <a:pt x="90308" y="32815"/>
                  <a:pt x="90308" y="30735"/>
                </a:cubicBezTo>
                <a:lnTo>
                  <a:pt x="90308" y="28221"/>
                </a:lnTo>
                <a:cubicBezTo>
                  <a:pt x="90308" y="23530"/>
                  <a:pt x="87951" y="19383"/>
                  <a:pt x="84371" y="1688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2" name="Чёрный — SVG 15">
            <a:extLst>
              <a:ext uri="{FF2B5EF4-FFF2-40B4-BE49-F238E27FC236}">
                <a16:creationId xmlns:a16="http://schemas.microsoft.com/office/drawing/2014/main" id="{9A00B2C9-38C4-4A40-8F49-FF32F08240B0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33567 w 141772"/>
              <a:gd name="csY0" fmla="*/ 3 h 138268"/>
              <a:gd name="csX1" fmla="*/ 29909 w 141772"/>
              <a:gd name="csY1" fmla="*/ 1619 h 138268"/>
              <a:gd name="csX2" fmla="*/ 26694 w 141772"/>
              <a:gd name="csY2" fmla="*/ 6314 h 138268"/>
              <a:gd name="csX3" fmla="*/ 24908 w 141772"/>
              <a:gd name="csY3" fmla="*/ 14326 h 138268"/>
              <a:gd name="csX4" fmla="*/ 16894 w 141772"/>
              <a:gd name="csY4" fmla="*/ 16112 h 138268"/>
              <a:gd name="csX5" fmla="*/ 12199 w 141772"/>
              <a:gd name="csY5" fmla="*/ 19327 h 138268"/>
              <a:gd name="csX6" fmla="*/ 10991 w 141772"/>
              <a:gd name="csY6" fmla="*/ 21062 h 138268"/>
              <a:gd name="csX7" fmla="*/ 10548 w 141772"/>
              <a:gd name="csY7" fmla="*/ 23104 h 138268"/>
              <a:gd name="csX8" fmla="*/ 10957 w 141772"/>
              <a:gd name="csY8" fmla="*/ 25179 h 138268"/>
              <a:gd name="csX9" fmla="*/ 12114 w 141772"/>
              <a:gd name="csY9" fmla="*/ 26931 h 138268"/>
              <a:gd name="csX10" fmla="*/ 13866 w 141772"/>
              <a:gd name="csY10" fmla="*/ 28088 h 138268"/>
              <a:gd name="csX11" fmla="*/ 15925 w 141772"/>
              <a:gd name="csY11" fmla="*/ 28479 h 138268"/>
              <a:gd name="csX12" fmla="*/ 17983 w 141772"/>
              <a:gd name="csY12" fmla="*/ 28054 h 138268"/>
              <a:gd name="csX13" fmla="*/ 19701 w 141772"/>
              <a:gd name="csY13" fmla="*/ 26846 h 138268"/>
              <a:gd name="csX14" fmla="*/ 21641 w 141772"/>
              <a:gd name="csY14" fmla="*/ 25621 h 138268"/>
              <a:gd name="csX15" fmla="*/ 29246 w 141772"/>
              <a:gd name="csY15" fmla="*/ 23971 h 138268"/>
              <a:gd name="csX16" fmla="*/ 33006 w 141772"/>
              <a:gd name="csY16" fmla="*/ 22423 h 138268"/>
              <a:gd name="csX17" fmla="*/ 34554 w 141772"/>
              <a:gd name="csY17" fmla="*/ 18664 h 138268"/>
              <a:gd name="csX18" fmla="*/ 36205 w 141772"/>
              <a:gd name="csY18" fmla="*/ 11060 h 138268"/>
              <a:gd name="csX19" fmla="*/ 37430 w 141772"/>
              <a:gd name="csY19" fmla="*/ 9121 h 138268"/>
              <a:gd name="csX20" fmla="*/ 38927 w 141772"/>
              <a:gd name="csY20" fmla="*/ 6365 h 138268"/>
              <a:gd name="csX21" fmla="*/ 38620 w 141772"/>
              <a:gd name="csY21" fmla="*/ 3252 h 138268"/>
              <a:gd name="csX22" fmla="*/ 36596 w 141772"/>
              <a:gd name="csY22" fmla="*/ 853 h 138268"/>
              <a:gd name="csX23" fmla="*/ 33567 w 141772"/>
              <a:gd name="csY23" fmla="*/ 3 h 138268"/>
              <a:gd name="csX24" fmla="*/ 115147 w 141772"/>
              <a:gd name="csY24" fmla="*/ 139 h 138268"/>
              <a:gd name="csX25" fmla="*/ 104224 w 141772"/>
              <a:gd name="csY25" fmla="*/ 3167 h 138268"/>
              <a:gd name="csX26" fmla="*/ 94101 w 141772"/>
              <a:gd name="csY26" fmla="*/ 14037 h 138268"/>
              <a:gd name="csX27" fmla="*/ 79419 w 141772"/>
              <a:gd name="csY27" fmla="*/ 16809 h 138268"/>
              <a:gd name="csX28" fmla="*/ 67390 w 141772"/>
              <a:gd name="csY28" fmla="*/ 33004 h 138268"/>
              <a:gd name="csX29" fmla="*/ 67492 w 141772"/>
              <a:gd name="csY29" fmla="*/ 35113 h 138268"/>
              <a:gd name="csX30" fmla="*/ 68394 w 141772"/>
              <a:gd name="csY30" fmla="*/ 37002 h 138268"/>
              <a:gd name="csX31" fmla="*/ 69959 w 141772"/>
              <a:gd name="csY31" fmla="*/ 38397 h 138268"/>
              <a:gd name="csX32" fmla="*/ 71933 w 141772"/>
              <a:gd name="csY32" fmla="*/ 39094 h 138268"/>
              <a:gd name="csX33" fmla="*/ 74025 w 141772"/>
              <a:gd name="csY33" fmla="*/ 38958 h 138268"/>
              <a:gd name="csX34" fmla="*/ 75914 w 141772"/>
              <a:gd name="csY34" fmla="*/ 38023 h 138268"/>
              <a:gd name="csX35" fmla="*/ 77275 w 141772"/>
              <a:gd name="csY35" fmla="*/ 36423 h 138268"/>
              <a:gd name="csX36" fmla="*/ 77921 w 141772"/>
              <a:gd name="csY36" fmla="*/ 34433 h 138268"/>
              <a:gd name="csX37" fmla="*/ 84540 w 141772"/>
              <a:gd name="csY37" fmla="*/ 26132 h 138268"/>
              <a:gd name="csX38" fmla="*/ 95360 w 141772"/>
              <a:gd name="csY38" fmla="*/ 24941 h 138268"/>
              <a:gd name="csX39" fmla="*/ 97742 w 141772"/>
              <a:gd name="csY39" fmla="*/ 25366 h 138268"/>
              <a:gd name="csX40" fmla="*/ 100090 w 141772"/>
              <a:gd name="csY40" fmla="*/ 24686 h 138268"/>
              <a:gd name="csX41" fmla="*/ 101876 w 141772"/>
              <a:gd name="csY41" fmla="*/ 23053 h 138268"/>
              <a:gd name="csX42" fmla="*/ 102744 w 141772"/>
              <a:gd name="csY42" fmla="*/ 20773 h 138268"/>
              <a:gd name="csX43" fmla="*/ 109345 w 141772"/>
              <a:gd name="csY43" fmla="*/ 12472 h 138268"/>
              <a:gd name="csX44" fmla="*/ 120166 w 141772"/>
              <a:gd name="csY44" fmla="*/ 11281 h 138268"/>
              <a:gd name="csX45" fmla="*/ 122190 w 141772"/>
              <a:gd name="csY45" fmla="*/ 11723 h 138268"/>
              <a:gd name="csX46" fmla="*/ 124232 w 141772"/>
              <a:gd name="csY46" fmla="*/ 11349 h 138268"/>
              <a:gd name="csX47" fmla="*/ 125984 w 141772"/>
              <a:gd name="csY47" fmla="*/ 10226 h 138268"/>
              <a:gd name="csX48" fmla="*/ 127158 w 141772"/>
              <a:gd name="csY48" fmla="*/ 8525 h 138268"/>
              <a:gd name="csX49" fmla="*/ 127601 w 141772"/>
              <a:gd name="csY49" fmla="*/ 6501 h 138268"/>
              <a:gd name="csX50" fmla="*/ 127226 w 141772"/>
              <a:gd name="csY50" fmla="*/ 4460 h 138268"/>
              <a:gd name="csX51" fmla="*/ 126103 w 141772"/>
              <a:gd name="csY51" fmla="*/ 2707 h 138268"/>
              <a:gd name="csX52" fmla="*/ 124402 w 141772"/>
              <a:gd name="csY52" fmla="*/ 1533 h 138268"/>
              <a:gd name="csX53" fmla="*/ 118192 w 141772"/>
              <a:gd name="csY53" fmla="*/ 207 h 138268"/>
              <a:gd name="csX54" fmla="*/ 115147 w 141772"/>
              <a:gd name="csY54" fmla="*/ 139 h 138268"/>
              <a:gd name="csX55" fmla="*/ 113973 w 141772"/>
              <a:gd name="csY55" fmla="*/ 35505 h 138268"/>
              <a:gd name="csX56" fmla="*/ 111948 w 141772"/>
              <a:gd name="csY56" fmla="*/ 35981 h 138268"/>
              <a:gd name="csX57" fmla="*/ 109175 w 141772"/>
              <a:gd name="csY57" fmla="*/ 38941 h 138268"/>
              <a:gd name="csX58" fmla="*/ 105653 w 141772"/>
              <a:gd name="csY58" fmla="*/ 48297 h 138268"/>
              <a:gd name="csX59" fmla="*/ 109022 w 141772"/>
              <a:gd name="csY59" fmla="*/ 49233 h 138268"/>
              <a:gd name="csX60" fmla="*/ 128945 w 141772"/>
              <a:gd name="csY60" fmla="*/ 56667 h 138268"/>
              <a:gd name="csX61" fmla="*/ 132194 w 141772"/>
              <a:gd name="csY61" fmla="*/ 58266 h 138268"/>
              <a:gd name="csX62" fmla="*/ 135750 w 141772"/>
              <a:gd name="csY62" fmla="*/ 48858 h 138268"/>
              <a:gd name="csX63" fmla="*/ 135597 w 141772"/>
              <a:gd name="csY63" fmla="*/ 44810 h 138268"/>
              <a:gd name="csX64" fmla="*/ 132619 w 141772"/>
              <a:gd name="csY64" fmla="*/ 42020 h 138268"/>
              <a:gd name="csX65" fmla="*/ 116014 w 141772"/>
              <a:gd name="csY65" fmla="*/ 35828 h 138268"/>
              <a:gd name="csX66" fmla="*/ 113973 w 141772"/>
              <a:gd name="csY66" fmla="*/ 35505 h 138268"/>
              <a:gd name="csX67" fmla="*/ 32513 w 141772"/>
              <a:gd name="csY67" fmla="*/ 39043 h 138268"/>
              <a:gd name="csX68" fmla="*/ 26949 w 141772"/>
              <a:gd name="csY68" fmla="*/ 39570 h 138268"/>
              <a:gd name="csX69" fmla="*/ 15125 w 141772"/>
              <a:gd name="csY69" fmla="*/ 47379 h 138268"/>
              <a:gd name="csX70" fmla="*/ 15618 w 141772"/>
              <a:gd name="csY70" fmla="*/ 51563 h 138268"/>
              <a:gd name="csX71" fmla="*/ 20688 w 141772"/>
              <a:gd name="csY71" fmla="*/ 56973 h 138268"/>
              <a:gd name="csX72" fmla="*/ 7690 w 141772"/>
              <a:gd name="csY72" fmla="*/ 72708 h 138268"/>
              <a:gd name="csX73" fmla="*/ 3539 w 141772"/>
              <a:gd name="csY73" fmla="*/ 92271 h 138268"/>
              <a:gd name="csX74" fmla="*/ 23036 w 141772"/>
              <a:gd name="csY74" fmla="*/ 85109 h 138268"/>
              <a:gd name="csX75" fmla="*/ 26116 w 141772"/>
              <a:gd name="csY75" fmla="*/ 85296 h 138268"/>
              <a:gd name="csX76" fmla="*/ 44303 w 141772"/>
              <a:gd name="csY76" fmla="*/ 78016 h 138268"/>
              <a:gd name="csX77" fmla="*/ 56365 w 141772"/>
              <a:gd name="csY77" fmla="*/ 80925 h 138268"/>
              <a:gd name="csX78" fmla="*/ 66352 w 141772"/>
              <a:gd name="csY78" fmla="*/ 75957 h 138268"/>
              <a:gd name="csX79" fmla="*/ 39675 w 141772"/>
              <a:gd name="csY79" fmla="*/ 53843 h 138268"/>
              <a:gd name="csX80" fmla="*/ 42329 w 141772"/>
              <a:gd name="csY80" fmla="*/ 45541 h 138268"/>
              <a:gd name="csX81" fmla="*/ 40968 w 141772"/>
              <a:gd name="csY81" fmla="*/ 41561 h 138268"/>
              <a:gd name="csX82" fmla="*/ 32513 w 141772"/>
              <a:gd name="csY82" fmla="*/ 39043 h 138268"/>
              <a:gd name="csX83" fmla="*/ 101094 w 141772"/>
              <a:gd name="csY83" fmla="*/ 54966 h 138268"/>
              <a:gd name="csX84" fmla="*/ 95700 w 141772"/>
              <a:gd name="csY84" fmla="*/ 56258 h 138268"/>
              <a:gd name="csX85" fmla="*/ 88300 w 141772"/>
              <a:gd name="csY85" fmla="*/ 64202 h 138268"/>
              <a:gd name="csX86" fmla="*/ 84114 w 141772"/>
              <a:gd name="csY86" fmla="*/ 75430 h 138268"/>
              <a:gd name="csX87" fmla="*/ 105874 w 141772"/>
              <a:gd name="csY87" fmla="*/ 92271 h 138268"/>
              <a:gd name="csX88" fmla="*/ 108103 w 141772"/>
              <a:gd name="csY88" fmla="*/ 92203 h 138268"/>
              <a:gd name="csX89" fmla="*/ 128741 w 141772"/>
              <a:gd name="csY89" fmla="*/ 97833 h 138268"/>
              <a:gd name="csX90" fmla="*/ 134797 w 141772"/>
              <a:gd name="csY90" fmla="*/ 81537 h 138268"/>
              <a:gd name="csX91" fmla="*/ 134406 w 141772"/>
              <a:gd name="csY91" fmla="*/ 70684 h 138268"/>
              <a:gd name="csX92" fmla="*/ 126461 w 141772"/>
              <a:gd name="csY92" fmla="*/ 63318 h 138268"/>
              <a:gd name="csX93" fmla="*/ 106555 w 141772"/>
              <a:gd name="csY93" fmla="*/ 55867 h 138268"/>
              <a:gd name="csX94" fmla="*/ 101094 w 141772"/>
              <a:gd name="csY94" fmla="*/ 54966 h 138268"/>
              <a:gd name="csX95" fmla="*/ 76203 w 141772"/>
              <a:gd name="csY95" fmla="*/ 81571 h 138268"/>
              <a:gd name="csX96" fmla="*/ 56961 w 141772"/>
              <a:gd name="csY96" fmla="*/ 89821 h 138268"/>
              <a:gd name="csX97" fmla="*/ 44303 w 141772"/>
              <a:gd name="csY97" fmla="*/ 85109 h 138268"/>
              <a:gd name="csX98" fmla="*/ 28702 w 141772"/>
              <a:gd name="csY98" fmla="*/ 92951 h 138268"/>
              <a:gd name="csX99" fmla="*/ 23036 w 141772"/>
              <a:gd name="csY99" fmla="*/ 92203 h 138268"/>
              <a:gd name="csX100" fmla="*/ 0 w 141772"/>
              <a:gd name="csY100" fmla="*/ 115236 h 138268"/>
              <a:gd name="csX101" fmla="*/ 0 w 141772"/>
              <a:gd name="csY101" fmla="*/ 132944 h 138268"/>
              <a:gd name="csX102" fmla="*/ 5308 w 141772"/>
              <a:gd name="csY102" fmla="*/ 138269 h 138268"/>
              <a:gd name="csX103" fmla="*/ 136464 w 141772"/>
              <a:gd name="csY103" fmla="*/ 138269 h 138268"/>
              <a:gd name="csX104" fmla="*/ 141773 w 141772"/>
              <a:gd name="csY104" fmla="*/ 132944 h 138268"/>
              <a:gd name="csX105" fmla="*/ 108103 w 141772"/>
              <a:gd name="csY105" fmla="*/ 99280 h 138268"/>
              <a:gd name="csX106" fmla="*/ 101468 w 141772"/>
              <a:gd name="csY106" fmla="*/ 99943 h 138268"/>
              <a:gd name="csX107" fmla="*/ 76203 w 141772"/>
              <a:gd name="csY107" fmla="*/ 81571 h 138268"/>
              <a:gd name="csX108" fmla="*/ 76203 w 141772"/>
              <a:gd name="csY108" fmla="*/ 99280 h 138268"/>
              <a:gd name="csX109" fmla="*/ 81528 w 141772"/>
              <a:gd name="csY109" fmla="*/ 104604 h 138268"/>
              <a:gd name="csX110" fmla="*/ 76203 w 141772"/>
              <a:gd name="csY110" fmla="*/ 109911 h 138268"/>
              <a:gd name="csX111" fmla="*/ 70895 w 141772"/>
              <a:gd name="csY111" fmla="*/ 104604 h 138268"/>
              <a:gd name="csX112" fmla="*/ 76203 w 141772"/>
              <a:gd name="csY112" fmla="*/ 99280 h 138268"/>
              <a:gd name="csX113" fmla="*/ 37208 w 141772"/>
              <a:gd name="csY113" fmla="*/ 102835 h 138268"/>
              <a:gd name="csX114" fmla="*/ 42534 w 141772"/>
              <a:gd name="csY114" fmla="*/ 108142 h 138268"/>
              <a:gd name="csX115" fmla="*/ 37208 w 141772"/>
              <a:gd name="csY115" fmla="*/ 113467 h 138268"/>
              <a:gd name="csX116" fmla="*/ 31900 w 141772"/>
              <a:gd name="csY116" fmla="*/ 108142 h 138268"/>
              <a:gd name="csX117" fmla="*/ 37208 w 141772"/>
              <a:gd name="csY117" fmla="*/ 102835 h 138268"/>
              <a:gd name="csX118" fmla="*/ 15942 w 141772"/>
              <a:gd name="csY118" fmla="*/ 117005 h 138268"/>
              <a:gd name="csX119" fmla="*/ 21267 w 141772"/>
              <a:gd name="csY119" fmla="*/ 122312 h 138268"/>
              <a:gd name="csX120" fmla="*/ 15942 w 141772"/>
              <a:gd name="csY120" fmla="*/ 127637 h 138268"/>
              <a:gd name="csX121" fmla="*/ 10633 w 141772"/>
              <a:gd name="csY121" fmla="*/ 122312 h 138268"/>
              <a:gd name="csX122" fmla="*/ 15942 w 141772"/>
              <a:gd name="csY122" fmla="*/ 117005 h 138268"/>
              <a:gd name="csX123" fmla="*/ 65570 w 141772"/>
              <a:gd name="csY123" fmla="*/ 117005 h 138268"/>
              <a:gd name="csX124" fmla="*/ 70895 w 141772"/>
              <a:gd name="csY124" fmla="*/ 122312 h 138268"/>
              <a:gd name="csX125" fmla="*/ 65570 w 141772"/>
              <a:gd name="csY125" fmla="*/ 127637 h 138268"/>
              <a:gd name="csX126" fmla="*/ 60262 w 141772"/>
              <a:gd name="csY126" fmla="*/ 122312 h 138268"/>
              <a:gd name="csX127" fmla="*/ 65570 w 141772"/>
              <a:gd name="csY127" fmla="*/ 117005 h 138268"/>
              <a:gd name="csX128" fmla="*/ 111642 w 141772"/>
              <a:gd name="csY128" fmla="*/ 117005 h 138268"/>
              <a:gd name="csX129" fmla="*/ 116967 w 141772"/>
              <a:gd name="csY129" fmla="*/ 122312 h 138268"/>
              <a:gd name="csX130" fmla="*/ 111642 w 141772"/>
              <a:gd name="csY130" fmla="*/ 127637 h 138268"/>
              <a:gd name="csX131" fmla="*/ 106334 w 141772"/>
              <a:gd name="csY131" fmla="*/ 122312 h 138268"/>
              <a:gd name="csX132" fmla="*/ 111642 w 141772"/>
              <a:gd name="csY132" fmla="*/ 117005 h 138268"/>
            </a:gdLst>
            <a:ahLst/>
            <a:cxnLst/>
            <a:rect l="l" t="t" r="r" b="b"/>
            <a:pathLst>
              <a:path w="100000" h="100000">
                <a:moveTo>
                  <a:pt x="23677" y="1238"/>
                </a:moveTo>
                <a:cubicBezTo>
                  <a:pt x="22705" y="1262"/>
                  <a:pt x="21781" y="1670"/>
                  <a:pt x="21097" y="2378"/>
                </a:cubicBezTo>
                <a:cubicBezTo>
                  <a:pt x="21097" y="2378"/>
                  <a:pt x="19837" y="3685"/>
                  <a:pt x="18829" y="5689"/>
                </a:cubicBezTo>
                <a:cubicBezTo>
                  <a:pt x="18181" y="6997"/>
                  <a:pt x="17929" y="9277"/>
                  <a:pt x="17569" y="11341"/>
                </a:cubicBezTo>
                <a:cubicBezTo>
                  <a:pt x="15504" y="11700"/>
                  <a:pt x="13225" y="11952"/>
                  <a:pt x="11916" y="12601"/>
                </a:cubicBezTo>
                <a:cubicBezTo>
                  <a:pt x="9912" y="13608"/>
                  <a:pt x="8605" y="14868"/>
                  <a:pt x="8605" y="14868"/>
                </a:cubicBezTo>
                <a:cubicBezTo>
                  <a:pt x="8244" y="15216"/>
                  <a:pt x="7956" y="15624"/>
                  <a:pt x="7753" y="16092"/>
                </a:cubicBezTo>
                <a:cubicBezTo>
                  <a:pt x="7561" y="16548"/>
                  <a:pt x="7452" y="17040"/>
                  <a:pt x="7440" y="17532"/>
                </a:cubicBezTo>
                <a:cubicBezTo>
                  <a:pt x="7440" y="18036"/>
                  <a:pt x="7536" y="18528"/>
                  <a:pt x="7729" y="18996"/>
                </a:cubicBezTo>
                <a:cubicBezTo>
                  <a:pt x="7908" y="19452"/>
                  <a:pt x="8196" y="19872"/>
                  <a:pt x="8545" y="20232"/>
                </a:cubicBezTo>
                <a:cubicBezTo>
                  <a:pt x="8892" y="20580"/>
                  <a:pt x="9312" y="20856"/>
                  <a:pt x="9780" y="21048"/>
                </a:cubicBezTo>
                <a:cubicBezTo>
                  <a:pt x="10236" y="21240"/>
                  <a:pt x="10740" y="21336"/>
                  <a:pt x="11233" y="21324"/>
                </a:cubicBezTo>
                <a:cubicBezTo>
                  <a:pt x="11736" y="21324"/>
                  <a:pt x="12229" y="21216"/>
                  <a:pt x="12684" y="21024"/>
                </a:cubicBezTo>
                <a:cubicBezTo>
                  <a:pt x="13141" y="20820"/>
                  <a:pt x="13561" y="20532"/>
                  <a:pt x="13896" y="20172"/>
                </a:cubicBezTo>
                <a:cubicBezTo>
                  <a:pt x="13896" y="20172"/>
                  <a:pt x="14149" y="19872"/>
                  <a:pt x="15265" y="19308"/>
                </a:cubicBezTo>
                <a:cubicBezTo>
                  <a:pt x="16381" y="18756"/>
                  <a:pt x="18121" y="18144"/>
                  <a:pt x="20629" y="18144"/>
                </a:cubicBezTo>
                <a:cubicBezTo>
                  <a:pt x="21625" y="18144"/>
                  <a:pt x="22573" y="17748"/>
                  <a:pt x="23281" y="17052"/>
                </a:cubicBezTo>
                <a:cubicBezTo>
                  <a:pt x="23977" y="16345"/>
                  <a:pt x="24373" y="15397"/>
                  <a:pt x="24373" y="14401"/>
                </a:cubicBezTo>
                <a:cubicBezTo>
                  <a:pt x="24373" y="11892"/>
                  <a:pt x="24985" y="10153"/>
                  <a:pt x="25537" y="9037"/>
                </a:cubicBezTo>
                <a:cubicBezTo>
                  <a:pt x="26101" y="7921"/>
                  <a:pt x="26402" y="7669"/>
                  <a:pt x="26402" y="7669"/>
                </a:cubicBezTo>
                <a:cubicBezTo>
                  <a:pt x="26941" y="7153"/>
                  <a:pt x="27314" y="6470"/>
                  <a:pt x="27457" y="5725"/>
                </a:cubicBezTo>
                <a:cubicBezTo>
                  <a:pt x="27613" y="4993"/>
                  <a:pt x="27529" y="4225"/>
                  <a:pt x="27241" y="3530"/>
                </a:cubicBezTo>
                <a:cubicBezTo>
                  <a:pt x="26941" y="2833"/>
                  <a:pt x="26450" y="2246"/>
                  <a:pt x="25813" y="1837"/>
                </a:cubicBezTo>
                <a:cubicBezTo>
                  <a:pt x="25177" y="1430"/>
                  <a:pt x="24433" y="1214"/>
                  <a:pt x="23677" y="1238"/>
                </a:cubicBezTo>
                <a:close/>
                <a:moveTo>
                  <a:pt x="81220" y="1334"/>
                </a:moveTo>
                <a:cubicBezTo>
                  <a:pt x="78927" y="1418"/>
                  <a:pt x="76239" y="1957"/>
                  <a:pt x="73515" y="3470"/>
                </a:cubicBezTo>
                <a:cubicBezTo>
                  <a:pt x="69483" y="5689"/>
                  <a:pt x="67515" y="8665"/>
                  <a:pt x="66375" y="11137"/>
                </a:cubicBezTo>
                <a:cubicBezTo>
                  <a:pt x="63675" y="10776"/>
                  <a:pt x="60087" y="10861"/>
                  <a:pt x="56019" y="13092"/>
                </a:cubicBezTo>
                <a:cubicBezTo>
                  <a:pt x="48734" y="17112"/>
                  <a:pt x="47534" y="24515"/>
                  <a:pt x="47534" y="24515"/>
                </a:cubicBezTo>
                <a:cubicBezTo>
                  <a:pt x="47462" y="25008"/>
                  <a:pt x="47486" y="25511"/>
                  <a:pt x="47606" y="26003"/>
                </a:cubicBezTo>
                <a:cubicBezTo>
                  <a:pt x="47726" y="26483"/>
                  <a:pt x="47942" y="26939"/>
                  <a:pt x="48242" y="27335"/>
                </a:cubicBezTo>
                <a:cubicBezTo>
                  <a:pt x="48530" y="27731"/>
                  <a:pt x="48914" y="28068"/>
                  <a:pt x="49346" y="28319"/>
                </a:cubicBezTo>
                <a:cubicBezTo>
                  <a:pt x="49767" y="28571"/>
                  <a:pt x="50246" y="28739"/>
                  <a:pt x="50739" y="28811"/>
                </a:cubicBezTo>
                <a:cubicBezTo>
                  <a:pt x="51230" y="28871"/>
                  <a:pt x="51734" y="28847"/>
                  <a:pt x="52214" y="28715"/>
                </a:cubicBezTo>
                <a:cubicBezTo>
                  <a:pt x="52694" y="28583"/>
                  <a:pt x="53150" y="28355"/>
                  <a:pt x="53547" y="28056"/>
                </a:cubicBezTo>
                <a:cubicBezTo>
                  <a:pt x="53942" y="27743"/>
                  <a:pt x="54267" y="27371"/>
                  <a:pt x="54507" y="26927"/>
                </a:cubicBezTo>
                <a:cubicBezTo>
                  <a:pt x="54758" y="26495"/>
                  <a:pt x="54914" y="26015"/>
                  <a:pt x="54962" y="25523"/>
                </a:cubicBezTo>
                <a:cubicBezTo>
                  <a:pt x="54962" y="25523"/>
                  <a:pt x="55251" y="22092"/>
                  <a:pt x="59631" y="19668"/>
                </a:cubicBezTo>
                <a:cubicBezTo>
                  <a:pt x="64023" y="17257"/>
                  <a:pt x="67263" y="18828"/>
                  <a:pt x="67263" y="18828"/>
                </a:cubicBezTo>
                <a:cubicBezTo>
                  <a:pt x="67791" y="19056"/>
                  <a:pt x="68367" y="19164"/>
                  <a:pt x="68943" y="19128"/>
                </a:cubicBezTo>
                <a:cubicBezTo>
                  <a:pt x="69519" y="19104"/>
                  <a:pt x="70083" y="18936"/>
                  <a:pt x="70599" y="18648"/>
                </a:cubicBezTo>
                <a:cubicBezTo>
                  <a:pt x="71103" y="18372"/>
                  <a:pt x="71535" y="17976"/>
                  <a:pt x="71859" y="17496"/>
                </a:cubicBezTo>
                <a:cubicBezTo>
                  <a:pt x="72184" y="17016"/>
                  <a:pt x="72387" y="16464"/>
                  <a:pt x="72471" y="15888"/>
                </a:cubicBezTo>
                <a:cubicBezTo>
                  <a:pt x="72471" y="15888"/>
                  <a:pt x="72747" y="12457"/>
                  <a:pt x="77127" y="10033"/>
                </a:cubicBezTo>
                <a:cubicBezTo>
                  <a:pt x="81520" y="7621"/>
                  <a:pt x="84760" y="9193"/>
                  <a:pt x="84760" y="9193"/>
                </a:cubicBezTo>
                <a:cubicBezTo>
                  <a:pt x="85216" y="9385"/>
                  <a:pt x="85696" y="9493"/>
                  <a:pt x="86188" y="9505"/>
                </a:cubicBezTo>
                <a:cubicBezTo>
                  <a:pt x="86680" y="9517"/>
                  <a:pt x="87172" y="9421"/>
                  <a:pt x="87628" y="9241"/>
                </a:cubicBezTo>
                <a:cubicBezTo>
                  <a:pt x="88084" y="9061"/>
                  <a:pt x="88504" y="8797"/>
                  <a:pt x="88864" y="8449"/>
                </a:cubicBezTo>
                <a:cubicBezTo>
                  <a:pt x="89212" y="8113"/>
                  <a:pt x="89500" y="7693"/>
                  <a:pt x="89692" y="7249"/>
                </a:cubicBezTo>
                <a:cubicBezTo>
                  <a:pt x="89896" y="6793"/>
                  <a:pt x="89992" y="6313"/>
                  <a:pt x="90004" y="5821"/>
                </a:cubicBezTo>
                <a:cubicBezTo>
                  <a:pt x="90016" y="5329"/>
                  <a:pt x="89920" y="4837"/>
                  <a:pt x="89740" y="4382"/>
                </a:cubicBezTo>
                <a:cubicBezTo>
                  <a:pt x="89560" y="3913"/>
                  <a:pt x="89296" y="3505"/>
                  <a:pt x="88948" y="3145"/>
                </a:cubicBezTo>
                <a:cubicBezTo>
                  <a:pt x="88612" y="2797"/>
                  <a:pt x="88204" y="2510"/>
                  <a:pt x="87748" y="2317"/>
                </a:cubicBezTo>
                <a:cubicBezTo>
                  <a:pt x="87748" y="2317"/>
                  <a:pt x="86008" y="1598"/>
                  <a:pt x="83368" y="1382"/>
                </a:cubicBezTo>
                <a:cubicBezTo>
                  <a:pt x="82695" y="1334"/>
                  <a:pt x="81988" y="1310"/>
                  <a:pt x="81220" y="1334"/>
                </a:cubicBezTo>
                <a:close/>
                <a:moveTo>
                  <a:pt x="80392" y="26280"/>
                </a:moveTo>
                <a:cubicBezTo>
                  <a:pt x="79899" y="26292"/>
                  <a:pt x="79420" y="26411"/>
                  <a:pt x="78963" y="26615"/>
                </a:cubicBezTo>
                <a:cubicBezTo>
                  <a:pt x="78051" y="27023"/>
                  <a:pt x="77355" y="27767"/>
                  <a:pt x="77007" y="28703"/>
                </a:cubicBezTo>
                <a:lnTo>
                  <a:pt x="74523" y="35302"/>
                </a:lnTo>
                <a:cubicBezTo>
                  <a:pt x="75327" y="35458"/>
                  <a:pt x="76119" y="35662"/>
                  <a:pt x="76900" y="35963"/>
                </a:cubicBezTo>
                <a:lnTo>
                  <a:pt x="90952" y="41206"/>
                </a:lnTo>
                <a:cubicBezTo>
                  <a:pt x="91756" y="41506"/>
                  <a:pt x="92512" y="41902"/>
                  <a:pt x="93244" y="42334"/>
                </a:cubicBezTo>
                <a:lnTo>
                  <a:pt x="95752" y="35698"/>
                </a:lnTo>
                <a:cubicBezTo>
                  <a:pt x="96100" y="34762"/>
                  <a:pt x="96064" y="33743"/>
                  <a:pt x="95644" y="32843"/>
                </a:cubicBezTo>
                <a:cubicBezTo>
                  <a:pt x="95236" y="31931"/>
                  <a:pt x="94481" y="31223"/>
                  <a:pt x="93544" y="30875"/>
                </a:cubicBezTo>
                <a:lnTo>
                  <a:pt x="81831" y="26507"/>
                </a:lnTo>
                <a:cubicBezTo>
                  <a:pt x="81364" y="26339"/>
                  <a:pt x="80871" y="26256"/>
                  <a:pt x="80392" y="26280"/>
                </a:cubicBezTo>
                <a:close/>
                <a:moveTo>
                  <a:pt x="22933" y="28775"/>
                </a:moveTo>
                <a:cubicBezTo>
                  <a:pt x="21769" y="28727"/>
                  <a:pt x="20449" y="28823"/>
                  <a:pt x="19009" y="29147"/>
                </a:cubicBezTo>
                <a:cubicBezTo>
                  <a:pt x="13225" y="30455"/>
                  <a:pt x="10908" y="34235"/>
                  <a:pt x="10669" y="34655"/>
                </a:cubicBezTo>
                <a:cubicBezTo>
                  <a:pt x="10128" y="35602"/>
                  <a:pt x="10261" y="36802"/>
                  <a:pt x="11016" y="37606"/>
                </a:cubicBezTo>
                <a:lnTo>
                  <a:pt x="14592" y="41422"/>
                </a:lnTo>
                <a:cubicBezTo>
                  <a:pt x="10812" y="43762"/>
                  <a:pt x="7645" y="47542"/>
                  <a:pt x="5424" y="52521"/>
                </a:cubicBezTo>
                <a:cubicBezTo>
                  <a:pt x="3504" y="56841"/>
                  <a:pt x="2472" y="61688"/>
                  <a:pt x="2496" y="66320"/>
                </a:cubicBezTo>
                <a:cubicBezTo>
                  <a:pt x="6204" y="63164"/>
                  <a:pt x="11028" y="61268"/>
                  <a:pt x="16249" y="61268"/>
                </a:cubicBezTo>
                <a:cubicBezTo>
                  <a:pt x="16981" y="61268"/>
                  <a:pt x="17701" y="61316"/>
                  <a:pt x="18421" y="61400"/>
                </a:cubicBezTo>
                <a:cubicBezTo>
                  <a:pt x="21853" y="58172"/>
                  <a:pt x="26426" y="56265"/>
                  <a:pt x="31249" y="56265"/>
                </a:cubicBezTo>
                <a:cubicBezTo>
                  <a:pt x="34249" y="56265"/>
                  <a:pt x="37153" y="56996"/>
                  <a:pt x="39757" y="58317"/>
                </a:cubicBezTo>
                <a:cubicBezTo>
                  <a:pt x="41882" y="56769"/>
                  <a:pt x="44258" y="55569"/>
                  <a:pt x="46802" y="54813"/>
                </a:cubicBezTo>
                <a:cubicBezTo>
                  <a:pt x="42842" y="47313"/>
                  <a:pt x="35738" y="40954"/>
                  <a:pt x="27985" y="39214"/>
                </a:cubicBezTo>
                <a:lnTo>
                  <a:pt x="29857" y="33358"/>
                </a:lnTo>
                <a:cubicBezTo>
                  <a:pt x="30194" y="32315"/>
                  <a:pt x="29797" y="31175"/>
                  <a:pt x="28897" y="30551"/>
                </a:cubicBezTo>
                <a:cubicBezTo>
                  <a:pt x="28597" y="30335"/>
                  <a:pt x="26438" y="28919"/>
                  <a:pt x="22933" y="28775"/>
                </a:cubicBezTo>
                <a:close/>
                <a:moveTo>
                  <a:pt x="71307" y="40006"/>
                </a:moveTo>
                <a:cubicBezTo>
                  <a:pt x="69999" y="40054"/>
                  <a:pt x="68715" y="40354"/>
                  <a:pt x="67503" y="40918"/>
                </a:cubicBezTo>
                <a:cubicBezTo>
                  <a:pt x="65055" y="42022"/>
                  <a:pt x="63207" y="44014"/>
                  <a:pt x="62283" y="46521"/>
                </a:cubicBezTo>
                <a:lnTo>
                  <a:pt x="59330" y="54441"/>
                </a:lnTo>
                <a:cubicBezTo>
                  <a:pt x="65931" y="56036"/>
                  <a:pt x="71499" y="60416"/>
                  <a:pt x="74679" y="66320"/>
                </a:cubicBezTo>
                <a:cubicBezTo>
                  <a:pt x="75195" y="66296"/>
                  <a:pt x="75724" y="66272"/>
                  <a:pt x="76251" y="66272"/>
                </a:cubicBezTo>
                <a:cubicBezTo>
                  <a:pt x="81556" y="66272"/>
                  <a:pt x="86524" y="67712"/>
                  <a:pt x="90808" y="70243"/>
                </a:cubicBezTo>
                <a:lnTo>
                  <a:pt x="95080" y="58749"/>
                </a:lnTo>
                <a:cubicBezTo>
                  <a:pt x="96004" y="56241"/>
                  <a:pt x="95908" y="53517"/>
                  <a:pt x="94804" y="51093"/>
                </a:cubicBezTo>
                <a:cubicBezTo>
                  <a:pt x="93676" y="48670"/>
                  <a:pt x="91709" y="46822"/>
                  <a:pt x="89200" y="45898"/>
                </a:cubicBezTo>
                <a:lnTo>
                  <a:pt x="75159" y="40642"/>
                </a:lnTo>
                <a:cubicBezTo>
                  <a:pt x="73899" y="40174"/>
                  <a:pt x="72603" y="39958"/>
                  <a:pt x="71307" y="40006"/>
                </a:cubicBezTo>
                <a:close/>
                <a:moveTo>
                  <a:pt x="53750" y="58773"/>
                </a:moveTo>
                <a:cubicBezTo>
                  <a:pt x="48506" y="58773"/>
                  <a:pt x="43646" y="60908"/>
                  <a:pt x="40178" y="64592"/>
                </a:cubicBezTo>
                <a:cubicBezTo>
                  <a:pt x="37730" y="62492"/>
                  <a:pt x="34574" y="61268"/>
                  <a:pt x="31249" y="61268"/>
                </a:cubicBezTo>
                <a:cubicBezTo>
                  <a:pt x="26809" y="61268"/>
                  <a:pt x="22789" y="63356"/>
                  <a:pt x="20245" y="66800"/>
                </a:cubicBezTo>
                <a:cubicBezTo>
                  <a:pt x="18937" y="66440"/>
                  <a:pt x="17593" y="66272"/>
                  <a:pt x="16249" y="66272"/>
                </a:cubicBezTo>
                <a:cubicBezTo>
                  <a:pt x="7284" y="66272"/>
                  <a:pt x="0" y="73555"/>
                  <a:pt x="0" y="82518"/>
                </a:cubicBezTo>
                <a:lnTo>
                  <a:pt x="0" y="95009"/>
                </a:lnTo>
                <a:cubicBezTo>
                  <a:pt x="0" y="97085"/>
                  <a:pt x="1680" y="98765"/>
                  <a:pt x="3744" y="98765"/>
                </a:cubicBezTo>
                <a:lnTo>
                  <a:pt x="96256" y="98765"/>
                </a:lnTo>
                <a:cubicBezTo>
                  <a:pt x="98321" y="98765"/>
                  <a:pt x="100001" y="97085"/>
                  <a:pt x="100001" y="95009"/>
                </a:cubicBezTo>
                <a:cubicBezTo>
                  <a:pt x="100001" y="81918"/>
                  <a:pt x="89344" y="71264"/>
                  <a:pt x="76251" y="71264"/>
                </a:cubicBezTo>
                <a:cubicBezTo>
                  <a:pt x="74667" y="71264"/>
                  <a:pt x="73108" y="71420"/>
                  <a:pt x="71571" y="71731"/>
                </a:cubicBezTo>
                <a:cubicBezTo>
                  <a:pt x="69123" y="64184"/>
                  <a:pt x="62007" y="58773"/>
                  <a:pt x="53750" y="58773"/>
                </a:cubicBezTo>
                <a:close/>
                <a:moveTo>
                  <a:pt x="53750" y="71264"/>
                </a:moveTo>
                <a:cubicBezTo>
                  <a:pt x="55826" y="71264"/>
                  <a:pt x="57506" y="72943"/>
                  <a:pt x="57506" y="75019"/>
                </a:cubicBezTo>
                <a:cubicBezTo>
                  <a:pt x="57506" y="77083"/>
                  <a:pt x="55826" y="78762"/>
                  <a:pt x="53750" y="78762"/>
                </a:cubicBezTo>
                <a:cubicBezTo>
                  <a:pt x="51687" y="78762"/>
                  <a:pt x="50006" y="77083"/>
                  <a:pt x="50006" y="75019"/>
                </a:cubicBezTo>
                <a:cubicBezTo>
                  <a:pt x="50006" y="72943"/>
                  <a:pt x="51687" y="71264"/>
                  <a:pt x="53750" y="71264"/>
                </a:cubicBezTo>
                <a:close/>
                <a:moveTo>
                  <a:pt x="26245" y="73771"/>
                </a:moveTo>
                <a:cubicBezTo>
                  <a:pt x="28322" y="73771"/>
                  <a:pt x="30002" y="75451"/>
                  <a:pt x="30002" y="77515"/>
                </a:cubicBezTo>
                <a:cubicBezTo>
                  <a:pt x="30002" y="79590"/>
                  <a:pt x="28322" y="81271"/>
                  <a:pt x="26245" y="81271"/>
                </a:cubicBezTo>
                <a:cubicBezTo>
                  <a:pt x="24181" y="81271"/>
                  <a:pt x="22501" y="79590"/>
                  <a:pt x="22501" y="77515"/>
                </a:cubicBezTo>
                <a:cubicBezTo>
                  <a:pt x="22501" y="75451"/>
                  <a:pt x="24181" y="73771"/>
                  <a:pt x="26245" y="73771"/>
                </a:cubicBezTo>
                <a:close/>
                <a:moveTo>
                  <a:pt x="11245" y="83766"/>
                </a:moveTo>
                <a:cubicBezTo>
                  <a:pt x="13321" y="83766"/>
                  <a:pt x="15001" y="85446"/>
                  <a:pt x="15001" y="87510"/>
                </a:cubicBezTo>
                <a:cubicBezTo>
                  <a:pt x="15001" y="89585"/>
                  <a:pt x="13321" y="91266"/>
                  <a:pt x="11245" y="91266"/>
                </a:cubicBezTo>
                <a:cubicBezTo>
                  <a:pt x="9180" y="91266"/>
                  <a:pt x="7500" y="89585"/>
                  <a:pt x="7500" y="87510"/>
                </a:cubicBezTo>
                <a:cubicBezTo>
                  <a:pt x="7500" y="85446"/>
                  <a:pt x="9180" y="83766"/>
                  <a:pt x="11245" y="83766"/>
                </a:cubicBezTo>
                <a:close/>
                <a:moveTo>
                  <a:pt x="46250" y="83766"/>
                </a:moveTo>
                <a:cubicBezTo>
                  <a:pt x="48326" y="83766"/>
                  <a:pt x="50006" y="85446"/>
                  <a:pt x="50006" y="87510"/>
                </a:cubicBezTo>
                <a:cubicBezTo>
                  <a:pt x="50006" y="89585"/>
                  <a:pt x="48326" y="91266"/>
                  <a:pt x="46250" y="91266"/>
                </a:cubicBezTo>
                <a:cubicBezTo>
                  <a:pt x="44186" y="91266"/>
                  <a:pt x="42506" y="89585"/>
                  <a:pt x="42506" y="87510"/>
                </a:cubicBezTo>
                <a:cubicBezTo>
                  <a:pt x="42506" y="85446"/>
                  <a:pt x="44186" y="83766"/>
                  <a:pt x="46250" y="83766"/>
                </a:cubicBezTo>
                <a:close/>
                <a:moveTo>
                  <a:pt x="78748" y="83766"/>
                </a:moveTo>
                <a:cubicBezTo>
                  <a:pt x="80823" y="83766"/>
                  <a:pt x="82504" y="85446"/>
                  <a:pt x="82504" y="87510"/>
                </a:cubicBezTo>
                <a:cubicBezTo>
                  <a:pt x="82504" y="89585"/>
                  <a:pt x="80823" y="91266"/>
                  <a:pt x="78748" y="91266"/>
                </a:cubicBezTo>
                <a:cubicBezTo>
                  <a:pt x="76684" y="91266"/>
                  <a:pt x="75004" y="89585"/>
                  <a:pt x="75004" y="87510"/>
                </a:cubicBezTo>
                <a:cubicBezTo>
                  <a:pt x="75004" y="85446"/>
                  <a:pt x="76684" y="83766"/>
                  <a:pt x="78748" y="8376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3" name="Чёрный — SVG 16">
            <a:extLst>
              <a:ext uri="{FF2B5EF4-FFF2-40B4-BE49-F238E27FC236}">
                <a16:creationId xmlns:a16="http://schemas.microsoft.com/office/drawing/2014/main" id="{9B8F7757-3894-4F47-80EC-1AE4C6C3CD80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108324 w 151065"/>
              <a:gd name="csY0" fmla="*/ 3 h 133200"/>
              <a:gd name="csX1" fmla="*/ 78108 w 151065"/>
              <a:gd name="csY1" fmla="*/ 2402 h 133200"/>
              <a:gd name="csX2" fmla="*/ 26864 w 151065"/>
              <a:gd name="csY2" fmla="*/ 12608 h 133200"/>
              <a:gd name="csX3" fmla="*/ 7979 w 151065"/>
              <a:gd name="csY3" fmla="*/ 5787 h 133200"/>
              <a:gd name="csX4" fmla="*/ 6465 w 151065"/>
              <a:gd name="csY4" fmla="*/ 5940 h 133200"/>
              <a:gd name="csX5" fmla="*/ 5632 w 151065"/>
              <a:gd name="csY5" fmla="*/ 7199 h 133200"/>
              <a:gd name="csX6" fmla="*/ 17 w 151065"/>
              <a:gd name="csY6" fmla="*/ 45270 h 133200"/>
              <a:gd name="csX7" fmla="*/ 0 w 151065"/>
              <a:gd name="csY7" fmla="*/ 45525 h 133200"/>
              <a:gd name="csX8" fmla="*/ 1378 w 151065"/>
              <a:gd name="csY8" fmla="*/ 47243 h 133200"/>
              <a:gd name="csX9" fmla="*/ 25503 w 151065"/>
              <a:gd name="csY9" fmla="*/ 52772 h 133200"/>
              <a:gd name="csX10" fmla="*/ 59173 w 151065"/>
              <a:gd name="csY10" fmla="*/ 56429 h 133200"/>
              <a:gd name="csX11" fmla="*/ 60057 w 151065"/>
              <a:gd name="csY11" fmla="*/ 56140 h 133200"/>
              <a:gd name="csX12" fmla="*/ 92383 w 151065"/>
              <a:gd name="csY12" fmla="*/ 39894 h 133200"/>
              <a:gd name="csX13" fmla="*/ 92808 w 151065"/>
              <a:gd name="csY13" fmla="*/ 39707 h 133200"/>
              <a:gd name="csX14" fmla="*/ 95717 w 151065"/>
              <a:gd name="csY14" fmla="*/ 37053 h 133200"/>
              <a:gd name="csX15" fmla="*/ 95888 w 151065"/>
              <a:gd name="csY15" fmla="*/ 31338 h 133200"/>
              <a:gd name="csX16" fmla="*/ 88044 w 151065"/>
              <a:gd name="csY16" fmla="*/ 27323 h 133200"/>
              <a:gd name="csX17" fmla="*/ 57199 w 151065"/>
              <a:gd name="csY17" fmla="*/ 33566 h 133200"/>
              <a:gd name="csX18" fmla="*/ 53014 w 151065"/>
              <a:gd name="csY18" fmla="*/ 30793 h 133200"/>
              <a:gd name="csX19" fmla="*/ 52946 w 151065"/>
              <a:gd name="csY19" fmla="*/ 30079 h 133200"/>
              <a:gd name="csX20" fmla="*/ 55787 w 151065"/>
              <a:gd name="csY20" fmla="*/ 26608 h 133200"/>
              <a:gd name="csX21" fmla="*/ 86360 w 151065"/>
              <a:gd name="csY21" fmla="*/ 20451 h 133200"/>
              <a:gd name="csX22" fmla="*/ 102523 w 151065"/>
              <a:gd name="csY22" fmla="*/ 28854 h 133200"/>
              <a:gd name="csX23" fmla="*/ 103339 w 151065"/>
              <a:gd name="csY23" fmla="*/ 33039 h 133200"/>
              <a:gd name="csX24" fmla="*/ 112493 w 151065"/>
              <a:gd name="csY24" fmla="*/ 31644 h 133200"/>
              <a:gd name="csX25" fmla="*/ 136941 w 151065"/>
              <a:gd name="csY25" fmla="*/ 37462 h 133200"/>
              <a:gd name="csX26" fmla="*/ 150603 w 151065"/>
              <a:gd name="csY26" fmla="*/ 29858 h 133200"/>
              <a:gd name="csX27" fmla="*/ 143763 w 151065"/>
              <a:gd name="csY27" fmla="*/ 15892 h 133200"/>
              <a:gd name="csX28" fmla="*/ 109192 w 151065"/>
              <a:gd name="csY28" fmla="*/ 156 h 133200"/>
              <a:gd name="csX29" fmla="*/ 108324 w 151065"/>
              <a:gd name="csY29" fmla="*/ 3 h 133200"/>
              <a:gd name="csX30" fmla="*/ 46141 w 151065"/>
              <a:gd name="csY30" fmla="*/ 68235 h 133200"/>
              <a:gd name="csX31" fmla="*/ 41717 w 151065"/>
              <a:gd name="csY31" fmla="*/ 70736 h 133200"/>
              <a:gd name="csX32" fmla="*/ 42414 w 151065"/>
              <a:gd name="csY32" fmla="*/ 77268 h 133200"/>
              <a:gd name="csX33" fmla="*/ 54137 w 151065"/>
              <a:gd name="csY33" fmla="*/ 91659 h 133200"/>
              <a:gd name="csX34" fmla="*/ 79878 w 151065"/>
              <a:gd name="csY34" fmla="*/ 127876 h 133200"/>
              <a:gd name="csX35" fmla="*/ 78636 w 151065"/>
              <a:gd name="csY35" fmla="*/ 133200 h 133200"/>
              <a:gd name="csX36" fmla="*/ 96279 w 151065"/>
              <a:gd name="csY36" fmla="*/ 133200 h 133200"/>
              <a:gd name="csX37" fmla="*/ 101587 w 151065"/>
              <a:gd name="csY37" fmla="*/ 127876 h 133200"/>
              <a:gd name="csX38" fmla="*/ 47893 w 151065"/>
              <a:gd name="csY38" fmla="*/ 68507 h 133200"/>
              <a:gd name="csX39" fmla="*/ 46141 w 151065"/>
              <a:gd name="csY39" fmla="*/ 68235 h 133200"/>
              <a:gd name="csX40" fmla="*/ 136975 w 151065"/>
              <a:gd name="csY40" fmla="*/ 72130 h 133200"/>
              <a:gd name="csX41" fmla="*/ 92213 w 151065"/>
              <a:gd name="csY41" fmla="*/ 87083 h 133200"/>
              <a:gd name="csX42" fmla="*/ 108681 w 151065"/>
              <a:gd name="csY42" fmla="*/ 127893 h 133200"/>
              <a:gd name="csX43" fmla="*/ 107422 w 151065"/>
              <a:gd name="csY43" fmla="*/ 133200 h 133200"/>
              <a:gd name="csX44" fmla="*/ 117172 w 151065"/>
              <a:gd name="csY44" fmla="*/ 133200 h 133200"/>
              <a:gd name="csX45" fmla="*/ 122497 w 151065"/>
              <a:gd name="csY45" fmla="*/ 127893 h 133200"/>
              <a:gd name="csX46" fmla="*/ 122480 w 151065"/>
              <a:gd name="csY46" fmla="*/ 126634 h 133200"/>
              <a:gd name="csX47" fmla="*/ 140207 w 151065"/>
              <a:gd name="csY47" fmla="*/ 81894 h 133200"/>
              <a:gd name="csX48" fmla="*/ 142368 w 151065"/>
              <a:gd name="csY48" fmla="*/ 75754 h 133200"/>
              <a:gd name="csX49" fmla="*/ 136975 w 151065"/>
              <a:gd name="csY49" fmla="*/ 72130 h 133200"/>
              <a:gd name="csX50" fmla="*/ 145073 w 151065"/>
              <a:gd name="csY50" fmla="*/ 87066 h 133200"/>
              <a:gd name="csX51" fmla="*/ 144052 w 151065"/>
              <a:gd name="csY51" fmla="*/ 87848 h 133200"/>
              <a:gd name="csX52" fmla="*/ 129574 w 151065"/>
              <a:gd name="csY52" fmla="*/ 126498 h 133200"/>
              <a:gd name="csX53" fmla="*/ 129574 w 151065"/>
              <a:gd name="csY53" fmla="*/ 127824 h 133200"/>
              <a:gd name="csX54" fmla="*/ 128332 w 151065"/>
              <a:gd name="csY54" fmla="*/ 133200 h 133200"/>
              <a:gd name="csX55" fmla="*/ 139561 w 151065"/>
              <a:gd name="csY55" fmla="*/ 133200 h 133200"/>
              <a:gd name="csX56" fmla="*/ 143780 w 151065"/>
              <a:gd name="csY56" fmla="*/ 131108 h 133200"/>
              <a:gd name="csX57" fmla="*/ 144682 w 151065"/>
              <a:gd name="csY57" fmla="*/ 126464 h 133200"/>
              <a:gd name="csX58" fmla="*/ 149633 w 151065"/>
              <a:gd name="csY58" fmla="*/ 95895 h 133200"/>
              <a:gd name="csX59" fmla="*/ 150331 w 151065"/>
              <a:gd name="csY59" fmla="*/ 89584 h 133200"/>
              <a:gd name="csX60" fmla="*/ 145073 w 151065"/>
              <a:gd name="csY60" fmla="*/ 87066 h 133200"/>
              <a:gd name="csX61" fmla="*/ 23019 w 151065"/>
              <a:gd name="csY61" fmla="*/ 88444 h 133200"/>
              <a:gd name="csX62" fmla="*/ 18715 w 151065"/>
              <a:gd name="csY62" fmla="*/ 91302 h 133200"/>
              <a:gd name="csX63" fmla="*/ 20042 w 151065"/>
              <a:gd name="csY63" fmla="*/ 97851 h 133200"/>
              <a:gd name="csX64" fmla="*/ 36460 w 151065"/>
              <a:gd name="csY64" fmla="*/ 126719 h 133200"/>
              <a:gd name="csX65" fmla="*/ 37464 w 151065"/>
              <a:gd name="csY65" fmla="*/ 131176 h 133200"/>
              <a:gd name="csX66" fmla="*/ 41649 w 151065"/>
              <a:gd name="csY66" fmla="*/ 133200 h 133200"/>
              <a:gd name="csX67" fmla="*/ 67475 w 151065"/>
              <a:gd name="csY67" fmla="*/ 133200 h 133200"/>
              <a:gd name="csX68" fmla="*/ 72800 w 151065"/>
              <a:gd name="csY68" fmla="*/ 127876 h 133200"/>
              <a:gd name="csX69" fmla="*/ 24840 w 151065"/>
              <a:gd name="csY69" fmla="*/ 88631 h 133200"/>
              <a:gd name="csX70" fmla="*/ 23019 w 151065"/>
              <a:gd name="csY70" fmla="*/ 88444 h 133200"/>
            </a:gdLst>
            <a:ahLst/>
            <a:cxnLst/>
            <a:rect l="l" t="t" r="r" b="b"/>
            <a:pathLst>
              <a:path w="100000" h="100000">
                <a:moveTo>
                  <a:pt x="71707" y="5915"/>
                </a:moveTo>
                <a:lnTo>
                  <a:pt x="51705" y="7503"/>
                </a:lnTo>
                <a:lnTo>
                  <a:pt x="17783" y="14259"/>
                </a:lnTo>
                <a:lnTo>
                  <a:pt x="5282" y="9744"/>
                </a:lnTo>
                <a:cubicBezTo>
                  <a:pt x="4955" y="9620"/>
                  <a:pt x="4584" y="9665"/>
                  <a:pt x="4280" y="9845"/>
                </a:cubicBezTo>
                <a:cubicBezTo>
                  <a:pt x="3976" y="10014"/>
                  <a:pt x="3773" y="10329"/>
                  <a:pt x="3728" y="10679"/>
                </a:cubicBezTo>
                <a:lnTo>
                  <a:pt x="11" y="35880"/>
                </a:lnTo>
                <a:cubicBezTo>
                  <a:pt x="0" y="35937"/>
                  <a:pt x="0" y="35993"/>
                  <a:pt x="0" y="36049"/>
                </a:cubicBezTo>
                <a:cubicBezTo>
                  <a:pt x="0" y="36589"/>
                  <a:pt x="372" y="37074"/>
                  <a:pt x="912" y="37186"/>
                </a:cubicBezTo>
                <a:lnTo>
                  <a:pt x="16882" y="40846"/>
                </a:lnTo>
                <a:cubicBezTo>
                  <a:pt x="18358" y="41781"/>
                  <a:pt x="27627" y="47141"/>
                  <a:pt x="39171" y="43267"/>
                </a:cubicBezTo>
                <a:lnTo>
                  <a:pt x="39756" y="43076"/>
                </a:lnTo>
                <a:lnTo>
                  <a:pt x="61154" y="32322"/>
                </a:lnTo>
                <a:cubicBezTo>
                  <a:pt x="61244" y="32265"/>
                  <a:pt x="61335" y="32231"/>
                  <a:pt x="61436" y="32198"/>
                </a:cubicBezTo>
                <a:cubicBezTo>
                  <a:pt x="62303" y="31894"/>
                  <a:pt x="62956" y="31297"/>
                  <a:pt x="63361" y="30441"/>
                </a:cubicBezTo>
                <a:cubicBezTo>
                  <a:pt x="63880" y="29315"/>
                  <a:pt x="63925" y="27863"/>
                  <a:pt x="63475" y="26658"/>
                </a:cubicBezTo>
                <a:cubicBezTo>
                  <a:pt x="62686" y="24563"/>
                  <a:pt x="60411" y="23392"/>
                  <a:pt x="58282" y="24000"/>
                </a:cubicBezTo>
                <a:lnTo>
                  <a:pt x="37864" y="28133"/>
                </a:lnTo>
                <a:cubicBezTo>
                  <a:pt x="36592" y="28380"/>
                  <a:pt x="35352" y="27570"/>
                  <a:pt x="35094" y="26297"/>
                </a:cubicBezTo>
                <a:cubicBezTo>
                  <a:pt x="35071" y="26139"/>
                  <a:pt x="35048" y="25982"/>
                  <a:pt x="35048" y="25824"/>
                </a:cubicBezTo>
                <a:cubicBezTo>
                  <a:pt x="35048" y="24732"/>
                  <a:pt x="35814" y="23752"/>
                  <a:pt x="36929" y="23527"/>
                </a:cubicBezTo>
                <a:lnTo>
                  <a:pt x="57167" y="19451"/>
                </a:lnTo>
                <a:cubicBezTo>
                  <a:pt x="61447" y="18223"/>
                  <a:pt x="66234" y="20656"/>
                  <a:pt x="67867" y="25013"/>
                </a:cubicBezTo>
                <a:cubicBezTo>
                  <a:pt x="68204" y="25892"/>
                  <a:pt x="68351" y="26838"/>
                  <a:pt x="68407" y="27784"/>
                </a:cubicBezTo>
                <a:lnTo>
                  <a:pt x="74467" y="26860"/>
                </a:lnTo>
                <a:lnTo>
                  <a:pt x="90650" y="30712"/>
                </a:lnTo>
                <a:cubicBezTo>
                  <a:pt x="95572" y="31883"/>
                  <a:pt x="98736" y="29022"/>
                  <a:pt x="99694" y="25678"/>
                </a:cubicBezTo>
                <a:cubicBezTo>
                  <a:pt x="100663" y="22243"/>
                  <a:pt x="99367" y="17829"/>
                  <a:pt x="95166" y="16433"/>
                </a:cubicBezTo>
                <a:lnTo>
                  <a:pt x="72281" y="6016"/>
                </a:lnTo>
                <a:cubicBezTo>
                  <a:pt x="72101" y="5938"/>
                  <a:pt x="71910" y="5904"/>
                  <a:pt x="71707" y="5915"/>
                </a:cubicBezTo>
                <a:close/>
                <a:moveTo>
                  <a:pt x="30544" y="51082"/>
                </a:moveTo>
                <a:cubicBezTo>
                  <a:pt x="29372" y="51105"/>
                  <a:pt x="28257" y="51701"/>
                  <a:pt x="27615" y="52738"/>
                </a:cubicBezTo>
                <a:cubicBezTo>
                  <a:pt x="26748" y="54111"/>
                  <a:pt x="26939" y="55901"/>
                  <a:pt x="28077" y="57062"/>
                </a:cubicBezTo>
                <a:cubicBezTo>
                  <a:pt x="31433" y="60496"/>
                  <a:pt x="33933" y="63660"/>
                  <a:pt x="35837" y="66588"/>
                </a:cubicBezTo>
                <a:cubicBezTo>
                  <a:pt x="45781" y="71543"/>
                  <a:pt x="52877" y="78716"/>
                  <a:pt x="52877" y="90563"/>
                </a:cubicBezTo>
                <a:cubicBezTo>
                  <a:pt x="52877" y="91824"/>
                  <a:pt x="52561" y="93017"/>
                  <a:pt x="52054" y="94087"/>
                </a:cubicBezTo>
                <a:lnTo>
                  <a:pt x="63733" y="94087"/>
                </a:lnTo>
                <a:cubicBezTo>
                  <a:pt x="65670" y="94087"/>
                  <a:pt x="67247" y="92510"/>
                  <a:pt x="67247" y="90563"/>
                </a:cubicBezTo>
                <a:cubicBezTo>
                  <a:pt x="67247" y="82297"/>
                  <a:pt x="63779" y="61915"/>
                  <a:pt x="31704" y="51262"/>
                </a:cubicBezTo>
                <a:cubicBezTo>
                  <a:pt x="31320" y="51139"/>
                  <a:pt x="30926" y="51082"/>
                  <a:pt x="30544" y="51082"/>
                </a:cubicBezTo>
                <a:close/>
                <a:moveTo>
                  <a:pt x="90673" y="53661"/>
                </a:moveTo>
                <a:cubicBezTo>
                  <a:pt x="75998" y="54629"/>
                  <a:pt x="66808" y="58807"/>
                  <a:pt x="61042" y="63559"/>
                </a:cubicBezTo>
                <a:cubicBezTo>
                  <a:pt x="70480" y="73840"/>
                  <a:pt x="71943" y="84819"/>
                  <a:pt x="71943" y="90574"/>
                </a:cubicBezTo>
                <a:cubicBezTo>
                  <a:pt x="71943" y="91835"/>
                  <a:pt x="71628" y="93017"/>
                  <a:pt x="71110" y="94087"/>
                </a:cubicBezTo>
                <a:lnTo>
                  <a:pt x="77564" y="94087"/>
                </a:lnTo>
                <a:cubicBezTo>
                  <a:pt x="79512" y="94087"/>
                  <a:pt x="81089" y="92521"/>
                  <a:pt x="81089" y="90574"/>
                </a:cubicBezTo>
                <a:lnTo>
                  <a:pt x="81078" y="89741"/>
                </a:lnTo>
                <a:cubicBezTo>
                  <a:pt x="80829" y="75687"/>
                  <a:pt x="84997" y="65170"/>
                  <a:pt x="92812" y="60124"/>
                </a:cubicBezTo>
                <a:cubicBezTo>
                  <a:pt x="94164" y="59258"/>
                  <a:pt x="94750" y="57580"/>
                  <a:pt x="94243" y="56060"/>
                </a:cubicBezTo>
                <a:cubicBezTo>
                  <a:pt x="93748" y="54539"/>
                  <a:pt x="92261" y="53526"/>
                  <a:pt x="90673" y="53661"/>
                </a:cubicBezTo>
                <a:close/>
                <a:moveTo>
                  <a:pt x="96033" y="63548"/>
                </a:moveTo>
                <a:cubicBezTo>
                  <a:pt x="95820" y="63717"/>
                  <a:pt x="95606" y="63908"/>
                  <a:pt x="95358" y="64065"/>
                </a:cubicBezTo>
                <a:cubicBezTo>
                  <a:pt x="88961" y="68199"/>
                  <a:pt x="85549" y="77286"/>
                  <a:pt x="85774" y="89650"/>
                </a:cubicBezTo>
                <a:lnTo>
                  <a:pt x="85774" y="90528"/>
                </a:lnTo>
                <a:cubicBezTo>
                  <a:pt x="85774" y="91812"/>
                  <a:pt x="85470" y="93006"/>
                  <a:pt x="84952" y="94087"/>
                </a:cubicBezTo>
                <a:lnTo>
                  <a:pt x="92385" y="94087"/>
                </a:lnTo>
                <a:cubicBezTo>
                  <a:pt x="93488" y="94087"/>
                  <a:pt x="94513" y="93569"/>
                  <a:pt x="95178" y="92702"/>
                </a:cubicBezTo>
                <a:cubicBezTo>
                  <a:pt x="95842" y="91824"/>
                  <a:pt x="96067" y="90686"/>
                  <a:pt x="95775" y="89628"/>
                </a:cubicBezTo>
                <a:cubicBezTo>
                  <a:pt x="95741" y="89504"/>
                  <a:pt x="92295" y="76633"/>
                  <a:pt x="99052" y="69392"/>
                </a:cubicBezTo>
                <a:cubicBezTo>
                  <a:pt x="100122" y="68255"/>
                  <a:pt x="100303" y="66554"/>
                  <a:pt x="99514" y="65215"/>
                </a:cubicBezTo>
                <a:cubicBezTo>
                  <a:pt x="98793" y="63987"/>
                  <a:pt x="97430" y="63368"/>
                  <a:pt x="96033" y="63548"/>
                </a:cubicBezTo>
                <a:close/>
                <a:moveTo>
                  <a:pt x="15238" y="64460"/>
                </a:moveTo>
                <a:cubicBezTo>
                  <a:pt x="14056" y="64550"/>
                  <a:pt x="12963" y="65248"/>
                  <a:pt x="12389" y="66352"/>
                </a:cubicBezTo>
                <a:cubicBezTo>
                  <a:pt x="11623" y="67827"/>
                  <a:pt x="11994" y="69629"/>
                  <a:pt x="13267" y="70687"/>
                </a:cubicBezTo>
                <a:cubicBezTo>
                  <a:pt x="25645" y="80901"/>
                  <a:pt x="24225" y="89335"/>
                  <a:pt x="24135" y="89797"/>
                </a:cubicBezTo>
                <a:cubicBezTo>
                  <a:pt x="23898" y="90833"/>
                  <a:pt x="24147" y="91914"/>
                  <a:pt x="24800" y="92747"/>
                </a:cubicBezTo>
                <a:cubicBezTo>
                  <a:pt x="25476" y="93592"/>
                  <a:pt x="26489" y="94087"/>
                  <a:pt x="27570" y="94087"/>
                </a:cubicBezTo>
                <a:lnTo>
                  <a:pt x="44666" y="94087"/>
                </a:lnTo>
                <a:cubicBezTo>
                  <a:pt x="46614" y="94087"/>
                  <a:pt x="48191" y="92510"/>
                  <a:pt x="48191" y="90563"/>
                </a:cubicBezTo>
                <a:cubicBezTo>
                  <a:pt x="48191" y="76238"/>
                  <a:pt x="35499" y="69809"/>
                  <a:pt x="16443" y="64584"/>
                </a:cubicBezTo>
                <a:cubicBezTo>
                  <a:pt x="16049" y="64471"/>
                  <a:pt x="15632" y="64437"/>
                  <a:pt x="15238" y="6446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4" name="Чёрный — SVG 17">
            <a:extLst>
              <a:ext uri="{FF2B5EF4-FFF2-40B4-BE49-F238E27FC236}">
                <a16:creationId xmlns:a16="http://schemas.microsoft.com/office/drawing/2014/main" id="{1955D564-C0A8-FA45-89E4-9053126D8612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106266 w 130942"/>
              <a:gd name="csY0" fmla="*/ 6262 h 143847"/>
              <a:gd name="csX1" fmla="*/ 89031 w 130942"/>
              <a:gd name="csY1" fmla="*/ 631 h 143847"/>
              <a:gd name="csX2" fmla="*/ 6669 w 130942"/>
              <a:gd name="csY2" fmla="*/ 51001 h 143847"/>
              <a:gd name="csX3" fmla="*/ 0 w 130942"/>
              <a:gd name="csY3" fmla="*/ 77215 h 143847"/>
              <a:gd name="csX4" fmla="*/ 31458 w 130942"/>
              <a:gd name="csY4" fmla="*/ 120849 h 143847"/>
              <a:gd name="csX5" fmla="*/ 7043 w 130942"/>
              <a:gd name="csY5" fmla="*/ 133471 h 143847"/>
              <a:gd name="csX6" fmla="*/ 3573 w 130942"/>
              <a:gd name="csY6" fmla="*/ 140139 h 143847"/>
              <a:gd name="csX7" fmla="*/ 8643 w 130942"/>
              <a:gd name="csY7" fmla="*/ 143848 h 143847"/>
              <a:gd name="csX8" fmla="*/ 10259 w 130942"/>
              <a:gd name="csY8" fmla="*/ 143592 h 143847"/>
              <a:gd name="csX9" fmla="*/ 52793 w 130942"/>
              <a:gd name="csY9" fmla="*/ 115898 h 143847"/>
              <a:gd name="csX10" fmla="*/ 84965 w 130942"/>
              <a:gd name="csY10" fmla="*/ 52447 h 143847"/>
              <a:gd name="csX11" fmla="*/ 91209 w 130942"/>
              <a:gd name="csY11" fmla="*/ 48262 h 143847"/>
              <a:gd name="csX12" fmla="*/ 95377 w 130942"/>
              <a:gd name="csY12" fmla="*/ 54505 h 143847"/>
              <a:gd name="csX13" fmla="*/ 55260 w 130942"/>
              <a:gd name="csY13" fmla="*/ 128470 h 143847"/>
              <a:gd name="csX14" fmla="*/ 55260 w 130942"/>
              <a:gd name="csY14" fmla="*/ 128504 h 143847"/>
              <a:gd name="csX15" fmla="*/ 56825 w 130942"/>
              <a:gd name="csY15" fmla="*/ 130341 h 143847"/>
              <a:gd name="csX16" fmla="*/ 82906 w 130942"/>
              <a:gd name="csY16" fmla="*/ 138523 h 143847"/>
              <a:gd name="csX17" fmla="*/ 83298 w 130942"/>
              <a:gd name="csY17" fmla="*/ 138523 h 143847"/>
              <a:gd name="csX18" fmla="*/ 130935 w 130942"/>
              <a:gd name="csY18" fmla="*/ 75769 h 143847"/>
              <a:gd name="csX19" fmla="*/ 106266 w 130942"/>
              <a:gd name="csY19" fmla="*/ 6262 h 143847"/>
            </a:gdLst>
            <a:ahLst/>
            <a:cxnLst/>
            <a:rect l="l" t="t" r="r" b="b"/>
            <a:pathLst>
              <a:path w="100000" h="100000">
                <a:moveTo>
                  <a:pt x="78360" y="4353"/>
                </a:moveTo>
                <a:cubicBezTo>
                  <a:pt x="75604" y="734"/>
                  <a:pt x="70790" y="-838"/>
                  <a:pt x="66379" y="439"/>
                </a:cubicBezTo>
                <a:cubicBezTo>
                  <a:pt x="53723" y="4164"/>
                  <a:pt x="22818" y="14996"/>
                  <a:pt x="9122" y="35455"/>
                </a:cubicBezTo>
                <a:cubicBezTo>
                  <a:pt x="5030" y="42255"/>
                  <a:pt x="4486" y="48487"/>
                  <a:pt x="4486" y="53679"/>
                </a:cubicBezTo>
                <a:cubicBezTo>
                  <a:pt x="4486" y="68910"/>
                  <a:pt x="15757" y="80039"/>
                  <a:pt x="26355" y="84012"/>
                </a:cubicBezTo>
                <a:cubicBezTo>
                  <a:pt x="21151" y="87867"/>
                  <a:pt x="15461" y="90847"/>
                  <a:pt x="9382" y="92787"/>
                </a:cubicBezTo>
                <a:cubicBezTo>
                  <a:pt x="7430" y="93401"/>
                  <a:pt x="6354" y="95483"/>
                  <a:pt x="6970" y="97422"/>
                </a:cubicBezTo>
                <a:cubicBezTo>
                  <a:pt x="7478" y="98995"/>
                  <a:pt x="8933" y="100001"/>
                  <a:pt x="10494" y="100001"/>
                </a:cubicBezTo>
                <a:cubicBezTo>
                  <a:pt x="10872" y="100001"/>
                  <a:pt x="11251" y="99941"/>
                  <a:pt x="11618" y="99823"/>
                </a:cubicBezTo>
                <a:cubicBezTo>
                  <a:pt x="22854" y="96252"/>
                  <a:pt x="32895" y="89606"/>
                  <a:pt x="41186" y="80570"/>
                </a:cubicBezTo>
                <a:cubicBezTo>
                  <a:pt x="52316" y="69087"/>
                  <a:pt x="60016" y="54152"/>
                  <a:pt x="63552" y="36460"/>
                </a:cubicBezTo>
                <a:cubicBezTo>
                  <a:pt x="63942" y="34438"/>
                  <a:pt x="65893" y="33137"/>
                  <a:pt x="67893" y="33551"/>
                </a:cubicBezTo>
                <a:cubicBezTo>
                  <a:pt x="69903" y="33941"/>
                  <a:pt x="71192" y="35892"/>
                  <a:pt x="70790" y="37891"/>
                </a:cubicBezTo>
                <a:cubicBezTo>
                  <a:pt x="66579" y="58953"/>
                  <a:pt x="56975" y="76467"/>
                  <a:pt x="42901" y="89310"/>
                </a:cubicBezTo>
                <a:cubicBezTo>
                  <a:pt x="42901" y="89310"/>
                  <a:pt x="42901" y="89310"/>
                  <a:pt x="42901" y="89334"/>
                </a:cubicBezTo>
                <a:cubicBezTo>
                  <a:pt x="43150" y="89818"/>
                  <a:pt x="43516" y="90267"/>
                  <a:pt x="43989" y="90611"/>
                </a:cubicBezTo>
                <a:cubicBezTo>
                  <a:pt x="51251" y="96181"/>
                  <a:pt x="57886" y="96299"/>
                  <a:pt x="62121" y="96299"/>
                </a:cubicBezTo>
                <a:lnTo>
                  <a:pt x="62393" y="96299"/>
                </a:lnTo>
                <a:cubicBezTo>
                  <a:pt x="85657" y="95388"/>
                  <a:pt x="95781" y="73735"/>
                  <a:pt x="95509" y="52673"/>
                </a:cubicBezTo>
                <a:cubicBezTo>
                  <a:pt x="95332" y="40552"/>
                  <a:pt x="90755" y="20614"/>
                  <a:pt x="78360" y="435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5" name="Чёрный — SVG 18">
            <a:extLst>
              <a:ext uri="{FF2B5EF4-FFF2-40B4-BE49-F238E27FC236}">
                <a16:creationId xmlns:a16="http://schemas.microsoft.com/office/drawing/2014/main" id="{6D7263F6-BE90-D340-BB64-FB8516DF3B5B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12390 w 148416"/>
              <a:gd name="csY0" fmla="*/ 4870 h 148391"/>
              <a:gd name="csX1" fmla="*/ 4870 w 148416"/>
              <a:gd name="csY1" fmla="*/ 4870 h 148391"/>
              <a:gd name="csX2" fmla="*/ 4870 w 148416"/>
              <a:gd name="csY2" fmla="*/ 12388 h 148391"/>
              <a:gd name="csX3" fmla="*/ 56914 w 148416"/>
              <a:gd name="csY3" fmla="*/ 64408 h 148391"/>
              <a:gd name="csX4" fmla="*/ 2080 w 148416"/>
              <a:gd name="csY4" fmla="*/ 77847 h 148391"/>
              <a:gd name="csX5" fmla="*/ 2080 w 148416"/>
              <a:gd name="csY5" fmla="*/ 87866 h 148391"/>
              <a:gd name="csX6" fmla="*/ 12101 w 148416"/>
              <a:gd name="csY6" fmla="*/ 87866 h 148391"/>
              <a:gd name="csX7" fmla="*/ 68041 w 148416"/>
              <a:gd name="csY7" fmla="*/ 80348 h 148391"/>
              <a:gd name="csX8" fmla="*/ 70133 w 148416"/>
              <a:gd name="csY8" fmla="*/ 95181 h 148391"/>
              <a:gd name="csX9" fmla="*/ 61440 w 148416"/>
              <a:gd name="csY9" fmla="*/ 86489 h 148391"/>
              <a:gd name="csX10" fmla="*/ 39560 w 148416"/>
              <a:gd name="csY10" fmla="*/ 84668 h 148391"/>
              <a:gd name="csX11" fmla="*/ 70270 w 148416"/>
              <a:gd name="csY11" fmla="*/ 115374 h 148391"/>
              <a:gd name="csX12" fmla="*/ 68398 w 148416"/>
              <a:gd name="csY12" fmla="*/ 123522 h 148391"/>
              <a:gd name="csX13" fmla="*/ 30594 w 148416"/>
              <a:gd name="csY13" fmla="*/ 85723 h 148391"/>
              <a:gd name="csX14" fmla="*/ 17426 w 148416"/>
              <a:gd name="csY14" fmla="*/ 92595 h 148391"/>
              <a:gd name="csX15" fmla="*/ 60810 w 148416"/>
              <a:gd name="csY15" fmla="*/ 135974 h 148391"/>
              <a:gd name="csX16" fmla="*/ 60538 w 148416"/>
              <a:gd name="csY16" fmla="*/ 136297 h 148391"/>
              <a:gd name="csX17" fmla="*/ 60538 w 148416"/>
              <a:gd name="csY17" fmla="*/ 146317 h 148391"/>
              <a:gd name="csX18" fmla="*/ 65540 w 148416"/>
              <a:gd name="csY18" fmla="*/ 148392 h 148391"/>
              <a:gd name="csX19" fmla="*/ 70559 w 148416"/>
              <a:gd name="csY19" fmla="*/ 146317 h 148391"/>
              <a:gd name="csX20" fmla="*/ 83983 w 148416"/>
              <a:gd name="csY20" fmla="*/ 91490 h 148391"/>
              <a:gd name="csX21" fmla="*/ 136026 w 148416"/>
              <a:gd name="csY21" fmla="*/ 143527 h 148391"/>
              <a:gd name="csX22" fmla="*/ 139786 w 148416"/>
              <a:gd name="csY22" fmla="*/ 145075 h 148391"/>
              <a:gd name="csX23" fmla="*/ 143546 w 148416"/>
              <a:gd name="csY23" fmla="*/ 143527 h 148391"/>
              <a:gd name="csX24" fmla="*/ 143546 w 148416"/>
              <a:gd name="csY24" fmla="*/ 136008 h 148391"/>
              <a:gd name="csX25" fmla="*/ 12390 w 148416"/>
              <a:gd name="csY25" fmla="*/ 4870 h 148391"/>
              <a:gd name="csX26" fmla="*/ 146337 w 148416"/>
              <a:gd name="csY26" fmla="*/ 60530 h 148391"/>
              <a:gd name="csX27" fmla="*/ 136316 w 148416"/>
              <a:gd name="csY27" fmla="*/ 60530 h 148391"/>
              <a:gd name="csX28" fmla="*/ 136009 w 148416"/>
              <a:gd name="csY28" fmla="*/ 60802 h 148391"/>
              <a:gd name="csX29" fmla="*/ 92608 w 148416"/>
              <a:gd name="csY29" fmla="*/ 17424 h 148391"/>
              <a:gd name="csX30" fmla="*/ 85735 w 148416"/>
              <a:gd name="csY30" fmla="*/ 30590 h 148391"/>
              <a:gd name="csX31" fmla="*/ 123539 w 148416"/>
              <a:gd name="csY31" fmla="*/ 68389 h 148391"/>
              <a:gd name="csX32" fmla="*/ 113348 w 148416"/>
              <a:gd name="csY32" fmla="*/ 70515 h 148391"/>
              <a:gd name="csX33" fmla="*/ 84646 w 148416"/>
              <a:gd name="csY33" fmla="*/ 41818 h 148391"/>
              <a:gd name="csX34" fmla="*/ 86926 w 148416"/>
              <a:gd name="csY34" fmla="*/ 64136 h 148391"/>
              <a:gd name="csX35" fmla="*/ 107716 w 148416"/>
              <a:gd name="csY35" fmla="*/ 85009 h 148391"/>
              <a:gd name="csX36" fmla="*/ 146337 w 148416"/>
              <a:gd name="csY36" fmla="*/ 70549 h 148391"/>
              <a:gd name="csX37" fmla="*/ 146337 w 148416"/>
              <a:gd name="csY37" fmla="*/ 60530 h 148391"/>
              <a:gd name="csX38" fmla="*/ 87878 w 148416"/>
              <a:gd name="csY38" fmla="*/ 12099 h 148391"/>
              <a:gd name="csX39" fmla="*/ 87878 w 148416"/>
              <a:gd name="csY39" fmla="*/ 2079 h 148391"/>
              <a:gd name="csX40" fmla="*/ 77858 w 148416"/>
              <a:gd name="csY40" fmla="*/ 2079 h 148391"/>
              <a:gd name="csX41" fmla="*/ 63379 w 148416"/>
              <a:gd name="csY41" fmla="*/ 40678 h 148391"/>
              <a:gd name="csX42" fmla="*/ 78572 w 148416"/>
              <a:gd name="csY42" fmla="*/ 55869 h 148391"/>
              <a:gd name="csX43" fmla="*/ 87878 w 148416"/>
              <a:gd name="csY43" fmla="*/ 12099 h 148391"/>
            </a:gdLst>
            <a:ahLst/>
            <a:cxnLst/>
            <a:rect l="l" t="t" r="r" b="b"/>
            <a:pathLst>
              <a:path w="100000" h="100000">
                <a:moveTo>
                  <a:pt x="8348" y="3290"/>
                </a:moveTo>
                <a:cubicBezTo>
                  <a:pt x="6949" y="1891"/>
                  <a:pt x="4680" y="1891"/>
                  <a:pt x="3281" y="3290"/>
                </a:cubicBezTo>
                <a:cubicBezTo>
                  <a:pt x="1883" y="4688"/>
                  <a:pt x="1883" y="6957"/>
                  <a:pt x="3281" y="8355"/>
                </a:cubicBezTo>
                <a:lnTo>
                  <a:pt x="38348" y="43405"/>
                </a:lnTo>
                <a:cubicBezTo>
                  <a:pt x="24729" y="41766"/>
                  <a:pt x="11547" y="42317"/>
                  <a:pt x="1401" y="52460"/>
                </a:cubicBezTo>
                <a:cubicBezTo>
                  <a:pt x="-467" y="54317"/>
                  <a:pt x="-467" y="57343"/>
                  <a:pt x="1401" y="59211"/>
                </a:cubicBezTo>
                <a:cubicBezTo>
                  <a:pt x="3270" y="61079"/>
                  <a:pt x="6284" y="61079"/>
                  <a:pt x="8153" y="59211"/>
                </a:cubicBezTo>
                <a:cubicBezTo>
                  <a:pt x="17221" y="50145"/>
                  <a:pt x="31011" y="51715"/>
                  <a:pt x="45845" y="54145"/>
                </a:cubicBezTo>
                <a:cubicBezTo>
                  <a:pt x="46406" y="57549"/>
                  <a:pt x="46911" y="60896"/>
                  <a:pt x="47254" y="64140"/>
                </a:cubicBezTo>
                <a:lnTo>
                  <a:pt x="41397" y="58283"/>
                </a:lnTo>
                <a:cubicBezTo>
                  <a:pt x="36101" y="57469"/>
                  <a:pt x="31137" y="56919"/>
                  <a:pt x="26655" y="57056"/>
                </a:cubicBezTo>
                <a:lnTo>
                  <a:pt x="47347" y="77745"/>
                </a:lnTo>
                <a:cubicBezTo>
                  <a:pt x="47083" y="79647"/>
                  <a:pt x="46682" y="81481"/>
                  <a:pt x="46085" y="83235"/>
                </a:cubicBezTo>
                <a:lnTo>
                  <a:pt x="20614" y="57767"/>
                </a:lnTo>
                <a:cubicBezTo>
                  <a:pt x="17209" y="58535"/>
                  <a:pt x="14229" y="59990"/>
                  <a:pt x="11741" y="62397"/>
                </a:cubicBezTo>
                <a:lnTo>
                  <a:pt x="40973" y="91625"/>
                </a:lnTo>
                <a:cubicBezTo>
                  <a:pt x="40904" y="91694"/>
                  <a:pt x="40858" y="91774"/>
                  <a:pt x="40789" y="91843"/>
                </a:cubicBezTo>
                <a:cubicBezTo>
                  <a:pt x="38921" y="93711"/>
                  <a:pt x="38921" y="96726"/>
                  <a:pt x="40789" y="98594"/>
                </a:cubicBezTo>
                <a:cubicBezTo>
                  <a:pt x="41718" y="99523"/>
                  <a:pt x="42944" y="99992"/>
                  <a:pt x="44160" y="99992"/>
                </a:cubicBezTo>
                <a:cubicBezTo>
                  <a:pt x="45386" y="99992"/>
                  <a:pt x="46613" y="99523"/>
                  <a:pt x="47541" y="98594"/>
                </a:cubicBezTo>
                <a:cubicBezTo>
                  <a:pt x="57687" y="88450"/>
                  <a:pt x="58225" y="75269"/>
                  <a:pt x="56586" y="61653"/>
                </a:cubicBezTo>
                <a:lnTo>
                  <a:pt x="91652" y="96714"/>
                </a:lnTo>
                <a:cubicBezTo>
                  <a:pt x="92351" y="97413"/>
                  <a:pt x="93268" y="97757"/>
                  <a:pt x="94185" y="97757"/>
                </a:cubicBezTo>
                <a:cubicBezTo>
                  <a:pt x="95102" y="97757"/>
                  <a:pt x="96019" y="97413"/>
                  <a:pt x="96719" y="96714"/>
                </a:cubicBezTo>
                <a:cubicBezTo>
                  <a:pt x="98117" y="95316"/>
                  <a:pt x="98117" y="93046"/>
                  <a:pt x="96719" y="91648"/>
                </a:cubicBezTo>
                <a:lnTo>
                  <a:pt x="8348" y="3290"/>
                </a:lnTo>
                <a:close/>
                <a:moveTo>
                  <a:pt x="98599" y="40792"/>
                </a:moveTo>
                <a:cubicBezTo>
                  <a:pt x="96730" y="38924"/>
                  <a:pt x="93716" y="38924"/>
                  <a:pt x="91847" y="40792"/>
                </a:cubicBezTo>
                <a:cubicBezTo>
                  <a:pt x="91779" y="40850"/>
                  <a:pt x="91709" y="40907"/>
                  <a:pt x="91640" y="40976"/>
                </a:cubicBezTo>
                <a:lnTo>
                  <a:pt x="62398" y="11748"/>
                </a:lnTo>
                <a:cubicBezTo>
                  <a:pt x="60002" y="14235"/>
                  <a:pt x="58535" y="17215"/>
                  <a:pt x="57767" y="20619"/>
                </a:cubicBezTo>
                <a:lnTo>
                  <a:pt x="83238" y="46088"/>
                </a:lnTo>
                <a:cubicBezTo>
                  <a:pt x="81071" y="46821"/>
                  <a:pt x="78779" y="47280"/>
                  <a:pt x="76372" y="47520"/>
                </a:cubicBezTo>
                <a:lnTo>
                  <a:pt x="57033" y="28185"/>
                </a:lnTo>
                <a:cubicBezTo>
                  <a:pt x="57056" y="32780"/>
                  <a:pt x="57709" y="37835"/>
                  <a:pt x="58569" y="43222"/>
                </a:cubicBezTo>
                <a:lnTo>
                  <a:pt x="72577" y="57286"/>
                </a:lnTo>
                <a:cubicBezTo>
                  <a:pt x="82195" y="57217"/>
                  <a:pt x="91205" y="54936"/>
                  <a:pt x="98599" y="47543"/>
                </a:cubicBezTo>
                <a:cubicBezTo>
                  <a:pt x="100467" y="45675"/>
                  <a:pt x="100467" y="42649"/>
                  <a:pt x="98599" y="40792"/>
                </a:cubicBezTo>
                <a:close/>
                <a:moveTo>
                  <a:pt x="59211" y="8161"/>
                </a:moveTo>
                <a:cubicBezTo>
                  <a:pt x="61080" y="6292"/>
                  <a:pt x="61080" y="3278"/>
                  <a:pt x="59211" y="1409"/>
                </a:cubicBezTo>
                <a:cubicBezTo>
                  <a:pt x="57342" y="-459"/>
                  <a:pt x="54316" y="-459"/>
                  <a:pt x="52459" y="1409"/>
                </a:cubicBezTo>
                <a:cubicBezTo>
                  <a:pt x="45065" y="8803"/>
                  <a:pt x="42772" y="17811"/>
                  <a:pt x="42704" y="27417"/>
                </a:cubicBezTo>
                <a:lnTo>
                  <a:pt x="52940" y="37652"/>
                </a:lnTo>
                <a:cubicBezTo>
                  <a:pt x="51507" y="26018"/>
                  <a:pt x="51840" y="15530"/>
                  <a:pt x="59211" y="816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6" name="Чёрный — SVG 19">
            <a:extLst>
              <a:ext uri="{FF2B5EF4-FFF2-40B4-BE49-F238E27FC236}">
                <a16:creationId xmlns:a16="http://schemas.microsoft.com/office/drawing/2014/main" id="{BB302544-9A4C-204F-99C8-9F21C45DD02F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53077 w 143293"/>
              <a:gd name="csY0" fmla="*/ 0 h 137611"/>
              <a:gd name="csX1" fmla="*/ 65350 w 143293"/>
              <a:gd name="csY1" fmla="*/ 7093 h 137611"/>
              <a:gd name="csX2" fmla="*/ 80622 w 143293"/>
              <a:gd name="csY2" fmla="*/ 33546 h 137611"/>
              <a:gd name="csX3" fmla="*/ 75997 w 143293"/>
              <a:gd name="csY3" fmla="*/ 36217 h 137611"/>
              <a:gd name="csX4" fmla="*/ 77306 w 143293"/>
              <a:gd name="csY4" fmla="*/ 45334 h 137611"/>
              <a:gd name="csX5" fmla="*/ 101563 w 143293"/>
              <a:gd name="csY5" fmla="*/ 51254 h 137611"/>
              <a:gd name="csX6" fmla="*/ 110045 w 143293"/>
              <a:gd name="csY6" fmla="*/ 46355 h 137611"/>
              <a:gd name="csX7" fmla="*/ 117057 w 143293"/>
              <a:gd name="csY7" fmla="*/ 22386 h 137611"/>
              <a:gd name="csX8" fmla="*/ 109815 w 143293"/>
              <a:gd name="csY8" fmla="*/ 16705 h 137611"/>
              <a:gd name="csX9" fmla="*/ 105184 w 143293"/>
              <a:gd name="csY9" fmla="*/ 19375 h 137611"/>
              <a:gd name="csX10" fmla="*/ 99120 w 143293"/>
              <a:gd name="csY10" fmla="*/ 8863 h 137611"/>
              <a:gd name="csX11" fmla="*/ 83772 w 143293"/>
              <a:gd name="csY11" fmla="*/ 0 h 137611"/>
              <a:gd name="csX12" fmla="*/ 80296 w 143293"/>
              <a:gd name="csY12" fmla="*/ 0 h 137611"/>
              <a:gd name="csX13" fmla="*/ 53077 w 143293"/>
              <a:gd name="csY13" fmla="*/ 0 h 137611"/>
              <a:gd name="csX14" fmla="*/ 48349 w 143293"/>
              <a:gd name="csY14" fmla="*/ 8608 h 137611"/>
              <a:gd name="csX15" fmla="*/ 39148 w 143293"/>
              <a:gd name="csY15" fmla="*/ 13915 h 137611"/>
              <a:gd name="csX16" fmla="*/ 37909 w 143293"/>
              <a:gd name="csY16" fmla="*/ 16041 h 137611"/>
              <a:gd name="csX17" fmla="*/ 30820 w 143293"/>
              <a:gd name="csY17" fmla="*/ 28306 h 137611"/>
              <a:gd name="csX18" fmla="*/ 34718 w 143293"/>
              <a:gd name="csY18" fmla="*/ 42834 h 137611"/>
              <a:gd name="csX19" fmla="*/ 40851 w 143293"/>
              <a:gd name="csY19" fmla="*/ 46389 h 137611"/>
              <a:gd name="csX20" fmla="*/ 55382 w 143293"/>
              <a:gd name="csY20" fmla="*/ 42494 h 137611"/>
              <a:gd name="csX21" fmla="*/ 64741 w 143293"/>
              <a:gd name="csY21" fmla="*/ 26316 h 137611"/>
              <a:gd name="csX22" fmla="*/ 57577 w 143293"/>
              <a:gd name="csY22" fmla="*/ 13915 h 137611"/>
              <a:gd name="csX23" fmla="*/ 48349 w 143293"/>
              <a:gd name="csY23" fmla="*/ 8608 h 137611"/>
              <a:gd name="csX24" fmla="*/ 30757 w 143293"/>
              <a:gd name="csY24" fmla="*/ 49485 h 137611"/>
              <a:gd name="csX25" fmla="*/ 29380 w 143293"/>
              <a:gd name="csY25" fmla="*/ 49672 h 137611"/>
              <a:gd name="csX26" fmla="*/ 5123 w 143293"/>
              <a:gd name="csY26" fmla="*/ 55575 h 137611"/>
              <a:gd name="csX27" fmla="*/ 3814 w 143293"/>
              <a:gd name="csY27" fmla="*/ 64710 h 137611"/>
              <a:gd name="csX28" fmla="*/ 8445 w 143293"/>
              <a:gd name="csY28" fmla="*/ 67381 h 137611"/>
              <a:gd name="csX29" fmla="*/ 2373 w 143293"/>
              <a:gd name="csY29" fmla="*/ 77877 h 137611"/>
              <a:gd name="csX30" fmla="*/ 2373 w 143293"/>
              <a:gd name="csY30" fmla="*/ 95602 h 137611"/>
              <a:gd name="csX31" fmla="*/ 4119 w 143293"/>
              <a:gd name="csY31" fmla="*/ 98613 h 137611"/>
              <a:gd name="csX32" fmla="*/ 18747 w 143293"/>
              <a:gd name="csY32" fmla="*/ 123960 h 137611"/>
              <a:gd name="csX33" fmla="*/ 18747 w 143293"/>
              <a:gd name="csY33" fmla="*/ 106234 h 137611"/>
              <a:gd name="csX34" fmla="*/ 33001 w 143293"/>
              <a:gd name="csY34" fmla="*/ 81551 h 137611"/>
              <a:gd name="csX35" fmla="*/ 37632 w 143293"/>
              <a:gd name="csY35" fmla="*/ 84222 h 137611"/>
              <a:gd name="csX36" fmla="*/ 44873 w 143293"/>
              <a:gd name="csY36" fmla="*/ 78540 h 137611"/>
              <a:gd name="csX37" fmla="*/ 37867 w 143293"/>
              <a:gd name="csY37" fmla="*/ 54572 h 137611"/>
              <a:gd name="csX38" fmla="*/ 30757 w 143293"/>
              <a:gd name="csY38" fmla="*/ 49485 h 137611"/>
              <a:gd name="csX39" fmla="*/ 120407 w 143293"/>
              <a:gd name="csY39" fmla="*/ 53160 h 137611"/>
              <a:gd name="csX40" fmla="*/ 114364 w 143293"/>
              <a:gd name="csY40" fmla="*/ 54538 h 137611"/>
              <a:gd name="csX41" fmla="*/ 108231 w 143293"/>
              <a:gd name="csY41" fmla="*/ 58076 h 137611"/>
              <a:gd name="csX42" fmla="*/ 104333 w 143293"/>
              <a:gd name="csY42" fmla="*/ 72603 h 137611"/>
              <a:gd name="csX43" fmla="*/ 113401 w 143293"/>
              <a:gd name="csY43" fmla="*/ 88304 h 137611"/>
              <a:gd name="csX44" fmla="*/ 127691 w 143293"/>
              <a:gd name="csY44" fmla="*/ 88304 h 137611"/>
              <a:gd name="csX45" fmla="*/ 136904 w 143293"/>
              <a:gd name="csY45" fmla="*/ 72365 h 137611"/>
              <a:gd name="csX46" fmla="*/ 130770 w 143293"/>
              <a:gd name="csY46" fmla="*/ 61733 h 137611"/>
              <a:gd name="csX47" fmla="*/ 128895 w 143293"/>
              <a:gd name="csY47" fmla="*/ 58433 h 137611"/>
              <a:gd name="csX48" fmla="*/ 120407 w 143293"/>
              <a:gd name="csY48" fmla="*/ 53160 h 137611"/>
              <a:gd name="csX49" fmla="*/ 94952 w 143293"/>
              <a:gd name="csY49" fmla="*/ 88662 h 137611"/>
              <a:gd name="csX50" fmla="*/ 90889 w 143293"/>
              <a:gd name="csY50" fmla="*/ 90176 h 137611"/>
              <a:gd name="csX51" fmla="*/ 73637 w 143293"/>
              <a:gd name="csY51" fmla="*/ 108225 h 137611"/>
              <a:gd name="csX52" fmla="*/ 73637 w 143293"/>
              <a:gd name="csY52" fmla="*/ 118023 h 137611"/>
              <a:gd name="csX53" fmla="*/ 90889 w 143293"/>
              <a:gd name="csY53" fmla="*/ 136072 h 137611"/>
              <a:gd name="csX54" fmla="*/ 99438 w 143293"/>
              <a:gd name="csY54" fmla="*/ 132636 h 137611"/>
              <a:gd name="csX55" fmla="*/ 99438 w 143293"/>
              <a:gd name="csY55" fmla="*/ 127294 h 137611"/>
              <a:gd name="csX56" fmla="*/ 111574 w 143293"/>
              <a:gd name="csY56" fmla="*/ 127294 h 137611"/>
              <a:gd name="csX57" fmla="*/ 126922 w 143293"/>
              <a:gd name="csY57" fmla="*/ 118432 h 137611"/>
              <a:gd name="csX58" fmla="*/ 128659 w 143293"/>
              <a:gd name="csY58" fmla="*/ 115421 h 137611"/>
              <a:gd name="csX59" fmla="*/ 143294 w 143293"/>
              <a:gd name="csY59" fmla="*/ 90074 h 137611"/>
              <a:gd name="csX60" fmla="*/ 127946 w 143293"/>
              <a:gd name="csY60" fmla="*/ 98936 h 137611"/>
              <a:gd name="csX61" fmla="*/ 99438 w 143293"/>
              <a:gd name="csY61" fmla="*/ 98936 h 137611"/>
              <a:gd name="csX62" fmla="*/ 99438 w 143293"/>
              <a:gd name="csY62" fmla="*/ 93595 h 137611"/>
              <a:gd name="csX63" fmla="*/ 94952 w 143293"/>
              <a:gd name="csY63" fmla="*/ 88662 h 137611"/>
              <a:gd name="csX64" fmla="*/ 34682 w 143293"/>
              <a:gd name="csY64" fmla="*/ 98936 h 137611"/>
              <a:gd name="csX65" fmla="*/ 27524 w 143293"/>
              <a:gd name="csY65" fmla="*/ 111338 h 137611"/>
              <a:gd name="csX66" fmla="*/ 36739 w 143293"/>
              <a:gd name="csY66" fmla="*/ 127294 h 137611"/>
              <a:gd name="csX67" fmla="*/ 53361 w 143293"/>
              <a:gd name="csY67" fmla="*/ 127294 h 137611"/>
              <a:gd name="csX68" fmla="*/ 63994 w 143293"/>
              <a:gd name="csY68" fmla="*/ 116662 h 137611"/>
              <a:gd name="csX69" fmla="*/ 63994 w 143293"/>
              <a:gd name="csY69" fmla="*/ 109568 h 137611"/>
              <a:gd name="csX70" fmla="*/ 53361 w 143293"/>
              <a:gd name="csY70" fmla="*/ 98936 h 137611"/>
              <a:gd name="csX71" fmla="*/ 34682 w 143293"/>
              <a:gd name="csY71" fmla="*/ 98936 h 137611"/>
            </a:gdLst>
            <a:ahLst/>
            <a:cxnLst/>
            <a:rect l="l" t="t" r="r" b="b"/>
            <a:pathLst>
              <a:path w="100000" h="100000">
                <a:moveTo>
                  <a:pt x="37041" y="1983"/>
                </a:moveTo>
                <a:cubicBezTo>
                  <a:pt x="40576" y="1983"/>
                  <a:pt x="43840" y="3870"/>
                  <a:pt x="45606" y="6933"/>
                </a:cubicBezTo>
                <a:lnTo>
                  <a:pt x="56264" y="25393"/>
                </a:lnTo>
                <a:lnTo>
                  <a:pt x="53036" y="27257"/>
                </a:lnTo>
                <a:cubicBezTo>
                  <a:pt x="50333" y="28824"/>
                  <a:pt x="50917" y="32884"/>
                  <a:pt x="53950" y="33620"/>
                </a:cubicBezTo>
                <a:lnTo>
                  <a:pt x="70878" y="37751"/>
                </a:lnTo>
                <a:cubicBezTo>
                  <a:pt x="73449" y="38369"/>
                  <a:pt x="76055" y="36873"/>
                  <a:pt x="76797" y="34332"/>
                </a:cubicBezTo>
                <a:lnTo>
                  <a:pt x="81691" y="17605"/>
                </a:lnTo>
                <a:cubicBezTo>
                  <a:pt x="82569" y="14614"/>
                  <a:pt x="79340" y="12073"/>
                  <a:pt x="76637" y="13641"/>
                </a:cubicBezTo>
                <a:lnTo>
                  <a:pt x="73405" y="15504"/>
                </a:lnTo>
                <a:lnTo>
                  <a:pt x="69173" y="8168"/>
                </a:lnTo>
                <a:cubicBezTo>
                  <a:pt x="66963" y="4345"/>
                  <a:pt x="62882" y="1983"/>
                  <a:pt x="58462" y="1983"/>
                </a:cubicBezTo>
                <a:lnTo>
                  <a:pt x="56036" y="1983"/>
                </a:lnTo>
                <a:lnTo>
                  <a:pt x="37041" y="1983"/>
                </a:lnTo>
                <a:close/>
                <a:moveTo>
                  <a:pt x="33741" y="7990"/>
                </a:moveTo>
                <a:cubicBezTo>
                  <a:pt x="31239" y="7990"/>
                  <a:pt x="28743" y="9224"/>
                  <a:pt x="27320" y="11694"/>
                </a:cubicBezTo>
                <a:lnTo>
                  <a:pt x="26456" y="13177"/>
                </a:lnTo>
                <a:lnTo>
                  <a:pt x="21508" y="21737"/>
                </a:lnTo>
                <a:cubicBezTo>
                  <a:pt x="19480" y="25275"/>
                  <a:pt x="20691" y="29821"/>
                  <a:pt x="24229" y="31875"/>
                </a:cubicBezTo>
                <a:lnTo>
                  <a:pt x="28509" y="34356"/>
                </a:lnTo>
                <a:cubicBezTo>
                  <a:pt x="32071" y="36410"/>
                  <a:pt x="36596" y="35164"/>
                  <a:pt x="38649" y="31638"/>
                </a:cubicBezTo>
                <a:lnTo>
                  <a:pt x="45181" y="20348"/>
                </a:lnTo>
                <a:lnTo>
                  <a:pt x="40181" y="11694"/>
                </a:lnTo>
                <a:cubicBezTo>
                  <a:pt x="38746" y="9224"/>
                  <a:pt x="36242" y="7990"/>
                  <a:pt x="33741" y="7990"/>
                </a:cubicBezTo>
                <a:close/>
                <a:moveTo>
                  <a:pt x="21464" y="36517"/>
                </a:moveTo>
                <a:cubicBezTo>
                  <a:pt x="21146" y="36529"/>
                  <a:pt x="20824" y="36564"/>
                  <a:pt x="20503" y="36647"/>
                </a:cubicBezTo>
                <a:lnTo>
                  <a:pt x="3575" y="40767"/>
                </a:lnTo>
                <a:cubicBezTo>
                  <a:pt x="539" y="41515"/>
                  <a:pt x="-41" y="45575"/>
                  <a:pt x="2662" y="47142"/>
                </a:cubicBezTo>
                <a:lnTo>
                  <a:pt x="5894" y="49006"/>
                </a:lnTo>
                <a:lnTo>
                  <a:pt x="1656" y="56331"/>
                </a:lnTo>
                <a:cubicBezTo>
                  <a:pt x="-552" y="60165"/>
                  <a:pt x="-552" y="64878"/>
                  <a:pt x="1656" y="68700"/>
                </a:cubicBezTo>
                <a:lnTo>
                  <a:pt x="2875" y="70802"/>
                </a:lnTo>
                <a:lnTo>
                  <a:pt x="13083" y="88491"/>
                </a:lnTo>
                <a:cubicBezTo>
                  <a:pt x="10874" y="84656"/>
                  <a:pt x="10874" y="79943"/>
                  <a:pt x="13083" y="76120"/>
                </a:cubicBezTo>
                <a:lnTo>
                  <a:pt x="23030" y="58895"/>
                </a:lnTo>
                <a:lnTo>
                  <a:pt x="26262" y="60759"/>
                </a:lnTo>
                <a:cubicBezTo>
                  <a:pt x="28966" y="62326"/>
                  <a:pt x="32191" y="59785"/>
                  <a:pt x="31316" y="56793"/>
                </a:cubicBezTo>
                <a:lnTo>
                  <a:pt x="26426" y="40067"/>
                </a:lnTo>
                <a:cubicBezTo>
                  <a:pt x="25777" y="37846"/>
                  <a:pt x="23696" y="36410"/>
                  <a:pt x="21464" y="36517"/>
                </a:cubicBezTo>
                <a:close/>
                <a:moveTo>
                  <a:pt x="84029" y="39081"/>
                </a:moveTo>
                <a:cubicBezTo>
                  <a:pt x="82603" y="38974"/>
                  <a:pt x="81138" y="39283"/>
                  <a:pt x="79811" y="40043"/>
                </a:cubicBezTo>
                <a:lnTo>
                  <a:pt x="75531" y="42512"/>
                </a:lnTo>
                <a:cubicBezTo>
                  <a:pt x="71969" y="44566"/>
                  <a:pt x="70758" y="49113"/>
                  <a:pt x="72811" y="52650"/>
                </a:cubicBezTo>
                <a:lnTo>
                  <a:pt x="79139" y="63607"/>
                </a:lnTo>
                <a:lnTo>
                  <a:pt x="89112" y="63607"/>
                </a:lnTo>
                <a:cubicBezTo>
                  <a:pt x="94825" y="63607"/>
                  <a:pt x="98386" y="57423"/>
                  <a:pt x="95541" y="52484"/>
                </a:cubicBezTo>
                <a:lnTo>
                  <a:pt x="91261" y="45064"/>
                </a:lnTo>
                <a:lnTo>
                  <a:pt x="89952" y="42761"/>
                </a:lnTo>
                <a:cubicBezTo>
                  <a:pt x="88669" y="40553"/>
                  <a:pt x="86405" y="39248"/>
                  <a:pt x="84029" y="39081"/>
                </a:cubicBezTo>
                <a:close/>
                <a:moveTo>
                  <a:pt x="66264" y="63857"/>
                </a:moveTo>
                <a:cubicBezTo>
                  <a:pt x="65279" y="63750"/>
                  <a:pt x="64238" y="64059"/>
                  <a:pt x="63429" y="64914"/>
                </a:cubicBezTo>
                <a:lnTo>
                  <a:pt x="51389" y="77510"/>
                </a:lnTo>
                <a:cubicBezTo>
                  <a:pt x="49561" y="79420"/>
                  <a:pt x="49561" y="82436"/>
                  <a:pt x="51389" y="84347"/>
                </a:cubicBezTo>
                <a:lnTo>
                  <a:pt x="63429" y="96943"/>
                </a:lnTo>
                <a:cubicBezTo>
                  <a:pt x="65585" y="99199"/>
                  <a:pt x="69395" y="97668"/>
                  <a:pt x="69395" y="94545"/>
                </a:cubicBezTo>
                <a:lnTo>
                  <a:pt x="69395" y="90817"/>
                </a:lnTo>
                <a:lnTo>
                  <a:pt x="77864" y="90817"/>
                </a:lnTo>
                <a:cubicBezTo>
                  <a:pt x="82282" y="90817"/>
                  <a:pt x="86366" y="88455"/>
                  <a:pt x="88575" y="84633"/>
                </a:cubicBezTo>
                <a:lnTo>
                  <a:pt x="89787" y="82532"/>
                </a:lnTo>
                <a:lnTo>
                  <a:pt x="100001" y="64843"/>
                </a:lnTo>
                <a:cubicBezTo>
                  <a:pt x="97792" y="68677"/>
                  <a:pt x="93708" y="71027"/>
                  <a:pt x="89290" y="71027"/>
                </a:cubicBezTo>
                <a:lnTo>
                  <a:pt x="69395" y="71027"/>
                </a:lnTo>
                <a:lnTo>
                  <a:pt x="69395" y="67300"/>
                </a:lnTo>
                <a:cubicBezTo>
                  <a:pt x="69395" y="65353"/>
                  <a:pt x="67907" y="64023"/>
                  <a:pt x="66264" y="63857"/>
                </a:cubicBezTo>
                <a:close/>
                <a:moveTo>
                  <a:pt x="24204" y="71027"/>
                </a:moveTo>
                <a:lnTo>
                  <a:pt x="19208" y="79682"/>
                </a:lnTo>
                <a:cubicBezTo>
                  <a:pt x="16339" y="84633"/>
                  <a:pt x="19924" y="90817"/>
                  <a:pt x="25639" y="90817"/>
                </a:cubicBezTo>
                <a:lnTo>
                  <a:pt x="37239" y="90817"/>
                </a:lnTo>
                <a:cubicBezTo>
                  <a:pt x="41345" y="90817"/>
                  <a:pt x="44660" y="87505"/>
                  <a:pt x="44660" y="83398"/>
                </a:cubicBezTo>
                <a:lnTo>
                  <a:pt x="44660" y="78447"/>
                </a:lnTo>
                <a:cubicBezTo>
                  <a:pt x="44660" y="74340"/>
                  <a:pt x="41345" y="71027"/>
                  <a:pt x="37239" y="71027"/>
                </a:cubicBezTo>
                <a:lnTo>
                  <a:pt x="24204" y="7102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7" name="Чёрный — SVG 20">
            <a:extLst>
              <a:ext uri="{FF2B5EF4-FFF2-40B4-BE49-F238E27FC236}">
                <a16:creationId xmlns:a16="http://schemas.microsoft.com/office/drawing/2014/main" id="{208F1DDB-B646-104E-8913-58CB4480DF43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56706 w 113581"/>
              <a:gd name="csY0" fmla="*/ 1 h 152471"/>
              <a:gd name="csX1" fmla="*/ 52980 w 113581"/>
              <a:gd name="csY1" fmla="*/ 1617 h 152471"/>
              <a:gd name="csX2" fmla="*/ 51466 w 113581"/>
              <a:gd name="csY2" fmla="*/ 5394 h 152471"/>
              <a:gd name="csX3" fmla="*/ 51466 w 113581"/>
              <a:gd name="csY3" fmla="*/ 12488 h 152471"/>
              <a:gd name="csX4" fmla="*/ 51857 w 113581"/>
              <a:gd name="csY4" fmla="*/ 14546 h 152471"/>
              <a:gd name="csX5" fmla="*/ 52997 w 113581"/>
              <a:gd name="csY5" fmla="*/ 16298 h 152471"/>
              <a:gd name="csX6" fmla="*/ 54732 w 113581"/>
              <a:gd name="csY6" fmla="*/ 17455 h 152471"/>
              <a:gd name="csX7" fmla="*/ 56791 w 113581"/>
              <a:gd name="csY7" fmla="*/ 17880 h 152471"/>
              <a:gd name="csX8" fmla="*/ 58833 w 113581"/>
              <a:gd name="csY8" fmla="*/ 17455 h 152471"/>
              <a:gd name="csX9" fmla="*/ 60568 w 113581"/>
              <a:gd name="csY9" fmla="*/ 16298 h 152471"/>
              <a:gd name="csX10" fmla="*/ 61725 w 113581"/>
              <a:gd name="csY10" fmla="*/ 14546 h 152471"/>
              <a:gd name="csX11" fmla="*/ 62099 w 113581"/>
              <a:gd name="csY11" fmla="*/ 12488 h 152471"/>
              <a:gd name="csX12" fmla="*/ 62099 w 113581"/>
              <a:gd name="csY12" fmla="*/ 5394 h 152471"/>
              <a:gd name="csX13" fmla="*/ 61708 w 113581"/>
              <a:gd name="csY13" fmla="*/ 3319 h 152471"/>
              <a:gd name="csX14" fmla="*/ 60551 w 113581"/>
              <a:gd name="csY14" fmla="*/ 1549 h 152471"/>
              <a:gd name="csX15" fmla="*/ 58781 w 113581"/>
              <a:gd name="csY15" fmla="*/ 393 h 152471"/>
              <a:gd name="csX16" fmla="*/ 56706 w 113581"/>
              <a:gd name="csY16" fmla="*/ 1 h 152471"/>
              <a:gd name="csX17" fmla="*/ 30845 w 113581"/>
              <a:gd name="csY17" fmla="*/ 6891 h 152471"/>
              <a:gd name="csX18" fmla="*/ 28242 w 113581"/>
              <a:gd name="csY18" fmla="*/ 7690 h 152471"/>
              <a:gd name="csX19" fmla="*/ 26371 w 113581"/>
              <a:gd name="csY19" fmla="*/ 9664 h 152471"/>
              <a:gd name="csX20" fmla="*/ 25724 w 113581"/>
              <a:gd name="csY20" fmla="*/ 12317 h 152471"/>
              <a:gd name="csX21" fmla="*/ 26490 w 113581"/>
              <a:gd name="csY21" fmla="*/ 14937 h 152471"/>
              <a:gd name="csX22" fmla="*/ 30029 w 113581"/>
              <a:gd name="csY22" fmla="*/ 21061 h 152471"/>
              <a:gd name="csX23" fmla="*/ 31390 w 113581"/>
              <a:gd name="csY23" fmla="*/ 22660 h 152471"/>
              <a:gd name="csX24" fmla="*/ 33261 w 113581"/>
              <a:gd name="csY24" fmla="*/ 23613 h 152471"/>
              <a:gd name="csX25" fmla="*/ 35354 w 113581"/>
              <a:gd name="csY25" fmla="*/ 23766 h 152471"/>
              <a:gd name="csX26" fmla="*/ 37344 w 113581"/>
              <a:gd name="csY26" fmla="*/ 23103 h 152471"/>
              <a:gd name="csX27" fmla="*/ 38926 w 113581"/>
              <a:gd name="csY27" fmla="*/ 21708 h 152471"/>
              <a:gd name="csX28" fmla="*/ 39845 w 113581"/>
              <a:gd name="csY28" fmla="*/ 19819 h 152471"/>
              <a:gd name="csX29" fmla="*/ 39947 w 113581"/>
              <a:gd name="csY29" fmla="*/ 17727 h 152471"/>
              <a:gd name="csX30" fmla="*/ 39233 w 113581"/>
              <a:gd name="csY30" fmla="*/ 15737 h 152471"/>
              <a:gd name="csX31" fmla="*/ 35694 w 113581"/>
              <a:gd name="csY31" fmla="*/ 9613 h 152471"/>
              <a:gd name="csX32" fmla="*/ 33653 w 113581"/>
              <a:gd name="csY32" fmla="*/ 7571 h 152471"/>
              <a:gd name="csX33" fmla="*/ 30845 w 113581"/>
              <a:gd name="csY33" fmla="*/ 6891 h 152471"/>
              <a:gd name="csX34" fmla="*/ 82566 w 113581"/>
              <a:gd name="csY34" fmla="*/ 6891 h 152471"/>
              <a:gd name="csX35" fmla="*/ 79844 w 113581"/>
              <a:gd name="csY35" fmla="*/ 7605 h 152471"/>
              <a:gd name="csX36" fmla="*/ 77887 w 113581"/>
              <a:gd name="csY36" fmla="*/ 9613 h 152471"/>
              <a:gd name="csX37" fmla="*/ 74331 w 113581"/>
              <a:gd name="csY37" fmla="*/ 15737 h 152471"/>
              <a:gd name="csX38" fmla="*/ 73617 w 113581"/>
              <a:gd name="csY38" fmla="*/ 17727 h 152471"/>
              <a:gd name="csX39" fmla="*/ 73736 w 113581"/>
              <a:gd name="csY39" fmla="*/ 19819 h 152471"/>
              <a:gd name="csX40" fmla="*/ 74655 w 113581"/>
              <a:gd name="csY40" fmla="*/ 21708 h 152471"/>
              <a:gd name="csX41" fmla="*/ 76220 w 113581"/>
              <a:gd name="csY41" fmla="*/ 23103 h 152471"/>
              <a:gd name="csX42" fmla="*/ 78211 w 113581"/>
              <a:gd name="csY42" fmla="*/ 23766 h 152471"/>
              <a:gd name="csX43" fmla="*/ 80320 w 113581"/>
              <a:gd name="csY43" fmla="*/ 23613 h 152471"/>
              <a:gd name="csX44" fmla="*/ 82192 w 113581"/>
              <a:gd name="csY44" fmla="*/ 22660 h 152471"/>
              <a:gd name="csX45" fmla="*/ 83536 w 113581"/>
              <a:gd name="csY45" fmla="*/ 21061 h 152471"/>
              <a:gd name="csX46" fmla="*/ 87092 w 113581"/>
              <a:gd name="csY46" fmla="*/ 14937 h 152471"/>
              <a:gd name="csX47" fmla="*/ 87840 w 113581"/>
              <a:gd name="csY47" fmla="*/ 12283 h 152471"/>
              <a:gd name="csX48" fmla="*/ 87160 w 113581"/>
              <a:gd name="csY48" fmla="*/ 9596 h 152471"/>
              <a:gd name="csX49" fmla="*/ 85220 w 113581"/>
              <a:gd name="csY49" fmla="*/ 7622 h 152471"/>
              <a:gd name="csX50" fmla="*/ 82566 w 113581"/>
              <a:gd name="csY50" fmla="*/ 6891 h 152471"/>
              <a:gd name="csX51" fmla="*/ 55668 w 113581"/>
              <a:gd name="csY51" fmla="*/ 24905 h 152471"/>
              <a:gd name="csX52" fmla="*/ 26762 w 113581"/>
              <a:gd name="csY52" fmla="*/ 67416 h 152471"/>
              <a:gd name="csX53" fmla="*/ 16026 w 113581"/>
              <a:gd name="csY53" fmla="*/ 67416 h 152471"/>
              <a:gd name="csX54" fmla="*/ 4764 w 113581"/>
              <a:gd name="csY54" fmla="*/ 72094 h 152471"/>
              <a:gd name="csX55" fmla="*/ 68 w 113581"/>
              <a:gd name="csY55" fmla="*/ 83356 h 152471"/>
              <a:gd name="csX56" fmla="*/ 68 w 113581"/>
              <a:gd name="csY56" fmla="*/ 136516 h 152471"/>
              <a:gd name="csX57" fmla="*/ 4764 w 113581"/>
              <a:gd name="csY57" fmla="*/ 147794 h 152471"/>
              <a:gd name="csX58" fmla="*/ 16026 w 113581"/>
              <a:gd name="csY58" fmla="*/ 152472 h 152471"/>
              <a:gd name="csX59" fmla="*/ 97555 w 113581"/>
              <a:gd name="csY59" fmla="*/ 152472 h 152471"/>
              <a:gd name="csX60" fmla="*/ 108818 w 113581"/>
              <a:gd name="csY60" fmla="*/ 147794 h 152471"/>
              <a:gd name="csX61" fmla="*/ 113496 w 113581"/>
              <a:gd name="csY61" fmla="*/ 136516 h 152471"/>
              <a:gd name="csX62" fmla="*/ 113496 w 113581"/>
              <a:gd name="csY62" fmla="*/ 83356 h 152471"/>
              <a:gd name="csX63" fmla="*/ 108818 w 113581"/>
              <a:gd name="csY63" fmla="*/ 72094 h 152471"/>
              <a:gd name="csX64" fmla="*/ 97555 w 113581"/>
              <a:gd name="csY64" fmla="*/ 67416 h 152471"/>
              <a:gd name="csX65" fmla="*/ 86819 w 113581"/>
              <a:gd name="csY65" fmla="*/ 67416 h 152471"/>
              <a:gd name="csX66" fmla="*/ 55668 w 113581"/>
              <a:gd name="csY66" fmla="*/ 24905 h 152471"/>
              <a:gd name="csX67" fmla="*/ 12403 w 113581"/>
              <a:gd name="csY67" fmla="*/ 25739 h 152471"/>
              <a:gd name="csX68" fmla="*/ 9068 w 113581"/>
              <a:gd name="csY68" fmla="*/ 26760 h 152471"/>
              <a:gd name="csX69" fmla="*/ 7077 w 113581"/>
              <a:gd name="csY69" fmla="*/ 29618 h 152471"/>
              <a:gd name="csX70" fmla="*/ 7299 w 113581"/>
              <a:gd name="csY70" fmla="*/ 33088 h 152471"/>
              <a:gd name="csX71" fmla="*/ 9612 w 113581"/>
              <a:gd name="csY71" fmla="*/ 35691 h 152471"/>
              <a:gd name="csX72" fmla="*/ 15737 w 113581"/>
              <a:gd name="csY72" fmla="*/ 39229 h 152471"/>
              <a:gd name="csX73" fmla="*/ 17728 w 113581"/>
              <a:gd name="csY73" fmla="*/ 39943 h 152471"/>
              <a:gd name="csX74" fmla="*/ 19820 w 113581"/>
              <a:gd name="csY74" fmla="*/ 39841 h 152471"/>
              <a:gd name="csX75" fmla="*/ 21709 w 113581"/>
              <a:gd name="csY75" fmla="*/ 38923 h 152471"/>
              <a:gd name="csX76" fmla="*/ 23104 w 113581"/>
              <a:gd name="csY76" fmla="*/ 37341 h 152471"/>
              <a:gd name="csX77" fmla="*/ 23768 w 113581"/>
              <a:gd name="csY77" fmla="*/ 35351 h 152471"/>
              <a:gd name="csX78" fmla="*/ 23614 w 113581"/>
              <a:gd name="csY78" fmla="*/ 33258 h 152471"/>
              <a:gd name="csX79" fmla="*/ 22662 w 113581"/>
              <a:gd name="csY79" fmla="*/ 31387 h 152471"/>
              <a:gd name="csX80" fmla="*/ 21062 w 113581"/>
              <a:gd name="csY80" fmla="*/ 30026 h 152471"/>
              <a:gd name="csX81" fmla="*/ 14938 w 113581"/>
              <a:gd name="csY81" fmla="*/ 26488 h 152471"/>
              <a:gd name="csX82" fmla="*/ 12403 w 113581"/>
              <a:gd name="csY82" fmla="*/ 25739 h 152471"/>
              <a:gd name="csX83" fmla="*/ 101536 w 113581"/>
              <a:gd name="csY83" fmla="*/ 25739 h 152471"/>
              <a:gd name="csX84" fmla="*/ 98644 w 113581"/>
              <a:gd name="csY84" fmla="*/ 26488 h 152471"/>
              <a:gd name="csX85" fmla="*/ 92519 w 113581"/>
              <a:gd name="csY85" fmla="*/ 30026 h 152471"/>
              <a:gd name="csX86" fmla="*/ 90903 w 113581"/>
              <a:gd name="csY86" fmla="*/ 31387 h 152471"/>
              <a:gd name="csX87" fmla="*/ 89950 w 113581"/>
              <a:gd name="csY87" fmla="*/ 33258 h 152471"/>
              <a:gd name="csX88" fmla="*/ 89797 w 113581"/>
              <a:gd name="csY88" fmla="*/ 35351 h 152471"/>
              <a:gd name="csX89" fmla="*/ 90477 w 113581"/>
              <a:gd name="csY89" fmla="*/ 37341 h 152471"/>
              <a:gd name="csX90" fmla="*/ 91855 w 113581"/>
              <a:gd name="csY90" fmla="*/ 38923 h 152471"/>
              <a:gd name="csX91" fmla="*/ 93761 w 113581"/>
              <a:gd name="csY91" fmla="*/ 39841 h 152471"/>
              <a:gd name="csX92" fmla="*/ 95854 w 113581"/>
              <a:gd name="csY92" fmla="*/ 39943 h 152471"/>
              <a:gd name="csX93" fmla="*/ 97827 w 113581"/>
              <a:gd name="csY93" fmla="*/ 39229 h 152471"/>
              <a:gd name="csX94" fmla="*/ 103969 w 113581"/>
              <a:gd name="csY94" fmla="*/ 35691 h 152471"/>
              <a:gd name="csX95" fmla="*/ 106249 w 113581"/>
              <a:gd name="csY95" fmla="*/ 33173 h 152471"/>
              <a:gd name="csX96" fmla="*/ 106538 w 113581"/>
              <a:gd name="csY96" fmla="*/ 29788 h 152471"/>
              <a:gd name="csX97" fmla="*/ 104718 w 113581"/>
              <a:gd name="csY97" fmla="*/ 26930 h 152471"/>
              <a:gd name="csX98" fmla="*/ 101536 w 113581"/>
              <a:gd name="csY98" fmla="*/ 25739 h 152471"/>
              <a:gd name="csX99" fmla="*/ 56059 w 113581"/>
              <a:gd name="csY99" fmla="*/ 35537 h 152471"/>
              <a:gd name="csX100" fmla="*/ 75216 w 113581"/>
              <a:gd name="csY100" fmla="*/ 67416 h 152471"/>
              <a:gd name="csX101" fmla="*/ 38433 w 113581"/>
              <a:gd name="csY101" fmla="*/ 67416 h 152471"/>
              <a:gd name="csX102" fmla="*/ 56059 w 113581"/>
              <a:gd name="csY102" fmla="*/ 35537 h 152471"/>
              <a:gd name="csX103" fmla="*/ 5393 w 113581"/>
              <a:gd name="csY103" fmla="*/ 49691 h 152471"/>
              <a:gd name="csX104" fmla="*/ 3335 w 113581"/>
              <a:gd name="csY104" fmla="*/ 50082 h 152471"/>
              <a:gd name="csX105" fmla="*/ 1582 w 113581"/>
              <a:gd name="csY105" fmla="*/ 51222 h 152471"/>
              <a:gd name="csX106" fmla="*/ 408 w 113581"/>
              <a:gd name="csY106" fmla="*/ 52957 h 152471"/>
              <a:gd name="csX107" fmla="*/ 0 w 113581"/>
              <a:gd name="csY107" fmla="*/ 55015 h 152471"/>
              <a:gd name="csX108" fmla="*/ 408 w 113581"/>
              <a:gd name="csY108" fmla="*/ 57057 h 152471"/>
              <a:gd name="csX109" fmla="*/ 1582 w 113581"/>
              <a:gd name="csY109" fmla="*/ 58792 h 152471"/>
              <a:gd name="csX110" fmla="*/ 3335 w 113581"/>
              <a:gd name="csY110" fmla="*/ 59949 h 152471"/>
              <a:gd name="csX111" fmla="*/ 5393 w 113581"/>
              <a:gd name="csY111" fmla="*/ 60323 h 152471"/>
              <a:gd name="csX112" fmla="*/ 12488 w 113581"/>
              <a:gd name="csY112" fmla="*/ 60323 h 152471"/>
              <a:gd name="csX113" fmla="*/ 14547 w 113581"/>
              <a:gd name="csY113" fmla="*/ 59949 h 152471"/>
              <a:gd name="csX114" fmla="*/ 16282 w 113581"/>
              <a:gd name="csY114" fmla="*/ 58792 h 152471"/>
              <a:gd name="csX115" fmla="*/ 17456 w 113581"/>
              <a:gd name="csY115" fmla="*/ 57057 h 152471"/>
              <a:gd name="csX116" fmla="*/ 17881 w 113581"/>
              <a:gd name="csY116" fmla="*/ 55015 h 152471"/>
              <a:gd name="csX117" fmla="*/ 17456 w 113581"/>
              <a:gd name="csY117" fmla="*/ 52957 h 152471"/>
              <a:gd name="csX118" fmla="*/ 16282 w 113581"/>
              <a:gd name="csY118" fmla="*/ 51222 h 152471"/>
              <a:gd name="csX119" fmla="*/ 14547 w 113581"/>
              <a:gd name="csY119" fmla="*/ 50082 h 152471"/>
              <a:gd name="csX120" fmla="*/ 12488 w 113581"/>
              <a:gd name="csY120" fmla="*/ 49691 h 152471"/>
              <a:gd name="csX121" fmla="*/ 5393 w 113581"/>
              <a:gd name="csY121" fmla="*/ 49691 h 152471"/>
              <a:gd name="csX122" fmla="*/ 101094 w 113581"/>
              <a:gd name="csY122" fmla="*/ 49691 h 152471"/>
              <a:gd name="csX123" fmla="*/ 99035 w 113581"/>
              <a:gd name="csY123" fmla="*/ 50082 h 152471"/>
              <a:gd name="csX124" fmla="*/ 97283 w 113581"/>
              <a:gd name="csY124" fmla="*/ 51222 h 152471"/>
              <a:gd name="csX125" fmla="*/ 96109 w 113581"/>
              <a:gd name="csY125" fmla="*/ 52957 h 152471"/>
              <a:gd name="csX126" fmla="*/ 95700 w 113581"/>
              <a:gd name="csY126" fmla="*/ 55015 h 152471"/>
              <a:gd name="csX127" fmla="*/ 96109 w 113581"/>
              <a:gd name="csY127" fmla="*/ 57057 h 152471"/>
              <a:gd name="csX128" fmla="*/ 97283 w 113581"/>
              <a:gd name="csY128" fmla="*/ 58792 h 152471"/>
              <a:gd name="csX129" fmla="*/ 99035 w 113581"/>
              <a:gd name="csY129" fmla="*/ 59949 h 152471"/>
              <a:gd name="csX130" fmla="*/ 101094 w 113581"/>
              <a:gd name="csY130" fmla="*/ 60323 h 152471"/>
              <a:gd name="csX131" fmla="*/ 108188 w 113581"/>
              <a:gd name="csY131" fmla="*/ 60323 h 152471"/>
              <a:gd name="csX132" fmla="*/ 110247 w 113581"/>
              <a:gd name="csY132" fmla="*/ 59949 h 152471"/>
              <a:gd name="csX133" fmla="*/ 111982 w 113581"/>
              <a:gd name="csY133" fmla="*/ 58792 h 152471"/>
              <a:gd name="csX134" fmla="*/ 113156 w 113581"/>
              <a:gd name="csY134" fmla="*/ 57057 h 152471"/>
              <a:gd name="csX135" fmla="*/ 113582 w 113581"/>
              <a:gd name="csY135" fmla="*/ 55015 h 152471"/>
              <a:gd name="csX136" fmla="*/ 113156 w 113581"/>
              <a:gd name="csY136" fmla="*/ 52957 h 152471"/>
              <a:gd name="csX137" fmla="*/ 111982 w 113581"/>
              <a:gd name="csY137" fmla="*/ 51222 h 152471"/>
              <a:gd name="csX138" fmla="*/ 110247 w 113581"/>
              <a:gd name="csY138" fmla="*/ 50082 h 152471"/>
              <a:gd name="csX139" fmla="*/ 108188 w 113581"/>
              <a:gd name="csY139" fmla="*/ 49691 h 152471"/>
              <a:gd name="csX140" fmla="*/ 101094 w 113581"/>
              <a:gd name="csY140" fmla="*/ 49691 h 152471"/>
              <a:gd name="csX141" fmla="*/ 21335 w 113581"/>
              <a:gd name="csY141" fmla="*/ 85142 h 152471"/>
              <a:gd name="csX142" fmla="*/ 35524 w 113581"/>
              <a:gd name="csY142" fmla="*/ 85142 h 152471"/>
              <a:gd name="csX143" fmla="*/ 38025 w 113581"/>
              <a:gd name="csY143" fmla="*/ 86180 h 152471"/>
              <a:gd name="csX144" fmla="*/ 39063 w 113581"/>
              <a:gd name="csY144" fmla="*/ 88680 h 152471"/>
              <a:gd name="csX145" fmla="*/ 39063 w 113581"/>
              <a:gd name="csY145" fmla="*/ 102850 h 152471"/>
              <a:gd name="csX146" fmla="*/ 38025 w 113581"/>
              <a:gd name="csY146" fmla="*/ 105351 h 152471"/>
              <a:gd name="csX147" fmla="*/ 35524 w 113581"/>
              <a:gd name="csY147" fmla="*/ 106406 h 152471"/>
              <a:gd name="csX148" fmla="*/ 21335 w 113581"/>
              <a:gd name="csY148" fmla="*/ 106406 h 152471"/>
              <a:gd name="csX149" fmla="*/ 18834 w 113581"/>
              <a:gd name="csY149" fmla="*/ 105351 h 152471"/>
              <a:gd name="csX150" fmla="*/ 17796 w 113581"/>
              <a:gd name="csY150" fmla="*/ 102850 h 152471"/>
              <a:gd name="csX151" fmla="*/ 17796 w 113581"/>
              <a:gd name="csY151" fmla="*/ 88680 h 152471"/>
              <a:gd name="csX152" fmla="*/ 18834 w 113581"/>
              <a:gd name="csY152" fmla="*/ 86180 h 152471"/>
              <a:gd name="csX153" fmla="*/ 21335 w 113581"/>
              <a:gd name="csY153" fmla="*/ 85142 h 152471"/>
              <a:gd name="csX154" fmla="*/ 49696 w 113581"/>
              <a:gd name="csY154" fmla="*/ 85142 h 152471"/>
              <a:gd name="csX155" fmla="*/ 63868 w 113581"/>
              <a:gd name="csY155" fmla="*/ 85142 h 152471"/>
              <a:gd name="csX156" fmla="*/ 66386 w 113581"/>
              <a:gd name="csY156" fmla="*/ 86180 h 152471"/>
              <a:gd name="csX157" fmla="*/ 67424 w 113581"/>
              <a:gd name="csY157" fmla="*/ 88680 h 152471"/>
              <a:gd name="csX158" fmla="*/ 67424 w 113581"/>
              <a:gd name="csY158" fmla="*/ 102850 h 152471"/>
              <a:gd name="csX159" fmla="*/ 66386 w 113581"/>
              <a:gd name="csY159" fmla="*/ 105351 h 152471"/>
              <a:gd name="csX160" fmla="*/ 63868 w 113581"/>
              <a:gd name="csY160" fmla="*/ 106406 h 152471"/>
              <a:gd name="csX161" fmla="*/ 49696 w 113581"/>
              <a:gd name="csY161" fmla="*/ 106406 h 152471"/>
              <a:gd name="csX162" fmla="*/ 47195 w 113581"/>
              <a:gd name="csY162" fmla="*/ 105351 h 152471"/>
              <a:gd name="csX163" fmla="*/ 46157 w 113581"/>
              <a:gd name="csY163" fmla="*/ 102850 h 152471"/>
              <a:gd name="csX164" fmla="*/ 46157 w 113581"/>
              <a:gd name="csY164" fmla="*/ 88680 h 152471"/>
              <a:gd name="csX165" fmla="*/ 47195 w 113581"/>
              <a:gd name="csY165" fmla="*/ 86180 h 152471"/>
              <a:gd name="csX166" fmla="*/ 49696 w 113581"/>
              <a:gd name="csY166" fmla="*/ 85142 h 152471"/>
              <a:gd name="csX167" fmla="*/ 78057 w 113581"/>
              <a:gd name="csY167" fmla="*/ 85142 h 152471"/>
              <a:gd name="csX168" fmla="*/ 92230 w 113581"/>
              <a:gd name="csY168" fmla="*/ 85142 h 152471"/>
              <a:gd name="csX169" fmla="*/ 94731 w 113581"/>
              <a:gd name="csY169" fmla="*/ 86180 h 152471"/>
              <a:gd name="csX170" fmla="*/ 95769 w 113581"/>
              <a:gd name="csY170" fmla="*/ 88680 h 152471"/>
              <a:gd name="csX171" fmla="*/ 95769 w 113581"/>
              <a:gd name="csY171" fmla="*/ 102850 h 152471"/>
              <a:gd name="csX172" fmla="*/ 94731 w 113581"/>
              <a:gd name="csY172" fmla="*/ 105351 h 152471"/>
              <a:gd name="csX173" fmla="*/ 92230 w 113581"/>
              <a:gd name="csY173" fmla="*/ 106406 h 152471"/>
              <a:gd name="csX174" fmla="*/ 78057 w 113581"/>
              <a:gd name="csY174" fmla="*/ 106406 h 152471"/>
              <a:gd name="csX175" fmla="*/ 75539 w 113581"/>
              <a:gd name="csY175" fmla="*/ 105351 h 152471"/>
              <a:gd name="csX176" fmla="*/ 74502 w 113581"/>
              <a:gd name="csY176" fmla="*/ 102850 h 152471"/>
              <a:gd name="csX177" fmla="*/ 74502 w 113581"/>
              <a:gd name="csY177" fmla="*/ 88680 h 152471"/>
              <a:gd name="csX178" fmla="*/ 75539 w 113581"/>
              <a:gd name="csY178" fmla="*/ 86180 h 152471"/>
              <a:gd name="csX179" fmla="*/ 78057 w 113581"/>
              <a:gd name="csY179" fmla="*/ 85142 h 152471"/>
              <a:gd name="csX180" fmla="*/ 21335 w 113581"/>
              <a:gd name="csY180" fmla="*/ 113482 h 152471"/>
              <a:gd name="csX181" fmla="*/ 35524 w 113581"/>
              <a:gd name="csY181" fmla="*/ 113482 h 152471"/>
              <a:gd name="csX182" fmla="*/ 38025 w 113581"/>
              <a:gd name="csY182" fmla="*/ 114520 h 152471"/>
              <a:gd name="csX183" fmla="*/ 39063 w 113581"/>
              <a:gd name="csY183" fmla="*/ 117038 h 152471"/>
              <a:gd name="csX184" fmla="*/ 39063 w 113581"/>
              <a:gd name="csY184" fmla="*/ 131208 h 152471"/>
              <a:gd name="csX185" fmla="*/ 38025 w 113581"/>
              <a:gd name="csY185" fmla="*/ 133709 h 152471"/>
              <a:gd name="csX186" fmla="*/ 35524 w 113581"/>
              <a:gd name="csY186" fmla="*/ 134746 h 152471"/>
              <a:gd name="csX187" fmla="*/ 21335 w 113581"/>
              <a:gd name="csY187" fmla="*/ 134746 h 152471"/>
              <a:gd name="csX188" fmla="*/ 18834 w 113581"/>
              <a:gd name="csY188" fmla="*/ 133709 h 152471"/>
              <a:gd name="csX189" fmla="*/ 17796 w 113581"/>
              <a:gd name="csY189" fmla="*/ 131208 h 152471"/>
              <a:gd name="csX190" fmla="*/ 17796 w 113581"/>
              <a:gd name="csY190" fmla="*/ 117038 h 152471"/>
              <a:gd name="csX191" fmla="*/ 18834 w 113581"/>
              <a:gd name="csY191" fmla="*/ 114520 h 152471"/>
              <a:gd name="csX192" fmla="*/ 21335 w 113581"/>
              <a:gd name="csY192" fmla="*/ 113482 h 152471"/>
              <a:gd name="csX193" fmla="*/ 49696 w 113581"/>
              <a:gd name="csY193" fmla="*/ 113482 h 152471"/>
              <a:gd name="csX194" fmla="*/ 63868 w 113581"/>
              <a:gd name="csY194" fmla="*/ 113482 h 152471"/>
              <a:gd name="csX195" fmla="*/ 66386 w 113581"/>
              <a:gd name="csY195" fmla="*/ 114520 h 152471"/>
              <a:gd name="csX196" fmla="*/ 67424 w 113581"/>
              <a:gd name="csY196" fmla="*/ 117038 h 152471"/>
              <a:gd name="csX197" fmla="*/ 67424 w 113581"/>
              <a:gd name="csY197" fmla="*/ 131208 h 152471"/>
              <a:gd name="csX198" fmla="*/ 66386 w 113581"/>
              <a:gd name="csY198" fmla="*/ 133709 h 152471"/>
              <a:gd name="csX199" fmla="*/ 63868 w 113581"/>
              <a:gd name="csY199" fmla="*/ 134746 h 152471"/>
              <a:gd name="csX200" fmla="*/ 49696 w 113581"/>
              <a:gd name="csY200" fmla="*/ 134746 h 152471"/>
              <a:gd name="csX201" fmla="*/ 47195 w 113581"/>
              <a:gd name="csY201" fmla="*/ 133709 h 152471"/>
              <a:gd name="csX202" fmla="*/ 46157 w 113581"/>
              <a:gd name="csY202" fmla="*/ 131208 h 152471"/>
              <a:gd name="csX203" fmla="*/ 46157 w 113581"/>
              <a:gd name="csY203" fmla="*/ 117038 h 152471"/>
              <a:gd name="csX204" fmla="*/ 47195 w 113581"/>
              <a:gd name="csY204" fmla="*/ 114520 h 152471"/>
              <a:gd name="csX205" fmla="*/ 49696 w 113581"/>
              <a:gd name="csY205" fmla="*/ 113482 h 152471"/>
              <a:gd name="csX206" fmla="*/ 78057 w 113581"/>
              <a:gd name="csY206" fmla="*/ 113482 h 152471"/>
              <a:gd name="csX207" fmla="*/ 92230 w 113581"/>
              <a:gd name="csY207" fmla="*/ 113482 h 152471"/>
              <a:gd name="csX208" fmla="*/ 94731 w 113581"/>
              <a:gd name="csY208" fmla="*/ 114520 h 152471"/>
              <a:gd name="csX209" fmla="*/ 95769 w 113581"/>
              <a:gd name="csY209" fmla="*/ 117038 h 152471"/>
              <a:gd name="csX210" fmla="*/ 95769 w 113581"/>
              <a:gd name="csY210" fmla="*/ 131208 h 152471"/>
              <a:gd name="csX211" fmla="*/ 94731 w 113581"/>
              <a:gd name="csY211" fmla="*/ 133709 h 152471"/>
              <a:gd name="csX212" fmla="*/ 92230 w 113581"/>
              <a:gd name="csY212" fmla="*/ 134746 h 152471"/>
              <a:gd name="csX213" fmla="*/ 78057 w 113581"/>
              <a:gd name="csY213" fmla="*/ 134746 h 152471"/>
              <a:gd name="csX214" fmla="*/ 75539 w 113581"/>
              <a:gd name="csY214" fmla="*/ 133709 h 152471"/>
              <a:gd name="csX215" fmla="*/ 74502 w 113581"/>
              <a:gd name="csY215" fmla="*/ 131208 h 152471"/>
              <a:gd name="csX216" fmla="*/ 74502 w 113581"/>
              <a:gd name="csY216" fmla="*/ 117038 h 152471"/>
              <a:gd name="csX217" fmla="*/ 75539 w 113581"/>
              <a:gd name="csY217" fmla="*/ 114520 h 152471"/>
              <a:gd name="csX218" fmla="*/ 78057 w 113581"/>
              <a:gd name="csY218" fmla="*/ 113482 h 152471"/>
            </a:gdLst>
            <a:ahLst/>
            <a:cxnLst/>
            <a:rect l="l" t="t" r="r" b="b"/>
            <a:pathLst>
              <a:path w="100000" h="100000">
                <a:moveTo>
                  <a:pt x="49945" y="1"/>
                </a:moveTo>
                <a:cubicBezTo>
                  <a:pt x="49019" y="12"/>
                  <a:pt x="48136" y="392"/>
                  <a:pt x="47501" y="1061"/>
                </a:cubicBezTo>
                <a:cubicBezTo>
                  <a:pt x="46854" y="1719"/>
                  <a:pt x="46497" y="2612"/>
                  <a:pt x="46508" y="3538"/>
                </a:cubicBezTo>
                <a:lnTo>
                  <a:pt x="46508" y="8190"/>
                </a:lnTo>
                <a:cubicBezTo>
                  <a:pt x="46508" y="8648"/>
                  <a:pt x="46586" y="9105"/>
                  <a:pt x="46764" y="9540"/>
                </a:cubicBezTo>
                <a:cubicBezTo>
                  <a:pt x="46932" y="9964"/>
                  <a:pt x="47189" y="10355"/>
                  <a:pt x="47512" y="10689"/>
                </a:cubicBezTo>
                <a:cubicBezTo>
                  <a:pt x="47835" y="11013"/>
                  <a:pt x="48226" y="11270"/>
                  <a:pt x="48650" y="11448"/>
                </a:cubicBezTo>
                <a:cubicBezTo>
                  <a:pt x="49074" y="11626"/>
                  <a:pt x="49531" y="11727"/>
                  <a:pt x="50000" y="11727"/>
                </a:cubicBezTo>
                <a:cubicBezTo>
                  <a:pt x="50457" y="11727"/>
                  <a:pt x="50915" y="11626"/>
                  <a:pt x="51340" y="11448"/>
                </a:cubicBezTo>
                <a:cubicBezTo>
                  <a:pt x="51774" y="11270"/>
                  <a:pt x="52154" y="11013"/>
                  <a:pt x="52478" y="10689"/>
                </a:cubicBezTo>
                <a:cubicBezTo>
                  <a:pt x="52801" y="10355"/>
                  <a:pt x="53058" y="9964"/>
                  <a:pt x="53236" y="9540"/>
                </a:cubicBezTo>
                <a:cubicBezTo>
                  <a:pt x="53404" y="9105"/>
                  <a:pt x="53493" y="8648"/>
                  <a:pt x="53482" y="8190"/>
                </a:cubicBezTo>
                <a:lnTo>
                  <a:pt x="53482" y="3538"/>
                </a:lnTo>
                <a:cubicBezTo>
                  <a:pt x="53493" y="3069"/>
                  <a:pt x="53404" y="2612"/>
                  <a:pt x="53225" y="2177"/>
                </a:cubicBezTo>
                <a:cubicBezTo>
                  <a:pt x="53058" y="1741"/>
                  <a:pt x="52790" y="1351"/>
                  <a:pt x="52466" y="1016"/>
                </a:cubicBezTo>
                <a:cubicBezTo>
                  <a:pt x="52131" y="693"/>
                  <a:pt x="51741" y="436"/>
                  <a:pt x="51305" y="258"/>
                </a:cubicBezTo>
                <a:cubicBezTo>
                  <a:pt x="50871" y="79"/>
                  <a:pt x="50413" y="-10"/>
                  <a:pt x="49945" y="1"/>
                </a:cubicBezTo>
                <a:close/>
                <a:moveTo>
                  <a:pt x="32983" y="4520"/>
                </a:moveTo>
                <a:cubicBezTo>
                  <a:pt x="32381" y="4542"/>
                  <a:pt x="31790" y="4720"/>
                  <a:pt x="31276" y="5044"/>
                </a:cubicBezTo>
                <a:cubicBezTo>
                  <a:pt x="30763" y="5368"/>
                  <a:pt x="30339" y="5814"/>
                  <a:pt x="30049" y="6338"/>
                </a:cubicBezTo>
                <a:cubicBezTo>
                  <a:pt x="29758" y="6873"/>
                  <a:pt x="29614" y="7476"/>
                  <a:pt x="29625" y="8078"/>
                </a:cubicBezTo>
                <a:cubicBezTo>
                  <a:pt x="29647" y="8681"/>
                  <a:pt x="29815" y="9273"/>
                  <a:pt x="30127" y="9797"/>
                </a:cubicBezTo>
                <a:lnTo>
                  <a:pt x="32448" y="13813"/>
                </a:lnTo>
                <a:cubicBezTo>
                  <a:pt x="32671" y="14215"/>
                  <a:pt x="32972" y="14572"/>
                  <a:pt x="33341" y="14862"/>
                </a:cubicBezTo>
                <a:cubicBezTo>
                  <a:pt x="33698" y="15152"/>
                  <a:pt x="34122" y="15364"/>
                  <a:pt x="34568" y="15487"/>
                </a:cubicBezTo>
                <a:cubicBezTo>
                  <a:pt x="35015" y="15610"/>
                  <a:pt x="35483" y="15654"/>
                  <a:pt x="35941" y="15587"/>
                </a:cubicBezTo>
                <a:cubicBezTo>
                  <a:pt x="36398" y="15531"/>
                  <a:pt x="36844" y="15387"/>
                  <a:pt x="37246" y="15152"/>
                </a:cubicBezTo>
                <a:cubicBezTo>
                  <a:pt x="37648" y="14918"/>
                  <a:pt x="38005" y="14605"/>
                  <a:pt x="38283" y="14237"/>
                </a:cubicBezTo>
                <a:cubicBezTo>
                  <a:pt x="38563" y="13869"/>
                  <a:pt x="38763" y="13445"/>
                  <a:pt x="38886" y="12999"/>
                </a:cubicBezTo>
                <a:cubicBezTo>
                  <a:pt x="38998" y="12553"/>
                  <a:pt x="39021" y="12084"/>
                  <a:pt x="38953" y="11626"/>
                </a:cubicBezTo>
                <a:cubicBezTo>
                  <a:pt x="38886" y="11158"/>
                  <a:pt x="38730" y="10723"/>
                  <a:pt x="38485" y="10321"/>
                </a:cubicBezTo>
                <a:lnTo>
                  <a:pt x="36164" y="6305"/>
                </a:lnTo>
                <a:cubicBezTo>
                  <a:pt x="35851" y="5736"/>
                  <a:pt x="35382" y="5278"/>
                  <a:pt x="34825" y="4966"/>
                </a:cubicBezTo>
                <a:cubicBezTo>
                  <a:pt x="34267" y="4642"/>
                  <a:pt x="33620" y="4497"/>
                  <a:pt x="32983" y="4520"/>
                </a:cubicBezTo>
                <a:close/>
                <a:moveTo>
                  <a:pt x="66905" y="4520"/>
                </a:moveTo>
                <a:cubicBezTo>
                  <a:pt x="66280" y="4508"/>
                  <a:pt x="65666" y="4676"/>
                  <a:pt x="65120" y="4988"/>
                </a:cubicBezTo>
                <a:cubicBezTo>
                  <a:pt x="64584" y="5301"/>
                  <a:pt x="64138" y="5758"/>
                  <a:pt x="63836" y="6305"/>
                </a:cubicBezTo>
                <a:lnTo>
                  <a:pt x="61504" y="10321"/>
                </a:lnTo>
                <a:cubicBezTo>
                  <a:pt x="61270" y="10723"/>
                  <a:pt x="61103" y="11158"/>
                  <a:pt x="61036" y="11626"/>
                </a:cubicBezTo>
                <a:cubicBezTo>
                  <a:pt x="60969" y="12084"/>
                  <a:pt x="61002" y="12553"/>
                  <a:pt x="61114" y="12999"/>
                </a:cubicBezTo>
                <a:cubicBezTo>
                  <a:pt x="61225" y="13445"/>
                  <a:pt x="61427" y="13869"/>
                  <a:pt x="61717" y="14237"/>
                </a:cubicBezTo>
                <a:cubicBezTo>
                  <a:pt x="61995" y="14605"/>
                  <a:pt x="62341" y="14918"/>
                  <a:pt x="62743" y="15152"/>
                </a:cubicBezTo>
                <a:cubicBezTo>
                  <a:pt x="63144" y="15387"/>
                  <a:pt x="63591" y="15531"/>
                  <a:pt x="64049" y="15587"/>
                </a:cubicBezTo>
                <a:cubicBezTo>
                  <a:pt x="64517" y="15654"/>
                  <a:pt x="64986" y="15610"/>
                  <a:pt x="65432" y="15487"/>
                </a:cubicBezTo>
                <a:cubicBezTo>
                  <a:pt x="65879" y="15364"/>
                  <a:pt x="66291" y="15152"/>
                  <a:pt x="66660" y="14862"/>
                </a:cubicBezTo>
                <a:cubicBezTo>
                  <a:pt x="67017" y="14572"/>
                  <a:pt x="67318" y="14215"/>
                  <a:pt x="67541" y="13813"/>
                </a:cubicBezTo>
                <a:lnTo>
                  <a:pt x="69874" y="9797"/>
                </a:lnTo>
                <a:cubicBezTo>
                  <a:pt x="70186" y="9261"/>
                  <a:pt x="70353" y="8670"/>
                  <a:pt x="70364" y="8056"/>
                </a:cubicBezTo>
                <a:cubicBezTo>
                  <a:pt x="70375" y="7443"/>
                  <a:pt x="70219" y="6829"/>
                  <a:pt x="69918" y="6294"/>
                </a:cubicBezTo>
                <a:cubicBezTo>
                  <a:pt x="69617" y="5758"/>
                  <a:pt x="69182" y="5312"/>
                  <a:pt x="68646" y="4999"/>
                </a:cubicBezTo>
                <a:cubicBezTo>
                  <a:pt x="68122" y="4687"/>
                  <a:pt x="67519" y="4520"/>
                  <a:pt x="66905" y="4520"/>
                </a:cubicBezTo>
                <a:close/>
                <a:moveTo>
                  <a:pt x="49264" y="16334"/>
                </a:moveTo>
                <a:cubicBezTo>
                  <a:pt x="34858" y="16848"/>
                  <a:pt x="25831" y="31508"/>
                  <a:pt x="30305" y="44216"/>
                </a:cubicBezTo>
                <a:lnTo>
                  <a:pt x="23264" y="44216"/>
                </a:lnTo>
                <a:cubicBezTo>
                  <a:pt x="20486" y="44216"/>
                  <a:pt x="17830" y="45321"/>
                  <a:pt x="15878" y="47284"/>
                </a:cubicBezTo>
                <a:cubicBezTo>
                  <a:pt x="13913" y="49247"/>
                  <a:pt x="12809" y="51903"/>
                  <a:pt x="12798" y="54670"/>
                </a:cubicBezTo>
                <a:lnTo>
                  <a:pt x="12798" y="89536"/>
                </a:lnTo>
                <a:cubicBezTo>
                  <a:pt x="12809" y="92313"/>
                  <a:pt x="13913" y="94969"/>
                  <a:pt x="15878" y="96933"/>
                </a:cubicBezTo>
                <a:cubicBezTo>
                  <a:pt x="17830" y="98885"/>
                  <a:pt x="20486" y="99990"/>
                  <a:pt x="23264" y="100001"/>
                </a:cubicBezTo>
                <a:lnTo>
                  <a:pt x="76736" y="100001"/>
                </a:lnTo>
                <a:cubicBezTo>
                  <a:pt x="79503" y="99990"/>
                  <a:pt x="82159" y="98885"/>
                  <a:pt x="84123" y="96933"/>
                </a:cubicBezTo>
                <a:cubicBezTo>
                  <a:pt x="86087" y="94969"/>
                  <a:pt x="87191" y="92313"/>
                  <a:pt x="87191" y="89536"/>
                </a:cubicBezTo>
                <a:lnTo>
                  <a:pt x="87191" y="54670"/>
                </a:lnTo>
                <a:cubicBezTo>
                  <a:pt x="87191" y="51903"/>
                  <a:pt x="86087" y="49247"/>
                  <a:pt x="84123" y="47284"/>
                </a:cubicBezTo>
                <a:cubicBezTo>
                  <a:pt x="82159" y="45321"/>
                  <a:pt x="79503" y="44216"/>
                  <a:pt x="76736" y="44216"/>
                </a:cubicBezTo>
                <a:lnTo>
                  <a:pt x="69695" y="44216"/>
                </a:lnTo>
                <a:cubicBezTo>
                  <a:pt x="74437" y="30850"/>
                  <a:pt x="64194" y="15810"/>
                  <a:pt x="49264" y="16334"/>
                </a:cubicBezTo>
                <a:close/>
                <a:moveTo>
                  <a:pt x="20888" y="16881"/>
                </a:moveTo>
                <a:cubicBezTo>
                  <a:pt x="20107" y="16848"/>
                  <a:pt x="19337" y="17083"/>
                  <a:pt x="18701" y="17551"/>
                </a:cubicBezTo>
                <a:cubicBezTo>
                  <a:pt x="18076" y="18008"/>
                  <a:pt x="17607" y="18667"/>
                  <a:pt x="17395" y="19425"/>
                </a:cubicBezTo>
                <a:cubicBezTo>
                  <a:pt x="17183" y="20173"/>
                  <a:pt x="17239" y="20976"/>
                  <a:pt x="17540" y="21701"/>
                </a:cubicBezTo>
                <a:cubicBezTo>
                  <a:pt x="17841" y="22427"/>
                  <a:pt x="18366" y="23029"/>
                  <a:pt x="19057" y="23408"/>
                </a:cubicBezTo>
                <a:lnTo>
                  <a:pt x="23075" y="25729"/>
                </a:lnTo>
                <a:cubicBezTo>
                  <a:pt x="23477" y="25974"/>
                  <a:pt x="23911" y="26130"/>
                  <a:pt x="24380" y="26197"/>
                </a:cubicBezTo>
                <a:cubicBezTo>
                  <a:pt x="24838" y="26265"/>
                  <a:pt x="25306" y="26242"/>
                  <a:pt x="25752" y="26130"/>
                </a:cubicBezTo>
                <a:cubicBezTo>
                  <a:pt x="26199" y="26008"/>
                  <a:pt x="26623" y="25807"/>
                  <a:pt x="26991" y="25528"/>
                </a:cubicBezTo>
                <a:cubicBezTo>
                  <a:pt x="27360" y="25249"/>
                  <a:pt x="27672" y="24892"/>
                  <a:pt x="27906" y="24491"/>
                </a:cubicBezTo>
                <a:cubicBezTo>
                  <a:pt x="28141" y="24089"/>
                  <a:pt x="28286" y="23654"/>
                  <a:pt x="28342" y="23185"/>
                </a:cubicBezTo>
                <a:cubicBezTo>
                  <a:pt x="28398" y="22728"/>
                  <a:pt x="28364" y="22259"/>
                  <a:pt x="28241" y="21813"/>
                </a:cubicBezTo>
                <a:cubicBezTo>
                  <a:pt x="28118" y="21367"/>
                  <a:pt x="27906" y="20953"/>
                  <a:pt x="27616" y="20586"/>
                </a:cubicBezTo>
                <a:cubicBezTo>
                  <a:pt x="27327" y="20218"/>
                  <a:pt x="26969" y="19916"/>
                  <a:pt x="26567" y="19693"/>
                </a:cubicBezTo>
                <a:lnTo>
                  <a:pt x="22551" y="17372"/>
                </a:lnTo>
                <a:cubicBezTo>
                  <a:pt x="22048" y="17071"/>
                  <a:pt x="21479" y="16904"/>
                  <a:pt x="20888" y="16881"/>
                </a:cubicBezTo>
                <a:close/>
                <a:moveTo>
                  <a:pt x="79347" y="16881"/>
                </a:moveTo>
                <a:cubicBezTo>
                  <a:pt x="78677" y="16859"/>
                  <a:pt x="78019" y="17026"/>
                  <a:pt x="77450" y="17372"/>
                </a:cubicBezTo>
                <a:lnTo>
                  <a:pt x="73433" y="19693"/>
                </a:lnTo>
                <a:cubicBezTo>
                  <a:pt x="73020" y="19916"/>
                  <a:pt x="72663" y="20218"/>
                  <a:pt x="72373" y="20586"/>
                </a:cubicBezTo>
                <a:cubicBezTo>
                  <a:pt x="72094" y="20953"/>
                  <a:pt x="71882" y="21367"/>
                  <a:pt x="71748" y="21813"/>
                </a:cubicBezTo>
                <a:cubicBezTo>
                  <a:pt x="71625" y="22259"/>
                  <a:pt x="71592" y="22728"/>
                  <a:pt x="71648" y="23185"/>
                </a:cubicBezTo>
                <a:cubicBezTo>
                  <a:pt x="71715" y="23654"/>
                  <a:pt x="71860" y="24089"/>
                  <a:pt x="72094" y="24491"/>
                </a:cubicBezTo>
                <a:cubicBezTo>
                  <a:pt x="72328" y="24892"/>
                  <a:pt x="72630" y="25249"/>
                  <a:pt x="72997" y="25528"/>
                </a:cubicBezTo>
                <a:cubicBezTo>
                  <a:pt x="73377" y="25807"/>
                  <a:pt x="73790" y="26008"/>
                  <a:pt x="74248" y="26130"/>
                </a:cubicBezTo>
                <a:cubicBezTo>
                  <a:pt x="74694" y="26242"/>
                  <a:pt x="75162" y="26265"/>
                  <a:pt x="75620" y="26197"/>
                </a:cubicBezTo>
                <a:cubicBezTo>
                  <a:pt x="76077" y="26130"/>
                  <a:pt x="76523" y="25974"/>
                  <a:pt x="76914" y="25729"/>
                </a:cubicBezTo>
                <a:lnTo>
                  <a:pt x="80943" y="23408"/>
                </a:lnTo>
                <a:cubicBezTo>
                  <a:pt x="81601" y="23040"/>
                  <a:pt x="82125" y="22460"/>
                  <a:pt x="82438" y="21757"/>
                </a:cubicBezTo>
                <a:cubicBezTo>
                  <a:pt x="82739" y="21054"/>
                  <a:pt x="82806" y="20284"/>
                  <a:pt x="82628" y="19537"/>
                </a:cubicBezTo>
                <a:cubicBezTo>
                  <a:pt x="82449" y="18800"/>
                  <a:pt x="82025" y="18142"/>
                  <a:pt x="81434" y="17662"/>
                </a:cubicBezTo>
                <a:cubicBezTo>
                  <a:pt x="80842" y="17171"/>
                  <a:pt x="80106" y="16904"/>
                  <a:pt x="79347" y="16881"/>
                </a:cubicBezTo>
                <a:close/>
                <a:moveTo>
                  <a:pt x="49520" y="23307"/>
                </a:moveTo>
                <a:cubicBezTo>
                  <a:pt x="60645" y="22906"/>
                  <a:pt x="67653" y="34565"/>
                  <a:pt x="62085" y="44216"/>
                </a:cubicBezTo>
                <a:lnTo>
                  <a:pt x="37960" y="44216"/>
                </a:lnTo>
                <a:cubicBezTo>
                  <a:pt x="32627" y="35100"/>
                  <a:pt x="38719" y="23687"/>
                  <a:pt x="49520" y="23307"/>
                </a:cubicBezTo>
                <a:close/>
                <a:moveTo>
                  <a:pt x="16290" y="32590"/>
                </a:moveTo>
                <a:cubicBezTo>
                  <a:pt x="15833" y="32590"/>
                  <a:pt x="15364" y="32669"/>
                  <a:pt x="14941" y="32847"/>
                </a:cubicBezTo>
                <a:cubicBezTo>
                  <a:pt x="14516" y="33014"/>
                  <a:pt x="14126" y="33271"/>
                  <a:pt x="13791" y="33595"/>
                </a:cubicBezTo>
                <a:cubicBezTo>
                  <a:pt x="13467" y="33918"/>
                  <a:pt x="13199" y="34309"/>
                  <a:pt x="13021" y="34733"/>
                </a:cubicBezTo>
                <a:cubicBezTo>
                  <a:pt x="12842" y="35156"/>
                  <a:pt x="12753" y="35614"/>
                  <a:pt x="12753" y="36082"/>
                </a:cubicBezTo>
                <a:cubicBezTo>
                  <a:pt x="12753" y="36540"/>
                  <a:pt x="12842" y="36997"/>
                  <a:pt x="13021" y="37422"/>
                </a:cubicBezTo>
                <a:cubicBezTo>
                  <a:pt x="13199" y="37856"/>
                  <a:pt x="13467" y="38236"/>
                  <a:pt x="13791" y="38559"/>
                </a:cubicBezTo>
                <a:cubicBezTo>
                  <a:pt x="14126" y="38883"/>
                  <a:pt x="14516" y="39140"/>
                  <a:pt x="14941" y="39318"/>
                </a:cubicBezTo>
                <a:cubicBezTo>
                  <a:pt x="15364" y="39486"/>
                  <a:pt x="15833" y="39575"/>
                  <a:pt x="16290" y="39564"/>
                </a:cubicBezTo>
                <a:lnTo>
                  <a:pt x="20944" y="39564"/>
                </a:lnTo>
                <a:cubicBezTo>
                  <a:pt x="21401" y="39575"/>
                  <a:pt x="21859" y="39486"/>
                  <a:pt x="22294" y="39318"/>
                </a:cubicBezTo>
                <a:cubicBezTo>
                  <a:pt x="22718" y="39140"/>
                  <a:pt x="23108" y="38883"/>
                  <a:pt x="23432" y="38559"/>
                </a:cubicBezTo>
                <a:cubicBezTo>
                  <a:pt x="23766" y="38236"/>
                  <a:pt x="24024" y="37856"/>
                  <a:pt x="24202" y="37422"/>
                </a:cubicBezTo>
                <a:cubicBezTo>
                  <a:pt x="24380" y="36997"/>
                  <a:pt x="24481" y="36540"/>
                  <a:pt x="24481" y="36082"/>
                </a:cubicBezTo>
                <a:cubicBezTo>
                  <a:pt x="24481" y="35614"/>
                  <a:pt x="24380" y="35156"/>
                  <a:pt x="24202" y="34733"/>
                </a:cubicBezTo>
                <a:cubicBezTo>
                  <a:pt x="24024" y="34309"/>
                  <a:pt x="23766" y="33918"/>
                  <a:pt x="23432" y="33595"/>
                </a:cubicBezTo>
                <a:cubicBezTo>
                  <a:pt x="23108" y="33271"/>
                  <a:pt x="22718" y="33014"/>
                  <a:pt x="22294" y="32847"/>
                </a:cubicBezTo>
                <a:cubicBezTo>
                  <a:pt x="21859" y="32669"/>
                  <a:pt x="21401" y="32590"/>
                  <a:pt x="20944" y="32590"/>
                </a:cubicBezTo>
                <a:lnTo>
                  <a:pt x="16290" y="32590"/>
                </a:lnTo>
                <a:close/>
                <a:moveTo>
                  <a:pt x="79057" y="32590"/>
                </a:moveTo>
                <a:cubicBezTo>
                  <a:pt x="78599" y="32590"/>
                  <a:pt x="78131" y="32669"/>
                  <a:pt x="77707" y="32847"/>
                </a:cubicBezTo>
                <a:cubicBezTo>
                  <a:pt x="77283" y="33014"/>
                  <a:pt x="76892" y="33271"/>
                  <a:pt x="76558" y="33595"/>
                </a:cubicBezTo>
                <a:cubicBezTo>
                  <a:pt x="76234" y="33918"/>
                  <a:pt x="75966" y="34309"/>
                  <a:pt x="75788" y="34733"/>
                </a:cubicBezTo>
                <a:cubicBezTo>
                  <a:pt x="75609" y="35156"/>
                  <a:pt x="75519" y="35614"/>
                  <a:pt x="75519" y="36082"/>
                </a:cubicBezTo>
                <a:cubicBezTo>
                  <a:pt x="75519" y="36540"/>
                  <a:pt x="75609" y="36997"/>
                  <a:pt x="75788" y="37422"/>
                </a:cubicBezTo>
                <a:cubicBezTo>
                  <a:pt x="75966" y="37856"/>
                  <a:pt x="76234" y="38236"/>
                  <a:pt x="76558" y="38559"/>
                </a:cubicBezTo>
                <a:cubicBezTo>
                  <a:pt x="76892" y="38883"/>
                  <a:pt x="77283" y="39140"/>
                  <a:pt x="77707" y="39318"/>
                </a:cubicBezTo>
                <a:cubicBezTo>
                  <a:pt x="78131" y="39486"/>
                  <a:pt x="78599" y="39575"/>
                  <a:pt x="79057" y="39564"/>
                </a:cubicBezTo>
                <a:lnTo>
                  <a:pt x="83710" y="39564"/>
                </a:lnTo>
                <a:cubicBezTo>
                  <a:pt x="84167" y="39575"/>
                  <a:pt x="84625" y="39486"/>
                  <a:pt x="85060" y="39318"/>
                </a:cubicBezTo>
                <a:cubicBezTo>
                  <a:pt x="85484" y="39140"/>
                  <a:pt x="85875" y="38883"/>
                  <a:pt x="86198" y="38559"/>
                </a:cubicBezTo>
                <a:cubicBezTo>
                  <a:pt x="86533" y="38236"/>
                  <a:pt x="86790" y="37856"/>
                  <a:pt x="86968" y="37422"/>
                </a:cubicBezTo>
                <a:cubicBezTo>
                  <a:pt x="87146" y="36997"/>
                  <a:pt x="87247" y="36540"/>
                  <a:pt x="87247" y="36082"/>
                </a:cubicBezTo>
                <a:cubicBezTo>
                  <a:pt x="87247" y="35614"/>
                  <a:pt x="87146" y="35156"/>
                  <a:pt x="86968" y="34733"/>
                </a:cubicBezTo>
                <a:cubicBezTo>
                  <a:pt x="86790" y="34309"/>
                  <a:pt x="86533" y="33918"/>
                  <a:pt x="86198" y="33595"/>
                </a:cubicBezTo>
                <a:cubicBezTo>
                  <a:pt x="85875" y="33271"/>
                  <a:pt x="85484" y="33014"/>
                  <a:pt x="85060" y="32847"/>
                </a:cubicBezTo>
                <a:cubicBezTo>
                  <a:pt x="84625" y="32669"/>
                  <a:pt x="84167" y="32590"/>
                  <a:pt x="83710" y="32590"/>
                </a:cubicBezTo>
                <a:lnTo>
                  <a:pt x="79057" y="32590"/>
                </a:lnTo>
                <a:close/>
                <a:moveTo>
                  <a:pt x="26746" y="55841"/>
                </a:moveTo>
                <a:lnTo>
                  <a:pt x="36052" y="55841"/>
                </a:lnTo>
                <a:cubicBezTo>
                  <a:pt x="36666" y="55841"/>
                  <a:pt x="37257" y="56076"/>
                  <a:pt x="37692" y="56522"/>
                </a:cubicBezTo>
                <a:cubicBezTo>
                  <a:pt x="38127" y="56957"/>
                  <a:pt x="38373" y="57549"/>
                  <a:pt x="38373" y="58162"/>
                </a:cubicBezTo>
                <a:lnTo>
                  <a:pt x="38373" y="67455"/>
                </a:lnTo>
                <a:cubicBezTo>
                  <a:pt x="38373" y="68069"/>
                  <a:pt x="38127" y="68661"/>
                  <a:pt x="37692" y="69096"/>
                </a:cubicBezTo>
                <a:cubicBezTo>
                  <a:pt x="37257" y="69542"/>
                  <a:pt x="36666" y="69788"/>
                  <a:pt x="36052" y="69788"/>
                </a:cubicBezTo>
                <a:lnTo>
                  <a:pt x="26746" y="69788"/>
                </a:lnTo>
                <a:cubicBezTo>
                  <a:pt x="26132" y="69788"/>
                  <a:pt x="25541" y="69542"/>
                  <a:pt x="25106" y="69096"/>
                </a:cubicBezTo>
                <a:cubicBezTo>
                  <a:pt x="24670" y="68661"/>
                  <a:pt x="24425" y="68069"/>
                  <a:pt x="24425" y="67455"/>
                </a:cubicBezTo>
                <a:lnTo>
                  <a:pt x="24425" y="58162"/>
                </a:lnTo>
                <a:cubicBezTo>
                  <a:pt x="24425" y="57549"/>
                  <a:pt x="24670" y="56957"/>
                  <a:pt x="25106" y="56522"/>
                </a:cubicBezTo>
                <a:cubicBezTo>
                  <a:pt x="25541" y="56076"/>
                  <a:pt x="26132" y="55841"/>
                  <a:pt x="26746" y="55841"/>
                </a:cubicBezTo>
                <a:close/>
                <a:moveTo>
                  <a:pt x="45347" y="55841"/>
                </a:moveTo>
                <a:lnTo>
                  <a:pt x="54642" y="55841"/>
                </a:lnTo>
                <a:cubicBezTo>
                  <a:pt x="55267" y="55841"/>
                  <a:pt x="55858" y="56076"/>
                  <a:pt x="56293" y="56522"/>
                </a:cubicBezTo>
                <a:cubicBezTo>
                  <a:pt x="56729" y="56957"/>
                  <a:pt x="56974" y="57549"/>
                  <a:pt x="56974" y="58162"/>
                </a:cubicBezTo>
                <a:lnTo>
                  <a:pt x="56974" y="67455"/>
                </a:lnTo>
                <a:cubicBezTo>
                  <a:pt x="56974" y="68069"/>
                  <a:pt x="56729" y="68661"/>
                  <a:pt x="56293" y="69096"/>
                </a:cubicBezTo>
                <a:cubicBezTo>
                  <a:pt x="55858" y="69542"/>
                  <a:pt x="55267" y="69788"/>
                  <a:pt x="54642" y="69788"/>
                </a:cubicBezTo>
                <a:lnTo>
                  <a:pt x="45347" y="69788"/>
                </a:lnTo>
                <a:cubicBezTo>
                  <a:pt x="44733" y="69788"/>
                  <a:pt x="44142" y="69542"/>
                  <a:pt x="43707" y="69096"/>
                </a:cubicBezTo>
                <a:cubicBezTo>
                  <a:pt x="43272" y="68661"/>
                  <a:pt x="43026" y="68069"/>
                  <a:pt x="43026" y="67455"/>
                </a:cubicBezTo>
                <a:lnTo>
                  <a:pt x="43026" y="58162"/>
                </a:lnTo>
                <a:cubicBezTo>
                  <a:pt x="43026" y="57549"/>
                  <a:pt x="43272" y="56957"/>
                  <a:pt x="43707" y="56522"/>
                </a:cubicBezTo>
                <a:cubicBezTo>
                  <a:pt x="44142" y="56076"/>
                  <a:pt x="44733" y="55841"/>
                  <a:pt x="45347" y="55841"/>
                </a:cubicBezTo>
                <a:close/>
                <a:moveTo>
                  <a:pt x="63948" y="55841"/>
                </a:moveTo>
                <a:lnTo>
                  <a:pt x="73243" y="55841"/>
                </a:lnTo>
                <a:cubicBezTo>
                  <a:pt x="73857" y="55841"/>
                  <a:pt x="74448" y="56076"/>
                  <a:pt x="74884" y="56522"/>
                </a:cubicBezTo>
                <a:cubicBezTo>
                  <a:pt x="75330" y="56957"/>
                  <a:pt x="75565" y="57549"/>
                  <a:pt x="75565" y="58162"/>
                </a:cubicBezTo>
                <a:lnTo>
                  <a:pt x="75565" y="67455"/>
                </a:lnTo>
                <a:cubicBezTo>
                  <a:pt x="75565" y="68069"/>
                  <a:pt x="75330" y="68661"/>
                  <a:pt x="74884" y="69096"/>
                </a:cubicBezTo>
                <a:cubicBezTo>
                  <a:pt x="74448" y="69542"/>
                  <a:pt x="73857" y="69788"/>
                  <a:pt x="73243" y="69788"/>
                </a:cubicBezTo>
                <a:lnTo>
                  <a:pt x="63948" y="69788"/>
                </a:lnTo>
                <a:cubicBezTo>
                  <a:pt x="63335" y="69788"/>
                  <a:pt x="62743" y="69542"/>
                  <a:pt x="62296" y="69096"/>
                </a:cubicBezTo>
                <a:cubicBezTo>
                  <a:pt x="61862" y="68661"/>
                  <a:pt x="61616" y="68069"/>
                  <a:pt x="61616" y="67455"/>
                </a:cubicBezTo>
                <a:lnTo>
                  <a:pt x="61616" y="58162"/>
                </a:lnTo>
                <a:cubicBezTo>
                  <a:pt x="61616" y="57549"/>
                  <a:pt x="61862" y="56957"/>
                  <a:pt x="62296" y="56522"/>
                </a:cubicBezTo>
                <a:cubicBezTo>
                  <a:pt x="62743" y="56076"/>
                  <a:pt x="63335" y="55841"/>
                  <a:pt x="63948" y="55841"/>
                </a:cubicBezTo>
                <a:close/>
                <a:moveTo>
                  <a:pt x="26746" y="74429"/>
                </a:moveTo>
                <a:lnTo>
                  <a:pt x="36052" y="74429"/>
                </a:lnTo>
                <a:cubicBezTo>
                  <a:pt x="36666" y="74429"/>
                  <a:pt x="37257" y="74675"/>
                  <a:pt x="37692" y="75109"/>
                </a:cubicBezTo>
                <a:cubicBezTo>
                  <a:pt x="38127" y="75545"/>
                  <a:pt x="38373" y="76136"/>
                  <a:pt x="38373" y="76761"/>
                </a:cubicBezTo>
                <a:lnTo>
                  <a:pt x="38373" y="86054"/>
                </a:lnTo>
                <a:cubicBezTo>
                  <a:pt x="38373" y="86668"/>
                  <a:pt x="38127" y="87259"/>
                  <a:pt x="37692" y="87695"/>
                </a:cubicBezTo>
                <a:cubicBezTo>
                  <a:pt x="37257" y="88130"/>
                  <a:pt x="36666" y="88375"/>
                  <a:pt x="36052" y="88375"/>
                </a:cubicBezTo>
                <a:lnTo>
                  <a:pt x="26746" y="88375"/>
                </a:lnTo>
                <a:cubicBezTo>
                  <a:pt x="26132" y="88375"/>
                  <a:pt x="25541" y="88130"/>
                  <a:pt x="25106" y="87695"/>
                </a:cubicBezTo>
                <a:cubicBezTo>
                  <a:pt x="24670" y="87259"/>
                  <a:pt x="24425" y="86668"/>
                  <a:pt x="24425" y="86054"/>
                </a:cubicBezTo>
                <a:lnTo>
                  <a:pt x="24425" y="76761"/>
                </a:lnTo>
                <a:cubicBezTo>
                  <a:pt x="24425" y="76136"/>
                  <a:pt x="24670" y="75545"/>
                  <a:pt x="25106" y="75109"/>
                </a:cubicBezTo>
                <a:cubicBezTo>
                  <a:pt x="25541" y="74675"/>
                  <a:pt x="26132" y="74429"/>
                  <a:pt x="26746" y="74429"/>
                </a:cubicBezTo>
                <a:close/>
                <a:moveTo>
                  <a:pt x="45347" y="74429"/>
                </a:moveTo>
                <a:lnTo>
                  <a:pt x="54642" y="74429"/>
                </a:lnTo>
                <a:cubicBezTo>
                  <a:pt x="55267" y="74429"/>
                  <a:pt x="55858" y="74675"/>
                  <a:pt x="56293" y="75109"/>
                </a:cubicBezTo>
                <a:cubicBezTo>
                  <a:pt x="56729" y="75545"/>
                  <a:pt x="56974" y="76136"/>
                  <a:pt x="56974" y="76761"/>
                </a:cubicBezTo>
                <a:lnTo>
                  <a:pt x="56974" y="86054"/>
                </a:lnTo>
                <a:cubicBezTo>
                  <a:pt x="56974" y="86668"/>
                  <a:pt x="56729" y="87259"/>
                  <a:pt x="56293" y="87695"/>
                </a:cubicBezTo>
                <a:cubicBezTo>
                  <a:pt x="55858" y="88130"/>
                  <a:pt x="55267" y="88375"/>
                  <a:pt x="54642" y="88375"/>
                </a:cubicBezTo>
                <a:lnTo>
                  <a:pt x="45347" y="88375"/>
                </a:lnTo>
                <a:cubicBezTo>
                  <a:pt x="44733" y="88375"/>
                  <a:pt x="44142" y="88130"/>
                  <a:pt x="43707" y="87695"/>
                </a:cubicBezTo>
                <a:cubicBezTo>
                  <a:pt x="43272" y="87259"/>
                  <a:pt x="43026" y="86668"/>
                  <a:pt x="43026" y="86054"/>
                </a:cubicBezTo>
                <a:lnTo>
                  <a:pt x="43026" y="76761"/>
                </a:lnTo>
                <a:cubicBezTo>
                  <a:pt x="43026" y="76136"/>
                  <a:pt x="43272" y="75545"/>
                  <a:pt x="43707" y="75109"/>
                </a:cubicBezTo>
                <a:cubicBezTo>
                  <a:pt x="44142" y="74675"/>
                  <a:pt x="44733" y="74429"/>
                  <a:pt x="45347" y="74429"/>
                </a:cubicBezTo>
                <a:close/>
                <a:moveTo>
                  <a:pt x="63948" y="74429"/>
                </a:moveTo>
                <a:lnTo>
                  <a:pt x="73243" y="74429"/>
                </a:lnTo>
                <a:cubicBezTo>
                  <a:pt x="73857" y="74429"/>
                  <a:pt x="74448" y="74675"/>
                  <a:pt x="74884" y="75109"/>
                </a:cubicBezTo>
                <a:cubicBezTo>
                  <a:pt x="75330" y="75545"/>
                  <a:pt x="75565" y="76136"/>
                  <a:pt x="75565" y="76761"/>
                </a:cubicBezTo>
                <a:lnTo>
                  <a:pt x="75565" y="86054"/>
                </a:lnTo>
                <a:cubicBezTo>
                  <a:pt x="75565" y="86668"/>
                  <a:pt x="75330" y="87259"/>
                  <a:pt x="74884" y="87695"/>
                </a:cubicBezTo>
                <a:cubicBezTo>
                  <a:pt x="74448" y="88130"/>
                  <a:pt x="73857" y="88375"/>
                  <a:pt x="73243" y="88375"/>
                </a:cubicBezTo>
                <a:lnTo>
                  <a:pt x="63948" y="88375"/>
                </a:lnTo>
                <a:cubicBezTo>
                  <a:pt x="63335" y="88375"/>
                  <a:pt x="62743" y="88130"/>
                  <a:pt x="62296" y="87695"/>
                </a:cubicBezTo>
                <a:cubicBezTo>
                  <a:pt x="61862" y="87259"/>
                  <a:pt x="61616" y="86668"/>
                  <a:pt x="61616" y="86054"/>
                </a:cubicBezTo>
                <a:lnTo>
                  <a:pt x="61616" y="76761"/>
                </a:lnTo>
                <a:cubicBezTo>
                  <a:pt x="61616" y="76136"/>
                  <a:pt x="61862" y="75545"/>
                  <a:pt x="62296" y="75109"/>
                </a:cubicBezTo>
                <a:cubicBezTo>
                  <a:pt x="62743" y="74675"/>
                  <a:pt x="63335" y="74429"/>
                  <a:pt x="63948" y="7442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8" name="Чёрный — SVG 21">
            <a:extLst>
              <a:ext uri="{FF2B5EF4-FFF2-40B4-BE49-F238E27FC236}">
                <a16:creationId xmlns:a16="http://schemas.microsoft.com/office/drawing/2014/main" id="{7A13A2D2-3CE2-EF47-A302-3A38240FFB79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70878 w 141925"/>
              <a:gd name="csY0" fmla="*/ 1 h 141907"/>
              <a:gd name="csX1" fmla="*/ 67152 w 141925"/>
              <a:gd name="csY1" fmla="*/ 1617 h 141907"/>
              <a:gd name="csX2" fmla="*/ 65655 w 141925"/>
              <a:gd name="csY2" fmla="*/ 5394 h 141907"/>
              <a:gd name="csX3" fmla="*/ 65655 w 141925"/>
              <a:gd name="csY3" fmla="*/ 16026 h 141907"/>
              <a:gd name="csX4" fmla="*/ 66029 w 141925"/>
              <a:gd name="csY4" fmla="*/ 18084 h 141907"/>
              <a:gd name="csX5" fmla="*/ 67186 w 141925"/>
              <a:gd name="csY5" fmla="*/ 19836 h 141907"/>
              <a:gd name="csX6" fmla="*/ 68904 w 141925"/>
              <a:gd name="csY6" fmla="*/ 21010 h 141907"/>
              <a:gd name="csX7" fmla="*/ 70963 w 141925"/>
              <a:gd name="csY7" fmla="*/ 21419 h 141907"/>
              <a:gd name="csX8" fmla="*/ 73022 w 141925"/>
              <a:gd name="csY8" fmla="*/ 21010 h 141907"/>
              <a:gd name="csX9" fmla="*/ 74757 w 141925"/>
              <a:gd name="csY9" fmla="*/ 19836 h 141907"/>
              <a:gd name="csX10" fmla="*/ 75897 w 141925"/>
              <a:gd name="csY10" fmla="*/ 18084 h 141907"/>
              <a:gd name="csX11" fmla="*/ 76288 w 141925"/>
              <a:gd name="csY11" fmla="*/ 16026 h 141907"/>
              <a:gd name="csX12" fmla="*/ 76288 w 141925"/>
              <a:gd name="csY12" fmla="*/ 5394 h 141907"/>
              <a:gd name="csX13" fmla="*/ 75897 w 141925"/>
              <a:gd name="csY13" fmla="*/ 3319 h 141907"/>
              <a:gd name="csX14" fmla="*/ 74723 w 141925"/>
              <a:gd name="csY14" fmla="*/ 1549 h 141907"/>
              <a:gd name="csX15" fmla="*/ 72954 w 141925"/>
              <a:gd name="csY15" fmla="*/ 393 h 141907"/>
              <a:gd name="csX16" fmla="*/ 70878 w 141925"/>
              <a:gd name="csY16" fmla="*/ 1 h 141907"/>
              <a:gd name="csX17" fmla="*/ 24533 w 141925"/>
              <a:gd name="csY17" fmla="*/ 19224 h 141907"/>
              <a:gd name="csX18" fmla="*/ 21573 w 141925"/>
              <a:gd name="csY18" fmla="*/ 20143 h 141907"/>
              <a:gd name="csX19" fmla="*/ 19617 w 141925"/>
              <a:gd name="csY19" fmla="*/ 22541 h 141907"/>
              <a:gd name="csX20" fmla="*/ 19344 w 141925"/>
              <a:gd name="csY20" fmla="*/ 25637 h 141907"/>
              <a:gd name="csX21" fmla="*/ 20841 w 141925"/>
              <a:gd name="csY21" fmla="*/ 28359 h 141907"/>
              <a:gd name="csX22" fmla="*/ 28361 w 141925"/>
              <a:gd name="csY22" fmla="*/ 35878 h 141907"/>
              <a:gd name="csX23" fmla="*/ 32121 w 141925"/>
              <a:gd name="csY23" fmla="*/ 37443 h 141907"/>
              <a:gd name="csX24" fmla="*/ 35881 w 141925"/>
              <a:gd name="csY24" fmla="*/ 35878 h 141907"/>
              <a:gd name="csX25" fmla="*/ 37447 w 141925"/>
              <a:gd name="csY25" fmla="*/ 32118 h 141907"/>
              <a:gd name="csX26" fmla="*/ 35881 w 141925"/>
              <a:gd name="csY26" fmla="*/ 28359 h 141907"/>
              <a:gd name="csX27" fmla="*/ 28361 w 141925"/>
              <a:gd name="csY27" fmla="*/ 20840 h 141907"/>
              <a:gd name="csX28" fmla="*/ 26609 w 141925"/>
              <a:gd name="csY28" fmla="*/ 19649 h 141907"/>
              <a:gd name="csX29" fmla="*/ 24533 w 141925"/>
              <a:gd name="csY29" fmla="*/ 19224 h 141907"/>
              <a:gd name="csX30" fmla="*/ 117222 w 141925"/>
              <a:gd name="csY30" fmla="*/ 19224 h 141907"/>
              <a:gd name="csX31" fmla="*/ 113565 w 141925"/>
              <a:gd name="csY31" fmla="*/ 20840 h 141907"/>
              <a:gd name="csX32" fmla="*/ 106045 w 141925"/>
              <a:gd name="csY32" fmla="*/ 28359 h 141907"/>
              <a:gd name="csX33" fmla="*/ 104496 w 141925"/>
              <a:gd name="csY33" fmla="*/ 32118 h 141907"/>
              <a:gd name="csX34" fmla="*/ 106045 w 141925"/>
              <a:gd name="csY34" fmla="*/ 35878 h 141907"/>
              <a:gd name="csX35" fmla="*/ 109805 w 141925"/>
              <a:gd name="csY35" fmla="*/ 37443 h 141907"/>
              <a:gd name="csX36" fmla="*/ 113582 w 141925"/>
              <a:gd name="csY36" fmla="*/ 35878 h 141907"/>
              <a:gd name="csX37" fmla="*/ 121085 w 141925"/>
              <a:gd name="csY37" fmla="*/ 28359 h 141907"/>
              <a:gd name="csX38" fmla="*/ 122599 w 141925"/>
              <a:gd name="csY38" fmla="*/ 25603 h 141907"/>
              <a:gd name="csX39" fmla="*/ 122292 w 141925"/>
              <a:gd name="csY39" fmla="*/ 22473 h 141907"/>
              <a:gd name="csX40" fmla="*/ 120251 w 141925"/>
              <a:gd name="csY40" fmla="*/ 20075 h 141907"/>
              <a:gd name="csX41" fmla="*/ 117222 w 141925"/>
              <a:gd name="csY41" fmla="*/ 19224 h 141907"/>
              <a:gd name="csX42" fmla="*/ 70963 w 141925"/>
              <a:gd name="csY42" fmla="*/ 31982 h 141907"/>
              <a:gd name="csX43" fmla="*/ 43401 w 141925"/>
              <a:gd name="csY43" fmla="*/ 43397 h 141907"/>
              <a:gd name="csX44" fmla="*/ 31968 w 141925"/>
              <a:gd name="csY44" fmla="*/ 70955 h 141907"/>
              <a:gd name="csX45" fmla="*/ 43401 w 141925"/>
              <a:gd name="csY45" fmla="*/ 98530 h 141907"/>
              <a:gd name="csX46" fmla="*/ 70963 w 141925"/>
              <a:gd name="csY46" fmla="*/ 109944 h 141907"/>
              <a:gd name="csX47" fmla="*/ 98542 w 141925"/>
              <a:gd name="csY47" fmla="*/ 98530 h 141907"/>
              <a:gd name="csX48" fmla="*/ 109958 w 141925"/>
              <a:gd name="csY48" fmla="*/ 70955 h 141907"/>
              <a:gd name="csX49" fmla="*/ 98542 w 141925"/>
              <a:gd name="csY49" fmla="*/ 43397 h 141907"/>
              <a:gd name="csX50" fmla="*/ 70963 w 141925"/>
              <a:gd name="csY50" fmla="*/ 31982 h 141907"/>
              <a:gd name="csX51" fmla="*/ 5393 w 141925"/>
              <a:gd name="csY51" fmla="*/ 65647 h 141907"/>
              <a:gd name="csX52" fmla="*/ 3335 w 141925"/>
              <a:gd name="csY52" fmla="*/ 66022 h 141907"/>
              <a:gd name="csX53" fmla="*/ 1582 w 141925"/>
              <a:gd name="csY53" fmla="*/ 67178 h 141907"/>
              <a:gd name="csX54" fmla="*/ 408 w 141925"/>
              <a:gd name="csY54" fmla="*/ 68913 h 141907"/>
              <a:gd name="csX55" fmla="*/ 0 w 141925"/>
              <a:gd name="csY55" fmla="*/ 70955 h 141907"/>
              <a:gd name="csX56" fmla="*/ 408 w 141925"/>
              <a:gd name="csY56" fmla="*/ 73013 h 141907"/>
              <a:gd name="csX57" fmla="*/ 1582 w 141925"/>
              <a:gd name="csY57" fmla="*/ 74748 h 141907"/>
              <a:gd name="csX58" fmla="*/ 3335 w 141925"/>
              <a:gd name="csY58" fmla="*/ 75888 h 141907"/>
              <a:gd name="csX59" fmla="*/ 5393 w 141925"/>
              <a:gd name="csY59" fmla="*/ 76279 h 141907"/>
              <a:gd name="csX60" fmla="*/ 16027 w 141925"/>
              <a:gd name="csY60" fmla="*/ 76279 h 141907"/>
              <a:gd name="csX61" fmla="*/ 18085 w 141925"/>
              <a:gd name="csY61" fmla="*/ 75888 h 141907"/>
              <a:gd name="csX62" fmla="*/ 19838 w 141925"/>
              <a:gd name="csY62" fmla="*/ 74748 h 141907"/>
              <a:gd name="csX63" fmla="*/ 21012 w 141925"/>
              <a:gd name="csY63" fmla="*/ 73013 h 141907"/>
              <a:gd name="csX64" fmla="*/ 21420 w 141925"/>
              <a:gd name="csY64" fmla="*/ 70955 h 141907"/>
              <a:gd name="csX65" fmla="*/ 21012 w 141925"/>
              <a:gd name="csY65" fmla="*/ 68913 h 141907"/>
              <a:gd name="csX66" fmla="*/ 19838 w 141925"/>
              <a:gd name="csY66" fmla="*/ 67178 h 141907"/>
              <a:gd name="csX67" fmla="*/ 18085 w 141925"/>
              <a:gd name="csY67" fmla="*/ 66022 h 141907"/>
              <a:gd name="csX68" fmla="*/ 16027 w 141925"/>
              <a:gd name="csY68" fmla="*/ 65647 h 141907"/>
              <a:gd name="csX69" fmla="*/ 5393 w 141925"/>
              <a:gd name="csY69" fmla="*/ 65647 h 141907"/>
              <a:gd name="csX70" fmla="*/ 125899 w 141925"/>
              <a:gd name="csY70" fmla="*/ 65647 h 141907"/>
              <a:gd name="csX71" fmla="*/ 123841 w 141925"/>
              <a:gd name="csY71" fmla="*/ 66022 h 141907"/>
              <a:gd name="csX72" fmla="*/ 122088 w 141925"/>
              <a:gd name="csY72" fmla="*/ 67178 h 141907"/>
              <a:gd name="csX73" fmla="*/ 120931 w 141925"/>
              <a:gd name="csY73" fmla="*/ 68913 h 141907"/>
              <a:gd name="csX74" fmla="*/ 120506 w 141925"/>
              <a:gd name="csY74" fmla="*/ 70955 h 141907"/>
              <a:gd name="csX75" fmla="*/ 120931 w 141925"/>
              <a:gd name="csY75" fmla="*/ 73013 h 141907"/>
              <a:gd name="csX76" fmla="*/ 122088 w 141925"/>
              <a:gd name="csY76" fmla="*/ 74748 h 141907"/>
              <a:gd name="csX77" fmla="*/ 123841 w 141925"/>
              <a:gd name="csY77" fmla="*/ 75888 h 141907"/>
              <a:gd name="csX78" fmla="*/ 125899 w 141925"/>
              <a:gd name="csY78" fmla="*/ 76279 h 141907"/>
              <a:gd name="csX79" fmla="*/ 136533 w 141925"/>
              <a:gd name="csY79" fmla="*/ 76279 h 141907"/>
              <a:gd name="csX80" fmla="*/ 138591 w 141925"/>
              <a:gd name="csY80" fmla="*/ 75888 h 141907"/>
              <a:gd name="csX81" fmla="*/ 140344 w 141925"/>
              <a:gd name="csY81" fmla="*/ 74748 h 141907"/>
              <a:gd name="csX82" fmla="*/ 141518 w 141925"/>
              <a:gd name="csY82" fmla="*/ 73013 h 141907"/>
              <a:gd name="csX83" fmla="*/ 141926 w 141925"/>
              <a:gd name="csY83" fmla="*/ 70955 h 141907"/>
              <a:gd name="csX84" fmla="*/ 141518 w 141925"/>
              <a:gd name="csY84" fmla="*/ 68913 h 141907"/>
              <a:gd name="csX85" fmla="*/ 140344 w 141925"/>
              <a:gd name="csY85" fmla="*/ 67178 h 141907"/>
              <a:gd name="csX86" fmla="*/ 138591 w 141925"/>
              <a:gd name="csY86" fmla="*/ 66022 h 141907"/>
              <a:gd name="csX87" fmla="*/ 136533 w 141925"/>
              <a:gd name="csY87" fmla="*/ 65647 h 141907"/>
              <a:gd name="csX88" fmla="*/ 125899 w 141925"/>
              <a:gd name="csY88" fmla="*/ 65647 h 141907"/>
              <a:gd name="csX89" fmla="*/ 32002 w 141925"/>
              <a:gd name="csY89" fmla="*/ 104432 h 141907"/>
              <a:gd name="csX90" fmla="*/ 28361 w 141925"/>
              <a:gd name="csY90" fmla="*/ 106032 h 141907"/>
              <a:gd name="csX91" fmla="*/ 20841 w 141925"/>
              <a:gd name="csY91" fmla="*/ 113551 h 141907"/>
              <a:gd name="csX92" fmla="*/ 19684 w 141925"/>
              <a:gd name="csY92" fmla="*/ 115286 h 141907"/>
              <a:gd name="csX93" fmla="*/ 19276 w 141925"/>
              <a:gd name="csY93" fmla="*/ 117310 h 141907"/>
              <a:gd name="csX94" fmla="*/ 19684 w 141925"/>
              <a:gd name="csY94" fmla="*/ 119351 h 141907"/>
              <a:gd name="csX95" fmla="*/ 20841 w 141925"/>
              <a:gd name="csY95" fmla="*/ 121086 h 141907"/>
              <a:gd name="csX96" fmla="*/ 22560 w 141925"/>
              <a:gd name="csY96" fmla="*/ 122226 h 141907"/>
              <a:gd name="csX97" fmla="*/ 24601 w 141925"/>
              <a:gd name="csY97" fmla="*/ 122635 h 141907"/>
              <a:gd name="csX98" fmla="*/ 26643 w 141925"/>
              <a:gd name="csY98" fmla="*/ 122226 h 141907"/>
              <a:gd name="csX99" fmla="*/ 28361 w 141925"/>
              <a:gd name="csY99" fmla="*/ 121086 h 141907"/>
              <a:gd name="csX100" fmla="*/ 35881 w 141925"/>
              <a:gd name="csY100" fmla="*/ 113568 h 141907"/>
              <a:gd name="csX101" fmla="*/ 37395 w 141925"/>
              <a:gd name="csY101" fmla="*/ 110795 h 141907"/>
              <a:gd name="csX102" fmla="*/ 37072 w 141925"/>
              <a:gd name="csY102" fmla="*/ 107665 h 141907"/>
              <a:gd name="csX103" fmla="*/ 35048 w 141925"/>
              <a:gd name="csY103" fmla="*/ 105266 h 141907"/>
              <a:gd name="csX104" fmla="*/ 32002 w 141925"/>
              <a:gd name="csY104" fmla="*/ 104432 h 141907"/>
              <a:gd name="csX105" fmla="*/ 109754 w 141925"/>
              <a:gd name="csY105" fmla="*/ 104432 h 141907"/>
              <a:gd name="csX106" fmla="*/ 106776 w 141925"/>
              <a:gd name="csY106" fmla="*/ 105334 h 141907"/>
              <a:gd name="csX107" fmla="*/ 104820 w 141925"/>
              <a:gd name="csY107" fmla="*/ 107750 h 141907"/>
              <a:gd name="csX108" fmla="*/ 104547 w 141925"/>
              <a:gd name="csY108" fmla="*/ 110846 h 141907"/>
              <a:gd name="csX109" fmla="*/ 106045 w 141925"/>
              <a:gd name="csY109" fmla="*/ 113568 h 141907"/>
              <a:gd name="csX110" fmla="*/ 113565 w 141925"/>
              <a:gd name="csY110" fmla="*/ 121086 h 141907"/>
              <a:gd name="csX111" fmla="*/ 115300 w 141925"/>
              <a:gd name="csY111" fmla="*/ 122226 h 141907"/>
              <a:gd name="csX112" fmla="*/ 117324 w 141925"/>
              <a:gd name="csY112" fmla="*/ 122635 h 141907"/>
              <a:gd name="csX113" fmla="*/ 119366 w 141925"/>
              <a:gd name="csY113" fmla="*/ 122226 h 141907"/>
              <a:gd name="csX114" fmla="*/ 121085 w 141925"/>
              <a:gd name="csY114" fmla="*/ 121086 h 141907"/>
              <a:gd name="csX115" fmla="*/ 122241 w 141925"/>
              <a:gd name="csY115" fmla="*/ 119351 h 141907"/>
              <a:gd name="csX116" fmla="*/ 122650 w 141925"/>
              <a:gd name="csY116" fmla="*/ 117310 h 141907"/>
              <a:gd name="csX117" fmla="*/ 122241 w 141925"/>
              <a:gd name="csY117" fmla="*/ 115286 h 141907"/>
              <a:gd name="csX118" fmla="*/ 121085 w 141925"/>
              <a:gd name="csY118" fmla="*/ 113551 h 141907"/>
              <a:gd name="csX119" fmla="*/ 113582 w 141925"/>
              <a:gd name="csY119" fmla="*/ 106032 h 141907"/>
              <a:gd name="csX120" fmla="*/ 111829 w 141925"/>
              <a:gd name="csY120" fmla="*/ 104841 h 141907"/>
              <a:gd name="csX121" fmla="*/ 109754 w 141925"/>
              <a:gd name="csY121" fmla="*/ 104432 h 141907"/>
              <a:gd name="csX122" fmla="*/ 70878 w 141925"/>
              <a:gd name="csY122" fmla="*/ 120491 h 141907"/>
              <a:gd name="csX123" fmla="*/ 67152 w 141925"/>
              <a:gd name="csY123" fmla="*/ 122107 h 141907"/>
              <a:gd name="csX124" fmla="*/ 65655 w 141925"/>
              <a:gd name="csY124" fmla="*/ 125884 h 141907"/>
              <a:gd name="csX125" fmla="*/ 65655 w 141925"/>
              <a:gd name="csY125" fmla="*/ 136516 h 141907"/>
              <a:gd name="csX126" fmla="*/ 66029 w 141925"/>
              <a:gd name="csY126" fmla="*/ 138574 h 141907"/>
              <a:gd name="csX127" fmla="*/ 67186 w 141925"/>
              <a:gd name="csY127" fmla="*/ 140326 h 141907"/>
              <a:gd name="csX128" fmla="*/ 68904 w 141925"/>
              <a:gd name="csY128" fmla="*/ 141500 h 141907"/>
              <a:gd name="csX129" fmla="*/ 70963 w 141925"/>
              <a:gd name="csY129" fmla="*/ 141908 h 141907"/>
              <a:gd name="csX130" fmla="*/ 73022 w 141925"/>
              <a:gd name="csY130" fmla="*/ 141500 h 141907"/>
              <a:gd name="csX131" fmla="*/ 74757 w 141925"/>
              <a:gd name="csY131" fmla="*/ 140326 h 141907"/>
              <a:gd name="csX132" fmla="*/ 75897 w 141925"/>
              <a:gd name="csY132" fmla="*/ 138574 h 141907"/>
              <a:gd name="csX133" fmla="*/ 76288 w 141925"/>
              <a:gd name="csY133" fmla="*/ 136516 h 141907"/>
              <a:gd name="csX134" fmla="*/ 76288 w 141925"/>
              <a:gd name="csY134" fmla="*/ 125884 h 141907"/>
              <a:gd name="csX135" fmla="*/ 75897 w 141925"/>
              <a:gd name="csY135" fmla="*/ 123808 h 141907"/>
              <a:gd name="csX136" fmla="*/ 74723 w 141925"/>
              <a:gd name="csY136" fmla="*/ 122056 h 141907"/>
              <a:gd name="csX137" fmla="*/ 72954 w 141925"/>
              <a:gd name="csY137" fmla="*/ 120882 h 141907"/>
              <a:gd name="csX138" fmla="*/ 70878 w 141925"/>
              <a:gd name="csY138" fmla="*/ 120491 h 141907"/>
            </a:gdLst>
            <a:ahLst/>
            <a:cxnLst/>
            <a:rect l="l" t="t" r="r" b="b"/>
            <a:pathLst>
              <a:path w="100000" h="100000">
                <a:moveTo>
                  <a:pt x="49940" y="7"/>
                </a:moveTo>
                <a:cubicBezTo>
                  <a:pt x="48946" y="19"/>
                  <a:pt x="48011" y="427"/>
                  <a:pt x="47315" y="1146"/>
                </a:cubicBezTo>
                <a:cubicBezTo>
                  <a:pt x="46620" y="1853"/>
                  <a:pt x="46236" y="2812"/>
                  <a:pt x="46260" y="3807"/>
                </a:cubicBezTo>
                <a:lnTo>
                  <a:pt x="46260" y="11298"/>
                </a:lnTo>
                <a:cubicBezTo>
                  <a:pt x="46248" y="11789"/>
                  <a:pt x="46344" y="12293"/>
                  <a:pt x="46524" y="12748"/>
                </a:cubicBezTo>
                <a:cubicBezTo>
                  <a:pt x="46716" y="13204"/>
                  <a:pt x="46979" y="13623"/>
                  <a:pt x="47339" y="13983"/>
                </a:cubicBezTo>
                <a:cubicBezTo>
                  <a:pt x="47686" y="14331"/>
                  <a:pt x="48094" y="14618"/>
                  <a:pt x="48550" y="14810"/>
                </a:cubicBezTo>
                <a:cubicBezTo>
                  <a:pt x="49017" y="15002"/>
                  <a:pt x="49509" y="15098"/>
                  <a:pt x="50000" y="15098"/>
                </a:cubicBezTo>
                <a:cubicBezTo>
                  <a:pt x="50504" y="15098"/>
                  <a:pt x="50995" y="15002"/>
                  <a:pt x="51451" y="14810"/>
                </a:cubicBezTo>
                <a:cubicBezTo>
                  <a:pt x="51906" y="14618"/>
                  <a:pt x="52326" y="14331"/>
                  <a:pt x="52674" y="13983"/>
                </a:cubicBezTo>
                <a:cubicBezTo>
                  <a:pt x="53021" y="13623"/>
                  <a:pt x="53297" y="13204"/>
                  <a:pt x="53477" y="12748"/>
                </a:cubicBezTo>
                <a:cubicBezTo>
                  <a:pt x="53668" y="12293"/>
                  <a:pt x="53752" y="11789"/>
                  <a:pt x="53752" y="11298"/>
                </a:cubicBezTo>
                <a:lnTo>
                  <a:pt x="53752" y="3807"/>
                </a:lnTo>
                <a:cubicBezTo>
                  <a:pt x="53752" y="3303"/>
                  <a:pt x="53657" y="2812"/>
                  <a:pt x="53477" y="2345"/>
                </a:cubicBezTo>
                <a:cubicBezTo>
                  <a:pt x="53285" y="1877"/>
                  <a:pt x="53009" y="1458"/>
                  <a:pt x="52650" y="1098"/>
                </a:cubicBezTo>
                <a:cubicBezTo>
                  <a:pt x="52290" y="750"/>
                  <a:pt x="51870" y="475"/>
                  <a:pt x="51403" y="283"/>
                </a:cubicBezTo>
                <a:cubicBezTo>
                  <a:pt x="50947" y="92"/>
                  <a:pt x="50444" y="-5"/>
                  <a:pt x="49940" y="7"/>
                </a:cubicBezTo>
                <a:close/>
                <a:moveTo>
                  <a:pt x="17286" y="13552"/>
                </a:moveTo>
                <a:cubicBezTo>
                  <a:pt x="16543" y="13552"/>
                  <a:pt x="15812" y="13779"/>
                  <a:pt x="15200" y="14199"/>
                </a:cubicBezTo>
                <a:cubicBezTo>
                  <a:pt x="14577" y="14606"/>
                  <a:pt x="14098" y="15205"/>
                  <a:pt x="13822" y="15889"/>
                </a:cubicBezTo>
                <a:cubicBezTo>
                  <a:pt x="13546" y="16584"/>
                  <a:pt x="13474" y="17339"/>
                  <a:pt x="13630" y="18070"/>
                </a:cubicBezTo>
                <a:cubicBezTo>
                  <a:pt x="13773" y="18801"/>
                  <a:pt x="14145" y="19472"/>
                  <a:pt x="14685" y="19988"/>
                </a:cubicBezTo>
                <a:lnTo>
                  <a:pt x="19983" y="25286"/>
                </a:lnTo>
                <a:cubicBezTo>
                  <a:pt x="20679" y="25993"/>
                  <a:pt x="21637" y="26389"/>
                  <a:pt x="22632" y="26389"/>
                </a:cubicBezTo>
                <a:cubicBezTo>
                  <a:pt x="23627" y="26389"/>
                  <a:pt x="24574" y="25993"/>
                  <a:pt x="25282" y="25286"/>
                </a:cubicBezTo>
                <a:cubicBezTo>
                  <a:pt x="25989" y="24578"/>
                  <a:pt x="26385" y="23631"/>
                  <a:pt x="26385" y="22637"/>
                </a:cubicBezTo>
                <a:cubicBezTo>
                  <a:pt x="26385" y="21642"/>
                  <a:pt x="25989" y="20683"/>
                  <a:pt x="25282" y="19988"/>
                </a:cubicBezTo>
                <a:lnTo>
                  <a:pt x="19983" y="14690"/>
                </a:lnTo>
                <a:cubicBezTo>
                  <a:pt x="19636" y="14331"/>
                  <a:pt x="19216" y="14043"/>
                  <a:pt x="18749" y="13851"/>
                </a:cubicBezTo>
                <a:cubicBezTo>
                  <a:pt x="18293" y="13659"/>
                  <a:pt x="17790" y="13552"/>
                  <a:pt x="17286" y="13552"/>
                </a:cubicBezTo>
                <a:close/>
                <a:moveTo>
                  <a:pt x="82594" y="13552"/>
                </a:moveTo>
                <a:cubicBezTo>
                  <a:pt x="81623" y="13587"/>
                  <a:pt x="80700" y="13995"/>
                  <a:pt x="80018" y="14690"/>
                </a:cubicBezTo>
                <a:lnTo>
                  <a:pt x="74719" y="19988"/>
                </a:lnTo>
                <a:cubicBezTo>
                  <a:pt x="74024" y="20683"/>
                  <a:pt x="73628" y="21642"/>
                  <a:pt x="73628" y="22637"/>
                </a:cubicBezTo>
                <a:cubicBezTo>
                  <a:pt x="73628" y="23631"/>
                  <a:pt x="74024" y="24578"/>
                  <a:pt x="74719" y="25286"/>
                </a:cubicBezTo>
                <a:cubicBezTo>
                  <a:pt x="75426" y="25993"/>
                  <a:pt x="76373" y="26389"/>
                  <a:pt x="77368" y="26389"/>
                </a:cubicBezTo>
                <a:cubicBezTo>
                  <a:pt x="78363" y="26389"/>
                  <a:pt x="79322" y="25993"/>
                  <a:pt x="80030" y="25286"/>
                </a:cubicBezTo>
                <a:lnTo>
                  <a:pt x="85316" y="19988"/>
                </a:lnTo>
                <a:cubicBezTo>
                  <a:pt x="85867" y="19460"/>
                  <a:pt x="86239" y="18790"/>
                  <a:pt x="86383" y="18046"/>
                </a:cubicBezTo>
                <a:cubicBezTo>
                  <a:pt x="86539" y="17303"/>
                  <a:pt x="86455" y="16536"/>
                  <a:pt x="86167" y="15841"/>
                </a:cubicBezTo>
                <a:cubicBezTo>
                  <a:pt x="85867" y="15145"/>
                  <a:pt x="85363" y="14558"/>
                  <a:pt x="84729" y="14151"/>
                </a:cubicBezTo>
                <a:cubicBezTo>
                  <a:pt x="84093" y="13743"/>
                  <a:pt x="83350" y="13528"/>
                  <a:pt x="82594" y="13552"/>
                </a:cubicBezTo>
                <a:close/>
                <a:moveTo>
                  <a:pt x="50000" y="22541"/>
                </a:moveTo>
                <a:cubicBezTo>
                  <a:pt x="42712" y="22541"/>
                  <a:pt x="35723" y="25430"/>
                  <a:pt x="30580" y="30584"/>
                </a:cubicBezTo>
                <a:cubicBezTo>
                  <a:pt x="25425" y="35726"/>
                  <a:pt x="22525" y="42713"/>
                  <a:pt x="22525" y="50001"/>
                </a:cubicBezTo>
                <a:cubicBezTo>
                  <a:pt x="22525" y="57289"/>
                  <a:pt x="25425" y="64276"/>
                  <a:pt x="30580" y="69430"/>
                </a:cubicBezTo>
                <a:cubicBezTo>
                  <a:pt x="35723" y="74572"/>
                  <a:pt x="42712" y="77473"/>
                  <a:pt x="50000" y="77473"/>
                </a:cubicBezTo>
                <a:cubicBezTo>
                  <a:pt x="57289" y="77473"/>
                  <a:pt x="64278" y="74572"/>
                  <a:pt x="69432" y="69430"/>
                </a:cubicBezTo>
                <a:cubicBezTo>
                  <a:pt x="74575" y="64276"/>
                  <a:pt x="77476" y="57289"/>
                  <a:pt x="77476" y="50001"/>
                </a:cubicBezTo>
                <a:cubicBezTo>
                  <a:pt x="77476" y="42713"/>
                  <a:pt x="74575" y="35726"/>
                  <a:pt x="69432" y="30584"/>
                </a:cubicBezTo>
                <a:cubicBezTo>
                  <a:pt x="64278" y="25430"/>
                  <a:pt x="57289" y="22541"/>
                  <a:pt x="50000" y="22541"/>
                </a:cubicBezTo>
                <a:close/>
                <a:moveTo>
                  <a:pt x="3800" y="46261"/>
                </a:moveTo>
                <a:cubicBezTo>
                  <a:pt x="3309" y="46249"/>
                  <a:pt x="2805" y="46345"/>
                  <a:pt x="2350" y="46525"/>
                </a:cubicBezTo>
                <a:cubicBezTo>
                  <a:pt x="1894" y="46717"/>
                  <a:pt x="1475" y="46992"/>
                  <a:pt x="1115" y="47340"/>
                </a:cubicBezTo>
                <a:cubicBezTo>
                  <a:pt x="767" y="47688"/>
                  <a:pt x="480" y="48095"/>
                  <a:pt x="287" y="48562"/>
                </a:cubicBezTo>
                <a:cubicBezTo>
                  <a:pt x="96" y="49018"/>
                  <a:pt x="0" y="49509"/>
                  <a:pt x="0" y="50001"/>
                </a:cubicBezTo>
                <a:cubicBezTo>
                  <a:pt x="0" y="50504"/>
                  <a:pt x="96" y="50996"/>
                  <a:pt x="287" y="51451"/>
                </a:cubicBezTo>
                <a:cubicBezTo>
                  <a:pt x="480" y="51907"/>
                  <a:pt x="767" y="52326"/>
                  <a:pt x="1115" y="52674"/>
                </a:cubicBezTo>
                <a:cubicBezTo>
                  <a:pt x="1475" y="53022"/>
                  <a:pt x="1894" y="53297"/>
                  <a:pt x="2350" y="53477"/>
                </a:cubicBezTo>
                <a:cubicBezTo>
                  <a:pt x="2805" y="53668"/>
                  <a:pt x="3309" y="53752"/>
                  <a:pt x="3800" y="53752"/>
                </a:cubicBezTo>
                <a:lnTo>
                  <a:pt x="11293" y="53752"/>
                </a:lnTo>
                <a:cubicBezTo>
                  <a:pt x="11784" y="53752"/>
                  <a:pt x="12275" y="53668"/>
                  <a:pt x="12743" y="53477"/>
                </a:cubicBezTo>
                <a:cubicBezTo>
                  <a:pt x="13199" y="53297"/>
                  <a:pt x="13618" y="53022"/>
                  <a:pt x="13978" y="52674"/>
                </a:cubicBezTo>
                <a:cubicBezTo>
                  <a:pt x="14325" y="52326"/>
                  <a:pt x="14613" y="51907"/>
                  <a:pt x="14805" y="51451"/>
                </a:cubicBezTo>
                <a:cubicBezTo>
                  <a:pt x="14997" y="50996"/>
                  <a:pt x="15092" y="50504"/>
                  <a:pt x="15092" y="50001"/>
                </a:cubicBezTo>
                <a:cubicBezTo>
                  <a:pt x="15092" y="49509"/>
                  <a:pt x="14997" y="49018"/>
                  <a:pt x="14805" y="48562"/>
                </a:cubicBezTo>
                <a:cubicBezTo>
                  <a:pt x="14613" y="48095"/>
                  <a:pt x="14325" y="47688"/>
                  <a:pt x="13978" y="47340"/>
                </a:cubicBezTo>
                <a:cubicBezTo>
                  <a:pt x="13618" y="46992"/>
                  <a:pt x="13199" y="46717"/>
                  <a:pt x="12743" y="46525"/>
                </a:cubicBezTo>
                <a:cubicBezTo>
                  <a:pt x="12275" y="46345"/>
                  <a:pt x="11784" y="46249"/>
                  <a:pt x="11293" y="46261"/>
                </a:cubicBezTo>
                <a:lnTo>
                  <a:pt x="3800" y="46261"/>
                </a:lnTo>
                <a:close/>
                <a:moveTo>
                  <a:pt x="88708" y="46261"/>
                </a:moveTo>
                <a:cubicBezTo>
                  <a:pt x="88217" y="46249"/>
                  <a:pt x="87725" y="46345"/>
                  <a:pt x="87258" y="46525"/>
                </a:cubicBezTo>
                <a:cubicBezTo>
                  <a:pt x="86802" y="46717"/>
                  <a:pt x="86383" y="46992"/>
                  <a:pt x="86023" y="47340"/>
                </a:cubicBezTo>
                <a:cubicBezTo>
                  <a:pt x="85676" y="47688"/>
                  <a:pt x="85400" y="48095"/>
                  <a:pt x="85208" y="48562"/>
                </a:cubicBezTo>
                <a:cubicBezTo>
                  <a:pt x="85016" y="49018"/>
                  <a:pt x="84908" y="49509"/>
                  <a:pt x="84908" y="50001"/>
                </a:cubicBezTo>
                <a:cubicBezTo>
                  <a:pt x="84908" y="50504"/>
                  <a:pt x="85016" y="50996"/>
                  <a:pt x="85208" y="51451"/>
                </a:cubicBezTo>
                <a:cubicBezTo>
                  <a:pt x="85400" y="51907"/>
                  <a:pt x="85676" y="52326"/>
                  <a:pt x="86023" y="52674"/>
                </a:cubicBezTo>
                <a:cubicBezTo>
                  <a:pt x="86383" y="53022"/>
                  <a:pt x="86802" y="53297"/>
                  <a:pt x="87258" y="53477"/>
                </a:cubicBezTo>
                <a:cubicBezTo>
                  <a:pt x="87725" y="53668"/>
                  <a:pt x="88217" y="53752"/>
                  <a:pt x="88708" y="53752"/>
                </a:cubicBezTo>
                <a:lnTo>
                  <a:pt x="96201" y="53752"/>
                </a:lnTo>
                <a:cubicBezTo>
                  <a:pt x="96704" y="53752"/>
                  <a:pt x="97196" y="53668"/>
                  <a:pt x="97651" y="53477"/>
                </a:cubicBezTo>
                <a:cubicBezTo>
                  <a:pt x="98119" y="53297"/>
                  <a:pt x="98538" y="53022"/>
                  <a:pt x="98886" y="52674"/>
                </a:cubicBezTo>
                <a:cubicBezTo>
                  <a:pt x="99245" y="52326"/>
                  <a:pt x="99521" y="51907"/>
                  <a:pt x="99713" y="51451"/>
                </a:cubicBezTo>
                <a:cubicBezTo>
                  <a:pt x="99905" y="50996"/>
                  <a:pt x="100001" y="50504"/>
                  <a:pt x="100001" y="50001"/>
                </a:cubicBezTo>
                <a:cubicBezTo>
                  <a:pt x="100001" y="49509"/>
                  <a:pt x="99905" y="49018"/>
                  <a:pt x="99713" y="48562"/>
                </a:cubicBezTo>
                <a:cubicBezTo>
                  <a:pt x="99521" y="48095"/>
                  <a:pt x="99245" y="47688"/>
                  <a:pt x="98886" y="47340"/>
                </a:cubicBezTo>
                <a:cubicBezTo>
                  <a:pt x="98538" y="46992"/>
                  <a:pt x="98119" y="46717"/>
                  <a:pt x="97651" y="46525"/>
                </a:cubicBezTo>
                <a:cubicBezTo>
                  <a:pt x="97196" y="46345"/>
                  <a:pt x="96704" y="46249"/>
                  <a:pt x="96201" y="46261"/>
                </a:cubicBezTo>
                <a:lnTo>
                  <a:pt x="88708" y="46261"/>
                </a:lnTo>
                <a:close/>
                <a:moveTo>
                  <a:pt x="22549" y="73589"/>
                </a:moveTo>
                <a:cubicBezTo>
                  <a:pt x="21578" y="73613"/>
                  <a:pt x="20655" y="74021"/>
                  <a:pt x="19983" y="74716"/>
                </a:cubicBezTo>
                <a:lnTo>
                  <a:pt x="14685" y="80014"/>
                </a:lnTo>
                <a:cubicBezTo>
                  <a:pt x="14337" y="80361"/>
                  <a:pt x="14062" y="80781"/>
                  <a:pt x="13869" y="81237"/>
                </a:cubicBezTo>
                <a:cubicBezTo>
                  <a:pt x="13678" y="81692"/>
                  <a:pt x="13582" y="82172"/>
                  <a:pt x="13582" y="82663"/>
                </a:cubicBezTo>
                <a:cubicBezTo>
                  <a:pt x="13582" y="83154"/>
                  <a:pt x="13678" y="83646"/>
                  <a:pt x="13869" y="84101"/>
                </a:cubicBezTo>
                <a:cubicBezTo>
                  <a:pt x="14062" y="84557"/>
                  <a:pt x="14337" y="84976"/>
                  <a:pt x="14685" y="85323"/>
                </a:cubicBezTo>
                <a:cubicBezTo>
                  <a:pt x="15033" y="85671"/>
                  <a:pt x="15440" y="85947"/>
                  <a:pt x="15896" y="86126"/>
                </a:cubicBezTo>
                <a:cubicBezTo>
                  <a:pt x="16351" y="86318"/>
                  <a:pt x="16843" y="86415"/>
                  <a:pt x="17334" y="86415"/>
                </a:cubicBezTo>
                <a:cubicBezTo>
                  <a:pt x="17826" y="86415"/>
                  <a:pt x="18317" y="86318"/>
                  <a:pt x="18773" y="86126"/>
                </a:cubicBezTo>
                <a:cubicBezTo>
                  <a:pt x="19228" y="85947"/>
                  <a:pt x="19636" y="85671"/>
                  <a:pt x="19983" y="85323"/>
                </a:cubicBezTo>
                <a:lnTo>
                  <a:pt x="25282" y="80026"/>
                </a:lnTo>
                <a:cubicBezTo>
                  <a:pt x="25821" y="79498"/>
                  <a:pt x="26193" y="78815"/>
                  <a:pt x="26348" y="78072"/>
                </a:cubicBezTo>
                <a:cubicBezTo>
                  <a:pt x="26493" y="77341"/>
                  <a:pt x="26421" y="76562"/>
                  <a:pt x="26121" y="75867"/>
                </a:cubicBezTo>
                <a:cubicBezTo>
                  <a:pt x="25821" y="75171"/>
                  <a:pt x="25330" y="74584"/>
                  <a:pt x="24695" y="74177"/>
                </a:cubicBezTo>
                <a:cubicBezTo>
                  <a:pt x="24059" y="73769"/>
                  <a:pt x="23316" y="73566"/>
                  <a:pt x="22549" y="73589"/>
                </a:cubicBezTo>
                <a:close/>
                <a:moveTo>
                  <a:pt x="77332" y="73589"/>
                </a:moveTo>
                <a:cubicBezTo>
                  <a:pt x="76589" y="73589"/>
                  <a:pt x="75858" y="73817"/>
                  <a:pt x="75234" y="74224"/>
                </a:cubicBezTo>
                <a:cubicBezTo>
                  <a:pt x="74623" y="74644"/>
                  <a:pt x="74143" y="75231"/>
                  <a:pt x="73856" y="75927"/>
                </a:cubicBezTo>
                <a:cubicBezTo>
                  <a:pt x="73580" y="76621"/>
                  <a:pt x="73508" y="77377"/>
                  <a:pt x="73664" y="78108"/>
                </a:cubicBezTo>
                <a:cubicBezTo>
                  <a:pt x="73819" y="78839"/>
                  <a:pt x="74191" y="79498"/>
                  <a:pt x="74719" y="80026"/>
                </a:cubicBezTo>
                <a:lnTo>
                  <a:pt x="80018" y="85323"/>
                </a:lnTo>
                <a:cubicBezTo>
                  <a:pt x="80365" y="85671"/>
                  <a:pt x="80784" y="85947"/>
                  <a:pt x="81240" y="86126"/>
                </a:cubicBezTo>
                <a:cubicBezTo>
                  <a:pt x="81695" y="86318"/>
                  <a:pt x="82175" y="86415"/>
                  <a:pt x="82666" y="86415"/>
                </a:cubicBezTo>
                <a:cubicBezTo>
                  <a:pt x="83158" y="86415"/>
                  <a:pt x="83650" y="86318"/>
                  <a:pt x="84105" y="86126"/>
                </a:cubicBezTo>
                <a:cubicBezTo>
                  <a:pt x="84561" y="85947"/>
                  <a:pt x="84968" y="85671"/>
                  <a:pt x="85316" y="85323"/>
                </a:cubicBezTo>
                <a:cubicBezTo>
                  <a:pt x="85676" y="84976"/>
                  <a:pt x="85951" y="84557"/>
                  <a:pt x="86131" y="84101"/>
                </a:cubicBezTo>
                <a:cubicBezTo>
                  <a:pt x="86323" y="83646"/>
                  <a:pt x="86419" y="83154"/>
                  <a:pt x="86419" y="82663"/>
                </a:cubicBezTo>
                <a:cubicBezTo>
                  <a:pt x="86419" y="82172"/>
                  <a:pt x="86323" y="81692"/>
                  <a:pt x="86131" y="81237"/>
                </a:cubicBezTo>
                <a:cubicBezTo>
                  <a:pt x="85951" y="80781"/>
                  <a:pt x="85676" y="80361"/>
                  <a:pt x="85316" y="80014"/>
                </a:cubicBezTo>
                <a:lnTo>
                  <a:pt x="80030" y="74716"/>
                </a:lnTo>
                <a:cubicBezTo>
                  <a:pt x="79670" y="74356"/>
                  <a:pt x="79250" y="74081"/>
                  <a:pt x="78794" y="73877"/>
                </a:cubicBezTo>
                <a:cubicBezTo>
                  <a:pt x="78327" y="73685"/>
                  <a:pt x="77835" y="73589"/>
                  <a:pt x="77332" y="73589"/>
                </a:cubicBezTo>
                <a:close/>
                <a:moveTo>
                  <a:pt x="49940" y="84904"/>
                </a:moveTo>
                <a:cubicBezTo>
                  <a:pt x="48946" y="84928"/>
                  <a:pt x="48011" y="85335"/>
                  <a:pt x="47315" y="86043"/>
                </a:cubicBezTo>
                <a:cubicBezTo>
                  <a:pt x="46620" y="86762"/>
                  <a:pt x="46236" y="87721"/>
                  <a:pt x="46260" y="88704"/>
                </a:cubicBezTo>
                <a:lnTo>
                  <a:pt x="46260" y="96195"/>
                </a:lnTo>
                <a:cubicBezTo>
                  <a:pt x="46248" y="96698"/>
                  <a:pt x="46344" y="97190"/>
                  <a:pt x="46524" y="97645"/>
                </a:cubicBezTo>
                <a:cubicBezTo>
                  <a:pt x="46716" y="98112"/>
                  <a:pt x="46979" y="98532"/>
                  <a:pt x="47339" y="98880"/>
                </a:cubicBezTo>
                <a:cubicBezTo>
                  <a:pt x="47686" y="99239"/>
                  <a:pt x="48094" y="99515"/>
                  <a:pt x="48550" y="99707"/>
                </a:cubicBezTo>
                <a:cubicBezTo>
                  <a:pt x="49017" y="99899"/>
                  <a:pt x="49509" y="99994"/>
                  <a:pt x="50000" y="99994"/>
                </a:cubicBezTo>
                <a:cubicBezTo>
                  <a:pt x="50504" y="99994"/>
                  <a:pt x="50995" y="99899"/>
                  <a:pt x="51451" y="99707"/>
                </a:cubicBezTo>
                <a:cubicBezTo>
                  <a:pt x="51906" y="99515"/>
                  <a:pt x="52326" y="99239"/>
                  <a:pt x="52674" y="98880"/>
                </a:cubicBezTo>
                <a:cubicBezTo>
                  <a:pt x="53021" y="98532"/>
                  <a:pt x="53297" y="98112"/>
                  <a:pt x="53477" y="97645"/>
                </a:cubicBezTo>
                <a:cubicBezTo>
                  <a:pt x="53668" y="97190"/>
                  <a:pt x="53752" y="96698"/>
                  <a:pt x="53752" y="96195"/>
                </a:cubicBezTo>
                <a:lnTo>
                  <a:pt x="53752" y="88704"/>
                </a:lnTo>
                <a:cubicBezTo>
                  <a:pt x="53752" y="88212"/>
                  <a:pt x="53657" y="87709"/>
                  <a:pt x="53477" y="87241"/>
                </a:cubicBezTo>
                <a:cubicBezTo>
                  <a:pt x="53285" y="86774"/>
                  <a:pt x="53009" y="86354"/>
                  <a:pt x="52650" y="86007"/>
                </a:cubicBezTo>
                <a:cubicBezTo>
                  <a:pt x="52290" y="85647"/>
                  <a:pt x="51870" y="85371"/>
                  <a:pt x="51403" y="85179"/>
                </a:cubicBezTo>
                <a:cubicBezTo>
                  <a:pt x="50947" y="84988"/>
                  <a:pt x="50444" y="84904"/>
                  <a:pt x="49940" y="849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9" name="Чёрный — SVG 22">
            <a:extLst>
              <a:ext uri="{FF2B5EF4-FFF2-40B4-BE49-F238E27FC236}">
                <a16:creationId xmlns:a16="http://schemas.microsoft.com/office/drawing/2014/main" id="{142C42F8-3FCE-9D43-AB89-44AD5BAB3525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63877 w 145395"/>
              <a:gd name="csY0" fmla="*/ 0 h 152385"/>
              <a:gd name="csX1" fmla="*/ 42610 w 145395"/>
              <a:gd name="csY1" fmla="*/ 21264 h 152385"/>
              <a:gd name="csX2" fmla="*/ 5393 w 145395"/>
              <a:gd name="csY2" fmla="*/ 21264 h 152385"/>
              <a:gd name="csX3" fmla="*/ 3335 w 145395"/>
              <a:gd name="csY3" fmla="*/ 21655 h 152385"/>
              <a:gd name="csX4" fmla="*/ 1584 w 145395"/>
              <a:gd name="csY4" fmla="*/ 22795 h 152385"/>
              <a:gd name="csX5" fmla="*/ 412 w 145395"/>
              <a:gd name="csY5" fmla="*/ 24530 h 152385"/>
              <a:gd name="csX6" fmla="*/ 0 w 145395"/>
              <a:gd name="csY6" fmla="*/ 26572 h 152385"/>
              <a:gd name="csX7" fmla="*/ 412 w 145395"/>
              <a:gd name="csY7" fmla="*/ 28630 h 152385"/>
              <a:gd name="csX8" fmla="*/ 1584 w 145395"/>
              <a:gd name="csY8" fmla="*/ 30365 h 152385"/>
              <a:gd name="csX9" fmla="*/ 3335 w 145395"/>
              <a:gd name="csY9" fmla="*/ 31505 h 152385"/>
              <a:gd name="csX10" fmla="*/ 5393 w 145395"/>
              <a:gd name="csY10" fmla="*/ 31896 h 152385"/>
              <a:gd name="csX11" fmla="*/ 14254 w 145395"/>
              <a:gd name="csY11" fmla="*/ 31896 h 152385"/>
              <a:gd name="csX12" fmla="*/ 14254 w 145395"/>
              <a:gd name="csY12" fmla="*/ 122259 h 152385"/>
              <a:gd name="csX13" fmla="*/ 33748 w 145395"/>
              <a:gd name="csY13" fmla="*/ 141754 h 152385"/>
              <a:gd name="csX14" fmla="*/ 75451 w 145395"/>
              <a:gd name="csY14" fmla="*/ 141754 h 152385"/>
              <a:gd name="csX15" fmla="*/ 74711 w 145395"/>
              <a:gd name="csY15" fmla="*/ 137348 h 152385"/>
              <a:gd name="csX16" fmla="*/ 60331 w 145395"/>
              <a:gd name="csY16" fmla="*/ 109041 h 152385"/>
              <a:gd name="csX17" fmla="*/ 74510 w 145395"/>
              <a:gd name="csY17" fmla="*/ 79170 h 152385"/>
              <a:gd name="csX18" fmla="*/ 74510 w 145395"/>
              <a:gd name="csY18" fmla="*/ 54929 h 152385"/>
              <a:gd name="csX19" fmla="*/ 79827 w 145395"/>
              <a:gd name="csY19" fmla="*/ 49621 h 152385"/>
              <a:gd name="csX20" fmla="*/ 85144 w 145395"/>
              <a:gd name="csY20" fmla="*/ 54929 h 152385"/>
              <a:gd name="csX21" fmla="*/ 85144 w 145395"/>
              <a:gd name="csY21" fmla="*/ 73012 h 152385"/>
              <a:gd name="csX22" fmla="*/ 87172 w 145395"/>
              <a:gd name="csY22" fmla="*/ 72110 h 152385"/>
              <a:gd name="csX23" fmla="*/ 113498 w 145395"/>
              <a:gd name="csY23" fmla="*/ 67347 h 152385"/>
              <a:gd name="csX24" fmla="*/ 113498 w 145395"/>
              <a:gd name="csY24" fmla="*/ 31896 h 152385"/>
              <a:gd name="csX25" fmla="*/ 122360 w 145395"/>
              <a:gd name="csY25" fmla="*/ 31896 h 152385"/>
              <a:gd name="csX26" fmla="*/ 124417 w 145395"/>
              <a:gd name="csY26" fmla="*/ 31505 h 152385"/>
              <a:gd name="csX27" fmla="*/ 126168 w 145395"/>
              <a:gd name="csY27" fmla="*/ 30365 h 152385"/>
              <a:gd name="csX28" fmla="*/ 127340 w 145395"/>
              <a:gd name="csY28" fmla="*/ 28630 h 152385"/>
              <a:gd name="csX29" fmla="*/ 127752 w 145395"/>
              <a:gd name="csY29" fmla="*/ 26572 h 152385"/>
              <a:gd name="csX30" fmla="*/ 127340 w 145395"/>
              <a:gd name="csY30" fmla="*/ 24530 h 152385"/>
              <a:gd name="csX31" fmla="*/ 126168 w 145395"/>
              <a:gd name="csY31" fmla="*/ 22795 h 152385"/>
              <a:gd name="csX32" fmla="*/ 124417 w 145395"/>
              <a:gd name="csY32" fmla="*/ 21655 h 152385"/>
              <a:gd name="csX33" fmla="*/ 122360 w 145395"/>
              <a:gd name="csY33" fmla="*/ 21264 h 152385"/>
              <a:gd name="csX34" fmla="*/ 85144 w 145395"/>
              <a:gd name="csY34" fmla="*/ 21264 h 152385"/>
              <a:gd name="csX35" fmla="*/ 63877 w 145395"/>
              <a:gd name="csY35" fmla="*/ 0 h 152385"/>
              <a:gd name="csX36" fmla="*/ 63877 w 145395"/>
              <a:gd name="csY36" fmla="*/ 10632 h 152385"/>
              <a:gd name="csX37" fmla="*/ 74510 w 145395"/>
              <a:gd name="csY37" fmla="*/ 21264 h 152385"/>
              <a:gd name="csX38" fmla="*/ 53243 w 145395"/>
              <a:gd name="csY38" fmla="*/ 21264 h 152385"/>
              <a:gd name="csX39" fmla="*/ 63877 w 145395"/>
              <a:gd name="csY39" fmla="*/ 10632 h 152385"/>
              <a:gd name="csX40" fmla="*/ 47927 w 145395"/>
              <a:gd name="csY40" fmla="*/ 49621 h 152385"/>
              <a:gd name="csX41" fmla="*/ 53243 w 145395"/>
              <a:gd name="csY41" fmla="*/ 54929 h 152385"/>
              <a:gd name="csX42" fmla="*/ 53243 w 145395"/>
              <a:gd name="csY42" fmla="*/ 108089 h 152385"/>
              <a:gd name="csX43" fmla="*/ 47927 w 145395"/>
              <a:gd name="csY43" fmla="*/ 113413 h 152385"/>
              <a:gd name="csX44" fmla="*/ 42610 w 145395"/>
              <a:gd name="csY44" fmla="*/ 108089 h 152385"/>
              <a:gd name="csX45" fmla="*/ 42610 w 145395"/>
              <a:gd name="csY45" fmla="*/ 54929 h 152385"/>
              <a:gd name="csX46" fmla="*/ 47927 w 145395"/>
              <a:gd name="csY46" fmla="*/ 49621 h 152385"/>
              <a:gd name="csX47" fmla="*/ 113852 w 145395"/>
              <a:gd name="csY47" fmla="*/ 74424 h 152385"/>
              <a:gd name="csX48" fmla="*/ 89913 w 145395"/>
              <a:gd name="csY48" fmla="*/ 78642 h 152385"/>
              <a:gd name="csX49" fmla="*/ 67421 w 145395"/>
              <a:gd name="csY49" fmla="*/ 109041 h 152385"/>
              <a:gd name="csX50" fmla="*/ 81494 w 145395"/>
              <a:gd name="csY50" fmla="*/ 133486 h 152385"/>
              <a:gd name="csX51" fmla="*/ 85649 w 145395"/>
              <a:gd name="csY51" fmla="*/ 149732 h 152385"/>
              <a:gd name="csX52" fmla="*/ 90231 w 145395"/>
              <a:gd name="csY52" fmla="*/ 152386 h 152385"/>
              <a:gd name="csX53" fmla="*/ 92854 w 145395"/>
              <a:gd name="csY53" fmla="*/ 151705 h 152385"/>
              <a:gd name="csX54" fmla="*/ 94877 w 145395"/>
              <a:gd name="csY54" fmla="*/ 144475 h 152385"/>
              <a:gd name="csX55" fmla="*/ 92024 w 145395"/>
              <a:gd name="csY55" fmla="*/ 131139 h 152385"/>
              <a:gd name="csX56" fmla="*/ 106244 w 145395"/>
              <a:gd name="csY56" fmla="*/ 99787 h 152385"/>
              <a:gd name="csX57" fmla="*/ 111132 w 145395"/>
              <a:gd name="csY57" fmla="*/ 100910 h 152385"/>
              <a:gd name="csX58" fmla="*/ 110024 w 145395"/>
              <a:gd name="csY58" fmla="*/ 105775 h 152385"/>
              <a:gd name="csX59" fmla="*/ 99050 w 145395"/>
              <a:gd name="csY59" fmla="*/ 131139 h 152385"/>
              <a:gd name="csX60" fmla="*/ 111457 w 145395"/>
              <a:gd name="csY60" fmla="*/ 141771 h 152385"/>
              <a:gd name="csX61" fmla="*/ 134765 w 145395"/>
              <a:gd name="csY61" fmla="*/ 122259 h 152385"/>
              <a:gd name="csX62" fmla="*/ 137217 w 145395"/>
              <a:gd name="csY62" fmla="*/ 106405 h 152385"/>
              <a:gd name="csX63" fmla="*/ 143903 w 145395"/>
              <a:gd name="csY63" fmla="*/ 91043 h 152385"/>
              <a:gd name="csX64" fmla="*/ 145364 w 145395"/>
              <a:gd name="csY64" fmla="*/ 86774 h 152385"/>
              <a:gd name="csX65" fmla="*/ 143016 w 145395"/>
              <a:gd name="csY65" fmla="*/ 82912 h 152385"/>
              <a:gd name="csX66" fmla="*/ 113852 w 145395"/>
              <a:gd name="csY66" fmla="*/ 74424 h 152385"/>
            </a:gdLst>
            <a:ahLst/>
            <a:cxnLst/>
            <a:rect l="l" t="t" r="r" b="b"/>
            <a:pathLst>
              <a:path w="100000" h="100000">
                <a:moveTo>
                  <a:pt x="44212" y="0"/>
                </a:moveTo>
                <a:cubicBezTo>
                  <a:pt x="36545" y="0"/>
                  <a:pt x="30256" y="6285"/>
                  <a:pt x="30256" y="13954"/>
                </a:cubicBezTo>
                <a:lnTo>
                  <a:pt x="5833" y="13954"/>
                </a:lnTo>
                <a:cubicBezTo>
                  <a:pt x="5369" y="13943"/>
                  <a:pt x="4911" y="14032"/>
                  <a:pt x="4482" y="14211"/>
                </a:cubicBezTo>
                <a:cubicBezTo>
                  <a:pt x="4053" y="14378"/>
                  <a:pt x="3662" y="14635"/>
                  <a:pt x="3333" y="14959"/>
                </a:cubicBezTo>
                <a:cubicBezTo>
                  <a:pt x="3004" y="15282"/>
                  <a:pt x="2742" y="15673"/>
                  <a:pt x="2564" y="16097"/>
                </a:cubicBezTo>
                <a:cubicBezTo>
                  <a:pt x="2385" y="16522"/>
                  <a:pt x="2294" y="16979"/>
                  <a:pt x="2294" y="17437"/>
                </a:cubicBezTo>
                <a:cubicBezTo>
                  <a:pt x="2294" y="17906"/>
                  <a:pt x="2385" y="18363"/>
                  <a:pt x="2564" y="18788"/>
                </a:cubicBezTo>
                <a:cubicBezTo>
                  <a:pt x="2742" y="19212"/>
                  <a:pt x="3004" y="19603"/>
                  <a:pt x="3333" y="19927"/>
                </a:cubicBezTo>
                <a:cubicBezTo>
                  <a:pt x="3662" y="20250"/>
                  <a:pt x="4053" y="20507"/>
                  <a:pt x="4482" y="20675"/>
                </a:cubicBezTo>
                <a:cubicBezTo>
                  <a:pt x="4911" y="20853"/>
                  <a:pt x="5369" y="20942"/>
                  <a:pt x="5833" y="20931"/>
                </a:cubicBezTo>
                <a:lnTo>
                  <a:pt x="11647" y="20931"/>
                </a:lnTo>
                <a:lnTo>
                  <a:pt x="11647" y="80230"/>
                </a:lnTo>
                <a:cubicBezTo>
                  <a:pt x="11647" y="87285"/>
                  <a:pt x="17385" y="93024"/>
                  <a:pt x="24440" y="93024"/>
                </a:cubicBezTo>
                <a:lnTo>
                  <a:pt x="51807" y="93024"/>
                </a:lnTo>
                <a:cubicBezTo>
                  <a:pt x="51619" y="92119"/>
                  <a:pt x="51444" y="91170"/>
                  <a:pt x="51321" y="90132"/>
                </a:cubicBezTo>
                <a:cubicBezTo>
                  <a:pt x="45215" y="85410"/>
                  <a:pt x="41885" y="78890"/>
                  <a:pt x="41885" y="71556"/>
                </a:cubicBezTo>
                <a:cubicBezTo>
                  <a:pt x="41885" y="63006"/>
                  <a:pt x="44822" y="56721"/>
                  <a:pt x="51189" y="51954"/>
                </a:cubicBezTo>
                <a:lnTo>
                  <a:pt x="51189" y="36046"/>
                </a:lnTo>
                <a:cubicBezTo>
                  <a:pt x="51189" y="34126"/>
                  <a:pt x="52749" y="32563"/>
                  <a:pt x="54679" y="32563"/>
                </a:cubicBezTo>
                <a:cubicBezTo>
                  <a:pt x="56607" y="32563"/>
                  <a:pt x="58168" y="34126"/>
                  <a:pt x="58168" y="36046"/>
                </a:cubicBezTo>
                <a:lnTo>
                  <a:pt x="58168" y="47913"/>
                </a:lnTo>
                <a:cubicBezTo>
                  <a:pt x="58609" y="47711"/>
                  <a:pt x="59037" y="47511"/>
                  <a:pt x="59499" y="47321"/>
                </a:cubicBezTo>
                <a:cubicBezTo>
                  <a:pt x="64490" y="45233"/>
                  <a:pt x="70149" y="44218"/>
                  <a:pt x="76775" y="44195"/>
                </a:cubicBezTo>
                <a:lnTo>
                  <a:pt x="76775" y="20931"/>
                </a:lnTo>
                <a:lnTo>
                  <a:pt x="82590" y="20931"/>
                </a:lnTo>
                <a:cubicBezTo>
                  <a:pt x="83053" y="20942"/>
                  <a:pt x="83512" y="20853"/>
                  <a:pt x="83940" y="20675"/>
                </a:cubicBezTo>
                <a:cubicBezTo>
                  <a:pt x="84369" y="20507"/>
                  <a:pt x="84760" y="20250"/>
                  <a:pt x="85089" y="19927"/>
                </a:cubicBezTo>
                <a:cubicBezTo>
                  <a:pt x="85419" y="19603"/>
                  <a:pt x="85680" y="19212"/>
                  <a:pt x="85858" y="18788"/>
                </a:cubicBezTo>
                <a:cubicBezTo>
                  <a:pt x="86037" y="18363"/>
                  <a:pt x="86129" y="17906"/>
                  <a:pt x="86129" y="17437"/>
                </a:cubicBezTo>
                <a:cubicBezTo>
                  <a:pt x="86129" y="16979"/>
                  <a:pt x="86037" y="16522"/>
                  <a:pt x="85858" y="16097"/>
                </a:cubicBezTo>
                <a:cubicBezTo>
                  <a:pt x="85680" y="15673"/>
                  <a:pt x="85419" y="15282"/>
                  <a:pt x="85089" y="14959"/>
                </a:cubicBezTo>
                <a:cubicBezTo>
                  <a:pt x="84760" y="14635"/>
                  <a:pt x="84369" y="14378"/>
                  <a:pt x="83940" y="14211"/>
                </a:cubicBezTo>
                <a:cubicBezTo>
                  <a:pt x="83512" y="14032"/>
                  <a:pt x="83053" y="13943"/>
                  <a:pt x="82590" y="13954"/>
                </a:cubicBezTo>
                <a:lnTo>
                  <a:pt x="58168" y="13954"/>
                </a:lnTo>
                <a:cubicBezTo>
                  <a:pt x="58168" y="6285"/>
                  <a:pt x="51877" y="0"/>
                  <a:pt x="44212" y="0"/>
                </a:cubicBezTo>
                <a:close/>
                <a:moveTo>
                  <a:pt x="44212" y="6977"/>
                </a:moveTo>
                <a:cubicBezTo>
                  <a:pt x="48104" y="6977"/>
                  <a:pt x="51189" y="10058"/>
                  <a:pt x="51189" y="13954"/>
                </a:cubicBezTo>
                <a:lnTo>
                  <a:pt x="37233" y="13954"/>
                </a:lnTo>
                <a:cubicBezTo>
                  <a:pt x="37233" y="10058"/>
                  <a:pt x="40318" y="6977"/>
                  <a:pt x="44212" y="6977"/>
                </a:cubicBezTo>
                <a:close/>
                <a:moveTo>
                  <a:pt x="33745" y="32563"/>
                </a:moveTo>
                <a:cubicBezTo>
                  <a:pt x="35673" y="32563"/>
                  <a:pt x="37233" y="34126"/>
                  <a:pt x="37233" y="36046"/>
                </a:cubicBezTo>
                <a:lnTo>
                  <a:pt x="37233" y="70932"/>
                </a:lnTo>
                <a:cubicBezTo>
                  <a:pt x="37233" y="72863"/>
                  <a:pt x="35673" y="74425"/>
                  <a:pt x="33745" y="74425"/>
                </a:cubicBezTo>
                <a:cubicBezTo>
                  <a:pt x="31815" y="74425"/>
                  <a:pt x="30256" y="72863"/>
                  <a:pt x="30256" y="70932"/>
                </a:cubicBezTo>
                <a:lnTo>
                  <a:pt x="30256" y="36046"/>
                </a:lnTo>
                <a:cubicBezTo>
                  <a:pt x="30256" y="34126"/>
                  <a:pt x="31815" y="32563"/>
                  <a:pt x="33745" y="32563"/>
                </a:cubicBezTo>
                <a:close/>
                <a:moveTo>
                  <a:pt x="77007" y="48839"/>
                </a:moveTo>
                <a:cubicBezTo>
                  <a:pt x="72371" y="48839"/>
                  <a:pt x="66789" y="49308"/>
                  <a:pt x="61297" y="51607"/>
                </a:cubicBezTo>
                <a:cubicBezTo>
                  <a:pt x="51367" y="55771"/>
                  <a:pt x="46537" y="61364"/>
                  <a:pt x="46537" y="71556"/>
                </a:cubicBezTo>
                <a:cubicBezTo>
                  <a:pt x="46537" y="81380"/>
                  <a:pt x="53703" y="86236"/>
                  <a:pt x="55773" y="87598"/>
                </a:cubicBezTo>
                <a:cubicBezTo>
                  <a:pt x="56097" y="93838"/>
                  <a:pt x="58233" y="97801"/>
                  <a:pt x="58499" y="98259"/>
                </a:cubicBezTo>
                <a:cubicBezTo>
                  <a:pt x="59141" y="99375"/>
                  <a:pt x="60303" y="100001"/>
                  <a:pt x="61506" y="100001"/>
                </a:cubicBezTo>
                <a:cubicBezTo>
                  <a:pt x="62089" y="100001"/>
                  <a:pt x="62684" y="99855"/>
                  <a:pt x="63227" y="99554"/>
                </a:cubicBezTo>
                <a:cubicBezTo>
                  <a:pt x="64895" y="98605"/>
                  <a:pt x="65485" y="96484"/>
                  <a:pt x="64555" y="94809"/>
                </a:cubicBezTo>
                <a:cubicBezTo>
                  <a:pt x="64538" y="94776"/>
                  <a:pt x="62683" y="91371"/>
                  <a:pt x="62683" y="86058"/>
                </a:cubicBezTo>
                <a:cubicBezTo>
                  <a:pt x="62683" y="70094"/>
                  <a:pt x="72005" y="65483"/>
                  <a:pt x="72014" y="65483"/>
                </a:cubicBezTo>
                <a:cubicBezTo>
                  <a:pt x="73100" y="64803"/>
                  <a:pt x="74538" y="65126"/>
                  <a:pt x="75222" y="66220"/>
                </a:cubicBezTo>
                <a:cubicBezTo>
                  <a:pt x="75901" y="67303"/>
                  <a:pt x="75574" y="68732"/>
                  <a:pt x="74495" y="69413"/>
                </a:cubicBezTo>
                <a:cubicBezTo>
                  <a:pt x="74157" y="69636"/>
                  <a:pt x="67293" y="73946"/>
                  <a:pt x="67293" y="86058"/>
                </a:cubicBezTo>
                <a:cubicBezTo>
                  <a:pt x="67293" y="92990"/>
                  <a:pt x="73279" y="93035"/>
                  <a:pt x="75435" y="93035"/>
                </a:cubicBezTo>
                <a:cubicBezTo>
                  <a:pt x="82450" y="93035"/>
                  <a:pt x="87330" y="88435"/>
                  <a:pt x="90731" y="80230"/>
                </a:cubicBezTo>
                <a:cubicBezTo>
                  <a:pt x="92113" y="76323"/>
                  <a:pt x="91918" y="73845"/>
                  <a:pt x="92340" y="69826"/>
                </a:cubicBezTo>
                <a:cubicBezTo>
                  <a:pt x="92896" y="64535"/>
                  <a:pt x="94064" y="62492"/>
                  <a:pt x="96727" y="59745"/>
                </a:cubicBezTo>
                <a:cubicBezTo>
                  <a:pt x="97449" y="58998"/>
                  <a:pt x="97798" y="57971"/>
                  <a:pt x="97686" y="56944"/>
                </a:cubicBezTo>
                <a:cubicBezTo>
                  <a:pt x="97577" y="55917"/>
                  <a:pt x="97011" y="54990"/>
                  <a:pt x="96145" y="54410"/>
                </a:cubicBezTo>
                <a:cubicBezTo>
                  <a:pt x="95679" y="54108"/>
                  <a:pt x="88664" y="48851"/>
                  <a:pt x="77007" y="4883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0" name="Чёрный — SVG 23">
            <a:extLst>
              <a:ext uri="{FF2B5EF4-FFF2-40B4-BE49-F238E27FC236}">
                <a16:creationId xmlns:a16="http://schemas.microsoft.com/office/drawing/2014/main" id="{3680CC46-7ECC-A642-BE86-8BD19DEBB734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63876 w 141854"/>
              <a:gd name="csY0" fmla="*/ 0 h 148847"/>
              <a:gd name="csX1" fmla="*/ 42609 w 141854"/>
              <a:gd name="csY1" fmla="*/ 21264 h 148847"/>
              <a:gd name="csX2" fmla="*/ 5392 w 141854"/>
              <a:gd name="csY2" fmla="*/ 21264 h 148847"/>
              <a:gd name="csX3" fmla="*/ 3335 w 141854"/>
              <a:gd name="csY3" fmla="*/ 21655 h 148847"/>
              <a:gd name="csX4" fmla="*/ 1584 w 141854"/>
              <a:gd name="csY4" fmla="*/ 22795 h 148847"/>
              <a:gd name="csX5" fmla="*/ 412 w 141854"/>
              <a:gd name="csY5" fmla="*/ 24530 h 148847"/>
              <a:gd name="csX6" fmla="*/ 0 w 141854"/>
              <a:gd name="csY6" fmla="*/ 26572 h 148847"/>
              <a:gd name="csX7" fmla="*/ 412 w 141854"/>
              <a:gd name="csY7" fmla="*/ 28630 h 148847"/>
              <a:gd name="csX8" fmla="*/ 1584 w 141854"/>
              <a:gd name="csY8" fmla="*/ 30365 h 148847"/>
              <a:gd name="csX9" fmla="*/ 3335 w 141854"/>
              <a:gd name="csY9" fmla="*/ 31505 h 148847"/>
              <a:gd name="csX10" fmla="*/ 5392 w 141854"/>
              <a:gd name="csY10" fmla="*/ 31896 h 148847"/>
              <a:gd name="csX11" fmla="*/ 14253 w 141854"/>
              <a:gd name="csY11" fmla="*/ 31896 h 148847"/>
              <a:gd name="csX12" fmla="*/ 14253 w 141854"/>
              <a:gd name="csY12" fmla="*/ 122259 h 148847"/>
              <a:gd name="csX13" fmla="*/ 33748 w 141854"/>
              <a:gd name="csY13" fmla="*/ 141754 h 148847"/>
              <a:gd name="csX14" fmla="*/ 69663 w 141854"/>
              <a:gd name="csY14" fmla="*/ 141754 h 148847"/>
              <a:gd name="csX15" fmla="*/ 56787 w 141854"/>
              <a:gd name="csY15" fmla="*/ 109858 h 148847"/>
              <a:gd name="csX16" fmla="*/ 74509 w 141854"/>
              <a:gd name="csY16" fmla="*/ 73607 h 148847"/>
              <a:gd name="csX17" fmla="*/ 74509 w 141854"/>
              <a:gd name="csY17" fmla="*/ 54929 h 148847"/>
              <a:gd name="csX18" fmla="*/ 79826 w 141854"/>
              <a:gd name="csY18" fmla="*/ 49621 h 148847"/>
              <a:gd name="csX19" fmla="*/ 85143 w 141854"/>
              <a:gd name="csY19" fmla="*/ 54929 h 148847"/>
              <a:gd name="csX20" fmla="*/ 85143 w 141854"/>
              <a:gd name="csY20" fmla="*/ 67330 h 148847"/>
              <a:gd name="csX21" fmla="*/ 102865 w 141854"/>
              <a:gd name="csY21" fmla="*/ 63792 h 148847"/>
              <a:gd name="csX22" fmla="*/ 113498 w 141854"/>
              <a:gd name="csY22" fmla="*/ 65067 h 148847"/>
              <a:gd name="csX23" fmla="*/ 113498 w 141854"/>
              <a:gd name="csY23" fmla="*/ 31896 h 148847"/>
              <a:gd name="csX24" fmla="*/ 122360 w 141854"/>
              <a:gd name="csY24" fmla="*/ 31896 h 148847"/>
              <a:gd name="csX25" fmla="*/ 124417 w 141854"/>
              <a:gd name="csY25" fmla="*/ 31505 h 148847"/>
              <a:gd name="csX26" fmla="*/ 126168 w 141854"/>
              <a:gd name="csY26" fmla="*/ 30365 h 148847"/>
              <a:gd name="csX27" fmla="*/ 127340 w 141854"/>
              <a:gd name="csY27" fmla="*/ 28630 h 148847"/>
              <a:gd name="csX28" fmla="*/ 127752 w 141854"/>
              <a:gd name="csY28" fmla="*/ 26572 h 148847"/>
              <a:gd name="csX29" fmla="*/ 127340 w 141854"/>
              <a:gd name="csY29" fmla="*/ 24530 h 148847"/>
              <a:gd name="csX30" fmla="*/ 126168 w 141854"/>
              <a:gd name="csY30" fmla="*/ 22795 h 148847"/>
              <a:gd name="csX31" fmla="*/ 124417 w 141854"/>
              <a:gd name="csY31" fmla="*/ 21655 h 148847"/>
              <a:gd name="csX32" fmla="*/ 122360 w 141854"/>
              <a:gd name="csY32" fmla="*/ 21264 h 148847"/>
              <a:gd name="csX33" fmla="*/ 85143 w 141854"/>
              <a:gd name="csY33" fmla="*/ 21264 h 148847"/>
              <a:gd name="csX34" fmla="*/ 63876 w 141854"/>
              <a:gd name="csY34" fmla="*/ 0 h 148847"/>
              <a:gd name="csX35" fmla="*/ 63876 w 141854"/>
              <a:gd name="csY35" fmla="*/ 10632 h 148847"/>
              <a:gd name="csX36" fmla="*/ 74509 w 141854"/>
              <a:gd name="csY36" fmla="*/ 21264 h 148847"/>
              <a:gd name="csX37" fmla="*/ 53243 w 141854"/>
              <a:gd name="csY37" fmla="*/ 21264 h 148847"/>
              <a:gd name="csX38" fmla="*/ 63876 w 141854"/>
              <a:gd name="csY38" fmla="*/ 10632 h 148847"/>
              <a:gd name="csX39" fmla="*/ 47926 w 141854"/>
              <a:gd name="csY39" fmla="*/ 49621 h 148847"/>
              <a:gd name="csX40" fmla="*/ 53243 w 141854"/>
              <a:gd name="csY40" fmla="*/ 54929 h 148847"/>
              <a:gd name="csX41" fmla="*/ 53243 w 141854"/>
              <a:gd name="csY41" fmla="*/ 108089 h 148847"/>
              <a:gd name="csX42" fmla="*/ 47926 w 141854"/>
              <a:gd name="csY42" fmla="*/ 113413 h 148847"/>
              <a:gd name="csX43" fmla="*/ 42609 w 141854"/>
              <a:gd name="csY43" fmla="*/ 108089 h 148847"/>
              <a:gd name="csX44" fmla="*/ 42609 w 141854"/>
              <a:gd name="csY44" fmla="*/ 54929 h 148847"/>
              <a:gd name="csX45" fmla="*/ 47926 w 141854"/>
              <a:gd name="csY45" fmla="*/ 49621 h 148847"/>
              <a:gd name="csX46" fmla="*/ 102865 w 141854"/>
              <a:gd name="csY46" fmla="*/ 70885 h 148847"/>
              <a:gd name="csX47" fmla="*/ 63876 w 141854"/>
              <a:gd name="csY47" fmla="*/ 109858 h 148847"/>
              <a:gd name="csX48" fmla="*/ 102865 w 141854"/>
              <a:gd name="csY48" fmla="*/ 148847 h 148847"/>
              <a:gd name="csX49" fmla="*/ 141854 w 141854"/>
              <a:gd name="csY49" fmla="*/ 109858 h 148847"/>
              <a:gd name="csX50" fmla="*/ 102865 w 141854"/>
              <a:gd name="csY50" fmla="*/ 70885 h 148847"/>
              <a:gd name="csX51" fmla="*/ 102865 w 141854"/>
              <a:gd name="csY51" fmla="*/ 81517 h 148847"/>
              <a:gd name="csX52" fmla="*/ 106410 w 141854"/>
              <a:gd name="csY52" fmla="*/ 85056 h 148847"/>
              <a:gd name="csX53" fmla="*/ 106410 w 141854"/>
              <a:gd name="csY53" fmla="*/ 106319 h 148847"/>
              <a:gd name="csX54" fmla="*/ 127676 w 141854"/>
              <a:gd name="csY54" fmla="*/ 106319 h 148847"/>
              <a:gd name="csX55" fmla="*/ 131221 w 141854"/>
              <a:gd name="csY55" fmla="*/ 109858 h 148847"/>
              <a:gd name="csX56" fmla="*/ 127676 w 141854"/>
              <a:gd name="csY56" fmla="*/ 113413 h 148847"/>
              <a:gd name="csX57" fmla="*/ 106410 w 141854"/>
              <a:gd name="csY57" fmla="*/ 113413 h 148847"/>
              <a:gd name="csX58" fmla="*/ 106410 w 141854"/>
              <a:gd name="csY58" fmla="*/ 134677 h 148847"/>
              <a:gd name="csX59" fmla="*/ 102865 w 141854"/>
              <a:gd name="csY59" fmla="*/ 138215 h 148847"/>
              <a:gd name="csX60" fmla="*/ 99321 w 141854"/>
              <a:gd name="csY60" fmla="*/ 134677 h 148847"/>
              <a:gd name="csX61" fmla="*/ 99321 w 141854"/>
              <a:gd name="csY61" fmla="*/ 113413 h 148847"/>
              <a:gd name="csX62" fmla="*/ 78054 w 141854"/>
              <a:gd name="csY62" fmla="*/ 113413 h 148847"/>
              <a:gd name="csX63" fmla="*/ 74509 w 141854"/>
              <a:gd name="csY63" fmla="*/ 109858 h 148847"/>
              <a:gd name="csX64" fmla="*/ 78054 w 141854"/>
              <a:gd name="csY64" fmla="*/ 106319 h 148847"/>
              <a:gd name="csX65" fmla="*/ 99321 w 141854"/>
              <a:gd name="csY65" fmla="*/ 106319 h 148847"/>
              <a:gd name="csX66" fmla="*/ 99321 w 141854"/>
              <a:gd name="csY66" fmla="*/ 85056 h 148847"/>
              <a:gd name="csX67" fmla="*/ 102865 w 141854"/>
              <a:gd name="csY67" fmla="*/ 81517 h 148847"/>
            </a:gdLst>
            <a:ahLst/>
            <a:cxnLst/>
            <a:rect l="l" t="t" r="r" b="b"/>
            <a:pathLst>
              <a:path w="100000" h="100000">
                <a:moveTo>
                  <a:pt x="45263" y="0"/>
                </a:moveTo>
                <a:cubicBezTo>
                  <a:pt x="37415" y="0"/>
                  <a:pt x="30975" y="6434"/>
                  <a:pt x="30975" y="14286"/>
                </a:cubicBezTo>
                <a:lnTo>
                  <a:pt x="5972" y="14286"/>
                </a:lnTo>
                <a:cubicBezTo>
                  <a:pt x="5499" y="14274"/>
                  <a:pt x="5028" y="14366"/>
                  <a:pt x="4590" y="14548"/>
                </a:cubicBezTo>
                <a:cubicBezTo>
                  <a:pt x="4150" y="14720"/>
                  <a:pt x="3750" y="14983"/>
                  <a:pt x="3413" y="15314"/>
                </a:cubicBezTo>
                <a:cubicBezTo>
                  <a:pt x="3076" y="15646"/>
                  <a:pt x="2809" y="16046"/>
                  <a:pt x="2626" y="16480"/>
                </a:cubicBezTo>
                <a:cubicBezTo>
                  <a:pt x="2443" y="16915"/>
                  <a:pt x="2349" y="17383"/>
                  <a:pt x="2349" y="17852"/>
                </a:cubicBezTo>
                <a:cubicBezTo>
                  <a:pt x="2349" y="18332"/>
                  <a:pt x="2443" y="18800"/>
                  <a:pt x="2626" y="19235"/>
                </a:cubicBezTo>
                <a:cubicBezTo>
                  <a:pt x="2809" y="19669"/>
                  <a:pt x="3076" y="20069"/>
                  <a:pt x="3413" y="20400"/>
                </a:cubicBezTo>
                <a:cubicBezTo>
                  <a:pt x="3750" y="20731"/>
                  <a:pt x="4150" y="20995"/>
                  <a:pt x="4590" y="21166"/>
                </a:cubicBezTo>
                <a:cubicBezTo>
                  <a:pt x="5028" y="21349"/>
                  <a:pt x="5499" y="21440"/>
                  <a:pt x="5972" y="21429"/>
                </a:cubicBezTo>
                <a:lnTo>
                  <a:pt x="11925" y="21429"/>
                </a:lnTo>
                <a:lnTo>
                  <a:pt x="11925" y="82137"/>
                </a:lnTo>
                <a:cubicBezTo>
                  <a:pt x="11925" y="89360"/>
                  <a:pt x="17800" y="95235"/>
                  <a:pt x="25022" y="95235"/>
                </a:cubicBezTo>
                <a:lnTo>
                  <a:pt x="49151" y="95235"/>
                </a:lnTo>
                <a:cubicBezTo>
                  <a:pt x="43803" y="89680"/>
                  <a:pt x="40500" y="82137"/>
                  <a:pt x="40500" y="73806"/>
                </a:cubicBezTo>
                <a:cubicBezTo>
                  <a:pt x="40500" y="63909"/>
                  <a:pt x="45170" y="55108"/>
                  <a:pt x="52406" y="49451"/>
                </a:cubicBezTo>
                <a:lnTo>
                  <a:pt x="52406" y="36903"/>
                </a:lnTo>
                <a:cubicBezTo>
                  <a:pt x="52406" y="34937"/>
                  <a:pt x="54007" y="33337"/>
                  <a:pt x="55979" y="33337"/>
                </a:cubicBezTo>
                <a:cubicBezTo>
                  <a:pt x="57950" y="33337"/>
                  <a:pt x="59551" y="34937"/>
                  <a:pt x="59551" y="36903"/>
                </a:cubicBezTo>
                <a:lnTo>
                  <a:pt x="59551" y="45234"/>
                </a:lnTo>
                <a:cubicBezTo>
                  <a:pt x="63218" y="43714"/>
                  <a:pt x="67237" y="42857"/>
                  <a:pt x="71457" y="42857"/>
                </a:cubicBezTo>
                <a:cubicBezTo>
                  <a:pt x="73919" y="42857"/>
                  <a:pt x="76303" y="43177"/>
                  <a:pt x="78601" y="43714"/>
                </a:cubicBezTo>
                <a:lnTo>
                  <a:pt x="78601" y="21429"/>
                </a:lnTo>
                <a:lnTo>
                  <a:pt x="84554" y="21429"/>
                </a:lnTo>
                <a:cubicBezTo>
                  <a:pt x="85027" y="21440"/>
                  <a:pt x="85498" y="21349"/>
                  <a:pt x="85936" y="21166"/>
                </a:cubicBezTo>
                <a:cubicBezTo>
                  <a:pt x="86376" y="20995"/>
                  <a:pt x="86775" y="20731"/>
                  <a:pt x="87113" y="20400"/>
                </a:cubicBezTo>
                <a:cubicBezTo>
                  <a:pt x="87450" y="20069"/>
                  <a:pt x="87717" y="19669"/>
                  <a:pt x="87900" y="19235"/>
                </a:cubicBezTo>
                <a:cubicBezTo>
                  <a:pt x="88083" y="18800"/>
                  <a:pt x="88177" y="18332"/>
                  <a:pt x="88177" y="17852"/>
                </a:cubicBezTo>
                <a:cubicBezTo>
                  <a:pt x="88177" y="17383"/>
                  <a:pt x="88083" y="16915"/>
                  <a:pt x="87900" y="16480"/>
                </a:cubicBezTo>
                <a:cubicBezTo>
                  <a:pt x="87717" y="16046"/>
                  <a:pt x="87450" y="15646"/>
                  <a:pt x="87113" y="15314"/>
                </a:cubicBezTo>
                <a:cubicBezTo>
                  <a:pt x="86775" y="14983"/>
                  <a:pt x="86376" y="14720"/>
                  <a:pt x="85936" y="14548"/>
                </a:cubicBezTo>
                <a:cubicBezTo>
                  <a:pt x="85498" y="14366"/>
                  <a:pt x="85027" y="14274"/>
                  <a:pt x="84554" y="14286"/>
                </a:cubicBezTo>
                <a:lnTo>
                  <a:pt x="59551" y="14286"/>
                </a:lnTo>
                <a:cubicBezTo>
                  <a:pt x="59551" y="6434"/>
                  <a:pt x="53111" y="0"/>
                  <a:pt x="45263" y="0"/>
                </a:cubicBezTo>
                <a:close/>
                <a:moveTo>
                  <a:pt x="45263" y="7143"/>
                </a:moveTo>
                <a:cubicBezTo>
                  <a:pt x="49250" y="7143"/>
                  <a:pt x="52406" y="10297"/>
                  <a:pt x="52406" y="14286"/>
                </a:cubicBezTo>
                <a:lnTo>
                  <a:pt x="38119" y="14286"/>
                </a:lnTo>
                <a:cubicBezTo>
                  <a:pt x="38119" y="10297"/>
                  <a:pt x="41276" y="7143"/>
                  <a:pt x="45263" y="7143"/>
                </a:cubicBezTo>
                <a:close/>
                <a:moveTo>
                  <a:pt x="34547" y="33337"/>
                </a:moveTo>
                <a:cubicBezTo>
                  <a:pt x="36519" y="33337"/>
                  <a:pt x="38119" y="34937"/>
                  <a:pt x="38119" y="36903"/>
                </a:cubicBezTo>
                <a:lnTo>
                  <a:pt x="38119" y="72618"/>
                </a:lnTo>
                <a:cubicBezTo>
                  <a:pt x="38119" y="74595"/>
                  <a:pt x="36519" y="76194"/>
                  <a:pt x="34547" y="76194"/>
                </a:cubicBezTo>
                <a:cubicBezTo>
                  <a:pt x="32575" y="76194"/>
                  <a:pt x="30975" y="74595"/>
                  <a:pt x="30975" y="72618"/>
                </a:cubicBezTo>
                <a:lnTo>
                  <a:pt x="30975" y="36903"/>
                </a:lnTo>
                <a:cubicBezTo>
                  <a:pt x="30975" y="34937"/>
                  <a:pt x="32575" y="33337"/>
                  <a:pt x="34547" y="33337"/>
                </a:cubicBezTo>
                <a:close/>
                <a:moveTo>
                  <a:pt x="71457" y="47623"/>
                </a:moveTo>
                <a:cubicBezTo>
                  <a:pt x="56990" y="47623"/>
                  <a:pt x="45263" y="59349"/>
                  <a:pt x="45263" y="73806"/>
                </a:cubicBezTo>
                <a:cubicBezTo>
                  <a:pt x="45263" y="88275"/>
                  <a:pt x="56990" y="100000"/>
                  <a:pt x="71457" y="100000"/>
                </a:cubicBezTo>
                <a:cubicBezTo>
                  <a:pt x="85923" y="100000"/>
                  <a:pt x="97651" y="88275"/>
                  <a:pt x="97651" y="73806"/>
                </a:cubicBezTo>
                <a:cubicBezTo>
                  <a:pt x="97651" y="59349"/>
                  <a:pt x="85923" y="47623"/>
                  <a:pt x="71457" y="47623"/>
                </a:cubicBezTo>
                <a:close/>
                <a:moveTo>
                  <a:pt x="71457" y="54766"/>
                </a:moveTo>
                <a:cubicBezTo>
                  <a:pt x="72772" y="54766"/>
                  <a:pt x="73839" y="55828"/>
                  <a:pt x="73839" y="57143"/>
                </a:cubicBezTo>
                <a:lnTo>
                  <a:pt x="73839" y="71428"/>
                </a:lnTo>
                <a:lnTo>
                  <a:pt x="88126" y="71428"/>
                </a:lnTo>
                <a:cubicBezTo>
                  <a:pt x="89440" y="71428"/>
                  <a:pt x="90507" y="72491"/>
                  <a:pt x="90507" y="73806"/>
                </a:cubicBezTo>
                <a:cubicBezTo>
                  <a:pt x="90507" y="75120"/>
                  <a:pt x="89440" y="76194"/>
                  <a:pt x="88126" y="76194"/>
                </a:cubicBezTo>
                <a:lnTo>
                  <a:pt x="73839" y="76194"/>
                </a:lnTo>
                <a:lnTo>
                  <a:pt x="73839" y="90480"/>
                </a:lnTo>
                <a:cubicBezTo>
                  <a:pt x="73839" y="91794"/>
                  <a:pt x="72772" y="92857"/>
                  <a:pt x="71457" y="92857"/>
                </a:cubicBezTo>
                <a:cubicBezTo>
                  <a:pt x="70143" y="92857"/>
                  <a:pt x="69076" y="91794"/>
                  <a:pt x="69076" y="90480"/>
                </a:cubicBezTo>
                <a:lnTo>
                  <a:pt x="69076" y="76194"/>
                </a:lnTo>
                <a:lnTo>
                  <a:pt x="54788" y="76194"/>
                </a:lnTo>
                <a:cubicBezTo>
                  <a:pt x="53473" y="76194"/>
                  <a:pt x="52406" y="75120"/>
                  <a:pt x="52406" y="73806"/>
                </a:cubicBezTo>
                <a:cubicBezTo>
                  <a:pt x="52406" y="72491"/>
                  <a:pt x="53473" y="71428"/>
                  <a:pt x="54788" y="71428"/>
                </a:cubicBezTo>
                <a:lnTo>
                  <a:pt x="69076" y="71428"/>
                </a:lnTo>
                <a:lnTo>
                  <a:pt x="69076" y="57143"/>
                </a:lnTo>
                <a:cubicBezTo>
                  <a:pt x="69076" y="55828"/>
                  <a:pt x="70143" y="54766"/>
                  <a:pt x="71457" y="5476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1" name="Чёрный — SVG 24">
            <a:extLst>
              <a:ext uri="{FF2B5EF4-FFF2-40B4-BE49-F238E27FC236}">
                <a16:creationId xmlns:a16="http://schemas.microsoft.com/office/drawing/2014/main" id="{316C55A2-FE1E-DE4C-B8AB-9B9131A2A16F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55824 w 142451"/>
              <a:gd name="csY0" fmla="*/ 35400 h 151007"/>
              <a:gd name="csX1" fmla="*/ 4784 w 142451"/>
              <a:gd name="csY1" fmla="*/ 18355 h 151007"/>
              <a:gd name="csX2" fmla="*/ 55824 w 142451"/>
              <a:gd name="csY2" fmla="*/ 136 h 151007"/>
              <a:gd name="csX3" fmla="*/ 55824 w 142451"/>
              <a:gd name="csY3" fmla="*/ 35400 h 151007"/>
              <a:gd name="csX4" fmla="*/ 137701 w 142451"/>
              <a:gd name="csY4" fmla="*/ 23322 h 151007"/>
              <a:gd name="csX5" fmla="*/ 78828 w 142451"/>
              <a:gd name="csY5" fmla="*/ 43055 h 151007"/>
              <a:gd name="csX6" fmla="*/ 66458 w 142451"/>
              <a:gd name="csY6" fmla="*/ 38955 h 151007"/>
              <a:gd name="csX7" fmla="*/ 66458 w 142451"/>
              <a:gd name="csY7" fmla="*/ 0 h 151007"/>
              <a:gd name="csX8" fmla="*/ 137701 w 142451"/>
              <a:gd name="csY8" fmla="*/ 23322 h 151007"/>
              <a:gd name="csX9" fmla="*/ 142452 w 142451"/>
              <a:gd name="csY9" fmla="*/ 32917 h 151007"/>
              <a:gd name="csX10" fmla="*/ 126360 w 142451"/>
              <a:gd name="csY10" fmla="*/ 132823 h 151007"/>
              <a:gd name="csX11" fmla="*/ 122922 w 142451"/>
              <a:gd name="csY11" fmla="*/ 136973 h 151007"/>
              <a:gd name="csX12" fmla="*/ 84145 w 142451"/>
              <a:gd name="csY12" fmla="*/ 150905 h 151007"/>
              <a:gd name="csX13" fmla="*/ 84145 w 142451"/>
              <a:gd name="csY13" fmla="*/ 52479 h 151007"/>
              <a:gd name="csX14" fmla="*/ 142452 w 142451"/>
              <a:gd name="csY14" fmla="*/ 32917 h 151007"/>
              <a:gd name="csX15" fmla="*/ 0 w 142451"/>
              <a:gd name="csY15" fmla="*/ 28000 h 151007"/>
              <a:gd name="csX16" fmla="*/ 73512 w 142451"/>
              <a:gd name="csY16" fmla="*/ 52479 h 151007"/>
              <a:gd name="csX17" fmla="*/ 73512 w 142451"/>
              <a:gd name="csY17" fmla="*/ 151008 h 151007"/>
              <a:gd name="csX18" fmla="*/ 17226 w 142451"/>
              <a:gd name="csY18" fmla="*/ 132466 h 151007"/>
              <a:gd name="csX19" fmla="*/ 13646 w 142451"/>
              <a:gd name="csY19" fmla="*/ 128145 h 151007"/>
              <a:gd name="csX20" fmla="*/ 0 w 142451"/>
              <a:gd name="csY20" fmla="*/ 28000 h 151007"/>
              <a:gd name="csX21" fmla="*/ 62429 w 142451"/>
              <a:gd name="csY21" fmla="*/ 93391 h 151007"/>
              <a:gd name="csX22" fmla="*/ 62341 w 142451"/>
              <a:gd name="csY22" fmla="*/ 93119 h 151007"/>
              <a:gd name="csX23" fmla="*/ 57299 w 142451"/>
              <a:gd name="csY23" fmla="*/ 82878 h 151007"/>
              <a:gd name="csX24" fmla="*/ 48286 w 142451"/>
              <a:gd name="csY24" fmla="*/ 85447 h 151007"/>
              <a:gd name="csX25" fmla="*/ 55399 w 142451"/>
              <a:gd name="csY25" fmla="*/ 100145 h 151007"/>
              <a:gd name="csX26" fmla="*/ 47137 w 142451"/>
              <a:gd name="csY26" fmla="*/ 97134 h 151007"/>
              <a:gd name="csX27" fmla="*/ 46872 w 142451"/>
              <a:gd name="csY27" fmla="*/ 92915 h 151007"/>
              <a:gd name="csX28" fmla="*/ 42158 w 142451"/>
              <a:gd name="csY28" fmla="*/ 101250 h 151007"/>
              <a:gd name="csX29" fmla="*/ 48112 w 142451"/>
              <a:gd name="csY29" fmla="*/ 113362 h 151007"/>
              <a:gd name="csX30" fmla="*/ 47896 w 142451"/>
              <a:gd name="csY30" fmla="*/ 109160 h 151007"/>
              <a:gd name="csX31" fmla="*/ 54223 w 142451"/>
              <a:gd name="csY31" fmla="*/ 111457 h 151007"/>
              <a:gd name="csX32" fmla="*/ 54485 w 142451"/>
              <a:gd name="csY32" fmla="*/ 111576 h 151007"/>
              <a:gd name="csX33" fmla="*/ 56088 w 142451"/>
              <a:gd name="csY33" fmla="*/ 110793 h 151007"/>
              <a:gd name="csX34" fmla="*/ 62417 w 142451"/>
              <a:gd name="csY34" fmla="*/ 100111 h 151007"/>
              <a:gd name="csX35" fmla="*/ 62383 w 142451"/>
              <a:gd name="csY35" fmla="*/ 100161 h 151007"/>
              <a:gd name="csX36" fmla="*/ 62429 w 142451"/>
              <a:gd name="csY36" fmla="*/ 93391 h 151007"/>
              <a:gd name="csX37" fmla="*/ 16552 w 142451"/>
              <a:gd name="csY37" fmla="*/ 70443 h 151007"/>
              <a:gd name="csX38" fmla="*/ 19998 w 142451"/>
              <a:gd name="csY38" fmla="*/ 73794 h 151007"/>
              <a:gd name="csX39" fmla="*/ 17190 w 142451"/>
              <a:gd name="csY39" fmla="*/ 78676 h 151007"/>
              <a:gd name="csX40" fmla="*/ 17474 w 142451"/>
              <a:gd name="csY40" fmla="*/ 81296 h 151007"/>
              <a:gd name="csX41" fmla="*/ 24528 w 142451"/>
              <a:gd name="csY41" fmla="*/ 95790 h 151007"/>
              <a:gd name="csX42" fmla="*/ 30769 w 142451"/>
              <a:gd name="csY42" fmla="*/ 102985 h 151007"/>
              <a:gd name="csX43" fmla="*/ 30993 w 142451"/>
              <a:gd name="csY43" fmla="*/ 103104 h 151007"/>
              <a:gd name="csX44" fmla="*/ 40014 w 142451"/>
              <a:gd name="csY44" fmla="*/ 106388 h 151007"/>
              <a:gd name="csX45" fmla="*/ 39978 w 142451"/>
              <a:gd name="csY45" fmla="*/ 94667 h 151007"/>
              <a:gd name="csX46" fmla="*/ 26194 w 142451"/>
              <a:gd name="csY46" fmla="*/ 89648 h 151007"/>
              <a:gd name="csX47" fmla="*/ 29842 w 142451"/>
              <a:gd name="csY47" fmla="*/ 83269 h 151007"/>
              <a:gd name="csX48" fmla="*/ 33311 w 142451"/>
              <a:gd name="csY48" fmla="*/ 86569 h 151007"/>
              <a:gd name="csX49" fmla="*/ 27228 w 142451"/>
              <a:gd name="csY49" fmla="*/ 74338 h 151007"/>
              <a:gd name="csX50" fmla="*/ 16552 w 142451"/>
              <a:gd name="csY50" fmla="*/ 70443 h 151007"/>
              <a:gd name="csX51" fmla="*/ 51239 w 142451"/>
              <a:gd name="csY51" fmla="*/ 80990 h 151007"/>
              <a:gd name="csX52" fmla="*/ 55935 w 142451"/>
              <a:gd name="csY52" fmla="*/ 72722 h 151007"/>
              <a:gd name="csX53" fmla="*/ 52731 w 142451"/>
              <a:gd name="csY53" fmla="*/ 73607 h 151007"/>
              <a:gd name="csX54" fmla="*/ 49215 w 142451"/>
              <a:gd name="csY54" fmla="*/ 66445 h 151007"/>
              <a:gd name="csX55" fmla="*/ 47408 w 142451"/>
              <a:gd name="csY55" fmla="*/ 64625 h 151007"/>
              <a:gd name="csX56" fmla="*/ 47039 w 142451"/>
              <a:gd name="csY56" fmla="*/ 64523 h 151007"/>
              <a:gd name="csX57" fmla="*/ 34374 w 142451"/>
              <a:gd name="csY57" fmla="*/ 59913 h 151007"/>
              <a:gd name="csX58" fmla="*/ 34190 w 142451"/>
              <a:gd name="csY58" fmla="*/ 59828 h 151007"/>
              <a:gd name="csX59" fmla="*/ 33870 w 142451"/>
              <a:gd name="csY59" fmla="*/ 59726 h 151007"/>
              <a:gd name="csX60" fmla="*/ 33569 w 142451"/>
              <a:gd name="csY60" fmla="*/ 59607 h 151007"/>
              <a:gd name="csX61" fmla="*/ 33379 w 142451"/>
              <a:gd name="csY61" fmla="*/ 59539 h 151007"/>
              <a:gd name="csX62" fmla="*/ 27732 w 142451"/>
              <a:gd name="csY62" fmla="*/ 60492 h 151007"/>
              <a:gd name="csX63" fmla="*/ 27621 w 142451"/>
              <a:gd name="csY63" fmla="*/ 60661 h 151007"/>
              <a:gd name="csX64" fmla="*/ 23666 w 142451"/>
              <a:gd name="csY64" fmla="*/ 67636 h 151007"/>
              <a:gd name="csX65" fmla="*/ 33435 w 142451"/>
              <a:gd name="csY65" fmla="*/ 77043 h 151007"/>
              <a:gd name="csX66" fmla="*/ 39354 w 142451"/>
              <a:gd name="csY66" fmla="*/ 67449 h 151007"/>
              <a:gd name="csX67" fmla="*/ 43643 w 142451"/>
              <a:gd name="csY67" fmla="*/ 76210 h 151007"/>
              <a:gd name="csX68" fmla="*/ 40489 w 142451"/>
              <a:gd name="csY68" fmla="*/ 77129 h 151007"/>
              <a:gd name="csX69" fmla="*/ 51239 w 142451"/>
              <a:gd name="csY69" fmla="*/ 80990 h 151007"/>
            </a:gdLst>
            <a:ahLst/>
            <a:cxnLst/>
            <a:rect l="l" t="t" r="r" b="b"/>
            <a:pathLst>
              <a:path w="100000" h="100000">
                <a:moveTo>
                  <a:pt x="39801" y="23443"/>
                </a:moveTo>
                <a:lnTo>
                  <a:pt x="6001" y="12155"/>
                </a:lnTo>
                <a:lnTo>
                  <a:pt x="39801" y="90"/>
                </a:lnTo>
                <a:lnTo>
                  <a:pt x="39801" y="23443"/>
                </a:lnTo>
                <a:close/>
                <a:moveTo>
                  <a:pt x="94021" y="15444"/>
                </a:moveTo>
                <a:lnTo>
                  <a:pt x="55035" y="28512"/>
                </a:lnTo>
                <a:lnTo>
                  <a:pt x="46843" y="25797"/>
                </a:lnTo>
                <a:lnTo>
                  <a:pt x="46843" y="0"/>
                </a:lnTo>
                <a:lnTo>
                  <a:pt x="94021" y="15444"/>
                </a:lnTo>
                <a:close/>
                <a:moveTo>
                  <a:pt x="97168" y="21798"/>
                </a:moveTo>
                <a:lnTo>
                  <a:pt x="86511" y="87958"/>
                </a:lnTo>
                <a:cubicBezTo>
                  <a:pt x="86323" y="89208"/>
                  <a:pt x="85431" y="90267"/>
                  <a:pt x="84235" y="90706"/>
                </a:cubicBezTo>
                <a:lnTo>
                  <a:pt x="58556" y="99932"/>
                </a:lnTo>
                <a:lnTo>
                  <a:pt x="58556" y="34753"/>
                </a:lnTo>
                <a:lnTo>
                  <a:pt x="97168" y="21798"/>
                </a:lnTo>
                <a:close/>
                <a:moveTo>
                  <a:pt x="2833" y="18542"/>
                </a:moveTo>
                <a:lnTo>
                  <a:pt x="51514" y="34753"/>
                </a:lnTo>
                <a:lnTo>
                  <a:pt x="51514" y="100001"/>
                </a:lnTo>
                <a:lnTo>
                  <a:pt x="14240" y="87722"/>
                </a:lnTo>
                <a:cubicBezTo>
                  <a:pt x="12973" y="87305"/>
                  <a:pt x="12035" y="86201"/>
                  <a:pt x="11870" y="84860"/>
                </a:cubicBezTo>
                <a:lnTo>
                  <a:pt x="2833" y="18542"/>
                </a:lnTo>
                <a:close/>
                <a:moveTo>
                  <a:pt x="44175" y="61845"/>
                </a:moveTo>
                <a:lnTo>
                  <a:pt x="44116" y="61665"/>
                </a:lnTo>
                <a:lnTo>
                  <a:pt x="40778" y="54884"/>
                </a:lnTo>
                <a:lnTo>
                  <a:pt x="34809" y="56585"/>
                </a:lnTo>
                <a:lnTo>
                  <a:pt x="39519" y="66318"/>
                </a:lnTo>
                <a:lnTo>
                  <a:pt x="34048" y="64324"/>
                </a:lnTo>
                <a:lnTo>
                  <a:pt x="33873" y="61530"/>
                </a:lnTo>
                <a:lnTo>
                  <a:pt x="30751" y="67050"/>
                </a:lnTo>
                <a:lnTo>
                  <a:pt x="34694" y="75071"/>
                </a:lnTo>
                <a:lnTo>
                  <a:pt x="34551" y="72288"/>
                </a:lnTo>
                <a:lnTo>
                  <a:pt x="38741" y="73809"/>
                </a:lnTo>
                <a:cubicBezTo>
                  <a:pt x="38800" y="73843"/>
                  <a:pt x="38858" y="73865"/>
                  <a:pt x="38914" y="73888"/>
                </a:cubicBezTo>
                <a:cubicBezTo>
                  <a:pt x="39339" y="74046"/>
                  <a:pt x="39720" y="73989"/>
                  <a:pt x="39976" y="73369"/>
                </a:cubicBezTo>
                <a:lnTo>
                  <a:pt x="44167" y="66296"/>
                </a:lnTo>
                <a:cubicBezTo>
                  <a:pt x="44160" y="66307"/>
                  <a:pt x="44151" y="66318"/>
                  <a:pt x="44144" y="66329"/>
                </a:cubicBezTo>
                <a:cubicBezTo>
                  <a:pt x="44726" y="65360"/>
                  <a:pt x="44979" y="63806"/>
                  <a:pt x="44175" y="61845"/>
                </a:cubicBezTo>
                <a:close/>
                <a:moveTo>
                  <a:pt x="13794" y="46649"/>
                </a:moveTo>
                <a:lnTo>
                  <a:pt x="16076" y="48868"/>
                </a:lnTo>
                <a:lnTo>
                  <a:pt x="14217" y="52101"/>
                </a:lnTo>
                <a:cubicBezTo>
                  <a:pt x="13985" y="52462"/>
                  <a:pt x="13900" y="52901"/>
                  <a:pt x="14405" y="53836"/>
                </a:cubicBezTo>
                <a:lnTo>
                  <a:pt x="19076" y="63434"/>
                </a:lnTo>
                <a:cubicBezTo>
                  <a:pt x="19641" y="65022"/>
                  <a:pt x="21071" y="67185"/>
                  <a:pt x="23209" y="68199"/>
                </a:cubicBezTo>
                <a:lnTo>
                  <a:pt x="23357" y="68278"/>
                </a:lnTo>
                <a:lnTo>
                  <a:pt x="29331" y="70452"/>
                </a:lnTo>
                <a:lnTo>
                  <a:pt x="29307" y="62690"/>
                </a:lnTo>
                <a:lnTo>
                  <a:pt x="20179" y="59367"/>
                </a:lnTo>
                <a:lnTo>
                  <a:pt x="22595" y="55142"/>
                </a:lnTo>
                <a:lnTo>
                  <a:pt x="24892" y="57328"/>
                </a:lnTo>
                <a:lnTo>
                  <a:pt x="20864" y="49228"/>
                </a:lnTo>
                <a:lnTo>
                  <a:pt x="13794" y="46649"/>
                </a:lnTo>
                <a:close/>
                <a:moveTo>
                  <a:pt x="36765" y="53633"/>
                </a:moveTo>
                <a:lnTo>
                  <a:pt x="39874" y="48158"/>
                </a:lnTo>
                <a:lnTo>
                  <a:pt x="37753" y="48744"/>
                </a:lnTo>
                <a:lnTo>
                  <a:pt x="35424" y="44001"/>
                </a:lnTo>
                <a:cubicBezTo>
                  <a:pt x="35206" y="43483"/>
                  <a:pt x="34889" y="43044"/>
                  <a:pt x="34228" y="42796"/>
                </a:cubicBezTo>
                <a:cubicBezTo>
                  <a:pt x="34149" y="42774"/>
                  <a:pt x="34070" y="42751"/>
                  <a:pt x="33983" y="42728"/>
                </a:cubicBezTo>
                <a:lnTo>
                  <a:pt x="25596" y="39676"/>
                </a:lnTo>
                <a:cubicBezTo>
                  <a:pt x="25554" y="39653"/>
                  <a:pt x="25511" y="39642"/>
                  <a:pt x="25474" y="39619"/>
                </a:cubicBezTo>
                <a:cubicBezTo>
                  <a:pt x="25388" y="39586"/>
                  <a:pt x="25315" y="39563"/>
                  <a:pt x="25262" y="39552"/>
                </a:cubicBezTo>
                <a:lnTo>
                  <a:pt x="25063" y="39473"/>
                </a:lnTo>
                <a:cubicBezTo>
                  <a:pt x="25021" y="39462"/>
                  <a:pt x="24979" y="39439"/>
                  <a:pt x="24937" y="39428"/>
                </a:cubicBezTo>
                <a:cubicBezTo>
                  <a:pt x="23603" y="38944"/>
                  <a:pt x="22057" y="38921"/>
                  <a:pt x="21198" y="40059"/>
                </a:cubicBezTo>
                <a:lnTo>
                  <a:pt x="21124" y="40171"/>
                </a:lnTo>
                <a:lnTo>
                  <a:pt x="18505" y="44790"/>
                </a:lnTo>
                <a:lnTo>
                  <a:pt x="24974" y="51019"/>
                </a:lnTo>
                <a:lnTo>
                  <a:pt x="28894" y="44666"/>
                </a:lnTo>
                <a:lnTo>
                  <a:pt x="31734" y="50468"/>
                </a:lnTo>
                <a:lnTo>
                  <a:pt x="29646" y="51076"/>
                </a:lnTo>
                <a:lnTo>
                  <a:pt x="36765" y="5363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2" name="Чёрный — SVG 25">
            <a:extLst>
              <a:ext uri="{FF2B5EF4-FFF2-40B4-BE49-F238E27FC236}">
                <a16:creationId xmlns:a16="http://schemas.microsoft.com/office/drawing/2014/main" id="{E289F2DC-6887-D545-89C7-4198AB925BF2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58475 w 85067"/>
              <a:gd name="csY0" fmla="*/ 124051 h 148853"/>
              <a:gd name="csX1" fmla="*/ 26575 w 85067"/>
              <a:gd name="csY1" fmla="*/ 124051 h 148853"/>
              <a:gd name="csX2" fmla="*/ 21267 w 85067"/>
              <a:gd name="csY2" fmla="*/ 129359 h 148853"/>
              <a:gd name="csX3" fmla="*/ 21267 w 85067"/>
              <a:gd name="csY3" fmla="*/ 136452 h 148853"/>
              <a:gd name="csX4" fmla="*/ 33670 w 85067"/>
              <a:gd name="csY4" fmla="*/ 148853 h 148853"/>
              <a:gd name="csX5" fmla="*/ 51397 w 85067"/>
              <a:gd name="csY5" fmla="*/ 148853 h 148853"/>
              <a:gd name="csX6" fmla="*/ 63800 w 85067"/>
              <a:gd name="csY6" fmla="*/ 136452 h 148853"/>
              <a:gd name="csX7" fmla="*/ 63800 w 85067"/>
              <a:gd name="csY7" fmla="*/ 129359 h 148853"/>
              <a:gd name="csX8" fmla="*/ 58475 w 85067"/>
              <a:gd name="csY8" fmla="*/ 124051 h 148853"/>
              <a:gd name="csX9" fmla="*/ 81341 w 85067"/>
              <a:gd name="csY9" fmla="*/ 244 h 148853"/>
              <a:gd name="csX10" fmla="*/ 75387 w 85067"/>
              <a:gd name="csY10" fmla="*/ 2269 h 148853"/>
              <a:gd name="csX11" fmla="*/ 55123 w 85067"/>
              <a:gd name="csY11" fmla="*/ 31222 h 148853"/>
              <a:gd name="csX12" fmla="*/ 43452 w 85067"/>
              <a:gd name="csY12" fmla="*/ 13071 h 148853"/>
              <a:gd name="csX13" fmla="*/ 40067 w 85067"/>
              <a:gd name="csY13" fmla="*/ 10757 h 148853"/>
              <a:gd name="csX14" fmla="*/ 36034 w 85067"/>
              <a:gd name="csY14" fmla="*/ 11523 h 148853"/>
              <a:gd name="csX15" fmla="*/ 24057 w 85067"/>
              <a:gd name="csY15" fmla="*/ 19518 h 148853"/>
              <a:gd name="csX16" fmla="*/ 9408 w 85067"/>
              <a:gd name="csY16" fmla="*/ 1928 h 148853"/>
              <a:gd name="csX17" fmla="*/ 3505 w 85067"/>
              <a:gd name="csY17" fmla="*/ 329 h 148853"/>
              <a:gd name="csX18" fmla="*/ 0 w 85067"/>
              <a:gd name="csY18" fmla="*/ 5330 h 148853"/>
              <a:gd name="csX19" fmla="*/ 0 w 85067"/>
              <a:gd name="csY19" fmla="*/ 51397 h 148853"/>
              <a:gd name="csX20" fmla="*/ 21675 w 85067"/>
              <a:gd name="csY20" fmla="*/ 89604 h 148853"/>
              <a:gd name="csX21" fmla="*/ 26660 w 85067"/>
              <a:gd name="csY21" fmla="*/ 116958 h 148853"/>
              <a:gd name="csX22" fmla="*/ 58407 w 85067"/>
              <a:gd name="csY22" fmla="*/ 116958 h 148853"/>
              <a:gd name="csX23" fmla="*/ 63392 w 85067"/>
              <a:gd name="csY23" fmla="*/ 89604 h 148853"/>
              <a:gd name="csX24" fmla="*/ 85067 w 85067"/>
              <a:gd name="csY24" fmla="*/ 51397 h 148853"/>
              <a:gd name="csX25" fmla="*/ 85067 w 85067"/>
              <a:gd name="csY25" fmla="*/ 5330 h 148853"/>
              <a:gd name="csX26" fmla="*/ 81341 w 85067"/>
              <a:gd name="csY26" fmla="*/ 244 h 148853"/>
            </a:gdLst>
            <a:ahLst/>
            <a:cxnLst/>
            <a:rect l="l" t="t" r="r" b="b"/>
            <a:pathLst>
              <a:path w="100000" h="100000">
                <a:moveTo>
                  <a:pt x="60710" y="83338"/>
                </a:moveTo>
                <a:lnTo>
                  <a:pt x="39279" y="83338"/>
                </a:lnTo>
                <a:cubicBezTo>
                  <a:pt x="37313" y="83338"/>
                  <a:pt x="35713" y="84938"/>
                  <a:pt x="35713" y="86904"/>
                </a:cubicBezTo>
                <a:lnTo>
                  <a:pt x="35713" y="91669"/>
                </a:lnTo>
                <a:cubicBezTo>
                  <a:pt x="35713" y="96263"/>
                  <a:pt x="39450" y="100000"/>
                  <a:pt x="44045" y="100000"/>
                </a:cubicBezTo>
                <a:lnTo>
                  <a:pt x="55955" y="100000"/>
                </a:lnTo>
                <a:cubicBezTo>
                  <a:pt x="60550" y="100000"/>
                  <a:pt x="64287" y="96263"/>
                  <a:pt x="64287" y="91669"/>
                </a:cubicBezTo>
                <a:lnTo>
                  <a:pt x="64287" y="86904"/>
                </a:lnTo>
                <a:cubicBezTo>
                  <a:pt x="64287" y="84938"/>
                  <a:pt x="62687" y="83338"/>
                  <a:pt x="60710" y="83338"/>
                </a:cubicBezTo>
                <a:close/>
                <a:moveTo>
                  <a:pt x="76071" y="164"/>
                </a:moveTo>
                <a:cubicBezTo>
                  <a:pt x="74585" y="-304"/>
                  <a:pt x="72973" y="255"/>
                  <a:pt x="72071" y="1524"/>
                </a:cubicBezTo>
                <a:lnTo>
                  <a:pt x="58458" y="20975"/>
                </a:lnTo>
                <a:lnTo>
                  <a:pt x="50617" y="8781"/>
                </a:lnTo>
                <a:cubicBezTo>
                  <a:pt x="50103" y="7981"/>
                  <a:pt x="49280" y="7421"/>
                  <a:pt x="48343" y="7227"/>
                </a:cubicBezTo>
                <a:cubicBezTo>
                  <a:pt x="47405" y="7021"/>
                  <a:pt x="46434" y="7215"/>
                  <a:pt x="45634" y="7741"/>
                </a:cubicBezTo>
                <a:lnTo>
                  <a:pt x="37587" y="13112"/>
                </a:lnTo>
                <a:lnTo>
                  <a:pt x="27746" y="1295"/>
                </a:lnTo>
                <a:cubicBezTo>
                  <a:pt x="26775" y="142"/>
                  <a:pt x="25198" y="-293"/>
                  <a:pt x="23781" y="221"/>
                </a:cubicBezTo>
                <a:cubicBezTo>
                  <a:pt x="22374" y="736"/>
                  <a:pt x="21426" y="2073"/>
                  <a:pt x="21426" y="3581"/>
                </a:cubicBezTo>
                <a:lnTo>
                  <a:pt x="21426" y="34529"/>
                </a:lnTo>
                <a:cubicBezTo>
                  <a:pt x="21426" y="46094"/>
                  <a:pt x="32524" y="57053"/>
                  <a:pt x="35987" y="60196"/>
                </a:cubicBezTo>
                <a:lnTo>
                  <a:pt x="39336" y="78573"/>
                </a:lnTo>
                <a:lnTo>
                  <a:pt x="60664" y="78573"/>
                </a:lnTo>
                <a:lnTo>
                  <a:pt x="64013" y="60196"/>
                </a:lnTo>
                <a:cubicBezTo>
                  <a:pt x="67476" y="57053"/>
                  <a:pt x="78574" y="46094"/>
                  <a:pt x="78574" y="34529"/>
                </a:cubicBezTo>
                <a:lnTo>
                  <a:pt x="78574" y="3581"/>
                </a:lnTo>
                <a:cubicBezTo>
                  <a:pt x="78574" y="2015"/>
                  <a:pt x="77557" y="644"/>
                  <a:pt x="76071" y="16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3" name="Чёрный — SVG 26">
            <a:extLst>
              <a:ext uri="{FF2B5EF4-FFF2-40B4-BE49-F238E27FC236}">
                <a16:creationId xmlns:a16="http://schemas.microsoft.com/office/drawing/2014/main" id="{FC3F8728-F36B-5847-873F-319AC0EA2675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56634 w 113420"/>
              <a:gd name="csY0" fmla="*/ 1 h 145378"/>
              <a:gd name="csX1" fmla="*/ 52891 w 113420"/>
              <a:gd name="csY1" fmla="*/ 1617 h 145378"/>
              <a:gd name="csX2" fmla="*/ 51394 w 113420"/>
              <a:gd name="csY2" fmla="*/ 5394 h 145378"/>
              <a:gd name="csX3" fmla="*/ 51394 w 113420"/>
              <a:gd name="csY3" fmla="*/ 36575 h 145378"/>
              <a:gd name="csX4" fmla="*/ 42530 w 113420"/>
              <a:gd name="csY4" fmla="*/ 49691 h 145378"/>
              <a:gd name="csX5" fmla="*/ 42530 w 113420"/>
              <a:gd name="csY5" fmla="*/ 53246 h 145378"/>
              <a:gd name="csX6" fmla="*/ 30127 w 113420"/>
              <a:gd name="csY6" fmla="*/ 53246 h 145378"/>
              <a:gd name="csX7" fmla="*/ 7091 w 113420"/>
              <a:gd name="csY7" fmla="*/ 76279 h 145378"/>
              <a:gd name="csX8" fmla="*/ 7091 w 113420"/>
              <a:gd name="csY8" fmla="*/ 79817 h 145378"/>
              <a:gd name="csX9" fmla="*/ 269 w 113420"/>
              <a:gd name="csY9" fmla="*/ 127755 h 145378"/>
              <a:gd name="csX10" fmla="*/ 320 w 113420"/>
              <a:gd name="csY10" fmla="*/ 131276 h 145378"/>
              <a:gd name="csX11" fmla="*/ 2582 w 113420"/>
              <a:gd name="csY11" fmla="*/ 133998 h 145378"/>
              <a:gd name="csX12" fmla="*/ 53163 w 113420"/>
              <a:gd name="csY12" fmla="*/ 145378 h 145378"/>
              <a:gd name="csX13" fmla="*/ 84978 w 113420"/>
              <a:gd name="csY13" fmla="*/ 141636 h 145378"/>
              <a:gd name="csX14" fmla="*/ 88432 w 113420"/>
              <a:gd name="csY14" fmla="*/ 140905 h 145378"/>
              <a:gd name="csX15" fmla="*/ 110209 w 113420"/>
              <a:gd name="csY15" fmla="*/ 134321 h 145378"/>
              <a:gd name="csX16" fmla="*/ 113017 w 113420"/>
              <a:gd name="csY16" fmla="*/ 131463 h 145378"/>
              <a:gd name="csX17" fmla="*/ 113033 w 113420"/>
              <a:gd name="csY17" fmla="*/ 127466 h 145378"/>
              <a:gd name="csX18" fmla="*/ 106330 w 113420"/>
              <a:gd name="csY18" fmla="*/ 79817 h 145378"/>
              <a:gd name="csX19" fmla="*/ 106330 w 113420"/>
              <a:gd name="csY19" fmla="*/ 76279 h 145378"/>
              <a:gd name="csX20" fmla="*/ 83294 w 113420"/>
              <a:gd name="csY20" fmla="*/ 53246 h 145378"/>
              <a:gd name="csX21" fmla="*/ 70891 w 113420"/>
              <a:gd name="csY21" fmla="*/ 53246 h 145378"/>
              <a:gd name="csX22" fmla="*/ 70891 w 113420"/>
              <a:gd name="csY22" fmla="*/ 49691 h 145378"/>
              <a:gd name="csX23" fmla="*/ 62027 w 113420"/>
              <a:gd name="csY23" fmla="*/ 36575 h 145378"/>
              <a:gd name="csX24" fmla="*/ 62027 w 113420"/>
              <a:gd name="csY24" fmla="*/ 5394 h 145378"/>
              <a:gd name="csX25" fmla="*/ 61636 w 113420"/>
              <a:gd name="csY25" fmla="*/ 3319 h 145378"/>
              <a:gd name="csX26" fmla="*/ 60462 w 113420"/>
              <a:gd name="csY26" fmla="*/ 1549 h 145378"/>
              <a:gd name="csX27" fmla="*/ 58710 w 113420"/>
              <a:gd name="csY27" fmla="*/ 393 h 145378"/>
              <a:gd name="csX28" fmla="*/ 56634 w 113420"/>
              <a:gd name="csY28" fmla="*/ 1 h 145378"/>
              <a:gd name="csX29" fmla="*/ 17520 w 113420"/>
              <a:gd name="csY29" fmla="*/ 88680 h 145378"/>
              <a:gd name="csX30" fmla="*/ 95867 w 113420"/>
              <a:gd name="csY30" fmla="*/ 88680 h 145378"/>
              <a:gd name="csX31" fmla="*/ 101669 w 113420"/>
              <a:gd name="csY31" fmla="*/ 125969 h 145378"/>
              <a:gd name="csX32" fmla="*/ 89198 w 113420"/>
              <a:gd name="csY32" fmla="*/ 129898 h 145378"/>
              <a:gd name="csX33" fmla="*/ 85063 w 113420"/>
              <a:gd name="csY33" fmla="*/ 104399 h 145378"/>
              <a:gd name="csX34" fmla="*/ 84621 w 113420"/>
              <a:gd name="csY34" fmla="*/ 102323 h 145378"/>
              <a:gd name="csX35" fmla="*/ 83396 w 113420"/>
              <a:gd name="csY35" fmla="*/ 100605 h 145378"/>
              <a:gd name="csX36" fmla="*/ 81610 w 113420"/>
              <a:gd name="csY36" fmla="*/ 99482 h 145378"/>
              <a:gd name="csX37" fmla="*/ 79517 w 113420"/>
              <a:gd name="csY37" fmla="*/ 99142 h 145378"/>
              <a:gd name="csX38" fmla="*/ 77458 w 113420"/>
              <a:gd name="csY38" fmla="*/ 99653 h 145378"/>
              <a:gd name="csX39" fmla="*/ 75774 w 113420"/>
              <a:gd name="csY39" fmla="*/ 100928 h 145378"/>
              <a:gd name="csX40" fmla="*/ 74702 w 113420"/>
              <a:gd name="csY40" fmla="*/ 102748 h 145378"/>
              <a:gd name="csX41" fmla="*/ 74447 w 113420"/>
              <a:gd name="csY41" fmla="*/ 104858 h 145378"/>
              <a:gd name="csX42" fmla="*/ 78786 w 113420"/>
              <a:gd name="csY42" fmla="*/ 132075 h 145378"/>
              <a:gd name="csX43" fmla="*/ 53163 w 113420"/>
              <a:gd name="csY43" fmla="*/ 134746 h 145378"/>
              <a:gd name="csX44" fmla="*/ 38940 w 113420"/>
              <a:gd name="csY44" fmla="*/ 133607 h 145378"/>
              <a:gd name="csX45" fmla="*/ 42479 w 113420"/>
              <a:gd name="csY45" fmla="*/ 119521 h 145378"/>
              <a:gd name="csX46" fmla="*/ 42360 w 113420"/>
              <a:gd name="csY46" fmla="*/ 117446 h 145378"/>
              <a:gd name="csX47" fmla="*/ 41458 w 113420"/>
              <a:gd name="csY47" fmla="*/ 115575 h 145378"/>
              <a:gd name="csX48" fmla="*/ 39910 w 113420"/>
              <a:gd name="csY48" fmla="*/ 114197 h 145378"/>
              <a:gd name="csX49" fmla="*/ 37936 w 113420"/>
              <a:gd name="csY49" fmla="*/ 113516 h 145378"/>
              <a:gd name="csX50" fmla="*/ 35861 w 113420"/>
              <a:gd name="csY50" fmla="*/ 113653 h 145378"/>
              <a:gd name="csX51" fmla="*/ 33989 w 113420"/>
              <a:gd name="csY51" fmla="*/ 114554 h 145378"/>
              <a:gd name="csX52" fmla="*/ 32628 w 113420"/>
              <a:gd name="csY52" fmla="*/ 116119 h 145378"/>
              <a:gd name="csX53" fmla="*/ 31948 w 113420"/>
              <a:gd name="csY53" fmla="*/ 118075 h 145378"/>
              <a:gd name="csX54" fmla="*/ 28613 w 113420"/>
              <a:gd name="csY54" fmla="*/ 131565 h 145378"/>
              <a:gd name="csX55" fmla="*/ 28460 w 113420"/>
              <a:gd name="csY55" fmla="*/ 131889 h 145378"/>
              <a:gd name="csX56" fmla="*/ 11549 w 113420"/>
              <a:gd name="csY56" fmla="*/ 126343 h 145378"/>
              <a:gd name="csX57" fmla="*/ 17520 w 113420"/>
              <a:gd name="csY57" fmla="*/ 88680 h 145378"/>
            </a:gdLst>
            <a:ahLst/>
            <a:cxnLst/>
            <a:rect l="l" t="t" r="r" b="b"/>
            <a:pathLst>
              <a:path w="100000" h="100000">
                <a:moveTo>
                  <a:pt x="49948" y="1"/>
                </a:moveTo>
                <a:cubicBezTo>
                  <a:pt x="48976" y="12"/>
                  <a:pt x="48052" y="411"/>
                  <a:pt x="47373" y="1112"/>
                </a:cubicBezTo>
                <a:cubicBezTo>
                  <a:pt x="46706" y="1803"/>
                  <a:pt x="46332" y="2739"/>
                  <a:pt x="46343" y="3710"/>
                </a:cubicBezTo>
                <a:lnTo>
                  <a:pt x="46343" y="25159"/>
                </a:lnTo>
                <a:cubicBezTo>
                  <a:pt x="42774" y="26610"/>
                  <a:pt x="40246" y="30097"/>
                  <a:pt x="40246" y="34181"/>
                </a:cubicBezTo>
                <a:lnTo>
                  <a:pt x="40246" y="36626"/>
                </a:lnTo>
                <a:lnTo>
                  <a:pt x="31715" y="36626"/>
                </a:lnTo>
                <a:cubicBezTo>
                  <a:pt x="22973" y="36626"/>
                  <a:pt x="15869" y="43729"/>
                  <a:pt x="15869" y="52469"/>
                </a:cubicBezTo>
                <a:lnTo>
                  <a:pt x="15869" y="54903"/>
                </a:lnTo>
                <a:cubicBezTo>
                  <a:pt x="15869" y="73801"/>
                  <a:pt x="11176" y="87878"/>
                  <a:pt x="11176" y="87878"/>
                </a:cubicBezTo>
                <a:cubicBezTo>
                  <a:pt x="10918" y="88662"/>
                  <a:pt x="10930" y="89516"/>
                  <a:pt x="11211" y="90300"/>
                </a:cubicBezTo>
                <a:cubicBezTo>
                  <a:pt x="11504" y="91084"/>
                  <a:pt x="12054" y="91739"/>
                  <a:pt x="12767" y="92172"/>
                </a:cubicBezTo>
                <a:cubicBezTo>
                  <a:pt x="12767" y="92172"/>
                  <a:pt x="25981" y="100000"/>
                  <a:pt x="47560" y="100000"/>
                </a:cubicBezTo>
                <a:cubicBezTo>
                  <a:pt x="55834" y="100000"/>
                  <a:pt x="63102" y="98795"/>
                  <a:pt x="69444" y="97426"/>
                </a:cubicBezTo>
                <a:cubicBezTo>
                  <a:pt x="70264" y="97531"/>
                  <a:pt x="71106" y="97356"/>
                  <a:pt x="71820" y="96923"/>
                </a:cubicBezTo>
                <a:cubicBezTo>
                  <a:pt x="80726" y="94793"/>
                  <a:pt x="86800" y="92394"/>
                  <a:pt x="86800" y="92394"/>
                </a:cubicBezTo>
                <a:cubicBezTo>
                  <a:pt x="87678" y="92020"/>
                  <a:pt x="88368" y="91318"/>
                  <a:pt x="88731" y="90428"/>
                </a:cubicBezTo>
                <a:cubicBezTo>
                  <a:pt x="89094" y="89551"/>
                  <a:pt x="89106" y="88556"/>
                  <a:pt x="88742" y="87679"/>
                </a:cubicBezTo>
                <a:cubicBezTo>
                  <a:pt x="88742" y="87679"/>
                  <a:pt x="84132" y="76305"/>
                  <a:pt x="84132" y="54903"/>
                </a:cubicBezTo>
                <a:lnTo>
                  <a:pt x="84132" y="52469"/>
                </a:lnTo>
                <a:cubicBezTo>
                  <a:pt x="84132" y="43729"/>
                  <a:pt x="77028" y="36626"/>
                  <a:pt x="68286" y="36626"/>
                </a:cubicBezTo>
                <a:lnTo>
                  <a:pt x="59755" y="36626"/>
                </a:lnTo>
                <a:lnTo>
                  <a:pt x="59755" y="34181"/>
                </a:lnTo>
                <a:cubicBezTo>
                  <a:pt x="59755" y="30097"/>
                  <a:pt x="57227" y="26610"/>
                  <a:pt x="53657" y="25159"/>
                </a:cubicBezTo>
                <a:lnTo>
                  <a:pt x="53657" y="3710"/>
                </a:lnTo>
                <a:cubicBezTo>
                  <a:pt x="53669" y="3219"/>
                  <a:pt x="53576" y="2739"/>
                  <a:pt x="53388" y="2283"/>
                </a:cubicBezTo>
                <a:cubicBezTo>
                  <a:pt x="53201" y="1826"/>
                  <a:pt x="52932" y="1417"/>
                  <a:pt x="52581" y="1065"/>
                </a:cubicBezTo>
                <a:cubicBezTo>
                  <a:pt x="52242" y="726"/>
                  <a:pt x="51832" y="457"/>
                  <a:pt x="51376" y="270"/>
                </a:cubicBezTo>
                <a:cubicBezTo>
                  <a:pt x="50919" y="83"/>
                  <a:pt x="50427" y="-11"/>
                  <a:pt x="49948" y="1"/>
                </a:cubicBezTo>
                <a:close/>
                <a:moveTo>
                  <a:pt x="23043" y="61000"/>
                </a:moveTo>
                <a:lnTo>
                  <a:pt x="76935" y="61000"/>
                </a:lnTo>
                <a:cubicBezTo>
                  <a:pt x="77473" y="75100"/>
                  <a:pt x="79767" y="83068"/>
                  <a:pt x="80926" y="86649"/>
                </a:cubicBezTo>
                <a:cubicBezTo>
                  <a:pt x="79287" y="87281"/>
                  <a:pt x="77484" y="88030"/>
                  <a:pt x="72347" y="89352"/>
                </a:cubicBezTo>
                <a:cubicBezTo>
                  <a:pt x="71388" y="86473"/>
                  <a:pt x="69913" y="81254"/>
                  <a:pt x="69503" y="71812"/>
                </a:cubicBezTo>
                <a:cubicBezTo>
                  <a:pt x="69491" y="71320"/>
                  <a:pt x="69386" y="70841"/>
                  <a:pt x="69199" y="70384"/>
                </a:cubicBezTo>
                <a:cubicBezTo>
                  <a:pt x="69000" y="69940"/>
                  <a:pt x="68707" y="69530"/>
                  <a:pt x="68356" y="69202"/>
                </a:cubicBezTo>
                <a:cubicBezTo>
                  <a:pt x="68005" y="68863"/>
                  <a:pt x="67584" y="68605"/>
                  <a:pt x="67128" y="68430"/>
                </a:cubicBezTo>
                <a:cubicBezTo>
                  <a:pt x="66659" y="68254"/>
                  <a:pt x="66180" y="68184"/>
                  <a:pt x="65688" y="68196"/>
                </a:cubicBezTo>
                <a:cubicBezTo>
                  <a:pt x="65196" y="68219"/>
                  <a:pt x="64717" y="68336"/>
                  <a:pt x="64272" y="68548"/>
                </a:cubicBezTo>
                <a:cubicBezTo>
                  <a:pt x="63827" y="68758"/>
                  <a:pt x="63441" y="69062"/>
                  <a:pt x="63113" y="69425"/>
                </a:cubicBezTo>
                <a:cubicBezTo>
                  <a:pt x="62786" y="69787"/>
                  <a:pt x="62540" y="70220"/>
                  <a:pt x="62376" y="70676"/>
                </a:cubicBezTo>
                <a:cubicBezTo>
                  <a:pt x="62224" y="71145"/>
                  <a:pt x="62166" y="71636"/>
                  <a:pt x="62201" y="72128"/>
                </a:cubicBezTo>
                <a:cubicBezTo>
                  <a:pt x="62598" y="81360"/>
                  <a:pt x="64026" y="87105"/>
                  <a:pt x="65185" y="90849"/>
                </a:cubicBezTo>
                <a:cubicBezTo>
                  <a:pt x="59872" y="91856"/>
                  <a:pt x="54056" y="92687"/>
                  <a:pt x="47560" y="92687"/>
                </a:cubicBezTo>
                <a:cubicBezTo>
                  <a:pt x="43886" y="92687"/>
                  <a:pt x="40843" y="92277"/>
                  <a:pt x="37777" y="91903"/>
                </a:cubicBezTo>
                <a:cubicBezTo>
                  <a:pt x="38654" y="89586"/>
                  <a:pt x="39591" y="86790"/>
                  <a:pt x="40211" y="82214"/>
                </a:cubicBezTo>
                <a:cubicBezTo>
                  <a:pt x="40281" y="81735"/>
                  <a:pt x="40258" y="81254"/>
                  <a:pt x="40129" y="80787"/>
                </a:cubicBezTo>
                <a:cubicBezTo>
                  <a:pt x="40012" y="80318"/>
                  <a:pt x="39801" y="79886"/>
                  <a:pt x="39509" y="79500"/>
                </a:cubicBezTo>
                <a:cubicBezTo>
                  <a:pt x="39216" y="79114"/>
                  <a:pt x="38853" y="78797"/>
                  <a:pt x="38444" y="78552"/>
                </a:cubicBezTo>
                <a:cubicBezTo>
                  <a:pt x="38022" y="78306"/>
                  <a:pt x="37566" y="78154"/>
                  <a:pt x="37086" y="78083"/>
                </a:cubicBezTo>
                <a:cubicBezTo>
                  <a:pt x="36607" y="78025"/>
                  <a:pt x="36127" y="78048"/>
                  <a:pt x="35659" y="78178"/>
                </a:cubicBezTo>
                <a:cubicBezTo>
                  <a:pt x="35190" y="78295"/>
                  <a:pt x="34758" y="78505"/>
                  <a:pt x="34371" y="78797"/>
                </a:cubicBezTo>
                <a:cubicBezTo>
                  <a:pt x="33997" y="79090"/>
                  <a:pt x="33669" y="79453"/>
                  <a:pt x="33435" y="79874"/>
                </a:cubicBezTo>
                <a:cubicBezTo>
                  <a:pt x="33189" y="80284"/>
                  <a:pt x="33026" y="80752"/>
                  <a:pt x="32967" y="81219"/>
                </a:cubicBezTo>
                <a:cubicBezTo>
                  <a:pt x="32323" y="85947"/>
                  <a:pt x="31375" y="88861"/>
                  <a:pt x="30673" y="90499"/>
                </a:cubicBezTo>
                <a:cubicBezTo>
                  <a:pt x="30591" y="90721"/>
                  <a:pt x="30638" y="90557"/>
                  <a:pt x="30568" y="90721"/>
                </a:cubicBezTo>
                <a:cubicBezTo>
                  <a:pt x="23745" y="89176"/>
                  <a:pt x="20597" y="87784"/>
                  <a:pt x="18935" y="86907"/>
                </a:cubicBezTo>
                <a:cubicBezTo>
                  <a:pt x="19942" y="83502"/>
                  <a:pt x="22435" y="74468"/>
                  <a:pt x="23043" y="610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4" name="Чёрный — SVG 27">
            <a:extLst>
              <a:ext uri="{FF2B5EF4-FFF2-40B4-BE49-F238E27FC236}">
                <a16:creationId xmlns:a16="http://schemas.microsoft.com/office/drawing/2014/main" id="{EDA53571-8E9A-1F42-A836-3D77E60CD778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38040 w 138310"/>
              <a:gd name="csY0" fmla="*/ 0 h 126443"/>
              <a:gd name="csX1" fmla="*/ 35783 w 138310"/>
              <a:gd name="csY1" fmla="*/ 85 h 126443"/>
              <a:gd name="csX2" fmla="*/ 15749 w 138310"/>
              <a:gd name="csY2" fmla="*/ 15906 h 126443"/>
              <a:gd name="csX3" fmla="*/ 13230 w 138310"/>
              <a:gd name="csY3" fmla="*/ 23662 h 126443"/>
              <a:gd name="csX4" fmla="*/ 5393 w 138310"/>
              <a:gd name="csY4" fmla="*/ 23662 h 126443"/>
              <a:gd name="csX5" fmla="*/ 3335 w 138310"/>
              <a:gd name="csY5" fmla="*/ 24054 h 126443"/>
              <a:gd name="csX6" fmla="*/ 1584 w 138310"/>
              <a:gd name="csY6" fmla="*/ 25194 h 126443"/>
              <a:gd name="csX7" fmla="*/ 412 w 138310"/>
              <a:gd name="csY7" fmla="*/ 26929 h 126443"/>
              <a:gd name="csX8" fmla="*/ 0 w 138310"/>
              <a:gd name="csY8" fmla="*/ 28987 h 126443"/>
              <a:gd name="csX9" fmla="*/ 412 w 138310"/>
              <a:gd name="csY9" fmla="*/ 31028 h 126443"/>
              <a:gd name="csX10" fmla="*/ 1584 w 138310"/>
              <a:gd name="csY10" fmla="*/ 32763 h 126443"/>
              <a:gd name="csX11" fmla="*/ 3335 w 138310"/>
              <a:gd name="csY11" fmla="*/ 33920 h 126443"/>
              <a:gd name="csX12" fmla="*/ 5393 w 138310"/>
              <a:gd name="csY12" fmla="*/ 34294 h 126443"/>
              <a:gd name="csX13" fmla="*/ 9774 w 138310"/>
              <a:gd name="csY13" fmla="*/ 34294 h 126443"/>
              <a:gd name="csX14" fmla="*/ 7857 w 138310"/>
              <a:gd name="csY14" fmla="*/ 40197 h 126443"/>
              <a:gd name="csX15" fmla="*/ 77 w 138310"/>
              <a:gd name="csY15" fmla="*/ 53789 h 126443"/>
              <a:gd name="csX16" fmla="*/ 77 w 138310"/>
              <a:gd name="csY16" fmla="*/ 99855 h 126443"/>
              <a:gd name="csX17" fmla="*/ 388 w 138310"/>
              <a:gd name="csY17" fmla="*/ 101641 h 126443"/>
              <a:gd name="csX18" fmla="*/ 77 w 138310"/>
              <a:gd name="csY18" fmla="*/ 101641 h 126443"/>
              <a:gd name="csX19" fmla="*/ 77 w 138310"/>
              <a:gd name="csY19" fmla="*/ 119350 h 126443"/>
              <a:gd name="csX20" fmla="*/ 7164 w 138310"/>
              <a:gd name="csY20" fmla="*/ 126444 h 126443"/>
              <a:gd name="csX21" fmla="*/ 14254 w 138310"/>
              <a:gd name="csY21" fmla="*/ 126444 h 126443"/>
              <a:gd name="csX22" fmla="*/ 21343 w 138310"/>
              <a:gd name="csY22" fmla="*/ 119350 h 126443"/>
              <a:gd name="csX23" fmla="*/ 21343 w 138310"/>
              <a:gd name="csY23" fmla="*/ 106557 h 126443"/>
              <a:gd name="csX24" fmla="*/ 113498 w 138310"/>
              <a:gd name="csY24" fmla="*/ 114468 h 126443"/>
              <a:gd name="csX25" fmla="*/ 113498 w 138310"/>
              <a:gd name="csY25" fmla="*/ 119350 h 126443"/>
              <a:gd name="csX26" fmla="*/ 120588 w 138310"/>
              <a:gd name="csY26" fmla="*/ 126444 h 126443"/>
              <a:gd name="csX27" fmla="*/ 127677 w 138310"/>
              <a:gd name="csY27" fmla="*/ 126444 h 126443"/>
              <a:gd name="csX28" fmla="*/ 134765 w 138310"/>
              <a:gd name="csY28" fmla="*/ 119350 h 126443"/>
              <a:gd name="csX29" fmla="*/ 134765 w 138310"/>
              <a:gd name="csY29" fmla="*/ 112273 h 126443"/>
              <a:gd name="csX30" fmla="*/ 134460 w 138310"/>
              <a:gd name="csY30" fmla="*/ 112273 h 126443"/>
              <a:gd name="csX31" fmla="*/ 134765 w 138310"/>
              <a:gd name="csY31" fmla="*/ 110487 h 126443"/>
              <a:gd name="csX32" fmla="*/ 134765 w 138310"/>
              <a:gd name="csY32" fmla="*/ 71515 h 126443"/>
              <a:gd name="csX33" fmla="*/ 127254 w 138310"/>
              <a:gd name="csY33" fmla="*/ 58059 h 126443"/>
              <a:gd name="csX34" fmla="*/ 126520 w 138310"/>
              <a:gd name="csY34" fmla="*/ 53959 h 126443"/>
              <a:gd name="csX35" fmla="*/ 131566 w 138310"/>
              <a:gd name="csY35" fmla="*/ 55371 h 126443"/>
              <a:gd name="csX36" fmla="*/ 133635 w 138310"/>
              <a:gd name="csY36" fmla="*/ 55524 h 126443"/>
              <a:gd name="csX37" fmla="*/ 135607 w 138310"/>
              <a:gd name="csY37" fmla="*/ 54878 h 126443"/>
              <a:gd name="csX38" fmla="*/ 137181 w 138310"/>
              <a:gd name="csY38" fmla="*/ 53517 h 126443"/>
              <a:gd name="csX39" fmla="*/ 138117 w 138310"/>
              <a:gd name="csY39" fmla="*/ 51680 h 126443"/>
              <a:gd name="csX40" fmla="*/ 138271 w 138310"/>
              <a:gd name="csY40" fmla="*/ 49604 h 126443"/>
              <a:gd name="csX41" fmla="*/ 137623 w 138310"/>
              <a:gd name="csY41" fmla="*/ 47631 h 126443"/>
              <a:gd name="csX42" fmla="*/ 136271 w 138310"/>
              <a:gd name="csY42" fmla="*/ 46066 h 126443"/>
              <a:gd name="csX43" fmla="*/ 134420 w 138310"/>
              <a:gd name="csY43" fmla="*/ 45131 h 126443"/>
              <a:gd name="csX44" fmla="*/ 124429 w 138310"/>
              <a:gd name="csY44" fmla="*/ 42357 h 126443"/>
              <a:gd name="csX45" fmla="*/ 122927 w 138310"/>
              <a:gd name="csY45" fmla="*/ 34005 h 126443"/>
              <a:gd name="csX46" fmla="*/ 122927 w 138310"/>
              <a:gd name="csY46" fmla="*/ 33988 h 126443"/>
              <a:gd name="csX47" fmla="*/ 103406 w 138310"/>
              <a:gd name="csY47" fmla="*/ 14800 h 126443"/>
              <a:gd name="csX48" fmla="*/ 102332 w 138310"/>
              <a:gd name="csY48" fmla="*/ 14748 h 126443"/>
              <a:gd name="csX49" fmla="*/ 73908 w 138310"/>
              <a:gd name="csY49" fmla="*/ 16501 h 126443"/>
              <a:gd name="csX50" fmla="*/ 45703 w 138310"/>
              <a:gd name="csY50" fmla="*/ 1514 h 126443"/>
              <a:gd name="csX51" fmla="*/ 44873 w 138310"/>
              <a:gd name="csY51" fmla="*/ 1157 h 126443"/>
              <a:gd name="csX52" fmla="*/ 38040 w 138310"/>
              <a:gd name="csY52" fmla="*/ 0 h 126443"/>
              <a:gd name="csX53" fmla="*/ 36455 w 138310"/>
              <a:gd name="csY53" fmla="*/ 10700 h 126443"/>
              <a:gd name="csX54" fmla="*/ 41329 w 138310"/>
              <a:gd name="csY54" fmla="*/ 11227 h 126443"/>
              <a:gd name="csX55" fmla="*/ 70245 w 138310"/>
              <a:gd name="csY55" fmla="*/ 26588 h 126443"/>
              <a:gd name="csX56" fmla="*/ 73062 w 138310"/>
              <a:gd name="csY56" fmla="*/ 27201 h 126443"/>
              <a:gd name="csX57" fmla="*/ 102111 w 138310"/>
              <a:gd name="csY57" fmla="*/ 25414 h 126443"/>
              <a:gd name="csX58" fmla="*/ 112425 w 138310"/>
              <a:gd name="csY58" fmla="*/ 35655 h 126443"/>
              <a:gd name="csX59" fmla="*/ 112440 w 138310"/>
              <a:gd name="csY59" fmla="*/ 35774 h 126443"/>
              <a:gd name="csX60" fmla="*/ 115914 w 138310"/>
              <a:gd name="csY60" fmla="*/ 55065 h 126443"/>
              <a:gd name="csX61" fmla="*/ 106264 w 138310"/>
              <a:gd name="csY61" fmla="*/ 53653 h 126443"/>
              <a:gd name="csX62" fmla="*/ 105863 w 138310"/>
              <a:gd name="csY62" fmla="*/ 53602 h 126443"/>
              <a:gd name="csX63" fmla="*/ 83759 w 138310"/>
              <a:gd name="csY63" fmla="*/ 52037 h 126443"/>
              <a:gd name="csX64" fmla="*/ 75783 w 138310"/>
              <a:gd name="csY64" fmla="*/ 48924 h 126443"/>
              <a:gd name="csX65" fmla="*/ 70293 w 138310"/>
              <a:gd name="csY65" fmla="*/ 45777 h 126443"/>
              <a:gd name="csX66" fmla="*/ 66611 w 138310"/>
              <a:gd name="csY66" fmla="*/ 44994 h 126443"/>
              <a:gd name="csX67" fmla="*/ 44949 w 138310"/>
              <a:gd name="csY67" fmla="*/ 48328 h 126443"/>
              <a:gd name="csX68" fmla="*/ 19494 w 138310"/>
              <a:gd name="csY68" fmla="*/ 38785 h 126443"/>
              <a:gd name="csX69" fmla="*/ 25864 w 138310"/>
              <a:gd name="csY69" fmla="*/ 19189 h 126443"/>
              <a:gd name="csX70" fmla="*/ 36455 w 138310"/>
              <a:gd name="csY70" fmla="*/ 10700 h 126443"/>
              <a:gd name="csX71" fmla="*/ 28431 w 138310"/>
              <a:gd name="csY71" fmla="*/ 66190 h 126443"/>
              <a:gd name="csX72" fmla="*/ 35521 w 138310"/>
              <a:gd name="csY72" fmla="*/ 73284 h 126443"/>
              <a:gd name="csX73" fmla="*/ 28431 w 138310"/>
              <a:gd name="csY73" fmla="*/ 80377 h 126443"/>
              <a:gd name="csX74" fmla="*/ 21343 w 138310"/>
              <a:gd name="csY74" fmla="*/ 73284 h 126443"/>
              <a:gd name="csX75" fmla="*/ 28431 w 138310"/>
              <a:gd name="csY75" fmla="*/ 66190 h 126443"/>
              <a:gd name="csX76" fmla="*/ 55015 w 138310"/>
              <a:gd name="csY76" fmla="*/ 73284 h 126443"/>
              <a:gd name="csX77" fmla="*/ 65648 w 138310"/>
              <a:gd name="csY77" fmla="*/ 73284 h 126443"/>
              <a:gd name="csX78" fmla="*/ 68030 w 138310"/>
              <a:gd name="csY78" fmla="*/ 73845 h 126443"/>
              <a:gd name="csX79" fmla="*/ 82207 w 138310"/>
              <a:gd name="csY79" fmla="*/ 80939 h 126443"/>
              <a:gd name="csX80" fmla="*/ 84582 w 138310"/>
              <a:gd name="csY80" fmla="*/ 88067 h 126443"/>
              <a:gd name="csX81" fmla="*/ 79818 w 138310"/>
              <a:gd name="csY81" fmla="*/ 91009 h 126443"/>
              <a:gd name="csX82" fmla="*/ 77445 w 138310"/>
              <a:gd name="csY82" fmla="*/ 90448 h 126443"/>
              <a:gd name="csX83" fmla="*/ 64396 w 138310"/>
              <a:gd name="csY83" fmla="*/ 83916 h 126443"/>
              <a:gd name="csX84" fmla="*/ 55015 w 138310"/>
              <a:gd name="csY84" fmla="*/ 83916 h 126443"/>
              <a:gd name="csX85" fmla="*/ 49698 w 138310"/>
              <a:gd name="csY85" fmla="*/ 78591 h 126443"/>
              <a:gd name="csX86" fmla="*/ 55015 w 138310"/>
              <a:gd name="csY86" fmla="*/ 73284 h 126443"/>
              <a:gd name="csX87" fmla="*/ 106410 w 138310"/>
              <a:gd name="csY87" fmla="*/ 76822 h 126443"/>
              <a:gd name="csX88" fmla="*/ 113498 w 138310"/>
              <a:gd name="csY88" fmla="*/ 83916 h 126443"/>
              <a:gd name="csX89" fmla="*/ 106410 w 138310"/>
              <a:gd name="csY89" fmla="*/ 91009 h 126443"/>
              <a:gd name="csX90" fmla="*/ 99321 w 138310"/>
              <a:gd name="csY90" fmla="*/ 83916 h 126443"/>
              <a:gd name="csX91" fmla="*/ 106410 w 138310"/>
              <a:gd name="csY91" fmla="*/ 76822 h 126443"/>
            </a:gdLst>
            <a:ahLst/>
            <a:cxnLst/>
            <a:rect l="l" t="t" r="r" b="b"/>
            <a:pathLst>
              <a:path w="100000" h="100000">
                <a:moveTo>
                  <a:pt x="27503" y="4290"/>
                </a:moveTo>
                <a:cubicBezTo>
                  <a:pt x="26956" y="4290"/>
                  <a:pt x="26412" y="4302"/>
                  <a:pt x="25872" y="4351"/>
                </a:cubicBezTo>
                <a:cubicBezTo>
                  <a:pt x="19389" y="4905"/>
                  <a:pt x="13515" y="9247"/>
                  <a:pt x="11387" y="15790"/>
                </a:cubicBezTo>
                <a:lnTo>
                  <a:pt x="9565" y="21398"/>
                </a:lnTo>
                <a:lnTo>
                  <a:pt x="3899" y="21398"/>
                </a:lnTo>
                <a:cubicBezTo>
                  <a:pt x="3389" y="21398"/>
                  <a:pt x="2883" y="21484"/>
                  <a:pt x="2411" y="21681"/>
                </a:cubicBezTo>
                <a:cubicBezTo>
                  <a:pt x="1938" y="21866"/>
                  <a:pt x="1508" y="22148"/>
                  <a:pt x="1145" y="22506"/>
                </a:cubicBezTo>
                <a:cubicBezTo>
                  <a:pt x="782" y="22862"/>
                  <a:pt x="495" y="23292"/>
                  <a:pt x="298" y="23760"/>
                </a:cubicBezTo>
                <a:cubicBezTo>
                  <a:pt x="100" y="24227"/>
                  <a:pt x="0" y="24732"/>
                  <a:pt x="0" y="25248"/>
                </a:cubicBezTo>
                <a:cubicBezTo>
                  <a:pt x="0" y="25752"/>
                  <a:pt x="100" y="26257"/>
                  <a:pt x="298" y="26724"/>
                </a:cubicBezTo>
                <a:cubicBezTo>
                  <a:pt x="495" y="27203"/>
                  <a:pt x="782" y="27622"/>
                  <a:pt x="1145" y="27978"/>
                </a:cubicBezTo>
                <a:cubicBezTo>
                  <a:pt x="1508" y="28335"/>
                  <a:pt x="1938" y="28618"/>
                  <a:pt x="2411" y="28815"/>
                </a:cubicBezTo>
                <a:cubicBezTo>
                  <a:pt x="2883" y="28999"/>
                  <a:pt x="3389" y="29097"/>
                  <a:pt x="3899" y="29085"/>
                </a:cubicBezTo>
                <a:lnTo>
                  <a:pt x="7067" y="29085"/>
                </a:lnTo>
                <a:lnTo>
                  <a:pt x="5681" y="33353"/>
                </a:lnTo>
                <a:cubicBezTo>
                  <a:pt x="2335" y="35382"/>
                  <a:pt x="56" y="39023"/>
                  <a:pt x="56" y="43180"/>
                </a:cubicBezTo>
                <a:lnTo>
                  <a:pt x="56" y="76487"/>
                </a:lnTo>
                <a:cubicBezTo>
                  <a:pt x="56" y="76930"/>
                  <a:pt x="133" y="77360"/>
                  <a:pt x="281" y="77778"/>
                </a:cubicBezTo>
                <a:lnTo>
                  <a:pt x="56" y="77778"/>
                </a:lnTo>
                <a:lnTo>
                  <a:pt x="56" y="90582"/>
                </a:lnTo>
                <a:cubicBezTo>
                  <a:pt x="56" y="93422"/>
                  <a:pt x="2348" y="95711"/>
                  <a:pt x="5180" y="95711"/>
                </a:cubicBezTo>
                <a:lnTo>
                  <a:pt x="10306" y="95711"/>
                </a:lnTo>
                <a:cubicBezTo>
                  <a:pt x="13137" y="95711"/>
                  <a:pt x="15431" y="93422"/>
                  <a:pt x="15431" y="90582"/>
                </a:cubicBezTo>
                <a:lnTo>
                  <a:pt x="15431" y="81332"/>
                </a:lnTo>
                <a:lnTo>
                  <a:pt x="82061" y="87052"/>
                </a:lnTo>
                <a:lnTo>
                  <a:pt x="82061" y="90582"/>
                </a:lnTo>
                <a:cubicBezTo>
                  <a:pt x="82061" y="93422"/>
                  <a:pt x="84355" y="95711"/>
                  <a:pt x="87187" y="95711"/>
                </a:cubicBezTo>
                <a:lnTo>
                  <a:pt x="92312" y="95711"/>
                </a:lnTo>
                <a:cubicBezTo>
                  <a:pt x="95144" y="95711"/>
                  <a:pt x="97437" y="93422"/>
                  <a:pt x="97437" y="90582"/>
                </a:cubicBezTo>
                <a:lnTo>
                  <a:pt x="97437" y="85465"/>
                </a:lnTo>
                <a:lnTo>
                  <a:pt x="97216" y="85465"/>
                </a:lnTo>
                <a:cubicBezTo>
                  <a:pt x="97363" y="85047"/>
                  <a:pt x="97437" y="84617"/>
                  <a:pt x="97437" y="84174"/>
                </a:cubicBezTo>
                <a:lnTo>
                  <a:pt x="97437" y="55996"/>
                </a:lnTo>
                <a:cubicBezTo>
                  <a:pt x="97437" y="51913"/>
                  <a:pt x="95248" y="48322"/>
                  <a:pt x="92006" y="46267"/>
                </a:cubicBezTo>
                <a:lnTo>
                  <a:pt x="91476" y="43303"/>
                </a:lnTo>
                <a:lnTo>
                  <a:pt x="95124" y="44324"/>
                </a:lnTo>
                <a:cubicBezTo>
                  <a:pt x="95611" y="44459"/>
                  <a:pt x="96120" y="44496"/>
                  <a:pt x="96620" y="44435"/>
                </a:cubicBezTo>
                <a:cubicBezTo>
                  <a:pt x="97122" y="44373"/>
                  <a:pt x="97607" y="44213"/>
                  <a:pt x="98046" y="43968"/>
                </a:cubicBezTo>
                <a:cubicBezTo>
                  <a:pt x="98485" y="43722"/>
                  <a:pt x="98872" y="43389"/>
                  <a:pt x="99184" y="42984"/>
                </a:cubicBezTo>
                <a:cubicBezTo>
                  <a:pt x="99495" y="42589"/>
                  <a:pt x="99724" y="42135"/>
                  <a:pt x="99860" y="41655"/>
                </a:cubicBezTo>
                <a:cubicBezTo>
                  <a:pt x="99996" y="41163"/>
                  <a:pt x="100033" y="40659"/>
                  <a:pt x="99972" y="40154"/>
                </a:cubicBezTo>
                <a:cubicBezTo>
                  <a:pt x="99912" y="39650"/>
                  <a:pt x="99752" y="39171"/>
                  <a:pt x="99503" y="38728"/>
                </a:cubicBezTo>
                <a:cubicBezTo>
                  <a:pt x="99256" y="38285"/>
                  <a:pt x="98923" y="37904"/>
                  <a:pt x="98526" y="37596"/>
                </a:cubicBezTo>
                <a:cubicBezTo>
                  <a:pt x="98128" y="37277"/>
                  <a:pt x="97673" y="37055"/>
                  <a:pt x="97187" y="36920"/>
                </a:cubicBezTo>
                <a:lnTo>
                  <a:pt x="89964" y="34915"/>
                </a:lnTo>
                <a:lnTo>
                  <a:pt x="88878" y="28876"/>
                </a:lnTo>
                <a:lnTo>
                  <a:pt x="88878" y="28864"/>
                </a:lnTo>
                <a:cubicBezTo>
                  <a:pt x="87736" y="21657"/>
                  <a:pt x="81990" y="16011"/>
                  <a:pt x="74764" y="14991"/>
                </a:cubicBezTo>
                <a:cubicBezTo>
                  <a:pt x="74507" y="14953"/>
                  <a:pt x="74246" y="14941"/>
                  <a:pt x="73987" y="14953"/>
                </a:cubicBezTo>
                <a:lnTo>
                  <a:pt x="53436" y="16220"/>
                </a:lnTo>
                <a:lnTo>
                  <a:pt x="33044" y="5385"/>
                </a:lnTo>
                <a:cubicBezTo>
                  <a:pt x="32852" y="5274"/>
                  <a:pt x="32651" y="5188"/>
                  <a:pt x="32444" y="5127"/>
                </a:cubicBezTo>
                <a:cubicBezTo>
                  <a:pt x="30809" y="4585"/>
                  <a:pt x="29145" y="4315"/>
                  <a:pt x="27503" y="4290"/>
                </a:cubicBezTo>
                <a:close/>
                <a:moveTo>
                  <a:pt x="26357" y="12026"/>
                </a:moveTo>
                <a:cubicBezTo>
                  <a:pt x="27507" y="11916"/>
                  <a:pt x="28701" y="12039"/>
                  <a:pt x="29881" y="12407"/>
                </a:cubicBezTo>
                <a:lnTo>
                  <a:pt x="50788" y="23513"/>
                </a:lnTo>
                <a:cubicBezTo>
                  <a:pt x="51413" y="23845"/>
                  <a:pt x="52118" y="24006"/>
                  <a:pt x="52825" y="23957"/>
                </a:cubicBezTo>
                <a:lnTo>
                  <a:pt x="73828" y="22665"/>
                </a:lnTo>
                <a:cubicBezTo>
                  <a:pt x="77665" y="23280"/>
                  <a:pt x="80675" y="26220"/>
                  <a:pt x="81285" y="30069"/>
                </a:cubicBezTo>
                <a:cubicBezTo>
                  <a:pt x="81288" y="30106"/>
                  <a:pt x="81292" y="30131"/>
                  <a:pt x="81296" y="30155"/>
                </a:cubicBezTo>
                <a:lnTo>
                  <a:pt x="83807" y="44103"/>
                </a:lnTo>
                <a:lnTo>
                  <a:pt x="76830" y="43082"/>
                </a:lnTo>
                <a:cubicBezTo>
                  <a:pt x="76734" y="43057"/>
                  <a:pt x="76637" y="43057"/>
                  <a:pt x="76540" y="43045"/>
                </a:cubicBezTo>
                <a:cubicBezTo>
                  <a:pt x="76540" y="43045"/>
                  <a:pt x="63405" y="42122"/>
                  <a:pt x="60559" y="41913"/>
                </a:cubicBezTo>
                <a:cubicBezTo>
                  <a:pt x="59914" y="41864"/>
                  <a:pt x="57006" y="40819"/>
                  <a:pt x="54792" y="39663"/>
                </a:cubicBezTo>
                <a:cubicBezTo>
                  <a:pt x="52578" y="38507"/>
                  <a:pt x="50823" y="37387"/>
                  <a:pt x="50823" y="37387"/>
                </a:cubicBezTo>
                <a:cubicBezTo>
                  <a:pt x="50034" y="36883"/>
                  <a:pt x="49087" y="36674"/>
                  <a:pt x="48161" y="36821"/>
                </a:cubicBezTo>
                <a:lnTo>
                  <a:pt x="32499" y="39232"/>
                </a:lnTo>
                <a:lnTo>
                  <a:pt x="14094" y="32332"/>
                </a:lnTo>
                <a:lnTo>
                  <a:pt x="18700" y="18164"/>
                </a:lnTo>
                <a:cubicBezTo>
                  <a:pt x="19849" y="14633"/>
                  <a:pt x="22908" y="12334"/>
                  <a:pt x="26357" y="12026"/>
                </a:cubicBezTo>
                <a:close/>
                <a:moveTo>
                  <a:pt x="20556" y="52146"/>
                </a:moveTo>
                <a:cubicBezTo>
                  <a:pt x="23388" y="52146"/>
                  <a:pt x="25682" y="54446"/>
                  <a:pt x="25682" y="57275"/>
                </a:cubicBezTo>
                <a:cubicBezTo>
                  <a:pt x="25682" y="60104"/>
                  <a:pt x="23388" y="62404"/>
                  <a:pt x="20556" y="62404"/>
                </a:cubicBezTo>
                <a:cubicBezTo>
                  <a:pt x="17725" y="62404"/>
                  <a:pt x="15431" y="60104"/>
                  <a:pt x="15431" y="57275"/>
                </a:cubicBezTo>
                <a:cubicBezTo>
                  <a:pt x="15431" y="54446"/>
                  <a:pt x="17725" y="52146"/>
                  <a:pt x="20556" y="52146"/>
                </a:cubicBezTo>
                <a:close/>
                <a:moveTo>
                  <a:pt x="39777" y="57275"/>
                </a:moveTo>
                <a:lnTo>
                  <a:pt x="47464" y="57275"/>
                </a:lnTo>
                <a:cubicBezTo>
                  <a:pt x="48062" y="57275"/>
                  <a:pt x="48650" y="57411"/>
                  <a:pt x="49187" y="57681"/>
                </a:cubicBezTo>
                <a:lnTo>
                  <a:pt x="59437" y="62810"/>
                </a:lnTo>
                <a:cubicBezTo>
                  <a:pt x="61336" y="63757"/>
                  <a:pt x="62103" y="66069"/>
                  <a:pt x="61154" y="67964"/>
                </a:cubicBezTo>
                <a:cubicBezTo>
                  <a:pt x="60480" y="69304"/>
                  <a:pt x="59119" y="70091"/>
                  <a:pt x="57709" y="70091"/>
                </a:cubicBezTo>
                <a:cubicBezTo>
                  <a:pt x="57132" y="70091"/>
                  <a:pt x="56545" y="69956"/>
                  <a:pt x="55994" y="69685"/>
                </a:cubicBezTo>
                <a:lnTo>
                  <a:pt x="46559" y="64962"/>
                </a:lnTo>
                <a:lnTo>
                  <a:pt x="39777" y="64962"/>
                </a:lnTo>
                <a:cubicBezTo>
                  <a:pt x="37652" y="64962"/>
                  <a:pt x="35932" y="63240"/>
                  <a:pt x="35932" y="61112"/>
                </a:cubicBezTo>
                <a:cubicBezTo>
                  <a:pt x="35932" y="58997"/>
                  <a:pt x="37652" y="57275"/>
                  <a:pt x="39777" y="57275"/>
                </a:cubicBezTo>
                <a:close/>
                <a:moveTo>
                  <a:pt x="76936" y="59833"/>
                </a:moveTo>
                <a:cubicBezTo>
                  <a:pt x="79768" y="59833"/>
                  <a:pt x="82061" y="62133"/>
                  <a:pt x="82061" y="64962"/>
                </a:cubicBezTo>
                <a:cubicBezTo>
                  <a:pt x="82061" y="67791"/>
                  <a:pt x="79768" y="70091"/>
                  <a:pt x="76936" y="70091"/>
                </a:cubicBezTo>
                <a:cubicBezTo>
                  <a:pt x="74103" y="70091"/>
                  <a:pt x="71810" y="67791"/>
                  <a:pt x="71810" y="64962"/>
                </a:cubicBezTo>
                <a:cubicBezTo>
                  <a:pt x="71810" y="62133"/>
                  <a:pt x="74103" y="59833"/>
                  <a:pt x="76936" y="5983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5" name="Чёрный — SVG 28">
            <a:extLst>
              <a:ext uri="{FF2B5EF4-FFF2-40B4-BE49-F238E27FC236}">
                <a16:creationId xmlns:a16="http://schemas.microsoft.com/office/drawing/2014/main" id="{EA6E36ED-F571-4C4E-AB3D-1CFDAF7B8EF1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63877 w 141854"/>
              <a:gd name="csY0" fmla="*/ 0 h 148847"/>
              <a:gd name="csX1" fmla="*/ 42610 w 141854"/>
              <a:gd name="csY1" fmla="*/ 21264 h 148847"/>
              <a:gd name="csX2" fmla="*/ 5393 w 141854"/>
              <a:gd name="csY2" fmla="*/ 21264 h 148847"/>
              <a:gd name="csX3" fmla="*/ 3335 w 141854"/>
              <a:gd name="csY3" fmla="*/ 21655 h 148847"/>
              <a:gd name="csX4" fmla="*/ 1584 w 141854"/>
              <a:gd name="csY4" fmla="*/ 22795 h 148847"/>
              <a:gd name="csX5" fmla="*/ 412 w 141854"/>
              <a:gd name="csY5" fmla="*/ 24530 h 148847"/>
              <a:gd name="csX6" fmla="*/ 0 w 141854"/>
              <a:gd name="csY6" fmla="*/ 26572 h 148847"/>
              <a:gd name="csX7" fmla="*/ 412 w 141854"/>
              <a:gd name="csY7" fmla="*/ 28630 h 148847"/>
              <a:gd name="csX8" fmla="*/ 1584 w 141854"/>
              <a:gd name="csY8" fmla="*/ 30365 h 148847"/>
              <a:gd name="csX9" fmla="*/ 3335 w 141854"/>
              <a:gd name="csY9" fmla="*/ 31505 h 148847"/>
              <a:gd name="csX10" fmla="*/ 5393 w 141854"/>
              <a:gd name="csY10" fmla="*/ 31896 h 148847"/>
              <a:gd name="csX11" fmla="*/ 14254 w 141854"/>
              <a:gd name="csY11" fmla="*/ 31896 h 148847"/>
              <a:gd name="csX12" fmla="*/ 14254 w 141854"/>
              <a:gd name="csY12" fmla="*/ 122259 h 148847"/>
              <a:gd name="csX13" fmla="*/ 33748 w 141854"/>
              <a:gd name="csY13" fmla="*/ 141754 h 148847"/>
              <a:gd name="csX14" fmla="*/ 69663 w 141854"/>
              <a:gd name="csY14" fmla="*/ 141754 h 148847"/>
              <a:gd name="csX15" fmla="*/ 56787 w 141854"/>
              <a:gd name="csY15" fmla="*/ 109858 h 148847"/>
              <a:gd name="csX16" fmla="*/ 74510 w 141854"/>
              <a:gd name="csY16" fmla="*/ 73607 h 148847"/>
              <a:gd name="csX17" fmla="*/ 74510 w 141854"/>
              <a:gd name="csY17" fmla="*/ 54929 h 148847"/>
              <a:gd name="csX18" fmla="*/ 79827 w 141854"/>
              <a:gd name="csY18" fmla="*/ 49621 h 148847"/>
              <a:gd name="csX19" fmla="*/ 85144 w 141854"/>
              <a:gd name="csY19" fmla="*/ 54929 h 148847"/>
              <a:gd name="csX20" fmla="*/ 85144 w 141854"/>
              <a:gd name="csY20" fmla="*/ 67330 h 148847"/>
              <a:gd name="csX21" fmla="*/ 102865 w 141854"/>
              <a:gd name="csY21" fmla="*/ 63792 h 148847"/>
              <a:gd name="csX22" fmla="*/ 113498 w 141854"/>
              <a:gd name="csY22" fmla="*/ 65067 h 148847"/>
              <a:gd name="csX23" fmla="*/ 113498 w 141854"/>
              <a:gd name="csY23" fmla="*/ 31896 h 148847"/>
              <a:gd name="csX24" fmla="*/ 122360 w 141854"/>
              <a:gd name="csY24" fmla="*/ 31896 h 148847"/>
              <a:gd name="csX25" fmla="*/ 124417 w 141854"/>
              <a:gd name="csY25" fmla="*/ 31505 h 148847"/>
              <a:gd name="csX26" fmla="*/ 126168 w 141854"/>
              <a:gd name="csY26" fmla="*/ 30365 h 148847"/>
              <a:gd name="csX27" fmla="*/ 127340 w 141854"/>
              <a:gd name="csY27" fmla="*/ 28630 h 148847"/>
              <a:gd name="csX28" fmla="*/ 127752 w 141854"/>
              <a:gd name="csY28" fmla="*/ 26572 h 148847"/>
              <a:gd name="csX29" fmla="*/ 127340 w 141854"/>
              <a:gd name="csY29" fmla="*/ 24530 h 148847"/>
              <a:gd name="csX30" fmla="*/ 126168 w 141854"/>
              <a:gd name="csY30" fmla="*/ 22795 h 148847"/>
              <a:gd name="csX31" fmla="*/ 124417 w 141854"/>
              <a:gd name="csY31" fmla="*/ 21655 h 148847"/>
              <a:gd name="csX32" fmla="*/ 122360 w 141854"/>
              <a:gd name="csY32" fmla="*/ 21264 h 148847"/>
              <a:gd name="csX33" fmla="*/ 85144 w 141854"/>
              <a:gd name="csY33" fmla="*/ 21264 h 148847"/>
              <a:gd name="csX34" fmla="*/ 63877 w 141854"/>
              <a:gd name="csY34" fmla="*/ 0 h 148847"/>
              <a:gd name="csX35" fmla="*/ 63877 w 141854"/>
              <a:gd name="csY35" fmla="*/ 10632 h 148847"/>
              <a:gd name="csX36" fmla="*/ 74510 w 141854"/>
              <a:gd name="csY36" fmla="*/ 21264 h 148847"/>
              <a:gd name="csX37" fmla="*/ 53243 w 141854"/>
              <a:gd name="csY37" fmla="*/ 21264 h 148847"/>
              <a:gd name="csX38" fmla="*/ 63877 w 141854"/>
              <a:gd name="csY38" fmla="*/ 10632 h 148847"/>
              <a:gd name="csX39" fmla="*/ 47927 w 141854"/>
              <a:gd name="csY39" fmla="*/ 49621 h 148847"/>
              <a:gd name="csX40" fmla="*/ 53243 w 141854"/>
              <a:gd name="csY40" fmla="*/ 54929 h 148847"/>
              <a:gd name="csX41" fmla="*/ 53243 w 141854"/>
              <a:gd name="csY41" fmla="*/ 108089 h 148847"/>
              <a:gd name="csX42" fmla="*/ 47927 w 141854"/>
              <a:gd name="csY42" fmla="*/ 113413 h 148847"/>
              <a:gd name="csX43" fmla="*/ 42610 w 141854"/>
              <a:gd name="csY43" fmla="*/ 108089 h 148847"/>
              <a:gd name="csX44" fmla="*/ 42610 w 141854"/>
              <a:gd name="csY44" fmla="*/ 54929 h 148847"/>
              <a:gd name="csX45" fmla="*/ 47927 w 141854"/>
              <a:gd name="csY45" fmla="*/ 49621 h 148847"/>
              <a:gd name="csX46" fmla="*/ 102865 w 141854"/>
              <a:gd name="csY46" fmla="*/ 70885 h 148847"/>
              <a:gd name="csX47" fmla="*/ 63877 w 141854"/>
              <a:gd name="csY47" fmla="*/ 109858 h 148847"/>
              <a:gd name="csX48" fmla="*/ 102865 w 141854"/>
              <a:gd name="csY48" fmla="*/ 148847 h 148847"/>
              <a:gd name="csX49" fmla="*/ 141854 w 141854"/>
              <a:gd name="csY49" fmla="*/ 109858 h 148847"/>
              <a:gd name="csX50" fmla="*/ 102865 w 141854"/>
              <a:gd name="csY50" fmla="*/ 70885 h 148847"/>
              <a:gd name="csX51" fmla="*/ 85144 w 141854"/>
              <a:gd name="csY51" fmla="*/ 88594 h 148847"/>
              <a:gd name="csX52" fmla="*/ 87648 w 141854"/>
              <a:gd name="csY52" fmla="*/ 89631 h 148847"/>
              <a:gd name="csX53" fmla="*/ 102865 w 141854"/>
              <a:gd name="csY53" fmla="*/ 104856 h 148847"/>
              <a:gd name="csX54" fmla="*/ 118082 w 141854"/>
              <a:gd name="csY54" fmla="*/ 89631 h 148847"/>
              <a:gd name="csX55" fmla="*/ 123094 w 141854"/>
              <a:gd name="csY55" fmla="*/ 89631 h 148847"/>
              <a:gd name="csX56" fmla="*/ 123094 w 141854"/>
              <a:gd name="csY56" fmla="*/ 94650 h 148847"/>
              <a:gd name="csX57" fmla="*/ 107877 w 141854"/>
              <a:gd name="csY57" fmla="*/ 109858 h 148847"/>
              <a:gd name="csX58" fmla="*/ 123094 w 141854"/>
              <a:gd name="csY58" fmla="*/ 125083 h 148847"/>
              <a:gd name="csX59" fmla="*/ 123094 w 141854"/>
              <a:gd name="csY59" fmla="*/ 130084 h 148847"/>
              <a:gd name="csX60" fmla="*/ 120588 w 141854"/>
              <a:gd name="csY60" fmla="*/ 131122 h 148847"/>
              <a:gd name="csX61" fmla="*/ 118082 w 141854"/>
              <a:gd name="csY61" fmla="*/ 130084 h 148847"/>
              <a:gd name="csX62" fmla="*/ 102865 w 141854"/>
              <a:gd name="csY62" fmla="*/ 114876 h 148847"/>
              <a:gd name="csX63" fmla="*/ 87648 w 141854"/>
              <a:gd name="csY63" fmla="*/ 130084 h 148847"/>
              <a:gd name="csX64" fmla="*/ 85144 w 141854"/>
              <a:gd name="csY64" fmla="*/ 131122 h 148847"/>
              <a:gd name="csX65" fmla="*/ 82638 w 141854"/>
              <a:gd name="csY65" fmla="*/ 130084 h 148847"/>
              <a:gd name="csX66" fmla="*/ 82638 w 141854"/>
              <a:gd name="csY66" fmla="*/ 125083 h 148847"/>
              <a:gd name="csX67" fmla="*/ 97853 w 141854"/>
              <a:gd name="csY67" fmla="*/ 109858 h 148847"/>
              <a:gd name="csX68" fmla="*/ 82638 w 141854"/>
              <a:gd name="csY68" fmla="*/ 94650 h 148847"/>
              <a:gd name="csX69" fmla="*/ 82638 w 141854"/>
              <a:gd name="csY69" fmla="*/ 89631 h 148847"/>
              <a:gd name="csX70" fmla="*/ 85144 w 141854"/>
              <a:gd name="csY70" fmla="*/ 88594 h 148847"/>
            </a:gdLst>
            <a:ahLst/>
            <a:cxnLst/>
            <a:rect l="l" t="t" r="r" b="b"/>
            <a:pathLst>
              <a:path w="100000" h="100000">
                <a:moveTo>
                  <a:pt x="45264" y="0"/>
                </a:moveTo>
                <a:cubicBezTo>
                  <a:pt x="37415" y="0"/>
                  <a:pt x="30976" y="6434"/>
                  <a:pt x="30976" y="14286"/>
                </a:cubicBezTo>
                <a:lnTo>
                  <a:pt x="5972" y="14286"/>
                </a:lnTo>
                <a:cubicBezTo>
                  <a:pt x="5498" y="14274"/>
                  <a:pt x="5028" y="14366"/>
                  <a:pt x="4590" y="14548"/>
                </a:cubicBezTo>
                <a:cubicBezTo>
                  <a:pt x="4150" y="14720"/>
                  <a:pt x="3750" y="14983"/>
                  <a:pt x="3413" y="15314"/>
                </a:cubicBezTo>
                <a:cubicBezTo>
                  <a:pt x="3076" y="15646"/>
                  <a:pt x="2809" y="16046"/>
                  <a:pt x="2626" y="16480"/>
                </a:cubicBezTo>
                <a:cubicBezTo>
                  <a:pt x="2443" y="16915"/>
                  <a:pt x="2349" y="17383"/>
                  <a:pt x="2349" y="17852"/>
                </a:cubicBezTo>
                <a:cubicBezTo>
                  <a:pt x="2349" y="18332"/>
                  <a:pt x="2443" y="18800"/>
                  <a:pt x="2626" y="19235"/>
                </a:cubicBezTo>
                <a:cubicBezTo>
                  <a:pt x="2809" y="19669"/>
                  <a:pt x="3076" y="20069"/>
                  <a:pt x="3413" y="20400"/>
                </a:cubicBezTo>
                <a:cubicBezTo>
                  <a:pt x="3750" y="20731"/>
                  <a:pt x="4150" y="20995"/>
                  <a:pt x="4590" y="21166"/>
                </a:cubicBezTo>
                <a:cubicBezTo>
                  <a:pt x="5028" y="21349"/>
                  <a:pt x="5498" y="21440"/>
                  <a:pt x="5972" y="21429"/>
                </a:cubicBezTo>
                <a:lnTo>
                  <a:pt x="11925" y="21429"/>
                </a:lnTo>
                <a:lnTo>
                  <a:pt x="11925" y="82137"/>
                </a:lnTo>
                <a:cubicBezTo>
                  <a:pt x="11925" y="89360"/>
                  <a:pt x="17799" y="95235"/>
                  <a:pt x="25022" y="95235"/>
                </a:cubicBezTo>
                <a:lnTo>
                  <a:pt x="49151" y="95235"/>
                </a:lnTo>
                <a:cubicBezTo>
                  <a:pt x="43803" y="89680"/>
                  <a:pt x="40500" y="82137"/>
                  <a:pt x="40500" y="73806"/>
                </a:cubicBezTo>
                <a:cubicBezTo>
                  <a:pt x="40500" y="63909"/>
                  <a:pt x="45170" y="55108"/>
                  <a:pt x="52407" y="49451"/>
                </a:cubicBezTo>
                <a:lnTo>
                  <a:pt x="52407" y="36903"/>
                </a:lnTo>
                <a:cubicBezTo>
                  <a:pt x="52407" y="34937"/>
                  <a:pt x="54007" y="33337"/>
                  <a:pt x="55979" y="33337"/>
                </a:cubicBezTo>
                <a:cubicBezTo>
                  <a:pt x="57951" y="33337"/>
                  <a:pt x="59551" y="34937"/>
                  <a:pt x="59551" y="36903"/>
                </a:cubicBezTo>
                <a:lnTo>
                  <a:pt x="59551" y="45234"/>
                </a:lnTo>
                <a:cubicBezTo>
                  <a:pt x="63218" y="43714"/>
                  <a:pt x="67238" y="42857"/>
                  <a:pt x="71457" y="42857"/>
                </a:cubicBezTo>
                <a:cubicBezTo>
                  <a:pt x="73919" y="42857"/>
                  <a:pt x="76303" y="43177"/>
                  <a:pt x="78601" y="43714"/>
                </a:cubicBezTo>
                <a:lnTo>
                  <a:pt x="78601" y="21429"/>
                </a:lnTo>
                <a:lnTo>
                  <a:pt x="84554" y="21429"/>
                </a:lnTo>
                <a:cubicBezTo>
                  <a:pt x="85028" y="21440"/>
                  <a:pt x="85498" y="21349"/>
                  <a:pt x="85936" y="21166"/>
                </a:cubicBezTo>
                <a:cubicBezTo>
                  <a:pt x="86376" y="20995"/>
                  <a:pt x="86775" y="20731"/>
                  <a:pt x="87113" y="20400"/>
                </a:cubicBezTo>
                <a:cubicBezTo>
                  <a:pt x="87450" y="20069"/>
                  <a:pt x="87717" y="19669"/>
                  <a:pt x="87900" y="19235"/>
                </a:cubicBezTo>
                <a:cubicBezTo>
                  <a:pt x="88083" y="18800"/>
                  <a:pt x="88177" y="18332"/>
                  <a:pt x="88177" y="17852"/>
                </a:cubicBezTo>
                <a:cubicBezTo>
                  <a:pt x="88177" y="17383"/>
                  <a:pt x="88083" y="16915"/>
                  <a:pt x="87900" y="16480"/>
                </a:cubicBezTo>
                <a:cubicBezTo>
                  <a:pt x="87717" y="16046"/>
                  <a:pt x="87450" y="15646"/>
                  <a:pt x="87113" y="15314"/>
                </a:cubicBezTo>
                <a:cubicBezTo>
                  <a:pt x="86775" y="14983"/>
                  <a:pt x="86376" y="14720"/>
                  <a:pt x="85936" y="14548"/>
                </a:cubicBezTo>
                <a:cubicBezTo>
                  <a:pt x="85498" y="14366"/>
                  <a:pt x="85028" y="14274"/>
                  <a:pt x="84554" y="14286"/>
                </a:cubicBezTo>
                <a:lnTo>
                  <a:pt x="59551" y="14286"/>
                </a:lnTo>
                <a:cubicBezTo>
                  <a:pt x="59551" y="6434"/>
                  <a:pt x="53111" y="0"/>
                  <a:pt x="45264" y="0"/>
                </a:cubicBezTo>
                <a:close/>
                <a:moveTo>
                  <a:pt x="45264" y="7143"/>
                </a:moveTo>
                <a:cubicBezTo>
                  <a:pt x="49249" y="7143"/>
                  <a:pt x="52407" y="10297"/>
                  <a:pt x="52407" y="14286"/>
                </a:cubicBezTo>
                <a:lnTo>
                  <a:pt x="38119" y="14286"/>
                </a:lnTo>
                <a:cubicBezTo>
                  <a:pt x="38119" y="10297"/>
                  <a:pt x="41277" y="7143"/>
                  <a:pt x="45264" y="7143"/>
                </a:cubicBezTo>
                <a:close/>
                <a:moveTo>
                  <a:pt x="34548" y="33337"/>
                </a:moveTo>
                <a:cubicBezTo>
                  <a:pt x="36520" y="33337"/>
                  <a:pt x="38119" y="34937"/>
                  <a:pt x="38119" y="36903"/>
                </a:cubicBezTo>
                <a:lnTo>
                  <a:pt x="38119" y="72618"/>
                </a:lnTo>
                <a:cubicBezTo>
                  <a:pt x="38119" y="74595"/>
                  <a:pt x="36520" y="76194"/>
                  <a:pt x="34548" y="76194"/>
                </a:cubicBezTo>
                <a:cubicBezTo>
                  <a:pt x="32576" y="76194"/>
                  <a:pt x="30976" y="74595"/>
                  <a:pt x="30976" y="72618"/>
                </a:cubicBezTo>
                <a:lnTo>
                  <a:pt x="30976" y="36903"/>
                </a:lnTo>
                <a:cubicBezTo>
                  <a:pt x="30976" y="34937"/>
                  <a:pt x="32576" y="33337"/>
                  <a:pt x="34548" y="33337"/>
                </a:cubicBezTo>
                <a:close/>
                <a:moveTo>
                  <a:pt x="71457" y="47623"/>
                </a:moveTo>
                <a:cubicBezTo>
                  <a:pt x="56991" y="47623"/>
                  <a:pt x="45264" y="59349"/>
                  <a:pt x="45264" y="73806"/>
                </a:cubicBezTo>
                <a:cubicBezTo>
                  <a:pt x="45264" y="88275"/>
                  <a:pt x="56991" y="100000"/>
                  <a:pt x="71457" y="100000"/>
                </a:cubicBezTo>
                <a:cubicBezTo>
                  <a:pt x="85923" y="100000"/>
                  <a:pt x="97651" y="88275"/>
                  <a:pt x="97651" y="73806"/>
                </a:cubicBezTo>
                <a:cubicBezTo>
                  <a:pt x="97651" y="59349"/>
                  <a:pt x="85923" y="47623"/>
                  <a:pt x="71457" y="47623"/>
                </a:cubicBezTo>
                <a:close/>
                <a:moveTo>
                  <a:pt x="59551" y="59520"/>
                </a:moveTo>
                <a:cubicBezTo>
                  <a:pt x="60159" y="59520"/>
                  <a:pt x="60769" y="59760"/>
                  <a:pt x="61234" y="60217"/>
                </a:cubicBezTo>
                <a:lnTo>
                  <a:pt x="71457" y="70445"/>
                </a:lnTo>
                <a:lnTo>
                  <a:pt x="81680" y="60217"/>
                </a:lnTo>
                <a:cubicBezTo>
                  <a:pt x="82610" y="59291"/>
                  <a:pt x="84116" y="59291"/>
                  <a:pt x="85047" y="60217"/>
                </a:cubicBezTo>
                <a:cubicBezTo>
                  <a:pt x="85978" y="61154"/>
                  <a:pt x="85978" y="62663"/>
                  <a:pt x="85047" y="63589"/>
                </a:cubicBezTo>
                <a:lnTo>
                  <a:pt x="74824" y="73806"/>
                </a:lnTo>
                <a:lnTo>
                  <a:pt x="85047" y="84035"/>
                </a:lnTo>
                <a:cubicBezTo>
                  <a:pt x="85978" y="84960"/>
                  <a:pt x="85978" y="86469"/>
                  <a:pt x="85047" y="87394"/>
                </a:cubicBezTo>
                <a:cubicBezTo>
                  <a:pt x="84583" y="87863"/>
                  <a:pt x="83972" y="88092"/>
                  <a:pt x="83364" y="88092"/>
                </a:cubicBezTo>
                <a:cubicBezTo>
                  <a:pt x="82754" y="88092"/>
                  <a:pt x="82144" y="87863"/>
                  <a:pt x="81680" y="87394"/>
                </a:cubicBezTo>
                <a:lnTo>
                  <a:pt x="71457" y="77177"/>
                </a:lnTo>
                <a:lnTo>
                  <a:pt x="61234" y="87394"/>
                </a:lnTo>
                <a:cubicBezTo>
                  <a:pt x="60769" y="87863"/>
                  <a:pt x="60160" y="88092"/>
                  <a:pt x="59551" y="88092"/>
                </a:cubicBezTo>
                <a:cubicBezTo>
                  <a:pt x="58941" y="88092"/>
                  <a:pt x="58331" y="87863"/>
                  <a:pt x="57868" y="87394"/>
                </a:cubicBezTo>
                <a:cubicBezTo>
                  <a:pt x="56936" y="86469"/>
                  <a:pt x="56936" y="84960"/>
                  <a:pt x="57868" y="84035"/>
                </a:cubicBezTo>
                <a:lnTo>
                  <a:pt x="68090" y="73806"/>
                </a:lnTo>
                <a:lnTo>
                  <a:pt x="57868" y="63589"/>
                </a:lnTo>
                <a:cubicBezTo>
                  <a:pt x="56936" y="62663"/>
                  <a:pt x="56936" y="61154"/>
                  <a:pt x="57868" y="60217"/>
                </a:cubicBezTo>
                <a:cubicBezTo>
                  <a:pt x="58333" y="59760"/>
                  <a:pt x="58942" y="59520"/>
                  <a:pt x="59551" y="5952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6" name="Чёрный — SVG 29">
            <a:extLst>
              <a:ext uri="{FF2B5EF4-FFF2-40B4-BE49-F238E27FC236}">
                <a16:creationId xmlns:a16="http://schemas.microsoft.com/office/drawing/2014/main" id="{55319E3D-040B-9E42-A24E-05C740F17AF8}"/>
              </a:ext>
            </a:extLst>
          </p:cNvPr>
          <p:cNvSpPr>
            <a:spLocks noGrp="1"/>
          </p:cNvSpPr>
          <p:nvPr/>
        </p:nvSpPr>
        <p:spPr>
          <a:xfrm>
            <a:off x="6420000" y="3210000"/>
            <a:ext cx="220000" cy="220000"/>
          </a:xfrm>
          <a:custGeom>
            <a:avLst/>
            <a:gdLst>
              <a:gd name="csX0" fmla="*/ 106402 w 127668"/>
              <a:gd name="csY0" fmla="*/ 0 h 141838"/>
              <a:gd name="csX1" fmla="*/ 96381 w 127668"/>
              <a:gd name="csY1" fmla="*/ 4151 h 141838"/>
              <a:gd name="csX2" fmla="*/ 92230 w 127668"/>
              <a:gd name="csY2" fmla="*/ 14170 h 141838"/>
              <a:gd name="csX3" fmla="*/ 96381 w 127668"/>
              <a:gd name="csY3" fmla="*/ 24207 h 141838"/>
              <a:gd name="csX4" fmla="*/ 106402 w 127668"/>
              <a:gd name="csY4" fmla="*/ 28357 h 141838"/>
              <a:gd name="csX5" fmla="*/ 116440 w 127668"/>
              <a:gd name="csY5" fmla="*/ 24207 h 141838"/>
              <a:gd name="csX6" fmla="*/ 120591 w 127668"/>
              <a:gd name="csY6" fmla="*/ 14170 h 141838"/>
              <a:gd name="csX7" fmla="*/ 116440 w 127668"/>
              <a:gd name="csY7" fmla="*/ 4151 h 141838"/>
              <a:gd name="csX8" fmla="*/ 106402 w 127668"/>
              <a:gd name="csY8" fmla="*/ 0 h 141838"/>
              <a:gd name="csX9" fmla="*/ 47927 w 127668"/>
              <a:gd name="csY9" fmla="*/ 35434 h 141838"/>
              <a:gd name="csX10" fmla="*/ 42602 w 127668"/>
              <a:gd name="csY10" fmla="*/ 40759 h 141838"/>
              <a:gd name="csX11" fmla="*/ 47927 w 127668"/>
              <a:gd name="csY11" fmla="*/ 46066 h 141838"/>
              <a:gd name="csX12" fmla="*/ 83366 w 127668"/>
              <a:gd name="csY12" fmla="*/ 46066 h 141838"/>
              <a:gd name="csX13" fmla="*/ 88691 w 127668"/>
              <a:gd name="csY13" fmla="*/ 51390 h 141838"/>
              <a:gd name="csX14" fmla="*/ 88691 w 127668"/>
              <a:gd name="csY14" fmla="*/ 93918 h 141838"/>
              <a:gd name="csX15" fmla="*/ 88691 w 127668"/>
              <a:gd name="csY15" fmla="*/ 99226 h 141838"/>
              <a:gd name="csX16" fmla="*/ 88691 w 127668"/>
              <a:gd name="csY16" fmla="*/ 136446 h 141838"/>
              <a:gd name="csX17" fmla="*/ 89065 w 127668"/>
              <a:gd name="csY17" fmla="*/ 138504 h 141838"/>
              <a:gd name="csX18" fmla="*/ 90222 w 127668"/>
              <a:gd name="csY18" fmla="*/ 140256 h 141838"/>
              <a:gd name="csX19" fmla="*/ 91958 w 127668"/>
              <a:gd name="csY19" fmla="*/ 141430 h 141838"/>
              <a:gd name="csX20" fmla="*/ 93999 w 127668"/>
              <a:gd name="csY20" fmla="*/ 141838 h 141838"/>
              <a:gd name="csX21" fmla="*/ 96058 w 127668"/>
              <a:gd name="csY21" fmla="*/ 141430 h 141838"/>
              <a:gd name="csX22" fmla="*/ 97793 w 127668"/>
              <a:gd name="csY22" fmla="*/ 140256 h 141838"/>
              <a:gd name="csX23" fmla="*/ 98933 w 127668"/>
              <a:gd name="csY23" fmla="*/ 138504 h 141838"/>
              <a:gd name="csX24" fmla="*/ 99324 w 127668"/>
              <a:gd name="csY24" fmla="*/ 136446 h 141838"/>
              <a:gd name="csX25" fmla="*/ 99324 w 127668"/>
              <a:gd name="csY25" fmla="*/ 99226 h 141838"/>
              <a:gd name="csX26" fmla="*/ 113496 w 127668"/>
              <a:gd name="csY26" fmla="*/ 99226 h 141838"/>
              <a:gd name="csX27" fmla="*/ 113496 w 127668"/>
              <a:gd name="csY27" fmla="*/ 136446 h 141838"/>
              <a:gd name="csX28" fmla="*/ 113888 w 127668"/>
              <a:gd name="csY28" fmla="*/ 138504 h 141838"/>
              <a:gd name="csX29" fmla="*/ 115028 w 127668"/>
              <a:gd name="csY29" fmla="*/ 140256 h 141838"/>
              <a:gd name="csX30" fmla="*/ 116763 w 127668"/>
              <a:gd name="csY30" fmla="*/ 141430 h 141838"/>
              <a:gd name="csX31" fmla="*/ 118822 w 127668"/>
              <a:gd name="csY31" fmla="*/ 141838 h 141838"/>
              <a:gd name="csX32" fmla="*/ 120863 w 127668"/>
              <a:gd name="csY32" fmla="*/ 141430 h 141838"/>
              <a:gd name="csX33" fmla="*/ 122599 w 127668"/>
              <a:gd name="csY33" fmla="*/ 140256 h 141838"/>
              <a:gd name="csX34" fmla="*/ 123756 w 127668"/>
              <a:gd name="csY34" fmla="*/ 138504 h 141838"/>
              <a:gd name="csX35" fmla="*/ 124130 w 127668"/>
              <a:gd name="csY35" fmla="*/ 136446 h 141838"/>
              <a:gd name="csX36" fmla="*/ 124130 w 127668"/>
              <a:gd name="csY36" fmla="*/ 102458 h 141838"/>
              <a:gd name="csX37" fmla="*/ 127669 w 127668"/>
              <a:gd name="csY37" fmla="*/ 97457 h 141838"/>
              <a:gd name="csX38" fmla="*/ 127669 w 127668"/>
              <a:gd name="csY38" fmla="*/ 54929 h 141838"/>
              <a:gd name="csX39" fmla="*/ 108188 w 127668"/>
              <a:gd name="csY39" fmla="*/ 35434 h 141838"/>
              <a:gd name="csX40" fmla="*/ 47927 w 127668"/>
              <a:gd name="csY40" fmla="*/ 35434 h 141838"/>
              <a:gd name="csX41" fmla="*/ 35524 w 127668"/>
              <a:gd name="csY41" fmla="*/ 49621 h 141838"/>
              <a:gd name="csX42" fmla="*/ 30505 w 127668"/>
              <a:gd name="csY42" fmla="*/ 51697 h 141838"/>
              <a:gd name="csX43" fmla="*/ 28429 w 127668"/>
              <a:gd name="csY43" fmla="*/ 56698 h 141838"/>
              <a:gd name="csX44" fmla="*/ 30505 w 127668"/>
              <a:gd name="csY44" fmla="*/ 61716 h 141838"/>
              <a:gd name="csX45" fmla="*/ 35524 w 127668"/>
              <a:gd name="csY45" fmla="*/ 63792 h 141838"/>
              <a:gd name="csX46" fmla="*/ 40526 w 127668"/>
              <a:gd name="csY46" fmla="*/ 61716 h 141838"/>
              <a:gd name="csX47" fmla="*/ 42602 w 127668"/>
              <a:gd name="csY47" fmla="*/ 56698 h 141838"/>
              <a:gd name="csX48" fmla="*/ 40526 w 127668"/>
              <a:gd name="csY48" fmla="*/ 51697 h 141838"/>
              <a:gd name="csX49" fmla="*/ 35524 w 127668"/>
              <a:gd name="csY49" fmla="*/ 49621 h 141838"/>
              <a:gd name="csX50" fmla="*/ 5393 w 127668"/>
              <a:gd name="csY50" fmla="*/ 70885 h 141838"/>
              <a:gd name="csX51" fmla="*/ 3335 w 127668"/>
              <a:gd name="csY51" fmla="*/ 71259 h 141838"/>
              <a:gd name="csX52" fmla="*/ 1582 w 127668"/>
              <a:gd name="csY52" fmla="*/ 72416 h 141838"/>
              <a:gd name="csX53" fmla="*/ 408 w 127668"/>
              <a:gd name="csY53" fmla="*/ 74152 h 141838"/>
              <a:gd name="csX54" fmla="*/ 0 w 127668"/>
              <a:gd name="csY54" fmla="*/ 76193 h 141838"/>
              <a:gd name="csX55" fmla="*/ 408 w 127668"/>
              <a:gd name="csY55" fmla="*/ 78251 h 141838"/>
              <a:gd name="csX56" fmla="*/ 1582 w 127668"/>
              <a:gd name="csY56" fmla="*/ 79986 h 141838"/>
              <a:gd name="csX57" fmla="*/ 3335 w 127668"/>
              <a:gd name="csY57" fmla="*/ 81126 h 141838"/>
              <a:gd name="csX58" fmla="*/ 5393 w 127668"/>
              <a:gd name="csY58" fmla="*/ 81517 h 141838"/>
              <a:gd name="csX59" fmla="*/ 5955 w 127668"/>
              <a:gd name="csY59" fmla="*/ 81517 h 141838"/>
              <a:gd name="csX60" fmla="*/ 11569 w 127668"/>
              <a:gd name="csY60" fmla="*/ 129250 h 141838"/>
              <a:gd name="csX61" fmla="*/ 25656 w 127668"/>
              <a:gd name="csY61" fmla="*/ 141754 h 141838"/>
              <a:gd name="csX62" fmla="*/ 35524 w 127668"/>
              <a:gd name="csY62" fmla="*/ 141754 h 141838"/>
              <a:gd name="csX63" fmla="*/ 45392 w 127668"/>
              <a:gd name="csY63" fmla="*/ 141754 h 141838"/>
              <a:gd name="csX64" fmla="*/ 59479 w 127668"/>
              <a:gd name="csY64" fmla="*/ 129233 h 141838"/>
              <a:gd name="csX65" fmla="*/ 65093 w 127668"/>
              <a:gd name="csY65" fmla="*/ 81517 h 141838"/>
              <a:gd name="csX66" fmla="*/ 65655 w 127668"/>
              <a:gd name="csY66" fmla="*/ 81517 h 141838"/>
              <a:gd name="csX67" fmla="*/ 67713 w 127668"/>
              <a:gd name="csY67" fmla="*/ 81126 h 141838"/>
              <a:gd name="csX68" fmla="*/ 69449 w 127668"/>
              <a:gd name="csY68" fmla="*/ 79986 h 141838"/>
              <a:gd name="csX69" fmla="*/ 70623 w 127668"/>
              <a:gd name="csY69" fmla="*/ 78251 h 141838"/>
              <a:gd name="csX70" fmla="*/ 71048 w 127668"/>
              <a:gd name="csY70" fmla="*/ 76193 h 141838"/>
              <a:gd name="csX71" fmla="*/ 70623 w 127668"/>
              <a:gd name="csY71" fmla="*/ 74152 h 141838"/>
              <a:gd name="csX72" fmla="*/ 69449 w 127668"/>
              <a:gd name="csY72" fmla="*/ 72416 h 141838"/>
              <a:gd name="csX73" fmla="*/ 67713 w 127668"/>
              <a:gd name="csY73" fmla="*/ 71259 h 141838"/>
              <a:gd name="csX74" fmla="*/ 65655 w 127668"/>
              <a:gd name="csY74" fmla="*/ 70885 h 141838"/>
              <a:gd name="csX75" fmla="*/ 5393 w 127668"/>
              <a:gd name="csY75" fmla="*/ 70885 h 141838"/>
              <a:gd name="csX76" fmla="*/ 31968 w 127668"/>
              <a:gd name="csY76" fmla="*/ 88594 h 141838"/>
              <a:gd name="csX77" fmla="*/ 39063 w 127668"/>
              <a:gd name="csY77" fmla="*/ 95687 h 141838"/>
              <a:gd name="csX78" fmla="*/ 31968 w 127668"/>
              <a:gd name="csY78" fmla="*/ 102781 h 141838"/>
              <a:gd name="csX79" fmla="*/ 24891 w 127668"/>
              <a:gd name="csY79" fmla="*/ 95687 h 141838"/>
              <a:gd name="csX80" fmla="*/ 31968 w 127668"/>
              <a:gd name="csY80" fmla="*/ 88594 h 141838"/>
              <a:gd name="csX81" fmla="*/ 39063 w 127668"/>
              <a:gd name="csY81" fmla="*/ 109858 h 141838"/>
              <a:gd name="csX82" fmla="*/ 46157 w 127668"/>
              <a:gd name="csY82" fmla="*/ 116951 h 141838"/>
              <a:gd name="csX83" fmla="*/ 39063 w 127668"/>
              <a:gd name="csY83" fmla="*/ 124045 h 141838"/>
              <a:gd name="csX84" fmla="*/ 31968 w 127668"/>
              <a:gd name="csY84" fmla="*/ 116951 h 141838"/>
              <a:gd name="csX85" fmla="*/ 39063 w 127668"/>
              <a:gd name="csY85" fmla="*/ 109858 h 141838"/>
            </a:gdLst>
            <a:ahLst/>
            <a:cxnLst/>
            <a:rect l="l" t="t" r="r" b="b"/>
            <a:pathLst>
              <a:path w="100000" h="100000">
                <a:moveTo>
                  <a:pt x="80012" y="0"/>
                </a:moveTo>
                <a:cubicBezTo>
                  <a:pt x="77361" y="0"/>
                  <a:pt x="74818" y="1055"/>
                  <a:pt x="72947" y="2927"/>
                </a:cubicBezTo>
                <a:cubicBezTo>
                  <a:pt x="71075" y="4797"/>
                  <a:pt x="70020" y="7340"/>
                  <a:pt x="70020" y="9990"/>
                </a:cubicBezTo>
                <a:cubicBezTo>
                  <a:pt x="70020" y="12641"/>
                  <a:pt x="71075" y="15184"/>
                  <a:pt x="72947" y="17067"/>
                </a:cubicBezTo>
                <a:cubicBezTo>
                  <a:pt x="74818" y="18938"/>
                  <a:pt x="77361" y="19993"/>
                  <a:pt x="80012" y="19993"/>
                </a:cubicBezTo>
                <a:cubicBezTo>
                  <a:pt x="82663" y="19993"/>
                  <a:pt x="85206" y="18938"/>
                  <a:pt x="87089" y="17067"/>
                </a:cubicBezTo>
                <a:cubicBezTo>
                  <a:pt x="88960" y="15184"/>
                  <a:pt x="90015" y="12641"/>
                  <a:pt x="90015" y="9990"/>
                </a:cubicBezTo>
                <a:cubicBezTo>
                  <a:pt x="90015" y="7340"/>
                  <a:pt x="88960" y="4797"/>
                  <a:pt x="87089" y="2927"/>
                </a:cubicBezTo>
                <a:cubicBezTo>
                  <a:pt x="85206" y="1055"/>
                  <a:pt x="82663" y="0"/>
                  <a:pt x="80012" y="0"/>
                </a:cubicBezTo>
                <a:close/>
                <a:moveTo>
                  <a:pt x="38785" y="24982"/>
                </a:moveTo>
                <a:cubicBezTo>
                  <a:pt x="36709" y="24982"/>
                  <a:pt x="35031" y="26661"/>
                  <a:pt x="35031" y="28736"/>
                </a:cubicBezTo>
                <a:cubicBezTo>
                  <a:pt x="35031" y="30799"/>
                  <a:pt x="36709" y="32478"/>
                  <a:pt x="38785" y="32478"/>
                </a:cubicBezTo>
                <a:lnTo>
                  <a:pt x="63771" y="32478"/>
                </a:lnTo>
                <a:cubicBezTo>
                  <a:pt x="65846" y="32478"/>
                  <a:pt x="67525" y="34157"/>
                  <a:pt x="67525" y="36231"/>
                </a:cubicBezTo>
                <a:lnTo>
                  <a:pt x="67525" y="66215"/>
                </a:lnTo>
                <a:lnTo>
                  <a:pt x="67525" y="69957"/>
                </a:lnTo>
                <a:lnTo>
                  <a:pt x="67525" y="96198"/>
                </a:lnTo>
                <a:cubicBezTo>
                  <a:pt x="67513" y="96691"/>
                  <a:pt x="67609" y="97182"/>
                  <a:pt x="67789" y="97649"/>
                </a:cubicBezTo>
                <a:cubicBezTo>
                  <a:pt x="67980" y="98106"/>
                  <a:pt x="68257" y="98525"/>
                  <a:pt x="68604" y="98885"/>
                </a:cubicBezTo>
                <a:cubicBezTo>
                  <a:pt x="68952" y="99233"/>
                  <a:pt x="69360" y="99521"/>
                  <a:pt x="69828" y="99712"/>
                </a:cubicBezTo>
                <a:cubicBezTo>
                  <a:pt x="70284" y="99905"/>
                  <a:pt x="70775" y="100000"/>
                  <a:pt x="71267" y="100000"/>
                </a:cubicBezTo>
                <a:cubicBezTo>
                  <a:pt x="71771" y="100000"/>
                  <a:pt x="72263" y="99905"/>
                  <a:pt x="72719" y="99712"/>
                </a:cubicBezTo>
                <a:cubicBezTo>
                  <a:pt x="73174" y="99521"/>
                  <a:pt x="73595" y="99233"/>
                  <a:pt x="73942" y="98885"/>
                </a:cubicBezTo>
                <a:cubicBezTo>
                  <a:pt x="74290" y="98525"/>
                  <a:pt x="74566" y="98106"/>
                  <a:pt x="74746" y="97649"/>
                </a:cubicBezTo>
                <a:cubicBezTo>
                  <a:pt x="74938" y="97182"/>
                  <a:pt x="75022" y="96691"/>
                  <a:pt x="75022" y="96198"/>
                </a:cubicBezTo>
                <a:lnTo>
                  <a:pt x="75022" y="69957"/>
                </a:lnTo>
                <a:lnTo>
                  <a:pt x="85013" y="69957"/>
                </a:lnTo>
                <a:lnTo>
                  <a:pt x="85013" y="96198"/>
                </a:lnTo>
                <a:cubicBezTo>
                  <a:pt x="85013" y="96691"/>
                  <a:pt x="85098" y="97182"/>
                  <a:pt x="85290" y="97649"/>
                </a:cubicBezTo>
                <a:cubicBezTo>
                  <a:pt x="85469" y="98106"/>
                  <a:pt x="85745" y="98525"/>
                  <a:pt x="86093" y="98885"/>
                </a:cubicBezTo>
                <a:cubicBezTo>
                  <a:pt x="86441" y="99233"/>
                  <a:pt x="86861" y="99521"/>
                  <a:pt x="87317" y="99712"/>
                </a:cubicBezTo>
                <a:cubicBezTo>
                  <a:pt x="87773" y="99905"/>
                  <a:pt x="88264" y="100000"/>
                  <a:pt x="88768" y="100000"/>
                </a:cubicBezTo>
                <a:cubicBezTo>
                  <a:pt x="89260" y="100000"/>
                  <a:pt x="89752" y="99905"/>
                  <a:pt x="90207" y="99712"/>
                </a:cubicBezTo>
                <a:cubicBezTo>
                  <a:pt x="90663" y="99521"/>
                  <a:pt x="91083" y="99233"/>
                  <a:pt x="91431" y="98885"/>
                </a:cubicBezTo>
                <a:cubicBezTo>
                  <a:pt x="91779" y="98525"/>
                  <a:pt x="92054" y="98106"/>
                  <a:pt x="92247" y="97649"/>
                </a:cubicBezTo>
                <a:cubicBezTo>
                  <a:pt x="92427" y="97182"/>
                  <a:pt x="92522" y="96691"/>
                  <a:pt x="92510" y="96198"/>
                </a:cubicBezTo>
                <a:lnTo>
                  <a:pt x="92510" y="72236"/>
                </a:lnTo>
                <a:cubicBezTo>
                  <a:pt x="93962" y="71708"/>
                  <a:pt x="95006" y="70341"/>
                  <a:pt x="95006" y="68710"/>
                </a:cubicBezTo>
                <a:lnTo>
                  <a:pt x="95006" y="38727"/>
                </a:lnTo>
                <a:cubicBezTo>
                  <a:pt x="95006" y="31147"/>
                  <a:pt x="88840" y="24982"/>
                  <a:pt x="81271" y="24982"/>
                </a:cubicBezTo>
                <a:lnTo>
                  <a:pt x="38785" y="24982"/>
                </a:lnTo>
                <a:close/>
                <a:moveTo>
                  <a:pt x="30041" y="34984"/>
                </a:moveTo>
                <a:cubicBezTo>
                  <a:pt x="28710" y="34984"/>
                  <a:pt x="27438" y="35512"/>
                  <a:pt x="26502" y="36448"/>
                </a:cubicBezTo>
                <a:cubicBezTo>
                  <a:pt x="25566" y="37383"/>
                  <a:pt x="25038" y="38655"/>
                  <a:pt x="25038" y="39974"/>
                </a:cubicBezTo>
                <a:cubicBezTo>
                  <a:pt x="25038" y="41305"/>
                  <a:pt x="25566" y="42576"/>
                  <a:pt x="26502" y="43512"/>
                </a:cubicBezTo>
                <a:cubicBezTo>
                  <a:pt x="27438" y="44447"/>
                  <a:pt x="28710" y="44975"/>
                  <a:pt x="30041" y="44975"/>
                </a:cubicBezTo>
                <a:cubicBezTo>
                  <a:pt x="31360" y="44975"/>
                  <a:pt x="32632" y="44447"/>
                  <a:pt x="33567" y="43512"/>
                </a:cubicBezTo>
                <a:cubicBezTo>
                  <a:pt x="34515" y="42576"/>
                  <a:pt x="35031" y="41305"/>
                  <a:pt x="35031" y="39974"/>
                </a:cubicBezTo>
                <a:cubicBezTo>
                  <a:pt x="35031" y="38655"/>
                  <a:pt x="34515" y="37383"/>
                  <a:pt x="33567" y="36448"/>
                </a:cubicBezTo>
                <a:cubicBezTo>
                  <a:pt x="32632" y="35512"/>
                  <a:pt x="31360" y="34984"/>
                  <a:pt x="30041" y="34984"/>
                </a:cubicBezTo>
                <a:close/>
                <a:moveTo>
                  <a:pt x="8797" y="49976"/>
                </a:moveTo>
                <a:cubicBezTo>
                  <a:pt x="8306" y="49964"/>
                  <a:pt x="7802" y="50060"/>
                  <a:pt x="7346" y="50240"/>
                </a:cubicBezTo>
                <a:cubicBezTo>
                  <a:pt x="6890" y="50432"/>
                  <a:pt x="6471" y="50708"/>
                  <a:pt x="6110" y="51055"/>
                </a:cubicBezTo>
                <a:cubicBezTo>
                  <a:pt x="5763" y="51404"/>
                  <a:pt x="5475" y="51811"/>
                  <a:pt x="5283" y="52279"/>
                </a:cubicBezTo>
                <a:cubicBezTo>
                  <a:pt x="5091" y="52735"/>
                  <a:pt x="4995" y="53226"/>
                  <a:pt x="4995" y="53718"/>
                </a:cubicBezTo>
                <a:cubicBezTo>
                  <a:pt x="4995" y="54222"/>
                  <a:pt x="5091" y="54714"/>
                  <a:pt x="5283" y="55169"/>
                </a:cubicBezTo>
                <a:cubicBezTo>
                  <a:pt x="5475" y="55625"/>
                  <a:pt x="5763" y="56045"/>
                  <a:pt x="6110" y="56393"/>
                </a:cubicBezTo>
                <a:cubicBezTo>
                  <a:pt x="6471" y="56741"/>
                  <a:pt x="6890" y="57016"/>
                  <a:pt x="7346" y="57196"/>
                </a:cubicBezTo>
                <a:cubicBezTo>
                  <a:pt x="7802" y="57388"/>
                  <a:pt x="8306" y="57472"/>
                  <a:pt x="8797" y="57472"/>
                </a:cubicBezTo>
                <a:lnTo>
                  <a:pt x="9194" y="57472"/>
                </a:lnTo>
                <a:lnTo>
                  <a:pt x="13152" y="91125"/>
                </a:lnTo>
                <a:cubicBezTo>
                  <a:pt x="13740" y="96151"/>
                  <a:pt x="18010" y="99941"/>
                  <a:pt x="23083" y="99941"/>
                </a:cubicBezTo>
                <a:lnTo>
                  <a:pt x="30041" y="99941"/>
                </a:lnTo>
                <a:lnTo>
                  <a:pt x="36998" y="99941"/>
                </a:lnTo>
                <a:cubicBezTo>
                  <a:pt x="42059" y="99941"/>
                  <a:pt x="46330" y="96151"/>
                  <a:pt x="46930" y="91113"/>
                </a:cubicBezTo>
                <a:lnTo>
                  <a:pt x="50888" y="57472"/>
                </a:lnTo>
                <a:lnTo>
                  <a:pt x="51284" y="57472"/>
                </a:lnTo>
                <a:cubicBezTo>
                  <a:pt x="51775" y="57472"/>
                  <a:pt x="52267" y="57388"/>
                  <a:pt x="52735" y="57196"/>
                </a:cubicBezTo>
                <a:cubicBezTo>
                  <a:pt x="53191" y="57016"/>
                  <a:pt x="53610" y="56741"/>
                  <a:pt x="53959" y="56393"/>
                </a:cubicBezTo>
                <a:cubicBezTo>
                  <a:pt x="54318" y="56045"/>
                  <a:pt x="54594" y="55625"/>
                  <a:pt x="54786" y="55169"/>
                </a:cubicBezTo>
                <a:cubicBezTo>
                  <a:pt x="54978" y="54714"/>
                  <a:pt x="55086" y="54222"/>
                  <a:pt x="55086" y="53718"/>
                </a:cubicBezTo>
                <a:cubicBezTo>
                  <a:pt x="55086" y="53226"/>
                  <a:pt x="54978" y="52735"/>
                  <a:pt x="54786" y="52279"/>
                </a:cubicBezTo>
                <a:cubicBezTo>
                  <a:pt x="54594" y="51811"/>
                  <a:pt x="54318" y="51404"/>
                  <a:pt x="53959" y="51055"/>
                </a:cubicBezTo>
                <a:cubicBezTo>
                  <a:pt x="53610" y="50708"/>
                  <a:pt x="53191" y="50432"/>
                  <a:pt x="52735" y="50240"/>
                </a:cubicBezTo>
                <a:cubicBezTo>
                  <a:pt x="52267" y="50060"/>
                  <a:pt x="51775" y="49964"/>
                  <a:pt x="51284" y="49976"/>
                </a:cubicBezTo>
                <a:lnTo>
                  <a:pt x="8797" y="49976"/>
                </a:lnTo>
                <a:close/>
                <a:moveTo>
                  <a:pt x="27534" y="62461"/>
                </a:moveTo>
                <a:cubicBezTo>
                  <a:pt x="30304" y="62461"/>
                  <a:pt x="32536" y="64704"/>
                  <a:pt x="32536" y="67462"/>
                </a:cubicBezTo>
                <a:cubicBezTo>
                  <a:pt x="32536" y="70221"/>
                  <a:pt x="30304" y="72464"/>
                  <a:pt x="27534" y="72464"/>
                </a:cubicBezTo>
                <a:cubicBezTo>
                  <a:pt x="24775" y="72464"/>
                  <a:pt x="22544" y="70221"/>
                  <a:pt x="22544" y="67462"/>
                </a:cubicBezTo>
                <a:cubicBezTo>
                  <a:pt x="22544" y="64704"/>
                  <a:pt x="24775" y="62461"/>
                  <a:pt x="27534" y="62461"/>
                </a:cubicBezTo>
                <a:close/>
                <a:moveTo>
                  <a:pt x="32536" y="77453"/>
                </a:moveTo>
                <a:cubicBezTo>
                  <a:pt x="35294" y="77453"/>
                  <a:pt x="37537" y="79696"/>
                  <a:pt x="37537" y="82454"/>
                </a:cubicBezTo>
                <a:cubicBezTo>
                  <a:pt x="37537" y="85213"/>
                  <a:pt x="35294" y="87455"/>
                  <a:pt x="32536" y="87455"/>
                </a:cubicBezTo>
                <a:cubicBezTo>
                  <a:pt x="29777" y="87455"/>
                  <a:pt x="27534" y="85213"/>
                  <a:pt x="27534" y="82454"/>
                </a:cubicBezTo>
                <a:cubicBezTo>
                  <a:pt x="27534" y="79696"/>
                  <a:pt x="29777" y="77453"/>
                  <a:pt x="32536" y="7745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7" name="Чёрный — SVG 30">
            <a:extLst>
              <a:ext uri="{FF2B5EF4-FFF2-40B4-BE49-F238E27FC236}">
                <a16:creationId xmlns:a16="http://schemas.microsoft.com/office/drawing/2014/main" id="{93EC4135-BF00-BA45-ADA1-124740B129CA}"/>
              </a:ext>
            </a:extLst>
          </p:cNvPr>
          <p:cNvSpPr>
            <a:spLocks noGrp="1"/>
          </p:cNvSpPr>
          <p:nvPr/>
        </p:nvSpPr>
        <p:spPr>
          <a:xfrm>
            <a:off x="7020000" y="3210000"/>
            <a:ext cx="220000" cy="220000"/>
          </a:xfrm>
          <a:custGeom>
            <a:avLst/>
            <a:gdLst>
              <a:gd name="csX0" fmla="*/ 66000 w 141777"/>
              <a:gd name="csY0" fmla="*/ 4 h 141765"/>
              <a:gd name="csX1" fmla="*/ 62793 w 141777"/>
              <a:gd name="csY1" fmla="*/ 633 h 141765"/>
              <a:gd name="csX2" fmla="*/ 60207 w 141777"/>
              <a:gd name="csY2" fmla="*/ 2640 h 141765"/>
              <a:gd name="csX3" fmla="*/ 46368 w 141777"/>
              <a:gd name="csY3" fmla="*/ 19754 h 141765"/>
              <a:gd name="csX4" fmla="*/ 41169 w 141777"/>
              <a:gd name="csY4" fmla="*/ 18070 h 141765"/>
              <a:gd name="csX5" fmla="*/ 39078 w 141777"/>
              <a:gd name="csY5" fmla="*/ 17729 h 141765"/>
              <a:gd name="csX6" fmla="*/ 35495 w 141777"/>
              <a:gd name="csY6" fmla="*/ 18648 h 141765"/>
              <a:gd name="csX7" fmla="*/ 32861 w 141777"/>
              <a:gd name="csY7" fmla="*/ 21233 h 141765"/>
              <a:gd name="csX8" fmla="*/ 25828 w 141777"/>
              <a:gd name="csY8" fmla="*/ 33312 h 141765"/>
              <a:gd name="csX9" fmla="*/ 13180 w 141777"/>
              <a:gd name="csY9" fmla="*/ 42803 h 141765"/>
              <a:gd name="csX10" fmla="*/ 11096 w 141777"/>
              <a:gd name="csY10" fmla="*/ 45304 h 141765"/>
              <a:gd name="csX11" fmla="*/ 10349 w 141777"/>
              <a:gd name="csY11" fmla="*/ 48468 h 141765"/>
              <a:gd name="csX12" fmla="*/ 10349 w 141777"/>
              <a:gd name="csY12" fmla="*/ 71348 h 141765"/>
              <a:gd name="csX13" fmla="*/ 11278 w 141777"/>
              <a:gd name="csY13" fmla="*/ 74853 h 141765"/>
              <a:gd name="csX14" fmla="*/ 13823 w 141777"/>
              <a:gd name="csY14" fmla="*/ 77438 h 141765"/>
              <a:gd name="csX15" fmla="*/ 18608 w 141777"/>
              <a:gd name="csY15" fmla="*/ 80279 h 141765"/>
              <a:gd name="csX16" fmla="*/ 15105 w 141777"/>
              <a:gd name="csY16" fmla="*/ 81657 h 141765"/>
              <a:gd name="csX17" fmla="*/ 11858 w 141777"/>
              <a:gd name="csY17" fmla="*/ 84226 h 141765"/>
              <a:gd name="csX18" fmla="*/ 1252 w 141777"/>
              <a:gd name="csY18" fmla="*/ 99621 h 141765"/>
              <a:gd name="csX19" fmla="*/ 109 w 141777"/>
              <a:gd name="csY19" fmla="*/ 102393 h 141765"/>
              <a:gd name="csX20" fmla="*/ 223 w 141777"/>
              <a:gd name="csY20" fmla="*/ 105404 h 141765"/>
              <a:gd name="csX21" fmla="*/ 1574 w 141777"/>
              <a:gd name="csY21" fmla="*/ 108092 h 141765"/>
              <a:gd name="csX22" fmla="*/ 3917 w 141777"/>
              <a:gd name="csY22" fmla="*/ 109980 h 141765"/>
              <a:gd name="csX23" fmla="*/ 15596 w 141777"/>
              <a:gd name="csY23" fmla="*/ 115815 h 141765"/>
              <a:gd name="csX24" fmla="*/ 21439 w 141777"/>
              <a:gd name="csY24" fmla="*/ 127502 h 141765"/>
              <a:gd name="csX25" fmla="*/ 25149 w 141777"/>
              <a:gd name="csY25" fmla="*/ 130904 h 141765"/>
              <a:gd name="csX26" fmla="*/ 42394 w 141777"/>
              <a:gd name="csY26" fmla="*/ 137811 h 141765"/>
              <a:gd name="csX27" fmla="*/ 47268 w 141777"/>
              <a:gd name="csY27" fmla="*/ 137947 h 141765"/>
              <a:gd name="csX28" fmla="*/ 64865 w 141777"/>
              <a:gd name="csY28" fmla="*/ 132078 h 141765"/>
              <a:gd name="csX29" fmla="*/ 79306 w 141777"/>
              <a:gd name="csY29" fmla="*/ 140754 h 141765"/>
              <a:gd name="csX30" fmla="*/ 83321 w 141777"/>
              <a:gd name="csY30" fmla="*/ 141757 h 141765"/>
              <a:gd name="csX31" fmla="*/ 87212 w 141777"/>
              <a:gd name="csY31" fmla="*/ 140345 h 141765"/>
              <a:gd name="csX32" fmla="*/ 112909 w 141777"/>
              <a:gd name="csY32" fmla="*/ 121072 h 141765"/>
              <a:gd name="csX33" fmla="*/ 127793 w 141777"/>
              <a:gd name="csY33" fmla="*/ 121072 h 141765"/>
              <a:gd name="csX34" fmla="*/ 131138 w 141777"/>
              <a:gd name="csY34" fmla="*/ 120238 h 141765"/>
              <a:gd name="csX35" fmla="*/ 133691 w 141777"/>
              <a:gd name="csY35" fmla="*/ 117908 h 141765"/>
              <a:gd name="csX36" fmla="*/ 140587 w 141777"/>
              <a:gd name="csY36" fmla="*/ 107565 h 141765"/>
              <a:gd name="csX37" fmla="*/ 141638 w 141777"/>
              <a:gd name="csY37" fmla="*/ 102258 h 141765"/>
              <a:gd name="csX38" fmla="*/ 138191 w 141777"/>
              <a:gd name="csY38" fmla="*/ 85008 h 141765"/>
              <a:gd name="csX39" fmla="*/ 137582 w 141777"/>
              <a:gd name="csY39" fmla="*/ 83239 h 141765"/>
              <a:gd name="csX40" fmla="*/ 131767 w 141777"/>
              <a:gd name="csY40" fmla="*/ 71604 h 141765"/>
              <a:gd name="csX41" fmla="*/ 134467 w 141777"/>
              <a:gd name="csY41" fmla="*/ 58130 h 141765"/>
              <a:gd name="csX42" fmla="*/ 140587 w 141777"/>
              <a:gd name="csY42" fmla="*/ 48962 h 141765"/>
              <a:gd name="csX43" fmla="*/ 141729 w 141777"/>
              <a:gd name="csY43" fmla="*/ 44181 h 141765"/>
              <a:gd name="csX44" fmla="*/ 139507 w 141777"/>
              <a:gd name="csY44" fmla="*/ 39826 h 141765"/>
              <a:gd name="csX45" fmla="*/ 129157 w 141777"/>
              <a:gd name="csY45" fmla="*/ 30249 h 141765"/>
              <a:gd name="csX46" fmla="*/ 126360 w 141777"/>
              <a:gd name="csY46" fmla="*/ 28650 h 141765"/>
              <a:gd name="csX47" fmla="*/ 123148 w 141777"/>
              <a:gd name="csY47" fmla="*/ 28463 h 141765"/>
              <a:gd name="csX48" fmla="*/ 103875 w 141777"/>
              <a:gd name="csY48" fmla="*/ 31763 h 141765"/>
              <a:gd name="csX49" fmla="*/ 97693 w 141777"/>
              <a:gd name="csY49" fmla="*/ 30301 h 141765"/>
              <a:gd name="csX50" fmla="*/ 98911 w 141777"/>
              <a:gd name="csY50" fmla="*/ 26490 h 141765"/>
              <a:gd name="csX51" fmla="*/ 98907 w 141777"/>
              <a:gd name="csY51" fmla="*/ 22169 h 141765"/>
              <a:gd name="csX52" fmla="*/ 96405 w 141777"/>
              <a:gd name="csY52" fmla="*/ 18665 h 141765"/>
              <a:gd name="csX53" fmla="*/ 87212 w 141777"/>
              <a:gd name="csY53" fmla="*/ 11758 h 141765"/>
              <a:gd name="csX54" fmla="*/ 86603 w 141777"/>
              <a:gd name="csY54" fmla="*/ 11367 h 141765"/>
              <a:gd name="csX55" fmla="*/ 69365 w 141777"/>
              <a:gd name="csY55" fmla="*/ 1007 h 141765"/>
              <a:gd name="csX56" fmla="*/ 66000 w 141777"/>
              <a:gd name="csY56" fmla="*/ 4 h 141765"/>
              <a:gd name="csX57" fmla="*/ 67358 w 141777"/>
              <a:gd name="csY57" fmla="*/ 16334 h 141765"/>
              <a:gd name="csX58" fmla="*/ 78995 w 141777"/>
              <a:gd name="csY58" fmla="*/ 23326 h 141765"/>
              <a:gd name="csX59" fmla="*/ 83868 w 141777"/>
              <a:gd name="csY59" fmla="*/ 26983 h 141765"/>
              <a:gd name="csX60" fmla="*/ 81923 w 141777"/>
              <a:gd name="csY60" fmla="*/ 33073 h 141765"/>
              <a:gd name="csX61" fmla="*/ 74937 w 141777"/>
              <a:gd name="csY61" fmla="*/ 50527 h 141765"/>
              <a:gd name="csX62" fmla="*/ 74432 w 141777"/>
              <a:gd name="csY62" fmla="*/ 53248 h 141765"/>
              <a:gd name="csX63" fmla="*/ 75005 w 141777"/>
              <a:gd name="csY63" fmla="*/ 55953 h 141765"/>
              <a:gd name="csX64" fmla="*/ 76571 w 141777"/>
              <a:gd name="csY64" fmla="*/ 58233 h 141765"/>
              <a:gd name="csX65" fmla="*/ 78891 w 141777"/>
              <a:gd name="csY65" fmla="*/ 59747 h 141765"/>
              <a:gd name="csX66" fmla="*/ 81610 w 141777"/>
              <a:gd name="csY66" fmla="*/ 60257 h 141765"/>
              <a:gd name="csX67" fmla="*/ 84317 w 141777"/>
              <a:gd name="csY67" fmla="*/ 59679 h 141765"/>
              <a:gd name="csX68" fmla="*/ 86598 w 141777"/>
              <a:gd name="csY68" fmla="*/ 58113 h 141765"/>
              <a:gd name="csX69" fmla="*/ 88106 w 141777"/>
              <a:gd name="csY69" fmla="*/ 55800 h 141765"/>
              <a:gd name="csX70" fmla="*/ 92924 w 141777"/>
              <a:gd name="csY70" fmla="*/ 43739 h 141765"/>
              <a:gd name="csX71" fmla="*/ 102026 w 141777"/>
              <a:gd name="csY71" fmla="*/ 45883 h 141765"/>
              <a:gd name="csX72" fmla="*/ 104845 w 141777"/>
              <a:gd name="csY72" fmla="*/ 45968 h 141765"/>
              <a:gd name="csX73" fmla="*/ 122088 w 141777"/>
              <a:gd name="csY73" fmla="*/ 43025 h 141765"/>
              <a:gd name="csX74" fmla="*/ 125440 w 141777"/>
              <a:gd name="csY74" fmla="*/ 46121 h 141765"/>
              <a:gd name="csX75" fmla="*/ 121896 w 141777"/>
              <a:gd name="csY75" fmla="*/ 51428 h 141765"/>
              <a:gd name="csX76" fmla="*/ 120843 w 141777"/>
              <a:gd name="csY76" fmla="*/ 53980 h 141765"/>
              <a:gd name="csX77" fmla="*/ 117389 w 141777"/>
              <a:gd name="csY77" fmla="*/ 71212 h 141765"/>
              <a:gd name="csX78" fmla="*/ 118005 w 141777"/>
              <a:gd name="csY78" fmla="*/ 75771 h 141765"/>
              <a:gd name="csX79" fmla="*/ 124477 w 141777"/>
              <a:gd name="csY79" fmla="*/ 88716 h 141765"/>
              <a:gd name="csX80" fmla="*/ 127163 w 141777"/>
              <a:gd name="csY80" fmla="*/ 102155 h 141765"/>
              <a:gd name="csX81" fmla="*/ 124000 w 141777"/>
              <a:gd name="csY81" fmla="*/ 106902 h 141765"/>
              <a:gd name="csX82" fmla="*/ 111698 w 141777"/>
              <a:gd name="csY82" fmla="*/ 106902 h 141765"/>
              <a:gd name="csX83" fmla="*/ 109621 w 141777"/>
              <a:gd name="csY83" fmla="*/ 106902 h 141765"/>
              <a:gd name="csX84" fmla="*/ 93305 w 141777"/>
              <a:gd name="csY84" fmla="*/ 106902 h 141765"/>
              <a:gd name="csX85" fmla="*/ 88837 w 141777"/>
              <a:gd name="csY85" fmla="*/ 108415 h 141765"/>
              <a:gd name="csX86" fmla="*/ 86309 w 141777"/>
              <a:gd name="csY86" fmla="*/ 112396 h 141765"/>
              <a:gd name="csX87" fmla="*/ 86838 w 141777"/>
              <a:gd name="csY87" fmla="*/ 117074 h 141765"/>
              <a:gd name="csX88" fmla="*/ 90188 w 141777"/>
              <a:gd name="csY88" fmla="*/ 120391 h 141765"/>
              <a:gd name="csX89" fmla="*/ 82518 w 141777"/>
              <a:gd name="csY89" fmla="*/ 126141 h 141765"/>
              <a:gd name="csX90" fmla="*/ 69365 w 141777"/>
              <a:gd name="csY90" fmla="*/ 118248 h 141765"/>
              <a:gd name="csX91" fmla="*/ 66490 w 141777"/>
              <a:gd name="csY91" fmla="*/ 117278 h 141765"/>
              <a:gd name="csX92" fmla="*/ 63474 w 141777"/>
              <a:gd name="csY92" fmla="*/ 117601 h 141765"/>
              <a:gd name="csX93" fmla="*/ 45245 w 141777"/>
              <a:gd name="csY93" fmla="*/ 123674 h 141765"/>
              <a:gd name="csX94" fmla="*/ 32918 w 141777"/>
              <a:gd name="csY94" fmla="*/ 118741 h 141765"/>
              <a:gd name="csX95" fmla="*/ 27227 w 141777"/>
              <a:gd name="csY95" fmla="*/ 107361 h 141765"/>
              <a:gd name="csX96" fmla="*/ 24055 w 141777"/>
              <a:gd name="csY96" fmla="*/ 104197 h 141765"/>
              <a:gd name="csX97" fmla="*/ 17548 w 141777"/>
              <a:gd name="csY97" fmla="*/ 100948 h 141765"/>
              <a:gd name="csX98" fmla="*/ 22305 w 141777"/>
              <a:gd name="csY98" fmla="*/ 94041 h 141765"/>
              <a:gd name="csX99" fmla="*/ 45924 w 141777"/>
              <a:gd name="csY99" fmla="*/ 84753 h 141765"/>
              <a:gd name="csX100" fmla="*/ 49608 w 141777"/>
              <a:gd name="csY100" fmla="*/ 81589 h 141765"/>
              <a:gd name="csX101" fmla="*/ 50382 w 141777"/>
              <a:gd name="csY101" fmla="*/ 76792 h 141765"/>
              <a:gd name="csX102" fmla="*/ 47884 w 141777"/>
              <a:gd name="csY102" fmla="*/ 72624 h 141765"/>
              <a:gd name="csX103" fmla="*/ 43287 w 141777"/>
              <a:gd name="csY103" fmla="*/ 71042 h 141765"/>
              <a:gd name="csX104" fmla="*/ 40732 w 141777"/>
              <a:gd name="csY104" fmla="*/ 71569 h 141765"/>
              <a:gd name="csX105" fmla="*/ 35298 w 141777"/>
              <a:gd name="csY105" fmla="*/ 73713 h 141765"/>
              <a:gd name="csX106" fmla="*/ 34842 w 141777"/>
              <a:gd name="csY106" fmla="*/ 73406 h 141765"/>
              <a:gd name="csX107" fmla="*/ 24527 w 141777"/>
              <a:gd name="csY107" fmla="*/ 67300 h 141765"/>
              <a:gd name="csX108" fmla="*/ 24527 w 141777"/>
              <a:gd name="csY108" fmla="*/ 52007 h 141765"/>
              <a:gd name="csX109" fmla="*/ 35485 w 141777"/>
              <a:gd name="csY109" fmla="*/ 43790 h 141765"/>
              <a:gd name="csX110" fmla="*/ 37355 w 141777"/>
              <a:gd name="csY110" fmla="*/ 41698 h 141765"/>
              <a:gd name="csX111" fmla="*/ 42234 w 141777"/>
              <a:gd name="csY111" fmla="*/ 33312 h 141765"/>
              <a:gd name="csX112" fmla="*/ 45455 w 141777"/>
              <a:gd name="csY112" fmla="*/ 34349 h 141765"/>
              <a:gd name="csX113" fmla="*/ 47724 w 141777"/>
              <a:gd name="csY113" fmla="*/ 35097 h 141765"/>
              <a:gd name="csX114" fmla="*/ 56634 w 141777"/>
              <a:gd name="csY114" fmla="*/ 37973 h 141765"/>
              <a:gd name="csX115" fmla="*/ 59414 w 141777"/>
              <a:gd name="csY115" fmla="*/ 38347 h 141765"/>
              <a:gd name="csX116" fmla="*/ 62126 w 141777"/>
              <a:gd name="csY116" fmla="*/ 37632 h 141765"/>
              <a:gd name="csX117" fmla="*/ 64343 w 141777"/>
              <a:gd name="csY117" fmla="*/ 35914 h 141765"/>
              <a:gd name="csX118" fmla="*/ 65719 w 141777"/>
              <a:gd name="csY118" fmla="*/ 33464 h 141765"/>
              <a:gd name="csX119" fmla="*/ 66039 w 141777"/>
              <a:gd name="csY119" fmla="*/ 30675 h 141765"/>
              <a:gd name="csX120" fmla="*/ 65252 w 141777"/>
              <a:gd name="csY120" fmla="*/ 27987 h 141765"/>
              <a:gd name="csX121" fmla="*/ 63480 w 141777"/>
              <a:gd name="csY121" fmla="*/ 25809 h 141765"/>
              <a:gd name="csX122" fmla="*/ 61003 w 141777"/>
              <a:gd name="csY122" fmla="*/ 24482 h 141765"/>
              <a:gd name="csX123" fmla="*/ 60823 w 141777"/>
              <a:gd name="csY123" fmla="*/ 24415 h 141765"/>
              <a:gd name="csX124" fmla="*/ 67358 w 141777"/>
              <a:gd name="csY124" fmla="*/ 16334 h 141765"/>
              <a:gd name="csX125" fmla="*/ 86976 w 141777"/>
              <a:gd name="csY125" fmla="*/ 70889 h 141765"/>
              <a:gd name="csX126" fmla="*/ 82131 w 141777"/>
              <a:gd name="csY126" fmla="*/ 72675 h 141765"/>
              <a:gd name="csX127" fmla="*/ 66180 w 141777"/>
              <a:gd name="csY127" fmla="*/ 86845 h 141765"/>
              <a:gd name="csX128" fmla="*/ 64411 w 141777"/>
              <a:gd name="csY128" fmla="*/ 89057 h 141765"/>
              <a:gd name="csX129" fmla="*/ 63642 w 141777"/>
              <a:gd name="csY129" fmla="*/ 91761 h 141765"/>
              <a:gd name="csX130" fmla="*/ 63994 w 141777"/>
              <a:gd name="csY130" fmla="*/ 94569 h 141765"/>
              <a:gd name="csX131" fmla="*/ 65413 w 141777"/>
              <a:gd name="csY131" fmla="*/ 97018 h 141765"/>
              <a:gd name="csX132" fmla="*/ 67673 w 141777"/>
              <a:gd name="csY132" fmla="*/ 98702 h 141765"/>
              <a:gd name="csX133" fmla="*/ 70413 w 141777"/>
              <a:gd name="csY133" fmla="*/ 99382 h 141765"/>
              <a:gd name="csX134" fmla="*/ 73202 w 141777"/>
              <a:gd name="csY134" fmla="*/ 98940 h 141765"/>
              <a:gd name="csX135" fmla="*/ 75596 w 141777"/>
              <a:gd name="csY135" fmla="*/ 97443 h 141765"/>
              <a:gd name="csX136" fmla="*/ 87745 w 141777"/>
              <a:gd name="csY136" fmla="*/ 86658 h 141765"/>
              <a:gd name="csX137" fmla="*/ 95728 w 141777"/>
              <a:gd name="csY137" fmla="*/ 91217 h 141765"/>
              <a:gd name="csX138" fmla="*/ 98366 w 141777"/>
              <a:gd name="csY138" fmla="*/ 92153 h 141765"/>
              <a:gd name="csX139" fmla="*/ 101163 w 141777"/>
              <a:gd name="csY139" fmla="*/ 91983 h 141765"/>
              <a:gd name="csX140" fmla="*/ 103678 w 141777"/>
              <a:gd name="csY140" fmla="*/ 90758 h 141765"/>
              <a:gd name="csX141" fmla="*/ 105521 w 141777"/>
              <a:gd name="csY141" fmla="*/ 88649 h 141765"/>
              <a:gd name="csX142" fmla="*/ 106402 w 141777"/>
              <a:gd name="csY142" fmla="*/ 85978 h 141765"/>
              <a:gd name="csX143" fmla="*/ 106186 w 141777"/>
              <a:gd name="csY143" fmla="*/ 83188 h 141765"/>
              <a:gd name="csX144" fmla="*/ 104905 w 141777"/>
              <a:gd name="csY144" fmla="*/ 80704 h 141765"/>
              <a:gd name="csX145" fmla="*/ 102761 w 141777"/>
              <a:gd name="csY145" fmla="*/ 78901 h 141765"/>
              <a:gd name="csX146" fmla="*/ 90355 w 141777"/>
              <a:gd name="csY146" fmla="*/ 71824 h 141765"/>
              <a:gd name="csX147" fmla="*/ 86976 w 141777"/>
              <a:gd name="csY147" fmla="*/ 70889 h 141765"/>
            </a:gdLst>
            <a:ahLst/>
            <a:cxnLst/>
            <a:rect l="l" t="t" r="r" b="b"/>
            <a:pathLst>
              <a:path w="100000" h="100000">
                <a:moveTo>
                  <a:pt x="46552" y="7"/>
                </a:moveTo>
                <a:cubicBezTo>
                  <a:pt x="45775" y="-17"/>
                  <a:pt x="45000" y="127"/>
                  <a:pt x="44290" y="451"/>
                </a:cubicBezTo>
                <a:cubicBezTo>
                  <a:pt x="43581" y="774"/>
                  <a:pt x="42955" y="1255"/>
                  <a:pt x="42466" y="1866"/>
                </a:cubicBezTo>
                <a:lnTo>
                  <a:pt x="32705" y="13937"/>
                </a:lnTo>
                <a:lnTo>
                  <a:pt x="29038" y="12750"/>
                </a:lnTo>
                <a:cubicBezTo>
                  <a:pt x="28562" y="12593"/>
                  <a:pt x="28064" y="12509"/>
                  <a:pt x="27563" y="12509"/>
                </a:cubicBezTo>
                <a:cubicBezTo>
                  <a:pt x="26678" y="12497"/>
                  <a:pt x="25806" y="12714"/>
                  <a:pt x="25036" y="13157"/>
                </a:cubicBezTo>
                <a:cubicBezTo>
                  <a:pt x="24266" y="13589"/>
                  <a:pt x="23624" y="14225"/>
                  <a:pt x="23178" y="14981"/>
                </a:cubicBezTo>
                <a:lnTo>
                  <a:pt x="18217" y="23500"/>
                </a:lnTo>
                <a:lnTo>
                  <a:pt x="9296" y="30195"/>
                </a:lnTo>
                <a:cubicBezTo>
                  <a:pt x="8676" y="30663"/>
                  <a:pt x="8172" y="31263"/>
                  <a:pt x="7826" y="31959"/>
                </a:cubicBezTo>
                <a:cubicBezTo>
                  <a:pt x="7479" y="32655"/>
                  <a:pt x="7299" y="33411"/>
                  <a:pt x="7299" y="34190"/>
                </a:cubicBezTo>
                <a:lnTo>
                  <a:pt x="7299" y="50328"/>
                </a:lnTo>
                <a:cubicBezTo>
                  <a:pt x="7299" y="51192"/>
                  <a:pt x="7525" y="52044"/>
                  <a:pt x="7955" y="52801"/>
                </a:cubicBezTo>
                <a:cubicBezTo>
                  <a:pt x="8384" y="53556"/>
                  <a:pt x="9004" y="54180"/>
                  <a:pt x="9750" y="54624"/>
                </a:cubicBezTo>
                <a:lnTo>
                  <a:pt x="13125" y="56628"/>
                </a:lnTo>
                <a:lnTo>
                  <a:pt x="10654" y="57600"/>
                </a:lnTo>
                <a:cubicBezTo>
                  <a:pt x="9726" y="57959"/>
                  <a:pt x="8930" y="58596"/>
                  <a:pt x="8364" y="59412"/>
                </a:cubicBezTo>
                <a:lnTo>
                  <a:pt x="883" y="70270"/>
                </a:lnTo>
                <a:cubicBezTo>
                  <a:pt x="478" y="70858"/>
                  <a:pt x="203" y="71530"/>
                  <a:pt x="77" y="72225"/>
                </a:cubicBezTo>
                <a:cubicBezTo>
                  <a:pt x="-48" y="72934"/>
                  <a:pt x="-20" y="73654"/>
                  <a:pt x="157" y="74349"/>
                </a:cubicBezTo>
                <a:cubicBezTo>
                  <a:pt x="336" y="75045"/>
                  <a:pt x="660" y="75694"/>
                  <a:pt x="1110" y="76245"/>
                </a:cubicBezTo>
                <a:cubicBezTo>
                  <a:pt x="1560" y="76797"/>
                  <a:pt x="2123" y="77253"/>
                  <a:pt x="2763" y="77577"/>
                </a:cubicBezTo>
                <a:lnTo>
                  <a:pt x="11000" y="81692"/>
                </a:lnTo>
                <a:lnTo>
                  <a:pt x="15122" y="89936"/>
                </a:lnTo>
                <a:cubicBezTo>
                  <a:pt x="15670" y="91027"/>
                  <a:pt x="16601" y="91880"/>
                  <a:pt x="17738" y="92335"/>
                </a:cubicBezTo>
                <a:lnTo>
                  <a:pt x="29902" y="97207"/>
                </a:lnTo>
                <a:cubicBezTo>
                  <a:pt x="31000" y="97639"/>
                  <a:pt x="32218" y="97675"/>
                  <a:pt x="33340" y="97303"/>
                </a:cubicBezTo>
                <a:lnTo>
                  <a:pt x="45751" y="93163"/>
                </a:lnTo>
                <a:lnTo>
                  <a:pt x="55937" y="99283"/>
                </a:lnTo>
                <a:cubicBezTo>
                  <a:pt x="56791" y="99798"/>
                  <a:pt x="57776" y="100038"/>
                  <a:pt x="58769" y="99990"/>
                </a:cubicBezTo>
                <a:cubicBezTo>
                  <a:pt x="59763" y="99930"/>
                  <a:pt x="60718" y="99594"/>
                  <a:pt x="61514" y="98994"/>
                </a:cubicBezTo>
                <a:lnTo>
                  <a:pt x="79638" y="85400"/>
                </a:lnTo>
                <a:lnTo>
                  <a:pt x="90137" y="85400"/>
                </a:lnTo>
                <a:cubicBezTo>
                  <a:pt x="90960" y="85400"/>
                  <a:pt x="91771" y="85196"/>
                  <a:pt x="92496" y="84812"/>
                </a:cubicBezTo>
                <a:cubicBezTo>
                  <a:pt x="93222" y="84416"/>
                  <a:pt x="93841" y="83864"/>
                  <a:pt x="94297" y="83169"/>
                </a:cubicBezTo>
                <a:lnTo>
                  <a:pt x="99161" y="75873"/>
                </a:lnTo>
                <a:cubicBezTo>
                  <a:pt x="99895" y="74770"/>
                  <a:pt x="100162" y="73425"/>
                  <a:pt x="99902" y="72130"/>
                </a:cubicBezTo>
                <a:lnTo>
                  <a:pt x="97471" y="59963"/>
                </a:lnTo>
                <a:cubicBezTo>
                  <a:pt x="97385" y="59532"/>
                  <a:pt x="97239" y="59111"/>
                  <a:pt x="97041" y="58715"/>
                </a:cubicBezTo>
                <a:lnTo>
                  <a:pt x="92940" y="50509"/>
                </a:lnTo>
                <a:lnTo>
                  <a:pt x="94844" y="41005"/>
                </a:lnTo>
                <a:lnTo>
                  <a:pt x="99161" y="34539"/>
                </a:lnTo>
                <a:cubicBezTo>
                  <a:pt x="99819" y="33543"/>
                  <a:pt x="100105" y="32355"/>
                  <a:pt x="99966" y="31167"/>
                </a:cubicBezTo>
                <a:cubicBezTo>
                  <a:pt x="99825" y="29991"/>
                  <a:pt x="99270" y="28900"/>
                  <a:pt x="98399" y="28095"/>
                </a:cubicBezTo>
                <a:lnTo>
                  <a:pt x="91099" y="21340"/>
                </a:lnTo>
                <a:cubicBezTo>
                  <a:pt x="90536" y="20812"/>
                  <a:pt x="89862" y="20429"/>
                  <a:pt x="89126" y="20212"/>
                </a:cubicBezTo>
                <a:cubicBezTo>
                  <a:pt x="88392" y="19996"/>
                  <a:pt x="87616" y="19948"/>
                  <a:pt x="86860" y="20080"/>
                </a:cubicBezTo>
                <a:lnTo>
                  <a:pt x="73266" y="22408"/>
                </a:lnTo>
                <a:lnTo>
                  <a:pt x="68906" y="21377"/>
                </a:lnTo>
                <a:lnTo>
                  <a:pt x="69765" y="18689"/>
                </a:lnTo>
                <a:cubicBezTo>
                  <a:pt x="70080" y="17693"/>
                  <a:pt x="70080" y="16637"/>
                  <a:pt x="69762" y="15641"/>
                </a:cubicBezTo>
                <a:cubicBezTo>
                  <a:pt x="69446" y="14657"/>
                  <a:pt x="68829" y="13793"/>
                  <a:pt x="67998" y="13169"/>
                </a:cubicBezTo>
                <a:lnTo>
                  <a:pt x="61514" y="8298"/>
                </a:lnTo>
                <a:cubicBezTo>
                  <a:pt x="61376" y="8202"/>
                  <a:pt x="61232" y="8106"/>
                  <a:pt x="61084" y="8022"/>
                </a:cubicBezTo>
                <a:lnTo>
                  <a:pt x="48925" y="715"/>
                </a:lnTo>
                <a:cubicBezTo>
                  <a:pt x="48207" y="283"/>
                  <a:pt x="47391" y="43"/>
                  <a:pt x="46552" y="7"/>
                </a:cubicBezTo>
                <a:close/>
                <a:moveTo>
                  <a:pt x="47510" y="11525"/>
                </a:moveTo>
                <a:lnTo>
                  <a:pt x="55718" y="16457"/>
                </a:lnTo>
                <a:lnTo>
                  <a:pt x="59155" y="19036"/>
                </a:lnTo>
                <a:lnTo>
                  <a:pt x="57783" y="23332"/>
                </a:lnTo>
                <a:lnTo>
                  <a:pt x="52856" y="35643"/>
                </a:lnTo>
                <a:cubicBezTo>
                  <a:pt x="52612" y="36254"/>
                  <a:pt x="52491" y="36902"/>
                  <a:pt x="52499" y="37562"/>
                </a:cubicBezTo>
                <a:cubicBezTo>
                  <a:pt x="52508" y="38222"/>
                  <a:pt x="52645" y="38869"/>
                  <a:pt x="52904" y="39470"/>
                </a:cubicBezTo>
                <a:cubicBezTo>
                  <a:pt x="53163" y="40082"/>
                  <a:pt x="53538" y="40622"/>
                  <a:pt x="54008" y="41078"/>
                </a:cubicBezTo>
                <a:cubicBezTo>
                  <a:pt x="54479" y="41546"/>
                  <a:pt x="55034" y="41905"/>
                  <a:pt x="55644" y="42146"/>
                </a:cubicBezTo>
                <a:cubicBezTo>
                  <a:pt x="56254" y="42386"/>
                  <a:pt x="56906" y="42505"/>
                  <a:pt x="57562" y="42505"/>
                </a:cubicBezTo>
                <a:cubicBezTo>
                  <a:pt x="58220" y="42493"/>
                  <a:pt x="58868" y="42362"/>
                  <a:pt x="59472" y="42098"/>
                </a:cubicBezTo>
                <a:cubicBezTo>
                  <a:pt x="60075" y="41834"/>
                  <a:pt x="60622" y="41462"/>
                  <a:pt x="61080" y="40993"/>
                </a:cubicBezTo>
                <a:cubicBezTo>
                  <a:pt x="61539" y="40526"/>
                  <a:pt x="61900" y="39962"/>
                  <a:pt x="62144" y="39362"/>
                </a:cubicBezTo>
                <a:lnTo>
                  <a:pt x="65542" y="30855"/>
                </a:lnTo>
                <a:lnTo>
                  <a:pt x="71962" y="32367"/>
                </a:lnTo>
                <a:cubicBezTo>
                  <a:pt x="72615" y="32523"/>
                  <a:pt x="73290" y="32547"/>
                  <a:pt x="73951" y="32427"/>
                </a:cubicBezTo>
                <a:lnTo>
                  <a:pt x="86113" y="30351"/>
                </a:lnTo>
                <a:lnTo>
                  <a:pt x="88477" y="32535"/>
                </a:lnTo>
                <a:lnTo>
                  <a:pt x="85977" y="36278"/>
                </a:lnTo>
                <a:cubicBezTo>
                  <a:pt x="85615" y="36818"/>
                  <a:pt x="85363" y="37430"/>
                  <a:pt x="85235" y="38078"/>
                </a:cubicBezTo>
                <a:lnTo>
                  <a:pt x="82798" y="50232"/>
                </a:lnTo>
                <a:cubicBezTo>
                  <a:pt x="82581" y="51324"/>
                  <a:pt x="82733" y="52452"/>
                  <a:pt x="83233" y="53448"/>
                </a:cubicBezTo>
                <a:lnTo>
                  <a:pt x="87798" y="62579"/>
                </a:lnTo>
                <a:lnTo>
                  <a:pt x="89692" y="72058"/>
                </a:lnTo>
                <a:lnTo>
                  <a:pt x="87461" y="75406"/>
                </a:lnTo>
                <a:lnTo>
                  <a:pt x="78784" y="75406"/>
                </a:lnTo>
                <a:cubicBezTo>
                  <a:pt x="78298" y="75333"/>
                  <a:pt x="77805" y="75333"/>
                  <a:pt x="77319" y="75406"/>
                </a:cubicBezTo>
                <a:lnTo>
                  <a:pt x="65811" y="75406"/>
                </a:lnTo>
                <a:cubicBezTo>
                  <a:pt x="64670" y="75394"/>
                  <a:pt x="63558" y="75765"/>
                  <a:pt x="62660" y="76473"/>
                </a:cubicBezTo>
                <a:cubicBezTo>
                  <a:pt x="61762" y="77169"/>
                  <a:pt x="61133" y="78165"/>
                  <a:pt x="60877" y="79281"/>
                </a:cubicBezTo>
                <a:cubicBezTo>
                  <a:pt x="60620" y="80385"/>
                  <a:pt x="60752" y="81560"/>
                  <a:pt x="61250" y="82580"/>
                </a:cubicBezTo>
                <a:cubicBezTo>
                  <a:pt x="61747" y="83612"/>
                  <a:pt x="62582" y="84440"/>
                  <a:pt x="63613" y="84920"/>
                </a:cubicBezTo>
                <a:lnTo>
                  <a:pt x="58203" y="88976"/>
                </a:lnTo>
                <a:lnTo>
                  <a:pt x="48925" y="83408"/>
                </a:lnTo>
                <a:cubicBezTo>
                  <a:pt x="48307" y="83036"/>
                  <a:pt x="47616" y="82808"/>
                  <a:pt x="46898" y="82724"/>
                </a:cubicBezTo>
                <a:cubicBezTo>
                  <a:pt x="46180" y="82652"/>
                  <a:pt x="45454" y="82724"/>
                  <a:pt x="44770" y="82952"/>
                </a:cubicBezTo>
                <a:lnTo>
                  <a:pt x="31913" y="87236"/>
                </a:lnTo>
                <a:lnTo>
                  <a:pt x="23218" y="83756"/>
                </a:lnTo>
                <a:lnTo>
                  <a:pt x="19204" y="75729"/>
                </a:lnTo>
                <a:cubicBezTo>
                  <a:pt x="18720" y="74770"/>
                  <a:pt x="17935" y="73977"/>
                  <a:pt x="16967" y="73498"/>
                </a:cubicBezTo>
                <a:lnTo>
                  <a:pt x="12377" y="71206"/>
                </a:lnTo>
                <a:lnTo>
                  <a:pt x="15732" y="66334"/>
                </a:lnTo>
                <a:lnTo>
                  <a:pt x="32392" y="59783"/>
                </a:lnTo>
                <a:cubicBezTo>
                  <a:pt x="33495" y="59376"/>
                  <a:pt x="34415" y="58584"/>
                  <a:pt x="34990" y="57552"/>
                </a:cubicBezTo>
                <a:cubicBezTo>
                  <a:pt x="35566" y="56520"/>
                  <a:pt x="35759" y="55320"/>
                  <a:pt x="35536" y="54168"/>
                </a:cubicBezTo>
                <a:cubicBezTo>
                  <a:pt x="35314" y="53004"/>
                  <a:pt x="34690" y="51972"/>
                  <a:pt x="33774" y="51228"/>
                </a:cubicBezTo>
                <a:cubicBezTo>
                  <a:pt x="32859" y="50484"/>
                  <a:pt x="31710" y="50089"/>
                  <a:pt x="30532" y="50113"/>
                </a:cubicBezTo>
                <a:cubicBezTo>
                  <a:pt x="29914" y="50124"/>
                  <a:pt x="29303" y="50244"/>
                  <a:pt x="28730" y="50484"/>
                </a:cubicBezTo>
                <a:lnTo>
                  <a:pt x="24897" y="51996"/>
                </a:lnTo>
                <a:cubicBezTo>
                  <a:pt x="24792" y="51913"/>
                  <a:pt x="24685" y="51841"/>
                  <a:pt x="24575" y="51780"/>
                </a:cubicBezTo>
                <a:lnTo>
                  <a:pt x="17300" y="47473"/>
                </a:lnTo>
                <a:lnTo>
                  <a:pt x="17300" y="36686"/>
                </a:lnTo>
                <a:lnTo>
                  <a:pt x="25029" y="30891"/>
                </a:lnTo>
                <a:cubicBezTo>
                  <a:pt x="25563" y="30495"/>
                  <a:pt x="26011" y="29991"/>
                  <a:pt x="26348" y="29415"/>
                </a:cubicBezTo>
                <a:lnTo>
                  <a:pt x="29789" y="23500"/>
                </a:lnTo>
                <a:lnTo>
                  <a:pt x="32061" y="24232"/>
                </a:lnTo>
                <a:cubicBezTo>
                  <a:pt x="32561" y="24496"/>
                  <a:pt x="33103" y="24676"/>
                  <a:pt x="33661" y="24759"/>
                </a:cubicBezTo>
                <a:lnTo>
                  <a:pt x="39946" y="26788"/>
                </a:lnTo>
                <a:cubicBezTo>
                  <a:pt x="40575" y="27004"/>
                  <a:pt x="41242" y="27100"/>
                  <a:pt x="41907" y="27052"/>
                </a:cubicBezTo>
                <a:cubicBezTo>
                  <a:pt x="42572" y="27016"/>
                  <a:pt x="43222" y="26836"/>
                  <a:pt x="43820" y="26547"/>
                </a:cubicBezTo>
                <a:cubicBezTo>
                  <a:pt x="44416" y="26248"/>
                  <a:pt x="44949" y="25840"/>
                  <a:pt x="45383" y="25336"/>
                </a:cubicBezTo>
                <a:cubicBezTo>
                  <a:pt x="45819" y="24832"/>
                  <a:pt x="46149" y="24244"/>
                  <a:pt x="46354" y="23607"/>
                </a:cubicBezTo>
                <a:cubicBezTo>
                  <a:pt x="46560" y="22972"/>
                  <a:pt x="46636" y="22300"/>
                  <a:pt x="46579" y="21640"/>
                </a:cubicBezTo>
                <a:cubicBezTo>
                  <a:pt x="46523" y="20980"/>
                  <a:pt x="46334" y="20332"/>
                  <a:pt x="46024" y="19744"/>
                </a:cubicBezTo>
                <a:cubicBezTo>
                  <a:pt x="45715" y="19144"/>
                  <a:pt x="45289" y="18629"/>
                  <a:pt x="44775" y="18208"/>
                </a:cubicBezTo>
                <a:cubicBezTo>
                  <a:pt x="44260" y="17777"/>
                  <a:pt x="43666" y="17465"/>
                  <a:pt x="43027" y="17272"/>
                </a:cubicBezTo>
                <a:lnTo>
                  <a:pt x="42900" y="17225"/>
                </a:lnTo>
                <a:lnTo>
                  <a:pt x="47510" y="11525"/>
                </a:lnTo>
                <a:close/>
                <a:moveTo>
                  <a:pt x="61347" y="50005"/>
                </a:moveTo>
                <a:cubicBezTo>
                  <a:pt x="60089" y="49981"/>
                  <a:pt x="58869" y="50424"/>
                  <a:pt x="57930" y="51264"/>
                </a:cubicBezTo>
                <a:lnTo>
                  <a:pt x="46679" y="61259"/>
                </a:lnTo>
                <a:cubicBezTo>
                  <a:pt x="46163" y="61691"/>
                  <a:pt x="45739" y="62219"/>
                  <a:pt x="45431" y="62819"/>
                </a:cubicBezTo>
                <a:cubicBezTo>
                  <a:pt x="45124" y="63407"/>
                  <a:pt x="44939" y="64067"/>
                  <a:pt x="44889" y="64726"/>
                </a:cubicBezTo>
                <a:cubicBezTo>
                  <a:pt x="44839" y="65398"/>
                  <a:pt x="44923" y="66071"/>
                  <a:pt x="45137" y="66707"/>
                </a:cubicBezTo>
                <a:cubicBezTo>
                  <a:pt x="45352" y="67342"/>
                  <a:pt x="45693" y="67931"/>
                  <a:pt x="46138" y="68434"/>
                </a:cubicBezTo>
                <a:cubicBezTo>
                  <a:pt x="46583" y="68926"/>
                  <a:pt x="47125" y="69334"/>
                  <a:pt x="47732" y="69622"/>
                </a:cubicBezTo>
                <a:cubicBezTo>
                  <a:pt x="48338" y="69910"/>
                  <a:pt x="48995" y="70078"/>
                  <a:pt x="49665" y="70102"/>
                </a:cubicBezTo>
                <a:cubicBezTo>
                  <a:pt x="50335" y="70126"/>
                  <a:pt x="51004" y="70030"/>
                  <a:pt x="51632" y="69790"/>
                </a:cubicBezTo>
                <a:cubicBezTo>
                  <a:pt x="52260" y="69550"/>
                  <a:pt x="52834" y="69190"/>
                  <a:pt x="53320" y="68734"/>
                </a:cubicBezTo>
                <a:lnTo>
                  <a:pt x="61889" y="61127"/>
                </a:lnTo>
                <a:lnTo>
                  <a:pt x="67520" y="64343"/>
                </a:lnTo>
                <a:cubicBezTo>
                  <a:pt x="68090" y="64678"/>
                  <a:pt x="68723" y="64907"/>
                  <a:pt x="69381" y="65003"/>
                </a:cubicBezTo>
                <a:cubicBezTo>
                  <a:pt x="70040" y="65087"/>
                  <a:pt x="70711" y="65051"/>
                  <a:pt x="71354" y="64883"/>
                </a:cubicBezTo>
                <a:cubicBezTo>
                  <a:pt x="71997" y="64714"/>
                  <a:pt x="72599" y="64415"/>
                  <a:pt x="73128" y="64019"/>
                </a:cubicBezTo>
                <a:cubicBezTo>
                  <a:pt x="73656" y="63611"/>
                  <a:pt x="74097" y="63107"/>
                  <a:pt x="74427" y="62531"/>
                </a:cubicBezTo>
                <a:cubicBezTo>
                  <a:pt x="74756" y="61955"/>
                  <a:pt x="74968" y="61308"/>
                  <a:pt x="75049" y="60647"/>
                </a:cubicBezTo>
                <a:cubicBezTo>
                  <a:pt x="75129" y="59987"/>
                  <a:pt x="75078" y="59327"/>
                  <a:pt x="74896" y="58679"/>
                </a:cubicBezTo>
                <a:cubicBezTo>
                  <a:pt x="74715" y="58044"/>
                  <a:pt x="74408" y="57444"/>
                  <a:pt x="73993" y="56927"/>
                </a:cubicBezTo>
                <a:cubicBezTo>
                  <a:pt x="73579" y="56412"/>
                  <a:pt x="73064" y="55979"/>
                  <a:pt x="72481" y="55656"/>
                </a:cubicBezTo>
                <a:lnTo>
                  <a:pt x="63730" y="50664"/>
                </a:lnTo>
                <a:cubicBezTo>
                  <a:pt x="63004" y="50244"/>
                  <a:pt x="62185" y="50017"/>
                  <a:pt x="61347" y="5000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8" name="Чёрный — SVG 31">
            <a:extLst>
              <a:ext uri="{FF2B5EF4-FFF2-40B4-BE49-F238E27FC236}">
                <a16:creationId xmlns:a16="http://schemas.microsoft.com/office/drawing/2014/main" id="{32B46CC0-5A88-2348-B063-1B00847AD189}"/>
              </a:ext>
            </a:extLst>
          </p:cNvPr>
          <p:cNvSpPr>
            <a:spLocks noGrp="1"/>
          </p:cNvSpPr>
          <p:nvPr/>
        </p:nvSpPr>
        <p:spPr>
          <a:xfrm>
            <a:off x="7620000" y="3210000"/>
            <a:ext cx="220000" cy="220000"/>
          </a:xfrm>
          <a:custGeom>
            <a:avLst/>
            <a:gdLst>
              <a:gd name="csX0" fmla="*/ 5393 w 113581"/>
              <a:gd name="csY0" fmla="*/ 1 h 141755"/>
              <a:gd name="csX1" fmla="*/ 3335 w 113581"/>
              <a:gd name="csY1" fmla="*/ 393 h 141755"/>
              <a:gd name="csX2" fmla="*/ 1582 w 113581"/>
              <a:gd name="csY2" fmla="*/ 1532 h 141755"/>
              <a:gd name="csX3" fmla="*/ 408 w 113581"/>
              <a:gd name="csY3" fmla="*/ 3267 h 141755"/>
              <a:gd name="csX4" fmla="*/ 0 w 113581"/>
              <a:gd name="csY4" fmla="*/ 5326 h 141755"/>
              <a:gd name="csX5" fmla="*/ 408 w 113581"/>
              <a:gd name="csY5" fmla="*/ 7367 h 141755"/>
              <a:gd name="csX6" fmla="*/ 1582 w 113581"/>
              <a:gd name="csY6" fmla="*/ 9103 h 141755"/>
              <a:gd name="csX7" fmla="*/ 3335 w 113581"/>
              <a:gd name="csY7" fmla="*/ 10259 h 141755"/>
              <a:gd name="csX8" fmla="*/ 5393 w 113581"/>
              <a:gd name="csY8" fmla="*/ 10633 h 141755"/>
              <a:gd name="csX9" fmla="*/ 108188 w 113581"/>
              <a:gd name="csY9" fmla="*/ 10633 h 141755"/>
              <a:gd name="csX10" fmla="*/ 110247 w 113581"/>
              <a:gd name="csY10" fmla="*/ 10259 h 141755"/>
              <a:gd name="csX11" fmla="*/ 111982 w 113581"/>
              <a:gd name="csY11" fmla="*/ 9103 h 141755"/>
              <a:gd name="csX12" fmla="*/ 113156 w 113581"/>
              <a:gd name="csY12" fmla="*/ 7367 h 141755"/>
              <a:gd name="csX13" fmla="*/ 113582 w 113581"/>
              <a:gd name="csY13" fmla="*/ 5326 h 141755"/>
              <a:gd name="csX14" fmla="*/ 113156 w 113581"/>
              <a:gd name="csY14" fmla="*/ 3267 h 141755"/>
              <a:gd name="csX15" fmla="*/ 111982 w 113581"/>
              <a:gd name="csY15" fmla="*/ 1532 h 141755"/>
              <a:gd name="csX16" fmla="*/ 110247 w 113581"/>
              <a:gd name="csY16" fmla="*/ 393 h 141755"/>
              <a:gd name="csX17" fmla="*/ 108188 w 113581"/>
              <a:gd name="csY17" fmla="*/ 1 h 141755"/>
              <a:gd name="csX18" fmla="*/ 5393 w 113581"/>
              <a:gd name="csY18" fmla="*/ 1 h 141755"/>
              <a:gd name="csX19" fmla="*/ 8473 w 113581"/>
              <a:gd name="csY19" fmla="*/ 17727 h 141755"/>
              <a:gd name="csX20" fmla="*/ 10769 w 113581"/>
              <a:gd name="csY20" fmla="*/ 38991 h 141755"/>
              <a:gd name="csX21" fmla="*/ 103152 w 113581"/>
              <a:gd name="csY21" fmla="*/ 38991 h 141755"/>
              <a:gd name="csX22" fmla="*/ 105228 w 113581"/>
              <a:gd name="csY22" fmla="*/ 17727 h 141755"/>
              <a:gd name="csX23" fmla="*/ 8473 w 113581"/>
              <a:gd name="csY23" fmla="*/ 17727 h 141755"/>
              <a:gd name="csX24" fmla="*/ 11926 w 113581"/>
              <a:gd name="csY24" fmla="*/ 49623 h 141755"/>
              <a:gd name="csX25" fmla="*/ 17269 w 113581"/>
              <a:gd name="csY25" fmla="*/ 99227 h 141755"/>
              <a:gd name="csX26" fmla="*/ 97283 w 113581"/>
              <a:gd name="csY26" fmla="*/ 99227 h 141755"/>
              <a:gd name="csX27" fmla="*/ 102115 w 113581"/>
              <a:gd name="csY27" fmla="*/ 49623 h 141755"/>
              <a:gd name="csX28" fmla="*/ 11926 w 113581"/>
              <a:gd name="csY28" fmla="*/ 49623 h 141755"/>
              <a:gd name="csX29" fmla="*/ 18425 w 113581"/>
              <a:gd name="csY29" fmla="*/ 109859 h 141755"/>
              <a:gd name="csX30" fmla="*/ 20178 w 113581"/>
              <a:gd name="csY30" fmla="*/ 126105 h 141755"/>
              <a:gd name="csX31" fmla="*/ 37685 w 113581"/>
              <a:gd name="csY31" fmla="*/ 141755 h 141755"/>
              <a:gd name="csX32" fmla="*/ 77139 w 113581"/>
              <a:gd name="csY32" fmla="*/ 141755 h 141755"/>
              <a:gd name="csX33" fmla="*/ 94663 w 113581"/>
              <a:gd name="csY33" fmla="*/ 126020 h 141755"/>
              <a:gd name="csX34" fmla="*/ 96245 w 113581"/>
              <a:gd name="csY34" fmla="*/ 109859 h 141755"/>
              <a:gd name="csX35" fmla="*/ 18425 w 113581"/>
              <a:gd name="csY35" fmla="*/ 109859 h 141755"/>
            </a:gdLst>
            <a:ahLst/>
            <a:cxnLst/>
            <a:rect l="l" t="t" r="r" b="b"/>
            <a:pathLst>
              <a:path w="100000" h="100000">
                <a:moveTo>
                  <a:pt x="13742" y="1"/>
                </a:moveTo>
                <a:cubicBezTo>
                  <a:pt x="13250" y="-11"/>
                  <a:pt x="12746" y="85"/>
                  <a:pt x="12290" y="277"/>
                </a:cubicBezTo>
                <a:cubicBezTo>
                  <a:pt x="11834" y="457"/>
                  <a:pt x="11414" y="733"/>
                  <a:pt x="11054" y="1081"/>
                </a:cubicBezTo>
                <a:cubicBezTo>
                  <a:pt x="10706" y="1429"/>
                  <a:pt x="10418" y="1849"/>
                  <a:pt x="10225" y="2305"/>
                </a:cubicBezTo>
                <a:cubicBezTo>
                  <a:pt x="10034" y="2761"/>
                  <a:pt x="9938" y="3253"/>
                  <a:pt x="9938" y="3757"/>
                </a:cubicBezTo>
                <a:cubicBezTo>
                  <a:pt x="9938" y="4249"/>
                  <a:pt x="10034" y="4741"/>
                  <a:pt x="10225" y="5197"/>
                </a:cubicBezTo>
                <a:cubicBezTo>
                  <a:pt x="10418" y="5653"/>
                  <a:pt x="10706" y="6073"/>
                  <a:pt x="11054" y="6422"/>
                </a:cubicBezTo>
                <a:cubicBezTo>
                  <a:pt x="11414" y="6769"/>
                  <a:pt x="11834" y="7045"/>
                  <a:pt x="12290" y="7237"/>
                </a:cubicBezTo>
                <a:cubicBezTo>
                  <a:pt x="12746" y="7417"/>
                  <a:pt x="13250" y="7513"/>
                  <a:pt x="13742" y="7501"/>
                </a:cubicBezTo>
                <a:lnTo>
                  <a:pt x="86258" y="7501"/>
                </a:lnTo>
                <a:cubicBezTo>
                  <a:pt x="86750" y="7513"/>
                  <a:pt x="87242" y="7417"/>
                  <a:pt x="87710" y="7237"/>
                </a:cubicBezTo>
                <a:cubicBezTo>
                  <a:pt x="88166" y="7045"/>
                  <a:pt x="88587" y="6769"/>
                  <a:pt x="88934" y="6422"/>
                </a:cubicBezTo>
                <a:cubicBezTo>
                  <a:pt x="89295" y="6073"/>
                  <a:pt x="89571" y="5653"/>
                  <a:pt x="89763" y="5197"/>
                </a:cubicBezTo>
                <a:cubicBezTo>
                  <a:pt x="89954" y="4741"/>
                  <a:pt x="90063" y="4249"/>
                  <a:pt x="90063" y="3757"/>
                </a:cubicBezTo>
                <a:cubicBezTo>
                  <a:pt x="90063" y="3253"/>
                  <a:pt x="89954" y="2761"/>
                  <a:pt x="89763" y="2305"/>
                </a:cubicBezTo>
                <a:cubicBezTo>
                  <a:pt x="89571" y="1849"/>
                  <a:pt x="89295" y="1429"/>
                  <a:pt x="88934" y="1081"/>
                </a:cubicBezTo>
                <a:cubicBezTo>
                  <a:pt x="88587" y="733"/>
                  <a:pt x="88166" y="457"/>
                  <a:pt x="87710" y="277"/>
                </a:cubicBezTo>
                <a:cubicBezTo>
                  <a:pt x="87242" y="85"/>
                  <a:pt x="86750" y="-11"/>
                  <a:pt x="86258" y="1"/>
                </a:cubicBezTo>
                <a:lnTo>
                  <a:pt x="13742" y="1"/>
                </a:lnTo>
                <a:close/>
                <a:moveTo>
                  <a:pt x="15915" y="12505"/>
                </a:moveTo>
                <a:lnTo>
                  <a:pt x="17534" y="27506"/>
                </a:lnTo>
                <a:lnTo>
                  <a:pt x="82705" y="27506"/>
                </a:lnTo>
                <a:lnTo>
                  <a:pt x="84170" y="12505"/>
                </a:lnTo>
                <a:lnTo>
                  <a:pt x="15915" y="12505"/>
                </a:lnTo>
                <a:close/>
                <a:moveTo>
                  <a:pt x="18351" y="35006"/>
                </a:moveTo>
                <a:lnTo>
                  <a:pt x="22120" y="69999"/>
                </a:lnTo>
                <a:lnTo>
                  <a:pt x="78565" y="69999"/>
                </a:lnTo>
                <a:lnTo>
                  <a:pt x="81974" y="35006"/>
                </a:lnTo>
                <a:lnTo>
                  <a:pt x="18351" y="35006"/>
                </a:lnTo>
                <a:close/>
                <a:moveTo>
                  <a:pt x="22935" y="77499"/>
                </a:moveTo>
                <a:lnTo>
                  <a:pt x="24172" y="88960"/>
                </a:lnTo>
                <a:cubicBezTo>
                  <a:pt x="24868" y="95259"/>
                  <a:pt x="30173" y="100000"/>
                  <a:pt x="36522" y="100000"/>
                </a:cubicBezTo>
                <a:lnTo>
                  <a:pt x="64355" y="100000"/>
                </a:lnTo>
                <a:cubicBezTo>
                  <a:pt x="70692" y="100000"/>
                  <a:pt x="76009" y="95259"/>
                  <a:pt x="76717" y="88900"/>
                </a:cubicBezTo>
                <a:lnTo>
                  <a:pt x="77833" y="77499"/>
                </a:lnTo>
                <a:lnTo>
                  <a:pt x="22935" y="7749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9" name="Чёрный — SVG 32">
            <a:extLst>
              <a:ext uri="{FF2B5EF4-FFF2-40B4-BE49-F238E27FC236}">
                <a16:creationId xmlns:a16="http://schemas.microsoft.com/office/drawing/2014/main" id="{0CF92C65-EBCE-E04F-98FC-EF58F4B33266}"/>
              </a:ext>
            </a:extLst>
          </p:cNvPr>
          <p:cNvSpPr>
            <a:spLocks noGrp="1"/>
          </p:cNvSpPr>
          <p:nvPr/>
        </p:nvSpPr>
        <p:spPr>
          <a:xfrm>
            <a:off x="8220000" y="3210000"/>
            <a:ext cx="220000" cy="220000"/>
          </a:xfrm>
          <a:custGeom>
            <a:avLst/>
            <a:gdLst>
              <a:gd name="csX0" fmla="*/ 35439 w 70962"/>
              <a:gd name="csY0" fmla="*/ 0 h 148847"/>
              <a:gd name="csX1" fmla="*/ 12403 w 70962"/>
              <a:gd name="csY1" fmla="*/ 23033 h 148847"/>
              <a:gd name="csX2" fmla="*/ 12403 w 70962"/>
              <a:gd name="csY2" fmla="*/ 86519 h 148847"/>
              <a:gd name="csX3" fmla="*/ 0 w 70962"/>
              <a:gd name="csY3" fmla="*/ 113413 h 148847"/>
              <a:gd name="csX4" fmla="*/ 35439 w 70962"/>
              <a:gd name="csY4" fmla="*/ 148847 h 148847"/>
              <a:gd name="csX5" fmla="*/ 70895 w 70962"/>
              <a:gd name="csY5" fmla="*/ 113413 h 148847"/>
              <a:gd name="csX6" fmla="*/ 58475 w 70962"/>
              <a:gd name="csY6" fmla="*/ 86519 h 148847"/>
              <a:gd name="csX7" fmla="*/ 58475 w 70962"/>
              <a:gd name="csY7" fmla="*/ 74424 h 148847"/>
              <a:gd name="csX8" fmla="*/ 65570 w 70962"/>
              <a:gd name="csY8" fmla="*/ 74424 h 148847"/>
              <a:gd name="csX9" fmla="*/ 67628 w 70962"/>
              <a:gd name="csY9" fmla="*/ 74032 h 148847"/>
              <a:gd name="csX10" fmla="*/ 69381 w 70962"/>
              <a:gd name="csY10" fmla="*/ 72893 h 148847"/>
              <a:gd name="csX11" fmla="*/ 70555 w 70962"/>
              <a:gd name="csY11" fmla="*/ 71158 h 148847"/>
              <a:gd name="csX12" fmla="*/ 70963 w 70962"/>
              <a:gd name="csY12" fmla="*/ 69099 h 148847"/>
              <a:gd name="csX13" fmla="*/ 70555 w 70962"/>
              <a:gd name="csY13" fmla="*/ 67058 h 148847"/>
              <a:gd name="csX14" fmla="*/ 69381 w 70962"/>
              <a:gd name="csY14" fmla="*/ 65322 h 148847"/>
              <a:gd name="csX15" fmla="*/ 67628 w 70962"/>
              <a:gd name="csY15" fmla="*/ 64183 h 148847"/>
              <a:gd name="csX16" fmla="*/ 65570 w 70962"/>
              <a:gd name="csY16" fmla="*/ 63792 h 148847"/>
              <a:gd name="csX17" fmla="*/ 58475 w 70962"/>
              <a:gd name="csY17" fmla="*/ 63792 h 148847"/>
              <a:gd name="csX18" fmla="*/ 58475 w 70962"/>
              <a:gd name="csY18" fmla="*/ 56698 h 148847"/>
              <a:gd name="csX19" fmla="*/ 65570 w 70962"/>
              <a:gd name="csY19" fmla="*/ 56698 h 148847"/>
              <a:gd name="csX20" fmla="*/ 67628 w 70962"/>
              <a:gd name="csY20" fmla="*/ 56324 h 148847"/>
              <a:gd name="csX21" fmla="*/ 69381 w 70962"/>
              <a:gd name="csY21" fmla="*/ 55167 h 148847"/>
              <a:gd name="csX22" fmla="*/ 70555 w 70962"/>
              <a:gd name="csY22" fmla="*/ 53432 h 148847"/>
              <a:gd name="csX23" fmla="*/ 70963 w 70962"/>
              <a:gd name="csY23" fmla="*/ 51390 h 148847"/>
              <a:gd name="csX24" fmla="*/ 70555 w 70962"/>
              <a:gd name="csY24" fmla="*/ 49332 h 148847"/>
              <a:gd name="csX25" fmla="*/ 69381 w 70962"/>
              <a:gd name="csY25" fmla="*/ 47597 h 148847"/>
              <a:gd name="csX26" fmla="*/ 67628 w 70962"/>
              <a:gd name="csY26" fmla="*/ 46457 h 148847"/>
              <a:gd name="csX27" fmla="*/ 65570 w 70962"/>
              <a:gd name="csY27" fmla="*/ 46066 h 148847"/>
              <a:gd name="csX28" fmla="*/ 58475 w 70962"/>
              <a:gd name="csY28" fmla="*/ 46066 h 148847"/>
              <a:gd name="csX29" fmla="*/ 58475 w 70962"/>
              <a:gd name="csY29" fmla="*/ 38989 h 148847"/>
              <a:gd name="csX30" fmla="*/ 65570 w 70962"/>
              <a:gd name="csY30" fmla="*/ 38989 h 148847"/>
              <a:gd name="csX31" fmla="*/ 67628 w 70962"/>
              <a:gd name="csY31" fmla="*/ 38598 h 148847"/>
              <a:gd name="csX32" fmla="*/ 69381 w 70962"/>
              <a:gd name="csY32" fmla="*/ 37458 h 148847"/>
              <a:gd name="csX33" fmla="*/ 70555 w 70962"/>
              <a:gd name="csY33" fmla="*/ 35723 h 148847"/>
              <a:gd name="csX34" fmla="*/ 70963 w 70962"/>
              <a:gd name="csY34" fmla="*/ 33665 h 148847"/>
              <a:gd name="csX35" fmla="*/ 70555 w 70962"/>
              <a:gd name="csY35" fmla="*/ 31624 h 148847"/>
              <a:gd name="csX36" fmla="*/ 69381 w 70962"/>
              <a:gd name="csY36" fmla="*/ 29889 h 148847"/>
              <a:gd name="csX37" fmla="*/ 67628 w 70962"/>
              <a:gd name="csY37" fmla="*/ 28732 h 148847"/>
              <a:gd name="csX38" fmla="*/ 65570 w 70962"/>
              <a:gd name="csY38" fmla="*/ 28357 h 148847"/>
              <a:gd name="csX39" fmla="*/ 58475 w 70962"/>
              <a:gd name="csY39" fmla="*/ 28357 h 148847"/>
              <a:gd name="csX40" fmla="*/ 58475 w 70962"/>
              <a:gd name="csY40" fmla="*/ 23033 h 148847"/>
              <a:gd name="csX41" fmla="*/ 35439 w 70962"/>
              <a:gd name="csY41" fmla="*/ 0 h 148847"/>
              <a:gd name="csX42" fmla="*/ 35439 w 70962"/>
              <a:gd name="csY42" fmla="*/ 46066 h 148847"/>
              <a:gd name="csX43" fmla="*/ 40764 w 70962"/>
              <a:gd name="csY43" fmla="*/ 51390 h 148847"/>
              <a:gd name="csX44" fmla="*/ 40764 w 70962"/>
              <a:gd name="csY44" fmla="*/ 96589 h 148847"/>
              <a:gd name="csX45" fmla="*/ 53167 w 70962"/>
              <a:gd name="csY45" fmla="*/ 113413 h 148847"/>
              <a:gd name="csX46" fmla="*/ 35439 w 70962"/>
              <a:gd name="csY46" fmla="*/ 131122 h 148847"/>
              <a:gd name="csX47" fmla="*/ 17728 w 70962"/>
              <a:gd name="csY47" fmla="*/ 113413 h 148847"/>
              <a:gd name="csX48" fmla="*/ 30131 w 70962"/>
              <a:gd name="csY48" fmla="*/ 96589 h 148847"/>
              <a:gd name="csX49" fmla="*/ 30131 w 70962"/>
              <a:gd name="csY49" fmla="*/ 51390 h 148847"/>
              <a:gd name="csX50" fmla="*/ 35439 w 70962"/>
              <a:gd name="csY50" fmla="*/ 46066 h 148847"/>
            </a:gdLst>
            <a:ahLst/>
            <a:cxnLst/>
            <a:rect l="l" t="t" r="r" b="b"/>
            <a:pathLst>
              <a:path w="100000" h="100000">
                <a:moveTo>
                  <a:pt x="49972" y="0"/>
                </a:moveTo>
                <a:cubicBezTo>
                  <a:pt x="41445" y="0"/>
                  <a:pt x="34495" y="6937"/>
                  <a:pt x="34495" y="15474"/>
                </a:cubicBezTo>
                <a:lnTo>
                  <a:pt x="34495" y="58126"/>
                </a:lnTo>
                <a:cubicBezTo>
                  <a:pt x="29249" y="62629"/>
                  <a:pt x="26163" y="69257"/>
                  <a:pt x="26163" y="76194"/>
                </a:cubicBezTo>
                <a:cubicBezTo>
                  <a:pt x="26163" y="89315"/>
                  <a:pt x="36850" y="100000"/>
                  <a:pt x="49972" y="100000"/>
                </a:cubicBezTo>
                <a:cubicBezTo>
                  <a:pt x="63105" y="100000"/>
                  <a:pt x="73792" y="89315"/>
                  <a:pt x="73792" y="76194"/>
                </a:cubicBezTo>
                <a:cubicBezTo>
                  <a:pt x="73792" y="69257"/>
                  <a:pt x="70706" y="62629"/>
                  <a:pt x="65448" y="58126"/>
                </a:cubicBezTo>
                <a:lnTo>
                  <a:pt x="65448" y="50000"/>
                </a:lnTo>
                <a:lnTo>
                  <a:pt x="70215" y="50000"/>
                </a:lnTo>
                <a:cubicBezTo>
                  <a:pt x="70694" y="50012"/>
                  <a:pt x="71163" y="49920"/>
                  <a:pt x="71597" y="49737"/>
                </a:cubicBezTo>
                <a:cubicBezTo>
                  <a:pt x="72043" y="49566"/>
                  <a:pt x="72443" y="49303"/>
                  <a:pt x="72775" y="48972"/>
                </a:cubicBezTo>
                <a:cubicBezTo>
                  <a:pt x="73118" y="48640"/>
                  <a:pt x="73380" y="48240"/>
                  <a:pt x="73564" y="47806"/>
                </a:cubicBezTo>
                <a:cubicBezTo>
                  <a:pt x="73747" y="47371"/>
                  <a:pt x="73838" y="46903"/>
                  <a:pt x="73838" y="46423"/>
                </a:cubicBezTo>
                <a:cubicBezTo>
                  <a:pt x="73838" y="45955"/>
                  <a:pt x="73747" y="45486"/>
                  <a:pt x="73564" y="45052"/>
                </a:cubicBezTo>
                <a:cubicBezTo>
                  <a:pt x="73380" y="44617"/>
                  <a:pt x="73118" y="44217"/>
                  <a:pt x="72775" y="43885"/>
                </a:cubicBezTo>
                <a:cubicBezTo>
                  <a:pt x="72443" y="43555"/>
                  <a:pt x="72043" y="43291"/>
                  <a:pt x="71597" y="43120"/>
                </a:cubicBezTo>
                <a:cubicBezTo>
                  <a:pt x="71163" y="42937"/>
                  <a:pt x="70694" y="42846"/>
                  <a:pt x="70215" y="42857"/>
                </a:cubicBezTo>
                <a:lnTo>
                  <a:pt x="65448" y="42857"/>
                </a:lnTo>
                <a:lnTo>
                  <a:pt x="65448" y="38091"/>
                </a:lnTo>
                <a:lnTo>
                  <a:pt x="70215" y="38091"/>
                </a:lnTo>
                <a:cubicBezTo>
                  <a:pt x="70694" y="38103"/>
                  <a:pt x="71163" y="38012"/>
                  <a:pt x="71597" y="37840"/>
                </a:cubicBezTo>
                <a:cubicBezTo>
                  <a:pt x="72043" y="37657"/>
                  <a:pt x="72443" y="37394"/>
                  <a:pt x="72775" y="37063"/>
                </a:cubicBezTo>
                <a:cubicBezTo>
                  <a:pt x="73118" y="36732"/>
                  <a:pt x="73380" y="36343"/>
                  <a:pt x="73564" y="35897"/>
                </a:cubicBezTo>
                <a:cubicBezTo>
                  <a:pt x="73747" y="35463"/>
                  <a:pt x="73838" y="34994"/>
                  <a:pt x="73838" y="34525"/>
                </a:cubicBezTo>
                <a:cubicBezTo>
                  <a:pt x="73838" y="34046"/>
                  <a:pt x="73747" y="33577"/>
                  <a:pt x="73564" y="33143"/>
                </a:cubicBezTo>
                <a:cubicBezTo>
                  <a:pt x="73380" y="32709"/>
                  <a:pt x="73118" y="32308"/>
                  <a:pt x="72775" y="31977"/>
                </a:cubicBezTo>
                <a:cubicBezTo>
                  <a:pt x="72443" y="31646"/>
                  <a:pt x="72043" y="31383"/>
                  <a:pt x="71597" y="31211"/>
                </a:cubicBezTo>
                <a:cubicBezTo>
                  <a:pt x="71163" y="31029"/>
                  <a:pt x="70694" y="30949"/>
                  <a:pt x="70215" y="30949"/>
                </a:cubicBezTo>
                <a:lnTo>
                  <a:pt x="65448" y="30949"/>
                </a:lnTo>
                <a:lnTo>
                  <a:pt x="65448" y="26194"/>
                </a:lnTo>
                <a:lnTo>
                  <a:pt x="70215" y="26194"/>
                </a:lnTo>
                <a:cubicBezTo>
                  <a:pt x="70694" y="26194"/>
                  <a:pt x="71163" y="26115"/>
                  <a:pt x="71597" y="25931"/>
                </a:cubicBezTo>
                <a:cubicBezTo>
                  <a:pt x="72043" y="25760"/>
                  <a:pt x="72443" y="25497"/>
                  <a:pt x="72775" y="25165"/>
                </a:cubicBezTo>
                <a:cubicBezTo>
                  <a:pt x="73118" y="24834"/>
                  <a:pt x="73380" y="24434"/>
                  <a:pt x="73564" y="24000"/>
                </a:cubicBezTo>
                <a:cubicBezTo>
                  <a:pt x="73747" y="23566"/>
                  <a:pt x="73838" y="23097"/>
                  <a:pt x="73838" y="22617"/>
                </a:cubicBezTo>
                <a:cubicBezTo>
                  <a:pt x="73838" y="22148"/>
                  <a:pt x="73747" y="21680"/>
                  <a:pt x="73564" y="21246"/>
                </a:cubicBezTo>
                <a:cubicBezTo>
                  <a:pt x="73380" y="20800"/>
                  <a:pt x="73118" y="20412"/>
                  <a:pt x="72775" y="20080"/>
                </a:cubicBezTo>
                <a:cubicBezTo>
                  <a:pt x="72443" y="19748"/>
                  <a:pt x="72043" y="19486"/>
                  <a:pt x="71597" y="19303"/>
                </a:cubicBezTo>
                <a:cubicBezTo>
                  <a:pt x="71163" y="19132"/>
                  <a:pt x="70694" y="19040"/>
                  <a:pt x="70215" y="19051"/>
                </a:cubicBezTo>
                <a:lnTo>
                  <a:pt x="65448" y="19051"/>
                </a:lnTo>
                <a:lnTo>
                  <a:pt x="65448" y="15474"/>
                </a:lnTo>
                <a:cubicBezTo>
                  <a:pt x="65448" y="6937"/>
                  <a:pt x="58510" y="0"/>
                  <a:pt x="49972" y="0"/>
                </a:cubicBezTo>
                <a:close/>
                <a:moveTo>
                  <a:pt x="49972" y="30949"/>
                </a:moveTo>
                <a:cubicBezTo>
                  <a:pt x="51949" y="30949"/>
                  <a:pt x="53549" y="32549"/>
                  <a:pt x="53549" y="34525"/>
                </a:cubicBezTo>
                <a:lnTo>
                  <a:pt x="53549" y="64891"/>
                </a:lnTo>
                <a:cubicBezTo>
                  <a:pt x="58362" y="66412"/>
                  <a:pt x="61882" y="70869"/>
                  <a:pt x="61882" y="76194"/>
                </a:cubicBezTo>
                <a:cubicBezTo>
                  <a:pt x="61882" y="82766"/>
                  <a:pt x="56556" y="88092"/>
                  <a:pt x="49972" y="88092"/>
                </a:cubicBezTo>
                <a:cubicBezTo>
                  <a:pt x="43399" y="88092"/>
                  <a:pt x="38073" y="82766"/>
                  <a:pt x="38073" y="76194"/>
                </a:cubicBezTo>
                <a:cubicBezTo>
                  <a:pt x="38073" y="70869"/>
                  <a:pt x="41582" y="66412"/>
                  <a:pt x="46406" y="64891"/>
                </a:cubicBezTo>
                <a:lnTo>
                  <a:pt x="46406" y="34525"/>
                </a:lnTo>
                <a:cubicBezTo>
                  <a:pt x="46406" y="32549"/>
                  <a:pt x="48006" y="30949"/>
                  <a:pt x="49972" y="3094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0" name="Чёрный — SVG 33">
            <a:extLst>
              <a:ext uri="{FF2B5EF4-FFF2-40B4-BE49-F238E27FC236}">
                <a16:creationId xmlns:a16="http://schemas.microsoft.com/office/drawing/2014/main" id="{49DCF922-2BFE-3446-8816-303E4968ED99}"/>
              </a:ext>
            </a:extLst>
          </p:cNvPr>
          <p:cNvSpPr>
            <a:spLocks noGrp="1"/>
          </p:cNvSpPr>
          <p:nvPr/>
        </p:nvSpPr>
        <p:spPr>
          <a:xfrm>
            <a:off x="8820000" y="3210000"/>
            <a:ext cx="220000" cy="220000"/>
          </a:xfrm>
          <a:custGeom>
            <a:avLst/>
            <a:gdLst>
              <a:gd name="csX0" fmla="*/ 63800 w 127600"/>
              <a:gd name="csY0" fmla="*/ 0 h 134608"/>
              <a:gd name="csX1" fmla="*/ 52299 w 127600"/>
              <a:gd name="csY1" fmla="*/ 3998 h 134608"/>
              <a:gd name="csX2" fmla="*/ 10140 w 127600"/>
              <a:gd name="csY2" fmla="*/ 37203 h 134608"/>
              <a:gd name="csX3" fmla="*/ 0 w 127600"/>
              <a:gd name="csY3" fmla="*/ 58093 h 134608"/>
              <a:gd name="csX4" fmla="*/ 0 w 127600"/>
              <a:gd name="csY4" fmla="*/ 122191 h 134608"/>
              <a:gd name="csX5" fmla="*/ 12403 w 127600"/>
              <a:gd name="csY5" fmla="*/ 134609 h 134608"/>
              <a:gd name="csX6" fmla="*/ 115198 w 127600"/>
              <a:gd name="csY6" fmla="*/ 134609 h 134608"/>
              <a:gd name="csX7" fmla="*/ 127601 w 127600"/>
              <a:gd name="csY7" fmla="*/ 122191 h 134608"/>
              <a:gd name="csX8" fmla="*/ 127601 w 127600"/>
              <a:gd name="csY8" fmla="*/ 58093 h 134608"/>
              <a:gd name="csX9" fmla="*/ 117478 w 127600"/>
              <a:gd name="csY9" fmla="*/ 37203 h 134608"/>
              <a:gd name="csX10" fmla="*/ 75301 w 127600"/>
              <a:gd name="csY10" fmla="*/ 4015 h 134608"/>
              <a:gd name="csX11" fmla="*/ 63800 w 127600"/>
              <a:gd name="csY11" fmla="*/ 0 h 134608"/>
              <a:gd name="csX12" fmla="*/ 63800 w 127600"/>
              <a:gd name="csY12" fmla="*/ 35417 h 134608"/>
              <a:gd name="csX13" fmla="*/ 74434 w 127600"/>
              <a:gd name="csY13" fmla="*/ 46049 h 134608"/>
              <a:gd name="csX14" fmla="*/ 83298 w 127600"/>
              <a:gd name="csY14" fmla="*/ 46049 h 134608"/>
              <a:gd name="csX15" fmla="*/ 88606 w 127600"/>
              <a:gd name="csY15" fmla="*/ 51356 h 134608"/>
              <a:gd name="csX16" fmla="*/ 83298 w 127600"/>
              <a:gd name="csY16" fmla="*/ 56681 h 134608"/>
              <a:gd name="csX17" fmla="*/ 74434 w 127600"/>
              <a:gd name="csY17" fmla="*/ 56681 h 134608"/>
              <a:gd name="csX18" fmla="*/ 74434 w 127600"/>
              <a:gd name="csY18" fmla="*/ 63758 h 134608"/>
              <a:gd name="csX19" fmla="*/ 83298 w 127600"/>
              <a:gd name="csY19" fmla="*/ 63758 h 134608"/>
              <a:gd name="csX20" fmla="*/ 88606 w 127600"/>
              <a:gd name="csY20" fmla="*/ 69082 h 134608"/>
              <a:gd name="csX21" fmla="*/ 83298 w 127600"/>
              <a:gd name="csY21" fmla="*/ 74390 h 134608"/>
              <a:gd name="csX22" fmla="*/ 74434 w 127600"/>
              <a:gd name="csY22" fmla="*/ 74390 h 134608"/>
              <a:gd name="csX23" fmla="*/ 74434 w 127600"/>
              <a:gd name="csY23" fmla="*/ 83252 h 134608"/>
              <a:gd name="csX24" fmla="*/ 81528 w 127600"/>
              <a:gd name="csY24" fmla="*/ 97355 h 134608"/>
              <a:gd name="csX25" fmla="*/ 63800 w 127600"/>
              <a:gd name="csY25" fmla="*/ 115063 h 134608"/>
              <a:gd name="csX26" fmla="*/ 46072 w 127600"/>
              <a:gd name="csY26" fmla="*/ 97355 h 134608"/>
              <a:gd name="csX27" fmla="*/ 53167 w 127600"/>
              <a:gd name="csY27" fmla="*/ 83252 h 134608"/>
              <a:gd name="csX28" fmla="*/ 53167 w 127600"/>
              <a:gd name="csY28" fmla="*/ 46049 h 134608"/>
              <a:gd name="csX29" fmla="*/ 63800 w 127600"/>
              <a:gd name="csY29" fmla="*/ 35417 h 134608"/>
              <a:gd name="csX30" fmla="*/ 63800 w 127600"/>
              <a:gd name="csY30" fmla="*/ 90261 h 134608"/>
              <a:gd name="csX31" fmla="*/ 58781 w 127600"/>
              <a:gd name="csY31" fmla="*/ 92336 h 134608"/>
              <a:gd name="csX32" fmla="*/ 56706 w 127600"/>
              <a:gd name="csY32" fmla="*/ 97355 h 134608"/>
              <a:gd name="csX33" fmla="*/ 58781 w 127600"/>
              <a:gd name="csY33" fmla="*/ 102356 h 134608"/>
              <a:gd name="csX34" fmla="*/ 63800 w 127600"/>
              <a:gd name="csY34" fmla="*/ 104431 h 134608"/>
              <a:gd name="csX35" fmla="*/ 68819 w 127600"/>
              <a:gd name="csY35" fmla="*/ 102356 h 134608"/>
              <a:gd name="csX36" fmla="*/ 70895 w 127600"/>
              <a:gd name="csY36" fmla="*/ 97355 h 134608"/>
              <a:gd name="csX37" fmla="*/ 68819 w 127600"/>
              <a:gd name="csY37" fmla="*/ 92336 h 134608"/>
              <a:gd name="csX38" fmla="*/ 63800 w 127600"/>
              <a:gd name="csY38" fmla="*/ 90261 h 134608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46979" y="0"/>
                  <a:pt x="43971" y="986"/>
                  <a:pt x="41456" y="2970"/>
                </a:cubicBezTo>
                <a:lnTo>
                  <a:pt x="10136" y="27638"/>
                </a:lnTo>
                <a:cubicBezTo>
                  <a:pt x="5346" y="31417"/>
                  <a:pt x="2603" y="37066"/>
                  <a:pt x="2603" y="43157"/>
                </a:cubicBezTo>
                <a:lnTo>
                  <a:pt x="2603" y="90775"/>
                </a:lnTo>
                <a:cubicBezTo>
                  <a:pt x="2603" y="95868"/>
                  <a:pt x="6736" y="100001"/>
                  <a:pt x="11817" y="100001"/>
                </a:cubicBezTo>
                <a:lnTo>
                  <a:pt x="88183" y="100001"/>
                </a:lnTo>
                <a:cubicBezTo>
                  <a:pt x="93264" y="100001"/>
                  <a:pt x="97398" y="95868"/>
                  <a:pt x="97398" y="90775"/>
                </a:cubicBezTo>
                <a:lnTo>
                  <a:pt x="97398" y="43157"/>
                </a:lnTo>
                <a:cubicBezTo>
                  <a:pt x="97398" y="37066"/>
                  <a:pt x="94655" y="31417"/>
                  <a:pt x="89877" y="27638"/>
                </a:cubicBezTo>
                <a:lnTo>
                  <a:pt x="58544" y="2983"/>
                </a:lnTo>
                <a:cubicBezTo>
                  <a:pt x="56029" y="998"/>
                  <a:pt x="53021" y="0"/>
                  <a:pt x="50000" y="0"/>
                </a:cubicBezTo>
                <a:close/>
                <a:moveTo>
                  <a:pt x="50000" y="26311"/>
                </a:moveTo>
                <a:cubicBezTo>
                  <a:pt x="54361" y="26311"/>
                  <a:pt x="57900" y="29837"/>
                  <a:pt x="57900" y="34210"/>
                </a:cubicBezTo>
                <a:lnTo>
                  <a:pt x="64485" y="34210"/>
                </a:lnTo>
                <a:cubicBezTo>
                  <a:pt x="66659" y="34210"/>
                  <a:pt x="68428" y="35979"/>
                  <a:pt x="68428" y="38152"/>
                </a:cubicBezTo>
                <a:cubicBezTo>
                  <a:pt x="68428" y="40339"/>
                  <a:pt x="66659" y="42108"/>
                  <a:pt x="64485" y="42108"/>
                </a:cubicBezTo>
                <a:lnTo>
                  <a:pt x="57900" y="42108"/>
                </a:lnTo>
                <a:lnTo>
                  <a:pt x="57900" y="47366"/>
                </a:lnTo>
                <a:lnTo>
                  <a:pt x="64485" y="47366"/>
                </a:lnTo>
                <a:cubicBezTo>
                  <a:pt x="66659" y="47366"/>
                  <a:pt x="68428" y="49135"/>
                  <a:pt x="68428" y="51321"/>
                </a:cubicBezTo>
                <a:cubicBezTo>
                  <a:pt x="68428" y="53495"/>
                  <a:pt x="66659" y="55264"/>
                  <a:pt x="64485" y="55264"/>
                </a:cubicBezTo>
                <a:lnTo>
                  <a:pt x="57900" y="55264"/>
                </a:lnTo>
                <a:lnTo>
                  <a:pt x="57900" y="61848"/>
                </a:lnTo>
                <a:cubicBezTo>
                  <a:pt x="61085" y="64250"/>
                  <a:pt x="63170" y="68028"/>
                  <a:pt x="63170" y="72325"/>
                </a:cubicBezTo>
                <a:cubicBezTo>
                  <a:pt x="63170" y="79591"/>
                  <a:pt x="57268" y="85480"/>
                  <a:pt x="50000" y="85480"/>
                </a:cubicBezTo>
                <a:cubicBezTo>
                  <a:pt x="42733" y="85480"/>
                  <a:pt x="36830" y="79591"/>
                  <a:pt x="36830" y="72325"/>
                </a:cubicBezTo>
                <a:cubicBezTo>
                  <a:pt x="36830" y="68028"/>
                  <a:pt x="38915" y="64250"/>
                  <a:pt x="42101" y="61848"/>
                </a:cubicBezTo>
                <a:lnTo>
                  <a:pt x="42101" y="34210"/>
                </a:lnTo>
                <a:cubicBezTo>
                  <a:pt x="42101" y="29837"/>
                  <a:pt x="45640" y="26311"/>
                  <a:pt x="50000" y="26311"/>
                </a:cubicBezTo>
                <a:close/>
                <a:moveTo>
                  <a:pt x="50000" y="67055"/>
                </a:moveTo>
                <a:cubicBezTo>
                  <a:pt x="48597" y="67055"/>
                  <a:pt x="47270" y="67610"/>
                  <a:pt x="46271" y="68596"/>
                </a:cubicBezTo>
                <a:cubicBezTo>
                  <a:pt x="45286" y="69582"/>
                  <a:pt x="44730" y="70922"/>
                  <a:pt x="44730" y="72325"/>
                </a:cubicBezTo>
                <a:cubicBezTo>
                  <a:pt x="44730" y="73715"/>
                  <a:pt x="45286" y="75054"/>
                  <a:pt x="46271" y="76040"/>
                </a:cubicBezTo>
                <a:cubicBezTo>
                  <a:pt x="47270" y="77026"/>
                  <a:pt x="48597" y="77582"/>
                  <a:pt x="50000" y="77582"/>
                </a:cubicBezTo>
                <a:cubicBezTo>
                  <a:pt x="51403" y="77582"/>
                  <a:pt x="52730" y="77026"/>
                  <a:pt x="53729" y="76040"/>
                </a:cubicBezTo>
                <a:cubicBezTo>
                  <a:pt x="54714" y="75054"/>
                  <a:pt x="55271" y="73715"/>
                  <a:pt x="55271" y="72325"/>
                </a:cubicBezTo>
                <a:cubicBezTo>
                  <a:pt x="55271" y="70922"/>
                  <a:pt x="54714" y="69582"/>
                  <a:pt x="53729" y="68596"/>
                </a:cubicBezTo>
                <a:cubicBezTo>
                  <a:pt x="52730" y="67610"/>
                  <a:pt x="51403" y="67055"/>
                  <a:pt x="50000" y="6705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1" name="Чёрный — SVG 34">
            <a:extLst>
              <a:ext uri="{FF2B5EF4-FFF2-40B4-BE49-F238E27FC236}">
                <a16:creationId xmlns:a16="http://schemas.microsoft.com/office/drawing/2014/main" id="{D667CF27-D2F8-FB45-8B9F-8EBBC7E4924F}"/>
              </a:ext>
            </a:extLst>
          </p:cNvPr>
          <p:cNvSpPr>
            <a:spLocks noGrp="1"/>
          </p:cNvSpPr>
          <p:nvPr/>
        </p:nvSpPr>
        <p:spPr>
          <a:xfrm>
            <a:off x="9420000" y="3210000"/>
            <a:ext cx="220000" cy="220000"/>
          </a:xfrm>
          <a:custGeom>
            <a:avLst/>
            <a:gdLst>
              <a:gd name="csX0" fmla="*/ 63877 w 127751"/>
              <a:gd name="csY0" fmla="*/ 0 h 141753"/>
              <a:gd name="csX1" fmla="*/ 42610 w 127751"/>
              <a:gd name="csY1" fmla="*/ 21264 h 141753"/>
              <a:gd name="csX2" fmla="*/ 5393 w 127751"/>
              <a:gd name="csY2" fmla="*/ 21264 h 141753"/>
              <a:gd name="csX3" fmla="*/ 3335 w 127751"/>
              <a:gd name="csY3" fmla="*/ 21655 h 141753"/>
              <a:gd name="csX4" fmla="*/ 1584 w 127751"/>
              <a:gd name="csY4" fmla="*/ 22795 h 141753"/>
              <a:gd name="csX5" fmla="*/ 412 w 127751"/>
              <a:gd name="csY5" fmla="*/ 24530 h 141753"/>
              <a:gd name="csX6" fmla="*/ 0 w 127751"/>
              <a:gd name="csY6" fmla="*/ 26572 h 141753"/>
              <a:gd name="csX7" fmla="*/ 412 w 127751"/>
              <a:gd name="csY7" fmla="*/ 28630 h 141753"/>
              <a:gd name="csX8" fmla="*/ 1584 w 127751"/>
              <a:gd name="csY8" fmla="*/ 30365 h 141753"/>
              <a:gd name="csX9" fmla="*/ 3335 w 127751"/>
              <a:gd name="csY9" fmla="*/ 31505 h 141753"/>
              <a:gd name="csX10" fmla="*/ 5393 w 127751"/>
              <a:gd name="csY10" fmla="*/ 31896 h 141753"/>
              <a:gd name="csX11" fmla="*/ 14254 w 127751"/>
              <a:gd name="csY11" fmla="*/ 31896 h 141753"/>
              <a:gd name="csX12" fmla="*/ 14254 w 127751"/>
              <a:gd name="csY12" fmla="*/ 122259 h 141753"/>
              <a:gd name="csX13" fmla="*/ 33748 w 127751"/>
              <a:gd name="csY13" fmla="*/ 141754 h 141753"/>
              <a:gd name="csX14" fmla="*/ 94004 w 127751"/>
              <a:gd name="csY14" fmla="*/ 141754 h 141753"/>
              <a:gd name="csX15" fmla="*/ 113498 w 127751"/>
              <a:gd name="csY15" fmla="*/ 122259 h 141753"/>
              <a:gd name="csX16" fmla="*/ 113498 w 127751"/>
              <a:gd name="csY16" fmla="*/ 31896 h 141753"/>
              <a:gd name="csX17" fmla="*/ 122360 w 127751"/>
              <a:gd name="csY17" fmla="*/ 31896 h 141753"/>
              <a:gd name="csX18" fmla="*/ 124417 w 127751"/>
              <a:gd name="csY18" fmla="*/ 31505 h 141753"/>
              <a:gd name="csX19" fmla="*/ 126168 w 127751"/>
              <a:gd name="csY19" fmla="*/ 30365 h 141753"/>
              <a:gd name="csX20" fmla="*/ 127340 w 127751"/>
              <a:gd name="csY20" fmla="*/ 28630 h 141753"/>
              <a:gd name="csX21" fmla="*/ 127752 w 127751"/>
              <a:gd name="csY21" fmla="*/ 26572 h 141753"/>
              <a:gd name="csX22" fmla="*/ 127340 w 127751"/>
              <a:gd name="csY22" fmla="*/ 24530 h 141753"/>
              <a:gd name="csX23" fmla="*/ 126168 w 127751"/>
              <a:gd name="csY23" fmla="*/ 22795 h 141753"/>
              <a:gd name="csX24" fmla="*/ 124417 w 127751"/>
              <a:gd name="csY24" fmla="*/ 21655 h 141753"/>
              <a:gd name="csX25" fmla="*/ 122360 w 127751"/>
              <a:gd name="csY25" fmla="*/ 21264 h 141753"/>
              <a:gd name="csX26" fmla="*/ 85144 w 127751"/>
              <a:gd name="csY26" fmla="*/ 21264 h 141753"/>
              <a:gd name="csX27" fmla="*/ 63877 w 127751"/>
              <a:gd name="csY27" fmla="*/ 0 h 141753"/>
              <a:gd name="csX28" fmla="*/ 63877 w 127751"/>
              <a:gd name="csY28" fmla="*/ 10632 h 141753"/>
              <a:gd name="csX29" fmla="*/ 74510 w 127751"/>
              <a:gd name="csY29" fmla="*/ 21264 h 141753"/>
              <a:gd name="csX30" fmla="*/ 53243 w 127751"/>
              <a:gd name="csY30" fmla="*/ 21264 h 141753"/>
              <a:gd name="csX31" fmla="*/ 63877 w 127751"/>
              <a:gd name="csY31" fmla="*/ 10632 h 141753"/>
              <a:gd name="csX32" fmla="*/ 47927 w 127751"/>
              <a:gd name="csY32" fmla="*/ 49621 h 141753"/>
              <a:gd name="csX33" fmla="*/ 53243 w 127751"/>
              <a:gd name="csY33" fmla="*/ 54929 h 141753"/>
              <a:gd name="csX34" fmla="*/ 53243 w 127751"/>
              <a:gd name="csY34" fmla="*/ 108089 h 141753"/>
              <a:gd name="csX35" fmla="*/ 47927 w 127751"/>
              <a:gd name="csY35" fmla="*/ 113413 h 141753"/>
              <a:gd name="csX36" fmla="*/ 42610 w 127751"/>
              <a:gd name="csY36" fmla="*/ 108089 h 141753"/>
              <a:gd name="csX37" fmla="*/ 42610 w 127751"/>
              <a:gd name="csY37" fmla="*/ 54929 h 141753"/>
              <a:gd name="csX38" fmla="*/ 47927 w 127751"/>
              <a:gd name="csY38" fmla="*/ 49621 h 141753"/>
              <a:gd name="csX39" fmla="*/ 79827 w 127751"/>
              <a:gd name="csY39" fmla="*/ 49621 h 141753"/>
              <a:gd name="csX40" fmla="*/ 85144 w 127751"/>
              <a:gd name="csY40" fmla="*/ 54929 h 141753"/>
              <a:gd name="csX41" fmla="*/ 85144 w 127751"/>
              <a:gd name="csY41" fmla="*/ 108089 h 141753"/>
              <a:gd name="csX42" fmla="*/ 79827 w 127751"/>
              <a:gd name="csY42" fmla="*/ 113413 h 141753"/>
              <a:gd name="csX43" fmla="*/ 74510 w 127751"/>
              <a:gd name="csY43" fmla="*/ 108089 h 141753"/>
              <a:gd name="csX44" fmla="*/ 74510 w 127751"/>
              <a:gd name="csY44" fmla="*/ 54929 h 141753"/>
              <a:gd name="csX45" fmla="*/ 79827 w 127751"/>
              <a:gd name="csY45" fmla="*/ 49621 h 141753"/>
            </a:gdLst>
            <a:ahLst/>
            <a:cxnLst/>
            <a:rect l="l" t="t" r="r" b="b"/>
            <a:pathLst>
              <a:path w="100000" h="100000">
                <a:moveTo>
                  <a:pt x="50001" y="0"/>
                </a:moveTo>
                <a:cubicBezTo>
                  <a:pt x="41759" y="0"/>
                  <a:pt x="34998" y="6756"/>
                  <a:pt x="34998" y="15001"/>
                </a:cubicBezTo>
                <a:lnTo>
                  <a:pt x="8743" y="15001"/>
                </a:lnTo>
                <a:cubicBezTo>
                  <a:pt x="8245" y="14989"/>
                  <a:pt x="7752" y="15085"/>
                  <a:pt x="7292" y="15277"/>
                </a:cubicBezTo>
                <a:cubicBezTo>
                  <a:pt x="6830" y="15456"/>
                  <a:pt x="6410" y="15733"/>
                  <a:pt x="6056" y="16081"/>
                </a:cubicBezTo>
                <a:cubicBezTo>
                  <a:pt x="5702" y="16429"/>
                  <a:pt x="5421" y="16849"/>
                  <a:pt x="5230" y="17305"/>
                </a:cubicBezTo>
                <a:cubicBezTo>
                  <a:pt x="5038" y="17761"/>
                  <a:pt x="4939" y="18253"/>
                  <a:pt x="4939" y="18745"/>
                </a:cubicBezTo>
                <a:cubicBezTo>
                  <a:pt x="4939" y="19249"/>
                  <a:pt x="5038" y="19741"/>
                  <a:pt x="5230" y="20197"/>
                </a:cubicBezTo>
                <a:cubicBezTo>
                  <a:pt x="5421" y="20653"/>
                  <a:pt x="5702" y="21073"/>
                  <a:pt x="6056" y="21421"/>
                </a:cubicBezTo>
                <a:cubicBezTo>
                  <a:pt x="6410" y="21769"/>
                  <a:pt x="6830" y="22045"/>
                  <a:pt x="7292" y="22225"/>
                </a:cubicBezTo>
                <a:cubicBezTo>
                  <a:pt x="7752" y="22417"/>
                  <a:pt x="8245" y="22513"/>
                  <a:pt x="8743" y="22501"/>
                </a:cubicBezTo>
                <a:lnTo>
                  <a:pt x="14994" y="22501"/>
                </a:lnTo>
                <a:lnTo>
                  <a:pt x="14994" y="86248"/>
                </a:lnTo>
                <a:cubicBezTo>
                  <a:pt x="14994" y="93832"/>
                  <a:pt x="21162" y="100001"/>
                  <a:pt x="28746" y="100001"/>
                </a:cubicBezTo>
                <a:lnTo>
                  <a:pt x="71254" y="100001"/>
                </a:lnTo>
                <a:cubicBezTo>
                  <a:pt x="78839" y="100001"/>
                  <a:pt x="85006" y="93832"/>
                  <a:pt x="85006" y="86248"/>
                </a:cubicBezTo>
                <a:lnTo>
                  <a:pt x="85006" y="22501"/>
                </a:lnTo>
                <a:lnTo>
                  <a:pt x="91258" y="22501"/>
                </a:lnTo>
                <a:cubicBezTo>
                  <a:pt x="91755" y="22513"/>
                  <a:pt x="92248" y="22417"/>
                  <a:pt x="92709" y="22225"/>
                </a:cubicBezTo>
                <a:cubicBezTo>
                  <a:pt x="93171" y="22045"/>
                  <a:pt x="93590" y="21769"/>
                  <a:pt x="93944" y="21421"/>
                </a:cubicBezTo>
                <a:cubicBezTo>
                  <a:pt x="94299" y="21073"/>
                  <a:pt x="94579" y="20653"/>
                  <a:pt x="94771" y="20197"/>
                </a:cubicBezTo>
                <a:cubicBezTo>
                  <a:pt x="94964" y="19741"/>
                  <a:pt x="95062" y="19249"/>
                  <a:pt x="95062" y="18745"/>
                </a:cubicBezTo>
                <a:cubicBezTo>
                  <a:pt x="95062" y="18253"/>
                  <a:pt x="94964" y="17761"/>
                  <a:pt x="94771" y="17305"/>
                </a:cubicBezTo>
                <a:cubicBezTo>
                  <a:pt x="94579" y="16849"/>
                  <a:pt x="94299" y="16429"/>
                  <a:pt x="93944" y="16081"/>
                </a:cubicBezTo>
                <a:cubicBezTo>
                  <a:pt x="93590" y="15733"/>
                  <a:pt x="93171" y="15456"/>
                  <a:pt x="92709" y="15277"/>
                </a:cubicBezTo>
                <a:cubicBezTo>
                  <a:pt x="92248" y="15085"/>
                  <a:pt x="91755" y="14989"/>
                  <a:pt x="91258" y="15001"/>
                </a:cubicBezTo>
                <a:lnTo>
                  <a:pt x="65004" y="15001"/>
                </a:lnTo>
                <a:cubicBezTo>
                  <a:pt x="65004" y="6756"/>
                  <a:pt x="58241" y="0"/>
                  <a:pt x="50001" y="0"/>
                </a:cubicBezTo>
                <a:close/>
                <a:moveTo>
                  <a:pt x="50001" y="7500"/>
                </a:moveTo>
                <a:cubicBezTo>
                  <a:pt x="54186" y="7500"/>
                  <a:pt x="57502" y="10812"/>
                  <a:pt x="57502" y="15001"/>
                </a:cubicBezTo>
                <a:lnTo>
                  <a:pt x="42499" y="15001"/>
                </a:lnTo>
                <a:cubicBezTo>
                  <a:pt x="42499" y="10812"/>
                  <a:pt x="45815" y="7500"/>
                  <a:pt x="50001" y="7500"/>
                </a:cubicBezTo>
                <a:close/>
                <a:moveTo>
                  <a:pt x="38749" y="35005"/>
                </a:moveTo>
                <a:cubicBezTo>
                  <a:pt x="40820" y="35005"/>
                  <a:pt x="42499" y="36686"/>
                  <a:pt x="42499" y="38750"/>
                </a:cubicBezTo>
                <a:lnTo>
                  <a:pt x="42499" y="76252"/>
                </a:lnTo>
                <a:cubicBezTo>
                  <a:pt x="42499" y="78328"/>
                  <a:pt x="40820" y="80007"/>
                  <a:pt x="38749" y="80007"/>
                </a:cubicBezTo>
                <a:cubicBezTo>
                  <a:pt x="36679" y="80007"/>
                  <a:pt x="34998" y="78328"/>
                  <a:pt x="34998" y="76252"/>
                </a:cubicBezTo>
                <a:lnTo>
                  <a:pt x="34998" y="38750"/>
                </a:lnTo>
                <a:cubicBezTo>
                  <a:pt x="34998" y="36686"/>
                  <a:pt x="36679" y="35005"/>
                  <a:pt x="38749" y="35005"/>
                </a:cubicBezTo>
                <a:close/>
                <a:moveTo>
                  <a:pt x="61253" y="35005"/>
                </a:moveTo>
                <a:cubicBezTo>
                  <a:pt x="63324" y="35005"/>
                  <a:pt x="65004" y="36686"/>
                  <a:pt x="65004" y="38750"/>
                </a:cubicBezTo>
                <a:lnTo>
                  <a:pt x="65004" y="76252"/>
                </a:lnTo>
                <a:cubicBezTo>
                  <a:pt x="65004" y="78328"/>
                  <a:pt x="63324" y="80007"/>
                  <a:pt x="61253" y="80007"/>
                </a:cubicBezTo>
                <a:cubicBezTo>
                  <a:pt x="59183" y="80007"/>
                  <a:pt x="57502" y="78328"/>
                  <a:pt x="57502" y="76252"/>
                </a:cubicBezTo>
                <a:lnTo>
                  <a:pt x="57502" y="38750"/>
                </a:lnTo>
                <a:cubicBezTo>
                  <a:pt x="57502" y="36686"/>
                  <a:pt x="59183" y="35005"/>
                  <a:pt x="61253" y="3500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2" name="Чёрный — SVG 35">
            <a:extLst>
              <a:ext uri="{FF2B5EF4-FFF2-40B4-BE49-F238E27FC236}">
                <a16:creationId xmlns:a16="http://schemas.microsoft.com/office/drawing/2014/main" id="{A48F8958-3CCF-804F-960A-DADB945CB563}"/>
              </a:ext>
            </a:extLst>
          </p:cNvPr>
          <p:cNvSpPr>
            <a:spLocks noGrp="1"/>
          </p:cNvSpPr>
          <p:nvPr/>
        </p:nvSpPr>
        <p:spPr>
          <a:xfrm>
            <a:off x="10020000" y="3210000"/>
            <a:ext cx="220000" cy="220000"/>
          </a:xfrm>
          <a:custGeom>
            <a:avLst/>
            <a:gdLst>
              <a:gd name="csX0" fmla="*/ 58484 w 148867"/>
              <a:gd name="csY0" fmla="*/ 0 h 113412"/>
              <a:gd name="csX1" fmla="*/ 24860 w 148867"/>
              <a:gd name="csY1" fmla="*/ 31896 h 113412"/>
              <a:gd name="csX2" fmla="*/ 24811 w 148867"/>
              <a:gd name="csY2" fmla="*/ 31896 h 113412"/>
              <a:gd name="csX3" fmla="*/ 0 w 148867"/>
              <a:gd name="csY3" fmla="*/ 56698 h 113412"/>
              <a:gd name="csX4" fmla="*/ 8459 w 148867"/>
              <a:gd name="csY4" fmla="*/ 75308 h 113412"/>
              <a:gd name="csX5" fmla="*/ 36574 w 148867"/>
              <a:gd name="csY5" fmla="*/ 50115 h 113412"/>
              <a:gd name="csX6" fmla="*/ 81523 w 148867"/>
              <a:gd name="csY6" fmla="*/ 14170 h 113412"/>
              <a:gd name="csX7" fmla="*/ 86078 w 148867"/>
              <a:gd name="csY7" fmla="*/ 14425 h 113412"/>
              <a:gd name="csX8" fmla="*/ 58484 w 148867"/>
              <a:gd name="csY8" fmla="*/ 0 h 113412"/>
              <a:gd name="csX9" fmla="*/ 81523 w 148867"/>
              <a:gd name="csY9" fmla="*/ 21264 h 113412"/>
              <a:gd name="csX10" fmla="*/ 42693 w 148867"/>
              <a:gd name="csY10" fmla="*/ 56698 h 113412"/>
              <a:gd name="csX11" fmla="*/ 42534 w 148867"/>
              <a:gd name="csY11" fmla="*/ 56698 h 113412"/>
              <a:gd name="csX12" fmla="*/ 14177 w 148867"/>
              <a:gd name="csY12" fmla="*/ 85056 h 113412"/>
              <a:gd name="csX13" fmla="*/ 42534 w 148867"/>
              <a:gd name="csY13" fmla="*/ 113413 h 113412"/>
              <a:gd name="csX14" fmla="*/ 120511 w 148867"/>
              <a:gd name="csY14" fmla="*/ 113413 h 113412"/>
              <a:gd name="csX15" fmla="*/ 148867 w 148867"/>
              <a:gd name="csY15" fmla="*/ 85056 h 113412"/>
              <a:gd name="csX16" fmla="*/ 120511 w 148867"/>
              <a:gd name="csY16" fmla="*/ 56698 h 113412"/>
              <a:gd name="csX17" fmla="*/ 120353 w 148867"/>
              <a:gd name="csY17" fmla="*/ 56698 h 113412"/>
              <a:gd name="csX18" fmla="*/ 81523 w 148867"/>
              <a:gd name="csY18" fmla="*/ 21264 h 113412"/>
            </a:gdLst>
            <a:ahLst/>
            <a:cxnLst/>
            <a:rect l="l" t="t" r="r" b="b"/>
            <a:pathLst>
              <a:path w="100000" h="100000">
                <a:moveTo>
                  <a:pt x="39286" y="11908"/>
                </a:moveTo>
                <a:cubicBezTo>
                  <a:pt x="27214" y="11908"/>
                  <a:pt x="17322" y="21415"/>
                  <a:pt x="16699" y="33334"/>
                </a:cubicBezTo>
                <a:lnTo>
                  <a:pt x="16667" y="33334"/>
                </a:lnTo>
                <a:cubicBezTo>
                  <a:pt x="7476" y="33334"/>
                  <a:pt x="0" y="40807"/>
                  <a:pt x="0" y="49995"/>
                </a:cubicBezTo>
                <a:cubicBezTo>
                  <a:pt x="0" y="54977"/>
                  <a:pt x="2207" y="59445"/>
                  <a:pt x="5682" y="62496"/>
                </a:cubicBezTo>
                <a:cubicBezTo>
                  <a:pt x="8176" y="53800"/>
                  <a:pt x="15503" y="47115"/>
                  <a:pt x="24568" y="45573"/>
                </a:cubicBezTo>
                <a:cubicBezTo>
                  <a:pt x="27713" y="31757"/>
                  <a:pt x="40271" y="21427"/>
                  <a:pt x="54762" y="21427"/>
                </a:cubicBezTo>
                <a:cubicBezTo>
                  <a:pt x="55793" y="21427"/>
                  <a:pt x="56812" y="21495"/>
                  <a:pt x="57822" y="21598"/>
                </a:cubicBezTo>
                <a:cubicBezTo>
                  <a:pt x="53729" y="15748"/>
                  <a:pt x="46952" y="11908"/>
                  <a:pt x="39286" y="11908"/>
                </a:cubicBezTo>
                <a:close/>
                <a:moveTo>
                  <a:pt x="54762" y="26192"/>
                </a:moveTo>
                <a:cubicBezTo>
                  <a:pt x="41121" y="26192"/>
                  <a:pt x="29886" y="36671"/>
                  <a:pt x="28679" y="49995"/>
                </a:cubicBezTo>
                <a:lnTo>
                  <a:pt x="28572" y="49995"/>
                </a:lnTo>
                <a:cubicBezTo>
                  <a:pt x="18068" y="49995"/>
                  <a:pt x="9523" y="58542"/>
                  <a:pt x="9523" y="69044"/>
                </a:cubicBezTo>
                <a:cubicBezTo>
                  <a:pt x="9523" y="79545"/>
                  <a:pt x="18068" y="88092"/>
                  <a:pt x="28572" y="88092"/>
                </a:cubicBezTo>
                <a:lnTo>
                  <a:pt x="80952" y="88092"/>
                </a:lnTo>
                <a:cubicBezTo>
                  <a:pt x="91455" y="88092"/>
                  <a:pt x="100000" y="79545"/>
                  <a:pt x="100000" y="69044"/>
                </a:cubicBezTo>
                <a:cubicBezTo>
                  <a:pt x="100000" y="58542"/>
                  <a:pt x="91455" y="49995"/>
                  <a:pt x="80952" y="49995"/>
                </a:cubicBezTo>
                <a:lnTo>
                  <a:pt x="80846" y="49995"/>
                </a:lnTo>
                <a:cubicBezTo>
                  <a:pt x="79638" y="36671"/>
                  <a:pt x="68403" y="26192"/>
                  <a:pt x="54762" y="2619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3" name="Чёрный — SVG 36">
            <a:extLst>
              <a:ext uri="{FF2B5EF4-FFF2-40B4-BE49-F238E27FC236}">
                <a16:creationId xmlns:a16="http://schemas.microsoft.com/office/drawing/2014/main" id="{B23AE558-9DC0-F84E-A386-3107B8A265A8}"/>
              </a:ext>
            </a:extLst>
          </p:cNvPr>
          <p:cNvSpPr>
            <a:spLocks noGrp="1"/>
          </p:cNvSpPr>
          <p:nvPr/>
        </p:nvSpPr>
        <p:spPr>
          <a:xfrm>
            <a:off x="10620000" y="3210000"/>
            <a:ext cx="220000" cy="220000"/>
          </a:xfrm>
          <a:custGeom>
            <a:avLst/>
            <a:gdLst>
              <a:gd name="csX0" fmla="*/ 55015 w 113574"/>
              <a:gd name="csY0" fmla="*/ 0 h 127584"/>
              <a:gd name="csX1" fmla="*/ 50370 w 113574"/>
              <a:gd name="csY1" fmla="*/ 221 h 127584"/>
              <a:gd name="csX2" fmla="*/ 46265 w 113574"/>
              <a:gd name="csY2" fmla="*/ 2892 h 127584"/>
              <a:gd name="csX3" fmla="*/ 46071 w 113574"/>
              <a:gd name="csY3" fmla="*/ 7774 h 127584"/>
              <a:gd name="csX4" fmla="*/ 49698 w 113574"/>
              <a:gd name="csY4" fmla="*/ 23918 h 127584"/>
              <a:gd name="csX5" fmla="*/ 16392 w 113574"/>
              <a:gd name="csY5" fmla="*/ 61682 h 127584"/>
              <a:gd name="csX6" fmla="*/ 12364 w 113574"/>
              <a:gd name="csY6" fmla="*/ 64455 h 127584"/>
              <a:gd name="csX7" fmla="*/ 12308 w 113574"/>
              <a:gd name="csY7" fmla="*/ 69354 h 127584"/>
              <a:gd name="csX8" fmla="*/ 23446 w 113574"/>
              <a:gd name="csY8" fmla="*/ 83729 h 127584"/>
              <a:gd name="csX9" fmla="*/ 26660 w 113574"/>
              <a:gd name="csY9" fmla="*/ 84953 h 127584"/>
              <a:gd name="csX10" fmla="*/ 26660 w 113574"/>
              <a:gd name="csY10" fmla="*/ 85056 h 127584"/>
              <a:gd name="csX11" fmla="*/ 83371 w 113574"/>
              <a:gd name="csY11" fmla="*/ 85056 h 127584"/>
              <a:gd name="csX12" fmla="*/ 83371 w 113574"/>
              <a:gd name="csY12" fmla="*/ 85004 h 127584"/>
              <a:gd name="csX13" fmla="*/ 86597 w 113574"/>
              <a:gd name="csY13" fmla="*/ 83729 h 127584"/>
              <a:gd name="csX14" fmla="*/ 102865 w 113574"/>
              <a:gd name="csY14" fmla="*/ 47835 h 127584"/>
              <a:gd name="csX15" fmla="*/ 55015 w 113574"/>
              <a:gd name="csY15" fmla="*/ 0 h 127584"/>
              <a:gd name="csX16" fmla="*/ 5393 w 113574"/>
              <a:gd name="csY16" fmla="*/ 95687 h 127584"/>
              <a:gd name="csX17" fmla="*/ 3335 w 113574"/>
              <a:gd name="csY17" fmla="*/ 96079 h 127584"/>
              <a:gd name="csX18" fmla="*/ 1584 w 113574"/>
              <a:gd name="csY18" fmla="*/ 97218 h 127584"/>
              <a:gd name="csX19" fmla="*/ 412 w 113574"/>
              <a:gd name="csY19" fmla="*/ 98953 h 127584"/>
              <a:gd name="csX20" fmla="*/ 0 w 113574"/>
              <a:gd name="csY20" fmla="*/ 100995 h 127584"/>
              <a:gd name="csX21" fmla="*/ 412 w 113574"/>
              <a:gd name="csY21" fmla="*/ 103053 h 127584"/>
              <a:gd name="csX22" fmla="*/ 1584 w 113574"/>
              <a:gd name="csY22" fmla="*/ 104789 h 127584"/>
              <a:gd name="csX23" fmla="*/ 3335 w 113574"/>
              <a:gd name="csY23" fmla="*/ 105928 h 127584"/>
              <a:gd name="csX24" fmla="*/ 5393 w 113574"/>
              <a:gd name="csY24" fmla="*/ 106319 h 127584"/>
              <a:gd name="csX25" fmla="*/ 108181 w 113574"/>
              <a:gd name="csY25" fmla="*/ 106319 h 127584"/>
              <a:gd name="csX26" fmla="*/ 110240 w 113574"/>
              <a:gd name="csY26" fmla="*/ 105928 h 127584"/>
              <a:gd name="csX27" fmla="*/ 111991 w 113574"/>
              <a:gd name="csY27" fmla="*/ 104789 h 127584"/>
              <a:gd name="csX28" fmla="*/ 113163 w 113574"/>
              <a:gd name="csY28" fmla="*/ 103053 h 127584"/>
              <a:gd name="csX29" fmla="*/ 113575 w 113574"/>
              <a:gd name="csY29" fmla="*/ 100995 h 127584"/>
              <a:gd name="csX30" fmla="*/ 113163 w 113574"/>
              <a:gd name="csY30" fmla="*/ 98953 h 127584"/>
              <a:gd name="csX31" fmla="*/ 111991 w 113574"/>
              <a:gd name="csY31" fmla="*/ 97218 h 127584"/>
              <a:gd name="csX32" fmla="*/ 110240 w 113574"/>
              <a:gd name="csY32" fmla="*/ 96079 h 127584"/>
              <a:gd name="csX33" fmla="*/ 108181 w 113574"/>
              <a:gd name="csY33" fmla="*/ 95687 h 127584"/>
              <a:gd name="csX34" fmla="*/ 5393 w 113574"/>
              <a:gd name="csY34" fmla="*/ 95687 h 127584"/>
              <a:gd name="csX35" fmla="*/ 26660 w 113574"/>
              <a:gd name="csY35" fmla="*/ 116951 h 127584"/>
              <a:gd name="csX36" fmla="*/ 24601 w 113574"/>
              <a:gd name="csY36" fmla="*/ 117343 h 127584"/>
              <a:gd name="csX37" fmla="*/ 22851 w 113574"/>
              <a:gd name="csY37" fmla="*/ 118482 h 127584"/>
              <a:gd name="csX38" fmla="*/ 21678 w 113574"/>
              <a:gd name="csY38" fmla="*/ 120217 h 127584"/>
              <a:gd name="csX39" fmla="*/ 21267 w 113574"/>
              <a:gd name="csY39" fmla="*/ 122259 h 127584"/>
              <a:gd name="csX40" fmla="*/ 21678 w 113574"/>
              <a:gd name="csY40" fmla="*/ 124317 h 127584"/>
              <a:gd name="csX41" fmla="*/ 22851 w 113574"/>
              <a:gd name="csY41" fmla="*/ 126052 h 127584"/>
              <a:gd name="csX42" fmla="*/ 24601 w 113574"/>
              <a:gd name="csY42" fmla="*/ 127192 h 127584"/>
              <a:gd name="csX43" fmla="*/ 26660 w 113574"/>
              <a:gd name="csY43" fmla="*/ 127583 h 127584"/>
              <a:gd name="csX44" fmla="*/ 86915 w 113574"/>
              <a:gd name="csY44" fmla="*/ 127583 h 127584"/>
              <a:gd name="csX45" fmla="*/ 88973 w 113574"/>
              <a:gd name="csY45" fmla="*/ 127192 h 127584"/>
              <a:gd name="csX46" fmla="*/ 90724 w 113574"/>
              <a:gd name="csY46" fmla="*/ 126052 h 127584"/>
              <a:gd name="csX47" fmla="*/ 91896 w 113574"/>
              <a:gd name="csY47" fmla="*/ 124317 h 127584"/>
              <a:gd name="csX48" fmla="*/ 92308 w 113574"/>
              <a:gd name="csY48" fmla="*/ 122259 h 127584"/>
              <a:gd name="csX49" fmla="*/ 91896 w 113574"/>
              <a:gd name="csY49" fmla="*/ 120217 h 127584"/>
              <a:gd name="csX50" fmla="*/ 90724 w 113574"/>
              <a:gd name="csY50" fmla="*/ 118482 h 127584"/>
              <a:gd name="csX51" fmla="*/ 88973 w 113574"/>
              <a:gd name="csY51" fmla="*/ 117343 h 127584"/>
              <a:gd name="csX52" fmla="*/ 86915 w 113574"/>
              <a:gd name="csY52" fmla="*/ 116951 h 127584"/>
              <a:gd name="csX53" fmla="*/ 26660 w 113574"/>
              <a:gd name="csY53" fmla="*/ 116951 h 127584"/>
            </a:gdLst>
            <a:ahLst/>
            <a:cxnLst/>
            <a:rect l="l" t="t" r="r" b="b"/>
            <a:pathLst>
              <a:path w="100000" h="100000">
                <a:moveTo>
                  <a:pt x="48611" y="0"/>
                </a:moveTo>
                <a:cubicBezTo>
                  <a:pt x="47383" y="0"/>
                  <a:pt x="46168" y="67"/>
                  <a:pt x="44970" y="173"/>
                </a:cubicBezTo>
                <a:cubicBezTo>
                  <a:pt x="43622" y="306"/>
                  <a:pt x="42422" y="1093"/>
                  <a:pt x="41753" y="2267"/>
                </a:cubicBezTo>
                <a:cubicBezTo>
                  <a:pt x="41080" y="3440"/>
                  <a:pt x="41026" y="4867"/>
                  <a:pt x="41601" y="6093"/>
                </a:cubicBezTo>
                <a:cubicBezTo>
                  <a:pt x="43487" y="10120"/>
                  <a:pt x="44444" y="14387"/>
                  <a:pt x="44444" y="18747"/>
                </a:cubicBezTo>
                <a:cubicBezTo>
                  <a:pt x="44444" y="33746"/>
                  <a:pt x="33222" y="46467"/>
                  <a:pt x="18339" y="48346"/>
                </a:cubicBezTo>
                <a:cubicBezTo>
                  <a:pt x="16994" y="48506"/>
                  <a:pt x="15817" y="49320"/>
                  <a:pt x="15181" y="50520"/>
                </a:cubicBezTo>
                <a:cubicBezTo>
                  <a:pt x="14545" y="51720"/>
                  <a:pt x="14529" y="53146"/>
                  <a:pt x="15137" y="54359"/>
                </a:cubicBezTo>
                <a:cubicBezTo>
                  <a:pt x="17294" y="58626"/>
                  <a:pt x="20231" y="62413"/>
                  <a:pt x="23867" y="65627"/>
                </a:cubicBezTo>
                <a:cubicBezTo>
                  <a:pt x="24596" y="66266"/>
                  <a:pt x="25487" y="66546"/>
                  <a:pt x="26387" y="66586"/>
                </a:cubicBezTo>
                <a:lnTo>
                  <a:pt x="26387" y="66667"/>
                </a:lnTo>
                <a:lnTo>
                  <a:pt x="70836" y="66667"/>
                </a:lnTo>
                <a:lnTo>
                  <a:pt x="70836" y="66626"/>
                </a:lnTo>
                <a:cubicBezTo>
                  <a:pt x="71739" y="66573"/>
                  <a:pt x="72634" y="66279"/>
                  <a:pt x="73365" y="65627"/>
                </a:cubicBezTo>
                <a:cubicBezTo>
                  <a:pt x="81469" y="58493"/>
                  <a:pt x="86116" y="48240"/>
                  <a:pt x="86116" y="37493"/>
                </a:cubicBezTo>
                <a:cubicBezTo>
                  <a:pt x="86116" y="16827"/>
                  <a:pt x="69292" y="0"/>
                  <a:pt x="48611" y="0"/>
                </a:cubicBezTo>
                <a:close/>
                <a:moveTo>
                  <a:pt x="9718" y="74999"/>
                </a:moveTo>
                <a:cubicBezTo>
                  <a:pt x="9164" y="74986"/>
                  <a:pt x="8616" y="75093"/>
                  <a:pt x="8104" y="75306"/>
                </a:cubicBezTo>
                <a:cubicBezTo>
                  <a:pt x="7592" y="75506"/>
                  <a:pt x="7126" y="75813"/>
                  <a:pt x="6732" y="76199"/>
                </a:cubicBezTo>
                <a:cubicBezTo>
                  <a:pt x="6339" y="76586"/>
                  <a:pt x="6027" y="77053"/>
                  <a:pt x="5813" y="77559"/>
                </a:cubicBezTo>
                <a:cubicBezTo>
                  <a:pt x="5600" y="78066"/>
                  <a:pt x="5491" y="78613"/>
                  <a:pt x="5491" y="79160"/>
                </a:cubicBezTo>
                <a:cubicBezTo>
                  <a:pt x="5491" y="79719"/>
                  <a:pt x="5600" y="80266"/>
                  <a:pt x="5813" y="80773"/>
                </a:cubicBezTo>
                <a:cubicBezTo>
                  <a:pt x="6027" y="81280"/>
                  <a:pt x="6339" y="81746"/>
                  <a:pt x="6732" y="82133"/>
                </a:cubicBezTo>
                <a:cubicBezTo>
                  <a:pt x="7126" y="82520"/>
                  <a:pt x="7592" y="82826"/>
                  <a:pt x="8104" y="83026"/>
                </a:cubicBezTo>
                <a:cubicBezTo>
                  <a:pt x="8616" y="83239"/>
                  <a:pt x="9164" y="83346"/>
                  <a:pt x="9718" y="83333"/>
                </a:cubicBezTo>
                <a:lnTo>
                  <a:pt x="90282" y="83333"/>
                </a:lnTo>
                <a:cubicBezTo>
                  <a:pt x="90835" y="83346"/>
                  <a:pt x="91383" y="83239"/>
                  <a:pt x="91896" y="83026"/>
                </a:cubicBezTo>
                <a:cubicBezTo>
                  <a:pt x="92408" y="82826"/>
                  <a:pt x="92875" y="82520"/>
                  <a:pt x="93269" y="82133"/>
                </a:cubicBezTo>
                <a:cubicBezTo>
                  <a:pt x="93662" y="81746"/>
                  <a:pt x="93974" y="81280"/>
                  <a:pt x="94187" y="80773"/>
                </a:cubicBezTo>
                <a:cubicBezTo>
                  <a:pt x="94400" y="80266"/>
                  <a:pt x="94510" y="79719"/>
                  <a:pt x="94510" y="79160"/>
                </a:cubicBezTo>
                <a:cubicBezTo>
                  <a:pt x="94510" y="78613"/>
                  <a:pt x="94400" y="78066"/>
                  <a:pt x="94187" y="77559"/>
                </a:cubicBezTo>
                <a:cubicBezTo>
                  <a:pt x="93974" y="77053"/>
                  <a:pt x="93662" y="76586"/>
                  <a:pt x="93269" y="76199"/>
                </a:cubicBezTo>
                <a:cubicBezTo>
                  <a:pt x="92875" y="75813"/>
                  <a:pt x="92408" y="75506"/>
                  <a:pt x="91896" y="75306"/>
                </a:cubicBezTo>
                <a:cubicBezTo>
                  <a:pt x="91383" y="75093"/>
                  <a:pt x="90835" y="74986"/>
                  <a:pt x="90282" y="74999"/>
                </a:cubicBezTo>
                <a:lnTo>
                  <a:pt x="9718" y="74999"/>
                </a:lnTo>
                <a:close/>
                <a:moveTo>
                  <a:pt x="26387" y="91666"/>
                </a:moveTo>
                <a:cubicBezTo>
                  <a:pt x="25833" y="91653"/>
                  <a:pt x="25285" y="91760"/>
                  <a:pt x="24773" y="91973"/>
                </a:cubicBezTo>
                <a:cubicBezTo>
                  <a:pt x="24261" y="92173"/>
                  <a:pt x="23795" y="92479"/>
                  <a:pt x="23401" y="92866"/>
                </a:cubicBezTo>
                <a:cubicBezTo>
                  <a:pt x="23008" y="93253"/>
                  <a:pt x="22696" y="93719"/>
                  <a:pt x="22482" y="94226"/>
                </a:cubicBezTo>
                <a:cubicBezTo>
                  <a:pt x="22268" y="94733"/>
                  <a:pt x="22160" y="95279"/>
                  <a:pt x="22160" y="95826"/>
                </a:cubicBezTo>
                <a:cubicBezTo>
                  <a:pt x="22160" y="96386"/>
                  <a:pt x="22268" y="96933"/>
                  <a:pt x="22482" y="97439"/>
                </a:cubicBezTo>
                <a:cubicBezTo>
                  <a:pt x="22696" y="97946"/>
                  <a:pt x="23008" y="98413"/>
                  <a:pt x="23401" y="98799"/>
                </a:cubicBezTo>
                <a:cubicBezTo>
                  <a:pt x="23795" y="99186"/>
                  <a:pt x="24261" y="99493"/>
                  <a:pt x="24773" y="99693"/>
                </a:cubicBezTo>
                <a:cubicBezTo>
                  <a:pt x="25285" y="99906"/>
                  <a:pt x="25833" y="100013"/>
                  <a:pt x="26387" y="99999"/>
                </a:cubicBezTo>
                <a:lnTo>
                  <a:pt x="73614" y="99999"/>
                </a:lnTo>
                <a:cubicBezTo>
                  <a:pt x="74166" y="100013"/>
                  <a:pt x="74714" y="99906"/>
                  <a:pt x="75227" y="99693"/>
                </a:cubicBezTo>
                <a:cubicBezTo>
                  <a:pt x="75740" y="99493"/>
                  <a:pt x="76206" y="99186"/>
                  <a:pt x="76600" y="98799"/>
                </a:cubicBezTo>
                <a:cubicBezTo>
                  <a:pt x="76993" y="98413"/>
                  <a:pt x="77305" y="97946"/>
                  <a:pt x="77518" y="97439"/>
                </a:cubicBezTo>
                <a:cubicBezTo>
                  <a:pt x="77731" y="96933"/>
                  <a:pt x="77841" y="96386"/>
                  <a:pt x="77841" y="95826"/>
                </a:cubicBezTo>
                <a:cubicBezTo>
                  <a:pt x="77841" y="95279"/>
                  <a:pt x="77731" y="94733"/>
                  <a:pt x="77518" y="94226"/>
                </a:cubicBezTo>
                <a:cubicBezTo>
                  <a:pt x="77305" y="93719"/>
                  <a:pt x="76993" y="93253"/>
                  <a:pt x="76600" y="92866"/>
                </a:cubicBezTo>
                <a:cubicBezTo>
                  <a:pt x="76206" y="92479"/>
                  <a:pt x="75740" y="92173"/>
                  <a:pt x="75227" y="91973"/>
                </a:cubicBezTo>
                <a:cubicBezTo>
                  <a:pt x="74714" y="91760"/>
                  <a:pt x="74166" y="91653"/>
                  <a:pt x="73614" y="91666"/>
                </a:cubicBezTo>
                <a:lnTo>
                  <a:pt x="26387" y="9166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4" name="Чёрный — SVG 37">
            <a:extLst>
              <a:ext uri="{FF2B5EF4-FFF2-40B4-BE49-F238E27FC236}">
                <a16:creationId xmlns:a16="http://schemas.microsoft.com/office/drawing/2014/main" id="{FC93F470-3E05-F14C-B815-EC4E8C236177}"/>
              </a:ext>
            </a:extLst>
          </p:cNvPr>
          <p:cNvSpPr>
            <a:spLocks noGrp="1"/>
          </p:cNvSpPr>
          <p:nvPr/>
        </p:nvSpPr>
        <p:spPr>
          <a:xfrm>
            <a:off x="420000" y="3470000"/>
            <a:ext cx="220000" cy="220000"/>
          </a:xfrm>
          <a:custGeom>
            <a:avLst/>
            <a:gdLst>
              <a:gd name="csX0" fmla="*/ 74434 w 148867"/>
              <a:gd name="csY0" fmla="*/ 0 h 127589"/>
              <a:gd name="csX1" fmla="*/ 32052 w 148867"/>
              <a:gd name="csY1" fmla="*/ 38989 h 127589"/>
              <a:gd name="csX2" fmla="*/ 30128 w 148867"/>
              <a:gd name="csY2" fmla="*/ 38989 h 127589"/>
              <a:gd name="csX3" fmla="*/ 0 w 148867"/>
              <a:gd name="csY3" fmla="*/ 69099 h 127589"/>
              <a:gd name="csX4" fmla="*/ 30128 w 148867"/>
              <a:gd name="csY4" fmla="*/ 99226 h 127589"/>
              <a:gd name="csX5" fmla="*/ 30661 w 148867"/>
              <a:gd name="csY5" fmla="*/ 99226 h 127589"/>
              <a:gd name="csX6" fmla="*/ 18477 w 148867"/>
              <a:gd name="csY6" fmla="*/ 119537 h 127589"/>
              <a:gd name="csX7" fmla="*/ 17778 w 148867"/>
              <a:gd name="csY7" fmla="*/ 121493 h 127589"/>
              <a:gd name="csX8" fmla="*/ 17880 w 148867"/>
              <a:gd name="csY8" fmla="*/ 123551 h 127589"/>
              <a:gd name="csX9" fmla="*/ 18767 w 148867"/>
              <a:gd name="csY9" fmla="*/ 125440 h 127589"/>
              <a:gd name="csX10" fmla="*/ 20304 w 148867"/>
              <a:gd name="csY10" fmla="*/ 126835 h 127589"/>
              <a:gd name="csX11" fmla="*/ 22258 w 148867"/>
              <a:gd name="csY11" fmla="*/ 127532 h 127589"/>
              <a:gd name="csX12" fmla="*/ 24331 w 148867"/>
              <a:gd name="csY12" fmla="*/ 127430 h 127589"/>
              <a:gd name="csX13" fmla="*/ 26207 w 148867"/>
              <a:gd name="csY13" fmla="*/ 126545 h 127589"/>
              <a:gd name="csX14" fmla="*/ 27601 w 148867"/>
              <a:gd name="csY14" fmla="*/ 124998 h 127589"/>
              <a:gd name="csX15" fmla="*/ 43060 w 148867"/>
              <a:gd name="csY15" fmla="*/ 99226 h 127589"/>
              <a:gd name="csX16" fmla="*/ 69650 w 148867"/>
              <a:gd name="csY16" fmla="*/ 99226 h 127589"/>
              <a:gd name="csX17" fmla="*/ 57466 w 148867"/>
              <a:gd name="csY17" fmla="*/ 119537 h 127589"/>
              <a:gd name="csX18" fmla="*/ 56766 w 148867"/>
              <a:gd name="csY18" fmla="*/ 121493 h 127589"/>
              <a:gd name="csX19" fmla="*/ 56868 w 148867"/>
              <a:gd name="csY19" fmla="*/ 123551 h 127589"/>
              <a:gd name="csX20" fmla="*/ 57755 w 148867"/>
              <a:gd name="csY20" fmla="*/ 125440 h 127589"/>
              <a:gd name="csX21" fmla="*/ 59293 w 148867"/>
              <a:gd name="csY21" fmla="*/ 126835 h 127589"/>
              <a:gd name="csX22" fmla="*/ 61247 w 148867"/>
              <a:gd name="csY22" fmla="*/ 127532 h 127589"/>
              <a:gd name="csX23" fmla="*/ 63320 w 148867"/>
              <a:gd name="csY23" fmla="*/ 127430 h 127589"/>
              <a:gd name="csX24" fmla="*/ 65197 w 148867"/>
              <a:gd name="csY24" fmla="*/ 126545 h 127589"/>
              <a:gd name="csX25" fmla="*/ 66590 w 148867"/>
              <a:gd name="csY25" fmla="*/ 124998 h 127589"/>
              <a:gd name="csX26" fmla="*/ 82049 w 148867"/>
              <a:gd name="csY26" fmla="*/ 99226 h 127589"/>
              <a:gd name="csX27" fmla="*/ 108639 w 148867"/>
              <a:gd name="csY27" fmla="*/ 99226 h 127589"/>
              <a:gd name="csX28" fmla="*/ 96455 w 148867"/>
              <a:gd name="csY28" fmla="*/ 119537 h 127589"/>
              <a:gd name="csX29" fmla="*/ 95755 w 148867"/>
              <a:gd name="csY29" fmla="*/ 121493 h 127589"/>
              <a:gd name="csX30" fmla="*/ 95857 w 148867"/>
              <a:gd name="csY30" fmla="*/ 123551 h 127589"/>
              <a:gd name="csX31" fmla="*/ 96744 w 148867"/>
              <a:gd name="csY31" fmla="*/ 125440 h 127589"/>
              <a:gd name="csX32" fmla="*/ 98282 w 148867"/>
              <a:gd name="csY32" fmla="*/ 126835 h 127589"/>
              <a:gd name="csX33" fmla="*/ 100236 w 148867"/>
              <a:gd name="csY33" fmla="*/ 127532 h 127589"/>
              <a:gd name="csX34" fmla="*/ 102309 w 148867"/>
              <a:gd name="csY34" fmla="*/ 127430 h 127589"/>
              <a:gd name="csX35" fmla="*/ 104186 w 148867"/>
              <a:gd name="csY35" fmla="*/ 126545 h 127589"/>
              <a:gd name="csX36" fmla="*/ 105579 w 148867"/>
              <a:gd name="csY36" fmla="*/ 124998 h 127589"/>
              <a:gd name="csX37" fmla="*/ 121114 w 148867"/>
              <a:gd name="csY37" fmla="*/ 99107 h 127589"/>
              <a:gd name="csX38" fmla="*/ 148867 w 148867"/>
              <a:gd name="csY38" fmla="*/ 69099 h 127589"/>
              <a:gd name="csX39" fmla="*/ 118739 w 148867"/>
              <a:gd name="csY39" fmla="*/ 38989 h 127589"/>
              <a:gd name="csX40" fmla="*/ 116815 w 148867"/>
              <a:gd name="csY40" fmla="*/ 38989 h 127589"/>
              <a:gd name="csX41" fmla="*/ 74434 w 148867"/>
              <a:gd name="csY41" fmla="*/ 0 h 127589"/>
            </a:gdLst>
            <a:ahLst/>
            <a:cxnLst/>
            <a:rect l="l" t="t" r="r" b="b"/>
            <a:pathLst>
              <a:path w="100000" h="100000">
                <a:moveTo>
                  <a:pt x="50000" y="7147"/>
                </a:moveTo>
                <a:cubicBezTo>
                  <a:pt x="35048" y="7147"/>
                  <a:pt x="22743" y="18688"/>
                  <a:pt x="21531" y="33337"/>
                </a:cubicBezTo>
                <a:lnTo>
                  <a:pt x="20238" y="33337"/>
                </a:lnTo>
                <a:cubicBezTo>
                  <a:pt x="9079" y="33337"/>
                  <a:pt x="0" y="42410"/>
                  <a:pt x="0" y="53563"/>
                </a:cubicBezTo>
                <a:cubicBezTo>
                  <a:pt x="0" y="64728"/>
                  <a:pt x="9079" y="73801"/>
                  <a:pt x="20238" y="73801"/>
                </a:cubicBezTo>
                <a:lnTo>
                  <a:pt x="20596" y="73801"/>
                </a:lnTo>
                <a:lnTo>
                  <a:pt x="12412" y="87444"/>
                </a:lnTo>
                <a:cubicBezTo>
                  <a:pt x="12171" y="87845"/>
                  <a:pt x="12011" y="88290"/>
                  <a:pt x="11942" y="88758"/>
                </a:cubicBezTo>
                <a:cubicBezTo>
                  <a:pt x="11873" y="89216"/>
                  <a:pt x="11897" y="89696"/>
                  <a:pt x="12011" y="90141"/>
                </a:cubicBezTo>
                <a:cubicBezTo>
                  <a:pt x="12124" y="90598"/>
                  <a:pt x="12327" y="91032"/>
                  <a:pt x="12607" y="91410"/>
                </a:cubicBezTo>
                <a:cubicBezTo>
                  <a:pt x="12886" y="91787"/>
                  <a:pt x="13237" y="92107"/>
                  <a:pt x="13639" y="92347"/>
                </a:cubicBezTo>
                <a:cubicBezTo>
                  <a:pt x="14042" y="92587"/>
                  <a:pt x="14488" y="92747"/>
                  <a:pt x="14952" y="92815"/>
                </a:cubicBezTo>
                <a:cubicBezTo>
                  <a:pt x="15416" y="92884"/>
                  <a:pt x="15889" y="92861"/>
                  <a:pt x="16344" y="92747"/>
                </a:cubicBezTo>
                <a:cubicBezTo>
                  <a:pt x="16800" y="92632"/>
                  <a:pt x="17227" y="92427"/>
                  <a:pt x="17604" y="92152"/>
                </a:cubicBezTo>
                <a:cubicBezTo>
                  <a:pt x="17981" y="91867"/>
                  <a:pt x="18300" y="91513"/>
                  <a:pt x="18541" y="91113"/>
                </a:cubicBezTo>
                <a:lnTo>
                  <a:pt x="28925" y="73801"/>
                </a:lnTo>
                <a:lnTo>
                  <a:pt x="46787" y="73801"/>
                </a:lnTo>
                <a:lnTo>
                  <a:pt x="38602" y="87444"/>
                </a:lnTo>
                <a:cubicBezTo>
                  <a:pt x="38361" y="87845"/>
                  <a:pt x="38201" y="88290"/>
                  <a:pt x="38132" y="88758"/>
                </a:cubicBezTo>
                <a:cubicBezTo>
                  <a:pt x="38064" y="89216"/>
                  <a:pt x="38086" y="89696"/>
                  <a:pt x="38201" y="90141"/>
                </a:cubicBezTo>
                <a:cubicBezTo>
                  <a:pt x="38314" y="90598"/>
                  <a:pt x="38517" y="91032"/>
                  <a:pt x="38796" y="91410"/>
                </a:cubicBezTo>
                <a:cubicBezTo>
                  <a:pt x="39076" y="91787"/>
                  <a:pt x="39427" y="92107"/>
                  <a:pt x="39830" y="92347"/>
                </a:cubicBezTo>
                <a:cubicBezTo>
                  <a:pt x="40232" y="92587"/>
                  <a:pt x="40678" y="92747"/>
                  <a:pt x="41142" y="92815"/>
                </a:cubicBezTo>
                <a:cubicBezTo>
                  <a:pt x="41606" y="92884"/>
                  <a:pt x="42080" y="92861"/>
                  <a:pt x="42535" y="92747"/>
                </a:cubicBezTo>
                <a:cubicBezTo>
                  <a:pt x="42990" y="92632"/>
                  <a:pt x="43418" y="92427"/>
                  <a:pt x="43795" y="92152"/>
                </a:cubicBezTo>
                <a:cubicBezTo>
                  <a:pt x="44172" y="91867"/>
                  <a:pt x="44490" y="91513"/>
                  <a:pt x="44731" y="91113"/>
                </a:cubicBezTo>
                <a:lnTo>
                  <a:pt x="55116" y="73801"/>
                </a:lnTo>
                <a:lnTo>
                  <a:pt x="72977" y="73801"/>
                </a:lnTo>
                <a:lnTo>
                  <a:pt x="64793" y="87444"/>
                </a:lnTo>
                <a:cubicBezTo>
                  <a:pt x="64552" y="87845"/>
                  <a:pt x="64392" y="88290"/>
                  <a:pt x="64323" y="88758"/>
                </a:cubicBezTo>
                <a:cubicBezTo>
                  <a:pt x="64254" y="89216"/>
                  <a:pt x="64277" y="89696"/>
                  <a:pt x="64391" y="90141"/>
                </a:cubicBezTo>
                <a:cubicBezTo>
                  <a:pt x="64505" y="90598"/>
                  <a:pt x="64707" y="91032"/>
                  <a:pt x="64987" y="91410"/>
                </a:cubicBezTo>
                <a:cubicBezTo>
                  <a:pt x="65266" y="91787"/>
                  <a:pt x="65618" y="92107"/>
                  <a:pt x="66020" y="92347"/>
                </a:cubicBezTo>
                <a:cubicBezTo>
                  <a:pt x="66422" y="92587"/>
                  <a:pt x="66868" y="92747"/>
                  <a:pt x="67333" y="92815"/>
                </a:cubicBezTo>
                <a:cubicBezTo>
                  <a:pt x="67797" y="92884"/>
                  <a:pt x="68270" y="92861"/>
                  <a:pt x="68725" y="92747"/>
                </a:cubicBezTo>
                <a:cubicBezTo>
                  <a:pt x="69181" y="92632"/>
                  <a:pt x="69609" y="92427"/>
                  <a:pt x="69986" y="92152"/>
                </a:cubicBezTo>
                <a:cubicBezTo>
                  <a:pt x="70363" y="91867"/>
                  <a:pt x="70681" y="91513"/>
                  <a:pt x="70922" y="91113"/>
                </a:cubicBezTo>
                <a:lnTo>
                  <a:pt x="81357" y="73721"/>
                </a:lnTo>
                <a:cubicBezTo>
                  <a:pt x="91771" y="72898"/>
                  <a:pt x="100000" y="64190"/>
                  <a:pt x="100000" y="53563"/>
                </a:cubicBezTo>
                <a:cubicBezTo>
                  <a:pt x="100000" y="42410"/>
                  <a:pt x="90921" y="33337"/>
                  <a:pt x="79762" y="33337"/>
                </a:cubicBezTo>
                <a:lnTo>
                  <a:pt x="78469" y="33337"/>
                </a:lnTo>
                <a:cubicBezTo>
                  <a:pt x="77258" y="18688"/>
                  <a:pt x="64953" y="7147"/>
                  <a:pt x="50000" y="714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5" name="Чёрный — SVG 38">
            <a:extLst>
              <a:ext uri="{FF2B5EF4-FFF2-40B4-BE49-F238E27FC236}">
                <a16:creationId xmlns:a16="http://schemas.microsoft.com/office/drawing/2014/main" id="{1AB585A5-A027-B64D-A6EE-8F019262C881}"/>
              </a:ext>
            </a:extLst>
          </p:cNvPr>
          <p:cNvSpPr>
            <a:spLocks noGrp="1"/>
          </p:cNvSpPr>
          <p:nvPr/>
        </p:nvSpPr>
        <p:spPr>
          <a:xfrm>
            <a:off x="1020000" y="3470000"/>
            <a:ext cx="220000" cy="220000"/>
          </a:xfrm>
          <a:custGeom>
            <a:avLst/>
            <a:gdLst>
              <a:gd name="csX0" fmla="*/ 39786 w 144319"/>
              <a:gd name="csY0" fmla="*/ 4 h 147752"/>
              <a:gd name="csX1" fmla="*/ 37535 w 144319"/>
              <a:gd name="csY1" fmla="*/ 617 h 147752"/>
              <a:gd name="csX2" fmla="*/ 35762 w 144319"/>
              <a:gd name="csY2" fmla="*/ 2131 h 147752"/>
              <a:gd name="csX3" fmla="*/ 34804 w 144319"/>
              <a:gd name="csY3" fmla="*/ 4257 h 147752"/>
              <a:gd name="csX4" fmla="*/ 34848 w 144319"/>
              <a:gd name="csY4" fmla="*/ 6588 h 147752"/>
              <a:gd name="csX5" fmla="*/ 36441 w 144319"/>
              <a:gd name="csY5" fmla="*/ 13494 h 147752"/>
              <a:gd name="csX6" fmla="*/ 37293 w 144319"/>
              <a:gd name="csY6" fmla="*/ 15383 h 147752"/>
              <a:gd name="csX7" fmla="*/ 38804 w 144319"/>
              <a:gd name="csY7" fmla="*/ 16811 h 147752"/>
              <a:gd name="csX8" fmla="*/ 40743 w 144319"/>
              <a:gd name="csY8" fmla="*/ 17543 h 147752"/>
              <a:gd name="csX9" fmla="*/ 42817 w 144319"/>
              <a:gd name="csY9" fmla="*/ 17475 h 147752"/>
              <a:gd name="csX10" fmla="*/ 44709 w 144319"/>
              <a:gd name="csY10" fmla="*/ 16624 h 147752"/>
              <a:gd name="csX11" fmla="*/ 46132 w 144319"/>
              <a:gd name="csY11" fmla="*/ 15110 h 147752"/>
              <a:gd name="csX12" fmla="*/ 46867 w 144319"/>
              <a:gd name="csY12" fmla="*/ 13171 h 147752"/>
              <a:gd name="csX13" fmla="*/ 46805 w 144319"/>
              <a:gd name="csY13" fmla="*/ 11113 h 147752"/>
              <a:gd name="csX14" fmla="*/ 45206 w 144319"/>
              <a:gd name="csY14" fmla="*/ 4189 h 147752"/>
              <a:gd name="csX15" fmla="*/ 43260 w 144319"/>
              <a:gd name="csY15" fmla="*/ 1110 h 147752"/>
              <a:gd name="csX16" fmla="*/ 39786 w 144319"/>
              <a:gd name="csY16" fmla="*/ 4 h 147752"/>
              <a:gd name="csX17" fmla="*/ 74551 w 144319"/>
              <a:gd name="csY17" fmla="*/ 5839 h 147752"/>
              <a:gd name="csX18" fmla="*/ 72109 w 144319"/>
              <a:gd name="csY18" fmla="*/ 6588 h 147752"/>
              <a:gd name="csX19" fmla="*/ 70301 w 144319"/>
              <a:gd name="csY19" fmla="*/ 8391 h 147752"/>
              <a:gd name="csX20" fmla="*/ 66541 w 144319"/>
              <a:gd name="csY20" fmla="*/ 14413 h 147752"/>
              <a:gd name="csX21" fmla="*/ 65871 w 144319"/>
              <a:gd name="csY21" fmla="*/ 18428 h 147752"/>
              <a:gd name="csX22" fmla="*/ 68234 w 144319"/>
              <a:gd name="csY22" fmla="*/ 21728 h 147752"/>
              <a:gd name="csX23" fmla="*/ 72249 w 144319"/>
              <a:gd name="csY23" fmla="*/ 22408 h 147752"/>
              <a:gd name="csX24" fmla="*/ 75561 w 144319"/>
              <a:gd name="csY24" fmla="*/ 20044 h 147752"/>
              <a:gd name="csX25" fmla="*/ 79315 w 144319"/>
              <a:gd name="csY25" fmla="*/ 14022 h 147752"/>
              <a:gd name="csX26" fmla="*/ 80160 w 144319"/>
              <a:gd name="csY26" fmla="*/ 11266 h 147752"/>
              <a:gd name="csX27" fmla="*/ 79440 w 144319"/>
              <a:gd name="csY27" fmla="*/ 8476 h 147752"/>
              <a:gd name="csX28" fmla="*/ 77368 w 144319"/>
              <a:gd name="csY28" fmla="*/ 6469 h 147752"/>
              <a:gd name="csX29" fmla="*/ 74551 w 144319"/>
              <a:gd name="csY29" fmla="*/ 5839 h 147752"/>
              <a:gd name="csX30" fmla="*/ 11104 w 144319"/>
              <a:gd name="csY30" fmla="*/ 20520 h 147752"/>
              <a:gd name="csX31" fmla="*/ 7947 w 144319"/>
              <a:gd name="csY31" fmla="*/ 21660 h 147752"/>
              <a:gd name="csX32" fmla="*/ 6106 w 144319"/>
              <a:gd name="csY32" fmla="*/ 24466 h 147752"/>
              <a:gd name="csX33" fmla="*/ 6317 w 144319"/>
              <a:gd name="csY33" fmla="*/ 27818 h 147752"/>
              <a:gd name="csX34" fmla="*/ 8494 w 144319"/>
              <a:gd name="csY34" fmla="*/ 30369 h 147752"/>
              <a:gd name="csX35" fmla="*/ 14510 w 144319"/>
              <a:gd name="csY35" fmla="*/ 34129 h 147752"/>
              <a:gd name="csX36" fmla="*/ 16450 w 144319"/>
              <a:gd name="csY36" fmla="*/ 34860 h 147752"/>
              <a:gd name="csX37" fmla="*/ 18524 w 144319"/>
              <a:gd name="csY37" fmla="*/ 34809 h 147752"/>
              <a:gd name="csX38" fmla="*/ 20416 w 144319"/>
              <a:gd name="csY38" fmla="*/ 33959 h 147752"/>
              <a:gd name="csX39" fmla="*/ 21838 w 144319"/>
              <a:gd name="csY39" fmla="*/ 32445 h 147752"/>
              <a:gd name="csX40" fmla="*/ 22573 w 144319"/>
              <a:gd name="csY40" fmla="*/ 30505 h 147752"/>
              <a:gd name="csX41" fmla="*/ 22508 w 144319"/>
              <a:gd name="csY41" fmla="*/ 28430 h 147752"/>
              <a:gd name="csX42" fmla="*/ 21656 w 144319"/>
              <a:gd name="csY42" fmla="*/ 26542 h 147752"/>
              <a:gd name="csX43" fmla="*/ 20145 w 144319"/>
              <a:gd name="csY43" fmla="*/ 25113 h 147752"/>
              <a:gd name="csX44" fmla="*/ 14129 w 144319"/>
              <a:gd name="csY44" fmla="*/ 21370 h 147752"/>
              <a:gd name="csX45" fmla="*/ 11104 w 144319"/>
              <a:gd name="csY45" fmla="*/ 20520 h 147752"/>
              <a:gd name="csX46" fmla="*/ 50390 w 144319"/>
              <a:gd name="csY46" fmla="*/ 23701 h 147752"/>
              <a:gd name="csX47" fmla="*/ 23807 w 144319"/>
              <a:gd name="csY47" fmla="*/ 50289 h 147752"/>
              <a:gd name="csX48" fmla="*/ 28952 w 144319"/>
              <a:gd name="csY48" fmla="*/ 65939 h 147752"/>
              <a:gd name="csX49" fmla="*/ 39267 w 144319"/>
              <a:gd name="csY49" fmla="*/ 62928 h 147752"/>
              <a:gd name="csX50" fmla="*/ 69789 w 144319"/>
              <a:gd name="csY50" fmla="*/ 32155 h 147752"/>
              <a:gd name="csX51" fmla="*/ 50390 w 144319"/>
              <a:gd name="csY51" fmla="*/ 23701 h 147752"/>
              <a:gd name="csX52" fmla="*/ 80519 w 144319"/>
              <a:gd name="csY52" fmla="*/ 37871 h 147752"/>
              <a:gd name="csX53" fmla="*/ 45254 w 144319"/>
              <a:gd name="csY53" fmla="*/ 69767 h 147752"/>
              <a:gd name="csX54" fmla="*/ 43302 w 144319"/>
              <a:gd name="csY54" fmla="*/ 69767 h 147752"/>
              <a:gd name="csX55" fmla="*/ 16719 w 144319"/>
              <a:gd name="csY55" fmla="*/ 96355 h 147752"/>
              <a:gd name="csX56" fmla="*/ 43302 w 144319"/>
              <a:gd name="csY56" fmla="*/ 122927 h 147752"/>
              <a:gd name="csX57" fmla="*/ 45254 w 144319"/>
              <a:gd name="csY57" fmla="*/ 122927 h 147752"/>
              <a:gd name="csX58" fmla="*/ 35195 w 144319"/>
              <a:gd name="csY58" fmla="*/ 139700 h 147752"/>
              <a:gd name="csX59" fmla="*/ 34496 w 144319"/>
              <a:gd name="csY59" fmla="*/ 141639 h 147752"/>
              <a:gd name="csX60" fmla="*/ 34597 w 144319"/>
              <a:gd name="csY60" fmla="*/ 143714 h 147752"/>
              <a:gd name="csX61" fmla="*/ 35485 w 144319"/>
              <a:gd name="csY61" fmla="*/ 145603 h 147752"/>
              <a:gd name="csX62" fmla="*/ 37023 w 144319"/>
              <a:gd name="csY62" fmla="*/ 146980 h 147752"/>
              <a:gd name="csX63" fmla="*/ 38976 w 144319"/>
              <a:gd name="csY63" fmla="*/ 147695 h 147752"/>
              <a:gd name="csX64" fmla="*/ 41050 w 144319"/>
              <a:gd name="csY64" fmla="*/ 147593 h 147752"/>
              <a:gd name="csX65" fmla="*/ 42926 w 144319"/>
              <a:gd name="csY65" fmla="*/ 146691 h 147752"/>
              <a:gd name="csX66" fmla="*/ 44320 w 144319"/>
              <a:gd name="csY66" fmla="*/ 145160 h 147752"/>
              <a:gd name="csX67" fmla="*/ 57653 w 144319"/>
              <a:gd name="csY67" fmla="*/ 122927 h 147752"/>
              <a:gd name="csX68" fmla="*/ 77154 w 144319"/>
              <a:gd name="csY68" fmla="*/ 122927 h 147752"/>
              <a:gd name="csX69" fmla="*/ 67096 w 144319"/>
              <a:gd name="csY69" fmla="*/ 139700 h 147752"/>
              <a:gd name="csX70" fmla="*/ 66396 w 144319"/>
              <a:gd name="csY70" fmla="*/ 141639 h 147752"/>
              <a:gd name="csX71" fmla="*/ 66497 w 144319"/>
              <a:gd name="csY71" fmla="*/ 143714 h 147752"/>
              <a:gd name="csX72" fmla="*/ 67385 w 144319"/>
              <a:gd name="csY72" fmla="*/ 145603 h 147752"/>
              <a:gd name="csX73" fmla="*/ 68923 w 144319"/>
              <a:gd name="csY73" fmla="*/ 146980 h 147752"/>
              <a:gd name="csX74" fmla="*/ 70876 w 144319"/>
              <a:gd name="csY74" fmla="*/ 147695 h 147752"/>
              <a:gd name="csX75" fmla="*/ 72950 w 144319"/>
              <a:gd name="csY75" fmla="*/ 147593 h 147752"/>
              <a:gd name="csX76" fmla="*/ 74826 w 144319"/>
              <a:gd name="csY76" fmla="*/ 146691 h 147752"/>
              <a:gd name="csX77" fmla="*/ 76220 w 144319"/>
              <a:gd name="csY77" fmla="*/ 145160 h 147752"/>
              <a:gd name="csX78" fmla="*/ 89553 w 144319"/>
              <a:gd name="csY78" fmla="*/ 122927 h 147752"/>
              <a:gd name="csX79" fmla="*/ 109054 w 144319"/>
              <a:gd name="csY79" fmla="*/ 122927 h 147752"/>
              <a:gd name="csX80" fmla="*/ 98996 w 144319"/>
              <a:gd name="csY80" fmla="*/ 139700 h 147752"/>
              <a:gd name="csX81" fmla="*/ 98296 w 144319"/>
              <a:gd name="csY81" fmla="*/ 141639 h 147752"/>
              <a:gd name="csX82" fmla="*/ 98397 w 144319"/>
              <a:gd name="csY82" fmla="*/ 143714 h 147752"/>
              <a:gd name="csX83" fmla="*/ 99285 w 144319"/>
              <a:gd name="csY83" fmla="*/ 145603 h 147752"/>
              <a:gd name="csX84" fmla="*/ 100823 w 144319"/>
              <a:gd name="csY84" fmla="*/ 146980 h 147752"/>
              <a:gd name="csX85" fmla="*/ 102776 w 144319"/>
              <a:gd name="csY85" fmla="*/ 147695 h 147752"/>
              <a:gd name="csX86" fmla="*/ 104850 w 144319"/>
              <a:gd name="csY86" fmla="*/ 147593 h 147752"/>
              <a:gd name="csX87" fmla="*/ 106727 w 144319"/>
              <a:gd name="csY87" fmla="*/ 146691 h 147752"/>
              <a:gd name="csX88" fmla="*/ 108120 w 144319"/>
              <a:gd name="csY88" fmla="*/ 145160 h 147752"/>
              <a:gd name="csX89" fmla="*/ 121654 w 144319"/>
              <a:gd name="csY89" fmla="*/ 122621 h 147752"/>
              <a:gd name="csX90" fmla="*/ 144319 w 144319"/>
              <a:gd name="csY90" fmla="*/ 96355 h 147752"/>
              <a:gd name="csX91" fmla="*/ 117736 w 144319"/>
              <a:gd name="csY91" fmla="*/ 69767 h 147752"/>
              <a:gd name="csX92" fmla="*/ 115783 w 144319"/>
              <a:gd name="csY92" fmla="*/ 69767 h 147752"/>
              <a:gd name="csX93" fmla="*/ 80519 w 144319"/>
              <a:gd name="csY93" fmla="*/ 37871 h 147752"/>
              <a:gd name="csX94" fmla="*/ 12627 w 144319"/>
              <a:gd name="csY94" fmla="*/ 53709 h 147752"/>
              <a:gd name="csX95" fmla="*/ 11208 w 144319"/>
              <a:gd name="csY95" fmla="*/ 53861 h 147752"/>
              <a:gd name="csX96" fmla="*/ 4299 w 144319"/>
              <a:gd name="csY96" fmla="*/ 55461 h 147752"/>
              <a:gd name="csX97" fmla="*/ 2343 w 144319"/>
              <a:gd name="csY97" fmla="*/ 56277 h 147752"/>
              <a:gd name="csX98" fmla="*/ 857 w 144319"/>
              <a:gd name="csY98" fmla="*/ 57791 h 147752"/>
              <a:gd name="csX99" fmla="*/ 80 w 144319"/>
              <a:gd name="csY99" fmla="*/ 59764 h 147752"/>
              <a:gd name="csX100" fmla="*/ 136 w 144319"/>
              <a:gd name="csY100" fmla="*/ 61874 h 147752"/>
              <a:gd name="csX101" fmla="*/ 1014 w 144319"/>
              <a:gd name="csY101" fmla="*/ 63813 h 147752"/>
              <a:gd name="csX102" fmla="*/ 2576 w 144319"/>
              <a:gd name="csY102" fmla="*/ 65242 h 147752"/>
              <a:gd name="csX103" fmla="*/ 4573 w 144319"/>
              <a:gd name="csY103" fmla="*/ 65957 h 147752"/>
              <a:gd name="csX104" fmla="*/ 6688 w 144319"/>
              <a:gd name="csY104" fmla="*/ 65820 h 147752"/>
              <a:gd name="csX105" fmla="*/ 13597 w 144319"/>
              <a:gd name="csY105" fmla="*/ 64238 h 147752"/>
              <a:gd name="csX106" fmla="*/ 16770 w 144319"/>
              <a:gd name="csY106" fmla="*/ 62180 h 147752"/>
              <a:gd name="csX107" fmla="*/ 17782 w 144319"/>
              <a:gd name="csY107" fmla="*/ 58540 h 147752"/>
              <a:gd name="csX108" fmla="*/ 16122 w 144319"/>
              <a:gd name="csY108" fmla="*/ 55154 h 147752"/>
              <a:gd name="csX109" fmla="*/ 12627 w 144319"/>
              <a:gd name="csY109" fmla="*/ 53709 h 147752"/>
            </a:gdLst>
            <a:ahLst/>
            <a:cxnLst/>
            <a:rect l="l" t="t" r="r" b="b"/>
            <a:pathLst>
              <a:path w="100000" h="100000">
                <a:moveTo>
                  <a:pt x="28089" y="3"/>
                </a:moveTo>
                <a:cubicBezTo>
                  <a:pt x="27557" y="26"/>
                  <a:pt x="27037" y="164"/>
                  <a:pt x="26566" y="418"/>
                </a:cubicBezTo>
                <a:cubicBezTo>
                  <a:pt x="26095" y="671"/>
                  <a:pt x="25685" y="1016"/>
                  <a:pt x="25366" y="1442"/>
                </a:cubicBezTo>
                <a:cubicBezTo>
                  <a:pt x="25046" y="1868"/>
                  <a:pt x="24824" y="2363"/>
                  <a:pt x="24717" y="2881"/>
                </a:cubicBezTo>
                <a:cubicBezTo>
                  <a:pt x="24612" y="3400"/>
                  <a:pt x="24622" y="3940"/>
                  <a:pt x="24747" y="4459"/>
                </a:cubicBezTo>
                <a:lnTo>
                  <a:pt x="25825" y="9133"/>
                </a:lnTo>
                <a:cubicBezTo>
                  <a:pt x="25932" y="9594"/>
                  <a:pt x="26128" y="10031"/>
                  <a:pt x="26402" y="10411"/>
                </a:cubicBezTo>
                <a:cubicBezTo>
                  <a:pt x="26676" y="10803"/>
                  <a:pt x="27024" y="11125"/>
                  <a:pt x="27425" y="11378"/>
                </a:cubicBezTo>
                <a:cubicBezTo>
                  <a:pt x="27825" y="11620"/>
                  <a:pt x="28271" y="11793"/>
                  <a:pt x="28737" y="11873"/>
                </a:cubicBezTo>
                <a:cubicBezTo>
                  <a:pt x="29204" y="11954"/>
                  <a:pt x="29680" y="11942"/>
                  <a:pt x="30141" y="11827"/>
                </a:cubicBezTo>
                <a:cubicBezTo>
                  <a:pt x="30602" y="11724"/>
                  <a:pt x="31037" y="11528"/>
                  <a:pt x="31421" y="11251"/>
                </a:cubicBezTo>
                <a:cubicBezTo>
                  <a:pt x="31806" y="10975"/>
                  <a:pt x="32133" y="10630"/>
                  <a:pt x="32384" y="10227"/>
                </a:cubicBezTo>
                <a:cubicBezTo>
                  <a:pt x="32635" y="9835"/>
                  <a:pt x="32805" y="9386"/>
                  <a:pt x="32882" y="8914"/>
                </a:cubicBezTo>
                <a:cubicBezTo>
                  <a:pt x="32960" y="8454"/>
                  <a:pt x="32946" y="7982"/>
                  <a:pt x="32840" y="7521"/>
                </a:cubicBezTo>
                <a:lnTo>
                  <a:pt x="31758" y="2835"/>
                </a:lnTo>
                <a:cubicBezTo>
                  <a:pt x="31578" y="2006"/>
                  <a:pt x="31112" y="1270"/>
                  <a:pt x="30441" y="751"/>
                </a:cubicBezTo>
                <a:cubicBezTo>
                  <a:pt x="29769" y="233"/>
                  <a:pt x="28937" y="-32"/>
                  <a:pt x="28089" y="3"/>
                </a:cubicBezTo>
                <a:close/>
                <a:moveTo>
                  <a:pt x="51619" y="3952"/>
                </a:moveTo>
                <a:cubicBezTo>
                  <a:pt x="51035" y="3986"/>
                  <a:pt x="50468" y="4160"/>
                  <a:pt x="49966" y="4459"/>
                </a:cubicBezTo>
                <a:cubicBezTo>
                  <a:pt x="49465" y="4758"/>
                  <a:pt x="49045" y="5184"/>
                  <a:pt x="48742" y="5679"/>
                </a:cubicBezTo>
                <a:lnTo>
                  <a:pt x="46197" y="9755"/>
                </a:lnTo>
                <a:cubicBezTo>
                  <a:pt x="45692" y="10560"/>
                  <a:pt x="45528" y="11540"/>
                  <a:pt x="45744" y="12472"/>
                </a:cubicBezTo>
                <a:cubicBezTo>
                  <a:pt x="45958" y="13393"/>
                  <a:pt x="46534" y="14199"/>
                  <a:pt x="47343" y="14706"/>
                </a:cubicBezTo>
                <a:cubicBezTo>
                  <a:pt x="48153" y="15212"/>
                  <a:pt x="49130" y="15373"/>
                  <a:pt x="50061" y="15166"/>
                </a:cubicBezTo>
                <a:cubicBezTo>
                  <a:pt x="50991" y="14947"/>
                  <a:pt x="51797" y="14371"/>
                  <a:pt x="52302" y="13566"/>
                </a:cubicBezTo>
                <a:lnTo>
                  <a:pt x="54843" y="9490"/>
                </a:lnTo>
                <a:cubicBezTo>
                  <a:pt x="55202" y="8937"/>
                  <a:pt x="55400" y="8292"/>
                  <a:pt x="55415" y="7625"/>
                </a:cubicBezTo>
                <a:cubicBezTo>
                  <a:pt x="55430" y="6957"/>
                  <a:pt x="55262" y="6312"/>
                  <a:pt x="54928" y="5737"/>
                </a:cubicBezTo>
                <a:cubicBezTo>
                  <a:pt x="54595" y="5161"/>
                  <a:pt x="54109" y="4689"/>
                  <a:pt x="53525" y="4378"/>
                </a:cubicBezTo>
                <a:cubicBezTo>
                  <a:pt x="52942" y="4055"/>
                  <a:pt x="52282" y="3917"/>
                  <a:pt x="51619" y="3952"/>
                </a:cubicBezTo>
                <a:close/>
                <a:moveTo>
                  <a:pt x="8677" y="13888"/>
                </a:moveTo>
                <a:cubicBezTo>
                  <a:pt x="7900" y="13900"/>
                  <a:pt x="7150" y="14176"/>
                  <a:pt x="6540" y="14660"/>
                </a:cubicBezTo>
                <a:cubicBezTo>
                  <a:pt x="5930" y="15143"/>
                  <a:pt x="5493" y="15811"/>
                  <a:pt x="5294" y="16559"/>
                </a:cubicBezTo>
                <a:cubicBezTo>
                  <a:pt x="5095" y="17307"/>
                  <a:pt x="5145" y="18102"/>
                  <a:pt x="5437" y="18827"/>
                </a:cubicBezTo>
                <a:cubicBezTo>
                  <a:pt x="5728" y="19552"/>
                  <a:pt x="6245" y="20151"/>
                  <a:pt x="6911" y="20554"/>
                </a:cubicBezTo>
                <a:lnTo>
                  <a:pt x="10982" y="23099"/>
                </a:lnTo>
                <a:cubicBezTo>
                  <a:pt x="11384" y="23352"/>
                  <a:pt x="11829" y="23525"/>
                  <a:pt x="12295" y="23594"/>
                </a:cubicBezTo>
                <a:cubicBezTo>
                  <a:pt x="12762" y="23674"/>
                  <a:pt x="13238" y="23663"/>
                  <a:pt x="13699" y="23559"/>
                </a:cubicBezTo>
                <a:cubicBezTo>
                  <a:pt x="14160" y="23456"/>
                  <a:pt x="14595" y="23248"/>
                  <a:pt x="14979" y="22984"/>
                </a:cubicBezTo>
                <a:cubicBezTo>
                  <a:pt x="15364" y="22707"/>
                  <a:pt x="15691" y="22362"/>
                  <a:pt x="15942" y="21959"/>
                </a:cubicBezTo>
                <a:cubicBezTo>
                  <a:pt x="16192" y="21556"/>
                  <a:pt x="16361" y="21107"/>
                  <a:pt x="16439" y="20646"/>
                </a:cubicBezTo>
                <a:cubicBezTo>
                  <a:pt x="16517" y="20174"/>
                  <a:pt x="16503" y="19703"/>
                  <a:pt x="16395" y="19242"/>
                </a:cubicBezTo>
                <a:cubicBezTo>
                  <a:pt x="16290" y="18781"/>
                  <a:pt x="16094" y="18344"/>
                  <a:pt x="15819" y="17964"/>
                </a:cubicBezTo>
                <a:cubicBezTo>
                  <a:pt x="15545" y="17572"/>
                  <a:pt x="15197" y="17250"/>
                  <a:pt x="14796" y="16997"/>
                </a:cubicBezTo>
                <a:lnTo>
                  <a:pt x="10724" y="14463"/>
                </a:lnTo>
                <a:cubicBezTo>
                  <a:pt x="10115" y="14061"/>
                  <a:pt x="9402" y="13865"/>
                  <a:pt x="8677" y="13888"/>
                </a:cubicBezTo>
                <a:close/>
                <a:moveTo>
                  <a:pt x="35266" y="16041"/>
                </a:moveTo>
                <a:cubicBezTo>
                  <a:pt x="25345" y="16041"/>
                  <a:pt x="17275" y="24112"/>
                  <a:pt x="17275" y="34036"/>
                </a:cubicBezTo>
                <a:cubicBezTo>
                  <a:pt x="17275" y="37997"/>
                  <a:pt x="18575" y="41646"/>
                  <a:pt x="20757" y="44628"/>
                </a:cubicBezTo>
                <a:cubicBezTo>
                  <a:pt x="22923" y="43604"/>
                  <a:pt x="25264" y="42879"/>
                  <a:pt x="27738" y="42590"/>
                </a:cubicBezTo>
                <a:cubicBezTo>
                  <a:pt x="30296" y="32436"/>
                  <a:pt x="38272" y="24411"/>
                  <a:pt x="48396" y="21763"/>
                </a:cubicBezTo>
                <a:cubicBezTo>
                  <a:pt x="45109" y="18252"/>
                  <a:pt x="40446" y="16041"/>
                  <a:pt x="35266" y="16041"/>
                </a:cubicBezTo>
                <a:close/>
                <a:moveTo>
                  <a:pt x="55658" y="25631"/>
                </a:moveTo>
                <a:cubicBezTo>
                  <a:pt x="43240" y="25631"/>
                  <a:pt x="32997" y="35118"/>
                  <a:pt x="31790" y="47219"/>
                </a:cubicBezTo>
                <a:lnTo>
                  <a:pt x="30469" y="47219"/>
                </a:lnTo>
                <a:cubicBezTo>
                  <a:pt x="20547" y="47219"/>
                  <a:pt x="12477" y="55290"/>
                  <a:pt x="12477" y="65214"/>
                </a:cubicBezTo>
                <a:cubicBezTo>
                  <a:pt x="12477" y="75139"/>
                  <a:pt x="20547" y="83198"/>
                  <a:pt x="30469" y="83198"/>
                </a:cubicBezTo>
                <a:lnTo>
                  <a:pt x="31790" y="83198"/>
                </a:lnTo>
                <a:lnTo>
                  <a:pt x="24982" y="94550"/>
                </a:lnTo>
                <a:cubicBezTo>
                  <a:pt x="24739" y="94953"/>
                  <a:pt x="24578" y="95402"/>
                  <a:pt x="24509" y="95863"/>
                </a:cubicBezTo>
                <a:cubicBezTo>
                  <a:pt x="24439" y="96334"/>
                  <a:pt x="24463" y="96807"/>
                  <a:pt x="24577" y="97267"/>
                </a:cubicBezTo>
                <a:cubicBezTo>
                  <a:pt x="24692" y="97728"/>
                  <a:pt x="24896" y="98165"/>
                  <a:pt x="25178" y="98546"/>
                </a:cubicBezTo>
                <a:cubicBezTo>
                  <a:pt x="25459" y="98925"/>
                  <a:pt x="25814" y="99236"/>
                  <a:pt x="26219" y="99478"/>
                </a:cubicBezTo>
                <a:cubicBezTo>
                  <a:pt x="26624" y="99731"/>
                  <a:pt x="27073" y="99892"/>
                  <a:pt x="27541" y="99961"/>
                </a:cubicBezTo>
                <a:cubicBezTo>
                  <a:pt x="28009" y="100030"/>
                  <a:pt x="28487" y="100007"/>
                  <a:pt x="28945" y="99892"/>
                </a:cubicBezTo>
                <a:cubicBezTo>
                  <a:pt x="29403" y="99777"/>
                  <a:pt x="29835" y="99570"/>
                  <a:pt x="30214" y="99282"/>
                </a:cubicBezTo>
                <a:cubicBezTo>
                  <a:pt x="30595" y="99006"/>
                  <a:pt x="30915" y="98648"/>
                  <a:pt x="31158" y="98246"/>
                </a:cubicBezTo>
                <a:lnTo>
                  <a:pt x="40182" y="83198"/>
                </a:lnTo>
                <a:lnTo>
                  <a:pt x="53380" y="83198"/>
                </a:lnTo>
                <a:lnTo>
                  <a:pt x="46573" y="94550"/>
                </a:lnTo>
                <a:cubicBezTo>
                  <a:pt x="46330" y="94953"/>
                  <a:pt x="46168" y="95402"/>
                  <a:pt x="46099" y="95863"/>
                </a:cubicBezTo>
                <a:cubicBezTo>
                  <a:pt x="46029" y="96334"/>
                  <a:pt x="46053" y="96807"/>
                  <a:pt x="46168" y="97267"/>
                </a:cubicBezTo>
                <a:cubicBezTo>
                  <a:pt x="46283" y="97728"/>
                  <a:pt x="46486" y="98165"/>
                  <a:pt x="46769" y="98546"/>
                </a:cubicBezTo>
                <a:cubicBezTo>
                  <a:pt x="47049" y="98925"/>
                  <a:pt x="47404" y="99236"/>
                  <a:pt x="47810" y="99478"/>
                </a:cubicBezTo>
                <a:cubicBezTo>
                  <a:pt x="48215" y="99731"/>
                  <a:pt x="48664" y="99892"/>
                  <a:pt x="49131" y="99961"/>
                </a:cubicBezTo>
                <a:cubicBezTo>
                  <a:pt x="49600" y="100030"/>
                  <a:pt x="50077" y="100007"/>
                  <a:pt x="50535" y="99892"/>
                </a:cubicBezTo>
                <a:cubicBezTo>
                  <a:pt x="50993" y="99777"/>
                  <a:pt x="51425" y="99570"/>
                  <a:pt x="51805" y="99282"/>
                </a:cubicBezTo>
                <a:cubicBezTo>
                  <a:pt x="52185" y="99006"/>
                  <a:pt x="52505" y="98648"/>
                  <a:pt x="52748" y="98246"/>
                </a:cubicBezTo>
                <a:lnTo>
                  <a:pt x="61772" y="83198"/>
                </a:lnTo>
                <a:lnTo>
                  <a:pt x="74971" y="83198"/>
                </a:lnTo>
                <a:lnTo>
                  <a:pt x="68163" y="94550"/>
                </a:lnTo>
                <a:cubicBezTo>
                  <a:pt x="67920" y="94953"/>
                  <a:pt x="67758" y="95402"/>
                  <a:pt x="67689" y="95863"/>
                </a:cubicBezTo>
                <a:cubicBezTo>
                  <a:pt x="67620" y="96334"/>
                  <a:pt x="67643" y="96807"/>
                  <a:pt x="67758" y="97267"/>
                </a:cubicBezTo>
                <a:cubicBezTo>
                  <a:pt x="67873" y="97728"/>
                  <a:pt x="68077" y="98165"/>
                  <a:pt x="68359" y="98546"/>
                </a:cubicBezTo>
                <a:cubicBezTo>
                  <a:pt x="68640" y="98925"/>
                  <a:pt x="68994" y="99236"/>
                  <a:pt x="69400" y="99478"/>
                </a:cubicBezTo>
                <a:cubicBezTo>
                  <a:pt x="69805" y="99731"/>
                  <a:pt x="70254" y="99892"/>
                  <a:pt x="70722" y="99961"/>
                </a:cubicBezTo>
                <a:cubicBezTo>
                  <a:pt x="71190" y="100030"/>
                  <a:pt x="71667" y="100007"/>
                  <a:pt x="72125" y="99892"/>
                </a:cubicBezTo>
                <a:cubicBezTo>
                  <a:pt x="72583" y="99777"/>
                  <a:pt x="73015" y="99570"/>
                  <a:pt x="73396" y="99282"/>
                </a:cubicBezTo>
                <a:cubicBezTo>
                  <a:pt x="73775" y="99006"/>
                  <a:pt x="74095" y="98648"/>
                  <a:pt x="74338" y="98246"/>
                </a:cubicBezTo>
                <a:lnTo>
                  <a:pt x="83498" y="82991"/>
                </a:lnTo>
                <a:cubicBezTo>
                  <a:pt x="92164" y="81701"/>
                  <a:pt x="98838" y="74229"/>
                  <a:pt x="98838" y="65214"/>
                </a:cubicBezTo>
                <a:cubicBezTo>
                  <a:pt x="98838" y="55290"/>
                  <a:pt x="90768" y="47219"/>
                  <a:pt x="80847" y="47219"/>
                </a:cubicBezTo>
                <a:lnTo>
                  <a:pt x="79525" y="47219"/>
                </a:lnTo>
                <a:cubicBezTo>
                  <a:pt x="78318" y="35118"/>
                  <a:pt x="68075" y="25631"/>
                  <a:pt x="55658" y="25631"/>
                </a:cubicBezTo>
                <a:close/>
                <a:moveTo>
                  <a:pt x="9708" y="36351"/>
                </a:moveTo>
                <a:cubicBezTo>
                  <a:pt x="9384" y="36351"/>
                  <a:pt x="9062" y="36385"/>
                  <a:pt x="8747" y="36454"/>
                </a:cubicBezTo>
                <a:lnTo>
                  <a:pt x="4071" y="37537"/>
                </a:lnTo>
                <a:cubicBezTo>
                  <a:pt x="3597" y="37629"/>
                  <a:pt x="3147" y="37824"/>
                  <a:pt x="2748" y="38089"/>
                </a:cubicBezTo>
                <a:cubicBezTo>
                  <a:pt x="2346" y="38366"/>
                  <a:pt x="2004" y="38711"/>
                  <a:pt x="1742" y="39114"/>
                </a:cubicBezTo>
                <a:cubicBezTo>
                  <a:pt x="1479" y="39517"/>
                  <a:pt x="1300" y="39977"/>
                  <a:pt x="1216" y="40449"/>
                </a:cubicBezTo>
                <a:cubicBezTo>
                  <a:pt x="1133" y="40921"/>
                  <a:pt x="1146" y="41405"/>
                  <a:pt x="1254" y="41877"/>
                </a:cubicBezTo>
                <a:cubicBezTo>
                  <a:pt x="1362" y="42349"/>
                  <a:pt x="1564" y="42798"/>
                  <a:pt x="1848" y="43189"/>
                </a:cubicBezTo>
                <a:cubicBezTo>
                  <a:pt x="2131" y="43581"/>
                  <a:pt x="2490" y="43903"/>
                  <a:pt x="2905" y="44156"/>
                </a:cubicBezTo>
                <a:cubicBezTo>
                  <a:pt x="3318" y="44410"/>
                  <a:pt x="3778" y="44571"/>
                  <a:pt x="4257" y="44640"/>
                </a:cubicBezTo>
                <a:cubicBezTo>
                  <a:pt x="4735" y="44698"/>
                  <a:pt x="5222" y="44675"/>
                  <a:pt x="5688" y="44548"/>
                </a:cubicBezTo>
                <a:lnTo>
                  <a:pt x="10364" y="43477"/>
                </a:lnTo>
                <a:cubicBezTo>
                  <a:pt x="11225" y="43293"/>
                  <a:pt x="11990" y="42798"/>
                  <a:pt x="12512" y="42084"/>
                </a:cubicBezTo>
                <a:cubicBezTo>
                  <a:pt x="13034" y="41370"/>
                  <a:pt x="13277" y="40495"/>
                  <a:pt x="13197" y="39620"/>
                </a:cubicBezTo>
                <a:cubicBezTo>
                  <a:pt x="13116" y="38745"/>
                  <a:pt x="12717" y="37928"/>
                  <a:pt x="12073" y="37329"/>
                </a:cubicBezTo>
                <a:cubicBezTo>
                  <a:pt x="11430" y="36719"/>
                  <a:pt x="10589" y="36374"/>
                  <a:pt x="9708" y="3635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6" name="Чёрный — SVG 39">
            <a:extLst>
              <a:ext uri="{FF2B5EF4-FFF2-40B4-BE49-F238E27FC236}">
                <a16:creationId xmlns:a16="http://schemas.microsoft.com/office/drawing/2014/main" id="{339B7EAA-035E-0A44-A6A5-E3B60C38C5AA}"/>
              </a:ext>
            </a:extLst>
          </p:cNvPr>
          <p:cNvSpPr>
            <a:spLocks noGrp="1"/>
          </p:cNvSpPr>
          <p:nvPr/>
        </p:nvSpPr>
        <p:spPr>
          <a:xfrm>
            <a:off x="1620000" y="3470000"/>
            <a:ext cx="220000" cy="220000"/>
          </a:xfrm>
          <a:custGeom>
            <a:avLst/>
            <a:gdLst>
              <a:gd name="csX0" fmla="*/ 118740 w 148867"/>
              <a:gd name="csY0" fmla="*/ 38989 h 134676"/>
              <a:gd name="csX1" fmla="*/ 116817 w 148867"/>
              <a:gd name="csY1" fmla="*/ 38989 h 134676"/>
              <a:gd name="csX2" fmla="*/ 74434 w 148867"/>
              <a:gd name="csY2" fmla="*/ 0 h 134676"/>
              <a:gd name="csX3" fmla="*/ 32048 w 148867"/>
              <a:gd name="csY3" fmla="*/ 38989 h 134676"/>
              <a:gd name="csX4" fmla="*/ 30127 w 148867"/>
              <a:gd name="csY4" fmla="*/ 38989 h 134676"/>
              <a:gd name="csX5" fmla="*/ 0 w 148867"/>
              <a:gd name="csY5" fmla="*/ 69099 h 134676"/>
              <a:gd name="csX6" fmla="*/ 30127 w 148867"/>
              <a:gd name="csY6" fmla="*/ 99226 h 134676"/>
              <a:gd name="csX7" fmla="*/ 118740 w 148867"/>
              <a:gd name="csY7" fmla="*/ 99226 h 134676"/>
              <a:gd name="csX8" fmla="*/ 148867 w 148867"/>
              <a:gd name="csY8" fmla="*/ 69099 h 134676"/>
              <a:gd name="csX9" fmla="*/ 118740 w 148867"/>
              <a:gd name="csY9" fmla="*/ 38989 h 134676"/>
              <a:gd name="csX10" fmla="*/ 35444 w 148867"/>
              <a:gd name="csY10" fmla="*/ 106319 h 134676"/>
              <a:gd name="csX11" fmla="*/ 31686 w 148867"/>
              <a:gd name="csY11" fmla="*/ 107884 h 134676"/>
              <a:gd name="csX12" fmla="*/ 30127 w 148867"/>
              <a:gd name="csY12" fmla="*/ 111627 h 134676"/>
              <a:gd name="csX13" fmla="*/ 31686 w 148867"/>
              <a:gd name="csY13" fmla="*/ 115386 h 134676"/>
              <a:gd name="csX14" fmla="*/ 35444 w 148867"/>
              <a:gd name="csY14" fmla="*/ 116951 h 134676"/>
              <a:gd name="csX15" fmla="*/ 39204 w 148867"/>
              <a:gd name="csY15" fmla="*/ 115386 h 134676"/>
              <a:gd name="csX16" fmla="*/ 40761 w 148867"/>
              <a:gd name="csY16" fmla="*/ 111627 h 134676"/>
              <a:gd name="csX17" fmla="*/ 39204 w 148867"/>
              <a:gd name="csY17" fmla="*/ 107884 h 134676"/>
              <a:gd name="csX18" fmla="*/ 35444 w 148867"/>
              <a:gd name="csY18" fmla="*/ 106319 h 134676"/>
              <a:gd name="csX19" fmla="*/ 54940 w 148867"/>
              <a:gd name="csY19" fmla="*/ 124045 h 134676"/>
              <a:gd name="csX20" fmla="*/ 51180 w 148867"/>
              <a:gd name="csY20" fmla="*/ 125593 h 134676"/>
              <a:gd name="csX21" fmla="*/ 49623 w 148867"/>
              <a:gd name="csY21" fmla="*/ 129353 h 134676"/>
              <a:gd name="csX22" fmla="*/ 51180 w 148867"/>
              <a:gd name="csY22" fmla="*/ 133112 h 134676"/>
              <a:gd name="csX23" fmla="*/ 54940 w 148867"/>
              <a:gd name="csY23" fmla="*/ 134677 h 134676"/>
              <a:gd name="csX24" fmla="*/ 58698 w 148867"/>
              <a:gd name="csY24" fmla="*/ 133112 h 134676"/>
              <a:gd name="csX25" fmla="*/ 60256 w 148867"/>
              <a:gd name="csY25" fmla="*/ 129353 h 134676"/>
              <a:gd name="csX26" fmla="*/ 58698 w 148867"/>
              <a:gd name="csY26" fmla="*/ 125593 h 134676"/>
              <a:gd name="csX27" fmla="*/ 54940 w 148867"/>
              <a:gd name="csY27" fmla="*/ 124045 h 134676"/>
              <a:gd name="csX28" fmla="*/ 93928 w 148867"/>
              <a:gd name="csY28" fmla="*/ 124045 h 134676"/>
              <a:gd name="csX29" fmla="*/ 90169 w 148867"/>
              <a:gd name="csY29" fmla="*/ 125593 h 134676"/>
              <a:gd name="csX30" fmla="*/ 88611 w 148867"/>
              <a:gd name="csY30" fmla="*/ 129353 h 134676"/>
              <a:gd name="csX31" fmla="*/ 90169 w 148867"/>
              <a:gd name="csY31" fmla="*/ 133112 h 134676"/>
              <a:gd name="csX32" fmla="*/ 93928 w 148867"/>
              <a:gd name="csY32" fmla="*/ 134677 h 134676"/>
              <a:gd name="csX33" fmla="*/ 97688 w 148867"/>
              <a:gd name="csY33" fmla="*/ 133112 h 134676"/>
              <a:gd name="csX34" fmla="*/ 99244 w 148867"/>
              <a:gd name="csY34" fmla="*/ 129353 h 134676"/>
              <a:gd name="csX35" fmla="*/ 97688 w 148867"/>
              <a:gd name="csY35" fmla="*/ 125593 h 134676"/>
              <a:gd name="csX36" fmla="*/ 93928 w 148867"/>
              <a:gd name="csY36" fmla="*/ 124045 h 134676"/>
              <a:gd name="csX37" fmla="*/ 113423 w 148867"/>
              <a:gd name="csY37" fmla="*/ 106319 h 134676"/>
              <a:gd name="csX38" fmla="*/ 109663 w 148867"/>
              <a:gd name="csY38" fmla="*/ 107884 h 134676"/>
              <a:gd name="csX39" fmla="*/ 108107 w 148867"/>
              <a:gd name="csY39" fmla="*/ 111627 h 134676"/>
              <a:gd name="csX40" fmla="*/ 109663 w 148867"/>
              <a:gd name="csY40" fmla="*/ 115386 h 134676"/>
              <a:gd name="csX41" fmla="*/ 113423 w 148867"/>
              <a:gd name="csY41" fmla="*/ 116951 h 134676"/>
              <a:gd name="csX42" fmla="*/ 117182 w 148867"/>
              <a:gd name="csY42" fmla="*/ 115386 h 134676"/>
              <a:gd name="csX43" fmla="*/ 118740 w 148867"/>
              <a:gd name="csY43" fmla="*/ 111627 h 134676"/>
              <a:gd name="csX44" fmla="*/ 117182 w 148867"/>
              <a:gd name="csY44" fmla="*/ 107884 h 134676"/>
              <a:gd name="csX45" fmla="*/ 113423 w 148867"/>
              <a:gd name="csY45" fmla="*/ 106319 h 134676"/>
              <a:gd name="csX46" fmla="*/ 74434 w 148867"/>
              <a:gd name="csY46" fmla="*/ 106319 h 134676"/>
              <a:gd name="csX47" fmla="*/ 70674 w 148867"/>
              <a:gd name="csY47" fmla="*/ 107884 h 134676"/>
              <a:gd name="csX48" fmla="*/ 69117 w 148867"/>
              <a:gd name="csY48" fmla="*/ 111627 h 134676"/>
              <a:gd name="csX49" fmla="*/ 70674 w 148867"/>
              <a:gd name="csY49" fmla="*/ 115386 h 134676"/>
              <a:gd name="csX50" fmla="*/ 74434 w 148867"/>
              <a:gd name="csY50" fmla="*/ 116951 h 134676"/>
              <a:gd name="csX51" fmla="*/ 78194 w 148867"/>
              <a:gd name="csY51" fmla="*/ 115386 h 134676"/>
              <a:gd name="csX52" fmla="*/ 79750 w 148867"/>
              <a:gd name="csY52" fmla="*/ 111627 h 134676"/>
              <a:gd name="csX53" fmla="*/ 78194 w 148867"/>
              <a:gd name="csY53" fmla="*/ 107884 h 134676"/>
              <a:gd name="csX54" fmla="*/ 74434 w 148867"/>
              <a:gd name="csY54" fmla="*/ 106319 h 134676"/>
            </a:gdLst>
            <a:ahLst/>
            <a:cxnLst/>
            <a:rect l="l" t="t" r="r" b="b"/>
            <a:pathLst>
              <a:path w="100000" h="100000">
                <a:moveTo>
                  <a:pt x="79762" y="30957"/>
                </a:moveTo>
                <a:lnTo>
                  <a:pt x="78471" y="30957"/>
                </a:lnTo>
                <a:cubicBezTo>
                  <a:pt x="77260" y="16308"/>
                  <a:pt x="64952" y="4766"/>
                  <a:pt x="50000" y="4766"/>
                </a:cubicBezTo>
                <a:cubicBezTo>
                  <a:pt x="35048" y="4766"/>
                  <a:pt x="22740" y="16308"/>
                  <a:pt x="21528" y="30957"/>
                </a:cubicBezTo>
                <a:lnTo>
                  <a:pt x="20238" y="30957"/>
                </a:lnTo>
                <a:cubicBezTo>
                  <a:pt x="9079" y="30957"/>
                  <a:pt x="0" y="40030"/>
                  <a:pt x="0" y="51183"/>
                </a:cubicBezTo>
                <a:cubicBezTo>
                  <a:pt x="0" y="62347"/>
                  <a:pt x="9079" y="71420"/>
                  <a:pt x="20238" y="71420"/>
                </a:cubicBezTo>
                <a:lnTo>
                  <a:pt x="79762" y="71420"/>
                </a:lnTo>
                <a:cubicBezTo>
                  <a:pt x="90921" y="71420"/>
                  <a:pt x="100000" y="62347"/>
                  <a:pt x="100000" y="51183"/>
                </a:cubicBezTo>
                <a:cubicBezTo>
                  <a:pt x="100000" y="40030"/>
                  <a:pt x="90921" y="30957"/>
                  <a:pt x="79762" y="30957"/>
                </a:cubicBezTo>
                <a:close/>
                <a:moveTo>
                  <a:pt x="23809" y="76185"/>
                </a:moveTo>
                <a:cubicBezTo>
                  <a:pt x="22863" y="76185"/>
                  <a:pt x="21954" y="76563"/>
                  <a:pt x="21285" y="77236"/>
                </a:cubicBezTo>
                <a:cubicBezTo>
                  <a:pt x="20615" y="77899"/>
                  <a:pt x="20238" y="78814"/>
                  <a:pt x="20238" y="79751"/>
                </a:cubicBezTo>
                <a:cubicBezTo>
                  <a:pt x="20238" y="80699"/>
                  <a:pt x="20615" y="81613"/>
                  <a:pt x="21285" y="82276"/>
                </a:cubicBezTo>
                <a:cubicBezTo>
                  <a:pt x="21954" y="82950"/>
                  <a:pt x="22863" y="83327"/>
                  <a:pt x="23809" y="83327"/>
                </a:cubicBezTo>
                <a:cubicBezTo>
                  <a:pt x="24756" y="83327"/>
                  <a:pt x="25665" y="82950"/>
                  <a:pt x="26335" y="82276"/>
                </a:cubicBezTo>
                <a:cubicBezTo>
                  <a:pt x="27005" y="81613"/>
                  <a:pt x="27381" y="80699"/>
                  <a:pt x="27381" y="79751"/>
                </a:cubicBezTo>
                <a:cubicBezTo>
                  <a:pt x="27381" y="78814"/>
                  <a:pt x="27005" y="77899"/>
                  <a:pt x="26335" y="77236"/>
                </a:cubicBezTo>
                <a:cubicBezTo>
                  <a:pt x="25665" y="76563"/>
                  <a:pt x="24756" y="76185"/>
                  <a:pt x="23809" y="76185"/>
                </a:cubicBezTo>
                <a:close/>
                <a:moveTo>
                  <a:pt x="36905" y="88092"/>
                </a:moveTo>
                <a:cubicBezTo>
                  <a:pt x="35958" y="88092"/>
                  <a:pt x="35049" y="88469"/>
                  <a:pt x="34380" y="89132"/>
                </a:cubicBezTo>
                <a:cubicBezTo>
                  <a:pt x="33710" y="89807"/>
                  <a:pt x="33334" y="90709"/>
                  <a:pt x="33334" y="91658"/>
                </a:cubicBezTo>
                <a:cubicBezTo>
                  <a:pt x="33334" y="92606"/>
                  <a:pt x="33710" y="93520"/>
                  <a:pt x="34380" y="94183"/>
                </a:cubicBezTo>
                <a:cubicBezTo>
                  <a:pt x="35049" y="94857"/>
                  <a:pt x="35958" y="95234"/>
                  <a:pt x="36905" y="95234"/>
                </a:cubicBezTo>
                <a:cubicBezTo>
                  <a:pt x="37851" y="95234"/>
                  <a:pt x="38760" y="94857"/>
                  <a:pt x="39430" y="94183"/>
                </a:cubicBezTo>
                <a:cubicBezTo>
                  <a:pt x="40100" y="93520"/>
                  <a:pt x="40476" y="92606"/>
                  <a:pt x="40476" y="91658"/>
                </a:cubicBezTo>
                <a:cubicBezTo>
                  <a:pt x="40476" y="90709"/>
                  <a:pt x="40100" y="89807"/>
                  <a:pt x="39430" y="89132"/>
                </a:cubicBezTo>
                <a:cubicBezTo>
                  <a:pt x="38760" y="88469"/>
                  <a:pt x="37851" y="88092"/>
                  <a:pt x="36905" y="88092"/>
                </a:cubicBezTo>
                <a:close/>
                <a:moveTo>
                  <a:pt x="63095" y="88092"/>
                </a:moveTo>
                <a:cubicBezTo>
                  <a:pt x="62149" y="88092"/>
                  <a:pt x="61240" y="88469"/>
                  <a:pt x="60570" y="89132"/>
                </a:cubicBezTo>
                <a:cubicBezTo>
                  <a:pt x="59900" y="89807"/>
                  <a:pt x="59524" y="90709"/>
                  <a:pt x="59524" y="91658"/>
                </a:cubicBezTo>
                <a:cubicBezTo>
                  <a:pt x="59524" y="92606"/>
                  <a:pt x="59900" y="93520"/>
                  <a:pt x="60570" y="94183"/>
                </a:cubicBezTo>
                <a:cubicBezTo>
                  <a:pt x="61240" y="94857"/>
                  <a:pt x="62149" y="95234"/>
                  <a:pt x="63095" y="95234"/>
                </a:cubicBezTo>
                <a:cubicBezTo>
                  <a:pt x="64042" y="95234"/>
                  <a:pt x="64951" y="94857"/>
                  <a:pt x="65621" y="94183"/>
                </a:cubicBezTo>
                <a:cubicBezTo>
                  <a:pt x="66291" y="93520"/>
                  <a:pt x="66666" y="92606"/>
                  <a:pt x="66666" y="91658"/>
                </a:cubicBezTo>
                <a:cubicBezTo>
                  <a:pt x="66666" y="90709"/>
                  <a:pt x="66291" y="89807"/>
                  <a:pt x="65621" y="89132"/>
                </a:cubicBezTo>
                <a:cubicBezTo>
                  <a:pt x="64951" y="88469"/>
                  <a:pt x="64042" y="88092"/>
                  <a:pt x="63095" y="88092"/>
                </a:cubicBezTo>
                <a:close/>
                <a:moveTo>
                  <a:pt x="76191" y="76185"/>
                </a:moveTo>
                <a:cubicBezTo>
                  <a:pt x="75244" y="76185"/>
                  <a:pt x="74335" y="76563"/>
                  <a:pt x="73665" y="77236"/>
                </a:cubicBezTo>
                <a:cubicBezTo>
                  <a:pt x="72995" y="77899"/>
                  <a:pt x="72620" y="78814"/>
                  <a:pt x="72620" y="79751"/>
                </a:cubicBezTo>
                <a:cubicBezTo>
                  <a:pt x="72620" y="80699"/>
                  <a:pt x="72995" y="81613"/>
                  <a:pt x="73665" y="82276"/>
                </a:cubicBezTo>
                <a:cubicBezTo>
                  <a:pt x="74335" y="82950"/>
                  <a:pt x="75244" y="83327"/>
                  <a:pt x="76191" y="83327"/>
                </a:cubicBezTo>
                <a:cubicBezTo>
                  <a:pt x="77137" y="83327"/>
                  <a:pt x="78046" y="82950"/>
                  <a:pt x="78716" y="82276"/>
                </a:cubicBezTo>
                <a:cubicBezTo>
                  <a:pt x="79386" y="81613"/>
                  <a:pt x="79762" y="80699"/>
                  <a:pt x="79762" y="79751"/>
                </a:cubicBezTo>
                <a:cubicBezTo>
                  <a:pt x="79762" y="78814"/>
                  <a:pt x="79386" y="77899"/>
                  <a:pt x="78716" y="77236"/>
                </a:cubicBezTo>
                <a:cubicBezTo>
                  <a:pt x="78046" y="76563"/>
                  <a:pt x="77137" y="76185"/>
                  <a:pt x="76191" y="76185"/>
                </a:cubicBezTo>
                <a:close/>
                <a:moveTo>
                  <a:pt x="50000" y="76185"/>
                </a:moveTo>
                <a:cubicBezTo>
                  <a:pt x="49053" y="76185"/>
                  <a:pt x="48144" y="76563"/>
                  <a:pt x="47475" y="77236"/>
                </a:cubicBezTo>
                <a:cubicBezTo>
                  <a:pt x="46805" y="77899"/>
                  <a:pt x="46429" y="78814"/>
                  <a:pt x="46429" y="79751"/>
                </a:cubicBezTo>
                <a:cubicBezTo>
                  <a:pt x="46429" y="80699"/>
                  <a:pt x="46805" y="81613"/>
                  <a:pt x="47475" y="82276"/>
                </a:cubicBezTo>
                <a:cubicBezTo>
                  <a:pt x="48144" y="82950"/>
                  <a:pt x="49053" y="83327"/>
                  <a:pt x="50000" y="83327"/>
                </a:cubicBezTo>
                <a:cubicBezTo>
                  <a:pt x="50947" y="83327"/>
                  <a:pt x="51856" y="82950"/>
                  <a:pt x="52526" y="82276"/>
                </a:cubicBezTo>
                <a:cubicBezTo>
                  <a:pt x="53196" y="81613"/>
                  <a:pt x="53571" y="80699"/>
                  <a:pt x="53571" y="79751"/>
                </a:cubicBezTo>
                <a:cubicBezTo>
                  <a:pt x="53571" y="78814"/>
                  <a:pt x="53196" y="77899"/>
                  <a:pt x="52526" y="77236"/>
                </a:cubicBezTo>
                <a:cubicBezTo>
                  <a:pt x="51856" y="76563"/>
                  <a:pt x="50947" y="76185"/>
                  <a:pt x="50000" y="7618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7" name="Чёрный — SVG 40">
            <a:extLst>
              <a:ext uri="{FF2B5EF4-FFF2-40B4-BE49-F238E27FC236}">
                <a16:creationId xmlns:a16="http://schemas.microsoft.com/office/drawing/2014/main" id="{AF2401EF-E0C5-814E-A156-D85377E7F236}"/>
              </a:ext>
            </a:extLst>
          </p:cNvPr>
          <p:cNvSpPr>
            <a:spLocks noGrp="1"/>
          </p:cNvSpPr>
          <p:nvPr/>
        </p:nvSpPr>
        <p:spPr>
          <a:xfrm>
            <a:off x="2220000" y="3470000"/>
            <a:ext cx="220000" cy="220000"/>
          </a:xfrm>
          <a:custGeom>
            <a:avLst/>
            <a:gdLst>
              <a:gd name="csX0" fmla="*/ 70881 w 141929"/>
              <a:gd name="csY0" fmla="*/ 1 h 141907"/>
              <a:gd name="csX1" fmla="*/ 67149 w 141929"/>
              <a:gd name="csY1" fmla="*/ 1617 h 141907"/>
              <a:gd name="csX2" fmla="*/ 65648 w 141929"/>
              <a:gd name="csY2" fmla="*/ 5394 h 141907"/>
              <a:gd name="csX3" fmla="*/ 65648 w 141929"/>
              <a:gd name="csY3" fmla="*/ 16026 h 141907"/>
              <a:gd name="csX4" fmla="*/ 66031 w 141929"/>
              <a:gd name="csY4" fmla="*/ 18084 h 141907"/>
              <a:gd name="csX5" fmla="*/ 67179 w 141929"/>
              <a:gd name="csY5" fmla="*/ 19836 h 141907"/>
              <a:gd name="csX6" fmla="*/ 68913 w 141929"/>
              <a:gd name="csY6" fmla="*/ 21010 h 141907"/>
              <a:gd name="csX7" fmla="*/ 70965 w 141929"/>
              <a:gd name="csY7" fmla="*/ 21419 h 141907"/>
              <a:gd name="csX8" fmla="*/ 73016 w 141929"/>
              <a:gd name="csY8" fmla="*/ 21010 h 141907"/>
              <a:gd name="csX9" fmla="*/ 74752 w 141929"/>
              <a:gd name="csY9" fmla="*/ 19836 h 141907"/>
              <a:gd name="csX10" fmla="*/ 75899 w 141929"/>
              <a:gd name="csY10" fmla="*/ 18084 h 141907"/>
              <a:gd name="csX11" fmla="*/ 76281 w 141929"/>
              <a:gd name="csY11" fmla="*/ 16026 h 141907"/>
              <a:gd name="csX12" fmla="*/ 76281 w 141929"/>
              <a:gd name="csY12" fmla="*/ 5394 h 141907"/>
              <a:gd name="csX13" fmla="*/ 75892 w 141929"/>
              <a:gd name="csY13" fmla="*/ 3319 h 141907"/>
              <a:gd name="csX14" fmla="*/ 74723 w 141929"/>
              <a:gd name="csY14" fmla="*/ 1549 h 141907"/>
              <a:gd name="csX15" fmla="*/ 72960 w 141929"/>
              <a:gd name="csY15" fmla="*/ 393 h 141907"/>
              <a:gd name="csX16" fmla="*/ 70881 w 141929"/>
              <a:gd name="csY16" fmla="*/ 1 h 141907"/>
              <a:gd name="csX17" fmla="*/ 24540 w 141929"/>
              <a:gd name="csY17" fmla="*/ 19224 h 141907"/>
              <a:gd name="csX18" fmla="*/ 21571 w 141929"/>
              <a:gd name="csY18" fmla="*/ 20143 h 141907"/>
              <a:gd name="csX19" fmla="*/ 19615 w 141929"/>
              <a:gd name="csY19" fmla="*/ 22541 h 141907"/>
              <a:gd name="csX20" fmla="*/ 19339 w 141929"/>
              <a:gd name="csY20" fmla="*/ 25637 h 141907"/>
              <a:gd name="csX21" fmla="*/ 20836 w 141929"/>
              <a:gd name="csY21" fmla="*/ 28359 h 141907"/>
              <a:gd name="csX22" fmla="*/ 28355 w 141929"/>
              <a:gd name="csY22" fmla="*/ 35878 h 141907"/>
              <a:gd name="csX23" fmla="*/ 32118 w 141929"/>
              <a:gd name="csY23" fmla="*/ 37443 h 141907"/>
              <a:gd name="csX24" fmla="*/ 35880 w 141929"/>
              <a:gd name="csY24" fmla="*/ 35878 h 141907"/>
              <a:gd name="csX25" fmla="*/ 37438 w 141929"/>
              <a:gd name="csY25" fmla="*/ 32118 h 141907"/>
              <a:gd name="csX26" fmla="*/ 35880 w 141929"/>
              <a:gd name="csY26" fmla="*/ 28359 h 141907"/>
              <a:gd name="csX27" fmla="*/ 28361 w 141929"/>
              <a:gd name="csY27" fmla="*/ 20840 h 141907"/>
              <a:gd name="csX28" fmla="*/ 26614 w 141929"/>
              <a:gd name="csY28" fmla="*/ 19649 h 141907"/>
              <a:gd name="csX29" fmla="*/ 24540 w 141929"/>
              <a:gd name="csY29" fmla="*/ 19224 h 141907"/>
              <a:gd name="csX30" fmla="*/ 117222 w 141929"/>
              <a:gd name="csY30" fmla="*/ 19224 h 141907"/>
              <a:gd name="csX31" fmla="*/ 113568 w 141929"/>
              <a:gd name="csY31" fmla="*/ 20840 h 141907"/>
              <a:gd name="csX32" fmla="*/ 106050 w 141929"/>
              <a:gd name="csY32" fmla="*/ 28359 h 141907"/>
              <a:gd name="csX33" fmla="*/ 104491 w 141929"/>
              <a:gd name="csY33" fmla="*/ 32118 h 141907"/>
              <a:gd name="csX34" fmla="*/ 106050 w 141929"/>
              <a:gd name="csY34" fmla="*/ 35878 h 141907"/>
              <a:gd name="csX35" fmla="*/ 109811 w 141929"/>
              <a:gd name="csY35" fmla="*/ 37443 h 141907"/>
              <a:gd name="csX36" fmla="*/ 113575 w 141929"/>
              <a:gd name="csY36" fmla="*/ 35878 h 141907"/>
              <a:gd name="csX37" fmla="*/ 121093 w 141929"/>
              <a:gd name="csY37" fmla="*/ 28359 h 141907"/>
              <a:gd name="csX38" fmla="*/ 122602 w 141929"/>
              <a:gd name="csY38" fmla="*/ 25603 h 141907"/>
              <a:gd name="csX39" fmla="*/ 122286 w 141929"/>
              <a:gd name="csY39" fmla="*/ 22473 h 141907"/>
              <a:gd name="csX40" fmla="*/ 120256 w 141929"/>
              <a:gd name="csY40" fmla="*/ 20075 h 141907"/>
              <a:gd name="csX41" fmla="*/ 117222 w 141929"/>
              <a:gd name="csY41" fmla="*/ 19224 h 141907"/>
              <a:gd name="csX42" fmla="*/ 70965 w 141929"/>
              <a:gd name="csY42" fmla="*/ 31982 h 141907"/>
              <a:gd name="csX43" fmla="*/ 43396 w 141929"/>
              <a:gd name="csY43" fmla="*/ 43397 h 141907"/>
              <a:gd name="csX44" fmla="*/ 31977 w 141929"/>
              <a:gd name="csY44" fmla="*/ 70955 h 141907"/>
              <a:gd name="csX45" fmla="*/ 43396 w 141929"/>
              <a:gd name="csY45" fmla="*/ 98530 h 141907"/>
              <a:gd name="csX46" fmla="*/ 70965 w 141929"/>
              <a:gd name="csY46" fmla="*/ 109944 h 141907"/>
              <a:gd name="csX47" fmla="*/ 98535 w 141929"/>
              <a:gd name="csY47" fmla="*/ 98530 h 141907"/>
              <a:gd name="csX48" fmla="*/ 109954 w 141929"/>
              <a:gd name="csY48" fmla="*/ 70955 h 141907"/>
              <a:gd name="csX49" fmla="*/ 98535 w 141929"/>
              <a:gd name="csY49" fmla="*/ 43397 h 141907"/>
              <a:gd name="csX50" fmla="*/ 70965 w 141929"/>
              <a:gd name="csY50" fmla="*/ 31982 h 141907"/>
              <a:gd name="csX51" fmla="*/ 5393 w 141929"/>
              <a:gd name="csY51" fmla="*/ 65647 h 141907"/>
              <a:gd name="csX52" fmla="*/ 3335 w 141929"/>
              <a:gd name="csY52" fmla="*/ 66022 h 141907"/>
              <a:gd name="csX53" fmla="*/ 1584 w 141929"/>
              <a:gd name="csY53" fmla="*/ 67178 h 141907"/>
              <a:gd name="csX54" fmla="*/ 412 w 141929"/>
              <a:gd name="csY54" fmla="*/ 68913 h 141907"/>
              <a:gd name="csX55" fmla="*/ 0 w 141929"/>
              <a:gd name="csY55" fmla="*/ 70955 h 141907"/>
              <a:gd name="csX56" fmla="*/ 412 w 141929"/>
              <a:gd name="csY56" fmla="*/ 73013 h 141907"/>
              <a:gd name="csX57" fmla="*/ 1584 w 141929"/>
              <a:gd name="csY57" fmla="*/ 74748 h 141907"/>
              <a:gd name="csX58" fmla="*/ 3335 w 141929"/>
              <a:gd name="csY58" fmla="*/ 75888 h 141907"/>
              <a:gd name="csX59" fmla="*/ 5393 w 141929"/>
              <a:gd name="csY59" fmla="*/ 76279 h 141907"/>
              <a:gd name="csX60" fmla="*/ 16027 w 141929"/>
              <a:gd name="csY60" fmla="*/ 76279 h 141907"/>
              <a:gd name="csX61" fmla="*/ 18084 w 141929"/>
              <a:gd name="csY61" fmla="*/ 75888 h 141907"/>
              <a:gd name="csX62" fmla="*/ 19834 w 141929"/>
              <a:gd name="csY62" fmla="*/ 74748 h 141907"/>
              <a:gd name="csX63" fmla="*/ 21006 w 141929"/>
              <a:gd name="csY63" fmla="*/ 73013 h 141907"/>
              <a:gd name="csX64" fmla="*/ 21418 w 141929"/>
              <a:gd name="csY64" fmla="*/ 70955 h 141907"/>
              <a:gd name="csX65" fmla="*/ 21006 w 141929"/>
              <a:gd name="csY65" fmla="*/ 68913 h 141907"/>
              <a:gd name="csX66" fmla="*/ 19834 w 141929"/>
              <a:gd name="csY66" fmla="*/ 67178 h 141907"/>
              <a:gd name="csX67" fmla="*/ 18084 w 141929"/>
              <a:gd name="csY67" fmla="*/ 66022 h 141907"/>
              <a:gd name="csX68" fmla="*/ 16027 w 141929"/>
              <a:gd name="csY68" fmla="*/ 65647 h 141907"/>
              <a:gd name="csX69" fmla="*/ 5393 w 141929"/>
              <a:gd name="csY69" fmla="*/ 65647 h 141907"/>
              <a:gd name="csX70" fmla="*/ 125904 w 141929"/>
              <a:gd name="csY70" fmla="*/ 65647 h 141907"/>
              <a:gd name="csX71" fmla="*/ 123846 w 141929"/>
              <a:gd name="csY71" fmla="*/ 66022 h 141907"/>
              <a:gd name="csX72" fmla="*/ 122095 w 141929"/>
              <a:gd name="csY72" fmla="*/ 67178 h 141907"/>
              <a:gd name="csX73" fmla="*/ 120923 w 141929"/>
              <a:gd name="csY73" fmla="*/ 68913 h 141907"/>
              <a:gd name="csX74" fmla="*/ 120511 w 141929"/>
              <a:gd name="csY74" fmla="*/ 70955 h 141907"/>
              <a:gd name="csX75" fmla="*/ 120923 w 141929"/>
              <a:gd name="csY75" fmla="*/ 73013 h 141907"/>
              <a:gd name="csX76" fmla="*/ 122095 w 141929"/>
              <a:gd name="csY76" fmla="*/ 74748 h 141907"/>
              <a:gd name="csX77" fmla="*/ 123846 w 141929"/>
              <a:gd name="csY77" fmla="*/ 75888 h 141907"/>
              <a:gd name="csX78" fmla="*/ 125904 w 141929"/>
              <a:gd name="csY78" fmla="*/ 76279 h 141907"/>
              <a:gd name="csX79" fmla="*/ 136538 w 141929"/>
              <a:gd name="csY79" fmla="*/ 76279 h 141907"/>
              <a:gd name="csX80" fmla="*/ 138595 w 141929"/>
              <a:gd name="csY80" fmla="*/ 75888 h 141907"/>
              <a:gd name="csX81" fmla="*/ 140345 w 141929"/>
              <a:gd name="csY81" fmla="*/ 74748 h 141907"/>
              <a:gd name="csX82" fmla="*/ 141518 w 141929"/>
              <a:gd name="csY82" fmla="*/ 73013 h 141907"/>
              <a:gd name="csX83" fmla="*/ 141929 w 141929"/>
              <a:gd name="csY83" fmla="*/ 70955 h 141907"/>
              <a:gd name="csX84" fmla="*/ 141518 w 141929"/>
              <a:gd name="csY84" fmla="*/ 68913 h 141907"/>
              <a:gd name="csX85" fmla="*/ 140345 w 141929"/>
              <a:gd name="csY85" fmla="*/ 67178 h 141907"/>
              <a:gd name="csX86" fmla="*/ 138595 w 141929"/>
              <a:gd name="csY86" fmla="*/ 66022 h 141907"/>
              <a:gd name="csX87" fmla="*/ 136538 w 141929"/>
              <a:gd name="csY87" fmla="*/ 65647 h 141907"/>
              <a:gd name="csX88" fmla="*/ 125904 w 141929"/>
              <a:gd name="csY88" fmla="*/ 65647 h 141907"/>
              <a:gd name="csX89" fmla="*/ 32011 w 141929"/>
              <a:gd name="csY89" fmla="*/ 104432 h 141907"/>
              <a:gd name="csX90" fmla="*/ 28355 w 141929"/>
              <a:gd name="csY90" fmla="*/ 106032 h 141907"/>
              <a:gd name="csX91" fmla="*/ 20836 w 141929"/>
              <a:gd name="csY91" fmla="*/ 113551 h 141907"/>
              <a:gd name="csX92" fmla="*/ 19683 w 141929"/>
              <a:gd name="csY92" fmla="*/ 115286 h 141907"/>
              <a:gd name="csX93" fmla="*/ 19278 w 141929"/>
              <a:gd name="csY93" fmla="*/ 117310 h 141907"/>
              <a:gd name="csX94" fmla="*/ 19683 w 141929"/>
              <a:gd name="csY94" fmla="*/ 119351 h 141907"/>
              <a:gd name="csX95" fmla="*/ 20836 w 141929"/>
              <a:gd name="csY95" fmla="*/ 121086 h 141907"/>
              <a:gd name="csX96" fmla="*/ 22563 w 141929"/>
              <a:gd name="csY96" fmla="*/ 122226 h 141907"/>
              <a:gd name="csX97" fmla="*/ 24600 w 141929"/>
              <a:gd name="csY97" fmla="*/ 122635 h 141907"/>
              <a:gd name="csX98" fmla="*/ 26636 w 141929"/>
              <a:gd name="csY98" fmla="*/ 122226 h 141907"/>
              <a:gd name="csX99" fmla="*/ 28361 w 141929"/>
              <a:gd name="csY99" fmla="*/ 121086 h 141907"/>
              <a:gd name="csX100" fmla="*/ 35880 w 141929"/>
              <a:gd name="csY100" fmla="*/ 113568 h 141907"/>
              <a:gd name="csX101" fmla="*/ 37389 w 141929"/>
              <a:gd name="csY101" fmla="*/ 110795 h 141907"/>
              <a:gd name="csX102" fmla="*/ 37074 w 141929"/>
              <a:gd name="csY102" fmla="*/ 107665 h 141907"/>
              <a:gd name="csX103" fmla="*/ 35044 w 141929"/>
              <a:gd name="csY103" fmla="*/ 105266 h 141907"/>
              <a:gd name="csX104" fmla="*/ 32011 w 141929"/>
              <a:gd name="csY104" fmla="*/ 104432 h 141907"/>
              <a:gd name="csX105" fmla="*/ 109754 w 141929"/>
              <a:gd name="csY105" fmla="*/ 104432 h 141907"/>
              <a:gd name="csX106" fmla="*/ 106783 w 141929"/>
              <a:gd name="csY106" fmla="*/ 105334 h 141907"/>
              <a:gd name="csX107" fmla="*/ 104826 w 141929"/>
              <a:gd name="csY107" fmla="*/ 107750 h 141907"/>
              <a:gd name="csX108" fmla="*/ 104551 w 141929"/>
              <a:gd name="csY108" fmla="*/ 110846 h 141907"/>
              <a:gd name="csX109" fmla="*/ 106050 w 141929"/>
              <a:gd name="csY109" fmla="*/ 113568 h 141907"/>
              <a:gd name="csX110" fmla="*/ 113568 w 141929"/>
              <a:gd name="csY110" fmla="*/ 121086 h 141907"/>
              <a:gd name="csX111" fmla="*/ 115295 w 141929"/>
              <a:gd name="csY111" fmla="*/ 122226 h 141907"/>
              <a:gd name="csX112" fmla="*/ 117330 w 141929"/>
              <a:gd name="csY112" fmla="*/ 122635 h 141907"/>
              <a:gd name="csX113" fmla="*/ 119366 w 141929"/>
              <a:gd name="csY113" fmla="*/ 122226 h 141907"/>
              <a:gd name="csX114" fmla="*/ 121093 w 141929"/>
              <a:gd name="csY114" fmla="*/ 121086 h 141907"/>
              <a:gd name="csX115" fmla="*/ 122246 w 141929"/>
              <a:gd name="csY115" fmla="*/ 119351 h 141907"/>
              <a:gd name="csX116" fmla="*/ 122651 w 141929"/>
              <a:gd name="csY116" fmla="*/ 117310 h 141907"/>
              <a:gd name="csX117" fmla="*/ 122246 w 141929"/>
              <a:gd name="csY117" fmla="*/ 115286 h 141907"/>
              <a:gd name="csX118" fmla="*/ 121093 w 141929"/>
              <a:gd name="csY118" fmla="*/ 113551 h 141907"/>
              <a:gd name="csX119" fmla="*/ 113575 w 141929"/>
              <a:gd name="csY119" fmla="*/ 106032 h 141907"/>
              <a:gd name="csX120" fmla="*/ 111827 w 141929"/>
              <a:gd name="csY120" fmla="*/ 104841 h 141907"/>
              <a:gd name="csX121" fmla="*/ 109754 w 141929"/>
              <a:gd name="csY121" fmla="*/ 104432 h 141907"/>
              <a:gd name="csX122" fmla="*/ 70881 w 141929"/>
              <a:gd name="csY122" fmla="*/ 120491 h 141907"/>
              <a:gd name="csX123" fmla="*/ 67149 w 141929"/>
              <a:gd name="csY123" fmla="*/ 122107 h 141907"/>
              <a:gd name="csX124" fmla="*/ 65648 w 141929"/>
              <a:gd name="csY124" fmla="*/ 125884 h 141907"/>
              <a:gd name="csX125" fmla="*/ 65648 w 141929"/>
              <a:gd name="csY125" fmla="*/ 136516 h 141907"/>
              <a:gd name="csX126" fmla="*/ 66031 w 141929"/>
              <a:gd name="csY126" fmla="*/ 138574 h 141907"/>
              <a:gd name="csX127" fmla="*/ 67179 w 141929"/>
              <a:gd name="csY127" fmla="*/ 140326 h 141907"/>
              <a:gd name="csX128" fmla="*/ 68913 w 141929"/>
              <a:gd name="csY128" fmla="*/ 141500 h 141907"/>
              <a:gd name="csX129" fmla="*/ 70965 w 141929"/>
              <a:gd name="csY129" fmla="*/ 141908 h 141907"/>
              <a:gd name="csX130" fmla="*/ 73016 w 141929"/>
              <a:gd name="csY130" fmla="*/ 141500 h 141907"/>
              <a:gd name="csX131" fmla="*/ 74752 w 141929"/>
              <a:gd name="csY131" fmla="*/ 140326 h 141907"/>
              <a:gd name="csX132" fmla="*/ 75899 w 141929"/>
              <a:gd name="csY132" fmla="*/ 138574 h 141907"/>
              <a:gd name="csX133" fmla="*/ 76281 w 141929"/>
              <a:gd name="csY133" fmla="*/ 136516 h 141907"/>
              <a:gd name="csX134" fmla="*/ 76281 w 141929"/>
              <a:gd name="csY134" fmla="*/ 125884 h 141907"/>
              <a:gd name="csX135" fmla="*/ 75892 w 141929"/>
              <a:gd name="csY135" fmla="*/ 123808 h 141907"/>
              <a:gd name="csX136" fmla="*/ 74723 w 141929"/>
              <a:gd name="csY136" fmla="*/ 122056 h 141907"/>
              <a:gd name="csX137" fmla="*/ 72960 w 141929"/>
              <a:gd name="csY137" fmla="*/ 120882 h 141907"/>
              <a:gd name="csX138" fmla="*/ 70881 w 141929"/>
              <a:gd name="csY138" fmla="*/ 120491 h 141907"/>
            </a:gdLst>
            <a:ahLst/>
            <a:cxnLst/>
            <a:rect l="l" t="t" r="r" b="b"/>
            <a:pathLst>
              <a:path w="100000" h="100000">
                <a:moveTo>
                  <a:pt x="49941" y="8"/>
                </a:moveTo>
                <a:cubicBezTo>
                  <a:pt x="48949" y="20"/>
                  <a:pt x="48003" y="428"/>
                  <a:pt x="47312" y="1147"/>
                </a:cubicBezTo>
                <a:cubicBezTo>
                  <a:pt x="46621" y="1854"/>
                  <a:pt x="46239" y="2813"/>
                  <a:pt x="46254" y="3808"/>
                </a:cubicBezTo>
                <a:lnTo>
                  <a:pt x="46254" y="11299"/>
                </a:lnTo>
                <a:cubicBezTo>
                  <a:pt x="46247" y="11790"/>
                  <a:pt x="46339" y="12294"/>
                  <a:pt x="46524" y="12749"/>
                </a:cubicBezTo>
                <a:cubicBezTo>
                  <a:pt x="46709" y="13205"/>
                  <a:pt x="46984" y="13624"/>
                  <a:pt x="47333" y="13984"/>
                </a:cubicBezTo>
                <a:cubicBezTo>
                  <a:pt x="47681" y="14332"/>
                  <a:pt x="48097" y="14619"/>
                  <a:pt x="48555" y="14811"/>
                </a:cubicBezTo>
                <a:cubicBezTo>
                  <a:pt x="49013" y="15003"/>
                  <a:pt x="49504" y="15099"/>
                  <a:pt x="50000" y="15099"/>
                </a:cubicBezTo>
                <a:cubicBezTo>
                  <a:pt x="50496" y="15099"/>
                  <a:pt x="50987" y="15003"/>
                  <a:pt x="51445" y="14811"/>
                </a:cubicBezTo>
                <a:cubicBezTo>
                  <a:pt x="51903" y="14619"/>
                  <a:pt x="52320" y="14332"/>
                  <a:pt x="52669" y="13984"/>
                </a:cubicBezTo>
                <a:cubicBezTo>
                  <a:pt x="53016" y="13624"/>
                  <a:pt x="53291" y="13205"/>
                  <a:pt x="53477" y="12749"/>
                </a:cubicBezTo>
                <a:cubicBezTo>
                  <a:pt x="53662" y="12294"/>
                  <a:pt x="53753" y="11790"/>
                  <a:pt x="53746" y="11299"/>
                </a:cubicBezTo>
                <a:lnTo>
                  <a:pt x="53746" y="3808"/>
                </a:lnTo>
                <a:cubicBezTo>
                  <a:pt x="53753" y="3304"/>
                  <a:pt x="53660" y="2813"/>
                  <a:pt x="53472" y="2346"/>
                </a:cubicBezTo>
                <a:cubicBezTo>
                  <a:pt x="53282" y="1878"/>
                  <a:pt x="53003" y="1459"/>
                  <a:pt x="52648" y="1099"/>
                </a:cubicBezTo>
                <a:cubicBezTo>
                  <a:pt x="52293" y="752"/>
                  <a:pt x="51870" y="476"/>
                  <a:pt x="51406" y="285"/>
                </a:cubicBezTo>
                <a:cubicBezTo>
                  <a:pt x="50941" y="93"/>
                  <a:pt x="50444" y="-4"/>
                  <a:pt x="49941" y="8"/>
                </a:cubicBezTo>
                <a:close/>
                <a:moveTo>
                  <a:pt x="17290" y="13553"/>
                </a:moveTo>
                <a:cubicBezTo>
                  <a:pt x="16545" y="13553"/>
                  <a:pt x="15817" y="13780"/>
                  <a:pt x="15198" y="14200"/>
                </a:cubicBezTo>
                <a:cubicBezTo>
                  <a:pt x="14580" y="14607"/>
                  <a:pt x="14101" y="15206"/>
                  <a:pt x="13820" y="15890"/>
                </a:cubicBezTo>
                <a:cubicBezTo>
                  <a:pt x="13540" y="16585"/>
                  <a:pt x="13472" y="17340"/>
                  <a:pt x="13626" y="18071"/>
                </a:cubicBezTo>
                <a:cubicBezTo>
                  <a:pt x="13779" y="18802"/>
                  <a:pt x="14147" y="19473"/>
                  <a:pt x="14681" y="19989"/>
                </a:cubicBezTo>
                <a:lnTo>
                  <a:pt x="19978" y="25287"/>
                </a:lnTo>
                <a:cubicBezTo>
                  <a:pt x="20681" y="25993"/>
                  <a:pt x="21635" y="26389"/>
                  <a:pt x="22630" y="26389"/>
                </a:cubicBezTo>
                <a:cubicBezTo>
                  <a:pt x="23623" y="26389"/>
                  <a:pt x="24578" y="25993"/>
                  <a:pt x="25280" y="25287"/>
                </a:cubicBezTo>
                <a:cubicBezTo>
                  <a:pt x="25983" y="24579"/>
                  <a:pt x="26378" y="23632"/>
                  <a:pt x="26378" y="22637"/>
                </a:cubicBezTo>
                <a:cubicBezTo>
                  <a:pt x="26378" y="21643"/>
                  <a:pt x="25983" y="20684"/>
                  <a:pt x="25280" y="19989"/>
                </a:cubicBezTo>
                <a:lnTo>
                  <a:pt x="19983" y="14691"/>
                </a:lnTo>
                <a:cubicBezTo>
                  <a:pt x="19633" y="14332"/>
                  <a:pt x="19215" y="14044"/>
                  <a:pt x="18752" y="13852"/>
                </a:cubicBezTo>
                <a:cubicBezTo>
                  <a:pt x="18289" y="13660"/>
                  <a:pt x="17793" y="13553"/>
                  <a:pt x="17290" y="13553"/>
                </a:cubicBezTo>
                <a:close/>
                <a:moveTo>
                  <a:pt x="82592" y="13553"/>
                </a:moveTo>
                <a:cubicBezTo>
                  <a:pt x="81620" y="13588"/>
                  <a:pt x="80696" y="13996"/>
                  <a:pt x="80017" y="14691"/>
                </a:cubicBezTo>
                <a:lnTo>
                  <a:pt x="74720" y="19989"/>
                </a:lnTo>
                <a:cubicBezTo>
                  <a:pt x="74017" y="20684"/>
                  <a:pt x="73622" y="21643"/>
                  <a:pt x="73622" y="22637"/>
                </a:cubicBezTo>
                <a:cubicBezTo>
                  <a:pt x="73622" y="23632"/>
                  <a:pt x="74017" y="24579"/>
                  <a:pt x="74720" y="25287"/>
                </a:cubicBezTo>
                <a:cubicBezTo>
                  <a:pt x="75423" y="25993"/>
                  <a:pt x="76377" y="26389"/>
                  <a:pt x="77370" y="26389"/>
                </a:cubicBezTo>
                <a:cubicBezTo>
                  <a:pt x="78366" y="26389"/>
                  <a:pt x="79319" y="25993"/>
                  <a:pt x="80022" y="25287"/>
                </a:cubicBezTo>
                <a:lnTo>
                  <a:pt x="85319" y="19989"/>
                </a:lnTo>
                <a:cubicBezTo>
                  <a:pt x="85861" y="19461"/>
                  <a:pt x="86233" y="18790"/>
                  <a:pt x="86383" y="18047"/>
                </a:cubicBezTo>
                <a:cubicBezTo>
                  <a:pt x="86533" y="17304"/>
                  <a:pt x="86454" y="16537"/>
                  <a:pt x="86160" y="15842"/>
                </a:cubicBezTo>
                <a:cubicBezTo>
                  <a:pt x="85865" y="15146"/>
                  <a:pt x="85366" y="14559"/>
                  <a:pt x="84730" y="14152"/>
                </a:cubicBezTo>
                <a:cubicBezTo>
                  <a:pt x="84093" y="13744"/>
                  <a:pt x="83349" y="13529"/>
                  <a:pt x="82592" y="13553"/>
                </a:cubicBezTo>
                <a:close/>
                <a:moveTo>
                  <a:pt x="50000" y="22542"/>
                </a:moveTo>
                <a:cubicBezTo>
                  <a:pt x="42714" y="22542"/>
                  <a:pt x="35727" y="25430"/>
                  <a:pt x="30576" y="30584"/>
                </a:cubicBezTo>
                <a:cubicBezTo>
                  <a:pt x="25424" y="35726"/>
                  <a:pt x="22530" y="42714"/>
                  <a:pt x="22530" y="50001"/>
                </a:cubicBezTo>
                <a:cubicBezTo>
                  <a:pt x="22530" y="57289"/>
                  <a:pt x="25424" y="64276"/>
                  <a:pt x="30576" y="69430"/>
                </a:cubicBezTo>
                <a:cubicBezTo>
                  <a:pt x="35727" y="74571"/>
                  <a:pt x="42714" y="77472"/>
                  <a:pt x="50000" y="77472"/>
                </a:cubicBezTo>
                <a:cubicBezTo>
                  <a:pt x="57286" y="77472"/>
                  <a:pt x="64273" y="74571"/>
                  <a:pt x="69426" y="69430"/>
                </a:cubicBezTo>
                <a:cubicBezTo>
                  <a:pt x="74577" y="64276"/>
                  <a:pt x="77471" y="57289"/>
                  <a:pt x="77471" y="50001"/>
                </a:cubicBezTo>
                <a:cubicBezTo>
                  <a:pt x="77471" y="42714"/>
                  <a:pt x="74577" y="35726"/>
                  <a:pt x="69426" y="30584"/>
                </a:cubicBezTo>
                <a:cubicBezTo>
                  <a:pt x="64273" y="25430"/>
                  <a:pt x="57286" y="22542"/>
                  <a:pt x="50000" y="22542"/>
                </a:cubicBezTo>
                <a:close/>
                <a:moveTo>
                  <a:pt x="3800" y="46261"/>
                </a:moveTo>
                <a:cubicBezTo>
                  <a:pt x="3302" y="46249"/>
                  <a:pt x="2810" y="46345"/>
                  <a:pt x="2350" y="46525"/>
                </a:cubicBezTo>
                <a:cubicBezTo>
                  <a:pt x="1889" y="46717"/>
                  <a:pt x="1470" y="46993"/>
                  <a:pt x="1116" y="47340"/>
                </a:cubicBezTo>
                <a:cubicBezTo>
                  <a:pt x="762" y="47688"/>
                  <a:pt x="482" y="48095"/>
                  <a:pt x="290" y="48562"/>
                </a:cubicBezTo>
                <a:cubicBezTo>
                  <a:pt x="98" y="49018"/>
                  <a:pt x="0" y="49509"/>
                  <a:pt x="0" y="50001"/>
                </a:cubicBezTo>
                <a:cubicBezTo>
                  <a:pt x="0" y="50504"/>
                  <a:pt x="98" y="50996"/>
                  <a:pt x="290" y="51451"/>
                </a:cubicBezTo>
                <a:cubicBezTo>
                  <a:pt x="482" y="51907"/>
                  <a:pt x="762" y="52326"/>
                  <a:pt x="1116" y="52674"/>
                </a:cubicBezTo>
                <a:cubicBezTo>
                  <a:pt x="1470" y="53022"/>
                  <a:pt x="1889" y="53297"/>
                  <a:pt x="2350" y="53477"/>
                </a:cubicBezTo>
                <a:cubicBezTo>
                  <a:pt x="2810" y="53668"/>
                  <a:pt x="3302" y="53752"/>
                  <a:pt x="3800" y="53752"/>
                </a:cubicBezTo>
                <a:lnTo>
                  <a:pt x="11292" y="53752"/>
                </a:lnTo>
                <a:cubicBezTo>
                  <a:pt x="11788" y="53752"/>
                  <a:pt x="12281" y="53668"/>
                  <a:pt x="12742" y="53477"/>
                </a:cubicBezTo>
                <a:cubicBezTo>
                  <a:pt x="13202" y="53297"/>
                  <a:pt x="13621" y="53022"/>
                  <a:pt x="13975" y="52674"/>
                </a:cubicBezTo>
                <a:cubicBezTo>
                  <a:pt x="14328" y="52326"/>
                  <a:pt x="14609" y="51907"/>
                  <a:pt x="14800" y="51451"/>
                </a:cubicBezTo>
                <a:cubicBezTo>
                  <a:pt x="14993" y="50996"/>
                  <a:pt x="15091" y="50504"/>
                  <a:pt x="15091" y="50001"/>
                </a:cubicBezTo>
                <a:cubicBezTo>
                  <a:pt x="15091" y="49509"/>
                  <a:pt x="14993" y="49018"/>
                  <a:pt x="14800" y="48562"/>
                </a:cubicBezTo>
                <a:cubicBezTo>
                  <a:pt x="14609" y="48095"/>
                  <a:pt x="14328" y="47688"/>
                  <a:pt x="13975" y="47340"/>
                </a:cubicBezTo>
                <a:cubicBezTo>
                  <a:pt x="13621" y="46993"/>
                  <a:pt x="13202" y="46717"/>
                  <a:pt x="12742" y="46525"/>
                </a:cubicBezTo>
                <a:cubicBezTo>
                  <a:pt x="12281" y="46345"/>
                  <a:pt x="11788" y="46249"/>
                  <a:pt x="11292" y="46261"/>
                </a:cubicBezTo>
                <a:lnTo>
                  <a:pt x="3800" y="46261"/>
                </a:lnTo>
                <a:close/>
                <a:moveTo>
                  <a:pt x="88709" y="46261"/>
                </a:moveTo>
                <a:cubicBezTo>
                  <a:pt x="88213" y="46249"/>
                  <a:pt x="87721" y="46345"/>
                  <a:pt x="87259" y="46525"/>
                </a:cubicBezTo>
                <a:cubicBezTo>
                  <a:pt x="86798" y="46717"/>
                  <a:pt x="86379" y="46993"/>
                  <a:pt x="86025" y="47340"/>
                </a:cubicBezTo>
                <a:cubicBezTo>
                  <a:pt x="85672" y="47688"/>
                  <a:pt x="85391" y="48095"/>
                  <a:pt x="85200" y="48562"/>
                </a:cubicBezTo>
                <a:cubicBezTo>
                  <a:pt x="85009" y="49018"/>
                  <a:pt x="84909" y="49509"/>
                  <a:pt x="84909" y="50001"/>
                </a:cubicBezTo>
                <a:cubicBezTo>
                  <a:pt x="84909" y="50504"/>
                  <a:pt x="85009" y="50996"/>
                  <a:pt x="85200" y="51451"/>
                </a:cubicBezTo>
                <a:cubicBezTo>
                  <a:pt x="85391" y="51907"/>
                  <a:pt x="85672" y="52326"/>
                  <a:pt x="86025" y="52674"/>
                </a:cubicBezTo>
                <a:cubicBezTo>
                  <a:pt x="86379" y="53022"/>
                  <a:pt x="86798" y="53297"/>
                  <a:pt x="87259" y="53477"/>
                </a:cubicBezTo>
                <a:cubicBezTo>
                  <a:pt x="87721" y="53668"/>
                  <a:pt x="88213" y="53752"/>
                  <a:pt x="88709" y="53752"/>
                </a:cubicBezTo>
                <a:lnTo>
                  <a:pt x="96202" y="53752"/>
                </a:lnTo>
                <a:cubicBezTo>
                  <a:pt x="96698" y="53752"/>
                  <a:pt x="97190" y="53668"/>
                  <a:pt x="97651" y="53477"/>
                </a:cubicBezTo>
                <a:cubicBezTo>
                  <a:pt x="98112" y="53297"/>
                  <a:pt x="98530" y="53022"/>
                  <a:pt x="98884" y="52674"/>
                </a:cubicBezTo>
                <a:cubicBezTo>
                  <a:pt x="99238" y="52326"/>
                  <a:pt x="99518" y="51907"/>
                  <a:pt x="99710" y="51451"/>
                </a:cubicBezTo>
                <a:cubicBezTo>
                  <a:pt x="99902" y="50996"/>
                  <a:pt x="100000" y="50504"/>
                  <a:pt x="100000" y="50001"/>
                </a:cubicBezTo>
                <a:cubicBezTo>
                  <a:pt x="100000" y="49509"/>
                  <a:pt x="99902" y="49018"/>
                  <a:pt x="99710" y="48562"/>
                </a:cubicBezTo>
                <a:cubicBezTo>
                  <a:pt x="99518" y="48095"/>
                  <a:pt x="99238" y="47688"/>
                  <a:pt x="98884" y="47340"/>
                </a:cubicBezTo>
                <a:cubicBezTo>
                  <a:pt x="98530" y="46993"/>
                  <a:pt x="98112" y="46717"/>
                  <a:pt x="97651" y="46525"/>
                </a:cubicBezTo>
                <a:cubicBezTo>
                  <a:pt x="97190" y="46345"/>
                  <a:pt x="96698" y="46249"/>
                  <a:pt x="96202" y="46261"/>
                </a:cubicBezTo>
                <a:lnTo>
                  <a:pt x="88709" y="46261"/>
                </a:lnTo>
                <a:close/>
                <a:moveTo>
                  <a:pt x="22554" y="73588"/>
                </a:moveTo>
                <a:cubicBezTo>
                  <a:pt x="21581" y="73612"/>
                  <a:pt x="20658" y="74020"/>
                  <a:pt x="19978" y="74716"/>
                </a:cubicBezTo>
                <a:lnTo>
                  <a:pt x="14681" y="80013"/>
                </a:lnTo>
                <a:cubicBezTo>
                  <a:pt x="14333" y="80361"/>
                  <a:pt x="14056" y="80780"/>
                  <a:pt x="13868" y="81236"/>
                </a:cubicBezTo>
                <a:cubicBezTo>
                  <a:pt x="13680" y="81691"/>
                  <a:pt x="13583" y="82171"/>
                  <a:pt x="13583" y="82662"/>
                </a:cubicBezTo>
                <a:cubicBezTo>
                  <a:pt x="13583" y="83154"/>
                  <a:pt x="13680" y="83645"/>
                  <a:pt x="13868" y="84100"/>
                </a:cubicBezTo>
                <a:cubicBezTo>
                  <a:pt x="14056" y="84556"/>
                  <a:pt x="14333" y="84975"/>
                  <a:pt x="14681" y="85322"/>
                </a:cubicBezTo>
                <a:cubicBezTo>
                  <a:pt x="15029" y="85670"/>
                  <a:pt x="15442" y="85946"/>
                  <a:pt x="15897" y="86125"/>
                </a:cubicBezTo>
                <a:cubicBezTo>
                  <a:pt x="16352" y="86317"/>
                  <a:pt x="16839" y="86414"/>
                  <a:pt x="17333" y="86414"/>
                </a:cubicBezTo>
                <a:cubicBezTo>
                  <a:pt x="17825" y="86414"/>
                  <a:pt x="18312" y="86317"/>
                  <a:pt x="18767" y="86125"/>
                </a:cubicBezTo>
                <a:cubicBezTo>
                  <a:pt x="19222" y="85946"/>
                  <a:pt x="19635" y="85670"/>
                  <a:pt x="19983" y="85322"/>
                </a:cubicBezTo>
                <a:lnTo>
                  <a:pt x="25280" y="80025"/>
                </a:lnTo>
                <a:cubicBezTo>
                  <a:pt x="25823" y="79497"/>
                  <a:pt x="26193" y="78814"/>
                  <a:pt x="26343" y="78071"/>
                </a:cubicBezTo>
                <a:cubicBezTo>
                  <a:pt x="26494" y="77340"/>
                  <a:pt x="26416" y="76562"/>
                  <a:pt x="26122" y="75866"/>
                </a:cubicBezTo>
                <a:cubicBezTo>
                  <a:pt x="25826" y="75171"/>
                  <a:pt x="25328" y="74583"/>
                  <a:pt x="24691" y="74176"/>
                </a:cubicBezTo>
                <a:cubicBezTo>
                  <a:pt x="24055" y="73769"/>
                  <a:pt x="23310" y="73565"/>
                  <a:pt x="22554" y="73588"/>
                </a:cubicBezTo>
                <a:close/>
                <a:moveTo>
                  <a:pt x="77330" y="73588"/>
                </a:moveTo>
                <a:cubicBezTo>
                  <a:pt x="76584" y="73588"/>
                  <a:pt x="75856" y="73816"/>
                  <a:pt x="75237" y="74224"/>
                </a:cubicBezTo>
                <a:cubicBezTo>
                  <a:pt x="74620" y="74644"/>
                  <a:pt x="74139" y="75231"/>
                  <a:pt x="73858" y="75926"/>
                </a:cubicBezTo>
                <a:cubicBezTo>
                  <a:pt x="73579" y="76621"/>
                  <a:pt x="73511" y="77376"/>
                  <a:pt x="73664" y="78107"/>
                </a:cubicBezTo>
                <a:cubicBezTo>
                  <a:pt x="73818" y="78838"/>
                  <a:pt x="74186" y="79497"/>
                  <a:pt x="74720" y="80025"/>
                </a:cubicBezTo>
                <a:lnTo>
                  <a:pt x="80017" y="85322"/>
                </a:lnTo>
                <a:cubicBezTo>
                  <a:pt x="80365" y="85670"/>
                  <a:pt x="80778" y="85946"/>
                  <a:pt x="81234" y="86125"/>
                </a:cubicBezTo>
                <a:cubicBezTo>
                  <a:pt x="81689" y="86317"/>
                  <a:pt x="82176" y="86414"/>
                  <a:pt x="82668" y="86414"/>
                </a:cubicBezTo>
                <a:cubicBezTo>
                  <a:pt x="83161" y="86414"/>
                  <a:pt x="83648" y="86317"/>
                  <a:pt x="84103" y="86125"/>
                </a:cubicBezTo>
                <a:cubicBezTo>
                  <a:pt x="84558" y="85946"/>
                  <a:pt x="84971" y="85670"/>
                  <a:pt x="85319" y="85322"/>
                </a:cubicBezTo>
                <a:cubicBezTo>
                  <a:pt x="85667" y="84975"/>
                  <a:pt x="85944" y="84556"/>
                  <a:pt x="86132" y="84100"/>
                </a:cubicBezTo>
                <a:cubicBezTo>
                  <a:pt x="86321" y="83645"/>
                  <a:pt x="86417" y="83154"/>
                  <a:pt x="86417" y="82662"/>
                </a:cubicBezTo>
                <a:cubicBezTo>
                  <a:pt x="86417" y="82171"/>
                  <a:pt x="86321" y="81691"/>
                  <a:pt x="86132" y="81236"/>
                </a:cubicBezTo>
                <a:cubicBezTo>
                  <a:pt x="85944" y="80780"/>
                  <a:pt x="85667" y="80361"/>
                  <a:pt x="85319" y="80013"/>
                </a:cubicBezTo>
                <a:lnTo>
                  <a:pt x="80022" y="74716"/>
                </a:lnTo>
                <a:cubicBezTo>
                  <a:pt x="79672" y="74355"/>
                  <a:pt x="79252" y="74080"/>
                  <a:pt x="78791" y="73876"/>
                </a:cubicBezTo>
                <a:cubicBezTo>
                  <a:pt x="78329" y="73685"/>
                  <a:pt x="77831" y="73588"/>
                  <a:pt x="77330" y="73588"/>
                </a:cubicBezTo>
                <a:close/>
                <a:moveTo>
                  <a:pt x="49941" y="84903"/>
                </a:moveTo>
                <a:cubicBezTo>
                  <a:pt x="48949" y="84927"/>
                  <a:pt x="48003" y="85334"/>
                  <a:pt x="47312" y="86042"/>
                </a:cubicBezTo>
                <a:cubicBezTo>
                  <a:pt x="46621" y="86761"/>
                  <a:pt x="46239" y="87720"/>
                  <a:pt x="46254" y="88703"/>
                </a:cubicBezTo>
                <a:lnTo>
                  <a:pt x="46254" y="96194"/>
                </a:lnTo>
                <a:cubicBezTo>
                  <a:pt x="46247" y="96697"/>
                  <a:pt x="46339" y="97189"/>
                  <a:pt x="46524" y="97644"/>
                </a:cubicBezTo>
                <a:cubicBezTo>
                  <a:pt x="46709" y="98111"/>
                  <a:pt x="46984" y="98531"/>
                  <a:pt x="47333" y="98878"/>
                </a:cubicBezTo>
                <a:cubicBezTo>
                  <a:pt x="47681" y="99238"/>
                  <a:pt x="48097" y="99514"/>
                  <a:pt x="48555" y="99705"/>
                </a:cubicBezTo>
                <a:cubicBezTo>
                  <a:pt x="49013" y="99897"/>
                  <a:pt x="49504" y="99993"/>
                  <a:pt x="50000" y="99993"/>
                </a:cubicBezTo>
                <a:cubicBezTo>
                  <a:pt x="50496" y="99993"/>
                  <a:pt x="50987" y="99897"/>
                  <a:pt x="51445" y="99705"/>
                </a:cubicBezTo>
                <a:cubicBezTo>
                  <a:pt x="51903" y="99514"/>
                  <a:pt x="52320" y="99238"/>
                  <a:pt x="52669" y="98878"/>
                </a:cubicBezTo>
                <a:cubicBezTo>
                  <a:pt x="53016" y="98531"/>
                  <a:pt x="53291" y="98111"/>
                  <a:pt x="53477" y="97644"/>
                </a:cubicBezTo>
                <a:cubicBezTo>
                  <a:pt x="53662" y="97189"/>
                  <a:pt x="53753" y="96697"/>
                  <a:pt x="53746" y="96194"/>
                </a:cubicBezTo>
                <a:lnTo>
                  <a:pt x="53746" y="88703"/>
                </a:lnTo>
                <a:cubicBezTo>
                  <a:pt x="53753" y="88211"/>
                  <a:pt x="53660" y="87708"/>
                  <a:pt x="53472" y="87240"/>
                </a:cubicBezTo>
                <a:cubicBezTo>
                  <a:pt x="53282" y="86773"/>
                  <a:pt x="53003" y="86353"/>
                  <a:pt x="52648" y="86006"/>
                </a:cubicBezTo>
                <a:cubicBezTo>
                  <a:pt x="52293" y="85646"/>
                  <a:pt x="51870" y="85370"/>
                  <a:pt x="51406" y="85179"/>
                </a:cubicBezTo>
                <a:cubicBezTo>
                  <a:pt x="50941" y="84987"/>
                  <a:pt x="50444" y="84903"/>
                  <a:pt x="49941" y="849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206824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EA59FBF6-B0CC-6641-A8BA-00D7614D001F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9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7FE510C-6540-9543-A6BC-E4FE0FBB59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252000"/>
            <a:ext cx="9533300" cy="393698"/>
          </a:xfrm>
        </p:spPr>
        <p:txBody>
          <a:bodyPr/>
          <a:lstStyle/>
          <a:p>
            <a:r>
              <a:t>Компьютеры, электроника и цифровые сервисы</a:t>
            </a:r>
          </a:p>
        </p:txBody>
      </p:sp>
      <p:sp>
        <p:nvSpPr>
          <p:cNvPr id="542" name="Красный — SVG 1">
            <a:extLst>
              <a:ext uri="{FF2B5EF4-FFF2-40B4-BE49-F238E27FC236}">
                <a16:creationId xmlns:a16="http://schemas.microsoft.com/office/drawing/2014/main" id="{AEDC5612-1F3A-B141-83FA-882E7A3818E3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7094 w 127600"/>
              <a:gd name="csY0" fmla="*/ 0 h 127583"/>
              <a:gd name="csX1" fmla="*/ 0 w 127600"/>
              <a:gd name="csY1" fmla="*/ 7089 h 127583"/>
              <a:gd name="csX2" fmla="*/ 0 w 127600"/>
              <a:gd name="csY2" fmla="*/ 35439 h 127583"/>
              <a:gd name="csX3" fmla="*/ 7094 w 127600"/>
              <a:gd name="csY3" fmla="*/ 42528 h 127583"/>
              <a:gd name="csX4" fmla="*/ 14172 w 127600"/>
              <a:gd name="csY4" fmla="*/ 42528 h 127583"/>
              <a:gd name="csX5" fmla="*/ 14172 w 127600"/>
              <a:gd name="csY5" fmla="*/ 54932 h 127583"/>
              <a:gd name="csX6" fmla="*/ 14564 w 127600"/>
              <a:gd name="csY6" fmla="*/ 56989 h 127583"/>
              <a:gd name="csX7" fmla="*/ 15703 w 127600"/>
              <a:gd name="csY7" fmla="*/ 58739 h 127583"/>
              <a:gd name="csX8" fmla="*/ 17439 w 127600"/>
              <a:gd name="csY8" fmla="*/ 59911 h 127583"/>
              <a:gd name="csX9" fmla="*/ 19497 w 127600"/>
              <a:gd name="csY9" fmla="*/ 60323 h 127583"/>
              <a:gd name="csX10" fmla="*/ 21539 w 127600"/>
              <a:gd name="csY10" fmla="*/ 59911 h 127583"/>
              <a:gd name="csX11" fmla="*/ 23275 w 127600"/>
              <a:gd name="csY11" fmla="*/ 58739 h 127583"/>
              <a:gd name="csX12" fmla="*/ 24431 w 127600"/>
              <a:gd name="csY12" fmla="*/ 56989 h 127583"/>
              <a:gd name="csX13" fmla="*/ 24806 w 127600"/>
              <a:gd name="csY13" fmla="*/ 54932 h 127583"/>
              <a:gd name="csX14" fmla="*/ 24806 w 127600"/>
              <a:gd name="csY14" fmla="*/ 42528 h 127583"/>
              <a:gd name="csX15" fmla="*/ 35439 w 127600"/>
              <a:gd name="csY15" fmla="*/ 42528 h 127583"/>
              <a:gd name="csX16" fmla="*/ 42534 w 127600"/>
              <a:gd name="csY16" fmla="*/ 35439 h 127583"/>
              <a:gd name="csX17" fmla="*/ 42534 w 127600"/>
              <a:gd name="csY17" fmla="*/ 24807 h 127583"/>
              <a:gd name="csX18" fmla="*/ 54936 w 127600"/>
              <a:gd name="csY18" fmla="*/ 24807 h 127583"/>
              <a:gd name="csX19" fmla="*/ 56995 w 127600"/>
              <a:gd name="csY19" fmla="*/ 24424 h 127583"/>
              <a:gd name="csX20" fmla="*/ 58747 w 127600"/>
              <a:gd name="csY20" fmla="*/ 23278 h 127583"/>
              <a:gd name="csX21" fmla="*/ 59922 w 127600"/>
              <a:gd name="csY21" fmla="*/ 21545 h 127583"/>
              <a:gd name="csX22" fmla="*/ 60329 w 127600"/>
              <a:gd name="csY22" fmla="*/ 19491 h 127583"/>
              <a:gd name="csX23" fmla="*/ 59922 w 127600"/>
              <a:gd name="csY23" fmla="*/ 17440 h 127583"/>
              <a:gd name="csX24" fmla="*/ 58747 w 127600"/>
              <a:gd name="csY24" fmla="*/ 15706 h 127583"/>
              <a:gd name="csX25" fmla="*/ 56995 w 127600"/>
              <a:gd name="csY25" fmla="*/ 14558 h 127583"/>
              <a:gd name="csX26" fmla="*/ 54936 w 127600"/>
              <a:gd name="csY26" fmla="*/ 14175 h 127583"/>
              <a:gd name="csX27" fmla="*/ 42534 w 127600"/>
              <a:gd name="csY27" fmla="*/ 14175 h 127583"/>
              <a:gd name="csX28" fmla="*/ 42534 w 127600"/>
              <a:gd name="csY28" fmla="*/ 7089 h 127583"/>
              <a:gd name="csX29" fmla="*/ 35439 w 127600"/>
              <a:gd name="csY29" fmla="*/ 0 h 127583"/>
              <a:gd name="csX30" fmla="*/ 7094 w 127600"/>
              <a:gd name="csY30" fmla="*/ 0 h 127583"/>
              <a:gd name="csX31" fmla="*/ 92162 w 127600"/>
              <a:gd name="csY31" fmla="*/ 0 h 127583"/>
              <a:gd name="csX32" fmla="*/ 85067 w 127600"/>
              <a:gd name="csY32" fmla="*/ 7089 h 127583"/>
              <a:gd name="csX33" fmla="*/ 85067 w 127600"/>
              <a:gd name="csY33" fmla="*/ 14175 h 127583"/>
              <a:gd name="csX34" fmla="*/ 72664 w 127600"/>
              <a:gd name="csY34" fmla="*/ 14175 h 127583"/>
              <a:gd name="csX35" fmla="*/ 70606 w 127600"/>
              <a:gd name="csY35" fmla="*/ 14558 h 127583"/>
              <a:gd name="csX36" fmla="*/ 68854 w 127600"/>
              <a:gd name="csY36" fmla="*/ 15706 h 127583"/>
              <a:gd name="csX37" fmla="*/ 67679 w 127600"/>
              <a:gd name="csY37" fmla="*/ 17440 h 127583"/>
              <a:gd name="csX38" fmla="*/ 67271 w 127600"/>
              <a:gd name="csY38" fmla="*/ 19491 h 127583"/>
              <a:gd name="csX39" fmla="*/ 67679 w 127600"/>
              <a:gd name="csY39" fmla="*/ 21545 h 127583"/>
              <a:gd name="csX40" fmla="*/ 68854 w 127600"/>
              <a:gd name="csY40" fmla="*/ 23278 h 127583"/>
              <a:gd name="csX41" fmla="*/ 70606 w 127600"/>
              <a:gd name="csY41" fmla="*/ 24424 h 127583"/>
              <a:gd name="csX42" fmla="*/ 72664 w 127600"/>
              <a:gd name="csY42" fmla="*/ 24807 h 127583"/>
              <a:gd name="csX43" fmla="*/ 85067 w 127600"/>
              <a:gd name="csY43" fmla="*/ 24807 h 127583"/>
              <a:gd name="csX44" fmla="*/ 85067 w 127600"/>
              <a:gd name="csY44" fmla="*/ 35439 h 127583"/>
              <a:gd name="csX45" fmla="*/ 92162 w 127600"/>
              <a:gd name="csY45" fmla="*/ 42528 h 127583"/>
              <a:gd name="csX46" fmla="*/ 102795 w 127600"/>
              <a:gd name="csY46" fmla="*/ 42528 h 127583"/>
              <a:gd name="csX47" fmla="*/ 102795 w 127600"/>
              <a:gd name="csY47" fmla="*/ 54932 h 127583"/>
              <a:gd name="csX48" fmla="*/ 103170 w 127600"/>
              <a:gd name="csY48" fmla="*/ 56989 h 127583"/>
              <a:gd name="csX49" fmla="*/ 104326 w 127600"/>
              <a:gd name="csY49" fmla="*/ 58739 h 127583"/>
              <a:gd name="csX50" fmla="*/ 106061 w 127600"/>
              <a:gd name="csY50" fmla="*/ 59911 h 127583"/>
              <a:gd name="csX51" fmla="*/ 108103 w 127600"/>
              <a:gd name="csY51" fmla="*/ 60323 h 127583"/>
              <a:gd name="csX52" fmla="*/ 110162 w 127600"/>
              <a:gd name="csY52" fmla="*/ 59911 h 127583"/>
              <a:gd name="csX53" fmla="*/ 111897 w 127600"/>
              <a:gd name="csY53" fmla="*/ 58739 h 127583"/>
              <a:gd name="csX54" fmla="*/ 113037 w 127600"/>
              <a:gd name="csY54" fmla="*/ 56989 h 127583"/>
              <a:gd name="csX55" fmla="*/ 113428 w 127600"/>
              <a:gd name="csY55" fmla="*/ 54932 h 127583"/>
              <a:gd name="csX56" fmla="*/ 113428 w 127600"/>
              <a:gd name="csY56" fmla="*/ 42528 h 127583"/>
              <a:gd name="csX57" fmla="*/ 120506 w 127600"/>
              <a:gd name="csY57" fmla="*/ 42528 h 127583"/>
              <a:gd name="csX58" fmla="*/ 127601 w 127600"/>
              <a:gd name="csY58" fmla="*/ 35439 h 127583"/>
              <a:gd name="csX59" fmla="*/ 127601 w 127600"/>
              <a:gd name="csY59" fmla="*/ 7089 h 127583"/>
              <a:gd name="csX60" fmla="*/ 120506 w 127600"/>
              <a:gd name="csY60" fmla="*/ 0 h 127583"/>
              <a:gd name="csX61" fmla="*/ 92162 w 127600"/>
              <a:gd name="csY61" fmla="*/ 0 h 127583"/>
              <a:gd name="csX62" fmla="*/ 19413 w 127600"/>
              <a:gd name="csY62" fmla="*/ 67260 h 127583"/>
              <a:gd name="csX63" fmla="*/ 15687 w 127600"/>
              <a:gd name="csY63" fmla="*/ 68873 h 127583"/>
              <a:gd name="csX64" fmla="*/ 14172 w 127600"/>
              <a:gd name="csY64" fmla="*/ 72651 h 127583"/>
              <a:gd name="csX65" fmla="*/ 14172 w 127600"/>
              <a:gd name="csY65" fmla="*/ 85056 h 127583"/>
              <a:gd name="csX66" fmla="*/ 7094 w 127600"/>
              <a:gd name="csY66" fmla="*/ 85056 h 127583"/>
              <a:gd name="csX67" fmla="*/ 0 w 127600"/>
              <a:gd name="csY67" fmla="*/ 92144 h 127583"/>
              <a:gd name="csX68" fmla="*/ 0 w 127600"/>
              <a:gd name="csY68" fmla="*/ 120490 h 127583"/>
              <a:gd name="csX69" fmla="*/ 7094 w 127600"/>
              <a:gd name="csY69" fmla="*/ 127583 h 127583"/>
              <a:gd name="csX70" fmla="*/ 35439 w 127600"/>
              <a:gd name="csY70" fmla="*/ 127583 h 127583"/>
              <a:gd name="csX71" fmla="*/ 42534 w 127600"/>
              <a:gd name="csY71" fmla="*/ 120490 h 127583"/>
              <a:gd name="csX72" fmla="*/ 42534 w 127600"/>
              <a:gd name="csY72" fmla="*/ 113413 h 127583"/>
              <a:gd name="csX73" fmla="*/ 54936 w 127600"/>
              <a:gd name="csY73" fmla="*/ 113413 h 127583"/>
              <a:gd name="csX74" fmla="*/ 56995 w 127600"/>
              <a:gd name="csY74" fmla="*/ 113022 h 127583"/>
              <a:gd name="csX75" fmla="*/ 58747 w 127600"/>
              <a:gd name="csY75" fmla="*/ 111882 h 127583"/>
              <a:gd name="csX76" fmla="*/ 59922 w 127600"/>
              <a:gd name="csY76" fmla="*/ 110147 h 127583"/>
              <a:gd name="csX77" fmla="*/ 60329 w 127600"/>
              <a:gd name="csY77" fmla="*/ 108089 h 127583"/>
              <a:gd name="csX78" fmla="*/ 59922 w 127600"/>
              <a:gd name="csY78" fmla="*/ 106047 h 127583"/>
              <a:gd name="csX79" fmla="*/ 58747 w 127600"/>
              <a:gd name="csY79" fmla="*/ 104312 h 127583"/>
              <a:gd name="csX80" fmla="*/ 56995 w 127600"/>
              <a:gd name="csY80" fmla="*/ 103155 h 127583"/>
              <a:gd name="csX81" fmla="*/ 54936 w 127600"/>
              <a:gd name="csY81" fmla="*/ 102781 h 127583"/>
              <a:gd name="csX82" fmla="*/ 42534 w 127600"/>
              <a:gd name="csY82" fmla="*/ 102781 h 127583"/>
              <a:gd name="csX83" fmla="*/ 42534 w 127600"/>
              <a:gd name="csY83" fmla="*/ 92144 h 127583"/>
              <a:gd name="csX84" fmla="*/ 35439 w 127600"/>
              <a:gd name="csY84" fmla="*/ 85056 h 127583"/>
              <a:gd name="csX85" fmla="*/ 24806 w 127600"/>
              <a:gd name="csY85" fmla="*/ 85056 h 127583"/>
              <a:gd name="csX86" fmla="*/ 24806 w 127600"/>
              <a:gd name="csY86" fmla="*/ 72651 h 127583"/>
              <a:gd name="csX87" fmla="*/ 24414 w 127600"/>
              <a:gd name="csY87" fmla="*/ 70574 h 127583"/>
              <a:gd name="csX88" fmla="*/ 23257 w 127600"/>
              <a:gd name="csY88" fmla="*/ 68813 h 127583"/>
              <a:gd name="csX89" fmla="*/ 21488 w 127600"/>
              <a:gd name="csY89" fmla="*/ 67646 h 127583"/>
              <a:gd name="csX90" fmla="*/ 19413 w 127600"/>
              <a:gd name="csY90" fmla="*/ 67260 h 127583"/>
              <a:gd name="csX91" fmla="*/ 108019 w 127600"/>
              <a:gd name="csY91" fmla="*/ 67260 h 127583"/>
              <a:gd name="csX92" fmla="*/ 104292 w 127600"/>
              <a:gd name="csY92" fmla="*/ 68873 h 127583"/>
              <a:gd name="csX93" fmla="*/ 102795 w 127600"/>
              <a:gd name="csY93" fmla="*/ 72651 h 127583"/>
              <a:gd name="csX94" fmla="*/ 102795 w 127600"/>
              <a:gd name="csY94" fmla="*/ 85056 h 127583"/>
              <a:gd name="csX95" fmla="*/ 92162 w 127600"/>
              <a:gd name="csY95" fmla="*/ 85056 h 127583"/>
              <a:gd name="csX96" fmla="*/ 85067 w 127600"/>
              <a:gd name="csY96" fmla="*/ 92144 h 127583"/>
              <a:gd name="csX97" fmla="*/ 85067 w 127600"/>
              <a:gd name="csY97" fmla="*/ 102781 h 127583"/>
              <a:gd name="csX98" fmla="*/ 72664 w 127600"/>
              <a:gd name="csY98" fmla="*/ 102781 h 127583"/>
              <a:gd name="csX99" fmla="*/ 70606 w 127600"/>
              <a:gd name="csY99" fmla="*/ 103155 h 127583"/>
              <a:gd name="csX100" fmla="*/ 68854 w 127600"/>
              <a:gd name="csY100" fmla="*/ 104312 h 127583"/>
              <a:gd name="csX101" fmla="*/ 67679 w 127600"/>
              <a:gd name="csY101" fmla="*/ 106047 h 127583"/>
              <a:gd name="csX102" fmla="*/ 67271 w 127600"/>
              <a:gd name="csY102" fmla="*/ 108089 h 127583"/>
              <a:gd name="csX103" fmla="*/ 67679 w 127600"/>
              <a:gd name="csY103" fmla="*/ 110147 h 127583"/>
              <a:gd name="csX104" fmla="*/ 68854 w 127600"/>
              <a:gd name="csY104" fmla="*/ 111882 h 127583"/>
              <a:gd name="csX105" fmla="*/ 70606 w 127600"/>
              <a:gd name="csY105" fmla="*/ 113022 h 127583"/>
              <a:gd name="csX106" fmla="*/ 72664 w 127600"/>
              <a:gd name="csY106" fmla="*/ 113413 h 127583"/>
              <a:gd name="csX107" fmla="*/ 85067 w 127600"/>
              <a:gd name="csY107" fmla="*/ 113413 h 127583"/>
              <a:gd name="csX108" fmla="*/ 85067 w 127600"/>
              <a:gd name="csY108" fmla="*/ 120490 h 127583"/>
              <a:gd name="csX109" fmla="*/ 92162 w 127600"/>
              <a:gd name="csY109" fmla="*/ 127583 h 127583"/>
              <a:gd name="csX110" fmla="*/ 120506 w 127600"/>
              <a:gd name="csY110" fmla="*/ 127583 h 127583"/>
              <a:gd name="csX111" fmla="*/ 127601 w 127600"/>
              <a:gd name="csY111" fmla="*/ 120490 h 127583"/>
              <a:gd name="csX112" fmla="*/ 127601 w 127600"/>
              <a:gd name="csY112" fmla="*/ 92144 h 127583"/>
              <a:gd name="csX113" fmla="*/ 120506 w 127600"/>
              <a:gd name="csY113" fmla="*/ 85056 h 127583"/>
              <a:gd name="csX114" fmla="*/ 113428 w 127600"/>
              <a:gd name="csY114" fmla="*/ 85056 h 127583"/>
              <a:gd name="csX115" fmla="*/ 113428 w 127600"/>
              <a:gd name="csY115" fmla="*/ 72651 h 127583"/>
              <a:gd name="csX116" fmla="*/ 113037 w 127600"/>
              <a:gd name="csY116" fmla="*/ 70574 h 127583"/>
              <a:gd name="csX117" fmla="*/ 111863 w 127600"/>
              <a:gd name="csY117" fmla="*/ 68813 h 127583"/>
              <a:gd name="csX118" fmla="*/ 110094 w 127600"/>
              <a:gd name="csY118" fmla="*/ 67646 h 127583"/>
              <a:gd name="csX119" fmla="*/ 108019 w 127600"/>
              <a:gd name="csY119" fmla="*/ 67260 h 127583"/>
            </a:gdLst>
            <a:ahLst/>
            <a:cxnLst/>
            <a:rect l="l" t="t" r="r" b="b"/>
            <a:pathLst>
              <a:path w="100000" h="100000">
                <a:moveTo>
                  <a:pt x="5560" y="7"/>
                </a:moveTo>
                <a:cubicBezTo>
                  <a:pt x="2480" y="7"/>
                  <a:pt x="0" y="2493"/>
                  <a:pt x="0" y="5562"/>
                </a:cubicBezTo>
                <a:lnTo>
                  <a:pt x="0" y="27780"/>
                </a:lnTo>
                <a:cubicBezTo>
                  <a:pt x="0" y="30849"/>
                  <a:pt x="2480" y="33336"/>
                  <a:pt x="5560" y="33336"/>
                </a:cubicBezTo>
                <a:lnTo>
                  <a:pt x="11107" y="33336"/>
                </a:lnTo>
                <a:lnTo>
                  <a:pt x="11107" y="43057"/>
                </a:lnTo>
                <a:cubicBezTo>
                  <a:pt x="11107" y="43609"/>
                  <a:pt x="11200" y="44157"/>
                  <a:pt x="11414" y="44669"/>
                </a:cubicBezTo>
                <a:cubicBezTo>
                  <a:pt x="11614" y="45181"/>
                  <a:pt x="11920" y="45647"/>
                  <a:pt x="12306" y="46040"/>
                </a:cubicBezTo>
                <a:cubicBezTo>
                  <a:pt x="12694" y="46434"/>
                  <a:pt x="13160" y="46746"/>
                  <a:pt x="13667" y="46959"/>
                </a:cubicBezTo>
                <a:cubicBezTo>
                  <a:pt x="14173" y="47173"/>
                  <a:pt x="14720" y="47282"/>
                  <a:pt x="15280" y="47282"/>
                </a:cubicBezTo>
                <a:cubicBezTo>
                  <a:pt x="15827" y="47282"/>
                  <a:pt x="16373" y="47173"/>
                  <a:pt x="16880" y="46959"/>
                </a:cubicBezTo>
                <a:cubicBezTo>
                  <a:pt x="17400" y="46746"/>
                  <a:pt x="17853" y="46434"/>
                  <a:pt x="18241" y="46040"/>
                </a:cubicBezTo>
                <a:cubicBezTo>
                  <a:pt x="18627" y="45647"/>
                  <a:pt x="18933" y="45181"/>
                  <a:pt x="19147" y="44669"/>
                </a:cubicBezTo>
                <a:cubicBezTo>
                  <a:pt x="19346" y="44157"/>
                  <a:pt x="19453" y="43609"/>
                  <a:pt x="19440" y="43057"/>
                </a:cubicBezTo>
                <a:lnTo>
                  <a:pt x="19440" y="33336"/>
                </a:lnTo>
                <a:lnTo>
                  <a:pt x="27774" y="33336"/>
                </a:lnTo>
                <a:cubicBezTo>
                  <a:pt x="30853" y="33336"/>
                  <a:pt x="33334" y="30849"/>
                  <a:pt x="33334" y="27780"/>
                </a:cubicBezTo>
                <a:lnTo>
                  <a:pt x="33334" y="19448"/>
                </a:lnTo>
                <a:lnTo>
                  <a:pt x="43053" y="19448"/>
                </a:lnTo>
                <a:cubicBezTo>
                  <a:pt x="43614" y="19456"/>
                  <a:pt x="44161" y="19355"/>
                  <a:pt x="44667" y="19148"/>
                </a:cubicBezTo>
                <a:cubicBezTo>
                  <a:pt x="45187" y="18943"/>
                  <a:pt x="45654" y="18638"/>
                  <a:pt x="46040" y="18250"/>
                </a:cubicBezTo>
                <a:cubicBezTo>
                  <a:pt x="46440" y="17862"/>
                  <a:pt x="46747" y="17400"/>
                  <a:pt x="46961" y="16891"/>
                </a:cubicBezTo>
                <a:cubicBezTo>
                  <a:pt x="47173" y="16380"/>
                  <a:pt x="47280" y="15834"/>
                  <a:pt x="47280" y="15282"/>
                </a:cubicBezTo>
                <a:cubicBezTo>
                  <a:pt x="47280" y="14730"/>
                  <a:pt x="47173" y="14184"/>
                  <a:pt x="46961" y="13674"/>
                </a:cubicBezTo>
                <a:cubicBezTo>
                  <a:pt x="46747" y="13165"/>
                  <a:pt x="46440" y="12703"/>
                  <a:pt x="46040" y="12315"/>
                </a:cubicBezTo>
                <a:cubicBezTo>
                  <a:pt x="45654" y="11928"/>
                  <a:pt x="45187" y="11623"/>
                  <a:pt x="44667" y="11416"/>
                </a:cubicBezTo>
                <a:cubicBezTo>
                  <a:pt x="44161" y="11210"/>
                  <a:pt x="43614" y="11108"/>
                  <a:pt x="43053" y="11116"/>
                </a:cubicBezTo>
                <a:lnTo>
                  <a:pt x="33334" y="11116"/>
                </a:lnTo>
                <a:lnTo>
                  <a:pt x="33334" y="5562"/>
                </a:lnTo>
                <a:cubicBezTo>
                  <a:pt x="33334" y="2493"/>
                  <a:pt x="30853" y="7"/>
                  <a:pt x="27774" y="7"/>
                </a:cubicBezTo>
                <a:lnTo>
                  <a:pt x="5560" y="7"/>
                </a:lnTo>
                <a:close/>
                <a:moveTo>
                  <a:pt x="72227" y="7"/>
                </a:moveTo>
                <a:cubicBezTo>
                  <a:pt x="69147" y="7"/>
                  <a:pt x="66667" y="2493"/>
                  <a:pt x="66667" y="5562"/>
                </a:cubicBezTo>
                <a:lnTo>
                  <a:pt x="66667" y="11116"/>
                </a:lnTo>
                <a:lnTo>
                  <a:pt x="56947" y="11116"/>
                </a:lnTo>
                <a:cubicBezTo>
                  <a:pt x="56387" y="11108"/>
                  <a:pt x="55840" y="11210"/>
                  <a:pt x="55334" y="11416"/>
                </a:cubicBezTo>
                <a:cubicBezTo>
                  <a:pt x="54813" y="11623"/>
                  <a:pt x="54346" y="11928"/>
                  <a:pt x="53961" y="12315"/>
                </a:cubicBezTo>
                <a:cubicBezTo>
                  <a:pt x="53560" y="12703"/>
                  <a:pt x="53253" y="13165"/>
                  <a:pt x="53040" y="13674"/>
                </a:cubicBezTo>
                <a:cubicBezTo>
                  <a:pt x="52827" y="14184"/>
                  <a:pt x="52720" y="14730"/>
                  <a:pt x="52720" y="15282"/>
                </a:cubicBezTo>
                <a:cubicBezTo>
                  <a:pt x="52720" y="15834"/>
                  <a:pt x="52827" y="16380"/>
                  <a:pt x="53040" y="16891"/>
                </a:cubicBezTo>
                <a:cubicBezTo>
                  <a:pt x="53253" y="17400"/>
                  <a:pt x="53560" y="17862"/>
                  <a:pt x="53961" y="18250"/>
                </a:cubicBezTo>
                <a:cubicBezTo>
                  <a:pt x="54346" y="18638"/>
                  <a:pt x="54813" y="18943"/>
                  <a:pt x="55334" y="19148"/>
                </a:cubicBezTo>
                <a:cubicBezTo>
                  <a:pt x="55840" y="19355"/>
                  <a:pt x="56387" y="19456"/>
                  <a:pt x="56947" y="19448"/>
                </a:cubicBezTo>
                <a:lnTo>
                  <a:pt x="66667" y="19448"/>
                </a:lnTo>
                <a:lnTo>
                  <a:pt x="66667" y="27780"/>
                </a:lnTo>
                <a:cubicBezTo>
                  <a:pt x="66667" y="30849"/>
                  <a:pt x="69147" y="33336"/>
                  <a:pt x="72227" y="33336"/>
                </a:cubicBezTo>
                <a:lnTo>
                  <a:pt x="80560" y="33336"/>
                </a:lnTo>
                <a:lnTo>
                  <a:pt x="80560" y="43057"/>
                </a:lnTo>
                <a:cubicBezTo>
                  <a:pt x="80547" y="43609"/>
                  <a:pt x="80654" y="44157"/>
                  <a:pt x="80854" y="44669"/>
                </a:cubicBezTo>
                <a:cubicBezTo>
                  <a:pt x="81067" y="45181"/>
                  <a:pt x="81373" y="45647"/>
                  <a:pt x="81760" y="46040"/>
                </a:cubicBezTo>
                <a:cubicBezTo>
                  <a:pt x="82147" y="46434"/>
                  <a:pt x="82600" y="46746"/>
                  <a:pt x="83120" y="46959"/>
                </a:cubicBezTo>
                <a:cubicBezTo>
                  <a:pt x="83627" y="47173"/>
                  <a:pt x="84173" y="47282"/>
                  <a:pt x="84720" y="47282"/>
                </a:cubicBezTo>
                <a:cubicBezTo>
                  <a:pt x="85281" y="47282"/>
                  <a:pt x="85828" y="47173"/>
                  <a:pt x="86334" y="46959"/>
                </a:cubicBezTo>
                <a:cubicBezTo>
                  <a:pt x="86840" y="46746"/>
                  <a:pt x="87307" y="46434"/>
                  <a:pt x="87694" y="46040"/>
                </a:cubicBezTo>
                <a:cubicBezTo>
                  <a:pt x="88081" y="45647"/>
                  <a:pt x="88387" y="45181"/>
                  <a:pt x="88587" y="44669"/>
                </a:cubicBezTo>
                <a:cubicBezTo>
                  <a:pt x="88800" y="44157"/>
                  <a:pt x="88893" y="43609"/>
                  <a:pt x="88893" y="43057"/>
                </a:cubicBezTo>
                <a:lnTo>
                  <a:pt x="88893" y="33336"/>
                </a:lnTo>
                <a:lnTo>
                  <a:pt x="94440" y="33336"/>
                </a:lnTo>
                <a:cubicBezTo>
                  <a:pt x="97520" y="33336"/>
                  <a:pt x="100001" y="30849"/>
                  <a:pt x="100001" y="27780"/>
                </a:cubicBezTo>
                <a:lnTo>
                  <a:pt x="100001" y="5562"/>
                </a:lnTo>
                <a:cubicBezTo>
                  <a:pt x="100001" y="2493"/>
                  <a:pt x="97520" y="7"/>
                  <a:pt x="94440" y="7"/>
                </a:cubicBezTo>
                <a:lnTo>
                  <a:pt x="72227" y="7"/>
                </a:lnTo>
                <a:close/>
                <a:moveTo>
                  <a:pt x="15214" y="52718"/>
                </a:moveTo>
                <a:cubicBezTo>
                  <a:pt x="14107" y="52736"/>
                  <a:pt x="13053" y="53190"/>
                  <a:pt x="12294" y="53982"/>
                </a:cubicBezTo>
                <a:cubicBezTo>
                  <a:pt x="11520" y="54774"/>
                  <a:pt x="11093" y="55840"/>
                  <a:pt x="11107" y="56943"/>
                </a:cubicBezTo>
                <a:lnTo>
                  <a:pt x="11107" y="66665"/>
                </a:lnTo>
                <a:lnTo>
                  <a:pt x="5560" y="66665"/>
                </a:lnTo>
                <a:cubicBezTo>
                  <a:pt x="2480" y="66665"/>
                  <a:pt x="0" y="69151"/>
                  <a:pt x="0" y="72220"/>
                </a:cubicBezTo>
                <a:lnTo>
                  <a:pt x="0" y="94435"/>
                </a:lnTo>
                <a:cubicBezTo>
                  <a:pt x="0" y="97514"/>
                  <a:pt x="2480" y="99993"/>
                  <a:pt x="5560" y="99993"/>
                </a:cubicBezTo>
                <a:lnTo>
                  <a:pt x="27774" y="99993"/>
                </a:lnTo>
                <a:cubicBezTo>
                  <a:pt x="30853" y="99993"/>
                  <a:pt x="33334" y="97514"/>
                  <a:pt x="33334" y="94435"/>
                </a:cubicBezTo>
                <a:lnTo>
                  <a:pt x="33334" y="88888"/>
                </a:lnTo>
                <a:lnTo>
                  <a:pt x="43053" y="88888"/>
                </a:lnTo>
                <a:cubicBezTo>
                  <a:pt x="43614" y="88888"/>
                  <a:pt x="44161" y="88795"/>
                  <a:pt x="44667" y="88582"/>
                </a:cubicBezTo>
                <a:cubicBezTo>
                  <a:pt x="45187" y="88382"/>
                  <a:pt x="45654" y="88075"/>
                  <a:pt x="46040" y="87688"/>
                </a:cubicBezTo>
                <a:cubicBezTo>
                  <a:pt x="46440" y="87302"/>
                  <a:pt x="46747" y="86835"/>
                  <a:pt x="46961" y="86329"/>
                </a:cubicBezTo>
                <a:cubicBezTo>
                  <a:pt x="47173" y="85822"/>
                  <a:pt x="47280" y="85275"/>
                  <a:pt x="47280" y="84716"/>
                </a:cubicBezTo>
                <a:cubicBezTo>
                  <a:pt x="47280" y="84169"/>
                  <a:pt x="47173" y="83623"/>
                  <a:pt x="46961" y="83116"/>
                </a:cubicBezTo>
                <a:cubicBezTo>
                  <a:pt x="46747" y="82596"/>
                  <a:pt x="46440" y="82142"/>
                  <a:pt x="46040" y="81756"/>
                </a:cubicBezTo>
                <a:cubicBezTo>
                  <a:pt x="45654" y="81370"/>
                  <a:pt x="45187" y="81062"/>
                  <a:pt x="44667" y="80849"/>
                </a:cubicBezTo>
                <a:cubicBezTo>
                  <a:pt x="44161" y="80649"/>
                  <a:pt x="43614" y="80543"/>
                  <a:pt x="43053" y="80556"/>
                </a:cubicBezTo>
                <a:lnTo>
                  <a:pt x="33334" y="80556"/>
                </a:lnTo>
                <a:lnTo>
                  <a:pt x="33334" y="72220"/>
                </a:lnTo>
                <a:cubicBezTo>
                  <a:pt x="33334" y="69151"/>
                  <a:pt x="30853" y="66665"/>
                  <a:pt x="27774" y="66665"/>
                </a:cubicBezTo>
                <a:lnTo>
                  <a:pt x="19440" y="66665"/>
                </a:lnTo>
                <a:lnTo>
                  <a:pt x="19440" y="56943"/>
                </a:lnTo>
                <a:cubicBezTo>
                  <a:pt x="19453" y="56386"/>
                  <a:pt x="19346" y="55833"/>
                  <a:pt x="19133" y="55315"/>
                </a:cubicBezTo>
                <a:cubicBezTo>
                  <a:pt x="18933" y="54800"/>
                  <a:pt x="18614" y="54330"/>
                  <a:pt x="18226" y="53935"/>
                </a:cubicBezTo>
                <a:cubicBezTo>
                  <a:pt x="17827" y="53542"/>
                  <a:pt x="17360" y="53230"/>
                  <a:pt x="16840" y="53021"/>
                </a:cubicBezTo>
                <a:cubicBezTo>
                  <a:pt x="16321" y="52813"/>
                  <a:pt x="15774" y="52709"/>
                  <a:pt x="15214" y="52718"/>
                </a:cubicBezTo>
                <a:close/>
                <a:moveTo>
                  <a:pt x="84654" y="52718"/>
                </a:moveTo>
                <a:cubicBezTo>
                  <a:pt x="83547" y="52736"/>
                  <a:pt x="82507" y="53190"/>
                  <a:pt x="81734" y="53982"/>
                </a:cubicBezTo>
                <a:cubicBezTo>
                  <a:pt x="80961" y="54774"/>
                  <a:pt x="80534" y="55840"/>
                  <a:pt x="80560" y="56943"/>
                </a:cubicBezTo>
                <a:lnTo>
                  <a:pt x="80560" y="66665"/>
                </a:lnTo>
                <a:lnTo>
                  <a:pt x="72227" y="66665"/>
                </a:lnTo>
                <a:cubicBezTo>
                  <a:pt x="69147" y="66665"/>
                  <a:pt x="66667" y="69151"/>
                  <a:pt x="66667" y="72220"/>
                </a:cubicBezTo>
                <a:lnTo>
                  <a:pt x="66667" y="80556"/>
                </a:lnTo>
                <a:lnTo>
                  <a:pt x="56947" y="80556"/>
                </a:lnTo>
                <a:cubicBezTo>
                  <a:pt x="56387" y="80543"/>
                  <a:pt x="55840" y="80649"/>
                  <a:pt x="55334" y="80849"/>
                </a:cubicBezTo>
                <a:cubicBezTo>
                  <a:pt x="54813" y="81062"/>
                  <a:pt x="54346" y="81370"/>
                  <a:pt x="53961" y="81756"/>
                </a:cubicBezTo>
                <a:cubicBezTo>
                  <a:pt x="53560" y="82142"/>
                  <a:pt x="53253" y="82596"/>
                  <a:pt x="53040" y="83116"/>
                </a:cubicBezTo>
                <a:cubicBezTo>
                  <a:pt x="52827" y="83623"/>
                  <a:pt x="52720" y="84169"/>
                  <a:pt x="52720" y="84716"/>
                </a:cubicBezTo>
                <a:cubicBezTo>
                  <a:pt x="52720" y="85275"/>
                  <a:pt x="52827" y="85822"/>
                  <a:pt x="53040" y="86329"/>
                </a:cubicBezTo>
                <a:cubicBezTo>
                  <a:pt x="53253" y="86835"/>
                  <a:pt x="53560" y="87302"/>
                  <a:pt x="53961" y="87688"/>
                </a:cubicBezTo>
                <a:cubicBezTo>
                  <a:pt x="54346" y="88075"/>
                  <a:pt x="54813" y="88382"/>
                  <a:pt x="55334" y="88582"/>
                </a:cubicBezTo>
                <a:cubicBezTo>
                  <a:pt x="55840" y="88795"/>
                  <a:pt x="56387" y="88888"/>
                  <a:pt x="56947" y="88888"/>
                </a:cubicBezTo>
                <a:lnTo>
                  <a:pt x="66667" y="88888"/>
                </a:lnTo>
                <a:lnTo>
                  <a:pt x="66667" y="94435"/>
                </a:lnTo>
                <a:cubicBezTo>
                  <a:pt x="66667" y="97514"/>
                  <a:pt x="69147" y="99993"/>
                  <a:pt x="72227" y="99993"/>
                </a:cubicBezTo>
                <a:lnTo>
                  <a:pt x="94440" y="99993"/>
                </a:lnTo>
                <a:cubicBezTo>
                  <a:pt x="97520" y="99993"/>
                  <a:pt x="100001" y="97514"/>
                  <a:pt x="100001" y="94435"/>
                </a:cubicBezTo>
                <a:lnTo>
                  <a:pt x="100001" y="72220"/>
                </a:lnTo>
                <a:cubicBezTo>
                  <a:pt x="100001" y="69151"/>
                  <a:pt x="97520" y="66665"/>
                  <a:pt x="94440" y="66665"/>
                </a:cubicBezTo>
                <a:lnTo>
                  <a:pt x="88893" y="66665"/>
                </a:lnTo>
                <a:lnTo>
                  <a:pt x="88893" y="56943"/>
                </a:lnTo>
                <a:cubicBezTo>
                  <a:pt x="88893" y="56386"/>
                  <a:pt x="88787" y="55833"/>
                  <a:pt x="88587" y="55315"/>
                </a:cubicBezTo>
                <a:cubicBezTo>
                  <a:pt x="88374" y="54800"/>
                  <a:pt x="88067" y="54330"/>
                  <a:pt x="87667" y="53935"/>
                </a:cubicBezTo>
                <a:cubicBezTo>
                  <a:pt x="87267" y="53542"/>
                  <a:pt x="86800" y="53230"/>
                  <a:pt x="86281" y="53021"/>
                </a:cubicBezTo>
                <a:cubicBezTo>
                  <a:pt x="85774" y="52813"/>
                  <a:pt x="85214" y="52709"/>
                  <a:pt x="84654" y="5271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3" name="Красный — SVG 2">
            <a:extLst>
              <a:ext uri="{FF2B5EF4-FFF2-40B4-BE49-F238E27FC236}">
                <a16:creationId xmlns:a16="http://schemas.microsoft.com/office/drawing/2014/main" id="{C2978DA6-A3D7-9948-8097-2195FEDD5E79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54307 w 145328"/>
              <a:gd name="csY0" fmla="*/ 0 h 141753"/>
              <a:gd name="csX1" fmla="*/ 31152 w 145328"/>
              <a:gd name="csY1" fmla="*/ 18253 h 141753"/>
              <a:gd name="csX2" fmla="*/ 6142 w 145328"/>
              <a:gd name="csY2" fmla="*/ 47027 h 141753"/>
              <a:gd name="csX3" fmla="*/ 6448 w 145328"/>
              <a:gd name="csY3" fmla="*/ 51035 h 141753"/>
              <a:gd name="csX4" fmla="*/ 0 w 145328"/>
              <a:gd name="csY4" fmla="*/ 70880 h 141753"/>
              <a:gd name="csX5" fmla="*/ 4049 w 145328"/>
              <a:gd name="csY5" fmla="*/ 88420 h 141753"/>
              <a:gd name="csX6" fmla="*/ 21981 w 145328"/>
              <a:gd name="csY6" fmla="*/ 74527 h 141753"/>
              <a:gd name="csX7" fmla="*/ 28259 w 145328"/>
              <a:gd name="csY7" fmla="*/ 78673 h 141753"/>
              <a:gd name="csX8" fmla="*/ 24108 w 145328"/>
              <a:gd name="csY8" fmla="*/ 84952 h 141753"/>
              <a:gd name="csX9" fmla="*/ 11484 w 145328"/>
              <a:gd name="csY9" fmla="*/ 97746 h 141753"/>
              <a:gd name="csX10" fmla="*/ 11518 w 145328"/>
              <a:gd name="csY10" fmla="*/ 97780 h 141753"/>
              <a:gd name="csX11" fmla="*/ 10821 w 145328"/>
              <a:gd name="csY11" fmla="*/ 103666 h 141753"/>
              <a:gd name="csX12" fmla="*/ 27647 w 145328"/>
              <a:gd name="csY12" fmla="*/ 127975 h 141753"/>
              <a:gd name="csX13" fmla="*/ 27545 w 145328"/>
              <a:gd name="csY13" fmla="*/ 125814 h 141753"/>
              <a:gd name="csX14" fmla="*/ 31118 w 145328"/>
              <a:gd name="csY14" fmla="*/ 112631 h 141753"/>
              <a:gd name="csX15" fmla="*/ 38416 w 145328"/>
              <a:gd name="csY15" fmla="*/ 110742 h 141753"/>
              <a:gd name="csX16" fmla="*/ 40305 w 145328"/>
              <a:gd name="csY16" fmla="*/ 118023 h 141753"/>
              <a:gd name="csX17" fmla="*/ 38178 w 145328"/>
              <a:gd name="csY17" fmla="*/ 125814 h 141753"/>
              <a:gd name="csX18" fmla="*/ 38926 w 145328"/>
              <a:gd name="csY18" fmla="*/ 130458 h 141753"/>
              <a:gd name="csX19" fmla="*/ 38926 w 145328"/>
              <a:gd name="csY19" fmla="*/ 130526 h 141753"/>
              <a:gd name="csX20" fmla="*/ 57352 w 145328"/>
              <a:gd name="csY20" fmla="*/ 141753 h 141753"/>
              <a:gd name="csX21" fmla="*/ 77973 w 145328"/>
              <a:gd name="csY21" fmla="*/ 121561 h 141753"/>
              <a:gd name="csX22" fmla="*/ 77973 w 145328"/>
              <a:gd name="csY22" fmla="*/ 65314 h 141753"/>
              <a:gd name="csX23" fmla="*/ 58475 w 145328"/>
              <a:gd name="csY23" fmla="*/ 74424 h 141753"/>
              <a:gd name="csX24" fmla="*/ 53167 w 145328"/>
              <a:gd name="csY24" fmla="*/ 69108 h 141753"/>
              <a:gd name="csX25" fmla="*/ 58475 w 145328"/>
              <a:gd name="csY25" fmla="*/ 63792 h 141753"/>
              <a:gd name="csX26" fmla="*/ 77973 w 145328"/>
              <a:gd name="csY26" fmla="*/ 40755 h 141753"/>
              <a:gd name="csX27" fmla="*/ 77973 w 145328"/>
              <a:gd name="csY27" fmla="*/ 23215 h 141753"/>
              <a:gd name="csX28" fmla="*/ 54307 w 145328"/>
              <a:gd name="csY28" fmla="*/ 0 h 141753"/>
              <a:gd name="csX29" fmla="*/ 116967 w 145328"/>
              <a:gd name="csY29" fmla="*/ 7089 h 141753"/>
              <a:gd name="csX30" fmla="*/ 109702 w 145328"/>
              <a:gd name="csY30" fmla="*/ 9106 h 141753"/>
              <a:gd name="csX31" fmla="*/ 104496 w 145328"/>
              <a:gd name="csY31" fmla="*/ 14567 h 141753"/>
              <a:gd name="csX32" fmla="*/ 102829 w 145328"/>
              <a:gd name="csY32" fmla="*/ 21922 h 141753"/>
              <a:gd name="csX33" fmla="*/ 105177 w 145328"/>
              <a:gd name="csY33" fmla="*/ 29092 h 141753"/>
              <a:gd name="csX34" fmla="*/ 94322 w 145328"/>
              <a:gd name="csY34" fmla="*/ 39939 h 141753"/>
              <a:gd name="csX35" fmla="*/ 88606 w 145328"/>
              <a:gd name="csY35" fmla="*/ 42494 h 141753"/>
              <a:gd name="csX36" fmla="*/ 88606 w 145328"/>
              <a:gd name="csY36" fmla="*/ 53126 h 141753"/>
              <a:gd name="csX37" fmla="*/ 101842 w 145328"/>
              <a:gd name="csY37" fmla="*/ 47456 h 141753"/>
              <a:gd name="csX38" fmla="*/ 114143 w 145328"/>
              <a:gd name="csY38" fmla="*/ 35142 h 141753"/>
              <a:gd name="csX39" fmla="*/ 116967 w 145328"/>
              <a:gd name="csY39" fmla="*/ 35439 h 141753"/>
              <a:gd name="csX40" fmla="*/ 126988 w 145328"/>
              <a:gd name="csY40" fmla="*/ 31289 h 141753"/>
              <a:gd name="csX41" fmla="*/ 131139 w 145328"/>
              <a:gd name="csY41" fmla="*/ 21264 h 141753"/>
              <a:gd name="csX42" fmla="*/ 126988 w 145328"/>
              <a:gd name="csY42" fmla="*/ 11239 h 141753"/>
              <a:gd name="csX43" fmla="*/ 116967 w 145328"/>
              <a:gd name="csY43" fmla="*/ 7089 h 141753"/>
              <a:gd name="csX44" fmla="*/ 47876 w 145328"/>
              <a:gd name="csY44" fmla="*/ 28359 h 141753"/>
              <a:gd name="csX45" fmla="*/ 53065 w 145328"/>
              <a:gd name="csY45" fmla="*/ 32643 h 141753"/>
              <a:gd name="csX46" fmla="*/ 48879 w 145328"/>
              <a:gd name="csY46" fmla="*/ 38881 h 141753"/>
              <a:gd name="csX47" fmla="*/ 38893 w 145328"/>
              <a:gd name="csY47" fmla="*/ 53907 h 141753"/>
              <a:gd name="csX48" fmla="*/ 34690 w 145328"/>
              <a:gd name="csY48" fmla="*/ 60144 h 141753"/>
              <a:gd name="csX49" fmla="*/ 33670 w 145328"/>
              <a:gd name="csY49" fmla="*/ 60248 h 141753"/>
              <a:gd name="csX50" fmla="*/ 28463 w 145328"/>
              <a:gd name="csY50" fmla="*/ 55956 h 141753"/>
              <a:gd name="csX51" fmla="*/ 46821 w 145328"/>
              <a:gd name="csY51" fmla="*/ 28456 h 141753"/>
              <a:gd name="csX52" fmla="*/ 47876 w 145328"/>
              <a:gd name="csY52" fmla="*/ 28359 h 141753"/>
              <a:gd name="csX53" fmla="*/ 131139 w 145328"/>
              <a:gd name="csY53" fmla="*/ 56703 h 141753"/>
              <a:gd name="csX54" fmla="*/ 123228 w 145328"/>
              <a:gd name="csY54" fmla="*/ 59129 h 141753"/>
              <a:gd name="csX55" fmla="*/ 118005 w 145328"/>
              <a:gd name="csY55" fmla="*/ 65564 h 141753"/>
              <a:gd name="csX56" fmla="*/ 88606 w 145328"/>
              <a:gd name="csY56" fmla="*/ 65564 h 141753"/>
              <a:gd name="csX57" fmla="*/ 88606 w 145328"/>
              <a:gd name="csY57" fmla="*/ 76196 h 141753"/>
              <a:gd name="csX58" fmla="*/ 118022 w 145328"/>
              <a:gd name="csY58" fmla="*/ 76196 h 141753"/>
              <a:gd name="csX59" fmla="*/ 123228 w 145328"/>
              <a:gd name="csY59" fmla="*/ 82628 h 141753"/>
              <a:gd name="csX60" fmla="*/ 131139 w 145328"/>
              <a:gd name="csY60" fmla="*/ 85056 h 141753"/>
              <a:gd name="csX61" fmla="*/ 141177 w 145328"/>
              <a:gd name="csY61" fmla="*/ 80903 h 141753"/>
              <a:gd name="csX62" fmla="*/ 145328 w 145328"/>
              <a:gd name="csY62" fmla="*/ 70880 h 141753"/>
              <a:gd name="csX63" fmla="*/ 141177 w 145328"/>
              <a:gd name="csY63" fmla="*/ 60856 h 141753"/>
              <a:gd name="csX64" fmla="*/ 131139 w 145328"/>
              <a:gd name="csY64" fmla="*/ 56703 h 141753"/>
              <a:gd name="csX65" fmla="*/ 44524 w 145328"/>
              <a:gd name="csY65" fmla="*/ 88585 h 141753"/>
              <a:gd name="csX66" fmla="*/ 45579 w 145328"/>
              <a:gd name="csY66" fmla="*/ 88738 h 141753"/>
              <a:gd name="csX67" fmla="*/ 60160 w 145328"/>
              <a:gd name="csY67" fmla="*/ 116203 h 141753"/>
              <a:gd name="csX68" fmla="*/ 54936 w 145328"/>
              <a:gd name="csY68" fmla="*/ 120490 h 141753"/>
              <a:gd name="csX69" fmla="*/ 53915 w 145328"/>
              <a:gd name="csY69" fmla="*/ 120388 h 141753"/>
              <a:gd name="csX70" fmla="*/ 49730 w 145328"/>
              <a:gd name="csY70" fmla="*/ 114162 h 141753"/>
              <a:gd name="csX71" fmla="*/ 42959 w 145328"/>
              <a:gd name="csY71" fmla="*/ 99056 h 141753"/>
              <a:gd name="csX72" fmla="*/ 39199 w 145328"/>
              <a:gd name="csY72" fmla="*/ 92566 h 141753"/>
              <a:gd name="csX73" fmla="*/ 44524 w 145328"/>
              <a:gd name="csY73" fmla="*/ 88585 h 141753"/>
              <a:gd name="csX74" fmla="*/ 88606 w 145328"/>
              <a:gd name="csY74" fmla="*/ 88635 h 141753"/>
              <a:gd name="csX75" fmla="*/ 88606 w 145328"/>
              <a:gd name="csY75" fmla="*/ 99260 h 141753"/>
              <a:gd name="csX76" fmla="*/ 94322 w 145328"/>
              <a:gd name="csY76" fmla="*/ 101828 h 141753"/>
              <a:gd name="csX77" fmla="*/ 105160 w 145328"/>
              <a:gd name="csY77" fmla="*/ 112665 h 141753"/>
              <a:gd name="csX78" fmla="*/ 102812 w 145328"/>
              <a:gd name="csY78" fmla="*/ 119826 h 141753"/>
              <a:gd name="csX79" fmla="*/ 104479 w 145328"/>
              <a:gd name="csY79" fmla="*/ 127192 h 141753"/>
              <a:gd name="csX80" fmla="*/ 109685 w 145328"/>
              <a:gd name="csY80" fmla="*/ 132653 h 141753"/>
              <a:gd name="csX81" fmla="*/ 116967 w 145328"/>
              <a:gd name="csY81" fmla="*/ 134677 h 141753"/>
              <a:gd name="csX82" fmla="*/ 126988 w 145328"/>
              <a:gd name="csY82" fmla="*/ 130526 h 141753"/>
              <a:gd name="csX83" fmla="*/ 131139 w 145328"/>
              <a:gd name="csY83" fmla="*/ 120490 h 141753"/>
              <a:gd name="csX84" fmla="*/ 126988 w 145328"/>
              <a:gd name="csY84" fmla="*/ 110470 h 141753"/>
              <a:gd name="csX85" fmla="*/ 116967 w 145328"/>
              <a:gd name="csY85" fmla="*/ 106319 h 141753"/>
              <a:gd name="csX86" fmla="*/ 114143 w 145328"/>
              <a:gd name="csY86" fmla="*/ 106609 h 141753"/>
              <a:gd name="csX87" fmla="*/ 101842 w 145328"/>
              <a:gd name="csY87" fmla="*/ 94303 h 141753"/>
              <a:gd name="csX88" fmla="*/ 88606 w 145328"/>
              <a:gd name="csY88" fmla="*/ 88635 h 141753"/>
            </a:gdLst>
            <a:ahLst/>
            <a:cxnLst/>
            <a:rect l="l" t="t" r="r" b="b"/>
            <a:pathLst>
              <a:path w="100000" h="100000">
                <a:moveTo>
                  <a:pt x="37369" y="1230"/>
                </a:moveTo>
                <a:cubicBezTo>
                  <a:pt x="29560" y="1230"/>
                  <a:pt x="23016" y="6621"/>
                  <a:pt x="21436" y="13790"/>
                </a:cubicBezTo>
                <a:cubicBezTo>
                  <a:pt x="11683" y="15326"/>
                  <a:pt x="4226" y="23640"/>
                  <a:pt x="4226" y="33589"/>
                </a:cubicBezTo>
                <a:cubicBezTo>
                  <a:pt x="4226" y="34492"/>
                  <a:pt x="4296" y="35420"/>
                  <a:pt x="4437" y="36347"/>
                </a:cubicBezTo>
                <a:cubicBezTo>
                  <a:pt x="1510" y="40419"/>
                  <a:pt x="0" y="45100"/>
                  <a:pt x="0" y="50002"/>
                </a:cubicBezTo>
                <a:cubicBezTo>
                  <a:pt x="0" y="54514"/>
                  <a:pt x="948" y="58608"/>
                  <a:pt x="2786" y="62072"/>
                </a:cubicBezTo>
                <a:cubicBezTo>
                  <a:pt x="5537" y="57267"/>
                  <a:pt x="10092" y="53536"/>
                  <a:pt x="15125" y="52512"/>
                </a:cubicBezTo>
                <a:cubicBezTo>
                  <a:pt x="17092" y="52122"/>
                  <a:pt x="19047" y="53390"/>
                  <a:pt x="19445" y="55365"/>
                </a:cubicBezTo>
                <a:cubicBezTo>
                  <a:pt x="19832" y="57340"/>
                  <a:pt x="18567" y="59295"/>
                  <a:pt x="16589" y="59685"/>
                </a:cubicBezTo>
                <a:cubicBezTo>
                  <a:pt x="12854" y="60442"/>
                  <a:pt x="9271" y="64292"/>
                  <a:pt x="7902" y="68489"/>
                </a:cubicBezTo>
                <a:lnTo>
                  <a:pt x="7926" y="68512"/>
                </a:lnTo>
                <a:cubicBezTo>
                  <a:pt x="7610" y="69846"/>
                  <a:pt x="7446" y="71192"/>
                  <a:pt x="7446" y="72562"/>
                </a:cubicBezTo>
                <a:cubicBezTo>
                  <a:pt x="7446" y="80124"/>
                  <a:pt x="12245" y="86632"/>
                  <a:pt x="19024" y="89289"/>
                </a:cubicBezTo>
                <a:cubicBezTo>
                  <a:pt x="18977" y="88797"/>
                  <a:pt x="18954" y="88283"/>
                  <a:pt x="18954" y="87802"/>
                </a:cubicBezTo>
                <a:cubicBezTo>
                  <a:pt x="18954" y="84607"/>
                  <a:pt x="19808" y="81482"/>
                  <a:pt x="21412" y="78731"/>
                </a:cubicBezTo>
                <a:cubicBezTo>
                  <a:pt x="22466" y="76975"/>
                  <a:pt x="24701" y="76413"/>
                  <a:pt x="26434" y="77431"/>
                </a:cubicBezTo>
                <a:cubicBezTo>
                  <a:pt x="28167" y="78461"/>
                  <a:pt x="28752" y="80709"/>
                  <a:pt x="27734" y="82441"/>
                </a:cubicBezTo>
                <a:cubicBezTo>
                  <a:pt x="26751" y="84069"/>
                  <a:pt x="26270" y="85918"/>
                  <a:pt x="26270" y="87802"/>
                </a:cubicBezTo>
                <a:cubicBezTo>
                  <a:pt x="26270" y="88926"/>
                  <a:pt x="26434" y="89991"/>
                  <a:pt x="26785" y="90998"/>
                </a:cubicBezTo>
                <a:lnTo>
                  <a:pt x="26785" y="91045"/>
                </a:lnTo>
                <a:cubicBezTo>
                  <a:pt x="29127" y="95680"/>
                  <a:pt x="33973" y="98770"/>
                  <a:pt x="39464" y="98770"/>
                </a:cubicBezTo>
                <a:cubicBezTo>
                  <a:pt x="47296" y="98770"/>
                  <a:pt x="53653" y="92532"/>
                  <a:pt x="53653" y="84876"/>
                </a:cubicBezTo>
                <a:lnTo>
                  <a:pt x="53653" y="46172"/>
                </a:lnTo>
                <a:cubicBezTo>
                  <a:pt x="50047" y="49904"/>
                  <a:pt x="45388" y="52441"/>
                  <a:pt x="40237" y="52441"/>
                </a:cubicBezTo>
                <a:cubicBezTo>
                  <a:pt x="38223" y="52441"/>
                  <a:pt x="36584" y="50807"/>
                  <a:pt x="36584" y="48783"/>
                </a:cubicBezTo>
                <a:cubicBezTo>
                  <a:pt x="36584" y="46759"/>
                  <a:pt x="38223" y="45125"/>
                  <a:pt x="40237" y="45125"/>
                </a:cubicBezTo>
                <a:cubicBezTo>
                  <a:pt x="47343" y="45125"/>
                  <a:pt x="53653" y="36272"/>
                  <a:pt x="53653" y="29273"/>
                </a:cubicBezTo>
                <a:lnTo>
                  <a:pt x="53653" y="17204"/>
                </a:lnTo>
                <a:cubicBezTo>
                  <a:pt x="53653" y="8402"/>
                  <a:pt x="46336" y="1230"/>
                  <a:pt x="37369" y="1230"/>
                </a:cubicBezTo>
                <a:close/>
                <a:moveTo>
                  <a:pt x="80485" y="6108"/>
                </a:moveTo>
                <a:cubicBezTo>
                  <a:pt x="78717" y="6110"/>
                  <a:pt x="76996" y="6590"/>
                  <a:pt x="75486" y="7496"/>
                </a:cubicBezTo>
                <a:cubicBezTo>
                  <a:pt x="73976" y="8402"/>
                  <a:pt x="72735" y="9701"/>
                  <a:pt x="71904" y="11254"/>
                </a:cubicBezTo>
                <a:cubicBezTo>
                  <a:pt x="71072" y="12807"/>
                  <a:pt x="70675" y="14555"/>
                  <a:pt x="70756" y="16314"/>
                </a:cubicBezTo>
                <a:cubicBezTo>
                  <a:pt x="70838" y="18075"/>
                  <a:pt x="71401" y="19779"/>
                  <a:pt x="72372" y="21248"/>
                </a:cubicBezTo>
                <a:lnTo>
                  <a:pt x="64903" y="28712"/>
                </a:lnTo>
                <a:cubicBezTo>
                  <a:pt x="63849" y="29761"/>
                  <a:pt x="62457" y="30396"/>
                  <a:pt x="60970" y="30470"/>
                </a:cubicBezTo>
                <a:lnTo>
                  <a:pt x="60970" y="37786"/>
                </a:lnTo>
                <a:cubicBezTo>
                  <a:pt x="64412" y="37712"/>
                  <a:pt x="67630" y="36322"/>
                  <a:pt x="70077" y="33884"/>
                </a:cubicBezTo>
                <a:lnTo>
                  <a:pt x="78542" y="25411"/>
                </a:lnTo>
                <a:cubicBezTo>
                  <a:pt x="79186" y="25544"/>
                  <a:pt x="79829" y="25613"/>
                  <a:pt x="80485" y="25616"/>
                </a:cubicBezTo>
                <a:cubicBezTo>
                  <a:pt x="83072" y="25616"/>
                  <a:pt x="85554" y="24588"/>
                  <a:pt x="87380" y="22760"/>
                </a:cubicBezTo>
                <a:cubicBezTo>
                  <a:pt x="89218" y="20930"/>
                  <a:pt x="90237" y="18448"/>
                  <a:pt x="90237" y="15862"/>
                </a:cubicBezTo>
                <a:cubicBezTo>
                  <a:pt x="90237" y="13274"/>
                  <a:pt x="89218" y="10793"/>
                  <a:pt x="87380" y="8964"/>
                </a:cubicBezTo>
                <a:cubicBezTo>
                  <a:pt x="85554" y="7135"/>
                  <a:pt x="83072" y="6108"/>
                  <a:pt x="80485" y="6108"/>
                </a:cubicBezTo>
                <a:close/>
                <a:moveTo>
                  <a:pt x="32943" y="20744"/>
                </a:moveTo>
                <a:cubicBezTo>
                  <a:pt x="34629" y="20752"/>
                  <a:pt x="36174" y="21942"/>
                  <a:pt x="36514" y="23692"/>
                </a:cubicBezTo>
                <a:cubicBezTo>
                  <a:pt x="36900" y="25667"/>
                  <a:pt x="35636" y="27592"/>
                  <a:pt x="33634" y="27984"/>
                </a:cubicBezTo>
                <a:cubicBezTo>
                  <a:pt x="25264" y="29666"/>
                  <a:pt x="26586" y="37422"/>
                  <a:pt x="26762" y="38323"/>
                </a:cubicBezTo>
                <a:cubicBezTo>
                  <a:pt x="27148" y="40299"/>
                  <a:pt x="25873" y="42224"/>
                  <a:pt x="23870" y="42615"/>
                </a:cubicBezTo>
                <a:cubicBezTo>
                  <a:pt x="23660" y="42663"/>
                  <a:pt x="23414" y="42687"/>
                  <a:pt x="23168" y="42687"/>
                </a:cubicBezTo>
                <a:cubicBezTo>
                  <a:pt x="21459" y="42687"/>
                  <a:pt x="19925" y="41489"/>
                  <a:pt x="19585" y="39733"/>
                </a:cubicBezTo>
                <a:cubicBezTo>
                  <a:pt x="18310" y="33392"/>
                  <a:pt x="20639" y="23127"/>
                  <a:pt x="32217" y="20811"/>
                </a:cubicBezTo>
                <a:cubicBezTo>
                  <a:pt x="32463" y="20762"/>
                  <a:pt x="32709" y="20742"/>
                  <a:pt x="32943" y="20744"/>
                </a:cubicBezTo>
                <a:close/>
                <a:moveTo>
                  <a:pt x="90237" y="40247"/>
                </a:moveTo>
                <a:cubicBezTo>
                  <a:pt x="88293" y="40250"/>
                  <a:pt x="86397" y="40830"/>
                  <a:pt x="84793" y="41917"/>
                </a:cubicBezTo>
                <a:cubicBezTo>
                  <a:pt x="83177" y="43003"/>
                  <a:pt x="81937" y="44544"/>
                  <a:pt x="81199" y="46344"/>
                </a:cubicBezTo>
                <a:lnTo>
                  <a:pt x="60970" y="46344"/>
                </a:lnTo>
                <a:lnTo>
                  <a:pt x="60970" y="53660"/>
                </a:lnTo>
                <a:lnTo>
                  <a:pt x="81211" y="53660"/>
                </a:lnTo>
                <a:cubicBezTo>
                  <a:pt x="81937" y="55460"/>
                  <a:pt x="83189" y="57001"/>
                  <a:pt x="84793" y="58086"/>
                </a:cubicBezTo>
                <a:cubicBezTo>
                  <a:pt x="86409" y="59173"/>
                  <a:pt x="88305" y="59754"/>
                  <a:pt x="90237" y="59757"/>
                </a:cubicBezTo>
                <a:cubicBezTo>
                  <a:pt x="92824" y="59757"/>
                  <a:pt x="95306" y="58729"/>
                  <a:pt x="97144" y="56899"/>
                </a:cubicBezTo>
                <a:cubicBezTo>
                  <a:pt x="98970" y="55070"/>
                  <a:pt x="100000" y="52590"/>
                  <a:pt x="100000" y="50002"/>
                </a:cubicBezTo>
                <a:cubicBezTo>
                  <a:pt x="100000" y="47416"/>
                  <a:pt x="98970" y="44934"/>
                  <a:pt x="97144" y="43105"/>
                </a:cubicBezTo>
                <a:cubicBezTo>
                  <a:pt x="95306" y="41275"/>
                  <a:pt x="92824" y="40247"/>
                  <a:pt x="90237" y="40247"/>
                </a:cubicBezTo>
                <a:close/>
                <a:moveTo>
                  <a:pt x="30637" y="62185"/>
                </a:moveTo>
                <a:cubicBezTo>
                  <a:pt x="30883" y="62196"/>
                  <a:pt x="31117" y="62230"/>
                  <a:pt x="31363" y="62290"/>
                </a:cubicBezTo>
                <a:cubicBezTo>
                  <a:pt x="35928" y="63437"/>
                  <a:pt x="43854" y="68851"/>
                  <a:pt x="41396" y="81189"/>
                </a:cubicBezTo>
                <a:cubicBezTo>
                  <a:pt x="41044" y="82945"/>
                  <a:pt x="39511" y="84139"/>
                  <a:pt x="37801" y="84139"/>
                </a:cubicBezTo>
                <a:cubicBezTo>
                  <a:pt x="37556" y="84139"/>
                  <a:pt x="37322" y="84116"/>
                  <a:pt x="37099" y="84069"/>
                </a:cubicBezTo>
                <a:cubicBezTo>
                  <a:pt x="35097" y="83682"/>
                  <a:pt x="33821" y="81751"/>
                  <a:pt x="34219" y="79785"/>
                </a:cubicBezTo>
                <a:cubicBezTo>
                  <a:pt x="35846" y="71591"/>
                  <a:pt x="30602" y="69683"/>
                  <a:pt x="29560" y="69390"/>
                </a:cubicBezTo>
                <a:cubicBezTo>
                  <a:pt x="27629" y="68851"/>
                  <a:pt x="26470" y="66851"/>
                  <a:pt x="26973" y="64925"/>
                </a:cubicBezTo>
                <a:cubicBezTo>
                  <a:pt x="27429" y="63239"/>
                  <a:pt x="28951" y="62114"/>
                  <a:pt x="30637" y="62185"/>
                </a:cubicBezTo>
                <a:close/>
                <a:moveTo>
                  <a:pt x="60970" y="62220"/>
                </a:moveTo>
                <a:lnTo>
                  <a:pt x="60970" y="69531"/>
                </a:lnTo>
                <a:cubicBezTo>
                  <a:pt x="62457" y="69613"/>
                  <a:pt x="63849" y="70245"/>
                  <a:pt x="64903" y="71298"/>
                </a:cubicBezTo>
                <a:lnTo>
                  <a:pt x="72360" y="78755"/>
                </a:lnTo>
                <a:cubicBezTo>
                  <a:pt x="71389" y="80218"/>
                  <a:pt x="70827" y="81927"/>
                  <a:pt x="70745" y="83682"/>
                </a:cubicBezTo>
                <a:cubicBezTo>
                  <a:pt x="70663" y="85450"/>
                  <a:pt x="71061" y="87194"/>
                  <a:pt x="71892" y="88751"/>
                </a:cubicBezTo>
                <a:cubicBezTo>
                  <a:pt x="72723" y="90307"/>
                  <a:pt x="73964" y="91607"/>
                  <a:pt x="75474" y="92508"/>
                </a:cubicBezTo>
                <a:cubicBezTo>
                  <a:pt x="76996" y="93421"/>
                  <a:pt x="78717" y="93901"/>
                  <a:pt x="80485" y="93901"/>
                </a:cubicBezTo>
                <a:cubicBezTo>
                  <a:pt x="83072" y="93901"/>
                  <a:pt x="85554" y="92871"/>
                  <a:pt x="87380" y="91045"/>
                </a:cubicBezTo>
                <a:cubicBezTo>
                  <a:pt x="89218" y="89207"/>
                  <a:pt x="90237" y="86726"/>
                  <a:pt x="90237" y="84139"/>
                </a:cubicBezTo>
                <a:cubicBezTo>
                  <a:pt x="90237" y="81552"/>
                  <a:pt x="89218" y="79070"/>
                  <a:pt x="87380" y="77244"/>
                </a:cubicBezTo>
                <a:cubicBezTo>
                  <a:pt x="85554" y="75418"/>
                  <a:pt x="83072" y="74388"/>
                  <a:pt x="80485" y="74388"/>
                </a:cubicBezTo>
                <a:cubicBezTo>
                  <a:pt x="79829" y="74388"/>
                  <a:pt x="79173" y="74458"/>
                  <a:pt x="78542" y="74587"/>
                </a:cubicBezTo>
                <a:lnTo>
                  <a:pt x="70077" y="66120"/>
                </a:lnTo>
                <a:cubicBezTo>
                  <a:pt x="67630" y="63681"/>
                  <a:pt x="64412" y="62292"/>
                  <a:pt x="60970" y="6222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4" name="Красный — SVG 3">
            <a:extLst>
              <a:ext uri="{FF2B5EF4-FFF2-40B4-BE49-F238E27FC236}">
                <a16:creationId xmlns:a16="http://schemas.microsoft.com/office/drawing/2014/main" id="{3507F46D-73E4-7D45-AD80-689CF9E3AE77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21267 w 134695"/>
              <a:gd name="csY0" fmla="*/ 0 h 127685"/>
              <a:gd name="csX1" fmla="*/ 0 w 134695"/>
              <a:gd name="csY1" fmla="*/ 21264 h 127685"/>
              <a:gd name="csX2" fmla="*/ 0 w 134695"/>
              <a:gd name="csY2" fmla="*/ 24807 h 127685"/>
              <a:gd name="csX3" fmla="*/ 0 w 134695"/>
              <a:gd name="csY3" fmla="*/ 33668 h 127685"/>
              <a:gd name="csX4" fmla="*/ 0 w 134695"/>
              <a:gd name="csY4" fmla="*/ 106421 h 127685"/>
              <a:gd name="csX5" fmla="*/ 21267 w 134695"/>
              <a:gd name="csY5" fmla="*/ 127685 h 127685"/>
              <a:gd name="csX6" fmla="*/ 113428 w 134695"/>
              <a:gd name="csY6" fmla="*/ 127685 h 127685"/>
              <a:gd name="csX7" fmla="*/ 134695 w 134695"/>
              <a:gd name="csY7" fmla="*/ 106421 h 127685"/>
              <a:gd name="csX8" fmla="*/ 134695 w 134695"/>
              <a:gd name="csY8" fmla="*/ 33668 h 127685"/>
              <a:gd name="csX9" fmla="*/ 134695 w 134695"/>
              <a:gd name="csY9" fmla="*/ 24807 h 127685"/>
              <a:gd name="csX10" fmla="*/ 134695 w 134695"/>
              <a:gd name="csY10" fmla="*/ 21264 h 127685"/>
              <a:gd name="csX11" fmla="*/ 113428 w 134695"/>
              <a:gd name="csY11" fmla="*/ 0 h 127685"/>
              <a:gd name="csX12" fmla="*/ 21267 w 134695"/>
              <a:gd name="csY12" fmla="*/ 0 h 127685"/>
              <a:gd name="csX13" fmla="*/ 19497 w 134695"/>
              <a:gd name="csY13" fmla="*/ 14175 h 127685"/>
              <a:gd name="csX14" fmla="*/ 24806 w 134695"/>
              <a:gd name="csY14" fmla="*/ 19491 h 127685"/>
              <a:gd name="csX15" fmla="*/ 19497 w 134695"/>
              <a:gd name="csY15" fmla="*/ 24807 h 127685"/>
              <a:gd name="csX16" fmla="*/ 14172 w 134695"/>
              <a:gd name="csY16" fmla="*/ 19491 h 127685"/>
              <a:gd name="csX17" fmla="*/ 19497 w 134695"/>
              <a:gd name="csY17" fmla="*/ 14175 h 127685"/>
              <a:gd name="csX18" fmla="*/ 37209 w 134695"/>
              <a:gd name="csY18" fmla="*/ 14175 h 127685"/>
              <a:gd name="csX19" fmla="*/ 42534 w 134695"/>
              <a:gd name="csY19" fmla="*/ 19491 h 127685"/>
              <a:gd name="csX20" fmla="*/ 37209 w 134695"/>
              <a:gd name="csY20" fmla="*/ 24807 h 127685"/>
              <a:gd name="csX21" fmla="*/ 31900 w 134695"/>
              <a:gd name="csY21" fmla="*/ 19491 h 127685"/>
              <a:gd name="csX22" fmla="*/ 37209 w 134695"/>
              <a:gd name="csY22" fmla="*/ 14175 h 127685"/>
              <a:gd name="csX23" fmla="*/ 58475 w 134695"/>
              <a:gd name="csY23" fmla="*/ 14175 h 127685"/>
              <a:gd name="csX24" fmla="*/ 115198 w 134695"/>
              <a:gd name="csY24" fmla="*/ 14175 h 127685"/>
              <a:gd name="csX25" fmla="*/ 120506 w 134695"/>
              <a:gd name="csY25" fmla="*/ 19491 h 127685"/>
              <a:gd name="csX26" fmla="*/ 115198 w 134695"/>
              <a:gd name="csY26" fmla="*/ 24807 h 127685"/>
              <a:gd name="csX27" fmla="*/ 58475 w 134695"/>
              <a:gd name="csY27" fmla="*/ 24807 h 127685"/>
              <a:gd name="csX28" fmla="*/ 53167 w 134695"/>
              <a:gd name="csY28" fmla="*/ 19491 h 127685"/>
              <a:gd name="csX29" fmla="*/ 58475 w 134695"/>
              <a:gd name="csY29" fmla="*/ 14175 h 127685"/>
              <a:gd name="csX30" fmla="*/ 14172 w 134695"/>
              <a:gd name="csY30" fmla="*/ 38984 h 127685"/>
              <a:gd name="csX31" fmla="*/ 120506 w 134695"/>
              <a:gd name="csY31" fmla="*/ 38984 h 127685"/>
              <a:gd name="csX32" fmla="*/ 120506 w 134695"/>
              <a:gd name="csY32" fmla="*/ 106421 h 127685"/>
              <a:gd name="csX33" fmla="*/ 113428 w 134695"/>
              <a:gd name="csY33" fmla="*/ 113515 h 127685"/>
              <a:gd name="csX34" fmla="*/ 21267 w 134695"/>
              <a:gd name="csY34" fmla="*/ 113515 h 127685"/>
              <a:gd name="csX35" fmla="*/ 14172 w 134695"/>
              <a:gd name="csY35" fmla="*/ 106421 h 127685"/>
              <a:gd name="csX36" fmla="*/ 14172 w 134695"/>
              <a:gd name="csY36" fmla="*/ 38984 h 127685"/>
            </a:gdLst>
            <a:ahLst/>
            <a:cxnLst/>
            <a:rect l="l" t="t" r="r" b="b"/>
            <a:pathLst>
              <a:path w="100000" h="100000">
                <a:moveTo>
                  <a:pt x="15789" y="2602"/>
                </a:moveTo>
                <a:cubicBezTo>
                  <a:pt x="7074" y="2602"/>
                  <a:pt x="0" y="9669"/>
                  <a:pt x="0" y="18389"/>
                </a:cubicBezTo>
                <a:lnTo>
                  <a:pt x="0" y="21019"/>
                </a:lnTo>
                <a:lnTo>
                  <a:pt x="0" y="27598"/>
                </a:lnTo>
                <a:lnTo>
                  <a:pt x="0" y="81611"/>
                </a:lnTo>
                <a:cubicBezTo>
                  <a:pt x="0" y="90275"/>
                  <a:pt x="7136" y="97398"/>
                  <a:pt x="15789" y="97398"/>
                </a:cubicBezTo>
                <a:lnTo>
                  <a:pt x="84211" y="97398"/>
                </a:lnTo>
                <a:cubicBezTo>
                  <a:pt x="92864" y="97398"/>
                  <a:pt x="100000" y="90275"/>
                  <a:pt x="100000" y="81611"/>
                </a:cubicBezTo>
                <a:lnTo>
                  <a:pt x="100000" y="27598"/>
                </a:lnTo>
                <a:lnTo>
                  <a:pt x="100000" y="21019"/>
                </a:lnTo>
                <a:lnTo>
                  <a:pt x="100000" y="18389"/>
                </a:lnTo>
                <a:cubicBezTo>
                  <a:pt x="100000" y="9669"/>
                  <a:pt x="92926" y="2602"/>
                  <a:pt x="84211" y="2602"/>
                </a:cubicBezTo>
                <a:lnTo>
                  <a:pt x="15789" y="2602"/>
                </a:lnTo>
                <a:close/>
                <a:moveTo>
                  <a:pt x="14475" y="13126"/>
                </a:moveTo>
                <a:cubicBezTo>
                  <a:pt x="16648" y="13126"/>
                  <a:pt x="18416" y="14894"/>
                  <a:pt x="18416" y="17073"/>
                </a:cubicBezTo>
                <a:cubicBezTo>
                  <a:pt x="18416" y="19252"/>
                  <a:pt x="16648" y="21019"/>
                  <a:pt x="14475" y="21019"/>
                </a:cubicBezTo>
                <a:cubicBezTo>
                  <a:pt x="12290" y="21019"/>
                  <a:pt x="10522" y="19252"/>
                  <a:pt x="10522" y="17073"/>
                </a:cubicBezTo>
                <a:cubicBezTo>
                  <a:pt x="10522" y="14894"/>
                  <a:pt x="12290" y="13126"/>
                  <a:pt x="14475" y="13126"/>
                </a:cubicBezTo>
                <a:close/>
                <a:moveTo>
                  <a:pt x="27625" y="13126"/>
                </a:moveTo>
                <a:cubicBezTo>
                  <a:pt x="29810" y="13126"/>
                  <a:pt x="31578" y="14894"/>
                  <a:pt x="31578" y="17073"/>
                </a:cubicBezTo>
                <a:cubicBezTo>
                  <a:pt x="31578" y="19252"/>
                  <a:pt x="29810" y="21019"/>
                  <a:pt x="27625" y="21019"/>
                </a:cubicBezTo>
                <a:cubicBezTo>
                  <a:pt x="25452" y="21019"/>
                  <a:pt x="23683" y="19252"/>
                  <a:pt x="23683" y="17073"/>
                </a:cubicBezTo>
                <a:cubicBezTo>
                  <a:pt x="23683" y="14894"/>
                  <a:pt x="25452" y="13126"/>
                  <a:pt x="27625" y="13126"/>
                </a:cubicBezTo>
                <a:close/>
                <a:moveTo>
                  <a:pt x="43413" y="13126"/>
                </a:moveTo>
                <a:lnTo>
                  <a:pt x="85525" y="13126"/>
                </a:lnTo>
                <a:cubicBezTo>
                  <a:pt x="87697" y="13126"/>
                  <a:pt x="89466" y="14894"/>
                  <a:pt x="89466" y="17073"/>
                </a:cubicBezTo>
                <a:cubicBezTo>
                  <a:pt x="89466" y="19252"/>
                  <a:pt x="87697" y="21019"/>
                  <a:pt x="85525" y="21019"/>
                </a:cubicBezTo>
                <a:lnTo>
                  <a:pt x="43413" y="21019"/>
                </a:lnTo>
                <a:cubicBezTo>
                  <a:pt x="41241" y="21019"/>
                  <a:pt x="39472" y="19252"/>
                  <a:pt x="39472" y="17073"/>
                </a:cubicBezTo>
                <a:cubicBezTo>
                  <a:pt x="39472" y="14894"/>
                  <a:pt x="41241" y="13126"/>
                  <a:pt x="43413" y="13126"/>
                </a:cubicBezTo>
                <a:close/>
                <a:moveTo>
                  <a:pt x="10522" y="31545"/>
                </a:moveTo>
                <a:lnTo>
                  <a:pt x="89466" y="31545"/>
                </a:lnTo>
                <a:lnTo>
                  <a:pt x="89466" y="81611"/>
                </a:lnTo>
                <a:cubicBezTo>
                  <a:pt x="89466" y="84579"/>
                  <a:pt x="87180" y="86878"/>
                  <a:pt x="84211" y="86878"/>
                </a:cubicBezTo>
                <a:lnTo>
                  <a:pt x="15789" y="86878"/>
                </a:lnTo>
                <a:cubicBezTo>
                  <a:pt x="12820" y="86878"/>
                  <a:pt x="10522" y="84579"/>
                  <a:pt x="10522" y="81611"/>
                </a:cubicBezTo>
                <a:lnTo>
                  <a:pt x="10522" y="3154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5" name="Красный — SVG 4">
            <a:extLst>
              <a:ext uri="{FF2B5EF4-FFF2-40B4-BE49-F238E27FC236}">
                <a16:creationId xmlns:a16="http://schemas.microsoft.com/office/drawing/2014/main" id="{BD19715C-54D5-1C46-9EEA-34D4918557FA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93931 w 113428"/>
              <a:gd name="csY0" fmla="*/ 0 h 141753"/>
              <a:gd name="csX1" fmla="*/ 19497 w 113428"/>
              <a:gd name="csY1" fmla="*/ 0 h 141753"/>
              <a:gd name="csX2" fmla="*/ 0 w 113428"/>
              <a:gd name="csY2" fmla="*/ 19491 h 141753"/>
              <a:gd name="csX3" fmla="*/ 0 w 113428"/>
              <a:gd name="csY3" fmla="*/ 122259 h 141753"/>
              <a:gd name="csX4" fmla="*/ 19497 w 113428"/>
              <a:gd name="csY4" fmla="*/ 141754 h 141753"/>
              <a:gd name="csX5" fmla="*/ 93931 w 113428"/>
              <a:gd name="csY5" fmla="*/ 141754 h 141753"/>
              <a:gd name="csX6" fmla="*/ 113428 w 113428"/>
              <a:gd name="csY6" fmla="*/ 122259 h 141753"/>
              <a:gd name="csX7" fmla="*/ 113428 w 113428"/>
              <a:gd name="csY7" fmla="*/ 19491 h 141753"/>
              <a:gd name="csX8" fmla="*/ 93931 w 113428"/>
              <a:gd name="csY8" fmla="*/ 0 h 141753"/>
              <a:gd name="csX9" fmla="*/ 30131 w 113428"/>
              <a:gd name="csY9" fmla="*/ 116951 h 141753"/>
              <a:gd name="csX10" fmla="*/ 21267 w 113428"/>
              <a:gd name="csY10" fmla="*/ 108089 h 141753"/>
              <a:gd name="csX11" fmla="*/ 30131 w 113428"/>
              <a:gd name="csY11" fmla="*/ 99231 h 141753"/>
              <a:gd name="csX12" fmla="*/ 38995 w 113428"/>
              <a:gd name="csY12" fmla="*/ 108089 h 141753"/>
              <a:gd name="csX13" fmla="*/ 30131 w 113428"/>
              <a:gd name="csY13" fmla="*/ 116951 h 141753"/>
              <a:gd name="csX14" fmla="*/ 30131 w 113428"/>
              <a:gd name="csY14" fmla="*/ 92144 h 141753"/>
              <a:gd name="csX15" fmla="*/ 21267 w 113428"/>
              <a:gd name="csY15" fmla="*/ 83283 h 141753"/>
              <a:gd name="csX16" fmla="*/ 30131 w 113428"/>
              <a:gd name="csY16" fmla="*/ 74424 h 141753"/>
              <a:gd name="csX17" fmla="*/ 38995 w 113428"/>
              <a:gd name="csY17" fmla="*/ 83283 h 141753"/>
              <a:gd name="csX18" fmla="*/ 30131 w 113428"/>
              <a:gd name="csY18" fmla="*/ 92144 h 141753"/>
              <a:gd name="csX19" fmla="*/ 56706 w 113428"/>
              <a:gd name="csY19" fmla="*/ 116951 h 141753"/>
              <a:gd name="csX20" fmla="*/ 47842 w 113428"/>
              <a:gd name="csY20" fmla="*/ 108089 h 141753"/>
              <a:gd name="csX21" fmla="*/ 56706 w 113428"/>
              <a:gd name="csY21" fmla="*/ 99231 h 141753"/>
              <a:gd name="csX22" fmla="*/ 65570 w 113428"/>
              <a:gd name="csY22" fmla="*/ 108089 h 141753"/>
              <a:gd name="csX23" fmla="*/ 56706 w 113428"/>
              <a:gd name="csY23" fmla="*/ 116951 h 141753"/>
              <a:gd name="csX24" fmla="*/ 56706 w 113428"/>
              <a:gd name="csY24" fmla="*/ 92144 h 141753"/>
              <a:gd name="csX25" fmla="*/ 47842 w 113428"/>
              <a:gd name="csY25" fmla="*/ 83283 h 141753"/>
              <a:gd name="csX26" fmla="*/ 56706 w 113428"/>
              <a:gd name="csY26" fmla="*/ 74424 h 141753"/>
              <a:gd name="csX27" fmla="*/ 65570 w 113428"/>
              <a:gd name="csY27" fmla="*/ 83283 h 141753"/>
              <a:gd name="csX28" fmla="*/ 56706 w 113428"/>
              <a:gd name="csY28" fmla="*/ 92144 h 141753"/>
              <a:gd name="csX29" fmla="*/ 92162 w 113428"/>
              <a:gd name="csY29" fmla="*/ 108089 h 141753"/>
              <a:gd name="csX30" fmla="*/ 83298 w 113428"/>
              <a:gd name="csY30" fmla="*/ 116951 h 141753"/>
              <a:gd name="csX31" fmla="*/ 74434 w 113428"/>
              <a:gd name="csY31" fmla="*/ 108089 h 141753"/>
              <a:gd name="csX32" fmla="*/ 74434 w 113428"/>
              <a:gd name="csY32" fmla="*/ 83283 h 141753"/>
              <a:gd name="csX33" fmla="*/ 83298 w 113428"/>
              <a:gd name="csY33" fmla="*/ 74424 h 141753"/>
              <a:gd name="csX34" fmla="*/ 92162 w 113428"/>
              <a:gd name="csY34" fmla="*/ 83283 h 141753"/>
              <a:gd name="csX35" fmla="*/ 92162 w 113428"/>
              <a:gd name="csY35" fmla="*/ 108089 h 141753"/>
              <a:gd name="csX36" fmla="*/ 92162 w 113428"/>
              <a:gd name="csY36" fmla="*/ 51530 h 141753"/>
              <a:gd name="csX37" fmla="*/ 83434 w 113428"/>
              <a:gd name="csY37" fmla="*/ 60248 h 141753"/>
              <a:gd name="csX38" fmla="*/ 29994 w 113428"/>
              <a:gd name="csY38" fmla="*/ 60248 h 141753"/>
              <a:gd name="csX39" fmla="*/ 21267 w 113428"/>
              <a:gd name="csY39" fmla="*/ 51530 h 141753"/>
              <a:gd name="csX40" fmla="*/ 21267 w 113428"/>
              <a:gd name="csY40" fmla="*/ 33525 h 141753"/>
              <a:gd name="csX41" fmla="*/ 29994 w 113428"/>
              <a:gd name="csY41" fmla="*/ 24807 h 141753"/>
              <a:gd name="csX42" fmla="*/ 83434 w 113428"/>
              <a:gd name="csY42" fmla="*/ 24807 h 141753"/>
              <a:gd name="csX43" fmla="*/ 92162 w 113428"/>
              <a:gd name="csY43" fmla="*/ 33525 h 141753"/>
              <a:gd name="csX44" fmla="*/ 92162 w 113428"/>
              <a:gd name="csY44" fmla="*/ 51530 h 141753"/>
            </a:gdLst>
            <a:ahLst/>
            <a:cxnLst/>
            <a:rect l="l" t="t" r="r" b="b"/>
            <a:pathLst>
              <a:path w="100000" h="100000">
                <a:moveTo>
                  <a:pt x="76255" y="0"/>
                </a:moveTo>
                <a:lnTo>
                  <a:pt x="23745" y="0"/>
                </a:lnTo>
                <a:cubicBezTo>
                  <a:pt x="16160" y="0"/>
                  <a:pt x="9991" y="6168"/>
                  <a:pt x="9991" y="13750"/>
                </a:cubicBezTo>
                <a:lnTo>
                  <a:pt x="9991" y="86248"/>
                </a:lnTo>
                <a:cubicBezTo>
                  <a:pt x="9991" y="93832"/>
                  <a:pt x="16160" y="100001"/>
                  <a:pt x="23745" y="100001"/>
                </a:cubicBezTo>
                <a:lnTo>
                  <a:pt x="76255" y="100001"/>
                </a:lnTo>
                <a:cubicBezTo>
                  <a:pt x="83829" y="100001"/>
                  <a:pt x="90009" y="93832"/>
                  <a:pt x="90009" y="86248"/>
                </a:cubicBezTo>
                <a:lnTo>
                  <a:pt x="90009" y="13750"/>
                </a:lnTo>
                <a:cubicBezTo>
                  <a:pt x="90009" y="6168"/>
                  <a:pt x="83829" y="0"/>
                  <a:pt x="76255" y="0"/>
                </a:cubicBezTo>
                <a:close/>
                <a:moveTo>
                  <a:pt x="31247" y="82503"/>
                </a:moveTo>
                <a:cubicBezTo>
                  <a:pt x="27790" y="82503"/>
                  <a:pt x="24994" y="79708"/>
                  <a:pt x="24994" y="76252"/>
                </a:cubicBezTo>
                <a:cubicBezTo>
                  <a:pt x="24994" y="72801"/>
                  <a:pt x="27790" y="70003"/>
                  <a:pt x="31247" y="70003"/>
                </a:cubicBezTo>
                <a:cubicBezTo>
                  <a:pt x="34704" y="70003"/>
                  <a:pt x="37500" y="72801"/>
                  <a:pt x="37500" y="76252"/>
                </a:cubicBezTo>
                <a:cubicBezTo>
                  <a:pt x="37500" y="79708"/>
                  <a:pt x="34704" y="82503"/>
                  <a:pt x="31247" y="82503"/>
                </a:cubicBezTo>
                <a:close/>
                <a:moveTo>
                  <a:pt x="31247" y="65003"/>
                </a:moveTo>
                <a:cubicBezTo>
                  <a:pt x="27790" y="65003"/>
                  <a:pt x="24994" y="62205"/>
                  <a:pt x="24994" y="58752"/>
                </a:cubicBezTo>
                <a:cubicBezTo>
                  <a:pt x="24994" y="55300"/>
                  <a:pt x="27790" y="52503"/>
                  <a:pt x="31247" y="52503"/>
                </a:cubicBezTo>
                <a:cubicBezTo>
                  <a:pt x="34704" y="52503"/>
                  <a:pt x="37500" y="55300"/>
                  <a:pt x="37500" y="58752"/>
                </a:cubicBezTo>
                <a:cubicBezTo>
                  <a:pt x="37500" y="62205"/>
                  <a:pt x="34704" y="65003"/>
                  <a:pt x="31247" y="65003"/>
                </a:cubicBezTo>
                <a:close/>
                <a:moveTo>
                  <a:pt x="49994" y="82503"/>
                </a:moveTo>
                <a:cubicBezTo>
                  <a:pt x="46550" y="82503"/>
                  <a:pt x="43741" y="79708"/>
                  <a:pt x="43741" y="76252"/>
                </a:cubicBezTo>
                <a:cubicBezTo>
                  <a:pt x="43741" y="72801"/>
                  <a:pt x="46550" y="70003"/>
                  <a:pt x="49994" y="70003"/>
                </a:cubicBezTo>
                <a:cubicBezTo>
                  <a:pt x="53450" y="70003"/>
                  <a:pt x="56247" y="72801"/>
                  <a:pt x="56247" y="76252"/>
                </a:cubicBezTo>
                <a:cubicBezTo>
                  <a:pt x="56247" y="79708"/>
                  <a:pt x="53450" y="82503"/>
                  <a:pt x="49994" y="82503"/>
                </a:cubicBezTo>
                <a:close/>
                <a:moveTo>
                  <a:pt x="49994" y="65003"/>
                </a:moveTo>
                <a:cubicBezTo>
                  <a:pt x="46550" y="65003"/>
                  <a:pt x="43741" y="62205"/>
                  <a:pt x="43741" y="58752"/>
                </a:cubicBezTo>
                <a:cubicBezTo>
                  <a:pt x="43741" y="55300"/>
                  <a:pt x="46550" y="52503"/>
                  <a:pt x="49994" y="52503"/>
                </a:cubicBezTo>
                <a:cubicBezTo>
                  <a:pt x="53450" y="52503"/>
                  <a:pt x="56247" y="55300"/>
                  <a:pt x="56247" y="58752"/>
                </a:cubicBezTo>
                <a:cubicBezTo>
                  <a:pt x="56247" y="62205"/>
                  <a:pt x="53450" y="65003"/>
                  <a:pt x="49994" y="65003"/>
                </a:cubicBezTo>
                <a:close/>
                <a:moveTo>
                  <a:pt x="75007" y="76252"/>
                </a:moveTo>
                <a:cubicBezTo>
                  <a:pt x="75007" y="79708"/>
                  <a:pt x="72210" y="82503"/>
                  <a:pt x="68754" y="82503"/>
                </a:cubicBezTo>
                <a:cubicBezTo>
                  <a:pt x="65297" y="82503"/>
                  <a:pt x="62501" y="79708"/>
                  <a:pt x="62501" y="76252"/>
                </a:cubicBezTo>
                <a:cubicBezTo>
                  <a:pt x="62501" y="73871"/>
                  <a:pt x="62501" y="61140"/>
                  <a:pt x="62501" y="58752"/>
                </a:cubicBezTo>
                <a:cubicBezTo>
                  <a:pt x="62501" y="55300"/>
                  <a:pt x="65297" y="52503"/>
                  <a:pt x="68754" y="52503"/>
                </a:cubicBezTo>
                <a:cubicBezTo>
                  <a:pt x="72210" y="52503"/>
                  <a:pt x="75007" y="55300"/>
                  <a:pt x="75007" y="58752"/>
                </a:cubicBezTo>
                <a:cubicBezTo>
                  <a:pt x="75007" y="61140"/>
                  <a:pt x="75007" y="73871"/>
                  <a:pt x="75007" y="76252"/>
                </a:cubicBezTo>
                <a:close/>
                <a:moveTo>
                  <a:pt x="75007" y="36352"/>
                </a:moveTo>
                <a:cubicBezTo>
                  <a:pt x="75007" y="39744"/>
                  <a:pt x="72246" y="42502"/>
                  <a:pt x="68850" y="42502"/>
                </a:cubicBezTo>
                <a:lnTo>
                  <a:pt x="31150" y="42502"/>
                </a:lnTo>
                <a:cubicBezTo>
                  <a:pt x="27754" y="42502"/>
                  <a:pt x="24994" y="39742"/>
                  <a:pt x="24994" y="36352"/>
                </a:cubicBezTo>
                <a:lnTo>
                  <a:pt x="24994" y="23650"/>
                </a:lnTo>
                <a:cubicBezTo>
                  <a:pt x="24994" y="20258"/>
                  <a:pt x="27754" y="17500"/>
                  <a:pt x="31150" y="17500"/>
                </a:cubicBezTo>
                <a:lnTo>
                  <a:pt x="68850" y="17500"/>
                </a:lnTo>
                <a:cubicBezTo>
                  <a:pt x="72246" y="17500"/>
                  <a:pt x="75007" y="20261"/>
                  <a:pt x="75007" y="23650"/>
                </a:cubicBezTo>
                <a:lnTo>
                  <a:pt x="75007" y="3635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6" name="Красный — SVG 5">
            <a:extLst>
              <a:ext uri="{FF2B5EF4-FFF2-40B4-BE49-F238E27FC236}">
                <a16:creationId xmlns:a16="http://schemas.microsoft.com/office/drawing/2014/main" id="{C7A7BD9D-49EF-1640-B77F-8651D05A1C26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24380 w 99241"/>
              <a:gd name="csY0" fmla="*/ 141090 h 141760"/>
              <a:gd name="csX1" fmla="*/ 16758 w 99241"/>
              <a:gd name="csY1" fmla="*/ 138657 h 141760"/>
              <a:gd name="csX2" fmla="*/ 1514 w 99241"/>
              <a:gd name="csY2" fmla="*/ 121612 h 141760"/>
              <a:gd name="csX3" fmla="*/ 17523 w 99241"/>
              <a:gd name="csY3" fmla="*/ 50956 h 141760"/>
              <a:gd name="csX4" fmla="*/ 67169 w 99241"/>
              <a:gd name="csY4" fmla="*/ 962 h 141760"/>
              <a:gd name="csX5" fmla="*/ 88810 w 99241"/>
              <a:gd name="csY5" fmla="*/ 6476 h 141760"/>
              <a:gd name="csX6" fmla="*/ 94594 w 99241"/>
              <a:gd name="csY6" fmla="*/ 12295 h 141760"/>
              <a:gd name="csX7" fmla="*/ 96432 w 99241"/>
              <a:gd name="csY7" fmla="*/ 32960 h 141760"/>
              <a:gd name="csX8" fmla="*/ 87704 w 99241"/>
              <a:gd name="csY8" fmla="*/ 45793 h 141760"/>
              <a:gd name="csX9" fmla="*/ 71184 w 99241"/>
              <a:gd name="csY9" fmla="*/ 51604 h 141760"/>
              <a:gd name="csX10" fmla="*/ 57896 w 99241"/>
              <a:gd name="csY10" fmla="*/ 47175 h 141760"/>
              <a:gd name="csX11" fmla="*/ 52707 w 99241"/>
              <a:gd name="csY11" fmla="*/ 48097 h 141760"/>
              <a:gd name="csX12" fmla="*/ 38944 w 99241"/>
              <a:gd name="csY12" fmla="*/ 64614 h 141760"/>
              <a:gd name="csX13" fmla="*/ 31645 w 99241"/>
              <a:gd name="csY13" fmla="*/ 84341 h 141760"/>
              <a:gd name="csX14" fmla="*/ 33312 w 99241"/>
              <a:gd name="csY14" fmla="*/ 89071 h 141760"/>
              <a:gd name="csX15" fmla="*/ 44694 w 99241"/>
              <a:gd name="csY15" fmla="*/ 99873 h 141760"/>
              <a:gd name="csX16" fmla="*/ 48335 w 99241"/>
              <a:gd name="csY16" fmla="*/ 118074 h 141760"/>
              <a:gd name="csX17" fmla="*/ 42244 w 99241"/>
              <a:gd name="csY17" fmla="*/ 132448 h 141760"/>
              <a:gd name="csX18" fmla="*/ 24380 w 99241"/>
              <a:gd name="csY18" fmla="*/ 141090 h 141760"/>
            </a:gdLst>
            <a:ahLst/>
            <a:cxnLst/>
            <a:rect l="l" t="t" r="r" b="b"/>
            <a:pathLst>
              <a:path w="100000" h="100000">
                <a:moveTo>
                  <a:pt x="32195" y="99527"/>
                </a:moveTo>
                <a:lnTo>
                  <a:pt x="26818" y="97811"/>
                </a:lnTo>
                <a:cubicBezTo>
                  <a:pt x="21477" y="96095"/>
                  <a:pt x="17385" y="91523"/>
                  <a:pt x="16065" y="85787"/>
                </a:cubicBezTo>
                <a:cubicBezTo>
                  <a:pt x="12932" y="72143"/>
                  <a:pt x="16689" y="55528"/>
                  <a:pt x="27358" y="35945"/>
                </a:cubicBezTo>
                <a:cubicBezTo>
                  <a:pt x="38003" y="16392"/>
                  <a:pt x="49681" y="4639"/>
                  <a:pt x="62379" y="679"/>
                </a:cubicBezTo>
                <a:cubicBezTo>
                  <a:pt x="67756" y="-999"/>
                  <a:pt x="73564" y="483"/>
                  <a:pt x="77645" y="4568"/>
                </a:cubicBezTo>
                <a:lnTo>
                  <a:pt x="81725" y="8673"/>
                </a:lnTo>
                <a:cubicBezTo>
                  <a:pt x="85541" y="12504"/>
                  <a:pt x="86094" y="18735"/>
                  <a:pt x="83022" y="23251"/>
                </a:cubicBezTo>
                <a:lnTo>
                  <a:pt x="76865" y="32303"/>
                </a:lnTo>
                <a:cubicBezTo>
                  <a:pt x="74212" y="36188"/>
                  <a:pt x="69520" y="37840"/>
                  <a:pt x="65211" y="36402"/>
                </a:cubicBezTo>
                <a:lnTo>
                  <a:pt x="55838" y="33278"/>
                </a:lnTo>
                <a:cubicBezTo>
                  <a:pt x="54590" y="32860"/>
                  <a:pt x="53185" y="33081"/>
                  <a:pt x="52177" y="33928"/>
                </a:cubicBezTo>
                <a:cubicBezTo>
                  <a:pt x="48361" y="37131"/>
                  <a:pt x="45132" y="41015"/>
                  <a:pt x="42469" y="45580"/>
                </a:cubicBezTo>
                <a:cubicBezTo>
                  <a:pt x="39816" y="50156"/>
                  <a:pt x="38100" y="54793"/>
                  <a:pt x="37320" y="59496"/>
                </a:cubicBezTo>
                <a:cubicBezTo>
                  <a:pt x="37116" y="60725"/>
                  <a:pt x="37584" y="61976"/>
                  <a:pt x="38496" y="62832"/>
                </a:cubicBezTo>
                <a:lnTo>
                  <a:pt x="46525" y="70452"/>
                </a:lnTo>
                <a:cubicBezTo>
                  <a:pt x="49933" y="73679"/>
                  <a:pt x="50965" y="78875"/>
                  <a:pt x="49093" y="83291"/>
                </a:cubicBezTo>
                <a:lnTo>
                  <a:pt x="44796" y="93431"/>
                </a:lnTo>
                <a:cubicBezTo>
                  <a:pt x="42625" y="98531"/>
                  <a:pt x="37248" y="101135"/>
                  <a:pt x="32195" y="9952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7" name="Красный — SVG 6">
            <a:extLst>
              <a:ext uri="{FF2B5EF4-FFF2-40B4-BE49-F238E27FC236}">
                <a16:creationId xmlns:a16="http://schemas.microsoft.com/office/drawing/2014/main" id="{071CB0FB-F0E6-E348-AA64-4DB2AE402EE0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138234 w 170134"/>
              <a:gd name="csY0" fmla="*/ 46071 h 109857"/>
              <a:gd name="csX1" fmla="*/ 136192 w 170134"/>
              <a:gd name="csY1" fmla="*/ 46071 h 109857"/>
              <a:gd name="csX2" fmla="*/ 85067 w 170134"/>
              <a:gd name="csY2" fmla="*/ 0 h 109857"/>
              <a:gd name="csX3" fmla="*/ 33942 w 170134"/>
              <a:gd name="csY3" fmla="*/ 46071 h 109857"/>
              <a:gd name="csX4" fmla="*/ 31900 w 170134"/>
              <a:gd name="csY4" fmla="*/ 46071 h 109857"/>
              <a:gd name="csX5" fmla="*/ 0 w 170134"/>
              <a:gd name="csY5" fmla="*/ 77967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7 h 109857"/>
              <a:gd name="csX9" fmla="*/ 138234 w 170134"/>
              <a:gd name="csY9" fmla="*/ 46071 h 109857"/>
            </a:gdLst>
            <a:ahLst/>
            <a:cxnLst/>
            <a:rect l="l" t="t" r="r" b="b"/>
            <a:pathLst>
              <a:path w="100000" h="100000">
                <a:moveTo>
                  <a:pt x="81250" y="44794"/>
                </a:moveTo>
                <a:lnTo>
                  <a:pt x="80050" y="44794"/>
                </a:lnTo>
                <a:cubicBezTo>
                  <a:pt x="78480" y="29603"/>
                  <a:pt x="65600" y="17715"/>
                  <a:pt x="50000" y="17715"/>
                </a:cubicBezTo>
                <a:cubicBezTo>
                  <a:pt x="34400" y="17715"/>
                  <a:pt x="21520" y="29603"/>
                  <a:pt x="19950" y="44794"/>
                </a:cubicBezTo>
                <a:lnTo>
                  <a:pt x="18750" y="44794"/>
                </a:lnTo>
                <a:cubicBezTo>
                  <a:pt x="8410" y="44794"/>
                  <a:pt x="0" y="53206"/>
                  <a:pt x="0" y="63541"/>
                </a:cubicBezTo>
                <a:cubicBezTo>
                  <a:pt x="0" y="73877"/>
                  <a:pt x="8410" y="82286"/>
                  <a:pt x="18750" y="82286"/>
                </a:cubicBezTo>
                <a:lnTo>
                  <a:pt x="81250" y="82286"/>
                </a:lnTo>
                <a:cubicBezTo>
                  <a:pt x="91590" y="82286"/>
                  <a:pt x="100000" y="73877"/>
                  <a:pt x="100000" y="63541"/>
                </a:cubicBezTo>
                <a:cubicBezTo>
                  <a:pt x="100000" y="53206"/>
                  <a:pt x="91590" y="44794"/>
                  <a:pt x="81250" y="4479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8" name="Красный — SVG 7">
            <a:extLst>
              <a:ext uri="{FF2B5EF4-FFF2-40B4-BE49-F238E27FC236}">
                <a16:creationId xmlns:a16="http://schemas.microsoft.com/office/drawing/2014/main" id="{27D9F6A0-0D72-D14A-8E20-9FF36CE76692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19497 w 143806"/>
              <a:gd name="csY0" fmla="*/ 0 h 141908"/>
              <a:gd name="csX1" fmla="*/ 0 w 143806"/>
              <a:gd name="csY1" fmla="*/ 19491 h 141908"/>
              <a:gd name="csX2" fmla="*/ 0 w 143806"/>
              <a:gd name="csY2" fmla="*/ 106319 h 141908"/>
              <a:gd name="csX3" fmla="*/ 21267 w 143806"/>
              <a:gd name="csY3" fmla="*/ 127583 h 141908"/>
              <a:gd name="csX4" fmla="*/ 94033 w 143806"/>
              <a:gd name="csY4" fmla="*/ 127583 h 141908"/>
              <a:gd name="csX5" fmla="*/ 93897 w 143806"/>
              <a:gd name="csY5" fmla="*/ 127090 h 141908"/>
              <a:gd name="csX6" fmla="*/ 91396 w 143806"/>
              <a:gd name="csY6" fmla="*/ 113413 h 141908"/>
              <a:gd name="csX7" fmla="*/ 21267 w 143806"/>
              <a:gd name="csY7" fmla="*/ 113413 h 141908"/>
              <a:gd name="csX8" fmla="*/ 14172 w 143806"/>
              <a:gd name="csY8" fmla="*/ 106319 h 141908"/>
              <a:gd name="csX9" fmla="*/ 14172 w 143806"/>
              <a:gd name="csY9" fmla="*/ 31896 h 141908"/>
              <a:gd name="csX10" fmla="*/ 120506 w 143806"/>
              <a:gd name="csY10" fmla="*/ 31896 h 141908"/>
              <a:gd name="csX11" fmla="*/ 120506 w 143806"/>
              <a:gd name="csY11" fmla="*/ 77207 h 141908"/>
              <a:gd name="csX12" fmla="*/ 134695 w 143806"/>
              <a:gd name="csY12" fmla="*/ 88233 h 141908"/>
              <a:gd name="csX13" fmla="*/ 134695 w 143806"/>
              <a:gd name="csY13" fmla="*/ 19491 h 141908"/>
              <a:gd name="csX14" fmla="*/ 115198 w 143806"/>
              <a:gd name="csY14" fmla="*/ 0 h 141908"/>
              <a:gd name="csX15" fmla="*/ 19497 w 143806"/>
              <a:gd name="csY15" fmla="*/ 0 h 141908"/>
              <a:gd name="csX16" fmla="*/ 19497 w 143806"/>
              <a:gd name="csY16" fmla="*/ 10632 h 141908"/>
              <a:gd name="csX17" fmla="*/ 24806 w 143806"/>
              <a:gd name="csY17" fmla="*/ 15948 h 141908"/>
              <a:gd name="csX18" fmla="*/ 19497 w 143806"/>
              <a:gd name="csY18" fmla="*/ 21264 h 141908"/>
              <a:gd name="csX19" fmla="*/ 14172 w 143806"/>
              <a:gd name="csY19" fmla="*/ 15948 h 141908"/>
              <a:gd name="csX20" fmla="*/ 19497 w 143806"/>
              <a:gd name="csY20" fmla="*/ 10632 h 141908"/>
              <a:gd name="csX21" fmla="*/ 37209 w 143806"/>
              <a:gd name="csY21" fmla="*/ 10632 h 141908"/>
              <a:gd name="csX22" fmla="*/ 42534 w 143806"/>
              <a:gd name="csY22" fmla="*/ 15948 h 141908"/>
              <a:gd name="csX23" fmla="*/ 37209 w 143806"/>
              <a:gd name="csY23" fmla="*/ 21264 h 141908"/>
              <a:gd name="csX24" fmla="*/ 31900 w 143806"/>
              <a:gd name="csY24" fmla="*/ 15948 h 141908"/>
              <a:gd name="csX25" fmla="*/ 37209 w 143806"/>
              <a:gd name="csY25" fmla="*/ 10632 h 141908"/>
              <a:gd name="csX26" fmla="*/ 98984 w 143806"/>
              <a:gd name="csY26" fmla="*/ 70887 h 141908"/>
              <a:gd name="csX27" fmla="*/ 95258 w 143806"/>
              <a:gd name="csY27" fmla="*/ 71814 h 141908"/>
              <a:gd name="csX28" fmla="*/ 92264 w 143806"/>
              <a:gd name="csY28" fmla="*/ 78487 h 141908"/>
              <a:gd name="csX29" fmla="*/ 100873 w 143806"/>
              <a:gd name="csY29" fmla="*/ 125831 h 141908"/>
              <a:gd name="csX30" fmla="*/ 106096 w 143806"/>
              <a:gd name="csY30" fmla="*/ 131020 h 141908"/>
              <a:gd name="csX31" fmla="*/ 107219 w 143806"/>
              <a:gd name="csY31" fmla="*/ 131122 h 141908"/>
              <a:gd name="csX32" fmla="*/ 112799 w 143806"/>
              <a:gd name="csY32" fmla="*/ 127924 h 141908"/>
              <a:gd name="csX33" fmla="*/ 117750 w 143806"/>
              <a:gd name="csY33" fmla="*/ 119044 h 141908"/>
              <a:gd name="csX34" fmla="*/ 130170 w 143806"/>
              <a:gd name="csY34" fmla="*/ 139219 h 141908"/>
              <a:gd name="csX35" fmla="*/ 131565 w 143806"/>
              <a:gd name="csY35" fmla="*/ 140818 h 141908"/>
              <a:gd name="csX36" fmla="*/ 133470 w 143806"/>
              <a:gd name="csY36" fmla="*/ 141737 h 141908"/>
              <a:gd name="csX37" fmla="*/ 135580 w 143806"/>
              <a:gd name="csY37" fmla="*/ 141839 h 141908"/>
              <a:gd name="csX38" fmla="*/ 137571 w 143806"/>
              <a:gd name="csY38" fmla="*/ 141124 h 141908"/>
              <a:gd name="csX39" fmla="*/ 139119 w 143806"/>
              <a:gd name="csY39" fmla="*/ 139678 h 141908"/>
              <a:gd name="csX40" fmla="*/ 139969 w 143806"/>
              <a:gd name="csY40" fmla="*/ 137739 h 141908"/>
              <a:gd name="csX41" fmla="*/ 140003 w 143806"/>
              <a:gd name="csY41" fmla="*/ 135630 h 141908"/>
              <a:gd name="csX42" fmla="*/ 139221 w 143806"/>
              <a:gd name="csY42" fmla="*/ 133656 h 141908"/>
              <a:gd name="csX43" fmla="*/ 126750 w 143806"/>
              <a:gd name="csY43" fmla="*/ 113413 h 141908"/>
              <a:gd name="csX44" fmla="*/ 137417 w 143806"/>
              <a:gd name="csY44" fmla="*/ 113413 h 141908"/>
              <a:gd name="csX45" fmla="*/ 143474 w 143806"/>
              <a:gd name="csY45" fmla="*/ 109518 h 141908"/>
              <a:gd name="csX46" fmla="*/ 141313 w 143806"/>
              <a:gd name="csY46" fmla="*/ 102361 h 141908"/>
              <a:gd name="csX47" fmla="*/ 102574 w 143806"/>
              <a:gd name="csY47" fmla="*/ 72236 h 141908"/>
              <a:gd name="csX48" fmla="*/ 98984 w 143806"/>
              <a:gd name="csY48" fmla="*/ 70887 h 141908"/>
            </a:gdLst>
            <a:ahLst/>
            <a:cxnLst/>
            <a:rect l="l" t="t" r="r" b="b"/>
            <a:pathLst>
              <a:path w="100000" h="100000">
                <a:moveTo>
                  <a:pt x="13558" y="660"/>
                </a:moveTo>
                <a:cubicBezTo>
                  <a:pt x="6081" y="660"/>
                  <a:pt x="0" y="6742"/>
                  <a:pt x="0" y="14214"/>
                </a:cubicBezTo>
                <a:lnTo>
                  <a:pt x="0" y="74592"/>
                </a:lnTo>
                <a:cubicBezTo>
                  <a:pt x="0" y="82743"/>
                  <a:pt x="6637" y="89379"/>
                  <a:pt x="14789" y="89379"/>
                </a:cubicBezTo>
                <a:lnTo>
                  <a:pt x="65389" y="89379"/>
                </a:lnTo>
                <a:cubicBezTo>
                  <a:pt x="65353" y="89261"/>
                  <a:pt x="65318" y="89154"/>
                  <a:pt x="65294" y="89036"/>
                </a:cubicBezTo>
                <a:lnTo>
                  <a:pt x="63555" y="79525"/>
                </a:lnTo>
                <a:lnTo>
                  <a:pt x="14789" y="79525"/>
                </a:lnTo>
                <a:cubicBezTo>
                  <a:pt x="12068" y="79525"/>
                  <a:pt x="9855" y="77313"/>
                  <a:pt x="9855" y="74592"/>
                </a:cubicBezTo>
                <a:lnTo>
                  <a:pt x="9855" y="22840"/>
                </a:lnTo>
                <a:lnTo>
                  <a:pt x="83798" y="22840"/>
                </a:lnTo>
                <a:lnTo>
                  <a:pt x="83798" y="54348"/>
                </a:lnTo>
                <a:lnTo>
                  <a:pt x="93664" y="62015"/>
                </a:lnTo>
                <a:lnTo>
                  <a:pt x="93664" y="14214"/>
                </a:lnTo>
                <a:cubicBezTo>
                  <a:pt x="93664" y="6742"/>
                  <a:pt x="87571" y="660"/>
                  <a:pt x="80107" y="660"/>
                </a:cubicBezTo>
                <a:lnTo>
                  <a:pt x="13558" y="660"/>
                </a:lnTo>
                <a:close/>
                <a:moveTo>
                  <a:pt x="13558" y="8053"/>
                </a:moveTo>
                <a:cubicBezTo>
                  <a:pt x="15593" y="8053"/>
                  <a:pt x="17250" y="9710"/>
                  <a:pt x="17250" y="11750"/>
                </a:cubicBezTo>
                <a:cubicBezTo>
                  <a:pt x="17250" y="13790"/>
                  <a:pt x="15593" y="15447"/>
                  <a:pt x="13558" y="15447"/>
                </a:cubicBezTo>
                <a:cubicBezTo>
                  <a:pt x="11511" y="15447"/>
                  <a:pt x="9855" y="13790"/>
                  <a:pt x="9855" y="11750"/>
                </a:cubicBezTo>
                <a:cubicBezTo>
                  <a:pt x="9855" y="9710"/>
                  <a:pt x="11511" y="8053"/>
                  <a:pt x="13558" y="8053"/>
                </a:cubicBezTo>
                <a:close/>
                <a:moveTo>
                  <a:pt x="25874" y="8053"/>
                </a:moveTo>
                <a:cubicBezTo>
                  <a:pt x="27921" y="8053"/>
                  <a:pt x="29577" y="9710"/>
                  <a:pt x="29577" y="11750"/>
                </a:cubicBezTo>
                <a:cubicBezTo>
                  <a:pt x="29577" y="13790"/>
                  <a:pt x="27921" y="15447"/>
                  <a:pt x="25874" y="15447"/>
                </a:cubicBezTo>
                <a:cubicBezTo>
                  <a:pt x="23839" y="15447"/>
                  <a:pt x="22183" y="13790"/>
                  <a:pt x="22183" y="11750"/>
                </a:cubicBezTo>
                <a:cubicBezTo>
                  <a:pt x="22183" y="9710"/>
                  <a:pt x="23839" y="8053"/>
                  <a:pt x="25874" y="8053"/>
                </a:cubicBezTo>
                <a:close/>
                <a:moveTo>
                  <a:pt x="68832" y="49953"/>
                </a:moveTo>
                <a:cubicBezTo>
                  <a:pt x="67944" y="49901"/>
                  <a:pt x="67045" y="50117"/>
                  <a:pt x="66241" y="50598"/>
                </a:cubicBezTo>
                <a:cubicBezTo>
                  <a:pt x="64655" y="51562"/>
                  <a:pt x="63827" y="53405"/>
                  <a:pt x="64159" y="55238"/>
                </a:cubicBezTo>
                <a:lnTo>
                  <a:pt x="70145" y="88160"/>
                </a:lnTo>
                <a:cubicBezTo>
                  <a:pt x="70476" y="90006"/>
                  <a:pt x="71932" y="91449"/>
                  <a:pt x="73777" y="91769"/>
                </a:cubicBezTo>
                <a:cubicBezTo>
                  <a:pt x="74037" y="91816"/>
                  <a:pt x="74309" y="91840"/>
                  <a:pt x="74558" y="91840"/>
                </a:cubicBezTo>
                <a:cubicBezTo>
                  <a:pt x="76143" y="91840"/>
                  <a:pt x="77622" y="91012"/>
                  <a:pt x="78438" y="89616"/>
                </a:cubicBezTo>
                <a:lnTo>
                  <a:pt x="81881" y="83441"/>
                </a:lnTo>
                <a:lnTo>
                  <a:pt x="90518" y="97470"/>
                </a:lnTo>
                <a:cubicBezTo>
                  <a:pt x="90754" y="97908"/>
                  <a:pt x="91085" y="98287"/>
                  <a:pt x="91488" y="98582"/>
                </a:cubicBezTo>
                <a:cubicBezTo>
                  <a:pt x="91878" y="98878"/>
                  <a:pt x="92328" y="99102"/>
                  <a:pt x="92813" y="99221"/>
                </a:cubicBezTo>
                <a:cubicBezTo>
                  <a:pt x="93286" y="99351"/>
                  <a:pt x="93783" y="99375"/>
                  <a:pt x="94280" y="99292"/>
                </a:cubicBezTo>
                <a:cubicBezTo>
                  <a:pt x="94765" y="99221"/>
                  <a:pt x="95238" y="99055"/>
                  <a:pt x="95664" y="98795"/>
                </a:cubicBezTo>
                <a:cubicBezTo>
                  <a:pt x="96078" y="98535"/>
                  <a:pt x="96445" y="98192"/>
                  <a:pt x="96741" y="97789"/>
                </a:cubicBezTo>
                <a:cubicBezTo>
                  <a:pt x="97024" y="97387"/>
                  <a:pt x="97225" y="96926"/>
                  <a:pt x="97332" y="96441"/>
                </a:cubicBezTo>
                <a:cubicBezTo>
                  <a:pt x="97439" y="95956"/>
                  <a:pt x="97451" y="95459"/>
                  <a:pt x="97355" y="94974"/>
                </a:cubicBezTo>
                <a:cubicBezTo>
                  <a:pt x="97273" y="94477"/>
                  <a:pt x="97084" y="94016"/>
                  <a:pt x="96812" y="93602"/>
                </a:cubicBezTo>
                <a:lnTo>
                  <a:pt x="88140" y="79525"/>
                </a:lnTo>
                <a:lnTo>
                  <a:pt x="95557" y="79525"/>
                </a:lnTo>
                <a:cubicBezTo>
                  <a:pt x="97462" y="79502"/>
                  <a:pt x="99154" y="78626"/>
                  <a:pt x="99769" y="76817"/>
                </a:cubicBezTo>
                <a:cubicBezTo>
                  <a:pt x="100373" y="75012"/>
                  <a:pt x="99769" y="73012"/>
                  <a:pt x="98266" y="71840"/>
                </a:cubicBezTo>
                <a:lnTo>
                  <a:pt x="71328" y="50891"/>
                </a:lnTo>
                <a:cubicBezTo>
                  <a:pt x="70594" y="50320"/>
                  <a:pt x="69719" y="50004"/>
                  <a:pt x="68832" y="4995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9" name="Красный — SVG 8">
            <a:extLst>
              <a:ext uri="{FF2B5EF4-FFF2-40B4-BE49-F238E27FC236}">
                <a16:creationId xmlns:a16="http://schemas.microsoft.com/office/drawing/2014/main" id="{2DC4F222-92D0-CA44-812B-B09B2F0CE8C2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44303 w 127600"/>
              <a:gd name="csY0" fmla="*/ 42528 h 127583"/>
              <a:gd name="csX1" fmla="*/ 15942 w 127600"/>
              <a:gd name="csY1" fmla="*/ 42528 h 127583"/>
              <a:gd name="csX2" fmla="*/ 0 w 127600"/>
              <a:gd name="csY2" fmla="*/ 26580 h 127583"/>
              <a:gd name="csX3" fmla="*/ 0 w 127600"/>
              <a:gd name="csY3" fmla="*/ 15948 h 127583"/>
              <a:gd name="csX4" fmla="*/ 15942 w 127600"/>
              <a:gd name="csY4" fmla="*/ 0 h 127583"/>
              <a:gd name="csX5" fmla="*/ 44303 w 127600"/>
              <a:gd name="csY5" fmla="*/ 0 h 127583"/>
              <a:gd name="csX6" fmla="*/ 60261 w 127600"/>
              <a:gd name="csY6" fmla="*/ 15948 h 127583"/>
              <a:gd name="csX7" fmla="*/ 60261 w 127600"/>
              <a:gd name="csY7" fmla="*/ 26580 h 127583"/>
              <a:gd name="csX8" fmla="*/ 44303 w 127600"/>
              <a:gd name="csY8" fmla="*/ 42528 h 127583"/>
              <a:gd name="csX9" fmla="*/ 44303 w 127600"/>
              <a:gd name="csY9" fmla="*/ 127583 h 127583"/>
              <a:gd name="csX10" fmla="*/ 15942 w 127600"/>
              <a:gd name="csY10" fmla="*/ 127583 h 127583"/>
              <a:gd name="csX11" fmla="*/ 0 w 127600"/>
              <a:gd name="csY11" fmla="*/ 111627 h 127583"/>
              <a:gd name="csX12" fmla="*/ 0 w 127600"/>
              <a:gd name="csY12" fmla="*/ 65564 h 127583"/>
              <a:gd name="csX13" fmla="*/ 15942 w 127600"/>
              <a:gd name="csY13" fmla="*/ 49616 h 127583"/>
              <a:gd name="csX14" fmla="*/ 44303 w 127600"/>
              <a:gd name="csY14" fmla="*/ 49616 h 127583"/>
              <a:gd name="csX15" fmla="*/ 60261 w 127600"/>
              <a:gd name="csY15" fmla="*/ 65564 h 127583"/>
              <a:gd name="csX16" fmla="*/ 60261 w 127600"/>
              <a:gd name="csY16" fmla="*/ 111627 h 127583"/>
              <a:gd name="csX17" fmla="*/ 44303 w 127600"/>
              <a:gd name="csY17" fmla="*/ 127583 h 127583"/>
              <a:gd name="csX18" fmla="*/ 111642 w 127600"/>
              <a:gd name="csY18" fmla="*/ 127583 h 127583"/>
              <a:gd name="csX19" fmla="*/ 83298 w 127600"/>
              <a:gd name="csY19" fmla="*/ 127583 h 127583"/>
              <a:gd name="csX20" fmla="*/ 67339 w 127600"/>
              <a:gd name="csY20" fmla="*/ 111627 h 127583"/>
              <a:gd name="csX21" fmla="*/ 67339 w 127600"/>
              <a:gd name="csY21" fmla="*/ 100995 h 127583"/>
              <a:gd name="csX22" fmla="*/ 83298 w 127600"/>
              <a:gd name="csY22" fmla="*/ 85056 h 127583"/>
              <a:gd name="csX23" fmla="*/ 111642 w 127600"/>
              <a:gd name="csY23" fmla="*/ 85056 h 127583"/>
              <a:gd name="csX24" fmla="*/ 127601 w 127600"/>
              <a:gd name="csY24" fmla="*/ 100995 h 127583"/>
              <a:gd name="csX25" fmla="*/ 127601 w 127600"/>
              <a:gd name="csY25" fmla="*/ 111627 h 127583"/>
              <a:gd name="csX26" fmla="*/ 111642 w 127600"/>
              <a:gd name="csY26" fmla="*/ 127583 h 127583"/>
              <a:gd name="csX27" fmla="*/ 111642 w 127600"/>
              <a:gd name="csY27" fmla="*/ 77967 h 127583"/>
              <a:gd name="csX28" fmla="*/ 83298 w 127600"/>
              <a:gd name="csY28" fmla="*/ 77967 h 127583"/>
              <a:gd name="csX29" fmla="*/ 67339 w 127600"/>
              <a:gd name="csY29" fmla="*/ 62019 h 127583"/>
              <a:gd name="csX30" fmla="*/ 67339 w 127600"/>
              <a:gd name="csY30" fmla="*/ 15948 h 127583"/>
              <a:gd name="csX31" fmla="*/ 83298 w 127600"/>
              <a:gd name="csY31" fmla="*/ 0 h 127583"/>
              <a:gd name="csX32" fmla="*/ 111642 w 127600"/>
              <a:gd name="csY32" fmla="*/ 0 h 127583"/>
              <a:gd name="csX33" fmla="*/ 127601 w 127600"/>
              <a:gd name="csY33" fmla="*/ 15948 h 127583"/>
              <a:gd name="csX34" fmla="*/ 127601 w 127600"/>
              <a:gd name="csY34" fmla="*/ 62019 h 127583"/>
              <a:gd name="csX35" fmla="*/ 111642 w 127600"/>
              <a:gd name="csY35" fmla="*/ 77967 h 127583"/>
            </a:gdLst>
            <a:ahLst/>
            <a:cxnLst/>
            <a:rect l="l" t="t" r="r" b="b"/>
            <a:pathLst>
              <a:path w="100000" h="100000">
                <a:moveTo>
                  <a:pt x="34720" y="33336"/>
                </a:moveTo>
                <a:lnTo>
                  <a:pt x="12494" y="33336"/>
                </a:lnTo>
                <a:cubicBezTo>
                  <a:pt x="5614" y="33336"/>
                  <a:pt x="0" y="27728"/>
                  <a:pt x="0" y="20837"/>
                </a:cubicBezTo>
                <a:lnTo>
                  <a:pt x="0" y="12505"/>
                </a:lnTo>
                <a:cubicBezTo>
                  <a:pt x="0" y="5614"/>
                  <a:pt x="5614" y="7"/>
                  <a:pt x="12494" y="7"/>
                </a:cubicBezTo>
                <a:lnTo>
                  <a:pt x="34720" y="7"/>
                </a:lnTo>
                <a:cubicBezTo>
                  <a:pt x="41614" y="7"/>
                  <a:pt x="47226" y="5614"/>
                  <a:pt x="47226" y="12505"/>
                </a:cubicBezTo>
                <a:lnTo>
                  <a:pt x="47226" y="20837"/>
                </a:lnTo>
                <a:cubicBezTo>
                  <a:pt x="47226" y="27728"/>
                  <a:pt x="41614" y="33336"/>
                  <a:pt x="34720" y="33336"/>
                </a:cubicBezTo>
                <a:close/>
                <a:moveTo>
                  <a:pt x="34720" y="99993"/>
                </a:moveTo>
                <a:lnTo>
                  <a:pt x="12494" y="99993"/>
                </a:lnTo>
                <a:cubicBezTo>
                  <a:pt x="5614" y="99993"/>
                  <a:pt x="0" y="94381"/>
                  <a:pt x="0" y="87489"/>
                </a:cubicBezTo>
                <a:lnTo>
                  <a:pt x="0" y="51389"/>
                </a:lnTo>
                <a:cubicBezTo>
                  <a:pt x="0" y="44498"/>
                  <a:pt x="5614" y="38891"/>
                  <a:pt x="12494" y="38891"/>
                </a:cubicBezTo>
                <a:lnTo>
                  <a:pt x="34720" y="38891"/>
                </a:lnTo>
                <a:cubicBezTo>
                  <a:pt x="41614" y="38891"/>
                  <a:pt x="47226" y="44498"/>
                  <a:pt x="47226" y="51389"/>
                </a:cubicBezTo>
                <a:lnTo>
                  <a:pt x="47226" y="87489"/>
                </a:lnTo>
                <a:cubicBezTo>
                  <a:pt x="47226" y="94381"/>
                  <a:pt x="41614" y="99993"/>
                  <a:pt x="34720" y="99993"/>
                </a:cubicBezTo>
                <a:close/>
                <a:moveTo>
                  <a:pt x="87494" y="99993"/>
                </a:moveTo>
                <a:lnTo>
                  <a:pt x="65281" y="99993"/>
                </a:lnTo>
                <a:cubicBezTo>
                  <a:pt x="58387" y="99993"/>
                  <a:pt x="52774" y="94381"/>
                  <a:pt x="52774" y="87489"/>
                </a:cubicBezTo>
                <a:lnTo>
                  <a:pt x="52774" y="79156"/>
                </a:lnTo>
                <a:cubicBezTo>
                  <a:pt x="52774" y="72272"/>
                  <a:pt x="58387" y="66665"/>
                  <a:pt x="65281" y="66665"/>
                </a:cubicBezTo>
                <a:lnTo>
                  <a:pt x="87494" y="66665"/>
                </a:lnTo>
                <a:cubicBezTo>
                  <a:pt x="94387" y="66665"/>
                  <a:pt x="100001" y="72272"/>
                  <a:pt x="100001" y="79156"/>
                </a:cubicBezTo>
                <a:lnTo>
                  <a:pt x="100001" y="87489"/>
                </a:lnTo>
                <a:cubicBezTo>
                  <a:pt x="100001" y="94381"/>
                  <a:pt x="94387" y="99993"/>
                  <a:pt x="87494" y="99993"/>
                </a:cubicBezTo>
                <a:close/>
                <a:moveTo>
                  <a:pt x="87494" y="61109"/>
                </a:moveTo>
                <a:lnTo>
                  <a:pt x="65281" y="61109"/>
                </a:lnTo>
                <a:cubicBezTo>
                  <a:pt x="58387" y="61109"/>
                  <a:pt x="52774" y="55502"/>
                  <a:pt x="52774" y="48611"/>
                </a:cubicBezTo>
                <a:lnTo>
                  <a:pt x="52774" y="12505"/>
                </a:lnTo>
                <a:cubicBezTo>
                  <a:pt x="52774" y="5614"/>
                  <a:pt x="58387" y="7"/>
                  <a:pt x="65281" y="7"/>
                </a:cubicBezTo>
                <a:lnTo>
                  <a:pt x="87494" y="7"/>
                </a:lnTo>
                <a:cubicBezTo>
                  <a:pt x="94387" y="7"/>
                  <a:pt x="100001" y="5614"/>
                  <a:pt x="100001" y="12505"/>
                </a:cubicBezTo>
                <a:lnTo>
                  <a:pt x="100001" y="48611"/>
                </a:lnTo>
                <a:cubicBezTo>
                  <a:pt x="100001" y="55502"/>
                  <a:pt x="94387" y="61109"/>
                  <a:pt x="87494" y="6110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0" name="Красный — SVG 9">
            <a:extLst>
              <a:ext uri="{FF2B5EF4-FFF2-40B4-BE49-F238E27FC236}">
                <a16:creationId xmlns:a16="http://schemas.microsoft.com/office/drawing/2014/main" id="{8D2ED928-F77E-A246-A98D-AC9C23649E51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19494 w 138233"/>
              <a:gd name="csY0" fmla="*/ 0 h 148847"/>
              <a:gd name="csX1" fmla="*/ 0 w 138233"/>
              <a:gd name="csY1" fmla="*/ 19491 h 148847"/>
              <a:gd name="csX2" fmla="*/ 0 w 138233"/>
              <a:gd name="csY2" fmla="*/ 30123 h 148847"/>
              <a:gd name="csX3" fmla="*/ 6167 w 138233"/>
              <a:gd name="csY3" fmla="*/ 44300 h 148847"/>
              <a:gd name="csX4" fmla="*/ 0 w 138233"/>
              <a:gd name="csY4" fmla="*/ 58476 h 148847"/>
              <a:gd name="csX5" fmla="*/ 0 w 138233"/>
              <a:gd name="csY5" fmla="*/ 69108 h 148847"/>
              <a:gd name="csX6" fmla="*/ 6167 w 138233"/>
              <a:gd name="csY6" fmla="*/ 83283 h 148847"/>
              <a:gd name="csX7" fmla="*/ 0 w 138233"/>
              <a:gd name="csY7" fmla="*/ 97460 h 148847"/>
              <a:gd name="csX8" fmla="*/ 0 w 138233"/>
              <a:gd name="csY8" fmla="*/ 108089 h 148847"/>
              <a:gd name="csX9" fmla="*/ 19494 w 138233"/>
              <a:gd name="csY9" fmla="*/ 127583 h 148847"/>
              <a:gd name="csX10" fmla="*/ 56711 w 138233"/>
              <a:gd name="csY10" fmla="*/ 127583 h 148847"/>
              <a:gd name="csX11" fmla="*/ 53699 w 138233"/>
              <a:gd name="csY11" fmla="*/ 116951 h 148847"/>
              <a:gd name="csX12" fmla="*/ 19494 w 138233"/>
              <a:gd name="csY12" fmla="*/ 116951 h 148847"/>
              <a:gd name="csX13" fmla="*/ 10633 w 138233"/>
              <a:gd name="csY13" fmla="*/ 108089 h 148847"/>
              <a:gd name="csX14" fmla="*/ 10633 w 138233"/>
              <a:gd name="csY14" fmla="*/ 106319 h 148847"/>
              <a:gd name="csX15" fmla="*/ 53347 w 138233"/>
              <a:gd name="csY15" fmla="*/ 106319 h 148847"/>
              <a:gd name="csX16" fmla="*/ 66036 w 138233"/>
              <a:gd name="csY16" fmla="*/ 77967 h 148847"/>
              <a:gd name="csX17" fmla="*/ 19494 w 138233"/>
              <a:gd name="csY17" fmla="*/ 77967 h 148847"/>
              <a:gd name="csX18" fmla="*/ 10633 w 138233"/>
              <a:gd name="csY18" fmla="*/ 69108 h 148847"/>
              <a:gd name="csX19" fmla="*/ 10633 w 138233"/>
              <a:gd name="csY19" fmla="*/ 67335 h 148847"/>
              <a:gd name="csX20" fmla="*/ 81487 w 138233"/>
              <a:gd name="csY20" fmla="*/ 67335 h 148847"/>
              <a:gd name="csX21" fmla="*/ 99244 w 138233"/>
              <a:gd name="csY21" fmla="*/ 63792 h 148847"/>
              <a:gd name="csX22" fmla="*/ 120511 w 138233"/>
              <a:gd name="csY22" fmla="*/ 69004 h 148847"/>
              <a:gd name="csX23" fmla="*/ 120511 w 138233"/>
              <a:gd name="csY23" fmla="*/ 58476 h 148847"/>
              <a:gd name="csX24" fmla="*/ 114344 w 138233"/>
              <a:gd name="csY24" fmla="*/ 44300 h 148847"/>
              <a:gd name="csX25" fmla="*/ 120511 w 138233"/>
              <a:gd name="csY25" fmla="*/ 30123 h 148847"/>
              <a:gd name="csX26" fmla="*/ 120511 w 138233"/>
              <a:gd name="csY26" fmla="*/ 19491 h 148847"/>
              <a:gd name="csX27" fmla="*/ 101017 w 138233"/>
              <a:gd name="csY27" fmla="*/ 0 h 148847"/>
              <a:gd name="csX28" fmla="*/ 19494 w 138233"/>
              <a:gd name="csY28" fmla="*/ 0 h 148847"/>
              <a:gd name="csX29" fmla="*/ 10633 w 138233"/>
              <a:gd name="csY29" fmla="*/ 28352 h 148847"/>
              <a:gd name="csX30" fmla="*/ 109878 w 138233"/>
              <a:gd name="csY30" fmla="*/ 28352 h 148847"/>
              <a:gd name="csX31" fmla="*/ 109878 w 138233"/>
              <a:gd name="csY31" fmla="*/ 30123 h 148847"/>
              <a:gd name="csX32" fmla="*/ 101017 w 138233"/>
              <a:gd name="csY32" fmla="*/ 38984 h 148847"/>
              <a:gd name="csX33" fmla="*/ 19494 w 138233"/>
              <a:gd name="csY33" fmla="*/ 38984 h 148847"/>
              <a:gd name="csX34" fmla="*/ 10633 w 138233"/>
              <a:gd name="csY34" fmla="*/ 30123 h 148847"/>
              <a:gd name="csX35" fmla="*/ 10633 w 138233"/>
              <a:gd name="csY35" fmla="*/ 28352 h 148847"/>
              <a:gd name="csX36" fmla="*/ 99244 w 138233"/>
              <a:gd name="csY36" fmla="*/ 70880 h 148847"/>
              <a:gd name="csX37" fmla="*/ 60256 w 138233"/>
              <a:gd name="csY37" fmla="*/ 109858 h 148847"/>
              <a:gd name="csX38" fmla="*/ 99244 w 138233"/>
              <a:gd name="csY38" fmla="*/ 148847 h 148847"/>
              <a:gd name="csX39" fmla="*/ 138234 w 138233"/>
              <a:gd name="csY39" fmla="*/ 109858 h 148847"/>
              <a:gd name="csX40" fmla="*/ 99244 w 138233"/>
              <a:gd name="csY40" fmla="*/ 70880 h 148847"/>
              <a:gd name="csX41" fmla="*/ 81523 w 138233"/>
              <a:gd name="csY41" fmla="*/ 88599 h 148847"/>
              <a:gd name="csX42" fmla="*/ 85067 w 138233"/>
              <a:gd name="csY42" fmla="*/ 92144 h 148847"/>
              <a:gd name="csX43" fmla="*/ 85067 w 138233"/>
              <a:gd name="csY43" fmla="*/ 102776 h 148847"/>
              <a:gd name="csX44" fmla="*/ 99244 w 138233"/>
              <a:gd name="csY44" fmla="*/ 116951 h 148847"/>
              <a:gd name="csX45" fmla="*/ 111955 w 138233"/>
              <a:gd name="csY45" fmla="*/ 116951 h 148847"/>
              <a:gd name="csX46" fmla="*/ 107372 w 138233"/>
              <a:gd name="csY46" fmla="*/ 112375 h 148847"/>
              <a:gd name="csX47" fmla="*/ 107372 w 138233"/>
              <a:gd name="csY47" fmla="*/ 107357 h 148847"/>
              <a:gd name="csX48" fmla="*/ 109878 w 138233"/>
              <a:gd name="csY48" fmla="*/ 106319 h 148847"/>
              <a:gd name="csX49" fmla="*/ 112384 w 138233"/>
              <a:gd name="csY49" fmla="*/ 107357 h 148847"/>
              <a:gd name="csX50" fmla="*/ 123017 w 138233"/>
              <a:gd name="csY50" fmla="*/ 117989 h 148847"/>
              <a:gd name="csX51" fmla="*/ 123017 w 138233"/>
              <a:gd name="csY51" fmla="*/ 123007 h 148847"/>
              <a:gd name="csX52" fmla="*/ 112384 w 138233"/>
              <a:gd name="csY52" fmla="*/ 133639 h 148847"/>
              <a:gd name="csX53" fmla="*/ 107372 w 138233"/>
              <a:gd name="csY53" fmla="*/ 133639 h 148847"/>
              <a:gd name="csX54" fmla="*/ 107372 w 138233"/>
              <a:gd name="csY54" fmla="*/ 128621 h 148847"/>
              <a:gd name="csX55" fmla="*/ 111955 w 138233"/>
              <a:gd name="csY55" fmla="*/ 124045 h 148847"/>
              <a:gd name="csX56" fmla="*/ 99244 w 138233"/>
              <a:gd name="csY56" fmla="*/ 124045 h 148847"/>
              <a:gd name="csX57" fmla="*/ 77978 w 138233"/>
              <a:gd name="csY57" fmla="*/ 102776 h 148847"/>
              <a:gd name="csX58" fmla="*/ 77978 w 138233"/>
              <a:gd name="csY58" fmla="*/ 92144 h 148847"/>
              <a:gd name="csX59" fmla="*/ 81523 w 138233"/>
              <a:gd name="csY59" fmla="*/ 88599 h 148847"/>
            </a:gdLst>
            <a:ahLst/>
            <a:cxnLst/>
            <a:rect l="l" t="t" r="r" b="b"/>
            <a:pathLst>
              <a:path w="100000" h="100000">
                <a:moveTo>
                  <a:pt x="16662" y="0"/>
                </a:moveTo>
                <a:cubicBezTo>
                  <a:pt x="9447" y="0"/>
                  <a:pt x="3565" y="5881"/>
                  <a:pt x="3565" y="13095"/>
                </a:cubicBezTo>
                <a:lnTo>
                  <a:pt x="3565" y="20238"/>
                </a:lnTo>
                <a:cubicBezTo>
                  <a:pt x="3565" y="24000"/>
                  <a:pt x="5161" y="27380"/>
                  <a:pt x="7709" y="29762"/>
                </a:cubicBezTo>
                <a:cubicBezTo>
                  <a:pt x="5161" y="32143"/>
                  <a:pt x="3565" y="35524"/>
                  <a:pt x="3565" y="39286"/>
                </a:cubicBezTo>
                <a:lnTo>
                  <a:pt x="3565" y="46429"/>
                </a:lnTo>
                <a:cubicBezTo>
                  <a:pt x="3565" y="50191"/>
                  <a:pt x="5161" y="53572"/>
                  <a:pt x="7709" y="55952"/>
                </a:cubicBezTo>
                <a:cubicBezTo>
                  <a:pt x="5161" y="58334"/>
                  <a:pt x="3565" y="61714"/>
                  <a:pt x="3565" y="65477"/>
                </a:cubicBezTo>
                <a:lnTo>
                  <a:pt x="3565" y="72618"/>
                </a:lnTo>
                <a:cubicBezTo>
                  <a:pt x="3565" y="79829"/>
                  <a:pt x="9447" y="85714"/>
                  <a:pt x="16662" y="85714"/>
                </a:cubicBezTo>
                <a:lnTo>
                  <a:pt x="41666" y="85714"/>
                </a:lnTo>
                <a:cubicBezTo>
                  <a:pt x="40714" y="83451"/>
                  <a:pt x="40047" y="81075"/>
                  <a:pt x="39642" y="78571"/>
                </a:cubicBezTo>
                <a:lnTo>
                  <a:pt x="16662" y="78571"/>
                </a:lnTo>
                <a:cubicBezTo>
                  <a:pt x="13376" y="78571"/>
                  <a:pt x="10709" y="75909"/>
                  <a:pt x="10709" y="72618"/>
                </a:cubicBezTo>
                <a:lnTo>
                  <a:pt x="10709" y="71428"/>
                </a:lnTo>
                <a:lnTo>
                  <a:pt x="39406" y="71428"/>
                </a:lnTo>
                <a:cubicBezTo>
                  <a:pt x="39930" y="64048"/>
                  <a:pt x="43097" y="57405"/>
                  <a:pt x="47930" y="52381"/>
                </a:cubicBezTo>
                <a:lnTo>
                  <a:pt x="16662" y="52381"/>
                </a:lnTo>
                <a:cubicBezTo>
                  <a:pt x="13376" y="52381"/>
                  <a:pt x="10709" y="49714"/>
                  <a:pt x="10709" y="46429"/>
                </a:cubicBezTo>
                <a:lnTo>
                  <a:pt x="10709" y="45238"/>
                </a:lnTo>
                <a:lnTo>
                  <a:pt x="58311" y="45238"/>
                </a:lnTo>
                <a:cubicBezTo>
                  <a:pt x="61979" y="43714"/>
                  <a:pt x="66003" y="42857"/>
                  <a:pt x="70241" y="42857"/>
                </a:cubicBezTo>
                <a:cubicBezTo>
                  <a:pt x="75384" y="42857"/>
                  <a:pt x="80242" y="44121"/>
                  <a:pt x="84528" y="46359"/>
                </a:cubicBezTo>
                <a:lnTo>
                  <a:pt x="84528" y="39286"/>
                </a:lnTo>
                <a:cubicBezTo>
                  <a:pt x="84528" y="35524"/>
                  <a:pt x="82933" y="32143"/>
                  <a:pt x="80385" y="29762"/>
                </a:cubicBezTo>
                <a:cubicBezTo>
                  <a:pt x="82933" y="27380"/>
                  <a:pt x="84528" y="24000"/>
                  <a:pt x="84528" y="20238"/>
                </a:cubicBezTo>
                <a:lnTo>
                  <a:pt x="84528" y="13095"/>
                </a:lnTo>
                <a:cubicBezTo>
                  <a:pt x="84528" y="5881"/>
                  <a:pt x="78647" y="0"/>
                  <a:pt x="71432" y="0"/>
                </a:cubicBezTo>
                <a:lnTo>
                  <a:pt x="16662" y="0"/>
                </a:lnTo>
                <a:close/>
                <a:moveTo>
                  <a:pt x="10709" y="19048"/>
                </a:moveTo>
                <a:lnTo>
                  <a:pt x="77385" y="19048"/>
                </a:lnTo>
                <a:lnTo>
                  <a:pt x="77385" y="20238"/>
                </a:lnTo>
                <a:cubicBezTo>
                  <a:pt x="77385" y="23523"/>
                  <a:pt x="74718" y="26191"/>
                  <a:pt x="71432" y="26191"/>
                </a:cubicBezTo>
                <a:lnTo>
                  <a:pt x="16662" y="26191"/>
                </a:lnTo>
                <a:cubicBezTo>
                  <a:pt x="13376" y="26191"/>
                  <a:pt x="10709" y="23523"/>
                  <a:pt x="10709" y="20238"/>
                </a:cubicBezTo>
                <a:lnTo>
                  <a:pt x="10709" y="19048"/>
                </a:lnTo>
                <a:close/>
                <a:moveTo>
                  <a:pt x="70241" y="47619"/>
                </a:moveTo>
                <a:cubicBezTo>
                  <a:pt x="55775" y="47619"/>
                  <a:pt x="44047" y="59346"/>
                  <a:pt x="44047" y="73806"/>
                </a:cubicBezTo>
                <a:cubicBezTo>
                  <a:pt x="44047" y="88275"/>
                  <a:pt x="55775" y="100000"/>
                  <a:pt x="70241" y="100000"/>
                </a:cubicBezTo>
                <a:cubicBezTo>
                  <a:pt x="84708" y="100000"/>
                  <a:pt x="96435" y="88275"/>
                  <a:pt x="96435" y="73806"/>
                </a:cubicBezTo>
                <a:cubicBezTo>
                  <a:pt x="96435" y="59346"/>
                  <a:pt x="84708" y="47619"/>
                  <a:pt x="70241" y="47619"/>
                </a:cubicBezTo>
                <a:close/>
                <a:moveTo>
                  <a:pt x="58335" y="59524"/>
                </a:moveTo>
                <a:cubicBezTo>
                  <a:pt x="59652" y="59524"/>
                  <a:pt x="60716" y="60591"/>
                  <a:pt x="60716" y="61905"/>
                </a:cubicBezTo>
                <a:lnTo>
                  <a:pt x="60716" y="69048"/>
                </a:lnTo>
                <a:cubicBezTo>
                  <a:pt x="60716" y="74297"/>
                  <a:pt x="64988" y="78571"/>
                  <a:pt x="70241" y="78571"/>
                </a:cubicBezTo>
                <a:lnTo>
                  <a:pt x="78780" y="78571"/>
                </a:lnTo>
                <a:lnTo>
                  <a:pt x="75701" y="75497"/>
                </a:lnTo>
                <a:cubicBezTo>
                  <a:pt x="74771" y="74560"/>
                  <a:pt x="74771" y="73052"/>
                  <a:pt x="75701" y="72126"/>
                </a:cubicBezTo>
                <a:cubicBezTo>
                  <a:pt x="76166" y="71662"/>
                  <a:pt x="76775" y="71428"/>
                  <a:pt x="77385" y="71428"/>
                </a:cubicBezTo>
                <a:cubicBezTo>
                  <a:pt x="77995" y="71428"/>
                  <a:pt x="78604" y="71662"/>
                  <a:pt x="79068" y="72126"/>
                </a:cubicBezTo>
                <a:lnTo>
                  <a:pt x="86212" y="79269"/>
                </a:lnTo>
                <a:cubicBezTo>
                  <a:pt x="87144" y="80194"/>
                  <a:pt x="87144" y="81703"/>
                  <a:pt x="86212" y="82640"/>
                </a:cubicBezTo>
                <a:lnTo>
                  <a:pt x="79068" y="89783"/>
                </a:lnTo>
                <a:cubicBezTo>
                  <a:pt x="78138" y="90709"/>
                  <a:pt x="76632" y="90709"/>
                  <a:pt x="75701" y="89783"/>
                </a:cubicBezTo>
                <a:cubicBezTo>
                  <a:pt x="74771" y="88846"/>
                  <a:pt x="74771" y="87337"/>
                  <a:pt x="75701" y="86412"/>
                </a:cubicBezTo>
                <a:lnTo>
                  <a:pt x="78780" y="83337"/>
                </a:lnTo>
                <a:lnTo>
                  <a:pt x="70241" y="83337"/>
                </a:lnTo>
                <a:cubicBezTo>
                  <a:pt x="62362" y="83337"/>
                  <a:pt x="55953" y="76926"/>
                  <a:pt x="55953" y="69048"/>
                </a:cubicBezTo>
                <a:lnTo>
                  <a:pt x="55953" y="61905"/>
                </a:lnTo>
                <a:cubicBezTo>
                  <a:pt x="55953" y="60591"/>
                  <a:pt x="57018" y="59524"/>
                  <a:pt x="58335" y="5952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1" name="Красный — SVG 10">
            <a:extLst>
              <a:ext uri="{FF2B5EF4-FFF2-40B4-BE49-F238E27FC236}">
                <a16:creationId xmlns:a16="http://schemas.microsoft.com/office/drawing/2014/main" id="{8181664A-A7F5-D14E-B3CF-26B82370A154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19494 w 138233"/>
              <a:gd name="csY0" fmla="*/ 0 h 141753"/>
              <a:gd name="csX1" fmla="*/ 0 w 138233"/>
              <a:gd name="csY1" fmla="*/ 19491 h 141753"/>
              <a:gd name="csX2" fmla="*/ 0 w 138233"/>
              <a:gd name="csY2" fmla="*/ 30123 h 141753"/>
              <a:gd name="csX3" fmla="*/ 6154 w 138233"/>
              <a:gd name="csY3" fmla="*/ 44300 h 141753"/>
              <a:gd name="csX4" fmla="*/ 0 w 138233"/>
              <a:gd name="csY4" fmla="*/ 58476 h 141753"/>
              <a:gd name="csX5" fmla="*/ 0 w 138233"/>
              <a:gd name="csY5" fmla="*/ 69108 h 141753"/>
              <a:gd name="csX6" fmla="*/ 6154 w 138233"/>
              <a:gd name="csY6" fmla="*/ 83283 h 141753"/>
              <a:gd name="csX7" fmla="*/ 0 w 138233"/>
              <a:gd name="csY7" fmla="*/ 97460 h 141753"/>
              <a:gd name="csX8" fmla="*/ 0 w 138233"/>
              <a:gd name="csY8" fmla="*/ 108089 h 141753"/>
              <a:gd name="csX9" fmla="*/ 19494 w 138233"/>
              <a:gd name="csY9" fmla="*/ 127583 h 141753"/>
              <a:gd name="csX10" fmla="*/ 75284 w 138233"/>
              <a:gd name="csY10" fmla="*/ 127583 h 141753"/>
              <a:gd name="csX11" fmla="*/ 70134 w 138233"/>
              <a:gd name="csY11" fmla="*/ 116951 h 141753"/>
              <a:gd name="csX12" fmla="*/ 19494 w 138233"/>
              <a:gd name="csY12" fmla="*/ 116951 h 141753"/>
              <a:gd name="csX13" fmla="*/ 10633 w 138233"/>
              <a:gd name="csY13" fmla="*/ 108089 h 141753"/>
              <a:gd name="csX14" fmla="*/ 10633 w 138233"/>
              <a:gd name="csY14" fmla="*/ 106319 h 141753"/>
              <a:gd name="csX15" fmla="*/ 67746 w 138233"/>
              <a:gd name="csY15" fmla="*/ 106319 h 141753"/>
              <a:gd name="csX16" fmla="*/ 67344 w 138233"/>
              <a:gd name="csY16" fmla="*/ 99231 h 141753"/>
              <a:gd name="csX17" fmla="*/ 67344 w 138233"/>
              <a:gd name="csY17" fmla="*/ 77967 h 141753"/>
              <a:gd name="csX18" fmla="*/ 19494 w 138233"/>
              <a:gd name="csY18" fmla="*/ 77967 h 141753"/>
              <a:gd name="csX19" fmla="*/ 10633 w 138233"/>
              <a:gd name="csY19" fmla="*/ 69108 h 141753"/>
              <a:gd name="csX20" fmla="*/ 10633 w 138233"/>
              <a:gd name="csY20" fmla="*/ 67335 h 141753"/>
              <a:gd name="csX21" fmla="*/ 77210 w 138233"/>
              <a:gd name="csY21" fmla="*/ 67335 h 141753"/>
              <a:gd name="csX22" fmla="*/ 77978 w 138233"/>
              <a:gd name="csY22" fmla="*/ 67260 h 141753"/>
              <a:gd name="csX23" fmla="*/ 97832 w 138233"/>
              <a:gd name="csY23" fmla="*/ 57334 h 141753"/>
              <a:gd name="csX24" fmla="*/ 106334 w 138233"/>
              <a:gd name="csY24" fmla="*/ 53160 h 141753"/>
              <a:gd name="csX25" fmla="*/ 114842 w 138233"/>
              <a:gd name="csY25" fmla="*/ 57341 h 141753"/>
              <a:gd name="csX26" fmla="*/ 120511 w 138233"/>
              <a:gd name="csY26" fmla="*/ 62601 h 141753"/>
              <a:gd name="csX27" fmla="*/ 120511 w 138233"/>
              <a:gd name="csY27" fmla="*/ 58476 h 141753"/>
              <a:gd name="csX28" fmla="*/ 114357 w 138233"/>
              <a:gd name="csY28" fmla="*/ 44300 h 141753"/>
              <a:gd name="csX29" fmla="*/ 120511 w 138233"/>
              <a:gd name="csY29" fmla="*/ 30123 h 141753"/>
              <a:gd name="csX30" fmla="*/ 120511 w 138233"/>
              <a:gd name="csY30" fmla="*/ 19491 h 141753"/>
              <a:gd name="csX31" fmla="*/ 101017 w 138233"/>
              <a:gd name="csY31" fmla="*/ 0 h 141753"/>
              <a:gd name="csX32" fmla="*/ 19494 w 138233"/>
              <a:gd name="csY32" fmla="*/ 0 h 141753"/>
              <a:gd name="csX33" fmla="*/ 10633 w 138233"/>
              <a:gd name="csY33" fmla="*/ 28352 h 141753"/>
              <a:gd name="csX34" fmla="*/ 109878 w 138233"/>
              <a:gd name="csY34" fmla="*/ 28352 h 141753"/>
              <a:gd name="csX35" fmla="*/ 109878 w 138233"/>
              <a:gd name="csY35" fmla="*/ 30123 h 141753"/>
              <a:gd name="csX36" fmla="*/ 101017 w 138233"/>
              <a:gd name="csY36" fmla="*/ 38984 h 141753"/>
              <a:gd name="csX37" fmla="*/ 19494 w 138233"/>
              <a:gd name="csY37" fmla="*/ 38984 h 141753"/>
              <a:gd name="csX38" fmla="*/ 10633 w 138233"/>
              <a:gd name="csY38" fmla="*/ 30123 h 141753"/>
              <a:gd name="csX39" fmla="*/ 10633 w 138233"/>
              <a:gd name="csY39" fmla="*/ 28352 h 141753"/>
              <a:gd name="csX40" fmla="*/ 106334 w 138233"/>
              <a:gd name="csY40" fmla="*/ 60248 h 141753"/>
              <a:gd name="csX41" fmla="*/ 103496 w 138233"/>
              <a:gd name="csY41" fmla="*/ 61590 h 141753"/>
              <a:gd name="csX42" fmla="*/ 77978 w 138233"/>
              <a:gd name="csY42" fmla="*/ 74347 h 141753"/>
              <a:gd name="csX43" fmla="*/ 74434 w 138233"/>
              <a:gd name="csY43" fmla="*/ 77892 h 141753"/>
              <a:gd name="csX44" fmla="*/ 74434 w 138233"/>
              <a:gd name="csY44" fmla="*/ 99231 h 141753"/>
              <a:gd name="csX45" fmla="*/ 105475 w 138233"/>
              <a:gd name="csY45" fmla="*/ 141652 h 141753"/>
              <a:gd name="csX46" fmla="*/ 106334 w 138233"/>
              <a:gd name="csY46" fmla="*/ 141753 h 141753"/>
              <a:gd name="csX47" fmla="*/ 107193 w 138233"/>
              <a:gd name="csY47" fmla="*/ 141652 h 141753"/>
              <a:gd name="csX48" fmla="*/ 138234 w 138233"/>
              <a:gd name="csY48" fmla="*/ 99231 h 141753"/>
              <a:gd name="csX49" fmla="*/ 138234 w 138233"/>
              <a:gd name="csY49" fmla="*/ 77892 h 141753"/>
              <a:gd name="csX50" fmla="*/ 134704 w 138233"/>
              <a:gd name="csY50" fmla="*/ 74347 h 141753"/>
              <a:gd name="csX51" fmla="*/ 109172 w 138233"/>
              <a:gd name="csY51" fmla="*/ 61590 h 141753"/>
              <a:gd name="csX52" fmla="*/ 106334 w 138233"/>
              <a:gd name="csY52" fmla="*/ 60248 h 141753"/>
            </a:gdLst>
            <a:ahLst/>
            <a:cxnLst/>
            <a:rect l="l" t="t" r="r" b="b"/>
            <a:pathLst>
              <a:path w="100000" h="100000">
                <a:moveTo>
                  <a:pt x="14994" y="0"/>
                </a:moveTo>
                <a:cubicBezTo>
                  <a:pt x="7411" y="0"/>
                  <a:pt x="1242" y="6168"/>
                  <a:pt x="1242" y="13750"/>
                </a:cubicBezTo>
                <a:lnTo>
                  <a:pt x="1242" y="21250"/>
                </a:lnTo>
                <a:cubicBezTo>
                  <a:pt x="1242" y="25194"/>
                  <a:pt x="2915" y="28742"/>
                  <a:pt x="5583" y="31252"/>
                </a:cubicBezTo>
                <a:cubicBezTo>
                  <a:pt x="2915" y="33761"/>
                  <a:pt x="1242" y="37310"/>
                  <a:pt x="1242" y="41252"/>
                </a:cubicBezTo>
                <a:lnTo>
                  <a:pt x="1242" y="48752"/>
                </a:lnTo>
                <a:cubicBezTo>
                  <a:pt x="1242" y="52694"/>
                  <a:pt x="2915" y="56243"/>
                  <a:pt x="5583" y="58752"/>
                </a:cubicBezTo>
                <a:cubicBezTo>
                  <a:pt x="2915" y="61263"/>
                  <a:pt x="1242" y="64810"/>
                  <a:pt x="1242" y="68753"/>
                </a:cubicBezTo>
                <a:lnTo>
                  <a:pt x="1242" y="76252"/>
                </a:lnTo>
                <a:cubicBezTo>
                  <a:pt x="1242" y="83836"/>
                  <a:pt x="7411" y="90004"/>
                  <a:pt x="14994" y="90004"/>
                </a:cubicBezTo>
                <a:lnTo>
                  <a:pt x="54351" y="90004"/>
                </a:lnTo>
                <a:cubicBezTo>
                  <a:pt x="52920" y="87820"/>
                  <a:pt x="51674" y="85324"/>
                  <a:pt x="50718" y="82503"/>
                </a:cubicBezTo>
                <a:lnTo>
                  <a:pt x="14994" y="82503"/>
                </a:lnTo>
                <a:cubicBezTo>
                  <a:pt x="11548" y="82503"/>
                  <a:pt x="8743" y="79696"/>
                  <a:pt x="8743" y="76252"/>
                </a:cubicBezTo>
                <a:lnTo>
                  <a:pt x="8743" y="75003"/>
                </a:lnTo>
                <a:lnTo>
                  <a:pt x="49033" y="75003"/>
                </a:lnTo>
                <a:cubicBezTo>
                  <a:pt x="48848" y="73419"/>
                  <a:pt x="48750" y="71751"/>
                  <a:pt x="48750" y="70003"/>
                </a:cubicBezTo>
                <a:lnTo>
                  <a:pt x="48750" y="55002"/>
                </a:lnTo>
                <a:lnTo>
                  <a:pt x="14994" y="55002"/>
                </a:lnTo>
                <a:cubicBezTo>
                  <a:pt x="11548" y="55002"/>
                  <a:pt x="8743" y="52197"/>
                  <a:pt x="8743" y="48752"/>
                </a:cubicBezTo>
                <a:lnTo>
                  <a:pt x="8743" y="47502"/>
                </a:lnTo>
                <a:lnTo>
                  <a:pt x="55710" y="47502"/>
                </a:lnTo>
                <a:cubicBezTo>
                  <a:pt x="55892" y="47490"/>
                  <a:pt x="56067" y="47449"/>
                  <a:pt x="56251" y="47449"/>
                </a:cubicBezTo>
                <a:cubicBezTo>
                  <a:pt x="56260" y="47449"/>
                  <a:pt x="65214" y="47164"/>
                  <a:pt x="70257" y="40446"/>
                </a:cubicBezTo>
                <a:cubicBezTo>
                  <a:pt x="71633" y="38603"/>
                  <a:pt x="73877" y="37502"/>
                  <a:pt x="76255" y="37502"/>
                </a:cubicBezTo>
                <a:cubicBezTo>
                  <a:pt x="78633" y="37502"/>
                  <a:pt x="80877" y="38603"/>
                  <a:pt x="82257" y="40451"/>
                </a:cubicBezTo>
                <a:cubicBezTo>
                  <a:pt x="83430" y="42014"/>
                  <a:pt x="84819" y="43217"/>
                  <a:pt x="86256" y="44162"/>
                </a:cubicBezTo>
                <a:lnTo>
                  <a:pt x="86256" y="41252"/>
                </a:lnTo>
                <a:cubicBezTo>
                  <a:pt x="86256" y="37310"/>
                  <a:pt x="84583" y="33761"/>
                  <a:pt x="81915" y="31252"/>
                </a:cubicBezTo>
                <a:cubicBezTo>
                  <a:pt x="84583" y="28742"/>
                  <a:pt x="86256" y="25194"/>
                  <a:pt x="86256" y="21250"/>
                </a:cubicBezTo>
                <a:lnTo>
                  <a:pt x="86256" y="13750"/>
                </a:lnTo>
                <a:cubicBezTo>
                  <a:pt x="86256" y="6168"/>
                  <a:pt x="80089" y="0"/>
                  <a:pt x="72504" y="0"/>
                </a:cubicBezTo>
                <a:lnTo>
                  <a:pt x="14994" y="0"/>
                </a:lnTo>
                <a:close/>
                <a:moveTo>
                  <a:pt x="8743" y="20001"/>
                </a:moveTo>
                <a:lnTo>
                  <a:pt x="78755" y="20001"/>
                </a:lnTo>
                <a:lnTo>
                  <a:pt x="78755" y="21250"/>
                </a:lnTo>
                <a:cubicBezTo>
                  <a:pt x="78755" y="24696"/>
                  <a:pt x="75950" y="27501"/>
                  <a:pt x="72504" y="27501"/>
                </a:cubicBezTo>
                <a:lnTo>
                  <a:pt x="14994" y="27501"/>
                </a:lnTo>
                <a:cubicBezTo>
                  <a:pt x="11548" y="27501"/>
                  <a:pt x="8743" y="24696"/>
                  <a:pt x="8743" y="21250"/>
                </a:cubicBezTo>
                <a:lnTo>
                  <a:pt x="8743" y="20001"/>
                </a:lnTo>
                <a:close/>
                <a:moveTo>
                  <a:pt x="76255" y="42502"/>
                </a:moveTo>
                <a:cubicBezTo>
                  <a:pt x="75490" y="42502"/>
                  <a:pt x="74724" y="42819"/>
                  <a:pt x="74253" y="43449"/>
                </a:cubicBezTo>
                <a:cubicBezTo>
                  <a:pt x="67625" y="52285"/>
                  <a:pt x="56356" y="52448"/>
                  <a:pt x="56251" y="52448"/>
                </a:cubicBezTo>
                <a:cubicBezTo>
                  <a:pt x="54871" y="52448"/>
                  <a:pt x="53751" y="53569"/>
                  <a:pt x="53751" y="54949"/>
                </a:cubicBezTo>
                <a:lnTo>
                  <a:pt x="53751" y="70003"/>
                </a:lnTo>
                <a:cubicBezTo>
                  <a:pt x="53751" y="94180"/>
                  <a:pt x="75432" y="99880"/>
                  <a:pt x="75649" y="99929"/>
                </a:cubicBezTo>
                <a:cubicBezTo>
                  <a:pt x="75850" y="99977"/>
                  <a:pt x="76050" y="100000"/>
                  <a:pt x="76255" y="100000"/>
                </a:cubicBezTo>
                <a:cubicBezTo>
                  <a:pt x="76460" y="100000"/>
                  <a:pt x="76661" y="99977"/>
                  <a:pt x="76861" y="99929"/>
                </a:cubicBezTo>
                <a:cubicBezTo>
                  <a:pt x="77078" y="99880"/>
                  <a:pt x="98759" y="94180"/>
                  <a:pt x="98759" y="70003"/>
                </a:cubicBezTo>
                <a:lnTo>
                  <a:pt x="98759" y="54949"/>
                </a:lnTo>
                <a:cubicBezTo>
                  <a:pt x="98759" y="53574"/>
                  <a:pt x="97644" y="52455"/>
                  <a:pt x="96269" y="52448"/>
                </a:cubicBezTo>
                <a:cubicBezTo>
                  <a:pt x="96156" y="52448"/>
                  <a:pt x="84886" y="52285"/>
                  <a:pt x="78257" y="43449"/>
                </a:cubicBezTo>
                <a:cubicBezTo>
                  <a:pt x="77787" y="42819"/>
                  <a:pt x="77020" y="42502"/>
                  <a:pt x="76255" y="4250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2" name="Красный — SVG 11">
            <a:extLst>
              <a:ext uri="{FF2B5EF4-FFF2-40B4-BE49-F238E27FC236}">
                <a16:creationId xmlns:a16="http://schemas.microsoft.com/office/drawing/2014/main" id="{2BAA07DB-623E-8F4C-8575-E4C0F9EA9FF6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19494 w 120511"/>
              <a:gd name="csY0" fmla="*/ 0 h 127583"/>
              <a:gd name="csX1" fmla="*/ 0 w 120511"/>
              <a:gd name="csY1" fmla="*/ 19491 h 127583"/>
              <a:gd name="csX2" fmla="*/ 0 w 120511"/>
              <a:gd name="csY2" fmla="*/ 30123 h 127583"/>
              <a:gd name="csX3" fmla="*/ 6161 w 120511"/>
              <a:gd name="csY3" fmla="*/ 44300 h 127583"/>
              <a:gd name="csX4" fmla="*/ 0 w 120511"/>
              <a:gd name="csY4" fmla="*/ 58476 h 127583"/>
              <a:gd name="csX5" fmla="*/ 0 w 120511"/>
              <a:gd name="csY5" fmla="*/ 69108 h 127583"/>
              <a:gd name="csX6" fmla="*/ 6161 w 120511"/>
              <a:gd name="csY6" fmla="*/ 83283 h 127583"/>
              <a:gd name="csX7" fmla="*/ 0 w 120511"/>
              <a:gd name="csY7" fmla="*/ 97460 h 127583"/>
              <a:gd name="csX8" fmla="*/ 0 w 120511"/>
              <a:gd name="csY8" fmla="*/ 108089 h 127583"/>
              <a:gd name="csX9" fmla="*/ 19494 w 120511"/>
              <a:gd name="csY9" fmla="*/ 127583 h 127583"/>
              <a:gd name="csX10" fmla="*/ 101017 w 120511"/>
              <a:gd name="csY10" fmla="*/ 127583 h 127583"/>
              <a:gd name="csX11" fmla="*/ 120511 w 120511"/>
              <a:gd name="csY11" fmla="*/ 108089 h 127583"/>
              <a:gd name="csX12" fmla="*/ 120511 w 120511"/>
              <a:gd name="csY12" fmla="*/ 97460 h 127583"/>
              <a:gd name="csX13" fmla="*/ 114350 w 120511"/>
              <a:gd name="csY13" fmla="*/ 83283 h 127583"/>
              <a:gd name="csX14" fmla="*/ 120511 w 120511"/>
              <a:gd name="csY14" fmla="*/ 69108 h 127583"/>
              <a:gd name="csX15" fmla="*/ 120511 w 120511"/>
              <a:gd name="csY15" fmla="*/ 58476 h 127583"/>
              <a:gd name="csX16" fmla="*/ 114350 w 120511"/>
              <a:gd name="csY16" fmla="*/ 44300 h 127583"/>
              <a:gd name="csX17" fmla="*/ 120511 w 120511"/>
              <a:gd name="csY17" fmla="*/ 30123 h 127583"/>
              <a:gd name="csX18" fmla="*/ 120511 w 120511"/>
              <a:gd name="csY18" fmla="*/ 19491 h 127583"/>
              <a:gd name="csX19" fmla="*/ 101017 w 120511"/>
              <a:gd name="csY19" fmla="*/ 0 h 127583"/>
              <a:gd name="csX20" fmla="*/ 19494 w 120511"/>
              <a:gd name="csY20" fmla="*/ 0 h 127583"/>
              <a:gd name="csX21" fmla="*/ 10633 w 120511"/>
              <a:gd name="csY21" fmla="*/ 28352 h 127583"/>
              <a:gd name="csX22" fmla="*/ 109878 w 120511"/>
              <a:gd name="csY22" fmla="*/ 28352 h 127583"/>
              <a:gd name="csX23" fmla="*/ 109878 w 120511"/>
              <a:gd name="csY23" fmla="*/ 30123 h 127583"/>
              <a:gd name="csX24" fmla="*/ 101017 w 120511"/>
              <a:gd name="csY24" fmla="*/ 38984 h 127583"/>
              <a:gd name="csX25" fmla="*/ 19494 w 120511"/>
              <a:gd name="csY25" fmla="*/ 38984 h 127583"/>
              <a:gd name="csX26" fmla="*/ 10633 w 120511"/>
              <a:gd name="csY26" fmla="*/ 30123 h 127583"/>
              <a:gd name="csX27" fmla="*/ 10633 w 120511"/>
              <a:gd name="csY27" fmla="*/ 28352 h 127583"/>
              <a:gd name="csX28" fmla="*/ 10633 w 120511"/>
              <a:gd name="csY28" fmla="*/ 67335 h 127583"/>
              <a:gd name="csX29" fmla="*/ 109878 w 120511"/>
              <a:gd name="csY29" fmla="*/ 67335 h 127583"/>
              <a:gd name="csX30" fmla="*/ 109878 w 120511"/>
              <a:gd name="csY30" fmla="*/ 69108 h 127583"/>
              <a:gd name="csX31" fmla="*/ 101017 w 120511"/>
              <a:gd name="csY31" fmla="*/ 77967 h 127583"/>
              <a:gd name="csX32" fmla="*/ 19494 w 120511"/>
              <a:gd name="csY32" fmla="*/ 77967 h 127583"/>
              <a:gd name="csX33" fmla="*/ 10633 w 120511"/>
              <a:gd name="csY33" fmla="*/ 69108 h 127583"/>
              <a:gd name="csX34" fmla="*/ 10633 w 120511"/>
              <a:gd name="csY34" fmla="*/ 67335 h 127583"/>
              <a:gd name="csX35" fmla="*/ 10633 w 120511"/>
              <a:gd name="csY35" fmla="*/ 106319 h 127583"/>
              <a:gd name="csX36" fmla="*/ 109878 w 120511"/>
              <a:gd name="csY36" fmla="*/ 106319 h 127583"/>
              <a:gd name="csX37" fmla="*/ 109878 w 120511"/>
              <a:gd name="csY37" fmla="*/ 108089 h 127583"/>
              <a:gd name="csX38" fmla="*/ 101017 w 120511"/>
              <a:gd name="csY38" fmla="*/ 116951 h 127583"/>
              <a:gd name="csX39" fmla="*/ 19494 w 120511"/>
              <a:gd name="csY39" fmla="*/ 116951 h 127583"/>
              <a:gd name="csX40" fmla="*/ 10633 w 120511"/>
              <a:gd name="csY40" fmla="*/ 108089 h 127583"/>
              <a:gd name="csX41" fmla="*/ 10633 w 120511"/>
              <a:gd name="csY41" fmla="*/ 106319 h 127583"/>
            </a:gdLst>
            <a:ahLst/>
            <a:cxnLst/>
            <a:rect l="l" t="t" r="r" b="b"/>
            <a:pathLst>
              <a:path w="100000" h="100000">
                <a:moveTo>
                  <a:pt x="18051" y="0"/>
                </a:moveTo>
                <a:cubicBezTo>
                  <a:pt x="9626" y="0"/>
                  <a:pt x="2772" y="6854"/>
                  <a:pt x="2772" y="15277"/>
                </a:cubicBezTo>
                <a:lnTo>
                  <a:pt x="2772" y="23611"/>
                </a:lnTo>
                <a:cubicBezTo>
                  <a:pt x="2772" y="27992"/>
                  <a:pt x="4637" y="31934"/>
                  <a:pt x="7601" y="34722"/>
                </a:cubicBezTo>
                <a:cubicBezTo>
                  <a:pt x="4637" y="37510"/>
                  <a:pt x="2772" y="41452"/>
                  <a:pt x="2772" y="45834"/>
                </a:cubicBezTo>
                <a:lnTo>
                  <a:pt x="2772" y="54167"/>
                </a:lnTo>
                <a:cubicBezTo>
                  <a:pt x="2772" y="58548"/>
                  <a:pt x="4637" y="62490"/>
                  <a:pt x="7601" y="65278"/>
                </a:cubicBezTo>
                <a:cubicBezTo>
                  <a:pt x="4637" y="68065"/>
                  <a:pt x="2772" y="72008"/>
                  <a:pt x="2772" y="76389"/>
                </a:cubicBezTo>
                <a:lnTo>
                  <a:pt x="2772" y="84721"/>
                </a:lnTo>
                <a:cubicBezTo>
                  <a:pt x="2772" y="93147"/>
                  <a:pt x="9626" y="100000"/>
                  <a:pt x="18051" y="100000"/>
                </a:cubicBezTo>
                <a:lnTo>
                  <a:pt x="81949" y="100000"/>
                </a:lnTo>
                <a:cubicBezTo>
                  <a:pt x="90376" y="100000"/>
                  <a:pt x="97228" y="93147"/>
                  <a:pt x="97228" y="84721"/>
                </a:cubicBezTo>
                <a:lnTo>
                  <a:pt x="97228" y="76389"/>
                </a:lnTo>
                <a:cubicBezTo>
                  <a:pt x="97228" y="72008"/>
                  <a:pt x="95363" y="68065"/>
                  <a:pt x="92399" y="65278"/>
                </a:cubicBezTo>
                <a:cubicBezTo>
                  <a:pt x="95363" y="62490"/>
                  <a:pt x="97228" y="58548"/>
                  <a:pt x="97228" y="54167"/>
                </a:cubicBezTo>
                <a:lnTo>
                  <a:pt x="97228" y="45834"/>
                </a:lnTo>
                <a:cubicBezTo>
                  <a:pt x="97228" y="41452"/>
                  <a:pt x="95363" y="37510"/>
                  <a:pt x="92399" y="34722"/>
                </a:cubicBezTo>
                <a:cubicBezTo>
                  <a:pt x="95363" y="31934"/>
                  <a:pt x="97228" y="27992"/>
                  <a:pt x="97228" y="23611"/>
                </a:cubicBezTo>
                <a:lnTo>
                  <a:pt x="97228" y="15277"/>
                </a:lnTo>
                <a:cubicBezTo>
                  <a:pt x="97228" y="6854"/>
                  <a:pt x="90376" y="0"/>
                  <a:pt x="81949" y="0"/>
                </a:cubicBezTo>
                <a:lnTo>
                  <a:pt x="18051" y="0"/>
                </a:lnTo>
                <a:close/>
                <a:moveTo>
                  <a:pt x="11106" y="22222"/>
                </a:moveTo>
                <a:lnTo>
                  <a:pt x="88894" y="22222"/>
                </a:lnTo>
                <a:lnTo>
                  <a:pt x="88894" y="23611"/>
                </a:lnTo>
                <a:cubicBezTo>
                  <a:pt x="88894" y="27439"/>
                  <a:pt x="85778" y="30556"/>
                  <a:pt x="81949" y="30556"/>
                </a:cubicBezTo>
                <a:lnTo>
                  <a:pt x="18051" y="30556"/>
                </a:lnTo>
                <a:cubicBezTo>
                  <a:pt x="14222" y="30556"/>
                  <a:pt x="11106" y="27439"/>
                  <a:pt x="11106" y="23611"/>
                </a:cubicBezTo>
                <a:lnTo>
                  <a:pt x="11106" y="22222"/>
                </a:lnTo>
                <a:close/>
                <a:moveTo>
                  <a:pt x="11106" y="52777"/>
                </a:moveTo>
                <a:lnTo>
                  <a:pt x="88894" y="52777"/>
                </a:lnTo>
                <a:lnTo>
                  <a:pt x="88894" y="54167"/>
                </a:lnTo>
                <a:cubicBezTo>
                  <a:pt x="88894" y="57994"/>
                  <a:pt x="85778" y="61111"/>
                  <a:pt x="81949" y="61111"/>
                </a:cubicBezTo>
                <a:lnTo>
                  <a:pt x="18051" y="61111"/>
                </a:lnTo>
                <a:cubicBezTo>
                  <a:pt x="14222" y="61111"/>
                  <a:pt x="11106" y="57994"/>
                  <a:pt x="11106" y="54167"/>
                </a:cubicBezTo>
                <a:lnTo>
                  <a:pt x="11106" y="52777"/>
                </a:lnTo>
                <a:close/>
                <a:moveTo>
                  <a:pt x="11106" y="83333"/>
                </a:moveTo>
                <a:lnTo>
                  <a:pt x="88894" y="83333"/>
                </a:lnTo>
                <a:lnTo>
                  <a:pt x="88894" y="84721"/>
                </a:lnTo>
                <a:cubicBezTo>
                  <a:pt x="88894" y="88547"/>
                  <a:pt x="85778" y="91667"/>
                  <a:pt x="81949" y="91667"/>
                </a:cubicBezTo>
                <a:lnTo>
                  <a:pt x="18051" y="91667"/>
                </a:lnTo>
                <a:cubicBezTo>
                  <a:pt x="14222" y="91667"/>
                  <a:pt x="11106" y="88547"/>
                  <a:pt x="11106" y="84721"/>
                </a:cubicBezTo>
                <a:lnTo>
                  <a:pt x="11106" y="8333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3" name="Красный — SVG 12">
            <a:extLst>
              <a:ext uri="{FF2B5EF4-FFF2-40B4-BE49-F238E27FC236}">
                <a16:creationId xmlns:a16="http://schemas.microsoft.com/office/drawing/2014/main" id="{20CD13A2-5626-FB4A-BFF5-64DF7270E913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30121 w 134840"/>
              <a:gd name="csY0" fmla="*/ 1 h 134830"/>
              <a:gd name="csX1" fmla="*/ 26388 w 134840"/>
              <a:gd name="csY1" fmla="*/ 1615 h 134830"/>
              <a:gd name="csX2" fmla="*/ 24887 w 134840"/>
              <a:gd name="csY2" fmla="*/ 5393 h 134830"/>
              <a:gd name="csX3" fmla="*/ 24887 w 134840"/>
              <a:gd name="csY3" fmla="*/ 15195 h 134830"/>
              <a:gd name="csX4" fmla="*/ 18950 w 134840"/>
              <a:gd name="csY4" fmla="*/ 18949 h 134830"/>
              <a:gd name="csX5" fmla="*/ 15195 w 134840"/>
              <a:gd name="csY5" fmla="*/ 24884 h 134830"/>
              <a:gd name="csX6" fmla="*/ 5392 w 134840"/>
              <a:gd name="csY6" fmla="*/ 24884 h 134830"/>
              <a:gd name="csX7" fmla="*/ 3335 w 134840"/>
              <a:gd name="csY7" fmla="*/ 25269 h 134830"/>
              <a:gd name="csX8" fmla="*/ 1584 w 134840"/>
              <a:gd name="csY8" fmla="*/ 26415 h 134830"/>
              <a:gd name="csX9" fmla="*/ 412 w 134840"/>
              <a:gd name="csY9" fmla="*/ 28149 h 134830"/>
              <a:gd name="csX10" fmla="*/ 0 w 134840"/>
              <a:gd name="csY10" fmla="*/ 30200 h 134830"/>
              <a:gd name="csX11" fmla="*/ 412 w 134840"/>
              <a:gd name="csY11" fmla="*/ 32254 h 134830"/>
              <a:gd name="csX12" fmla="*/ 1584 w 134840"/>
              <a:gd name="csY12" fmla="*/ 33987 h 134830"/>
              <a:gd name="csX13" fmla="*/ 3335 w 134840"/>
              <a:gd name="csY13" fmla="*/ 35134 h 134830"/>
              <a:gd name="csX14" fmla="*/ 5392 w 134840"/>
              <a:gd name="csY14" fmla="*/ 35516 h 134830"/>
              <a:gd name="csX15" fmla="*/ 14253 w 134840"/>
              <a:gd name="csY15" fmla="*/ 35516 h 134830"/>
              <a:gd name="csX16" fmla="*/ 14253 w 134840"/>
              <a:gd name="csY16" fmla="*/ 49693 h 134830"/>
              <a:gd name="csX17" fmla="*/ 5392 w 134840"/>
              <a:gd name="csY17" fmla="*/ 49693 h 134830"/>
              <a:gd name="csX18" fmla="*/ 3335 w 134840"/>
              <a:gd name="csY18" fmla="*/ 50076 h 134830"/>
              <a:gd name="csX19" fmla="*/ 1584 w 134840"/>
              <a:gd name="csY19" fmla="*/ 51223 h 134830"/>
              <a:gd name="csX20" fmla="*/ 412 w 134840"/>
              <a:gd name="csY20" fmla="*/ 52958 h 134830"/>
              <a:gd name="csX21" fmla="*/ 0 w 134840"/>
              <a:gd name="csY21" fmla="*/ 55009 h 134830"/>
              <a:gd name="csX22" fmla="*/ 412 w 134840"/>
              <a:gd name="csY22" fmla="*/ 57061 h 134830"/>
              <a:gd name="csX23" fmla="*/ 1584 w 134840"/>
              <a:gd name="csY23" fmla="*/ 58794 h 134830"/>
              <a:gd name="csX24" fmla="*/ 3335 w 134840"/>
              <a:gd name="csY24" fmla="*/ 59943 h 134830"/>
              <a:gd name="csX25" fmla="*/ 5392 w 134840"/>
              <a:gd name="csY25" fmla="*/ 60325 h 134830"/>
              <a:gd name="csX26" fmla="*/ 14253 w 134840"/>
              <a:gd name="csY26" fmla="*/ 60325 h 134830"/>
              <a:gd name="csX27" fmla="*/ 14253 w 134840"/>
              <a:gd name="csY27" fmla="*/ 74501 h 134830"/>
              <a:gd name="csX28" fmla="*/ 5392 w 134840"/>
              <a:gd name="csY28" fmla="*/ 74501 h 134830"/>
              <a:gd name="csX29" fmla="*/ 3335 w 134840"/>
              <a:gd name="csY29" fmla="*/ 74883 h 134830"/>
              <a:gd name="csX30" fmla="*/ 1584 w 134840"/>
              <a:gd name="csY30" fmla="*/ 76032 h 134830"/>
              <a:gd name="csX31" fmla="*/ 412 w 134840"/>
              <a:gd name="csY31" fmla="*/ 77765 h 134830"/>
              <a:gd name="csX32" fmla="*/ 0 w 134840"/>
              <a:gd name="csY32" fmla="*/ 79817 h 134830"/>
              <a:gd name="csX33" fmla="*/ 412 w 134840"/>
              <a:gd name="csY33" fmla="*/ 81868 h 134830"/>
              <a:gd name="csX34" fmla="*/ 1584 w 134840"/>
              <a:gd name="csY34" fmla="*/ 83610 h 134830"/>
              <a:gd name="csX35" fmla="*/ 3335 w 134840"/>
              <a:gd name="csY35" fmla="*/ 84750 h 134830"/>
              <a:gd name="csX36" fmla="*/ 5392 w 134840"/>
              <a:gd name="csY36" fmla="*/ 85141 h 134830"/>
              <a:gd name="csX37" fmla="*/ 14253 w 134840"/>
              <a:gd name="csY37" fmla="*/ 85141 h 134830"/>
              <a:gd name="csX38" fmla="*/ 14253 w 134840"/>
              <a:gd name="csY38" fmla="*/ 99311 h 134830"/>
              <a:gd name="csX39" fmla="*/ 5392 w 134840"/>
              <a:gd name="csY39" fmla="*/ 99311 h 134830"/>
              <a:gd name="csX40" fmla="*/ 3335 w 134840"/>
              <a:gd name="csY40" fmla="*/ 99686 h 134830"/>
              <a:gd name="csX41" fmla="*/ 1584 w 134840"/>
              <a:gd name="csY41" fmla="*/ 100842 h 134830"/>
              <a:gd name="csX42" fmla="*/ 412 w 134840"/>
              <a:gd name="csY42" fmla="*/ 102577 h 134830"/>
              <a:gd name="csX43" fmla="*/ 0 w 134840"/>
              <a:gd name="csY43" fmla="*/ 104619 h 134830"/>
              <a:gd name="csX44" fmla="*/ 412 w 134840"/>
              <a:gd name="csY44" fmla="*/ 106677 h 134830"/>
              <a:gd name="csX45" fmla="*/ 1584 w 134840"/>
              <a:gd name="csY45" fmla="*/ 108412 h 134830"/>
              <a:gd name="csX46" fmla="*/ 3335 w 134840"/>
              <a:gd name="csY46" fmla="*/ 109552 h 134830"/>
              <a:gd name="csX47" fmla="*/ 5392 w 134840"/>
              <a:gd name="csY47" fmla="*/ 109943 h 134830"/>
              <a:gd name="csX48" fmla="*/ 15195 w 134840"/>
              <a:gd name="csY48" fmla="*/ 109943 h 134830"/>
              <a:gd name="csX49" fmla="*/ 18950 w 134840"/>
              <a:gd name="csY49" fmla="*/ 115880 h 134830"/>
              <a:gd name="csX50" fmla="*/ 24887 w 134840"/>
              <a:gd name="csY50" fmla="*/ 119640 h 134830"/>
              <a:gd name="csX51" fmla="*/ 24887 w 134840"/>
              <a:gd name="csY51" fmla="*/ 129438 h 134830"/>
              <a:gd name="csX52" fmla="*/ 25270 w 134840"/>
              <a:gd name="csY52" fmla="*/ 131496 h 134830"/>
              <a:gd name="csX53" fmla="*/ 26417 w 134840"/>
              <a:gd name="csY53" fmla="*/ 133248 h 134830"/>
              <a:gd name="csX54" fmla="*/ 28151 w 134840"/>
              <a:gd name="csY54" fmla="*/ 134405 h 134830"/>
              <a:gd name="csX55" fmla="*/ 30204 w 134840"/>
              <a:gd name="csY55" fmla="*/ 134831 h 134830"/>
              <a:gd name="csX56" fmla="*/ 32256 w 134840"/>
              <a:gd name="csY56" fmla="*/ 134405 h 134830"/>
              <a:gd name="csX57" fmla="*/ 33990 w 134840"/>
              <a:gd name="csY57" fmla="*/ 133248 h 134830"/>
              <a:gd name="csX58" fmla="*/ 35137 w 134840"/>
              <a:gd name="csY58" fmla="*/ 131496 h 134830"/>
              <a:gd name="csX59" fmla="*/ 35520 w 134840"/>
              <a:gd name="csY59" fmla="*/ 129438 h 134830"/>
              <a:gd name="csX60" fmla="*/ 35520 w 134840"/>
              <a:gd name="csY60" fmla="*/ 120575 h 134830"/>
              <a:gd name="csX61" fmla="*/ 49698 w 134840"/>
              <a:gd name="csY61" fmla="*/ 120575 h 134830"/>
              <a:gd name="csX62" fmla="*/ 49698 w 134840"/>
              <a:gd name="csY62" fmla="*/ 129438 h 134830"/>
              <a:gd name="csX63" fmla="*/ 50081 w 134840"/>
              <a:gd name="csY63" fmla="*/ 131496 h 134830"/>
              <a:gd name="csX64" fmla="*/ 51229 w 134840"/>
              <a:gd name="csY64" fmla="*/ 133248 h 134830"/>
              <a:gd name="csX65" fmla="*/ 52963 w 134840"/>
              <a:gd name="csY65" fmla="*/ 134405 h 134830"/>
              <a:gd name="csX66" fmla="*/ 55015 w 134840"/>
              <a:gd name="csY66" fmla="*/ 134831 h 134830"/>
              <a:gd name="csX67" fmla="*/ 57067 w 134840"/>
              <a:gd name="csY67" fmla="*/ 134405 h 134830"/>
              <a:gd name="csX68" fmla="*/ 58801 w 134840"/>
              <a:gd name="csY68" fmla="*/ 133248 h 134830"/>
              <a:gd name="csX69" fmla="*/ 59949 w 134840"/>
              <a:gd name="csY69" fmla="*/ 131496 h 134830"/>
              <a:gd name="csX70" fmla="*/ 60332 w 134840"/>
              <a:gd name="csY70" fmla="*/ 129438 h 134830"/>
              <a:gd name="csX71" fmla="*/ 60332 w 134840"/>
              <a:gd name="csY71" fmla="*/ 120575 h 134830"/>
              <a:gd name="csX72" fmla="*/ 74509 w 134840"/>
              <a:gd name="csY72" fmla="*/ 120575 h 134830"/>
              <a:gd name="csX73" fmla="*/ 74509 w 134840"/>
              <a:gd name="csY73" fmla="*/ 129438 h 134830"/>
              <a:gd name="csX74" fmla="*/ 74892 w 134840"/>
              <a:gd name="csY74" fmla="*/ 131496 h 134830"/>
              <a:gd name="csX75" fmla="*/ 76040 w 134840"/>
              <a:gd name="csY75" fmla="*/ 133248 h 134830"/>
              <a:gd name="csX76" fmla="*/ 77774 w 134840"/>
              <a:gd name="csY76" fmla="*/ 134405 h 134830"/>
              <a:gd name="csX77" fmla="*/ 79826 w 134840"/>
              <a:gd name="csY77" fmla="*/ 134831 h 134830"/>
              <a:gd name="csX78" fmla="*/ 81878 w 134840"/>
              <a:gd name="csY78" fmla="*/ 134405 h 134830"/>
              <a:gd name="csX79" fmla="*/ 83612 w 134840"/>
              <a:gd name="csY79" fmla="*/ 133248 h 134830"/>
              <a:gd name="csX80" fmla="*/ 84760 w 134840"/>
              <a:gd name="csY80" fmla="*/ 131496 h 134830"/>
              <a:gd name="csX81" fmla="*/ 85143 w 134840"/>
              <a:gd name="csY81" fmla="*/ 129438 h 134830"/>
              <a:gd name="csX82" fmla="*/ 85143 w 134840"/>
              <a:gd name="csY82" fmla="*/ 120575 h 134830"/>
              <a:gd name="csX83" fmla="*/ 99321 w 134840"/>
              <a:gd name="csY83" fmla="*/ 120575 h 134830"/>
              <a:gd name="csX84" fmla="*/ 99321 w 134840"/>
              <a:gd name="csY84" fmla="*/ 129438 h 134830"/>
              <a:gd name="csX85" fmla="*/ 99704 w 134840"/>
              <a:gd name="csY85" fmla="*/ 131496 h 134830"/>
              <a:gd name="csX86" fmla="*/ 100851 w 134840"/>
              <a:gd name="csY86" fmla="*/ 133248 h 134830"/>
              <a:gd name="csX87" fmla="*/ 102585 w 134840"/>
              <a:gd name="csY87" fmla="*/ 134405 h 134830"/>
              <a:gd name="csX88" fmla="*/ 104637 w 134840"/>
              <a:gd name="csY88" fmla="*/ 134831 h 134830"/>
              <a:gd name="csX89" fmla="*/ 106689 w 134840"/>
              <a:gd name="csY89" fmla="*/ 134405 h 134830"/>
              <a:gd name="csX90" fmla="*/ 108424 w 134840"/>
              <a:gd name="csY90" fmla="*/ 133248 h 134830"/>
              <a:gd name="csX91" fmla="*/ 109571 w 134840"/>
              <a:gd name="csY91" fmla="*/ 131496 h 134830"/>
              <a:gd name="csX92" fmla="*/ 109954 w 134840"/>
              <a:gd name="csY92" fmla="*/ 129438 h 134830"/>
              <a:gd name="csX93" fmla="*/ 109954 w 134840"/>
              <a:gd name="csY93" fmla="*/ 119640 h 134830"/>
              <a:gd name="csX94" fmla="*/ 115891 w 134840"/>
              <a:gd name="csY94" fmla="*/ 115880 h 134830"/>
              <a:gd name="csX95" fmla="*/ 119646 w 134840"/>
              <a:gd name="csY95" fmla="*/ 109943 h 134830"/>
              <a:gd name="csX96" fmla="*/ 129449 w 134840"/>
              <a:gd name="csY96" fmla="*/ 109943 h 134830"/>
              <a:gd name="csX97" fmla="*/ 131506 w 134840"/>
              <a:gd name="csY97" fmla="*/ 109552 h 134830"/>
              <a:gd name="csX98" fmla="*/ 133257 w 134840"/>
              <a:gd name="csY98" fmla="*/ 108412 h 134830"/>
              <a:gd name="csX99" fmla="*/ 134429 w 134840"/>
              <a:gd name="csY99" fmla="*/ 106677 h 134830"/>
              <a:gd name="csX100" fmla="*/ 134841 w 134840"/>
              <a:gd name="csY100" fmla="*/ 104619 h 134830"/>
              <a:gd name="csX101" fmla="*/ 134429 w 134840"/>
              <a:gd name="csY101" fmla="*/ 102577 h 134830"/>
              <a:gd name="csX102" fmla="*/ 133257 w 134840"/>
              <a:gd name="csY102" fmla="*/ 100842 h 134830"/>
              <a:gd name="csX103" fmla="*/ 131506 w 134840"/>
              <a:gd name="csY103" fmla="*/ 99686 h 134830"/>
              <a:gd name="csX104" fmla="*/ 129449 w 134840"/>
              <a:gd name="csY104" fmla="*/ 99311 h 134830"/>
              <a:gd name="csX105" fmla="*/ 120587 w 134840"/>
              <a:gd name="csY105" fmla="*/ 99311 h 134830"/>
              <a:gd name="csX106" fmla="*/ 120587 w 134840"/>
              <a:gd name="csY106" fmla="*/ 85141 h 134830"/>
              <a:gd name="csX107" fmla="*/ 129449 w 134840"/>
              <a:gd name="csY107" fmla="*/ 85141 h 134830"/>
              <a:gd name="csX108" fmla="*/ 131506 w 134840"/>
              <a:gd name="csY108" fmla="*/ 84750 h 134830"/>
              <a:gd name="csX109" fmla="*/ 133257 w 134840"/>
              <a:gd name="csY109" fmla="*/ 83610 h 134830"/>
              <a:gd name="csX110" fmla="*/ 134429 w 134840"/>
              <a:gd name="csY110" fmla="*/ 81868 h 134830"/>
              <a:gd name="csX111" fmla="*/ 134841 w 134840"/>
              <a:gd name="csY111" fmla="*/ 79817 h 134830"/>
              <a:gd name="csX112" fmla="*/ 134429 w 134840"/>
              <a:gd name="csY112" fmla="*/ 77765 h 134830"/>
              <a:gd name="csX113" fmla="*/ 133257 w 134840"/>
              <a:gd name="csY113" fmla="*/ 76032 h 134830"/>
              <a:gd name="csX114" fmla="*/ 131506 w 134840"/>
              <a:gd name="csY114" fmla="*/ 74883 h 134830"/>
              <a:gd name="csX115" fmla="*/ 129449 w 134840"/>
              <a:gd name="csY115" fmla="*/ 74501 h 134830"/>
              <a:gd name="csX116" fmla="*/ 120587 w 134840"/>
              <a:gd name="csY116" fmla="*/ 74501 h 134830"/>
              <a:gd name="csX117" fmla="*/ 120587 w 134840"/>
              <a:gd name="csY117" fmla="*/ 60325 h 134830"/>
              <a:gd name="csX118" fmla="*/ 129449 w 134840"/>
              <a:gd name="csY118" fmla="*/ 60325 h 134830"/>
              <a:gd name="csX119" fmla="*/ 131506 w 134840"/>
              <a:gd name="csY119" fmla="*/ 59943 h 134830"/>
              <a:gd name="csX120" fmla="*/ 133257 w 134840"/>
              <a:gd name="csY120" fmla="*/ 58794 h 134830"/>
              <a:gd name="csX121" fmla="*/ 134429 w 134840"/>
              <a:gd name="csY121" fmla="*/ 57061 h 134830"/>
              <a:gd name="csX122" fmla="*/ 134841 w 134840"/>
              <a:gd name="csY122" fmla="*/ 55009 h 134830"/>
              <a:gd name="csX123" fmla="*/ 134429 w 134840"/>
              <a:gd name="csY123" fmla="*/ 52958 h 134830"/>
              <a:gd name="csX124" fmla="*/ 133257 w 134840"/>
              <a:gd name="csY124" fmla="*/ 51223 h 134830"/>
              <a:gd name="csX125" fmla="*/ 131506 w 134840"/>
              <a:gd name="csY125" fmla="*/ 50076 h 134830"/>
              <a:gd name="csX126" fmla="*/ 129449 w 134840"/>
              <a:gd name="csY126" fmla="*/ 49693 h 134830"/>
              <a:gd name="csX127" fmla="*/ 120587 w 134840"/>
              <a:gd name="csY127" fmla="*/ 49693 h 134830"/>
              <a:gd name="csX128" fmla="*/ 120587 w 134840"/>
              <a:gd name="csY128" fmla="*/ 35516 h 134830"/>
              <a:gd name="csX129" fmla="*/ 129449 w 134840"/>
              <a:gd name="csY129" fmla="*/ 35516 h 134830"/>
              <a:gd name="csX130" fmla="*/ 131506 w 134840"/>
              <a:gd name="csY130" fmla="*/ 35134 h 134830"/>
              <a:gd name="csX131" fmla="*/ 133257 w 134840"/>
              <a:gd name="csY131" fmla="*/ 33987 h 134830"/>
              <a:gd name="csX132" fmla="*/ 134429 w 134840"/>
              <a:gd name="csY132" fmla="*/ 32254 h 134830"/>
              <a:gd name="csX133" fmla="*/ 134841 w 134840"/>
              <a:gd name="csY133" fmla="*/ 30200 h 134830"/>
              <a:gd name="csX134" fmla="*/ 134429 w 134840"/>
              <a:gd name="csY134" fmla="*/ 28149 h 134830"/>
              <a:gd name="csX135" fmla="*/ 133257 w 134840"/>
              <a:gd name="csY135" fmla="*/ 26415 h 134830"/>
              <a:gd name="csX136" fmla="*/ 131506 w 134840"/>
              <a:gd name="csY136" fmla="*/ 25269 h 134830"/>
              <a:gd name="csX137" fmla="*/ 129449 w 134840"/>
              <a:gd name="csY137" fmla="*/ 24884 h 134830"/>
              <a:gd name="csX138" fmla="*/ 119646 w 134840"/>
              <a:gd name="csY138" fmla="*/ 24884 h 134830"/>
              <a:gd name="csX139" fmla="*/ 115891 w 134840"/>
              <a:gd name="csY139" fmla="*/ 18949 h 134830"/>
              <a:gd name="csX140" fmla="*/ 109954 w 134840"/>
              <a:gd name="csY140" fmla="*/ 15195 h 134830"/>
              <a:gd name="csX141" fmla="*/ 109954 w 134840"/>
              <a:gd name="csY141" fmla="*/ 5393 h 134830"/>
              <a:gd name="csX142" fmla="*/ 109564 w 134840"/>
              <a:gd name="csY142" fmla="*/ 3316 h 134830"/>
              <a:gd name="csX143" fmla="*/ 108395 w 134840"/>
              <a:gd name="csY143" fmla="*/ 1555 h 134830"/>
              <a:gd name="csX144" fmla="*/ 106632 w 134840"/>
              <a:gd name="csY144" fmla="*/ 388 h 134830"/>
              <a:gd name="csX145" fmla="*/ 104554 w 134840"/>
              <a:gd name="csY145" fmla="*/ 1 h 134830"/>
              <a:gd name="csX146" fmla="*/ 100821 w 134840"/>
              <a:gd name="csY146" fmla="*/ 1615 h 134830"/>
              <a:gd name="csX147" fmla="*/ 99321 w 134840"/>
              <a:gd name="csY147" fmla="*/ 5393 h 134830"/>
              <a:gd name="csX148" fmla="*/ 99321 w 134840"/>
              <a:gd name="csY148" fmla="*/ 14252 h 134830"/>
              <a:gd name="csX149" fmla="*/ 85143 w 134840"/>
              <a:gd name="csY149" fmla="*/ 14252 h 134830"/>
              <a:gd name="csX150" fmla="*/ 85143 w 134840"/>
              <a:gd name="csY150" fmla="*/ 5393 h 134830"/>
              <a:gd name="csX151" fmla="*/ 84752 w 134840"/>
              <a:gd name="csY151" fmla="*/ 3316 h 134830"/>
              <a:gd name="csX152" fmla="*/ 83583 w 134840"/>
              <a:gd name="csY152" fmla="*/ 1555 h 134830"/>
              <a:gd name="csX153" fmla="*/ 81821 w 134840"/>
              <a:gd name="csY153" fmla="*/ 388 h 134830"/>
              <a:gd name="csX154" fmla="*/ 79743 w 134840"/>
              <a:gd name="csY154" fmla="*/ 1 h 134830"/>
              <a:gd name="csX155" fmla="*/ 76010 w 134840"/>
              <a:gd name="csY155" fmla="*/ 1615 h 134830"/>
              <a:gd name="csX156" fmla="*/ 74509 w 134840"/>
              <a:gd name="csY156" fmla="*/ 5393 h 134830"/>
              <a:gd name="csX157" fmla="*/ 74509 w 134840"/>
              <a:gd name="csY157" fmla="*/ 14252 h 134830"/>
              <a:gd name="csX158" fmla="*/ 60332 w 134840"/>
              <a:gd name="csY158" fmla="*/ 14252 h 134830"/>
              <a:gd name="csX159" fmla="*/ 60332 w 134840"/>
              <a:gd name="csY159" fmla="*/ 5393 h 134830"/>
              <a:gd name="csX160" fmla="*/ 59941 w 134840"/>
              <a:gd name="csY160" fmla="*/ 3316 h 134830"/>
              <a:gd name="csX161" fmla="*/ 58772 w 134840"/>
              <a:gd name="csY161" fmla="*/ 1555 h 134830"/>
              <a:gd name="csX162" fmla="*/ 57010 w 134840"/>
              <a:gd name="csY162" fmla="*/ 388 h 134830"/>
              <a:gd name="csX163" fmla="*/ 54932 w 134840"/>
              <a:gd name="csY163" fmla="*/ 1 h 134830"/>
              <a:gd name="csX164" fmla="*/ 51199 w 134840"/>
              <a:gd name="csY164" fmla="*/ 1615 h 134830"/>
              <a:gd name="csX165" fmla="*/ 49698 w 134840"/>
              <a:gd name="csY165" fmla="*/ 5393 h 134830"/>
              <a:gd name="csX166" fmla="*/ 49698 w 134840"/>
              <a:gd name="csY166" fmla="*/ 14252 h 134830"/>
              <a:gd name="csX167" fmla="*/ 35520 w 134840"/>
              <a:gd name="csY167" fmla="*/ 14252 h 134830"/>
              <a:gd name="csX168" fmla="*/ 35520 w 134840"/>
              <a:gd name="csY168" fmla="*/ 5393 h 134830"/>
              <a:gd name="csX169" fmla="*/ 35130 w 134840"/>
              <a:gd name="csY169" fmla="*/ 3316 h 134830"/>
              <a:gd name="csX170" fmla="*/ 33961 w 134840"/>
              <a:gd name="csY170" fmla="*/ 1555 h 134830"/>
              <a:gd name="csX171" fmla="*/ 32198 w 134840"/>
              <a:gd name="csY171" fmla="*/ 388 h 134830"/>
              <a:gd name="csX172" fmla="*/ 30121 w 134840"/>
              <a:gd name="csY172" fmla="*/ 1 h 134830"/>
              <a:gd name="csX173" fmla="*/ 51470 w 134840"/>
              <a:gd name="csY173" fmla="*/ 46148 h 134830"/>
              <a:gd name="csX174" fmla="*/ 83370 w 134840"/>
              <a:gd name="csY174" fmla="*/ 46148 h 134830"/>
              <a:gd name="csX175" fmla="*/ 87130 w 134840"/>
              <a:gd name="csY175" fmla="*/ 47707 h 134830"/>
              <a:gd name="csX176" fmla="*/ 88687 w 134840"/>
              <a:gd name="csY176" fmla="*/ 51464 h 134830"/>
              <a:gd name="csX177" fmla="*/ 88687 w 134840"/>
              <a:gd name="csY177" fmla="*/ 83355 h 134830"/>
              <a:gd name="csX178" fmla="*/ 87130 w 134840"/>
              <a:gd name="csY178" fmla="*/ 87114 h 134830"/>
              <a:gd name="csX179" fmla="*/ 83370 w 134840"/>
              <a:gd name="csY179" fmla="*/ 88679 h 134830"/>
              <a:gd name="csX180" fmla="*/ 51470 w 134840"/>
              <a:gd name="csY180" fmla="*/ 88679 h 134830"/>
              <a:gd name="csX181" fmla="*/ 47711 w 134840"/>
              <a:gd name="csY181" fmla="*/ 87114 h 134830"/>
              <a:gd name="csX182" fmla="*/ 46154 w 134840"/>
              <a:gd name="csY182" fmla="*/ 83355 h 134830"/>
              <a:gd name="csX183" fmla="*/ 46154 w 134840"/>
              <a:gd name="csY183" fmla="*/ 51464 h 134830"/>
              <a:gd name="csX184" fmla="*/ 47711 w 134840"/>
              <a:gd name="csY184" fmla="*/ 47707 h 134830"/>
              <a:gd name="csX185" fmla="*/ 51470 w 134840"/>
              <a:gd name="csY185" fmla="*/ 46148 h 134830"/>
            </a:gdLst>
            <a:ahLst/>
            <a:cxnLst/>
            <a:rect l="l" t="t" r="r" b="b"/>
            <a:pathLst>
              <a:path w="100000" h="100000">
                <a:moveTo>
                  <a:pt x="22338" y="4"/>
                </a:moveTo>
                <a:cubicBezTo>
                  <a:pt x="21293" y="21"/>
                  <a:pt x="20297" y="451"/>
                  <a:pt x="19570" y="1201"/>
                </a:cubicBezTo>
                <a:cubicBezTo>
                  <a:pt x="18842" y="1950"/>
                  <a:pt x="18442" y="2959"/>
                  <a:pt x="18457" y="4003"/>
                </a:cubicBezTo>
                <a:lnTo>
                  <a:pt x="18457" y="11273"/>
                </a:lnTo>
                <a:cubicBezTo>
                  <a:pt x="16801" y="11863"/>
                  <a:pt x="15297" y="12813"/>
                  <a:pt x="14054" y="14057"/>
                </a:cubicBezTo>
                <a:cubicBezTo>
                  <a:pt x="12810" y="15300"/>
                  <a:pt x="11859" y="16804"/>
                  <a:pt x="11269" y="18458"/>
                </a:cubicBezTo>
                <a:lnTo>
                  <a:pt x="3999" y="18458"/>
                </a:lnTo>
                <a:cubicBezTo>
                  <a:pt x="3477" y="18452"/>
                  <a:pt x="2958" y="18548"/>
                  <a:pt x="2473" y="18744"/>
                </a:cubicBezTo>
                <a:cubicBezTo>
                  <a:pt x="1988" y="18938"/>
                  <a:pt x="1547" y="19226"/>
                  <a:pt x="1175" y="19594"/>
                </a:cubicBezTo>
                <a:cubicBezTo>
                  <a:pt x="802" y="19961"/>
                  <a:pt x="507" y="20398"/>
                  <a:pt x="306" y="20880"/>
                </a:cubicBezTo>
                <a:cubicBezTo>
                  <a:pt x="104" y="21362"/>
                  <a:pt x="0" y="21879"/>
                  <a:pt x="0" y="22401"/>
                </a:cubicBezTo>
                <a:cubicBezTo>
                  <a:pt x="0" y="22924"/>
                  <a:pt x="104" y="23442"/>
                  <a:pt x="306" y="23924"/>
                </a:cubicBezTo>
                <a:cubicBezTo>
                  <a:pt x="507" y="24405"/>
                  <a:pt x="802" y="24842"/>
                  <a:pt x="1175" y="25209"/>
                </a:cubicBezTo>
                <a:cubicBezTo>
                  <a:pt x="1547" y="25576"/>
                  <a:pt x="1988" y="25865"/>
                  <a:pt x="2473" y="26060"/>
                </a:cubicBezTo>
                <a:cubicBezTo>
                  <a:pt x="2958" y="26255"/>
                  <a:pt x="3477" y="26350"/>
                  <a:pt x="3999" y="26343"/>
                </a:cubicBezTo>
                <a:lnTo>
                  <a:pt x="10570" y="26343"/>
                </a:lnTo>
                <a:lnTo>
                  <a:pt x="10570" y="36857"/>
                </a:lnTo>
                <a:lnTo>
                  <a:pt x="3999" y="36857"/>
                </a:lnTo>
                <a:cubicBezTo>
                  <a:pt x="3477" y="36850"/>
                  <a:pt x="2958" y="36945"/>
                  <a:pt x="2473" y="37141"/>
                </a:cubicBezTo>
                <a:cubicBezTo>
                  <a:pt x="1988" y="37335"/>
                  <a:pt x="1547" y="37625"/>
                  <a:pt x="1175" y="37992"/>
                </a:cubicBezTo>
                <a:cubicBezTo>
                  <a:pt x="802" y="38359"/>
                  <a:pt x="507" y="38796"/>
                  <a:pt x="306" y="39278"/>
                </a:cubicBezTo>
                <a:cubicBezTo>
                  <a:pt x="104" y="39760"/>
                  <a:pt x="0" y="40277"/>
                  <a:pt x="0" y="40799"/>
                </a:cubicBezTo>
                <a:cubicBezTo>
                  <a:pt x="0" y="41322"/>
                  <a:pt x="104" y="41839"/>
                  <a:pt x="306" y="42321"/>
                </a:cubicBezTo>
                <a:cubicBezTo>
                  <a:pt x="507" y="42803"/>
                  <a:pt x="802" y="43241"/>
                  <a:pt x="1175" y="43606"/>
                </a:cubicBezTo>
                <a:cubicBezTo>
                  <a:pt x="1547" y="43974"/>
                  <a:pt x="1988" y="44263"/>
                  <a:pt x="2473" y="44459"/>
                </a:cubicBezTo>
                <a:cubicBezTo>
                  <a:pt x="2958" y="44653"/>
                  <a:pt x="3477" y="44750"/>
                  <a:pt x="3999" y="44742"/>
                </a:cubicBezTo>
                <a:lnTo>
                  <a:pt x="10570" y="44742"/>
                </a:lnTo>
                <a:lnTo>
                  <a:pt x="10570" y="55255"/>
                </a:lnTo>
                <a:lnTo>
                  <a:pt x="3999" y="55255"/>
                </a:lnTo>
                <a:cubicBezTo>
                  <a:pt x="3477" y="55247"/>
                  <a:pt x="2958" y="55345"/>
                  <a:pt x="2473" y="55538"/>
                </a:cubicBezTo>
                <a:cubicBezTo>
                  <a:pt x="1988" y="55734"/>
                  <a:pt x="1547" y="56023"/>
                  <a:pt x="1175" y="56391"/>
                </a:cubicBezTo>
                <a:cubicBezTo>
                  <a:pt x="802" y="56756"/>
                  <a:pt x="507" y="57194"/>
                  <a:pt x="306" y="57676"/>
                </a:cubicBezTo>
                <a:cubicBezTo>
                  <a:pt x="104" y="58158"/>
                  <a:pt x="0" y="58675"/>
                  <a:pt x="0" y="59198"/>
                </a:cubicBezTo>
                <a:cubicBezTo>
                  <a:pt x="0" y="59720"/>
                  <a:pt x="104" y="60237"/>
                  <a:pt x="306" y="60719"/>
                </a:cubicBezTo>
                <a:cubicBezTo>
                  <a:pt x="507" y="61201"/>
                  <a:pt x="802" y="61638"/>
                  <a:pt x="1175" y="62011"/>
                </a:cubicBezTo>
                <a:cubicBezTo>
                  <a:pt x="1547" y="62376"/>
                  <a:pt x="1988" y="62667"/>
                  <a:pt x="2473" y="62856"/>
                </a:cubicBezTo>
                <a:cubicBezTo>
                  <a:pt x="2958" y="63045"/>
                  <a:pt x="3477" y="63146"/>
                  <a:pt x="3999" y="63146"/>
                </a:cubicBezTo>
                <a:lnTo>
                  <a:pt x="10570" y="63146"/>
                </a:lnTo>
                <a:lnTo>
                  <a:pt x="10570" y="73655"/>
                </a:lnTo>
                <a:lnTo>
                  <a:pt x="3999" y="73655"/>
                </a:lnTo>
                <a:cubicBezTo>
                  <a:pt x="3477" y="73642"/>
                  <a:pt x="2958" y="73743"/>
                  <a:pt x="2473" y="73933"/>
                </a:cubicBezTo>
                <a:cubicBezTo>
                  <a:pt x="1988" y="74135"/>
                  <a:pt x="1547" y="74425"/>
                  <a:pt x="1175" y="74790"/>
                </a:cubicBezTo>
                <a:cubicBezTo>
                  <a:pt x="802" y="75156"/>
                  <a:pt x="507" y="75598"/>
                  <a:pt x="306" y="76077"/>
                </a:cubicBezTo>
                <a:cubicBezTo>
                  <a:pt x="104" y="76557"/>
                  <a:pt x="0" y="77074"/>
                  <a:pt x="0" y="77591"/>
                </a:cubicBezTo>
                <a:cubicBezTo>
                  <a:pt x="0" y="78121"/>
                  <a:pt x="104" y="78638"/>
                  <a:pt x="306" y="79117"/>
                </a:cubicBezTo>
                <a:cubicBezTo>
                  <a:pt x="507" y="79597"/>
                  <a:pt x="802" y="80039"/>
                  <a:pt x="1175" y="80404"/>
                </a:cubicBezTo>
                <a:cubicBezTo>
                  <a:pt x="1547" y="80771"/>
                  <a:pt x="1988" y="81061"/>
                  <a:pt x="2473" y="81250"/>
                </a:cubicBezTo>
                <a:cubicBezTo>
                  <a:pt x="2958" y="81451"/>
                  <a:pt x="3477" y="81540"/>
                  <a:pt x="3999" y="81540"/>
                </a:cubicBezTo>
                <a:lnTo>
                  <a:pt x="11269" y="81540"/>
                </a:lnTo>
                <a:cubicBezTo>
                  <a:pt x="11859" y="83193"/>
                  <a:pt x="12810" y="84694"/>
                  <a:pt x="14054" y="85943"/>
                </a:cubicBezTo>
                <a:cubicBezTo>
                  <a:pt x="15297" y="87179"/>
                  <a:pt x="16801" y="88138"/>
                  <a:pt x="18457" y="88731"/>
                </a:cubicBezTo>
                <a:lnTo>
                  <a:pt x="18457" y="95997"/>
                </a:lnTo>
                <a:cubicBezTo>
                  <a:pt x="18449" y="96515"/>
                  <a:pt x="18546" y="97032"/>
                  <a:pt x="18741" y="97524"/>
                </a:cubicBezTo>
                <a:cubicBezTo>
                  <a:pt x="18936" y="98004"/>
                  <a:pt x="19225" y="98445"/>
                  <a:pt x="19591" y="98823"/>
                </a:cubicBezTo>
                <a:cubicBezTo>
                  <a:pt x="19958" y="99189"/>
                  <a:pt x="20395" y="99479"/>
                  <a:pt x="20877" y="99681"/>
                </a:cubicBezTo>
                <a:cubicBezTo>
                  <a:pt x="21359" y="99884"/>
                  <a:pt x="21877" y="99997"/>
                  <a:pt x="22400" y="99997"/>
                </a:cubicBezTo>
                <a:cubicBezTo>
                  <a:pt x="22922" y="99997"/>
                  <a:pt x="23440" y="99884"/>
                  <a:pt x="23922" y="99681"/>
                </a:cubicBezTo>
                <a:cubicBezTo>
                  <a:pt x="24404" y="99479"/>
                  <a:pt x="24841" y="99189"/>
                  <a:pt x="25208" y="98823"/>
                </a:cubicBezTo>
                <a:cubicBezTo>
                  <a:pt x="25575" y="98445"/>
                  <a:pt x="25864" y="98004"/>
                  <a:pt x="26058" y="97524"/>
                </a:cubicBezTo>
                <a:cubicBezTo>
                  <a:pt x="26253" y="97032"/>
                  <a:pt x="26350" y="96515"/>
                  <a:pt x="26342" y="95997"/>
                </a:cubicBezTo>
                <a:lnTo>
                  <a:pt x="26342" y="89425"/>
                </a:lnTo>
                <a:lnTo>
                  <a:pt x="36857" y="89425"/>
                </a:lnTo>
                <a:lnTo>
                  <a:pt x="36857" y="95997"/>
                </a:lnTo>
                <a:cubicBezTo>
                  <a:pt x="36850" y="96515"/>
                  <a:pt x="36946" y="97032"/>
                  <a:pt x="37141" y="97524"/>
                </a:cubicBezTo>
                <a:cubicBezTo>
                  <a:pt x="37336" y="98004"/>
                  <a:pt x="37625" y="98445"/>
                  <a:pt x="37992" y="98823"/>
                </a:cubicBezTo>
                <a:cubicBezTo>
                  <a:pt x="38359" y="99189"/>
                  <a:pt x="38796" y="99479"/>
                  <a:pt x="39278" y="99681"/>
                </a:cubicBezTo>
                <a:cubicBezTo>
                  <a:pt x="39760" y="99884"/>
                  <a:pt x="40277" y="99997"/>
                  <a:pt x="40800" y="99997"/>
                </a:cubicBezTo>
                <a:cubicBezTo>
                  <a:pt x="41322" y="99997"/>
                  <a:pt x="41840" y="99884"/>
                  <a:pt x="42322" y="99681"/>
                </a:cubicBezTo>
                <a:cubicBezTo>
                  <a:pt x="42804" y="99479"/>
                  <a:pt x="43241" y="99189"/>
                  <a:pt x="43608" y="98823"/>
                </a:cubicBezTo>
                <a:cubicBezTo>
                  <a:pt x="43975" y="98445"/>
                  <a:pt x="44264" y="98004"/>
                  <a:pt x="44459" y="97524"/>
                </a:cubicBezTo>
                <a:cubicBezTo>
                  <a:pt x="44654" y="97032"/>
                  <a:pt x="44750" y="96515"/>
                  <a:pt x="44743" y="95997"/>
                </a:cubicBezTo>
                <a:lnTo>
                  <a:pt x="44743" y="89425"/>
                </a:lnTo>
                <a:lnTo>
                  <a:pt x="55257" y="89425"/>
                </a:lnTo>
                <a:lnTo>
                  <a:pt x="55257" y="95997"/>
                </a:lnTo>
                <a:cubicBezTo>
                  <a:pt x="55251" y="96515"/>
                  <a:pt x="55347" y="97032"/>
                  <a:pt x="55541" y="97524"/>
                </a:cubicBezTo>
                <a:cubicBezTo>
                  <a:pt x="55736" y="98004"/>
                  <a:pt x="56026" y="98445"/>
                  <a:pt x="56393" y="98823"/>
                </a:cubicBezTo>
                <a:cubicBezTo>
                  <a:pt x="56759" y="99189"/>
                  <a:pt x="57197" y="99479"/>
                  <a:pt x="57679" y="99681"/>
                </a:cubicBezTo>
                <a:cubicBezTo>
                  <a:pt x="58161" y="99884"/>
                  <a:pt x="58678" y="99997"/>
                  <a:pt x="59201" y="99997"/>
                </a:cubicBezTo>
                <a:cubicBezTo>
                  <a:pt x="59723" y="99997"/>
                  <a:pt x="60240" y="99884"/>
                  <a:pt x="60722" y="99681"/>
                </a:cubicBezTo>
                <a:cubicBezTo>
                  <a:pt x="61204" y="99479"/>
                  <a:pt x="61642" y="99189"/>
                  <a:pt x="62008" y="98823"/>
                </a:cubicBezTo>
                <a:cubicBezTo>
                  <a:pt x="62375" y="98445"/>
                  <a:pt x="62665" y="98004"/>
                  <a:pt x="62860" y="97524"/>
                </a:cubicBezTo>
                <a:cubicBezTo>
                  <a:pt x="63055" y="97032"/>
                  <a:pt x="63151" y="96515"/>
                  <a:pt x="63144" y="95997"/>
                </a:cubicBezTo>
                <a:lnTo>
                  <a:pt x="63144" y="89425"/>
                </a:lnTo>
                <a:lnTo>
                  <a:pt x="73658" y="89425"/>
                </a:lnTo>
                <a:lnTo>
                  <a:pt x="73658" y="95997"/>
                </a:lnTo>
                <a:cubicBezTo>
                  <a:pt x="73651" y="96515"/>
                  <a:pt x="73747" y="97032"/>
                  <a:pt x="73942" y="97524"/>
                </a:cubicBezTo>
                <a:cubicBezTo>
                  <a:pt x="74137" y="98004"/>
                  <a:pt x="74426" y="98445"/>
                  <a:pt x="74793" y="98823"/>
                </a:cubicBezTo>
                <a:cubicBezTo>
                  <a:pt x="75160" y="99189"/>
                  <a:pt x="75597" y="99479"/>
                  <a:pt x="76079" y="99681"/>
                </a:cubicBezTo>
                <a:cubicBezTo>
                  <a:pt x="76561" y="99884"/>
                  <a:pt x="77079" y="99997"/>
                  <a:pt x="77601" y="99997"/>
                </a:cubicBezTo>
                <a:cubicBezTo>
                  <a:pt x="78124" y="99997"/>
                  <a:pt x="78641" y="99884"/>
                  <a:pt x="79123" y="99681"/>
                </a:cubicBezTo>
                <a:cubicBezTo>
                  <a:pt x="79605" y="99479"/>
                  <a:pt x="80042" y="99189"/>
                  <a:pt x="80409" y="98823"/>
                </a:cubicBezTo>
                <a:cubicBezTo>
                  <a:pt x="80776" y="98445"/>
                  <a:pt x="81065" y="98004"/>
                  <a:pt x="81260" y="97524"/>
                </a:cubicBezTo>
                <a:cubicBezTo>
                  <a:pt x="81455" y="97032"/>
                  <a:pt x="81551" y="96515"/>
                  <a:pt x="81544" y="95997"/>
                </a:cubicBezTo>
                <a:lnTo>
                  <a:pt x="81544" y="88731"/>
                </a:lnTo>
                <a:cubicBezTo>
                  <a:pt x="83200" y="88138"/>
                  <a:pt x="84704" y="87179"/>
                  <a:pt x="85947" y="85943"/>
                </a:cubicBezTo>
                <a:cubicBezTo>
                  <a:pt x="87191" y="84694"/>
                  <a:pt x="88142" y="83193"/>
                  <a:pt x="88732" y="81540"/>
                </a:cubicBezTo>
                <a:lnTo>
                  <a:pt x="96002" y="81540"/>
                </a:lnTo>
                <a:cubicBezTo>
                  <a:pt x="96524" y="81540"/>
                  <a:pt x="97043" y="81451"/>
                  <a:pt x="97527" y="81250"/>
                </a:cubicBezTo>
                <a:cubicBezTo>
                  <a:pt x="98012" y="81061"/>
                  <a:pt x="98454" y="80771"/>
                  <a:pt x="98826" y="80404"/>
                </a:cubicBezTo>
                <a:cubicBezTo>
                  <a:pt x="99198" y="80039"/>
                  <a:pt x="99493" y="79597"/>
                  <a:pt x="99695" y="79117"/>
                </a:cubicBezTo>
                <a:cubicBezTo>
                  <a:pt x="99897" y="78638"/>
                  <a:pt x="100001" y="78121"/>
                  <a:pt x="100001" y="77591"/>
                </a:cubicBezTo>
                <a:cubicBezTo>
                  <a:pt x="100001" y="77074"/>
                  <a:pt x="99897" y="76557"/>
                  <a:pt x="99695" y="76077"/>
                </a:cubicBezTo>
                <a:cubicBezTo>
                  <a:pt x="99493" y="75598"/>
                  <a:pt x="99198" y="75156"/>
                  <a:pt x="98826" y="74790"/>
                </a:cubicBezTo>
                <a:cubicBezTo>
                  <a:pt x="98454" y="74425"/>
                  <a:pt x="98012" y="74135"/>
                  <a:pt x="97527" y="73933"/>
                </a:cubicBezTo>
                <a:cubicBezTo>
                  <a:pt x="97043" y="73743"/>
                  <a:pt x="96524" y="73642"/>
                  <a:pt x="96002" y="73655"/>
                </a:cubicBezTo>
                <a:lnTo>
                  <a:pt x="89430" y="73655"/>
                </a:lnTo>
                <a:lnTo>
                  <a:pt x="89430" y="63146"/>
                </a:lnTo>
                <a:lnTo>
                  <a:pt x="96002" y="63146"/>
                </a:lnTo>
                <a:cubicBezTo>
                  <a:pt x="96524" y="63146"/>
                  <a:pt x="97043" y="63045"/>
                  <a:pt x="97527" y="62856"/>
                </a:cubicBezTo>
                <a:cubicBezTo>
                  <a:pt x="98012" y="62667"/>
                  <a:pt x="98454" y="62376"/>
                  <a:pt x="98826" y="62011"/>
                </a:cubicBezTo>
                <a:cubicBezTo>
                  <a:pt x="99198" y="61638"/>
                  <a:pt x="99493" y="61201"/>
                  <a:pt x="99695" y="60719"/>
                </a:cubicBezTo>
                <a:cubicBezTo>
                  <a:pt x="99897" y="60237"/>
                  <a:pt x="100001" y="59720"/>
                  <a:pt x="100001" y="59198"/>
                </a:cubicBezTo>
                <a:cubicBezTo>
                  <a:pt x="100001" y="58675"/>
                  <a:pt x="99897" y="58158"/>
                  <a:pt x="99695" y="57676"/>
                </a:cubicBezTo>
                <a:cubicBezTo>
                  <a:pt x="99493" y="57194"/>
                  <a:pt x="99198" y="56756"/>
                  <a:pt x="98826" y="56391"/>
                </a:cubicBezTo>
                <a:cubicBezTo>
                  <a:pt x="98454" y="56023"/>
                  <a:pt x="98012" y="55734"/>
                  <a:pt x="97527" y="55538"/>
                </a:cubicBezTo>
                <a:cubicBezTo>
                  <a:pt x="97043" y="55345"/>
                  <a:pt x="96524" y="55247"/>
                  <a:pt x="96002" y="55255"/>
                </a:cubicBezTo>
                <a:lnTo>
                  <a:pt x="89430" y="55255"/>
                </a:lnTo>
                <a:lnTo>
                  <a:pt x="89430" y="44742"/>
                </a:lnTo>
                <a:lnTo>
                  <a:pt x="96002" y="44742"/>
                </a:lnTo>
                <a:cubicBezTo>
                  <a:pt x="96524" y="44750"/>
                  <a:pt x="97043" y="44653"/>
                  <a:pt x="97527" y="44459"/>
                </a:cubicBezTo>
                <a:cubicBezTo>
                  <a:pt x="98012" y="44263"/>
                  <a:pt x="98454" y="43974"/>
                  <a:pt x="98826" y="43606"/>
                </a:cubicBezTo>
                <a:cubicBezTo>
                  <a:pt x="99198" y="43241"/>
                  <a:pt x="99493" y="42803"/>
                  <a:pt x="99695" y="42321"/>
                </a:cubicBezTo>
                <a:cubicBezTo>
                  <a:pt x="99897" y="41839"/>
                  <a:pt x="100001" y="41322"/>
                  <a:pt x="100001" y="40799"/>
                </a:cubicBezTo>
                <a:cubicBezTo>
                  <a:pt x="100001" y="40277"/>
                  <a:pt x="99897" y="39760"/>
                  <a:pt x="99695" y="39278"/>
                </a:cubicBezTo>
                <a:cubicBezTo>
                  <a:pt x="99493" y="38796"/>
                  <a:pt x="99198" y="38359"/>
                  <a:pt x="98826" y="37992"/>
                </a:cubicBezTo>
                <a:cubicBezTo>
                  <a:pt x="98454" y="37625"/>
                  <a:pt x="98012" y="37335"/>
                  <a:pt x="97527" y="37141"/>
                </a:cubicBezTo>
                <a:cubicBezTo>
                  <a:pt x="97043" y="36945"/>
                  <a:pt x="96524" y="36850"/>
                  <a:pt x="96002" y="36857"/>
                </a:cubicBezTo>
                <a:lnTo>
                  <a:pt x="89430" y="36857"/>
                </a:lnTo>
                <a:lnTo>
                  <a:pt x="89430" y="26343"/>
                </a:lnTo>
                <a:lnTo>
                  <a:pt x="96002" y="26343"/>
                </a:lnTo>
                <a:cubicBezTo>
                  <a:pt x="96524" y="26350"/>
                  <a:pt x="97043" y="26255"/>
                  <a:pt x="97527" y="26060"/>
                </a:cubicBezTo>
                <a:cubicBezTo>
                  <a:pt x="98012" y="25865"/>
                  <a:pt x="98454" y="25576"/>
                  <a:pt x="98826" y="25209"/>
                </a:cubicBezTo>
                <a:cubicBezTo>
                  <a:pt x="99198" y="24842"/>
                  <a:pt x="99493" y="24405"/>
                  <a:pt x="99695" y="23924"/>
                </a:cubicBezTo>
                <a:cubicBezTo>
                  <a:pt x="99897" y="23442"/>
                  <a:pt x="100001" y="22924"/>
                  <a:pt x="100001" y="22401"/>
                </a:cubicBezTo>
                <a:cubicBezTo>
                  <a:pt x="100001" y="21879"/>
                  <a:pt x="99897" y="21362"/>
                  <a:pt x="99695" y="20880"/>
                </a:cubicBezTo>
                <a:cubicBezTo>
                  <a:pt x="99493" y="20398"/>
                  <a:pt x="99198" y="19961"/>
                  <a:pt x="98826" y="19594"/>
                </a:cubicBezTo>
                <a:cubicBezTo>
                  <a:pt x="98454" y="19226"/>
                  <a:pt x="98012" y="18938"/>
                  <a:pt x="97527" y="18744"/>
                </a:cubicBezTo>
                <a:cubicBezTo>
                  <a:pt x="97043" y="18548"/>
                  <a:pt x="96524" y="18452"/>
                  <a:pt x="96002" y="18458"/>
                </a:cubicBezTo>
                <a:lnTo>
                  <a:pt x="88732" y="18458"/>
                </a:lnTo>
                <a:cubicBezTo>
                  <a:pt x="88142" y="16804"/>
                  <a:pt x="87191" y="15300"/>
                  <a:pt x="85947" y="14057"/>
                </a:cubicBezTo>
                <a:cubicBezTo>
                  <a:pt x="84704" y="12813"/>
                  <a:pt x="83200" y="11863"/>
                  <a:pt x="81544" y="11273"/>
                </a:cubicBezTo>
                <a:lnTo>
                  <a:pt x="81544" y="4003"/>
                </a:lnTo>
                <a:cubicBezTo>
                  <a:pt x="81551" y="3476"/>
                  <a:pt x="81453" y="2952"/>
                  <a:pt x="81255" y="2463"/>
                </a:cubicBezTo>
                <a:cubicBezTo>
                  <a:pt x="81056" y="1975"/>
                  <a:pt x="80761" y="1531"/>
                  <a:pt x="80388" y="1157"/>
                </a:cubicBezTo>
                <a:cubicBezTo>
                  <a:pt x="80014" y="784"/>
                  <a:pt x="79570" y="489"/>
                  <a:pt x="79080" y="291"/>
                </a:cubicBezTo>
                <a:cubicBezTo>
                  <a:pt x="78591" y="93"/>
                  <a:pt x="78067" y="-4"/>
                  <a:pt x="77539" y="4"/>
                </a:cubicBezTo>
                <a:cubicBezTo>
                  <a:pt x="76494" y="21"/>
                  <a:pt x="75499" y="451"/>
                  <a:pt x="74771" y="1201"/>
                </a:cubicBezTo>
                <a:cubicBezTo>
                  <a:pt x="74043" y="1950"/>
                  <a:pt x="73643" y="2959"/>
                  <a:pt x="73658" y="4003"/>
                </a:cubicBezTo>
                <a:lnTo>
                  <a:pt x="73658" y="10573"/>
                </a:lnTo>
                <a:lnTo>
                  <a:pt x="63144" y="10573"/>
                </a:lnTo>
                <a:lnTo>
                  <a:pt x="63144" y="4003"/>
                </a:lnTo>
                <a:cubicBezTo>
                  <a:pt x="63151" y="3476"/>
                  <a:pt x="63053" y="2952"/>
                  <a:pt x="62854" y="2463"/>
                </a:cubicBezTo>
                <a:cubicBezTo>
                  <a:pt x="62656" y="1975"/>
                  <a:pt x="62361" y="1531"/>
                  <a:pt x="61987" y="1157"/>
                </a:cubicBezTo>
                <a:cubicBezTo>
                  <a:pt x="61614" y="784"/>
                  <a:pt x="61169" y="489"/>
                  <a:pt x="60680" y="291"/>
                </a:cubicBezTo>
                <a:cubicBezTo>
                  <a:pt x="60191" y="93"/>
                  <a:pt x="59667" y="-4"/>
                  <a:pt x="59139" y="4"/>
                </a:cubicBezTo>
                <a:cubicBezTo>
                  <a:pt x="58094" y="21"/>
                  <a:pt x="57099" y="451"/>
                  <a:pt x="56371" y="1201"/>
                </a:cubicBezTo>
                <a:cubicBezTo>
                  <a:pt x="55643" y="1950"/>
                  <a:pt x="55243" y="2959"/>
                  <a:pt x="55257" y="4003"/>
                </a:cubicBezTo>
                <a:lnTo>
                  <a:pt x="55257" y="10573"/>
                </a:lnTo>
                <a:lnTo>
                  <a:pt x="44743" y="10573"/>
                </a:lnTo>
                <a:lnTo>
                  <a:pt x="44743" y="4003"/>
                </a:lnTo>
                <a:cubicBezTo>
                  <a:pt x="44751" y="3476"/>
                  <a:pt x="44652" y="2952"/>
                  <a:pt x="44453" y="2463"/>
                </a:cubicBezTo>
                <a:cubicBezTo>
                  <a:pt x="44255" y="1975"/>
                  <a:pt x="43960" y="1531"/>
                  <a:pt x="43586" y="1157"/>
                </a:cubicBezTo>
                <a:cubicBezTo>
                  <a:pt x="43213" y="784"/>
                  <a:pt x="42768" y="489"/>
                  <a:pt x="42280" y="291"/>
                </a:cubicBezTo>
                <a:cubicBezTo>
                  <a:pt x="41790" y="93"/>
                  <a:pt x="41266" y="-4"/>
                  <a:pt x="40739" y="4"/>
                </a:cubicBezTo>
                <a:cubicBezTo>
                  <a:pt x="39694" y="21"/>
                  <a:pt x="38698" y="451"/>
                  <a:pt x="37970" y="1201"/>
                </a:cubicBezTo>
                <a:cubicBezTo>
                  <a:pt x="37243" y="1950"/>
                  <a:pt x="36842" y="2959"/>
                  <a:pt x="36857" y="4003"/>
                </a:cubicBezTo>
                <a:lnTo>
                  <a:pt x="36857" y="10573"/>
                </a:lnTo>
                <a:lnTo>
                  <a:pt x="26342" y="10573"/>
                </a:lnTo>
                <a:lnTo>
                  <a:pt x="26342" y="4003"/>
                </a:lnTo>
                <a:cubicBezTo>
                  <a:pt x="26350" y="3476"/>
                  <a:pt x="26252" y="2952"/>
                  <a:pt x="26053" y="2463"/>
                </a:cubicBezTo>
                <a:cubicBezTo>
                  <a:pt x="25854" y="1975"/>
                  <a:pt x="25560" y="1531"/>
                  <a:pt x="25186" y="1157"/>
                </a:cubicBezTo>
                <a:cubicBezTo>
                  <a:pt x="24813" y="784"/>
                  <a:pt x="24368" y="489"/>
                  <a:pt x="23879" y="291"/>
                </a:cubicBezTo>
                <a:cubicBezTo>
                  <a:pt x="23390" y="93"/>
                  <a:pt x="22866" y="-4"/>
                  <a:pt x="22338" y="4"/>
                </a:cubicBezTo>
                <a:close/>
                <a:moveTo>
                  <a:pt x="38171" y="34228"/>
                </a:moveTo>
                <a:lnTo>
                  <a:pt x="61829" y="34228"/>
                </a:lnTo>
                <a:cubicBezTo>
                  <a:pt x="62875" y="34228"/>
                  <a:pt x="63878" y="34645"/>
                  <a:pt x="64617" y="35384"/>
                </a:cubicBezTo>
                <a:cubicBezTo>
                  <a:pt x="65357" y="36123"/>
                  <a:pt x="65772" y="37126"/>
                  <a:pt x="65772" y="38170"/>
                </a:cubicBezTo>
                <a:lnTo>
                  <a:pt x="65772" y="61821"/>
                </a:lnTo>
                <a:cubicBezTo>
                  <a:pt x="65772" y="62869"/>
                  <a:pt x="65357" y="63878"/>
                  <a:pt x="64617" y="64609"/>
                </a:cubicBezTo>
                <a:cubicBezTo>
                  <a:pt x="63878" y="65354"/>
                  <a:pt x="62875" y="65770"/>
                  <a:pt x="61829" y="65770"/>
                </a:cubicBezTo>
                <a:lnTo>
                  <a:pt x="38171" y="65770"/>
                </a:lnTo>
                <a:cubicBezTo>
                  <a:pt x="37125" y="65770"/>
                  <a:pt x="36123" y="65354"/>
                  <a:pt x="35383" y="64609"/>
                </a:cubicBezTo>
                <a:cubicBezTo>
                  <a:pt x="34644" y="63878"/>
                  <a:pt x="34229" y="62869"/>
                  <a:pt x="34229" y="61821"/>
                </a:cubicBezTo>
                <a:lnTo>
                  <a:pt x="34229" y="38170"/>
                </a:lnTo>
                <a:cubicBezTo>
                  <a:pt x="34229" y="37126"/>
                  <a:pt x="34644" y="36123"/>
                  <a:pt x="35383" y="35384"/>
                </a:cubicBezTo>
                <a:cubicBezTo>
                  <a:pt x="36123" y="34645"/>
                  <a:pt x="37125" y="34228"/>
                  <a:pt x="38171" y="3422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4" name="Красный — SVG 13">
            <a:extLst>
              <a:ext uri="{FF2B5EF4-FFF2-40B4-BE49-F238E27FC236}">
                <a16:creationId xmlns:a16="http://schemas.microsoft.com/office/drawing/2014/main" id="{35787CB3-6344-074A-8B97-EEFAF8BC4BAB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67339 w 85067"/>
              <a:gd name="csY0" fmla="*/ 148847 h 148847"/>
              <a:gd name="csX1" fmla="*/ 17728 w 85067"/>
              <a:gd name="csY1" fmla="*/ 148847 h 148847"/>
              <a:gd name="csX2" fmla="*/ 0 w 85067"/>
              <a:gd name="csY2" fmla="*/ 131122 h 148847"/>
              <a:gd name="csX3" fmla="*/ 0 w 85067"/>
              <a:gd name="csY3" fmla="*/ 17720 h 148847"/>
              <a:gd name="csX4" fmla="*/ 17728 w 85067"/>
              <a:gd name="csY4" fmla="*/ 0 h 148847"/>
              <a:gd name="csX5" fmla="*/ 67339 w 85067"/>
              <a:gd name="csY5" fmla="*/ 0 h 148847"/>
              <a:gd name="csX6" fmla="*/ 85067 w 85067"/>
              <a:gd name="csY6" fmla="*/ 17720 h 148847"/>
              <a:gd name="csX7" fmla="*/ 85067 w 85067"/>
              <a:gd name="csY7" fmla="*/ 131122 h 148847"/>
              <a:gd name="csX8" fmla="*/ 67339 w 85067"/>
              <a:gd name="csY8" fmla="*/ 148847 h 148847"/>
              <a:gd name="csX9" fmla="*/ 70895 w 85067"/>
              <a:gd name="csY9" fmla="*/ 74424 h 148847"/>
              <a:gd name="csX10" fmla="*/ 70895 w 85067"/>
              <a:gd name="csY10" fmla="*/ 21264 h 148847"/>
              <a:gd name="csX11" fmla="*/ 63800 w 85067"/>
              <a:gd name="csY11" fmla="*/ 14175 h 148847"/>
              <a:gd name="csX12" fmla="*/ 21267 w 85067"/>
              <a:gd name="csY12" fmla="*/ 14175 h 148847"/>
              <a:gd name="csX13" fmla="*/ 14172 w 85067"/>
              <a:gd name="csY13" fmla="*/ 21264 h 148847"/>
              <a:gd name="csX14" fmla="*/ 14172 w 85067"/>
              <a:gd name="csY14" fmla="*/ 74424 h 148847"/>
              <a:gd name="csX15" fmla="*/ 21267 w 85067"/>
              <a:gd name="csY15" fmla="*/ 81512 h 148847"/>
              <a:gd name="csX16" fmla="*/ 63800 w 85067"/>
              <a:gd name="csY16" fmla="*/ 81512 h 148847"/>
              <a:gd name="csX17" fmla="*/ 70895 w 85067"/>
              <a:gd name="csY17" fmla="*/ 74424 h 148847"/>
              <a:gd name="csX18" fmla="*/ 14172 w 85067"/>
              <a:gd name="csY18" fmla="*/ 104547 h 148847"/>
              <a:gd name="csX19" fmla="*/ 19497 w 85067"/>
              <a:gd name="csY19" fmla="*/ 109863 h 148847"/>
              <a:gd name="csX20" fmla="*/ 28361 w 85067"/>
              <a:gd name="csY20" fmla="*/ 109863 h 148847"/>
              <a:gd name="csX21" fmla="*/ 28361 w 85067"/>
              <a:gd name="csY21" fmla="*/ 99231 h 148847"/>
              <a:gd name="csX22" fmla="*/ 19497 w 85067"/>
              <a:gd name="csY22" fmla="*/ 99231 h 148847"/>
              <a:gd name="csX23" fmla="*/ 14172 w 85067"/>
              <a:gd name="csY23" fmla="*/ 104547 h 148847"/>
              <a:gd name="csX24" fmla="*/ 35439 w 85067"/>
              <a:gd name="csY24" fmla="*/ 109863 h 148847"/>
              <a:gd name="csX25" fmla="*/ 49628 w 85067"/>
              <a:gd name="csY25" fmla="*/ 109863 h 148847"/>
              <a:gd name="csX26" fmla="*/ 49628 w 85067"/>
              <a:gd name="csY26" fmla="*/ 99231 h 148847"/>
              <a:gd name="csX27" fmla="*/ 35439 w 85067"/>
              <a:gd name="csY27" fmla="*/ 99231 h 148847"/>
              <a:gd name="csX28" fmla="*/ 35439 w 85067"/>
              <a:gd name="csY28" fmla="*/ 109863 h 148847"/>
              <a:gd name="csX29" fmla="*/ 65570 w 85067"/>
              <a:gd name="csY29" fmla="*/ 99231 h 148847"/>
              <a:gd name="csX30" fmla="*/ 56706 w 85067"/>
              <a:gd name="csY30" fmla="*/ 99231 h 148847"/>
              <a:gd name="csX31" fmla="*/ 56706 w 85067"/>
              <a:gd name="csY31" fmla="*/ 109863 h 148847"/>
              <a:gd name="csX32" fmla="*/ 65570 w 85067"/>
              <a:gd name="csY32" fmla="*/ 109863 h 148847"/>
              <a:gd name="csX33" fmla="*/ 70895 w 85067"/>
              <a:gd name="csY33" fmla="*/ 104547 h 148847"/>
              <a:gd name="csX34" fmla="*/ 65570 w 85067"/>
              <a:gd name="csY34" fmla="*/ 99231 h 148847"/>
              <a:gd name="csX35" fmla="*/ 14172 w 85067"/>
              <a:gd name="csY35" fmla="*/ 125814 h 148847"/>
              <a:gd name="csX36" fmla="*/ 19497 w 85067"/>
              <a:gd name="csY36" fmla="*/ 131122 h 148847"/>
              <a:gd name="csX37" fmla="*/ 28361 w 85067"/>
              <a:gd name="csY37" fmla="*/ 131122 h 148847"/>
              <a:gd name="csX38" fmla="*/ 28361 w 85067"/>
              <a:gd name="csY38" fmla="*/ 120490 h 148847"/>
              <a:gd name="csX39" fmla="*/ 19497 w 85067"/>
              <a:gd name="csY39" fmla="*/ 120490 h 148847"/>
              <a:gd name="csX40" fmla="*/ 14172 w 85067"/>
              <a:gd name="csY40" fmla="*/ 125814 h 148847"/>
              <a:gd name="csX41" fmla="*/ 35439 w 85067"/>
              <a:gd name="csY41" fmla="*/ 131122 h 148847"/>
              <a:gd name="csX42" fmla="*/ 49628 w 85067"/>
              <a:gd name="csY42" fmla="*/ 131122 h 148847"/>
              <a:gd name="csX43" fmla="*/ 49628 w 85067"/>
              <a:gd name="csY43" fmla="*/ 120490 h 148847"/>
              <a:gd name="csX44" fmla="*/ 35439 w 85067"/>
              <a:gd name="csY44" fmla="*/ 120490 h 148847"/>
              <a:gd name="csX45" fmla="*/ 35439 w 85067"/>
              <a:gd name="csY45" fmla="*/ 131122 h 148847"/>
              <a:gd name="csX46" fmla="*/ 65570 w 85067"/>
              <a:gd name="csY46" fmla="*/ 120490 h 148847"/>
              <a:gd name="csX47" fmla="*/ 56706 w 85067"/>
              <a:gd name="csY47" fmla="*/ 120490 h 148847"/>
              <a:gd name="csX48" fmla="*/ 56706 w 85067"/>
              <a:gd name="csY48" fmla="*/ 131122 h 148847"/>
              <a:gd name="csX49" fmla="*/ 65570 w 85067"/>
              <a:gd name="csY49" fmla="*/ 131122 h 148847"/>
              <a:gd name="csX50" fmla="*/ 70895 w 85067"/>
              <a:gd name="csY50" fmla="*/ 125814 h 148847"/>
              <a:gd name="csX51" fmla="*/ 65570 w 85067"/>
              <a:gd name="csY51" fmla="*/ 120490 h 148847"/>
            </a:gdLst>
            <a:ahLst/>
            <a:cxnLst/>
            <a:rect l="l" t="t" r="r" b="b"/>
            <a:pathLst>
              <a:path w="100000" h="100000">
                <a:moveTo>
                  <a:pt x="66665" y="100000"/>
                </a:moveTo>
                <a:lnTo>
                  <a:pt x="33335" y="100000"/>
                </a:lnTo>
                <a:cubicBezTo>
                  <a:pt x="26751" y="100000"/>
                  <a:pt x="21425" y="94674"/>
                  <a:pt x="21425" y="88092"/>
                </a:cubicBezTo>
                <a:lnTo>
                  <a:pt x="21425" y="11905"/>
                </a:lnTo>
                <a:cubicBezTo>
                  <a:pt x="21425" y="5332"/>
                  <a:pt x="26751" y="0"/>
                  <a:pt x="33335" y="0"/>
                </a:cubicBezTo>
                <a:lnTo>
                  <a:pt x="66665" y="0"/>
                </a:lnTo>
                <a:cubicBezTo>
                  <a:pt x="73249" y="0"/>
                  <a:pt x="78575" y="5332"/>
                  <a:pt x="78575" y="11905"/>
                </a:cubicBezTo>
                <a:lnTo>
                  <a:pt x="78575" y="88092"/>
                </a:lnTo>
                <a:cubicBezTo>
                  <a:pt x="78575" y="94674"/>
                  <a:pt x="73249" y="100000"/>
                  <a:pt x="66665" y="100000"/>
                </a:cubicBezTo>
                <a:close/>
                <a:moveTo>
                  <a:pt x="69054" y="50000"/>
                </a:moveTo>
                <a:lnTo>
                  <a:pt x="69054" y="14286"/>
                </a:lnTo>
                <a:cubicBezTo>
                  <a:pt x="69054" y="11655"/>
                  <a:pt x="66916" y="9523"/>
                  <a:pt x="64287" y="9523"/>
                </a:cubicBezTo>
                <a:lnTo>
                  <a:pt x="35713" y="9523"/>
                </a:lnTo>
                <a:cubicBezTo>
                  <a:pt x="33084" y="9523"/>
                  <a:pt x="30946" y="11655"/>
                  <a:pt x="30946" y="14286"/>
                </a:cubicBezTo>
                <a:lnTo>
                  <a:pt x="30946" y="50000"/>
                </a:lnTo>
                <a:cubicBezTo>
                  <a:pt x="30946" y="52631"/>
                  <a:pt x="33084" y="54762"/>
                  <a:pt x="35713" y="54762"/>
                </a:cubicBezTo>
                <a:lnTo>
                  <a:pt x="64287" y="54762"/>
                </a:lnTo>
                <a:cubicBezTo>
                  <a:pt x="66916" y="54762"/>
                  <a:pt x="69054" y="52631"/>
                  <a:pt x="69054" y="50000"/>
                </a:cubicBezTo>
                <a:close/>
                <a:moveTo>
                  <a:pt x="30946" y="70238"/>
                </a:moveTo>
                <a:cubicBezTo>
                  <a:pt x="30946" y="72214"/>
                  <a:pt x="32546" y="73809"/>
                  <a:pt x="34523" y="73809"/>
                </a:cubicBezTo>
                <a:lnTo>
                  <a:pt x="40478" y="73809"/>
                </a:lnTo>
                <a:lnTo>
                  <a:pt x="40478" y="66666"/>
                </a:lnTo>
                <a:lnTo>
                  <a:pt x="34523" y="66666"/>
                </a:lnTo>
                <a:cubicBezTo>
                  <a:pt x="32546" y="66666"/>
                  <a:pt x="30946" y="68262"/>
                  <a:pt x="30946" y="70238"/>
                </a:cubicBezTo>
                <a:close/>
                <a:moveTo>
                  <a:pt x="45234" y="73809"/>
                </a:moveTo>
                <a:lnTo>
                  <a:pt x="54766" y="73809"/>
                </a:lnTo>
                <a:lnTo>
                  <a:pt x="54766" y="66666"/>
                </a:lnTo>
                <a:lnTo>
                  <a:pt x="45234" y="66666"/>
                </a:lnTo>
                <a:lnTo>
                  <a:pt x="45234" y="73809"/>
                </a:lnTo>
                <a:close/>
                <a:moveTo>
                  <a:pt x="65477" y="66666"/>
                </a:moveTo>
                <a:lnTo>
                  <a:pt x="59522" y="66666"/>
                </a:lnTo>
                <a:lnTo>
                  <a:pt x="59522" y="73809"/>
                </a:lnTo>
                <a:lnTo>
                  <a:pt x="65477" y="73809"/>
                </a:lnTo>
                <a:cubicBezTo>
                  <a:pt x="67454" y="73809"/>
                  <a:pt x="69054" y="72214"/>
                  <a:pt x="69054" y="70238"/>
                </a:cubicBezTo>
                <a:cubicBezTo>
                  <a:pt x="69054" y="68262"/>
                  <a:pt x="67454" y="66666"/>
                  <a:pt x="65477" y="66666"/>
                </a:cubicBezTo>
                <a:close/>
                <a:moveTo>
                  <a:pt x="30946" y="84526"/>
                </a:moveTo>
                <a:cubicBezTo>
                  <a:pt x="30946" y="86503"/>
                  <a:pt x="32546" y="88092"/>
                  <a:pt x="34523" y="88092"/>
                </a:cubicBezTo>
                <a:lnTo>
                  <a:pt x="40478" y="88092"/>
                </a:lnTo>
                <a:lnTo>
                  <a:pt x="40478" y="80949"/>
                </a:lnTo>
                <a:lnTo>
                  <a:pt x="34523" y="80949"/>
                </a:lnTo>
                <a:cubicBezTo>
                  <a:pt x="32546" y="80949"/>
                  <a:pt x="30946" y="82549"/>
                  <a:pt x="30946" y="84526"/>
                </a:cubicBezTo>
                <a:close/>
                <a:moveTo>
                  <a:pt x="45234" y="88092"/>
                </a:moveTo>
                <a:lnTo>
                  <a:pt x="54766" y="88092"/>
                </a:lnTo>
                <a:lnTo>
                  <a:pt x="54766" y="80949"/>
                </a:lnTo>
                <a:lnTo>
                  <a:pt x="45234" y="80949"/>
                </a:lnTo>
                <a:lnTo>
                  <a:pt x="45234" y="88092"/>
                </a:lnTo>
                <a:close/>
                <a:moveTo>
                  <a:pt x="65477" y="80949"/>
                </a:moveTo>
                <a:lnTo>
                  <a:pt x="59522" y="80949"/>
                </a:lnTo>
                <a:lnTo>
                  <a:pt x="59522" y="88092"/>
                </a:lnTo>
                <a:lnTo>
                  <a:pt x="65477" y="88092"/>
                </a:lnTo>
                <a:cubicBezTo>
                  <a:pt x="67454" y="88092"/>
                  <a:pt x="69054" y="86503"/>
                  <a:pt x="69054" y="84526"/>
                </a:cubicBezTo>
                <a:cubicBezTo>
                  <a:pt x="69054" y="82549"/>
                  <a:pt x="67454" y="80949"/>
                  <a:pt x="65477" y="8094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5" name="Красный — SVG 14">
            <a:extLst>
              <a:ext uri="{FF2B5EF4-FFF2-40B4-BE49-F238E27FC236}">
                <a16:creationId xmlns:a16="http://schemas.microsoft.com/office/drawing/2014/main" id="{5209881D-58C3-4E45-9B2E-213822BE62D7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19498 w 134696"/>
              <a:gd name="csY0" fmla="*/ 0 h 134676"/>
              <a:gd name="csX1" fmla="*/ 1 w 134696"/>
              <a:gd name="csY1" fmla="*/ 19491 h 134676"/>
              <a:gd name="csX2" fmla="*/ 1 w 134696"/>
              <a:gd name="csY2" fmla="*/ 33668 h 134676"/>
              <a:gd name="csX3" fmla="*/ 1 w 134696"/>
              <a:gd name="csY3" fmla="*/ 81512 h 134676"/>
              <a:gd name="csX4" fmla="*/ 511 w 134696"/>
              <a:gd name="csY4" fmla="*/ 84254 h 134676"/>
              <a:gd name="csX5" fmla="*/ 2043 w 134696"/>
              <a:gd name="csY5" fmla="*/ 86588 h 134676"/>
              <a:gd name="csX6" fmla="*/ 4357 w 134696"/>
              <a:gd name="csY6" fmla="*/ 88152 h 134676"/>
              <a:gd name="csX7" fmla="*/ 7096 w 134696"/>
              <a:gd name="csY7" fmla="*/ 88701 h 134676"/>
              <a:gd name="csX8" fmla="*/ 9834 w 134696"/>
              <a:gd name="csY8" fmla="*/ 88152 h 134676"/>
              <a:gd name="csX9" fmla="*/ 12131 w 134696"/>
              <a:gd name="csY9" fmla="*/ 86588 h 134676"/>
              <a:gd name="csX10" fmla="*/ 13663 w 134696"/>
              <a:gd name="csY10" fmla="*/ 84254 h 134676"/>
              <a:gd name="csX11" fmla="*/ 14173 w 134696"/>
              <a:gd name="csY11" fmla="*/ 81512 h 134676"/>
              <a:gd name="csX12" fmla="*/ 14173 w 134696"/>
              <a:gd name="csY12" fmla="*/ 38984 h 134676"/>
              <a:gd name="csX13" fmla="*/ 120507 w 134696"/>
              <a:gd name="csY13" fmla="*/ 38984 h 134676"/>
              <a:gd name="csX14" fmla="*/ 120507 w 134696"/>
              <a:gd name="csY14" fmla="*/ 81512 h 134676"/>
              <a:gd name="csX15" fmla="*/ 121017 w 134696"/>
              <a:gd name="csY15" fmla="*/ 84254 h 134676"/>
              <a:gd name="csX16" fmla="*/ 122548 w 134696"/>
              <a:gd name="csY16" fmla="*/ 86588 h 134676"/>
              <a:gd name="csX17" fmla="*/ 124863 w 134696"/>
              <a:gd name="csY17" fmla="*/ 88152 h 134676"/>
              <a:gd name="csX18" fmla="*/ 127602 w 134696"/>
              <a:gd name="csY18" fmla="*/ 88701 h 134676"/>
              <a:gd name="csX19" fmla="*/ 130341 w 134696"/>
              <a:gd name="csY19" fmla="*/ 88152 h 134676"/>
              <a:gd name="csX20" fmla="*/ 132655 w 134696"/>
              <a:gd name="csY20" fmla="*/ 86588 h 134676"/>
              <a:gd name="csX21" fmla="*/ 134186 w 134696"/>
              <a:gd name="csY21" fmla="*/ 84254 h 134676"/>
              <a:gd name="csX22" fmla="*/ 134696 w 134696"/>
              <a:gd name="csY22" fmla="*/ 81512 h 134676"/>
              <a:gd name="csX23" fmla="*/ 134696 w 134696"/>
              <a:gd name="csY23" fmla="*/ 33668 h 134676"/>
              <a:gd name="csX24" fmla="*/ 134696 w 134696"/>
              <a:gd name="csY24" fmla="*/ 19491 h 134676"/>
              <a:gd name="csX25" fmla="*/ 115199 w 134696"/>
              <a:gd name="csY25" fmla="*/ 0 h 134676"/>
              <a:gd name="csX26" fmla="*/ 19498 w 134696"/>
              <a:gd name="csY26" fmla="*/ 0 h 134676"/>
              <a:gd name="csX27" fmla="*/ 19498 w 134696"/>
              <a:gd name="csY27" fmla="*/ 14175 h 134676"/>
              <a:gd name="csX28" fmla="*/ 24807 w 134696"/>
              <a:gd name="csY28" fmla="*/ 19491 h 134676"/>
              <a:gd name="csX29" fmla="*/ 19498 w 134696"/>
              <a:gd name="csY29" fmla="*/ 24807 h 134676"/>
              <a:gd name="csX30" fmla="*/ 14173 w 134696"/>
              <a:gd name="csY30" fmla="*/ 19491 h 134676"/>
              <a:gd name="csX31" fmla="*/ 19498 w 134696"/>
              <a:gd name="csY31" fmla="*/ 14175 h 134676"/>
              <a:gd name="csX32" fmla="*/ 37226 w 134696"/>
              <a:gd name="csY32" fmla="*/ 14175 h 134676"/>
              <a:gd name="csX33" fmla="*/ 42535 w 134696"/>
              <a:gd name="csY33" fmla="*/ 19491 h 134676"/>
              <a:gd name="csX34" fmla="*/ 37226 w 134696"/>
              <a:gd name="csY34" fmla="*/ 24807 h 134676"/>
              <a:gd name="csX35" fmla="*/ 31901 w 134696"/>
              <a:gd name="csY35" fmla="*/ 19491 h 134676"/>
              <a:gd name="csX36" fmla="*/ 37226 w 134696"/>
              <a:gd name="csY36" fmla="*/ 14175 h 134676"/>
              <a:gd name="csX37" fmla="*/ 58493 w 134696"/>
              <a:gd name="csY37" fmla="*/ 14175 h 134676"/>
              <a:gd name="csX38" fmla="*/ 115199 w 134696"/>
              <a:gd name="csY38" fmla="*/ 14175 h 134676"/>
              <a:gd name="csX39" fmla="*/ 120507 w 134696"/>
              <a:gd name="csY39" fmla="*/ 19491 h 134676"/>
              <a:gd name="csX40" fmla="*/ 115199 w 134696"/>
              <a:gd name="csY40" fmla="*/ 24911 h 134676"/>
              <a:gd name="csX41" fmla="*/ 58493 w 134696"/>
              <a:gd name="csY41" fmla="*/ 24911 h 134676"/>
              <a:gd name="csX42" fmla="*/ 53168 w 134696"/>
              <a:gd name="csY42" fmla="*/ 19491 h 134676"/>
              <a:gd name="csX43" fmla="*/ 58493 w 134696"/>
              <a:gd name="csY43" fmla="*/ 14175 h 134676"/>
              <a:gd name="csX44" fmla="*/ 40680 w 134696"/>
              <a:gd name="csY44" fmla="*/ 56628 h 134676"/>
              <a:gd name="csX45" fmla="*/ 36955 w 134696"/>
              <a:gd name="csY45" fmla="*/ 58241 h 134676"/>
              <a:gd name="csX46" fmla="*/ 35440 w 134696"/>
              <a:gd name="csY46" fmla="*/ 62019 h 134676"/>
              <a:gd name="csX47" fmla="*/ 35440 w 134696"/>
              <a:gd name="csY47" fmla="*/ 81082 h 134676"/>
              <a:gd name="csX48" fmla="*/ 24007 w 134696"/>
              <a:gd name="csY48" fmla="*/ 92517 h 134676"/>
              <a:gd name="csX49" fmla="*/ 21268 w 134696"/>
              <a:gd name="csY49" fmla="*/ 92144 h 134676"/>
              <a:gd name="csX50" fmla="*/ 13748 w 134696"/>
              <a:gd name="csY50" fmla="*/ 95257 h 134676"/>
              <a:gd name="csX51" fmla="*/ 10634 w 134696"/>
              <a:gd name="csY51" fmla="*/ 102776 h 134676"/>
              <a:gd name="csX52" fmla="*/ 13748 w 134696"/>
              <a:gd name="csY52" fmla="*/ 110300 h 134676"/>
              <a:gd name="csX53" fmla="*/ 21268 w 134696"/>
              <a:gd name="csY53" fmla="*/ 113413 h 134676"/>
              <a:gd name="csX54" fmla="*/ 25963 w 134696"/>
              <a:gd name="csY54" fmla="*/ 112307 h 134676"/>
              <a:gd name="csX55" fmla="*/ 29706 w 134696"/>
              <a:gd name="csY55" fmla="*/ 109245 h 134676"/>
              <a:gd name="csX56" fmla="*/ 31697 w 134696"/>
              <a:gd name="csY56" fmla="*/ 104851 h 134676"/>
              <a:gd name="csX57" fmla="*/ 31527 w 134696"/>
              <a:gd name="csY57" fmla="*/ 100027 h 134676"/>
              <a:gd name="csX58" fmla="*/ 44525 w 134696"/>
              <a:gd name="csY58" fmla="*/ 87042 h 134676"/>
              <a:gd name="csX59" fmla="*/ 46074 w 134696"/>
              <a:gd name="csY59" fmla="*/ 83283 h 134676"/>
              <a:gd name="csX60" fmla="*/ 46074 w 134696"/>
              <a:gd name="csY60" fmla="*/ 62019 h 134676"/>
              <a:gd name="csX61" fmla="*/ 45682 w 134696"/>
              <a:gd name="csY61" fmla="*/ 59942 h 134676"/>
              <a:gd name="csX62" fmla="*/ 44525 w 134696"/>
              <a:gd name="csY62" fmla="*/ 58181 h 134676"/>
              <a:gd name="csX63" fmla="*/ 42756 w 134696"/>
              <a:gd name="csY63" fmla="*/ 57014 h 134676"/>
              <a:gd name="csX64" fmla="*/ 40680 w 134696"/>
              <a:gd name="csY64" fmla="*/ 56628 h 134676"/>
              <a:gd name="csX65" fmla="*/ 58408 w 134696"/>
              <a:gd name="csY65" fmla="*/ 56628 h 134676"/>
              <a:gd name="csX66" fmla="*/ 54665 w 134696"/>
              <a:gd name="csY66" fmla="*/ 58241 h 134676"/>
              <a:gd name="csX67" fmla="*/ 53168 w 134696"/>
              <a:gd name="csY67" fmla="*/ 62019 h 134676"/>
              <a:gd name="csX68" fmla="*/ 53168 w 134696"/>
              <a:gd name="csY68" fmla="*/ 102346 h 134676"/>
              <a:gd name="csX69" fmla="*/ 41735 w 134696"/>
              <a:gd name="csY69" fmla="*/ 113787 h 134676"/>
              <a:gd name="csX70" fmla="*/ 38996 w 134696"/>
              <a:gd name="csY70" fmla="*/ 113413 h 134676"/>
              <a:gd name="csX71" fmla="*/ 31476 w 134696"/>
              <a:gd name="csY71" fmla="*/ 116526 h 134676"/>
              <a:gd name="csX72" fmla="*/ 28362 w 134696"/>
              <a:gd name="csY72" fmla="*/ 124045 h 134676"/>
              <a:gd name="csX73" fmla="*/ 31476 w 134696"/>
              <a:gd name="csY73" fmla="*/ 131564 h 134676"/>
              <a:gd name="csX74" fmla="*/ 38996 w 134696"/>
              <a:gd name="csY74" fmla="*/ 134677 h 134676"/>
              <a:gd name="csX75" fmla="*/ 43692 w 134696"/>
              <a:gd name="csY75" fmla="*/ 133571 h 134676"/>
              <a:gd name="csX76" fmla="*/ 47418 w 134696"/>
              <a:gd name="csY76" fmla="*/ 130509 h 134676"/>
              <a:gd name="csX77" fmla="*/ 49408 w 134696"/>
              <a:gd name="csY77" fmla="*/ 126120 h 134676"/>
              <a:gd name="csX78" fmla="*/ 49255 w 134696"/>
              <a:gd name="csY78" fmla="*/ 121289 h 134676"/>
              <a:gd name="csX79" fmla="*/ 62236 w 134696"/>
              <a:gd name="csY79" fmla="*/ 108310 h 134676"/>
              <a:gd name="csX80" fmla="*/ 63801 w 134696"/>
              <a:gd name="csY80" fmla="*/ 104547 h 134676"/>
              <a:gd name="csX81" fmla="*/ 63801 w 134696"/>
              <a:gd name="csY81" fmla="*/ 62019 h 134676"/>
              <a:gd name="csX82" fmla="*/ 63410 w 134696"/>
              <a:gd name="csY82" fmla="*/ 59942 h 134676"/>
              <a:gd name="csX83" fmla="*/ 62236 w 134696"/>
              <a:gd name="csY83" fmla="*/ 58181 h 134676"/>
              <a:gd name="csX84" fmla="*/ 60483 w 134696"/>
              <a:gd name="csY84" fmla="*/ 57014 h 134676"/>
              <a:gd name="csX85" fmla="*/ 58408 w 134696"/>
              <a:gd name="csY85" fmla="*/ 56628 h 134676"/>
              <a:gd name="csX86" fmla="*/ 76120 w 134696"/>
              <a:gd name="csY86" fmla="*/ 56628 h 134676"/>
              <a:gd name="csX87" fmla="*/ 72393 w 134696"/>
              <a:gd name="csY87" fmla="*/ 58241 h 134676"/>
              <a:gd name="csX88" fmla="*/ 70896 w 134696"/>
              <a:gd name="csY88" fmla="*/ 62019 h 134676"/>
              <a:gd name="csX89" fmla="*/ 70896 w 134696"/>
              <a:gd name="csY89" fmla="*/ 104547 h 134676"/>
              <a:gd name="csX90" fmla="*/ 72444 w 134696"/>
              <a:gd name="csY90" fmla="*/ 108310 h 134676"/>
              <a:gd name="csX91" fmla="*/ 85443 w 134696"/>
              <a:gd name="csY91" fmla="*/ 121289 h 134676"/>
              <a:gd name="csX92" fmla="*/ 85273 w 134696"/>
              <a:gd name="csY92" fmla="*/ 126120 h 134676"/>
              <a:gd name="csX93" fmla="*/ 87263 w 134696"/>
              <a:gd name="csY93" fmla="*/ 130509 h 134676"/>
              <a:gd name="csX94" fmla="*/ 91006 w 134696"/>
              <a:gd name="csY94" fmla="*/ 133571 h 134676"/>
              <a:gd name="csX95" fmla="*/ 95702 w 134696"/>
              <a:gd name="csY95" fmla="*/ 134677 h 134676"/>
              <a:gd name="csX96" fmla="*/ 103221 w 134696"/>
              <a:gd name="csY96" fmla="*/ 131564 h 134676"/>
              <a:gd name="csX97" fmla="*/ 106335 w 134696"/>
              <a:gd name="csY97" fmla="*/ 124045 h 134676"/>
              <a:gd name="csX98" fmla="*/ 103221 w 134696"/>
              <a:gd name="csY98" fmla="*/ 116526 h 134676"/>
              <a:gd name="csX99" fmla="*/ 95702 w 134696"/>
              <a:gd name="csY99" fmla="*/ 113413 h 134676"/>
              <a:gd name="csX100" fmla="*/ 92963 w 134696"/>
              <a:gd name="csY100" fmla="*/ 113787 h 134676"/>
              <a:gd name="csX101" fmla="*/ 81529 w 134696"/>
              <a:gd name="csY101" fmla="*/ 102346 h 134676"/>
              <a:gd name="csX102" fmla="*/ 81529 w 134696"/>
              <a:gd name="csY102" fmla="*/ 62019 h 134676"/>
              <a:gd name="csX103" fmla="*/ 81138 w 134696"/>
              <a:gd name="csY103" fmla="*/ 59942 h 134676"/>
              <a:gd name="csX104" fmla="*/ 79964 w 134696"/>
              <a:gd name="csY104" fmla="*/ 58181 h 134676"/>
              <a:gd name="csX105" fmla="*/ 78195 w 134696"/>
              <a:gd name="csY105" fmla="*/ 57014 h 134676"/>
              <a:gd name="csX106" fmla="*/ 76120 w 134696"/>
              <a:gd name="csY106" fmla="*/ 56628 h 134676"/>
              <a:gd name="csX107" fmla="*/ 93847 w 134696"/>
              <a:gd name="csY107" fmla="*/ 56628 h 134676"/>
              <a:gd name="csX108" fmla="*/ 90122 w 134696"/>
              <a:gd name="csY108" fmla="*/ 58241 h 134676"/>
              <a:gd name="csX109" fmla="*/ 88607 w 134696"/>
              <a:gd name="csY109" fmla="*/ 62019 h 134676"/>
              <a:gd name="csX110" fmla="*/ 88607 w 134696"/>
              <a:gd name="csY110" fmla="*/ 83283 h 134676"/>
              <a:gd name="csX111" fmla="*/ 90172 w 134696"/>
              <a:gd name="csY111" fmla="*/ 87042 h 134676"/>
              <a:gd name="csX112" fmla="*/ 103153 w 134696"/>
              <a:gd name="csY112" fmla="*/ 100027 h 134676"/>
              <a:gd name="csX113" fmla="*/ 103000 w 134696"/>
              <a:gd name="csY113" fmla="*/ 104851 h 134676"/>
              <a:gd name="csX114" fmla="*/ 104991 w 134696"/>
              <a:gd name="csY114" fmla="*/ 109245 h 134676"/>
              <a:gd name="csX115" fmla="*/ 108717 w 134696"/>
              <a:gd name="csY115" fmla="*/ 112307 h 134676"/>
              <a:gd name="csX116" fmla="*/ 113429 w 134696"/>
              <a:gd name="csY116" fmla="*/ 113413 h 134676"/>
              <a:gd name="csX117" fmla="*/ 120949 w 134696"/>
              <a:gd name="csY117" fmla="*/ 110300 h 134676"/>
              <a:gd name="csX118" fmla="*/ 124063 w 134696"/>
              <a:gd name="csY118" fmla="*/ 102776 h 134676"/>
              <a:gd name="csX119" fmla="*/ 120949 w 134696"/>
              <a:gd name="csY119" fmla="*/ 95257 h 134676"/>
              <a:gd name="csX120" fmla="*/ 113429 w 134696"/>
              <a:gd name="csY120" fmla="*/ 92144 h 134676"/>
              <a:gd name="csX121" fmla="*/ 110690 w 134696"/>
              <a:gd name="csY121" fmla="*/ 92517 h 134676"/>
              <a:gd name="csX122" fmla="*/ 99240 w 134696"/>
              <a:gd name="csY122" fmla="*/ 81082 h 134676"/>
              <a:gd name="csX123" fmla="*/ 99240 w 134696"/>
              <a:gd name="csY123" fmla="*/ 62019 h 134676"/>
              <a:gd name="csX124" fmla="*/ 98849 w 134696"/>
              <a:gd name="csY124" fmla="*/ 59942 h 134676"/>
              <a:gd name="csX125" fmla="*/ 97692 w 134696"/>
              <a:gd name="csY125" fmla="*/ 58181 h 134676"/>
              <a:gd name="csX126" fmla="*/ 95923 w 134696"/>
              <a:gd name="csY126" fmla="*/ 57014 h 134676"/>
              <a:gd name="csX127" fmla="*/ 93847 w 134696"/>
              <a:gd name="csY127" fmla="*/ 56628 h 134676"/>
            </a:gdLst>
            <a:ahLst/>
            <a:cxnLst/>
            <a:rect l="l" t="t" r="r" b="b"/>
            <a:pathLst>
              <a:path w="100000" h="100000">
                <a:moveTo>
                  <a:pt x="14476" y="7"/>
                </a:moveTo>
                <a:cubicBezTo>
                  <a:pt x="6493" y="7"/>
                  <a:pt x="1" y="6501"/>
                  <a:pt x="1" y="14478"/>
                </a:cubicBezTo>
                <a:lnTo>
                  <a:pt x="1" y="25003"/>
                </a:lnTo>
                <a:lnTo>
                  <a:pt x="1" y="60523"/>
                </a:lnTo>
                <a:cubicBezTo>
                  <a:pt x="-12" y="61220"/>
                  <a:pt x="114" y="61912"/>
                  <a:pt x="379" y="62559"/>
                </a:cubicBezTo>
                <a:cubicBezTo>
                  <a:pt x="644" y="63207"/>
                  <a:pt x="1024" y="63796"/>
                  <a:pt x="1517" y="64291"/>
                </a:cubicBezTo>
                <a:cubicBezTo>
                  <a:pt x="2009" y="64788"/>
                  <a:pt x="2590" y="65183"/>
                  <a:pt x="3235" y="65453"/>
                </a:cubicBezTo>
                <a:cubicBezTo>
                  <a:pt x="3878" y="65721"/>
                  <a:pt x="4561" y="65860"/>
                  <a:pt x="5268" y="65860"/>
                </a:cubicBezTo>
                <a:cubicBezTo>
                  <a:pt x="5963" y="65860"/>
                  <a:pt x="6657" y="65721"/>
                  <a:pt x="7301" y="65453"/>
                </a:cubicBezTo>
                <a:cubicBezTo>
                  <a:pt x="7933" y="65183"/>
                  <a:pt x="8527" y="64788"/>
                  <a:pt x="9006" y="64291"/>
                </a:cubicBezTo>
                <a:cubicBezTo>
                  <a:pt x="9499" y="63796"/>
                  <a:pt x="9891" y="63207"/>
                  <a:pt x="10144" y="62559"/>
                </a:cubicBezTo>
                <a:cubicBezTo>
                  <a:pt x="10409" y="61912"/>
                  <a:pt x="10535" y="61220"/>
                  <a:pt x="10522" y="60523"/>
                </a:cubicBezTo>
                <a:lnTo>
                  <a:pt x="10522" y="28950"/>
                </a:lnTo>
                <a:lnTo>
                  <a:pt x="89466" y="28950"/>
                </a:lnTo>
                <a:lnTo>
                  <a:pt x="89466" y="60523"/>
                </a:lnTo>
                <a:cubicBezTo>
                  <a:pt x="89466" y="61220"/>
                  <a:pt x="89593" y="61912"/>
                  <a:pt x="89845" y="62559"/>
                </a:cubicBezTo>
                <a:cubicBezTo>
                  <a:pt x="90110" y="63207"/>
                  <a:pt x="90502" y="63796"/>
                  <a:pt x="90981" y="64291"/>
                </a:cubicBezTo>
                <a:cubicBezTo>
                  <a:pt x="91474" y="64788"/>
                  <a:pt x="92055" y="65183"/>
                  <a:pt x="92700" y="65453"/>
                </a:cubicBezTo>
                <a:cubicBezTo>
                  <a:pt x="93344" y="65721"/>
                  <a:pt x="94038" y="65860"/>
                  <a:pt x="94733" y="65860"/>
                </a:cubicBezTo>
                <a:cubicBezTo>
                  <a:pt x="95427" y="65860"/>
                  <a:pt x="96122" y="65721"/>
                  <a:pt x="96767" y="65453"/>
                </a:cubicBezTo>
                <a:cubicBezTo>
                  <a:pt x="97411" y="65183"/>
                  <a:pt x="97992" y="64788"/>
                  <a:pt x="98485" y="64291"/>
                </a:cubicBezTo>
                <a:cubicBezTo>
                  <a:pt x="98977" y="63796"/>
                  <a:pt x="99356" y="63207"/>
                  <a:pt x="99621" y="62559"/>
                </a:cubicBezTo>
                <a:cubicBezTo>
                  <a:pt x="99874" y="61912"/>
                  <a:pt x="100000" y="61220"/>
                  <a:pt x="100000" y="60523"/>
                </a:cubicBezTo>
                <a:lnTo>
                  <a:pt x="100000" y="25003"/>
                </a:lnTo>
                <a:lnTo>
                  <a:pt x="100000" y="14478"/>
                </a:lnTo>
                <a:cubicBezTo>
                  <a:pt x="100000" y="6501"/>
                  <a:pt x="93508" y="7"/>
                  <a:pt x="85525" y="7"/>
                </a:cubicBezTo>
                <a:lnTo>
                  <a:pt x="14476" y="7"/>
                </a:lnTo>
                <a:close/>
                <a:moveTo>
                  <a:pt x="14476" y="10531"/>
                </a:moveTo>
                <a:cubicBezTo>
                  <a:pt x="16649" y="10531"/>
                  <a:pt x="18417" y="12300"/>
                  <a:pt x="18417" y="14478"/>
                </a:cubicBezTo>
                <a:cubicBezTo>
                  <a:pt x="18417" y="16657"/>
                  <a:pt x="16649" y="18424"/>
                  <a:pt x="14476" y="18424"/>
                </a:cubicBezTo>
                <a:cubicBezTo>
                  <a:pt x="12291" y="18424"/>
                  <a:pt x="10522" y="16657"/>
                  <a:pt x="10522" y="14478"/>
                </a:cubicBezTo>
                <a:cubicBezTo>
                  <a:pt x="10522" y="12300"/>
                  <a:pt x="12291" y="10531"/>
                  <a:pt x="14476" y="10531"/>
                </a:cubicBezTo>
                <a:close/>
                <a:moveTo>
                  <a:pt x="27637" y="10531"/>
                </a:moveTo>
                <a:cubicBezTo>
                  <a:pt x="29810" y="10531"/>
                  <a:pt x="31579" y="12300"/>
                  <a:pt x="31579" y="14478"/>
                </a:cubicBezTo>
                <a:cubicBezTo>
                  <a:pt x="31579" y="16657"/>
                  <a:pt x="29810" y="18424"/>
                  <a:pt x="27637" y="18424"/>
                </a:cubicBezTo>
                <a:cubicBezTo>
                  <a:pt x="25452" y="18424"/>
                  <a:pt x="23684" y="16657"/>
                  <a:pt x="23684" y="14478"/>
                </a:cubicBezTo>
                <a:cubicBezTo>
                  <a:pt x="23684" y="12300"/>
                  <a:pt x="25452" y="10531"/>
                  <a:pt x="27637" y="10531"/>
                </a:cubicBezTo>
                <a:close/>
                <a:moveTo>
                  <a:pt x="43426" y="10531"/>
                </a:moveTo>
                <a:lnTo>
                  <a:pt x="85525" y="10531"/>
                </a:lnTo>
                <a:cubicBezTo>
                  <a:pt x="87698" y="10531"/>
                  <a:pt x="89466" y="12300"/>
                  <a:pt x="89466" y="14478"/>
                </a:cubicBezTo>
                <a:cubicBezTo>
                  <a:pt x="89466" y="16657"/>
                  <a:pt x="87698" y="18502"/>
                  <a:pt x="85525" y="18502"/>
                </a:cubicBezTo>
                <a:lnTo>
                  <a:pt x="43426" y="18502"/>
                </a:lnTo>
                <a:cubicBezTo>
                  <a:pt x="41241" y="18502"/>
                  <a:pt x="39473" y="16659"/>
                  <a:pt x="39473" y="14478"/>
                </a:cubicBezTo>
                <a:cubicBezTo>
                  <a:pt x="39473" y="12297"/>
                  <a:pt x="41241" y="10531"/>
                  <a:pt x="43426" y="10531"/>
                </a:cubicBezTo>
                <a:close/>
                <a:moveTo>
                  <a:pt x="30201" y="42049"/>
                </a:moveTo>
                <a:cubicBezTo>
                  <a:pt x="29153" y="42065"/>
                  <a:pt x="28155" y="42496"/>
                  <a:pt x="27436" y="43246"/>
                </a:cubicBezTo>
                <a:cubicBezTo>
                  <a:pt x="26703" y="43996"/>
                  <a:pt x="26298" y="45006"/>
                  <a:pt x="26311" y="46051"/>
                </a:cubicBezTo>
                <a:lnTo>
                  <a:pt x="26311" y="60204"/>
                </a:lnTo>
                <a:lnTo>
                  <a:pt x="17823" y="68693"/>
                </a:lnTo>
                <a:cubicBezTo>
                  <a:pt x="17166" y="68512"/>
                  <a:pt x="16472" y="68419"/>
                  <a:pt x="15790" y="68416"/>
                </a:cubicBezTo>
                <a:cubicBezTo>
                  <a:pt x="13692" y="68416"/>
                  <a:pt x="11685" y="69247"/>
                  <a:pt x="10207" y="70727"/>
                </a:cubicBezTo>
                <a:cubicBezTo>
                  <a:pt x="8729" y="72208"/>
                  <a:pt x="7895" y="74216"/>
                  <a:pt x="7895" y="76310"/>
                </a:cubicBezTo>
                <a:cubicBezTo>
                  <a:pt x="7895" y="78402"/>
                  <a:pt x="8729" y="80406"/>
                  <a:pt x="10207" y="81896"/>
                </a:cubicBezTo>
                <a:cubicBezTo>
                  <a:pt x="11685" y="83373"/>
                  <a:pt x="13692" y="84207"/>
                  <a:pt x="15790" y="84207"/>
                </a:cubicBezTo>
                <a:cubicBezTo>
                  <a:pt x="17002" y="84207"/>
                  <a:pt x="18189" y="83929"/>
                  <a:pt x="19275" y="83386"/>
                </a:cubicBezTo>
                <a:cubicBezTo>
                  <a:pt x="20362" y="82855"/>
                  <a:pt x="21309" y="82072"/>
                  <a:pt x="22054" y="81112"/>
                </a:cubicBezTo>
                <a:cubicBezTo>
                  <a:pt x="22787" y="80153"/>
                  <a:pt x="23292" y="79037"/>
                  <a:pt x="23532" y="77850"/>
                </a:cubicBezTo>
                <a:cubicBezTo>
                  <a:pt x="23759" y="76663"/>
                  <a:pt x="23722" y="75438"/>
                  <a:pt x="23406" y="74269"/>
                </a:cubicBezTo>
                <a:lnTo>
                  <a:pt x="33056" y="64628"/>
                </a:lnTo>
                <a:cubicBezTo>
                  <a:pt x="33789" y="63889"/>
                  <a:pt x="34206" y="62885"/>
                  <a:pt x="34206" y="61838"/>
                </a:cubicBezTo>
                <a:lnTo>
                  <a:pt x="34206" y="46051"/>
                </a:lnTo>
                <a:cubicBezTo>
                  <a:pt x="34218" y="45523"/>
                  <a:pt x="34117" y="44999"/>
                  <a:pt x="33915" y="44509"/>
                </a:cubicBezTo>
                <a:cubicBezTo>
                  <a:pt x="33726" y="44021"/>
                  <a:pt x="33423" y="43576"/>
                  <a:pt x="33056" y="43202"/>
                </a:cubicBezTo>
                <a:cubicBezTo>
                  <a:pt x="32677" y="42830"/>
                  <a:pt x="32235" y="42534"/>
                  <a:pt x="31743" y="42335"/>
                </a:cubicBezTo>
                <a:cubicBezTo>
                  <a:pt x="31250" y="42139"/>
                  <a:pt x="30732" y="42040"/>
                  <a:pt x="30201" y="42049"/>
                </a:cubicBezTo>
                <a:close/>
                <a:moveTo>
                  <a:pt x="43363" y="42049"/>
                </a:moveTo>
                <a:cubicBezTo>
                  <a:pt x="42315" y="42065"/>
                  <a:pt x="41317" y="42496"/>
                  <a:pt x="40584" y="43246"/>
                </a:cubicBezTo>
                <a:cubicBezTo>
                  <a:pt x="39865" y="43996"/>
                  <a:pt x="39460" y="45006"/>
                  <a:pt x="39473" y="46051"/>
                </a:cubicBezTo>
                <a:lnTo>
                  <a:pt x="39473" y="75990"/>
                </a:lnTo>
                <a:lnTo>
                  <a:pt x="30985" y="84484"/>
                </a:lnTo>
                <a:cubicBezTo>
                  <a:pt x="30315" y="84295"/>
                  <a:pt x="29633" y="84207"/>
                  <a:pt x="28951" y="84207"/>
                </a:cubicBezTo>
                <a:cubicBezTo>
                  <a:pt x="26854" y="84207"/>
                  <a:pt x="24846" y="85040"/>
                  <a:pt x="23368" y="86518"/>
                </a:cubicBezTo>
                <a:cubicBezTo>
                  <a:pt x="21890" y="87995"/>
                  <a:pt x="21056" y="90003"/>
                  <a:pt x="21056" y="92100"/>
                </a:cubicBezTo>
                <a:cubicBezTo>
                  <a:pt x="21056" y="94184"/>
                  <a:pt x="21890" y="96192"/>
                  <a:pt x="23368" y="97682"/>
                </a:cubicBezTo>
                <a:cubicBezTo>
                  <a:pt x="24846" y="99160"/>
                  <a:pt x="26854" y="99993"/>
                  <a:pt x="28951" y="99993"/>
                </a:cubicBezTo>
                <a:cubicBezTo>
                  <a:pt x="30163" y="99993"/>
                  <a:pt x="31351" y="99716"/>
                  <a:pt x="32437" y="99172"/>
                </a:cubicBezTo>
                <a:cubicBezTo>
                  <a:pt x="33524" y="98642"/>
                  <a:pt x="34471" y="97859"/>
                  <a:pt x="35204" y="96899"/>
                </a:cubicBezTo>
                <a:cubicBezTo>
                  <a:pt x="35948" y="95939"/>
                  <a:pt x="36454" y="94828"/>
                  <a:pt x="36681" y="93640"/>
                </a:cubicBezTo>
                <a:cubicBezTo>
                  <a:pt x="36921" y="92453"/>
                  <a:pt x="36884" y="91228"/>
                  <a:pt x="36568" y="90054"/>
                </a:cubicBezTo>
                <a:lnTo>
                  <a:pt x="46205" y="80418"/>
                </a:lnTo>
                <a:cubicBezTo>
                  <a:pt x="46950" y="79673"/>
                  <a:pt x="47367" y="78671"/>
                  <a:pt x="47367" y="77624"/>
                </a:cubicBezTo>
                <a:lnTo>
                  <a:pt x="47367" y="46051"/>
                </a:lnTo>
                <a:cubicBezTo>
                  <a:pt x="47379" y="45523"/>
                  <a:pt x="47279" y="44999"/>
                  <a:pt x="47076" y="44509"/>
                </a:cubicBezTo>
                <a:cubicBezTo>
                  <a:pt x="46874" y="44021"/>
                  <a:pt x="46583" y="43576"/>
                  <a:pt x="46205" y="43202"/>
                </a:cubicBezTo>
                <a:cubicBezTo>
                  <a:pt x="45839" y="42830"/>
                  <a:pt x="45396" y="42534"/>
                  <a:pt x="44903" y="42335"/>
                </a:cubicBezTo>
                <a:cubicBezTo>
                  <a:pt x="44412" y="42139"/>
                  <a:pt x="43881" y="42040"/>
                  <a:pt x="43363" y="42049"/>
                </a:cubicBezTo>
                <a:close/>
                <a:moveTo>
                  <a:pt x="56512" y="42049"/>
                </a:moveTo>
                <a:cubicBezTo>
                  <a:pt x="55476" y="42065"/>
                  <a:pt x="54478" y="42496"/>
                  <a:pt x="53745" y="43246"/>
                </a:cubicBezTo>
                <a:cubicBezTo>
                  <a:pt x="53013" y="43996"/>
                  <a:pt x="52621" y="45006"/>
                  <a:pt x="52634" y="46051"/>
                </a:cubicBezTo>
                <a:lnTo>
                  <a:pt x="52634" y="77624"/>
                </a:lnTo>
                <a:cubicBezTo>
                  <a:pt x="52634" y="78671"/>
                  <a:pt x="53051" y="79673"/>
                  <a:pt x="53783" y="80418"/>
                </a:cubicBezTo>
                <a:lnTo>
                  <a:pt x="63434" y="90054"/>
                </a:lnTo>
                <a:cubicBezTo>
                  <a:pt x="63118" y="91228"/>
                  <a:pt x="63080" y="92453"/>
                  <a:pt x="63308" y="93640"/>
                </a:cubicBezTo>
                <a:cubicBezTo>
                  <a:pt x="63548" y="94828"/>
                  <a:pt x="64052" y="95939"/>
                  <a:pt x="64785" y="96899"/>
                </a:cubicBezTo>
                <a:cubicBezTo>
                  <a:pt x="65530" y="97859"/>
                  <a:pt x="66477" y="98642"/>
                  <a:pt x="67564" y="99172"/>
                </a:cubicBezTo>
                <a:cubicBezTo>
                  <a:pt x="68650" y="99716"/>
                  <a:pt x="69837" y="99993"/>
                  <a:pt x="71050" y="99993"/>
                </a:cubicBezTo>
                <a:cubicBezTo>
                  <a:pt x="73147" y="99993"/>
                  <a:pt x="75155" y="99160"/>
                  <a:pt x="76633" y="97682"/>
                </a:cubicBezTo>
                <a:cubicBezTo>
                  <a:pt x="78111" y="96192"/>
                  <a:pt x="78944" y="94184"/>
                  <a:pt x="78944" y="92100"/>
                </a:cubicBezTo>
                <a:cubicBezTo>
                  <a:pt x="78944" y="90003"/>
                  <a:pt x="78111" y="87995"/>
                  <a:pt x="76633" y="86518"/>
                </a:cubicBezTo>
                <a:cubicBezTo>
                  <a:pt x="75155" y="85040"/>
                  <a:pt x="73147" y="84207"/>
                  <a:pt x="71050" y="84207"/>
                </a:cubicBezTo>
                <a:cubicBezTo>
                  <a:pt x="70368" y="84207"/>
                  <a:pt x="69673" y="84295"/>
                  <a:pt x="69017" y="84484"/>
                </a:cubicBezTo>
                <a:lnTo>
                  <a:pt x="60528" y="75990"/>
                </a:lnTo>
                <a:lnTo>
                  <a:pt x="60528" y="46051"/>
                </a:lnTo>
                <a:cubicBezTo>
                  <a:pt x="60528" y="45523"/>
                  <a:pt x="60440" y="44999"/>
                  <a:pt x="60238" y="44509"/>
                </a:cubicBezTo>
                <a:cubicBezTo>
                  <a:pt x="60035" y="44021"/>
                  <a:pt x="59745" y="43576"/>
                  <a:pt x="59366" y="43202"/>
                </a:cubicBezTo>
                <a:cubicBezTo>
                  <a:pt x="58988" y="42830"/>
                  <a:pt x="58545" y="42534"/>
                  <a:pt x="58053" y="42335"/>
                </a:cubicBezTo>
                <a:cubicBezTo>
                  <a:pt x="57573" y="42139"/>
                  <a:pt x="57043" y="42040"/>
                  <a:pt x="56512" y="42049"/>
                </a:cubicBezTo>
                <a:close/>
                <a:moveTo>
                  <a:pt x="69673" y="42049"/>
                </a:moveTo>
                <a:cubicBezTo>
                  <a:pt x="68625" y="42065"/>
                  <a:pt x="67627" y="42496"/>
                  <a:pt x="66908" y="43246"/>
                </a:cubicBezTo>
                <a:cubicBezTo>
                  <a:pt x="66175" y="43996"/>
                  <a:pt x="65770" y="45006"/>
                  <a:pt x="65783" y="46051"/>
                </a:cubicBezTo>
                <a:lnTo>
                  <a:pt x="65783" y="61838"/>
                </a:lnTo>
                <a:cubicBezTo>
                  <a:pt x="65783" y="62885"/>
                  <a:pt x="66200" y="63889"/>
                  <a:pt x="66945" y="64628"/>
                </a:cubicBezTo>
                <a:lnTo>
                  <a:pt x="76582" y="74269"/>
                </a:lnTo>
                <a:cubicBezTo>
                  <a:pt x="76279" y="75438"/>
                  <a:pt x="76229" y="76663"/>
                  <a:pt x="76468" y="77850"/>
                </a:cubicBezTo>
                <a:cubicBezTo>
                  <a:pt x="76709" y="79037"/>
                  <a:pt x="77214" y="80153"/>
                  <a:pt x="77947" y="81112"/>
                </a:cubicBezTo>
                <a:cubicBezTo>
                  <a:pt x="78679" y="82072"/>
                  <a:pt x="79639" y="82855"/>
                  <a:pt x="80713" y="83386"/>
                </a:cubicBezTo>
                <a:cubicBezTo>
                  <a:pt x="81799" y="83929"/>
                  <a:pt x="82999" y="84207"/>
                  <a:pt x="84211" y="84207"/>
                </a:cubicBezTo>
                <a:cubicBezTo>
                  <a:pt x="86295" y="84207"/>
                  <a:pt x="88304" y="83373"/>
                  <a:pt x="89794" y="81896"/>
                </a:cubicBezTo>
                <a:cubicBezTo>
                  <a:pt x="91272" y="80406"/>
                  <a:pt x="92106" y="78402"/>
                  <a:pt x="92106" y="76310"/>
                </a:cubicBezTo>
                <a:cubicBezTo>
                  <a:pt x="92106" y="74216"/>
                  <a:pt x="91272" y="72208"/>
                  <a:pt x="89794" y="70727"/>
                </a:cubicBezTo>
                <a:cubicBezTo>
                  <a:pt x="88304" y="69247"/>
                  <a:pt x="86295" y="68416"/>
                  <a:pt x="84211" y="68416"/>
                </a:cubicBezTo>
                <a:cubicBezTo>
                  <a:pt x="83517" y="68419"/>
                  <a:pt x="82835" y="68512"/>
                  <a:pt x="82178" y="68693"/>
                </a:cubicBezTo>
                <a:lnTo>
                  <a:pt x="73677" y="60204"/>
                </a:lnTo>
                <a:lnTo>
                  <a:pt x="73677" y="46051"/>
                </a:lnTo>
                <a:cubicBezTo>
                  <a:pt x="73690" y="45523"/>
                  <a:pt x="73589" y="44999"/>
                  <a:pt x="73387" y="44509"/>
                </a:cubicBezTo>
                <a:cubicBezTo>
                  <a:pt x="73197" y="44021"/>
                  <a:pt x="72894" y="43576"/>
                  <a:pt x="72528" y="43202"/>
                </a:cubicBezTo>
                <a:cubicBezTo>
                  <a:pt x="72149" y="42830"/>
                  <a:pt x="71707" y="42534"/>
                  <a:pt x="71214" y="42335"/>
                </a:cubicBezTo>
                <a:cubicBezTo>
                  <a:pt x="70722" y="42139"/>
                  <a:pt x="70204" y="42040"/>
                  <a:pt x="69673" y="4204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6" name="Красный — SVG 15">
            <a:extLst>
              <a:ext uri="{FF2B5EF4-FFF2-40B4-BE49-F238E27FC236}">
                <a16:creationId xmlns:a16="http://schemas.microsoft.com/office/drawing/2014/main" id="{E2C57845-DFEC-C041-B09F-9E70E20901B3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21267 w 145315"/>
              <a:gd name="csY0" fmla="*/ 0 h 141757"/>
              <a:gd name="csX1" fmla="*/ 0 w 145315"/>
              <a:gd name="csY1" fmla="*/ 21160 h 141757"/>
              <a:gd name="csX2" fmla="*/ 0 w 145315"/>
              <a:gd name="csY2" fmla="*/ 106319 h 141757"/>
              <a:gd name="csX3" fmla="*/ 21267 w 145315"/>
              <a:gd name="csY3" fmla="*/ 127583 h 141757"/>
              <a:gd name="csX4" fmla="*/ 67544 w 145315"/>
              <a:gd name="csY4" fmla="*/ 127583 h 141757"/>
              <a:gd name="csX5" fmla="*/ 61537 w 145315"/>
              <a:gd name="csY5" fmla="*/ 113413 h 141757"/>
              <a:gd name="csX6" fmla="*/ 21267 w 145315"/>
              <a:gd name="csY6" fmla="*/ 113413 h 141757"/>
              <a:gd name="csX7" fmla="*/ 14172 w 145315"/>
              <a:gd name="csY7" fmla="*/ 106319 h 141757"/>
              <a:gd name="csX8" fmla="*/ 14172 w 145315"/>
              <a:gd name="csY8" fmla="*/ 38881 h 141757"/>
              <a:gd name="csX9" fmla="*/ 120506 w 145315"/>
              <a:gd name="csY9" fmla="*/ 38881 h 141757"/>
              <a:gd name="csX10" fmla="*/ 120506 w 145315"/>
              <a:gd name="csY10" fmla="*/ 58947 h 141757"/>
              <a:gd name="csX11" fmla="*/ 134695 w 145315"/>
              <a:gd name="csY11" fmla="*/ 66512 h 141757"/>
              <a:gd name="csX12" fmla="*/ 134695 w 145315"/>
              <a:gd name="csY12" fmla="*/ 21160 h 141757"/>
              <a:gd name="csX13" fmla="*/ 113428 w 145315"/>
              <a:gd name="csY13" fmla="*/ 0 h 141757"/>
              <a:gd name="csX14" fmla="*/ 21267 w 145315"/>
              <a:gd name="csY14" fmla="*/ 0 h 141757"/>
              <a:gd name="csX15" fmla="*/ 19497 w 145315"/>
              <a:gd name="csY15" fmla="*/ 14072 h 141757"/>
              <a:gd name="csX16" fmla="*/ 24806 w 145315"/>
              <a:gd name="csY16" fmla="*/ 19388 h 141757"/>
              <a:gd name="csX17" fmla="*/ 19497 w 145315"/>
              <a:gd name="csY17" fmla="*/ 24703 h 141757"/>
              <a:gd name="csX18" fmla="*/ 14172 w 145315"/>
              <a:gd name="csY18" fmla="*/ 19388 h 141757"/>
              <a:gd name="csX19" fmla="*/ 19497 w 145315"/>
              <a:gd name="csY19" fmla="*/ 14072 h 141757"/>
              <a:gd name="csX20" fmla="*/ 37209 w 145315"/>
              <a:gd name="csY20" fmla="*/ 14072 h 141757"/>
              <a:gd name="csX21" fmla="*/ 42534 w 145315"/>
              <a:gd name="csY21" fmla="*/ 19388 h 141757"/>
              <a:gd name="csX22" fmla="*/ 37209 w 145315"/>
              <a:gd name="csY22" fmla="*/ 24703 h 141757"/>
              <a:gd name="csX23" fmla="*/ 31900 w 145315"/>
              <a:gd name="csY23" fmla="*/ 19388 h 141757"/>
              <a:gd name="csX24" fmla="*/ 37209 w 145315"/>
              <a:gd name="csY24" fmla="*/ 14072 h 141757"/>
              <a:gd name="csX25" fmla="*/ 58475 w 145315"/>
              <a:gd name="csY25" fmla="*/ 14072 h 141757"/>
              <a:gd name="csX26" fmla="*/ 115198 w 145315"/>
              <a:gd name="csY26" fmla="*/ 14072 h 141757"/>
              <a:gd name="csX27" fmla="*/ 120506 w 145315"/>
              <a:gd name="csY27" fmla="*/ 19388 h 141757"/>
              <a:gd name="csX28" fmla="*/ 115198 w 145315"/>
              <a:gd name="csY28" fmla="*/ 24807 h 141757"/>
              <a:gd name="csX29" fmla="*/ 58475 w 145315"/>
              <a:gd name="csY29" fmla="*/ 24807 h 141757"/>
              <a:gd name="csX30" fmla="*/ 53167 w 145315"/>
              <a:gd name="csY30" fmla="*/ 19388 h 141757"/>
              <a:gd name="csX31" fmla="*/ 58475 w 145315"/>
              <a:gd name="csY31" fmla="*/ 14072 h 141757"/>
              <a:gd name="csX32" fmla="*/ 106334 w 145315"/>
              <a:gd name="csY32" fmla="*/ 63792 h 141757"/>
              <a:gd name="csX33" fmla="*/ 78755 w 145315"/>
              <a:gd name="csY33" fmla="*/ 75213 h 141757"/>
              <a:gd name="csX34" fmla="*/ 78755 w 145315"/>
              <a:gd name="csY34" fmla="*/ 130339 h 141757"/>
              <a:gd name="csX35" fmla="*/ 133896 w 145315"/>
              <a:gd name="csY35" fmla="*/ 130339 h 141757"/>
              <a:gd name="csX36" fmla="*/ 133896 w 145315"/>
              <a:gd name="csY36" fmla="*/ 75213 h 141757"/>
              <a:gd name="csX37" fmla="*/ 106334 w 145315"/>
              <a:gd name="csY37" fmla="*/ 63792 h 141757"/>
              <a:gd name="csX38" fmla="*/ 106334 w 145315"/>
              <a:gd name="csY38" fmla="*/ 74424 h 141757"/>
              <a:gd name="csX39" fmla="*/ 134695 w 145315"/>
              <a:gd name="csY39" fmla="*/ 102781 h 141757"/>
              <a:gd name="csX40" fmla="*/ 106334 w 145315"/>
              <a:gd name="csY40" fmla="*/ 131122 h 141757"/>
              <a:gd name="csX41" fmla="*/ 77973 w 145315"/>
              <a:gd name="csY41" fmla="*/ 102781 h 141757"/>
              <a:gd name="csX42" fmla="*/ 106334 w 145315"/>
              <a:gd name="csY42" fmla="*/ 74424 h 141757"/>
              <a:gd name="csX43" fmla="*/ 106249 w 145315"/>
              <a:gd name="csY43" fmla="*/ 81519 h 141757"/>
              <a:gd name="csX44" fmla="*/ 101145 w 145315"/>
              <a:gd name="csY44" fmla="*/ 99226 h 141757"/>
              <a:gd name="csX45" fmla="*/ 111523 w 145315"/>
              <a:gd name="csY45" fmla="*/ 99226 h 141757"/>
              <a:gd name="csX46" fmla="*/ 106283 w 145315"/>
              <a:gd name="csY46" fmla="*/ 81519 h 141757"/>
              <a:gd name="csX47" fmla="*/ 106249 w 145315"/>
              <a:gd name="csY47" fmla="*/ 81519 h 141757"/>
              <a:gd name="csX48" fmla="*/ 96806 w 145315"/>
              <a:gd name="csY48" fmla="*/ 83844 h 141757"/>
              <a:gd name="csX49" fmla="*/ 85390 w 145315"/>
              <a:gd name="csY49" fmla="*/ 99226 h 141757"/>
              <a:gd name="csX50" fmla="*/ 94033 w 145315"/>
              <a:gd name="csY50" fmla="*/ 99226 h 141757"/>
              <a:gd name="csX51" fmla="*/ 96806 w 145315"/>
              <a:gd name="csY51" fmla="*/ 83844 h 141757"/>
              <a:gd name="csX52" fmla="*/ 115861 w 145315"/>
              <a:gd name="csY52" fmla="*/ 83851 h 141757"/>
              <a:gd name="csX53" fmla="*/ 118634 w 145315"/>
              <a:gd name="csY53" fmla="*/ 99226 h 141757"/>
              <a:gd name="csX54" fmla="*/ 127277 w 145315"/>
              <a:gd name="csY54" fmla="*/ 99226 h 141757"/>
              <a:gd name="csX55" fmla="*/ 115861 w 145315"/>
              <a:gd name="csY55" fmla="*/ 83851 h 141757"/>
              <a:gd name="csX56" fmla="*/ 85390 w 145315"/>
              <a:gd name="csY56" fmla="*/ 106319 h 141757"/>
              <a:gd name="csX57" fmla="*/ 96806 w 145315"/>
              <a:gd name="csY57" fmla="*/ 121697 h 141757"/>
              <a:gd name="csX58" fmla="*/ 94033 w 145315"/>
              <a:gd name="csY58" fmla="*/ 106319 h 141757"/>
              <a:gd name="csX59" fmla="*/ 85390 w 145315"/>
              <a:gd name="csY59" fmla="*/ 106319 h 141757"/>
              <a:gd name="csX60" fmla="*/ 101145 w 145315"/>
              <a:gd name="csY60" fmla="*/ 106319 h 141757"/>
              <a:gd name="csX61" fmla="*/ 106384 w 145315"/>
              <a:gd name="csY61" fmla="*/ 124028 h 141757"/>
              <a:gd name="csX62" fmla="*/ 106419 w 145315"/>
              <a:gd name="csY62" fmla="*/ 124028 h 141757"/>
              <a:gd name="csX63" fmla="*/ 111523 w 145315"/>
              <a:gd name="csY63" fmla="*/ 106319 h 141757"/>
              <a:gd name="csX64" fmla="*/ 101145 w 145315"/>
              <a:gd name="csY64" fmla="*/ 106319 h 141757"/>
              <a:gd name="csX65" fmla="*/ 118634 w 145315"/>
              <a:gd name="csY65" fmla="*/ 106319 h 141757"/>
              <a:gd name="csX66" fmla="*/ 115861 w 145315"/>
              <a:gd name="csY66" fmla="*/ 121697 h 141757"/>
              <a:gd name="csX67" fmla="*/ 127277 w 145315"/>
              <a:gd name="csY67" fmla="*/ 106319 h 141757"/>
              <a:gd name="csX68" fmla="*/ 118634 w 145315"/>
              <a:gd name="csY68" fmla="*/ 106319 h 141757"/>
            </a:gdLst>
            <a:ahLst/>
            <a:cxnLst/>
            <a:rect l="l" t="t" r="r" b="b"/>
            <a:pathLst>
              <a:path w="100000" h="100000">
                <a:moveTo>
                  <a:pt x="14635" y="1224"/>
                </a:moveTo>
                <a:cubicBezTo>
                  <a:pt x="6557" y="1224"/>
                  <a:pt x="0" y="7706"/>
                  <a:pt x="0" y="15786"/>
                </a:cubicBezTo>
                <a:lnTo>
                  <a:pt x="0" y="74389"/>
                </a:lnTo>
                <a:cubicBezTo>
                  <a:pt x="0" y="82455"/>
                  <a:pt x="6568" y="89022"/>
                  <a:pt x="14635" y="89022"/>
                </a:cubicBezTo>
                <a:lnTo>
                  <a:pt x="46481" y="89022"/>
                </a:lnTo>
                <a:cubicBezTo>
                  <a:pt x="44584" y="86072"/>
                  <a:pt x="43179" y="82782"/>
                  <a:pt x="42347" y="79271"/>
                </a:cubicBezTo>
                <a:lnTo>
                  <a:pt x="14635" y="79271"/>
                </a:lnTo>
                <a:cubicBezTo>
                  <a:pt x="11942" y="79271"/>
                  <a:pt x="9753" y="77082"/>
                  <a:pt x="9753" y="74389"/>
                </a:cubicBezTo>
                <a:lnTo>
                  <a:pt x="9753" y="27981"/>
                </a:lnTo>
                <a:lnTo>
                  <a:pt x="82927" y="27981"/>
                </a:lnTo>
                <a:lnTo>
                  <a:pt x="82927" y="41789"/>
                </a:lnTo>
                <a:cubicBezTo>
                  <a:pt x="86510" y="42945"/>
                  <a:pt x="89788" y="44730"/>
                  <a:pt x="92692" y="46995"/>
                </a:cubicBezTo>
                <a:lnTo>
                  <a:pt x="92692" y="15786"/>
                </a:lnTo>
                <a:cubicBezTo>
                  <a:pt x="92692" y="7706"/>
                  <a:pt x="86135" y="1224"/>
                  <a:pt x="78057" y="1224"/>
                </a:cubicBezTo>
                <a:lnTo>
                  <a:pt x="14635" y="1224"/>
                </a:lnTo>
                <a:close/>
                <a:moveTo>
                  <a:pt x="13417" y="10908"/>
                </a:moveTo>
                <a:cubicBezTo>
                  <a:pt x="15431" y="10908"/>
                  <a:pt x="17071" y="12547"/>
                  <a:pt x="17071" y="14566"/>
                </a:cubicBezTo>
                <a:cubicBezTo>
                  <a:pt x="17071" y="16585"/>
                  <a:pt x="15431" y="18224"/>
                  <a:pt x="13417" y="18224"/>
                </a:cubicBezTo>
                <a:cubicBezTo>
                  <a:pt x="11392" y="18224"/>
                  <a:pt x="9753" y="16585"/>
                  <a:pt x="9753" y="14566"/>
                </a:cubicBezTo>
                <a:cubicBezTo>
                  <a:pt x="9753" y="12547"/>
                  <a:pt x="11392" y="10908"/>
                  <a:pt x="13417" y="10908"/>
                </a:cubicBezTo>
                <a:close/>
                <a:moveTo>
                  <a:pt x="25606" y="10908"/>
                </a:moveTo>
                <a:cubicBezTo>
                  <a:pt x="27631" y="10908"/>
                  <a:pt x="29270" y="12547"/>
                  <a:pt x="29270" y="14566"/>
                </a:cubicBezTo>
                <a:cubicBezTo>
                  <a:pt x="29270" y="16585"/>
                  <a:pt x="27631" y="18224"/>
                  <a:pt x="25606" y="18224"/>
                </a:cubicBezTo>
                <a:cubicBezTo>
                  <a:pt x="23592" y="18224"/>
                  <a:pt x="21952" y="16585"/>
                  <a:pt x="21952" y="14566"/>
                </a:cubicBezTo>
                <a:cubicBezTo>
                  <a:pt x="21952" y="12547"/>
                  <a:pt x="23592" y="10908"/>
                  <a:pt x="25606" y="10908"/>
                </a:cubicBezTo>
                <a:close/>
                <a:moveTo>
                  <a:pt x="40240" y="10908"/>
                </a:moveTo>
                <a:lnTo>
                  <a:pt x="79275" y="10908"/>
                </a:lnTo>
                <a:cubicBezTo>
                  <a:pt x="81288" y="10908"/>
                  <a:pt x="82927" y="12547"/>
                  <a:pt x="82927" y="14566"/>
                </a:cubicBezTo>
                <a:cubicBezTo>
                  <a:pt x="82927" y="16585"/>
                  <a:pt x="81288" y="18295"/>
                  <a:pt x="79275" y="18295"/>
                </a:cubicBezTo>
                <a:lnTo>
                  <a:pt x="40240" y="18295"/>
                </a:lnTo>
                <a:cubicBezTo>
                  <a:pt x="38227" y="18295"/>
                  <a:pt x="36587" y="16587"/>
                  <a:pt x="36587" y="14566"/>
                </a:cubicBezTo>
                <a:cubicBezTo>
                  <a:pt x="36587" y="12544"/>
                  <a:pt x="38227" y="10908"/>
                  <a:pt x="40240" y="10908"/>
                </a:cubicBezTo>
                <a:close/>
                <a:moveTo>
                  <a:pt x="73175" y="45123"/>
                </a:moveTo>
                <a:cubicBezTo>
                  <a:pt x="66302" y="45123"/>
                  <a:pt x="59441" y="47744"/>
                  <a:pt x="54196" y="52983"/>
                </a:cubicBezTo>
                <a:cubicBezTo>
                  <a:pt x="43717" y="63460"/>
                  <a:pt x="43717" y="80441"/>
                  <a:pt x="54196" y="90918"/>
                </a:cubicBezTo>
                <a:cubicBezTo>
                  <a:pt x="64675" y="101396"/>
                  <a:pt x="81663" y="101396"/>
                  <a:pt x="92142" y="90918"/>
                </a:cubicBezTo>
                <a:cubicBezTo>
                  <a:pt x="102620" y="80441"/>
                  <a:pt x="102620" y="63457"/>
                  <a:pt x="92142" y="52983"/>
                </a:cubicBezTo>
                <a:cubicBezTo>
                  <a:pt x="86908" y="47744"/>
                  <a:pt x="80047" y="45123"/>
                  <a:pt x="73175" y="45123"/>
                </a:cubicBezTo>
                <a:close/>
                <a:moveTo>
                  <a:pt x="73175" y="52440"/>
                </a:moveTo>
                <a:cubicBezTo>
                  <a:pt x="83934" y="52440"/>
                  <a:pt x="92692" y="61193"/>
                  <a:pt x="92692" y="71954"/>
                </a:cubicBezTo>
                <a:cubicBezTo>
                  <a:pt x="92692" y="82712"/>
                  <a:pt x="83934" y="91457"/>
                  <a:pt x="73175" y="91457"/>
                </a:cubicBezTo>
                <a:cubicBezTo>
                  <a:pt x="62415" y="91457"/>
                  <a:pt x="53658" y="82712"/>
                  <a:pt x="53658" y="71954"/>
                </a:cubicBezTo>
                <a:cubicBezTo>
                  <a:pt x="53658" y="61193"/>
                  <a:pt x="62415" y="52440"/>
                  <a:pt x="73175" y="52440"/>
                </a:cubicBezTo>
                <a:close/>
                <a:moveTo>
                  <a:pt x="73116" y="57322"/>
                </a:moveTo>
                <a:cubicBezTo>
                  <a:pt x="72262" y="57627"/>
                  <a:pt x="70013" y="61771"/>
                  <a:pt x="69604" y="69508"/>
                </a:cubicBezTo>
                <a:lnTo>
                  <a:pt x="76746" y="69508"/>
                </a:lnTo>
                <a:cubicBezTo>
                  <a:pt x="76336" y="61764"/>
                  <a:pt x="74076" y="57620"/>
                  <a:pt x="73140" y="57322"/>
                </a:cubicBezTo>
                <a:cubicBezTo>
                  <a:pt x="73140" y="57322"/>
                  <a:pt x="73128" y="57322"/>
                  <a:pt x="73116" y="57322"/>
                </a:cubicBezTo>
                <a:close/>
                <a:moveTo>
                  <a:pt x="66618" y="58922"/>
                </a:moveTo>
                <a:cubicBezTo>
                  <a:pt x="62543" y="60983"/>
                  <a:pt x="59547" y="64851"/>
                  <a:pt x="58762" y="69508"/>
                </a:cubicBezTo>
                <a:lnTo>
                  <a:pt x="64710" y="69508"/>
                </a:lnTo>
                <a:cubicBezTo>
                  <a:pt x="64885" y="65703"/>
                  <a:pt x="65518" y="61946"/>
                  <a:pt x="66618" y="58922"/>
                </a:cubicBezTo>
                <a:close/>
                <a:moveTo>
                  <a:pt x="79731" y="58927"/>
                </a:moveTo>
                <a:cubicBezTo>
                  <a:pt x="80832" y="61949"/>
                  <a:pt x="81464" y="65714"/>
                  <a:pt x="81639" y="69508"/>
                </a:cubicBezTo>
                <a:lnTo>
                  <a:pt x="87587" y="69508"/>
                </a:lnTo>
                <a:cubicBezTo>
                  <a:pt x="86803" y="64853"/>
                  <a:pt x="83806" y="60985"/>
                  <a:pt x="79731" y="58927"/>
                </a:cubicBezTo>
                <a:close/>
                <a:moveTo>
                  <a:pt x="58762" y="74389"/>
                </a:moveTo>
                <a:cubicBezTo>
                  <a:pt x="59547" y="79048"/>
                  <a:pt x="62543" y="82912"/>
                  <a:pt x="66618" y="84971"/>
                </a:cubicBezTo>
                <a:cubicBezTo>
                  <a:pt x="65518" y="81952"/>
                  <a:pt x="64885" y="78194"/>
                  <a:pt x="64710" y="74389"/>
                </a:cubicBezTo>
                <a:lnTo>
                  <a:pt x="58762" y="74389"/>
                </a:lnTo>
                <a:close/>
                <a:moveTo>
                  <a:pt x="69604" y="74389"/>
                </a:moveTo>
                <a:cubicBezTo>
                  <a:pt x="70013" y="82139"/>
                  <a:pt x="72273" y="86283"/>
                  <a:pt x="73209" y="86575"/>
                </a:cubicBezTo>
                <a:cubicBezTo>
                  <a:pt x="73209" y="86575"/>
                  <a:pt x="73222" y="86575"/>
                  <a:pt x="73233" y="86575"/>
                </a:cubicBezTo>
                <a:cubicBezTo>
                  <a:pt x="74087" y="86271"/>
                  <a:pt x="76336" y="82127"/>
                  <a:pt x="76746" y="74389"/>
                </a:cubicBezTo>
                <a:lnTo>
                  <a:pt x="69604" y="74389"/>
                </a:lnTo>
                <a:close/>
                <a:moveTo>
                  <a:pt x="81639" y="74389"/>
                </a:moveTo>
                <a:cubicBezTo>
                  <a:pt x="81452" y="78194"/>
                  <a:pt x="80832" y="81952"/>
                  <a:pt x="79731" y="84971"/>
                </a:cubicBezTo>
                <a:cubicBezTo>
                  <a:pt x="83806" y="82912"/>
                  <a:pt x="86803" y="79048"/>
                  <a:pt x="87587" y="74389"/>
                </a:cubicBezTo>
                <a:lnTo>
                  <a:pt x="81639" y="7438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7" name="Красный — SVG 16">
            <a:extLst>
              <a:ext uri="{FF2B5EF4-FFF2-40B4-BE49-F238E27FC236}">
                <a16:creationId xmlns:a16="http://schemas.microsoft.com/office/drawing/2014/main" id="{38219BA4-7B27-FB43-AC03-8BDCBA686721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26660 w 163192"/>
              <a:gd name="csY0" fmla="*/ 0 h 113413"/>
              <a:gd name="csX1" fmla="*/ 14257 w 163192"/>
              <a:gd name="csY1" fmla="*/ 12404 h 113413"/>
              <a:gd name="csX2" fmla="*/ 14257 w 163192"/>
              <a:gd name="csY2" fmla="*/ 79740 h 113413"/>
              <a:gd name="csX3" fmla="*/ 26660 w 163192"/>
              <a:gd name="csY3" fmla="*/ 92149 h 113413"/>
              <a:gd name="csX4" fmla="*/ 136533 w 163192"/>
              <a:gd name="csY4" fmla="*/ 92149 h 113413"/>
              <a:gd name="csX5" fmla="*/ 148935 w 163192"/>
              <a:gd name="csY5" fmla="*/ 79740 h 113413"/>
              <a:gd name="csX6" fmla="*/ 148935 w 163192"/>
              <a:gd name="csY6" fmla="*/ 12404 h 113413"/>
              <a:gd name="csX7" fmla="*/ 136533 w 163192"/>
              <a:gd name="csY7" fmla="*/ 0 h 113413"/>
              <a:gd name="csX8" fmla="*/ 26660 w 163192"/>
              <a:gd name="csY8" fmla="*/ 0 h 113413"/>
              <a:gd name="csX9" fmla="*/ 5393 w 163192"/>
              <a:gd name="csY9" fmla="*/ 102781 h 113413"/>
              <a:gd name="csX10" fmla="*/ 3335 w 163192"/>
              <a:gd name="csY10" fmla="*/ 103155 h 113413"/>
              <a:gd name="csX11" fmla="*/ 1582 w 163192"/>
              <a:gd name="csY11" fmla="*/ 104312 h 113413"/>
              <a:gd name="csX12" fmla="*/ 408 w 163192"/>
              <a:gd name="csY12" fmla="*/ 106047 h 113413"/>
              <a:gd name="csX13" fmla="*/ 0 w 163192"/>
              <a:gd name="csY13" fmla="*/ 108089 h 113413"/>
              <a:gd name="csX14" fmla="*/ 408 w 163192"/>
              <a:gd name="csY14" fmla="*/ 110147 h 113413"/>
              <a:gd name="csX15" fmla="*/ 1582 w 163192"/>
              <a:gd name="csY15" fmla="*/ 111882 h 113413"/>
              <a:gd name="csX16" fmla="*/ 3335 w 163192"/>
              <a:gd name="csY16" fmla="*/ 113022 h 113413"/>
              <a:gd name="csX17" fmla="*/ 5393 w 163192"/>
              <a:gd name="csY17" fmla="*/ 113413 h 113413"/>
              <a:gd name="csX18" fmla="*/ 157799 w 163192"/>
              <a:gd name="csY18" fmla="*/ 113413 h 113413"/>
              <a:gd name="csX19" fmla="*/ 159858 w 163192"/>
              <a:gd name="csY19" fmla="*/ 113022 h 113413"/>
              <a:gd name="csX20" fmla="*/ 161610 w 163192"/>
              <a:gd name="csY20" fmla="*/ 111882 h 113413"/>
              <a:gd name="csX21" fmla="*/ 162784 w 163192"/>
              <a:gd name="csY21" fmla="*/ 110147 h 113413"/>
              <a:gd name="csX22" fmla="*/ 163192 w 163192"/>
              <a:gd name="csY22" fmla="*/ 108089 h 113413"/>
              <a:gd name="csX23" fmla="*/ 162784 w 163192"/>
              <a:gd name="csY23" fmla="*/ 106047 h 113413"/>
              <a:gd name="csX24" fmla="*/ 161610 w 163192"/>
              <a:gd name="csY24" fmla="*/ 104312 h 113413"/>
              <a:gd name="csX25" fmla="*/ 159858 w 163192"/>
              <a:gd name="csY25" fmla="*/ 103155 h 113413"/>
              <a:gd name="csX26" fmla="*/ 157799 w 163192"/>
              <a:gd name="csY26" fmla="*/ 102781 h 113413"/>
              <a:gd name="csX27" fmla="*/ 5393 w 163192"/>
              <a:gd name="csY27" fmla="*/ 102781 h 113413"/>
            </a:gdLst>
            <a:ahLst/>
            <a:cxnLst/>
            <a:rect l="l" t="t" r="r" b="b"/>
            <a:pathLst>
              <a:path w="100000" h="100000">
                <a:moveTo>
                  <a:pt x="16337" y="15252"/>
                </a:moveTo>
                <a:cubicBezTo>
                  <a:pt x="12145" y="15252"/>
                  <a:pt x="8736" y="18661"/>
                  <a:pt x="8736" y="22853"/>
                </a:cubicBezTo>
                <a:lnTo>
                  <a:pt x="8736" y="64114"/>
                </a:lnTo>
                <a:cubicBezTo>
                  <a:pt x="8736" y="68310"/>
                  <a:pt x="12145" y="71718"/>
                  <a:pt x="16337" y="71718"/>
                </a:cubicBezTo>
                <a:lnTo>
                  <a:pt x="83664" y="71718"/>
                </a:lnTo>
                <a:cubicBezTo>
                  <a:pt x="87855" y="71718"/>
                  <a:pt x="91264" y="68310"/>
                  <a:pt x="91264" y="64114"/>
                </a:cubicBezTo>
                <a:lnTo>
                  <a:pt x="91264" y="22853"/>
                </a:lnTo>
                <a:cubicBezTo>
                  <a:pt x="91264" y="18661"/>
                  <a:pt x="87855" y="15252"/>
                  <a:pt x="83664" y="15252"/>
                </a:cubicBezTo>
                <a:lnTo>
                  <a:pt x="16337" y="15252"/>
                </a:lnTo>
                <a:close/>
                <a:moveTo>
                  <a:pt x="3305" y="78233"/>
                </a:moveTo>
                <a:cubicBezTo>
                  <a:pt x="2878" y="78223"/>
                  <a:pt x="2439" y="78306"/>
                  <a:pt x="2044" y="78462"/>
                </a:cubicBezTo>
                <a:cubicBezTo>
                  <a:pt x="1647" y="78629"/>
                  <a:pt x="1283" y="78869"/>
                  <a:pt x="969" y="79171"/>
                </a:cubicBezTo>
                <a:cubicBezTo>
                  <a:pt x="667" y="79474"/>
                  <a:pt x="417" y="79828"/>
                  <a:pt x="250" y="80235"/>
                </a:cubicBezTo>
                <a:cubicBezTo>
                  <a:pt x="83" y="80631"/>
                  <a:pt x="0" y="81058"/>
                  <a:pt x="0" y="81486"/>
                </a:cubicBezTo>
                <a:cubicBezTo>
                  <a:pt x="0" y="81923"/>
                  <a:pt x="83" y="82351"/>
                  <a:pt x="250" y="82747"/>
                </a:cubicBezTo>
                <a:cubicBezTo>
                  <a:pt x="417" y="83143"/>
                  <a:pt x="667" y="83508"/>
                  <a:pt x="969" y="83810"/>
                </a:cubicBezTo>
                <a:cubicBezTo>
                  <a:pt x="1283" y="84112"/>
                  <a:pt x="1647" y="84352"/>
                  <a:pt x="2044" y="84509"/>
                </a:cubicBezTo>
                <a:cubicBezTo>
                  <a:pt x="2439" y="84675"/>
                  <a:pt x="2878" y="84748"/>
                  <a:pt x="3305" y="84748"/>
                </a:cubicBezTo>
                <a:lnTo>
                  <a:pt x="96695" y="84748"/>
                </a:lnTo>
                <a:cubicBezTo>
                  <a:pt x="97133" y="84748"/>
                  <a:pt x="97561" y="84675"/>
                  <a:pt x="97957" y="84509"/>
                </a:cubicBezTo>
                <a:cubicBezTo>
                  <a:pt x="98364" y="84352"/>
                  <a:pt x="98728" y="84112"/>
                  <a:pt x="99031" y="83810"/>
                </a:cubicBezTo>
                <a:cubicBezTo>
                  <a:pt x="99344" y="83508"/>
                  <a:pt x="99583" y="83143"/>
                  <a:pt x="99750" y="82747"/>
                </a:cubicBezTo>
                <a:cubicBezTo>
                  <a:pt x="99917" y="82351"/>
                  <a:pt x="100000" y="81923"/>
                  <a:pt x="100000" y="81486"/>
                </a:cubicBezTo>
                <a:cubicBezTo>
                  <a:pt x="100000" y="81058"/>
                  <a:pt x="99917" y="80631"/>
                  <a:pt x="99750" y="80235"/>
                </a:cubicBezTo>
                <a:cubicBezTo>
                  <a:pt x="99583" y="79828"/>
                  <a:pt x="99344" y="79474"/>
                  <a:pt x="99031" y="79171"/>
                </a:cubicBezTo>
                <a:cubicBezTo>
                  <a:pt x="98728" y="78869"/>
                  <a:pt x="98364" y="78629"/>
                  <a:pt x="97957" y="78462"/>
                </a:cubicBezTo>
                <a:cubicBezTo>
                  <a:pt x="97561" y="78306"/>
                  <a:pt x="97133" y="78223"/>
                  <a:pt x="96695" y="78233"/>
                </a:cubicBezTo>
                <a:lnTo>
                  <a:pt x="3305" y="7823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8" name="Красный — SVG 17">
            <a:extLst>
              <a:ext uri="{FF2B5EF4-FFF2-40B4-BE49-F238E27FC236}">
                <a16:creationId xmlns:a16="http://schemas.microsoft.com/office/drawing/2014/main" id="{63749B82-61BA-1C4F-A341-7AE6486D0381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124130 w 163192"/>
              <a:gd name="csY0" fmla="*/ 0 h 134676"/>
              <a:gd name="csX1" fmla="*/ 118022 w 163192"/>
              <a:gd name="csY1" fmla="*/ 512 h 134676"/>
              <a:gd name="csX2" fmla="*/ 116797 w 163192"/>
              <a:gd name="csY2" fmla="*/ 5586 h 134676"/>
              <a:gd name="csX3" fmla="*/ 99001 w 163192"/>
              <a:gd name="csY3" fmla="*/ 15858 h 134676"/>
              <a:gd name="csX4" fmla="*/ 94731 w 163192"/>
              <a:gd name="csY4" fmla="*/ 14590 h 134676"/>
              <a:gd name="csX5" fmla="*/ 88691 w 163192"/>
              <a:gd name="csY5" fmla="*/ 25721 h 134676"/>
              <a:gd name="csX6" fmla="*/ 91855 w 163192"/>
              <a:gd name="csY6" fmla="*/ 28767 h 134676"/>
              <a:gd name="csX7" fmla="*/ 91855 w 163192"/>
              <a:gd name="csY7" fmla="*/ 49201 h 134676"/>
              <a:gd name="csX8" fmla="*/ 88691 w 163192"/>
              <a:gd name="csY8" fmla="*/ 52253 h 134676"/>
              <a:gd name="csX9" fmla="*/ 94731 w 163192"/>
              <a:gd name="csY9" fmla="*/ 63377 h 134676"/>
              <a:gd name="csX10" fmla="*/ 99001 w 163192"/>
              <a:gd name="csY10" fmla="*/ 62116 h 134676"/>
              <a:gd name="csX11" fmla="*/ 116797 w 163192"/>
              <a:gd name="csY11" fmla="*/ 72389 h 134676"/>
              <a:gd name="csX12" fmla="*/ 118022 w 163192"/>
              <a:gd name="csY12" fmla="*/ 77462 h 134676"/>
              <a:gd name="csX13" fmla="*/ 124130 w 163192"/>
              <a:gd name="csY13" fmla="*/ 77967 h 134676"/>
              <a:gd name="csX14" fmla="*/ 130238 w 163192"/>
              <a:gd name="csY14" fmla="*/ 77455 h 134676"/>
              <a:gd name="csX15" fmla="*/ 131463 w 163192"/>
              <a:gd name="csY15" fmla="*/ 72382 h 134676"/>
              <a:gd name="csX16" fmla="*/ 149259 w 163192"/>
              <a:gd name="csY16" fmla="*/ 62109 h 134676"/>
              <a:gd name="csX17" fmla="*/ 153529 w 163192"/>
              <a:gd name="csY17" fmla="*/ 63377 h 134676"/>
              <a:gd name="csX18" fmla="*/ 159569 w 163192"/>
              <a:gd name="csY18" fmla="*/ 52246 h 134676"/>
              <a:gd name="csX19" fmla="*/ 156404 w 163192"/>
              <a:gd name="csY19" fmla="*/ 49201 h 134676"/>
              <a:gd name="csX20" fmla="*/ 156404 w 163192"/>
              <a:gd name="csY20" fmla="*/ 28767 h 134676"/>
              <a:gd name="csX21" fmla="*/ 159569 w 163192"/>
              <a:gd name="csY21" fmla="*/ 25721 h 134676"/>
              <a:gd name="csX22" fmla="*/ 153529 w 163192"/>
              <a:gd name="csY22" fmla="*/ 14590 h 134676"/>
              <a:gd name="csX23" fmla="*/ 149259 w 163192"/>
              <a:gd name="csY23" fmla="*/ 15858 h 134676"/>
              <a:gd name="csX24" fmla="*/ 131463 w 163192"/>
              <a:gd name="csY24" fmla="*/ 5586 h 134676"/>
              <a:gd name="csX25" fmla="*/ 130238 w 163192"/>
              <a:gd name="csY25" fmla="*/ 512 h 134676"/>
              <a:gd name="csX26" fmla="*/ 124130 w 163192"/>
              <a:gd name="csY26" fmla="*/ 0 h 134676"/>
              <a:gd name="csX27" fmla="*/ 26660 w 163192"/>
              <a:gd name="csY27" fmla="*/ 21264 h 134676"/>
              <a:gd name="csX28" fmla="*/ 14257 w 163192"/>
              <a:gd name="csY28" fmla="*/ 33668 h 134676"/>
              <a:gd name="csX29" fmla="*/ 14257 w 163192"/>
              <a:gd name="csY29" fmla="*/ 100995 h 134676"/>
              <a:gd name="csX30" fmla="*/ 26660 w 163192"/>
              <a:gd name="csY30" fmla="*/ 113413 h 134676"/>
              <a:gd name="csX31" fmla="*/ 136533 w 163192"/>
              <a:gd name="csY31" fmla="*/ 113413 h 134676"/>
              <a:gd name="csX32" fmla="*/ 148935 w 163192"/>
              <a:gd name="csY32" fmla="*/ 100995 h 134676"/>
              <a:gd name="csX33" fmla="*/ 148935 w 163192"/>
              <a:gd name="csY33" fmla="*/ 77788 h 134676"/>
              <a:gd name="csX34" fmla="*/ 124130 w 163192"/>
              <a:gd name="csY34" fmla="*/ 85056 h 134676"/>
              <a:gd name="csX35" fmla="*/ 78057 w 163192"/>
              <a:gd name="csY35" fmla="*/ 38984 h 134676"/>
              <a:gd name="csX36" fmla="*/ 81596 w 163192"/>
              <a:gd name="csY36" fmla="*/ 21264 h 134676"/>
              <a:gd name="csX37" fmla="*/ 26660 w 163192"/>
              <a:gd name="csY37" fmla="*/ 21264 h 134676"/>
              <a:gd name="csX38" fmla="*/ 124130 w 163192"/>
              <a:gd name="csY38" fmla="*/ 28352 h 134676"/>
              <a:gd name="csX39" fmla="*/ 134763 w 163192"/>
              <a:gd name="csY39" fmla="*/ 38984 h 134676"/>
              <a:gd name="csX40" fmla="*/ 124130 w 163192"/>
              <a:gd name="csY40" fmla="*/ 49616 h 134676"/>
              <a:gd name="csX41" fmla="*/ 113496 w 163192"/>
              <a:gd name="csY41" fmla="*/ 38984 h 134676"/>
              <a:gd name="csX42" fmla="*/ 124130 w 163192"/>
              <a:gd name="csY42" fmla="*/ 28352 h 134676"/>
              <a:gd name="csX43" fmla="*/ 5393 w 163192"/>
              <a:gd name="csY43" fmla="*/ 124045 h 134676"/>
              <a:gd name="csX44" fmla="*/ 3335 w 163192"/>
              <a:gd name="csY44" fmla="*/ 124419 h 134676"/>
              <a:gd name="csX45" fmla="*/ 1582 w 163192"/>
              <a:gd name="csY45" fmla="*/ 125576 h 134676"/>
              <a:gd name="csX46" fmla="*/ 408 w 163192"/>
              <a:gd name="csY46" fmla="*/ 127311 h 134676"/>
              <a:gd name="csX47" fmla="*/ 0 w 163192"/>
              <a:gd name="csY47" fmla="*/ 129352 h 134676"/>
              <a:gd name="csX48" fmla="*/ 408 w 163192"/>
              <a:gd name="csY48" fmla="*/ 131411 h 134676"/>
              <a:gd name="csX49" fmla="*/ 1582 w 163192"/>
              <a:gd name="csY49" fmla="*/ 133146 h 134676"/>
              <a:gd name="csX50" fmla="*/ 3335 w 163192"/>
              <a:gd name="csY50" fmla="*/ 134286 h 134676"/>
              <a:gd name="csX51" fmla="*/ 5393 w 163192"/>
              <a:gd name="csY51" fmla="*/ 134677 h 134676"/>
              <a:gd name="csX52" fmla="*/ 157799 w 163192"/>
              <a:gd name="csY52" fmla="*/ 134677 h 134676"/>
              <a:gd name="csX53" fmla="*/ 159858 w 163192"/>
              <a:gd name="csY53" fmla="*/ 134286 h 134676"/>
              <a:gd name="csX54" fmla="*/ 161610 w 163192"/>
              <a:gd name="csY54" fmla="*/ 133146 h 134676"/>
              <a:gd name="csX55" fmla="*/ 162784 w 163192"/>
              <a:gd name="csY55" fmla="*/ 131411 h 134676"/>
              <a:gd name="csX56" fmla="*/ 163192 w 163192"/>
              <a:gd name="csY56" fmla="*/ 129352 h 134676"/>
              <a:gd name="csX57" fmla="*/ 162784 w 163192"/>
              <a:gd name="csY57" fmla="*/ 127311 h 134676"/>
              <a:gd name="csX58" fmla="*/ 161610 w 163192"/>
              <a:gd name="csY58" fmla="*/ 125576 h 134676"/>
              <a:gd name="csX59" fmla="*/ 159858 w 163192"/>
              <a:gd name="csY59" fmla="*/ 124419 h 134676"/>
              <a:gd name="csX60" fmla="*/ 157799 w 163192"/>
              <a:gd name="csY60" fmla="*/ 124045 h 134676"/>
              <a:gd name="csX61" fmla="*/ 5393 w 163192"/>
              <a:gd name="csY61" fmla="*/ 124045 h 134676"/>
            </a:gdLst>
            <a:ahLst/>
            <a:cxnLst/>
            <a:rect l="l" t="t" r="r" b="b"/>
            <a:pathLst>
              <a:path w="100000" h="100000">
                <a:moveTo>
                  <a:pt x="76064" y="8737"/>
                </a:moveTo>
                <a:cubicBezTo>
                  <a:pt x="74792" y="8737"/>
                  <a:pt x="73541" y="8844"/>
                  <a:pt x="72321" y="9051"/>
                </a:cubicBezTo>
                <a:lnTo>
                  <a:pt x="71570" y="12160"/>
                </a:lnTo>
                <a:cubicBezTo>
                  <a:pt x="70403" y="16990"/>
                  <a:pt x="65430" y="19861"/>
                  <a:pt x="60665" y="18454"/>
                </a:cubicBezTo>
                <a:lnTo>
                  <a:pt x="58049" y="17677"/>
                </a:lnTo>
                <a:cubicBezTo>
                  <a:pt x="56475" y="19704"/>
                  <a:pt x="55213" y="22008"/>
                  <a:pt x="54348" y="24498"/>
                </a:cubicBezTo>
                <a:lnTo>
                  <a:pt x="56286" y="26365"/>
                </a:lnTo>
                <a:cubicBezTo>
                  <a:pt x="59842" y="29783"/>
                  <a:pt x="59842" y="35467"/>
                  <a:pt x="56286" y="38886"/>
                </a:cubicBezTo>
                <a:lnTo>
                  <a:pt x="54348" y="40756"/>
                </a:lnTo>
                <a:cubicBezTo>
                  <a:pt x="55213" y="43248"/>
                  <a:pt x="56475" y="45544"/>
                  <a:pt x="58049" y="47573"/>
                </a:cubicBezTo>
                <a:lnTo>
                  <a:pt x="60665" y="46800"/>
                </a:lnTo>
                <a:cubicBezTo>
                  <a:pt x="65430" y="45391"/>
                  <a:pt x="70403" y="48263"/>
                  <a:pt x="71570" y="53095"/>
                </a:cubicBezTo>
                <a:lnTo>
                  <a:pt x="72321" y="56204"/>
                </a:lnTo>
                <a:cubicBezTo>
                  <a:pt x="73541" y="56408"/>
                  <a:pt x="74792" y="56513"/>
                  <a:pt x="76064" y="56513"/>
                </a:cubicBezTo>
                <a:cubicBezTo>
                  <a:pt x="77335" y="56513"/>
                  <a:pt x="78587" y="56406"/>
                  <a:pt x="79807" y="56199"/>
                </a:cubicBezTo>
                <a:lnTo>
                  <a:pt x="80557" y="53091"/>
                </a:lnTo>
                <a:cubicBezTo>
                  <a:pt x="81725" y="48258"/>
                  <a:pt x="86697" y="45386"/>
                  <a:pt x="91462" y="46796"/>
                </a:cubicBezTo>
                <a:lnTo>
                  <a:pt x="94079" y="47573"/>
                </a:lnTo>
                <a:cubicBezTo>
                  <a:pt x="95653" y="45546"/>
                  <a:pt x="96915" y="43242"/>
                  <a:pt x="97780" y="40752"/>
                </a:cubicBezTo>
                <a:lnTo>
                  <a:pt x="95840" y="38886"/>
                </a:lnTo>
                <a:cubicBezTo>
                  <a:pt x="92286" y="35469"/>
                  <a:pt x="92286" y="29781"/>
                  <a:pt x="95840" y="26365"/>
                </a:cubicBezTo>
                <a:lnTo>
                  <a:pt x="97780" y="24498"/>
                </a:lnTo>
                <a:cubicBezTo>
                  <a:pt x="96915" y="22008"/>
                  <a:pt x="95653" y="19706"/>
                  <a:pt x="94079" y="17677"/>
                </a:cubicBezTo>
                <a:lnTo>
                  <a:pt x="91462" y="18454"/>
                </a:lnTo>
                <a:cubicBezTo>
                  <a:pt x="86697" y="19864"/>
                  <a:pt x="81725" y="16992"/>
                  <a:pt x="80557" y="12160"/>
                </a:cubicBezTo>
                <a:lnTo>
                  <a:pt x="79807" y="9051"/>
                </a:lnTo>
                <a:cubicBezTo>
                  <a:pt x="78587" y="8844"/>
                  <a:pt x="77335" y="8737"/>
                  <a:pt x="76064" y="8737"/>
                </a:cubicBezTo>
                <a:close/>
                <a:moveTo>
                  <a:pt x="16337" y="21767"/>
                </a:moveTo>
                <a:cubicBezTo>
                  <a:pt x="12145" y="21767"/>
                  <a:pt x="8736" y="25176"/>
                  <a:pt x="8736" y="29368"/>
                </a:cubicBezTo>
                <a:lnTo>
                  <a:pt x="8736" y="70624"/>
                </a:lnTo>
                <a:cubicBezTo>
                  <a:pt x="8736" y="74825"/>
                  <a:pt x="12145" y="78234"/>
                  <a:pt x="16337" y="78234"/>
                </a:cubicBezTo>
                <a:lnTo>
                  <a:pt x="83664" y="78234"/>
                </a:lnTo>
                <a:cubicBezTo>
                  <a:pt x="87855" y="78234"/>
                  <a:pt x="91264" y="74825"/>
                  <a:pt x="91264" y="70624"/>
                </a:cubicBezTo>
                <a:lnTo>
                  <a:pt x="91264" y="56404"/>
                </a:lnTo>
                <a:cubicBezTo>
                  <a:pt x="86885" y="59227"/>
                  <a:pt x="81673" y="60857"/>
                  <a:pt x="76064" y="60857"/>
                </a:cubicBezTo>
                <a:cubicBezTo>
                  <a:pt x="60467" y="60857"/>
                  <a:pt x="47831" y="48218"/>
                  <a:pt x="47831" y="32625"/>
                </a:cubicBezTo>
                <a:cubicBezTo>
                  <a:pt x="47831" y="28781"/>
                  <a:pt x="48613" y="25111"/>
                  <a:pt x="50000" y="21767"/>
                </a:cubicBezTo>
                <a:lnTo>
                  <a:pt x="16337" y="21767"/>
                </a:lnTo>
                <a:close/>
                <a:moveTo>
                  <a:pt x="76064" y="26110"/>
                </a:moveTo>
                <a:cubicBezTo>
                  <a:pt x="79660" y="26110"/>
                  <a:pt x="82579" y="29027"/>
                  <a:pt x="82579" y="32625"/>
                </a:cubicBezTo>
                <a:cubicBezTo>
                  <a:pt x="82579" y="36224"/>
                  <a:pt x="79660" y="39140"/>
                  <a:pt x="76064" y="39140"/>
                </a:cubicBezTo>
                <a:cubicBezTo>
                  <a:pt x="72467" y="39140"/>
                  <a:pt x="69548" y="36224"/>
                  <a:pt x="69548" y="32625"/>
                </a:cubicBezTo>
                <a:cubicBezTo>
                  <a:pt x="69548" y="29027"/>
                  <a:pt x="72467" y="26110"/>
                  <a:pt x="76064" y="26110"/>
                </a:cubicBezTo>
                <a:close/>
                <a:moveTo>
                  <a:pt x="3305" y="84749"/>
                </a:moveTo>
                <a:cubicBezTo>
                  <a:pt x="2878" y="84738"/>
                  <a:pt x="2439" y="84822"/>
                  <a:pt x="2044" y="84978"/>
                </a:cubicBezTo>
                <a:cubicBezTo>
                  <a:pt x="1647" y="85144"/>
                  <a:pt x="1283" y="85385"/>
                  <a:pt x="969" y="85687"/>
                </a:cubicBezTo>
                <a:cubicBezTo>
                  <a:pt x="667" y="85989"/>
                  <a:pt x="417" y="86344"/>
                  <a:pt x="250" y="86750"/>
                </a:cubicBezTo>
                <a:cubicBezTo>
                  <a:pt x="83" y="87146"/>
                  <a:pt x="0" y="87574"/>
                  <a:pt x="0" y="88001"/>
                </a:cubicBezTo>
                <a:cubicBezTo>
                  <a:pt x="0" y="88439"/>
                  <a:pt x="83" y="88866"/>
                  <a:pt x="250" y="89262"/>
                </a:cubicBezTo>
                <a:cubicBezTo>
                  <a:pt x="417" y="89658"/>
                  <a:pt x="667" y="90023"/>
                  <a:pt x="969" y="90326"/>
                </a:cubicBezTo>
                <a:cubicBezTo>
                  <a:pt x="1283" y="90628"/>
                  <a:pt x="1647" y="90868"/>
                  <a:pt x="2044" y="91024"/>
                </a:cubicBezTo>
                <a:cubicBezTo>
                  <a:pt x="2439" y="91191"/>
                  <a:pt x="2878" y="91264"/>
                  <a:pt x="3305" y="91264"/>
                </a:cubicBezTo>
                <a:lnTo>
                  <a:pt x="96695" y="91264"/>
                </a:lnTo>
                <a:cubicBezTo>
                  <a:pt x="97133" y="91264"/>
                  <a:pt x="97561" y="91191"/>
                  <a:pt x="97957" y="91024"/>
                </a:cubicBezTo>
                <a:cubicBezTo>
                  <a:pt x="98364" y="90868"/>
                  <a:pt x="98728" y="90628"/>
                  <a:pt x="99031" y="90326"/>
                </a:cubicBezTo>
                <a:cubicBezTo>
                  <a:pt x="99344" y="90023"/>
                  <a:pt x="99583" y="89658"/>
                  <a:pt x="99750" y="89262"/>
                </a:cubicBezTo>
                <a:cubicBezTo>
                  <a:pt x="99917" y="88866"/>
                  <a:pt x="100000" y="88439"/>
                  <a:pt x="100000" y="88001"/>
                </a:cubicBezTo>
                <a:cubicBezTo>
                  <a:pt x="100000" y="87574"/>
                  <a:pt x="99917" y="87146"/>
                  <a:pt x="99750" y="86750"/>
                </a:cubicBezTo>
                <a:cubicBezTo>
                  <a:pt x="99583" y="86344"/>
                  <a:pt x="99344" y="85989"/>
                  <a:pt x="99031" y="85687"/>
                </a:cubicBezTo>
                <a:cubicBezTo>
                  <a:pt x="98728" y="85385"/>
                  <a:pt x="98364" y="85144"/>
                  <a:pt x="97957" y="84978"/>
                </a:cubicBezTo>
                <a:cubicBezTo>
                  <a:pt x="97561" y="84822"/>
                  <a:pt x="97133" y="84738"/>
                  <a:pt x="96695" y="84749"/>
                </a:cubicBezTo>
                <a:lnTo>
                  <a:pt x="3305" y="8474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9" name="Красный — SVG 18">
            <a:extLst>
              <a:ext uri="{FF2B5EF4-FFF2-40B4-BE49-F238E27FC236}">
                <a16:creationId xmlns:a16="http://schemas.microsoft.com/office/drawing/2014/main" id="{728785AA-549A-2441-9891-E91BF02415DD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124130 w 156115"/>
              <a:gd name="csY0" fmla="*/ 0 h 131123"/>
              <a:gd name="csX1" fmla="*/ 93999 w 156115"/>
              <a:gd name="csY1" fmla="*/ 30089 h 131123"/>
              <a:gd name="csX2" fmla="*/ 103442 w 156115"/>
              <a:gd name="csY2" fmla="*/ 51976 h 131123"/>
              <a:gd name="csX3" fmla="*/ 104071 w 156115"/>
              <a:gd name="csY3" fmla="*/ 53173 h 131123"/>
              <a:gd name="csX4" fmla="*/ 104088 w 156115"/>
              <a:gd name="csY4" fmla="*/ 53243 h 131123"/>
              <a:gd name="csX5" fmla="*/ 108971 w 156115"/>
              <a:gd name="csY5" fmla="*/ 72687 h 131123"/>
              <a:gd name="csX6" fmla="*/ 119979 w 156115"/>
              <a:gd name="csY6" fmla="*/ 81519 h 131123"/>
              <a:gd name="csX7" fmla="*/ 128281 w 156115"/>
              <a:gd name="csY7" fmla="*/ 81519 h 131123"/>
              <a:gd name="csX8" fmla="*/ 139289 w 156115"/>
              <a:gd name="csY8" fmla="*/ 72687 h 131123"/>
              <a:gd name="csX9" fmla="*/ 139255 w 156115"/>
              <a:gd name="csY9" fmla="*/ 72831 h 131123"/>
              <a:gd name="csX10" fmla="*/ 144172 w 156115"/>
              <a:gd name="csY10" fmla="*/ 53243 h 131123"/>
              <a:gd name="csX11" fmla="*/ 144189 w 156115"/>
              <a:gd name="csY11" fmla="*/ 53173 h 131123"/>
              <a:gd name="csX12" fmla="*/ 144818 w 156115"/>
              <a:gd name="csY12" fmla="*/ 51976 h 131123"/>
              <a:gd name="csX13" fmla="*/ 144818 w 156115"/>
              <a:gd name="csY13" fmla="*/ 51969 h 131123"/>
              <a:gd name="csX14" fmla="*/ 154260 w 156115"/>
              <a:gd name="csY14" fmla="*/ 30089 h 131123"/>
              <a:gd name="csX15" fmla="*/ 124130 w 156115"/>
              <a:gd name="csY15" fmla="*/ 0 h 131123"/>
              <a:gd name="csX16" fmla="*/ 124130 w 156115"/>
              <a:gd name="csY16" fmla="*/ 0 h 131123"/>
              <a:gd name="csX17" fmla="*/ 124130 w 156115"/>
              <a:gd name="csY17" fmla="*/ 10632 h 131123"/>
              <a:gd name="csX18" fmla="*/ 124130 w 156115"/>
              <a:gd name="csY18" fmla="*/ 10632 h 131123"/>
              <a:gd name="csX19" fmla="*/ 143627 w 156115"/>
              <a:gd name="csY19" fmla="*/ 30096 h 131123"/>
              <a:gd name="csX20" fmla="*/ 137520 w 156115"/>
              <a:gd name="csY20" fmla="*/ 44244 h 131123"/>
              <a:gd name="csX21" fmla="*/ 133810 w 156115"/>
              <a:gd name="csY21" fmla="*/ 50868 h 131123"/>
              <a:gd name="csX22" fmla="*/ 133844 w 156115"/>
              <a:gd name="csY22" fmla="*/ 50724 h 131123"/>
              <a:gd name="csX23" fmla="*/ 130561 w 156115"/>
              <a:gd name="csY23" fmla="*/ 63792 h 131123"/>
              <a:gd name="csX24" fmla="*/ 117699 w 156115"/>
              <a:gd name="csY24" fmla="*/ 63792 h 131123"/>
              <a:gd name="csX25" fmla="*/ 114449 w 156115"/>
              <a:gd name="csY25" fmla="*/ 50868 h 131123"/>
              <a:gd name="csX26" fmla="*/ 110757 w 156115"/>
              <a:gd name="csY26" fmla="*/ 44244 h 131123"/>
              <a:gd name="csX27" fmla="*/ 104632 w 156115"/>
              <a:gd name="csY27" fmla="*/ 30089 h 131123"/>
              <a:gd name="csX28" fmla="*/ 124130 w 156115"/>
              <a:gd name="csY28" fmla="*/ 10632 h 131123"/>
              <a:gd name="csX29" fmla="*/ 26660 w 156115"/>
              <a:gd name="csY29" fmla="*/ 24807 h 131123"/>
              <a:gd name="csX30" fmla="*/ 14257 w 156115"/>
              <a:gd name="csY30" fmla="*/ 37212 h 131123"/>
              <a:gd name="csX31" fmla="*/ 14257 w 156115"/>
              <a:gd name="csY31" fmla="*/ 104550 h 131123"/>
              <a:gd name="csX32" fmla="*/ 26660 w 156115"/>
              <a:gd name="csY32" fmla="*/ 116951 h 131123"/>
              <a:gd name="csX33" fmla="*/ 129455 w 156115"/>
              <a:gd name="csY33" fmla="*/ 116951 h 131123"/>
              <a:gd name="csX34" fmla="*/ 141858 w 156115"/>
              <a:gd name="csY34" fmla="*/ 104550 h 131123"/>
              <a:gd name="csX35" fmla="*/ 141858 w 156115"/>
              <a:gd name="csY35" fmla="*/ 82716 h 131123"/>
              <a:gd name="csX36" fmla="*/ 128281 w 156115"/>
              <a:gd name="csY36" fmla="*/ 88606 h 131123"/>
              <a:gd name="csX37" fmla="*/ 119979 w 156115"/>
              <a:gd name="csY37" fmla="*/ 88606 h 131123"/>
              <a:gd name="csX38" fmla="*/ 102046 w 156115"/>
              <a:gd name="csY38" fmla="*/ 74236 h 131123"/>
              <a:gd name="csX39" fmla="*/ 97487 w 156115"/>
              <a:gd name="csY39" fmla="*/ 56047 h 131123"/>
              <a:gd name="csX40" fmla="*/ 86905 w 156115"/>
              <a:gd name="csY40" fmla="*/ 30089 h 131123"/>
              <a:gd name="csX41" fmla="*/ 87330 w 156115"/>
              <a:gd name="csY41" fmla="*/ 24807 h 131123"/>
              <a:gd name="csX42" fmla="*/ 26660 w 156115"/>
              <a:gd name="csY42" fmla="*/ 24807 h 131123"/>
              <a:gd name="csX43" fmla="*/ 5393 w 156115"/>
              <a:gd name="csY43" fmla="*/ 120490 h 131123"/>
              <a:gd name="csX44" fmla="*/ 3335 w 156115"/>
              <a:gd name="csY44" fmla="*/ 120881 h 131123"/>
              <a:gd name="csX45" fmla="*/ 1582 w 156115"/>
              <a:gd name="csY45" fmla="*/ 122021 h 131123"/>
              <a:gd name="csX46" fmla="*/ 408 w 156115"/>
              <a:gd name="csY46" fmla="*/ 123756 h 131123"/>
              <a:gd name="csX47" fmla="*/ 0 w 156115"/>
              <a:gd name="csY47" fmla="*/ 125814 h 131123"/>
              <a:gd name="csX48" fmla="*/ 408 w 156115"/>
              <a:gd name="csY48" fmla="*/ 127855 h 131123"/>
              <a:gd name="csX49" fmla="*/ 1582 w 156115"/>
              <a:gd name="csY49" fmla="*/ 129591 h 131123"/>
              <a:gd name="csX50" fmla="*/ 3335 w 156115"/>
              <a:gd name="csY50" fmla="*/ 130747 h 131123"/>
              <a:gd name="csX51" fmla="*/ 5393 w 156115"/>
              <a:gd name="csY51" fmla="*/ 131122 h 131123"/>
              <a:gd name="csX52" fmla="*/ 150722 w 156115"/>
              <a:gd name="csY52" fmla="*/ 131122 h 131123"/>
              <a:gd name="csX53" fmla="*/ 152780 w 156115"/>
              <a:gd name="csY53" fmla="*/ 130747 h 131123"/>
              <a:gd name="csX54" fmla="*/ 154516 w 156115"/>
              <a:gd name="csY54" fmla="*/ 129591 h 131123"/>
              <a:gd name="csX55" fmla="*/ 155690 w 156115"/>
              <a:gd name="csY55" fmla="*/ 127855 h 131123"/>
              <a:gd name="csX56" fmla="*/ 156115 w 156115"/>
              <a:gd name="csY56" fmla="*/ 125814 h 131123"/>
              <a:gd name="csX57" fmla="*/ 155690 w 156115"/>
              <a:gd name="csY57" fmla="*/ 123756 h 131123"/>
              <a:gd name="csX58" fmla="*/ 154516 w 156115"/>
              <a:gd name="csY58" fmla="*/ 122021 h 131123"/>
              <a:gd name="csX59" fmla="*/ 152780 w 156115"/>
              <a:gd name="csY59" fmla="*/ 120881 h 131123"/>
              <a:gd name="csX60" fmla="*/ 150722 w 156115"/>
              <a:gd name="csY60" fmla="*/ 120490 h 131123"/>
              <a:gd name="csX61" fmla="*/ 5393 w 156115"/>
              <a:gd name="csY61" fmla="*/ 120490 h 131123"/>
            </a:gdLst>
            <a:ahLst/>
            <a:cxnLst/>
            <a:rect l="l" t="t" r="r" b="b"/>
            <a:pathLst>
              <a:path w="100000" h="100000">
                <a:moveTo>
                  <a:pt x="79512" y="8004"/>
                </a:moveTo>
                <a:cubicBezTo>
                  <a:pt x="68897" y="8008"/>
                  <a:pt x="60211" y="16663"/>
                  <a:pt x="60211" y="27278"/>
                </a:cubicBezTo>
                <a:cubicBezTo>
                  <a:pt x="60211" y="32784"/>
                  <a:pt x="62544" y="37788"/>
                  <a:pt x="66260" y="41298"/>
                </a:cubicBezTo>
                <a:cubicBezTo>
                  <a:pt x="66423" y="41455"/>
                  <a:pt x="66587" y="41718"/>
                  <a:pt x="66663" y="42065"/>
                </a:cubicBezTo>
                <a:lnTo>
                  <a:pt x="66674" y="42109"/>
                </a:lnTo>
                <a:lnTo>
                  <a:pt x="69802" y="54564"/>
                </a:lnTo>
                <a:cubicBezTo>
                  <a:pt x="70532" y="57848"/>
                  <a:pt x="73485" y="60222"/>
                  <a:pt x="76853" y="60222"/>
                </a:cubicBezTo>
                <a:lnTo>
                  <a:pt x="82171" y="60222"/>
                </a:lnTo>
                <a:cubicBezTo>
                  <a:pt x="85538" y="60222"/>
                  <a:pt x="88492" y="57848"/>
                  <a:pt x="89222" y="54564"/>
                </a:cubicBezTo>
                <a:lnTo>
                  <a:pt x="89200" y="54657"/>
                </a:lnTo>
                <a:lnTo>
                  <a:pt x="92350" y="42109"/>
                </a:lnTo>
                <a:lnTo>
                  <a:pt x="92361" y="42065"/>
                </a:lnTo>
                <a:cubicBezTo>
                  <a:pt x="92437" y="41719"/>
                  <a:pt x="92589" y="41455"/>
                  <a:pt x="92764" y="41298"/>
                </a:cubicBezTo>
                <a:lnTo>
                  <a:pt x="92764" y="41293"/>
                </a:lnTo>
                <a:cubicBezTo>
                  <a:pt x="96480" y="37784"/>
                  <a:pt x="98812" y="32782"/>
                  <a:pt x="98812" y="27278"/>
                </a:cubicBezTo>
                <a:cubicBezTo>
                  <a:pt x="98812" y="16663"/>
                  <a:pt x="90127" y="8008"/>
                  <a:pt x="79512" y="8004"/>
                </a:cubicBezTo>
                <a:lnTo>
                  <a:pt x="79512" y="8004"/>
                </a:lnTo>
                <a:close/>
                <a:moveTo>
                  <a:pt x="79512" y="14815"/>
                </a:moveTo>
                <a:lnTo>
                  <a:pt x="79512" y="14815"/>
                </a:lnTo>
                <a:cubicBezTo>
                  <a:pt x="86454" y="14819"/>
                  <a:pt x="92001" y="20351"/>
                  <a:pt x="92001" y="27282"/>
                </a:cubicBezTo>
                <a:cubicBezTo>
                  <a:pt x="92001" y="30873"/>
                  <a:pt x="90497" y="34067"/>
                  <a:pt x="88089" y="36345"/>
                </a:cubicBezTo>
                <a:cubicBezTo>
                  <a:pt x="86835" y="37527"/>
                  <a:pt x="86062" y="39035"/>
                  <a:pt x="85712" y="40588"/>
                </a:cubicBezTo>
                <a:lnTo>
                  <a:pt x="85734" y="40496"/>
                </a:lnTo>
                <a:lnTo>
                  <a:pt x="83631" y="48867"/>
                </a:lnTo>
                <a:lnTo>
                  <a:pt x="75392" y="48867"/>
                </a:lnTo>
                <a:lnTo>
                  <a:pt x="73311" y="40588"/>
                </a:lnTo>
                <a:cubicBezTo>
                  <a:pt x="72973" y="39035"/>
                  <a:pt x="72188" y="37527"/>
                  <a:pt x="70946" y="36345"/>
                </a:cubicBezTo>
                <a:cubicBezTo>
                  <a:pt x="68526" y="34062"/>
                  <a:pt x="67022" y="30871"/>
                  <a:pt x="67022" y="27278"/>
                </a:cubicBezTo>
                <a:cubicBezTo>
                  <a:pt x="67022" y="20347"/>
                  <a:pt x="72570" y="14819"/>
                  <a:pt x="79512" y="14815"/>
                </a:cubicBezTo>
                <a:close/>
                <a:moveTo>
                  <a:pt x="17077" y="23895"/>
                </a:moveTo>
                <a:cubicBezTo>
                  <a:pt x="12696" y="23895"/>
                  <a:pt x="9132" y="27459"/>
                  <a:pt x="9132" y="31841"/>
                </a:cubicBezTo>
                <a:lnTo>
                  <a:pt x="9132" y="74974"/>
                </a:lnTo>
                <a:cubicBezTo>
                  <a:pt x="9132" y="79355"/>
                  <a:pt x="12696" y="82918"/>
                  <a:pt x="17077" y="82918"/>
                </a:cubicBezTo>
                <a:lnTo>
                  <a:pt x="82923" y="82918"/>
                </a:lnTo>
                <a:cubicBezTo>
                  <a:pt x="87304" y="82918"/>
                  <a:pt x="90868" y="79355"/>
                  <a:pt x="90868" y="74974"/>
                </a:cubicBezTo>
                <a:lnTo>
                  <a:pt x="90868" y="60988"/>
                </a:lnTo>
                <a:cubicBezTo>
                  <a:pt x="88710" y="63322"/>
                  <a:pt x="85604" y="64761"/>
                  <a:pt x="82171" y="64761"/>
                </a:cubicBezTo>
                <a:lnTo>
                  <a:pt x="76853" y="64761"/>
                </a:lnTo>
                <a:cubicBezTo>
                  <a:pt x="71295" y="64761"/>
                  <a:pt x="66576" y="60976"/>
                  <a:pt x="65366" y="55556"/>
                </a:cubicBezTo>
                <a:lnTo>
                  <a:pt x="62446" y="43905"/>
                </a:lnTo>
                <a:cubicBezTo>
                  <a:pt x="58076" y="39440"/>
                  <a:pt x="55667" y="33569"/>
                  <a:pt x="55667" y="27278"/>
                </a:cubicBezTo>
                <a:cubicBezTo>
                  <a:pt x="55667" y="26125"/>
                  <a:pt x="55776" y="25003"/>
                  <a:pt x="55940" y="23895"/>
                </a:cubicBezTo>
                <a:lnTo>
                  <a:pt x="17077" y="23895"/>
                </a:lnTo>
                <a:close/>
                <a:moveTo>
                  <a:pt x="3455" y="85185"/>
                </a:moveTo>
                <a:cubicBezTo>
                  <a:pt x="3008" y="85185"/>
                  <a:pt x="2550" y="85261"/>
                  <a:pt x="2136" y="85435"/>
                </a:cubicBezTo>
                <a:cubicBezTo>
                  <a:pt x="1722" y="85598"/>
                  <a:pt x="1341" y="85849"/>
                  <a:pt x="1013" y="86165"/>
                </a:cubicBezTo>
                <a:cubicBezTo>
                  <a:pt x="698" y="86481"/>
                  <a:pt x="436" y="86862"/>
                  <a:pt x="261" y="87277"/>
                </a:cubicBezTo>
                <a:cubicBezTo>
                  <a:pt x="87" y="87690"/>
                  <a:pt x="0" y="88138"/>
                  <a:pt x="0" y="88595"/>
                </a:cubicBezTo>
                <a:cubicBezTo>
                  <a:pt x="0" y="89042"/>
                  <a:pt x="87" y="89489"/>
                  <a:pt x="261" y="89902"/>
                </a:cubicBezTo>
                <a:cubicBezTo>
                  <a:pt x="436" y="90328"/>
                  <a:pt x="698" y="90698"/>
                  <a:pt x="1013" y="91014"/>
                </a:cubicBezTo>
                <a:cubicBezTo>
                  <a:pt x="1341" y="91330"/>
                  <a:pt x="1722" y="91581"/>
                  <a:pt x="2136" y="91755"/>
                </a:cubicBezTo>
                <a:cubicBezTo>
                  <a:pt x="2550" y="91919"/>
                  <a:pt x="3008" y="92006"/>
                  <a:pt x="3455" y="91995"/>
                </a:cubicBezTo>
                <a:lnTo>
                  <a:pt x="96545" y="91995"/>
                </a:lnTo>
                <a:cubicBezTo>
                  <a:pt x="96992" y="92006"/>
                  <a:pt x="97439" y="91919"/>
                  <a:pt x="97864" y="91755"/>
                </a:cubicBezTo>
                <a:cubicBezTo>
                  <a:pt x="98278" y="91581"/>
                  <a:pt x="98659" y="91330"/>
                  <a:pt x="98976" y="91014"/>
                </a:cubicBezTo>
                <a:cubicBezTo>
                  <a:pt x="99302" y="90698"/>
                  <a:pt x="99554" y="90328"/>
                  <a:pt x="99728" y="89902"/>
                </a:cubicBezTo>
                <a:cubicBezTo>
                  <a:pt x="99902" y="89489"/>
                  <a:pt x="100000" y="89042"/>
                  <a:pt x="100000" y="88595"/>
                </a:cubicBezTo>
                <a:cubicBezTo>
                  <a:pt x="100000" y="88138"/>
                  <a:pt x="99902" y="87690"/>
                  <a:pt x="99728" y="87277"/>
                </a:cubicBezTo>
                <a:cubicBezTo>
                  <a:pt x="99554" y="86862"/>
                  <a:pt x="99302" y="86481"/>
                  <a:pt x="98976" y="86165"/>
                </a:cubicBezTo>
                <a:cubicBezTo>
                  <a:pt x="98659" y="85849"/>
                  <a:pt x="98278" y="85598"/>
                  <a:pt x="97864" y="85435"/>
                </a:cubicBezTo>
                <a:cubicBezTo>
                  <a:pt x="97439" y="85261"/>
                  <a:pt x="96992" y="85185"/>
                  <a:pt x="96545" y="85185"/>
                </a:cubicBezTo>
                <a:lnTo>
                  <a:pt x="3455" y="8518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0" name="Красный — SVG 19">
            <a:extLst>
              <a:ext uri="{FF2B5EF4-FFF2-40B4-BE49-F238E27FC236}">
                <a16:creationId xmlns:a16="http://schemas.microsoft.com/office/drawing/2014/main" id="{5B3EDAFB-F605-7A40-922B-F7A81B084F9A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109566 w 156115"/>
              <a:gd name="csY0" fmla="*/ 41 h 131123"/>
              <a:gd name="csX1" fmla="*/ 100753 w 156115"/>
              <a:gd name="csY1" fmla="*/ 1246 h 131123"/>
              <a:gd name="csX2" fmla="*/ 99954 w 156115"/>
              <a:gd name="csY2" fmla="*/ 4784 h 131123"/>
              <a:gd name="csX3" fmla="*/ 111115 w 156115"/>
              <a:gd name="csY3" fmla="*/ 15948 h 131123"/>
              <a:gd name="csX4" fmla="*/ 111795 w 156115"/>
              <a:gd name="csY4" fmla="*/ 25867 h 131123"/>
              <a:gd name="csX5" fmla="*/ 106402 w 156115"/>
              <a:gd name="csY5" fmla="*/ 28353 h 131123"/>
              <a:gd name="csX6" fmla="*/ 101400 w 156115"/>
              <a:gd name="csY6" fmla="*/ 26276 h 131123"/>
              <a:gd name="csX7" fmla="*/ 89933 w 156115"/>
              <a:gd name="csY7" fmla="*/ 14807 h 131123"/>
              <a:gd name="csX8" fmla="*/ 86394 w 156115"/>
              <a:gd name="csY8" fmla="*/ 15601 h 131123"/>
              <a:gd name="csX9" fmla="*/ 85578 w 156115"/>
              <a:gd name="csY9" fmla="*/ 27570 h 131123"/>
              <a:gd name="csX10" fmla="*/ 105245 w 156115"/>
              <a:gd name="csY10" fmla="*/ 45891 h 131123"/>
              <a:gd name="csX11" fmla="*/ 115096 w 156115"/>
              <a:gd name="csY11" fmla="*/ 44985 h 131123"/>
              <a:gd name="csX12" fmla="*/ 137877 w 156115"/>
              <a:gd name="csY12" fmla="*/ 67766 h 131123"/>
              <a:gd name="csX13" fmla="*/ 145397 w 156115"/>
              <a:gd name="csY13" fmla="*/ 70881 h 131123"/>
              <a:gd name="csX14" fmla="*/ 152916 w 156115"/>
              <a:gd name="csY14" fmla="*/ 67766 h 131123"/>
              <a:gd name="csX15" fmla="*/ 152916 w 156115"/>
              <a:gd name="csY15" fmla="*/ 52731 h 131123"/>
              <a:gd name="csX16" fmla="*/ 130136 w 156115"/>
              <a:gd name="csY16" fmla="*/ 29952 h 131123"/>
              <a:gd name="csX17" fmla="*/ 131037 w 156115"/>
              <a:gd name="csY17" fmla="*/ 20094 h 131123"/>
              <a:gd name="csX18" fmla="*/ 112714 w 156115"/>
              <a:gd name="csY18" fmla="*/ 443 h 131123"/>
              <a:gd name="csX19" fmla="*/ 109566 w 156115"/>
              <a:gd name="csY19" fmla="*/ 41 h 131123"/>
              <a:gd name="csX20" fmla="*/ 26660 w 156115"/>
              <a:gd name="csY20" fmla="*/ 24808 h 131123"/>
              <a:gd name="csX21" fmla="*/ 14257 w 156115"/>
              <a:gd name="csY21" fmla="*/ 37212 h 131123"/>
              <a:gd name="csX22" fmla="*/ 14257 w 156115"/>
              <a:gd name="csY22" fmla="*/ 104551 h 131123"/>
              <a:gd name="csX23" fmla="*/ 26660 w 156115"/>
              <a:gd name="csY23" fmla="*/ 116952 h 131123"/>
              <a:gd name="csX24" fmla="*/ 129455 w 156115"/>
              <a:gd name="csY24" fmla="*/ 116952 h 131123"/>
              <a:gd name="csX25" fmla="*/ 141858 w 156115"/>
              <a:gd name="csY25" fmla="*/ 104551 h 131123"/>
              <a:gd name="csX26" fmla="*/ 141858 w 156115"/>
              <a:gd name="csY26" fmla="*/ 77608 h 131123"/>
              <a:gd name="csX27" fmla="*/ 132875 w 156115"/>
              <a:gd name="csY27" fmla="*/ 72776 h 131123"/>
              <a:gd name="csX28" fmla="*/ 112867 w 156115"/>
              <a:gd name="csY28" fmla="*/ 52772 h 131123"/>
              <a:gd name="csX29" fmla="*/ 104360 w 156115"/>
              <a:gd name="csY29" fmla="*/ 52917 h 131123"/>
              <a:gd name="csX30" fmla="*/ 78636 w 156115"/>
              <a:gd name="csY30" fmla="*/ 28919 h 131123"/>
              <a:gd name="csX31" fmla="*/ 78125 w 156115"/>
              <a:gd name="csY31" fmla="*/ 24808 h 131123"/>
              <a:gd name="csX32" fmla="*/ 26660 w 156115"/>
              <a:gd name="csY32" fmla="*/ 24808 h 131123"/>
              <a:gd name="csX33" fmla="*/ 5393 w 156115"/>
              <a:gd name="csY33" fmla="*/ 120490 h 131123"/>
              <a:gd name="csX34" fmla="*/ 3335 w 156115"/>
              <a:gd name="csY34" fmla="*/ 120881 h 131123"/>
              <a:gd name="csX35" fmla="*/ 1582 w 156115"/>
              <a:gd name="csY35" fmla="*/ 122021 h 131123"/>
              <a:gd name="csX36" fmla="*/ 408 w 156115"/>
              <a:gd name="csY36" fmla="*/ 123756 h 131123"/>
              <a:gd name="csX37" fmla="*/ 0 w 156115"/>
              <a:gd name="csY37" fmla="*/ 125815 h 131123"/>
              <a:gd name="csX38" fmla="*/ 408 w 156115"/>
              <a:gd name="csY38" fmla="*/ 127856 h 131123"/>
              <a:gd name="csX39" fmla="*/ 1582 w 156115"/>
              <a:gd name="csY39" fmla="*/ 129591 h 131123"/>
              <a:gd name="csX40" fmla="*/ 3335 w 156115"/>
              <a:gd name="csY40" fmla="*/ 130748 h 131123"/>
              <a:gd name="csX41" fmla="*/ 5393 w 156115"/>
              <a:gd name="csY41" fmla="*/ 131122 h 131123"/>
              <a:gd name="csX42" fmla="*/ 150722 w 156115"/>
              <a:gd name="csY42" fmla="*/ 131122 h 131123"/>
              <a:gd name="csX43" fmla="*/ 152780 w 156115"/>
              <a:gd name="csY43" fmla="*/ 130748 h 131123"/>
              <a:gd name="csX44" fmla="*/ 154516 w 156115"/>
              <a:gd name="csY44" fmla="*/ 129591 h 131123"/>
              <a:gd name="csX45" fmla="*/ 155690 w 156115"/>
              <a:gd name="csY45" fmla="*/ 127856 h 131123"/>
              <a:gd name="csX46" fmla="*/ 156115 w 156115"/>
              <a:gd name="csY46" fmla="*/ 125815 h 131123"/>
              <a:gd name="csX47" fmla="*/ 155690 w 156115"/>
              <a:gd name="csY47" fmla="*/ 123756 h 131123"/>
              <a:gd name="csX48" fmla="*/ 154516 w 156115"/>
              <a:gd name="csY48" fmla="*/ 122021 h 131123"/>
              <a:gd name="csX49" fmla="*/ 152780 w 156115"/>
              <a:gd name="csY49" fmla="*/ 120881 h 131123"/>
              <a:gd name="csX50" fmla="*/ 150722 w 156115"/>
              <a:gd name="csY50" fmla="*/ 120490 h 131123"/>
              <a:gd name="csX51" fmla="*/ 5393 w 156115"/>
              <a:gd name="csY51" fmla="*/ 120490 h 131123"/>
            </a:gdLst>
            <a:ahLst/>
            <a:cxnLst/>
            <a:rect l="l" t="t" r="r" b="b"/>
            <a:pathLst>
              <a:path w="100000" h="100000">
                <a:moveTo>
                  <a:pt x="70183" y="8031"/>
                </a:moveTo>
                <a:cubicBezTo>
                  <a:pt x="68189" y="7912"/>
                  <a:pt x="66293" y="8198"/>
                  <a:pt x="64538" y="8802"/>
                </a:cubicBezTo>
                <a:cubicBezTo>
                  <a:pt x="63579" y="9129"/>
                  <a:pt x="63317" y="10358"/>
                  <a:pt x="64026" y="11069"/>
                </a:cubicBezTo>
                <a:lnTo>
                  <a:pt x="71175" y="18220"/>
                </a:lnTo>
                <a:cubicBezTo>
                  <a:pt x="72885" y="19930"/>
                  <a:pt x="73191" y="22736"/>
                  <a:pt x="71611" y="24574"/>
                </a:cubicBezTo>
                <a:cubicBezTo>
                  <a:pt x="70706" y="25636"/>
                  <a:pt x="69431" y="26166"/>
                  <a:pt x="68156" y="26166"/>
                </a:cubicBezTo>
                <a:cubicBezTo>
                  <a:pt x="67001" y="26166"/>
                  <a:pt x="65835" y="25722"/>
                  <a:pt x="64952" y="24836"/>
                </a:cubicBezTo>
                <a:lnTo>
                  <a:pt x="57607" y="17489"/>
                </a:lnTo>
                <a:cubicBezTo>
                  <a:pt x="56888" y="16777"/>
                  <a:pt x="55667" y="17048"/>
                  <a:pt x="55340" y="17998"/>
                </a:cubicBezTo>
                <a:cubicBezTo>
                  <a:pt x="54534" y="20341"/>
                  <a:pt x="54294" y="22947"/>
                  <a:pt x="54817" y="25664"/>
                </a:cubicBezTo>
                <a:cubicBezTo>
                  <a:pt x="56016" y="31805"/>
                  <a:pt x="61203" y="36631"/>
                  <a:pt x="67415" y="37400"/>
                </a:cubicBezTo>
                <a:cubicBezTo>
                  <a:pt x="69627" y="37676"/>
                  <a:pt x="71763" y="37439"/>
                  <a:pt x="73725" y="36820"/>
                </a:cubicBezTo>
                <a:lnTo>
                  <a:pt x="88318" y="51412"/>
                </a:lnTo>
                <a:cubicBezTo>
                  <a:pt x="89647" y="52741"/>
                  <a:pt x="91391" y="53407"/>
                  <a:pt x="93135" y="53407"/>
                </a:cubicBezTo>
                <a:cubicBezTo>
                  <a:pt x="94878" y="53407"/>
                  <a:pt x="96622" y="52741"/>
                  <a:pt x="97951" y="51412"/>
                </a:cubicBezTo>
                <a:cubicBezTo>
                  <a:pt x="100610" y="48753"/>
                  <a:pt x="100610" y="44439"/>
                  <a:pt x="97951" y="41781"/>
                </a:cubicBezTo>
                <a:lnTo>
                  <a:pt x="83359" y="27190"/>
                </a:lnTo>
                <a:cubicBezTo>
                  <a:pt x="83980" y="25226"/>
                  <a:pt x="84209" y="23098"/>
                  <a:pt x="83936" y="20876"/>
                </a:cubicBezTo>
                <a:cubicBezTo>
                  <a:pt x="83173" y="14667"/>
                  <a:pt x="78345" y="9482"/>
                  <a:pt x="72199" y="8288"/>
                </a:cubicBezTo>
                <a:cubicBezTo>
                  <a:pt x="71524" y="8156"/>
                  <a:pt x="70848" y="8071"/>
                  <a:pt x="70183" y="8031"/>
                </a:cubicBezTo>
                <a:close/>
                <a:moveTo>
                  <a:pt x="17077" y="23895"/>
                </a:moveTo>
                <a:cubicBezTo>
                  <a:pt x="12696" y="23895"/>
                  <a:pt x="9132" y="27459"/>
                  <a:pt x="9132" y="31841"/>
                </a:cubicBezTo>
                <a:lnTo>
                  <a:pt x="9132" y="74975"/>
                </a:lnTo>
                <a:cubicBezTo>
                  <a:pt x="9132" y="79355"/>
                  <a:pt x="12696" y="82918"/>
                  <a:pt x="17077" y="82918"/>
                </a:cubicBezTo>
                <a:lnTo>
                  <a:pt x="82923" y="82918"/>
                </a:lnTo>
                <a:cubicBezTo>
                  <a:pt x="87304" y="82918"/>
                  <a:pt x="90868" y="79355"/>
                  <a:pt x="90868" y="74975"/>
                </a:cubicBezTo>
                <a:lnTo>
                  <a:pt x="90868" y="57716"/>
                </a:lnTo>
                <a:cubicBezTo>
                  <a:pt x="88699" y="57279"/>
                  <a:pt x="86705" y="56219"/>
                  <a:pt x="85114" y="54621"/>
                </a:cubicBezTo>
                <a:lnTo>
                  <a:pt x="72297" y="41808"/>
                </a:lnTo>
                <a:cubicBezTo>
                  <a:pt x="70499" y="42095"/>
                  <a:pt x="68679" y="42128"/>
                  <a:pt x="66848" y="41901"/>
                </a:cubicBezTo>
                <a:cubicBezTo>
                  <a:pt x="58707" y="40895"/>
                  <a:pt x="51929" y="34571"/>
                  <a:pt x="50371" y="26529"/>
                </a:cubicBezTo>
                <a:cubicBezTo>
                  <a:pt x="50196" y="25657"/>
                  <a:pt x="50098" y="24777"/>
                  <a:pt x="50043" y="23895"/>
                </a:cubicBezTo>
                <a:lnTo>
                  <a:pt x="17077" y="23895"/>
                </a:lnTo>
                <a:close/>
                <a:moveTo>
                  <a:pt x="3455" y="85185"/>
                </a:moveTo>
                <a:cubicBezTo>
                  <a:pt x="3008" y="85185"/>
                  <a:pt x="2550" y="85261"/>
                  <a:pt x="2136" y="85435"/>
                </a:cubicBezTo>
                <a:cubicBezTo>
                  <a:pt x="1722" y="85599"/>
                  <a:pt x="1341" y="85850"/>
                  <a:pt x="1013" y="86165"/>
                </a:cubicBezTo>
                <a:cubicBezTo>
                  <a:pt x="698" y="86481"/>
                  <a:pt x="436" y="86863"/>
                  <a:pt x="261" y="87277"/>
                </a:cubicBezTo>
                <a:cubicBezTo>
                  <a:pt x="87" y="87691"/>
                  <a:pt x="0" y="88138"/>
                  <a:pt x="0" y="88596"/>
                </a:cubicBezTo>
                <a:cubicBezTo>
                  <a:pt x="0" y="89042"/>
                  <a:pt x="87" y="89489"/>
                  <a:pt x="261" y="89903"/>
                </a:cubicBezTo>
                <a:cubicBezTo>
                  <a:pt x="436" y="90328"/>
                  <a:pt x="698" y="90699"/>
                  <a:pt x="1013" y="91014"/>
                </a:cubicBezTo>
                <a:cubicBezTo>
                  <a:pt x="1341" y="91330"/>
                  <a:pt x="1722" y="91581"/>
                  <a:pt x="2136" y="91755"/>
                </a:cubicBezTo>
                <a:cubicBezTo>
                  <a:pt x="2550" y="91919"/>
                  <a:pt x="3008" y="92006"/>
                  <a:pt x="3455" y="91995"/>
                </a:cubicBezTo>
                <a:lnTo>
                  <a:pt x="96545" y="91995"/>
                </a:lnTo>
                <a:cubicBezTo>
                  <a:pt x="96992" y="92006"/>
                  <a:pt x="97439" y="91919"/>
                  <a:pt x="97864" y="91755"/>
                </a:cubicBezTo>
                <a:cubicBezTo>
                  <a:pt x="98278" y="91581"/>
                  <a:pt x="98659" y="91330"/>
                  <a:pt x="98976" y="91014"/>
                </a:cubicBezTo>
                <a:cubicBezTo>
                  <a:pt x="99302" y="90699"/>
                  <a:pt x="99554" y="90328"/>
                  <a:pt x="99728" y="89903"/>
                </a:cubicBezTo>
                <a:cubicBezTo>
                  <a:pt x="99902" y="89489"/>
                  <a:pt x="100000" y="89042"/>
                  <a:pt x="100000" y="88596"/>
                </a:cubicBezTo>
                <a:cubicBezTo>
                  <a:pt x="100000" y="88138"/>
                  <a:pt x="99902" y="87691"/>
                  <a:pt x="99728" y="87277"/>
                </a:cubicBezTo>
                <a:cubicBezTo>
                  <a:pt x="99554" y="86863"/>
                  <a:pt x="99302" y="86481"/>
                  <a:pt x="98976" y="86165"/>
                </a:cubicBezTo>
                <a:cubicBezTo>
                  <a:pt x="98659" y="85850"/>
                  <a:pt x="98278" y="85599"/>
                  <a:pt x="97864" y="85435"/>
                </a:cubicBezTo>
                <a:cubicBezTo>
                  <a:pt x="97439" y="85261"/>
                  <a:pt x="96992" y="85185"/>
                  <a:pt x="96545" y="85185"/>
                </a:cubicBezTo>
                <a:lnTo>
                  <a:pt x="3455" y="8518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1" name="Красный — SVG 20">
            <a:extLst>
              <a:ext uri="{FF2B5EF4-FFF2-40B4-BE49-F238E27FC236}">
                <a16:creationId xmlns:a16="http://schemas.microsoft.com/office/drawing/2014/main" id="{92C8DF9B-6028-864C-991F-BECA9B89A263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34095 w 134695"/>
              <a:gd name="csY0" fmla="*/ 48097 h 153508"/>
              <a:gd name="csX1" fmla="*/ 31254 w 134695"/>
              <a:gd name="csY1" fmla="*/ 49543 h 153508"/>
              <a:gd name="csX2" fmla="*/ 28361 w 134695"/>
              <a:gd name="csY2" fmla="*/ 54279 h 153508"/>
              <a:gd name="csX3" fmla="*/ 28361 w 134695"/>
              <a:gd name="csY3" fmla="*/ 57050 h 153508"/>
              <a:gd name="csX4" fmla="*/ 62031 w 134695"/>
              <a:gd name="csY4" fmla="*/ 77418 h 153508"/>
              <a:gd name="csX5" fmla="*/ 62031 w 134695"/>
              <a:gd name="csY5" fmla="*/ 119775 h 153508"/>
              <a:gd name="csX6" fmla="*/ 64464 w 134695"/>
              <a:gd name="csY6" fmla="*/ 121340 h 153508"/>
              <a:gd name="csX7" fmla="*/ 67339 w 134695"/>
              <a:gd name="csY7" fmla="*/ 122191 h 153508"/>
              <a:gd name="csX8" fmla="*/ 70231 w 134695"/>
              <a:gd name="csY8" fmla="*/ 121340 h 153508"/>
              <a:gd name="csX9" fmla="*/ 72664 w 134695"/>
              <a:gd name="csY9" fmla="*/ 119775 h 153508"/>
              <a:gd name="csX10" fmla="*/ 72664 w 134695"/>
              <a:gd name="csY10" fmla="*/ 77418 h 153508"/>
              <a:gd name="csX11" fmla="*/ 106334 w 134695"/>
              <a:gd name="csY11" fmla="*/ 57050 h 153508"/>
              <a:gd name="csX12" fmla="*/ 106334 w 134695"/>
              <a:gd name="csY12" fmla="*/ 54279 h 153508"/>
              <a:gd name="csX13" fmla="*/ 103425 w 134695"/>
              <a:gd name="csY13" fmla="*/ 49540 h 153508"/>
              <a:gd name="csX14" fmla="*/ 100600 w 134695"/>
              <a:gd name="csY14" fmla="*/ 48097 h 153508"/>
              <a:gd name="csX15" fmla="*/ 67339 w 134695"/>
              <a:gd name="csY15" fmla="*/ 68209 h 153508"/>
              <a:gd name="csX16" fmla="*/ 34095 w 134695"/>
              <a:gd name="csY16" fmla="*/ 48097 h 153508"/>
              <a:gd name="csX17" fmla="*/ 64923 w 134695"/>
              <a:gd name="csY17" fmla="*/ 32398 h 153508"/>
              <a:gd name="csX18" fmla="*/ 69755 w 134695"/>
              <a:gd name="csY18" fmla="*/ 32398 h 153508"/>
              <a:gd name="csX19" fmla="*/ 100600 w 134695"/>
              <a:gd name="csY19" fmla="*/ 48097 h 153508"/>
              <a:gd name="csX20" fmla="*/ 129149 w 134695"/>
              <a:gd name="csY20" fmla="*/ 30824 h 153508"/>
              <a:gd name="csX21" fmla="*/ 69755 w 134695"/>
              <a:gd name="csY21" fmla="*/ 577 h 153508"/>
              <a:gd name="csX22" fmla="*/ 64940 w 134695"/>
              <a:gd name="csY22" fmla="*/ 577 h 153508"/>
              <a:gd name="csX23" fmla="*/ 5546 w 134695"/>
              <a:gd name="csY23" fmla="*/ 30824 h 153508"/>
              <a:gd name="csX24" fmla="*/ 34095 w 134695"/>
              <a:gd name="csY24" fmla="*/ 48097 h 153508"/>
              <a:gd name="csX25" fmla="*/ 64923 w 134695"/>
              <a:gd name="csY25" fmla="*/ 32398 h 153508"/>
              <a:gd name="csX26" fmla="*/ 30794 w 134695"/>
              <a:gd name="csY26" fmla="*/ 99598 h 153508"/>
              <a:gd name="csX27" fmla="*/ 28361 w 134695"/>
              <a:gd name="csY27" fmla="*/ 95138 h 153508"/>
              <a:gd name="csX28" fmla="*/ 28361 w 134695"/>
              <a:gd name="csY28" fmla="*/ 57050 h 153508"/>
              <a:gd name="csX29" fmla="*/ 0 w 134695"/>
              <a:gd name="csY29" fmla="*/ 39898 h 153508"/>
              <a:gd name="csX30" fmla="*/ 0 w 134695"/>
              <a:gd name="csY30" fmla="*/ 110579 h 153508"/>
              <a:gd name="csX31" fmla="*/ 2433 w 134695"/>
              <a:gd name="csY31" fmla="*/ 115046 h 153508"/>
              <a:gd name="csX32" fmla="*/ 62031 w 134695"/>
              <a:gd name="csY32" fmla="*/ 153508 h 153508"/>
              <a:gd name="csX33" fmla="*/ 62031 w 134695"/>
              <a:gd name="csY33" fmla="*/ 119775 h 153508"/>
              <a:gd name="csX34" fmla="*/ 30794 w 134695"/>
              <a:gd name="csY34" fmla="*/ 99598 h 153508"/>
              <a:gd name="csX35" fmla="*/ 106334 w 134695"/>
              <a:gd name="csY35" fmla="*/ 95138 h 153508"/>
              <a:gd name="csX36" fmla="*/ 103901 w 134695"/>
              <a:gd name="csY36" fmla="*/ 99603 h 153508"/>
              <a:gd name="csX37" fmla="*/ 72664 w 134695"/>
              <a:gd name="csY37" fmla="*/ 119775 h 153508"/>
              <a:gd name="csX38" fmla="*/ 72664 w 134695"/>
              <a:gd name="csY38" fmla="*/ 153508 h 153508"/>
              <a:gd name="csX39" fmla="*/ 132263 w 134695"/>
              <a:gd name="csY39" fmla="*/ 115046 h 153508"/>
              <a:gd name="csX40" fmla="*/ 134695 w 134695"/>
              <a:gd name="csY40" fmla="*/ 110576 h 153508"/>
              <a:gd name="csX41" fmla="*/ 134695 w 134695"/>
              <a:gd name="csY41" fmla="*/ 39901 h 153508"/>
              <a:gd name="csX42" fmla="*/ 106334 w 134695"/>
              <a:gd name="csY42" fmla="*/ 57054 h 153508"/>
              <a:gd name="csX43" fmla="*/ 106334 w 134695"/>
              <a:gd name="csY43" fmla="*/ 95138 h 153508"/>
            </a:gdLst>
            <a:ahLst/>
            <a:cxnLst/>
            <a:rect l="l" t="t" r="r" b="b"/>
            <a:pathLst>
              <a:path w="100000" h="100000">
                <a:moveTo>
                  <a:pt x="28338" y="31332"/>
                </a:moveTo>
                <a:lnTo>
                  <a:pt x="26488" y="32274"/>
                </a:lnTo>
                <a:cubicBezTo>
                  <a:pt x="25323" y="32863"/>
                  <a:pt x="24603" y="34057"/>
                  <a:pt x="24603" y="35359"/>
                </a:cubicBezTo>
                <a:lnTo>
                  <a:pt x="24603" y="37164"/>
                </a:lnTo>
                <a:lnTo>
                  <a:pt x="46537" y="50433"/>
                </a:lnTo>
                <a:lnTo>
                  <a:pt x="46537" y="78025"/>
                </a:lnTo>
                <a:lnTo>
                  <a:pt x="48122" y="79045"/>
                </a:lnTo>
                <a:cubicBezTo>
                  <a:pt x="48698" y="79411"/>
                  <a:pt x="49341" y="79599"/>
                  <a:pt x="49994" y="79599"/>
                </a:cubicBezTo>
                <a:cubicBezTo>
                  <a:pt x="50649" y="79599"/>
                  <a:pt x="51302" y="79411"/>
                  <a:pt x="51878" y="79045"/>
                </a:cubicBezTo>
                <a:lnTo>
                  <a:pt x="53463" y="78025"/>
                </a:lnTo>
                <a:lnTo>
                  <a:pt x="53463" y="50433"/>
                </a:lnTo>
                <a:lnTo>
                  <a:pt x="75397" y="37164"/>
                </a:lnTo>
                <a:lnTo>
                  <a:pt x="75397" y="35359"/>
                </a:lnTo>
                <a:cubicBezTo>
                  <a:pt x="75397" y="34057"/>
                  <a:pt x="74665" y="32863"/>
                  <a:pt x="73502" y="32272"/>
                </a:cubicBezTo>
                <a:lnTo>
                  <a:pt x="71662" y="31332"/>
                </a:lnTo>
                <a:lnTo>
                  <a:pt x="49994" y="44434"/>
                </a:lnTo>
                <a:lnTo>
                  <a:pt x="28338" y="31332"/>
                </a:lnTo>
                <a:close/>
                <a:moveTo>
                  <a:pt x="48421" y="21105"/>
                </a:moveTo>
                <a:cubicBezTo>
                  <a:pt x="49418" y="20604"/>
                  <a:pt x="50582" y="20604"/>
                  <a:pt x="51568" y="21105"/>
                </a:cubicBezTo>
                <a:lnTo>
                  <a:pt x="71662" y="31332"/>
                </a:lnTo>
                <a:lnTo>
                  <a:pt x="90259" y="20080"/>
                </a:lnTo>
                <a:lnTo>
                  <a:pt x="51568" y="376"/>
                </a:lnTo>
                <a:cubicBezTo>
                  <a:pt x="50582" y="-125"/>
                  <a:pt x="49418" y="-125"/>
                  <a:pt x="48432" y="376"/>
                </a:cubicBezTo>
                <a:lnTo>
                  <a:pt x="9741" y="20080"/>
                </a:lnTo>
                <a:lnTo>
                  <a:pt x="28338" y="31332"/>
                </a:lnTo>
                <a:lnTo>
                  <a:pt x="48421" y="21105"/>
                </a:lnTo>
                <a:close/>
                <a:moveTo>
                  <a:pt x="26188" y="64881"/>
                </a:moveTo>
                <a:cubicBezTo>
                  <a:pt x="25191" y="64244"/>
                  <a:pt x="24603" y="63150"/>
                  <a:pt x="24603" y="61976"/>
                </a:cubicBezTo>
                <a:lnTo>
                  <a:pt x="24603" y="37164"/>
                </a:lnTo>
                <a:lnTo>
                  <a:pt x="6128" y="25991"/>
                </a:lnTo>
                <a:lnTo>
                  <a:pt x="6128" y="72035"/>
                </a:lnTo>
                <a:cubicBezTo>
                  <a:pt x="6128" y="73216"/>
                  <a:pt x="6726" y="74302"/>
                  <a:pt x="7713" y="74945"/>
                </a:cubicBezTo>
                <a:lnTo>
                  <a:pt x="46537" y="100000"/>
                </a:lnTo>
                <a:lnTo>
                  <a:pt x="46537" y="78025"/>
                </a:lnTo>
                <a:lnTo>
                  <a:pt x="26188" y="64881"/>
                </a:lnTo>
                <a:close/>
                <a:moveTo>
                  <a:pt x="75397" y="61976"/>
                </a:moveTo>
                <a:cubicBezTo>
                  <a:pt x="75397" y="63153"/>
                  <a:pt x="74798" y="64244"/>
                  <a:pt x="73812" y="64885"/>
                </a:cubicBezTo>
                <a:lnTo>
                  <a:pt x="53463" y="78025"/>
                </a:lnTo>
                <a:lnTo>
                  <a:pt x="53463" y="100000"/>
                </a:lnTo>
                <a:lnTo>
                  <a:pt x="92288" y="74945"/>
                </a:lnTo>
                <a:cubicBezTo>
                  <a:pt x="93274" y="74302"/>
                  <a:pt x="93872" y="73205"/>
                  <a:pt x="93872" y="72033"/>
                </a:cubicBezTo>
                <a:lnTo>
                  <a:pt x="93872" y="25993"/>
                </a:lnTo>
                <a:lnTo>
                  <a:pt x="75397" y="37167"/>
                </a:lnTo>
                <a:lnTo>
                  <a:pt x="75397" y="6197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2" name="Красный — SVG 21">
            <a:extLst>
              <a:ext uri="{FF2B5EF4-FFF2-40B4-BE49-F238E27FC236}">
                <a16:creationId xmlns:a16="http://schemas.microsoft.com/office/drawing/2014/main" id="{0A4BC5E8-F6AD-E64A-AC2D-DDC42A540417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15942 w 141772"/>
              <a:gd name="csY0" fmla="*/ 0 h 134740"/>
              <a:gd name="csX1" fmla="*/ 0 w 141772"/>
              <a:gd name="csY1" fmla="*/ 15948 h 134740"/>
              <a:gd name="csX2" fmla="*/ 0 w 141772"/>
              <a:gd name="csY2" fmla="*/ 90371 h 134740"/>
              <a:gd name="csX3" fmla="*/ 15942 w 141772"/>
              <a:gd name="csY3" fmla="*/ 106319 h 134740"/>
              <a:gd name="csX4" fmla="*/ 46072 w 141772"/>
              <a:gd name="csY4" fmla="*/ 106319 h 134740"/>
              <a:gd name="csX5" fmla="*/ 46072 w 141772"/>
              <a:gd name="csY5" fmla="*/ 124045 h 134740"/>
              <a:gd name="csX6" fmla="*/ 33670 w 141772"/>
              <a:gd name="csY6" fmla="*/ 124045 h 134740"/>
              <a:gd name="csX7" fmla="*/ 31611 w 141772"/>
              <a:gd name="csY7" fmla="*/ 124419 h 134740"/>
              <a:gd name="csX8" fmla="*/ 29859 w 141772"/>
              <a:gd name="csY8" fmla="*/ 125576 h 134740"/>
              <a:gd name="csX9" fmla="*/ 28685 w 141772"/>
              <a:gd name="csY9" fmla="*/ 127311 h 134740"/>
              <a:gd name="csX10" fmla="*/ 28276 w 141772"/>
              <a:gd name="csY10" fmla="*/ 129352 h 134740"/>
              <a:gd name="csX11" fmla="*/ 28685 w 141772"/>
              <a:gd name="csY11" fmla="*/ 131411 h 134740"/>
              <a:gd name="csX12" fmla="*/ 29859 w 141772"/>
              <a:gd name="csY12" fmla="*/ 133146 h 134740"/>
              <a:gd name="csX13" fmla="*/ 31611 w 141772"/>
              <a:gd name="csY13" fmla="*/ 134286 h 134740"/>
              <a:gd name="csX14" fmla="*/ 33670 w 141772"/>
              <a:gd name="csY14" fmla="*/ 134677 h 134740"/>
              <a:gd name="csX15" fmla="*/ 50530 w 141772"/>
              <a:gd name="csY15" fmla="*/ 134677 h 134740"/>
              <a:gd name="csX16" fmla="*/ 52248 w 141772"/>
              <a:gd name="csY16" fmla="*/ 134677 h 134740"/>
              <a:gd name="csX17" fmla="*/ 89508 w 141772"/>
              <a:gd name="csY17" fmla="*/ 134677 h 134740"/>
              <a:gd name="csX18" fmla="*/ 91243 w 141772"/>
              <a:gd name="csY18" fmla="*/ 134677 h 134740"/>
              <a:gd name="csX19" fmla="*/ 108103 w 141772"/>
              <a:gd name="csY19" fmla="*/ 134677 h 134740"/>
              <a:gd name="csX20" fmla="*/ 110162 w 141772"/>
              <a:gd name="csY20" fmla="*/ 134286 h 134740"/>
              <a:gd name="csX21" fmla="*/ 111914 w 141772"/>
              <a:gd name="csY21" fmla="*/ 133146 h 134740"/>
              <a:gd name="csX22" fmla="*/ 113088 w 141772"/>
              <a:gd name="csY22" fmla="*/ 131411 h 134740"/>
              <a:gd name="csX23" fmla="*/ 113496 w 141772"/>
              <a:gd name="csY23" fmla="*/ 129352 h 134740"/>
              <a:gd name="csX24" fmla="*/ 113088 w 141772"/>
              <a:gd name="csY24" fmla="*/ 127311 h 134740"/>
              <a:gd name="csX25" fmla="*/ 111914 w 141772"/>
              <a:gd name="csY25" fmla="*/ 125576 h 134740"/>
              <a:gd name="csX26" fmla="*/ 110162 w 141772"/>
              <a:gd name="csY26" fmla="*/ 124419 h 134740"/>
              <a:gd name="csX27" fmla="*/ 108103 w 141772"/>
              <a:gd name="csY27" fmla="*/ 124045 h 134740"/>
              <a:gd name="csX28" fmla="*/ 95700 w 141772"/>
              <a:gd name="csY28" fmla="*/ 124045 h 134740"/>
              <a:gd name="csX29" fmla="*/ 95700 w 141772"/>
              <a:gd name="csY29" fmla="*/ 106319 h 134740"/>
              <a:gd name="csX30" fmla="*/ 125831 w 141772"/>
              <a:gd name="csY30" fmla="*/ 106319 h 134740"/>
              <a:gd name="csX31" fmla="*/ 141773 w 141772"/>
              <a:gd name="csY31" fmla="*/ 90371 h 134740"/>
              <a:gd name="csX32" fmla="*/ 141773 w 141772"/>
              <a:gd name="csY32" fmla="*/ 15948 h 134740"/>
              <a:gd name="csX33" fmla="*/ 125831 w 141772"/>
              <a:gd name="csY33" fmla="*/ 0 h 134740"/>
              <a:gd name="csX34" fmla="*/ 15942 w 141772"/>
              <a:gd name="csY34" fmla="*/ 0 h 134740"/>
              <a:gd name="csX35" fmla="*/ 56706 w 141772"/>
              <a:gd name="csY35" fmla="*/ 106319 h 134740"/>
              <a:gd name="csX36" fmla="*/ 85067 w 141772"/>
              <a:gd name="csY36" fmla="*/ 106319 h 134740"/>
              <a:gd name="csX37" fmla="*/ 85067 w 141772"/>
              <a:gd name="csY37" fmla="*/ 124045 h 134740"/>
              <a:gd name="csX38" fmla="*/ 56706 w 141772"/>
              <a:gd name="csY38" fmla="*/ 124045 h 134740"/>
              <a:gd name="csX39" fmla="*/ 56706 w 141772"/>
              <a:gd name="csY39" fmla="*/ 106319 h 134740"/>
            </a:gdLst>
            <a:ahLst/>
            <a:cxnLst/>
            <a:rect l="l" t="t" r="r" b="b"/>
            <a:pathLst>
              <a:path w="100000" h="100000">
                <a:moveTo>
                  <a:pt x="11245" y="2480"/>
                </a:moveTo>
                <a:cubicBezTo>
                  <a:pt x="5052" y="2480"/>
                  <a:pt x="0" y="7527"/>
                  <a:pt x="0" y="13729"/>
                </a:cubicBezTo>
                <a:lnTo>
                  <a:pt x="0" y="66224"/>
                </a:lnTo>
                <a:cubicBezTo>
                  <a:pt x="0" y="72422"/>
                  <a:pt x="5052" y="77473"/>
                  <a:pt x="11245" y="77473"/>
                </a:cubicBezTo>
                <a:lnTo>
                  <a:pt x="32497" y="77473"/>
                </a:lnTo>
                <a:lnTo>
                  <a:pt x="32497" y="89976"/>
                </a:lnTo>
                <a:lnTo>
                  <a:pt x="23749" y="89976"/>
                </a:lnTo>
                <a:cubicBezTo>
                  <a:pt x="23257" y="89964"/>
                  <a:pt x="22765" y="90060"/>
                  <a:pt x="22297" y="90240"/>
                </a:cubicBezTo>
                <a:cubicBezTo>
                  <a:pt x="21841" y="90432"/>
                  <a:pt x="21421" y="90708"/>
                  <a:pt x="21061" y="91056"/>
                </a:cubicBezTo>
                <a:cubicBezTo>
                  <a:pt x="20713" y="91404"/>
                  <a:pt x="20425" y="91812"/>
                  <a:pt x="20233" y="92280"/>
                </a:cubicBezTo>
                <a:cubicBezTo>
                  <a:pt x="20041" y="92736"/>
                  <a:pt x="19945" y="93228"/>
                  <a:pt x="19945" y="93719"/>
                </a:cubicBezTo>
                <a:cubicBezTo>
                  <a:pt x="19945" y="94224"/>
                  <a:pt x="20041" y="94715"/>
                  <a:pt x="20233" y="95172"/>
                </a:cubicBezTo>
                <a:cubicBezTo>
                  <a:pt x="20425" y="95627"/>
                  <a:pt x="20713" y="96048"/>
                  <a:pt x="21061" y="96396"/>
                </a:cubicBezTo>
                <a:cubicBezTo>
                  <a:pt x="21421" y="96743"/>
                  <a:pt x="21841" y="97019"/>
                  <a:pt x="22297" y="97200"/>
                </a:cubicBezTo>
                <a:cubicBezTo>
                  <a:pt x="22765" y="97392"/>
                  <a:pt x="23257" y="97476"/>
                  <a:pt x="23749" y="97476"/>
                </a:cubicBezTo>
                <a:lnTo>
                  <a:pt x="35642" y="97476"/>
                </a:lnTo>
                <a:cubicBezTo>
                  <a:pt x="36037" y="97535"/>
                  <a:pt x="36446" y="97535"/>
                  <a:pt x="36854" y="97476"/>
                </a:cubicBezTo>
                <a:lnTo>
                  <a:pt x="63135" y="97476"/>
                </a:lnTo>
                <a:cubicBezTo>
                  <a:pt x="63543" y="97535"/>
                  <a:pt x="63951" y="97535"/>
                  <a:pt x="64359" y="97476"/>
                </a:cubicBezTo>
                <a:lnTo>
                  <a:pt x="76251" y="97476"/>
                </a:lnTo>
                <a:cubicBezTo>
                  <a:pt x="76756" y="97476"/>
                  <a:pt x="77247" y="97392"/>
                  <a:pt x="77704" y="97200"/>
                </a:cubicBezTo>
                <a:cubicBezTo>
                  <a:pt x="78171" y="97019"/>
                  <a:pt x="78592" y="96743"/>
                  <a:pt x="78939" y="96396"/>
                </a:cubicBezTo>
                <a:cubicBezTo>
                  <a:pt x="79300" y="96048"/>
                  <a:pt x="79576" y="95627"/>
                  <a:pt x="79768" y="95172"/>
                </a:cubicBezTo>
                <a:cubicBezTo>
                  <a:pt x="79959" y="94715"/>
                  <a:pt x="80055" y="94224"/>
                  <a:pt x="80055" y="93719"/>
                </a:cubicBezTo>
                <a:cubicBezTo>
                  <a:pt x="80055" y="93228"/>
                  <a:pt x="79959" y="92736"/>
                  <a:pt x="79768" y="92280"/>
                </a:cubicBezTo>
                <a:cubicBezTo>
                  <a:pt x="79576" y="91812"/>
                  <a:pt x="79300" y="91404"/>
                  <a:pt x="78939" y="91056"/>
                </a:cubicBezTo>
                <a:cubicBezTo>
                  <a:pt x="78592" y="90708"/>
                  <a:pt x="78171" y="90432"/>
                  <a:pt x="77704" y="90240"/>
                </a:cubicBezTo>
                <a:cubicBezTo>
                  <a:pt x="77247" y="90060"/>
                  <a:pt x="76756" y="89964"/>
                  <a:pt x="76251" y="89976"/>
                </a:cubicBezTo>
                <a:lnTo>
                  <a:pt x="67503" y="89976"/>
                </a:lnTo>
                <a:lnTo>
                  <a:pt x="67503" y="77473"/>
                </a:lnTo>
                <a:lnTo>
                  <a:pt x="88756" y="77473"/>
                </a:lnTo>
                <a:cubicBezTo>
                  <a:pt x="94960" y="77473"/>
                  <a:pt x="100001" y="72422"/>
                  <a:pt x="100001" y="66224"/>
                </a:cubicBezTo>
                <a:lnTo>
                  <a:pt x="100001" y="13729"/>
                </a:lnTo>
                <a:cubicBezTo>
                  <a:pt x="100001" y="7527"/>
                  <a:pt x="94960" y="2480"/>
                  <a:pt x="88756" y="2480"/>
                </a:cubicBezTo>
                <a:lnTo>
                  <a:pt x="11245" y="2480"/>
                </a:lnTo>
                <a:close/>
                <a:moveTo>
                  <a:pt x="39998" y="77473"/>
                </a:moveTo>
                <a:lnTo>
                  <a:pt x="60003" y="77473"/>
                </a:lnTo>
                <a:lnTo>
                  <a:pt x="60003" y="89976"/>
                </a:lnTo>
                <a:lnTo>
                  <a:pt x="39998" y="89976"/>
                </a:lnTo>
                <a:lnTo>
                  <a:pt x="39998" y="7747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3" name="Красный — SVG 22">
            <a:extLst>
              <a:ext uri="{FF2B5EF4-FFF2-40B4-BE49-F238E27FC236}">
                <a16:creationId xmlns:a16="http://schemas.microsoft.com/office/drawing/2014/main" id="{2AAB1971-A0E0-0640-9C66-1862EC568E92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26575 w 152406"/>
              <a:gd name="csY0" fmla="*/ 0 h 127583"/>
              <a:gd name="csX1" fmla="*/ 14172 w 152406"/>
              <a:gd name="csY1" fmla="*/ 12404 h 127583"/>
              <a:gd name="csX2" fmla="*/ 14172 w 152406"/>
              <a:gd name="csY2" fmla="*/ 79740 h 127583"/>
              <a:gd name="csX3" fmla="*/ 26575 w 152406"/>
              <a:gd name="csY3" fmla="*/ 92149 h 127583"/>
              <a:gd name="csX4" fmla="*/ 74434 w 152406"/>
              <a:gd name="csY4" fmla="*/ 92149 h 127583"/>
              <a:gd name="csX5" fmla="*/ 74434 w 152406"/>
              <a:gd name="csY5" fmla="*/ 61640 h 127583"/>
              <a:gd name="csX6" fmla="*/ 71848 w 152406"/>
              <a:gd name="csY6" fmla="*/ 63030 h 127583"/>
              <a:gd name="csX7" fmla="*/ 69109 w 152406"/>
              <a:gd name="csY7" fmla="*/ 63792 h 127583"/>
              <a:gd name="csX8" fmla="*/ 66506 w 152406"/>
              <a:gd name="csY8" fmla="*/ 63106 h 127583"/>
              <a:gd name="csX9" fmla="*/ 63800 w 152406"/>
              <a:gd name="csY9" fmla="*/ 58476 h 127583"/>
              <a:gd name="csX10" fmla="*/ 63800 w 152406"/>
              <a:gd name="csY10" fmla="*/ 37212 h 127583"/>
              <a:gd name="csX11" fmla="*/ 66506 w 152406"/>
              <a:gd name="csY11" fmla="*/ 32581 h 127583"/>
              <a:gd name="csX12" fmla="*/ 71848 w 152406"/>
              <a:gd name="csY12" fmla="*/ 32658 h 127583"/>
              <a:gd name="csX13" fmla="*/ 74876 w 152406"/>
              <a:gd name="csY13" fmla="*/ 34388 h 127583"/>
              <a:gd name="csX14" fmla="*/ 99239 w 152406"/>
              <a:gd name="csY14" fmla="*/ 14175 h 127583"/>
              <a:gd name="csX15" fmla="*/ 141773 w 152406"/>
              <a:gd name="csY15" fmla="*/ 14175 h 127583"/>
              <a:gd name="csX16" fmla="*/ 141773 w 152406"/>
              <a:gd name="csY16" fmla="*/ 12404 h 127583"/>
              <a:gd name="csX17" fmla="*/ 129370 w 152406"/>
              <a:gd name="csY17" fmla="*/ 0 h 127583"/>
              <a:gd name="csX18" fmla="*/ 26575 w 152406"/>
              <a:gd name="csY18" fmla="*/ 0 h 127583"/>
              <a:gd name="csX19" fmla="*/ 97470 w 152406"/>
              <a:gd name="csY19" fmla="*/ 21264 h 127583"/>
              <a:gd name="csX20" fmla="*/ 81528 w 152406"/>
              <a:gd name="csY20" fmla="*/ 37212 h 127583"/>
              <a:gd name="csX21" fmla="*/ 81528 w 152406"/>
              <a:gd name="csY21" fmla="*/ 111627 h 127583"/>
              <a:gd name="csX22" fmla="*/ 97470 w 152406"/>
              <a:gd name="csY22" fmla="*/ 127583 h 127583"/>
              <a:gd name="csX23" fmla="*/ 136464 w 152406"/>
              <a:gd name="csY23" fmla="*/ 127583 h 127583"/>
              <a:gd name="csX24" fmla="*/ 152406 w 152406"/>
              <a:gd name="csY24" fmla="*/ 111627 h 127583"/>
              <a:gd name="csX25" fmla="*/ 152406 w 152406"/>
              <a:gd name="csY25" fmla="*/ 37212 h 127583"/>
              <a:gd name="csX26" fmla="*/ 136464 w 152406"/>
              <a:gd name="csY26" fmla="*/ 21264 h 127583"/>
              <a:gd name="csX27" fmla="*/ 97470 w 152406"/>
              <a:gd name="csY27" fmla="*/ 21264 h 127583"/>
              <a:gd name="csX28" fmla="*/ 108171 w 152406"/>
              <a:gd name="csY28" fmla="*/ 49616 h 127583"/>
              <a:gd name="csX29" fmla="*/ 110842 w 152406"/>
              <a:gd name="csY29" fmla="*/ 50377 h 127583"/>
              <a:gd name="csX30" fmla="*/ 128570 w 152406"/>
              <a:gd name="csY30" fmla="*/ 61009 h 127583"/>
              <a:gd name="csX31" fmla="*/ 131139 w 152406"/>
              <a:gd name="csY31" fmla="*/ 65564 h 127583"/>
              <a:gd name="csX32" fmla="*/ 128570 w 152406"/>
              <a:gd name="csY32" fmla="*/ 70118 h 127583"/>
              <a:gd name="csX33" fmla="*/ 110842 w 152406"/>
              <a:gd name="csY33" fmla="*/ 80750 h 127583"/>
              <a:gd name="csX34" fmla="*/ 108103 w 152406"/>
              <a:gd name="csY34" fmla="*/ 81512 h 127583"/>
              <a:gd name="csX35" fmla="*/ 105483 w 152406"/>
              <a:gd name="csY35" fmla="*/ 80827 h 127583"/>
              <a:gd name="csX36" fmla="*/ 102795 w 152406"/>
              <a:gd name="csY36" fmla="*/ 76196 h 127583"/>
              <a:gd name="csX37" fmla="*/ 102795 w 152406"/>
              <a:gd name="csY37" fmla="*/ 54932 h 127583"/>
              <a:gd name="csX38" fmla="*/ 105483 w 152406"/>
              <a:gd name="csY38" fmla="*/ 50300 h 127583"/>
              <a:gd name="csX39" fmla="*/ 108171 w 152406"/>
              <a:gd name="csY39" fmla="*/ 49616 h 127583"/>
              <a:gd name="csX40" fmla="*/ 5308 w 152406"/>
              <a:gd name="csY40" fmla="*/ 95687 h 127583"/>
              <a:gd name="csX41" fmla="*/ 0 w 152406"/>
              <a:gd name="csY41" fmla="*/ 100995 h 127583"/>
              <a:gd name="csX42" fmla="*/ 5308 w 152406"/>
              <a:gd name="csY42" fmla="*/ 106319 h 127583"/>
              <a:gd name="csX43" fmla="*/ 74434 w 152406"/>
              <a:gd name="csY43" fmla="*/ 106319 h 127583"/>
              <a:gd name="csX44" fmla="*/ 74434 w 152406"/>
              <a:gd name="csY44" fmla="*/ 95687 h 127583"/>
              <a:gd name="csX45" fmla="*/ 5308 w 152406"/>
              <a:gd name="csY45" fmla="*/ 95687 h 127583"/>
              <a:gd name="csX46" fmla="*/ 111642 w 152406"/>
              <a:gd name="csY46" fmla="*/ 102781 h 127583"/>
              <a:gd name="csX47" fmla="*/ 122276 w 152406"/>
              <a:gd name="csY47" fmla="*/ 102781 h 127583"/>
              <a:gd name="csX48" fmla="*/ 127601 w 152406"/>
              <a:gd name="csY48" fmla="*/ 108089 h 127583"/>
              <a:gd name="csX49" fmla="*/ 122276 w 152406"/>
              <a:gd name="csY49" fmla="*/ 113413 h 127583"/>
              <a:gd name="csX50" fmla="*/ 111642 w 152406"/>
              <a:gd name="csY50" fmla="*/ 113413 h 127583"/>
              <a:gd name="csX51" fmla="*/ 106334 w 152406"/>
              <a:gd name="csY51" fmla="*/ 108089 h 127583"/>
              <a:gd name="csX52" fmla="*/ 111642 w 152406"/>
              <a:gd name="csY52" fmla="*/ 102781 h 127583"/>
            </a:gdLst>
            <a:ahLst/>
            <a:cxnLst/>
            <a:rect l="l" t="t" r="r" b="b"/>
            <a:pathLst>
              <a:path w="100000" h="100000">
                <a:moveTo>
                  <a:pt x="17437" y="8144"/>
                </a:moveTo>
                <a:cubicBezTo>
                  <a:pt x="12950" y="8144"/>
                  <a:pt x="9299" y="11788"/>
                  <a:pt x="9299" y="16282"/>
                </a:cubicBezTo>
                <a:lnTo>
                  <a:pt x="9299" y="60464"/>
                </a:lnTo>
                <a:cubicBezTo>
                  <a:pt x="9299" y="64957"/>
                  <a:pt x="12950" y="68607"/>
                  <a:pt x="17437" y="68607"/>
                </a:cubicBezTo>
                <a:lnTo>
                  <a:pt x="48839" y="68607"/>
                </a:lnTo>
                <a:lnTo>
                  <a:pt x="48839" y="48588"/>
                </a:lnTo>
                <a:lnTo>
                  <a:pt x="47143" y="49500"/>
                </a:lnTo>
                <a:cubicBezTo>
                  <a:pt x="46595" y="49832"/>
                  <a:pt x="45970" y="50000"/>
                  <a:pt x="45345" y="50000"/>
                </a:cubicBezTo>
                <a:cubicBezTo>
                  <a:pt x="44753" y="50000"/>
                  <a:pt x="44162" y="49853"/>
                  <a:pt x="43637" y="49550"/>
                </a:cubicBezTo>
                <a:cubicBezTo>
                  <a:pt x="42543" y="48930"/>
                  <a:pt x="41862" y="47767"/>
                  <a:pt x="41862" y="46512"/>
                </a:cubicBezTo>
                <a:lnTo>
                  <a:pt x="41862" y="32560"/>
                </a:lnTo>
                <a:cubicBezTo>
                  <a:pt x="41862" y="31304"/>
                  <a:pt x="42543" y="30142"/>
                  <a:pt x="43637" y="29521"/>
                </a:cubicBezTo>
                <a:cubicBezTo>
                  <a:pt x="44731" y="28903"/>
                  <a:pt x="46059" y="28922"/>
                  <a:pt x="47143" y="29572"/>
                </a:cubicBezTo>
                <a:lnTo>
                  <a:pt x="49129" y="30707"/>
                </a:lnTo>
                <a:cubicBezTo>
                  <a:pt x="50547" y="23161"/>
                  <a:pt x="57156" y="17445"/>
                  <a:pt x="65115" y="17445"/>
                </a:cubicBezTo>
                <a:lnTo>
                  <a:pt x="93023" y="17445"/>
                </a:lnTo>
                <a:lnTo>
                  <a:pt x="93023" y="16282"/>
                </a:lnTo>
                <a:cubicBezTo>
                  <a:pt x="93023" y="11788"/>
                  <a:pt x="89384" y="8144"/>
                  <a:pt x="84885" y="8144"/>
                </a:cubicBezTo>
                <a:lnTo>
                  <a:pt x="17437" y="8144"/>
                </a:lnTo>
                <a:close/>
                <a:moveTo>
                  <a:pt x="63954" y="22096"/>
                </a:moveTo>
                <a:cubicBezTo>
                  <a:pt x="58183" y="22096"/>
                  <a:pt x="53494" y="26791"/>
                  <a:pt x="53494" y="32560"/>
                </a:cubicBezTo>
                <a:lnTo>
                  <a:pt x="53494" y="81387"/>
                </a:lnTo>
                <a:cubicBezTo>
                  <a:pt x="53494" y="87158"/>
                  <a:pt x="58183" y="91856"/>
                  <a:pt x="63954" y="91856"/>
                </a:cubicBezTo>
                <a:lnTo>
                  <a:pt x="89540" y="91856"/>
                </a:lnTo>
                <a:cubicBezTo>
                  <a:pt x="95311" y="91856"/>
                  <a:pt x="100000" y="87158"/>
                  <a:pt x="100000" y="81387"/>
                </a:cubicBezTo>
                <a:lnTo>
                  <a:pt x="100000" y="32560"/>
                </a:lnTo>
                <a:cubicBezTo>
                  <a:pt x="100000" y="26791"/>
                  <a:pt x="95311" y="22096"/>
                  <a:pt x="89540" y="22096"/>
                </a:cubicBezTo>
                <a:lnTo>
                  <a:pt x="63954" y="22096"/>
                </a:lnTo>
                <a:close/>
                <a:moveTo>
                  <a:pt x="70976" y="40699"/>
                </a:moveTo>
                <a:cubicBezTo>
                  <a:pt x="71579" y="40707"/>
                  <a:pt x="72182" y="40874"/>
                  <a:pt x="72728" y="41198"/>
                </a:cubicBezTo>
                <a:lnTo>
                  <a:pt x="84360" y="48174"/>
                </a:lnTo>
                <a:cubicBezTo>
                  <a:pt x="85410" y="48802"/>
                  <a:pt x="86046" y="49937"/>
                  <a:pt x="86046" y="51163"/>
                </a:cubicBezTo>
                <a:cubicBezTo>
                  <a:pt x="86046" y="52389"/>
                  <a:pt x="85410" y="53524"/>
                  <a:pt x="84360" y="54151"/>
                </a:cubicBezTo>
                <a:lnTo>
                  <a:pt x="72728" y="61127"/>
                </a:lnTo>
                <a:cubicBezTo>
                  <a:pt x="72182" y="61460"/>
                  <a:pt x="71556" y="61627"/>
                  <a:pt x="70931" y="61627"/>
                </a:cubicBezTo>
                <a:cubicBezTo>
                  <a:pt x="70340" y="61627"/>
                  <a:pt x="69748" y="61480"/>
                  <a:pt x="69212" y="61178"/>
                </a:cubicBezTo>
                <a:cubicBezTo>
                  <a:pt x="68118" y="60557"/>
                  <a:pt x="67448" y="59395"/>
                  <a:pt x="67448" y="58139"/>
                </a:cubicBezTo>
                <a:lnTo>
                  <a:pt x="67448" y="44187"/>
                </a:lnTo>
                <a:cubicBezTo>
                  <a:pt x="67448" y="42931"/>
                  <a:pt x="68118" y="41770"/>
                  <a:pt x="69212" y="41148"/>
                </a:cubicBezTo>
                <a:cubicBezTo>
                  <a:pt x="69759" y="40839"/>
                  <a:pt x="70362" y="40691"/>
                  <a:pt x="70976" y="40699"/>
                </a:cubicBezTo>
                <a:close/>
                <a:moveTo>
                  <a:pt x="3483" y="70928"/>
                </a:moveTo>
                <a:cubicBezTo>
                  <a:pt x="1563" y="70928"/>
                  <a:pt x="0" y="72491"/>
                  <a:pt x="0" y="74411"/>
                </a:cubicBezTo>
                <a:cubicBezTo>
                  <a:pt x="0" y="76342"/>
                  <a:pt x="1563" y="77904"/>
                  <a:pt x="3483" y="77904"/>
                </a:cubicBezTo>
                <a:lnTo>
                  <a:pt x="48839" y="77904"/>
                </a:lnTo>
                <a:lnTo>
                  <a:pt x="48839" y="70928"/>
                </a:lnTo>
                <a:lnTo>
                  <a:pt x="3483" y="70928"/>
                </a:lnTo>
                <a:close/>
                <a:moveTo>
                  <a:pt x="73253" y="75583"/>
                </a:moveTo>
                <a:lnTo>
                  <a:pt x="80230" y="75583"/>
                </a:lnTo>
                <a:cubicBezTo>
                  <a:pt x="82161" y="75583"/>
                  <a:pt x="83724" y="77146"/>
                  <a:pt x="83724" y="79065"/>
                </a:cubicBezTo>
                <a:cubicBezTo>
                  <a:pt x="83724" y="80996"/>
                  <a:pt x="82161" y="82559"/>
                  <a:pt x="80230" y="82559"/>
                </a:cubicBezTo>
                <a:lnTo>
                  <a:pt x="73253" y="82559"/>
                </a:lnTo>
                <a:cubicBezTo>
                  <a:pt x="71333" y="82559"/>
                  <a:pt x="69770" y="80996"/>
                  <a:pt x="69770" y="79065"/>
                </a:cubicBezTo>
                <a:cubicBezTo>
                  <a:pt x="69770" y="77146"/>
                  <a:pt x="71333" y="75583"/>
                  <a:pt x="73253" y="7558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4" name="Красный — SVG 23">
            <a:extLst>
              <a:ext uri="{FF2B5EF4-FFF2-40B4-BE49-F238E27FC236}">
                <a16:creationId xmlns:a16="http://schemas.microsoft.com/office/drawing/2014/main" id="{176252B8-E37D-E046-8592-1B120CCDEB7A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5304 w 141904"/>
              <a:gd name="csY0" fmla="*/ 0 h 141891"/>
              <a:gd name="csX1" fmla="*/ 2343 w 141904"/>
              <a:gd name="csY1" fmla="*/ 907 h 141891"/>
              <a:gd name="csX2" fmla="*/ 387 w 141904"/>
              <a:gd name="csY2" fmla="*/ 3319 h 141891"/>
              <a:gd name="csX3" fmla="*/ 115 w 141904"/>
              <a:gd name="csY3" fmla="*/ 6410 h 141891"/>
              <a:gd name="csX4" fmla="*/ 1612 w 141904"/>
              <a:gd name="csY4" fmla="*/ 9130 h 141891"/>
              <a:gd name="csX5" fmla="*/ 28442 w 141904"/>
              <a:gd name="csY5" fmla="*/ 35960 h 141891"/>
              <a:gd name="csX6" fmla="*/ 28442 w 141904"/>
              <a:gd name="csY6" fmla="*/ 125865 h 141891"/>
              <a:gd name="csX7" fmla="*/ 44384 w 141904"/>
              <a:gd name="csY7" fmla="*/ 141822 h 141891"/>
              <a:gd name="csX8" fmla="*/ 97551 w 141904"/>
              <a:gd name="csY8" fmla="*/ 141822 h 141891"/>
              <a:gd name="csX9" fmla="*/ 113509 w 141904"/>
              <a:gd name="csY9" fmla="*/ 125865 h 141891"/>
              <a:gd name="csX10" fmla="*/ 113509 w 141904"/>
              <a:gd name="csY10" fmla="*/ 121017 h 141891"/>
              <a:gd name="csX11" fmla="*/ 132752 w 141904"/>
              <a:gd name="csY11" fmla="*/ 140257 h 141891"/>
              <a:gd name="csX12" fmla="*/ 134487 w 141904"/>
              <a:gd name="csY12" fmla="*/ 141447 h 141891"/>
              <a:gd name="csX13" fmla="*/ 136528 w 141904"/>
              <a:gd name="csY13" fmla="*/ 141890 h 141891"/>
              <a:gd name="csX14" fmla="*/ 138604 w 141904"/>
              <a:gd name="csY14" fmla="*/ 141498 h 141891"/>
              <a:gd name="csX15" fmla="*/ 140356 w 141904"/>
              <a:gd name="csY15" fmla="*/ 140342 h 141891"/>
              <a:gd name="csX16" fmla="*/ 141513 w 141904"/>
              <a:gd name="csY16" fmla="*/ 138589 h 141891"/>
              <a:gd name="csX17" fmla="*/ 141905 w 141904"/>
              <a:gd name="csY17" fmla="*/ 136514 h 141891"/>
              <a:gd name="csX18" fmla="*/ 141462 w 141904"/>
              <a:gd name="csY18" fmla="*/ 134473 h 141891"/>
              <a:gd name="csX19" fmla="*/ 140271 w 141904"/>
              <a:gd name="csY19" fmla="*/ 132738 h 141891"/>
              <a:gd name="csX20" fmla="*/ 9132 w 141904"/>
              <a:gd name="csY20" fmla="*/ 1613 h 141891"/>
              <a:gd name="csX21" fmla="*/ 7380 w 141904"/>
              <a:gd name="csY21" fmla="*/ 420 h 141891"/>
              <a:gd name="csX22" fmla="*/ 5304 w 141904"/>
              <a:gd name="csY22" fmla="*/ 0 h 141891"/>
              <a:gd name="csX23" fmla="*/ 44384 w 141904"/>
              <a:gd name="csY23" fmla="*/ 56 h 141891"/>
              <a:gd name="csX24" fmla="*/ 30620 w 141904"/>
              <a:gd name="csY24" fmla="*/ 8079 h 141891"/>
              <a:gd name="csX25" fmla="*/ 113509 w 141904"/>
              <a:gd name="csY25" fmla="*/ 90946 h 141891"/>
              <a:gd name="csX26" fmla="*/ 113509 w 141904"/>
              <a:gd name="csY26" fmla="*/ 16004 h 141891"/>
              <a:gd name="csX27" fmla="*/ 97551 w 141904"/>
              <a:gd name="csY27" fmla="*/ 56 h 141891"/>
              <a:gd name="csX28" fmla="*/ 44384 w 141904"/>
              <a:gd name="csY28" fmla="*/ 56 h 141891"/>
              <a:gd name="csX29" fmla="*/ 70976 w 141904"/>
              <a:gd name="csY29" fmla="*/ 17775 h 141891"/>
              <a:gd name="csX30" fmla="*/ 76284 w 141904"/>
              <a:gd name="csY30" fmla="*/ 23091 h 141891"/>
              <a:gd name="csX31" fmla="*/ 70976 w 141904"/>
              <a:gd name="csY31" fmla="*/ 28407 h 141891"/>
              <a:gd name="csX32" fmla="*/ 65651 w 141904"/>
              <a:gd name="csY32" fmla="*/ 23091 h 141891"/>
              <a:gd name="csX33" fmla="*/ 70976 w 141904"/>
              <a:gd name="csY33" fmla="*/ 17775 h 141891"/>
              <a:gd name="csX34" fmla="*/ 62112 w 141904"/>
              <a:gd name="csY34" fmla="*/ 113464 h 141891"/>
              <a:gd name="csX35" fmla="*/ 79840 w 141904"/>
              <a:gd name="csY35" fmla="*/ 113464 h 141891"/>
              <a:gd name="csX36" fmla="*/ 85148 w 141904"/>
              <a:gd name="csY36" fmla="*/ 118772 h 141891"/>
              <a:gd name="csX37" fmla="*/ 79840 w 141904"/>
              <a:gd name="csY37" fmla="*/ 124096 h 141891"/>
              <a:gd name="csX38" fmla="*/ 62112 w 141904"/>
              <a:gd name="csY38" fmla="*/ 124096 h 141891"/>
              <a:gd name="csX39" fmla="*/ 56803 w 141904"/>
              <a:gd name="csY39" fmla="*/ 118772 h 141891"/>
              <a:gd name="csX40" fmla="*/ 62112 w 141904"/>
              <a:gd name="csY40" fmla="*/ 113464 h 141891"/>
            </a:gdLst>
            <a:ahLst/>
            <a:cxnLst/>
            <a:rect l="l" t="t" r="r" b="b"/>
            <a:pathLst>
              <a:path w="100000" h="100000">
                <a:moveTo>
                  <a:pt x="3738" y="5"/>
                </a:moveTo>
                <a:cubicBezTo>
                  <a:pt x="2994" y="5"/>
                  <a:pt x="2263" y="227"/>
                  <a:pt x="1651" y="644"/>
                </a:cubicBezTo>
                <a:cubicBezTo>
                  <a:pt x="1028" y="1061"/>
                  <a:pt x="548" y="1651"/>
                  <a:pt x="273" y="2343"/>
                </a:cubicBezTo>
                <a:cubicBezTo>
                  <a:pt x="-3" y="3034"/>
                  <a:pt x="-75" y="3792"/>
                  <a:pt x="81" y="4522"/>
                </a:cubicBezTo>
                <a:cubicBezTo>
                  <a:pt x="225" y="5252"/>
                  <a:pt x="596" y="5919"/>
                  <a:pt x="1136" y="6439"/>
                </a:cubicBezTo>
                <a:lnTo>
                  <a:pt x="20043" y="25346"/>
                </a:lnTo>
                <a:lnTo>
                  <a:pt x="20043" y="88702"/>
                </a:lnTo>
                <a:cubicBezTo>
                  <a:pt x="20043" y="94900"/>
                  <a:pt x="25091" y="99947"/>
                  <a:pt x="31277" y="99947"/>
                </a:cubicBezTo>
                <a:lnTo>
                  <a:pt x="68744" y="99947"/>
                </a:lnTo>
                <a:cubicBezTo>
                  <a:pt x="74943" y="99947"/>
                  <a:pt x="79990" y="94900"/>
                  <a:pt x="79990" y="88702"/>
                </a:cubicBezTo>
                <a:lnTo>
                  <a:pt x="79990" y="85285"/>
                </a:lnTo>
                <a:lnTo>
                  <a:pt x="93551" y="98844"/>
                </a:lnTo>
                <a:cubicBezTo>
                  <a:pt x="93898" y="99203"/>
                  <a:pt x="94305" y="99491"/>
                  <a:pt x="94773" y="99683"/>
                </a:cubicBezTo>
                <a:cubicBezTo>
                  <a:pt x="95228" y="99887"/>
                  <a:pt x="95720" y="99995"/>
                  <a:pt x="96212" y="99995"/>
                </a:cubicBezTo>
                <a:cubicBezTo>
                  <a:pt x="96715" y="100007"/>
                  <a:pt x="97207" y="99911"/>
                  <a:pt x="97674" y="99718"/>
                </a:cubicBezTo>
                <a:cubicBezTo>
                  <a:pt x="98130" y="99527"/>
                  <a:pt x="98550" y="99251"/>
                  <a:pt x="98909" y="98904"/>
                </a:cubicBezTo>
                <a:cubicBezTo>
                  <a:pt x="99257" y="98544"/>
                  <a:pt x="99533" y="98124"/>
                  <a:pt x="99724" y="97668"/>
                </a:cubicBezTo>
                <a:cubicBezTo>
                  <a:pt x="99917" y="97201"/>
                  <a:pt x="100001" y="96710"/>
                  <a:pt x="100001" y="96206"/>
                </a:cubicBezTo>
                <a:cubicBezTo>
                  <a:pt x="100001" y="95715"/>
                  <a:pt x="99893" y="95223"/>
                  <a:pt x="99689" y="94768"/>
                </a:cubicBezTo>
                <a:cubicBezTo>
                  <a:pt x="99497" y="94300"/>
                  <a:pt x="99209" y="93893"/>
                  <a:pt x="98849" y="93545"/>
                </a:cubicBezTo>
                <a:lnTo>
                  <a:pt x="6435" y="1141"/>
                </a:lnTo>
                <a:cubicBezTo>
                  <a:pt x="6088" y="781"/>
                  <a:pt x="5668" y="496"/>
                  <a:pt x="5201" y="301"/>
                </a:cubicBezTo>
                <a:cubicBezTo>
                  <a:pt x="4745" y="105"/>
                  <a:pt x="4242" y="5"/>
                  <a:pt x="3738" y="5"/>
                </a:cubicBezTo>
                <a:close/>
                <a:moveTo>
                  <a:pt x="31277" y="44"/>
                </a:moveTo>
                <a:cubicBezTo>
                  <a:pt x="27129" y="44"/>
                  <a:pt x="23532" y="2335"/>
                  <a:pt x="21578" y="5698"/>
                </a:cubicBezTo>
                <a:lnTo>
                  <a:pt x="79990" y="64094"/>
                </a:lnTo>
                <a:lnTo>
                  <a:pt x="79990" y="11283"/>
                </a:lnTo>
                <a:cubicBezTo>
                  <a:pt x="79990" y="5086"/>
                  <a:pt x="74943" y="44"/>
                  <a:pt x="68744" y="44"/>
                </a:cubicBezTo>
                <a:lnTo>
                  <a:pt x="31277" y="44"/>
                </a:lnTo>
                <a:close/>
                <a:moveTo>
                  <a:pt x="50017" y="12531"/>
                </a:moveTo>
                <a:cubicBezTo>
                  <a:pt x="52079" y="12531"/>
                  <a:pt x="53757" y="14209"/>
                  <a:pt x="53757" y="16277"/>
                </a:cubicBezTo>
                <a:cubicBezTo>
                  <a:pt x="53757" y="18344"/>
                  <a:pt x="52079" y="20023"/>
                  <a:pt x="50017" y="20023"/>
                </a:cubicBezTo>
                <a:cubicBezTo>
                  <a:pt x="47942" y="20023"/>
                  <a:pt x="46264" y="18344"/>
                  <a:pt x="46264" y="16277"/>
                </a:cubicBezTo>
                <a:cubicBezTo>
                  <a:pt x="46264" y="14209"/>
                  <a:pt x="47942" y="12531"/>
                  <a:pt x="50017" y="12531"/>
                </a:cubicBezTo>
                <a:close/>
                <a:moveTo>
                  <a:pt x="43770" y="79963"/>
                </a:moveTo>
                <a:lnTo>
                  <a:pt x="56263" y="79963"/>
                </a:lnTo>
                <a:cubicBezTo>
                  <a:pt x="58325" y="79963"/>
                  <a:pt x="60004" y="81641"/>
                  <a:pt x="60004" y="83703"/>
                </a:cubicBezTo>
                <a:cubicBezTo>
                  <a:pt x="60004" y="85777"/>
                  <a:pt x="58325" y="87455"/>
                  <a:pt x="56263" y="87455"/>
                </a:cubicBezTo>
                <a:lnTo>
                  <a:pt x="43770" y="87455"/>
                </a:lnTo>
                <a:cubicBezTo>
                  <a:pt x="41696" y="87455"/>
                  <a:pt x="40029" y="85777"/>
                  <a:pt x="40029" y="83703"/>
                </a:cubicBezTo>
                <a:cubicBezTo>
                  <a:pt x="40029" y="81641"/>
                  <a:pt x="41696" y="79963"/>
                  <a:pt x="43770" y="7996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5" name="Красный — SVG 24">
            <a:extLst>
              <a:ext uri="{FF2B5EF4-FFF2-40B4-BE49-F238E27FC236}">
                <a16:creationId xmlns:a16="http://schemas.microsoft.com/office/drawing/2014/main" id="{C94F1960-4A17-AF49-990D-0CE7C0B0F2C2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19497 w 134695"/>
              <a:gd name="csY0" fmla="*/ 0 h 127583"/>
              <a:gd name="csX1" fmla="*/ 0 w 134695"/>
              <a:gd name="csY1" fmla="*/ 19491 h 127583"/>
              <a:gd name="csX2" fmla="*/ 0 w 134695"/>
              <a:gd name="csY2" fmla="*/ 33668 h 127583"/>
              <a:gd name="csX3" fmla="*/ 0 w 134695"/>
              <a:gd name="csY3" fmla="*/ 106319 h 127583"/>
              <a:gd name="csX4" fmla="*/ 21267 w 134695"/>
              <a:gd name="csY4" fmla="*/ 127583 h 127583"/>
              <a:gd name="csX5" fmla="*/ 113428 w 134695"/>
              <a:gd name="csY5" fmla="*/ 127583 h 127583"/>
              <a:gd name="csX6" fmla="*/ 134695 w 134695"/>
              <a:gd name="csY6" fmla="*/ 106319 h 127583"/>
              <a:gd name="csX7" fmla="*/ 134695 w 134695"/>
              <a:gd name="csY7" fmla="*/ 33668 h 127583"/>
              <a:gd name="csX8" fmla="*/ 134695 w 134695"/>
              <a:gd name="csY8" fmla="*/ 19491 h 127583"/>
              <a:gd name="csX9" fmla="*/ 115198 w 134695"/>
              <a:gd name="csY9" fmla="*/ 0 h 127583"/>
              <a:gd name="csX10" fmla="*/ 19497 w 134695"/>
              <a:gd name="csY10" fmla="*/ 0 h 127583"/>
              <a:gd name="csX11" fmla="*/ 19497 w 134695"/>
              <a:gd name="csY11" fmla="*/ 14175 h 127583"/>
              <a:gd name="csX12" fmla="*/ 24806 w 134695"/>
              <a:gd name="csY12" fmla="*/ 19491 h 127583"/>
              <a:gd name="csX13" fmla="*/ 19497 w 134695"/>
              <a:gd name="csY13" fmla="*/ 24807 h 127583"/>
              <a:gd name="csX14" fmla="*/ 14172 w 134695"/>
              <a:gd name="csY14" fmla="*/ 19491 h 127583"/>
              <a:gd name="csX15" fmla="*/ 19497 w 134695"/>
              <a:gd name="csY15" fmla="*/ 14175 h 127583"/>
              <a:gd name="csX16" fmla="*/ 37209 w 134695"/>
              <a:gd name="csY16" fmla="*/ 14175 h 127583"/>
              <a:gd name="csX17" fmla="*/ 42534 w 134695"/>
              <a:gd name="csY17" fmla="*/ 19491 h 127583"/>
              <a:gd name="csX18" fmla="*/ 37209 w 134695"/>
              <a:gd name="csY18" fmla="*/ 24807 h 127583"/>
              <a:gd name="csX19" fmla="*/ 31900 w 134695"/>
              <a:gd name="csY19" fmla="*/ 19491 h 127583"/>
              <a:gd name="csX20" fmla="*/ 37209 w 134695"/>
              <a:gd name="csY20" fmla="*/ 14175 h 127583"/>
              <a:gd name="csX21" fmla="*/ 58475 w 134695"/>
              <a:gd name="csY21" fmla="*/ 14175 h 127583"/>
              <a:gd name="csX22" fmla="*/ 115198 w 134695"/>
              <a:gd name="csY22" fmla="*/ 14175 h 127583"/>
              <a:gd name="csX23" fmla="*/ 120506 w 134695"/>
              <a:gd name="csY23" fmla="*/ 19491 h 127583"/>
              <a:gd name="csX24" fmla="*/ 115198 w 134695"/>
              <a:gd name="csY24" fmla="*/ 24911 h 127583"/>
              <a:gd name="csX25" fmla="*/ 58475 w 134695"/>
              <a:gd name="csY25" fmla="*/ 24911 h 127583"/>
              <a:gd name="csX26" fmla="*/ 53167 w 134695"/>
              <a:gd name="csY26" fmla="*/ 19491 h 127583"/>
              <a:gd name="csX27" fmla="*/ 58475 w 134695"/>
              <a:gd name="csY27" fmla="*/ 14175 h 127583"/>
              <a:gd name="csX28" fmla="*/ 14172 w 134695"/>
              <a:gd name="csY28" fmla="*/ 38984 h 127583"/>
              <a:gd name="csX29" fmla="*/ 120506 w 134695"/>
              <a:gd name="csY29" fmla="*/ 38984 h 127583"/>
              <a:gd name="csX30" fmla="*/ 120506 w 134695"/>
              <a:gd name="csY30" fmla="*/ 106319 h 127583"/>
              <a:gd name="csX31" fmla="*/ 113428 w 134695"/>
              <a:gd name="csY31" fmla="*/ 113413 h 127583"/>
              <a:gd name="csX32" fmla="*/ 21267 w 134695"/>
              <a:gd name="csY32" fmla="*/ 113413 h 127583"/>
              <a:gd name="csX33" fmla="*/ 14172 w 134695"/>
              <a:gd name="csY33" fmla="*/ 106319 h 127583"/>
              <a:gd name="csX34" fmla="*/ 14172 w 134695"/>
              <a:gd name="csY34" fmla="*/ 38984 h 127583"/>
              <a:gd name="csX35" fmla="*/ 31832 w 134695"/>
              <a:gd name="csY35" fmla="*/ 46071 h 127583"/>
              <a:gd name="csX36" fmla="*/ 31049 w 134695"/>
              <a:gd name="csY36" fmla="*/ 46175 h 127583"/>
              <a:gd name="csX37" fmla="*/ 23955 w 134695"/>
              <a:gd name="csY37" fmla="*/ 47947 h 127583"/>
              <a:gd name="csX38" fmla="*/ 21369 w 134695"/>
              <a:gd name="csY38" fmla="*/ 52246 h 127583"/>
              <a:gd name="csX39" fmla="*/ 25673 w 134695"/>
              <a:gd name="csY39" fmla="*/ 54829 h 127583"/>
              <a:gd name="csX40" fmla="*/ 28361 w 134695"/>
              <a:gd name="csY40" fmla="*/ 54157 h 127583"/>
              <a:gd name="csX41" fmla="*/ 28361 w 134695"/>
              <a:gd name="csY41" fmla="*/ 67342 h 127583"/>
              <a:gd name="csX42" fmla="*/ 31900 w 134695"/>
              <a:gd name="csY42" fmla="*/ 70887 h 127583"/>
              <a:gd name="csX43" fmla="*/ 35439 w 134695"/>
              <a:gd name="csY43" fmla="*/ 67342 h 127583"/>
              <a:gd name="csX44" fmla="*/ 35439 w 134695"/>
              <a:gd name="csY44" fmla="*/ 49623 h 127583"/>
              <a:gd name="csX45" fmla="*/ 34077 w 134695"/>
              <a:gd name="csY45" fmla="*/ 46826 h 127583"/>
              <a:gd name="csX46" fmla="*/ 31832 w 134695"/>
              <a:gd name="csY46" fmla="*/ 46071 h 127583"/>
              <a:gd name="csX47" fmla="*/ 109821 w 134695"/>
              <a:gd name="csY47" fmla="*/ 46071 h 127583"/>
              <a:gd name="csX48" fmla="*/ 109022 w 134695"/>
              <a:gd name="csY48" fmla="*/ 46175 h 127583"/>
              <a:gd name="csX49" fmla="*/ 101928 w 134695"/>
              <a:gd name="csY49" fmla="*/ 47947 h 127583"/>
              <a:gd name="csX50" fmla="*/ 99342 w 134695"/>
              <a:gd name="csY50" fmla="*/ 52246 h 127583"/>
              <a:gd name="csX51" fmla="*/ 103646 w 134695"/>
              <a:gd name="csY51" fmla="*/ 54829 h 127583"/>
              <a:gd name="csX52" fmla="*/ 106334 w 134695"/>
              <a:gd name="csY52" fmla="*/ 54157 h 127583"/>
              <a:gd name="csX53" fmla="*/ 106334 w 134695"/>
              <a:gd name="csY53" fmla="*/ 67342 h 127583"/>
              <a:gd name="csX54" fmla="*/ 109873 w 134695"/>
              <a:gd name="csY54" fmla="*/ 70887 h 127583"/>
              <a:gd name="csX55" fmla="*/ 113428 w 134695"/>
              <a:gd name="csY55" fmla="*/ 67342 h 127583"/>
              <a:gd name="csX56" fmla="*/ 113428 w 134695"/>
              <a:gd name="csY56" fmla="*/ 49623 h 127583"/>
              <a:gd name="csX57" fmla="*/ 112068 w 134695"/>
              <a:gd name="csY57" fmla="*/ 46826 h 127583"/>
              <a:gd name="csX58" fmla="*/ 109821 w 134695"/>
              <a:gd name="csY58" fmla="*/ 46071 h 127583"/>
              <a:gd name="csX59" fmla="*/ 53167 w 134695"/>
              <a:gd name="csY59" fmla="*/ 46078 h 127583"/>
              <a:gd name="csX60" fmla="*/ 42534 w 134695"/>
              <a:gd name="csY60" fmla="*/ 56710 h 127583"/>
              <a:gd name="csX61" fmla="*/ 42534 w 134695"/>
              <a:gd name="csY61" fmla="*/ 60255 h 127583"/>
              <a:gd name="csX62" fmla="*/ 53167 w 134695"/>
              <a:gd name="csY62" fmla="*/ 70887 h 127583"/>
              <a:gd name="csX63" fmla="*/ 63800 w 134695"/>
              <a:gd name="csY63" fmla="*/ 60255 h 127583"/>
              <a:gd name="csX64" fmla="*/ 63800 w 134695"/>
              <a:gd name="csY64" fmla="*/ 56710 h 127583"/>
              <a:gd name="csX65" fmla="*/ 53167 w 134695"/>
              <a:gd name="csY65" fmla="*/ 46078 h 127583"/>
              <a:gd name="csX66" fmla="*/ 81528 w 134695"/>
              <a:gd name="csY66" fmla="*/ 46078 h 127583"/>
              <a:gd name="csX67" fmla="*/ 70895 w 134695"/>
              <a:gd name="csY67" fmla="*/ 56710 h 127583"/>
              <a:gd name="csX68" fmla="*/ 70895 w 134695"/>
              <a:gd name="csY68" fmla="*/ 60255 h 127583"/>
              <a:gd name="csX69" fmla="*/ 81528 w 134695"/>
              <a:gd name="csY69" fmla="*/ 70887 h 127583"/>
              <a:gd name="csX70" fmla="*/ 92162 w 134695"/>
              <a:gd name="csY70" fmla="*/ 60255 h 127583"/>
              <a:gd name="csX71" fmla="*/ 92162 w 134695"/>
              <a:gd name="csY71" fmla="*/ 56710 h 127583"/>
              <a:gd name="csX72" fmla="*/ 81528 w 134695"/>
              <a:gd name="csY72" fmla="*/ 46078 h 127583"/>
              <a:gd name="csX73" fmla="*/ 53167 w 134695"/>
              <a:gd name="csY73" fmla="*/ 53167 h 127583"/>
              <a:gd name="csX74" fmla="*/ 56706 w 134695"/>
              <a:gd name="csY74" fmla="*/ 56710 h 127583"/>
              <a:gd name="csX75" fmla="*/ 56706 w 134695"/>
              <a:gd name="csY75" fmla="*/ 60255 h 127583"/>
              <a:gd name="csX76" fmla="*/ 53167 w 134695"/>
              <a:gd name="csY76" fmla="*/ 63798 h 127583"/>
              <a:gd name="csX77" fmla="*/ 49628 w 134695"/>
              <a:gd name="csY77" fmla="*/ 60255 h 127583"/>
              <a:gd name="csX78" fmla="*/ 49628 w 134695"/>
              <a:gd name="csY78" fmla="*/ 56710 h 127583"/>
              <a:gd name="csX79" fmla="*/ 53167 w 134695"/>
              <a:gd name="csY79" fmla="*/ 53167 h 127583"/>
              <a:gd name="csX80" fmla="*/ 81528 w 134695"/>
              <a:gd name="csY80" fmla="*/ 53167 h 127583"/>
              <a:gd name="csX81" fmla="*/ 85067 w 134695"/>
              <a:gd name="csY81" fmla="*/ 56710 h 127583"/>
              <a:gd name="csX82" fmla="*/ 85067 w 134695"/>
              <a:gd name="csY82" fmla="*/ 60255 h 127583"/>
              <a:gd name="csX83" fmla="*/ 81528 w 134695"/>
              <a:gd name="csY83" fmla="*/ 63798 h 127583"/>
              <a:gd name="csX84" fmla="*/ 77973 w 134695"/>
              <a:gd name="csY84" fmla="*/ 60255 h 127583"/>
              <a:gd name="csX85" fmla="*/ 77973 w 134695"/>
              <a:gd name="csY85" fmla="*/ 56710 h 127583"/>
              <a:gd name="csX86" fmla="*/ 81528 w 134695"/>
              <a:gd name="csY86" fmla="*/ 53167 h 127583"/>
              <a:gd name="csX87" fmla="*/ 60193 w 134695"/>
              <a:gd name="csY87" fmla="*/ 81512 h 127583"/>
              <a:gd name="csX88" fmla="*/ 59394 w 134695"/>
              <a:gd name="csY88" fmla="*/ 81616 h 127583"/>
              <a:gd name="csX89" fmla="*/ 52316 w 134695"/>
              <a:gd name="csY89" fmla="*/ 83387 h 127583"/>
              <a:gd name="csX90" fmla="*/ 49730 w 134695"/>
              <a:gd name="csY90" fmla="*/ 87685 h 127583"/>
              <a:gd name="csX91" fmla="*/ 54018 w 134695"/>
              <a:gd name="csY91" fmla="*/ 90268 h 127583"/>
              <a:gd name="csX92" fmla="*/ 56706 w 134695"/>
              <a:gd name="csY92" fmla="*/ 89596 h 127583"/>
              <a:gd name="csX93" fmla="*/ 56706 w 134695"/>
              <a:gd name="csY93" fmla="*/ 102781 h 127583"/>
              <a:gd name="csX94" fmla="*/ 60261 w 134695"/>
              <a:gd name="csY94" fmla="*/ 106319 h 127583"/>
              <a:gd name="csX95" fmla="*/ 63800 w 134695"/>
              <a:gd name="csY95" fmla="*/ 102781 h 127583"/>
              <a:gd name="csX96" fmla="*/ 63800 w 134695"/>
              <a:gd name="csY96" fmla="*/ 85062 h 127583"/>
              <a:gd name="csX97" fmla="*/ 62440 w 134695"/>
              <a:gd name="csY97" fmla="*/ 82266 h 127583"/>
              <a:gd name="csX98" fmla="*/ 60193 w 134695"/>
              <a:gd name="csY98" fmla="*/ 81512 h 127583"/>
              <a:gd name="csX99" fmla="*/ 109821 w 134695"/>
              <a:gd name="csY99" fmla="*/ 81512 h 127583"/>
              <a:gd name="csX100" fmla="*/ 109022 w 134695"/>
              <a:gd name="csY100" fmla="*/ 81616 h 127583"/>
              <a:gd name="csX101" fmla="*/ 101928 w 134695"/>
              <a:gd name="csY101" fmla="*/ 83387 h 127583"/>
              <a:gd name="csX102" fmla="*/ 99342 w 134695"/>
              <a:gd name="csY102" fmla="*/ 87685 h 127583"/>
              <a:gd name="csX103" fmla="*/ 103646 w 134695"/>
              <a:gd name="csY103" fmla="*/ 90268 h 127583"/>
              <a:gd name="csX104" fmla="*/ 106334 w 134695"/>
              <a:gd name="csY104" fmla="*/ 89596 h 127583"/>
              <a:gd name="csX105" fmla="*/ 106334 w 134695"/>
              <a:gd name="csY105" fmla="*/ 102781 h 127583"/>
              <a:gd name="csX106" fmla="*/ 109873 w 134695"/>
              <a:gd name="csY106" fmla="*/ 106319 h 127583"/>
              <a:gd name="csX107" fmla="*/ 113428 w 134695"/>
              <a:gd name="csY107" fmla="*/ 102781 h 127583"/>
              <a:gd name="csX108" fmla="*/ 113428 w 134695"/>
              <a:gd name="csY108" fmla="*/ 85062 h 127583"/>
              <a:gd name="csX109" fmla="*/ 112068 w 134695"/>
              <a:gd name="csY109" fmla="*/ 82266 h 127583"/>
              <a:gd name="csX110" fmla="*/ 109821 w 134695"/>
              <a:gd name="csY110" fmla="*/ 81512 h 127583"/>
              <a:gd name="csX111" fmla="*/ 31900 w 134695"/>
              <a:gd name="csY111" fmla="*/ 81519 h 127583"/>
              <a:gd name="csX112" fmla="*/ 21267 w 134695"/>
              <a:gd name="csY112" fmla="*/ 92151 h 127583"/>
              <a:gd name="csX113" fmla="*/ 21267 w 134695"/>
              <a:gd name="csY113" fmla="*/ 95694 h 127583"/>
              <a:gd name="csX114" fmla="*/ 31900 w 134695"/>
              <a:gd name="csY114" fmla="*/ 106319 h 127583"/>
              <a:gd name="csX115" fmla="*/ 42534 w 134695"/>
              <a:gd name="csY115" fmla="*/ 95694 h 127583"/>
              <a:gd name="csX116" fmla="*/ 42534 w 134695"/>
              <a:gd name="csY116" fmla="*/ 92151 h 127583"/>
              <a:gd name="csX117" fmla="*/ 31900 w 134695"/>
              <a:gd name="csY117" fmla="*/ 81519 h 127583"/>
              <a:gd name="csX118" fmla="*/ 81528 w 134695"/>
              <a:gd name="csY118" fmla="*/ 81519 h 127583"/>
              <a:gd name="csX119" fmla="*/ 70895 w 134695"/>
              <a:gd name="csY119" fmla="*/ 92151 h 127583"/>
              <a:gd name="csX120" fmla="*/ 70895 w 134695"/>
              <a:gd name="csY120" fmla="*/ 95694 h 127583"/>
              <a:gd name="csX121" fmla="*/ 81528 w 134695"/>
              <a:gd name="csY121" fmla="*/ 106319 h 127583"/>
              <a:gd name="csX122" fmla="*/ 92162 w 134695"/>
              <a:gd name="csY122" fmla="*/ 95694 h 127583"/>
              <a:gd name="csX123" fmla="*/ 92162 w 134695"/>
              <a:gd name="csY123" fmla="*/ 92151 h 127583"/>
              <a:gd name="csX124" fmla="*/ 81528 w 134695"/>
              <a:gd name="csY124" fmla="*/ 81519 h 127583"/>
              <a:gd name="csX125" fmla="*/ 31900 w 134695"/>
              <a:gd name="csY125" fmla="*/ 88606 h 127583"/>
              <a:gd name="csX126" fmla="*/ 35439 w 134695"/>
              <a:gd name="csY126" fmla="*/ 92151 h 127583"/>
              <a:gd name="csX127" fmla="*/ 35439 w 134695"/>
              <a:gd name="csY127" fmla="*/ 95694 h 127583"/>
              <a:gd name="csX128" fmla="*/ 31900 w 134695"/>
              <a:gd name="csY128" fmla="*/ 99238 h 127583"/>
              <a:gd name="csX129" fmla="*/ 28361 w 134695"/>
              <a:gd name="csY129" fmla="*/ 95694 h 127583"/>
              <a:gd name="csX130" fmla="*/ 28361 w 134695"/>
              <a:gd name="csY130" fmla="*/ 92151 h 127583"/>
              <a:gd name="csX131" fmla="*/ 31900 w 134695"/>
              <a:gd name="csY131" fmla="*/ 88606 h 127583"/>
              <a:gd name="csX132" fmla="*/ 81528 w 134695"/>
              <a:gd name="csY132" fmla="*/ 88606 h 127583"/>
              <a:gd name="csX133" fmla="*/ 85067 w 134695"/>
              <a:gd name="csY133" fmla="*/ 92151 h 127583"/>
              <a:gd name="csX134" fmla="*/ 85067 w 134695"/>
              <a:gd name="csY134" fmla="*/ 95694 h 127583"/>
              <a:gd name="csX135" fmla="*/ 81528 w 134695"/>
              <a:gd name="csY135" fmla="*/ 99238 h 127583"/>
              <a:gd name="csX136" fmla="*/ 77973 w 134695"/>
              <a:gd name="csY136" fmla="*/ 95694 h 127583"/>
              <a:gd name="csX137" fmla="*/ 77973 w 134695"/>
              <a:gd name="csY137" fmla="*/ 92151 h 127583"/>
              <a:gd name="csX138" fmla="*/ 81528 w 134695"/>
              <a:gd name="csY138" fmla="*/ 88606 h 127583"/>
            </a:gdLst>
            <a:ahLst/>
            <a:cxnLst/>
            <a:rect l="l" t="t" r="r" b="b"/>
            <a:pathLst>
              <a:path w="100000" h="100000">
                <a:moveTo>
                  <a:pt x="14475" y="2640"/>
                </a:moveTo>
                <a:cubicBezTo>
                  <a:pt x="6492" y="2640"/>
                  <a:pt x="0" y="9134"/>
                  <a:pt x="0" y="17111"/>
                </a:cubicBezTo>
                <a:lnTo>
                  <a:pt x="0" y="27636"/>
                </a:lnTo>
                <a:lnTo>
                  <a:pt x="0" y="81573"/>
                </a:lnTo>
                <a:cubicBezTo>
                  <a:pt x="0" y="90225"/>
                  <a:pt x="7136" y="97360"/>
                  <a:pt x="15789" y="97360"/>
                </a:cubicBezTo>
                <a:lnTo>
                  <a:pt x="84211" y="97360"/>
                </a:lnTo>
                <a:cubicBezTo>
                  <a:pt x="92864" y="97360"/>
                  <a:pt x="100000" y="90225"/>
                  <a:pt x="100000" y="81573"/>
                </a:cubicBezTo>
                <a:lnTo>
                  <a:pt x="100000" y="27636"/>
                </a:lnTo>
                <a:lnTo>
                  <a:pt x="100000" y="17111"/>
                </a:lnTo>
                <a:cubicBezTo>
                  <a:pt x="100000" y="9134"/>
                  <a:pt x="93495" y="2640"/>
                  <a:pt x="85525" y="2640"/>
                </a:cubicBezTo>
                <a:lnTo>
                  <a:pt x="14475" y="2640"/>
                </a:lnTo>
                <a:close/>
                <a:moveTo>
                  <a:pt x="14475" y="13164"/>
                </a:moveTo>
                <a:cubicBezTo>
                  <a:pt x="16648" y="13164"/>
                  <a:pt x="18416" y="14932"/>
                  <a:pt x="18416" y="17111"/>
                </a:cubicBezTo>
                <a:cubicBezTo>
                  <a:pt x="18416" y="19290"/>
                  <a:pt x="16648" y="21057"/>
                  <a:pt x="14475" y="21057"/>
                </a:cubicBezTo>
                <a:cubicBezTo>
                  <a:pt x="12290" y="21057"/>
                  <a:pt x="10522" y="19290"/>
                  <a:pt x="10522" y="17111"/>
                </a:cubicBezTo>
                <a:cubicBezTo>
                  <a:pt x="10522" y="14932"/>
                  <a:pt x="12290" y="13164"/>
                  <a:pt x="14475" y="13164"/>
                </a:cubicBezTo>
                <a:close/>
                <a:moveTo>
                  <a:pt x="27625" y="13164"/>
                </a:moveTo>
                <a:cubicBezTo>
                  <a:pt x="29810" y="13164"/>
                  <a:pt x="31578" y="14932"/>
                  <a:pt x="31578" y="17111"/>
                </a:cubicBezTo>
                <a:cubicBezTo>
                  <a:pt x="31578" y="19290"/>
                  <a:pt x="29810" y="21057"/>
                  <a:pt x="27625" y="21057"/>
                </a:cubicBezTo>
                <a:cubicBezTo>
                  <a:pt x="25452" y="21057"/>
                  <a:pt x="23683" y="19290"/>
                  <a:pt x="23683" y="17111"/>
                </a:cubicBezTo>
                <a:cubicBezTo>
                  <a:pt x="23683" y="14932"/>
                  <a:pt x="25452" y="13164"/>
                  <a:pt x="27625" y="13164"/>
                </a:cubicBezTo>
                <a:close/>
                <a:moveTo>
                  <a:pt x="43413" y="13164"/>
                </a:moveTo>
                <a:lnTo>
                  <a:pt x="85525" y="13164"/>
                </a:lnTo>
                <a:cubicBezTo>
                  <a:pt x="87697" y="13164"/>
                  <a:pt x="89466" y="14932"/>
                  <a:pt x="89466" y="17111"/>
                </a:cubicBezTo>
                <a:cubicBezTo>
                  <a:pt x="89466" y="19290"/>
                  <a:pt x="87697" y="21134"/>
                  <a:pt x="85525" y="21134"/>
                </a:cubicBezTo>
                <a:lnTo>
                  <a:pt x="43413" y="21134"/>
                </a:lnTo>
                <a:cubicBezTo>
                  <a:pt x="41241" y="21134"/>
                  <a:pt x="39472" y="19292"/>
                  <a:pt x="39472" y="17111"/>
                </a:cubicBezTo>
                <a:cubicBezTo>
                  <a:pt x="39472" y="14930"/>
                  <a:pt x="41241" y="13164"/>
                  <a:pt x="43413" y="13164"/>
                </a:cubicBezTo>
                <a:close/>
                <a:moveTo>
                  <a:pt x="10522" y="31582"/>
                </a:moveTo>
                <a:lnTo>
                  <a:pt x="89466" y="31582"/>
                </a:lnTo>
                <a:lnTo>
                  <a:pt x="89466" y="81573"/>
                </a:lnTo>
                <a:cubicBezTo>
                  <a:pt x="89466" y="84541"/>
                  <a:pt x="87180" y="86840"/>
                  <a:pt x="84211" y="86840"/>
                </a:cubicBezTo>
                <a:lnTo>
                  <a:pt x="15789" y="86840"/>
                </a:lnTo>
                <a:cubicBezTo>
                  <a:pt x="12820" y="86840"/>
                  <a:pt x="10522" y="84541"/>
                  <a:pt x="10522" y="81573"/>
                </a:cubicBezTo>
                <a:lnTo>
                  <a:pt x="10522" y="31582"/>
                </a:lnTo>
                <a:close/>
                <a:moveTo>
                  <a:pt x="23633" y="36844"/>
                </a:moveTo>
                <a:cubicBezTo>
                  <a:pt x="23443" y="36848"/>
                  <a:pt x="23241" y="36872"/>
                  <a:pt x="23051" y="36921"/>
                </a:cubicBezTo>
                <a:lnTo>
                  <a:pt x="17785" y="38237"/>
                </a:lnTo>
                <a:cubicBezTo>
                  <a:pt x="16370" y="38589"/>
                  <a:pt x="15511" y="40018"/>
                  <a:pt x="15865" y="41428"/>
                </a:cubicBezTo>
                <a:cubicBezTo>
                  <a:pt x="16218" y="42839"/>
                  <a:pt x="17658" y="43698"/>
                  <a:pt x="19060" y="43346"/>
                </a:cubicBezTo>
                <a:lnTo>
                  <a:pt x="21056" y="42847"/>
                </a:lnTo>
                <a:lnTo>
                  <a:pt x="21056" y="52636"/>
                </a:lnTo>
                <a:cubicBezTo>
                  <a:pt x="21056" y="54088"/>
                  <a:pt x="22231" y="55268"/>
                  <a:pt x="23683" y="55268"/>
                </a:cubicBezTo>
                <a:cubicBezTo>
                  <a:pt x="25136" y="55268"/>
                  <a:pt x="26311" y="54088"/>
                  <a:pt x="26311" y="52636"/>
                </a:cubicBezTo>
                <a:lnTo>
                  <a:pt x="26311" y="39481"/>
                </a:lnTo>
                <a:cubicBezTo>
                  <a:pt x="26311" y="38668"/>
                  <a:pt x="25945" y="37905"/>
                  <a:pt x="25299" y="37405"/>
                </a:cubicBezTo>
                <a:cubicBezTo>
                  <a:pt x="24820" y="37030"/>
                  <a:pt x="24227" y="36834"/>
                  <a:pt x="23633" y="36844"/>
                </a:cubicBezTo>
                <a:close/>
                <a:moveTo>
                  <a:pt x="81533" y="36844"/>
                </a:moveTo>
                <a:cubicBezTo>
                  <a:pt x="81332" y="36848"/>
                  <a:pt x="81129" y="36872"/>
                  <a:pt x="80940" y="36921"/>
                </a:cubicBezTo>
                <a:lnTo>
                  <a:pt x="75673" y="38237"/>
                </a:lnTo>
                <a:cubicBezTo>
                  <a:pt x="74271" y="38589"/>
                  <a:pt x="73412" y="40018"/>
                  <a:pt x="73753" y="41428"/>
                </a:cubicBezTo>
                <a:cubicBezTo>
                  <a:pt x="74107" y="42839"/>
                  <a:pt x="75546" y="43698"/>
                  <a:pt x="76949" y="43346"/>
                </a:cubicBezTo>
                <a:lnTo>
                  <a:pt x="78944" y="42847"/>
                </a:lnTo>
                <a:lnTo>
                  <a:pt x="78944" y="52636"/>
                </a:lnTo>
                <a:cubicBezTo>
                  <a:pt x="78944" y="54088"/>
                  <a:pt x="80119" y="55268"/>
                  <a:pt x="81572" y="55268"/>
                </a:cubicBezTo>
                <a:cubicBezTo>
                  <a:pt x="83024" y="55268"/>
                  <a:pt x="84211" y="54088"/>
                  <a:pt x="84211" y="52636"/>
                </a:cubicBezTo>
                <a:lnTo>
                  <a:pt x="84211" y="39481"/>
                </a:lnTo>
                <a:cubicBezTo>
                  <a:pt x="84211" y="38668"/>
                  <a:pt x="83832" y="37905"/>
                  <a:pt x="83201" y="37405"/>
                </a:cubicBezTo>
                <a:cubicBezTo>
                  <a:pt x="82721" y="37030"/>
                  <a:pt x="82127" y="36834"/>
                  <a:pt x="81533" y="36844"/>
                </a:cubicBezTo>
                <a:close/>
                <a:moveTo>
                  <a:pt x="39472" y="36849"/>
                </a:moveTo>
                <a:cubicBezTo>
                  <a:pt x="35114" y="36849"/>
                  <a:pt x="31578" y="40392"/>
                  <a:pt x="31578" y="44743"/>
                </a:cubicBezTo>
                <a:lnTo>
                  <a:pt x="31578" y="47374"/>
                </a:lnTo>
                <a:cubicBezTo>
                  <a:pt x="31578" y="51726"/>
                  <a:pt x="35114" y="55268"/>
                  <a:pt x="39472" y="55268"/>
                </a:cubicBezTo>
                <a:cubicBezTo>
                  <a:pt x="43830" y="55268"/>
                  <a:pt x="47366" y="51726"/>
                  <a:pt x="47366" y="47374"/>
                </a:cubicBezTo>
                <a:lnTo>
                  <a:pt x="47366" y="44743"/>
                </a:lnTo>
                <a:cubicBezTo>
                  <a:pt x="47366" y="40392"/>
                  <a:pt x="43830" y="36849"/>
                  <a:pt x="39472" y="36849"/>
                </a:cubicBezTo>
                <a:close/>
                <a:moveTo>
                  <a:pt x="60528" y="36849"/>
                </a:moveTo>
                <a:cubicBezTo>
                  <a:pt x="56171" y="36849"/>
                  <a:pt x="52634" y="40392"/>
                  <a:pt x="52634" y="44743"/>
                </a:cubicBezTo>
                <a:lnTo>
                  <a:pt x="52634" y="47374"/>
                </a:lnTo>
                <a:cubicBezTo>
                  <a:pt x="52634" y="51726"/>
                  <a:pt x="56171" y="55268"/>
                  <a:pt x="60528" y="55268"/>
                </a:cubicBezTo>
                <a:cubicBezTo>
                  <a:pt x="64873" y="55268"/>
                  <a:pt x="68423" y="51726"/>
                  <a:pt x="68423" y="47374"/>
                </a:cubicBezTo>
                <a:lnTo>
                  <a:pt x="68423" y="44743"/>
                </a:lnTo>
                <a:cubicBezTo>
                  <a:pt x="68423" y="40392"/>
                  <a:pt x="64873" y="36849"/>
                  <a:pt x="60528" y="36849"/>
                </a:cubicBezTo>
                <a:close/>
                <a:moveTo>
                  <a:pt x="39472" y="42112"/>
                </a:moveTo>
                <a:cubicBezTo>
                  <a:pt x="40924" y="42112"/>
                  <a:pt x="42100" y="43290"/>
                  <a:pt x="42100" y="44743"/>
                </a:cubicBezTo>
                <a:lnTo>
                  <a:pt x="42100" y="47374"/>
                </a:lnTo>
                <a:cubicBezTo>
                  <a:pt x="42100" y="48824"/>
                  <a:pt x="40924" y="50005"/>
                  <a:pt x="39472" y="50005"/>
                </a:cubicBezTo>
                <a:cubicBezTo>
                  <a:pt x="38020" y="50005"/>
                  <a:pt x="36845" y="48824"/>
                  <a:pt x="36845" y="47374"/>
                </a:cubicBezTo>
                <a:lnTo>
                  <a:pt x="36845" y="44743"/>
                </a:lnTo>
                <a:cubicBezTo>
                  <a:pt x="36845" y="43293"/>
                  <a:pt x="38020" y="42112"/>
                  <a:pt x="39472" y="42112"/>
                </a:cubicBezTo>
                <a:close/>
                <a:moveTo>
                  <a:pt x="60528" y="42112"/>
                </a:moveTo>
                <a:cubicBezTo>
                  <a:pt x="61968" y="42112"/>
                  <a:pt x="63155" y="43290"/>
                  <a:pt x="63155" y="44743"/>
                </a:cubicBezTo>
                <a:lnTo>
                  <a:pt x="63155" y="47374"/>
                </a:lnTo>
                <a:cubicBezTo>
                  <a:pt x="63155" y="48824"/>
                  <a:pt x="61968" y="50005"/>
                  <a:pt x="60528" y="50005"/>
                </a:cubicBezTo>
                <a:cubicBezTo>
                  <a:pt x="59076" y="50005"/>
                  <a:pt x="57889" y="48824"/>
                  <a:pt x="57889" y="47374"/>
                </a:cubicBezTo>
                <a:lnTo>
                  <a:pt x="57889" y="44743"/>
                </a:lnTo>
                <a:cubicBezTo>
                  <a:pt x="57889" y="43293"/>
                  <a:pt x="59076" y="42112"/>
                  <a:pt x="60528" y="42112"/>
                </a:cubicBezTo>
                <a:close/>
                <a:moveTo>
                  <a:pt x="44688" y="63156"/>
                </a:moveTo>
                <a:cubicBezTo>
                  <a:pt x="44487" y="63159"/>
                  <a:pt x="44297" y="63183"/>
                  <a:pt x="44095" y="63233"/>
                </a:cubicBezTo>
                <a:lnTo>
                  <a:pt x="38840" y="64548"/>
                </a:lnTo>
                <a:cubicBezTo>
                  <a:pt x="37426" y="64901"/>
                  <a:pt x="36567" y="66330"/>
                  <a:pt x="36920" y="67739"/>
                </a:cubicBezTo>
                <a:cubicBezTo>
                  <a:pt x="37274" y="69150"/>
                  <a:pt x="38702" y="70009"/>
                  <a:pt x="40104" y="69657"/>
                </a:cubicBezTo>
                <a:lnTo>
                  <a:pt x="42100" y="69158"/>
                </a:lnTo>
                <a:lnTo>
                  <a:pt x="42100" y="78947"/>
                </a:lnTo>
                <a:cubicBezTo>
                  <a:pt x="42100" y="80399"/>
                  <a:pt x="43287" y="81573"/>
                  <a:pt x="44739" y="81573"/>
                </a:cubicBezTo>
                <a:cubicBezTo>
                  <a:pt x="46192" y="81573"/>
                  <a:pt x="47366" y="80399"/>
                  <a:pt x="47366" y="78947"/>
                </a:cubicBezTo>
                <a:lnTo>
                  <a:pt x="47366" y="65792"/>
                </a:lnTo>
                <a:cubicBezTo>
                  <a:pt x="47366" y="64979"/>
                  <a:pt x="46988" y="64215"/>
                  <a:pt x="46357" y="63716"/>
                </a:cubicBezTo>
                <a:cubicBezTo>
                  <a:pt x="45875" y="63340"/>
                  <a:pt x="45282" y="63145"/>
                  <a:pt x="44688" y="63156"/>
                </a:cubicBezTo>
                <a:close/>
                <a:moveTo>
                  <a:pt x="81533" y="63156"/>
                </a:moveTo>
                <a:cubicBezTo>
                  <a:pt x="81332" y="63159"/>
                  <a:pt x="81129" y="63183"/>
                  <a:pt x="80940" y="63233"/>
                </a:cubicBezTo>
                <a:lnTo>
                  <a:pt x="75673" y="64548"/>
                </a:lnTo>
                <a:cubicBezTo>
                  <a:pt x="74271" y="64901"/>
                  <a:pt x="73412" y="66330"/>
                  <a:pt x="73753" y="67739"/>
                </a:cubicBezTo>
                <a:cubicBezTo>
                  <a:pt x="74107" y="69150"/>
                  <a:pt x="75546" y="70009"/>
                  <a:pt x="76949" y="69657"/>
                </a:cubicBezTo>
                <a:lnTo>
                  <a:pt x="78944" y="69158"/>
                </a:lnTo>
                <a:lnTo>
                  <a:pt x="78944" y="78947"/>
                </a:lnTo>
                <a:cubicBezTo>
                  <a:pt x="78944" y="80399"/>
                  <a:pt x="80119" y="81573"/>
                  <a:pt x="81572" y="81573"/>
                </a:cubicBezTo>
                <a:cubicBezTo>
                  <a:pt x="83024" y="81573"/>
                  <a:pt x="84211" y="80399"/>
                  <a:pt x="84211" y="78947"/>
                </a:cubicBezTo>
                <a:lnTo>
                  <a:pt x="84211" y="65792"/>
                </a:lnTo>
                <a:cubicBezTo>
                  <a:pt x="84211" y="64979"/>
                  <a:pt x="83832" y="64215"/>
                  <a:pt x="83201" y="63716"/>
                </a:cubicBezTo>
                <a:cubicBezTo>
                  <a:pt x="82721" y="63340"/>
                  <a:pt x="82127" y="63145"/>
                  <a:pt x="81533" y="63156"/>
                </a:cubicBezTo>
                <a:close/>
                <a:moveTo>
                  <a:pt x="23683" y="63161"/>
                </a:moveTo>
                <a:cubicBezTo>
                  <a:pt x="19325" y="63161"/>
                  <a:pt x="15789" y="66703"/>
                  <a:pt x="15789" y="71055"/>
                </a:cubicBezTo>
                <a:lnTo>
                  <a:pt x="15789" y="73685"/>
                </a:lnTo>
                <a:cubicBezTo>
                  <a:pt x="15789" y="78037"/>
                  <a:pt x="19325" y="81573"/>
                  <a:pt x="23683" y="81573"/>
                </a:cubicBezTo>
                <a:cubicBezTo>
                  <a:pt x="28041" y="81573"/>
                  <a:pt x="31578" y="78037"/>
                  <a:pt x="31578" y="73685"/>
                </a:cubicBezTo>
                <a:lnTo>
                  <a:pt x="31578" y="71055"/>
                </a:lnTo>
                <a:cubicBezTo>
                  <a:pt x="31578" y="66703"/>
                  <a:pt x="28041" y="63161"/>
                  <a:pt x="23683" y="63161"/>
                </a:cubicBezTo>
                <a:close/>
                <a:moveTo>
                  <a:pt x="60528" y="63161"/>
                </a:moveTo>
                <a:cubicBezTo>
                  <a:pt x="56171" y="63161"/>
                  <a:pt x="52634" y="66703"/>
                  <a:pt x="52634" y="71055"/>
                </a:cubicBezTo>
                <a:lnTo>
                  <a:pt x="52634" y="73685"/>
                </a:lnTo>
                <a:cubicBezTo>
                  <a:pt x="52634" y="78037"/>
                  <a:pt x="56171" y="81573"/>
                  <a:pt x="60528" y="81573"/>
                </a:cubicBezTo>
                <a:cubicBezTo>
                  <a:pt x="64873" y="81573"/>
                  <a:pt x="68423" y="78037"/>
                  <a:pt x="68423" y="73685"/>
                </a:cubicBezTo>
                <a:lnTo>
                  <a:pt x="68423" y="71055"/>
                </a:lnTo>
                <a:cubicBezTo>
                  <a:pt x="68423" y="66703"/>
                  <a:pt x="64873" y="63161"/>
                  <a:pt x="60528" y="63161"/>
                </a:cubicBezTo>
                <a:close/>
                <a:moveTo>
                  <a:pt x="23683" y="68423"/>
                </a:moveTo>
                <a:cubicBezTo>
                  <a:pt x="25136" y="68423"/>
                  <a:pt x="26311" y="69602"/>
                  <a:pt x="26311" y="71055"/>
                </a:cubicBezTo>
                <a:lnTo>
                  <a:pt x="26311" y="73685"/>
                </a:lnTo>
                <a:cubicBezTo>
                  <a:pt x="26311" y="75135"/>
                  <a:pt x="25136" y="76316"/>
                  <a:pt x="23683" y="76316"/>
                </a:cubicBezTo>
                <a:cubicBezTo>
                  <a:pt x="22231" y="76316"/>
                  <a:pt x="21056" y="75135"/>
                  <a:pt x="21056" y="73685"/>
                </a:cubicBezTo>
                <a:lnTo>
                  <a:pt x="21056" y="71055"/>
                </a:lnTo>
                <a:cubicBezTo>
                  <a:pt x="21056" y="69605"/>
                  <a:pt x="22231" y="68423"/>
                  <a:pt x="23683" y="68423"/>
                </a:cubicBezTo>
                <a:close/>
                <a:moveTo>
                  <a:pt x="60528" y="68423"/>
                </a:moveTo>
                <a:cubicBezTo>
                  <a:pt x="61968" y="68423"/>
                  <a:pt x="63155" y="69602"/>
                  <a:pt x="63155" y="71055"/>
                </a:cubicBezTo>
                <a:lnTo>
                  <a:pt x="63155" y="73685"/>
                </a:lnTo>
                <a:cubicBezTo>
                  <a:pt x="63155" y="75135"/>
                  <a:pt x="61968" y="76316"/>
                  <a:pt x="60528" y="76316"/>
                </a:cubicBezTo>
                <a:cubicBezTo>
                  <a:pt x="59076" y="76316"/>
                  <a:pt x="57889" y="75135"/>
                  <a:pt x="57889" y="73685"/>
                </a:cubicBezTo>
                <a:lnTo>
                  <a:pt x="57889" y="71055"/>
                </a:lnTo>
                <a:cubicBezTo>
                  <a:pt x="57889" y="69605"/>
                  <a:pt x="59076" y="68423"/>
                  <a:pt x="60528" y="6842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6" name="Красный — SVG 25">
            <a:extLst>
              <a:ext uri="{FF2B5EF4-FFF2-40B4-BE49-F238E27FC236}">
                <a16:creationId xmlns:a16="http://schemas.microsoft.com/office/drawing/2014/main" id="{7ECE2A11-9888-4B44-B369-46F685053548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74533 w 149057"/>
              <a:gd name="csY0" fmla="*/ 1 h 127668"/>
              <a:gd name="csX1" fmla="*/ 70808 w 149057"/>
              <a:gd name="csY1" fmla="*/ 1615 h 127668"/>
              <a:gd name="csX2" fmla="*/ 69311 w 149057"/>
              <a:gd name="csY2" fmla="*/ 5393 h 127668"/>
              <a:gd name="csX3" fmla="*/ 69311 w 149057"/>
              <a:gd name="csY3" fmla="*/ 29668 h 127668"/>
              <a:gd name="csX4" fmla="*/ 68970 w 149057"/>
              <a:gd name="csY4" fmla="*/ 29792 h 127668"/>
              <a:gd name="csX5" fmla="*/ 31422 w 149057"/>
              <a:gd name="csY5" fmla="*/ 49091 h 127668"/>
              <a:gd name="csX6" fmla="*/ 28546 w 149057"/>
              <a:gd name="csY6" fmla="*/ 53825 h 127668"/>
              <a:gd name="csX7" fmla="*/ 28546 w 149057"/>
              <a:gd name="csY7" fmla="*/ 99614 h 127668"/>
              <a:gd name="csX8" fmla="*/ 3077 w 149057"/>
              <a:gd name="csY8" fmla="*/ 112716 h 127668"/>
              <a:gd name="csX9" fmla="*/ 1358 w 149057"/>
              <a:gd name="csY9" fmla="*/ 113992 h 127668"/>
              <a:gd name="csX10" fmla="*/ 287 w 149057"/>
              <a:gd name="csY10" fmla="*/ 115812 h 127668"/>
              <a:gd name="csX11" fmla="*/ 14 w 149057"/>
              <a:gd name="csY11" fmla="*/ 117922 h 127668"/>
              <a:gd name="csX12" fmla="*/ 593 w 149057"/>
              <a:gd name="csY12" fmla="*/ 119980 h 127668"/>
              <a:gd name="csX13" fmla="*/ 1920 w 149057"/>
              <a:gd name="csY13" fmla="*/ 121630 h 127668"/>
              <a:gd name="csX14" fmla="*/ 3791 w 149057"/>
              <a:gd name="csY14" fmla="*/ 122634 h 127668"/>
              <a:gd name="csX15" fmla="*/ 5918 w 149057"/>
              <a:gd name="csY15" fmla="*/ 122821 h 127668"/>
              <a:gd name="csX16" fmla="*/ 7926 w 149057"/>
              <a:gd name="csY16" fmla="*/ 122174 h 127668"/>
              <a:gd name="csX17" fmla="*/ 34433 w 149057"/>
              <a:gd name="csY17" fmla="*/ 108531 h 127668"/>
              <a:gd name="csX18" fmla="*/ 69021 w 149057"/>
              <a:gd name="csY18" fmla="*/ 126325 h 127668"/>
              <a:gd name="csX19" fmla="*/ 74601 w 149057"/>
              <a:gd name="csY19" fmla="*/ 127669 h 127668"/>
              <a:gd name="csX20" fmla="*/ 80284 w 149057"/>
              <a:gd name="csY20" fmla="*/ 126291 h 127668"/>
              <a:gd name="csX21" fmla="*/ 114804 w 149057"/>
              <a:gd name="csY21" fmla="*/ 108531 h 127668"/>
              <a:gd name="csX22" fmla="*/ 141294 w 149057"/>
              <a:gd name="csY22" fmla="*/ 122174 h 127668"/>
              <a:gd name="csX23" fmla="*/ 143301 w 149057"/>
              <a:gd name="csY23" fmla="*/ 122753 h 127668"/>
              <a:gd name="csX24" fmla="*/ 145360 w 149057"/>
              <a:gd name="csY24" fmla="*/ 122515 h 127668"/>
              <a:gd name="csX25" fmla="*/ 147180 w 149057"/>
              <a:gd name="csY25" fmla="*/ 121511 h 127668"/>
              <a:gd name="csX26" fmla="*/ 148474 w 149057"/>
              <a:gd name="csY26" fmla="*/ 119895 h 127668"/>
              <a:gd name="csX27" fmla="*/ 149035 w 149057"/>
              <a:gd name="csY27" fmla="*/ 117887 h 127668"/>
              <a:gd name="csX28" fmla="*/ 148797 w 149057"/>
              <a:gd name="csY28" fmla="*/ 115829 h 127668"/>
              <a:gd name="csX29" fmla="*/ 147793 w 149057"/>
              <a:gd name="csY29" fmla="*/ 114009 h 127668"/>
              <a:gd name="csX30" fmla="*/ 146177 w 149057"/>
              <a:gd name="csY30" fmla="*/ 112716 h 127668"/>
              <a:gd name="csX31" fmla="*/ 120691 w 149057"/>
              <a:gd name="csY31" fmla="*/ 99606 h 127668"/>
              <a:gd name="csX32" fmla="*/ 120691 w 149057"/>
              <a:gd name="csY32" fmla="*/ 53825 h 127668"/>
              <a:gd name="csX33" fmla="*/ 117815 w 149057"/>
              <a:gd name="csY33" fmla="*/ 49098 h 127668"/>
              <a:gd name="csX34" fmla="*/ 80233 w 149057"/>
              <a:gd name="csY34" fmla="*/ 29772 h 127668"/>
              <a:gd name="csX35" fmla="*/ 79944 w 149057"/>
              <a:gd name="csY35" fmla="*/ 29661 h 127668"/>
              <a:gd name="csX36" fmla="*/ 79944 w 149057"/>
              <a:gd name="csY36" fmla="*/ 5393 h 127668"/>
              <a:gd name="csX37" fmla="*/ 79552 w 149057"/>
              <a:gd name="csY37" fmla="*/ 3316 h 127668"/>
              <a:gd name="csX38" fmla="*/ 78378 w 149057"/>
              <a:gd name="csY38" fmla="*/ 1555 h 127668"/>
              <a:gd name="csX39" fmla="*/ 76609 w 149057"/>
              <a:gd name="csY39" fmla="*/ 388 h 127668"/>
              <a:gd name="csX40" fmla="*/ 74533 w 149057"/>
              <a:gd name="csY40" fmla="*/ 1 h 127668"/>
              <a:gd name="csX41" fmla="*/ 49625 w 149057"/>
              <a:gd name="csY41" fmla="*/ 53929 h 127668"/>
              <a:gd name="csX42" fmla="*/ 51650 w 149057"/>
              <a:gd name="csY42" fmla="*/ 54511 h 127668"/>
              <a:gd name="csX43" fmla="*/ 64070 w 149057"/>
              <a:gd name="csY43" fmla="*/ 61246 h 127668"/>
              <a:gd name="csX44" fmla="*/ 85167 w 149057"/>
              <a:gd name="csY44" fmla="*/ 61246 h 127668"/>
              <a:gd name="csX45" fmla="*/ 97570 w 149057"/>
              <a:gd name="csY45" fmla="*/ 54511 h 127668"/>
              <a:gd name="csX46" fmla="*/ 104749 w 149057"/>
              <a:gd name="csY46" fmla="*/ 56780 h 127668"/>
              <a:gd name="csX47" fmla="*/ 102469 w 149057"/>
              <a:gd name="csY47" fmla="*/ 63945 h 127668"/>
              <a:gd name="csX48" fmla="*/ 90066 w 149057"/>
              <a:gd name="csY48" fmla="*/ 70687 h 127668"/>
              <a:gd name="csX49" fmla="*/ 79944 w 149057"/>
              <a:gd name="csY49" fmla="*/ 73968 h 127668"/>
              <a:gd name="csX50" fmla="*/ 79944 w 149057"/>
              <a:gd name="csY50" fmla="*/ 104619 h 127668"/>
              <a:gd name="csX51" fmla="*/ 74618 w 149057"/>
              <a:gd name="csY51" fmla="*/ 109943 h 127668"/>
              <a:gd name="csX52" fmla="*/ 69311 w 149057"/>
              <a:gd name="csY52" fmla="*/ 104619 h 127668"/>
              <a:gd name="csX53" fmla="*/ 69311 w 149057"/>
              <a:gd name="csY53" fmla="*/ 73975 h 127668"/>
              <a:gd name="csX54" fmla="*/ 59170 w 149057"/>
              <a:gd name="csY54" fmla="*/ 70687 h 127668"/>
              <a:gd name="csX55" fmla="*/ 46768 w 149057"/>
              <a:gd name="csY55" fmla="*/ 63945 h 127668"/>
              <a:gd name="csX56" fmla="*/ 44487 w 149057"/>
              <a:gd name="csY56" fmla="*/ 56780 h 127668"/>
              <a:gd name="csX57" fmla="*/ 49625 w 149057"/>
              <a:gd name="csY57" fmla="*/ 53929 h 127668"/>
            </a:gdLst>
            <a:ahLst/>
            <a:cxnLst/>
            <a:rect l="l" t="t" r="r" b="b"/>
            <a:pathLst>
              <a:path w="100000" h="100000">
                <a:moveTo>
                  <a:pt x="50003" y="7175"/>
                </a:moveTo>
                <a:cubicBezTo>
                  <a:pt x="49056" y="7190"/>
                  <a:pt x="48154" y="7579"/>
                  <a:pt x="47504" y="8258"/>
                </a:cubicBezTo>
                <a:cubicBezTo>
                  <a:pt x="46842" y="8936"/>
                  <a:pt x="46476" y="9848"/>
                  <a:pt x="46500" y="10793"/>
                </a:cubicBezTo>
                <a:lnTo>
                  <a:pt x="46500" y="27079"/>
                </a:lnTo>
                <a:cubicBezTo>
                  <a:pt x="46419" y="27114"/>
                  <a:pt x="46339" y="27126"/>
                  <a:pt x="46271" y="27162"/>
                </a:cubicBezTo>
                <a:lnTo>
                  <a:pt x="21081" y="40109"/>
                </a:lnTo>
                <a:cubicBezTo>
                  <a:pt x="19893" y="40720"/>
                  <a:pt x="19151" y="41949"/>
                  <a:pt x="19151" y="43285"/>
                </a:cubicBezTo>
                <a:lnTo>
                  <a:pt x="19151" y="74004"/>
                </a:lnTo>
                <a:lnTo>
                  <a:pt x="2064" y="82794"/>
                </a:lnTo>
                <a:cubicBezTo>
                  <a:pt x="1631" y="82999"/>
                  <a:pt x="1231" y="83285"/>
                  <a:pt x="911" y="83650"/>
                </a:cubicBezTo>
                <a:cubicBezTo>
                  <a:pt x="592" y="84004"/>
                  <a:pt x="352" y="84426"/>
                  <a:pt x="193" y="84871"/>
                </a:cubicBezTo>
                <a:cubicBezTo>
                  <a:pt x="32" y="85328"/>
                  <a:pt x="-25" y="85807"/>
                  <a:pt x="9" y="86287"/>
                </a:cubicBezTo>
                <a:cubicBezTo>
                  <a:pt x="44" y="86766"/>
                  <a:pt x="170" y="87233"/>
                  <a:pt x="398" y="87667"/>
                </a:cubicBezTo>
                <a:cubicBezTo>
                  <a:pt x="615" y="88089"/>
                  <a:pt x="911" y="88466"/>
                  <a:pt x="1288" y="88774"/>
                </a:cubicBezTo>
                <a:cubicBezTo>
                  <a:pt x="1654" y="89082"/>
                  <a:pt x="2087" y="89310"/>
                  <a:pt x="2543" y="89448"/>
                </a:cubicBezTo>
                <a:cubicBezTo>
                  <a:pt x="3000" y="89585"/>
                  <a:pt x="3491" y="89630"/>
                  <a:pt x="3970" y="89573"/>
                </a:cubicBezTo>
                <a:cubicBezTo>
                  <a:pt x="4439" y="89528"/>
                  <a:pt x="4906" y="89380"/>
                  <a:pt x="5317" y="89139"/>
                </a:cubicBezTo>
                <a:lnTo>
                  <a:pt x="23101" y="79987"/>
                </a:lnTo>
                <a:lnTo>
                  <a:pt x="46305" y="91924"/>
                </a:lnTo>
                <a:cubicBezTo>
                  <a:pt x="47469" y="92518"/>
                  <a:pt x="48759" y="92826"/>
                  <a:pt x="50049" y="92826"/>
                </a:cubicBezTo>
                <a:cubicBezTo>
                  <a:pt x="51350" y="92826"/>
                  <a:pt x="52663" y="92518"/>
                  <a:pt x="53861" y="91901"/>
                </a:cubicBezTo>
                <a:lnTo>
                  <a:pt x="77020" y="79987"/>
                </a:lnTo>
                <a:lnTo>
                  <a:pt x="94792" y="89139"/>
                </a:lnTo>
                <a:cubicBezTo>
                  <a:pt x="95214" y="89357"/>
                  <a:pt x="95671" y="89494"/>
                  <a:pt x="96138" y="89528"/>
                </a:cubicBezTo>
                <a:cubicBezTo>
                  <a:pt x="96607" y="89562"/>
                  <a:pt x="97074" y="89516"/>
                  <a:pt x="97520" y="89368"/>
                </a:cubicBezTo>
                <a:cubicBezTo>
                  <a:pt x="97965" y="89231"/>
                  <a:pt x="98376" y="89003"/>
                  <a:pt x="98741" y="88695"/>
                </a:cubicBezTo>
                <a:cubicBezTo>
                  <a:pt x="99095" y="88398"/>
                  <a:pt x="99392" y="88021"/>
                  <a:pt x="99609" y="87610"/>
                </a:cubicBezTo>
                <a:cubicBezTo>
                  <a:pt x="99814" y="87188"/>
                  <a:pt x="99951" y="86732"/>
                  <a:pt x="99985" y="86263"/>
                </a:cubicBezTo>
                <a:cubicBezTo>
                  <a:pt x="100031" y="85796"/>
                  <a:pt x="99974" y="85328"/>
                  <a:pt x="99826" y="84883"/>
                </a:cubicBezTo>
                <a:cubicBezTo>
                  <a:pt x="99688" y="84438"/>
                  <a:pt x="99461" y="84027"/>
                  <a:pt x="99152" y="83662"/>
                </a:cubicBezTo>
                <a:cubicBezTo>
                  <a:pt x="98855" y="83308"/>
                  <a:pt x="98478" y="83011"/>
                  <a:pt x="98068" y="82794"/>
                </a:cubicBezTo>
                <a:lnTo>
                  <a:pt x="80970" y="73999"/>
                </a:lnTo>
                <a:lnTo>
                  <a:pt x="80970" y="43285"/>
                </a:lnTo>
                <a:cubicBezTo>
                  <a:pt x="80970" y="41949"/>
                  <a:pt x="80228" y="40724"/>
                  <a:pt x="79040" y="40114"/>
                </a:cubicBezTo>
                <a:lnTo>
                  <a:pt x="53827" y="27148"/>
                </a:lnTo>
                <a:cubicBezTo>
                  <a:pt x="53769" y="27115"/>
                  <a:pt x="53690" y="27106"/>
                  <a:pt x="53633" y="27074"/>
                </a:cubicBezTo>
                <a:lnTo>
                  <a:pt x="53633" y="10793"/>
                </a:lnTo>
                <a:cubicBezTo>
                  <a:pt x="53633" y="10316"/>
                  <a:pt x="53542" y="9842"/>
                  <a:pt x="53370" y="9399"/>
                </a:cubicBezTo>
                <a:cubicBezTo>
                  <a:pt x="53188" y="8958"/>
                  <a:pt x="52925" y="8556"/>
                  <a:pt x="52583" y="8218"/>
                </a:cubicBezTo>
                <a:cubicBezTo>
                  <a:pt x="52240" y="7881"/>
                  <a:pt x="51841" y="7614"/>
                  <a:pt x="51396" y="7435"/>
                </a:cubicBezTo>
                <a:cubicBezTo>
                  <a:pt x="50962" y="7256"/>
                  <a:pt x="50483" y="7168"/>
                  <a:pt x="50003" y="7175"/>
                </a:cubicBezTo>
                <a:close/>
                <a:moveTo>
                  <a:pt x="33293" y="43355"/>
                </a:moveTo>
                <a:cubicBezTo>
                  <a:pt x="33761" y="43390"/>
                  <a:pt x="34218" y="43519"/>
                  <a:pt x="34651" y="43745"/>
                </a:cubicBezTo>
                <a:lnTo>
                  <a:pt x="42984" y="48264"/>
                </a:lnTo>
                <a:cubicBezTo>
                  <a:pt x="47412" y="50566"/>
                  <a:pt x="52709" y="50566"/>
                  <a:pt x="57137" y="48264"/>
                </a:cubicBezTo>
                <a:lnTo>
                  <a:pt x="65458" y="43745"/>
                </a:lnTo>
                <a:cubicBezTo>
                  <a:pt x="67216" y="42844"/>
                  <a:pt x="69373" y="43521"/>
                  <a:pt x="70274" y="45268"/>
                </a:cubicBezTo>
                <a:cubicBezTo>
                  <a:pt x="71176" y="47016"/>
                  <a:pt x="70503" y="49169"/>
                  <a:pt x="68745" y="50074"/>
                </a:cubicBezTo>
                <a:lnTo>
                  <a:pt x="60424" y="54598"/>
                </a:lnTo>
                <a:cubicBezTo>
                  <a:pt x="58267" y="55715"/>
                  <a:pt x="55973" y="56424"/>
                  <a:pt x="53633" y="56799"/>
                </a:cubicBezTo>
                <a:lnTo>
                  <a:pt x="53633" y="77362"/>
                </a:lnTo>
                <a:cubicBezTo>
                  <a:pt x="53633" y="79336"/>
                  <a:pt x="52034" y="80934"/>
                  <a:pt x="50060" y="80934"/>
                </a:cubicBezTo>
                <a:cubicBezTo>
                  <a:pt x="48086" y="80934"/>
                  <a:pt x="46500" y="79336"/>
                  <a:pt x="46500" y="77362"/>
                </a:cubicBezTo>
                <a:lnTo>
                  <a:pt x="46500" y="56803"/>
                </a:lnTo>
                <a:cubicBezTo>
                  <a:pt x="44148" y="56428"/>
                  <a:pt x="41854" y="55717"/>
                  <a:pt x="39696" y="54598"/>
                </a:cubicBezTo>
                <a:lnTo>
                  <a:pt x="31376" y="50074"/>
                </a:lnTo>
                <a:cubicBezTo>
                  <a:pt x="29629" y="49169"/>
                  <a:pt x="28944" y="47016"/>
                  <a:pt x="29846" y="45268"/>
                </a:cubicBezTo>
                <a:cubicBezTo>
                  <a:pt x="30531" y="43957"/>
                  <a:pt x="31912" y="43248"/>
                  <a:pt x="33293" y="4335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7" name="Красный — SVG 26">
            <a:extLst>
              <a:ext uri="{FF2B5EF4-FFF2-40B4-BE49-F238E27FC236}">
                <a16:creationId xmlns:a16="http://schemas.microsoft.com/office/drawing/2014/main" id="{A5571796-1A78-9742-9B7D-BD462EB14EAB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15942 w 141772"/>
              <a:gd name="csY0" fmla="*/ 0 h 134740"/>
              <a:gd name="csX1" fmla="*/ 0 w 141772"/>
              <a:gd name="csY1" fmla="*/ 15948 h 134740"/>
              <a:gd name="csX2" fmla="*/ 0 w 141772"/>
              <a:gd name="csY2" fmla="*/ 90371 h 134740"/>
              <a:gd name="csX3" fmla="*/ 15942 w 141772"/>
              <a:gd name="csY3" fmla="*/ 106319 h 134740"/>
              <a:gd name="csX4" fmla="*/ 46072 w 141772"/>
              <a:gd name="csY4" fmla="*/ 106319 h 134740"/>
              <a:gd name="csX5" fmla="*/ 46072 w 141772"/>
              <a:gd name="csY5" fmla="*/ 124045 h 134740"/>
              <a:gd name="csX6" fmla="*/ 33670 w 141772"/>
              <a:gd name="csY6" fmla="*/ 124045 h 134740"/>
              <a:gd name="csX7" fmla="*/ 31611 w 141772"/>
              <a:gd name="csY7" fmla="*/ 124419 h 134740"/>
              <a:gd name="csX8" fmla="*/ 29858 w 141772"/>
              <a:gd name="csY8" fmla="*/ 125576 h 134740"/>
              <a:gd name="csX9" fmla="*/ 28684 w 141772"/>
              <a:gd name="csY9" fmla="*/ 127311 h 134740"/>
              <a:gd name="csX10" fmla="*/ 28276 w 141772"/>
              <a:gd name="csY10" fmla="*/ 129352 h 134740"/>
              <a:gd name="csX11" fmla="*/ 28684 w 141772"/>
              <a:gd name="csY11" fmla="*/ 131411 h 134740"/>
              <a:gd name="csX12" fmla="*/ 29858 w 141772"/>
              <a:gd name="csY12" fmla="*/ 133146 h 134740"/>
              <a:gd name="csX13" fmla="*/ 31611 w 141772"/>
              <a:gd name="csY13" fmla="*/ 134286 h 134740"/>
              <a:gd name="csX14" fmla="*/ 33670 w 141772"/>
              <a:gd name="csY14" fmla="*/ 134677 h 134740"/>
              <a:gd name="csX15" fmla="*/ 50530 w 141772"/>
              <a:gd name="csY15" fmla="*/ 134677 h 134740"/>
              <a:gd name="csX16" fmla="*/ 52248 w 141772"/>
              <a:gd name="csY16" fmla="*/ 134677 h 134740"/>
              <a:gd name="csX17" fmla="*/ 89507 w 141772"/>
              <a:gd name="csY17" fmla="*/ 134677 h 134740"/>
              <a:gd name="csX18" fmla="*/ 91243 w 141772"/>
              <a:gd name="csY18" fmla="*/ 134677 h 134740"/>
              <a:gd name="csX19" fmla="*/ 108103 w 141772"/>
              <a:gd name="csY19" fmla="*/ 134677 h 134740"/>
              <a:gd name="csX20" fmla="*/ 110162 w 141772"/>
              <a:gd name="csY20" fmla="*/ 134286 h 134740"/>
              <a:gd name="csX21" fmla="*/ 111914 w 141772"/>
              <a:gd name="csY21" fmla="*/ 133146 h 134740"/>
              <a:gd name="csX22" fmla="*/ 113088 w 141772"/>
              <a:gd name="csY22" fmla="*/ 131411 h 134740"/>
              <a:gd name="csX23" fmla="*/ 113496 w 141772"/>
              <a:gd name="csY23" fmla="*/ 129352 h 134740"/>
              <a:gd name="csX24" fmla="*/ 113088 w 141772"/>
              <a:gd name="csY24" fmla="*/ 127311 h 134740"/>
              <a:gd name="csX25" fmla="*/ 111914 w 141772"/>
              <a:gd name="csY25" fmla="*/ 125576 h 134740"/>
              <a:gd name="csX26" fmla="*/ 110162 w 141772"/>
              <a:gd name="csY26" fmla="*/ 124419 h 134740"/>
              <a:gd name="csX27" fmla="*/ 108103 w 141772"/>
              <a:gd name="csY27" fmla="*/ 124045 h 134740"/>
              <a:gd name="csX28" fmla="*/ 95700 w 141772"/>
              <a:gd name="csY28" fmla="*/ 124045 h 134740"/>
              <a:gd name="csX29" fmla="*/ 95700 w 141772"/>
              <a:gd name="csY29" fmla="*/ 106319 h 134740"/>
              <a:gd name="csX30" fmla="*/ 125831 w 141772"/>
              <a:gd name="csY30" fmla="*/ 106319 h 134740"/>
              <a:gd name="csX31" fmla="*/ 141773 w 141772"/>
              <a:gd name="csY31" fmla="*/ 90371 h 134740"/>
              <a:gd name="csX32" fmla="*/ 141773 w 141772"/>
              <a:gd name="csY32" fmla="*/ 15948 h 134740"/>
              <a:gd name="csX33" fmla="*/ 125831 w 141772"/>
              <a:gd name="csY33" fmla="*/ 0 h 134740"/>
              <a:gd name="csX34" fmla="*/ 15942 w 141772"/>
              <a:gd name="csY34" fmla="*/ 0 h 134740"/>
              <a:gd name="csX35" fmla="*/ 76322 w 141772"/>
              <a:gd name="csY35" fmla="*/ 24814 h 134740"/>
              <a:gd name="csX36" fmla="*/ 77411 w 141772"/>
              <a:gd name="csY36" fmla="*/ 24940 h 134740"/>
              <a:gd name="csX37" fmla="*/ 81392 w 141772"/>
              <a:gd name="csY37" fmla="*/ 31321 h 134740"/>
              <a:gd name="csX38" fmla="*/ 70759 w 141772"/>
              <a:gd name="csY38" fmla="*/ 77394 h 134740"/>
              <a:gd name="csX39" fmla="*/ 65586 w 141772"/>
              <a:gd name="csY39" fmla="*/ 81512 h 134740"/>
              <a:gd name="csX40" fmla="*/ 64378 w 141772"/>
              <a:gd name="csY40" fmla="*/ 81379 h 134740"/>
              <a:gd name="csX41" fmla="*/ 60381 w 141772"/>
              <a:gd name="csY41" fmla="*/ 74999 h 134740"/>
              <a:gd name="csX42" fmla="*/ 71014 w 141772"/>
              <a:gd name="csY42" fmla="*/ 28926 h 134740"/>
              <a:gd name="csX43" fmla="*/ 76322 w 141772"/>
              <a:gd name="csY43" fmla="*/ 24814 h 134740"/>
              <a:gd name="csX44" fmla="*/ 47433 w 141772"/>
              <a:gd name="csY44" fmla="*/ 35453 h 134740"/>
              <a:gd name="csX45" fmla="*/ 51313 w 141772"/>
              <a:gd name="csY45" fmla="*/ 36720 h 134740"/>
              <a:gd name="csX46" fmla="*/ 51891 w 141772"/>
              <a:gd name="csY46" fmla="*/ 44217 h 134740"/>
              <a:gd name="csX47" fmla="*/ 44218 w 141772"/>
              <a:gd name="csY47" fmla="*/ 53160 h 134740"/>
              <a:gd name="csX48" fmla="*/ 51891 w 141772"/>
              <a:gd name="csY48" fmla="*/ 62102 h 134740"/>
              <a:gd name="csX49" fmla="*/ 51313 w 141772"/>
              <a:gd name="csY49" fmla="*/ 69599 h 134740"/>
              <a:gd name="csX50" fmla="*/ 47842 w 141772"/>
              <a:gd name="csY50" fmla="*/ 70880 h 134740"/>
              <a:gd name="csX51" fmla="*/ 43810 w 141772"/>
              <a:gd name="csY51" fmla="*/ 69024 h 134740"/>
              <a:gd name="csX52" fmla="*/ 33176 w 141772"/>
              <a:gd name="csY52" fmla="*/ 56621 h 134740"/>
              <a:gd name="csX53" fmla="*/ 33176 w 141772"/>
              <a:gd name="csY53" fmla="*/ 49698 h 134740"/>
              <a:gd name="csX54" fmla="*/ 43810 w 141772"/>
              <a:gd name="csY54" fmla="*/ 37295 h 134740"/>
              <a:gd name="csX55" fmla="*/ 47433 w 141772"/>
              <a:gd name="csY55" fmla="*/ 35453 h 134740"/>
              <a:gd name="csX56" fmla="*/ 94340 w 141772"/>
              <a:gd name="csY56" fmla="*/ 35461 h 134740"/>
              <a:gd name="csX57" fmla="*/ 97963 w 141772"/>
              <a:gd name="csY57" fmla="*/ 37295 h 134740"/>
              <a:gd name="csX58" fmla="*/ 108597 w 141772"/>
              <a:gd name="csY58" fmla="*/ 49698 h 134740"/>
              <a:gd name="csX59" fmla="*/ 108597 w 141772"/>
              <a:gd name="csY59" fmla="*/ 56621 h 134740"/>
              <a:gd name="csX60" fmla="*/ 97963 w 141772"/>
              <a:gd name="csY60" fmla="*/ 69024 h 134740"/>
              <a:gd name="csX61" fmla="*/ 93931 w 141772"/>
              <a:gd name="csY61" fmla="*/ 70880 h 134740"/>
              <a:gd name="csX62" fmla="*/ 90460 w 141772"/>
              <a:gd name="csY62" fmla="*/ 69599 h 134740"/>
              <a:gd name="csX63" fmla="*/ 89899 w 141772"/>
              <a:gd name="csY63" fmla="*/ 62102 h 134740"/>
              <a:gd name="csX64" fmla="*/ 97555 w 141772"/>
              <a:gd name="csY64" fmla="*/ 53160 h 134740"/>
              <a:gd name="csX65" fmla="*/ 89899 w 141772"/>
              <a:gd name="csY65" fmla="*/ 44217 h 134740"/>
              <a:gd name="csX66" fmla="*/ 90460 w 141772"/>
              <a:gd name="csY66" fmla="*/ 36720 h 134740"/>
              <a:gd name="csX67" fmla="*/ 94340 w 141772"/>
              <a:gd name="csY67" fmla="*/ 35461 h 134740"/>
              <a:gd name="csX68" fmla="*/ 56706 w 141772"/>
              <a:gd name="csY68" fmla="*/ 106319 h 134740"/>
              <a:gd name="csX69" fmla="*/ 85067 w 141772"/>
              <a:gd name="csY69" fmla="*/ 106319 h 134740"/>
              <a:gd name="csX70" fmla="*/ 85067 w 141772"/>
              <a:gd name="csY70" fmla="*/ 124045 h 134740"/>
              <a:gd name="csX71" fmla="*/ 56706 w 141772"/>
              <a:gd name="csY71" fmla="*/ 124045 h 134740"/>
              <a:gd name="csX72" fmla="*/ 56706 w 141772"/>
              <a:gd name="csY72" fmla="*/ 106319 h 134740"/>
            </a:gdLst>
            <a:ahLst/>
            <a:cxnLst/>
            <a:rect l="l" t="t" r="r" b="b"/>
            <a:pathLst>
              <a:path w="100000" h="100000">
                <a:moveTo>
                  <a:pt x="11245" y="2480"/>
                </a:moveTo>
                <a:cubicBezTo>
                  <a:pt x="5052" y="2480"/>
                  <a:pt x="0" y="7527"/>
                  <a:pt x="0" y="13729"/>
                </a:cubicBezTo>
                <a:lnTo>
                  <a:pt x="0" y="66224"/>
                </a:lnTo>
                <a:cubicBezTo>
                  <a:pt x="0" y="72427"/>
                  <a:pt x="5052" y="77473"/>
                  <a:pt x="11245" y="77473"/>
                </a:cubicBezTo>
                <a:lnTo>
                  <a:pt x="32497" y="77473"/>
                </a:lnTo>
                <a:lnTo>
                  <a:pt x="32497" y="89976"/>
                </a:lnTo>
                <a:lnTo>
                  <a:pt x="23749" y="89976"/>
                </a:lnTo>
                <a:cubicBezTo>
                  <a:pt x="23257" y="89964"/>
                  <a:pt x="22765" y="90060"/>
                  <a:pt x="22297" y="90240"/>
                </a:cubicBezTo>
                <a:cubicBezTo>
                  <a:pt x="21841" y="90432"/>
                  <a:pt x="21421" y="90708"/>
                  <a:pt x="21061" y="91056"/>
                </a:cubicBezTo>
                <a:cubicBezTo>
                  <a:pt x="20713" y="91404"/>
                  <a:pt x="20425" y="91812"/>
                  <a:pt x="20232" y="92280"/>
                </a:cubicBezTo>
                <a:cubicBezTo>
                  <a:pt x="20041" y="92736"/>
                  <a:pt x="19945" y="93228"/>
                  <a:pt x="19945" y="93719"/>
                </a:cubicBezTo>
                <a:cubicBezTo>
                  <a:pt x="19945" y="94224"/>
                  <a:pt x="20041" y="94715"/>
                  <a:pt x="20232" y="95172"/>
                </a:cubicBezTo>
                <a:cubicBezTo>
                  <a:pt x="20425" y="95627"/>
                  <a:pt x="20713" y="96048"/>
                  <a:pt x="21061" y="96396"/>
                </a:cubicBezTo>
                <a:cubicBezTo>
                  <a:pt x="21421" y="96743"/>
                  <a:pt x="21841" y="97019"/>
                  <a:pt x="22297" y="97200"/>
                </a:cubicBezTo>
                <a:cubicBezTo>
                  <a:pt x="22765" y="97392"/>
                  <a:pt x="23257" y="97476"/>
                  <a:pt x="23749" y="97476"/>
                </a:cubicBezTo>
                <a:lnTo>
                  <a:pt x="35642" y="97476"/>
                </a:lnTo>
                <a:cubicBezTo>
                  <a:pt x="36037" y="97535"/>
                  <a:pt x="36446" y="97535"/>
                  <a:pt x="36854" y="97476"/>
                </a:cubicBezTo>
                <a:lnTo>
                  <a:pt x="63134" y="97476"/>
                </a:lnTo>
                <a:cubicBezTo>
                  <a:pt x="63543" y="97535"/>
                  <a:pt x="63951" y="97535"/>
                  <a:pt x="64359" y="97476"/>
                </a:cubicBezTo>
                <a:lnTo>
                  <a:pt x="76251" y="97476"/>
                </a:lnTo>
                <a:cubicBezTo>
                  <a:pt x="76756" y="97476"/>
                  <a:pt x="77248" y="97392"/>
                  <a:pt x="77704" y="97200"/>
                </a:cubicBezTo>
                <a:cubicBezTo>
                  <a:pt x="78172" y="97019"/>
                  <a:pt x="78592" y="96743"/>
                  <a:pt x="78939" y="96396"/>
                </a:cubicBezTo>
                <a:cubicBezTo>
                  <a:pt x="79300" y="96048"/>
                  <a:pt x="79576" y="95627"/>
                  <a:pt x="79768" y="95172"/>
                </a:cubicBezTo>
                <a:cubicBezTo>
                  <a:pt x="79959" y="94715"/>
                  <a:pt x="80055" y="94224"/>
                  <a:pt x="80055" y="93719"/>
                </a:cubicBezTo>
                <a:cubicBezTo>
                  <a:pt x="80055" y="93228"/>
                  <a:pt x="79959" y="92736"/>
                  <a:pt x="79768" y="92280"/>
                </a:cubicBezTo>
                <a:cubicBezTo>
                  <a:pt x="79576" y="91812"/>
                  <a:pt x="79300" y="91404"/>
                  <a:pt x="78939" y="91056"/>
                </a:cubicBezTo>
                <a:cubicBezTo>
                  <a:pt x="78592" y="90708"/>
                  <a:pt x="78172" y="90432"/>
                  <a:pt x="77704" y="90240"/>
                </a:cubicBezTo>
                <a:cubicBezTo>
                  <a:pt x="77248" y="90060"/>
                  <a:pt x="76756" y="89964"/>
                  <a:pt x="76251" y="89976"/>
                </a:cubicBezTo>
                <a:lnTo>
                  <a:pt x="67503" y="89976"/>
                </a:lnTo>
                <a:lnTo>
                  <a:pt x="67503" y="77473"/>
                </a:lnTo>
                <a:lnTo>
                  <a:pt x="88756" y="77473"/>
                </a:lnTo>
                <a:cubicBezTo>
                  <a:pt x="94960" y="77473"/>
                  <a:pt x="100001" y="72427"/>
                  <a:pt x="100001" y="66224"/>
                </a:cubicBezTo>
                <a:lnTo>
                  <a:pt x="100001" y="13729"/>
                </a:lnTo>
                <a:cubicBezTo>
                  <a:pt x="100001" y="7527"/>
                  <a:pt x="94960" y="2480"/>
                  <a:pt x="88756" y="2480"/>
                </a:cubicBezTo>
                <a:lnTo>
                  <a:pt x="11245" y="2480"/>
                </a:lnTo>
                <a:close/>
                <a:moveTo>
                  <a:pt x="53834" y="19983"/>
                </a:moveTo>
                <a:cubicBezTo>
                  <a:pt x="54086" y="19989"/>
                  <a:pt x="54351" y="20015"/>
                  <a:pt x="54602" y="20072"/>
                </a:cubicBezTo>
                <a:cubicBezTo>
                  <a:pt x="56619" y="20539"/>
                  <a:pt x="57867" y="22555"/>
                  <a:pt x="57410" y="24573"/>
                </a:cubicBezTo>
                <a:lnTo>
                  <a:pt x="49910" y="57071"/>
                </a:lnTo>
                <a:cubicBezTo>
                  <a:pt x="49502" y="58804"/>
                  <a:pt x="47966" y="59975"/>
                  <a:pt x="46262" y="59975"/>
                </a:cubicBezTo>
                <a:cubicBezTo>
                  <a:pt x="45974" y="59975"/>
                  <a:pt x="45698" y="59944"/>
                  <a:pt x="45410" y="59881"/>
                </a:cubicBezTo>
                <a:cubicBezTo>
                  <a:pt x="43394" y="59415"/>
                  <a:pt x="42122" y="57398"/>
                  <a:pt x="42590" y="55381"/>
                </a:cubicBezTo>
                <a:lnTo>
                  <a:pt x="50090" y="22883"/>
                </a:lnTo>
                <a:cubicBezTo>
                  <a:pt x="50499" y="21116"/>
                  <a:pt x="52094" y="19947"/>
                  <a:pt x="53834" y="19983"/>
                </a:cubicBezTo>
                <a:close/>
                <a:moveTo>
                  <a:pt x="33457" y="27487"/>
                </a:moveTo>
                <a:cubicBezTo>
                  <a:pt x="34418" y="27414"/>
                  <a:pt x="35413" y="27705"/>
                  <a:pt x="36194" y="28381"/>
                </a:cubicBezTo>
                <a:cubicBezTo>
                  <a:pt x="37766" y="29728"/>
                  <a:pt x="37946" y="32096"/>
                  <a:pt x="36602" y="33669"/>
                </a:cubicBezTo>
                <a:lnTo>
                  <a:pt x="31190" y="39977"/>
                </a:lnTo>
                <a:lnTo>
                  <a:pt x="36602" y="46284"/>
                </a:lnTo>
                <a:cubicBezTo>
                  <a:pt x="37946" y="47858"/>
                  <a:pt x="37766" y="50225"/>
                  <a:pt x="36194" y="51572"/>
                </a:cubicBezTo>
                <a:cubicBezTo>
                  <a:pt x="35485" y="52180"/>
                  <a:pt x="34622" y="52476"/>
                  <a:pt x="33746" y="52476"/>
                </a:cubicBezTo>
                <a:cubicBezTo>
                  <a:pt x="32702" y="52476"/>
                  <a:pt x="31646" y="52029"/>
                  <a:pt x="30902" y="51167"/>
                </a:cubicBezTo>
                <a:lnTo>
                  <a:pt x="23401" y="42418"/>
                </a:lnTo>
                <a:cubicBezTo>
                  <a:pt x="22201" y="41011"/>
                  <a:pt x="22201" y="38940"/>
                  <a:pt x="23401" y="37535"/>
                </a:cubicBezTo>
                <a:lnTo>
                  <a:pt x="30902" y="28786"/>
                </a:lnTo>
                <a:cubicBezTo>
                  <a:pt x="31573" y="28002"/>
                  <a:pt x="32509" y="27561"/>
                  <a:pt x="33457" y="27487"/>
                </a:cubicBezTo>
                <a:close/>
                <a:moveTo>
                  <a:pt x="66543" y="27493"/>
                </a:moveTo>
                <a:cubicBezTo>
                  <a:pt x="67503" y="27565"/>
                  <a:pt x="68427" y="28002"/>
                  <a:pt x="69099" y="28786"/>
                </a:cubicBezTo>
                <a:lnTo>
                  <a:pt x="76600" y="37535"/>
                </a:lnTo>
                <a:cubicBezTo>
                  <a:pt x="77800" y="38940"/>
                  <a:pt x="77800" y="41011"/>
                  <a:pt x="76600" y="42418"/>
                </a:cubicBezTo>
                <a:lnTo>
                  <a:pt x="69099" y="51167"/>
                </a:lnTo>
                <a:cubicBezTo>
                  <a:pt x="68355" y="52029"/>
                  <a:pt x="67311" y="52476"/>
                  <a:pt x="66255" y="52476"/>
                </a:cubicBezTo>
                <a:cubicBezTo>
                  <a:pt x="65391" y="52476"/>
                  <a:pt x="64515" y="52180"/>
                  <a:pt x="63807" y="51572"/>
                </a:cubicBezTo>
                <a:cubicBezTo>
                  <a:pt x="62234" y="50225"/>
                  <a:pt x="62055" y="47858"/>
                  <a:pt x="63411" y="46284"/>
                </a:cubicBezTo>
                <a:lnTo>
                  <a:pt x="68811" y="39977"/>
                </a:lnTo>
                <a:lnTo>
                  <a:pt x="63411" y="33669"/>
                </a:lnTo>
                <a:cubicBezTo>
                  <a:pt x="62055" y="32096"/>
                  <a:pt x="62234" y="29728"/>
                  <a:pt x="63807" y="28381"/>
                </a:cubicBezTo>
                <a:cubicBezTo>
                  <a:pt x="64599" y="27709"/>
                  <a:pt x="65583" y="27420"/>
                  <a:pt x="66543" y="27493"/>
                </a:cubicBezTo>
                <a:close/>
                <a:moveTo>
                  <a:pt x="39998" y="77473"/>
                </a:moveTo>
                <a:lnTo>
                  <a:pt x="60003" y="77473"/>
                </a:lnTo>
                <a:lnTo>
                  <a:pt x="60003" y="89976"/>
                </a:lnTo>
                <a:lnTo>
                  <a:pt x="39998" y="89976"/>
                </a:lnTo>
                <a:lnTo>
                  <a:pt x="39998" y="7747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8" name="Красный — SVG 27">
            <a:extLst>
              <a:ext uri="{FF2B5EF4-FFF2-40B4-BE49-F238E27FC236}">
                <a16:creationId xmlns:a16="http://schemas.microsoft.com/office/drawing/2014/main" id="{D03C0140-4EE3-7144-BF54-B69398E7A105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96194 w 115199"/>
              <a:gd name="csY0" fmla="*/ 2 h 141821"/>
              <a:gd name="csX1" fmla="*/ 93199 w 115199"/>
              <a:gd name="csY1" fmla="*/ 827 h 141821"/>
              <a:gd name="csX2" fmla="*/ 91175 w 115199"/>
              <a:gd name="csY2" fmla="*/ 3185 h 141821"/>
              <a:gd name="csX3" fmla="*/ 90817 w 115199"/>
              <a:gd name="csY3" fmla="*/ 6269 h 141821"/>
              <a:gd name="csX4" fmla="*/ 92247 w 115199"/>
              <a:gd name="csY4" fmla="*/ 9028 h 141821"/>
              <a:gd name="csX5" fmla="*/ 104735 w 115199"/>
              <a:gd name="csY5" fmla="*/ 31510 h 141821"/>
              <a:gd name="csX6" fmla="*/ 105636 w 115199"/>
              <a:gd name="csY6" fmla="*/ 33380 h 141821"/>
              <a:gd name="csX7" fmla="*/ 107184 w 115199"/>
              <a:gd name="csY7" fmla="*/ 34763 h 141821"/>
              <a:gd name="csX8" fmla="*/ 109141 w 115199"/>
              <a:gd name="csY8" fmla="*/ 35448 h 141821"/>
              <a:gd name="csX9" fmla="*/ 111199 w 115199"/>
              <a:gd name="csY9" fmla="*/ 35331 h 141821"/>
              <a:gd name="csX10" fmla="*/ 113071 w 115199"/>
              <a:gd name="csY10" fmla="*/ 34431 h 141821"/>
              <a:gd name="csX11" fmla="*/ 114466 w 115199"/>
              <a:gd name="csY11" fmla="*/ 32883 h 141821"/>
              <a:gd name="csX12" fmla="*/ 115147 w 115199"/>
              <a:gd name="csY12" fmla="*/ 30925 h 141821"/>
              <a:gd name="csX13" fmla="*/ 115027 w 115199"/>
              <a:gd name="csY13" fmla="*/ 28853 h 141821"/>
              <a:gd name="csX14" fmla="*/ 99970 w 115199"/>
              <a:gd name="csY14" fmla="*/ 1718 h 141821"/>
              <a:gd name="csX15" fmla="*/ 98252 w 115199"/>
              <a:gd name="csY15" fmla="*/ 480 h 141821"/>
              <a:gd name="csX16" fmla="*/ 96194 w 115199"/>
              <a:gd name="csY16" fmla="*/ 2 h 141821"/>
              <a:gd name="csX17" fmla="*/ 44303 w 115199"/>
              <a:gd name="csY17" fmla="*/ 58 h 141821"/>
              <a:gd name="csX18" fmla="*/ 0 w 115199"/>
              <a:gd name="csY18" fmla="*/ 44357 h 141821"/>
              <a:gd name="csX19" fmla="*/ 0 w 115199"/>
              <a:gd name="csY19" fmla="*/ 97516 h 141821"/>
              <a:gd name="csX20" fmla="*/ 44303 w 115199"/>
              <a:gd name="csY20" fmla="*/ 141822 h 141821"/>
              <a:gd name="csX21" fmla="*/ 54936 w 115199"/>
              <a:gd name="csY21" fmla="*/ 141822 h 141821"/>
              <a:gd name="csX22" fmla="*/ 99239 w 115199"/>
              <a:gd name="csY22" fmla="*/ 97516 h 141821"/>
              <a:gd name="csX23" fmla="*/ 99239 w 115199"/>
              <a:gd name="csY23" fmla="*/ 44357 h 141821"/>
              <a:gd name="csX24" fmla="*/ 54936 w 115199"/>
              <a:gd name="csY24" fmla="*/ 58 h 141821"/>
              <a:gd name="csX25" fmla="*/ 44303 w 115199"/>
              <a:gd name="csY25" fmla="*/ 58 h 141821"/>
              <a:gd name="csX26" fmla="*/ 44303 w 115199"/>
              <a:gd name="csY26" fmla="*/ 10690 h 141821"/>
              <a:gd name="csX27" fmla="*/ 54936 w 115199"/>
              <a:gd name="csY27" fmla="*/ 10690 h 141821"/>
              <a:gd name="csX28" fmla="*/ 88554 w 115199"/>
              <a:gd name="csY28" fmla="*/ 46794 h 141821"/>
              <a:gd name="csX29" fmla="*/ 49628 w 115199"/>
              <a:gd name="csY29" fmla="*/ 60582 h 141821"/>
              <a:gd name="csX30" fmla="*/ 10633 w 115199"/>
              <a:gd name="csY30" fmla="*/ 46752 h 141821"/>
              <a:gd name="csX31" fmla="*/ 10633 w 115199"/>
              <a:gd name="csY31" fmla="*/ 44357 h 141821"/>
              <a:gd name="csX32" fmla="*/ 44303 w 115199"/>
              <a:gd name="csY32" fmla="*/ 10690 h 141821"/>
              <a:gd name="csX33" fmla="*/ 49543 w 115199"/>
              <a:gd name="csY33" fmla="*/ 21246 h 141821"/>
              <a:gd name="csX34" fmla="*/ 45800 w 115199"/>
              <a:gd name="csY34" fmla="*/ 22858 h 141821"/>
              <a:gd name="csX35" fmla="*/ 44303 w 115199"/>
              <a:gd name="csY35" fmla="*/ 26638 h 141821"/>
              <a:gd name="csX36" fmla="*/ 44303 w 115199"/>
              <a:gd name="csY36" fmla="*/ 40813 h 141821"/>
              <a:gd name="csX37" fmla="*/ 44694 w 115199"/>
              <a:gd name="csY37" fmla="*/ 42872 h 141821"/>
              <a:gd name="csX38" fmla="*/ 45834 w 115199"/>
              <a:gd name="csY38" fmla="*/ 44622 h 141821"/>
              <a:gd name="csX39" fmla="*/ 47569 w 115199"/>
              <a:gd name="csY39" fmla="*/ 45793 h 141821"/>
              <a:gd name="csX40" fmla="*/ 49628 w 115199"/>
              <a:gd name="csY40" fmla="*/ 46206 h 141821"/>
              <a:gd name="csX41" fmla="*/ 51670 w 115199"/>
              <a:gd name="csY41" fmla="*/ 45793 h 141821"/>
              <a:gd name="csX42" fmla="*/ 53405 w 115199"/>
              <a:gd name="csY42" fmla="*/ 44622 h 141821"/>
              <a:gd name="csX43" fmla="*/ 54562 w 115199"/>
              <a:gd name="csY43" fmla="*/ 42872 h 141821"/>
              <a:gd name="csX44" fmla="*/ 54936 w 115199"/>
              <a:gd name="csY44" fmla="*/ 40813 h 141821"/>
              <a:gd name="csX45" fmla="*/ 54936 w 115199"/>
              <a:gd name="csY45" fmla="*/ 26638 h 141821"/>
              <a:gd name="csX46" fmla="*/ 54545 w 115199"/>
              <a:gd name="csY46" fmla="*/ 24561 h 141821"/>
              <a:gd name="csX47" fmla="*/ 53388 w 115199"/>
              <a:gd name="csY47" fmla="*/ 22800 h 141821"/>
              <a:gd name="csX48" fmla="*/ 51618 w 115199"/>
              <a:gd name="csY48" fmla="*/ 21633 h 141821"/>
              <a:gd name="csX49" fmla="*/ 49543 w 115199"/>
              <a:gd name="csY49" fmla="*/ 21246 h 141821"/>
            </a:gdLst>
            <a:ahLst/>
            <a:cxnLst/>
            <a:rect l="l" t="t" r="r" b="b"/>
            <a:pathLst>
              <a:path w="100000" h="100000">
                <a:moveTo>
                  <a:pt x="77214" y="1"/>
                </a:moveTo>
                <a:cubicBezTo>
                  <a:pt x="76470" y="-19"/>
                  <a:pt x="75738" y="184"/>
                  <a:pt x="75102" y="583"/>
                </a:cubicBezTo>
                <a:cubicBezTo>
                  <a:pt x="74478" y="982"/>
                  <a:pt x="73974" y="1562"/>
                  <a:pt x="73675" y="2246"/>
                </a:cubicBezTo>
                <a:cubicBezTo>
                  <a:pt x="73374" y="2929"/>
                  <a:pt x="73290" y="3686"/>
                  <a:pt x="73422" y="4420"/>
                </a:cubicBezTo>
                <a:cubicBezTo>
                  <a:pt x="73555" y="5154"/>
                  <a:pt x="73914" y="5832"/>
                  <a:pt x="74430" y="6366"/>
                </a:cubicBezTo>
                <a:cubicBezTo>
                  <a:pt x="78593" y="10762"/>
                  <a:pt x="81675" y="16192"/>
                  <a:pt x="83236" y="22218"/>
                </a:cubicBezTo>
                <a:cubicBezTo>
                  <a:pt x="83356" y="22696"/>
                  <a:pt x="83572" y="23143"/>
                  <a:pt x="83871" y="23537"/>
                </a:cubicBezTo>
                <a:cubicBezTo>
                  <a:pt x="84160" y="23929"/>
                  <a:pt x="84531" y="24262"/>
                  <a:pt x="84963" y="24512"/>
                </a:cubicBezTo>
                <a:cubicBezTo>
                  <a:pt x="85383" y="24762"/>
                  <a:pt x="85851" y="24926"/>
                  <a:pt x="86343" y="24995"/>
                </a:cubicBezTo>
                <a:cubicBezTo>
                  <a:pt x="86822" y="25063"/>
                  <a:pt x="87326" y="25036"/>
                  <a:pt x="87794" y="24912"/>
                </a:cubicBezTo>
                <a:cubicBezTo>
                  <a:pt x="88274" y="24790"/>
                  <a:pt x="88730" y="24574"/>
                  <a:pt x="89114" y="24278"/>
                </a:cubicBezTo>
                <a:cubicBezTo>
                  <a:pt x="89510" y="23982"/>
                  <a:pt x="89846" y="23611"/>
                  <a:pt x="90097" y="23186"/>
                </a:cubicBezTo>
                <a:cubicBezTo>
                  <a:pt x="90337" y="22762"/>
                  <a:pt x="90506" y="22292"/>
                  <a:pt x="90578" y="21806"/>
                </a:cubicBezTo>
                <a:cubicBezTo>
                  <a:pt x="90649" y="21317"/>
                  <a:pt x="90614" y="20821"/>
                  <a:pt x="90493" y="20345"/>
                </a:cubicBezTo>
                <a:cubicBezTo>
                  <a:pt x="88610" y="13058"/>
                  <a:pt x="84891" y="6507"/>
                  <a:pt x="79876" y="1211"/>
                </a:cubicBezTo>
                <a:cubicBezTo>
                  <a:pt x="79529" y="843"/>
                  <a:pt x="79121" y="546"/>
                  <a:pt x="78665" y="338"/>
                </a:cubicBezTo>
                <a:cubicBezTo>
                  <a:pt x="78209" y="130"/>
                  <a:pt x="77717" y="16"/>
                  <a:pt x="77214" y="1"/>
                </a:cubicBezTo>
                <a:close/>
                <a:moveTo>
                  <a:pt x="40624" y="41"/>
                </a:moveTo>
                <a:cubicBezTo>
                  <a:pt x="23398" y="41"/>
                  <a:pt x="9386" y="14052"/>
                  <a:pt x="9386" y="31277"/>
                </a:cubicBezTo>
                <a:lnTo>
                  <a:pt x="9386" y="68760"/>
                </a:lnTo>
                <a:cubicBezTo>
                  <a:pt x="9386" y="85991"/>
                  <a:pt x="23398" y="100001"/>
                  <a:pt x="40624" y="100001"/>
                </a:cubicBezTo>
                <a:lnTo>
                  <a:pt x="48122" y="100001"/>
                </a:lnTo>
                <a:cubicBezTo>
                  <a:pt x="65349" y="100001"/>
                  <a:pt x="79361" y="85991"/>
                  <a:pt x="79361" y="68760"/>
                </a:cubicBezTo>
                <a:lnTo>
                  <a:pt x="79361" y="31277"/>
                </a:lnTo>
                <a:cubicBezTo>
                  <a:pt x="79361" y="14052"/>
                  <a:pt x="65349" y="41"/>
                  <a:pt x="48122" y="41"/>
                </a:cubicBezTo>
                <a:lnTo>
                  <a:pt x="40624" y="41"/>
                </a:lnTo>
                <a:close/>
                <a:moveTo>
                  <a:pt x="40624" y="7538"/>
                </a:moveTo>
                <a:lnTo>
                  <a:pt x="48122" y="7538"/>
                </a:lnTo>
                <a:cubicBezTo>
                  <a:pt x="60935" y="7538"/>
                  <a:pt x="71384" y="17760"/>
                  <a:pt x="71826" y="32995"/>
                </a:cubicBezTo>
                <a:cubicBezTo>
                  <a:pt x="65889" y="37741"/>
                  <a:pt x="56724" y="42717"/>
                  <a:pt x="44379" y="42717"/>
                </a:cubicBezTo>
                <a:cubicBezTo>
                  <a:pt x="31999" y="42717"/>
                  <a:pt x="22822" y="37719"/>
                  <a:pt x="16883" y="32965"/>
                </a:cubicBezTo>
                <a:lnTo>
                  <a:pt x="16883" y="31277"/>
                </a:lnTo>
                <a:cubicBezTo>
                  <a:pt x="16883" y="18188"/>
                  <a:pt x="27536" y="7538"/>
                  <a:pt x="40624" y="7538"/>
                </a:cubicBezTo>
                <a:close/>
                <a:moveTo>
                  <a:pt x="44319" y="14981"/>
                </a:moveTo>
                <a:cubicBezTo>
                  <a:pt x="43324" y="14996"/>
                  <a:pt x="42376" y="15405"/>
                  <a:pt x="41680" y="16118"/>
                </a:cubicBezTo>
                <a:cubicBezTo>
                  <a:pt x="40996" y="16831"/>
                  <a:pt x="40612" y="17789"/>
                  <a:pt x="40624" y="18783"/>
                </a:cubicBezTo>
                <a:lnTo>
                  <a:pt x="40624" y="28778"/>
                </a:lnTo>
                <a:cubicBezTo>
                  <a:pt x="40624" y="29275"/>
                  <a:pt x="40708" y="29768"/>
                  <a:pt x="40900" y="30230"/>
                </a:cubicBezTo>
                <a:cubicBezTo>
                  <a:pt x="41080" y="30690"/>
                  <a:pt x="41356" y="31110"/>
                  <a:pt x="41704" y="31464"/>
                </a:cubicBezTo>
                <a:cubicBezTo>
                  <a:pt x="42052" y="31816"/>
                  <a:pt x="42472" y="32098"/>
                  <a:pt x="42927" y="32289"/>
                </a:cubicBezTo>
                <a:cubicBezTo>
                  <a:pt x="43384" y="32481"/>
                  <a:pt x="43876" y="32581"/>
                  <a:pt x="44379" y="32581"/>
                </a:cubicBezTo>
                <a:cubicBezTo>
                  <a:pt x="44871" y="32581"/>
                  <a:pt x="45364" y="32481"/>
                  <a:pt x="45819" y="32289"/>
                </a:cubicBezTo>
                <a:cubicBezTo>
                  <a:pt x="46275" y="32098"/>
                  <a:pt x="46695" y="31816"/>
                  <a:pt x="47042" y="31464"/>
                </a:cubicBezTo>
                <a:cubicBezTo>
                  <a:pt x="47391" y="31110"/>
                  <a:pt x="47666" y="30690"/>
                  <a:pt x="47858" y="30230"/>
                </a:cubicBezTo>
                <a:cubicBezTo>
                  <a:pt x="48039" y="29768"/>
                  <a:pt x="48134" y="29275"/>
                  <a:pt x="48122" y="28778"/>
                </a:cubicBezTo>
                <a:lnTo>
                  <a:pt x="48122" y="18783"/>
                </a:lnTo>
                <a:cubicBezTo>
                  <a:pt x="48134" y="18280"/>
                  <a:pt x="48039" y="17782"/>
                  <a:pt x="47846" y="17318"/>
                </a:cubicBezTo>
                <a:cubicBezTo>
                  <a:pt x="47654" y="16853"/>
                  <a:pt x="47378" y="16431"/>
                  <a:pt x="47030" y="16077"/>
                </a:cubicBezTo>
                <a:cubicBezTo>
                  <a:pt x="46671" y="15722"/>
                  <a:pt x="46251" y="15442"/>
                  <a:pt x="45782" y="15254"/>
                </a:cubicBezTo>
                <a:cubicBezTo>
                  <a:pt x="45315" y="15065"/>
                  <a:pt x="44823" y="14972"/>
                  <a:pt x="44319" y="1498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9" name="Красный — SVG 28">
            <a:extLst>
              <a:ext uri="{FF2B5EF4-FFF2-40B4-BE49-F238E27FC236}">
                <a16:creationId xmlns:a16="http://schemas.microsoft.com/office/drawing/2014/main" id="{9B54C8B9-6AAA-0C49-9CFE-89DB4C4FCDDE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37208 w 127600"/>
              <a:gd name="csY0" fmla="*/ 67345 h 138232"/>
              <a:gd name="csX1" fmla="*/ 31900 w 127600"/>
              <a:gd name="csY1" fmla="*/ 72661 h 138232"/>
              <a:gd name="csX2" fmla="*/ 37208 w 127600"/>
              <a:gd name="csY2" fmla="*/ 77977 h 138232"/>
              <a:gd name="csX3" fmla="*/ 42534 w 127600"/>
              <a:gd name="csY3" fmla="*/ 72661 h 138232"/>
              <a:gd name="csX4" fmla="*/ 37208 w 127600"/>
              <a:gd name="csY4" fmla="*/ 67345 h 138232"/>
              <a:gd name="csX5" fmla="*/ 37208 w 127600"/>
              <a:gd name="csY5" fmla="*/ 67345 h 138232"/>
              <a:gd name="csX6" fmla="*/ 31900 w 127600"/>
              <a:gd name="csY6" fmla="*/ 72661 h 138232"/>
              <a:gd name="csX7" fmla="*/ 37208 w 127600"/>
              <a:gd name="csY7" fmla="*/ 77977 h 138232"/>
              <a:gd name="csX8" fmla="*/ 42534 w 127600"/>
              <a:gd name="csY8" fmla="*/ 72661 h 138232"/>
              <a:gd name="csX9" fmla="*/ 37208 w 127600"/>
              <a:gd name="csY9" fmla="*/ 67345 h 138232"/>
              <a:gd name="csX10" fmla="*/ 117461 w 127600"/>
              <a:gd name="csY10" fmla="*/ 40835 h 138232"/>
              <a:gd name="csX11" fmla="*/ 67101 w 127600"/>
              <a:gd name="csY11" fmla="*/ 1143 h 138232"/>
              <a:gd name="csX12" fmla="*/ 60500 w 127600"/>
              <a:gd name="csY12" fmla="*/ 1143 h 138232"/>
              <a:gd name="csX13" fmla="*/ 10140 w 127600"/>
              <a:gd name="csY13" fmla="*/ 40835 h 138232"/>
              <a:gd name="csX14" fmla="*/ 0 w 127600"/>
              <a:gd name="csY14" fmla="*/ 61709 h 138232"/>
              <a:gd name="csX15" fmla="*/ 0 w 127600"/>
              <a:gd name="csY15" fmla="*/ 129369 h 138232"/>
              <a:gd name="csX16" fmla="*/ 8864 w 127600"/>
              <a:gd name="csY16" fmla="*/ 138232 h 138232"/>
              <a:gd name="csX17" fmla="*/ 118737 w 127600"/>
              <a:gd name="csY17" fmla="*/ 138232 h 138232"/>
              <a:gd name="csX18" fmla="*/ 127601 w 127600"/>
              <a:gd name="csY18" fmla="*/ 129369 h 138232"/>
              <a:gd name="csX19" fmla="*/ 127601 w 127600"/>
              <a:gd name="csY19" fmla="*/ 61709 h 138232"/>
              <a:gd name="csX20" fmla="*/ 117461 w 127600"/>
              <a:gd name="csY20" fmla="*/ 40835 h 138232"/>
              <a:gd name="csX21" fmla="*/ 106334 w 127600"/>
              <a:gd name="csY21" fmla="*/ 113413 h 138232"/>
              <a:gd name="csX22" fmla="*/ 99239 w 127600"/>
              <a:gd name="csY22" fmla="*/ 120507 h 138232"/>
              <a:gd name="csX23" fmla="*/ 28361 w 127600"/>
              <a:gd name="csY23" fmla="*/ 120507 h 138232"/>
              <a:gd name="csX24" fmla="*/ 21267 w 127600"/>
              <a:gd name="csY24" fmla="*/ 113413 h 138232"/>
              <a:gd name="csX25" fmla="*/ 21267 w 127600"/>
              <a:gd name="csY25" fmla="*/ 102781 h 138232"/>
              <a:gd name="csX26" fmla="*/ 28361 w 127600"/>
              <a:gd name="csY26" fmla="*/ 95696 h 138232"/>
              <a:gd name="csX27" fmla="*/ 99239 w 127600"/>
              <a:gd name="csY27" fmla="*/ 95696 h 138232"/>
              <a:gd name="csX28" fmla="*/ 106334 w 127600"/>
              <a:gd name="csY28" fmla="*/ 102781 h 138232"/>
              <a:gd name="csX29" fmla="*/ 106334 w 127600"/>
              <a:gd name="csY29" fmla="*/ 113413 h 138232"/>
              <a:gd name="csX30" fmla="*/ 106334 w 127600"/>
              <a:gd name="csY30" fmla="*/ 77977 h 138232"/>
              <a:gd name="csX31" fmla="*/ 99239 w 127600"/>
              <a:gd name="csY31" fmla="*/ 85064 h 138232"/>
              <a:gd name="csX32" fmla="*/ 28361 w 127600"/>
              <a:gd name="csY32" fmla="*/ 85064 h 138232"/>
              <a:gd name="csX33" fmla="*/ 21267 w 127600"/>
              <a:gd name="csY33" fmla="*/ 77977 h 138232"/>
              <a:gd name="csX34" fmla="*/ 21267 w 127600"/>
              <a:gd name="csY34" fmla="*/ 67345 h 138232"/>
              <a:gd name="csX35" fmla="*/ 28361 w 127600"/>
              <a:gd name="csY35" fmla="*/ 60257 h 138232"/>
              <a:gd name="csX36" fmla="*/ 99239 w 127600"/>
              <a:gd name="csY36" fmla="*/ 60257 h 138232"/>
              <a:gd name="csX37" fmla="*/ 106334 w 127600"/>
              <a:gd name="csY37" fmla="*/ 67345 h 138232"/>
              <a:gd name="csX38" fmla="*/ 106334 w 127600"/>
              <a:gd name="csY38" fmla="*/ 77977 h 138232"/>
              <a:gd name="csX39" fmla="*/ 37208 w 127600"/>
              <a:gd name="csY39" fmla="*/ 67345 h 138232"/>
              <a:gd name="csX40" fmla="*/ 31900 w 127600"/>
              <a:gd name="csY40" fmla="*/ 72661 h 138232"/>
              <a:gd name="csX41" fmla="*/ 37208 w 127600"/>
              <a:gd name="csY41" fmla="*/ 77977 h 138232"/>
              <a:gd name="csX42" fmla="*/ 42534 w 127600"/>
              <a:gd name="csY42" fmla="*/ 72661 h 138232"/>
              <a:gd name="csX43" fmla="*/ 37208 w 127600"/>
              <a:gd name="csY43" fmla="*/ 67345 h 138232"/>
              <a:gd name="csX44" fmla="*/ 37208 w 127600"/>
              <a:gd name="csY44" fmla="*/ 102781 h 138232"/>
              <a:gd name="csX45" fmla="*/ 31900 w 127600"/>
              <a:gd name="csY45" fmla="*/ 108106 h 138232"/>
              <a:gd name="csX46" fmla="*/ 37208 w 127600"/>
              <a:gd name="csY46" fmla="*/ 113413 h 138232"/>
              <a:gd name="csX47" fmla="*/ 42534 w 127600"/>
              <a:gd name="csY47" fmla="*/ 108106 h 138232"/>
              <a:gd name="csX48" fmla="*/ 37208 w 127600"/>
              <a:gd name="csY48" fmla="*/ 102781 h 138232"/>
              <a:gd name="csX49" fmla="*/ 37208 w 127600"/>
              <a:gd name="csY49" fmla="*/ 67345 h 138232"/>
              <a:gd name="csX50" fmla="*/ 31900 w 127600"/>
              <a:gd name="csY50" fmla="*/ 72661 h 138232"/>
              <a:gd name="csX51" fmla="*/ 37208 w 127600"/>
              <a:gd name="csY51" fmla="*/ 77977 h 138232"/>
              <a:gd name="csX52" fmla="*/ 42534 w 127600"/>
              <a:gd name="csY52" fmla="*/ 72661 h 138232"/>
              <a:gd name="csX53" fmla="*/ 37208 w 127600"/>
              <a:gd name="csY53" fmla="*/ 67345 h 138232"/>
              <a:gd name="csX54" fmla="*/ 37208 w 127600"/>
              <a:gd name="csY54" fmla="*/ 67345 h 138232"/>
              <a:gd name="csX55" fmla="*/ 31900 w 127600"/>
              <a:gd name="csY55" fmla="*/ 72661 h 138232"/>
              <a:gd name="csX56" fmla="*/ 37208 w 127600"/>
              <a:gd name="csY56" fmla="*/ 77977 h 138232"/>
              <a:gd name="csX57" fmla="*/ 42534 w 127600"/>
              <a:gd name="csY57" fmla="*/ 72661 h 138232"/>
              <a:gd name="csX58" fmla="*/ 37208 w 127600"/>
              <a:gd name="csY58" fmla="*/ 67345 h 138232"/>
              <a:gd name="csX59" fmla="*/ 37208 w 127600"/>
              <a:gd name="csY59" fmla="*/ 102781 h 138232"/>
              <a:gd name="csX60" fmla="*/ 31900 w 127600"/>
              <a:gd name="csY60" fmla="*/ 108106 h 138232"/>
              <a:gd name="csX61" fmla="*/ 37208 w 127600"/>
              <a:gd name="csY61" fmla="*/ 113413 h 138232"/>
              <a:gd name="csX62" fmla="*/ 42534 w 127600"/>
              <a:gd name="csY62" fmla="*/ 108106 h 138232"/>
              <a:gd name="csX63" fmla="*/ 37208 w 127600"/>
              <a:gd name="csY63" fmla="*/ 102781 h 138232"/>
              <a:gd name="csX64" fmla="*/ 37208 w 127600"/>
              <a:gd name="csY64" fmla="*/ 102781 h 138232"/>
              <a:gd name="csX65" fmla="*/ 31900 w 127600"/>
              <a:gd name="csY65" fmla="*/ 108106 h 138232"/>
              <a:gd name="csX66" fmla="*/ 37208 w 127600"/>
              <a:gd name="csY66" fmla="*/ 113413 h 138232"/>
              <a:gd name="csX67" fmla="*/ 42534 w 127600"/>
              <a:gd name="csY67" fmla="*/ 108106 h 138232"/>
              <a:gd name="csX68" fmla="*/ 37208 w 127600"/>
              <a:gd name="csY68" fmla="*/ 102781 h 138232"/>
            </a:gdLst>
            <a:ahLst/>
            <a:cxnLst/>
            <a:rect l="l" t="t" r="r" b="b"/>
            <a:pathLst>
              <a:path w="100000" h="100000"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88820" y="29541"/>
                </a:moveTo>
                <a:lnTo>
                  <a:pt x="52388" y="827"/>
                </a:lnTo>
                <a:cubicBezTo>
                  <a:pt x="50972" y="-276"/>
                  <a:pt x="49028" y="-276"/>
                  <a:pt x="47613" y="827"/>
                </a:cubicBezTo>
                <a:lnTo>
                  <a:pt x="11181" y="29541"/>
                </a:lnTo>
                <a:cubicBezTo>
                  <a:pt x="6541" y="33183"/>
                  <a:pt x="3846" y="38745"/>
                  <a:pt x="3846" y="44642"/>
                </a:cubicBezTo>
                <a:lnTo>
                  <a:pt x="3846" y="93588"/>
                </a:lnTo>
                <a:cubicBezTo>
                  <a:pt x="3846" y="97121"/>
                  <a:pt x="6713" y="100000"/>
                  <a:pt x="10258" y="100000"/>
                </a:cubicBezTo>
                <a:lnTo>
                  <a:pt x="89743" y="100000"/>
                </a:lnTo>
                <a:cubicBezTo>
                  <a:pt x="93287" y="100000"/>
                  <a:pt x="96155" y="97121"/>
                  <a:pt x="96155" y="93588"/>
                </a:cubicBezTo>
                <a:lnTo>
                  <a:pt x="96155" y="44642"/>
                </a:lnTo>
                <a:cubicBezTo>
                  <a:pt x="96155" y="38745"/>
                  <a:pt x="93460" y="33183"/>
                  <a:pt x="88820" y="29541"/>
                </a:cubicBezTo>
                <a:close/>
                <a:moveTo>
                  <a:pt x="80770" y="82045"/>
                </a:moveTo>
                <a:cubicBezTo>
                  <a:pt x="80770" y="84864"/>
                  <a:pt x="78456" y="87177"/>
                  <a:pt x="75637" y="87177"/>
                </a:cubicBezTo>
                <a:lnTo>
                  <a:pt x="24363" y="87177"/>
                </a:lnTo>
                <a:cubicBezTo>
                  <a:pt x="21532" y="87177"/>
                  <a:pt x="19231" y="84864"/>
                  <a:pt x="19231" y="82045"/>
                </a:cubicBezTo>
                <a:lnTo>
                  <a:pt x="19231" y="74354"/>
                </a:lnTo>
                <a:cubicBezTo>
                  <a:pt x="19231" y="71536"/>
                  <a:pt x="21532" y="69229"/>
                  <a:pt x="24363" y="69229"/>
                </a:cubicBezTo>
                <a:lnTo>
                  <a:pt x="75637" y="69229"/>
                </a:lnTo>
                <a:cubicBezTo>
                  <a:pt x="78456" y="69229"/>
                  <a:pt x="80770" y="71536"/>
                  <a:pt x="80770" y="74354"/>
                </a:cubicBezTo>
                <a:lnTo>
                  <a:pt x="80770" y="82045"/>
                </a:lnTo>
                <a:close/>
                <a:moveTo>
                  <a:pt x="80770" y="56410"/>
                </a:moveTo>
                <a:cubicBezTo>
                  <a:pt x="80770" y="59229"/>
                  <a:pt x="78456" y="61537"/>
                  <a:pt x="75637" y="61537"/>
                </a:cubicBezTo>
                <a:lnTo>
                  <a:pt x="24363" y="61537"/>
                </a:lnTo>
                <a:cubicBezTo>
                  <a:pt x="21532" y="61537"/>
                  <a:pt x="19231" y="59229"/>
                  <a:pt x="19231" y="56410"/>
                </a:cubicBezTo>
                <a:lnTo>
                  <a:pt x="19231" y="48719"/>
                </a:lnTo>
                <a:cubicBezTo>
                  <a:pt x="19231" y="45898"/>
                  <a:pt x="21532" y="43591"/>
                  <a:pt x="24363" y="43591"/>
                </a:cubicBezTo>
                <a:lnTo>
                  <a:pt x="75637" y="43591"/>
                </a:lnTo>
                <a:cubicBezTo>
                  <a:pt x="78456" y="43591"/>
                  <a:pt x="80770" y="45898"/>
                  <a:pt x="80770" y="48719"/>
                </a:cubicBezTo>
                <a:lnTo>
                  <a:pt x="80770" y="56410"/>
                </a:ln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74354"/>
                </a:moveTo>
                <a:cubicBezTo>
                  <a:pt x="28646" y="74354"/>
                  <a:pt x="26923" y="76077"/>
                  <a:pt x="26923" y="78206"/>
                </a:cubicBezTo>
                <a:cubicBezTo>
                  <a:pt x="26923" y="80335"/>
                  <a:pt x="28646" y="82045"/>
                  <a:pt x="30763" y="82045"/>
                </a:cubicBezTo>
                <a:cubicBezTo>
                  <a:pt x="32893" y="82045"/>
                  <a:pt x="34616" y="80335"/>
                  <a:pt x="34616" y="78206"/>
                </a:cubicBezTo>
                <a:cubicBezTo>
                  <a:pt x="34616" y="76077"/>
                  <a:pt x="32893" y="74354"/>
                  <a:pt x="30763" y="74354"/>
                </a:cubicBez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74354"/>
                </a:moveTo>
                <a:cubicBezTo>
                  <a:pt x="28646" y="74354"/>
                  <a:pt x="26923" y="76077"/>
                  <a:pt x="26923" y="78206"/>
                </a:cubicBezTo>
                <a:cubicBezTo>
                  <a:pt x="26923" y="80335"/>
                  <a:pt x="28646" y="82045"/>
                  <a:pt x="30763" y="82045"/>
                </a:cubicBezTo>
                <a:cubicBezTo>
                  <a:pt x="32893" y="82045"/>
                  <a:pt x="34616" y="80335"/>
                  <a:pt x="34616" y="78206"/>
                </a:cubicBezTo>
                <a:cubicBezTo>
                  <a:pt x="34616" y="76077"/>
                  <a:pt x="32893" y="74354"/>
                  <a:pt x="30763" y="74354"/>
                </a:cubicBezTo>
                <a:close/>
                <a:moveTo>
                  <a:pt x="30763" y="74354"/>
                </a:moveTo>
                <a:cubicBezTo>
                  <a:pt x="28646" y="74354"/>
                  <a:pt x="26923" y="76077"/>
                  <a:pt x="26923" y="78206"/>
                </a:cubicBezTo>
                <a:cubicBezTo>
                  <a:pt x="26923" y="80335"/>
                  <a:pt x="28646" y="82045"/>
                  <a:pt x="30763" y="82045"/>
                </a:cubicBezTo>
                <a:cubicBezTo>
                  <a:pt x="32893" y="82045"/>
                  <a:pt x="34616" y="80335"/>
                  <a:pt x="34616" y="78206"/>
                </a:cubicBezTo>
                <a:cubicBezTo>
                  <a:pt x="34616" y="76077"/>
                  <a:pt x="32893" y="74354"/>
                  <a:pt x="30763" y="7435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0" name="Красный — SVG 29">
            <a:extLst>
              <a:ext uri="{FF2B5EF4-FFF2-40B4-BE49-F238E27FC236}">
                <a16:creationId xmlns:a16="http://schemas.microsoft.com/office/drawing/2014/main" id="{481334FC-F75E-A040-B6B0-D39FC486E5B2}"/>
              </a:ext>
            </a:extLst>
          </p:cNvPr>
          <p:cNvSpPr>
            <a:spLocks noGrp="1"/>
          </p:cNvSpPr>
          <p:nvPr/>
        </p:nvSpPr>
        <p:spPr>
          <a:xfrm>
            <a:off x="6420000" y="1410000"/>
            <a:ext cx="220000" cy="220000"/>
          </a:xfrm>
          <a:custGeom>
            <a:avLst/>
            <a:gdLst>
              <a:gd name="csX0" fmla="*/ 19497 w 106333"/>
              <a:gd name="csY0" fmla="*/ 0 h 145308"/>
              <a:gd name="csX1" fmla="*/ 0 w 106333"/>
              <a:gd name="csY1" fmla="*/ 19491 h 145308"/>
              <a:gd name="csX2" fmla="*/ 0 w 106333"/>
              <a:gd name="csY2" fmla="*/ 125814 h 145308"/>
              <a:gd name="csX3" fmla="*/ 19497 w 106333"/>
              <a:gd name="csY3" fmla="*/ 145309 h 145308"/>
              <a:gd name="csX4" fmla="*/ 86837 w 106333"/>
              <a:gd name="csY4" fmla="*/ 145309 h 145308"/>
              <a:gd name="csX5" fmla="*/ 106334 w 106333"/>
              <a:gd name="csY5" fmla="*/ 125814 h 145308"/>
              <a:gd name="csX6" fmla="*/ 106334 w 106333"/>
              <a:gd name="csY6" fmla="*/ 19491 h 145308"/>
              <a:gd name="csX7" fmla="*/ 86837 w 106333"/>
              <a:gd name="csY7" fmla="*/ 0 h 145308"/>
              <a:gd name="csX8" fmla="*/ 19497 w 106333"/>
              <a:gd name="csY8" fmla="*/ 0 h 145308"/>
              <a:gd name="csX9" fmla="*/ 24805 w 106333"/>
              <a:gd name="csY9" fmla="*/ 21264 h 145308"/>
              <a:gd name="csX10" fmla="*/ 81528 w 106333"/>
              <a:gd name="csY10" fmla="*/ 21264 h 145308"/>
              <a:gd name="csX11" fmla="*/ 88606 w 106333"/>
              <a:gd name="csY11" fmla="*/ 28352 h 145308"/>
              <a:gd name="csX12" fmla="*/ 88606 w 106333"/>
              <a:gd name="csY12" fmla="*/ 35439 h 145308"/>
              <a:gd name="csX13" fmla="*/ 81528 w 106333"/>
              <a:gd name="csY13" fmla="*/ 42528 h 145308"/>
              <a:gd name="csX14" fmla="*/ 24805 w 106333"/>
              <a:gd name="csY14" fmla="*/ 42528 h 145308"/>
              <a:gd name="csX15" fmla="*/ 17728 w 106333"/>
              <a:gd name="csY15" fmla="*/ 35439 h 145308"/>
              <a:gd name="csX16" fmla="*/ 17728 w 106333"/>
              <a:gd name="csY16" fmla="*/ 28352 h 145308"/>
              <a:gd name="csX17" fmla="*/ 24805 w 106333"/>
              <a:gd name="csY17" fmla="*/ 21264 h 145308"/>
              <a:gd name="csX18" fmla="*/ 24805 w 106333"/>
              <a:gd name="csY18" fmla="*/ 53160 h 145308"/>
              <a:gd name="csX19" fmla="*/ 81528 w 106333"/>
              <a:gd name="csY19" fmla="*/ 53160 h 145308"/>
              <a:gd name="csX20" fmla="*/ 88606 w 106333"/>
              <a:gd name="csY20" fmla="*/ 60248 h 145308"/>
              <a:gd name="csX21" fmla="*/ 88606 w 106333"/>
              <a:gd name="csY21" fmla="*/ 67335 h 145308"/>
              <a:gd name="csX22" fmla="*/ 81528 w 106333"/>
              <a:gd name="csY22" fmla="*/ 74424 h 145308"/>
              <a:gd name="csX23" fmla="*/ 24805 w 106333"/>
              <a:gd name="csY23" fmla="*/ 74424 h 145308"/>
              <a:gd name="csX24" fmla="*/ 17728 w 106333"/>
              <a:gd name="csY24" fmla="*/ 67335 h 145308"/>
              <a:gd name="csX25" fmla="*/ 17728 w 106333"/>
              <a:gd name="csY25" fmla="*/ 60248 h 145308"/>
              <a:gd name="csX26" fmla="*/ 24805 w 106333"/>
              <a:gd name="csY26" fmla="*/ 53160 h 145308"/>
              <a:gd name="csX27" fmla="*/ 53167 w 106333"/>
              <a:gd name="csY27" fmla="*/ 99231 h 145308"/>
              <a:gd name="csX28" fmla="*/ 63800 w 106333"/>
              <a:gd name="csY28" fmla="*/ 109858 h 145308"/>
              <a:gd name="csX29" fmla="*/ 53167 w 106333"/>
              <a:gd name="csY29" fmla="*/ 120490 h 145308"/>
              <a:gd name="csX30" fmla="*/ 42534 w 106333"/>
              <a:gd name="csY30" fmla="*/ 109858 h 145308"/>
              <a:gd name="csX31" fmla="*/ 53167 w 106333"/>
              <a:gd name="csY31" fmla="*/ 99231 h 145308"/>
            </a:gdLst>
            <a:ahLst/>
            <a:cxnLst/>
            <a:rect l="l" t="t" r="r" b="b"/>
            <a:pathLst>
              <a:path w="100000" h="100000">
                <a:moveTo>
                  <a:pt x="26829" y="0"/>
                </a:moveTo>
                <a:cubicBezTo>
                  <a:pt x="19465" y="0"/>
                  <a:pt x="13411" y="6049"/>
                  <a:pt x="13411" y="13414"/>
                </a:cubicBezTo>
                <a:lnTo>
                  <a:pt x="13411" y="86584"/>
                </a:lnTo>
                <a:cubicBezTo>
                  <a:pt x="13411" y="93948"/>
                  <a:pt x="19465" y="100001"/>
                  <a:pt x="26829" y="100001"/>
                </a:cubicBezTo>
                <a:lnTo>
                  <a:pt x="73172" y="100001"/>
                </a:lnTo>
                <a:cubicBezTo>
                  <a:pt x="80536" y="100001"/>
                  <a:pt x="86590" y="93948"/>
                  <a:pt x="86590" y="86584"/>
                </a:cubicBezTo>
                <a:lnTo>
                  <a:pt x="86590" y="13414"/>
                </a:lnTo>
                <a:cubicBezTo>
                  <a:pt x="86590" y="6049"/>
                  <a:pt x="80536" y="0"/>
                  <a:pt x="73172" y="0"/>
                </a:cubicBezTo>
                <a:lnTo>
                  <a:pt x="26829" y="0"/>
                </a:lnTo>
                <a:close/>
                <a:moveTo>
                  <a:pt x="30482" y="14634"/>
                </a:moveTo>
                <a:lnTo>
                  <a:pt x="69518" y="14634"/>
                </a:lnTo>
                <a:cubicBezTo>
                  <a:pt x="72199" y="14634"/>
                  <a:pt x="74389" y="16828"/>
                  <a:pt x="74389" y="19512"/>
                </a:cubicBezTo>
                <a:lnTo>
                  <a:pt x="74389" y="24389"/>
                </a:lnTo>
                <a:cubicBezTo>
                  <a:pt x="74389" y="27072"/>
                  <a:pt x="72199" y="29267"/>
                  <a:pt x="69518" y="29267"/>
                </a:cubicBezTo>
                <a:lnTo>
                  <a:pt x="30482" y="29267"/>
                </a:lnTo>
                <a:cubicBezTo>
                  <a:pt x="27801" y="29267"/>
                  <a:pt x="25611" y="27072"/>
                  <a:pt x="25611" y="24389"/>
                </a:cubicBezTo>
                <a:lnTo>
                  <a:pt x="25611" y="19512"/>
                </a:lnTo>
                <a:cubicBezTo>
                  <a:pt x="25611" y="16828"/>
                  <a:pt x="27801" y="14634"/>
                  <a:pt x="30482" y="14634"/>
                </a:cubicBezTo>
                <a:close/>
                <a:moveTo>
                  <a:pt x="30482" y="36584"/>
                </a:moveTo>
                <a:lnTo>
                  <a:pt x="69518" y="36584"/>
                </a:lnTo>
                <a:cubicBezTo>
                  <a:pt x="72199" y="36584"/>
                  <a:pt x="74389" y="38779"/>
                  <a:pt x="74389" y="41462"/>
                </a:cubicBezTo>
                <a:lnTo>
                  <a:pt x="74389" y="46339"/>
                </a:lnTo>
                <a:cubicBezTo>
                  <a:pt x="74389" y="49023"/>
                  <a:pt x="72199" y="51218"/>
                  <a:pt x="69518" y="51218"/>
                </a:cubicBezTo>
                <a:lnTo>
                  <a:pt x="30482" y="51218"/>
                </a:lnTo>
                <a:cubicBezTo>
                  <a:pt x="27801" y="51218"/>
                  <a:pt x="25611" y="49023"/>
                  <a:pt x="25611" y="46339"/>
                </a:cubicBezTo>
                <a:lnTo>
                  <a:pt x="25611" y="41462"/>
                </a:lnTo>
                <a:cubicBezTo>
                  <a:pt x="25611" y="38779"/>
                  <a:pt x="27801" y="36584"/>
                  <a:pt x="30482" y="36584"/>
                </a:cubicBezTo>
                <a:close/>
                <a:moveTo>
                  <a:pt x="50000" y="68290"/>
                </a:moveTo>
                <a:cubicBezTo>
                  <a:pt x="54051" y="68290"/>
                  <a:pt x="57318" y="71553"/>
                  <a:pt x="57318" y="75604"/>
                </a:cubicBezTo>
                <a:cubicBezTo>
                  <a:pt x="57318" y="79654"/>
                  <a:pt x="54051" y="82920"/>
                  <a:pt x="50000" y="82920"/>
                </a:cubicBezTo>
                <a:cubicBezTo>
                  <a:pt x="45949" y="82920"/>
                  <a:pt x="42683" y="79654"/>
                  <a:pt x="42683" y="75604"/>
                </a:cubicBezTo>
                <a:cubicBezTo>
                  <a:pt x="42683" y="71553"/>
                  <a:pt x="45949" y="68290"/>
                  <a:pt x="50000" y="6829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1" name="Красный — SVG 30">
            <a:extLst>
              <a:ext uri="{FF2B5EF4-FFF2-40B4-BE49-F238E27FC236}">
                <a16:creationId xmlns:a16="http://schemas.microsoft.com/office/drawing/2014/main" id="{DBB2BD31-9A20-384F-A6A5-2327A79BFD7C}"/>
              </a:ext>
            </a:extLst>
          </p:cNvPr>
          <p:cNvSpPr>
            <a:spLocks noGrp="1"/>
          </p:cNvSpPr>
          <p:nvPr/>
        </p:nvSpPr>
        <p:spPr>
          <a:xfrm>
            <a:off x="7020000" y="1410000"/>
            <a:ext cx="220000" cy="220000"/>
          </a:xfrm>
          <a:custGeom>
            <a:avLst/>
            <a:gdLst>
              <a:gd name="csX0" fmla="*/ 75114 w 132157"/>
              <a:gd name="csY0" fmla="*/ 62 h 141616"/>
              <a:gd name="csX1" fmla="*/ 68938 w 132157"/>
              <a:gd name="csY1" fmla="*/ 734 h 141616"/>
              <a:gd name="csX2" fmla="*/ 23496 w 132157"/>
              <a:gd name="csY2" fmla="*/ 14937 h 141616"/>
              <a:gd name="csX3" fmla="*/ 14121 w 132157"/>
              <a:gd name="csY3" fmla="*/ 22759 h 141616"/>
              <a:gd name="csX4" fmla="*/ 13032 w 132157"/>
              <a:gd name="csY4" fmla="*/ 34913 h 141616"/>
              <a:gd name="csX5" fmla="*/ 42908 w 132157"/>
              <a:gd name="csY5" fmla="*/ 130424 h 141616"/>
              <a:gd name="csX6" fmla="*/ 50734 w 132157"/>
              <a:gd name="csY6" fmla="*/ 139797 h 141616"/>
              <a:gd name="csX7" fmla="*/ 58101 w 132157"/>
              <a:gd name="csY7" fmla="*/ 141617 h 141616"/>
              <a:gd name="csX8" fmla="*/ 62882 w 132157"/>
              <a:gd name="csY8" fmla="*/ 140885 h 141616"/>
              <a:gd name="csX9" fmla="*/ 108324 w 132157"/>
              <a:gd name="csY9" fmla="*/ 126681 h 141616"/>
              <a:gd name="csX10" fmla="*/ 117699 w 132157"/>
              <a:gd name="csY10" fmla="*/ 118856 h 141616"/>
              <a:gd name="csX11" fmla="*/ 118788 w 132157"/>
              <a:gd name="csY11" fmla="*/ 106693 h 141616"/>
              <a:gd name="csX12" fmla="*/ 88912 w 132157"/>
              <a:gd name="csY12" fmla="*/ 11193 h 141616"/>
              <a:gd name="csX13" fmla="*/ 81086 w 132157"/>
              <a:gd name="csY13" fmla="*/ 1820 h 141616"/>
              <a:gd name="csX14" fmla="*/ 75114 w 132157"/>
              <a:gd name="csY14" fmla="*/ 62 h 141616"/>
              <a:gd name="csX15" fmla="*/ 110587 w 132157"/>
              <a:gd name="csY15" fmla="*/ 22745 h 141616"/>
              <a:gd name="csX16" fmla="*/ 108188 w 132157"/>
              <a:gd name="csY16" fmla="*/ 23359 h 141616"/>
              <a:gd name="csX17" fmla="*/ 106351 w 132157"/>
              <a:gd name="csY17" fmla="*/ 24980 h 141616"/>
              <a:gd name="csX18" fmla="*/ 105415 w 132157"/>
              <a:gd name="csY18" fmla="*/ 27261 h 141616"/>
              <a:gd name="csX19" fmla="*/ 105619 w 132157"/>
              <a:gd name="csY19" fmla="*/ 29716 h 141616"/>
              <a:gd name="csX20" fmla="*/ 121748 w 132157"/>
              <a:gd name="csY20" fmla="*/ 81234 h 141616"/>
              <a:gd name="csX21" fmla="*/ 122718 w 132157"/>
              <a:gd name="csY21" fmla="*/ 83094 h 141616"/>
              <a:gd name="csX22" fmla="*/ 124334 w 132157"/>
              <a:gd name="csY22" fmla="*/ 84431 h 141616"/>
              <a:gd name="csX23" fmla="*/ 126342 w 132157"/>
              <a:gd name="csY23" fmla="*/ 85038 h 141616"/>
              <a:gd name="csX24" fmla="*/ 128434 w 132157"/>
              <a:gd name="csY24" fmla="*/ 84820 h 141616"/>
              <a:gd name="csX25" fmla="*/ 130272 w 132157"/>
              <a:gd name="csY25" fmla="*/ 83811 h 141616"/>
              <a:gd name="csX26" fmla="*/ 131582 w 132157"/>
              <a:gd name="csY26" fmla="*/ 82168 h 141616"/>
              <a:gd name="csX27" fmla="*/ 132143 w 132157"/>
              <a:gd name="csY27" fmla="*/ 80147 h 141616"/>
              <a:gd name="csX28" fmla="*/ 131888 w 132157"/>
              <a:gd name="csY28" fmla="*/ 78065 h 141616"/>
              <a:gd name="csX29" fmla="*/ 115776 w 132157"/>
              <a:gd name="csY29" fmla="*/ 26545 h 141616"/>
              <a:gd name="csX30" fmla="*/ 113820 w 132157"/>
              <a:gd name="csY30" fmla="*/ 23771 h 141616"/>
              <a:gd name="csX31" fmla="*/ 110587 w 132157"/>
              <a:gd name="csY31" fmla="*/ 22745 h 141616"/>
              <a:gd name="csX32" fmla="*/ 5223 w 132157"/>
              <a:gd name="csY32" fmla="*/ 55976 h 141616"/>
              <a:gd name="csX33" fmla="*/ 2841 w 132157"/>
              <a:gd name="csY33" fmla="*/ 56590 h 141616"/>
              <a:gd name="csX34" fmla="*/ 987 w 132157"/>
              <a:gd name="csY34" fmla="*/ 58213 h 141616"/>
              <a:gd name="csX35" fmla="*/ 68 w 132157"/>
              <a:gd name="csY35" fmla="*/ 60498 h 141616"/>
              <a:gd name="csX36" fmla="*/ 272 w 132157"/>
              <a:gd name="csY36" fmla="*/ 62954 h 141616"/>
              <a:gd name="csX37" fmla="*/ 16231 w 132157"/>
              <a:gd name="csY37" fmla="*/ 113974 h 141616"/>
              <a:gd name="csX38" fmla="*/ 17201 w 132157"/>
              <a:gd name="csY38" fmla="*/ 115828 h 141616"/>
              <a:gd name="csX39" fmla="*/ 18817 w 132157"/>
              <a:gd name="csY39" fmla="*/ 117172 h 141616"/>
              <a:gd name="csX40" fmla="*/ 20824 w 132157"/>
              <a:gd name="csY40" fmla="*/ 117767 h 141616"/>
              <a:gd name="csX41" fmla="*/ 22917 w 132157"/>
              <a:gd name="csY41" fmla="*/ 117546 h 141616"/>
              <a:gd name="csX42" fmla="*/ 24755 w 132157"/>
              <a:gd name="csY42" fmla="*/ 116543 h 141616"/>
              <a:gd name="csX43" fmla="*/ 26065 w 132157"/>
              <a:gd name="csY43" fmla="*/ 114909 h 141616"/>
              <a:gd name="csX44" fmla="*/ 26626 w 132157"/>
              <a:gd name="csY44" fmla="*/ 112885 h 141616"/>
              <a:gd name="csX45" fmla="*/ 26371 w 132157"/>
              <a:gd name="csY45" fmla="*/ 110793 h 141616"/>
              <a:gd name="csX46" fmla="*/ 10412 w 132157"/>
              <a:gd name="csY46" fmla="*/ 59777 h 141616"/>
              <a:gd name="csX47" fmla="*/ 8456 w 132157"/>
              <a:gd name="csY47" fmla="*/ 57002 h 141616"/>
              <a:gd name="csX48" fmla="*/ 5223 w 132157"/>
              <a:gd name="csY48" fmla="*/ 55976 h 141616"/>
              <a:gd name="csX49" fmla="*/ 86343 w 132157"/>
              <a:gd name="csY49" fmla="*/ 105434 h 141616"/>
              <a:gd name="csX50" fmla="*/ 91958 w 132157"/>
              <a:gd name="csY50" fmla="*/ 109126 h 141616"/>
              <a:gd name="csX51" fmla="*/ 88470 w 132157"/>
              <a:gd name="csY51" fmla="*/ 115794 h 141616"/>
              <a:gd name="csX52" fmla="*/ 72817 w 132157"/>
              <a:gd name="csY52" fmla="*/ 120676 h 141616"/>
              <a:gd name="csX53" fmla="*/ 71218 w 132157"/>
              <a:gd name="csY53" fmla="*/ 120931 h 141616"/>
              <a:gd name="csX54" fmla="*/ 66148 w 132157"/>
              <a:gd name="csY54" fmla="*/ 117206 h 141616"/>
              <a:gd name="csX55" fmla="*/ 69636 w 132157"/>
              <a:gd name="csY55" fmla="*/ 110538 h 141616"/>
              <a:gd name="csX56" fmla="*/ 85288 w 132157"/>
              <a:gd name="csY56" fmla="*/ 105638 h 141616"/>
              <a:gd name="csX57" fmla="*/ 86343 w 132157"/>
              <a:gd name="csY57" fmla="*/ 105434 h 141616"/>
            </a:gdLst>
            <a:ahLst/>
            <a:cxnLst/>
            <a:rect l="l" t="t" r="r" b="b"/>
            <a:pathLst>
              <a:path w="100000" h="100000">
                <a:moveTo>
                  <a:pt x="56380" y="44"/>
                </a:moveTo>
                <a:cubicBezTo>
                  <a:pt x="54926" y="-85"/>
                  <a:pt x="53449" y="71"/>
                  <a:pt x="52019" y="518"/>
                </a:cubicBezTo>
                <a:lnTo>
                  <a:pt x="19931" y="10548"/>
                </a:lnTo>
                <a:cubicBezTo>
                  <a:pt x="17059" y="11446"/>
                  <a:pt x="14705" y="13405"/>
                  <a:pt x="13311" y="16071"/>
                </a:cubicBezTo>
                <a:cubicBezTo>
                  <a:pt x="11917" y="18736"/>
                  <a:pt x="11641" y="21784"/>
                  <a:pt x="12542" y="24653"/>
                </a:cubicBezTo>
                <a:lnTo>
                  <a:pt x="33639" y="92097"/>
                </a:lnTo>
                <a:cubicBezTo>
                  <a:pt x="34528" y="94967"/>
                  <a:pt x="36498" y="97322"/>
                  <a:pt x="39165" y="98716"/>
                </a:cubicBezTo>
                <a:cubicBezTo>
                  <a:pt x="40799" y="99569"/>
                  <a:pt x="42577" y="100001"/>
                  <a:pt x="44367" y="100001"/>
                </a:cubicBezTo>
                <a:cubicBezTo>
                  <a:pt x="45496" y="100001"/>
                  <a:pt x="46637" y="99833"/>
                  <a:pt x="47743" y="99484"/>
                </a:cubicBezTo>
                <a:lnTo>
                  <a:pt x="79831" y="89454"/>
                </a:lnTo>
                <a:cubicBezTo>
                  <a:pt x="82703" y="88553"/>
                  <a:pt x="85057" y="86595"/>
                  <a:pt x="86451" y="83928"/>
                </a:cubicBezTo>
                <a:cubicBezTo>
                  <a:pt x="87844" y="81262"/>
                  <a:pt x="88121" y="78211"/>
                  <a:pt x="87220" y="75340"/>
                </a:cubicBezTo>
                <a:lnTo>
                  <a:pt x="66124" y="7904"/>
                </a:lnTo>
                <a:cubicBezTo>
                  <a:pt x="65223" y="5033"/>
                  <a:pt x="63264" y="2682"/>
                  <a:pt x="60597" y="1285"/>
                </a:cubicBezTo>
                <a:cubicBezTo>
                  <a:pt x="59264" y="587"/>
                  <a:pt x="57834" y="174"/>
                  <a:pt x="56380" y="44"/>
                </a:cubicBezTo>
                <a:close/>
                <a:moveTo>
                  <a:pt x="81429" y="16061"/>
                </a:moveTo>
                <a:cubicBezTo>
                  <a:pt x="80841" y="16072"/>
                  <a:pt x="80264" y="16220"/>
                  <a:pt x="79735" y="16495"/>
                </a:cubicBezTo>
                <a:cubicBezTo>
                  <a:pt x="79219" y="16769"/>
                  <a:pt x="78774" y="17160"/>
                  <a:pt x="78438" y="17639"/>
                </a:cubicBezTo>
                <a:cubicBezTo>
                  <a:pt x="78089" y="18117"/>
                  <a:pt x="77873" y="18670"/>
                  <a:pt x="77777" y="19250"/>
                </a:cubicBezTo>
                <a:cubicBezTo>
                  <a:pt x="77693" y="19832"/>
                  <a:pt x="77741" y="20425"/>
                  <a:pt x="77921" y="20984"/>
                </a:cubicBezTo>
                <a:lnTo>
                  <a:pt x="89310" y="57362"/>
                </a:lnTo>
                <a:cubicBezTo>
                  <a:pt x="89442" y="57842"/>
                  <a:pt x="89683" y="58289"/>
                  <a:pt x="89995" y="58676"/>
                </a:cubicBezTo>
                <a:cubicBezTo>
                  <a:pt x="90307" y="59063"/>
                  <a:pt x="90691" y="59384"/>
                  <a:pt x="91136" y="59620"/>
                </a:cubicBezTo>
                <a:cubicBezTo>
                  <a:pt x="91580" y="59856"/>
                  <a:pt x="92061" y="60002"/>
                  <a:pt x="92554" y="60048"/>
                </a:cubicBezTo>
                <a:cubicBezTo>
                  <a:pt x="93046" y="60095"/>
                  <a:pt x="93551" y="60043"/>
                  <a:pt x="94031" y="59894"/>
                </a:cubicBezTo>
                <a:cubicBezTo>
                  <a:pt x="94500" y="59745"/>
                  <a:pt x="94944" y="59503"/>
                  <a:pt x="95329" y="59182"/>
                </a:cubicBezTo>
                <a:cubicBezTo>
                  <a:pt x="95713" y="58861"/>
                  <a:pt x="96026" y="58467"/>
                  <a:pt x="96254" y="58022"/>
                </a:cubicBezTo>
                <a:cubicBezTo>
                  <a:pt x="96482" y="57578"/>
                  <a:pt x="96614" y="57092"/>
                  <a:pt x="96650" y="56595"/>
                </a:cubicBezTo>
                <a:cubicBezTo>
                  <a:pt x="96686" y="56097"/>
                  <a:pt x="96626" y="55598"/>
                  <a:pt x="96470" y="55124"/>
                </a:cubicBezTo>
                <a:lnTo>
                  <a:pt x="85093" y="18744"/>
                </a:lnTo>
                <a:cubicBezTo>
                  <a:pt x="84853" y="17958"/>
                  <a:pt x="84372" y="17269"/>
                  <a:pt x="83712" y="16786"/>
                </a:cubicBezTo>
                <a:cubicBezTo>
                  <a:pt x="83051" y="16301"/>
                  <a:pt x="82246" y="16047"/>
                  <a:pt x="81429" y="16061"/>
                </a:cubicBezTo>
                <a:close/>
                <a:moveTo>
                  <a:pt x="7028" y="39527"/>
                </a:moveTo>
                <a:cubicBezTo>
                  <a:pt x="6440" y="39537"/>
                  <a:pt x="5863" y="39686"/>
                  <a:pt x="5346" y="39960"/>
                </a:cubicBezTo>
                <a:cubicBezTo>
                  <a:pt x="4818" y="40234"/>
                  <a:pt x="4373" y="40627"/>
                  <a:pt x="4037" y="41106"/>
                </a:cubicBezTo>
                <a:cubicBezTo>
                  <a:pt x="3688" y="41586"/>
                  <a:pt x="3472" y="42138"/>
                  <a:pt x="3388" y="42720"/>
                </a:cubicBezTo>
                <a:cubicBezTo>
                  <a:pt x="3292" y="43301"/>
                  <a:pt x="3340" y="43895"/>
                  <a:pt x="3532" y="44454"/>
                </a:cubicBezTo>
                <a:lnTo>
                  <a:pt x="14801" y="80481"/>
                </a:lnTo>
                <a:cubicBezTo>
                  <a:pt x="14933" y="80961"/>
                  <a:pt x="15173" y="81406"/>
                  <a:pt x="15486" y="81790"/>
                </a:cubicBezTo>
                <a:cubicBezTo>
                  <a:pt x="15798" y="82174"/>
                  <a:pt x="16182" y="82499"/>
                  <a:pt x="16627" y="82739"/>
                </a:cubicBezTo>
                <a:cubicBezTo>
                  <a:pt x="17071" y="82967"/>
                  <a:pt x="17552" y="83111"/>
                  <a:pt x="18044" y="83159"/>
                </a:cubicBezTo>
                <a:cubicBezTo>
                  <a:pt x="18537" y="83207"/>
                  <a:pt x="19042" y="83159"/>
                  <a:pt x="19522" y="83003"/>
                </a:cubicBezTo>
                <a:cubicBezTo>
                  <a:pt x="19991" y="82859"/>
                  <a:pt x="20435" y="82619"/>
                  <a:pt x="20820" y="82295"/>
                </a:cubicBezTo>
                <a:cubicBezTo>
                  <a:pt x="21204" y="81970"/>
                  <a:pt x="21516" y="81586"/>
                  <a:pt x="21745" y="81141"/>
                </a:cubicBezTo>
                <a:cubicBezTo>
                  <a:pt x="21973" y="80697"/>
                  <a:pt x="22105" y="80205"/>
                  <a:pt x="22141" y="79712"/>
                </a:cubicBezTo>
                <a:cubicBezTo>
                  <a:pt x="22177" y="79208"/>
                  <a:pt x="22117" y="78715"/>
                  <a:pt x="21961" y="78235"/>
                </a:cubicBezTo>
                <a:lnTo>
                  <a:pt x="10692" y="42211"/>
                </a:lnTo>
                <a:cubicBezTo>
                  <a:pt x="10464" y="41425"/>
                  <a:pt x="9971" y="40736"/>
                  <a:pt x="9311" y="40251"/>
                </a:cubicBezTo>
                <a:cubicBezTo>
                  <a:pt x="8650" y="39767"/>
                  <a:pt x="7845" y="39512"/>
                  <a:pt x="7028" y="39527"/>
                </a:cubicBezTo>
                <a:close/>
                <a:moveTo>
                  <a:pt x="64309" y="74451"/>
                </a:moveTo>
                <a:cubicBezTo>
                  <a:pt x="66040" y="74271"/>
                  <a:pt x="67722" y="75328"/>
                  <a:pt x="68274" y="77058"/>
                </a:cubicBezTo>
                <a:cubicBezTo>
                  <a:pt x="68887" y="79040"/>
                  <a:pt x="67782" y="81141"/>
                  <a:pt x="65811" y="81766"/>
                </a:cubicBezTo>
                <a:lnTo>
                  <a:pt x="54758" y="85214"/>
                </a:lnTo>
                <a:cubicBezTo>
                  <a:pt x="54386" y="85334"/>
                  <a:pt x="54001" y="85394"/>
                  <a:pt x="53629" y="85394"/>
                </a:cubicBezTo>
                <a:cubicBezTo>
                  <a:pt x="52031" y="85394"/>
                  <a:pt x="50554" y="84361"/>
                  <a:pt x="50049" y="82763"/>
                </a:cubicBezTo>
                <a:cubicBezTo>
                  <a:pt x="49437" y="80781"/>
                  <a:pt x="50530" y="78679"/>
                  <a:pt x="52512" y="78055"/>
                </a:cubicBezTo>
                <a:lnTo>
                  <a:pt x="63564" y="74595"/>
                </a:lnTo>
                <a:cubicBezTo>
                  <a:pt x="63817" y="74523"/>
                  <a:pt x="64057" y="74475"/>
                  <a:pt x="64309" y="7445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2" name="Красный — SVG 31">
            <a:extLst>
              <a:ext uri="{FF2B5EF4-FFF2-40B4-BE49-F238E27FC236}">
                <a16:creationId xmlns:a16="http://schemas.microsoft.com/office/drawing/2014/main" id="{A46CDB76-8D1E-4D4E-8F09-43F440039685}"/>
              </a:ext>
            </a:extLst>
          </p:cNvPr>
          <p:cNvSpPr>
            <a:spLocks noGrp="1"/>
          </p:cNvSpPr>
          <p:nvPr/>
        </p:nvSpPr>
        <p:spPr>
          <a:xfrm>
            <a:off x="7620000" y="1410000"/>
            <a:ext cx="220000" cy="220000"/>
          </a:xfrm>
          <a:custGeom>
            <a:avLst/>
            <a:gdLst>
              <a:gd name="csX0" fmla="*/ 16027 w 127751"/>
              <a:gd name="csY0" fmla="*/ 0 h 127659"/>
              <a:gd name="csX1" fmla="*/ 77 w 127751"/>
              <a:gd name="csY1" fmla="*/ 15948 h 127659"/>
              <a:gd name="csX2" fmla="*/ 77 w 127751"/>
              <a:gd name="csY2" fmla="*/ 90371 h 127659"/>
              <a:gd name="csX3" fmla="*/ 16027 w 127751"/>
              <a:gd name="csY3" fmla="*/ 106319 h 127659"/>
              <a:gd name="csX4" fmla="*/ 58560 w 127751"/>
              <a:gd name="csY4" fmla="*/ 106319 h 127659"/>
              <a:gd name="csX5" fmla="*/ 58560 w 127751"/>
              <a:gd name="csY5" fmla="*/ 116951 h 127659"/>
              <a:gd name="csX6" fmla="*/ 5393 w 127751"/>
              <a:gd name="csY6" fmla="*/ 116951 h 127659"/>
              <a:gd name="csX7" fmla="*/ 3335 w 127751"/>
              <a:gd name="csY7" fmla="*/ 117343 h 127659"/>
              <a:gd name="csX8" fmla="*/ 1584 w 127751"/>
              <a:gd name="csY8" fmla="*/ 118482 h 127659"/>
              <a:gd name="csX9" fmla="*/ 412 w 127751"/>
              <a:gd name="csY9" fmla="*/ 120217 h 127659"/>
              <a:gd name="csX10" fmla="*/ 0 w 127751"/>
              <a:gd name="csY10" fmla="*/ 122259 h 127659"/>
              <a:gd name="csX11" fmla="*/ 412 w 127751"/>
              <a:gd name="csY11" fmla="*/ 124317 h 127659"/>
              <a:gd name="csX12" fmla="*/ 1584 w 127751"/>
              <a:gd name="csY12" fmla="*/ 126052 h 127659"/>
              <a:gd name="csX13" fmla="*/ 3335 w 127751"/>
              <a:gd name="csY13" fmla="*/ 127192 h 127659"/>
              <a:gd name="csX14" fmla="*/ 5393 w 127751"/>
              <a:gd name="csY14" fmla="*/ 127583 h 127659"/>
              <a:gd name="csX15" fmla="*/ 63004 w 127751"/>
              <a:gd name="csY15" fmla="*/ 127583 h 127659"/>
              <a:gd name="csX16" fmla="*/ 64728 w 127751"/>
              <a:gd name="csY16" fmla="*/ 127583 h 127659"/>
              <a:gd name="csX17" fmla="*/ 122360 w 127751"/>
              <a:gd name="csY17" fmla="*/ 127583 h 127659"/>
              <a:gd name="csX18" fmla="*/ 124417 w 127751"/>
              <a:gd name="csY18" fmla="*/ 127192 h 127659"/>
              <a:gd name="csX19" fmla="*/ 126168 w 127751"/>
              <a:gd name="csY19" fmla="*/ 126052 h 127659"/>
              <a:gd name="csX20" fmla="*/ 127340 w 127751"/>
              <a:gd name="csY20" fmla="*/ 124317 h 127659"/>
              <a:gd name="csX21" fmla="*/ 127752 w 127751"/>
              <a:gd name="csY21" fmla="*/ 122259 h 127659"/>
              <a:gd name="csX22" fmla="*/ 127340 w 127751"/>
              <a:gd name="csY22" fmla="*/ 120217 h 127659"/>
              <a:gd name="csX23" fmla="*/ 126168 w 127751"/>
              <a:gd name="csY23" fmla="*/ 118482 h 127659"/>
              <a:gd name="csX24" fmla="*/ 124417 w 127751"/>
              <a:gd name="csY24" fmla="*/ 117343 h 127659"/>
              <a:gd name="csX25" fmla="*/ 122360 w 127751"/>
              <a:gd name="csY25" fmla="*/ 116951 h 127659"/>
              <a:gd name="csX26" fmla="*/ 69194 w 127751"/>
              <a:gd name="csY26" fmla="*/ 116951 h 127659"/>
              <a:gd name="csX27" fmla="*/ 69194 w 127751"/>
              <a:gd name="csY27" fmla="*/ 106319 h 127659"/>
              <a:gd name="csX28" fmla="*/ 111727 w 127751"/>
              <a:gd name="csY28" fmla="*/ 106319 h 127659"/>
              <a:gd name="csX29" fmla="*/ 127677 w 127751"/>
              <a:gd name="csY29" fmla="*/ 90371 h 127659"/>
              <a:gd name="csX30" fmla="*/ 127677 w 127751"/>
              <a:gd name="csY30" fmla="*/ 33668 h 127659"/>
              <a:gd name="csX31" fmla="*/ 111727 w 127751"/>
              <a:gd name="csY31" fmla="*/ 17720 h 127659"/>
              <a:gd name="csX32" fmla="*/ 67572 w 127751"/>
              <a:gd name="csY32" fmla="*/ 17720 h 127659"/>
              <a:gd name="csX33" fmla="*/ 50744 w 127751"/>
              <a:gd name="csY33" fmla="*/ 3696 h 127659"/>
              <a:gd name="csX34" fmla="*/ 40533 w 127751"/>
              <a:gd name="csY34" fmla="*/ 0 h 127659"/>
              <a:gd name="csX35" fmla="*/ 16027 w 127751"/>
              <a:gd name="csY35" fmla="*/ 0 h 127659"/>
            </a:gdLst>
            <a:ahLst/>
            <a:cxnLst/>
            <a:rect l="l" t="t" r="r" b="b"/>
            <a:pathLst>
              <a:path w="100000" h="100000">
                <a:moveTo>
                  <a:pt x="12545" y="36"/>
                </a:moveTo>
                <a:cubicBezTo>
                  <a:pt x="5661" y="36"/>
                  <a:pt x="60" y="5637"/>
                  <a:pt x="60" y="12520"/>
                </a:cubicBezTo>
                <a:lnTo>
                  <a:pt x="60" y="70776"/>
                </a:lnTo>
                <a:cubicBezTo>
                  <a:pt x="60" y="77660"/>
                  <a:pt x="5661" y="83260"/>
                  <a:pt x="12545" y="83260"/>
                </a:cubicBezTo>
                <a:lnTo>
                  <a:pt x="45839" y="83260"/>
                </a:lnTo>
                <a:lnTo>
                  <a:pt x="45839" y="91582"/>
                </a:lnTo>
                <a:lnTo>
                  <a:pt x="4221" y="91582"/>
                </a:lnTo>
                <a:cubicBezTo>
                  <a:pt x="3669" y="91569"/>
                  <a:pt x="3122" y="91675"/>
                  <a:pt x="2611" y="91889"/>
                </a:cubicBezTo>
                <a:cubicBezTo>
                  <a:pt x="2099" y="92089"/>
                  <a:pt x="1633" y="92395"/>
                  <a:pt x="1240" y="92780"/>
                </a:cubicBezTo>
                <a:cubicBezTo>
                  <a:pt x="847" y="93167"/>
                  <a:pt x="535" y="93633"/>
                  <a:pt x="323" y="94139"/>
                </a:cubicBezTo>
                <a:cubicBezTo>
                  <a:pt x="110" y="94645"/>
                  <a:pt x="0" y="95191"/>
                  <a:pt x="0" y="95737"/>
                </a:cubicBezTo>
                <a:cubicBezTo>
                  <a:pt x="0" y="96296"/>
                  <a:pt x="110" y="96842"/>
                  <a:pt x="323" y="97348"/>
                </a:cubicBezTo>
                <a:cubicBezTo>
                  <a:pt x="535" y="97854"/>
                  <a:pt x="847" y="98320"/>
                  <a:pt x="1240" y="98706"/>
                </a:cubicBezTo>
                <a:cubicBezTo>
                  <a:pt x="1633" y="99093"/>
                  <a:pt x="2099" y="99399"/>
                  <a:pt x="2611" y="99598"/>
                </a:cubicBezTo>
                <a:cubicBezTo>
                  <a:pt x="3122" y="99811"/>
                  <a:pt x="3669" y="99918"/>
                  <a:pt x="4221" y="99905"/>
                </a:cubicBezTo>
                <a:lnTo>
                  <a:pt x="49318" y="99905"/>
                </a:lnTo>
                <a:cubicBezTo>
                  <a:pt x="49764" y="99984"/>
                  <a:pt x="50221" y="99984"/>
                  <a:pt x="50667" y="99905"/>
                </a:cubicBezTo>
                <a:lnTo>
                  <a:pt x="95780" y="99905"/>
                </a:lnTo>
                <a:cubicBezTo>
                  <a:pt x="96332" y="99918"/>
                  <a:pt x="96879" y="99811"/>
                  <a:pt x="97390" y="99598"/>
                </a:cubicBezTo>
                <a:cubicBezTo>
                  <a:pt x="97902" y="99399"/>
                  <a:pt x="98368" y="99093"/>
                  <a:pt x="98761" y="98706"/>
                </a:cubicBezTo>
                <a:cubicBezTo>
                  <a:pt x="99154" y="98320"/>
                  <a:pt x="99465" y="97854"/>
                  <a:pt x="99678" y="97348"/>
                </a:cubicBezTo>
                <a:cubicBezTo>
                  <a:pt x="99891" y="96842"/>
                  <a:pt x="100001" y="96296"/>
                  <a:pt x="100001" y="95737"/>
                </a:cubicBezTo>
                <a:cubicBezTo>
                  <a:pt x="100001" y="95191"/>
                  <a:pt x="99891" y="94645"/>
                  <a:pt x="99678" y="94139"/>
                </a:cubicBezTo>
                <a:cubicBezTo>
                  <a:pt x="99465" y="93633"/>
                  <a:pt x="99154" y="93167"/>
                  <a:pt x="98761" y="92780"/>
                </a:cubicBezTo>
                <a:cubicBezTo>
                  <a:pt x="98368" y="92395"/>
                  <a:pt x="97902" y="92089"/>
                  <a:pt x="97390" y="91889"/>
                </a:cubicBezTo>
                <a:cubicBezTo>
                  <a:pt x="96879" y="91675"/>
                  <a:pt x="96332" y="91569"/>
                  <a:pt x="95780" y="91582"/>
                </a:cubicBezTo>
                <a:lnTo>
                  <a:pt x="54163" y="91582"/>
                </a:lnTo>
                <a:lnTo>
                  <a:pt x="54163" y="83260"/>
                </a:lnTo>
                <a:lnTo>
                  <a:pt x="87457" y="83260"/>
                </a:lnTo>
                <a:cubicBezTo>
                  <a:pt x="94340" y="83260"/>
                  <a:pt x="99942" y="77660"/>
                  <a:pt x="99942" y="70776"/>
                </a:cubicBezTo>
                <a:lnTo>
                  <a:pt x="99942" y="26390"/>
                </a:lnTo>
                <a:cubicBezTo>
                  <a:pt x="99942" y="19507"/>
                  <a:pt x="94340" y="13907"/>
                  <a:pt x="87457" y="13907"/>
                </a:cubicBezTo>
                <a:lnTo>
                  <a:pt x="52894" y="13907"/>
                </a:lnTo>
                <a:lnTo>
                  <a:pt x="39721" y="2929"/>
                </a:lnTo>
                <a:cubicBezTo>
                  <a:pt x="37482" y="1065"/>
                  <a:pt x="34643" y="36"/>
                  <a:pt x="31728" y="36"/>
                </a:cubicBezTo>
                <a:lnTo>
                  <a:pt x="12545" y="3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3" name="Красный — SVG 32">
            <a:extLst>
              <a:ext uri="{FF2B5EF4-FFF2-40B4-BE49-F238E27FC236}">
                <a16:creationId xmlns:a16="http://schemas.microsoft.com/office/drawing/2014/main" id="{6376A67B-25E4-234A-A4E5-7A0AFAA1F32A}"/>
              </a:ext>
            </a:extLst>
          </p:cNvPr>
          <p:cNvSpPr>
            <a:spLocks noGrp="1"/>
          </p:cNvSpPr>
          <p:nvPr/>
        </p:nvSpPr>
        <p:spPr>
          <a:xfrm>
            <a:off x="8220000" y="1410000"/>
            <a:ext cx="220000" cy="220000"/>
          </a:xfrm>
          <a:custGeom>
            <a:avLst/>
            <a:gdLst>
              <a:gd name="csX0" fmla="*/ 69108 w 85067"/>
              <a:gd name="csY0" fmla="*/ 0 h 141753"/>
              <a:gd name="csX1" fmla="*/ 15942 w 85067"/>
              <a:gd name="csY1" fmla="*/ 0 h 141753"/>
              <a:gd name="csX2" fmla="*/ 0 w 85067"/>
              <a:gd name="csY2" fmla="*/ 15948 h 141753"/>
              <a:gd name="csX3" fmla="*/ 0 w 85067"/>
              <a:gd name="csY3" fmla="*/ 125814 h 141753"/>
              <a:gd name="csX4" fmla="*/ 15942 w 85067"/>
              <a:gd name="csY4" fmla="*/ 141753 h 141753"/>
              <a:gd name="csX5" fmla="*/ 69108 w 85067"/>
              <a:gd name="csY5" fmla="*/ 141753 h 141753"/>
              <a:gd name="csX6" fmla="*/ 85067 w 85067"/>
              <a:gd name="csY6" fmla="*/ 125814 h 141753"/>
              <a:gd name="csX7" fmla="*/ 85067 w 85067"/>
              <a:gd name="csY7" fmla="*/ 15948 h 141753"/>
              <a:gd name="csX8" fmla="*/ 69108 w 85067"/>
              <a:gd name="csY8" fmla="*/ 0 h 141753"/>
              <a:gd name="csX9" fmla="*/ 42534 w 85067"/>
              <a:gd name="csY9" fmla="*/ 17720 h 141753"/>
              <a:gd name="csX10" fmla="*/ 47842 w 85067"/>
              <a:gd name="csY10" fmla="*/ 23036 h 141753"/>
              <a:gd name="csX11" fmla="*/ 42534 w 85067"/>
              <a:gd name="csY11" fmla="*/ 28352 h 141753"/>
              <a:gd name="csX12" fmla="*/ 37208 w 85067"/>
              <a:gd name="csY12" fmla="*/ 23036 h 141753"/>
              <a:gd name="csX13" fmla="*/ 42534 w 85067"/>
              <a:gd name="csY13" fmla="*/ 17720 h 141753"/>
              <a:gd name="csX14" fmla="*/ 51397 w 85067"/>
              <a:gd name="csY14" fmla="*/ 124045 h 141753"/>
              <a:gd name="csX15" fmla="*/ 33670 w 85067"/>
              <a:gd name="csY15" fmla="*/ 124045 h 141753"/>
              <a:gd name="csX16" fmla="*/ 28361 w 85067"/>
              <a:gd name="csY16" fmla="*/ 118720 h 141753"/>
              <a:gd name="csX17" fmla="*/ 33670 w 85067"/>
              <a:gd name="csY17" fmla="*/ 113413 h 141753"/>
              <a:gd name="csX18" fmla="*/ 51397 w 85067"/>
              <a:gd name="csY18" fmla="*/ 113413 h 141753"/>
              <a:gd name="csX19" fmla="*/ 56706 w 85067"/>
              <a:gd name="csY19" fmla="*/ 118720 h 141753"/>
              <a:gd name="csX20" fmla="*/ 51397 w 85067"/>
              <a:gd name="csY20" fmla="*/ 124045 h 141753"/>
            </a:gdLst>
            <a:ahLst/>
            <a:cxnLst/>
            <a:rect l="l" t="t" r="r" b="b"/>
            <a:pathLst>
              <a:path w="100000" h="100000">
                <a:moveTo>
                  <a:pt x="68747" y="0"/>
                </a:moveTo>
                <a:lnTo>
                  <a:pt x="31241" y="0"/>
                </a:lnTo>
                <a:cubicBezTo>
                  <a:pt x="25048" y="0"/>
                  <a:pt x="19995" y="5048"/>
                  <a:pt x="19995" y="11251"/>
                </a:cubicBezTo>
                <a:lnTo>
                  <a:pt x="19995" y="88756"/>
                </a:lnTo>
                <a:cubicBezTo>
                  <a:pt x="19995" y="94960"/>
                  <a:pt x="25048" y="100000"/>
                  <a:pt x="31241" y="100000"/>
                </a:cubicBezTo>
                <a:lnTo>
                  <a:pt x="68747" y="100000"/>
                </a:lnTo>
                <a:cubicBezTo>
                  <a:pt x="74952" y="100000"/>
                  <a:pt x="80005" y="94960"/>
                  <a:pt x="80005" y="88756"/>
                </a:cubicBezTo>
                <a:lnTo>
                  <a:pt x="80005" y="11251"/>
                </a:lnTo>
                <a:cubicBezTo>
                  <a:pt x="80005" y="5048"/>
                  <a:pt x="74952" y="0"/>
                  <a:pt x="68747" y="0"/>
                </a:cubicBezTo>
                <a:close/>
                <a:moveTo>
                  <a:pt x="50000" y="12501"/>
                </a:moveTo>
                <a:cubicBezTo>
                  <a:pt x="52065" y="12501"/>
                  <a:pt x="53745" y="14181"/>
                  <a:pt x="53745" y="16251"/>
                </a:cubicBezTo>
                <a:cubicBezTo>
                  <a:pt x="53745" y="18321"/>
                  <a:pt x="52065" y="20001"/>
                  <a:pt x="50000" y="20001"/>
                </a:cubicBezTo>
                <a:cubicBezTo>
                  <a:pt x="47924" y="20001"/>
                  <a:pt x="46243" y="18321"/>
                  <a:pt x="46243" y="16251"/>
                </a:cubicBezTo>
                <a:cubicBezTo>
                  <a:pt x="46243" y="14181"/>
                  <a:pt x="47924" y="12501"/>
                  <a:pt x="50000" y="12501"/>
                </a:cubicBezTo>
                <a:close/>
                <a:moveTo>
                  <a:pt x="56253" y="87508"/>
                </a:moveTo>
                <a:lnTo>
                  <a:pt x="43747" y="87508"/>
                </a:lnTo>
                <a:cubicBezTo>
                  <a:pt x="41670" y="87508"/>
                  <a:pt x="40002" y="85827"/>
                  <a:pt x="40002" y="83751"/>
                </a:cubicBezTo>
                <a:cubicBezTo>
                  <a:pt x="40002" y="81676"/>
                  <a:pt x="41670" y="80007"/>
                  <a:pt x="43747" y="80007"/>
                </a:cubicBezTo>
                <a:lnTo>
                  <a:pt x="56253" y="80007"/>
                </a:lnTo>
                <a:cubicBezTo>
                  <a:pt x="58330" y="80007"/>
                  <a:pt x="59998" y="81676"/>
                  <a:pt x="59998" y="83751"/>
                </a:cubicBezTo>
                <a:cubicBezTo>
                  <a:pt x="59998" y="85827"/>
                  <a:pt x="58330" y="87508"/>
                  <a:pt x="56253" y="8750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4" name="Красный — SVG 33">
            <a:extLst>
              <a:ext uri="{FF2B5EF4-FFF2-40B4-BE49-F238E27FC236}">
                <a16:creationId xmlns:a16="http://schemas.microsoft.com/office/drawing/2014/main" id="{95F35846-72E6-F344-AD92-BAC8440C9005}"/>
              </a:ext>
            </a:extLst>
          </p:cNvPr>
          <p:cNvSpPr>
            <a:spLocks noGrp="1"/>
          </p:cNvSpPr>
          <p:nvPr/>
        </p:nvSpPr>
        <p:spPr>
          <a:xfrm>
            <a:off x="8820000" y="1410000"/>
            <a:ext cx="220000" cy="220000"/>
          </a:xfrm>
          <a:custGeom>
            <a:avLst/>
            <a:gdLst>
              <a:gd name="csX0" fmla="*/ 15942 w 109532"/>
              <a:gd name="csY0" fmla="*/ 0 h 141753"/>
              <a:gd name="csX1" fmla="*/ 0 w 109532"/>
              <a:gd name="csY1" fmla="*/ 15948 h 141753"/>
              <a:gd name="csX2" fmla="*/ 0 w 109532"/>
              <a:gd name="csY2" fmla="*/ 125814 h 141753"/>
              <a:gd name="csX3" fmla="*/ 15942 w 109532"/>
              <a:gd name="csY3" fmla="*/ 141753 h 141753"/>
              <a:gd name="csX4" fmla="*/ 69109 w 109532"/>
              <a:gd name="csY4" fmla="*/ 141753 h 141753"/>
              <a:gd name="csX5" fmla="*/ 85067 w 109532"/>
              <a:gd name="csY5" fmla="*/ 125814 h 141753"/>
              <a:gd name="csX6" fmla="*/ 85067 w 109532"/>
              <a:gd name="csY6" fmla="*/ 100774 h 141753"/>
              <a:gd name="csX7" fmla="*/ 83604 w 109532"/>
              <a:gd name="csY7" fmla="*/ 101556 h 141753"/>
              <a:gd name="csX8" fmla="*/ 77887 w 109532"/>
              <a:gd name="csY8" fmla="*/ 102764 h 141753"/>
              <a:gd name="csX9" fmla="*/ 68377 w 109532"/>
              <a:gd name="csY9" fmla="*/ 99107 h 141753"/>
              <a:gd name="csX10" fmla="*/ 56638 w 109532"/>
              <a:gd name="csY10" fmla="*/ 88599 h 141753"/>
              <a:gd name="csX11" fmla="*/ 45936 w 109532"/>
              <a:gd name="csY11" fmla="*/ 88599 h 141753"/>
              <a:gd name="csX12" fmla="*/ 28361 w 109532"/>
              <a:gd name="csY12" fmla="*/ 71025 h 141753"/>
              <a:gd name="csX13" fmla="*/ 28361 w 109532"/>
              <a:gd name="csY13" fmla="*/ 56703 h 141753"/>
              <a:gd name="csX14" fmla="*/ 45936 w 109532"/>
              <a:gd name="csY14" fmla="*/ 39129 h 141753"/>
              <a:gd name="csX15" fmla="*/ 56689 w 109532"/>
              <a:gd name="csY15" fmla="*/ 39129 h 141753"/>
              <a:gd name="csX16" fmla="*/ 68428 w 109532"/>
              <a:gd name="csY16" fmla="*/ 28574 h 141753"/>
              <a:gd name="csX17" fmla="*/ 83587 w 109532"/>
              <a:gd name="csY17" fmla="*/ 26158 h 141753"/>
              <a:gd name="csX18" fmla="*/ 85067 w 109532"/>
              <a:gd name="csY18" fmla="*/ 26947 h 141753"/>
              <a:gd name="csX19" fmla="*/ 85067 w 109532"/>
              <a:gd name="csY19" fmla="*/ 15948 h 141753"/>
              <a:gd name="csX20" fmla="*/ 69109 w 109532"/>
              <a:gd name="csY20" fmla="*/ 0 h 141753"/>
              <a:gd name="csX21" fmla="*/ 15942 w 109532"/>
              <a:gd name="csY21" fmla="*/ 0 h 141753"/>
              <a:gd name="csX22" fmla="*/ 78755 w 109532"/>
              <a:gd name="csY22" fmla="*/ 32103 h 141753"/>
              <a:gd name="csX23" fmla="*/ 73175 w 109532"/>
              <a:gd name="csY23" fmla="*/ 33847 h 141753"/>
              <a:gd name="csX24" fmla="*/ 59411 w 109532"/>
              <a:gd name="csY24" fmla="*/ 46217 h 141753"/>
              <a:gd name="csX25" fmla="*/ 45936 w 109532"/>
              <a:gd name="csY25" fmla="*/ 46217 h 141753"/>
              <a:gd name="csX26" fmla="*/ 35439 w 109532"/>
              <a:gd name="csY26" fmla="*/ 56703 h 141753"/>
              <a:gd name="csX27" fmla="*/ 35439 w 109532"/>
              <a:gd name="csY27" fmla="*/ 71025 h 141753"/>
              <a:gd name="csX28" fmla="*/ 45936 w 109532"/>
              <a:gd name="csY28" fmla="*/ 81512 h 141753"/>
              <a:gd name="csX29" fmla="*/ 59411 w 109532"/>
              <a:gd name="csY29" fmla="*/ 81512 h 141753"/>
              <a:gd name="csX30" fmla="*/ 59411 w 109532"/>
              <a:gd name="csY30" fmla="*/ 81553 h 141753"/>
              <a:gd name="csX31" fmla="*/ 73141 w 109532"/>
              <a:gd name="csY31" fmla="*/ 93850 h 141753"/>
              <a:gd name="csX32" fmla="*/ 77887 w 109532"/>
              <a:gd name="csY32" fmla="*/ 95687 h 141753"/>
              <a:gd name="csX33" fmla="*/ 80729 w 109532"/>
              <a:gd name="csY33" fmla="*/ 95092 h 141753"/>
              <a:gd name="csX34" fmla="*/ 84914 w 109532"/>
              <a:gd name="csY34" fmla="*/ 88648 h 141753"/>
              <a:gd name="csX35" fmla="*/ 84914 w 109532"/>
              <a:gd name="csY35" fmla="*/ 39088 h 141753"/>
              <a:gd name="csX36" fmla="*/ 80729 w 109532"/>
              <a:gd name="csY36" fmla="*/ 32651 h 141753"/>
              <a:gd name="csX37" fmla="*/ 78755 w 109532"/>
              <a:gd name="csY37" fmla="*/ 32103 h 141753"/>
              <a:gd name="csX38" fmla="*/ 99205 w 109532"/>
              <a:gd name="csY38" fmla="*/ 42465 h 141753"/>
              <a:gd name="csX39" fmla="*/ 96466 w 109532"/>
              <a:gd name="csY39" fmla="*/ 43254 h 141753"/>
              <a:gd name="csX40" fmla="*/ 94544 w 109532"/>
              <a:gd name="csY40" fmla="*/ 45343 h 141753"/>
              <a:gd name="csX41" fmla="*/ 93948 w 109532"/>
              <a:gd name="csY41" fmla="*/ 48131 h 141753"/>
              <a:gd name="csX42" fmla="*/ 94901 w 109532"/>
              <a:gd name="csY42" fmla="*/ 50821 h 141753"/>
              <a:gd name="csX43" fmla="*/ 98899 w 109532"/>
              <a:gd name="csY43" fmla="*/ 63792 h 141753"/>
              <a:gd name="csX44" fmla="*/ 94901 w 109532"/>
              <a:gd name="csY44" fmla="*/ 76763 h 141753"/>
              <a:gd name="csX45" fmla="*/ 94101 w 109532"/>
              <a:gd name="csY45" fmla="*/ 78676 h 141753"/>
              <a:gd name="csX46" fmla="*/ 94084 w 109532"/>
              <a:gd name="csY46" fmla="*/ 80750 h 141753"/>
              <a:gd name="csX47" fmla="*/ 94867 w 109532"/>
              <a:gd name="csY47" fmla="*/ 82672 h 141753"/>
              <a:gd name="csX48" fmla="*/ 96330 w 109532"/>
              <a:gd name="csY48" fmla="*/ 84145 h 141753"/>
              <a:gd name="csX49" fmla="*/ 98235 w 109532"/>
              <a:gd name="csY49" fmla="*/ 84950 h 141753"/>
              <a:gd name="csX50" fmla="*/ 100311 w 109532"/>
              <a:gd name="csY50" fmla="*/ 84960 h 141753"/>
              <a:gd name="csX51" fmla="*/ 102234 w 109532"/>
              <a:gd name="csY51" fmla="*/ 84176 h 141753"/>
              <a:gd name="csX52" fmla="*/ 103714 w 109532"/>
              <a:gd name="csY52" fmla="*/ 82716 h 141753"/>
              <a:gd name="csX53" fmla="*/ 109532 w 109532"/>
              <a:gd name="csY53" fmla="*/ 63792 h 141753"/>
              <a:gd name="csX54" fmla="*/ 103714 w 109532"/>
              <a:gd name="csY54" fmla="*/ 44867 h 141753"/>
              <a:gd name="csX55" fmla="*/ 101774 w 109532"/>
              <a:gd name="csY55" fmla="*/ 43091 h 141753"/>
              <a:gd name="csX56" fmla="*/ 99205 w 109532"/>
              <a:gd name="csY56" fmla="*/ 42465 h 141753"/>
              <a:gd name="csX57" fmla="*/ 33670 w 109532"/>
              <a:gd name="csY57" fmla="*/ 113413 h 141753"/>
              <a:gd name="csX58" fmla="*/ 51397 w 109532"/>
              <a:gd name="csY58" fmla="*/ 113413 h 141753"/>
              <a:gd name="csX59" fmla="*/ 56706 w 109532"/>
              <a:gd name="csY59" fmla="*/ 118720 h 141753"/>
              <a:gd name="csX60" fmla="*/ 51397 w 109532"/>
              <a:gd name="csY60" fmla="*/ 124045 h 141753"/>
              <a:gd name="csX61" fmla="*/ 33670 w 109532"/>
              <a:gd name="csY61" fmla="*/ 124045 h 141753"/>
              <a:gd name="csX62" fmla="*/ 28361 w 109532"/>
              <a:gd name="csY62" fmla="*/ 118720 h 141753"/>
              <a:gd name="csX63" fmla="*/ 33670 w 109532"/>
              <a:gd name="csY63" fmla="*/ 113413 h 141753"/>
            </a:gdLst>
            <a:ahLst/>
            <a:cxnLst/>
            <a:rect l="l" t="t" r="r" b="b"/>
            <a:pathLst>
              <a:path w="100000" h="100000">
                <a:moveTo>
                  <a:pt x="22612" y="0"/>
                </a:moveTo>
                <a:cubicBezTo>
                  <a:pt x="16418" y="0"/>
                  <a:pt x="11365" y="5048"/>
                  <a:pt x="11365" y="11251"/>
                </a:cubicBezTo>
                <a:lnTo>
                  <a:pt x="11365" y="88756"/>
                </a:lnTo>
                <a:cubicBezTo>
                  <a:pt x="11365" y="94960"/>
                  <a:pt x="16418" y="100000"/>
                  <a:pt x="22612" y="100000"/>
                </a:cubicBezTo>
                <a:lnTo>
                  <a:pt x="60118" y="100000"/>
                </a:lnTo>
                <a:cubicBezTo>
                  <a:pt x="66323" y="100000"/>
                  <a:pt x="71376" y="94960"/>
                  <a:pt x="71376" y="88756"/>
                </a:cubicBezTo>
                <a:lnTo>
                  <a:pt x="71376" y="71091"/>
                </a:lnTo>
                <a:cubicBezTo>
                  <a:pt x="71040" y="71295"/>
                  <a:pt x="70704" y="71487"/>
                  <a:pt x="70344" y="71643"/>
                </a:cubicBezTo>
                <a:cubicBezTo>
                  <a:pt x="69060" y="72219"/>
                  <a:pt x="67703" y="72495"/>
                  <a:pt x="66311" y="72495"/>
                </a:cubicBezTo>
                <a:cubicBezTo>
                  <a:pt x="63827" y="72495"/>
                  <a:pt x="61438" y="71583"/>
                  <a:pt x="59602" y="69915"/>
                </a:cubicBezTo>
                <a:lnTo>
                  <a:pt x="51321" y="62502"/>
                </a:lnTo>
                <a:lnTo>
                  <a:pt x="43771" y="62502"/>
                </a:lnTo>
                <a:cubicBezTo>
                  <a:pt x="36930" y="62502"/>
                  <a:pt x="31373" y="56940"/>
                  <a:pt x="31373" y="50105"/>
                </a:cubicBezTo>
                <a:lnTo>
                  <a:pt x="31373" y="40001"/>
                </a:lnTo>
                <a:cubicBezTo>
                  <a:pt x="31373" y="33163"/>
                  <a:pt x="36930" y="27604"/>
                  <a:pt x="43771" y="27604"/>
                </a:cubicBezTo>
                <a:lnTo>
                  <a:pt x="51357" y="27604"/>
                </a:lnTo>
                <a:lnTo>
                  <a:pt x="59638" y="20158"/>
                </a:lnTo>
                <a:cubicBezTo>
                  <a:pt x="62518" y="17542"/>
                  <a:pt x="66719" y="16868"/>
                  <a:pt x="70332" y="18453"/>
                </a:cubicBezTo>
                <a:cubicBezTo>
                  <a:pt x="70692" y="18615"/>
                  <a:pt x="71028" y="18809"/>
                  <a:pt x="71376" y="19010"/>
                </a:cubicBezTo>
                <a:lnTo>
                  <a:pt x="71376" y="11251"/>
                </a:lnTo>
                <a:cubicBezTo>
                  <a:pt x="71376" y="5048"/>
                  <a:pt x="66323" y="0"/>
                  <a:pt x="60118" y="0"/>
                </a:cubicBezTo>
                <a:lnTo>
                  <a:pt x="22612" y="0"/>
                </a:lnTo>
                <a:close/>
                <a:moveTo>
                  <a:pt x="66923" y="22647"/>
                </a:moveTo>
                <a:cubicBezTo>
                  <a:pt x="65507" y="22469"/>
                  <a:pt x="64067" y="22900"/>
                  <a:pt x="62987" y="23877"/>
                </a:cubicBezTo>
                <a:lnTo>
                  <a:pt x="53277" y="32604"/>
                </a:lnTo>
                <a:lnTo>
                  <a:pt x="43771" y="32604"/>
                </a:lnTo>
                <a:cubicBezTo>
                  <a:pt x="39691" y="32604"/>
                  <a:pt x="36366" y="35921"/>
                  <a:pt x="36366" y="40001"/>
                </a:cubicBezTo>
                <a:lnTo>
                  <a:pt x="36366" y="50105"/>
                </a:lnTo>
                <a:cubicBezTo>
                  <a:pt x="36366" y="54182"/>
                  <a:pt x="39691" y="57503"/>
                  <a:pt x="43771" y="57503"/>
                </a:cubicBezTo>
                <a:lnTo>
                  <a:pt x="53277" y="57503"/>
                </a:lnTo>
                <a:lnTo>
                  <a:pt x="53277" y="57532"/>
                </a:lnTo>
                <a:lnTo>
                  <a:pt x="62963" y="66207"/>
                </a:lnTo>
                <a:cubicBezTo>
                  <a:pt x="63899" y="67059"/>
                  <a:pt x="65099" y="67503"/>
                  <a:pt x="66311" y="67503"/>
                </a:cubicBezTo>
                <a:cubicBezTo>
                  <a:pt x="66995" y="67503"/>
                  <a:pt x="67667" y="67359"/>
                  <a:pt x="68316" y="67083"/>
                </a:cubicBezTo>
                <a:cubicBezTo>
                  <a:pt x="70116" y="66279"/>
                  <a:pt x="71268" y="64503"/>
                  <a:pt x="71268" y="62537"/>
                </a:cubicBezTo>
                <a:lnTo>
                  <a:pt x="71268" y="27575"/>
                </a:lnTo>
                <a:cubicBezTo>
                  <a:pt x="71268" y="25609"/>
                  <a:pt x="70116" y="23828"/>
                  <a:pt x="68316" y="23034"/>
                </a:cubicBezTo>
                <a:cubicBezTo>
                  <a:pt x="67859" y="22835"/>
                  <a:pt x="67404" y="22707"/>
                  <a:pt x="66923" y="22647"/>
                </a:cubicBezTo>
                <a:close/>
                <a:moveTo>
                  <a:pt x="81350" y="29957"/>
                </a:moveTo>
                <a:cubicBezTo>
                  <a:pt x="80665" y="29964"/>
                  <a:pt x="80006" y="30156"/>
                  <a:pt x="79417" y="30514"/>
                </a:cubicBezTo>
                <a:cubicBezTo>
                  <a:pt x="78841" y="30871"/>
                  <a:pt x="78373" y="31381"/>
                  <a:pt x="78061" y="31987"/>
                </a:cubicBezTo>
                <a:cubicBezTo>
                  <a:pt x="77737" y="32593"/>
                  <a:pt x="77605" y="33274"/>
                  <a:pt x="77641" y="33954"/>
                </a:cubicBezTo>
                <a:cubicBezTo>
                  <a:pt x="77689" y="34636"/>
                  <a:pt x="77917" y="35291"/>
                  <a:pt x="78313" y="35852"/>
                </a:cubicBezTo>
                <a:cubicBezTo>
                  <a:pt x="80102" y="38506"/>
                  <a:pt x="81134" y="41620"/>
                  <a:pt x="81134" y="45002"/>
                </a:cubicBezTo>
                <a:cubicBezTo>
                  <a:pt x="81134" y="48383"/>
                  <a:pt x="80102" y="51498"/>
                  <a:pt x="78313" y="54153"/>
                </a:cubicBezTo>
                <a:cubicBezTo>
                  <a:pt x="78038" y="54560"/>
                  <a:pt x="77845" y="55019"/>
                  <a:pt x="77749" y="55502"/>
                </a:cubicBezTo>
                <a:cubicBezTo>
                  <a:pt x="77641" y="55985"/>
                  <a:pt x="77641" y="56481"/>
                  <a:pt x="77737" y="56965"/>
                </a:cubicBezTo>
                <a:cubicBezTo>
                  <a:pt x="77833" y="57449"/>
                  <a:pt x="78014" y="57910"/>
                  <a:pt x="78289" y="58321"/>
                </a:cubicBezTo>
                <a:cubicBezTo>
                  <a:pt x="78565" y="58732"/>
                  <a:pt x="78914" y="59086"/>
                  <a:pt x="79321" y="59360"/>
                </a:cubicBezTo>
                <a:cubicBezTo>
                  <a:pt x="79729" y="59637"/>
                  <a:pt x="80186" y="59830"/>
                  <a:pt x="80665" y="59928"/>
                </a:cubicBezTo>
                <a:cubicBezTo>
                  <a:pt x="81146" y="60027"/>
                  <a:pt x="81650" y="60029"/>
                  <a:pt x="82130" y="59935"/>
                </a:cubicBezTo>
                <a:cubicBezTo>
                  <a:pt x="82622" y="59842"/>
                  <a:pt x="83078" y="59653"/>
                  <a:pt x="83486" y="59382"/>
                </a:cubicBezTo>
                <a:cubicBezTo>
                  <a:pt x="83894" y="59110"/>
                  <a:pt x="84254" y="58761"/>
                  <a:pt x="84530" y="58352"/>
                </a:cubicBezTo>
                <a:cubicBezTo>
                  <a:pt x="87111" y="54531"/>
                  <a:pt x="88635" y="49926"/>
                  <a:pt x="88635" y="45002"/>
                </a:cubicBezTo>
                <a:cubicBezTo>
                  <a:pt x="88635" y="40078"/>
                  <a:pt x="87111" y="35472"/>
                  <a:pt x="84530" y="31652"/>
                </a:cubicBezTo>
                <a:cubicBezTo>
                  <a:pt x="84182" y="31126"/>
                  <a:pt x="83714" y="30695"/>
                  <a:pt x="83162" y="30399"/>
                </a:cubicBezTo>
                <a:cubicBezTo>
                  <a:pt x="82598" y="30103"/>
                  <a:pt x="81986" y="29951"/>
                  <a:pt x="81350" y="29957"/>
                </a:cubicBezTo>
                <a:close/>
                <a:moveTo>
                  <a:pt x="35118" y="80007"/>
                </a:moveTo>
                <a:lnTo>
                  <a:pt x="47623" y="80007"/>
                </a:lnTo>
                <a:cubicBezTo>
                  <a:pt x="49700" y="80007"/>
                  <a:pt x="51369" y="81676"/>
                  <a:pt x="51369" y="83751"/>
                </a:cubicBezTo>
                <a:cubicBezTo>
                  <a:pt x="51369" y="85827"/>
                  <a:pt x="49700" y="87508"/>
                  <a:pt x="47623" y="87508"/>
                </a:cubicBezTo>
                <a:lnTo>
                  <a:pt x="35118" y="87508"/>
                </a:lnTo>
                <a:cubicBezTo>
                  <a:pt x="33041" y="87508"/>
                  <a:pt x="31373" y="85827"/>
                  <a:pt x="31373" y="83751"/>
                </a:cubicBezTo>
                <a:cubicBezTo>
                  <a:pt x="31373" y="81676"/>
                  <a:pt x="33041" y="80007"/>
                  <a:pt x="35118" y="8000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5" name="Красный — SVG 34">
            <a:extLst>
              <a:ext uri="{FF2B5EF4-FFF2-40B4-BE49-F238E27FC236}">
                <a16:creationId xmlns:a16="http://schemas.microsoft.com/office/drawing/2014/main" id="{3BE9DB34-709F-D545-AB8A-1D70385D5D51}"/>
              </a:ext>
            </a:extLst>
          </p:cNvPr>
          <p:cNvSpPr>
            <a:spLocks noGrp="1"/>
          </p:cNvSpPr>
          <p:nvPr/>
        </p:nvSpPr>
        <p:spPr>
          <a:xfrm>
            <a:off x="9420000" y="1410000"/>
            <a:ext cx="220000" cy="220000"/>
          </a:xfrm>
          <a:custGeom>
            <a:avLst/>
            <a:gdLst>
              <a:gd name="csX0" fmla="*/ 19497 w 113428"/>
              <a:gd name="csY0" fmla="*/ 0 h 141830"/>
              <a:gd name="csX1" fmla="*/ 0 w 113428"/>
              <a:gd name="csY1" fmla="*/ 19491 h 141830"/>
              <a:gd name="csX2" fmla="*/ 0 w 113428"/>
              <a:gd name="csY2" fmla="*/ 122259 h 141830"/>
              <a:gd name="csX3" fmla="*/ 19497 w 113428"/>
              <a:gd name="csY3" fmla="*/ 141754 h 141830"/>
              <a:gd name="csX4" fmla="*/ 25707 w 113428"/>
              <a:gd name="csY4" fmla="*/ 141754 h 141830"/>
              <a:gd name="csX5" fmla="*/ 27443 w 113428"/>
              <a:gd name="csY5" fmla="*/ 141754 h 141830"/>
              <a:gd name="csX6" fmla="*/ 43435 w 113428"/>
              <a:gd name="csY6" fmla="*/ 141754 h 141830"/>
              <a:gd name="csX7" fmla="*/ 45154 w 113428"/>
              <a:gd name="csY7" fmla="*/ 141754 h 141830"/>
              <a:gd name="csX8" fmla="*/ 61163 w 113428"/>
              <a:gd name="csY8" fmla="*/ 141754 h 141830"/>
              <a:gd name="csX9" fmla="*/ 62881 w 113428"/>
              <a:gd name="csY9" fmla="*/ 141754 h 141830"/>
              <a:gd name="csX10" fmla="*/ 93931 w 113428"/>
              <a:gd name="csY10" fmla="*/ 141754 h 141830"/>
              <a:gd name="csX11" fmla="*/ 113428 w 113428"/>
              <a:gd name="csY11" fmla="*/ 122259 h 141830"/>
              <a:gd name="csX12" fmla="*/ 113428 w 113428"/>
              <a:gd name="csY12" fmla="*/ 19491 h 141830"/>
              <a:gd name="csX13" fmla="*/ 93931 w 113428"/>
              <a:gd name="csY13" fmla="*/ 0 h 141830"/>
              <a:gd name="csX14" fmla="*/ 19497 w 113428"/>
              <a:gd name="csY14" fmla="*/ 0 h 141830"/>
              <a:gd name="csX15" fmla="*/ 19497 w 113428"/>
              <a:gd name="csY15" fmla="*/ 106319 h 141830"/>
              <a:gd name="csX16" fmla="*/ 93931 w 113428"/>
              <a:gd name="csY16" fmla="*/ 106319 h 141830"/>
              <a:gd name="csX17" fmla="*/ 102795 w 113428"/>
              <a:gd name="csY17" fmla="*/ 115182 h 141830"/>
              <a:gd name="csX18" fmla="*/ 102795 w 113428"/>
              <a:gd name="csY18" fmla="*/ 122259 h 141830"/>
              <a:gd name="csX19" fmla="*/ 93931 w 113428"/>
              <a:gd name="csY19" fmla="*/ 131122 h 141830"/>
              <a:gd name="csX20" fmla="*/ 67339 w 113428"/>
              <a:gd name="csY20" fmla="*/ 131122 h 141830"/>
              <a:gd name="csX21" fmla="*/ 67339 w 113428"/>
              <a:gd name="csY21" fmla="*/ 122259 h 141830"/>
              <a:gd name="csX22" fmla="*/ 66948 w 113428"/>
              <a:gd name="csY22" fmla="*/ 120183 h 141830"/>
              <a:gd name="csX23" fmla="*/ 65791 w 113428"/>
              <a:gd name="csY23" fmla="*/ 118431 h 141830"/>
              <a:gd name="csX24" fmla="*/ 64021 w 113428"/>
              <a:gd name="csY24" fmla="*/ 117258 h 141830"/>
              <a:gd name="csX25" fmla="*/ 61946 w 113428"/>
              <a:gd name="csY25" fmla="*/ 116883 h 141830"/>
              <a:gd name="csX26" fmla="*/ 58220 w 113428"/>
              <a:gd name="csY26" fmla="*/ 118482 h 141830"/>
              <a:gd name="csX27" fmla="*/ 56706 w 113428"/>
              <a:gd name="csY27" fmla="*/ 122259 h 141830"/>
              <a:gd name="csX28" fmla="*/ 56706 w 113428"/>
              <a:gd name="csY28" fmla="*/ 131122 h 141830"/>
              <a:gd name="csX29" fmla="*/ 49628 w 113428"/>
              <a:gd name="csY29" fmla="*/ 131122 h 141830"/>
              <a:gd name="csX30" fmla="*/ 49628 w 113428"/>
              <a:gd name="csY30" fmla="*/ 122259 h 141830"/>
              <a:gd name="csX31" fmla="*/ 49237 w 113428"/>
              <a:gd name="csY31" fmla="*/ 120183 h 141830"/>
              <a:gd name="csX32" fmla="*/ 48063 w 113428"/>
              <a:gd name="csY32" fmla="*/ 118431 h 141830"/>
              <a:gd name="csX33" fmla="*/ 46293 w 113428"/>
              <a:gd name="csY33" fmla="*/ 117258 h 141830"/>
              <a:gd name="csX34" fmla="*/ 44218 w 113428"/>
              <a:gd name="csY34" fmla="*/ 116883 h 141830"/>
              <a:gd name="csX35" fmla="*/ 40492 w 113428"/>
              <a:gd name="csY35" fmla="*/ 118482 h 141830"/>
              <a:gd name="csX36" fmla="*/ 38995 w 113428"/>
              <a:gd name="csY36" fmla="*/ 122259 h 141830"/>
              <a:gd name="csX37" fmla="*/ 38995 w 113428"/>
              <a:gd name="csY37" fmla="*/ 131122 h 141830"/>
              <a:gd name="csX38" fmla="*/ 31900 w 113428"/>
              <a:gd name="csY38" fmla="*/ 131122 h 141830"/>
              <a:gd name="csX39" fmla="*/ 31900 w 113428"/>
              <a:gd name="csY39" fmla="*/ 122259 h 141830"/>
              <a:gd name="csX40" fmla="*/ 31509 w 113428"/>
              <a:gd name="csY40" fmla="*/ 120183 h 141830"/>
              <a:gd name="csX41" fmla="*/ 30335 w 113428"/>
              <a:gd name="csY41" fmla="*/ 118431 h 141830"/>
              <a:gd name="csX42" fmla="*/ 28583 w 113428"/>
              <a:gd name="csY42" fmla="*/ 117258 h 141830"/>
              <a:gd name="csX43" fmla="*/ 26507 w 113428"/>
              <a:gd name="csY43" fmla="*/ 116883 h 141830"/>
              <a:gd name="csX44" fmla="*/ 22764 w 113428"/>
              <a:gd name="csY44" fmla="*/ 118482 h 141830"/>
              <a:gd name="csX45" fmla="*/ 21267 w 113428"/>
              <a:gd name="csY45" fmla="*/ 122259 h 141830"/>
              <a:gd name="csX46" fmla="*/ 21267 w 113428"/>
              <a:gd name="csY46" fmla="*/ 131122 h 141830"/>
              <a:gd name="csX47" fmla="*/ 19497 w 113428"/>
              <a:gd name="csY47" fmla="*/ 131122 h 141830"/>
              <a:gd name="csX48" fmla="*/ 10633 w 113428"/>
              <a:gd name="csY48" fmla="*/ 122259 h 141830"/>
              <a:gd name="csX49" fmla="*/ 10633 w 113428"/>
              <a:gd name="csY49" fmla="*/ 115182 h 141830"/>
              <a:gd name="csX50" fmla="*/ 19497 w 113428"/>
              <a:gd name="csY50" fmla="*/ 106319 h 141830"/>
              <a:gd name="csX51" fmla="*/ 90375 w 113428"/>
              <a:gd name="csY51" fmla="*/ 113413 h 141830"/>
              <a:gd name="csX52" fmla="*/ 86632 w 113428"/>
              <a:gd name="csY52" fmla="*/ 114961 h 141830"/>
              <a:gd name="csX53" fmla="*/ 85067 w 113428"/>
              <a:gd name="csY53" fmla="*/ 118720 h 141830"/>
              <a:gd name="csX54" fmla="*/ 86632 w 113428"/>
              <a:gd name="csY54" fmla="*/ 122480 h 141830"/>
              <a:gd name="csX55" fmla="*/ 90375 w 113428"/>
              <a:gd name="csY55" fmla="*/ 124045 h 141830"/>
              <a:gd name="csX56" fmla="*/ 94135 w 113428"/>
              <a:gd name="csY56" fmla="*/ 122480 h 141830"/>
              <a:gd name="csX57" fmla="*/ 95700 w 113428"/>
              <a:gd name="csY57" fmla="*/ 118720 h 141830"/>
              <a:gd name="csX58" fmla="*/ 94135 w 113428"/>
              <a:gd name="csY58" fmla="*/ 114961 h 141830"/>
              <a:gd name="csX59" fmla="*/ 90375 w 113428"/>
              <a:gd name="csY59" fmla="*/ 113413 h 141830"/>
            </a:gdLst>
            <a:ahLst/>
            <a:cxnLst/>
            <a:rect l="l" t="t" r="r" b="b"/>
            <a:pathLst>
              <a:path w="100000" h="100000">
                <a:moveTo>
                  <a:pt x="23759" y="0"/>
                </a:moveTo>
                <a:cubicBezTo>
                  <a:pt x="16179" y="0"/>
                  <a:pt x="10013" y="6165"/>
                  <a:pt x="10013" y="13743"/>
                </a:cubicBezTo>
                <a:lnTo>
                  <a:pt x="10013" y="86201"/>
                </a:lnTo>
                <a:cubicBezTo>
                  <a:pt x="10013" y="93781"/>
                  <a:pt x="16179" y="99946"/>
                  <a:pt x="23759" y="99946"/>
                </a:cubicBezTo>
                <a:lnTo>
                  <a:pt x="28138" y="99946"/>
                </a:lnTo>
                <a:cubicBezTo>
                  <a:pt x="28546" y="100018"/>
                  <a:pt x="28954" y="100018"/>
                  <a:pt x="29362" y="99946"/>
                </a:cubicBezTo>
                <a:lnTo>
                  <a:pt x="40637" y="99946"/>
                </a:lnTo>
                <a:cubicBezTo>
                  <a:pt x="41034" y="100018"/>
                  <a:pt x="41453" y="100018"/>
                  <a:pt x="41849" y="99946"/>
                </a:cubicBezTo>
                <a:lnTo>
                  <a:pt x="53137" y="99946"/>
                </a:lnTo>
                <a:cubicBezTo>
                  <a:pt x="53533" y="100018"/>
                  <a:pt x="53941" y="100018"/>
                  <a:pt x="54348" y="99946"/>
                </a:cubicBezTo>
                <a:lnTo>
                  <a:pt x="76241" y="99946"/>
                </a:lnTo>
                <a:cubicBezTo>
                  <a:pt x="83822" y="99946"/>
                  <a:pt x="89987" y="93781"/>
                  <a:pt x="89987" y="86201"/>
                </a:cubicBezTo>
                <a:lnTo>
                  <a:pt x="89987" y="13743"/>
                </a:lnTo>
                <a:cubicBezTo>
                  <a:pt x="89987" y="6165"/>
                  <a:pt x="83822" y="0"/>
                  <a:pt x="76241" y="0"/>
                </a:cubicBezTo>
                <a:lnTo>
                  <a:pt x="23759" y="0"/>
                </a:lnTo>
                <a:close/>
                <a:moveTo>
                  <a:pt x="23759" y="74962"/>
                </a:moveTo>
                <a:lnTo>
                  <a:pt x="76241" y="74962"/>
                </a:lnTo>
                <a:cubicBezTo>
                  <a:pt x="79683" y="74962"/>
                  <a:pt x="82490" y="77769"/>
                  <a:pt x="82490" y="81211"/>
                </a:cubicBezTo>
                <a:lnTo>
                  <a:pt x="82490" y="86201"/>
                </a:lnTo>
                <a:cubicBezTo>
                  <a:pt x="82490" y="89655"/>
                  <a:pt x="79683" y="92450"/>
                  <a:pt x="76241" y="92450"/>
                </a:cubicBezTo>
                <a:lnTo>
                  <a:pt x="57491" y="92450"/>
                </a:lnTo>
                <a:lnTo>
                  <a:pt x="57491" y="86201"/>
                </a:lnTo>
                <a:cubicBezTo>
                  <a:pt x="57503" y="85709"/>
                  <a:pt x="57407" y="85206"/>
                  <a:pt x="57216" y="84737"/>
                </a:cubicBezTo>
                <a:cubicBezTo>
                  <a:pt x="57035" y="84282"/>
                  <a:pt x="56748" y="83850"/>
                  <a:pt x="56400" y="83502"/>
                </a:cubicBezTo>
                <a:cubicBezTo>
                  <a:pt x="56040" y="83142"/>
                  <a:pt x="55620" y="82867"/>
                  <a:pt x="55152" y="82675"/>
                </a:cubicBezTo>
                <a:cubicBezTo>
                  <a:pt x="54684" y="82495"/>
                  <a:pt x="54192" y="82399"/>
                  <a:pt x="53689" y="82411"/>
                </a:cubicBezTo>
                <a:cubicBezTo>
                  <a:pt x="52693" y="82423"/>
                  <a:pt x="51746" y="82831"/>
                  <a:pt x="51062" y="83538"/>
                </a:cubicBezTo>
                <a:cubicBezTo>
                  <a:pt x="50366" y="84258"/>
                  <a:pt x="49982" y="85218"/>
                  <a:pt x="49994" y="86201"/>
                </a:cubicBezTo>
                <a:lnTo>
                  <a:pt x="49994" y="92450"/>
                </a:lnTo>
                <a:lnTo>
                  <a:pt x="45004" y="92450"/>
                </a:lnTo>
                <a:lnTo>
                  <a:pt x="45004" y="86201"/>
                </a:lnTo>
                <a:cubicBezTo>
                  <a:pt x="45004" y="85709"/>
                  <a:pt x="44908" y="85206"/>
                  <a:pt x="44728" y="84737"/>
                </a:cubicBezTo>
                <a:cubicBezTo>
                  <a:pt x="44536" y="84282"/>
                  <a:pt x="44260" y="83850"/>
                  <a:pt x="43900" y="83502"/>
                </a:cubicBezTo>
                <a:cubicBezTo>
                  <a:pt x="43540" y="83142"/>
                  <a:pt x="43121" y="82867"/>
                  <a:pt x="42652" y="82675"/>
                </a:cubicBezTo>
                <a:cubicBezTo>
                  <a:pt x="42197" y="82495"/>
                  <a:pt x="41693" y="82399"/>
                  <a:pt x="41189" y="82411"/>
                </a:cubicBezTo>
                <a:cubicBezTo>
                  <a:pt x="40194" y="82423"/>
                  <a:pt x="39258" y="82831"/>
                  <a:pt x="38562" y="83538"/>
                </a:cubicBezTo>
                <a:cubicBezTo>
                  <a:pt x="37866" y="84258"/>
                  <a:pt x="37483" y="85218"/>
                  <a:pt x="37507" y="86201"/>
                </a:cubicBezTo>
                <a:lnTo>
                  <a:pt x="37507" y="92450"/>
                </a:lnTo>
                <a:lnTo>
                  <a:pt x="32504" y="92450"/>
                </a:lnTo>
                <a:lnTo>
                  <a:pt x="32504" y="86201"/>
                </a:lnTo>
                <a:cubicBezTo>
                  <a:pt x="32516" y="85709"/>
                  <a:pt x="32421" y="85206"/>
                  <a:pt x="32229" y="84737"/>
                </a:cubicBezTo>
                <a:cubicBezTo>
                  <a:pt x="32037" y="84282"/>
                  <a:pt x="31761" y="83850"/>
                  <a:pt x="31401" y="83502"/>
                </a:cubicBezTo>
                <a:cubicBezTo>
                  <a:pt x="31053" y="83142"/>
                  <a:pt x="30633" y="82867"/>
                  <a:pt x="30166" y="82675"/>
                </a:cubicBezTo>
                <a:cubicBezTo>
                  <a:pt x="29698" y="82495"/>
                  <a:pt x="29193" y="82399"/>
                  <a:pt x="28702" y="82411"/>
                </a:cubicBezTo>
                <a:cubicBezTo>
                  <a:pt x="27706" y="82423"/>
                  <a:pt x="26759" y="82831"/>
                  <a:pt x="26063" y="83538"/>
                </a:cubicBezTo>
                <a:cubicBezTo>
                  <a:pt x="25379" y="84258"/>
                  <a:pt x="24995" y="85218"/>
                  <a:pt x="25007" y="86201"/>
                </a:cubicBezTo>
                <a:lnTo>
                  <a:pt x="25007" y="92450"/>
                </a:lnTo>
                <a:lnTo>
                  <a:pt x="23759" y="92450"/>
                </a:lnTo>
                <a:cubicBezTo>
                  <a:pt x="20317" y="92450"/>
                  <a:pt x="17510" y="89655"/>
                  <a:pt x="17510" y="86201"/>
                </a:cubicBezTo>
                <a:lnTo>
                  <a:pt x="17510" y="81211"/>
                </a:lnTo>
                <a:cubicBezTo>
                  <a:pt x="17510" y="77769"/>
                  <a:pt x="20317" y="74962"/>
                  <a:pt x="23759" y="74962"/>
                </a:cubicBezTo>
                <a:close/>
                <a:moveTo>
                  <a:pt x="73733" y="79964"/>
                </a:moveTo>
                <a:cubicBezTo>
                  <a:pt x="72750" y="79964"/>
                  <a:pt x="71790" y="80360"/>
                  <a:pt x="71094" y="81055"/>
                </a:cubicBezTo>
                <a:cubicBezTo>
                  <a:pt x="70386" y="81763"/>
                  <a:pt x="69991" y="82711"/>
                  <a:pt x="69991" y="83706"/>
                </a:cubicBezTo>
                <a:cubicBezTo>
                  <a:pt x="69991" y="84701"/>
                  <a:pt x="70386" y="85661"/>
                  <a:pt x="71094" y="86357"/>
                </a:cubicBezTo>
                <a:cubicBezTo>
                  <a:pt x="71790" y="87065"/>
                  <a:pt x="72750" y="87460"/>
                  <a:pt x="73733" y="87460"/>
                </a:cubicBezTo>
                <a:cubicBezTo>
                  <a:pt x="74729" y="87460"/>
                  <a:pt x="75689" y="87065"/>
                  <a:pt x="76384" y="86357"/>
                </a:cubicBezTo>
                <a:cubicBezTo>
                  <a:pt x="77092" y="85661"/>
                  <a:pt x="77488" y="84701"/>
                  <a:pt x="77488" y="83706"/>
                </a:cubicBezTo>
                <a:cubicBezTo>
                  <a:pt x="77488" y="82711"/>
                  <a:pt x="77092" y="81763"/>
                  <a:pt x="76384" y="81055"/>
                </a:cubicBezTo>
                <a:cubicBezTo>
                  <a:pt x="75689" y="80360"/>
                  <a:pt x="74729" y="79964"/>
                  <a:pt x="73733" y="7996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6" name="Красный — SVG 35">
            <a:extLst>
              <a:ext uri="{FF2B5EF4-FFF2-40B4-BE49-F238E27FC236}">
                <a16:creationId xmlns:a16="http://schemas.microsoft.com/office/drawing/2014/main" id="{A05CB2B6-7C93-414A-AE94-385BB5CC83B4}"/>
              </a:ext>
            </a:extLst>
          </p:cNvPr>
          <p:cNvSpPr>
            <a:spLocks noGrp="1"/>
          </p:cNvSpPr>
          <p:nvPr/>
        </p:nvSpPr>
        <p:spPr>
          <a:xfrm>
            <a:off x="10020000" y="1410000"/>
            <a:ext cx="220000" cy="220000"/>
          </a:xfrm>
          <a:custGeom>
            <a:avLst/>
            <a:gdLst>
              <a:gd name="csX0" fmla="*/ 0 w 127600"/>
              <a:gd name="csY0" fmla="*/ 115182 h 127583"/>
              <a:gd name="csX1" fmla="*/ 12406 w 127600"/>
              <a:gd name="csY1" fmla="*/ 127583 h 127583"/>
              <a:gd name="csX2" fmla="*/ 115194 w 127600"/>
              <a:gd name="csY2" fmla="*/ 127583 h 127583"/>
              <a:gd name="csX3" fmla="*/ 127601 w 127600"/>
              <a:gd name="csY3" fmla="*/ 115182 h 127583"/>
              <a:gd name="csX4" fmla="*/ 127601 w 127600"/>
              <a:gd name="csY4" fmla="*/ 92144 h 127583"/>
              <a:gd name="csX5" fmla="*/ 0 w 127600"/>
              <a:gd name="csY5" fmla="*/ 92144 h 127583"/>
              <a:gd name="csX6" fmla="*/ 0 w 127600"/>
              <a:gd name="csY6" fmla="*/ 115182 h 127583"/>
              <a:gd name="csX7" fmla="*/ 0 w 127600"/>
              <a:gd name="csY7" fmla="*/ 81512 h 127583"/>
              <a:gd name="csX8" fmla="*/ 127601 w 127600"/>
              <a:gd name="csY8" fmla="*/ 81512 h 127583"/>
              <a:gd name="csX9" fmla="*/ 127601 w 127600"/>
              <a:gd name="csY9" fmla="*/ 46071 h 127583"/>
              <a:gd name="csX10" fmla="*/ 0 w 127600"/>
              <a:gd name="csY10" fmla="*/ 46071 h 127583"/>
              <a:gd name="csX11" fmla="*/ 0 w 127600"/>
              <a:gd name="csY11" fmla="*/ 81512 h 127583"/>
              <a:gd name="csX12" fmla="*/ 115194 w 127600"/>
              <a:gd name="csY12" fmla="*/ 0 h 127583"/>
              <a:gd name="csX13" fmla="*/ 12406 w 127600"/>
              <a:gd name="csY13" fmla="*/ 0 h 127583"/>
              <a:gd name="csX14" fmla="*/ 0 w 127600"/>
              <a:gd name="csY14" fmla="*/ 12404 h 127583"/>
              <a:gd name="csX15" fmla="*/ 0 w 127600"/>
              <a:gd name="csY15" fmla="*/ 35439 h 127583"/>
              <a:gd name="csX16" fmla="*/ 127601 w 127600"/>
              <a:gd name="csY16" fmla="*/ 35439 h 127583"/>
              <a:gd name="csX17" fmla="*/ 127601 w 127600"/>
              <a:gd name="csY17" fmla="*/ 12404 h 127583"/>
              <a:gd name="csX18" fmla="*/ 115194 w 127600"/>
              <a:gd name="csY18" fmla="*/ 0 h 127583"/>
              <a:gd name="csX19" fmla="*/ 109878 w 127600"/>
              <a:gd name="csY19" fmla="*/ 17720 h 127583"/>
              <a:gd name="csX20" fmla="*/ 102790 w 127600"/>
              <a:gd name="csY20" fmla="*/ 24807 h 127583"/>
              <a:gd name="csX21" fmla="*/ 95700 w 127600"/>
              <a:gd name="csY21" fmla="*/ 17720 h 127583"/>
              <a:gd name="csX22" fmla="*/ 102790 w 127600"/>
              <a:gd name="csY22" fmla="*/ 10632 h 127583"/>
              <a:gd name="csX23" fmla="*/ 109878 w 127600"/>
              <a:gd name="csY23" fmla="*/ 17720 h 127583"/>
              <a:gd name="csX24" fmla="*/ 54940 w 127600"/>
              <a:gd name="csY24" fmla="*/ 23036 h 127583"/>
              <a:gd name="csX25" fmla="*/ 23040 w 127600"/>
              <a:gd name="csY25" fmla="*/ 23036 h 127583"/>
              <a:gd name="csX26" fmla="*/ 17723 w 127600"/>
              <a:gd name="csY26" fmla="*/ 17720 h 127583"/>
              <a:gd name="csX27" fmla="*/ 23040 w 127600"/>
              <a:gd name="csY27" fmla="*/ 12404 h 127583"/>
              <a:gd name="csX28" fmla="*/ 54940 w 127600"/>
              <a:gd name="csY28" fmla="*/ 12404 h 127583"/>
              <a:gd name="csX29" fmla="*/ 60256 w 127600"/>
              <a:gd name="csY29" fmla="*/ 17720 h 127583"/>
              <a:gd name="csX30" fmla="*/ 54940 w 127600"/>
              <a:gd name="csY30" fmla="*/ 23036 h 127583"/>
              <a:gd name="csX31" fmla="*/ 109878 w 127600"/>
              <a:gd name="csY31" fmla="*/ 63792 h 127583"/>
              <a:gd name="csX32" fmla="*/ 102790 w 127600"/>
              <a:gd name="csY32" fmla="*/ 70880 h 127583"/>
              <a:gd name="csX33" fmla="*/ 95700 w 127600"/>
              <a:gd name="csY33" fmla="*/ 63792 h 127583"/>
              <a:gd name="csX34" fmla="*/ 102790 w 127600"/>
              <a:gd name="csY34" fmla="*/ 56703 h 127583"/>
              <a:gd name="csX35" fmla="*/ 109878 w 127600"/>
              <a:gd name="csY35" fmla="*/ 63792 h 127583"/>
              <a:gd name="csX36" fmla="*/ 54940 w 127600"/>
              <a:gd name="csY36" fmla="*/ 69108 h 127583"/>
              <a:gd name="csX37" fmla="*/ 23040 w 127600"/>
              <a:gd name="csY37" fmla="*/ 69108 h 127583"/>
              <a:gd name="csX38" fmla="*/ 17723 w 127600"/>
              <a:gd name="csY38" fmla="*/ 63792 h 127583"/>
              <a:gd name="csX39" fmla="*/ 23040 w 127600"/>
              <a:gd name="csY39" fmla="*/ 58476 h 127583"/>
              <a:gd name="csX40" fmla="*/ 54940 w 127600"/>
              <a:gd name="csY40" fmla="*/ 58476 h 127583"/>
              <a:gd name="csX41" fmla="*/ 60256 w 127600"/>
              <a:gd name="csY41" fmla="*/ 63792 h 127583"/>
              <a:gd name="csX42" fmla="*/ 54940 w 127600"/>
              <a:gd name="csY42" fmla="*/ 69108 h 127583"/>
              <a:gd name="csX43" fmla="*/ 109878 w 127600"/>
              <a:gd name="csY43" fmla="*/ 109858 h 127583"/>
              <a:gd name="csX44" fmla="*/ 102790 w 127600"/>
              <a:gd name="csY44" fmla="*/ 116951 h 127583"/>
              <a:gd name="csX45" fmla="*/ 95700 w 127600"/>
              <a:gd name="csY45" fmla="*/ 109858 h 127583"/>
              <a:gd name="csX46" fmla="*/ 102790 w 127600"/>
              <a:gd name="csY46" fmla="*/ 102776 h 127583"/>
              <a:gd name="csX47" fmla="*/ 109878 w 127600"/>
              <a:gd name="csY47" fmla="*/ 109858 h 127583"/>
              <a:gd name="csX48" fmla="*/ 54940 w 127600"/>
              <a:gd name="csY48" fmla="*/ 115182 h 127583"/>
              <a:gd name="csX49" fmla="*/ 23040 w 127600"/>
              <a:gd name="csY49" fmla="*/ 115182 h 127583"/>
              <a:gd name="csX50" fmla="*/ 17723 w 127600"/>
              <a:gd name="csY50" fmla="*/ 109858 h 127583"/>
              <a:gd name="csX51" fmla="*/ 23040 w 127600"/>
              <a:gd name="csY51" fmla="*/ 104547 h 127583"/>
              <a:gd name="csX52" fmla="*/ 54940 w 127600"/>
              <a:gd name="csY52" fmla="*/ 104547 h 127583"/>
              <a:gd name="csX53" fmla="*/ 60256 w 127600"/>
              <a:gd name="csY53" fmla="*/ 109858 h 127583"/>
              <a:gd name="csX54" fmla="*/ 54940 w 127600"/>
              <a:gd name="csY54" fmla="*/ 115182 h 127583"/>
            </a:gdLst>
            <a:ahLst/>
            <a:cxnLst/>
            <a:rect l="l" t="t" r="r" b="b"/>
            <a:pathLst>
              <a:path w="100000" h="100000">
                <a:moveTo>
                  <a:pt x="0" y="90275"/>
                </a:moveTo>
                <a:cubicBezTo>
                  <a:pt x="0" y="95634"/>
                  <a:pt x="4361" y="99993"/>
                  <a:pt x="9723" y="99993"/>
                </a:cubicBezTo>
                <a:lnTo>
                  <a:pt x="90277" y="99993"/>
                </a:lnTo>
                <a:cubicBezTo>
                  <a:pt x="95639" y="99993"/>
                  <a:pt x="100001" y="95634"/>
                  <a:pt x="100001" y="90275"/>
                </a:cubicBezTo>
                <a:lnTo>
                  <a:pt x="100001" y="72220"/>
                </a:lnTo>
                <a:lnTo>
                  <a:pt x="0" y="72220"/>
                </a:lnTo>
                <a:lnTo>
                  <a:pt x="0" y="90275"/>
                </a:lnTo>
                <a:close/>
                <a:moveTo>
                  <a:pt x="0" y="63888"/>
                </a:moveTo>
                <a:lnTo>
                  <a:pt x="100001" y="63888"/>
                </a:lnTo>
                <a:lnTo>
                  <a:pt x="100001" y="36112"/>
                </a:lnTo>
                <a:lnTo>
                  <a:pt x="0" y="36112"/>
                </a:lnTo>
                <a:lnTo>
                  <a:pt x="0" y="63888"/>
                </a:lnTo>
                <a:close/>
                <a:moveTo>
                  <a:pt x="90277" y="7"/>
                </a:moveTo>
                <a:lnTo>
                  <a:pt x="9723" y="7"/>
                </a:lnTo>
                <a:cubicBezTo>
                  <a:pt x="4361" y="7"/>
                  <a:pt x="0" y="4367"/>
                  <a:pt x="0" y="9728"/>
                </a:cubicBezTo>
                <a:lnTo>
                  <a:pt x="0" y="27780"/>
                </a:lnTo>
                <a:lnTo>
                  <a:pt x="100001" y="27780"/>
                </a:lnTo>
                <a:lnTo>
                  <a:pt x="100001" y="9728"/>
                </a:lnTo>
                <a:cubicBezTo>
                  <a:pt x="100001" y="4367"/>
                  <a:pt x="95639" y="7"/>
                  <a:pt x="90277" y="7"/>
                </a:cubicBezTo>
                <a:close/>
                <a:moveTo>
                  <a:pt x="86111" y="13894"/>
                </a:moveTo>
                <a:cubicBezTo>
                  <a:pt x="86111" y="16963"/>
                  <a:pt x="83625" y="19448"/>
                  <a:pt x="80556" y="19448"/>
                </a:cubicBezTo>
                <a:cubicBezTo>
                  <a:pt x="77487" y="19448"/>
                  <a:pt x="75000" y="16963"/>
                  <a:pt x="75000" y="13894"/>
                </a:cubicBezTo>
                <a:cubicBezTo>
                  <a:pt x="75000" y="10825"/>
                  <a:pt x="77487" y="8339"/>
                  <a:pt x="80556" y="8339"/>
                </a:cubicBezTo>
                <a:cubicBezTo>
                  <a:pt x="83625" y="8339"/>
                  <a:pt x="86111" y="10825"/>
                  <a:pt x="86111" y="13894"/>
                </a:cubicBezTo>
                <a:close/>
                <a:moveTo>
                  <a:pt x="43056" y="18060"/>
                </a:moveTo>
                <a:lnTo>
                  <a:pt x="18056" y="18060"/>
                </a:lnTo>
                <a:cubicBezTo>
                  <a:pt x="15756" y="18060"/>
                  <a:pt x="13889" y="16196"/>
                  <a:pt x="13889" y="13894"/>
                </a:cubicBezTo>
                <a:cubicBezTo>
                  <a:pt x="13889" y="11592"/>
                  <a:pt x="15756" y="9728"/>
                  <a:pt x="18056" y="9728"/>
                </a:cubicBezTo>
                <a:lnTo>
                  <a:pt x="43056" y="9728"/>
                </a:lnTo>
                <a:cubicBezTo>
                  <a:pt x="45357" y="9728"/>
                  <a:pt x="47223" y="11592"/>
                  <a:pt x="47223" y="13894"/>
                </a:cubicBezTo>
                <a:cubicBezTo>
                  <a:pt x="47223" y="16196"/>
                  <a:pt x="45357" y="18060"/>
                  <a:pt x="43056" y="18060"/>
                </a:cubicBezTo>
                <a:close/>
                <a:moveTo>
                  <a:pt x="86111" y="50000"/>
                </a:moveTo>
                <a:cubicBezTo>
                  <a:pt x="86111" y="53069"/>
                  <a:pt x="83625" y="55555"/>
                  <a:pt x="80556" y="55555"/>
                </a:cubicBezTo>
                <a:cubicBezTo>
                  <a:pt x="77487" y="55555"/>
                  <a:pt x="75000" y="53069"/>
                  <a:pt x="75000" y="50000"/>
                </a:cubicBezTo>
                <a:cubicBezTo>
                  <a:pt x="75000" y="46931"/>
                  <a:pt x="77487" y="44445"/>
                  <a:pt x="80556" y="44445"/>
                </a:cubicBezTo>
                <a:cubicBezTo>
                  <a:pt x="83625" y="44445"/>
                  <a:pt x="86111" y="46931"/>
                  <a:pt x="86111" y="50000"/>
                </a:cubicBezTo>
                <a:close/>
                <a:moveTo>
                  <a:pt x="43056" y="54167"/>
                </a:moveTo>
                <a:lnTo>
                  <a:pt x="18056" y="54167"/>
                </a:lnTo>
                <a:cubicBezTo>
                  <a:pt x="15756" y="54167"/>
                  <a:pt x="13889" y="52302"/>
                  <a:pt x="13889" y="50000"/>
                </a:cubicBezTo>
                <a:cubicBezTo>
                  <a:pt x="13889" y="47698"/>
                  <a:pt x="15756" y="45834"/>
                  <a:pt x="18056" y="45834"/>
                </a:cubicBezTo>
                <a:lnTo>
                  <a:pt x="43056" y="45834"/>
                </a:lnTo>
                <a:cubicBezTo>
                  <a:pt x="45357" y="45834"/>
                  <a:pt x="47223" y="47698"/>
                  <a:pt x="47223" y="50000"/>
                </a:cubicBezTo>
                <a:cubicBezTo>
                  <a:pt x="47223" y="52302"/>
                  <a:pt x="45357" y="54167"/>
                  <a:pt x="43056" y="54167"/>
                </a:cubicBezTo>
                <a:close/>
                <a:moveTo>
                  <a:pt x="86111" y="86102"/>
                </a:moveTo>
                <a:cubicBezTo>
                  <a:pt x="86111" y="89181"/>
                  <a:pt x="83625" y="91661"/>
                  <a:pt x="80556" y="91661"/>
                </a:cubicBezTo>
                <a:cubicBezTo>
                  <a:pt x="77487" y="91661"/>
                  <a:pt x="75000" y="89181"/>
                  <a:pt x="75000" y="86102"/>
                </a:cubicBezTo>
                <a:cubicBezTo>
                  <a:pt x="75000" y="83037"/>
                  <a:pt x="77487" y="80552"/>
                  <a:pt x="80556" y="80552"/>
                </a:cubicBezTo>
                <a:cubicBezTo>
                  <a:pt x="83625" y="80552"/>
                  <a:pt x="86111" y="83037"/>
                  <a:pt x="86111" y="86102"/>
                </a:cubicBezTo>
                <a:close/>
                <a:moveTo>
                  <a:pt x="43056" y="90275"/>
                </a:moveTo>
                <a:lnTo>
                  <a:pt x="18056" y="90275"/>
                </a:lnTo>
                <a:cubicBezTo>
                  <a:pt x="15756" y="90275"/>
                  <a:pt x="13889" y="88409"/>
                  <a:pt x="13889" y="86102"/>
                </a:cubicBezTo>
                <a:cubicBezTo>
                  <a:pt x="13889" y="83804"/>
                  <a:pt x="15756" y="81940"/>
                  <a:pt x="18056" y="81940"/>
                </a:cubicBezTo>
                <a:lnTo>
                  <a:pt x="43056" y="81940"/>
                </a:lnTo>
                <a:cubicBezTo>
                  <a:pt x="45357" y="81940"/>
                  <a:pt x="47223" y="83804"/>
                  <a:pt x="47223" y="86102"/>
                </a:cubicBezTo>
                <a:cubicBezTo>
                  <a:pt x="47223" y="88409"/>
                  <a:pt x="45357" y="90275"/>
                  <a:pt x="43056" y="9027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7" name="Красный — SVG 36">
            <a:extLst>
              <a:ext uri="{FF2B5EF4-FFF2-40B4-BE49-F238E27FC236}">
                <a16:creationId xmlns:a16="http://schemas.microsoft.com/office/drawing/2014/main" id="{91E0F283-FDA3-5E4D-92C3-A9254F61E13F}"/>
              </a:ext>
            </a:extLst>
          </p:cNvPr>
          <p:cNvSpPr>
            <a:spLocks noGrp="1"/>
          </p:cNvSpPr>
          <p:nvPr/>
        </p:nvSpPr>
        <p:spPr>
          <a:xfrm>
            <a:off x="10620000" y="1410000"/>
            <a:ext cx="220000" cy="220000"/>
          </a:xfrm>
          <a:custGeom>
            <a:avLst/>
            <a:gdLst>
              <a:gd name="csX0" fmla="*/ 11825 w 127604"/>
              <a:gd name="csY0" fmla="*/ 37 h 127974"/>
              <a:gd name="csX1" fmla="*/ 8643 w 127604"/>
              <a:gd name="csY1" fmla="*/ 1560 h 127974"/>
              <a:gd name="csX2" fmla="*/ 1566 w 127604"/>
              <a:gd name="csY2" fmla="*/ 8648 h 127974"/>
              <a:gd name="csX3" fmla="*/ 834 w 127604"/>
              <a:gd name="csY3" fmla="*/ 15259 h 127974"/>
              <a:gd name="csX4" fmla="*/ 14496 w 127604"/>
              <a:gd name="csY4" fmla="*/ 36696 h 127974"/>
              <a:gd name="csX5" fmla="*/ 23615 w 127604"/>
              <a:gd name="csY5" fmla="*/ 42448 h 127974"/>
              <a:gd name="csX6" fmla="*/ 25027 w 127604"/>
              <a:gd name="csY6" fmla="*/ 42531 h 127974"/>
              <a:gd name="csX7" fmla="*/ 32462 w 127604"/>
              <a:gd name="csY7" fmla="*/ 39976 h 127974"/>
              <a:gd name="csX8" fmla="*/ 58492 w 127604"/>
              <a:gd name="csY8" fmla="*/ 66003 h 127974"/>
              <a:gd name="csX9" fmla="*/ 61402 w 127604"/>
              <a:gd name="csY9" fmla="*/ 87730 h 127974"/>
              <a:gd name="csX10" fmla="*/ 96449 w 127604"/>
              <a:gd name="csY10" fmla="*/ 122582 h 127974"/>
              <a:gd name="csX11" fmla="*/ 109312 w 127604"/>
              <a:gd name="csY11" fmla="*/ 127975 h 127974"/>
              <a:gd name="csX12" fmla="*/ 109380 w 127604"/>
              <a:gd name="csY12" fmla="*/ 127975 h 127974"/>
              <a:gd name="csX13" fmla="*/ 122225 w 127604"/>
              <a:gd name="csY13" fmla="*/ 122684 h 127974"/>
              <a:gd name="csX14" fmla="*/ 127601 w 127604"/>
              <a:gd name="csY14" fmla="*/ 109824 h 127974"/>
              <a:gd name="csX15" fmla="*/ 122327 w 127604"/>
              <a:gd name="csY15" fmla="*/ 96929 h 127974"/>
              <a:gd name="csX16" fmla="*/ 87296 w 127604"/>
              <a:gd name="csY16" fmla="*/ 62113 h 127974"/>
              <a:gd name="csX17" fmla="*/ 74434 w 127604"/>
              <a:gd name="csY17" fmla="*/ 56707 h 127974"/>
              <a:gd name="csX18" fmla="*/ 74349 w 127604"/>
              <a:gd name="csY18" fmla="*/ 56707 h 127974"/>
              <a:gd name="csX19" fmla="*/ 66217 w 127604"/>
              <a:gd name="csY19" fmla="*/ 58700 h 127974"/>
              <a:gd name="csX20" fmla="*/ 39965 w 127604"/>
              <a:gd name="csY20" fmla="*/ 32445 h 127974"/>
              <a:gd name="csX21" fmla="*/ 42449 w 127604"/>
              <a:gd name="csY21" fmla="*/ 23593 h 127974"/>
              <a:gd name="csX22" fmla="*/ 36733 w 127604"/>
              <a:gd name="csY22" fmla="*/ 14511 h 127974"/>
              <a:gd name="csX23" fmla="*/ 15262 w 127604"/>
              <a:gd name="csY23" fmla="*/ 834 h 127974"/>
              <a:gd name="csX24" fmla="*/ 11825 w 127604"/>
              <a:gd name="csY24" fmla="*/ 37 h 127974"/>
              <a:gd name="csX25" fmla="*/ 92587 w 127604"/>
              <a:gd name="csY25" fmla="*/ 65 h 127974"/>
              <a:gd name="csX26" fmla="*/ 82328 w 127604"/>
              <a:gd name="csY26" fmla="*/ 861 h 127974"/>
              <a:gd name="csX27" fmla="*/ 53661 w 127604"/>
              <a:gd name="csY27" fmla="*/ 31027 h 127974"/>
              <a:gd name="csX28" fmla="*/ 53201 w 127604"/>
              <a:gd name="csY28" fmla="*/ 35657 h 127974"/>
              <a:gd name="csX29" fmla="*/ 68003 w 127604"/>
              <a:gd name="csY29" fmla="*/ 50463 h 127974"/>
              <a:gd name="csX30" fmla="*/ 74349 w 127604"/>
              <a:gd name="csY30" fmla="*/ 49618 h 127974"/>
              <a:gd name="csX31" fmla="*/ 92349 w 127604"/>
              <a:gd name="csY31" fmla="*/ 57122 h 127974"/>
              <a:gd name="csX32" fmla="*/ 106181 w 127604"/>
              <a:gd name="csY32" fmla="*/ 70868 h 127974"/>
              <a:gd name="csX33" fmla="*/ 127210 w 127604"/>
              <a:gd name="csY33" fmla="*/ 42635 h 127974"/>
              <a:gd name="csX34" fmla="*/ 125746 w 127604"/>
              <a:gd name="csY34" fmla="*/ 25648 h 127974"/>
              <a:gd name="csX35" fmla="*/ 116985 w 127604"/>
              <a:gd name="csY35" fmla="*/ 23724 h 127974"/>
              <a:gd name="csX36" fmla="*/ 101179 w 127604"/>
              <a:gd name="csY36" fmla="*/ 39527 h 127974"/>
              <a:gd name="csX37" fmla="*/ 87620 w 127604"/>
              <a:gd name="csY37" fmla="*/ 39755 h 127974"/>
              <a:gd name="csX38" fmla="*/ 85085 w 127604"/>
              <a:gd name="csY38" fmla="*/ 33415 h 127974"/>
              <a:gd name="csX39" fmla="*/ 87773 w 127604"/>
              <a:gd name="csY39" fmla="*/ 26915 h 127974"/>
              <a:gd name="csX40" fmla="*/ 104020 w 127604"/>
              <a:gd name="csY40" fmla="*/ 10669 h 127974"/>
              <a:gd name="csX41" fmla="*/ 102115 w 127604"/>
              <a:gd name="csY41" fmla="*/ 1914 h 127974"/>
              <a:gd name="csX42" fmla="*/ 92587 w 127604"/>
              <a:gd name="csY42" fmla="*/ 65 h 127974"/>
              <a:gd name="csX43" fmla="*/ 42126 w 127604"/>
              <a:gd name="csY43" fmla="*/ 59655 h 127974"/>
              <a:gd name="csX44" fmla="*/ 5258 w 127604"/>
              <a:gd name="csY44" fmla="*/ 96708 h 127974"/>
              <a:gd name="csX45" fmla="*/ 1 w 127604"/>
              <a:gd name="csY45" fmla="*/ 109535 h 127974"/>
              <a:gd name="csX46" fmla="*/ 5360 w 127604"/>
              <a:gd name="csY46" fmla="*/ 122327 h 127974"/>
              <a:gd name="csX47" fmla="*/ 18120 w 127604"/>
              <a:gd name="csY47" fmla="*/ 127583 h 127974"/>
              <a:gd name="csX48" fmla="*/ 18188 w 127604"/>
              <a:gd name="csY48" fmla="*/ 127583 h 127974"/>
              <a:gd name="csX49" fmla="*/ 30982 w 127604"/>
              <a:gd name="csY49" fmla="*/ 122225 h 127974"/>
              <a:gd name="csX50" fmla="*/ 58374 w 127604"/>
              <a:gd name="csY50" fmla="*/ 94718 h 127974"/>
              <a:gd name="csX51" fmla="*/ 56400 w 127604"/>
              <a:gd name="csY51" fmla="*/ 92755 h 127974"/>
              <a:gd name="csX52" fmla="*/ 50190 w 127604"/>
              <a:gd name="csY52" fmla="*/ 67720 h 127974"/>
              <a:gd name="csX53" fmla="*/ 42126 w 127604"/>
              <a:gd name="csY53" fmla="*/ 59655 h 127974"/>
            </a:gdLst>
            <a:ahLst/>
            <a:cxnLst/>
            <a:rect l="l" t="t" r="r" b="b"/>
            <a:pathLst>
              <a:path w="100000" h="100000">
                <a:moveTo>
                  <a:pt x="9385" y="29"/>
                </a:moveTo>
                <a:cubicBezTo>
                  <a:pt x="8467" y="130"/>
                  <a:pt x="7590" y="533"/>
                  <a:pt x="6898" y="1219"/>
                </a:cubicBezTo>
                <a:lnTo>
                  <a:pt x="1368" y="6758"/>
                </a:lnTo>
                <a:cubicBezTo>
                  <a:pt x="-15" y="8136"/>
                  <a:pt x="-254" y="10280"/>
                  <a:pt x="796" y="11924"/>
                </a:cubicBezTo>
                <a:lnTo>
                  <a:pt x="11472" y="28675"/>
                </a:lnTo>
                <a:cubicBezTo>
                  <a:pt x="13040" y="31196"/>
                  <a:pt x="15646" y="32834"/>
                  <a:pt x="18598" y="33169"/>
                </a:cubicBezTo>
                <a:cubicBezTo>
                  <a:pt x="18969" y="33211"/>
                  <a:pt x="19342" y="33234"/>
                  <a:pt x="19701" y="33234"/>
                </a:cubicBezTo>
                <a:cubicBezTo>
                  <a:pt x="21815" y="33234"/>
                  <a:pt x="23836" y="32515"/>
                  <a:pt x="25511" y="31238"/>
                </a:cubicBezTo>
                <a:lnTo>
                  <a:pt x="45851" y="51575"/>
                </a:lnTo>
                <a:cubicBezTo>
                  <a:pt x="42820" y="56973"/>
                  <a:pt x="43564" y="63944"/>
                  <a:pt x="48125" y="68553"/>
                </a:cubicBezTo>
                <a:lnTo>
                  <a:pt x="75511" y="95787"/>
                </a:lnTo>
                <a:cubicBezTo>
                  <a:pt x="78196" y="98485"/>
                  <a:pt x="81760" y="99987"/>
                  <a:pt x="85562" y="100001"/>
                </a:cubicBezTo>
                <a:lnTo>
                  <a:pt x="85615" y="100001"/>
                </a:lnTo>
                <a:cubicBezTo>
                  <a:pt x="89403" y="100001"/>
                  <a:pt x="92967" y="98525"/>
                  <a:pt x="95652" y="95866"/>
                </a:cubicBezTo>
                <a:cubicBezTo>
                  <a:pt x="98351" y="93181"/>
                  <a:pt x="99840" y="89619"/>
                  <a:pt x="99853" y="85817"/>
                </a:cubicBezTo>
                <a:cubicBezTo>
                  <a:pt x="99866" y="82016"/>
                  <a:pt x="98404" y="78427"/>
                  <a:pt x="95732" y="75741"/>
                </a:cubicBezTo>
                <a:lnTo>
                  <a:pt x="68358" y="48536"/>
                </a:lnTo>
                <a:cubicBezTo>
                  <a:pt x="65687" y="45830"/>
                  <a:pt x="62124" y="44329"/>
                  <a:pt x="58308" y="44311"/>
                </a:cubicBezTo>
                <a:lnTo>
                  <a:pt x="58242" y="44311"/>
                </a:lnTo>
                <a:cubicBezTo>
                  <a:pt x="55995" y="44311"/>
                  <a:pt x="53855" y="44886"/>
                  <a:pt x="51887" y="45869"/>
                </a:cubicBezTo>
                <a:lnTo>
                  <a:pt x="31374" y="25353"/>
                </a:lnTo>
                <a:cubicBezTo>
                  <a:pt x="32876" y="23379"/>
                  <a:pt x="33607" y="20940"/>
                  <a:pt x="33315" y="18436"/>
                </a:cubicBezTo>
                <a:cubicBezTo>
                  <a:pt x="32982" y="15486"/>
                  <a:pt x="31347" y="12895"/>
                  <a:pt x="28848" y="11339"/>
                </a:cubicBezTo>
                <a:lnTo>
                  <a:pt x="12070" y="652"/>
                </a:lnTo>
                <a:cubicBezTo>
                  <a:pt x="11246" y="129"/>
                  <a:pt x="10289" y="-72"/>
                  <a:pt x="9385" y="29"/>
                </a:cubicBezTo>
                <a:close/>
                <a:moveTo>
                  <a:pt x="72493" y="51"/>
                </a:moveTo>
                <a:cubicBezTo>
                  <a:pt x="69901" y="-102"/>
                  <a:pt x="67215" y="88"/>
                  <a:pt x="64476" y="673"/>
                </a:cubicBezTo>
                <a:cubicBezTo>
                  <a:pt x="52977" y="3129"/>
                  <a:pt x="43950" y="12644"/>
                  <a:pt x="42076" y="24245"/>
                </a:cubicBezTo>
                <a:cubicBezTo>
                  <a:pt x="41889" y="25466"/>
                  <a:pt x="41770" y="26669"/>
                  <a:pt x="41716" y="27863"/>
                </a:cubicBezTo>
                <a:lnTo>
                  <a:pt x="53283" y="39432"/>
                </a:lnTo>
                <a:cubicBezTo>
                  <a:pt x="54918" y="38995"/>
                  <a:pt x="56566" y="38772"/>
                  <a:pt x="58242" y="38772"/>
                </a:cubicBezTo>
                <a:cubicBezTo>
                  <a:pt x="63626" y="38797"/>
                  <a:pt x="68585" y="40880"/>
                  <a:pt x="72307" y="44636"/>
                </a:cubicBezTo>
                <a:lnTo>
                  <a:pt x="83115" y="55377"/>
                </a:lnTo>
                <a:cubicBezTo>
                  <a:pt x="91730" y="51292"/>
                  <a:pt x="98151" y="43068"/>
                  <a:pt x="99548" y="33315"/>
                </a:cubicBezTo>
                <a:cubicBezTo>
                  <a:pt x="100226" y="28630"/>
                  <a:pt x="99760" y="24135"/>
                  <a:pt x="98404" y="20042"/>
                </a:cubicBezTo>
                <a:cubicBezTo>
                  <a:pt x="97447" y="17162"/>
                  <a:pt x="93711" y="16396"/>
                  <a:pt x="91558" y="18538"/>
                </a:cubicBezTo>
                <a:lnTo>
                  <a:pt x="79207" y="30887"/>
                </a:lnTo>
                <a:cubicBezTo>
                  <a:pt x="76335" y="33753"/>
                  <a:pt x="71404" y="34000"/>
                  <a:pt x="68612" y="31065"/>
                </a:cubicBezTo>
                <a:cubicBezTo>
                  <a:pt x="67335" y="29725"/>
                  <a:pt x="66631" y="27969"/>
                  <a:pt x="66631" y="26111"/>
                </a:cubicBezTo>
                <a:cubicBezTo>
                  <a:pt x="66631" y="24192"/>
                  <a:pt x="67375" y="22391"/>
                  <a:pt x="68731" y="21032"/>
                </a:cubicBezTo>
                <a:lnTo>
                  <a:pt x="81427" y="8337"/>
                </a:lnTo>
                <a:cubicBezTo>
                  <a:pt x="83568" y="6197"/>
                  <a:pt x="82810" y="2459"/>
                  <a:pt x="79938" y="1496"/>
                </a:cubicBezTo>
                <a:cubicBezTo>
                  <a:pt x="77572" y="702"/>
                  <a:pt x="75072" y="205"/>
                  <a:pt x="72493" y="51"/>
                </a:cubicBezTo>
                <a:close/>
                <a:moveTo>
                  <a:pt x="33062" y="46615"/>
                </a:moveTo>
                <a:lnTo>
                  <a:pt x="4253" y="75568"/>
                </a:lnTo>
                <a:cubicBezTo>
                  <a:pt x="1594" y="78240"/>
                  <a:pt x="132" y="81803"/>
                  <a:pt x="145" y="85592"/>
                </a:cubicBezTo>
                <a:cubicBezTo>
                  <a:pt x="159" y="89380"/>
                  <a:pt x="1647" y="92929"/>
                  <a:pt x="4333" y="95587"/>
                </a:cubicBezTo>
                <a:cubicBezTo>
                  <a:pt x="6991" y="98246"/>
                  <a:pt x="10541" y="99694"/>
                  <a:pt x="14304" y="99694"/>
                </a:cubicBezTo>
                <a:lnTo>
                  <a:pt x="14357" y="99694"/>
                </a:lnTo>
                <a:cubicBezTo>
                  <a:pt x="18146" y="99681"/>
                  <a:pt x="21695" y="98193"/>
                  <a:pt x="24354" y="95508"/>
                </a:cubicBezTo>
                <a:lnTo>
                  <a:pt x="45759" y="74013"/>
                </a:lnTo>
                <a:lnTo>
                  <a:pt x="44216" y="72480"/>
                </a:lnTo>
                <a:cubicBezTo>
                  <a:pt x="39085" y="67300"/>
                  <a:pt x="37343" y="59726"/>
                  <a:pt x="39363" y="52917"/>
                </a:cubicBezTo>
                <a:lnTo>
                  <a:pt x="33062" y="4661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8" name="Красный — SVG 37">
            <a:extLst>
              <a:ext uri="{FF2B5EF4-FFF2-40B4-BE49-F238E27FC236}">
                <a16:creationId xmlns:a16="http://schemas.microsoft.com/office/drawing/2014/main" id="{0A8FEDC9-AC35-C548-B449-2FED044F5905}"/>
              </a:ext>
            </a:extLst>
          </p:cNvPr>
          <p:cNvSpPr>
            <a:spLocks noGrp="1"/>
          </p:cNvSpPr>
          <p:nvPr/>
        </p:nvSpPr>
        <p:spPr>
          <a:xfrm>
            <a:off x="420000" y="1670000"/>
            <a:ext cx="220000" cy="220000"/>
          </a:xfrm>
          <a:custGeom>
            <a:avLst/>
            <a:gdLst>
              <a:gd name="csX0" fmla="*/ 127958 w 141772"/>
              <a:gd name="csY0" fmla="*/ 17720 h 106319"/>
              <a:gd name="csX1" fmla="*/ 13815 w 141772"/>
              <a:gd name="csY1" fmla="*/ 17720 h 106319"/>
              <a:gd name="csX2" fmla="*/ 27817 w 141772"/>
              <a:gd name="csY2" fmla="*/ 5032 h 106319"/>
              <a:gd name="csX3" fmla="*/ 40900 w 141772"/>
              <a:gd name="csY3" fmla="*/ 0 h 106319"/>
              <a:gd name="csX4" fmla="*/ 100873 w 141772"/>
              <a:gd name="csY4" fmla="*/ 0 h 106319"/>
              <a:gd name="csX5" fmla="*/ 113956 w 141772"/>
              <a:gd name="csY5" fmla="*/ 5032 h 106319"/>
              <a:gd name="csX6" fmla="*/ 127958 w 141772"/>
              <a:gd name="csY6" fmla="*/ 17720 h 106319"/>
              <a:gd name="csX7" fmla="*/ 141773 w 141772"/>
              <a:gd name="csY7" fmla="*/ 35936 h 106319"/>
              <a:gd name="csX8" fmla="*/ 141773 w 141772"/>
              <a:gd name="csY8" fmla="*/ 95194 h 106319"/>
              <a:gd name="csX9" fmla="*/ 130867 w 141772"/>
              <a:gd name="csY9" fmla="*/ 106319 h 106319"/>
              <a:gd name="csX10" fmla="*/ 101009 w 141772"/>
              <a:gd name="csY10" fmla="*/ 106319 h 106319"/>
              <a:gd name="csX11" fmla="*/ 84353 w 141772"/>
              <a:gd name="csY11" fmla="*/ 98443 h 106319"/>
              <a:gd name="csX12" fmla="*/ 78653 w 141772"/>
              <a:gd name="csY12" fmla="*/ 91612 h 106319"/>
              <a:gd name="csX13" fmla="*/ 70895 w 141772"/>
              <a:gd name="csY13" fmla="*/ 87927 h 106319"/>
              <a:gd name="csX14" fmla="*/ 63120 w 141772"/>
              <a:gd name="csY14" fmla="*/ 91612 h 106319"/>
              <a:gd name="csX15" fmla="*/ 57420 w 141772"/>
              <a:gd name="csY15" fmla="*/ 98443 h 106319"/>
              <a:gd name="csX16" fmla="*/ 40764 w 141772"/>
              <a:gd name="csY16" fmla="*/ 106319 h 106319"/>
              <a:gd name="csX17" fmla="*/ 10922 w 141772"/>
              <a:gd name="csY17" fmla="*/ 106319 h 106319"/>
              <a:gd name="csX18" fmla="*/ 0 w 141772"/>
              <a:gd name="csY18" fmla="*/ 95194 h 106319"/>
              <a:gd name="csX19" fmla="*/ 0 w 141772"/>
              <a:gd name="csY19" fmla="*/ 35936 h 106319"/>
              <a:gd name="csX20" fmla="*/ 10922 w 141772"/>
              <a:gd name="csY20" fmla="*/ 24807 h 106319"/>
              <a:gd name="csX21" fmla="*/ 130867 w 141772"/>
              <a:gd name="csY21" fmla="*/ 24807 h 106319"/>
              <a:gd name="csX22" fmla="*/ 141773 w 141772"/>
              <a:gd name="csY22" fmla="*/ 35936 h 106319"/>
              <a:gd name="csX23" fmla="*/ 38110 w 141772"/>
              <a:gd name="csY23" fmla="*/ 46071 h 106319"/>
              <a:gd name="csX24" fmla="*/ 21267 w 141772"/>
              <a:gd name="csY24" fmla="*/ 62905 h 106319"/>
              <a:gd name="csX25" fmla="*/ 38110 w 141772"/>
              <a:gd name="csY25" fmla="*/ 79740 h 106319"/>
              <a:gd name="csX26" fmla="*/ 54936 w 141772"/>
              <a:gd name="csY26" fmla="*/ 62905 h 106319"/>
              <a:gd name="csX27" fmla="*/ 38110 w 141772"/>
              <a:gd name="csY27" fmla="*/ 46071 h 106319"/>
              <a:gd name="csX28" fmla="*/ 103680 w 141772"/>
              <a:gd name="csY28" fmla="*/ 46071 h 106319"/>
              <a:gd name="csX29" fmla="*/ 86837 w 141772"/>
              <a:gd name="csY29" fmla="*/ 62905 h 106319"/>
              <a:gd name="csX30" fmla="*/ 103680 w 141772"/>
              <a:gd name="csY30" fmla="*/ 79740 h 106319"/>
              <a:gd name="csX31" fmla="*/ 120506 w 141772"/>
              <a:gd name="csY31" fmla="*/ 62905 h 106319"/>
              <a:gd name="csX32" fmla="*/ 103680 w 141772"/>
              <a:gd name="csY32" fmla="*/ 46071 h 106319"/>
            </a:gdLst>
            <a:ahLst/>
            <a:cxnLst/>
            <a:rect l="l" t="t" r="r" b="b"/>
            <a:pathLst>
              <a:path w="100000" h="100000">
                <a:moveTo>
                  <a:pt x="90256" y="25002"/>
                </a:moveTo>
                <a:lnTo>
                  <a:pt x="9745" y="25002"/>
                </a:lnTo>
                <a:lnTo>
                  <a:pt x="19621" y="16053"/>
                </a:lnTo>
                <a:cubicBezTo>
                  <a:pt x="22153" y="13754"/>
                  <a:pt x="25429" y="12504"/>
                  <a:pt x="28849" y="12504"/>
                </a:cubicBezTo>
                <a:lnTo>
                  <a:pt x="71152" y="12504"/>
                </a:lnTo>
                <a:cubicBezTo>
                  <a:pt x="74583" y="12504"/>
                  <a:pt x="77860" y="13754"/>
                  <a:pt x="80380" y="16053"/>
                </a:cubicBezTo>
                <a:lnTo>
                  <a:pt x="90256" y="25002"/>
                </a:lnTo>
                <a:close/>
                <a:moveTo>
                  <a:pt x="100001" y="37851"/>
                </a:moveTo>
                <a:lnTo>
                  <a:pt x="100001" y="79649"/>
                </a:lnTo>
                <a:cubicBezTo>
                  <a:pt x="100001" y="83993"/>
                  <a:pt x="96556" y="87496"/>
                  <a:pt x="92308" y="87496"/>
                </a:cubicBezTo>
                <a:lnTo>
                  <a:pt x="71247" y="87496"/>
                </a:lnTo>
                <a:cubicBezTo>
                  <a:pt x="66699" y="87496"/>
                  <a:pt x="62427" y="85469"/>
                  <a:pt x="59499" y="81941"/>
                </a:cubicBezTo>
                <a:lnTo>
                  <a:pt x="55479" y="77123"/>
                </a:lnTo>
                <a:cubicBezTo>
                  <a:pt x="54050" y="75373"/>
                  <a:pt x="52022" y="74524"/>
                  <a:pt x="50006" y="74524"/>
                </a:cubicBezTo>
                <a:cubicBezTo>
                  <a:pt x="47978" y="74524"/>
                  <a:pt x="45950" y="75373"/>
                  <a:pt x="44522" y="77123"/>
                </a:cubicBezTo>
                <a:lnTo>
                  <a:pt x="40502" y="81941"/>
                </a:lnTo>
                <a:cubicBezTo>
                  <a:pt x="37574" y="85469"/>
                  <a:pt x="33301" y="87496"/>
                  <a:pt x="28753" y="87496"/>
                </a:cubicBezTo>
                <a:lnTo>
                  <a:pt x="7704" y="87496"/>
                </a:lnTo>
                <a:cubicBezTo>
                  <a:pt x="3444" y="87496"/>
                  <a:pt x="0" y="83993"/>
                  <a:pt x="0" y="79649"/>
                </a:cubicBezTo>
                <a:lnTo>
                  <a:pt x="0" y="37851"/>
                </a:lnTo>
                <a:cubicBezTo>
                  <a:pt x="0" y="33501"/>
                  <a:pt x="3444" y="30001"/>
                  <a:pt x="7704" y="30001"/>
                </a:cubicBezTo>
                <a:lnTo>
                  <a:pt x="92308" y="30001"/>
                </a:lnTo>
                <a:cubicBezTo>
                  <a:pt x="96556" y="30001"/>
                  <a:pt x="100001" y="33501"/>
                  <a:pt x="100001" y="37851"/>
                </a:cubicBezTo>
                <a:close/>
                <a:moveTo>
                  <a:pt x="26881" y="45000"/>
                </a:moveTo>
                <a:cubicBezTo>
                  <a:pt x="20317" y="45000"/>
                  <a:pt x="15001" y="50318"/>
                  <a:pt x="15001" y="56874"/>
                </a:cubicBezTo>
                <a:cubicBezTo>
                  <a:pt x="15001" y="63432"/>
                  <a:pt x="20317" y="68749"/>
                  <a:pt x="26881" y="68749"/>
                </a:cubicBezTo>
                <a:cubicBezTo>
                  <a:pt x="33433" y="68749"/>
                  <a:pt x="38750" y="63432"/>
                  <a:pt x="38750" y="56874"/>
                </a:cubicBezTo>
                <a:cubicBezTo>
                  <a:pt x="38750" y="50318"/>
                  <a:pt x="33433" y="45000"/>
                  <a:pt x="26881" y="45000"/>
                </a:cubicBezTo>
                <a:close/>
                <a:moveTo>
                  <a:pt x="73132" y="45000"/>
                </a:moveTo>
                <a:cubicBezTo>
                  <a:pt x="66567" y="45000"/>
                  <a:pt x="61251" y="50318"/>
                  <a:pt x="61251" y="56874"/>
                </a:cubicBezTo>
                <a:cubicBezTo>
                  <a:pt x="61251" y="63432"/>
                  <a:pt x="66567" y="68749"/>
                  <a:pt x="73132" y="68749"/>
                </a:cubicBezTo>
                <a:cubicBezTo>
                  <a:pt x="79684" y="68749"/>
                  <a:pt x="85000" y="63432"/>
                  <a:pt x="85000" y="56874"/>
                </a:cubicBezTo>
                <a:cubicBezTo>
                  <a:pt x="85000" y="50318"/>
                  <a:pt x="79684" y="45000"/>
                  <a:pt x="73132" y="450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9" name="Красный — SVG 38">
            <a:extLst>
              <a:ext uri="{FF2B5EF4-FFF2-40B4-BE49-F238E27FC236}">
                <a16:creationId xmlns:a16="http://schemas.microsoft.com/office/drawing/2014/main" id="{C39267CE-FA9D-694F-B53E-4098D1357904}"/>
              </a:ext>
            </a:extLst>
          </p:cNvPr>
          <p:cNvSpPr>
            <a:spLocks noGrp="1"/>
          </p:cNvSpPr>
          <p:nvPr/>
        </p:nvSpPr>
        <p:spPr>
          <a:xfrm>
            <a:off x="1020000" y="1670000"/>
            <a:ext cx="220000" cy="220000"/>
          </a:xfrm>
          <a:custGeom>
            <a:avLst/>
            <a:gdLst>
              <a:gd name="csX0" fmla="*/ 19497 w 141772"/>
              <a:gd name="csY0" fmla="*/ 0 h 113413"/>
              <a:gd name="csX1" fmla="*/ 0 w 141772"/>
              <a:gd name="csY1" fmla="*/ 19491 h 113413"/>
              <a:gd name="csX2" fmla="*/ 0 w 141772"/>
              <a:gd name="csY2" fmla="*/ 93918 h 113413"/>
              <a:gd name="csX3" fmla="*/ 19497 w 141772"/>
              <a:gd name="csY3" fmla="*/ 113413 h 113413"/>
              <a:gd name="csX4" fmla="*/ 122276 w 141772"/>
              <a:gd name="csY4" fmla="*/ 113413 h 113413"/>
              <a:gd name="csX5" fmla="*/ 141773 w 141772"/>
              <a:gd name="csY5" fmla="*/ 93918 h 113413"/>
              <a:gd name="csX6" fmla="*/ 141773 w 141772"/>
              <a:gd name="csY6" fmla="*/ 19491 h 113413"/>
              <a:gd name="csX7" fmla="*/ 122276 w 141772"/>
              <a:gd name="csY7" fmla="*/ 0 h 113413"/>
              <a:gd name="csX8" fmla="*/ 19497 w 141772"/>
              <a:gd name="csY8" fmla="*/ 0 h 113413"/>
              <a:gd name="csX9" fmla="*/ 22270 w 141772"/>
              <a:gd name="csY9" fmla="*/ 35439 h 113413"/>
              <a:gd name="csX10" fmla="*/ 26269 w 141772"/>
              <a:gd name="csY10" fmla="*/ 38243 h 113413"/>
              <a:gd name="csX11" fmla="*/ 35439 w 141772"/>
              <a:gd name="csY11" fmla="*/ 61473 h 113413"/>
              <a:gd name="csX12" fmla="*/ 44610 w 141772"/>
              <a:gd name="csY12" fmla="*/ 38243 h 113413"/>
              <a:gd name="csX13" fmla="*/ 48743 w 141772"/>
              <a:gd name="csY13" fmla="*/ 35439 h 113413"/>
              <a:gd name="csX14" fmla="*/ 50360 w 141772"/>
              <a:gd name="csY14" fmla="*/ 35751 h 113413"/>
              <a:gd name="csX15" fmla="*/ 52860 w 141772"/>
              <a:gd name="csY15" fmla="*/ 41497 h 113413"/>
              <a:gd name="csX16" fmla="*/ 39556 w 141772"/>
              <a:gd name="csY16" fmla="*/ 75164 h 113413"/>
              <a:gd name="csX17" fmla="*/ 35439 w 141772"/>
              <a:gd name="csY17" fmla="*/ 77967 h 113413"/>
              <a:gd name="csX18" fmla="*/ 31322 w 141772"/>
              <a:gd name="csY18" fmla="*/ 75164 h 113413"/>
              <a:gd name="csX19" fmla="*/ 18034 w 141772"/>
              <a:gd name="csY19" fmla="*/ 41497 h 113413"/>
              <a:gd name="csX20" fmla="*/ 20518 w 141772"/>
              <a:gd name="csY20" fmla="*/ 35751 h 113413"/>
              <a:gd name="csX21" fmla="*/ 22270 w 141772"/>
              <a:gd name="csY21" fmla="*/ 35439 h 113413"/>
              <a:gd name="csX22" fmla="*/ 61146 w 141772"/>
              <a:gd name="csY22" fmla="*/ 35439 h 113413"/>
              <a:gd name="csX23" fmla="*/ 72664 w 141772"/>
              <a:gd name="csY23" fmla="*/ 35439 h 113413"/>
              <a:gd name="csX24" fmla="*/ 88606 w 141772"/>
              <a:gd name="csY24" fmla="*/ 51387 h 113413"/>
              <a:gd name="csX25" fmla="*/ 72664 w 141772"/>
              <a:gd name="csY25" fmla="*/ 67335 h 113413"/>
              <a:gd name="csX26" fmla="*/ 65570 w 141772"/>
              <a:gd name="csY26" fmla="*/ 67335 h 113413"/>
              <a:gd name="csX27" fmla="*/ 65570 w 141772"/>
              <a:gd name="csY27" fmla="*/ 73537 h 113413"/>
              <a:gd name="csX28" fmla="*/ 61146 w 141772"/>
              <a:gd name="csY28" fmla="*/ 77967 h 113413"/>
              <a:gd name="csX29" fmla="*/ 56706 w 141772"/>
              <a:gd name="csY29" fmla="*/ 73537 h 113413"/>
              <a:gd name="csX30" fmla="*/ 56706 w 141772"/>
              <a:gd name="csY30" fmla="*/ 39869 h 113413"/>
              <a:gd name="csX31" fmla="*/ 61146 w 141772"/>
              <a:gd name="csY31" fmla="*/ 35439 h 113413"/>
              <a:gd name="csX32" fmla="*/ 96687 w 141772"/>
              <a:gd name="csY32" fmla="*/ 35439 h 113413"/>
              <a:gd name="csX33" fmla="*/ 100243 w 141772"/>
              <a:gd name="csY33" fmla="*/ 37372 h 113413"/>
              <a:gd name="csX34" fmla="*/ 115181 w 141772"/>
              <a:gd name="csY34" fmla="*/ 59223 h 113413"/>
              <a:gd name="csX35" fmla="*/ 115181 w 141772"/>
              <a:gd name="csY35" fmla="*/ 39869 h 113413"/>
              <a:gd name="csX36" fmla="*/ 119621 w 141772"/>
              <a:gd name="csY36" fmla="*/ 35439 h 113413"/>
              <a:gd name="csX37" fmla="*/ 124062 w 141772"/>
              <a:gd name="csY37" fmla="*/ 39869 h 113413"/>
              <a:gd name="csX38" fmla="*/ 124062 w 141772"/>
              <a:gd name="csY38" fmla="*/ 73537 h 113413"/>
              <a:gd name="csX39" fmla="*/ 120931 w 141772"/>
              <a:gd name="csY39" fmla="*/ 77766 h 113413"/>
              <a:gd name="csX40" fmla="*/ 119621 w 141772"/>
              <a:gd name="csY40" fmla="*/ 77967 h 113413"/>
              <a:gd name="csX41" fmla="*/ 115964 w 141772"/>
              <a:gd name="csY41" fmla="*/ 76036 h 113413"/>
              <a:gd name="csX42" fmla="*/ 101009 w 141772"/>
              <a:gd name="csY42" fmla="*/ 54191 h 113413"/>
              <a:gd name="csX43" fmla="*/ 101009 w 141772"/>
              <a:gd name="csY43" fmla="*/ 73537 h 113413"/>
              <a:gd name="csX44" fmla="*/ 96585 w 141772"/>
              <a:gd name="csY44" fmla="*/ 77967 h 113413"/>
              <a:gd name="csX45" fmla="*/ 92162 w 141772"/>
              <a:gd name="csY45" fmla="*/ 73537 h 113413"/>
              <a:gd name="csX46" fmla="*/ 92162 w 141772"/>
              <a:gd name="csY46" fmla="*/ 39869 h 113413"/>
              <a:gd name="csX47" fmla="*/ 95275 w 141772"/>
              <a:gd name="csY47" fmla="*/ 35640 h 113413"/>
              <a:gd name="csX48" fmla="*/ 96687 w 141772"/>
              <a:gd name="csY48" fmla="*/ 35439 h 113413"/>
              <a:gd name="csX49" fmla="*/ 65570 w 141772"/>
              <a:gd name="csY49" fmla="*/ 44300 h 113413"/>
              <a:gd name="csX50" fmla="*/ 65570 w 141772"/>
              <a:gd name="csY50" fmla="*/ 58476 h 113413"/>
              <a:gd name="csX51" fmla="*/ 72664 w 141772"/>
              <a:gd name="csY51" fmla="*/ 58476 h 113413"/>
              <a:gd name="csX52" fmla="*/ 79742 w 141772"/>
              <a:gd name="csY52" fmla="*/ 51387 h 113413"/>
              <a:gd name="csX53" fmla="*/ 72664 w 141772"/>
              <a:gd name="csY53" fmla="*/ 44300 h 113413"/>
              <a:gd name="csX54" fmla="*/ 65570 w 141772"/>
              <a:gd name="csY54" fmla="*/ 44300 h 113413"/>
            </a:gdLst>
            <a:ahLst/>
            <a:cxnLst/>
            <a:rect l="l" t="t" r="r" b="b"/>
            <a:pathLst>
              <a:path w="100000" h="100000">
                <a:moveTo>
                  <a:pt x="13752" y="10002"/>
                </a:moveTo>
                <a:cubicBezTo>
                  <a:pt x="6168" y="10002"/>
                  <a:pt x="0" y="16171"/>
                  <a:pt x="0" y="23750"/>
                </a:cubicBezTo>
                <a:lnTo>
                  <a:pt x="0" y="76247"/>
                </a:lnTo>
                <a:cubicBezTo>
                  <a:pt x="0" y="83819"/>
                  <a:pt x="6168" y="89998"/>
                  <a:pt x="13752" y="89998"/>
                </a:cubicBezTo>
                <a:lnTo>
                  <a:pt x="86248" y="89998"/>
                </a:lnTo>
                <a:cubicBezTo>
                  <a:pt x="93832" y="89998"/>
                  <a:pt x="100001" y="83819"/>
                  <a:pt x="100001" y="76247"/>
                </a:cubicBezTo>
                <a:lnTo>
                  <a:pt x="100001" y="23750"/>
                </a:lnTo>
                <a:cubicBezTo>
                  <a:pt x="100001" y="16171"/>
                  <a:pt x="93832" y="10002"/>
                  <a:pt x="86248" y="10002"/>
                </a:cubicBezTo>
                <a:lnTo>
                  <a:pt x="13752" y="10002"/>
                </a:lnTo>
                <a:close/>
                <a:moveTo>
                  <a:pt x="15708" y="34999"/>
                </a:moveTo>
                <a:cubicBezTo>
                  <a:pt x="16921" y="35029"/>
                  <a:pt x="18061" y="35773"/>
                  <a:pt x="18529" y="36977"/>
                </a:cubicBezTo>
                <a:lnTo>
                  <a:pt x="24997" y="53362"/>
                </a:lnTo>
                <a:lnTo>
                  <a:pt x="31466" y="36977"/>
                </a:lnTo>
                <a:cubicBezTo>
                  <a:pt x="31958" y="35749"/>
                  <a:pt x="33133" y="34999"/>
                  <a:pt x="34381" y="34999"/>
                </a:cubicBezTo>
                <a:cubicBezTo>
                  <a:pt x="34766" y="34999"/>
                  <a:pt x="35149" y="35069"/>
                  <a:pt x="35522" y="35219"/>
                </a:cubicBezTo>
                <a:cubicBezTo>
                  <a:pt x="37129" y="35852"/>
                  <a:pt x="37909" y="37666"/>
                  <a:pt x="37285" y="39272"/>
                </a:cubicBezTo>
                <a:lnTo>
                  <a:pt x="27901" y="63019"/>
                </a:lnTo>
                <a:cubicBezTo>
                  <a:pt x="27433" y="64214"/>
                  <a:pt x="26281" y="64996"/>
                  <a:pt x="24997" y="64996"/>
                </a:cubicBezTo>
                <a:cubicBezTo>
                  <a:pt x="23713" y="64996"/>
                  <a:pt x="22573" y="64214"/>
                  <a:pt x="22093" y="63019"/>
                </a:cubicBezTo>
                <a:lnTo>
                  <a:pt x="12720" y="39272"/>
                </a:lnTo>
                <a:cubicBezTo>
                  <a:pt x="12084" y="37666"/>
                  <a:pt x="12876" y="35854"/>
                  <a:pt x="14473" y="35219"/>
                </a:cubicBezTo>
                <a:cubicBezTo>
                  <a:pt x="14880" y="35060"/>
                  <a:pt x="15301" y="34990"/>
                  <a:pt x="15708" y="34999"/>
                </a:cubicBezTo>
                <a:close/>
                <a:moveTo>
                  <a:pt x="43130" y="34999"/>
                </a:moveTo>
                <a:lnTo>
                  <a:pt x="51254" y="34999"/>
                </a:lnTo>
                <a:cubicBezTo>
                  <a:pt x="57458" y="34999"/>
                  <a:pt x="62499" y="40047"/>
                  <a:pt x="62499" y="46248"/>
                </a:cubicBezTo>
                <a:cubicBezTo>
                  <a:pt x="62499" y="52450"/>
                  <a:pt x="57458" y="57497"/>
                  <a:pt x="51254" y="57497"/>
                </a:cubicBezTo>
                <a:lnTo>
                  <a:pt x="46250" y="57497"/>
                </a:lnTo>
                <a:lnTo>
                  <a:pt x="46250" y="61872"/>
                </a:lnTo>
                <a:cubicBezTo>
                  <a:pt x="46250" y="63597"/>
                  <a:pt x="44846" y="64996"/>
                  <a:pt x="43130" y="64996"/>
                </a:cubicBezTo>
                <a:cubicBezTo>
                  <a:pt x="41402" y="64996"/>
                  <a:pt x="39998" y="63597"/>
                  <a:pt x="39998" y="61872"/>
                </a:cubicBezTo>
                <a:lnTo>
                  <a:pt x="39998" y="38124"/>
                </a:lnTo>
                <a:cubicBezTo>
                  <a:pt x="39998" y="36399"/>
                  <a:pt x="41402" y="34999"/>
                  <a:pt x="43130" y="34999"/>
                </a:cubicBezTo>
                <a:close/>
                <a:moveTo>
                  <a:pt x="68199" y="34999"/>
                </a:moveTo>
                <a:cubicBezTo>
                  <a:pt x="69183" y="35021"/>
                  <a:pt x="70131" y="35514"/>
                  <a:pt x="70707" y="36362"/>
                </a:cubicBezTo>
                <a:lnTo>
                  <a:pt x="81244" y="51775"/>
                </a:lnTo>
                <a:lnTo>
                  <a:pt x="81244" y="38124"/>
                </a:lnTo>
                <a:cubicBezTo>
                  <a:pt x="81244" y="36399"/>
                  <a:pt x="82648" y="34999"/>
                  <a:pt x="84376" y="34999"/>
                </a:cubicBezTo>
                <a:cubicBezTo>
                  <a:pt x="86104" y="34999"/>
                  <a:pt x="87508" y="36399"/>
                  <a:pt x="87508" y="38124"/>
                </a:cubicBezTo>
                <a:lnTo>
                  <a:pt x="87508" y="61872"/>
                </a:lnTo>
                <a:cubicBezTo>
                  <a:pt x="87508" y="63242"/>
                  <a:pt x="86608" y="64450"/>
                  <a:pt x="85300" y="64854"/>
                </a:cubicBezTo>
                <a:cubicBezTo>
                  <a:pt x="85000" y="64950"/>
                  <a:pt x="84687" y="64996"/>
                  <a:pt x="84376" y="64996"/>
                </a:cubicBezTo>
                <a:cubicBezTo>
                  <a:pt x="83368" y="64996"/>
                  <a:pt x="82396" y="64502"/>
                  <a:pt x="81796" y="63634"/>
                </a:cubicBezTo>
                <a:lnTo>
                  <a:pt x="71247" y="48226"/>
                </a:lnTo>
                <a:lnTo>
                  <a:pt x="71247" y="61872"/>
                </a:lnTo>
                <a:cubicBezTo>
                  <a:pt x="71247" y="63597"/>
                  <a:pt x="69855" y="64996"/>
                  <a:pt x="68127" y="64996"/>
                </a:cubicBezTo>
                <a:cubicBezTo>
                  <a:pt x="66399" y="64996"/>
                  <a:pt x="65007" y="63597"/>
                  <a:pt x="65007" y="61872"/>
                </a:cubicBezTo>
                <a:lnTo>
                  <a:pt x="65007" y="38124"/>
                </a:lnTo>
                <a:cubicBezTo>
                  <a:pt x="65007" y="36754"/>
                  <a:pt x="65895" y="35546"/>
                  <a:pt x="67203" y="35141"/>
                </a:cubicBezTo>
                <a:cubicBezTo>
                  <a:pt x="67527" y="35038"/>
                  <a:pt x="67862" y="34993"/>
                  <a:pt x="68199" y="34999"/>
                </a:cubicBezTo>
                <a:close/>
                <a:moveTo>
                  <a:pt x="46250" y="41249"/>
                </a:moveTo>
                <a:lnTo>
                  <a:pt x="46250" y="51248"/>
                </a:lnTo>
                <a:lnTo>
                  <a:pt x="51254" y="51248"/>
                </a:lnTo>
                <a:cubicBezTo>
                  <a:pt x="54014" y="51248"/>
                  <a:pt x="56247" y="49005"/>
                  <a:pt x="56247" y="46248"/>
                </a:cubicBezTo>
                <a:cubicBezTo>
                  <a:pt x="56247" y="43491"/>
                  <a:pt x="54014" y="41249"/>
                  <a:pt x="51254" y="41249"/>
                </a:cubicBezTo>
                <a:lnTo>
                  <a:pt x="46250" y="4124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0" name="Красный — SVG 39">
            <a:extLst>
              <a:ext uri="{FF2B5EF4-FFF2-40B4-BE49-F238E27FC236}">
                <a16:creationId xmlns:a16="http://schemas.microsoft.com/office/drawing/2014/main" id="{40A4E591-CC2E-5544-9AB8-0A0E6CF7E113}"/>
              </a:ext>
            </a:extLst>
          </p:cNvPr>
          <p:cNvSpPr>
            <a:spLocks noGrp="1"/>
          </p:cNvSpPr>
          <p:nvPr/>
        </p:nvSpPr>
        <p:spPr>
          <a:xfrm>
            <a:off x="1620000" y="1670000"/>
            <a:ext cx="220000" cy="220000"/>
          </a:xfrm>
          <a:custGeom>
            <a:avLst/>
            <a:gdLst>
              <a:gd name="csX0" fmla="*/ 15942 w 141772"/>
              <a:gd name="csY0" fmla="*/ 0 h 127583"/>
              <a:gd name="csX1" fmla="*/ 0 w 141772"/>
              <a:gd name="csY1" fmla="*/ 15948 h 127583"/>
              <a:gd name="csX2" fmla="*/ 0 w 141772"/>
              <a:gd name="csY2" fmla="*/ 90371 h 127583"/>
              <a:gd name="csX3" fmla="*/ 15942 w 141772"/>
              <a:gd name="csY3" fmla="*/ 106319 h 127583"/>
              <a:gd name="csX4" fmla="*/ 83025 w 141772"/>
              <a:gd name="csY4" fmla="*/ 106319 h 127583"/>
              <a:gd name="csX5" fmla="*/ 63307 w 141772"/>
              <a:gd name="csY5" fmla="*/ 86336 h 127583"/>
              <a:gd name="csX6" fmla="*/ 62099 w 141772"/>
              <a:gd name="csY6" fmla="*/ 84979 h 127583"/>
              <a:gd name="csX7" fmla="*/ 44303 w 141772"/>
              <a:gd name="csY7" fmla="*/ 85056 h 127583"/>
              <a:gd name="csX8" fmla="*/ 38995 w 141772"/>
              <a:gd name="csY8" fmla="*/ 79740 h 127583"/>
              <a:gd name="csX9" fmla="*/ 38995 w 141772"/>
              <a:gd name="csY9" fmla="*/ 26580 h 127583"/>
              <a:gd name="csX10" fmla="*/ 44303 w 141772"/>
              <a:gd name="csY10" fmla="*/ 21264 h 127583"/>
              <a:gd name="csX11" fmla="*/ 115198 w 141772"/>
              <a:gd name="csY11" fmla="*/ 21264 h 127583"/>
              <a:gd name="csX12" fmla="*/ 120506 w 141772"/>
              <a:gd name="csY12" fmla="*/ 26580 h 127583"/>
              <a:gd name="csX13" fmla="*/ 120642 w 141772"/>
              <a:gd name="csY13" fmla="*/ 76063 h 127583"/>
              <a:gd name="csX14" fmla="*/ 138047 w 141772"/>
              <a:gd name="csY14" fmla="*/ 93459 h 127583"/>
              <a:gd name="csX15" fmla="*/ 140582 w 141772"/>
              <a:gd name="csY15" fmla="*/ 96385 h 127583"/>
              <a:gd name="csX16" fmla="*/ 141773 w 141772"/>
              <a:gd name="csY16" fmla="*/ 90371 h 127583"/>
              <a:gd name="csX17" fmla="*/ 141773 w 141772"/>
              <a:gd name="csY17" fmla="*/ 15948 h 127583"/>
              <a:gd name="csX18" fmla="*/ 125831 w 141772"/>
              <a:gd name="csY18" fmla="*/ 0 h 127583"/>
              <a:gd name="csX19" fmla="*/ 15942 w 141772"/>
              <a:gd name="csY19" fmla="*/ 0 h 127583"/>
              <a:gd name="csX20" fmla="*/ 19497 w 141772"/>
              <a:gd name="csY20" fmla="*/ 21264 h 127583"/>
              <a:gd name="csX21" fmla="*/ 24806 w 141772"/>
              <a:gd name="csY21" fmla="*/ 26580 h 127583"/>
              <a:gd name="csX22" fmla="*/ 24806 w 141772"/>
              <a:gd name="csY22" fmla="*/ 37212 h 127583"/>
              <a:gd name="csX23" fmla="*/ 19497 w 141772"/>
              <a:gd name="csY23" fmla="*/ 42528 h 127583"/>
              <a:gd name="csX24" fmla="*/ 14172 w 141772"/>
              <a:gd name="csY24" fmla="*/ 37212 h 127583"/>
              <a:gd name="csX25" fmla="*/ 14172 w 141772"/>
              <a:gd name="csY25" fmla="*/ 26580 h 127583"/>
              <a:gd name="csX26" fmla="*/ 19497 w 141772"/>
              <a:gd name="csY26" fmla="*/ 21264 h 127583"/>
              <a:gd name="csX27" fmla="*/ 19497 w 141772"/>
              <a:gd name="csY27" fmla="*/ 47844 h 127583"/>
              <a:gd name="csX28" fmla="*/ 24806 w 141772"/>
              <a:gd name="csY28" fmla="*/ 53160 h 127583"/>
              <a:gd name="csX29" fmla="*/ 19497 w 141772"/>
              <a:gd name="csY29" fmla="*/ 58476 h 127583"/>
              <a:gd name="csX30" fmla="*/ 14172 w 141772"/>
              <a:gd name="csY30" fmla="*/ 53160 h 127583"/>
              <a:gd name="csX31" fmla="*/ 19497 w 141772"/>
              <a:gd name="csY31" fmla="*/ 47844 h 127583"/>
              <a:gd name="csX32" fmla="*/ 72630 w 141772"/>
              <a:gd name="csY32" fmla="*/ 53167 h 127583"/>
              <a:gd name="csX33" fmla="*/ 66489 w 141772"/>
              <a:gd name="csY33" fmla="*/ 55839 h 127583"/>
              <a:gd name="csX34" fmla="*/ 63817 w 141772"/>
              <a:gd name="csY34" fmla="*/ 61951 h 127583"/>
              <a:gd name="csX35" fmla="*/ 64396 w 141772"/>
              <a:gd name="csY35" fmla="*/ 65557 h 127583"/>
              <a:gd name="csX36" fmla="*/ 64413 w 141772"/>
              <a:gd name="csY36" fmla="*/ 65542 h 127583"/>
              <a:gd name="csX37" fmla="*/ 68309 w 141772"/>
              <a:gd name="csY37" fmla="*/ 79297 h 127583"/>
              <a:gd name="csX38" fmla="*/ 71609 w 141772"/>
              <a:gd name="csY38" fmla="*/ 84889 h 127583"/>
              <a:gd name="csX39" fmla="*/ 71711 w 141772"/>
              <a:gd name="csY39" fmla="*/ 84993 h 127583"/>
              <a:gd name="csX40" fmla="*/ 95871 w 141772"/>
              <a:gd name="csY40" fmla="*/ 61299 h 127583"/>
              <a:gd name="csX41" fmla="*/ 95548 w 141772"/>
              <a:gd name="csY41" fmla="*/ 60975 h 127583"/>
              <a:gd name="csX42" fmla="*/ 89933 w 141772"/>
              <a:gd name="csY42" fmla="*/ 57666 h 127583"/>
              <a:gd name="csX43" fmla="*/ 75982 w 141772"/>
              <a:gd name="csY43" fmla="*/ 53665 h 127583"/>
              <a:gd name="csX44" fmla="*/ 72630 w 141772"/>
              <a:gd name="csY44" fmla="*/ 53167 h 127583"/>
              <a:gd name="csX45" fmla="*/ 19497 w 141772"/>
              <a:gd name="csY45" fmla="*/ 63792 h 127583"/>
              <a:gd name="csX46" fmla="*/ 24806 w 141772"/>
              <a:gd name="csY46" fmla="*/ 69108 h 127583"/>
              <a:gd name="csX47" fmla="*/ 24806 w 141772"/>
              <a:gd name="csY47" fmla="*/ 79740 h 127583"/>
              <a:gd name="csX48" fmla="*/ 19497 w 141772"/>
              <a:gd name="csY48" fmla="*/ 85056 h 127583"/>
              <a:gd name="csX49" fmla="*/ 14172 w 141772"/>
              <a:gd name="csY49" fmla="*/ 79740 h 127583"/>
              <a:gd name="csX50" fmla="*/ 14172 w 141772"/>
              <a:gd name="csY50" fmla="*/ 69108 h 127583"/>
              <a:gd name="csX51" fmla="*/ 19497 w 141772"/>
              <a:gd name="csY51" fmla="*/ 63792 h 127583"/>
              <a:gd name="csX52" fmla="*/ 103391 w 141772"/>
              <a:gd name="csY52" fmla="*/ 68817 h 127583"/>
              <a:gd name="csX53" fmla="*/ 79231 w 141772"/>
              <a:gd name="csY53" fmla="*/ 92510 h 127583"/>
              <a:gd name="csX54" fmla="*/ 109124 w 141772"/>
              <a:gd name="csY54" fmla="*/ 122378 h 127583"/>
              <a:gd name="csX55" fmla="*/ 118227 w 141772"/>
              <a:gd name="csY55" fmla="*/ 127294 h 127583"/>
              <a:gd name="csX56" fmla="*/ 121339 w 141772"/>
              <a:gd name="csY56" fmla="*/ 127583 h 127583"/>
              <a:gd name="csX57" fmla="*/ 133283 w 141772"/>
              <a:gd name="csY57" fmla="*/ 122616 h 127583"/>
              <a:gd name="csX58" fmla="*/ 138234 w 141772"/>
              <a:gd name="csY58" fmla="*/ 110657 h 127583"/>
              <a:gd name="csX59" fmla="*/ 137961 w 141772"/>
              <a:gd name="csY59" fmla="*/ 107578 h 127583"/>
              <a:gd name="csX60" fmla="*/ 133045 w 141772"/>
              <a:gd name="csY60" fmla="*/ 98477 h 127583"/>
              <a:gd name="csX61" fmla="*/ 103391 w 141772"/>
              <a:gd name="csY61" fmla="*/ 68817 h 127583"/>
              <a:gd name="csX62" fmla="*/ 62984 w 141772"/>
              <a:gd name="csY62" fmla="*/ 84945 h 127583"/>
              <a:gd name="csX63" fmla="*/ 62950 w 141772"/>
              <a:gd name="csY63" fmla="*/ 85056 h 127583"/>
              <a:gd name="csX64" fmla="*/ 63068 w 141772"/>
              <a:gd name="csY64" fmla="*/ 85056 h 127583"/>
              <a:gd name="csX65" fmla="*/ 62984 w 141772"/>
              <a:gd name="csY65" fmla="*/ 84945 h 127583"/>
            </a:gdLst>
            <a:ahLst/>
            <a:cxnLst/>
            <a:rect l="l" t="t" r="r" b="b"/>
            <a:pathLst>
              <a:path w="100000" h="100000">
                <a:moveTo>
                  <a:pt x="11245" y="5004"/>
                </a:moveTo>
                <a:cubicBezTo>
                  <a:pt x="5052" y="5004"/>
                  <a:pt x="0" y="10051"/>
                  <a:pt x="0" y="16253"/>
                </a:cubicBezTo>
                <a:lnTo>
                  <a:pt x="0" y="68748"/>
                </a:lnTo>
                <a:cubicBezTo>
                  <a:pt x="0" y="74946"/>
                  <a:pt x="5052" y="79997"/>
                  <a:pt x="11245" y="79997"/>
                </a:cubicBezTo>
                <a:lnTo>
                  <a:pt x="58562" y="79997"/>
                </a:lnTo>
                <a:lnTo>
                  <a:pt x="44654" y="65902"/>
                </a:lnTo>
                <a:cubicBezTo>
                  <a:pt x="44354" y="65600"/>
                  <a:pt x="44078" y="65270"/>
                  <a:pt x="43802" y="64945"/>
                </a:cubicBezTo>
                <a:lnTo>
                  <a:pt x="31249" y="64999"/>
                </a:lnTo>
                <a:cubicBezTo>
                  <a:pt x="29185" y="64999"/>
                  <a:pt x="27505" y="63321"/>
                  <a:pt x="27505" y="61249"/>
                </a:cubicBezTo>
                <a:lnTo>
                  <a:pt x="27505" y="23753"/>
                </a:lnTo>
                <a:cubicBezTo>
                  <a:pt x="27505" y="21680"/>
                  <a:pt x="29185" y="20003"/>
                  <a:pt x="31249" y="20003"/>
                </a:cubicBezTo>
                <a:lnTo>
                  <a:pt x="81256" y="20003"/>
                </a:lnTo>
                <a:cubicBezTo>
                  <a:pt x="83320" y="20003"/>
                  <a:pt x="85000" y="21680"/>
                  <a:pt x="85000" y="23753"/>
                </a:cubicBezTo>
                <a:lnTo>
                  <a:pt x="85096" y="58656"/>
                </a:lnTo>
                <a:lnTo>
                  <a:pt x="97373" y="70926"/>
                </a:lnTo>
                <a:cubicBezTo>
                  <a:pt x="98032" y="71574"/>
                  <a:pt x="98620" y="72270"/>
                  <a:pt x="99161" y="72990"/>
                </a:cubicBezTo>
                <a:cubicBezTo>
                  <a:pt x="99701" y="71682"/>
                  <a:pt x="100001" y="70250"/>
                  <a:pt x="100001" y="68748"/>
                </a:cubicBezTo>
                <a:lnTo>
                  <a:pt x="100001" y="16253"/>
                </a:lnTo>
                <a:cubicBezTo>
                  <a:pt x="100001" y="10051"/>
                  <a:pt x="94960" y="5004"/>
                  <a:pt x="88756" y="5004"/>
                </a:cubicBezTo>
                <a:lnTo>
                  <a:pt x="11245" y="5004"/>
                </a:lnTo>
                <a:close/>
                <a:moveTo>
                  <a:pt x="13752" y="20003"/>
                </a:moveTo>
                <a:cubicBezTo>
                  <a:pt x="15817" y="20003"/>
                  <a:pt x="17497" y="21680"/>
                  <a:pt x="17497" y="23753"/>
                </a:cubicBezTo>
                <a:lnTo>
                  <a:pt x="17497" y="31252"/>
                </a:lnTo>
                <a:cubicBezTo>
                  <a:pt x="17497" y="33324"/>
                  <a:pt x="15817" y="35002"/>
                  <a:pt x="13752" y="35002"/>
                </a:cubicBezTo>
                <a:cubicBezTo>
                  <a:pt x="11676" y="35002"/>
                  <a:pt x="9996" y="33324"/>
                  <a:pt x="9996" y="31252"/>
                </a:cubicBezTo>
                <a:lnTo>
                  <a:pt x="9996" y="23753"/>
                </a:lnTo>
                <a:cubicBezTo>
                  <a:pt x="9996" y="21680"/>
                  <a:pt x="11676" y="20003"/>
                  <a:pt x="13752" y="20003"/>
                </a:cubicBezTo>
                <a:close/>
                <a:moveTo>
                  <a:pt x="13752" y="38751"/>
                </a:moveTo>
                <a:cubicBezTo>
                  <a:pt x="15817" y="38751"/>
                  <a:pt x="17497" y="40431"/>
                  <a:pt x="17497" y="42501"/>
                </a:cubicBezTo>
                <a:cubicBezTo>
                  <a:pt x="17497" y="44571"/>
                  <a:pt x="15817" y="46251"/>
                  <a:pt x="13752" y="46251"/>
                </a:cubicBezTo>
                <a:cubicBezTo>
                  <a:pt x="11676" y="46251"/>
                  <a:pt x="9996" y="44571"/>
                  <a:pt x="9996" y="42501"/>
                </a:cubicBezTo>
                <a:cubicBezTo>
                  <a:pt x="9996" y="40431"/>
                  <a:pt x="11676" y="38751"/>
                  <a:pt x="13752" y="38751"/>
                </a:cubicBezTo>
                <a:close/>
                <a:moveTo>
                  <a:pt x="51230" y="42506"/>
                </a:moveTo>
                <a:cubicBezTo>
                  <a:pt x="49599" y="42563"/>
                  <a:pt x="48050" y="43232"/>
                  <a:pt x="46899" y="44391"/>
                </a:cubicBezTo>
                <a:cubicBezTo>
                  <a:pt x="45746" y="45545"/>
                  <a:pt x="45074" y="47079"/>
                  <a:pt x="45014" y="48702"/>
                </a:cubicBezTo>
                <a:cubicBezTo>
                  <a:pt x="44978" y="49569"/>
                  <a:pt x="45122" y="50425"/>
                  <a:pt x="45422" y="51245"/>
                </a:cubicBezTo>
                <a:lnTo>
                  <a:pt x="45434" y="51235"/>
                </a:lnTo>
                <a:cubicBezTo>
                  <a:pt x="45758" y="52455"/>
                  <a:pt x="46490" y="55034"/>
                  <a:pt x="48182" y="60937"/>
                </a:cubicBezTo>
                <a:cubicBezTo>
                  <a:pt x="48614" y="62426"/>
                  <a:pt x="49419" y="63792"/>
                  <a:pt x="50510" y="64881"/>
                </a:cubicBezTo>
                <a:lnTo>
                  <a:pt x="50582" y="64955"/>
                </a:lnTo>
                <a:lnTo>
                  <a:pt x="67623" y="48242"/>
                </a:lnTo>
                <a:lnTo>
                  <a:pt x="67396" y="48013"/>
                </a:lnTo>
                <a:cubicBezTo>
                  <a:pt x="66291" y="46915"/>
                  <a:pt x="64935" y="46109"/>
                  <a:pt x="63435" y="45679"/>
                </a:cubicBezTo>
                <a:lnTo>
                  <a:pt x="53595" y="42857"/>
                </a:lnTo>
                <a:cubicBezTo>
                  <a:pt x="52838" y="42597"/>
                  <a:pt x="52034" y="42481"/>
                  <a:pt x="51230" y="42506"/>
                </a:cubicBezTo>
                <a:close/>
                <a:moveTo>
                  <a:pt x="13752" y="50000"/>
                </a:moveTo>
                <a:cubicBezTo>
                  <a:pt x="15817" y="50000"/>
                  <a:pt x="17497" y="51678"/>
                  <a:pt x="17497" y="53750"/>
                </a:cubicBezTo>
                <a:lnTo>
                  <a:pt x="17497" y="61249"/>
                </a:lnTo>
                <a:cubicBezTo>
                  <a:pt x="17497" y="63321"/>
                  <a:pt x="15817" y="64999"/>
                  <a:pt x="13752" y="64999"/>
                </a:cubicBezTo>
                <a:cubicBezTo>
                  <a:pt x="11676" y="64999"/>
                  <a:pt x="9996" y="63321"/>
                  <a:pt x="9996" y="61249"/>
                </a:cubicBezTo>
                <a:lnTo>
                  <a:pt x="9996" y="53750"/>
                </a:lnTo>
                <a:cubicBezTo>
                  <a:pt x="9996" y="51678"/>
                  <a:pt x="11676" y="50000"/>
                  <a:pt x="13752" y="50000"/>
                </a:cubicBezTo>
                <a:close/>
                <a:moveTo>
                  <a:pt x="72928" y="53545"/>
                </a:moveTo>
                <a:lnTo>
                  <a:pt x="55886" y="70257"/>
                </a:lnTo>
                <a:lnTo>
                  <a:pt x="76971" y="91324"/>
                </a:lnTo>
                <a:cubicBezTo>
                  <a:pt x="78808" y="93172"/>
                  <a:pt x="81028" y="94372"/>
                  <a:pt x="83392" y="94792"/>
                </a:cubicBezTo>
                <a:cubicBezTo>
                  <a:pt x="84112" y="94924"/>
                  <a:pt x="84748" y="94936"/>
                  <a:pt x="85587" y="94996"/>
                </a:cubicBezTo>
                <a:cubicBezTo>
                  <a:pt x="88769" y="94996"/>
                  <a:pt x="91756" y="93748"/>
                  <a:pt x="94012" y="91492"/>
                </a:cubicBezTo>
                <a:cubicBezTo>
                  <a:pt x="96269" y="89237"/>
                  <a:pt x="97504" y="86237"/>
                  <a:pt x="97504" y="83057"/>
                </a:cubicBezTo>
                <a:cubicBezTo>
                  <a:pt x="97504" y="82349"/>
                  <a:pt x="97444" y="81617"/>
                  <a:pt x="97312" y="80885"/>
                </a:cubicBezTo>
                <a:cubicBezTo>
                  <a:pt x="96880" y="78521"/>
                  <a:pt x="95680" y="76290"/>
                  <a:pt x="93844" y="74466"/>
                </a:cubicBezTo>
                <a:lnTo>
                  <a:pt x="72928" y="53545"/>
                </a:lnTo>
                <a:close/>
                <a:moveTo>
                  <a:pt x="44426" y="64921"/>
                </a:moveTo>
                <a:cubicBezTo>
                  <a:pt x="44414" y="64922"/>
                  <a:pt x="44402" y="64950"/>
                  <a:pt x="44402" y="64999"/>
                </a:cubicBezTo>
                <a:lnTo>
                  <a:pt x="44486" y="64999"/>
                </a:lnTo>
                <a:cubicBezTo>
                  <a:pt x="44462" y="64943"/>
                  <a:pt x="44438" y="64919"/>
                  <a:pt x="44426" y="6492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1" name="Красный — SVG 40">
            <a:extLst>
              <a:ext uri="{FF2B5EF4-FFF2-40B4-BE49-F238E27FC236}">
                <a16:creationId xmlns:a16="http://schemas.microsoft.com/office/drawing/2014/main" id="{565C75C9-7B10-C646-A153-FE316C9E508B}"/>
              </a:ext>
            </a:extLst>
          </p:cNvPr>
          <p:cNvSpPr>
            <a:spLocks noGrp="1"/>
          </p:cNvSpPr>
          <p:nvPr/>
        </p:nvSpPr>
        <p:spPr>
          <a:xfrm>
            <a:off x="2220000" y="1670000"/>
            <a:ext cx="220000" cy="220000"/>
          </a:xfrm>
          <a:custGeom>
            <a:avLst/>
            <a:gdLst>
              <a:gd name="csX0" fmla="*/ 67526 w 134695"/>
              <a:gd name="csY0" fmla="*/ 3 h 159478"/>
              <a:gd name="csX1" fmla="*/ 63800 w 134695"/>
              <a:gd name="csY1" fmla="*/ 1365 h 159478"/>
              <a:gd name="csX2" fmla="*/ 5308 w 134695"/>
              <a:gd name="csY2" fmla="*/ 24810 h 159478"/>
              <a:gd name="csX3" fmla="*/ 1565 w 134695"/>
              <a:gd name="csY3" fmla="*/ 26367 h 159478"/>
              <a:gd name="csX4" fmla="*/ 0 w 134695"/>
              <a:gd name="csY4" fmla="*/ 30126 h 159478"/>
              <a:gd name="csX5" fmla="*/ 0 w 134695"/>
              <a:gd name="csY5" fmla="*/ 73574 h 159478"/>
              <a:gd name="csX6" fmla="*/ 65281 w 134695"/>
              <a:gd name="csY6" fmla="*/ 159070 h 159478"/>
              <a:gd name="csX7" fmla="*/ 67339 w 134695"/>
              <a:gd name="csY7" fmla="*/ 159478 h 159478"/>
              <a:gd name="csX8" fmla="*/ 69414 w 134695"/>
              <a:gd name="csY8" fmla="*/ 159070 h 159478"/>
              <a:gd name="csX9" fmla="*/ 134695 w 134695"/>
              <a:gd name="csY9" fmla="*/ 73574 h 159478"/>
              <a:gd name="csX10" fmla="*/ 134695 w 134695"/>
              <a:gd name="csY10" fmla="*/ 30126 h 159478"/>
              <a:gd name="csX11" fmla="*/ 133130 w 134695"/>
              <a:gd name="csY11" fmla="*/ 26367 h 159478"/>
              <a:gd name="csX12" fmla="*/ 129370 w 134695"/>
              <a:gd name="csY12" fmla="*/ 24810 h 159478"/>
              <a:gd name="csX13" fmla="*/ 70895 w 134695"/>
              <a:gd name="csY13" fmla="*/ 1365 h 159478"/>
              <a:gd name="csX14" fmla="*/ 67526 w 134695"/>
              <a:gd name="csY14" fmla="*/ 3 h 159478"/>
              <a:gd name="csX15" fmla="*/ 67339 w 134695"/>
              <a:gd name="csY15" fmla="*/ 42531 h 159478"/>
              <a:gd name="csX16" fmla="*/ 76339 w 134695"/>
              <a:gd name="csY16" fmla="*/ 60249 h 159478"/>
              <a:gd name="csX17" fmla="*/ 58339 w 134695"/>
              <a:gd name="csY17" fmla="*/ 60249 h 159478"/>
              <a:gd name="csX18" fmla="*/ 67339 w 134695"/>
              <a:gd name="csY18" fmla="*/ 42531 h 159478"/>
              <a:gd name="csX19" fmla="*/ 56076 w 134695"/>
              <a:gd name="csY19" fmla="*/ 44371 h 159478"/>
              <a:gd name="csX20" fmla="*/ 51108 w 134695"/>
              <a:gd name="csY20" fmla="*/ 60249 h 159478"/>
              <a:gd name="csX21" fmla="*/ 36647 w 134695"/>
              <a:gd name="csY21" fmla="*/ 60249 h 159478"/>
              <a:gd name="csX22" fmla="*/ 56076 w 134695"/>
              <a:gd name="csY22" fmla="*/ 44371 h 159478"/>
              <a:gd name="csX23" fmla="*/ 78619 w 134695"/>
              <a:gd name="csY23" fmla="*/ 44371 h 159478"/>
              <a:gd name="csX24" fmla="*/ 98048 w 134695"/>
              <a:gd name="csY24" fmla="*/ 60249 h 159478"/>
              <a:gd name="csX25" fmla="*/ 83587 w 134695"/>
              <a:gd name="csY25" fmla="*/ 60249 h 159478"/>
              <a:gd name="csX26" fmla="*/ 78619 w 134695"/>
              <a:gd name="csY26" fmla="*/ 44371 h 159478"/>
              <a:gd name="csX27" fmla="*/ 33533 w 134695"/>
              <a:gd name="csY27" fmla="*/ 67338 h 159478"/>
              <a:gd name="csX28" fmla="*/ 50155 w 134695"/>
              <a:gd name="csY28" fmla="*/ 67338 h 159478"/>
              <a:gd name="csX29" fmla="*/ 49628 w 134695"/>
              <a:gd name="csY29" fmla="*/ 77970 h 159478"/>
              <a:gd name="csX30" fmla="*/ 50155 w 134695"/>
              <a:gd name="csY30" fmla="*/ 88602 h 159478"/>
              <a:gd name="csX31" fmla="*/ 33533 w 134695"/>
              <a:gd name="csY31" fmla="*/ 88602 h 159478"/>
              <a:gd name="csX32" fmla="*/ 31900 w 134695"/>
              <a:gd name="csY32" fmla="*/ 77970 h 159478"/>
              <a:gd name="csX33" fmla="*/ 33533 w 134695"/>
              <a:gd name="csY33" fmla="*/ 67338 h 159478"/>
              <a:gd name="csX34" fmla="*/ 57284 w 134695"/>
              <a:gd name="csY34" fmla="*/ 67338 h 159478"/>
              <a:gd name="csX35" fmla="*/ 77411 w 134695"/>
              <a:gd name="csY35" fmla="*/ 67338 h 159478"/>
              <a:gd name="csX36" fmla="*/ 77973 w 134695"/>
              <a:gd name="csY36" fmla="*/ 77970 h 159478"/>
              <a:gd name="csX37" fmla="*/ 77411 w 134695"/>
              <a:gd name="csY37" fmla="*/ 88602 h 159478"/>
              <a:gd name="csX38" fmla="*/ 57284 w 134695"/>
              <a:gd name="csY38" fmla="*/ 88602 h 159478"/>
              <a:gd name="csX39" fmla="*/ 56706 w 134695"/>
              <a:gd name="csY39" fmla="*/ 77970 h 159478"/>
              <a:gd name="csX40" fmla="*/ 57284 w 134695"/>
              <a:gd name="csY40" fmla="*/ 67338 h 159478"/>
              <a:gd name="csX41" fmla="*/ 84540 w 134695"/>
              <a:gd name="csY41" fmla="*/ 67338 h 159478"/>
              <a:gd name="csX42" fmla="*/ 101162 w 134695"/>
              <a:gd name="csY42" fmla="*/ 67338 h 159478"/>
              <a:gd name="csX43" fmla="*/ 102795 w 134695"/>
              <a:gd name="csY43" fmla="*/ 77970 h 159478"/>
              <a:gd name="csX44" fmla="*/ 101162 w 134695"/>
              <a:gd name="csY44" fmla="*/ 88602 h 159478"/>
              <a:gd name="csX45" fmla="*/ 84540 w 134695"/>
              <a:gd name="csY45" fmla="*/ 88602 h 159478"/>
              <a:gd name="csX46" fmla="*/ 85067 w 134695"/>
              <a:gd name="csY46" fmla="*/ 77970 h 159478"/>
              <a:gd name="csX47" fmla="*/ 84540 w 134695"/>
              <a:gd name="csY47" fmla="*/ 67338 h 159478"/>
              <a:gd name="csX48" fmla="*/ 36647 w 134695"/>
              <a:gd name="csY48" fmla="*/ 95690 h 159478"/>
              <a:gd name="csX49" fmla="*/ 51108 w 134695"/>
              <a:gd name="csY49" fmla="*/ 95690 h 159478"/>
              <a:gd name="csX50" fmla="*/ 56076 w 134695"/>
              <a:gd name="csY50" fmla="*/ 111575 h 159478"/>
              <a:gd name="csX51" fmla="*/ 36647 w 134695"/>
              <a:gd name="csY51" fmla="*/ 95690 h 159478"/>
              <a:gd name="csX52" fmla="*/ 58339 w 134695"/>
              <a:gd name="csY52" fmla="*/ 95690 h 159478"/>
              <a:gd name="csX53" fmla="*/ 76339 w 134695"/>
              <a:gd name="csY53" fmla="*/ 95690 h 159478"/>
              <a:gd name="csX54" fmla="*/ 67339 w 134695"/>
              <a:gd name="csY54" fmla="*/ 113412 h 159478"/>
              <a:gd name="csX55" fmla="*/ 58339 w 134695"/>
              <a:gd name="csY55" fmla="*/ 95690 h 159478"/>
              <a:gd name="csX56" fmla="*/ 83587 w 134695"/>
              <a:gd name="csY56" fmla="*/ 95690 h 159478"/>
              <a:gd name="csX57" fmla="*/ 98048 w 134695"/>
              <a:gd name="csY57" fmla="*/ 95690 h 159478"/>
              <a:gd name="csX58" fmla="*/ 78619 w 134695"/>
              <a:gd name="csY58" fmla="*/ 111575 h 159478"/>
              <a:gd name="csX59" fmla="*/ 83587 w 134695"/>
              <a:gd name="csY59" fmla="*/ 95690 h 159478"/>
            </a:gdLst>
            <a:ahLst/>
            <a:cxnLst/>
            <a:rect l="l" t="t" r="r" b="b"/>
            <a:pathLst>
              <a:path w="100000" h="100000">
                <a:moveTo>
                  <a:pt x="50112" y="2"/>
                </a:moveTo>
                <a:cubicBezTo>
                  <a:pt x="49248" y="-26"/>
                  <a:pt x="48405" y="281"/>
                  <a:pt x="47776" y="856"/>
                </a:cubicBezTo>
                <a:cubicBezTo>
                  <a:pt x="47776" y="856"/>
                  <a:pt x="31080" y="15557"/>
                  <a:pt x="11098" y="15557"/>
                </a:cubicBezTo>
                <a:cubicBezTo>
                  <a:pt x="10224" y="15557"/>
                  <a:pt x="9370" y="15908"/>
                  <a:pt x="8751" y="16533"/>
                </a:cubicBezTo>
                <a:cubicBezTo>
                  <a:pt x="8122" y="17158"/>
                  <a:pt x="7770" y="18006"/>
                  <a:pt x="7770" y="18890"/>
                </a:cubicBezTo>
                <a:lnTo>
                  <a:pt x="7770" y="46134"/>
                </a:lnTo>
                <a:cubicBezTo>
                  <a:pt x="7770" y="60975"/>
                  <a:pt x="14641" y="85397"/>
                  <a:pt x="48704" y="99744"/>
                </a:cubicBezTo>
                <a:cubicBezTo>
                  <a:pt x="49109" y="99915"/>
                  <a:pt x="49557" y="100000"/>
                  <a:pt x="49995" y="100000"/>
                </a:cubicBezTo>
                <a:cubicBezTo>
                  <a:pt x="50443" y="100000"/>
                  <a:pt x="50880" y="99915"/>
                  <a:pt x="51296" y="99744"/>
                </a:cubicBezTo>
                <a:cubicBezTo>
                  <a:pt x="85359" y="85397"/>
                  <a:pt x="92230" y="60975"/>
                  <a:pt x="92230" y="46134"/>
                </a:cubicBezTo>
                <a:lnTo>
                  <a:pt x="92230" y="18890"/>
                </a:lnTo>
                <a:cubicBezTo>
                  <a:pt x="92230" y="18006"/>
                  <a:pt x="91878" y="17158"/>
                  <a:pt x="91249" y="16533"/>
                </a:cubicBezTo>
                <a:cubicBezTo>
                  <a:pt x="90630" y="15908"/>
                  <a:pt x="89776" y="15557"/>
                  <a:pt x="88891" y="15557"/>
                </a:cubicBezTo>
                <a:cubicBezTo>
                  <a:pt x="68910" y="15557"/>
                  <a:pt x="52224" y="856"/>
                  <a:pt x="52224" y="856"/>
                </a:cubicBezTo>
                <a:cubicBezTo>
                  <a:pt x="51638" y="330"/>
                  <a:pt x="50891" y="28"/>
                  <a:pt x="50112" y="2"/>
                </a:cubicBezTo>
                <a:close/>
                <a:moveTo>
                  <a:pt x="49995" y="26669"/>
                </a:moveTo>
                <a:cubicBezTo>
                  <a:pt x="51819" y="26669"/>
                  <a:pt x="54284" y="30846"/>
                  <a:pt x="55638" y="37779"/>
                </a:cubicBezTo>
                <a:lnTo>
                  <a:pt x="44351" y="37779"/>
                </a:lnTo>
                <a:cubicBezTo>
                  <a:pt x="45706" y="30846"/>
                  <a:pt x="48171" y="26669"/>
                  <a:pt x="49995" y="26669"/>
                </a:cubicBezTo>
                <a:close/>
                <a:moveTo>
                  <a:pt x="42932" y="27823"/>
                </a:moveTo>
                <a:cubicBezTo>
                  <a:pt x="41535" y="30512"/>
                  <a:pt x="40511" y="33957"/>
                  <a:pt x="39817" y="37779"/>
                </a:cubicBezTo>
                <a:lnTo>
                  <a:pt x="30749" y="37779"/>
                </a:lnTo>
                <a:cubicBezTo>
                  <a:pt x="33438" y="33135"/>
                  <a:pt x="37748" y="29556"/>
                  <a:pt x="42932" y="27823"/>
                </a:cubicBezTo>
                <a:close/>
                <a:moveTo>
                  <a:pt x="57068" y="27823"/>
                </a:moveTo>
                <a:cubicBezTo>
                  <a:pt x="62242" y="29556"/>
                  <a:pt x="66552" y="33135"/>
                  <a:pt x="69251" y="37779"/>
                </a:cubicBezTo>
                <a:lnTo>
                  <a:pt x="60183" y="37779"/>
                </a:lnTo>
                <a:cubicBezTo>
                  <a:pt x="59489" y="33957"/>
                  <a:pt x="58465" y="30512"/>
                  <a:pt x="57068" y="27823"/>
                </a:cubicBezTo>
                <a:close/>
                <a:moveTo>
                  <a:pt x="28797" y="42224"/>
                </a:moveTo>
                <a:lnTo>
                  <a:pt x="39220" y="42224"/>
                </a:lnTo>
                <a:cubicBezTo>
                  <a:pt x="38996" y="44402"/>
                  <a:pt x="38889" y="46647"/>
                  <a:pt x="38889" y="48891"/>
                </a:cubicBezTo>
                <a:cubicBezTo>
                  <a:pt x="38889" y="51135"/>
                  <a:pt x="38996" y="53379"/>
                  <a:pt x="39220" y="55558"/>
                </a:cubicBezTo>
                <a:lnTo>
                  <a:pt x="28797" y="55558"/>
                </a:lnTo>
                <a:cubicBezTo>
                  <a:pt x="28135" y="53446"/>
                  <a:pt x="27773" y="51223"/>
                  <a:pt x="27773" y="48891"/>
                </a:cubicBezTo>
                <a:cubicBezTo>
                  <a:pt x="27773" y="46557"/>
                  <a:pt x="28135" y="44335"/>
                  <a:pt x="28797" y="42224"/>
                </a:cubicBezTo>
                <a:close/>
                <a:moveTo>
                  <a:pt x="43690" y="42224"/>
                </a:moveTo>
                <a:lnTo>
                  <a:pt x="56310" y="42224"/>
                </a:lnTo>
                <a:cubicBezTo>
                  <a:pt x="56534" y="44290"/>
                  <a:pt x="56663" y="46513"/>
                  <a:pt x="56663" y="48891"/>
                </a:cubicBezTo>
                <a:cubicBezTo>
                  <a:pt x="56663" y="51269"/>
                  <a:pt x="56534" y="53490"/>
                  <a:pt x="56310" y="55558"/>
                </a:cubicBezTo>
                <a:lnTo>
                  <a:pt x="43690" y="55558"/>
                </a:lnTo>
                <a:cubicBezTo>
                  <a:pt x="43466" y="53490"/>
                  <a:pt x="43327" y="51269"/>
                  <a:pt x="43327" y="48891"/>
                </a:cubicBezTo>
                <a:cubicBezTo>
                  <a:pt x="43327" y="46513"/>
                  <a:pt x="43466" y="44290"/>
                  <a:pt x="43690" y="42224"/>
                </a:cubicBezTo>
                <a:close/>
                <a:moveTo>
                  <a:pt x="60780" y="42224"/>
                </a:moveTo>
                <a:lnTo>
                  <a:pt x="71203" y="42224"/>
                </a:lnTo>
                <a:cubicBezTo>
                  <a:pt x="71865" y="44335"/>
                  <a:pt x="72227" y="46557"/>
                  <a:pt x="72227" y="48891"/>
                </a:cubicBezTo>
                <a:cubicBezTo>
                  <a:pt x="72227" y="51223"/>
                  <a:pt x="71865" y="53446"/>
                  <a:pt x="71203" y="55558"/>
                </a:cubicBezTo>
                <a:lnTo>
                  <a:pt x="60780" y="55558"/>
                </a:lnTo>
                <a:cubicBezTo>
                  <a:pt x="61004" y="53379"/>
                  <a:pt x="61111" y="51135"/>
                  <a:pt x="61111" y="48891"/>
                </a:cubicBezTo>
                <a:cubicBezTo>
                  <a:pt x="61111" y="46647"/>
                  <a:pt x="61004" y="44402"/>
                  <a:pt x="60780" y="42224"/>
                </a:cubicBezTo>
                <a:close/>
                <a:moveTo>
                  <a:pt x="30749" y="60002"/>
                </a:moveTo>
                <a:lnTo>
                  <a:pt x="39817" y="60002"/>
                </a:lnTo>
                <a:cubicBezTo>
                  <a:pt x="40511" y="63824"/>
                  <a:pt x="41535" y="67264"/>
                  <a:pt x="42932" y="69963"/>
                </a:cubicBezTo>
                <a:cubicBezTo>
                  <a:pt x="37748" y="68224"/>
                  <a:pt x="33438" y="64647"/>
                  <a:pt x="30749" y="60002"/>
                </a:cubicBezTo>
                <a:close/>
                <a:moveTo>
                  <a:pt x="44351" y="60002"/>
                </a:moveTo>
                <a:lnTo>
                  <a:pt x="55638" y="60002"/>
                </a:lnTo>
                <a:cubicBezTo>
                  <a:pt x="54284" y="66933"/>
                  <a:pt x="51819" y="71115"/>
                  <a:pt x="49995" y="71115"/>
                </a:cubicBezTo>
                <a:cubicBezTo>
                  <a:pt x="48171" y="71115"/>
                  <a:pt x="45706" y="66933"/>
                  <a:pt x="44351" y="60002"/>
                </a:cubicBezTo>
                <a:close/>
                <a:moveTo>
                  <a:pt x="60183" y="60002"/>
                </a:moveTo>
                <a:lnTo>
                  <a:pt x="69251" y="60002"/>
                </a:lnTo>
                <a:cubicBezTo>
                  <a:pt x="66552" y="64647"/>
                  <a:pt x="62242" y="68224"/>
                  <a:pt x="57068" y="69963"/>
                </a:cubicBezTo>
                <a:cubicBezTo>
                  <a:pt x="58465" y="67264"/>
                  <a:pt x="59489" y="63824"/>
                  <a:pt x="60183" y="6000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2" name="Красный — SVG 41">
            <a:extLst>
              <a:ext uri="{FF2B5EF4-FFF2-40B4-BE49-F238E27FC236}">
                <a16:creationId xmlns:a16="http://schemas.microsoft.com/office/drawing/2014/main" id="{9C16F50E-DDB9-2345-B5BD-D96FB789386B}"/>
              </a:ext>
            </a:extLst>
          </p:cNvPr>
          <p:cNvSpPr>
            <a:spLocks noGrp="1"/>
          </p:cNvSpPr>
          <p:nvPr/>
        </p:nvSpPr>
        <p:spPr>
          <a:xfrm>
            <a:off x="2820000" y="1670000"/>
            <a:ext cx="220000" cy="220000"/>
          </a:xfrm>
          <a:custGeom>
            <a:avLst/>
            <a:gdLst>
              <a:gd name="csX0" fmla="*/ 80457 w 160914"/>
              <a:gd name="csY0" fmla="*/ 0 h 123653"/>
              <a:gd name="csX1" fmla="*/ 2178 w 160914"/>
              <a:gd name="csY1" fmla="*/ 32374 h 123653"/>
              <a:gd name="csX2" fmla="*/ 579 w 160914"/>
              <a:gd name="csY2" fmla="*/ 34674 h 123653"/>
              <a:gd name="csX3" fmla="*/ 1 w 160914"/>
              <a:gd name="csY3" fmla="*/ 37414 h 123653"/>
              <a:gd name="csX4" fmla="*/ 529 w 160914"/>
              <a:gd name="csY4" fmla="*/ 40167 h 123653"/>
              <a:gd name="csX5" fmla="*/ 2077 w 160914"/>
              <a:gd name="csY5" fmla="*/ 42499 h 123653"/>
              <a:gd name="csX6" fmla="*/ 4407 w 160914"/>
              <a:gd name="csY6" fmla="*/ 44050 h 123653"/>
              <a:gd name="csX7" fmla="*/ 7164 w 160914"/>
              <a:gd name="csY7" fmla="*/ 44576 h 123653"/>
              <a:gd name="csX8" fmla="*/ 9903 w 160914"/>
              <a:gd name="csY8" fmla="*/ 43994 h 123653"/>
              <a:gd name="csX9" fmla="*/ 12200 w 160914"/>
              <a:gd name="csY9" fmla="*/ 42397 h 123653"/>
              <a:gd name="csX10" fmla="*/ 148715 w 160914"/>
              <a:gd name="csY10" fmla="*/ 42397 h 123653"/>
              <a:gd name="csX11" fmla="*/ 151012 w 160914"/>
              <a:gd name="csY11" fmla="*/ 43994 h 123653"/>
              <a:gd name="csX12" fmla="*/ 153751 w 160914"/>
              <a:gd name="csY12" fmla="*/ 44576 h 123653"/>
              <a:gd name="csX13" fmla="*/ 156508 w 160914"/>
              <a:gd name="csY13" fmla="*/ 44050 h 123653"/>
              <a:gd name="csX14" fmla="*/ 158838 w 160914"/>
              <a:gd name="csY14" fmla="*/ 42499 h 123653"/>
              <a:gd name="csX15" fmla="*/ 160386 w 160914"/>
              <a:gd name="csY15" fmla="*/ 40167 h 123653"/>
              <a:gd name="csX16" fmla="*/ 160914 w 160914"/>
              <a:gd name="csY16" fmla="*/ 37414 h 123653"/>
              <a:gd name="csX17" fmla="*/ 160336 w 160914"/>
              <a:gd name="csY17" fmla="*/ 34674 h 123653"/>
              <a:gd name="csX18" fmla="*/ 158736 w 160914"/>
              <a:gd name="csY18" fmla="*/ 32374 h 123653"/>
              <a:gd name="csX19" fmla="*/ 80457 w 160914"/>
              <a:gd name="csY19" fmla="*/ 0 h 123653"/>
              <a:gd name="csX20" fmla="*/ 80457 w 160914"/>
              <a:gd name="csY20" fmla="*/ 31605 h 123653"/>
              <a:gd name="csX21" fmla="*/ 24534 w 160914"/>
              <a:gd name="csY21" fmla="*/ 54725 h 123653"/>
              <a:gd name="csX22" fmla="*/ 22935 w 160914"/>
              <a:gd name="csY22" fmla="*/ 57025 h 123653"/>
              <a:gd name="csX23" fmla="*/ 22357 w 160914"/>
              <a:gd name="csY23" fmla="*/ 59765 h 123653"/>
              <a:gd name="csX24" fmla="*/ 22884 w 160914"/>
              <a:gd name="csY24" fmla="*/ 62517 h 123653"/>
              <a:gd name="csX25" fmla="*/ 24432 w 160914"/>
              <a:gd name="csY25" fmla="*/ 64850 h 123653"/>
              <a:gd name="csX26" fmla="*/ 26763 w 160914"/>
              <a:gd name="csY26" fmla="*/ 66399 h 123653"/>
              <a:gd name="csX27" fmla="*/ 29519 w 160914"/>
              <a:gd name="csY27" fmla="*/ 66925 h 123653"/>
              <a:gd name="csX28" fmla="*/ 32258 w 160914"/>
              <a:gd name="csY28" fmla="*/ 66345 h 123653"/>
              <a:gd name="csX29" fmla="*/ 34555 w 160914"/>
              <a:gd name="csY29" fmla="*/ 64748 h 123653"/>
              <a:gd name="csX30" fmla="*/ 126360 w 160914"/>
              <a:gd name="csY30" fmla="*/ 64748 h 123653"/>
              <a:gd name="csX31" fmla="*/ 128657 w 160914"/>
              <a:gd name="csY31" fmla="*/ 66345 h 123653"/>
              <a:gd name="csX32" fmla="*/ 131396 w 160914"/>
              <a:gd name="csY32" fmla="*/ 66925 h 123653"/>
              <a:gd name="csX33" fmla="*/ 134152 w 160914"/>
              <a:gd name="csY33" fmla="*/ 66399 h 123653"/>
              <a:gd name="csX34" fmla="*/ 136483 w 160914"/>
              <a:gd name="csY34" fmla="*/ 64850 h 123653"/>
              <a:gd name="csX35" fmla="*/ 138031 w 160914"/>
              <a:gd name="csY35" fmla="*/ 62517 h 123653"/>
              <a:gd name="csX36" fmla="*/ 138558 w 160914"/>
              <a:gd name="csY36" fmla="*/ 59765 h 123653"/>
              <a:gd name="csX37" fmla="*/ 137980 w 160914"/>
              <a:gd name="csY37" fmla="*/ 57025 h 123653"/>
              <a:gd name="csX38" fmla="*/ 136381 w 160914"/>
              <a:gd name="csY38" fmla="*/ 54725 h 123653"/>
              <a:gd name="csX39" fmla="*/ 80457 w 160914"/>
              <a:gd name="csY39" fmla="*/ 31605 h 123653"/>
              <a:gd name="csX40" fmla="*/ 80457 w 160914"/>
              <a:gd name="csY40" fmla="*/ 63217 h 123653"/>
              <a:gd name="csX41" fmla="*/ 46873 w 160914"/>
              <a:gd name="csY41" fmla="*/ 77074 h 123653"/>
              <a:gd name="csX42" fmla="*/ 45342 w 160914"/>
              <a:gd name="csY42" fmla="*/ 79376 h 123653"/>
              <a:gd name="csX43" fmla="*/ 44797 w 160914"/>
              <a:gd name="csY43" fmla="*/ 82089 h 123653"/>
              <a:gd name="csX44" fmla="*/ 45342 w 160914"/>
              <a:gd name="csY44" fmla="*/ 84802 h 123653"/>
              <a:gd name="csX45" fmla="*/ 46890 w 160914"/>
              <a:gd name="csY45" fmla="*/ 87102 h 123653"/>
              <a:gd name="csX46" fmla="*/ 49187 w 160914"/>
              <a:gd name="csY46" fmla="*/ 88638 h 123653"/>
              <a:gd name="csX47" fmla="*/ 51892 w 160914"/>
              <a:gd name="csY47" fmla="*/ 89177 h 123653"/>
              <a:gd name="csX48" fmla="*/ 54614 w 160914"/>
              <a:gd name="csY48" fmla="*/ 88636 h 123653"/>
              <a:gd name="csX49" fmla="*/ 56911 w 160914"/>
              <a:gd name="csY49" fmla="*/ 87097 h 123653"/>
              <a:gd name="csX50" fmla="*/ 104004 w 160914"/>
              <a:gd name="csY50" fmla="*/ 87097 h 123653"/>
              <a:gd name="csX51" fmla="*/ 106301 w 160914"/>
              <a:gd name="csY51" fmla="*/ 88694 h 123653"/>
              <a:gd name="csX52" fmla="*/ 109057 w 160914"/>
              <a:gd name="csY52" fmla="*/ 89276 h 123653"/>
              <a:gd name="csX53" fmla="*/ 111796 w 160914"/>
              <a:gd name="csY53" fmla="*/ 88750 h 123653"/>
              <a:gd name="csX54" fmla="*/ 114127 w 160914"/>
              <a:gd name="csY54" fmla="*/ 87201 h 123653"/>
              <a:gd name="csX55" fmla="*/ 115692 w 160914"/>
              <a:gd name="csY55" fmla="*/ 84867 h 123653"/>
              <a:gd name="csX56" fmla="*/ 116202 w 160914"/>
              <a:gd name="csY56" fmla="*/ 82116 h 123653"/>
              <a:gd name="csX57" fmla="*/ 115624 w 160914"/>
              <a:gd name="csY57" fmla="*/ 79376 h 123653"/>
              <a:gd name="csX58" fmla="*/ 114025 w 160914"/>
              <a:gd name="csY58" fmla="*/ 77074 h 123653"/>
              <a:gd name="csX59" fmla="*/ 80457 w 160914"/>
              <a:gd name="csY59" fmla="*/ 63217 h 123653"/>
              <a:gd name="csX60" fmla="*/ 81121 w 160914"/>
              <a:gd name="csY60" fmla="*/ 95296 h 123653"/>
              <a:gd name="csX61" fmla="*/ 71100 w 160914"/>
              <a:gd name="csY61" fmla="*/ 99447 h 123653"/>
              <a:gd name="csX62" fmla="*/ 66949 w 160914"/>
              <a:gd name="csY62" fmla="*/ 109483 h 123653"/>
              <a:gd name="csX63" fmla="*/ 71100 w 160914"/>
              <a:gd name="csY63" fmla="*/ 119503 h 123653"/>
              <a:gd name="csX64" fmla="*/ 81121 w 160914"/>
              <a:gd name="csY64" fmla="*/ 123654 h 123653"/>
              <a:gd name="csX65" fmla="*/ 91159 w 160914"/>
              <a:gd name="csY65" fmla="*/ 119503 h 123653"/>
              <a:gd name="csX66" fmla="*/ 95310 w 160914"/>
              <a:gd name="csY66" fmla="*/ 109483 h 123653"/>
              <a:gd name="csX67" fmla="*/ 91159 w 160914"/>
              <a:gd name="csY67" fmla="*/ 99447 h 123653"/>
              <a:gd name="csX68" fmla="*/ 81121 w 160914"/>
              <a:gd name="csY68" fmla="*/ 95296 h 123653"/>
            </a:gdLst>
            <a:ahLst/>
            <a:cxnLst/>
            <a:rect l="l" t="t" r="r" b="b"/>
            <a:pathLst>
              <a:path w="100000" h="100000">
                <a:moveTo>
                  <a:pt x="50000" y="11578"/>
                </a:moveTo>
                <a:cubicBezTo>
                  <a:pt x="32386" y="11578"/>
                  <a:pt x="14771" y="18283"/>
                  <a:pt x="1354" y="31697"/>
                </a:cubicBezTo>
                <a:cubicBezTo>
                  <a:pt x="931" y="32103"/>
                  <a:pt x="593" y="32589"/>
                  <a:pt x="360" y="33126"/>
                </a:cubicBezTo>
                <a:cubicBezTo>
                  <a:pt x="127" y="33664"/>
                  <a:pt x="11" y="34243"/>
                  <a:pt x="1" y="34829"/>
                </a:cubicBezTo>
                <a:cubicBezTo>
                  <a:pt x="-10" y="35416"/>
                  <a:pt x="106" y="35996"/>
                  <a:pt x="329" y="36540"/>
                </a:cubicBezTo>
                <a:cubicBezTo>
                  <a:pt x="551" y="37082"/>
                  <a:pt x="878" y="37574"/>
                  <a:pt x="1291" y="37989"/>
                </a:cubicBezTo>
                <a:cubicBezTo>
                  <a:pt x="1703" y="38403"/>
                  <a:pt x="2200" y="38731"/>
                  <a:pt x="2739" y="38953"/>
                </a:cubicBezTo>
                <a:cubicBezTo>
                  <a:pt x="3289" y="39174"/>
                  <a:pt x="3870" y="39285"/>
                  <a:pt x="4452" y="39280"/>
                </a:cubicBezTo>
                <a:cubicBezTo>
                  <a:pt x="5033" y="39273"/>
                  <a:pt x="5615" y="39150"/>
                  <a:pt x="6154" y="38918"/>
                </a:cubicBezTo>
                <a:cubicBezTo>
                  <a:pt x="6694" y="38686"/>
                  <a:pt x="7180" y="38348"/>
                  <a:pt x="7582" y="37926"/>
                </a:cubicBezTo>
                <a:cubicBezTo>
                  <a:pt x="31043" y="14466"/>
                  <a:pt x="68958" y="14466"/>
                  <a:pt x="92419" y="37926"/>
                </a:cubicBezTo>
                <a:cubicBezTo>
                  <a:pt x="92821" y="38348"/>
                  <a:pt x="93307" y="38686"/>
                  <a:pt x="93846" y="38918"/>
                </a:cubicBezTo>
                <a:cubicBezTo>
                  <a:pt x="94386" y="39150"/>
                  <a:pt x="94967" y="39273"/>
                  <a:pt x="95549" y="39280"/>
                </a:cubicBezTo>
                <a:cubicBezTo>
                  <a:pt x="96141" y="39285"/>
                  <a:pt x="96722" y="39174"/>
                  <a:pt x="97262" y="38953"/>
                </a:cubicBezTo>
                <a:cubicBezTo>
                  <a:pt x="97801" y="38731"/>
                  <a:pt x="98298" y="38403"/>
                  <a:pt x="98710" y="37989"/>
                </a:cubicBezTo>
                <a:cubicBezTo>
                  <a:pt x="99123" y="37574"/>
                  <a:pt x="99450" y="37082"/>
                  <a:pt x="99672" y="36540"/>
                </a:cubicBezTo>
                <a:cubicBezTo>
                  <a:pt x="99894" y="35996"/>
                  <a:pt x="100011" y="35416"/>
                  <a:pt x="100000" y="34829"/>
                </a:cubicBezTo>
                <a:cubicBezTo>
                  <a:pt x="100000" y="34243"/>
                  <a:pt x="99873" y="33664"/>
                  <a:pt x="99641" y="33126"/>
                </a:cubicBezTo>
                <a:cubicBezTo>
                  <a:pt x="99408" y="32589"/>
                  <a:pt x="99070" y="32103"/>
                  <a:pt x="98646" y="31697"/>
                </a:cubicBezTo>
                <a:cubicBezTo>
                  <a:pt x="85229" y="18283"/>
                  <a:pt x="67615" y="11578"/>
                  <a:pt x="50000" y="11578"/>
                </a:cubicBezTo>
                <a:close/>
                <a:moveTo>
                  <a:pt x="50000" y="31219"/>
                </a:moveTo>
                <a:cubicBezTo>
                  <a:pt x="37408" y="31219"/>
                  <a:pt x="24826" y="36009"/>
                  <a:pt x="15247" y="45587"/>
                </a:cubicBezTo>
                <a:cubicBezTo>
                  <a:pt x="14824" y="45993"/>
                  <a:pt x="14486" y="46478"/>
                  <a:pt x="14253" y="47016"/>
                </a:cubicBezTo>
                <a:cubicBezTo>
                  <a:pt x="14020" y="47554"/>
                  <a:pt x="13894" y="48133"/>
                  <a:pt x="13894" y="48719"/>
                </a:cubicBezTo>
                <a:cubicBezTo>
                  <a:pt x="13883" y="49305"/>
                  <a:pt x="13999" y="49886"/>
                  <a:pt x="14221" y="50429"/>
                </a:cubicBezTo>
                <a:cubicBezTo>
                  <a:pt x="14444" y="50972"/>
                  <a:pt x="14771" y="51464"/>
                  <a:pt x="15183" y="51879"/>
                </a:cubicBezTo>
                <a:cubicBezTo>
                  <a:pt x="15596" y="52293"/>
                  <a:pt x="16093" y="52621"/>
                  <a:pt x="16632" y="52842"/>
                </a:cubicBezTo>
                <a:cubicBezTo>
                  <a:pt x="17171" y="53064"/>
                  <a:pt x="17753" y="53175"/>
                  <a:pt x="18345" y="53168"/>
                </a:cubicBezTo>
                <a:cubicBezTo>
                  <a:pt x="18926" y="53163"/>
                  <a:pt x="19508" y="53040"/>
                  <a:pt x="20047" y="52808"/>
                </a:cubicBezTo>
                <a:cubicBezTo>
                  <a:pt x="20586" y="52576"/>
                  <a:pt x="21073" y="52237"/>
                  <a:pt x="21474" y="51816"/>
                </a:cubicBezTo>
                <a:cubicBezTo>
                  <a:pt x="37270" y="36027"/>
                  <a:pt x="62740" y="36027"/>
                  <a:pt x="78526" y="51816"/>
                </a:cubicBezTo>
                <a:cubicBezTo>
                  <a:pt x="78928" y="52237"/>
                  <a:pt x="79414" y="52576"/>
                  <a:pt x="79954" y="52808"/>
                </a:cubicBezTo>
                <a:cubicBezTo>
                  <a:pt x="80493" y="53040"/>
                  <a:pt x="81074" y="53163"/>
                  <a:pt x="81656" y="53168"/>
                </a:cubicBezTo>
                <a:cubicBezTo>
                  <a:pt x="82248" y="53175"/>
                  <a:pt x="82829" y="53064"/>
                  <a:pt x="83369" y="52842"/>
                </a:cubicBezTo>
                <a:cubicBezTo>
                  <a:pt x="83919" y="52621"/>
                  <a:pt x="84405" y="52293"/>
                  <a:pt x="84817" y="51879"/>
                </a:cubicBezTo>
                <a:cubicBezTo>
                  <a:pt x="85240" y="51464"/>
                  <a:pt x="85568" y="50972"/>
                  <a:pt x="85779" y="50429"/>
                </a:cubicBezTo>
                <a:cubicBezTo>
                  <a:pt x="86001" y="49886"/>
                  <a:pt x="86118" y="49305"/>
                  <a:pt x="86107" y="48719"/>
                </a:cubicBezTo>
                <a:cubicBezTo>
                  <a:pt x="86107" y="48133"/>
                  <a:pt x="85980" y="47554"/>
                  <a:pt x="85748" y="47016"/>
                </a:cubicBezTo>
                <a:cubicBezTo>
                  <a:pt x="85515" y="46478"/>
                  <a:pt x="85177" y="45993"/>
                  <a:pt x="84754" y="45587"/>
                </a:cubicBezTo>
                <a:cubicBezTo>
                  <a:pt x="75175" y="36009"/>
                  <a:pt x="62593" y="31219"/>
                  <a:pt x="50000" y="31219"/>
                </a:cubicBezTo>
                <a:close/>
                <a:moveTo>
                  <a:pt x="50000" y="50864"/>
                </a:moveTo>
                <a:cubicBezTo>
                  <a:pt x="42441" y="50864"/>
                  <a:pt x="34881" y="53734"/>
                  <a:pt x="29129" y="59476"/>
                </a:cubicBezTo>
                <a:cubicBezTo>
                  <a:pt x="28727" y="59886"/>
                  <a:pt x="28400" y="60371"/>
                  <a:pt x="28178" y="60906"/>
                </a:cubicBezTo>
                <a:cubicBezTo>
                  <a:pt x="27955" y="61441"/>
                  <a:pt x="27839" y="62014"/>
                  <a:pt x="27839" y="62592"/>
                </a:cubicBezTo>
                <a:cubicBezTo>
                  <a:pt x="27839" y="63170"/>
                  <a:pt x="27955" y="63743"/>
                  <a:pt x="28178" y="64278"/>
                </a:cubicBezTo>
                <a:cubicBezTo>
                  <a:pt x="28400" y="64813"/>
                  <a:pt x="28727" y="65299"/>
                  <a:pt x="29140" y="65707"/>
                </a:cubicBezTo>
                <a:cubicBezTo>
                  <a:pt x="29541" y="66116"/>
                  <a:pt x="30028" y="66441"/>
                  <a:pt x="30567" y="66662"/>
                </a:cubicBezTo>
                <a:cubicBezTo>
                  <a:pt x="31096" y="66883"/>
                  <a:pt x="31677" y="66997"/>
                  <a:pt x="32248" y="66997"/>
                </a:cubicBezTo>
                <a:cubicBezTo>
                  <a:pt x="32829" y="66996"/>
                  <a:pt x="33400" y="66882"/>
                  <a:pt x="33940" y="66661"/>
                </a:cubicBezTo>
                <a:cubicBezTo>
                  <a:pt x="34469" y="66439"/>
                  <a:pt x="34955" y="66115"/>
                  <a:pt x="35367" y="65704"/>
                </a:cubicBezTo>
                <a:cubicBezTo>
                  <a:pt x="43487" y="57588"/>
                  <a:pt x="56513" y="57588"/>
                  <a:pt x="64633" y="65704"/>
                </a:cubicBezTo>
                <a:cubicBezTo>
                  <a:pt x="65046" y="66127"/>
                  <a:pt x="65532" y="66464"/>
                  <a:pt x="66061" y="66697"/>
                </a:cubicBezTo>
                <a:cubicBezTo>
                  <a:pt x="66600" y="66929"/>
                  <a:pt x="67181" y="67053"/>
                  <a:pt x="67773" y="67058"/>
                </a:cubicBezTo>
                <a:cubicBezTo>
                  <a:pt x="68355" y="67065"/>
                  <a:pt x="68937" y="66954"/>
                  <a:pt x="69476" y="66732"/>
                </a:cubicBezTo>
                <a:cubicBezTo>
                  <a:pt x="70026" y="66511"/>
                  <a:pt x="70512" y="66183"/>
                  <a:pt x="70924" y="65769"/>
                </a:cubicBezTo>
                <a:cubicBezTo>
                  <a:pt x="71347" y="65354"/>
                  <a:pt x="71675" y="64862"/>
                  <a:pt x="71897" y="64319"/>
                </a:cubicBezTo>
                <a:cubicBezTo>
                  <a:pt x="72119" y="63776"/>
                  <a:pt x="72225" y="63194"/>
                  <a:pt x="72214" y="62609"/>
                </a:cubicBezTo>
                <a:cubicBezTo>
                  <a:pt x="72214" y="62024"/>
                  <a:pt x="72088" y="61444"/>
                  <a:pt x="71855" y="60906"/>
                </a:cubicBezTo>
                <a:cubicBezTo>
                  <a:pt x="71622" y="60368"/>
                  <a:pt x="71283" y="59881"/>
                  <a:pt x="70861" y="59476"/>
                </a:cubicBezTo>
                <a:cubicBezTo>
                  <a:pt x="65119" y="53734"/>
                  <a:pt x="57560" y="50864"/>
                  <a:pt x="50000" y="50864"/>
                </a:cubicBezTo>
                <a:close/>
                <a:moveTo>
                  <a:pt x="50413" y="70800"/>
                </a:moveTo>
                <a:cubicBezTo>
                  <a:pt x="48076" y="70800"/>
                  <a:pt x="45834" y="71730"/>
                  <a:pt x="44185" y="73379"/>
                </a:cubicBezTo>
                <a:cubicBezTo>
                  <a:pt x="42536" y="75039"/>
                  <a:pt x="41605" y="77280"/>
                  <a:pt x="41605" y="79616"/>
                </a:cubicBezTo>
                <a:cubicBezTo>
                  <a:pt x="41605" y="81953"/>
                  <a:pt x="42536" y="84194"/>
                  <a:pt x="44185" y="85843"/>
                </a:cubicBezTo>
                <a:cubicBezTo>
                  <a:pt x="45834" y="87492"/>
                  <a:pt x="48076" y="88423"/>
                  <a:pt x="50413" y="88423"/>
                </a:cubicBezTo>
                <a:cubicBezTo>
                  <a:pt x="52749" y="88423"/>
                  <a:pt x="54990" y="87492"/>
                  <a:pt x="56651" y="85843"/>
                </a:cubicBezTo>
                <a:cubicBezTo>
                  <a:pt x="58300" y="84194"/>
                  <a:pt x="59230" y="81953"/>
                  <a:pt x="59230" y="79616"/>
                </a:cubicBezTo>
                <a:cubicBezTo>
                  <a:pt x="59230" y="77280"/>
                  <a:pt x="58300" y="75039"/>
                  <a:pt x="56651" y="73379"/>
                </a:cubicBezTo>
                <a:cubicBezTo>
                  <a:pt x="54990" y="71730"/>
                  <a:pt x="52749" y="70800"/>
                  <a:pt x="50413" y="708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3" name="Красный — SVG 42">
            <a:extLst>
              <a:ext uri="{FF2B5EF4-FFF2-40B4-BE49-F238E27FC236}">
                <a16:creationId xmlns:a16="http://schemas.microsoft.com/office/drawing/2014/main" id="{E6949AB4-944A-1843-A464-CAAD267D46E5}"/>
              </a:ext>
            </a:extLst>
          </p:cNvPr>
          <p:cNvSpPr>
            <a:spLocks noGrp="1"/>
          </p:cNvSpPr>
          <p:nvPr/>
        </p:nvSpPr>
        <p:spPr>
          <a:xfrm>
            <a:off x="3420000" y="1670000"/>
            <a:ext cx="220000" cy="220000"/>
          </a:xfrm>
          <a:custGeom>
            <a:avLst/>
            <a:gdLst>
              <a:gd name="csX0" fmla="*/ 19497 w 145328"/>
              <a:gd name="csY0" fmla="*/ 0 h 141753"/>
              <a:gd name="csX1" fmla="*/ 0 w 145328"/>
              <a:gd name="csY1" fmla="*/ 19491 h 141753"/>
              <a:gd name="csX2" fmla="*/ 0 w 145328"/>
              <a:gd name="csY2" fmla="*/ 106319 h 141753"/>
              <a:gd name="csX3" fmla="*/ 21267 w 145328"/>
              <a:gd name="csY3" fmla="*/ 127583 h 141753"/>
              <a:gd name="csX4" fmla="*/ 82379 w 145328"/>
              <a:gd name="csY4" fmla="*/ 127583 h 141753"/>
              <a:gd name="csX5" fmla="*/ 76169 w 145328"/>
              <a:gd name="csY5" fmla="*/ 113413 h 141753"/>
              <a:gd name="csX6" fmla="*/ 21267 w 145328"/>
              <a:gd name="csY6" fmla="*/ 113413 h 141753"/>
              <a:gd name="csX7" fmla="*/ 14172 w 145328"/>
              <a:gd name="csY7" fmla="*/ 106319 h 141753"/>
              <a:gd name="csX8" fmla="*/ 14172 w 145328"/>
              <a:gd name="csY8" fmla="*/ 31896 h 141753"/>
              <a:gd name="csX9" fmla="*/ 120506 w 145328"/>
              <a:gd name="csY9" fmla="*/ 31896 h 141753"/>
              <a:gd name="csX10" fmla="*/ 120506 w 145328"/>
              <a:gd name="csY10" fmla="*/ 55853 h 141753"/>
              <a:gd name="csX11" fmla="*/ 121935 w 145328"/>
              <a:gd name="csY11" fmla="*/ 57341 h 141753"/>
              <a:gd name="csX12" fmla="*/ 134695 w 145328"/>
              <a:gd name="csY12" fmla="*/ 65910 h 141753"/>
              <a:gd name="csX13" fmla="*/ 134695 w 145328"/>
              <a:gd name="csY13" fmla="*/ 19491 h 141753"/>
              <a:gd name="csX14" fmla="*/ 115198 w 145328"/>
              <a:gd name="csY14" fmla="*/ 0 h 141753"/>
              <a:gd name="csX15" fmla="*/ 19497 w 145328"/>
              <a:gd name="csY15" fmla="*/ 0 h 141753"/>
              <a:gd name="csX16" fmla="*/ 19497 w 145328"/>
              <a:gd name="csY16" fmla="*/ 10632 h 141753"/>
              <a:gd name="csX17" fmla="*/ 24806 w 145328"/>
              <a:gd name="csY17" fmla="*/ 15948 h 141753"/>
              <a:gd name="csX18" fmla="*/ 19497 w 145328"/>
              <a:gd name="csY18" fmla="*/ 21264 h 141753"/>
              <a:gd name="csX19" fmla="*/ 14172 w 145328"/>
              <a:gd name="csY19" fmla="*/ 15948 h 141753"/>
              <a:gd name="csX20" fmla="*/ 19497 w 145328"/>
              <a:gd name="csY20" fmla="*/ 10632 h 141753"/>
              <a:gd name="csX21" fmla="*/ 37209 w 145328"/>
              <a:gd name="csY21" fmla="*/ 10632 h 141753"/>
              <a:gd name="csX22" fmla="*/ 42534 w 145328"/>
              <a:gd name="csY22" fmla="*/ 15948 h 141753"/>
              <a:gd name="csX23" fmla="*/ 37209 w 145328"/>
              <a:gd name="csY23" fmla="*/ 21264 h 141753"/>
              <a:gd name="csX24" fmla="*/ 31900 w 145328"/>
              <a:gd name="csY24" fmla="*/ 15948 h 141753"/>
              <a:gd name="csX25" fmla="*/ 37209 w 145328"/>
              <a:gd name="csY25" fmla="*/ 10632 h 141753"/>
              <a:gd name="csX26" fmla="*/ 113428 w 145328"/>
              <a:gd name="csY26" fmla="*/ 60248 h 141753"/>
              <a:gd name="csX27" fmla="*/ 110587 w 145328"/>
              <a:gd name="csY27" fmla="*/ 61590 h 141753"/>
              <a:gd name="csX28" fmla="*/ 85067 w 145328"/>
              <a:gd name="csY28" fmla="*/ 74347 h 141753"/>
              <a:gd name="csX29" fmla="*/ 81528 w 145328"/>
              <a:gd name="csY29" fmla="*/ 77892 h 141753"/>
              <a:gd name="csX30" fmla="*/ 81528 w 145328"/>
              <a:gd name="csY30" fmla="*/ 99226 h 141753"/>
              <a:gd name="csX31" fmla="*/ 112561 w 145328"/>
              <a:gd name="csY31" fmla="*/ 141652 h 141753"/>
              <a:gd name="csX32" fmla="*/ 113428 w 145328"/>
              <a:gd name="csY32" fmla="*/ 141753 h 141753"/>
              <a:gd name="csX33" fmla="*/ 114279 w 145328"/>
              <a:gd name="csY33" fmla="*/ 141652 h 141753"/>
              <a:gd name="csX34" fmla="*/ 145328 w 145328"/>
              <a:gd name="csY34" fmla="*/ 99226 h 141753"/>
              <a:gd name="csX35" fmla="*/ 145328 w 145328"/>
              <a:gd name="csY35" fmla="*/ 77892 h 141753"/>
              <a:gd name="csX36" fmla="*/ 141789 w 145328"/>
              <a:gd name="csY36" fmla="*/ 74347 h 141753"/>
              <a:gd name="csX37" fmla="*/ 116253 w 145328"/>
              <a:gd name="csY37" fmla="*/ 61590 h 141753"/>
              <a:gd name="csX38" fmla="*/ 113428 w 145328"/>
              <a:gd name="csY38" fmla="*/ 60248 h 141753"/>
            </a:gdLst>
            <a:ahLst/>
            <a:cxnLst/>
            <a:rect l="l" t="t" r="r" b="b"/>
            <a:pathLst>
              <a:path w="100000" h="100000">
                <a:moveTo>
                  <a:pt x="13416" y="1230"/>
                </a:moveTo>
                <a:cubicBezTo>
                  <a:pt x="6017" y="1230"/>
                  <a:pt x="0" y="7249"/>
                  <a:pt x="0" y="14642"/>
                </a:cubicBezTo>
                <a:lnTo>
                  <a:pt x="0" y="74388"/>
                </a:lnTo>
                <a:cubicBezTo>
                  <a:pt x="0" y="82453"/>
                  <a:pt x="6567" y="89020"/>
                  <a:pt x="14634" y="89020"/>
                </a:cubicBezTo>
                <a:lnTo>
                  <a:pt x="56685" y="89020"/>
                </a:lnTo>
                <a:cubicBezTo>
                  <a:pt x="54882" y="86269"/>
                  <a:pt x="53383" y="83050"/>
                  <a:pt x="52412" y="79269"/>
                </a:cubicBezTo>
                <a:lnTo>
                  <a:pt x="14634" y="79269"/>
                </a:lnTo>
                <a:cubicBezTo>
                  <a:pt x="11941" y="79269"/>
                  <a:pt x="9752" y="77080"/>
                  <a:pt x="9752" y="74388"/>
                </a:cubicBezTo>
                <a:lnTo>
                  <a:pt x="9752" y="23178"/>
                </a:lnTo>
                <a:lnTo>
                  <a:pt x="82920" y="23178"/>
                </a:lnTo>
                <a:lnTo>
                  <a:pt x="82920" y="39662"/>
                </a:lnTo>
                <a:cubicBezTo>
                  <a:pt x="83283" y="39975"/>
                  <a:pt x="83611" y="40306"/>
                  <a:pt x="83903" y="40686"/>
                </a:cubicBezTo>
                <a:cubicBezTo>
                  <a:pt x="86385" y="44000"/>
                  <a:pt x="89851" y="45705"/>
                  <a:pt x="92683" y="46583"/>
                </a:cubicBezTo>
                <a:lnTo>
                  <a:pt x="92683" y="14642"/>
                </a:lnTo>
                <a:cubicBezTo>
                  <a:pt x="92683" y="7249"/>
                  <a:pt x="86654" y="1230"/>
                  <a:pt x="79268" y="1230"/>
                </a:cubicBezTo>
                <a:lnTo>
                  <a:pt x="13416" y="1230"/>
                </a:lnTo>
                <a:close/>
                <a:moveTo>
                  <a:pt x="13416" y="8546"/>
                </a:moveTo>
                <a:cubicBezTo>
                  <a:pt x="15430" y="8546"/>
                  <a:pt x="17069" y="10185"/>
                  <a:pt x="17069" y="12204"/>
                </a:cubicBezTo>
                <a:cubicBezTo>
                  <a:pt x="17069" y="14223"/>
                  <a:pt x="15430" y="15862"/>
                  <a:pt x="13416" y="15862"/>
                </a:cubicBezTo>
                <a:cubicBezTo>
                  <a:pt x="11391" y="15862"/>
                  <a:pt x="9752" y="14223"/>
                  <a:pt x="9752" y="12204"/>
                </a:cubicBezTo>
                <a:cubicBezTo>
                  <a:pt x="9752" y="10185"/>
                  <a:pt x="11391" y="8546"/>
                  <a:pt x="13416" y="8546"/>
                </a:cubicBezTo>
                <a:close/>
                <a:moveTo>
                  <a:pt x="25603" y="8546"/>
                </a:moveTo>
                <a:cubicBezTo>
                  <a:pt x="27629" y="8546"/>
                  <a:pt x="29268" y="10185"/>
                  <a:pt x="29268" y="12204"/>
                </a:cubicBezTo>
                <a:cubicBezTo>
                  <a:pt x="29268" y="14223"/>
                  <a:pt x="27629" y="15862"/>
                  <a:pt x="25603" y="15862"/>
                </a:cubicBezTo>
                <a:cubicBezTo>
                  <a:pt x="23589" y="15862"/>
                  <a:pt x="21950" y="14223"/>
                  <a:pt x="21950" y="12204"/>
                </a:cubicBezTo>
                <a:cubicBezTo>
                  <a:pt x="21950" y="10185"/>
                  <a:pt x="23589" y="8546"/>
                  <a:pt x="25603" y="8546"/>
                </a:cubicBezTo>
                <a:close/>
                <a:moveTo>
                  <a:pt x="78050" y="42687"/>
                </a:moveTo>
                <a:cubicBezTo>
                  <a:pt x="77300" y="42687"/>
                  <a:pt x="76552" y="42995"/>
                  <a:pt x="76095" y="43610"/>
                </a:cubicBezTo>
                <a:cubicBezTo>
                  <a:pt x="69633" y="52229"/>
                  <a:pt x="58640" y="52388"/>
                  <a:pt x="58534" y="52388"/>
                </a:cubicBezTo>
                <a:cubicBezTo>
                  <a:pt x="57189" y="52388"/>
                  <a:pt x="56099" y="53481"/>
                  <a:pt x="56099" y="54827"/>
                </a:cubicBezTo>
                <a:lnTo>
                  <a:pt x="56099" y="69507"/>
                </a:lnTo>
                <a:cubicBezTo>
                  <a:pt x="56099" y="93093"/>
                  <a:pt x="77242" y="98653"/>
                  <a:pt x="77453" y="98701"/>
                </a:cubicBezTo>
                <a:cubicBezTo>
                  <a:pt x="77652" y="98747"/>
                  <a:pt x="77851" y="98770"/>
                  <a:pt x="78050" y="98770"/>
                </a:cubicBezTo>
                <a:cubicBezTo>
                  <a:pt x="78249" y="98770"/>
                  <a:pt x="78436" y="98747"/>
                  <a:pt x="78635" y="98701"/>
                </a:cubicBezTo>
                <a:cubicBezTo>
                  <a:pt x="78846" y="98653"/>
                  <a:pt x="100000" y="93093"/>
                  <a:pt x="100000" y="69507"/>
                </a:cubicBezTo>
                <a:lnTo>
                  <a:pt x="100000" y="54827"/>
                </a:lnTo>
                <a:cubicBezTo>
                  <a:pt x="100000" y="53486"/>
                  <a:pt x="98912" y="52395"/>
                  <a:pt x="97565" y="52388"/>
                </a:cubicBezTo>
                <a:cubicBezTo>
                  <a:pt x="97460" y="52388"/>
                  <a:pt x="86467" y="52229"/>
                  <a:pt x="79994" y="43610"/>
                </a:cubicBezTo>
                <a:cubicBezTo>
                  <a:pt x="79537" y="42995"/>
                  <a:pt x="78787" y="42687"/>
                  <a:pt x="78050" y="4268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4" name="Красный — SVG 43">
            <a:extLst>
              <a:ext uri="{FF2B5EF4-FFF2-40B4-BE49-F238E27FC236}">
                <a16:creationId xmlns:a16="http://schemas.microsoft.com/office/drawing/2014/main" id="{63C79681-3B99-4A42-BFAB-0D31B9D9BAED}"/>
              </a:ext>
            </a:extLst>
          </p:cNvPr>
          <p:cNvSpPr>
            <a:spLocks noGrp="1"/>
          </p:cNvSpPr>
          <p:nvPr/>
        </p:nvSpPr>
        <p:spPr>
          <a:xfrm>
            <a:off x="4020000" y="1670000"/>
            <a:ext cx="220000" cy="220000"/>
          </a:xfrm>
          <a:custGeom>
            <a:avLst/>
            <a:gdLst>
              <a:gd name="csX0" fmla="*/ 7094 w 152406"/>
              <a:gd name="csY0" fmla="*/ 0 h 127651"/>
              <a:gd name="csX1" fmla="*/ 0 w 152406"/>
              <a:gd name="csY1" fmla="*/ 7089 h 127651"/>
              <a:gd name="csX2" fmla="*/ 0 w 152406"/>
              <a:gd name="csY2" fmla="*/ 35439 h 127651"/>
              <a:gd name="csX3" fmla="*/ 7094 w 152406"/>
              <a:gd name="csY3" fmla="*/ 42528 h 127651"/>
              <a:gd name="csX4" fmla="*/ 14172 w 152406"/>
              <a:gd name="csY4" fmla="*/ 42528 h 127651"/>
              <a:gd name="csX5" fmla="*/ 14172 w 152406"/>
              <a:gd name="csY5" fmla="*/ 122259 h 127651"/>
              <a:gd name="csX6" fmla="*/ 14564 w 152406"/>
              <a:gd name="csY6" fmla="*/ 124317 h 127651"/>
              <a:gd name="csX7" fmla="*/ 15703 w 152406"/>
              <a:gd name="csY7" fmla="*/ 126069 h 127651"/>
              <a:gd name="csX8" fmla="*/ 17439 w 152406"/>
              <a:gd name="csY8" fmla="*/ 127243 h 127651"/>
              <a:gd name="csX9" fmla="*/ 19497 w 152406"/>
              <a:gd name="csY9" fmla="*/ 127651 h 127651"/>
              <a:gd name="csX10" fmla="*/ 21539 w 152406"/>
              <a:gd name="csY10" fmla="*/ 127243 h 127651"/>
              <a:gd name="csX11" fmla="*/ 23275 w 152406"/>
              <a:gd name="csY11" fmla="*/ 126069 h 127651"/>
              <a:gd name="csX12" fmla="*/ 24431 w 152406"/>
              <a:gd name="csY12" fmla="*/ 124317 h 127651"/>
              <a:gd name="csX13" fmla="*/ 24806 w 152406"/>
              <a:gd name="csY13" fmla="*/ 122259 h 127651"/>
              <a:gd name="csX14" fmla="*/ 24806 w 152406"/>
              <a:gd name="csY14" fmla="*/ 42528 h 127651"/>
              <a:gd name="csX15" fmla="*/ 31900 w 152406"/>
              <a:gd name="csY15" fmla="*/ 42528 h 127651"/>
              <a:gd name="csX16" fmla="*/ 38995 w 152406"/>
              <a:gd name="csY16" fmla="*/ 35439 h 127651"/>
              <a:gd name="csX17" fmla="*/ 38995 w 152406"/>
              <a:gd name="csY17" fmla="*/ 7089 h 127651"/>
              <a:gd name="csX18" fmla="*/ 31900 w 152406"/>
              <a:gd name="csY18" fmla="*/ 0 h 127651"/>
              <a:gd name="csX19" fmla="*/ 24806 w 152406"/>
              <a:gd name="csY19" fmla="*/ 0 h 127651"/>
              <a:gd name="csX20" fmla="*/ 24806 w 152406"/>
              <a:gd name="csY20" fmla="*/ 12404 h 127651"/>
              <a:gd name="csX21" fmla="*/ 19497 w 152406"/>
              <a:gd name="csY21" fmla="*/ 17720 h 127651"/>
              <a:gd name="csX22" fmla="*/ 14172 w 152406"/>
              <a:gd name="csY22" fmla="*/ 12404 h 127651"/>
              <a:gd name="csX23" fmla="*/ 14172 w 152406"/>
              <a:gd name="csY23" fmla="*/ 0 h 127651"/>
              <a:gd name="csX24" fmla="*/ 7094 w 152406"/>
              <a:gd name="csY24" fmla="*/ 0 h 127651"/>
              <a:gd name="csX25" fmla="*/ 48165 w 152406"/>
              <a:gd name="csY25" fmla="*/ 0 h 127651"/>
              <a:gd name="csX26" fmla="*/ 49628 w 152406"/>
              <a:gd name="csY26" fmla="*/ 7089 h 127651"/>
              <a:gd name="csX27" fmla="*/ 49628 w 152406"/>
              <a:gd name="csY27" fmla="*/ 35439 h 127651"/>
              <a:gd name="csX28" fmla="*/ 35439 w 152406"/>
              <a:gd name="csY28" fmla="*/ 52806 h 127651"/>
              <a:gd name="csX29" fmla="*/ 35439 w 152406"/>
              <a:gd name="csY29" fmla="*/ 99226 h 127651"/>
              <a:gd name="csX30" fmla="*/ 56706 w 152406"/>
              <a:gd name="csY30" fmla="*/ 99226 h 127651"/>
              <a:gd name="csX31" fmla="*/ 56706 w 152406"/>
              <a:gd name="csY31" fmla="*/ 116951 h 127651"/>
              <a:gd name="csX32" fmla="*/ 44303 w 152406"/>
              <a:gd name="csY32" fmla="*/ 116951 h 127651"/>
              <a:gd name="csX33" fmla="*/ 42244 w 152406"/>
              <a:gd name="csY33" fmla="*/ 117343 h 127651"/>
              <a:gd name="csX34" fmla="*/ 40492 w 152406"/>
              <a:gd name="csY34" fmla="*/ 118482 h 127651"/>
              <a:gd name="csX35" fmla="*/ 39318 w 152406"/>
              <a:gd name="csY35" fmla="*/ 120217 h 127651"/>
              <a:gd name="csX36" fmla="*/ 38910 w 152406"/>
              <a:gd name="csY36" fmla="*/ 122259 h 127651"/>
              <a:gd name="csX37" fmla="*/ 39318 w 152406"/>
              <a:gd name="csY37" fmla="*/ 124317 h 127651"/>
              <a:gd name="csX38" fmla="*/ 40492 w 152406"/>
              <a:gd name="csY38" fmla="*/ 126052 h 127651"/>
              <a:gd name="csX39" fmla="*/ 42244 w 152406"/>
              <a:gd name="csY39" fmla="*/ 127192 h 127651"/>
              <a:gd name="csX40" fmla="*/ 44303 w 152406"/>
              <a:gd name="csY40" fmla="*/ 127583 h 127651"/>
              <a:gd name="csX41" fmla="*/ 118737 w 152406"/>
              <a:gd name="csY41" fmla="*/ 127583 h 127651"/>
              <a:gd name="csX42" fmla="*/ 120795 w 152406"/>
              <a:gd name="csY42" fmla="*/ 127192 h 127651"/>
              <a:gd name="csX43" fmla="*/ 122547 w 152406"/>
              <a:gd name="csY43" fmla="*/ 126052 h 127651"/>
              <a:gd name="csX44" fmla="*/ 123722 w 152406"/>
              <a:gd name="csY44" fmla="*/ 124317 h 127651"/>
              <a:gd name="csX45" fmla="*/ 124130 w 152406"/>
              <a:gd name="csY45" fmla="*/ 122259 h 127651"/>
              <a:gd name="csX46" fmla="*/ 123722 w 152406"/>
              <a:gd name="csY46" fmla="*/ 120217 h 127651"/>
              <a:gd name="csX47" fmla="*/ 122547 w 152406"/>
              <a:gd name="csY47" fmla="*/ 118482 h 127651"/>
              <a:gd name="csX48" fmla="*/ 120795 w 152406"/>
              <a:gd name="csY48" fmla="*/ 117343 h 127651"/>
              <a:gd name="csX49" fmla="*/ 118737 w 152406"/>
              <a:gd name="csY49" fmla="*/ 116951 h 127651"/>
              <a:gd name="csX50" fmla="*/ 106334 w 152406"/>
              <a:gd name="csY50" fmla="*/ 116951 h 127651"/>
              <a:gd name="csX51" fmla="*/ 106334 w 152406"/>
              <a:gd name="csY51" fmla="*/ 99226 h 127651"/>
              <a:gd name="csX52" fmla="*/ 136464 w 152406"/>
              <a:gd name="csY52" fmla="*/ 99226 h 127651"/>
              <a:gd name="csX53" fmla="*/ 152406 w 152406"/>
              <a:gd name="csY53" fmla="*/ 83283 h 127651"/>
              <a:gd name="csX54" fmla="*/ 152406 w 152406"/>
              <a:gd name="csY54" fmla="*/ 15948 h 127651"/>
              <a:gd name="csX55" fmla="*/ 136464 w 152406"/>
              <a:gd name="csY55" fmla="*/ 0 h 127651"/>
              <a:gd name="csX56" fmla="*/ 48165 w 152406"/>
              <a:gd name="csY56" fmla="*/ 0 h 127651"/>
              <a:gd name="csX57" fmla="*/ 67339 w 152406"/>
              <a:gd name="csY57" fmla="*/ 99226 h 127651"/>
              <a:gd name="csX58" fmla="*/ 95700 w 152406"/>
              <a:gd name="csY58" fmla="*/ 99226 h 127651"/>
              <a:gd name="csX59" fmla="*/ 95700 w 152406"/>
              <a:gd name="csY59" fmla="*/ 116951 h 127651"/>
              <a:gd name="csX60" fmla="*/ 67339 w 152406"/>
              <a:gd name="csY60" fmla="*/ 116951 h 127651"/>
              <a:gd name="csX61" fmla="*/ 67339 w 152406"/>
              <a:gd name="csY61" fmla="*/ 99226 h 127651"/>
            </a:gdLst>
            <a:ahLst/>
            <a:cxnLst/>
            <a:rect l="l" t="t" r="r" b="b"/>
            <a:pathLst>
              <a:path w="100000" h="100000">
                <a:moveTo>
                  <a:pt x="4655" y="8121"/>
                </a:moveTo>
                <a:cubicBezTo>
                  <a:pt x="2088" y="8121"/>
                  <a:pt x="0" y="10214"/>
                  <a:pt x="0" y="12773"/>
                </a:cubicBezTo>
                <a:lnTo>
                  <a:pt x="0" y="31374"/>
                </a:lnTo>
                <a:cubicBezTo>
                  <a:pt x="0" y="33933"/>
                  <a:pt x="2088" y="36026"/>
                  <a:pt x="4655" y="36026"/>
                </a:cubicBezTo>
                <a:lnTo>
                  <a:pt x="9299" y="36026"/>
                </a:lnTo>
                <a:lnTo>
                  <a:pt x="9299" y="88341"/>
                </a:lnTo>
                <a:cubicBezTo>
                  <a:pt x="9299" y="88809"/>
                  <a:pt x="9377" y="89267"/>
                  <a:pt x="9556" y="89691"/>
                </a:cubicBezTo>
                <a:cubicBezTo>
                  <a:pt x="9723" y="90127"/>
                  <a:pt x="9980" y="90517"/>
                  <a:pt x="10303" y="90841"/>
                </a:cubicBezTo>
                <a:cubicBezTo>
                  <a:pt x="10628" y="91176"/>
                  <a:pt x="11018" y="91432"/>
                  <a:pt x="11442" y="91611"/>
                </a:cubicBezTo>
                <a:cubicBezTo>
                  <a:pt x="11866" y="91789"/>
                  <a:pt x="12324" y="91879"/>
                  <a:pt x="12793" y="91879"/>
                </a:cubicBezTo>
                <a:cubicBezTo>
                  <a:pt x="13251" y="91879"/>
                  <a:pt x="13708" y="91789"/>
                  <a:pt x="14133" y="91611"/>
                </a:cubicBezTo>
                <a:cubicBezTo>
                  <a:pt x="14568" y="91432"/>
                  <a:pt x="14948" y="91176"/>
                  <a:pt x="15272" y="90841"/>
                </a:cubicBezTo>
                <a:cubicBezTo>
                  <a:pt x="15595" y="90517"/>
                  <a:pt x="15852" y="90127"/>
                  <a:pt x="16030" y="89691"/>
                </a:cubicBezTo>
                <a:cubicBezTo>
                  <a:pt x="16198" y="89267"/>
                  <a:pt x="16287" y="88809"/>
                  <a:pt x="16276" y="88341"/>
                </a:cubicBezTo>
                <a:lnTo>
                  <a:pt x="16276" y="36026"/>
                </a:lnTo>
                <a:lnTo>
                  <a:pt x="20931" y="36026"/>
                </a:lnTo>
                <a:cubicBezTo>
                  <a:pt x="23487" y="36026"/>
                  <a:pt x="25586" y="33933"/>
                  <a:pt x="25586" y="31374"/>
                </a:cubicBezTo>
                <a:lnTo>
                  <a:pt x="25586" y="12773"/>
                </a:lnTo>
                <a:cubicBezTo>
                  <a:pt x="25586" y="10214"/>
                  <a:pt x="23487" y="8121"/>
                  <a:pt x="20931" y="8121"/>
                </a:cubicBezTo>
                <a:lnTo>
                  <a:pt x="16276" y="8121"/>
                </a:lnTo>
                <a:lnTo>
                  <a:pt x="16276" y="16260"/>
                </a:lnTo>
                <a:cubicBezTo>
                  <a:pt x="16276" y="18191"/>
                  <a:pt x="14724" y="19748"/>
                  <a:pt x="12793" y="19748"/>
                </a:cubicBezTo>
                <a:cubicBezTo>
                  <a:pt x="10862" y="19748"/>
                  <a:pt x="9299" y="18191"/>
                  <a:pt x="9299" y="16260"/>
                </a:cubicBezTo>
                <a:lnTo>
                  <a:pt x="9299" y="8121"/>
                </a:lnTo>
                <a:lnTo>
                  <a:pt x="4655" y="8121"/>
                </a:lnTo>
                <a:close/>
                <a:moveTo>
                  <a:pt x="31603" y="8121"/>
                </a:moveTo>
                <a:cubicBezTo>
                  <a:pt x="32206" y="9540"/>
                  <a:pt x="32563" y="11121"/>
                  <a:pt x="32563" y="12773"/>
                </a:cubicBezTo>
                <a:lnTo>
                  <a:pt x="32563" y="31374"/>
                </a:lnTo>
                <a:cubicBezTo>
                  <a:pt x="32563" y="36979"/>
                  <a:pt x="28555" y="41677"/>
                  <a:pt x="23253" y="42770"/>
                </a:cubicBezTo>
                <a:lnTo>
                  <a:pt x="23253" y="73228"/>
                </a:lnTo>
                <a:lnTo>
                  <a:pt x="37207" y="73228"/>
                </a:lnTo>
                <a:lnTo>
                  <a:pt x="37207" y="84858"/>
                </a:lnTo>
                <a:lnTo>
                  <a:pt x="29069" y="84858"/>
                </a:lnTo>
                <a:cubicBezTo>
                  <a:pt x="28611" y="84847"/>
                  <a:pt x="28154" y="84936"/>
                  <a:pt x="27718" y="85115"/>
                </a:cubicBezTo>
                <a:cubicBezTo>
                  <a:pt x="27294" y="85282"/>
                  <a:pt x="26903" y="85539"/>
                  <a:pt x="26569" y="85862"/>
                </a:cubicBezTo>
                <a:cubicBezTo>
                  <a:pt x="26244" y="86187"/>
                  <a:pt x="25977" y="86577"/>
                  <a:pt x="25798" y="87001"/>
                </a:cubicBezTo>
                <a:cubicBezTo>
                  <a:pt x="25620" y="87425"/>
                  <a:pt x="25530" y="87883"/>
                  <a:pt x="25530" y="88341"/>
                </a:cubicBezTo>
                <a:cubicBezTo>
                  <a:pt x="25530" y="88809"/>
                  <a:pt x="25620" y="89267"/>
                  <a:pt x="25798" y="89691"/>
                </a:cubicBezTo>
                <a:cubicBezTo>
                  <a:pt x="25977" y="90116"/>
                  <a:pt x="26244" y="90506"/>
                  <a:pt x="26569" y="90829"/>
                </a:cubicBezTo>
                <a:cubicBezTo>
                  <a:pt x="26903" y="91154"/>
                  <a:pt x="27294" y="91410"/>
                  <a:pt x="27718" y="91577"/>
                </a:cubicBezTo>
                <a:cubicBezTo>
                  <a:pt x="28154" y="91756"/>
                  <a:pt x="28611" y="91845"/>
                  <a:pt x="29069" y="91834"/>
                </a:cubicBezTo>
                <a:lnTo>
                  <a:pt x="77908" y="91834"/>
                </a:lnTo>
                <a:cubicBezTo>
                  <a:pt x="78377" y="91845"/>
                  <a:pt x="78835" y="91756"/>
                  <a:pt x="79259" y="91577"/>
                </a:cubicBezTo>
                <a:cubicBezTo>
                  <a:pt x="79694" y="91410"/>
                  <a:pt x="80085" y="91154"/>
                  <a:pt x="80408" y="90829"/>
                </a:cubicBezTo>
                <a:cubicBezTo>
                  <a:pt x="80744" y="90506"/>
                  <a:pt x="81000" y="90116"/>
                  <a:pt x="81179" y="89691"/>
                </a:cubicBezTo>
                <a:cubicBezTo>
                  <a:pt x="81358" y="89267"/>
                  <a:pt x="81447" y="88809"/>
                  <a:pt x="81447" y="88341"/>
                </a:cubicBezTo>
                <a:cubicBezTo>
                  <a:pt x="81447" y="87883"/>
                  <a:pt x="81358" y="87425"/>
                  <a:pt x="81179" y="87001"/>
                </a:cubicBezTo>
                <a:cubicBezTo>
                  <a:pt x="81000" y="86577"/>
                  <a:pt x="80744" y="86187"/>
                  <a:pt x="80408" y="85862"/>
                </a:cubicBezTo>
                <a:cubicBezTo>
                  <a:pt x="80085" y="85539"/>
                  <a:pt x="79694" y="85282"/>
                  <a:pt x="79259" y="85115"/>
                </a:cubicBezTo>
                <a:cubicBezTo>
                  <a:pt x="78835" y="84936"/>
                  <a:pt x="78377" y="84847"/>
                  <a:pt x="77908" y="84858"/>
                </a:cubicBezTo>
                <a:lnTo>
                  <a:pt x="69770" y="84858"/>
                </a:lnTo>
                <a:lnTo>
                  <a:pt x="69770" y="73228"/>
                </a:lnTo>
                <a:lnTo>
                  <a:pt x="89540" y="73228"/>
                </a:lnTo>
                <a:cubicBezTo>
                  <a:pt x="95301" y="73228"/>
                  <a:pt x="100000" y="68528"/>
                  <a:pt x="100000" y="62767"/>
                </a:cubicBezTo>
                <a:lnTo>
                  <a:pt x="100000" y="18586"/>
                </a:lnTo>
                <a:cubicBezTo>
                  <a:pt x="100000" y="12818"/>
                  <a:pt x="95301" y="8121"/>
                  <a:pt x="89540" y="8121"/>
                </a:cubicBezTo>
                <a:lnTo>
                  <a:pt x="31603" y="8121"/>
                </a:lnTo>
                <a:close/>
                <a:moveTo>
                  <a:pt x="44184" y="73228"/>
                </a:moveTo>
                <a:lnTo>
                  <a:pt x="62793" y="73228"/>
                </a:lnTo>
                <a:lnTo>
                  <a:pt x="62793" y="84858"/>
                </a:lnTo>
                <a:lnTo>
                  <a:pt x="44184" y="84858"/>
                </a:lnTo>
                <a:lnTo>
                  <a:pt x="44184" y="7322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5" name="Красный — SVG 44">
            <a:extLst>
              <a:ext uri="{FF2B5EF4-FFF2-40B4-BE49-F238E27FC236}">
                <a16:creationId xmlns:a16="http://schemas.microsoft.com/office/drawing/2014/main" id="{5CFE2337-CCE5-9349-8A14-DD317F19835D}"/>
              </a:ext>
            </a:extLst>
          </p:cNvPr>
          <p:cNvSpPr>
            <a:spLocks noGrp="1"/>
          </p:cNvSpPr>
          <p:nvPr/>
        </p:nvSpPr>
        <p:spPr>
          <a:xfrm>
            <a:off x="4620000" y="1670000"/>
            <a:ext cx="220000" cy="220000"/>
          </a:xfrm>
          <a:custGeom>
            <a:avLst/>
            <a:gdLst>
              <a:gd name="csX0" fmla="*/ 15942 w 134695"/>
              <a:gd name="csY0" fmla="*/ 0 h 127659"/>
              <a:gd name="csX1" fmla="*/ 0 w 134695"/>
              <a:gd name="csY1" fmla="*/ 15948 h 127659"/>
              <a:gd name="csX2" fmla="*/ 0 w 134695"/>
              <a:gd name="csY2" fmla="*/ 111627 h 127659"/>
              <a:gd name="csX3" fmla="*/ 15942 w 134695"/>
              <a:gd name="csY3" fmla="*/ 127583 h 127659"/>
              <a:gd name="csX4" fmla="*/ 54936 w 134695"/>
              <a:gd name="csY4" fmla="*/ 127583 h 127659"/>
              <a:gd name="csX5" fmla="*/ 70895 w 134695"/>
              <a:gd name="csY5" fmla="*/ 111627 h 127659"/>
              <a:gd name="csX6" fmla="*/ 70895 w 134695"/>
              <a:gd name="csY6" fmla="*/ 15948 h 127659"/>
              <a:gd name="csX7" fmla="*/ 54936 w 134695"/>
              <a:gd name="csY7" fmla="*/ 0 h 127659"/>
              <a:gd name="csX8" fmla="*/ 15942 w 134695"/>
              <a:gd name="csY8" fmla="*/ 0 h 127659"/>
              <a:gd name="csX9" fmla="*/ 71524 w 134695"/>
              <a:gd name="csY9" fmla="*/ 0 h 127659"/>
              <a:gd name="csX10" fmla="*/ 77972 w 134695"/>
              <a:gd name="csY10" fmla="*/ 15948 h 127659"/>
              <a:gd name="csX11" fmla="*/ 77972 w 134695"/>
              <a:gd name="csY11" fmla="*/ 99231 h 127659"/>
              <a:gd name="csX12" fmla="*/ 85067 w 134695"/>
              <a:gd name="csY12" fmla="*/ 99231 h 127659"/>
              <a:gd name="csX13" fmla="*/ 85067 w 134695"/>
              <a:gd name="csY13" fmla="*/ 116951 h 127659"/>
              <a:gd name="csX14" fmla="*/ 77326 w 134695"/>
              <a:gd name="csY14" fmla="*/ 116951 h 127659"/>
              <a:gd name="csX15" fmla="*/ 71524 w 134695"/>
              <a:gd name="csY15" fmla="*/ 127583 h 127659"/>
              <a:gd name="csX16" fmla="*/ 89508 w 134695"/>
              <a:gd name="csY16" fmla="*/ 127583 h 127659"/>
              <a:gd name="csX17" fmla="*/ 91243 w 134695"/>
              <a:gd name="csY17" fmla="*/ 127583 h 127659"/>
              <a:gd name="csX18" fmla="*/ 104564 w 134695"/>
              <a:gd name="csY18" fmla="*/ 127583 h 127659"/>
              <a:gd name="csX19" fmla="*/ 109873 w 134695"/>
              <a:gd name="csY19" fmla="*/ 122259 h 127659"/>
              <a:gd name="csX20" fmla="*/ 104564 w 134695"/>
              <a:gd name="csY20" fmla="*/ 116951 h 127659"/>
              <a:gd name="csX21" fmla="*/ 95700 w 134695"/>
              <a:gd name="csY21" fmla="*/ 116951 h 127659"/>
              <a:gd name="csX22" fmla="*/ 95700 w 134695"/>
              <a:gd name="csY22" fmla="*/ 99231 h 127659"/>
              <a:gd name="csX23" fmla="*/ 118737 w 134695"/>
              <a:gd name="csY23" fmla="*/ 99231 h 127659"/>
              <a:gd name="csX24" fmla="*/ 134695 w 134695"/>
              <a:gd name="csY24" fmla="*/ 83283 h 127659"/>
              <a:gd name="csX25" fmla="*/ 134695 w 134695"/>
              <a:gd name="csY25" fmla="*/ 15948 h 127659"/>
              <a:gd name="csX26" fmla="*/ 118737 w 134695"/>
              <a:gd name="csY26" fmla="*/ 0 h 127659"/>
              <a:gd name="csX27" fmla="*/ 71524 w 134695"/>
              <a:gd name="csY27" fmla="*/ 0 h 127659"/>
              <a:gd name="csX28" fmla="*/ 19497 w 134695"/>
              <a:gd name="csY28" fmla="*/ 14175 h 127659"/>
              <a:gd name="csX29" fmla="*/ 51397 w 134695"/>
              <a:gd name="csY29" fmla="*/ 14175 h 127659"/>
              <a:gd name="csX30" fmla="*/ 56706 w 134695"/>
              <a:gd name="csY30" fmla="*/ 19491 h 127659"/>
              <a:gd name="csX31" fmla="*/ 56706 w 134695"/>
              <a:gd name="csY31" fmla="*/ 62019 h 127659"/>
              <a:gd name="csX32" fmla="*/ 51397 w 134695"/>
              <a:gd name="csY32" fmla="*/ 67335 h 127659"/>
              <a:gd name="csX33" fmla="*/ 19497 w 134695"/>
              <a:gd name="csY33" fmla="*/ 67335 h 127659"/>
              <a:gd name="csX34" fmla="*/ 14172 w 134695"/>
              <a:gd name="csY34" fmla="*/ 62019 h 127659"/>
              <a:gd name="csX35" fmla="*/ 14172 w 134695"/>
              <a:gd name="csY35" fmla="*/ 19491 h 127659"/>
              <a:gd name="csX36" fmla="*/ 19497 w 134695"/>
              <a:gd name="csY36" fmla="*/ 14175 h 127659"/>
              <a:gd name="csX37" fmla="*/ 24805 w 134695"/>
              <a:gd name="csY37" fmla="*/ 24807 h 127659"/>
              <a:gd name="csX38" fmla="*/ 24805 w 134695"/>
              <a:gd name="csY38" fmla="*/ 35439 h 127659"/>
              <a:gd name="csX39" fmla="*/ 46072 w 134695"/>
              <a:gd name="csY39" fmla="*/ 35439 h 127659"/>
              <a:gd name="csX40" fmla="*/ 46072 w 134695"/>
              <a:gd name="csY40" fmla="*/ 24807 h 127659"/>
              <a:gd name="csX41" fmla="*/ 24805 w 134695"/>
              <a:gd name="csY41" fmla="*/ 24807 h 127659"/>
              <a:gd name="csX42" fmla="*/ 24805 w 134695"/>
              <a:gd name="csY42" fmla="*/ 46071 h 127659"/>
              <a:gd name="csX43" fmla="*/ 24805 w 134695"/>
              <a:gd name="csY43" fmla="*/ 56703 h 127659"/>
              <a:gd name="csX44" fmla="*/ 46072 w 134695"/>
              <a:gd name="csY44" fmla="*/ 56703 h 127659"/>
              <a:gd name="csX45" fmla="*/ 46072 w 134695"/>
              <a:gd name="csY45" fmla="*/ 46071 h 127659"/>
              <a:gd name="csX46" fmla="*/ 24805 w 134695"/>
              <a:gd name="csY46" fmla="*/ 46071 h 127659"/>
              <a:gd name="csX47" fmla="*/ 35439 w 134695"/>
              <a:gd name="csY47" fmla="*/ 95687 h 127659"/>
              <a:gd name="csX48" fmla="*/ 42534 w 134695"/>
              <a:gd name="csY48" fmla="*/ 102776 h 127659"/>
              <a:gd name="csX49" fmla="*/ 35439 w 134695"/>
              <a:gd name="csY49" fmla="*/ 109858 h 127659"/>
              <a:gd name="csX50" fmla="*/ 28361 w 134695"/>
              <a:gd name="csY50" fmla="*/ 102776 h 127659"/>
              <a:gd name="csX51" fmla="*/ 35439 w 134695"/>
              <a:gd name="csY51" fmla="*/ 95687 h 127659"/>
            </a:gdLst>
            <a:ahLst/>
            <a:cxnLst/>
            <a:rect l="l" t="t" r="r" b="b"/>
            <a:pathLst>
              <a:path w="100000" h="100000">
                <a:moveTo>
                  <a:pt x="11836" y="2612"/>
                </a:moveTo>
                <a:cubicBezTo>
                  <a:pt x="5318" y="2612"/>
                  <a:pt x="0" y="7924"/>
                  <a:pt x="0" y="14452"/>
                </a:cubicBezTo>
                <a:lnTo>
                  <a:pt x="0" y="85486"/>
                </a:lnTo>
                <a:cubicBezTo>
                  <a:pt x="0" y="92015"/>
                  <a:pt x="5318" y="97332"/>
                  <a:pt x="11836" y="97332"/>
                </a:cubicBezTo>
                <a:lnTo>
                  <a:pt x="40785" y="97332"/>
                </a:lnTo>
                <a:cubicBezTo>
                  <a:pt x="47316" y="97332"/>
                  <a:pt x="52634" y="92015"/>
                  <a:pt x="52634" y="85486"/>
                </a:cubicBezTo>
                <a:lnTo>
                  <a:pt x="52634" y="14452"/>
                </a:lnTo>
                <a:cubicBezTo>
                  <a:pt x="52634" y="7924"/>
                  <a:pt x="47316" y="2612"/>
                  <a:pt x="40785" y="2612"/>
                </a:cubicBezTo>
                <a:lnTo>
                  <a:pt x="11836" y="2612"/>
                </a:lnTo>
                <a:close/>
                <a:moveTo>
                  <a:pt x="53101" y="2612"/>
                </a:moveTo>
                <a:cubicBezTo>
                  <a:pt x="56057" y="5687"/>
                  <a:pt x="57888" y="9857"/>
                  <a:pt x="57888" y="14452"/>
                </a:cubicBezTo>
                <a:lnTo>
                  <a:pt x="57888" y="76283"/>
                </a:lnTo>
                <a:lnTo>
                  <a:pt x="63155" y="76283"/>
                </a:lnTo>
                <a:lnTo>
                  <a:pt x="63155" y="89438"/>
                </a:lnTo>
                <a:lnTo>
                  <a:pt x="57408" y="89438"/>
                </a:lnTo>
                <a:cubicBezTo>
                  <a:pt x="56701" y="92457"/>
                  <a:pt x="55185" y="95172"/>
                  <a:pt x="53101" y="97332"/>
                </a:cubicBezTo>
                <a:lnTo>
                  <a:pt x="66452" y="97332"/>
                </a:lnTo>
                <a:cubicBezTo>
                  <a:pt x="66881" y="97407"/>
                  <a:pt x="67311" y="97407"/>
                  <a:pt x="67740" y="97332"/>
                </a:cubicBezTo>
                <a:lnTo>
                  <a:pt x="77630" y="97332"/>
                </a:lnTo>
                <a:cubicBezTo>
                  <a:pt x="79816" y="97332"/>
                  <a:pt x="81572" y="95564"/>
                  <a:pt x="81572" y="93379"/>
                </a:cubicBezTo>
                <a:cubicBezTo>
                  <a:pt x="81572" y="91207"/>
                  <a:pt x="79816" y="89438"/>
                  <a:pt x="77630" y="89438"/>
                </a:cubicBezTo>
                <a:lnTo>
                  <a:pt x="71049" y="89438"/>
                </a:lnTo>
                <a:lnTo>
                  <a:pt x="71049" y="76283"/>
                </a:lnTo>
                <a:lnTo>
                  <a:pt x="88152" y="76283"/>
                </a:lnTo>
                <a:cubicBezTo>
                  <a:pt x="94682" y="76283"/>
                  <a:pt x="100000" y="70971"/>
                  <a:pt x="100000" y="64443"/>
                </a:cubicBezTo>
                <a:lnTo>
                  <a:pt x="100000" y="14452"/>
                </a:lnTo>
                <a:cubicBezTo>
                  <a:pt x="100000" y="7924"/>
                  <a:pt x="94682" y="2612"/>
                  <a:pt x="88152" y="2612"/>
                </a:cubicBezTo>
                <a:lnTo>
                  <a:pt x="53101" y="2612"/>
                </a:lnTo>
                <a:close/>
                <a:moveTo>
                  <a:pt x="14475" y="13136"/>
                </a:moveTo>
                <a:lnTo>
                  <a:pt x="38158" y="13136"/>
                </a:lnTo>
                <a:cubicBezTo>
                  <a:pt x="40344" y="13136"/>
                  <a:pt x="42100" y="14902"/>
                  <a:pt x="42100" y="17082"/>
                </a:cubicBezTo>
                <a:lnTo>
                  <a:pt x="42100" y="48656"/>
                </a:lnTo>
                <a:cubicBezTo>
                  <a:pt x="42100" y="50837"/>
                  <a:pt x="40344" y="52603"/>
                  <a:pt x="38158" y="52603"/>
                </a:cubicBezTo>
                <a:lnTo>
                  <a:pt x="14475" y="52603"/>
                </a:lnTo>
                <a:cubicBezTo>
                  <a:pt x="12290" y="52603"/>
                  <a:pt x="10522" y="50837"/>
                  <a:pt x="10522" y="48656"/>
                </a:cubicBezTo>
                <a:lnTo>
                  <a:pt x="10522" y="17082"/>
                </a:lnTo>
                <a:cubicBezTo>
                  <a:pt x="10522" y="14902"/>
                  <a:pt x="12290" y="13136"/>
                  <a:pt x="14475" y="13136"/>
                </a:cubicBezTo>
                <a:close/>
                <a:moveTo>
                  <a:pt x="18416" y="21029"/>
                </a:moveTo>
                <a:lnTo>
                  <a:pt x="18416" y="28922"/>
                </a:lnTo>
                <a:lnTo>
                  <a:pt x="34205" y="28922"/>
                </a:lnTo>
                <a:lnTo>
                  <a:pt x="34205" y="21029"/>
                </a:lnTo>
                <a:lnTo>
                  <a:pt x="18416" y="21029"/>
                </a:lnTo>
                <a:close/>
                <a:moveTo>
                  <a:pt x="18416" y="36816"/>
                </a:moveTo>
                <a:lnTo>
                  <a:pt x="18416" y="44709"/>
                </a:lnTo>
                <a:lnTo>
                  <a:pt x="34205" y="44709"/>
                </a:lnTo>
                <a:lnTo>
                  <a:pt x="34205" y="36816"/>
                </a:lnTo>
                <a:lnTo>
                  <a:pt x="18416" y="36816"/>
                </a:lnTo>
                <a:close/>
                <a:moveTo>
                  <a:pt x="26311" y="73652"/>
                </a:moveTo>
                <a:cubicBezTo>
                  <a:pt x="29228" y="73652"/>
                  <a:pt x="31578" y="76007"/>
                  <a:pt x="31578" y="78915"/>
                </a:cubicBezTo>
                <a:cubicBezTo>
                  <a:pt x="31578" y="81822"/>
                  <a:pt x="29228" y="84172"/>
                  <a:pt x="26311" y="84172"/>
                </a:cubicBezTo>
                <a:cubicBezTo>
                  <a:pt x="23405" y="84172"/>
                  <a:pt x="21056" y="81822"/>
                  <a:pt x="21056" y="78915"/>
                </a:cubicBezTo>
                <a:cubicBezTo>
                  <a:pt x="21056" y="76007"/>
                  <a:pt x="23405" y="73652"/>
                  <a:pt x="26311" y="7365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6" name="Красный — SVG 45">
            <a:extLst>
              <a:ext uri="{FF2B5EF4-FFF2-40B4-BE49-F238E27FC236}">
                <a16:creationId xmlns:a16="http://schemas.microsoft.com/office/drawing/2014/main" id="{926D59B4-1591-764A-8297-9AF6B88AE93D}"/>
              </a:ext>
            </a:extLst>
          </p:cNvPr>
          <p:cNvSpPr>
            <a:spLocks noGrp="1"/>
          </p:cNvSpPr>
          <p:nvPr/>
        </p:nvSpPr>
        <p:spPr>
          <a:xfrm>
            <a:off x="5220000" y="1670000"/>
            <a:ext cx="220000" cy="220000"/>
          </a:xfrm>
          <a:custGeom>
            <a:avLst/>
            <a:gdLst>
              <a:gd name="csX0" fmla="*/ 19494 w 138230"/>
              <a:gd name="csY0" fmla="*/ 0 h 141753"/>
              <a:gd name="csX1" fmla="*/ 0 w 138230"/>
              <a:gd name="csY1" fmla="*/ 19491 h 141753"/>
              <a:gd name="csX2" fmla="*/ 0 w 138230"/>
              <a:gd name="csY2" fmla="*/ 30123 h 141753"/>
              <a:gd name="csX3" fmla="*/ 6154 w 138230"/>
              <a:gd name="csY3" fmla="*/ 44300 h 141753"/>
              <a:gd name="csX4" fmla="*/ 0 w 138230"/>
              <a:gd name="csY4" fmla="*/ 58476 h 141753"/>
              <a:gd name="csX5" fmla="*/ 0 w 138230"/>
              <a:gd name="csY5" fmla="*/ 69108 h 141753"/>
              <a:gd name="csX6" fmla="*/ 6154 w 138230"/>
              <a:gd name="csY6" fmla="*/ 83283 h 141753"/>
              <a:gd name="csX7" fmla="*/ 0 w 138230"/>
              <a:gd name="csY7" fmla="*/ 97460 h 141753"/>
              <a:gd name="csX8" fmla="*/ 0 w 138230"/>
              <a:gd name="csY8" fmla="*/ 108089 h 141753"/>
              <a:gd name="csX9" fmla="*/ 19494 w 138230"/>
              <a:gd name="csY9" fmla="*/ 127583 h 141753"/>
              <a:gd name="csX10" fmla="*/ 74524 w 138230"/>
              <a:gd name="csY10" fmla="*/ 127583 h 141753"/>
              <a:gd name="csX11" fmla="*/ 65053 w 138230"/>
              <a:gd name="csY11" fmla="*/ 116951 h 141753"/>
              <a:gd name="csX12" fmla="*/ 19494 w 138230"/>
              <a:gd name="csY12" fmla="*/ 116951 h 141753"/>
              <a:gd name="csX13" fmla="*/ 10633 w 138230"/>
              <a:gd name="csY13" fmla="*/ 108089 h 141753"/>
              <a:gd name="csX14" fmla="*/ 10633 w 138230"/>
              <a:gd name="csY14" fmla="*/ 106319 h 141753"/>
              <a:gd name="csX15" fmla="*/ 60969 w 138230"/>
              <a:gd name="csY15" fmla="*/ 106319 h 141753"/>
              <a:gd name="csX16" fmla="*/ 60256 w 138230"/>
              <a:gd name="csY16" fmla="*/ 99231 h 141753"/>
              <a:gd name="csX17" fmla="*/ 67414 w 138230"/>
              <a:gd name="csY17" fmla="*/ 77967 h 141753"/>
              <a:gd name="csX18" fmla="*/ 19494 w 138230"/>
              <a:gd name="csY18" fmla="*/ 77967 h 141753"/>
              <a:gd name="csX19" fmla="*/ 10633 w 138230"/>
              <a:gd name="csY19" fmla="*/ 69108 h 141753"/>
              <a:gd name="csX20" fmla="*/ 10633 w 138230"/>
              <a:gd name="csY20" fmla="*/ 67335 h 141753"/>
              <a:gd name="csX21" fmla="*/ 80353 w 138230"/>
              <a:gd name="csY21" fmla="*/ 67335 h 141753"/>
              <a:gd name="csX22" fmla="*/ 95700 w 138230"/>
              <a:gd name="csY22" fmla="*/ 63792 h 141753"/>
              <a:gd name="csX23" fmla="*/ 119992 w 138230"/>
              <a:gd name="csY23" fmla="*/ 73497 h 141753"/>
              <a:gd name="csX24" fmla="*/ 120511 w 138230"/>
              <a:gd name="csY24" fmla="*/ 69108 h 141753"/>
              <a:gd name="csX25" fmla="*/ 120511 w 138230"/>
              <a:gd name="csY25" fmla="*/ 58476 h 141753"/>
              <a:gd name="csX26" fmla="*/ 114357 w 138230"/>
              <a:gd name="csY26" fmla="*/ 44300 h 141753"/>
              <a:gd name="csX27" fmla="*/ 120511 w 138230"/>
              <a:gd name="csY27" fmla="*/ 30123 h 141753"/>
              <a:gd name="csX28" fmla="*/ 120511 w 138230"/>
              <a:gd name="csY28" fmla="*/ 19491 h 141753"/>
              <a:gd name="csX29" fmla="*/ 101017 w 138230"/>
              <a:gd name="csY29" fmla="*/ 0 h 141753"/>
              <a:gd name="csX30" fmla="*/ 19494 w 138230"/>
              <a:gd name="csY30" fmla="*/ 0 h 141753"/>
              <a:gd name="csX31" fmla="*/ 10633 w 138230"/>
              <a:gd name="csY31" fmla="*/ 28352 h 141753"/>
              <a:gd name="csX32" fmla="*/ 109878 w 138230"/>
              <a:gd name="csY32" fmla="*/ 28352 h 141753"/>
              <a:gd name="csX33" fmla="*/ 109878 w 138230"/>
              <a:gd name="csY33" fmla="*/ 30123 h 141753"/>
              <a:gd name="csX34" fmla="*/ 101017 w 138230"/>
              <a:gd name="csY34" fmla="*/ 38984 h 141753"/>
              <a:gd name="csX35" fmla="*/ 19494 w 138230"/>
              <a:gd name="csY35" fmla="*/ 38984 h 141753"/>
              <a:gd name="csX36" fmla="*/ 10633 w 138230"/>
              <a:gd name="csY36" fmla="*/ 30123 h 141753"/>
              <a:gd name="csX37" fmla="*/ 10633 w 138230"/>
              <a:gd name="csY37" fmla="*/ 28352 h 141753"/>
              <a:gd name="csX38" fmla="*/ 95700 w 138230"/>
              <a:gd name="csY38" fmla="*/ 70880 h 141753"/>
              <a:gd name="csX39" fmla="*/ 67344 w 138230"/>
              <a:gd name="csY39" fmla="*/ 99231 h 141753"/>
              <a:gd name="csX40" fmla="*/ 95700 w 138230"/>
              <a:gd name="csY40" fmla="*/ 127583 h 141753"/>
              <a:gd name="csX41" fmla="*/ 111623 w 138230"/>
              <a:gd name="csY41" fmla="*/ 122667 h 141753"/>
              <a:gd name="csX42" fmla="*/ 129159 w 138230"/>
              <a:gd name="csY42" fmla="*/ 140206 h 141753"/>
              <a:gd name="csX43" fmla="*/ 132917 w 138230"/>
              <a:gd name="csY43" fmla="*/ 141754 h 141753"/>
              <a:gd name="csX44" fmla="*/ 136675 w 138230"/>
              <a:gd name="csY44" fmla="*/ 140206 h 141753"/>
              <a:gd name="csX45" fmla="*/ 136675 w 138230"/>
              <a:gd name="csY45" fmla="*/ 132687 h 141753"/>
              <a:gd name="csX46" fmla="*/ 119148 w 138230"/>
              <a:gd name="csY46" fmla="*/ 115148 h 141753"/>
              <a:gd name="csX47" fmla="*/ 124057 w 138230"/>
              <a:gd name="csY47" fmla="*/ 99231 h 141753"/>
              <a:gd name="csX48" fmla="*/ 95700 w 138230"/>
              <a:gd name="csY48" fmla="*/ 70880 h 141753"/>
              <a:gd name="csX49" fmla="*/ 95700 w 138230"/>
              <a:gd name="csY49" fmla="*/ 81512 h 141753"/>
              <a:gd name="csX50" fmla="*/ 113423 w 138230"/>
              <a:gd name="csY50" fmla="*/ 99231 h 141753"/>
              <a:gd name="csX51" fmla="*/ 95700 w 138230"/>
              <a:gd name="csY51" fmla="*/ 116951 h 141753"/>
              <a:gd name="csX52" fmla="*/ 77978 w 138230"/>
              <a:gd name="csY52" fmla="*/ 99231 h 141753"/>
              <a:gd name="csX53" fmla="*/ 95700 w 138230"/>
              <a:gd name="csY53" fmla="*/ 81512 h 141753"/>
            </a:gdLst>
            <a:ahLst/>
            <a:cxnLst/>
            <a:rect l="l" t="t" r="r" b="b"/>
            <a:pathLst>
              <a:path w="100000" h="100000">
                <a:moveTo>
                  <a:pt x="14995" y="0"/>
                </a:moveTo>
                <a:cubicBezTo>
                  <a:pt x="7412" y="0"/>
                  <a:pt x="1243" y="6168"/>
                  <a:pt x="1243" y="13750"/>
                </a:cubicBezTo>
                <a:lnTo>
                  <a:pt x="1243" y="21250"/>
                </a:lnTo>
                <a:cubicBezTo>
                  <a:pt x="1243" y="25194"/>
                  <a:pt x="2916" y="28742"/>
                  <a:pt x="5584" y="31252"/>
                </a:cubicBezTo>
                <a:cubicBezTo>
                  <a:pt x="2916" y="33761"/>
                  <a:pt x="1243" y="37310"/>
                  <a:pt x="1243" y="41252"/>
                </a:cubicBezTo>
                <a:lnTo>
                  <a:pt x="1243" y="48752"/>
                </a:lnTo>
                <a:cubicBezTo>
                  <a:pt x="1243" y="52694"/>
                  <a:pt x="2916" y="56243"/>
                  <a:pt x="5584" y="58752"/>
                </a:cubicBezTo>
                <a:cubicBezTo>
                  <a:pt x="2916" y="61263"/>
                  <a:pt x="1243" y="64810"/>
                  <a:pt x="1243" y="68753"/>
                </a:cubicBezTo>
                <a:lnTo>
                  <a:pt x="1243" y="76252"/>
                </a:lnTo>
                <a:cubicBezTo>
                  <a:pt x="1243" y="83836"/>
                  <a:pt x="7412" y="90004"/>
                  <a:pt x="14995" y="90004"/>
                </a:cubicBezTo>
                <a:lnTo>
                  <a:pt x="53816" y="90004"/>
                </a:lnTo>
                <a:cubicBezTo>
                  <a:pt x="51112" y="87976"/>
                  <a:pt x="48837" y="85432"/>
                  <a:pt x="47134" y="82503"/>
                </a:cubicBezTo>
                <a:lnTo>
                  <a:pt x="14995" y="82503"/>
                </a:lnTo>
                <a:cubicBezTo>
                  <a:pt x="11549" y="82503"/>
                  <a:pt x="8744" y="79696"/>
                  <a:pt x="8744" y="76252"/>
                </a:cubicBezTo>
                <a:lnTo>
                  <a:pt x="8744" y="75003"/>
                </a:lnTo>
                <a:lnTo>
                  <a:pt x="44253" y="75003"/>
                </a:lnTo>
                <a:cubicBezTo>
                  <a:pt x="43923" y="73383"/>
                  <a:pt x="43750" y="71715"/>
                  <a:pt x="43750" y="70003"/>
                </a:cubicBezTo>
                <a:cubicBezTo>
                  <a:pt x="43750" y="64373"/>
                  <a:pt x="45647" y="59187"/>
                  <a:pt x="48800" y="55002"/>
                </a:cubicBezTo>
                <a:lnTo>
                  <a:pt x="14995" y="55002"/>
                </a:lnTo>
                <a:cubicBezTo>
                  <a:pt x="11549" y="55002"/>
                  <a:pt x="8744" y="52197"/>
                  <a:pt x="8744" y="48752"/>
                </a:cubicBezTo>
                <a:lnTo>
                  <a:pt x="8744" y="47502"/>
                </a:lnTo>
                <a:lnTo>
                  <a:pt x="57928" y="47502"/>
                </a:lnTo>
                <a:cubicBezTo>
                  <a:pt x="61208" y="45916"/>
                  <a:pt x="64872" y="45002"/>
                  <a:pt x="68754" y="45002"/>
                </a:cubicBezTo>
                <a:cubicBezTo>
                  <a:pt x="75391" y="45002"/>
                  <a:pt x="81411" y="47618"/>
                  <a:pt x="85891" y="51849"/>
                </a:cubicBezTo>
                <a:cubicBezTo>
                  <a:pt x="86124" y="50853"/>
                  <a:pt x="86257" y="49820"/>
                  <a:pt x="86257" y="48752"/>
                </a:cubicBezTo>
                <a:lnTo>
                  <a:pt x="86257" y="41252"/>
                </a:lnTo>
                <a:cubicBezTo>
                  <a:pt x="86257" y="37310"/>
                  <a:pt x="84584" y="33761"/>
                  <a:pt x="81916" y="31252"/>
                </a:cubicBezTo>
                <a:cubicBezTo>
                  <a:pt x="84584" y="28742"/>
                  <a:pt x="86257" y="25194"/>
                  <a:pt x="86257" y="21250"/>
                </a:cubicBezTo>
                <a:lnTo>
                  <a:pt x="86257" y="13750"/>
                </a:lnTo>
                <a:cubicBezTo>
                  <a:pt x="86257" y="6168"/>
                  <a:pt x="80090" y="0"/>
                  <a:pt x="72505" y="0"/>
                </a:cubicBezTo>
                <a:lnTo>
                  <a:pt x="14995" y="0"/>
                </a:lnTo>
                <a:close/>
                <a:moveTo>
                  <a:pt x="8744" y="20001"/>
                </a:moveTo>
                <a:lnTo>
                  <a:pt x="78756" y="20001"/>
                </a:lnTo>
                <a:lnTo>
                  <a:pt x="78756" y="21250"/>
                </a:lnTo>
                <a:cubicBezTo>
                  <a:pt x="78756" y="24696"/>
                  <a:pt x="75951" y="27501"/>
                  <a:pt x="72505" y="27501"/>
                </a:cubicBezTo>
                <a:lnTo>
                  <a:pt x="14995" y="27501"/>
                </a:lnTo>
                <a:cubicBezTo>
                  <a:pt x="11549" y="27501"/>
                  <a:pt x="8744" y="24696"/>
                  <a:pt x="8744" y="21250"/>
                </a:cubicBezTo>
                <a:lnTo>
                  <a:pt x="8744" y="20001"/>
                </a:lnTo>
                <a:close/>
                <a:moveTo>
                  <a:pt x="68754" y="50002"/>
                </a:moveTo>
                <a:cubicBezTo>
                  <a:pt x="57725" y="50002"/>
                  <a:pt x="48751" y="58975"/>
                  <a:pt x="48751" y="70003"/>
                </a:cubicBezTo>
                <a:cubicBezTo>
                  <a:pt x="48751" y="81028"/>
                  <a:pt x="57725" y="90004"/>
                  <a:pt x="68754" y="90004"/>
                </a:cubicBezTo>
                <a:cubicBezTo>
                  <a:pt x="72918" y="90004"/>
                  <a:pt x="76782" y="88720"/>
                  <a:pt x="79987" y="86536"/>
                </a:cubicBezTo>
                <a:lnTo>
                  <a:pt x="92358" y="98909"/>
                </a:lnTo>
                <a:cubicBezTo>
                  <a:pt x="93090" y="99640"/>
                  <a:pt x="94049" y="100001"/>
                  <a:pt x="95009" y="100001"/>
                </a:cubicBezTo>
                <a:cubicBezTo>
                  <a:pt x="95969" y="100001"/>
                  <a:pt x="96929" y="99640"/>
                  <a:pt x="97660" y="98909"/>
                </a:cubicBezTo>
                <a:cubicBezTo>
                  <a:pt x="99123" y="97444"/>
                  <a:pt x="99123" y="95068"/>
                  <a:pt x="97660" y="93604"/>
                </a:cubicBezTo>
                <a:lnTo>
                  <a:pt x="85296" y="81231"/>
                </a:lnTo>
                <a:cubicBezTo>
                  <a:pt x="87478" y="78027"/>
                  <a:pt x="88759" y="74164"/>
                  <a:pt x="88759" y="70003"/>
                </a:cubicBezTo>
                <a:cubicBezTo>
                  <a:pt x="88759" y="58975"/>
                  <a:pt x="79785" y="50002"/>
                  <a:pt x="68754" y="50002"/>
                </a:cubicBezTo>
                <a:close/>
                <a:moveTo>
                  <a:pt x="68754" y="57503"/>
                </a:moveTo>
                <a:cubicBezTo>
                  <a:pt x="75649" y="57503"/>
                  <a:pt x="81257" y="63110"/>
                  <a:pt x="81257" y="70003"/>
                </a:cubicBezTo>
                <a:cubicBezTo>
                  <a:pt x="81257" y="76899"/>
                  <a:pt x="75649" y="82503"/>
                  <a:pt x="68754" y="82503"/>
                </a:cubicBezTo>
                <a:cubicBezTo>
                  <a:pt x="61861" y="82503"/>
                  <a:pt x="56252" y="76899"/>
                  <a:pt x="56252" y="70003"/>
                </a:cubicBezTo>
                <a:cubicBezTo>
                  <a:pt x="56252" y="63110"/>
                  <a:pt x="61861" y="57503"/>
                  <a:pt x="68754" y="575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7" name="Красный — SVG 46">
            <a:extLst>
              <a:ext uri="{FF2B5EF4-FFF2-40B4-BE49-F238E27FC236}">
                <a16:creationId xmlns:a16="http://schemas.microsoft.com/office/drawing/2014/main" id="{EC7D1AC6-0118-744D-9F4C-73C7EF2F7BE8}"/>
              </a:ext>
            </a:extLst>
          </p:cNvPr>
          <p:cNvSpPr>
            <a:spLocks noGrp="1"/>
          </p:cNvSpPr>
          <p:nvPr/>
        </p:nvSpPr>
        <p:spPr>
          <a:xfrm>
            <a:off x="5820000" y="1670000"/>
            <a:ext cx="220000" cy="220000"/>
          </a:xfrm>
          <a:custGeom>
            <a:avLst/>
            <a:gdLst>
              <a:gd name="csX0" fmla="*/ 138234 w 170134"/>
              <a:gd name="csY0" fmla="*/ 46066 h 109857"/>
              <a:gd name="csX1" fmla="*/ 136189 w 170134"/>
              <a:gd name="csY1" fmla="*/ 46066 h 109857"/>
              <a:gd name="csX2" fmla="*/ 85067 w 170134"/>
              <a:gd name="csY2" fmla="*/ 0 h 109857"/>
              <a:gd name="csX3" fmla="*/ 33945 w 170134"/>
              <a:gd name="csY3" fmla="*/ 46066 h 109857"/>
              <a:gd name="csX4" fmla="*/ 31900 w 170134"/>
              <a:gd name="csY4" fmla="*/ 46066 h 109857"/>
              <a:gd name="csX5" fmla="*/ 0 w 170134"/>
              <a:gd name="csY5" fmla="*/ 77962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2 h 109857"/>
              <a:gd name="csX9" fmla="*/ 138234 w 170134"/>
              <a:gd name="csY9" fmla="*/ 46066 h 109857"/>
            </a:gdLst>
            <a:ahLst/>
            <a:cxnLst/>
            <a:rect l="l" t="t" r="r" b="b"/>
            <a:pathLst>
              <a:path w="100000" h="100000">
                <a:moveTo>
                  <a:pt x="81250" y="44791"/>
                </a:moveTo>
                <a:lnTo>
                  <a:pt x="80048" y="44791"/>
                </a:lnTo>
                <a:cubicBezTo>
                  <a:pt x="78479" y="29603"/>
                  <a:pt x="65602" y="17715"/>
                  <a:pt x="50000" y="17715"/>
                </a:cubicBezTo>
                <a:cubicBezTo>
                  <a:pt x="34398" y="17715"/>
                  <a:pt x="21521" y="29603"/>
                  <a:pt x="19952" y="44791"/>
                </a:cubicBezTo>
                <a:lnTo>
                  <a:pt x="18750" y="44791"/>
                </a:lnTo>
                <a:cubicBezTo>
                  <a:pt x="8412" y="44791"/>
                  <a:pt x="0" y="53210"/>
                  <a:pt x="0" y="63538"/>
                </a:cubicBezTo>
                <a:cubicBezTo>
                  <a:pt x="0" y="73877"/>
                  <a:pt x="8412" y="82286"/>
                  <a:pt x="18750" y="82286"/>
                </a:cubicBezTo>
                <a:lnTo>
                  <a:pt x="81250" y="82286"/>
                </a:lnTo>
                <a:cubicBezTo>
                  <a:pt x="91590" y="82286"/>
                  <a:pt x="100000" y="73877"/>
                  <a:pt x="100000" y="63538"/>
                </a:cubicBezTo>
                <a:cubicBezTo>
                  <a:pt x="100000" y="53210"/>
                  <a:pt x="91590" y="44791"/>
                  <a:pt x="81250" y="4479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8" name="Красный — SVG 47">
            <a:extLst>
              <a:ext uri="{FF2B5EF4-FFF2-40B4-BE49-F238E27FC236}">
                <a16:creationId xmlns:a16="http://schemas.microsoft.com/office/drawing/2014/main" id="{B2AE4B0B-BC91-684F-A7F6-236CD938E2FE}"/>
              </a:ext>
            </a:extLst>
          </p:cNvPr>
          <p:cNvSpPr>
            <a:spLocks noGrp="1"/>
          </p:cNvSpPr>
          <p:nvPr/>
        </p:nvSpPr>
        <p:spPr>
          <a:xfrm>
            <a:off x="6420000" y="1670000"/>
            <a:ext cx="220000" cy="220000"/>
          </a:xfrm>
          <a:custGeom>
            <a:avLst/>
            <a:gdLst>
              <a:gd name="csX0" fmla="*/ 74434 w 148867"/>
              <a:gd name="csY0" fmla="*/ 0 h 134744"/>
              <a:gd name="csX1" fmla="*/ 32053 w 148867"/>
              <a:gd name="csY1" fmla="*/ 38989 h 134744"/>
              <a:gd name="csX2" fmla="*/ 30131 w 148867"/>
              <a:gd name="csY2" fmla="*/ 38989 h 134744"/>
              <a:gd name="csX3" fmla="*/ 0 w 148867"/>
              <a:gd name="csY3" fmla="*/ 69099 h 134744"/>
              <a:gd name="csX4" fmla="*/ 30131 w 148867"/>
              <a:gd name="csY4" fmla="*/ 99226 h 134744"/>
              <a:gd name="csX5" fmla="*/ 44303 w 148867"/>
              <a:gd name="csY5" fmla="*/ 99226 h 134744"/>
              <a:gd name="csX6" fmla="*/ 44303 w 148867"/>
              <a:gd name="csY6" fmla="*/ 65561 h 134744"/>
              <a:gd name="csX7" fmla="*/ 56706 w 148867"/>
              <a:gd name="csY7" fmla="*/ 53160 h 134744"/>
              <a:gd name="csX8" fmla="*/ 68972 w 148867"/>
              <a:gd name="csY8" fmla="*/ 64115 h 134744"/>
              <a:gd name="csX9" fmla="*/ 83383 w 148867"/>
              <a:gd name="csY9" fmla="*/ 49706 h 134744"/>
              <a:gd name="csX10" fmla="*/ 100923 w 148867"/>
              <a:gd name="csY10" fmla="*/ 49706 h 134744"/>
              <a:gd name="csX11" fmla="*/ 116882 w 148867"/>
              <a:gd name="csY11" fmla="*/ 65646 h 134744"/>
              <a:gd name="csX12" fmla="*/ 116882 w 148867"/>
              <a:gd name="csY12" fmla="*/ 83201 h 134744"/>
              <a:gd name="csX13" fmla="*/ 108103 w 148867"/>
              <a:gd name="csY13" fmla="*/ 86825 h 134744"/>
              <a:gd name="csX14" fmla="*/ 104564 w 148867"/>
              <a:gd name="csY14" fmla="*/ 86246 h 134744"/>
              <a:gd name="csX15" fmla="*/ 104564 w 148867"/>
              <a:gd name="csY15" fmla="*/ 99226 h 134744"/>
              <a:gd name="csX16" fmla="*/ 118737 w 148867"/>
              <a:gd name="csY16" fmla="*/ 99226 h 134744"/>
              <a:gd name="csX17" fmla="*/ 148867 w 148867"/>
              <a:gd name="csY17" fmla="*/ 69099 h 134744"/>
              <a:gd name="csX18" fmla="*/ 118737 w 148867"/>
              <a:gd name="csY18" fmla="*/ 38989 h 134744"/>
              <a:gd name="csX19" fmla="*/ 116814 w 148867"/>
              <a:gd name="csY19" fmla="*/ 38989 h 134744"/>
              <a:gd name="csX20" fmla="*/ 74434 w 148867"/>
              <a:gd name="csY20" fmla="*/ 0 h 134744"/>
              <a:gd name="csX21" fmla="*/ 92077 w 148867"/>
              <a:gd name="csY21" fmla="*/ 53092 h 134744"/>
              <a:gd name="csX22" fmla="*/ 89746 w 148867"/>
              <a:gd name="csY22" fmla="*/ 53670 h 134744"/>
              <a:gd name="csX23" fmla="*/ 87908 w 148867"/>
              <a:gd name="csY23" fmla="*/ 55201 h 134744"/>
              <a:gd name="csX24" fmla="*/ 72443 w 148867"/>
              <a:gd name="csY24" fmla="*/ 70664 h 134744"/>
              <a:gd name="csX25" fmla="*/ 71252 w 148867"/>
              <a:gd name="csY25" fmla="*/ 72399 h 134744"/>
              <a:gd name="csX26" fmla="*/ 70810 w 148867"/>
              <a:gd name="csY26" fmla="*/ 74441 h 134744"/>
              <a:gd name="csX27" fmla="*/ 71201 w 148867"/>
              <a:gd name="csY27" fmla="*/ 76516 h 134744"/>
              <a:gd name="csX28" fmla="*/ 72375 w 148867"/>
              <a:gd name="csY28" fmla="*/ 78251 h 134744"/>
              <a:gd name="csX29" fmla="*/ 74127 w 148867"/>
              <a:gd name="csY29" fmla="*/ 79425 h 134744"/>
              <a:gd name="csX30" fmla="*/ 76186 w 148867"/>
              <a:gd name="csY30" fmla="*/ 79816 h 134744"/>
              <a:gd name="csX31" fmla="*/ 78245 w 148867"/>
              <a:gd name="csY31" fmla="*/ 79374 h 134744"/>
              <a:gd name="csX32" fmla="*/ 79963 w 148867"/>
              <a:gd name="csY32" fmla="*/ 78183 h 134744"/>
              <a:gd name="csX33" fmla="*/ 86837 w 148867"/>
              <a:gd name="csY33" fmla="*/ 71310 h 134744"/>
              <a:gd name="csX34" fmla="*/ 86837 w 148867"/>
              <a:gd name="csY34" fmla="*/ 122259 h 134744"/>
              <a:gd name="csX35" fmla="*/ 87228 w 148867"/>
              <a:gd name="csY35" fmla="*/ 124317 h 134744"/>
              <a:gd name="csX36" fmla="*/ 88368 w 148867"/>
              <a:gd name="csY36" fmla="*/ 126069 h 134744"/>
              <a:gd name="csX37" fmla="*/ 90103 w 148867"/>
              <a:gd name="csY37" fmla="*/ 127243 h 134744"/>
              <a:gd name="csX38" fmla="*/ 92162 w 148867"/>
              <a:gd name="csY38" fmla="*/ 127651 h 134744"/>
              <a:gd name="csX39" fmla="*/ 94203 w 148867"/>
              <a:gd name="csY39" fmla="*/ 127243 h 134744"/>
              <a:gd name="csX40" fmla="*/ 95939 w 148867"/>
              <a:gd name="csY40" fmla="*/ 126069 h 134744"/>
              <a:gd name="csX41" fmla="*/ 97095 w 148867"/>
              <a:gd name="csY41" fmla="*/ 124317 h 134744"/>
              <a:gd name="csX42" fmla="*/ 97470 w 148867"/>
              <a:gd name="csY42" fmla="*/ 122259 h 134744"/>
              <a:gd name="csX43" fmla="*/ 97470 w 148867"/>
              <a:gd name="csY43" fmla="*/ 71310 h 134744"/>
              <a:gd name="csX44" fmla="*/ 104343 w 148867"/>
              <a:gd name="csY44" fmla="*/ 78183 h 134744"/>
              <a:gd name="csX45" fmla="*/ 106079 w 148867"/>
              <a:gd name="csY45" fmla="*/ 79374 h 134744"/>
              <a:gd name="csX46" fmla="*/ 108120 w 148867"/>
              <a:gd name="csY46" fmla="*/ 79816 h 134744"/>
              <a:gd name="csX47" fmla="*/ 110196 w 148867"/>
              <a:gd name="csY47" fmla="*/ 79425 h 134744"/>
              <a:gd name="csX48" fmla="*/ 111948 w 148867"/>
              <a:gd name="csY48" fmla="*/ 78251 h 134744"/>
              <a:gd name="csX49" fmla="*/ 113105 w 148867"/>
              <a:gd name="csY49" fmla="*/ 76516 h 134744"/>
              <a:gd name="csX50" fmla="*/ 113496 w 148867"/>
              <a:gd name="csY50" fmla="*/ 74441 h 134744"/>
              <a:gd name="csX51" fmla="*/ 113071 w 148867"/>
              <a:gd name="csY51" fmla="*/ 72399 h 134744"/>
              <a:gd name="csX52" fmla="*/ 111863 w 148867"/>
              <a:gd name="csY52" fmla="*/ 70664 h 134744"/>
              <a:gd name="csX53" fmla="*/ 96364 w 148867"/>
              <a:gd name="csY53" fmla="*/ 55167 h 134744"/>
              <a:gd name="csX54" fmla="*/ 94476 w 148867"/>
              <a:gd name="csY54" fmla="*/ 53619 h 134744"/>
              <a:gd name="csX55" fmla="*/ 92077 w 148867"/>
              <a:gd name="csY55" fmla="*/ 53092 h 134744"/>
              <a:gd name="csX56" fmla="*/ 56621 w 148867"/>
              <a:gd name="csY56" fmla="*/ 60168 h 134744"/>
              <a:gd name="csX57" fmla="*/ 52895 w 148867"/>
              <a:gd name="csY57" fmla="*/ 61784 h 134744"/>
              <a:gd name="csX58" fmla="*/ 51397 w 148867"/>
              <a:gd name="csY58" fmla="*/ 65561 h 134744"/>
              <a:gd name="csX59" fmla="*/ 51397 w 148867"/>
              <a:gd name="csY59" fmla="*/ 116526 h 134744"/>
              <a:gd name="csX60" fmla="*/ 44524 w 148867"/>
              <a:gd name="csY60" fmla="*/ 109654 h 134744"/>
              <a:gd name="csX61" fmla="*/ 42789 w 148867"/>
              <a:gd name="csY61" fmla="*/ 108446 h 134744"/>
              <a:gd name="csX62" fmla="*/ 40747 w 148867"/>
              <a:gd name="csY62" fmla="*/ 108021 h 134744"/>
              <a:gd name="csX63" fmla="*/ 38671 w 148867"/>
              <a:gd name="csY63" fmla="*/ 108412 h 134744"/>
              <a:gd name="csX64" fmla="*/ 36919 w 148867"/>
              <a:gd name="csY64" fmla="*/ 109568 h 134744"/>
              <a:gd name="csX65" fmla="*/ 35762 w 148867"/>
              <a:gd name="csY65" fmla="*/ 111321 h 134744"/>
              <a:gd name="csX66" fmla="*/ 35371 w 148867"/>
              <a:gd name="csY66" fmla="*/ 113379 h 134744"/>
              <a:gd name="csX67" fmla="*/ 35796 w 148867"/>
              <a:gd name="csY67" fmla="*/ 115438 h 134744"/>
              <a:gd name="csX68" fmla="*/ 37004 w 148867"/>
              <a:gd name="csY68" fmla="*/ 117172 h 134744"/>
              <a:gd name="csX69" fmla="*/ 52503 w 148867"/>
              <a:gd name="csY69" fmla="*/ 132653 h 134744"/>
              <a:gd name="csX70" fmla="*/ 54375 w 148867"/>
              <a:gd name="csY70" fmla="*/ 134200 h 134744"/>
              <a:gd name="csX71" fmla="*/ 56740 w 148867"/>
              <a:gd name="csY71" fmla="*/ 134745 h 134744"/>
              <a:gd name="csX72" fmla="*/ 59088 w 148867"/>
              <a:gd name="csY72" fmla="*/ 134183 h 134744"/>
              <a:gd name="csX73" fmla="*/ 60959 w 148867"/>
              <a:gd name="csY73" fmla="*/ 132636 h 134744"/>
              <a:gd name="csX74" fmla="*/ 76424 w 148867"/>
              <a:gd name="csY74" fmla="*/ 117172 h 134744"/>
              <a:gd name="csX75" fmla="*/ 77615 w 148867"/>
              <a:gd name="csY75" fmla="*/ 115438 h 134744"/>
              <a:gd name="csX76" fmla="*/ 78058 w 148867"/>
              <a:gd name="csY76" fmla="*/ 113379 h 134744"/>
              <a:gd name="csX77" fmla="*/ 77666 w 148867"/>
              <a:gd name="csY77" fmla="*/ 111321 h 134744"/>
              <a:gd name="csX78" fmla="*/ 76492 w 148867"/>
              <a:gd name="csY78" fmla="*/ 109568 h 134744"/>
              <a:gd name="csX79" fmla="*/ 74740 w 148867"/>
              <a:gd name="csY79" fmla="*/ 108412 h 134744"/>
              <a:gd name="csX80" fmla="*/ 72681 w 148867"/>
              <a:gd name="csY80" fmla="*/ 108021 h 134744"/>
              <a:gd name="csX81" fmla="*/ 70623 w 148867"/>
              <a:gd name="csY81" fmla="*/ 108446 h 134744"/>
              <a:gd name="csX82" fmla="*/ 68904 w 148867"/>
              <a:gd name="csY82" fmla="*/ 109654 h 134744"/>
              <a:gd name="csX83" fmla="*/ 62031 w 148867"/>
              <a:gd name="csY83" fmla="*/ 116526 h 134744"/>
              <a:gd name="csX84" fmla="*/ 62031 w 148867"/>
              <a:gd name="csY84" fmla="*/ 65561 h 134744"/>
              <a:gd name="csX85" fmla="*/ 61640 w 148867"/>
              <a:gd name="csY85" fmla="*/ 63486 h 134744"/>
              <a:gd name="csX86" fmla="*/ 60466 w 148867"/>
              <a:gd name="csY86" fmla="*/ 61733 h 134744"/>
              <a:gd name="csX87" fmla="*/ 58713 w 148867"/>
              <a:gd name="csY87" fmla="*/ 60560 h 134744"/>
              <a:gd name="csX88" fmla="*/ 56621 w 148867"/>
              <a:gd name="csY88" fmla="*/ 60168 h 134744"/>
            </a:gdLst>
            <a:ahLst/>
            <a:cxnLst/>
            <a:rect l="l" t="t" r="r" b="b"/>
            <a:pathLst>
              <a:path w="100000" h="100000">
                <a:moveTo>
                  <a:pt x="50000" y="4743"/>
                </a:moveTo>
                <a:cubicBezTo>
                  <a:pt x="35051" y="4743"/>
                  <a:pt x="22743" y="16285"/>
                  <a:pt x="21531" y="30934"/>
                </a:cubicBezTo>
                <a:lnTo>
                  <a:pt x="20240" y="30934"/>
                </a:lnTo>
                <a:cubicBezTo>
                  <a:pt x="9075" y="30934"/>
                  <a:pt x="0" y="40007"/>
                  <a:pt x="0" y="51160"/>
                </a:cubicBezTo>
                <a:cubicBezTo>
                  <a:pt x="0" y="62324"/>
                  <a:pt x="9075" y="71398"/>
                  <a:pt x="20240" y="71398"/>
                </a:cubicBezTo>
                <a:lnTo>
                  <a:pt x="29760" y="71398"/>
                </a:lnTo>
                <a:lnTo>
                  <a:pt x="29760" y="48783"/>
                </a:lnTo>
                <a:cubicBezTo>
                  <a:pt x="29760" y="44178"/>
                  <a:pt x="33497" y="40453"/>
                  <a:pt x="38092" y="40453"/>
                </a:cubicBezTo>
                <a:cubicBezTo>
                  <a:pt x="42366" y="40453"/>
                  <a:pt x="45840" y="43676"/>
                  <a:pt x="46331" y="47812"/>
                </a:cubicBezTo>
                <a:lnTo>
                  <a:pt x="56012" y="38133"/>
                </a:lnTo>
                <a:cubicBezTo>
                  <a:pt x="59269" y="34876"/>
                  <a:pt x="64537" y="34876"/>
                  <a:pt x="67794" y="38133"/>
                </a:cubicBezTo>
                <a:lnTo>
                  <a:pt x="78514" y="48841"/>
                </a:lnTo>
                <a:cubicBezTo>
                  <a:pt x="81772" y="52097"/>
                  <a:pt x="81772" y="57376"/>
                  <a:pt x="78514" y="60633"/>
                </a:cubicBezTo>
                <a:cubicBezTo>
                  <a:pt x="76880" y="62256"/>
                  <a:pt x="74755" y="63067"/>
                  <a:pt x="72617" y="63067"/>
                </a:cubicBezTo>
                <a:cubicBezTo>
                  <a:pt x="71817" y="63067"/>
                  <a:pt x="71017" y="62918"/>
                  <a:pt x="70240" y="62678"/>
                </a:cubicBezTo>
                <a:lnTo>
                  <a:pt x="70240" y="71398"/>
                </a:lnTo>
                <a:lnTo>
                  <a:pt x="79760" y="71398"/>
                </a:lnTo>
                <a:cubicBezTo>
                  <a:pt x="90926" y="71398"/>
                  <a:pt x="100000" y="62324"/>
                  <a:pt x="100000" y="51160"/>
                </a:cubicBezTo>
                <a:cubicBezTo>
                  <a:pt x="100000" y="40007"/>
                  <a:pt x="90926" y="30934"/>
                  <a:pt x="79760" y="30934"/>
                </a:cubicBezTo>
                <a:lnTo>
                  <a:pt x="78469" y="30934"/>
                </a:lnTo>
                <a:cubicBezTo>
                  <a:pt x="77258" y="16285"/>
                  <a:pt x="64949" y="4743"/>
                  <a:pt x="50000" y="4743"/>
                </a:cubicBezTo>
                <a:close/>
                <a:moveTo>
                  <a:pt x="61852" y="40408"/>
                </a:moveTo>
                <a:cubicBezTo>
                  <a:pt x="61303" y="40408"/>
                  <a:pt x="60766" y="40545"/>
                  <a:pt x="60286" y="40796"/>
                </a:cubicBezTo>
                <a:cubicBezTo>
                  <a:pt x="59806" y="41036"/>
                  <a:pt x="59383" y="41390"/>
                  <a:pt x="59051" y="41824"/>
                </a:cubicBezTo>
                <a:lnTo>
                  <a:pt x="48663" y="52211"/>
                </a:lnTo>
                <a:cubicBezTo>
                  <a:pt x="48320" y="52543"/>
                  <a:pt x="48046" y="52931"/>
                  <a:pt x="47863" y="53377"/>
                </a:cubicBezTo>
                <a:cubicBezTo>
                  <a:pt x="47669" y="53811"/>
                  <a:pt x="47577" y="54280"/>
                  <a:pt x="47566" y="54749"/>
                </a:cubicBezTo>
                <a:cubicBezTo>
                  <a:pt x="47566" y="55228"/>
                  <a:pt x="47657" y="55697"/>
                  <a:pt x="47829" y="56142"/>
                </a:cubicBezTo>
                <a:cubicBezTo>
                  <a:pt x="48011" y="56577"/>
                  <a:pt x="48275" y="56977"/>
                  <a:pt x="48617" y="57308"/>
                </a:cubicBezTo>
                <a:cubicBezTo>
                  <a:pt x="48948" y="57651"/>
                  <a:pt x="49349" y="57914"/>
                  <a:pt x="49794" y="58096"/>
                </a:cubicBezTo>
                <a:cubicBezTo>
                  <a:pt x="50229" y="58279"/>
                  <a:pt x="50697" y="58359"/>
                  <a:pt x="51177" y="58359"/>
                </a:cubicBezTo>
                <a:cubicBezTo>
                  <a:pt x="51645" y="58359"/>
                  <a:pt x="52114" y="58256"/>
                  <a:pt x="52560" y="58062"/>
                </a:cubicBezTo>
                <a:cubicBezTo>
                  <a:pt x="52994" y="57880"/>
                  <a:pt x="53383" y="57605"/>
                  <a:pt x="53714" y="57262"/>
                </a:cubicBezTo>
                <a:lnTo>
                  <a:pt x="58332" y="52645"/>
                </a:lnTo>
                <a:lnTo>
                  <a:pt x="58332" y="86870"/>
                </a:lnTo>
                <a:cubicBezTo>
                  <a:pt x="58332" y="87349"/>
                  <a:pt x="58412" y="87818"/>
                  <a:pt x="58595" y="88252"/>
                </a:cubicBezTo>
                <a:cubicBezTo>
                  <a:pt x="58766" y="88698"/>
                  <a:pt x="59029" y="89098"/>
                  <a:pt x="59360" y="89429"/>
                </a:cubicBezTo>
                <a:cubicBezTo>
                  <a:pt x="59692" y="89772"/>
                  <a:pt x="60091" y="90035"/>
                  <a:pt x="60526" y="90218"/>
                </a:cubicBezTo>
                <a:cubicBezTo>
                  <a:pt x="60960" y="90400"/>
                  <a:pt x="61429" y="90492"/>
                  <a:pt x="61909" y="90492"/>
                </a:cubicBezTo>
                <a:cubicBezTo>
                  <a:pt x="62377" y="90492"/>
                  <a:pt x="62846" y="90400"/>
                  <a:pt x="63280" y="90218"/>
                </a:cubicBezTo>
                <a:cubicBezTo>
                  <a:pt x="63715" y="90035"/>
                  <a:pt x="64114" y="89772"/>
                  <a:pt x="64446" y="89429"/>
                </a:cubicBezTo>
                <a:cubicBezTo>
                  <a:pt x="64777" y="89098"/>
                  <a:pt x="65040" y="88698"/>
                  <a:pt x="65223" y="88252"/>
                </a:cubicBezTo>
                <a:cubicBezTo>
                  <a:pt x="65395" y="87818"/>
                  <a:pt x="65486" y="87349"/>
                  <a:pt x="65475" y="86870"/>
                </a:cubicBezTo>
                <a:lnTo>
                  <a:pt x="65475" y="52645"/>
                </a:lnTo>
                <a:lnTo>
                  <a:pt x="70091" y="57262"/>
                </a:lnTo>
                <a:cubicBezTo>
                  <a:pt x="70423" y="57605"/>
                  <a:pt x="70823" y="57880"/>
                  <a:pt x="71258" y="58062"/>
                </a:cubicBezTo>
                <a:cubicBezTo>
                  <a:pt x="71692" y="58256"/>
                  <a:pt x="72160" y="58359"/>
                  <a:pt x="72629" y="58359"/>
                </a:cubicBezTo>
                <a:cubicBezTo>
                  <a:pt x="73109" y="58359"/>
                  <a:pt x="73577" y="58279"/>
                  <a:pt x="74023" y="58096"/>
                </a:cubicBezTo>
                <a:cubicBezTo>
                  <a:pt x="74457" y="57914"/>
                  <a:pt x="74857" y="57651"/>
                  <a:pt x="75200" y="57308"/>
                </a:cubicBezTo>
                <a:cubicBezTo>
                  <a:pt x="75532" y="56977"/>
                  <a:pt x="75795" y="56577"/>
                  <a:pt x="75977" y="56142"/>
                </a:cubicBezTo>
                <a:cubicBezTo>
                  <a:pt x="76160" y="55697"/>
                  <a:pt x="76251" y="55228"/>
                  <a:pt x="76240" y="54749"/>
                </a:cubicBezTo>
                <a:cubicBezTo>
                  <a:pt x="76240" y="54280"/>
                  <a:pt x="76137" y="53811"/>
                  <a:pt x="75954" y="53377"/>
                </a:cubicBezTo>
                <a:cubicBezTo>
                  <a:pt x="75760" y="52931"/>
                  <a:pt x="75486" y="52543"/>
                  <a:pt x="75143" y="52211"/>
                </a:cubicBezTo>
                <a:lnTo>
                  <a:pt x="64732" y="41801"/>
                </a:lnTo>
                <a:cubicBezTo>
                  <a:pt x="64400" y="41367"/>
                  <a:pt x="63966" y="41001"/>
                  <a:pt x="63463" y="40762"/>
                </a:cubicBezTo>
                <a:cubicBezTo>
                  <a:pt x="62960" y="40522"/>
                  <a:pt x="62411" y="40396"/>
                  <a:pt x="61852" y="40408"/>
                </a:cubicBezTo>
                <a:close/>
                <a:moveTo>
                  <a:pt x="38035" y="45161"/>
                </a:moveTo>
                <a:cubicBezTo>
                  <a:pt x="37097" y="45172"/>
                  <a:pt x="36195" y="45573"/>
                  <a:pt x="35532" y="46246"/>
                </a:cubicBezTo>
                <a:cubicBezTo>
                  <a:pt x="34869" y="46921"/>
                  <a:pt x="34514" y="47835"/>
                  <a:pt x="34525" y="48783"/>
                </a:cubicBezTo>
                <a:lnTo>
                  <a:pt x="34525" y="83019"/>
                </a:lnTo>
                <a:lnTo>
                  <a:pt x="29909" y="78403"/>
                </a:lnTo>
                <a:cubicBezTo>
                  <a:pt x="29577" y="78059"/>
                  <a:pt x="29177" y="77785"/>
                  <a:pt x="28743" y="77591"/>
                </a:cubicBezTo>
                <a:cubicBezTo>
                  <a:pt x="28308" y="77408"/>
                  <a:pt x="27840" y="77306"/>
                  <a:pt x="27371" y="77306"/>
                </a:cubicBezTo>
                <a:cubicBezTo>
                  <a:pt x="26892" y="77293"/>
                  <a:pt x="26423" y="77386"/>
                  <a:pt x="25977" y="77568"/>
                </a:cubicBezTo>
                <a:cubicBezTo>
                  <a:pt x="25543" y="77751"/>
                  <a:pt x="25143" y="78014"/>
                  <a:pt x="24800" y="78345"/>
                </a:cubicBezTo>
                <a:cubicBezTo>
                  <a:pt x="24469" y="78688"/>
                  <a:pt x="24205" y="79088"/>
                  <a:pt x="24023" y="79522"/>
                </a:cubicBezTo>
                <a:cubicBezTo>
                  <a:pt x="23840" y="79968"/>
                  <a:pt x="23749" y="80437"/>
                  <a:pt x="23760" y="80905"/>
                </a:cubicBezTo>
                <a:cubicBezTo>
                  <a:pt x="23760" y="81385"/>
                  <a:pt x="23863" y="81853"/>
                  <a:pt x="24046" y="82288"/>
                </a:cubicBezTo>
                <a:cubicBezTo>
                  <a:pt x="24240" y="82722"/>
                  <a:pt x="24514" y="83122"/>
                  <a:pt x="24857" y="83453"/>
                </a:cubicBezTo>
                <a:lnTo>
                  <a:pt x="35268" y="93852"/>
                </a:lnTo>
                <a:cubicBezTo>
                  <a:pt x="35600" y="94286"/>
                  <a:pt x="36034" y="94640"/>
                  <a:pt x="36526" y="94891"/>
                </a:cubicBezTo>
                <a:cubicBezTo>
                  <a:pt x="37017" y="95132"/>
                  <a:pt x="37554" y="95257"/>
                  <a:pt x="38115" y="95257"/>
                </a:cubicBezTo>
                <a:cubicBezTo>
                  <a:pt x="38663" y="95246"/>
                  <a:pt x="39200" y="95120"/>
                  <a:pt x="39692" y="94880"/>
                </a:cubicBezTo>
                <a:cubicBezTo>
                  <a:pt x="40183" y="94628"/>
                  <a:pt x="40617" y="94274"/>
                  <a:pt x="40949" y="93840"/>
                </a:cubicBezTo>
                <a:lnTo>
                  <a:pt x="51337" y="83453"/>
                </a:lnTo>
                <a:cubicBezTo>
                  <a:pt x="51680" y="83122"/>
                  <a:pt x="51954" y="82722"/>
                  <a:pt x="52137" y="82288"/>
                </a:cubicBezTo>
                <a:cubicBezTo>
                  <a:pt x="52331" y="81853"/>
                  <a:pt x="52423" y="81385"/>
                  <a:pt x="52435" y="80905"/>
                </a:cubicBezTo>
                <a:cubicBezTo>
                  <a:pt x="52435" y="80437"/>
                  <a:pt x="52343" y="79968"/>
                  <a:pt x="52171" y="79522"/>
                </a:cubicBezTo>
                <a:cubicBezTo>
                  <a:pt x="51989" y="79088"/>
                  <a:pt x="51726" y="78688"/>
                  <a:pt x="51383" y="78345"/>
                </a:cubicBezTo>
                <a:cubicBezTo>
                  <a:pt x="51052" y="78014"/>
                  <a:pt x="50651" y="77751"/>
                  <a:pt x="50206" y="77568"/>
                </a:cubicBezTo>
                <a:cubicBezTo>
                  <a:pt x="49771" y="77386"/>
                  <a:pt x="49303" y="77293"/>
                  <a:pt x="48823" y="77306"/>
                </a:cubicBezTo>
                <a:cubicBezTo>
                  <a:pt x="48355" y="77306"/>
                  <a:pt x="47886" y="77408"/>
                  <a:pt x="47440" y="77591"/>
                </a:cubicBezTo>
                <a:cubicBezTo>
                  <a:pt x="47006" y="77785"/>
                  <a:pt x="46617" y="78059"/>
                  <a:pt x="46286" y="78403"/>
                </a:cubicBezTo>
                <a:lnTo>
                  <a:pt x="41669" y="83019"/>
                </a:lnTo>
                <a:lnTo>
                  <a:pt x="41669" y="48783"/>
                </a:lnTo>
                <a:cubicBezTo>
                  <a:pt x="41669" y="48304"/>
                  <a:pt x="41589" y="47835"/>
                  <a:pt x="41406" y="47390"/>
                </a:cubicBezTo>
                <a:cubicBezTo>
                  <a:pt x="41223" y="46944"/>
                  <a:pt x="40960" y="46544"/>
                  <a:pt x="40617" y="46212"/>
                </a:cubicBezTo>
                <a:cubicBezTo>
                  <a:pt x="40286" y="45869"/>
                  <a:pt x="39875" y="45607"/>
                  <a:pt x="39440" y="45424"/>
                </a:cubicBezTo>
                <a:cubicBezTo>
                  <a:pt x="38995" y="45241"/>
                  <a:pt x="38514" y="45161"/>
                  <a:pt x="38035" y="4516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9" name="Красный — SVG 48">
            <a:extLst>
              <a:ext uri="{FF2B5EF4-FFF2-40B4-BE49-F238E27FC236}">
                <a16:creationId xmlns:a16="http://schemas.microsoft.com/office/drawing/2014/main" id="{CD801FA6-88B5-A141-B979-6D3ABFED08CE}"/>
              </a:ext>
            </a:extLst>
          </p:cNvPr>
          <p:cNvSpPr>
            <a:spLocks noGrp="1"/>
          </p:cNvSpPr>
          <p:nvPr/>
        </p:nvSpPr>
        <p:spPr>
          <a:xfrm>
            <a:off x="7020000" y="1670000"/>
            <a:ext cx="220000" cy="220000"/>
          </a:xfrm>
          <a:custGeom>
            <a:avLst/>
            <a:gdLst>
              <a:gd name="csX0" fmla="*/ 74434 w 148867"/>
              <a:gd name="csY0" fmla="*/ 0 h 127584"/>
              <a:gd name="csX1" fmla="*/ 30471 w 148867"/>
              <a:gd name="csY1" fmla="*/ 39006 h 127584"/>
              <a:gd name="csX2" fmla="*/ 0 w 148867"/>
              <a:gd name="csY2" fmla="*/ 71038 h 127584"/>
              <a:gd name="csX3" fmla="*/ 31747 w 148867"/>
              <a:gd name="csY3" fmla="*/ 102781 h 127584"/>
              <a:gd name="csX4" fmla="*/ 69108 w 148867"/>
              <a:gd name="csY4" fmla="*/ 102781 h 127584"/>
              <a:gd name="csX5" fmla="*/ 69108 w 148867"/>
              <a:gd name="csY5" fmla="*/ 116951 h 127584"/>
              <a:gd name="csX6" fmla="*/ 15942 w 148867"/>
              <a:gd name="csY6" fmla="*/ 116951 h 127584"/>
              <a:gd name="csX7" fmla="*/ 13900 w 148867"/>
              <a:gd name="csY7" fmla="*/ 117343 h 127584"/>
              <a:gd name="csX8" fmla="*/ 12148 w 148867"/>
              <a:gd name="csY8" fmla="*/ 118482 h 127584"/>
              <a:gd name="csX9" fmla="*/ 10974 w 148867"/>
              <a:gd name="csY9" fmla="*/ 120217 h 127584"/>
              <a:gd name="csX10" fmla="*/ 10565 w 148867"/>
              <a:gd name="csY10" fmla="*/ 122259 h 127584"/>
              <a:gd name="csX11" fmla="*/ 10974 w 148867"/>
              <a:gd name="csY11" fmla="*/ 124317 h 127584"/>
              <a:gd name="csX12" fmla="*/ 12148 w 148867"/>
              <a:gd name="csY12" fmla="*/ 126052 h 127584"/>
              <a:gd name="csX13" fmla="*/ 13900 w 148867"/>
              <a:gd name="csY13" fmla="*/ 127192 h 127584"/>
              <a:gd name="csX14" fmla="*/ 15942 w 148867"/>
              <a:gd name="csY14" fmla="*/ 127583 h 127584"/>
              <a:gd name="csX15" fmla="*/ 132909 w 148867"/>
              <a:gd name="csY15" fmla="*/ 127583 h 127584"/>
              <a:gd name="csX16" fmla="*/ 134967 w 148867"/>
              <a:gd name="csY16" fmla="*/ 127192 h 127584"/>
              <a:gd name="csX17" fmla="*/ 136720 w 148867"/>
              <a:gd name="csY17" fmla="*/ 126052 h 127584"/>
              <a:gd name="csX18" fmla="*/ 137894 w 148867"/>
              <a:gd name="csY18" fmla="*/ 124317 h 127584"/>
              <a:gd name="csX19" fmla="*/ 138302 w 148867"/>
              <a:gd name="csY19" fmla="*/ 122259 h 127584"/>
              <a:gd name="csX20" fmla="*/ 137894 w 148867"/>
              <a:gd name="csY20" fmla="*/ 120217 h 127584"/>
              <a:gd name="csX21" fmla="*/ 136720 w 148867"/>
              <a:gd name="csY21" fmla="*/ 118482 h 127584"/>
              <a:gd name="csX22" fmla="*/ 134967 w 148867"/>
              <a:gd name="csY22" fmla="*/ 117343 h 127584"/>
              <a:gd name="csX23" fmla="*/ 132909 w 148867"/>
              <a:gd name="csY23" fmla="*/ 116951 h 127584"/>
              <a:gd name="csX24" fmla="*/ 79742 w 148867"/>
              <a:gd name="csY24" fmla="*/ 116951 h 127584"/>
              <a:gd name="csX25" fmla="*/ 79742 w 148867"/>
              <a:gd name="csY25" fmla="*/ 102781 h 127584"/>
              <a:gd name="csX26" fmla="*/ 117120 w 148867"/>
              <a:gd name="csY26" fmla="*/ 102781 h 127584"/>
              <a:gd name="csX27" fmla="*/ 148867 w 148867"/>
              <a:gd name="csY27" fmla="*/ 71038 h 127584"/>
              <a:gd name="csX28" fmla="*/ 118396 w 148867"/>
              <a:gd name="csY28" fmla="*/ 39006 h 127584"/>
              <a:gd name="csX29" fmla="*/ 74434 w 148867"/>
              <a:gd name="csY29" fmla="*/ 0 h 127584"/>
            </a:gdLst>
            <a:ahLst/>
            <a:cxnLst/>
            <a:rect l="l" t="t" r="r" b="b"/>
            <a:pathLst>
              <a:path w="100000" h="100000">
                <a:moveTo>
                  <a:pt x="50000" y="7148"/>
                </a:moveTo>
                <a:cubicBezTo>
                  <a:pt x="35006" y="7148"/>
                  <a:pt x="22240" y="18575"/>
                  <a:pt x="20469" y="33350"/>
                </a:cubicBezTo>
                <a:cubicBezTo>
                  <a:pt x="9109" y="33808"/>
                  <a:pt x="0" y="43281"/>
                  <a:pt x="0" y="54867"/>
                </a:cubicBezTo>
                <a:cubicBezTo>
                  <a:pt x="0" y="66615"/>
                  <a:pt x="9566" y="76190"/>
                  <a:pt x="21326" y="76190"/>
                </a:cubicBezTo>
                <a:lnTo>
                  <a:pt x="46423" y="76190"/>
                </a:lnTo>
                <a:lnTo>
                  <a:pt x="46423" y="85709"/>
                </a:lnTo>
                <a:lnTo>
                  <a:pt x="10709" y="85709"/>
                </a:lnTo>
                <a:cubicBezTo>
                  <a:pt x="10240" y="85698"/>
                  <a:pt x="9772" y="85790"/>
                  <a:pt x="9337" y="85972"/>
                </a:cubicBezTo>
                <a:cubicBezTo>
                  <a:pt x="8891" y="86144"/>
                  <a:pt x="8491" y="86406"/>
                  <a:pt x="8160" y="86737"/>
                </a:cubicBezTo>
                <a:cubicBezTo>
                  <a:pt x="7817" y="87069"/>
                  <a:pt x="7554" y="87469"/>
                  <a:pt x="7372" y="87903"/>
                </a:cubicBezTo>
                <a:cubicBezTo>
                  <a:pt x="7189" y="88338"/>
                  <a:pt x="7097" y="88806"/>
                  <a:pt x="7097" y="89275"/>
                </a:cubicBezTo>
                <a:cubicBezTo>
                  <a:pt x="7097" y="89754"/>
                  <a:pt x="7189" y="90223"/>
                  <a:pt x="7372" y="90657"/>
                </a:cubicBezTo>
                <a:cubicBezTo>
                  <a:pt x="7554" y="91092"/>
                  <a:pt x="7817" y="91491"/>
                  <a:pt x="8160" y="91823"/>
                </a:cubicBezTo>
                <a:cubicBezTo>
                  <a:pt x="8491" y="92154"/>
                  <a:pt x="8891" y="92417"/>
                  <a:pt x="9337" y="92588"/>
                </a:cubicBezTo>
                <a:cubicBezTo>
                  <a:pt x="9772" y="92771"/>
                  <a:pt x="10240" y="92862"/>
                  <a:pt x="10709" y="92851"/>
                </a:cubicBezTo>
                <a:lnTo>
                  <a:pt x="89280" y="92851"/>
                </a:lnTo>
                <a:cubicBezTo>
                  <a:pt x="89760" y="92862"/>
                  <a:pt x="90229" y="92771"/>
                  <a:pt x="90663" y="92588"/>
                </a:cubicBezTo>
                <a:cubicBezTo>
                  <a:pt x="91109" y="92417"/>
                  <a:pt x="91509" y="92154"/>
                  <a:pt x="91840" y="91823"/>
                </a:cubicBezTo>
                <a:cubicBezTo>
                  <a:pt x="92183" y="91491"/>
                  <a:pt x="92446" y="91092"/>
                  <a:pt x="92629" y="90657"/>
                </a:cubicBezTo>
                <a:cubicBezTo>
                  <a:pt x="92812" y="90223"/>
                  <a:pt x="92903" y="89754"/>
                  <a:pt x="92903" y="89275"/>
                </a:cubicBezTo>
                <a:cubicBezTo>
                  <a:pt x="92903" y="88806"/>
                  <a:pt x="92812" y="88338"/>
                  <a:pt x="92629" y="87903"/>
                </a:cubicBezTo>
                <a:cubicBezTo>
                  <a:pt x="92446" y="87469"/>
                  <a:pt x="92183" y="87069"/>
                  <a:pt x="91840" y="86737"/>
                </a:cubicBezTo>
                <a:cubicBezTo>
                  <a:pt x="91509" y="86406"/>
                  <a:pt x="91109" y="86144"/>
                  <a:pt x="90663" y="85972"/>
                </a:cubicBezTo>
                <a:cubicBezTo>
                  <a:pt x="90229" y="85790"/>
                  <a:pt x="89760" y="85698"/>
                  <a:pt x="89280" y="85709"/>
                </a:cubicBezTo>
                <a:lnTo>
                  <a:pt x="53566" y="85709"/>
                </a:lnTo>
                <a:lnTo>
                  <a:pt x="53566" y="76190"/>
                </a:lnTo>
                <a:lnTo>
                  <a:pt x="78674" y="76190"/>
                </a:lnTo>
                <a:cubicBezTo>
                  <a:pt x="90434" y="76190"/>
                  <a:pt x="100000" y="66615"/>
                  <a:pt x="100000" y="54867"/>
                </a:cubicBezTo>
                <a:cubicBezTo>
                  <a:pt x="100000" y="43281"/>
                  <a:pt x="90892" y="33808"/>
                  <a:pt x="79531" y="33350"/>
                </a:cubicBezTo>
                <a:cubicBezTo>
                  <a:pt x="77760" y="18575"/>
                  <a:pt x="64994" y="7148"/>
                  <a:pt x="50000" y="714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0" name="Красный — SVG 49">
            <a:extLst>
              <a:ext uri="{FF2B5EF4-FFF2-40B4-BE49-F238E27FC236}">
                <a16:creationId xmlns:a16="http://schemas.microsoft.com/office/drawing/2014/main" id="{089DA3C5-C090-F142-B6C1-AA83923E0763}"/>
              </a:ext>
            </a:extLst>
          </p:cNvPr>
          <p:cNvSpPr>
            <a:spLocks noGrp="1"/>
          </p:cNvSpPr>
          <p:nvPr/>
        </p:nvSpPr>
        <p:spPr>
          <a:xfrm>
            <a:off x="7620000" y="1670000"/>
            <a:ext cx="220000" cy="220000"/>
          </a:xfrm>
          <a:custGeom>
            <a:avLst/>
            <a:gdLst>
              <a:gd name="csX0" fmla="*/ 138234 w 170134"/>
              <a:gd name="csY0" fmla="*/ 46066 h 109857"/>
              <a:gd name="csX1" fmla="*/ 136175 w 170134"/>
              <a:gd name="csY1" fmla="*/ 46066 h 109857"/>
              <a:gd name="csX2" fmla="*/ 85067 w 170134"/>
              <a:gd name="csY2" fmla="*/ 0 h 109857"/>
              <a:gd name="csX3" fmla="*/ 33959 w 170134"/>
              <a:gd name="csY3" fmla="*/ 46066 h 109857"/>
              <a:gd name="csX4" fmla="*/ 31900 w 170134"/>
              <a:gd name="csY4" fmla="*/ 46066 h 109857"/>
              <a:gd name="csX5" fmla="*/ 0 w 170134"/>
              <a:gd name="csY5" fmla="*/ 77962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2 h 109857"/>
              <a:gd name="csX9" fmla="*/ 138234 w 170134"/>
              <a:gd name="csY9" fmla="*/ 46066 h 109857"/>
              <a:gd name="csX10" fmla="*/ 70895 w 170134"/>
              <a:gd name="csY10" fmla="*/ 40572 h 109857"/>
              <a:gd name="csX11" fmla="*/ 62099 w 170134"/>
              <a:gd name="csY11" fmla="*/ 79357 h 109857"/>
              <a:gd name="csX12" fmla="*/ 63800 w 170134"/>
              <a:gd name="csY12" fmla="*/ 85056 h 109857"/>
              <a:gd name="csX13" fmla="*/ 53167 w 170134"/>
              <a:gd name="csY13" fmla="*/ 95687 h 109857"/>
              <a:gd name="csX14" fmla="*/ 42534 w 170134"/>
              <a:gd name="csY14" fmla="*/ 85056 h 109857"/>
              <a:gd name="csX15" fmla="*/ 52673 w 170134"/>
              <a:gd name="csY15" fmla="*/ 74458 h 109857"/>
              <a:gd name="csX16" fmla="*/ 60262 w 170134"/>
              <a:gd name="csY16" fmla="*/ 40572 h 109857"/>
              <a:gd name="csX17" fmla="*/ 60262 w 170134"/>
              <a:gd name="csY17" fmla="*/ 33665 h 109857"/>
              <a:gd name="csX18" fmla="*/ 65570 w 170134"/>
              <a:gd name="csY18" fmla="*/ 28357 h 109857"/>
              <a:gd name="csX19" fmla="*/ 70895 w 170134"/>
              <a:gd name="csY19" fmla="*/ 33665 h 109857"/>
              <a:gd name="csX20" fmla="*/ 70895 w 170134"/>
              <a:gd name="csY20" fmla="*/ 40572 h 109857"/>
              <a:gd name="csX21" fmla="*/ 85067 w 170134"/>
              <a:gd name="csY21" fmla="*/ 95687 h 109857"/>
              <a:gd name="csX22" fmla="*/ 74434 w 170134"/>
              <a:gd name="csY22" fmla="*/ 85056 h 109857"/>
              <a:gd name="csX23" fmla="*/ 79742 w 170134"/>
              <a:gd name="csY23" fmla="*/ 75904 h 109857"/>
              <a:gd name="csX24" fmla="*/ 79742 w 170134"/>
              <a:gd name="csY24" fmla="*/ 33665 h 109857"/>
              <a:gd name="csX25" fmla="*/ 85067 w 170134"/>
              <a:gd name="csY25" fmla="*/ 28357 h 109857"/>
              <a:gd name="csX26" fmla="*/ 90375 w 170134"/>
              <a:gd name="csY26" fmla="*/ 33665 h 109857"/>
              <a:gd name="csX27" fmla="*/ 90375 w 170134"/>
              <a:gd name="csY27" fmla="*/ 75904 h 109857"/>
              <a:gd name="csX28" fmla="*/ 95700 w 170134"/>
              <a:gd name="csY28" fmla="*/ 85056 h 109857"/>
              <a:gd name="csX29" fmla="*/ 85067 w 170134"/>
              <a:gd name="csY29" fmla="*/ 95687 h 109857"/>
              <a:gd name="csX30" fmla="*/ 116967 w 170134"/>
              <a:gd name="csY30" fmla="*/ 95687 h 109857"/>
              <a:gd name="csX31" fmla="*/ 106334 w 170134"/>
              <a:gd name="csY31" fmla="*/ 85056 h 109857"/>
              <a:gd name="csX32" fmla="*/ 108035 w 170134"/>
              <a:gd name="csY32" fmla="*/ 79357 h 109857"/>
              <a:gd name="csX33" fmla="*/ 99239 w 170134"/>
              <a:gd name="csY33" fmla="*/ 40572 h 109857"/>
              <a:gd name="csX34" fmla="*/ 99239 w 170134"/>
              <a:gd name="csY34" fmla="*/ 33665 h 109857"/>
              <a:gd name="csX35" fmla="*/ 104564 w 170134"/>
              <a:gd name="csY35" fmla="*/ 28357 h 109857"/>
              <a:gd name="csX36" fmla="*/ 109873 w 170134"/>
              <a:gd name="csY36" fmla="*/ 33665 h 109857"/>
              <a:gd name="csX37" fmla="*/ 109873 w 170134"/>
              <a:gd name="csY37" fmla="*/ 40572 h 109857"/>
              <a:gd name="csX38" fmla="*/ 117461 w 170134"/>
              <a:gd name="csY38" fmla="*/ 74458 h 109857"/>
              <a:gd name="csX39" fmla="*/ 127601 w 170134"/>
              <a:gd name="csY39" fmla="*/ 85056 h 109857"/>
              <a:gd name="csX40" fmla="*/ 116967 w 170134"/>
              <a:gd name="csY40" fmla="*/ 95687 h 109857"/>
            </a:gdLst>
            <a:ahLst/>
            <a:cxnLst/>
            <a:rect l="l" t="t" r="r" b="b"/>
            <a:pathLst>
              <a:path w="100000" h="100000">
                <a:moveTo>
                  <a:pt x="81250" y="44791"/>
                </a:moveTo>
                <a:lnTo>
                  <a:pt x="80040" y="44791"/>
                </a:lnTo>
                <a:cubicBezTo>
                  <a:pt x="78480" y="29613"/>
                  <a:pt x="65600" y="17715"/>
                  <a:pt x="50000" y="17715"/>
                </a:cubicBezTo>
                <a:cubicBezTo>
                  <a:pt x="34400" y="17715"/>
                  <a:pt x="21520" y="29613"/>
                  <a:pt x="19960" y="44791"/>
                </a:cubicBezTo>
                <a:lnTo>
                  <a:pt x="18750" y="44791"/>
                </a:lnTo>
                <a:cubicBezTo>
                  <a:pt x="8420" y="44791"/>
                  <a:pt x="0" y="53210"/>
                  <a:pt x="0" y="63538"/>
                </a:cubicBezTo>
                <a:cubicBezTo>
                  <a:pt x="0" y="73877"/>
                  <a:pt x="8420" y="82286"/>
                  <a:pt x="18750" y="82286"/>
                </a:cubicBezTo>
                <a:lnTo>
                  <a:pt x="81250" y="82286"/>
                </a:lnTo>
                <a:cubicBezTo>
                  <a:pt x="91580" y="82286"/>
                  <a:pt x="100000" y="73877"/>
                  <a:pt x="100000" y="63538"/>
                </a:cubicBezTo>
                <a:cubicBezTo>
                  <a:pt x="100000" y="53210"/>
                  <a:pt x="91580" y="44791"/>
                  <a:pt x="81250" y="44791"/>
                </a:cubicBezTo>
                <a:close/>
                <a:moveTo>
                  <a:pt x="41670" y="41562"/>
                </a:moveTo>
                <a:cubicBezTo>
                  <a:pt x="41670" y="49440"/>
                  <a:pt x="39870" y="57249"/>
                  <a:pt x="36500" y="64358"/>
                </a:cubicBezTo>
                <a:cubicBezTo>
                  <a:pt x="37120" y="65328"/>
                  <a:pt x="37500" y="66478"/>
                  <a:pt x="37500" y="67708"/>
                </a:cubicBezTo>
                <a:cubicBezTo>
                  <a:pt x="37500" y="71167"/>
                  <a:pt x="34710" y="73957"/>
                  <a:pt x="31250" y="73957"/>
                </a:cubicBezTo>
                <a:cubicBezTo>
                  <a:pt x="27790" y="73957"/>
                  <a:pt x="25000" y="71167"/>
                  <a:pt x="25000" y="67708"/>
                </a:cubicBezTo>
                <a:cubicBezTo>
                  <a:pt x="25000" y="64358"/>
                  <a:pt x="27650" y="61649"/>
                  <a:pt x="30960" y="61479"/>
                </a:cubicBezTo>
                <a:cubicBezTo>
                  <a:pt x="33870" y="55270"/>
                  <a:pt x="35420" y="48440"/>
                  <a:pt x="35420" y="41562"/>
                </a:cubicBezTo>
                <a:lnTo>
                  <a:pt x="35420" y="37502"/>
                </a:lnTo>
                <a:cubicBezTo>
                  <a:pt x="35420" y="35772"/>
                  <a:pt x="36810" y="34382"/>
                  <a:pt x="38540" y="34382"/>
                </a:cubicBezTo>
                <a:cubicBezTo>
                  <a:pt x="40270" y="34382"/>
                  <a:pt x="41670" y="35772"/>
                  <a:pt x="41670" y="37502"/>
                </a:cubicBezTo>
                <a:lnTo>
                  <a:pt x="41670" y="41562"/>
                </a:lnTo>
                <a:close/>
                <a:moveTo>
                  <a:pt x="50000" y="73957"/>
                </a:moveTo>
                <a:cubicBezTo>
                  <a:pt x="46540" y="73957"/>
                  <a:pt x="43750" y="71167"/>
                  <a:pt x="43750" y="67708"/>
                </a:cubicBezTo>
                <a:cubicBezTo>
                  <a:pt x="43750" y="65398"/>
                  <a:pt x="45020" y="63419"/>
                  <a:pt x="46870" y="62329"/>
                </a:cubicBezTo>
                <a:lnTo>
                  <a:pt x="46870" y="37502"/>
                </a:lnTo>
                <a:cubicBezTo>
                  <a:pt x="46870" y="35772"/>
                  <a:pt x="48270" y="34382"/>
                  <a:pt x="50000" y="34382"/>
                </a:cubicBezTo>
                <a:cubicBezTo>
                  <a:pt x="51730" y="34382"/>
                  <a:pt x="53120" y="35772"/>
                  <a:pt x="53120" y="37502"/>
                </a:cubicBezTo>
                <a:lnTo>
                  <a:pt x="53120" y="62329"/>
                </a:lnTo>
                <a:cubicBezTo>
                  <a:pt x="54980" y="63419"/>
                  <a:pt x="56250" y="65398"/>
                  <a:pt x="56250" y="67708"/>
                </a:cubicBezTo>
                <a:cubicBezTo>
                  <a:pt x="56250" y="71167"/>
                  <a:pt x="53460" y="73957"/>
                  <a:pt x="50000" y="73957"/>
                </a:cubicBezTo>
                <a:close/>
                <a:moveTo>
                  <a:pt x="68750" y="73957"/>
                </a:moveTo>
                <a:cubicBezTo>
                  <a:pt x="65290" y="73957"/>
                  <a:pt x="62500" y="71167"/>
                  <a:pt x="62500" y="67708"/>
                </a:cubicBezTo>
                <a:cubicBezTo>
                  <a:pt x="62500" y="66478"/>
                  <a:pt x="62870" y="65328"/>
                  <a:pt x="63500" y="64358"/>
                </a:cubicBezTo>
                <a:cubicBezTo>
                  <a:pt x="60120" y="57249"/>
                  <a:pt x="58330" y="49440"/>
                  <a:pt x="58330" y="41562"/>
                </a:cubicBezTo>
                <a:lnTo>
                  <a:pt x="58330" y="37502"/>
                </a:lnTo>
                <a:cubicBezTo>
                  <a:pt x="58330" y="35772"/>
                  <a:pt x="59730" y="34382"/>
                  <a:pt x="61460" y="34382"/>
                </a:cubicBezTo>
                <a:cubicBezTo>
                  <a:pt x="63190" y="34382"/>
                  <a:pt x="64580" y="35772"/>
                  <a:pt x="64580" y="37502"/>
                </a:cubicBezTo>
                <a:lnTo>
                  <a:pt x="64580" y="41562"/>
                </a:lnTo>
                <a:cubicBezTo>
                  <a:pt x="64580" y="48440"/>
                  <a:pt x="66120" y="55270"/>
                  <a:pt x="69040" y="61479"/>
                </a:cubicBezTo>
                <a:cubicBezTo>
                  <a:pt x="72350" y="61649"/>
                  <a:pt x="75000" y="64358"/>
                  <a:pt x="75000" y="67708"/>
                </a:cubicBezTo>
                <a:cubicBezTo>
                  <a:pt x="75000" y="71167"/>
                  <a:pt x="72210" y="73957"/>
                  <a:pt x="68750" y="7395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1" name="Красный — SVG 50">
            <a:extLst>
              <a:ext uri="{FF2B5EF4-FFF2-40B4-BE49-F238E27FC236}">
                <a16:creationId xmlns:a16="http://schemas.microsoft.com/office/drawing/2014/main" id="{E0E51ED4-9447-4044-8D30-C204BCE5FBC8}"/>
              </a:ext>
            </a:extLst>
          </p:cNvPr>
          <p:cNvSpPr>
            <a:spLocks noGrp="1"/>
          </p:cNvSpPr>
          <p:nvPr/>
        </p:nvSpPr>
        <p:spPr>
          <a:xfrm>
            <a:off x="8220000" y="1670000"/>
            <a:ext cx="220000" cy="220000"/>
          </a:xfrm>
          <a:custGeom>
            <a:avLst/>
            <a:gdLst>
              <a:gd name="csX0" fmla="*/ 138234 w 170134"/>
              <a:gd name="csY0" fmla="*/ 46066 h 109857"/>
              <a:gd name="csX1" fmla="*/ 136175 w 170134"/>
              <a:gd name="csY1" fmla="*/ 46066 h 109857"/>
              <a:gd name="csX2" fmla="*/ 85067 w 170134"/>
              <a:gd name="csY2" fmla="*/ 0 h 109857"/>
              <a:gd name="csX3" fmla="*/ 33959 w 170134"/>
              <a:gd name="csY3" fmla="*/ 46066 h 109857"/>
              <a:gd name="csX4" fmla="*/ 31900 w 170134"/>
              <a:gd name="csY4" fmla="*/ 46066 h 109857"/>
              <a:gd name="csX5" fmla="*/ 0 w 170134"/>
              <a:gd name="csY5" fmla="*/ 77962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2 h 109857"/>
              <a:gd name="csX9" fmla="*/ 138234 w 170134"/>
              <a:gd name="csY9" fmla="*/ 46066 h 109857"/>
              <a:gd name="csX10" fmla="*/ 115266 w 170134"/>
              <a:gd name="csY10" fmla="*/ 65918 h 109857"/>
              <a:gd name="csX11" fmla="*/ 88674 w 170134"/>
              <a:gd name="csY11" fmla="*/ 90720 h 109857"/>
              <a:gd name="csX12" fmla="*/ 85067 w 170134"/>
              <a:gd name="csY12" fmla="*/ 92149 h 109857"/>
              <a:gd name="csX13" fmla="*/ 81443 w 170134"/>
              <a:gd name="csY13" fmla="*/ 90720 h 109857"/>
              <a:gd name="csX14" fmla="*/ 54868 w 170134"/>
              <a:gd name="csY14" fmla="*/ 65918 h 109857"/>
              <a:gd name="csX15" fmla="*/ 54579 w 170134"/>
              <a:gd name="csY15" fmla="*/ 58399 h 109857"/>
              <a:gd name="csX16" fmla="*/ 62099 w 170134"/>
              <a:gd name="csY16" fmla="*/ 58127 h 109857"/>
              <a:gd name="csX17" fmla="*/ 79742 w 170134"/>
              <a:gd name="csY17" fmla="*/ 74594 h 109857"/>
              <a:gd name="csX18" fmla="*/ 79742 w 170134"/>
              <a:gd name="csY18" fmla="*/ 33665 h 109857"/>
              <a:gd name="csX19" fmla="*/ 85067 w 170134"/>
              <a:gd name="csY19" fmla="*/ 28357 h 109857"/>
              <a:gd name="csX20" fmla="*/ 90375 w 170134"/>
              <a:gd name="csY20" fmla="*/ 33665 h 109857"/>
              <a:gd name="csX21" fmla="*/ 90375 w 170134"/>
              <a:gd name="csY21" fmla="*/ 74594 h 109857"/>
              <a:gd name="csX22" fmla="*/ 108035 w 170134"/>
              <a:gd name="csY22" fmla="*/ 58127 h 109857"/>
              <a:gd name="csX23" fmla="*/ 115555 w 170134"/>
              <a:gd name="csY23" fmla="*/ 58399 h 109857"/>
              <a:gd name="csX24" fmla="*/ 115266 w 170134"/>
              <a:gd name="csY24" fmla="*/ 65918 h 109857"/>
            </a:gdLst>
            <a:ahLst/>
            <a:cxnLst/>
            <a:rect l="l" t="t" r="r" b="b"/>
            <a:pathLst>
              <a:path w="100000" h="100000">
                <a:moveTo>
                  <a:pt x="81250" y="44791"/>
                </a:moveTo>
                <a:lnTo>
                  <a:pt x="80040" y="44791"/>
                </a:lnTo>
                <a:cubicBezTo>
                  <a:pt x="78480" y="29613"/>
                  <a:pt x="65600" y="17715"/>
                  <a:pt x="50000" y="17715"/>
                </a:cubicBezTo>
                <a:cubicBezTo>
                  <a:pt x="34400" y="17715"/>
                  <a:pt x="21520" y="29613"/>
                  <a:pt x="19960" y="44791"/>
                </a:cubicBezTo>
                <a:lnTo>
                  <a:pt x="18750" y="44791"/>
                </a:lnTo>
                <a:cubicBezTo>
                  <a:pt x="8420" y="44791"/>
                  <a:pt x="0" y="53210"/>
                  <a:pt x="0" y="63538"/>
                </a:cubicBezTo>
                <a:cubicBezTo>
                  <a:pt x="0" y="73877"/>
                  <a:pt x="8420" y="82286"/>
                  <a:pt x="18750" y="82286"/>
                </a:cubicBezTo>
                <a:lnTo>
                  <a:pt x="81250" y="82286"/>
                </a:lnTo>
                <a:cubicBezTo>
                  <a:pt x="91580" y="82286"/>
                  <a:pt x="100000" y="73877"/>
                  <a:pt x="100000" y="63538"/>
                </a:cubicBezTo>
                <a:cubicBezTo>
                  <a:pt x="100000" y="53210"/>
                  <a:pt x="91580" y="44791"/>
                  <a:pt x="81250" y="44791"/>
                </a:cubicBezTo>
                <a:close/>
                <a:moveTo>
                  <a:pt x="67750" y="56459"/>
                </a:moveTo>
                <a:lnTo>
                  <a:pt x="52120" y="71037"/>
                </a:lnTo>
                <a:cubicBezTo>
                  <a:pt x="51540" y="71607"/>
                  <a:pt x="50770" y="71877"/>
                  <a:pt x="50000" y="71877"/>
                </a:cubicBezTo>
                <a:cubicBezTo>
                  <a:pt x="49230" y="71877"/>
                  <a:pt x="48460" y="71607"/>
                  <a:pt x="47870" y="71037"/>
                </a:cubicBezTo>
                <a:lnTo>
                  <a:pt x="32250" y="56459"/>
                </a:lnTo>
                <a:cubicBezTo>
                  <a:pt x="30980" y="55270"/>
                  <a:pt x="30920" y="53290"/>
                  <a:pt x="32080" y="52040"/>
                </a:cubicBezTo>
                <a:cubicBezTo>
                  <a:pt x="33270" y="50770"/>
                  <a:pt x="35250" y="50710"/>
                  <a:pt x="36500" y="51880"/>
                </a:cubicBezTo>
                <a:lnTo>
                  <a:pt x="46870" y="61559"/>
                </a:lnTo>
                <a:lnTo>
                  <a:pt x="46870" y="37502"/>
                </a:lnTo>
                <a:cubicBezTo>
                  <a:pt x="46870" y="35772"/>
                  <a:pt x="48270" y="34382"/>
                  <a:pt x="50000" y="34382"/>
                </a:cubicBezTo>
                <a:cubicBezTo>
                  <a:pt x="51730" y="34382"/>
                  <a:pt x="53120" y="35772"/>
                  <a:pt x="53120" y="37502"/>
                </a:cubicBezTo>
                <a:lnTo>
                  <a:pt x="53120" y="61559"/>
                </a:lnTo>
                <a:lnTo>
                  <a:pt x="63500" y="51880"/>
                </a:lnTo>
                <a:cubicBezTo>
                  <a:pt x="64750" y="50710"/>
                  <a:pt x="66730" y="50770"/>
                  <a:pt x="67920" y="52040"/>
                </a:cubicBezTo>
                <a:cubicBezTo>
                  <a:pt x="69080" y="53290"/>
                  <a:pt x="69020" y="55270"/>
                  <a:pt x="67750" y="5645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2" name="Красный — SVG 51">
            <a:extLst>
              <a:ext uri="{FF2B5EF4-FFF2-40B4-BE49-F238E27FC236}">
                <a16:creationId xmlns:a16="http://schemas.microsoft.com/office/drawing/2014/main" id="{9867F85D-4F27-A648-BD7D-F19F6E3E56C1}"/>
              </a:ext>
            </a:extLst>
          </p:cNvPr>
          <p:cNvSpPr>
            <a:spLocks noGrp="1"/>
          </p:cNvSpPr>
          <p:nvPr/>
        </p:nvSpPr>
        <p:spPr>
          <a:xfrm>
            <a:off x="8820000" y="1670000"/>
            <a:ext cx="220000" cy="220000"/>
          </a:xfrm>
          <a:custGeom>
            <a:avLst/>
            <a:gdLst>
              <a:gd name="csX0" fmla="*/ 58033 w 130748"/>
              <a:gd name="csY0" fmla="*/ 0 h 141753"/>
              <a:gd name="csX1" fmla="*/ 0 w 130748"/>
              <a:gd name="csY1" fmla="*/ 57991 h 141753"/>
              <a:gd name="csX2" fmla="*/ 10004 w 130748"/>
              <a:gd name="csY2" fmla="*/ 92370 h 141753"/>
              <a:gd name="csX3" fmla="*/ 20995 w 130748"/>
              <a:gd name="csY3" fmla="*/ 125865 h 141753"/>
              <a:gd name="csX4" fmla="*/ 20995 w 130748"/>
              <a:gd name="csY4" fmla="*/ 134677 h 141753"/>
              <a:gd name="csX5" fmla="*/ 28089 w 130748"/>
              <a:gd name="csY5" fmla="*/ 141754 h 141753"/>
              <a:gd name="csX6" fmla="*/ 77700 w 130748"/>
              <a:gd name="csY6" fmla="*/ 141754 h 141753"/>
              <a:gd name="csX7" fmla="*/ 84795 w 130748"/>
              <a:gd name="csY7" fmla="*/ 134677 h 141753"/>
              <a:gd name="csX8" fmla="*/ 91889 w 130748"/>
              <a:gd name="csY8" fmla="*/ 127583 h 141753"/>
              <a:gd name="csX9" fmla="*/ 95428 w 130748"/>
              <a:gd name="csY9" fmla="*/ 127583 h 141753"/>
              <a:gd name="csX10" fmla="*/ 113156 w 130748"/>
              <a:gd name="csY10" fmla="*/ 109858 h 141753"/>
              <a:gd name="csX11" fmla="*/ 113156 w 130748"/>
              <a:gd name="csY11" fmla="*/ 93935 h 141753"/>
              <a:gd name="csX12" fmla="*/ 117784 w 130748"/>
              <a:gd name="csY12" fmla="*/ 87284 h 141753"/>
              <a:gd name="csX13" fmla="*/ 126120 w 130748"/>
              <a:gd name="csY13" fmla="*/ 84222 h 141753"/>
              <a:gd name="csX14" fmla="*/ 129608 w 130748"/>
              <a:gd name="csY14" fmla="*/ 73709 h 141753"/>
              <a:gd name="csX15" fmla="*/ 116134 w 130748"/>
              <a:gd name="csY15" fmla="*/ 52871 h 141753"/>
              <a:gd name="csX16" fmla="*/ 115079 w 130748"/>
              <a:gd name="csY16" fmla="*/ 49962 h 141753"/>
              <a:gd name="csX17" fmla="*/ 58033 w 130748"/>
              <a:gd name="csY17" fmla="*/ 0 h 141753"/>
              <a:gd name="csX18" fmla="*/ 51125 w 130748"/>
              <a:gd name="csY18" fmla="*/ 28357 h 141753"/>
              <a:gd name="csX19" fmla="*/ 56433 w 130748"/>
              <a:gd name="csY19" fmla="*/ 33665 h 141753"/>
              <a:gd name="csX20" fmla="*/ 51125 w 130748"/>
              <a:gd name="csY20" fmla="*/ 38989 h 141753"/>
              <a:gd name="csX21" fmla="*/ 45800 w 130748"/>
              <a:gd name="csY21" fmla="*/ 33665 h 141753"/>
              <a:gd name="csX22" fmla="*/ 51125 w 130748"/>
              <a:gd name="csY22" fmla="*/ 28357 h 141753"/>
              <a:gd name="csX23" fmla="*/ 68853 w 130748"/>
              <a:gd name="csY23" fmla="*/ 28357 h 141753"/>
              <a:gd name="csX24" fmla="*/ 74162 w 130748"/>
              <a:gd name="csY24" fmla="*/ 33665 h 141753"/>
              <a:gd name="csX25" fmla="*/ 68853 w 130748"/>
              <a:gd name="csY25" fmla="*/ 38989 h 141753"/>
              <a:gd name="csX26" fmla="*/ 63528 w 130748"/>
              <a:gd name="csY26" fmla="*/ 33665 h 141753"/>
              <a:gd name="csX27" fmla="*/ 68853 w 130748"/>
              <a:gd name="csY27" fmla="*/ 28357 h 141753"/>
              <a:gd name="csX28" fmla="*/ 50683 w 130748"/>
              <a:gd name="csY28" fmla="*/ 46066 h 141753"/>
              <a:gd name="csX29" fmla="*/ 69296 w 130748"/>
              <a:gd name="csY29" fmla="*/ 46066 h 141753"/>
              <a:gd name="csX30" fmla="*/ 77700 w 130748"/>
              <a:gd name="csY30" fmla="*/ 54487 h 141753"/>
              <a:gd name="csX31" fmla="*/ 77700 w 130748"/>
              <a:gd name="csY31" fmla="*/ 73097 h 141753"/>
              <a:gd name="csX32" fmla="*/ 69296 w 130748"/>
              <a:gd name="csY32" fmla="*/ 81517 h 141753"/>
              <a:gd name="csX33" fmla="*/ 50683 w 130748"/>
              <a:gd name="csY33" fmla="*/ 81517 h 141753"/>
              <a:gd name="csX34" fmla="*/ 42261 w 130748"/>
              <a:gd name="csY34" fmla="*/ 73097 h 141753"/>
              <a:gd name="csX35" fmla="*/ 42261 w 130748"/>
              <a:gd name="csY35" fmla="*/ 54487 h 141753"/>
              <a:gd name="csX36" fmla="*/ 50683 w 130748"/>
              <a:gd name="csY36" fmla="*/ 46066 h 141753"/>
              <a:gd name="csX37" fmla="*/ 29859 w 130748"/>
              <a:gd name="csY37" fmla="*/ 49621 h 141753"/>
              <a:gd name="csX38" fmla="*/ 35167 w 130748"/>
              <a:gd name="csY38" fmla="*/ 54929 h 141753"/>
              <a:gd name="csX39" fmla="*/ 29859 w 130748"/>
              <a:gd name="csY39" fmla="*/ 60253 h 141753"/>
              <a:gd name="csX40" fmla="*/ 24533 w 130748"/>
              <a:gd name="csY40" fmla="*/ 54929 h 141753"/>
              <a:gd name="csX41" fmla="*/ 29859 w 130748"/>
              <a:gd name="csY41" fmla="*/ 49621 h 141753"/>
              <a:gd name="csX42" fmla="*/ 90120 w 130748"/>
              <a:gd name="csY42" fmla="*/ 49621 h 141753"/>
              <a:gd name="csX43" fmla="*/ 95428 w 130748"/>
              <a:gd name="csY43" fmla="*/ 54929 h 141753"/>
              <a:gd name="csX44" fmla="*/ 90120 w 130748"/>
              <a:gd name="csY44" fmla="*/ 60253 h 141753"/>
              <a:gd name="csX45" fmla="*/ 84795 w 130748"/>
              <a:gd name="csY45" fmla="*/ 54929 h 141753"/>
              <a:gd name="csX46" fmla="*/ 90120 w 130748"/>
              <a:gd name="csY46" fmla="*/ 49621 h 141753"/>
              <a:gd name="csX47" fmla="*/ 52895 w 130748"/>
              <a:gd name="csY47" fmla="*/ 56698 h 141753"/>
              <a:gd name="csX48" fmla="*/ 52895 w 130748"/>
              <a:gd name="csY48" fmla="*/ 70885 h 141753"/>
              <a:gd name="csX49" fmla="*/ 67067 w 130748"/>
              <a:gd name="csY49" fmla="*/ 70885 h 141753"/>
              <a:gd name="csX50" fmla="*/ 67067 w 130748"/>
              <a:gd name="csY50" fmla="*/ 56698 h 141753"/>
              <a:gd name="csX51" fmla="*/ 52895 w 130748"/>
              <a:gd name="csY51" fmla="*/ 56698 h 141753"/>
              <a:gd name="csX52" fmla="*/ 29859 w 130748"/>
              <a:gd name="csY52" fmla="*/ 67330 h 141753"/>
              <a:gd name="csX53" fmla="*/ 35167 w 130748"/>
              <a:gd name="csY53" fmla="*/ 72654 h 141753"/>
              <a:gd name="csX54" fmla="*/ 29859 w 130748"/>
              <a:gd name="csY54" fmla="*/ 77962 h 141753"/>
              <a:gd name="csX55" fmla="*/ 24533 w 130748"/>
              <a:gd name="csY55" fmla="*/ 72654 h 141753"/>
              <a:gd name="csX56" fmla="*/ 29859 w 130748"/>
              <a:gd name="csY56" fmla="*/ 67330 h 141753"/>
              <a:gd name="csX57" fmla="*/ 90120 w 130748"/>
              <a:gd name="csY57" fmla="*/ 67330 h 141753"/>
              <a:gd name="csX58" fmla="*/ 95428 w 130748"/>
              <a:gd name="csY58" fmla="*/ 72654 h 141753"/>
              <a:gd name="csX59" fmla="*/ 90120 w 130748"/>
              <a:gd name="csY59" fmla="*/ 77962 h 141753"/>
              <a:gd name="csX60" fmla="*/ 84795 w 130748"/>
              <a:gd name="csY60" fmla="*/ 72654 h 141753"/>
              <a:gd name="csX61" fmla="*/ 90120 w 130748"/>
              <a:gd name="csY61" fmla="*/ 67330 h 141753"/>
              <a:gd name="csX62" fmla="*/ 51125 w 130748"/>
              <a:gd name="csY62" fmla="*/ 88594 h 141753"/>
              <a:gd name="csX63" fmla="*/ 56433 w 130748"/>
              <a:gd name="csY63" fmla="*/ 93918 h 141753"/>
              <a:gd name="csX64" fmla="*/ 51125 w 130748"/>
              <a:gd name="csY64" fmla="*/ 99226 h 141753"/>
              <a:gd name="csX65" fmla="*/ 45800 w 130748"/>
              <a:gd name="csY65" fmla="*/ 93918 h 141753"/>
              <a:gd name="csX66" fmla="*/ 51125 w 130748"/>
              <a:gd name="csY66" fmla="*/ 88594 h 141753"/>
              <a:gd name="csX67" fmla="*/ 68853 w 130748"/>
              <a:gd name="csY67" fmla="*/ 88594 h 141753"/>
              <a:gd name="csX68" fmla="*/ 74162 w 130748"/>
              <a:gd name="csY68" fmla="*/ 93918 h 141753"/>
              <a:gd name="csX69" fmla="*/ 68853 w 130748"/>
              <a:gd name="csY69" fmla="*/ 99226 h 141753"/>
              <a:gd name="csX70" fmla="*/ 63528 w 130748"/>
              <a:gd name="csY70" fmla="*/ 93918 h 141753"/>
              <a:gd name="csX71" fmla="*/ 68853 w 130748"/>
              <a:gd name="csY71" fmla="*/ 88594 h 141753"/>
            </a:gdLst>
            <a:ahLst/>
            <a:cxnLst/>
            <a:rect l="l" t="t" r="r" b="b"/>
            <a:pathLst>
              <a:path w="100000" h="100000">
                <a:moveTo>
                  <a:pt x="44821" y="0"/>
                </a:moveTo>
                <a:cubicBezTo>
                  <a:pt x="16064" y="0"/>
                  <a:pt x="3882" y="19045"/>
                  <a:pt x="3882" y="40910"/>
                </a:cubicBezTo>
                <a:cubicBezTo>
                  <a:pt x="3882" y="49646"/>
                  <a:pt x="6414" y="58502"/>
                  <a:pt x="10939" y="65163"/>
                </a:cubicBezTo>
                <a:cubicBezTo>
                  <a:pt x="15452" y="71812"/>
                  <a:pt x="18693" y="80680"/>
                  <a:pt x="18693" y="88792"/>
                </a:cubicBezTo>
                <a:lnTo>
                  <a:pt x="18693" y="95008"/>
                </a:lnTo>
                <a:cubicBezTo>
                  <a:pt x="18693" y="97768"/>
                  <a:pt x="20937" y="100001"/>
                  <a:pt x="23697" y="100001"/>
                </a:cubicBezTo>
                <a:lnTo>
                  <a:pt x="58695" y="100001"/>
                </a:lnTo>
                <a:cubicBezTo>
                  <a:pt x="61468" y="100001"/>
                  <a:pt x="63701" y="97768"/>
                  <a:pt x="63701" y="95008"/>
                </a:cubicBezTo>
                <a:cubicBezTo>
                  <a:pt x="63701" y="92236"/>
                  <a:pt x="65945" y="90004"/>
                  <a:pt x="68705" y="90004"/>
                </a:cubicBezTo>
                <a:lnTo>
                  <a:pt x="71202" y="90004"/>
                </a:lnTo>
                <a:cubicBezTo>
                  <a:pt x="78103" y="90004"/>
                  <a:pt x="83708" y="84412"/>
                  <a:pt x="83708" y="77500"/>
                </a:cubicBezTo>
                <a:lnTo>
                  <a:pt x="83708" y="66267"/>
                </a:lnTo>
                <a:cubicBezTo>
                  <a:pt x="83708" y="64167"/>
                  <a:pt x="85005" y="62294"/>
                  <a:pt x="86973" y="61575"/>
                </a:cubicBezTo>
                <a:lnTo>
                  <a:pt x="92853" y="59415"/>
                </a:lnTo>
                <a:cubicBezTo>
                  <a:pt x="95854" y="58299"/>
                  <a:pt x="97054" y="54699"/>
                  <a:pt x="95314" y="51998"/>
                </a:cubicBezTo>
                <a:lnTo>
                  <a:pt x="85809" y="37298"/>
                </a:lnTo>
                <a:cubicBezTo>
                  <a:pt x="85412" y="36686"/>
                  <a:pt x="85160" y="35977"/>
                  <a:pt x="85065" y="35246"/>
                </a:cubicBezTo>
                <a:cubicBezTo>
                  <a:pt x="82568" y="16357"/>
                  <a:pt x="73038" y="0"/>
                  <a:pt x="44821" y="0"/>
                </a:cubicBezTo>
                <a:close/>
                <a:moveTo>
                  <a:pt x="39948" y="20005"/>
                </a:moveTo>
                <a:cubicBezTo>
                  <a:pt x="42013" y="20005"/>
                  <a:pt x="43693" y="21685"/>
                  <a:pt x="43693" y="23749"/>
                </a:cubicBezTo>
                <a:cubicBezTo>
                  <a:pt x="43693" y="25825"/>
                  <a:pt x="42013" y="27505"/>
                  <a:pt x="39948" y="27505"/>
                </a:cubicBezTo>
                <a:cubicBezTo>
                  <a:pt x="37872" y="27505"/>
                  <a:pt x="36191" y="25825"/>
                  <a:pt x="36191" y="23749"/>
                </a:cubicBezTo>
                <a:cubicBezTo>
                  <a:pt x="36191" y="21685"/>
                  <a:pt x="37872" y="20005"/>
                  <a:pt x="39948" y="20005"/>
                </a:cubicBezTo>
                <a:close/>
                <a:moveTo>
                  <a:pt x="52454" y="20005"/>
                </a:moveTo>
                <a:cubicBezTo>
                  <a:pt x="54518" y="20005"/>
                  <a:pt x="56200" y="21685"/>
                  <a:pt x="56200" y="23749"/>
                </a:cubicBezTo>
                <a:cubicBezTo>
                  <a:pt x="56200" y="25825"/>
                  <a:pt x="54518" y="27505"/>
                  <a:pt x="52454" y="27505"/>
                </a:cubicBezTo>
                <a:cubicBezTo>
                  <a:pt x="50378" y="27505"/>
                  <a:pt x="48698" y="25825"/>
                  <a:pt x="48698" y="23749"/>
                </a:cubicBezTo>
                <a:cubicBezTo>
                  <a:pt x="48698" y="21685"/>
                  <a:pt x="50378" y="20005"/>
                  <a:pt x="52454" y="20005"/>
                </a:cubicBezTo>
                <a:close/>
                <a:moveTo>
                  <a:pt x="39636" y="32497"/>
                </a:moveTo>
                <a:lnTo>
                  <a:pt x="52767" y="32497"/>
                </a:lnTo>
                <a:cubicBezTo>
                  <a:pt x="56043" y="32497"/>
                  <a:pt x="58695" y="35162"/>
                  <a:pt x="58695" y="38438"/>
                </a:cubicBezTo>
                <a:lnTo>
                  <a:pt x="58695" y="51566"/>
                </a:lnTo>
                <a:cubicBezTo>
                  <a:pt x="58695" y="54843"/>
                  <a:pt x="56043" y="57506"/>
                  <a:pt x="52767" y="57506"/>
                </a:cubicBezTo>
                <a:lnTo>
                  <a:pt x="39636" y="57506"/>
                </a:lnTo>
                <a:cubicBezTo>
                  <a:pt x="36359" y="57506"/>
                  <a:pt x="33695" y="54843"/>
                  <a:pt x="33695" y="51566"/>
                </a:cubicBezTo>
                <a:lnTo>
                  <a:pt x="33695" y="38438"/>
                </a:lnTo>
                <a:cubicBezTo>
                  <a:pt x="33695" y="35162"/>
                  <a:pt x="36359" y="32497"/>
                  <a:pt x="39636" y="32497"/>
                </a:cubicBezTo>
                <a:close/>
                <a:moveTo>
                  <a:pt x="24946" y="35005"/>
                </a:moveTo>
                <a:cubicBezTo>
                  <a:pt x="27010" y="35005"/>
                  <a:pt x="28690" y="36686"/>
                  <a:pt x="28690" y="38750"/>
                </a:cubicBezTo>
                <a:cubicBezTo>
                  <a:pt x="28690" y="40826"/>
                  <a:pt x="27010" y="42506"/>
                  <a:pt x="24946" y="42506"/>
                </a:cubicBezTo>
                <a:cubicBezTo>
                  <a:pt x="22869" y="42506"/>
                  <a:pt x="21189" y="40826"/>
                  <a:pt x="21189" y="38750"/>
                </a:cubicBezTo>
                <a:cubicBezTo>
                  <a:pt x="21189" y="36686"/>
                  <a:pt x="22869" y="35005"/>
                  <a:pt x="24946" y="35005"/>
                </a:cubicBezTo>
                <a:close/>
                <a:moveTo>
                  <a:pt x="67457" y="35005"/>
                </a:moveTo>
                <a:cubicBezTo>
                  <a:pt x="69521" y="35005"/>
                  <a:pt x="71202" y="36686"/>
                  <a:pt x="71202" y="38750"/>
                </a:cubicBezTo>
                <a:cubicBezTo>
                  <a:pt x="71202" y="40826"/>
                  <a:pt x="69521" y="42506"/>
                  <a:pt x="67457" y="42506"/>
                </a:cubicBezTo>
                <a:cubicBezTo>
                  <a:pt x="65381" y="42506"/>
                  <a:pt x="63701" y="40826"/>
                  <a:pt x="63701" y="38750"/>
                </a:cubicBezTo>
                <a:cubicBezTo>
                  <a:pt x="63701" y="36686"/>
                  <a:pt x="65381" y="35005"/>
                  <a:pt x="67457" y="35005"/>
                </a:cubicBezTo>
                <a:close/>
                <a:moveTo>
                  <a:pt x="41197" y="39998"/>
                </a:moveTo>
                <a:lnTo>
                  <a:pt x="41197" y="50006"/>
                </a:lnTo>
                <a:lnTo>
                  <a:pt x="51194" y="50006"/>
                </a:lnTo>
                <a:lnTo>
                  <a:pt x="51194" y="39998"/>
                </a:lnTo>
                <a:lnTo>
                  <a:pt x="41197" y="39998"/>
                </a:lnTo>
                <a:close/>
                <a:moveTo>
                  <a:pt x="24946" y="47498"/>
                </a:moveTo>
                <a:cubicBezTo>
                  <a:pt x="27010" y="47498"/>
                  <a:pt x="28690" y="49178"/>
                  <a:pt x="28690" y="51254"/>
                </a:cubicBezTo>
                <a:cubicBezTo>
                  <a:pt x="28690" y="53318"/>
                  <a:pt x="27010" y="54998"/>
                  <a:pt x="24946" y="54998"/>
                </a:cubicBezTo>
                <a:cubicBezTo>
                  <a:pt x="22869" y="54998"/>
                  <a:pt x="21189" y="53318"/>
                  <a:pt x="21189" y="51254"/>
                </a:cubicBezTo>
                <a:cubicBezTo>
                  <a:pt x="21189" y="49178"/>
                  <a:pt x="22869" y="47498"/>
                  <a:pt x="24946" y="47498"/>
                </a:cubicBezTo>
                <a:close/>
                <a:moveTo>
                  <a:pt x="67457" y="47498"/>
                </a:moveTo>
                <a:cubicBezTo>
                  <a:pt x="69521" y="47498"/>
                  <a:pt x="71202" y="49178"/>
                  <a:pt x="71202" y="51254"/>
                </a:cubicBezTo>
                <a:cubicBezTo>
                  <a:pt x="71202" y="53318"/>
                  <a:pt x="69521" y="54998"/>
                  <a:pt x="67457" y="54998"/>
                </a:cubicBezTo>
                <a:cubicBezTo>
                  <a:pt x="65381" y="54998"/>
                  <a:pt x="63701" y="53318"/>
                  <a:pt x="63701" y="51254"/>
                </a:cubicBezTo>
                <a:cubicBezTo>
                  <a:pt x="63701" y="49178"/>
                  <a:pt x="65381" y="47498"/>
                  <a:pt x="67457" y="47498"/>
                </a:cubicBezTo>
                <a:close/>
                <a:moveTo>
                  <a:pt x="39948" y="62499"/>
                </a:moveTo>
                <a:cubicBezTo>
                  <a:pt x="42013" y="62499"/>
                  <a:pt x="43693" y="64179"/>
                  <a:pt x="43693" y="66255"/>
                </a:cubicBezTo>
                <a:cubicBezTo>
                  <a:pt x="43693" y="68319"/>
                  <a:pt x="42013" y="69999"/>
                  <a:pt x="39948" y="69999"/>
                </a:cubicBezTo>
                <a:cubicBezTo>
                  <a:pt x="37872" y="69999"/>
                  <a:pt x="36191" y="68319"/>
                  <a:pt x="36191" y="66255"/>
                </a:cubicBezTo>
                <a:cubicBezTo>
                  <a:pt x="36191" y="64179"/>
                  <a:pt x="37872" y="62499"/>
                  <a:pt x="39948" y="62499"/>
                </a:cubicBezTo>
                <a:close/>
                <a:moveTo>
                  <a:pt x="52454" y="62499"/>
                </a:moveTo>
                <a:cubicBezTo>
                  <a:pt x="54518" y="62499"/>
                  <a:pt x="56200" y="64179"/>
                  <a:pt x="56200" y="66255"/>
                </a:cubicBezTo>
                <a:cubicBezTo>
                  <a:pt x="56200" y="68319"/>
                  <a:pt x="54518" y="69999"/>
                  <a:pt x="52454" y="69999"/>
                </a:cubicBezTo>
                <a:cubicBezTo>
                  <a:pt x="50378" y="69999"/>
                  <a:pt x="48698" y="68319"/>
                  <a:pt x="48698" y="66255"/>
                </a:cubicBezTo>
                <a:cubicBezTo>
                  <a:pt x="48698" y="64179"/>
                  <a:pt x="50378" y="62499"/>
                  <a:pt x="52454" y="6249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3" name="Красный — SVG 52">
            <a:extLst>
              <a:ext uri="{FF2B5EF4-FFF2-40B4-BE49-F238E27FC236}">
                <a16:creationId xmlns:a16="http://schemas.microsoft.com/office/drawing/2014/main" id="{9F09D8A4-A9A5-BC49-8DC2-8C0D55CAC05F}"/>
              </a:ext>
            </a:extLst>
          </p:cNvPr>
          <p:cNvSpPr>
            <a:spLocks noGrp="1"/>
          </p:cNvSpPr>
          <p:nvPr/>
        </p:nvSpPr>
        <p:spPr>
          <a:xfrm>
            <a:off x="9420000" y="1670000"/>
            <a:ext cx="220000" cy="220000"/>
          </a:xfrm>
          <a:custGeom>
            <a:avLst/>
            <a:gdLst>
              <a:gd name="csX0" fmla="*/ 54936 w 127600"/>
              <a:gd name="csY0" fmla="*/ 0 h 141753"/>
              <a:gd name="csX1" fmla="*/ 35439 w 127600"/>
              <a:gd name="csY1" fmla="*/ 19495 h 141753"/>
              <a:gd name="csX2" fmla="*/ 35439 w 127600"/>
              <a:gd name="csY2" fmla="*/ 44297 h 141753"/>
              <a:gd name="csX3" fmla="*/ 35830 w 127600"/>
              <a:gd name="csY3" fmla="*/ 46355 h 141753"/>
              <a:gd name="csX4" fmla="*/ 36970 w 127600"/>
              <a:gd name="csY4" fmla="*/ 48107 h 141753"/>
              <a:gd name="csX5" fmla="*/ 38706 w 127600"/>
              <a:gd name="csY5" fmla="*/ 49281 h 141753"/>
              <a:gd name="csX6" fmla="*/ 40764 w 127600"/>
              <a:gd name="csY6" fmla="*/ 49689 h 141753"/>
              <a:gd name="csX7" fmla="*/ 42806 w 127600"/>
              <a:gd name="csY7" fmla="*/ 49281 h 141753"/>
              <a:gd name="csX8" fmla="*/ 44541 w 127600"/>
              <a:gd name="csY8" fmla="*/ 48107 h 141753"/>
              <a:gd name="csX9" fmla="*/ 45698 w 127600"/>
              <a:gd name="csY9" fmla="*/ 46355 h 141753"/>
              <a:gd name="csX10" fmla="*/ 46072 w 127600"/>
              <a:gd name="csY10" fmla="*/ 44297 h 141753"/>
              <a:gd name="csX11" fmla="*/ 46072 w 127600"/>
              <a:gd name="csY11" fmla="*/ 19495 h 141753"/>
              <a:gd name="csX12" fmla="*/ 54936 w 127600"/>
              <a:gd name="csY12" fmla="*/ 10632 h 141753"/>
              <a:gd name="csX13" fmla="*/ 86837 w 127600"/>
              <a:gd name="csY13" fmla="*/ 10632 h 141753"/>
              <a:gd name="csX14" fmla="*/ 115351 w 127600"/>
              <a:gd name="csY14" fmla="*/ 31045 h 141753"/>
              <a:gd name="csX15" fmla="*/ 104564 w 127600"/>
              <a:gd name="csY15" fmla="*/ 28357 h 141753"/>
              <a:gd name="csX16" fmla="*/ 53167 w 127600"/>
              <a:gd name="csY16" fmla="*/ 28357 h 141753"/>
              <a:gd name="csX17" fmla="*/ 53167 w 127600"/>
              <a:gd name="csY17" fmla="*/ 42528 h 141753"/>
              <a:gd name="csX18" fmla="*/ 104564 w 127600"/>
              <a:gd name="csY18" fmla="*/ 42528 h 141753"/>
              <a:gd name="csX19" fmla="*/ 113428 w 127600"/>
              <a:gd name="csY19" fmla="*/ 51390 h 141753"/>
              <a:gd name="csX20" fmla="*/ 113428 w 127600"/>
              <a:gd name="csY20" fmla="*/ 118721 h 141753"/>
              <a:gd name="csX21" fmla="*/ 104564 w 127600"/>
              <a:gd name="csY21" fmla="*/ 127583 h 141753"/>
              <a:gd name="csX22" fmla="*/ 23036 w 127600"/>
              <a:gd name="csY22" fmla="*/ 127583 h 141753"/>
              <a:gd name="csX23" fmla="*/ 14172 w 127600"/>
              <a:gd name="csY23" fmla="*/ 118721 h 141753"/>
              <a:gd name="csX24" fmla="*/ 14172 w 127600"/>
              <a:gd name="csY24" fmla="*/ 51390 h 141753"/>
              <a:gd name="csX25" fmla="*/ 23036 w 127600"/>
              <a:gd name="csY25" fmla="*/ 42528 h 141753"/>
              <a:gd name="csX26" fmla="*/ 28361 w 127600"/>
              <a:gd name="csY26" fmla="*/ 42528 h 141753"/>
              <a:gd name="csX27" fmla="*/ 28361 w 127600"/>
              <a:gd name="csY27" fmla="*/ 28357 h 141753"/>
              <a:gd name="csX28" fmla="*/ 23036 w 127600"/>
              <a:gd name="csY28" fmla="*/ 28357 h 141753"/>
              <a:gd name="csX29" fmla="*/ 0 w 127600"/>
              <a:gd name="csY29" fmla="*/ 51390 h 141753"/>
              <a:gd name="csX30" fmla="*/ 0 w 127600"/>
              <a:gd name="csY30" fmla="*/ 118721 h 141753"/>
              <a:gd name="csX31" fmla="*/ 23036 w 127600"/>
              <a:gd name="csY31" fmla="*/ 141754 h 141753"/>
              <a:gd name="csX32" fmla="*/ 104564 w 127600"/>
              <a:gd name="csY32" fmla="*/ 141754 h 141753"/>
              <a:gd name="csX33" fmla="*/ 127601 w 127600"/>
              <a:gd name="csY33" fmla="*/ 118721 h 141753"/>
              <a:gd name="csX34" fmla="*/ 127601 w 127600"/>
              <a:gd name="csY34" fmla="*/ 51390 h 141753"/>
              <a:gd name="csX35" fmla="*/ 127601 w 127600"/>
              <a:gd name="csY35" fmla="*/ 40759 h 141753"/>
              <a:gd name="csX36" fmla="*/ 86837 w 127600"/>
              <a:gd name="csY36" fmla="*/ 0 h 141753"/>
              <a:gd name="csX37" fmla="*/ 54936 w 127600"/>
              <a:gd name="csY37" fmla="*/ 0 h 141753"/>
              <a:gd name="csX38" fmla="*/ 63800 w 127600"/>
              <a:gd name="csY38" fmla="*/ 53160 h 141753"/>
              <a:gd name="csX39" fmla="*/ 61827 w 127600"/>
              <a:gd name="csY39" fmla="*/ 53534 h 141753"/>
              <a:gd name="csX40" fmla="*/ 37378 w 127600"/>
              <a:gd name="csY40" fmla="*/ 63315 h 141753"/>
              <a:gd name="csX41" fmla="*/ 63800 w 127600"/>
              <a:gd name="csY41" fmla="*/ 75648 h 141753"/>
              <a:gd name="csX42" fmla="*/ 90222 w 127600"/>
              <a:gd name="csY42" fmla="*/ 63315 h 141753"/>
              <a:gd name="csX43" fmla="*/ 65774 w 127600"/>
              <a:gd name="csY43" fmla="*/ 53534 h 141753"/>
              <a:gd name="csX44" fmla="*/ 63800 w 127600"/>
              <a:gd name="csY44" fmla="*/ 53160 h 141753"/>
              <a:gd name="csX45" fmla="*/ 31900 w 127600"/>
              <a:gd name="csY45" fmla="*/ 72485 h 141753"/>
              <a:gd name="csX46" fmla="*/ 31900 w 127600"/>
              <a:gd name="csY46" fmla="*/ 99226 h 141753"/>
              <a:gd name="csX47" fmla="*/ 34963 w 127600"/>
              <a:gd name="csY47" fmla="*/ 104057 h 141753"/>
              <a:gd name="csX48" fmla="*/ 58475 w 127600"/>
              <a:gd name="csY48" fmla="*/ 115012 h 141753"/>
              <a:gd name="csX49" fmla="*/ 58475 w 127600"/>
              <a:gd name="csY49" fmla="*/ 84902 h 141753"/>
              <a:gd name="csX50" fmla="*/ 31900 w 127600"/>
              <a:gd name="csY50" fmla="*/ 72485 h 141753"/>
              <a:gd name="csX51" fmla="*/ 95700 w 127600"/>
              <a:gd name="csY51" fmla="*/ 72502 h 141753"/>
              <a:gd name="csX52" fmla="*/ 69109 w 127600"/>
              <a:gd name="csY52" fmla="*/ 84902 h 141753"/>
              <a:gd name="csX53" fmla="*/ 69109 w 127600"/>
              <a:gd name="csY53" fmla="*/ 115029 h 141753"/>
              <a:gd name="csX54" fmla="*/ 92621 w 127600"/>
              <a:gd name="csY54" fmla="*/ 104125 h 141753"/>
              <a:gd name="csX55" fmla="*/ 95700 w 127600"/>
              <a:gd name="csY55" fmla="*/ 99311 h 141753"/>
              <a:gd name="csX56" fmla="*/ 95700 w 127600"/>
              <a:gd name="csY56" fmla="*/ 72502 h 141753"/>
            </a:gdLst>
            <a:ahLst/>
            <a:cxnLst/>
            <a:rect l="l" t="t" r="r" b="b"/>
            <a:pathLst>
              <a:path w="100000" h="100000">
                <a:moveTo>
                  <a:pt x="43747" y="0"/>
                </a:moveTo>
                <a:cubicBezTo>
                  <a:pt x="36198" y="0"/>
                  <a:pt x="29993" y="6204"/>
                  <a:pt x="29993" y="13753"/>
                </a:cubicBezTo>
                <a:lnTo>
                  <a:pt x="29993" y="31249"/>
                </a:lnTo>
                <a:cubicBezTo>
                  <a:pt x="29993" y="31753"/>
                  <a:pt x="30077" y="32246"/>
                  <a:pt x="30268" y="32701"/>
                </a:cubicBezTo>
                <a:cubicBezTo>
                  <a:pt x="30448" y="33170"/>
                  <a:pt x="30725" y="33589"/>
                  <a:pt x="31073" y="33937"/>
                </a:cubicBezTo>
                <a:cubicBezTo>
                  <a:pt x="31421" y="34298"/>
                  <a:pt x="31841" y="34574"/>
                  <a:pt x="32297" y="34765"/>
                </a:cubicBezTo>
                <a:cubicBezTo>
                  <a:pt x="32753" y="34957"/>
                  <a:pt x="33246" y="35053"/>
                  <a:pt x="33749" y="35053"/>
                </a:cubicBezTo>
                <a:cubicBezTo>
                  <a:pt x="34242" y="35053"/>
                  <a:pt x="34733" y="34957"/>
                  <a:pt x="35190" y="34765"/>
                </a:cubicBezTo>
                <a:cubicBezTo>
                  <a:pt x="35657" y="34574"/>
                  <a:pt x="36066" y="34298"/>
                  <a:pt x="36414" y="33937"/>
                </a:cubicBezTo>
                <a:cubicBezTo>
                  <a:pt x="36761" y="33589"/>
                  <a:pt x="37038" y="33170"/>
                  <a:pt x="37230" y="32701"/>
                </a:cubicBezTo>
                <a:cubicBezTo>
                  <a:pt x="37410" y="32246"/>
                  <a:pt x="37506" y="31753"/>
                  <a:pt x="37494" y="31249"/>
                </a:cubicBezTo>
                <a:lnTo>
                  <a:pt x="37494" y="13753"/>
                </a:lnTo>
                <a:cubicBezTo>
                  <a:pt x="37494" y="10261"/>
                  <a:pt x="40254" y="7500"/>
                  <a:pt x="43747" y="7500"/>
                </a:cubicBezTo>
                <a:lnTo>
                  <a:pt x="66252" y="7500"/>
                </a:lnTo>
                <a:cubicBezTo>
                  <a:pt x="75637" y="7500"/>
                  <a:pt x="83534" y="13513"/>
                  <a:pt x="86367" y="21901"/>
                </a:cubicBezTo>
                <a:cubicBezTo>
                  <a:pt x="84098" y="20689"/>
                  <a:pt x="81506" y="20005"/>
                  <a:pt x="78757" y="20005"/>
                </a:cubicBezTo>
                <a:lnTo>
                  <a:pt x="42499" y="20005"/>
                </a:lnTo>
                <a:lnTo>
                  <a:pt x="42499" y="30001"/>
                </a:lnTo>
                <a:lnTo>
                  <a:pt x="78757" y="30001"/>
                </a:lnTo>
                <a:cubicBezTo>
                  <a:pt x="82202" y="30001"/>
                  <a:pt x="85010" y="32810"/>
                  <a:pt x="85010" y="36253"/>
                </a:cubicBezTo>
                <a:lnTo>
                  <a:pt x="85010" y="83752"/>
                </a:lnTo>
                <a:cubicBezTo>
                  <a:pt x="85010" y="87196"/>
                  <a:pt x="82202" y="90004"/>
                  <a:pt x="78757" y="90004"/>
                </a:cubicBezTo>
                <a:lnTo>
                  <a:pt x="21243" y="90004"/>
                </a:lnTo>
                <a:cubicBezTo>
                  <a:pt x="17798" y="90004"/>
                  <a:pt x="14990" y="87196"/>
                  <a:pt x="14990" y="83752"/>
                </a:cubicBezTo>
                <a:lnTo>
                  <a:pt x="14990" y="36253"/>
                </a:lnTo>
                <a:cubicBezTo>
                  <a:pt x="14990" y="32810"/>
                  <a:pt x="17798" y="30001"/>
                  <a:pt x="21243" y="30001"/>
                </a:cubicBezTo>
                <a:lnTo>
                  <a:pt x="24999" y="30001"/>
                </a:lnTo>
                <a:lnTo>
                  <a:pt x="24999" y="20005"/>
                </a:lnTo>
                <a:lnTo>
                  <a:pt x="21243" y="20005"/>
                </a:lnTo>
                <a:cubicBezTo>
                  <a:pt x="12277" y="20005"/>
                  <a:pt x="4992" y="27289"/>
                  <a:pt x="4992" y="36253"/>
                </a:cubicBezTo>
                <a:lnTo>
                  <a:pt x="4992" y="83752"/>
                </a:lnTo>
                <a:cubicBezTo>
                  <a:pt x="4992" y="92716"/>
                  <a:pt x="12277" y="100001"/>
                  <a:pt x="21243" y="100001"/>
                </a:cubicBezTo>
                <a:lnTo>
                  <a:pt x="78757" y="100001"/>
                </a:lnTo>
                <a:cubicBezTo>
                  <a:pt x="87711" y="100001"/>
                  <a:pt x="95009" y="92716"/>
                  <a:pt x="95009" y="83752"/>
                </a:cubicBezTo>
                <a:lnTo>
                  <a:pt x="95009" y="36253"/>
                </a:lnTo>
                <a:lnTo>
                  <a:pt x="95009" y="28754"/>
                </a:lnTo>
                <a:cubicBezTo>
                  <a:pt x="95009" y="12913"/>
                  <a:pt x="82094" y="0"/>
                  <a:pt x="66252" y="0"/>
                </a:cubicBezTo>
                <a:lnTo>
                  <a:pt x="43747" y="0"/>
                </a:lnTo>
                <a:close/>
                <a:moveTo>
                  <a:pt x="50000" y="37502"/>
                </a:moveTo>
                <a:cubicBezTo>
                  <a:pt x="49532" y="37502"/>
                  <a:pt x="49052" y="37586"/>
                  <a:pt x="48608" y="37766"/>
                </a:cubicBezTo>
                <a:lnTo>
                  <a:pt x="31361" y="44666"/>
                </a:lnTo>
                <a:lnTo>
                  <a:pt x="50000" y="53366"/>
                </a:lnTo>
                <a:lnTo>
                  <a:pt x="68639" y="44666"/>
                </a:lnTo>
                <a:lnTo>
                  <a:pt x="51393" y="37766"/>
                </a:lnTo>
                <a:cubicBezTo>
                  <a:pt x="50948" y="37586"/>
                  <a:pt x="50468" y="37502"/>
                  <a:pt x="50000" y="37502"/>
                </a:cubicBezTo>
                <a:close/>
                <a:moveTo>
                  <a:pt x="27496" y="51135"/>
                </a:moveTo>
                <a:lnTo>
                  <a:pt x="27496" y="69999"/>
                </a:lnTo>
                <a:cubicBezTo>
                  <a:pt x="27496" y="71463"/>
                  <a:pt x="28336" y="72783"/>
                  <a:pt x="29657" y="73407"/>
                </a:cubicBezTo>
                <a:lnTo>
                  <a:pt x="46243" y="81135"/>
                </a:lnTo>
                <a:lnTo>
                  <a:pt x="46243" y="59894"/>
                </a:lnTo>
                <a:lnTo>
                  <a:pt x="27496" y="51135"/>
                </a:lnTo>
                <a:close/>
                <a:moveTo>
                  <a:pt x="72504" y="51147"/>
                </a:moveTo>
                <a:lnTo>
                  <a:pt x="53745" y="59894"/>
                </a:lnTo>
                <a:lnTo>
                  <a:pt x="53745" y="81147"/>
                </a:lnTo>
                <a:lnTo>
                  <a:pt x="70332" y="73455"/>
                </a:lnTo>
                <a:cubicBezTo>
                  <a:pt x="71652" y="72843"/>
                  <a:pt x="72504" y="71511"/>
                  <a:pt x="72504" y="70059"/>
                </a:cubicBezTo>
                <a:lnTo>
                  <a:pt x="72504" y="5114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4" name="Красный — SVG 53">
            <a:extLst>
              <a:ext uri="{FF2B5EF4-FFF2-40B4-BE49-F238E27FC236}">
                <a16:creationId xmlns:a16="http://schemas.microsoft.com/office/drawing/2014/main" id="{6D1BEEA2-4696-6843-A7D3-D8DD8B499CDF}"/>
              </a:ext>
            </a:extLst>
          </p:cNvPr>
          <p:cNvSpPr>
            <a:spLocks noGrp="1"/>
          </p:cNvSpPr>
          <p:nvPr/>
        </p:nvSpPr>
        <p:spPr>
          <a:xfrm>
            <a:off x="10020000" y="1670000"/>
            <a:ext cx="220000" cy="220000"/>
          </a:xfrm>
          <a:custGeom>
            <a:avLst/>
            <a:gdLst>
              <a:gd name="csX0" fmla="*/ 42091 w 170134"/>
              <a:gd name="csY0" fmla="*/ 2 h 122466"/>
              <a:gd name="csX1" fmla="*/ 26116 w 170134"/>
              <a:gd name="csY1" fmla="*/ 6977 h 122466"/>
              <a:gd name="csX2" fmla="*/ 26626 w 170134"/>
              <a:gd name="csY2" fmla="*/ 14394 h 122466"/>
              <a:gd name="csX3" fmla="*/ 34112 w 170134"/>
              <a:gd name="csY3" fmla="*/ 13968 h 122466"/>
              <a:gd name="csX4" fmla="*/ 42091 w 170134"/>
              <a:gd name="csY4" fmla="*/ 10634 h 122466"/>
              <a:gd name="csX5" fmla="*/ 47859 w 170134"/>
              <a:gd name="csY5" fmla="*/ 15057 h 122466"/>
              <a:gd name="csX6" fmla="*/ 42602 w 170134"/>
              <a:gd name="csY6" fmla="*/ 19497 h 122466"/>
              <a:gd name="csX7" fmla="*/ 40764 w 170134"/>
              <a:gd name="csY7" fmla="*/ 19497 h 122466"/>
              <a:gd name="csX8" fmla="*/ 35456 w 170134"/>
              <a:gd name="csY8" fmla="*/ 24805 h 122466"/>
              <a:gd name="csX9" fmla="*/ 40764 w 170134"/>
              <a:gd name="csY9" fmla="*/ 30129 h 122466"/>
              <a:gd name="csX10" fmla="*/ 49628 w 170134"/>
              <a:gd name="csY10" fmla="*/ 34552 h 122466"/>
              <a:gd name="csX11" fmla="*/ 43010 w 170134"/>
              <a:gd name="csY11" fmla="*/ 38992 h 122466"/>
              <a:gd name="csX12" fmla="*/ 34163 w 170134"/>
              <a:gd name="csY12" fmla="*/ 35692 h 122466"/>
              <a:gd name="csX13" fmla="*/ 26660 w 170134"/>
              <a:gd name="csY13" fmla="*/ 35147 h 122466"/>
              <a:gd name="csX14" fmla="*/ 26099 w 170134"/>
              <a:gd name="csY14" fmla="*/ 42649 h 122466"/>
              <a:gd name="csX15" fmla="*/ 43010 w 170134"/>
              <a:gd name="csY15" fmla="*/ 49624 h 122466"/>
              <a:gd name="csX16" fmla="*/ 60261 w 170134"/>
              <a:gd name="csY16" fmla="*/ 34552 h 122466"/>
              <a:gd name="csX17" fmla="*/ 55430 w 170134"/>
              <a:gd name="csY17" fmla="*/ 24090 h 122466"/>
              <a:gd name="csX18" fmla="*/ 58492 w 170134"/>
              <a:gd name="csY18" fmla="*/ 15057 h 122466"/>
              <a:gd name="csX19" fmla="*/ 42091 w 170134"/>
              <a:gd name="csY19" fmla="*/ 2 h 122466"/>
              <a:gd name="csX20" fmla="*/ 127601 w 170134"/>
              <a:gd name="csY20" fmla="*/ 2 h 122466"/>
              <a:gd name="csX21" fmla="*/ 109873 w 170134"/>
              <a:gd name="csY21" fmla="*/ 17728 h 122466"/>
              <a:gd name="csX22" fmla="*/ 109873 w 170134"/>
              <a:gd name="csY22" fmla="*/ 31898 h 122466"/>
              <a:gd name="csX23" fmla="*/ 127601 w 170134"/>
              <a:gd name="csY23" fmla="*/ 49624 h 122466"/>
              <a:gd name="csX24" fmla="*/ 145328 w 170134"/>
              <a:gd name="csY24" fmla="*/ 31898 h 122466"/>
              <a:gd name="csX25" fmla="*/ 145328 w 170134"/>
              <a:gd name="csY25" fmla="*/ 17728 h 122466"/>
              <a:gd name="csX26" fmla="*/ 127601 w 170134"/>
              <a:gd name="csY26" fmla="*/ 2 h 122466"/>
              <a:gd name="csX27" fmla="*/ 91906 w 170134"/>
              <a:gd name="csY27" fmla="*/ 2 h 122466"/>
              <a:gd name="csX28" fmla="*/ 67339 w 170134"/>
              <a:gd name="csY28" fmla="*/ 30962 h 122466"/>
              <a:gd name="csX29" fmla="*/ 67373 w 170134"/>
              <a:gd name="csY29" fmla="*/ 31269 h 122466"/>
              <a:gd name="csX30" fmla="*/ 67339 w 170134"/>
              <a:gd name="csY30" fmla="*/ 31898 h 122466"/>
              <a:gd name="csX31" fmla="*/ 85067 w 170134"/>
              <a:gd name="csY31" fmla="*/ 49624 h 122466"/>
              <a:gd name="csX32" fmla="*/ 102795 w 170134"/>
              <a:gd name="csY32" fmla="*/ 31898 h 122466"/>
              <a:gd name="csX33" fmla="*/ 85067 w 170134"/>
              <a:gd name="csY33" fmla="*/ 14173 h 122466"/>
              <a:gd name="csX34" fmla="*/ 84148 w 170134"/>
              <a:gd name="csY34" fmla="*/ 14224 h 122466"/>
              <a:gd name="csX35" fmla="*/ 92434 w 170134"/>
              <a:gd name="csY35" fmla="*/ 10634 h 122466"/>
              <a:gd name="csX36" fmla="*/ 97470 w 170134"/>
              <a:gd name="csY36" fmla="*/ 5072 h 122466"/>
              <a:gd name="csX37" fmla="*/ 91906 w 170134"/>
              <a:gd name="csY37" fmla="*/ 2 h 122466"/>
              <a:gd name="csX38" fmla="*/ 127601 w 170134"/>
              <a:gd name="csY38" fmla="*/ 10634 h 122466"/>
              <a:gd name="csX39" fmla="*/ 134695 w 170134"/>
              <a:gd name="csY39" fmla="*/ 17728 h 122466"/>
              <a:gd name="csX40" fmla="*/ 134695 w 170134"/>
              <a:gd name="csY40" fmla="*/ 31898 h 122466"/>
              <a:gd name="csX41" fmla="*/ 127601 w 170134"/>
              <a:gd name="csY41" fmla="*/ 38992 h 122466"/>
              <a:gd name="csX42" fmla="*/ 120506 w 170134"/>
              <a:gd name="csY42" fmla="*/ 31898 h 122466"/>
              <a:gd name="csX43" fmla="*/ 120506 w 170134"/>
              <a:gd name="csY43" fmla="*/ 17728 h 122466"/>
              <a:gd name="csX44" fmla="*/ 127601 w 170134"/>
              <a:gd name="csY44" fmla="*/ 10634 h 122466"/>
              <a:gd name="csX45" fmla="*/ 85067 w 170134"/>
              <a:gd name="csY45" fmla="*/ 24805 h 122466"/>
              <a:gd name="csX46" fmla="*/ 92162 w 170134"/>
              <a:gd name="csY46" fmla="*/ 31898 h 122466"/>
              <a:gd name="csX47" fmla="*/ 85067 w 170134"/>
              <a:gd name="csY47" fmla="*/ 38992 h 122466"/>
              <a:gd name="csX48" fmla="*/ 77973 w 170134"/>
              <a:gd name="csY48" fmla="*/ 31898 h 122466"/>
              <a:gd name="csX49" fmla="*/ 85067 w 170134"/>
              <a:gd name="csY49" fmla="*/ 24805 h 122466"/>
              <a:gd name="csX50" fmla="*/ 18494 w 170134"/>
              <a:gd name="csY50" fmla="*/ 53672 h 122466"/>
              <a:gd name="csX51" fmla="*/ 0 w 170134"/>
              <a:gd name="csY51" fmla="*/ 74528 h 122466"/>
              <a:gd name="csX52" fmla="*/ 75250 w 170134"/>
              <a:gd name="csY52" fmla="*/ 106203 h 122466"/>
              <a:gd name="csX53" fmla="*/ 71201 w 170134"/>
              <a:gd name="csY53" fmla="*/ 110268 h 122466"/>
              <a:gd name="csX54" fmla="*/ 69602 w 170134"/>
              <a:gd name="csY54" fmla="*/ 112565 h 122466"/>
              <a:gd name="csX55" fmla="*/ 69006 w 170134"/>
              <a:gd name="csY55" fmla="*/ 115304 h 122466"/>
              <a:gd name="csX56" fmla="*/ 69534 w 170134"/>
              <a:gd name="csY56" fmla="*/ 118059 h 122466"/>
              <a:gd name="csX57" fmla="*/ 71099 w 170134"/>
              <a:gd name="csY57" fmla="*/ 120390 h 122466"/>
              <a:gd name="csX58" fmla="*/ 73430 w 170134"/>
              <a:gd name="csY58" fmla="*/ 121938 h 122466"/>
              <a:gd name="csX59" fmla="*/ 76169 w 170134"/>
              <a:gd name="csY59" fmla="*/ 122465 h 122466"/>
              <a:gd name="csX60" fmla="*/ 78908 w 170134"/>
              <a:gd name="csY60" fmla="*/ 121887 h 122466"/>
              <a:gd name="csX61" fmla="*/ 81222 w 170134"/>
              <a:gd name="csY61" fmla="*/ 120288 h 122466"/>
              <a:gd name="csX62" fmla="*/ 97164 w 170134"/>
              <a:gd name="csY62" fmla="*/ 104349 h 122466"/>
              <a:gd name="csX63" fmla="*/ 99239 w 170134"/>
              <a:gd name="csY63" fmla="*/ 99330 h 122466"/>
              <a:gd name="csX64" fmla="*/ 97164 w 170134"/>
              <a:gd name="csY64" fmla="*/ 94312 h 122466"/>
              <a:gd name="csX65" fmla="*/ 81222 w 170134"/>
              <a:gd name="csY65" fmla="*/ 78373 h 122466"/>
              <a:gd name="csX66" fmla="*/ 78891 w 170134"/>
              <a:gd name="csY66" fmla="*/ 76790 h 122466"/>
              <a:gd name="csX67" fmla="*/ 76135 w 170134"/>
              <a:gd name="csY67" fmla="*/ 76229 h 122466"/>
              <a:gd name="csX68" fmla="*/ 72171 w 170134"/>
              <a:gd name="csY68" fmla="*/ 77437 h 122466"/>
              <a:gd name="csX69" fmla="*/ 69568 w 170134"/>
              <a:gd name="csY69" fmla="*/ 80652 h 122466"/>
              <a:gd name="csX70" fmla="*/ 69193 w 170134"/>
              <a:gd name="csY70" fmla="*/ 84769 h 122466"/>
              <a:gd name="csX71" fmla="*/ 71201 w 170134"/>
              <a:gd name="csY71" fmla="*/ 88392 h 122466"/>
              <a:gd name="csX72" fmla="*/ 74808 w 170134"/>
              <a:gd name="csY72" fmla="*/ 92016 h 122466"/>
              <a:gd name="csX73" fmla="*/ 14172 w 170134"/>
              <a:gd name="csY73" fmla="*/ 74528 h 122466"/>
              <a:gd name="csX74" fmla="*/ 38348 w 170134"/>
              <a:gd name="csY74" fmla="*/ 61923 h 122466"/>
              <a:gd name="csX75" fmla="*/ 18494 w 170134"/>
              <a:gd name="csY75" fmla="*/ 53672 h 122466"/>
              <a:gd name="csX76" fmla="*/ 151640 w 170134"/>
              <a:gd name="csY76" fmla="*/ 53672 h 122466"/>
              <a:gd name="csX77" fmla="*/ 131803 w 170134"/>
              <a:gd name="csY77" fmla="*/ 61923 h 122466"/>
              <a:gd name="csX78" fmla="*/ 155962 w 170134"/>
              <a:gd name="csY78" fmla="*/ 74528 h 122466"/>
              <a:gd name="csX79" fmla="*/ 123245 w 170134"/>
              <a:gd name="csY79" fmla="*/ 88953 h 122466"/>
              <a:gd name="csX80" fmla="*/ 117580 w 170134"/>
              <a:gd name="csY80" fmla="*/ 97221 h 122466"/>
              <a:gd name="csX81" fmla="*/ 125848 w 170134"/>
              <a:gd name="csY81" fmla="*/ 102885 h 122466"/>
              <a:gd name="csX82" fmla="*/ 170134 w 170134"/>
              <a:gd name="csY82" fmla="*/ 74528 h 122466"/>
              <a:gd name="csX83" fmla="*/ 151640 w 170134"/>
              <a:gd name="csY83" fmla="*/ 53672 h 122466"/>
            </a:gdLst>
            <a:ahLst/>
            <a:cxnLst/>
            <a:rect l="l" t="t" r="r" b="b"/>
            <a:pathLst>
              <a:path w="100000" h="100000">
                <a:moveTo>
                  <a:pt x="24740" y="14010"/>
                </a:moveTo>
                <a:cubicBezTo>
                  <a:pt x="19050" y="14010"/>
                  <a:pt x="15710" y="17690"/>
                  <a:pt x="15350" y="18110"/>
                </a:cubicBezTo>
                <a:cubicBezTo>
                  <a:pt x="14230" y="19399"/>
                  <a:pt x="14380" y="21340"/>
                  <a:pt x="15650" y="22469"/>
                </a:cubicBezTo>
                <a:cubicBezTo>
                  <a:pt x="16930" y="23599"/>
                  <a:pt x="18890" y="23479"/>
                  <a:pt x="20050" y="22219"/>
                </a:cubicBezTo>
                <a:cubicBezTo>
                  <a:pt x="20120" y="22139"/>
                  <a:pt x="21870" y="20259"/>
                  <a:pt x="24740" y="20259"/>
                </a:cubicBezTo>
                <a:cubicBezTo>
                  <a:pt x="26990" y="20259"/>
                  <a:pt x="28130" y="21129"/>
                  <a:pt x="28130" y="22859"/>
                </a:cubicBezTo>
                <a:cubicBezTo>
                  <a:pt x="28130" y="24989"/>
                  <a:pt x="25840" y="25469"/>
                  <a:pt x="25040" y="25469"/>
                </a:cubicBezTo>
                <a:lnTo>
                  <a:pt x="23960" y="25469"/>
                </a:lnTo>
                <a:cubicBezTo>
                  <a:pt x="22240" y="25469"/>
                  <a:pt x="20840" y="26869"/>
                  <a:pt x="20840" y="28589"/>
                </a:cubicBezTo>
                <a:cubicBezTo>
                  <a:pt x="20840" y="30318"/>
                  <a:pt x="22240" y="31718"/>
                  <a:pt x="23960" y="31718"/>
                </a:cubicBezTo>
                <a:cubicBezTo>
                  <a:pt x="25900" y="31718"/>
                  <a:pt x="29170" y="32268"/>
                  <a:pt x="29170" y="34318"/>
                </a:cubicBezTo>
                <a:cubicBezTo>
                  <a:pt x="29170" y="36588"/>
                  <a:pt x="26730" y="36927"/>
                  <a:pt x="25280" y="36927"/>
                </a:cubicBezTo>
                <a:cubicBezTo>
                  <a:pt x="21910" y="36927"/>
                  <a:pt x="20120" y="35038"/>
                  <a:pt x="20080" y="34988"/>
                </a:cubicBezTo>
                <a:cubicBezTo>
                  <a:pt x="18950" y="33688"/>
                  <a:pt x="16970" y="33548"/>
                  <a:pt x="15670" y="34667"/>
                </a:cubicBezTo>
                <a:cubicBezTo>
                  <a:pt x="14360" y="35798"/>
                  <a:pt x="14220" y="37767"/>
                  <a:pt x="15340" y="39077"/>
                </a:cubicBezTo>
                <a:cubicBezTo>
                  <a:pt x="15710" y="39497"/>
                  <a:pt x="19060" y="43177"/>
                  <a:pt x="25280" y="43177"/>
                </a:cubicBezTo>
                <a:cubicBezTo>
                  <a:pt x="31340" y="43177"/>
                  <a:pt x="35420" y="39617"/>
                  <a:pt x="35420" y="34318"/>
                </a:cubicBezTo>
                <a:cubicBezTo>
                  <a:pt x="35420" y="31818"/>
                  <a:pt x="34390" y="29708"/>
                  <a:pt x="32580" y="28168"/>
                </a:cubicBezTo>
                <a:cubicBezTo>
                  <a:pt x="33690" y="26769"/>
                  <a:pt x="34380" y="24979"/>
                  <a:pt x="34380" y="22859"/>
                </a:cubicBezTo>
                <a:cubicBezTo>
                  <a:pt x="34380" y="17650"/>
                  <a:pt x="30420" y="14010"/>
                  <a:pt x="24740" y="14010"/>
                </a:cubicBezTo>
                <a:close/>
                <a:moveTo>
                  <a:pt x="75000" y="14010"/>
                </a:moveTo>
                <a:cubicBezTo>
                  <a:pt x="69260" y="14010"/>
                  <a:pt x="64580" y="18679"/>
                  <a:pt x="64580" y="24429"/>
                </a:cubicBezTo>
                <a:lnTo>
                  <a:pt x="64580" y="32758"/>
                </a:lnTo>
                <a:cubicBezTo>
                  <a:pt x="64580" y="38497"/>
                  <a:pt x="69260" y="43177"/>
                  <a:pt x="75000" y="43177"/>
                </a:cubicBezTo>
                <a:cubicBezTo>
                  <a:pt x="80740" y="43177"/>
                  <a:pt x="85420" y="38497"/>
                  <a:pt x="85420" y="32758"/>
                </a:cubicBezTo>
                <a:lnTo>
                  <a:pt x="85420" y="24429"/>
                </a:lnTo>
                <a:cubicBezTo>
                  <a:pt x="85420" y="18679"/>
                  <a:pt x="80740" y="14010"/>
                  <a:pt x="75000" y="14010"/>
                </a:cubicBezTo>
                <a:close/>
                <a:moveTo>
                  <a:pt x="54020" y="14010"/>
                </a:moveTo>
                <a:cubicBezTo>
                  <a:pt x="49030" y="14241"/>
                  <a:pt x="39580" y="18340"/>
                  <a:pt x="39580" y="32208"/>
                </a:cubicBezTo>
                <a:cubicBezTo>
                  <a:pt x="39580" y="32278"/>
                  <a:pt x="39600" y="32328"/>
                  <a:pt x="39600" y="32388"/>
                </a:cubicBezTo>
                <a:cubicBezTo>
                  <a:pt x="39600" y="32508"/>
                  <a:pt x="39580" y="32628"/>
                  <a:pt x="39580" y="32758"/>
                </a:cubicBezTo>
                <a:cubicBezTo>
                  <a:pt x="39580" y="38497"/>
                  <a:pt x="44260" y="43177"/>
                  <a:pt x="50000" y="43177"/>
                </a:cubicBezTo>
                <a:cubicBezTo>
                  <a:pt x="55740" y="43177"/>
                  <a:pt x="60420" y="38497"/>
                  <a:pt x="60420" y="32758"/>
                </a:cubicBezTo>
                <a:cubicBezTo>
                  <a:pt x="60420" y="27019"/>
                  <a:pt x="55740" y="22339"/>
                  <a:pt x="50000" y="22339"/>
                </a:cubicBezTo>
                <a:cubicBezTo>
                  <a:pt x="49820" y="22339"/>
                  <a:pt x="49640" y="22359"/>
                  <a:pt x="49460" y="22369"/>
                </a:cubicBezTo>
                <a:cubicBezTo>
                  <a:pt x="51560" y="20550"/>
                  <a:pt x="53870" y="20289"/>
                  <a:pt x="54330" y="20259"/>
                </a:cubicBezTo>
                <a:cubicBezTo>
                  <a:pt x="56040" y="20159"/>
                  <a:pt x="57360" y="18709"/>
                  <a:pt x="57290" y="16990"/>
                </a:cubicBezTo>
                <a:cubicBezTo>
                  <a:pt x="57210" y="15270"/>
                  <a:pt x="55760" y="13960"/>
                  <a:pt x="54020" y="14010"/>
                </a:cubicBezTo>
                <a:close/>
                <a:moveTo>
                  <a:pt x="75000" y="20259"/>
                </a:moveTo>
                <a:cubicBezTo>
                  <a:pt x="77300" y="20259"/>
                  <a:pt x="79170" y="22130"/>
                  <a:pt x="79170" y="24429"/>
                </a:cubicBezTo>
                <a:lnTo>
                  <a:pt x="79170" y="32758"/>
                </a:lnTo>
                <a:cubicBezTo>
                  <a:pt x="79170" y="35058"/>
                  <a:pt x="77300" y="36927"/>
                  <a:pt x="75000" y="36927"/>
                </a:cubicBezTo>
                <a:cubicBezTo>
                  <a:pt x="72700" y="36927"/>
                  <a:pt x="70830" y="35058"/>
                  <a:pt x="70830" y="32758"/>
                </a:cubicBezTo>
                <a:lnTo>
                  <a:pt x="70830" y="24429"/>
                </a:lnTo>
                <a:cubicBezTo>
                  <a:pt x="70830" y="22130"/>
                  <a:pt x="72700" y="20259"/>
                  <a:pt x="75000" y="20259"/>
                </a:cubicBezTo>
                <a:close/>
                <a:moveTo>
                  <a:pt x="50000" y="28589"/>
                </a:moveTo>
                <a:cubicBezTo>
                  <a:pt x="52300" y="28589"/>
                  <a:pt x="54170" y="30458"/>
                  <a:pt x="54170" y="32758"/>
                </a:cubicBezTo>
                <a:cubicBezTo>
                  <a:pt x="54170" y="35058"/>
                  <a:pt x="52300" y="36927"/>
                  <a:pt x="50000" y="36927"/>
                </a:cubicBezTo>
                <a:cubicBezTo>
                  <a:pt x="47700" y="36927"/>
                  <a:pt x="45830" y="35058"/>
                  <a:pt x="45830" y="32758"/>
                </a:cubicBezTo>
                <a:cubicBezTo>
                  <a:pt x="45830" y="30458"/>
                  <a:pt x="47700" y="28589"/>
                  <a:pt x="50000" y="28589"/>
                </a:cubicBezTo>
                <a:close/>
                <a:moveTo>
                  <a:pt x="10870" y="45556"/>
                </a:moveTo>
                <a:cubicBezTo>
                  <a:pt x="4240" y="48546"/>
                  <a:pt x="0" y="52605"/>
                  <a:pt x="0" y="57814"/>
                </a:cubicBezTo>
                <a:cubicBezTo>
                  <a:pt x="0" y="69673"/>
                  <a:pt x="21960" y="75562"/>
                  <a:pt x="44230" y="76432"/>
                </a:cubicBezTo>
                <a:lnTo>
                  <a:pt x="41850" y="78821"/>
                </a:lnTo>
                <a:cubicBezTo>
                  <a:pt x="41450" y="79202"/>
                  <a:pt x="41130" y="79661"/>
                  <a:pt x="40910" y="80172"/>
                </a:cubicBezTo>
                <a:cubicBezTo>
                  <a:pt x="40690" y="80681"/>
                  <a:pt x="40570" y="81231"/>
                  <a:pt x="40560" y="81781"/>
                </a:cubicBezTo>
                <a:cubicBezTo>
                  <a:pt x="40560" y="82341"/>
                  <a:pt x="40660" y="82891"/>
                  <a:pt x="40870" y="83401"/>
                </a:cubicBezTo>
                <a:cubicBezTo>
                  <a:pt x="41080" y="83911"/>
                  <a:pt x="41390" y="84381"/>
                  <a:pt x="41790" y="84771"/>
                </a:cubicBezTo>
                <a:cubicBezTo>
                  <a:pt x="42180" y="85161"/>
                  <a:pt x="42640" y="85471"/>
                  <a:pt x="43160" y="85681"/>
                </a:cubicBezTo>
                <a:cubicBezTo>
                  <a:pt x="43670" y="85891"/>
                  <a:pt x="44220" y="86000"/>
                  <a:pt x="44770" y="85990"/>
                </a:cubicBezTo>
                <a:cubicBezTo>
                  <a:pt x="45330" y="85990"/>
                  <a:pt x="45880" y="85871"/>
                  <a:pt x="46380" y="85651"/>
                </a:cubicBezTo>
                <a:cubicBezTo>
                  <a:pt x="46890" y="85431"/>
                  <a:pt x="47350" y="85111"/>
                  <a:pt x="47740" y="84711"/>
                </a:cubicBezTo>
                <a:lnTo>
                  <a:pt x="57110" y="75342"/>
                </a:lnTo>
                <a:cubicBezTo>
                  <a:pt x="57890" y="74552"/>
                  <a:pt x="58330" y="73502"/>
                  <a:pt x="58330" y="72392"/>
                </a:cubicBezTo>
                <a:cubicBezTo>
                  <a:pt x="58330" y="71293"/>
                  <a:pt x="57890" y="70233"/>
                  <a:pt x="57110" y="69443"/>
                </a:cubicBezTo>
                <a:lnTo>
                  <a:pt x="47740" y="60074"/>
                </a:lnTo>
                <a:cubicBezTo>
                  <a:pt x="47350" y="59674"/>
                  <a:pt x="46880" y="59354"/>
                  <a:pt x="46370" y="59144"/>
                </a:cubicBezTo>
                <a:cubicBezTo>
                  <a:pt x="45860" y="58924"/>
                  <a:pt x="45300" y="58814"/>
                  <a:pt x="44750" y="58814"/>
                </a:cubicBezTo>
                <a:cubicBezTo>
                  <a:pt x="43920" y="58814"/>
                  <a:pt x="43110" y="59065"/>
                  <a:pt x="42420" y="59524"/>
                </a:cubicBezTo>
                <a:cubicBezTo>
                  <a:pt x="41740" y="59984"/>
                  <a:pt x="41200" y="60644"/>
                  <a:pt x="40890" y="61414"/>
                </a:cubicBezTo>
                <a:cubicBezTo>
                  <a:pt x="40580" y="62184"/>
                  <a:pt x="40500" y="63024"/>
                  <a:pt x="40670" y="63834"/>
                </a:cubicBezTo>
                <a:cubicBezTo>
                  <a:pt x="40840" y="64643"/>
                  <a:pt x="41250" y="65383"/>
                  <a:pt x="41850" y="65963"/>
                </a:cubicBezTo>
                <a:lnTo>
                  <a:pt x="43970" y="68093"/>
                </a:lnTo>
                <a:cubicBezTo>
                  <a:pt x="20460" y="67124"/>
                  <a:pt x="8330" y="60684"/>
                  <a:pt x="8330" y="57814"/>
                </a:cubicBezTo>
                <a:cubicBezTo>
                  <a:pt x="8330" y="56005"/>
                  <a:pt x="13150" y="52785"/>
                  <a:pt x="22540" y="50406"/>
                </a:cubicBezTo>
                <a:cubicBezTo>
                  <a:pt x="17670" y="49095"/>
                  <a:pt x="13690" y="47436"/>
                  <a:pt x="10870" y="45556"/>
                </a:cubicBezTo>
                <a:close/>
                <a:moveTo>
                  <a:pt x="89130" y="45556"/>
                </a:moveTo>
                <a:cubicBezTo>
                  <a:pt x="86310" y="47436"/>
                  <a:pt x="82330" y="49095"/>
                  <a:pt x="77470" y="50406"/>
                </a:cubicBezTo>
                <a:cubicBezTo>
                  <a:pt x="86860" y="52785"/>
                  <a:pt x="91670" y="56005"/>
                  <a:pt x="91670" y="57814"/>
                </a:cubicBezTo>
                <a:cubicBezTo>
                  <a:pt x="91670" y="59115"/>
                  <a:pt x="87110" y="63553"/>
                  <a:pt x="72440" y="66293"/>
                </a:cubicBezTo>
                <a:cubicBezTo>
                  <a:pt x="70180" y="66713"/>
                  <a:pt x="68690" y="68893"/>
                  <a:pt x="69110" y="71153"/>
                </a:cubicBezTo>
                <a:cubicBezTo>
                  <a:pt x="69540" y="73412"/>
                  <a:pt x="71720" y="74912"/>
                  <a:pt x="73970" y="74482"/>
                </a:cubicBezTo>
                <a:cubicBezTo>
                  <a:pt x="90760" y="71343"/>
                  <a:pt x="100000" y="65423"/>
                  <a:pt x="100000" y="57814"/>
                </a:cubicBezTo>
                <a:cubicBezTo>
                  <a:pt x="100000" y="52605"/>
                  <a:pt x="95770" y="48546"/>
                  <a:pt x="89130" y="4555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5" name="Красный — SVG 54">
            <a:extLst>
              <a:ext uri="{FF2B5EF4-FFF2-40B4-BE49-F238E27FC236}">
                <a16:creationId xmlns:a16="http://schemas.microsoft.com/office/drawing/2014/main" id="{25C4CDD5-E290-4B4F-AF61-4FE289550395}"/>
              </a:ext>
            </a:extLst>
          </p:cNvPr>
          <p:cNvSpPr>
            <a:spLocks noGrp="1"/>
          </p:cNvSpPr>
          <p:nvPr/>
        </p:nvSpPr>
        <p:spPr>
          <a:xfrm>
            <a:off x="10620000" y="1670000"/>
            <a:ext cx="220000" cy="220000"/>
          </a:xfrm>
          <a:custGeom>
            <a:avLst/>
            <a:gdLst>
              <a:gd name="csX0" fmla="*/ 26575 w 127600"/>
              <a:gd name="csY0" fmla="*/ 0 h 127583"/>
              <a:gd name="csX1" fmla="*/ 0 w 127600"/>
              <a:gd name="csY1" fmla="*/ 26572 h 127583"/>
              <a:gd name="csX2" fmla="*/ 0 w 127600"/>
              <a:gd name="csY2" fmla="*/ 100995 h 127583"/>
              <a:gd name="csX3" fmla="*/ 26575 w 127600"/>
              <a:gd name="csY3" fmla="*/ 127583 h 127583"/>
              <a:gd name="csX4" fmla="*/ 101009 w 127600"/>
              <a:gd name="csY4" fmla="*/ 127583 h 127583"/>
              <a:gd name="csX5" fmla="*/ 127601 w 127600"/>
              <a:gd name="csY5" fmla="*/ 100995 h 127583"/>
              <a:gd name="csX6" fmla="*/ 127601 w 127600"/>
              <a:gd name="csY6" fmla="*/ 26572 h 127583"/>
              <a:gd name="csX7" fmla="*/ 101009 w 127600"/>
              <a:gd name="csY7" fmla="*/ 0 h 127583"/>
              <a:gd name="csX8" fmla="*/ 26575 w 127600"/>
              <a:gd name="csY8" fmla="*/ 0 h 127583"/>
              <a:gd name="csX9" fmla="*/ 53167 w 127600"/>
              <a:gd name="csY9" fmla="*/ 31896 h 127583"/>
              <a:gd name="csX10" fmla="*/ 58271 w 127600"/>
              <a:gd name="csY10" fmla="*/ 35689 h 127583"/>
              <a:gd name="csX11" fmla="*/ 74213 w 127600"/>
              <a:gd name="csY11" fmla="*/ 88849 h 127583"/>
              <a:gd name="csX12" fmla="*/ 70640 w 127600"/>
              <a:gd name="csY12" fmla="*/ 95467 h 127583"/>
              <a:gd name="csX13" fmla="*/ 69109 w 127600"/>
              <a:gd name="csY13" fmla="*/ 95687 h 127583"/>
              <a:gd name="csX14" fmla="*/ 64021 w 127600"/>
              <a:gd name="csY14" fmla="*/ 91894 h 127583"/>
              <a:gd name="csX15" fmla="*/ 61963 w 127600"/>
              <a:gd name="csY15" fmla="*/ 85056 h 127583"/>
              <a:gd name="csX16" fmla="*/ 44371 w 127600"/>
              <a:gd name="csY16" fmla="*/ 85056 h 127583"/>
              <a:gd name="csX17" fmla="*/ 42313 w 127600"/>
              <a:gd name="csY17" fmla="*/ 91894 h 127583"/>
              <a:gd name="csX18" fmla="*/ 35694 w 127600"/>
              <a:gd name="csY18" fmla="*/ 95467 h 127583"/>
              <a:gd name="csX19" fmla="*/ 32121 w 127600"/>
              <a:gd name="csY19" fmla="*/ 88849 h 127583"/>
              <a:gd name="csX20" fmla="*/ 48063 w 127600"/>
              <a:gd name="csY20" fmla="*/ 35689 h 127583"/>
              <a:gd name="csX21" fmla="*/ 53167 w 127600"/>
              <a:gd name="csY21" fmla="*/ 31896 h 127583"/>
              <a:gd name="csX22" fmla="*/ 86837 w 127600"/>
              <a:gd name="csY22" fmla="*/ 37203 h 127583"/>
              <a:gd name="csX23" fmla="*/ 93931 w 127600"/>
              <a:gd name="csY23" fmla="*/ 44297 h 127583"/>
              <a:gd name="csX24" fmla="*/ 86837 w 127600"/>
              <a:gd name="csY24" fmla="*/ 51390 h 127583"/>
              <a:gd name="csX25" fmla="*/ 79742 w 127600"/>
              <a:gd name="csY25" fmla="*/ 44297 h 127583"/>
              <a:gd name="csX26" fmla="*/ 86837 w 127600"/>
              <a:gd name="csY26" fmla="*/ 37203 h 127583"/>
              <a:gd name="csX27" fmla="*/ 53167 w 127600"/>
              <a:gd name="csY27" fmla="*/ 55711 h 127583"/>
              <a:gd name="csX28" fmla="*/ 47569 w 127600"/>
              <a:gd name="csY28" fmla="*/ 74424 h 127583"/>
              <a:gd name="csX29" fmla="*/ 58764 w 127600"/>
              <a:gd name="csY29" fmla="*/ 74424 h 127583"/>
              <a:gd name="csX30" fmla="*/ 53167 w 127600"/>
              <a:gd name="csY30" fmla="*/ 55711 h 127583"/>
              <a:gd name="csX31" fmla="*/ 86837 w 127600"/>
              <a:gd name="csY31" fmla="*/ 56698 h 127583"/>
              <a:gd name="csX32" fmla="*/ 92162 w 127600"/>
              <a:gd name="csY32" fmla="*/ 62022 h 127583"/>
              <a:gd name="csX33" fmla="*/ 92162 w 127600"/>
              <a:gd name="csY33" fmla="*/ 90363 h 127583"/>
              <a:gd name="csX34" fmla="*/ 86837 w 127600"/>
              <a:gd name="csY34" fmla="*/ 95687 h 127583"/>
              <a:gd name="csX35" fmla="*/ 81528 w 127600"/>
              <a:gd name="csY35" fmla="*/ 90363 h 127583"/>
              <a:gd name="csX36" fmla="*/ 81528 w 127600"/>
              <a:gd name="csY36" fmla="*/ 62022 h 127583"/>
              <a:gd name="csX37" fmla="*/ 86837 w 127600"/>
              <a:gd name="csY37" fmla="*/ 56698 h 127583"/>
            </a:gdLst>
            <a:ahLst/>
            <a:cxnLst/>
            <a:rect l="l" t="t" r="r" b="b"/>
            <a:pathLst>
              <a:path w="100000" h="100000">
                <a:moveTo>
                  <a:pt x="20827" y="7"/>
                </a:moveTo>
                <a:cubicBezTo>
                  <a:pt x="9373" y="7"/>
                  <a:pt x="0" y="9379"/>
                  <a:pt x="0" y="20831"/>
                </a:cubicBezTo>
                <a:lnTo>
                  <a:pt x="0" y="79156"/>
                </a:lnTo>
                <a:cubicBezTo>
                  <a:pt x="0" y="90621"/>
                  <a:pt x="9373" y="99993"/>
                  <a:pt x="20827" y="99993"/>
                </a:cubicBezTo>
                <a:lnTo>
                  <a:pt x="79161" y="99993"/>
                </a:lnTo>
                <a:cubicBezTo>
                  <a:pt x="90627" y="99993"/>
                  <a:pt x="100001" y="90621"/>
                  <a:pt x="100001" y="79156"/>
                </a:cubicBezTo>
                <a:lnTo>
                  <a:pt x="100001" y="20831"/>
                </a:lnTo>
                <a:cubicBezTo>
                  <a:pt x="100001" y="9379"/>
                  <a:pt x="90627" y="7"/>
                  <a:pt x="79161" y="7"/>
                </a:cubicBezTo>
                <a:lnTo>
                  <a:pt x="20827" y="7"/>
                </a:lnTo>
                <a:close/>
                <a:moveTo>
                  <a:pt x="41667" y="25004"/>
                </a:moveTo>
                <a:cubicBezTo>
                  <a:pt x="43494" y="25004"/>
                  <a:pt x="45134" y="26203"/>
                  <a:pt x="45667" y="27976"/>
                </a:cubicBezTo>
                <a:lnTo>
                  <a:pt x="58161" y="69638"/>
                </a:lnTo>
                <a:cubicBezTo>
                  <a:pt x="58800" y="71837"/>
                  <a:pt x="57560" y="74157"/>
                  <a:pt x="55361" y="74824"/>
                </a:cubicBezTo>
                <a:cubicBezTo>
                  <a:pt x="54973" y="74943"/>
                  <a:pt x="54560" y="74996"/>
                  <a:pt x="54161" y="74996"/>
                </a:cubicBezTo>
                <a:cubicBezTo>
                  <a:pt x="52361" y="74996"/>
                  <a:pt x="50720" y="73824"/>
                  <a:pt x="50173" y="72024"/>
                </a:cubicBezTo>
                <a:lnTo>
                  <a:pt x="48560" y="66665"/>
                </a:lnTo>
                <a:lnTo>
                  <a:pt x="34774" y="66665"/>
                </a:lnTo>
                <a:lnTo>
                  <a:pt x="33161" y="72024"/>
                </a:lnTo>
                <a:cubicBezTo>
                  <a:pt x="32494" y="74224"/>
                  <a:pt x="30200" y="75464"/>
                  <a:pt x="27973" y="74824"/>
                </a:cubicBezTo>
                <a:cubicBezTo>
                  <a:pt x="25774" y="74157"/>
                  <a:pt x="24534" y="71837"/>
                  <a:pt x="25173" y="69638"/>
                </a:cubicBezTo>
                <a:lnTo>
                  <a:pt x="37667" y="27976"/>
                </a:lnTo>
                <a:cubicBezTo>
                  <a:pt x="38200" y="26203"/>
                  <a:pt x="39827" y="25004"/>
                  <a:pt x="41667" y="25004"/>
                </a:cubicBezTo>
                <a:close/>
                <a:moveTo>
                  <a:pt x="68054" y="29163"/>
                </a:moveTo>
                <a:cubicBezTo>
                  <a:pt x="71107" y="29163"/>
                  <a:pt x="73614" y="31669"/>
                  <a:pt x="73614" y="34722"/>
                </a:cubicBezTo>
                <a:cubicBezTo>
                  <a:pt x="73614" y="37775"/>
                  <a:pt x="71107" y="40281"/>
                  <a:pt x="68054" y="40281"/>
                </a:cubicBezTo>
                <a:cubicBezTo>
                  <a:pt x="65000" y="40281"/>
                  <a:pt x="62494" y="37775"/>
                  <a:pt x="62494" y="34722"/>
                </a:cubicBezTo>
                <a:cubicBezTo>
                  <a:pt x="62494" y="31669"/>
                  <a:pt x="65000" y="29163"/>
                  <a:pt x="68054" y="29163"/>
                </a:cubicBezTo>
                <a:close/>
                <a:moveTo>
                  <a:pt x="41667" y="43667"/>
                </a:moveTo>
                <a:lnTo>
                  <a:pt x="37280" y="58333"/>
                </a:lnTo>
                <a:lnTo>
                  <a:pt x="46053" y="58333"/>
                </a:lnTo>
                <a:lnTo>
                  <a:pt x="41667" y="43667"/>
                </a:lnTo>
                <a:close/>
                <a:moveTo>
                  <a:pt x="68054" y="44441"/>
                </a:moveTo>
                <a:cubicBezTo>
                  <a:pt x="70361" y="44441"/>
                  <a:pt x="72227" y="46308"/>
                  <a:pt x="72227" y="48613"/>
                </a:cubicBezTo>
                <a:lnTo>
                  <a:pt x="72227" y="70824"/>
                </a:lnTo>
                <a:cubicBezTo>
                  <a:pt x="72227" y="73130"/>
                  <a:pt x="70361" y="74996"/>
                  <a:pt x="68054" y="74996"/>
                </a:cubicBezTo>
                <a:cubicBezTo>
                  <a:pt x="65747" y="74996"/>
                  <a:pt x="63893" y="73130"/>
                  <a:pt x="63893" y="70824"/>
                </a:cubicBezTo>
                <a:lnTo>
                  <a:pt x="63893" y="48613"/>
                </a:lnTo>
                <a:cubicBezTo>
                  <a:pt x="63893" y="46308"/>
                  <a:pt x="65747" y="44441"/>
                  <a:pt x="68054" y="4444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6" name="Красный — SVG 55">
            <a:extLst>
              <a:ext uri="{FF2B5EF4-FFF2-40B4-BE49-F238E27FC236}">
                <a16:creationId xmlns:a16="http://schemas.microsoft.com/office/drawing/2014/main" id="{78079E57-3E99-184C-A131-E8F3E310C989}"/>
              </a:ext>
            </a:extLst>
          </p:cNvPr>
          <p:cNvSpPr>
            <a:spLocks noGrp="1"/>
          </p:cNvSpPr>
          <p:nvPr/>
        </p:nvSpPr>
        <p:spPr>
          <a:xfrm>
            <a:off x="420000" y="1930000"/>
            <a:ext cx="220000" cy="220000"/>
          </a:xfrm>
          <a:custGeom>
            <a:avLst/>
            <a:gdLst>
              <a:gd name="csX0" fmla="*/ 63644 w 141641"/>
              <a:gd name="csY0" fmla="*/ 4491 h 141621"/>
              <a:gd name="csX1" fmla="*/ 70340 w 141641"/>
              <a:gd name="csY1" fmla="*/ 18984 h 141621"/>
              <a:gd name="csX2" fmla="*/ 94233 w 141641"/>
              <a:gd name="csY2" fmla="*/ 42885 h 141621"/>
              <a:gd name="csX3" fmla="*/ 108726 w 141641"/>
              <a:gd name="csY3" fmla="*/ 49570 h 141621"/>
              <a:gd name="csX4" fmla="*/ 108726 w 141641"/>
              <a:gd name="csY4" fmla="*/ 63638 h 141621"/>
              <a:gd name="csX5" fmla="*/ 94233 w 141641"/>
              <a:gd name="csY5" fmla="*/ 70324 h 141621"/>
              <a:gd name="csX6" fmla="*/ 70340 w 141641"/>
              <a:gd name="csY6" fmla="*/ 94224 h 141621"/>
              <a:gd name="csX7" fmla="*/ 63644 w 141641"/>
              <a:gd name="csY7" fmla="*/ 108718 h 141621"/>
              <a:gd name="csX8" fmla="*/ 49580 w 141641"/>
              <a:gd name="csY8" fmla="*/ 108718 h 141621"/>
              <a:gd name="csX9" fmla="*/ 42885 w 141641"/>
              <a:gd name="csY9" fmla="*/ 94224 h 141621"/>
              <a:gd name="csX10" fmla="*/ 18991 w 141641"/>
              <a:gd name="csY10" fmla="*/ 70324 h 141621"/>
              <a:gd name="csX11" fmla="*/ 4498 w 141641"/>
              <a:gd name="csY11" fmla="*/ 63638 h 141621"/>
              <a:gd name="csX12" fmla="*/ 4498 w 141641"/>
              <a:gd name="csY12" fmla="*/ 49570 h 141621"/>
              <a:gd name="csX13" fmla="*/ 18991 w 141641"/>
              <a:gd name="csY13" fmla="*/ 42885 h 141621"/>
              <a:gd name="csX14" fmla="*/ 42885 w 141641"/>
              <a:gd name="csY14" fmla="*/ 18984 h 141621"/>
              <a:gd name="csX15" fmla="*/ 49580 w 141641"/>
              <a:gd name="csY15" fmla="*/ 4491 h 141621"/>
              <a:gd name="csX16" fmla="*/ 63644 w 141641"/>
              <a:gd name="csY16" fmla="*/ 4491 h 141621"/>
              <a:gd name="csX17" fmla="*/ 112246 w 141641"/>
              <a:gd name="csY17" fmla="*/ 138368 h 141621"/>
              <a:gd name="csX18" fmla="*/ 110658 w 141641"/>
              <a:gd name="csY18" fmla="*/ 133979 h 141621"/>
              <a:gd name="csX19" fmla="*/ 99748 w 141641"/>
              <a:gd name="csY19" fmla="*/ 123058 h 141621"/>
              <a:gd name="csX20" fmla="*/ 95346 w 141641"/>
              <a:gd name="csY20" fmla="*/ 121476 h 141621"/>
              <a:gd name="csX21" fmla="*/ 95346 w 141641"/>
              <a:gd name="csY21" fmla="*/ 112222 h 141621"/>
              <a:gd name="csX22" fmla="*/ 99748 w 141641"/>
              <a:gd name="csY22" fmla="*/ 110640 h 141621"/>
              <a:gd name="csX23" fmla="*/ 110658 w 141641"/>
              <a:gd name="csY23" fmla="*/ 99736 h 141621"/>
              <a:gd name="csX24" fmla="*/ 112246 w 141641"/>
              <a:gd name="csY24" fmla="*/ 95330 h 141621"/>
              <a:gd name="csX25" fmla="*/ 121493 w 141641"/>
              <a:gd name="csY25" fmla="*/ 95330 h 141621"/>
              <a:gd name="csX26" fmla="*/ 123081 w 141641"/>
              <a:gd name="csY26" fmla="*/ 99736 h 141621"/>
              <a:gd name="csX27" fmla="*/ 133991 w 141641"/>
              <a:gd name="csY27" fmla="*/ 110640 h 141621"/>
              <a:gd name="csX28" fmla="*/ 138394 w 141641"/>
              <a:gd name="csY28" fmla="*/ 112222 h 141621"/>
              <a:gd name="csX29" fmla="*/ 138394 w 141641"/>
              <a:gd name="csY29" fmla="*/ 121476 h 141621"/>
              <a:gd name="csX30" fmla="*/ 133991 w 141641"/>
              <a:gd name="csY30" fmla="*/ 123058 h 141621"/>
              <a:gd name="csX31" fmla="*/ 123081 w 141641"/>
              <a:gd name="csY31" fmla="*/ 133979 h 141621"/>
              <a:gd name="csX32" fmla="*/ 121493 w 141641"/>
              <a:gd name="csY32" fmla="*/ 138368 h 141621"/>
              <a:gd name="csX33" fmla="*/ 112246 w 141641"/>
              <a:gd name="csY33" fmla="*/ 138368 h 141621"/>
            </a:gdLst>
            <a:ahLst/>
            <a:cxnLst/>
            <a:rect l="l" t="t" r="r" b="b"/>
            <a:pathLst>
              <a:path w="100000" h="100000">
                <a:moveTo>
                  <a:pt x="44933" y="3178"/>
                </a:moveTo>
                <a:lnTo>
                  <a:pt x="49661" y="13410"/>
                </a:lnTo>
                <a:cubicBezTo>
                  <a:pt x="53101" y="20856"/>
                  <a:pt x="59082" y="26838"/>
                  <a:pt x="66529" y="30284"/>
                </a:cubicBezTo>
                <a:lnTo>
                  <a:pt x="76762" y="35004"/>
                </a:lnTo>
                <a:cubicBezTo>
                  <a:pt x="80996" y="36962"/>
                  <a:pt x="80996" y="42979"/>
                  <a:pt x="76762" y="44936"/>
                </a:cubicBezTo>
                <a:lnTo>
                  <a:pt x="66529" y="49657"/>
                </a:lnTo>
                <a:cubicBezTo>
                  <a:pt x="59080" y="53103"/>
                  <a:pt x="53099" y="59084"/>
                  <a:pt x="49661" y="66530"/>
                </a:cubicBezTo>
                <a:lnTo>
                  <a:pt x="44933" y="76763"/>
                </a:lnTo>
                <a:cubicBezTo>
                  <a:pt x="42977" y="80991"/>
                  <a:pt x="36958" y="80991"/>
                  <a:pt x="35004" y="76763"/>
                </a:cubicBezTo>
                <a:lnTo>
                  <a:pt x="30277" y="66530"/>
                </a:lnTo>
                <a:cubicBezTo>
                  <a:pt x="26836" y="59084"/>
                  <a:pt x="20856" y="53103"/>
                  <a:pt x="13408" y="49657"/>
                </a:cubicBezTo>
                <a:lnTo>
                  <a:pt x="3176" y="44936"/>
                </a:lnTo>
                <a:cubicBezTo>
                  <a:pt x="-1058" y="42979"/>
                  <a:pt x="-1058" y="36962"/>
                  <a:pt x="3176" y="35004"/>
                </a:cubicBezTo>
                <a:lnTo>
                  <a:pt x="13408" y="30284"/>
                </a:lnTo>
                <a:cubicBezTo>
                  <a:pt x="20858" y="26838"/>
                  <a:pt x="26838" y="20856"/>
                  <a:pt x="30277" y="13410"/>
                </a:cubicBezTo>
                <a:lnTo>
                  <a:pt x="35004" y="3178"/>
                </a:lnTo>
                <a:cubicBezTo>
                  <a:pt x="36958" y="-1050"/>
                  <a:pt x="42979" y="-1050"/>
                  <a:pt x="44933" y="3178"/>
                </a:cubicBezTo>
                <a:close/>
                <a:moveTo>
                  <a:pt x="79247" y="97696"/>
                </a:moveTo>
                <a:lnTo>
                  <a:pt x="78126" y="94598"/>
                </a:lnTo>
                <a:cubicBezTo>
                  <a:pt x="76832" y="91007"/>
                  <a:pt x="74009" y="88184"/>
                  <a:pt x="70423" y="86887"/>
                </a:cubicBezTo>
                <a:lnTo>
                  <a:pt x="67315" y="85770"/>
                </a:lnTo>
                <a:cubicBezTo>
                  <a:pt x="64258" y="84665"/>
                  <a:pt x="64258" y="80342"/>
                  <a:pt x="67315" y="79237"/>
                </a:cubicBezTo>
                <a:lnTo>
                  <a:pt x="70423" y="78120"/>
                </a:lnTo>
                <a:cubicBezTo>
                  <a:pt x="74009" y="76823"/>
                  <a:pt x="76832" y="74000"/>
                  <a:pt x="78126" y="70422"/>
                </a:cubicBezTo>
                <a:lnTo>
                  <a:pt x="79247" y="67311"/>
                </a:lnTo>
                <a:cubicBezTo>
                  <a:pt x="80350" y="64260"/>
                  <a:pt x="84672" y="64260"/>
                  <a:pt x="85775" y="67311"/>
                </a:cubicBezTo>
                <a:lnTo>
                  <a:pt x="86896" y="70422"/>
                </a:lnTo>
                <a:cubicBezTo>
                  <a:pt x="88191" y="74000"/>
                  <a:pt x="91013" y="76823"/>
                  <a:pt x="94599" y="78120"/>
                </a:cubicBezTo>
                <a:lnTo>
                  <a:pt x="97708" y="79237"/>
                </a:lnTo>
                <a:cubicBezTo>
                  <a:pt x="100765" y="80342"/>
                  <a:pt x="100765" y="84665"/>
                  <a:pt x="97708" y="85770"/>
                </a:cubicBezTo>
                <a:lnTo>
                  <a:pt x="94599" y="86887"/>
                </a:lnTo>
                <a:cubicBezTo>
                  <a:pt x="91013" y="88184"/>
                  <a:pt x="88191" y="91007"/>
                  <a:pt x="86896" y="94598"/>
                </a:cubicBezTo>
                <a:lnTo>
                  <a:pt x="85775" y="97696"/>
                </a:lnTo>
                <a:cubicBezTo>
                  <a:pt x="84672" y="100759"/>
                  <a:pt x="80348" y="100759"/>
                  <a:pt x="79247" y="9769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7" name="Красный — SVG 56">
            <a:extLst>
              <a:ext uri="{FF2B5EF4-FFF2-40B4-BE49-F238E27FC236}">
                <a16:creationId xmlns:a16="http://schemas.microsoft.com/office/drawing/2014/main" id="{347F88B9-045F-834B-A3F5-38D1D9BE7E88}"/>
              </a:ext>
            </a:extLst>
          </p:cNvPr>
          <p:cNvSpPr>
            <a:spLocks noGrp="1"/>
          </p:cNvSpPr>
          <p:nvPr/>
        </p:nvSpPr>
        <p:spPr>
          <a:xfrm>
            <a:off x="1020000" y="1930000"/>
            <a:ext cx="220000" cy="220000"/>
          </a:xfrm>
          <a:custGeom>
            <a:avLst/>
            <a:gdLst>
              <a:gd name="csX0" fmla="*/ 95700 w 145315"/>
              <a:gd name="csY0" fmla="*/ 0 h 145240"/>
              <a:gd name="csX1" fmla="*/ 91736 w 145315"/>
              <a:gd name="csY1" fmla="*/ 3011 h 145240"/>
              <a:gd name="csX2" fmla="*/ 91396 w 145315"/>
              <a:gd name="csY2" fmla="*/ 4236 h 145240"/>
              <a:gd name="csX3" fmla="*/ 78721 w 145315"/>
              <a:gd name="csY3" fmla="*/ 16909 h 145240"/>
              <a:gd name="csX4" fmla="*/ 77513 w 145315"/>
              <a:gd name="csY4" fmla="*/ 17249 h 145240"/>
              <a:gd name="csX5" fmla="*/ 77513 w 145315"/>
              <a:gd name="csY5" fmla="*/ 25177 h 145240"/>
              <a:gd name="csX6" fmla="*/ 78721 w 145315"/>
              <a:gd name="csY6" fmla="*/ 25500 h 145240"/>
              <a:gd name="csX7" fmla="*/ 91396 w 145315"/>
              <a:gd name="csY7" fmla="*/ 38173 h 145240"/>
              <a:gd name="csX8" fmla="*/ 91736 w 145315"/>
              <a:gd name="csY8" fmla="*/ 39398 h 145240"/>
              <a:gd name="csX9" fmla="*/ 99664 w 145315"/>
              <a:gd name="csY9" fmla="*/ 39398 h 145240"/>
              <a:gd name="csX10" fmla="*/ 100005 w 145315"/>
              <a:gd name="csY10" fmla="*/ 38173 h 145240"/>
              <a:gd name="csX11" fmla="*/ 112680 w 145315"/>
              <a:gd name="csY11" fmla="*/ 25500 h 145240"/>
              <a:gd name="csX12" fmla="*/ 113888 w 145315"/>
              <a:gd name="csY12" fmla="*/ 25177 h 145240"/>
              <a:gd name="csX13" fmla="*/ 113888 w 145315"/>
              <a:gd name="csY13" fmla="*/ 17249 h 145240"/>
              <a:gd name="csX14" fmla="*/ 112680 w 145315"/>
              <a:gd name="csY14" fmla="*/ 16909 h 145240"/>
              <a:gd name="csX15" fmla="*/ 100005 w 145315"/>
              <a:gd name="csY15" fmla="*/ 4236 h 145240"/>
              <a:gd name="csX16" fmla="*/ 99664 w 145315"/>
              <a:gd name="csY16" fmla="*/ 3011 h 145240"/>
              <a:gd name="csX17" fmla="*/ 95700 w 145315"/>
              <a:gd name="csY17" fmla="*/ 0 h 145240"/>
              <a:gd name="csX18" fmla="*/ 19497 w 145315"/>
              <a:gd name="csY18" fmla="*/ 17657 h 145240"/>
              <a:gd name="csX19" fmla="*/ 0 w 145315"/>
              <a:gd name="csY19" fmla="*/ 37152 h 145240"/>
              <a:gd name="csX20" fmla="*/ 0 w 145315"/>
              <a:gd name="csY20" fmla="*/ 119928 h 145240"/>
              <a:gd name="csX21" fmla="*/ 31951 w 145315"/>
              <a:gd name="csY21" fmla="*/ 89036 h 145240"/>
              <a:gd name="csX22" fmla="*/ 51891 w 145315"/>
              <a:gd name="csY22" fmla="*/ 89036 h 145240"/>
              <a:gd name="csX23" fmla="*/ 59156 w 145315"/>
              <a:gd name="csY23" fmla="*/ 96062 h 145240"/>
              <a:gd name="csX24" fmla="*/ 81052 w 145315"/>
              <a:gd name="csY24" fmla="*/ 74866 h 145240"/>
              <a:gd name="csX25" fmla="*/ 100992 w 145315"/>
              <a:gd name="csY25" fmla="*/ 74866 h 145240"/>
              <a:gd name="csX26" fmla="*/ 127601 w 145315"/>
              <a:gd name="csY26" fmla="*/ 100603 h 145240"/>
              <a:gd name="csX27" fmla="*/ 127601 w 145315"/>
              <a:gd name="csY27" fmla="*/ 59522 h 145240"/>
              <a:gd name="csX28" fmla="*/ 121731 w 145315"/>
              <a:gd name="csY28" fmla="*/ 52394 h 145240"/>
              <a:gd name="csX29" fmla="*/ 121391 w 145315"/>
              <a:gd name="csY29" fmla="*/ 50625 h 145240"/>
              <a:gd name="csX30" fmla="*/ 119451 w 145315"/>
              <a:gd name="csY30" fmla="*/ 48703 h 145240"/>
              <a:gd name="csX31" fmla="*/ 117682 w 145315"/>
              <a:gd name="csY31" fmla="*/ 48345 h 145240"/>
              <a:gd name="csX32" fmla="*/ 109873 w 145315"/>
              <a:gd name="csY32" fmla="*/ 38921 h 145240"/>
              <a:gd name="csX33" fmla="*/ 111217 w 145315"/>
              <a:gd name="csY33" fmla="*/ 34005 h 145240"/>
              <a:gd name="csX34" fmla="*/ 106844 w 145315"/>
              <a:gd name="csY34" fmla="*/ 40061 h 145240"/>
              <a:gd name="csX35" fmla="*/ 106504 w 145315"/>
              <a:gd name="csY35" fmla="*/ 41286 h 145240"/>
              <a:gd name="csX36" fmla="*/ 95700 w 145315"/>
              <a:gd name="csY36" fmla="*/ 49520 h 145240"/>
              <a:gd name="csX37" fmla="*/ 84897 w 145315"/>
              <a:gd name="csY37" fmla="*/ 41286 h 145240"/>
              <a:gd name="csX38" fmla="*/ 84574 w 145315"/>
              <a:gd name="csY38" fmla="*/ 40061 h 145240"/>
              <a:gd name="csX39" fmla="*/ 76850 w 145315"/>
              <a:gd name="csY39" fmla="*/ 32338 h 145240"/>
              <a:gd name="csX40" fmla="*/ 75625 w 145315"/>
              <a:gd name="csY40" fmla="*/ 32015 h 145240"/>
              <a:gd name="csX41" fmla="*/ 67407 w 145315"/>
              <a:gd name="csY41" fmla="*/ 21213 h 145240"/>
              <a:gd name="csX42" fmla="*/ 67968 w 145315"/>
              <a:gd name="csY42" fmla="*/ 17657 h 145240"/>
              <a:gd name="csX43" fmla="*/ 19497 w 145315"/>
              <a:gd name="csY43" fmla="*/ 17657 h 145240"/>
              <a:gd name="csX44" fmla="*/ 131139 w 145315"/>
              <a:gd name="csY44" fmla="*/ 24751 h 145240"/>
              <a:gd name="csX45" fmla="*/ 128689 w 145315"/>
              <a:gd name="csY45" fmla="*/ 26775 h 145240"/>
              <a:gd name="csX46" fmla="*/ 128349 w 145315"/>
              <a:gd name="csY46" fmla="*/ 28562 h 145240"/>
              <a:gd name="csX47" fmla="*/ 120778 w 145315"/>
              <a:gd name="csY47" fmla="*/ 36132 h 145240"/>
              <a:gd name="csX48" fmla="*/ 119009 w 145315"/>
              <a:gd name="csY48" fmla="*/ 36472 h 145240"/>
              <a:gd name="csX49" fmla="*/ 119009 w 145315"/>
              <a:gd name="csY49" fmla="*/ 41371 h 145240"/>
              <a:gd name="csX50" fmla="*/ 120778 w 145315"/>
              <a:gd name="csY50" fmla="*/ 41711 h 145240"/>
              <a:gd name="csX51" fmla="*/ 128349 w 145315"/>
              <a:gd name="csY51" fmla="*/ 49281 h 145240"/>
              <a:gd name="csX52" fmla="*/ 128689 w 145315"/>
              <a:gd name="csY52" fmla="*/ 51067 h 145240"/>
              <a:gd name="csX53" fmla="*/ 133606 w 145315"/>
              <a:gd name="csY53" fmla="*/ 51067 h 145240"/>
              <a:gd name="csX54" fmla="*/ 133947 w 145315"/>
              <a:gd name="csY54" fmla="*/ 49281 h 145240"/>
              <a:gd name="csX55" fmla="*/ 141501 w 145315"/>
              <a:gd name="csY55" fmla="*/ 41711 h 145240"/>
              <a:gd name="csX56" fmla="*/ 143287 w 145315"/>
              <a:gd name="csY56" fmla="*/ 41371 h 145240"/>
              <a:gd name="csX57" fmla="*/ 143287 w 145315"/>
              <a:gd name="csY57" fmla="*/ 36472 h 145240"/>
              <a:gd name="csX58" fmla="*/ 141501 w 145315"/>
              <a:gd name="csY58" fmla="*/ 36132 h 145240"/>
              <a:gd name="csX59" fmla="*/ 133947 w 145315"/>
              <a:gd name="csY59" fmla="*/ 28562 h 145240"/>
              <a:gd name="csX60" fmla="*/ 133606 w 145315"/>
              <a:gd name="csY60" fmla="*/ 26775 h 145240"/>
              <a:gd name="csX61" fmla="*/ 131139 w 145315"/>
              <a:gd name="csY61" fmla="*/ 24751 h 145240"/>
              <a:gd name="csX62" fmla="*/ 40764 w 145315"/>
              <a:gd name="csY62" fmla="*/ 42477 h 145240"/>
              <a:gd name="csX63" fmla="*/ 56706 w 145315"/>
              <a:gd name="csY63" fmla="*/ 58416 h 145240"/>
              <a:gd name="csX64" fmla="*/ 40764 w 145315"/>
              <a:gd name="csY64" fmla="*/ 74373 h 145240"/>
              <a:gd name="csX65" fmla="*/ 24805 w 145315"/>
              <a:gd name="csY65" fmla="*/ 58416 h 145240"/>
              <a:gd name="csX66" fmla="*/ 40764 w 145315"/>
              <a:gd name="csY66" fmla="*/ 42477 h 145240"/>
              <a:gd name="csX67" fmla="*/ 40764 w 145315"/>
              <a:gd name="csY67" fmla="*/ 53109 h 145240"/>
              <a:gd name="csX68" fmla="*/ 37004 w 145315"/>
              <a:gd name="csY68" fmla="*/ 54656 h 145240"/>
              <a:gd name="csX69" fmla="*/ 35439 w 145315"/>
              <a:gd name="csY69" fmla="*/ 58416 h 145240"/>
              <a:gd name="csX70" fmla="*/ 37004 w 145315"/>
              <a:gd name="csY70" fmla="*/ 62176 h 145240"/>
              <a:gd name="csX71" fmla="*/ 40764 w 145315"/>
              <a:gd name="csY71" fmla="*/ 63741 h 145240"/>
              <a:gd name="csX72" fmla="*/ 44524 w 145315"/>
              <a:gd name="csY72" fmla="*/ 62176 h 145240"/>
              <a:gd name="csX73" fmla="*/ 46072 w 145315"/>
              <a:gd name="csY73" fmla="*/ 58416 h 145240"/>
              <a:gd name="csX74" fmla="*/ 44524 w 145315"/>
              <a:gd name="csY74" fmla="*/ 54656 h 145240"/>
              <a:gd name="csX75" fmla="*/ 40764 w 145315"/>
              <a:gd name="csY75" fmla="*/ 53109 h 145240"/>
              <a:gd name="csX76" fmla="*/ 91022 w 145315"/>
              <a:gd name="csY76" fmla="*/ 81483 h 145240"/>
              <a:gd name="csX77" fmla="*/ 88453 w 145315"/>
              <a:gd name="csY77" fmla="*/ 82521 h 145240"/>
              <a:gd name="csX78" fmla="*/ 66795 w 145315"/>
              <a:gd name="csY78" fmla="*/ 103462 h 145240"/>
              <a:gd name="csX79" fmla="*/ 109907 w 145315"/>
              <a:gd name="csY79" fmla="*/ 145156 h 145240"/>
              <a:gd name="csX80" fmla="*/ 127601 w 145315"/>
              <a:gd name="csY80" fmla="*/ 125763 h 145240"/>
              <a:gd name="csX81" fmla="*/ 127601 w 145315"/>
              <a:gd name="csY81" fmla="*/ 115386 h 145240"/>
              <a:gd name="csX82" fmla="*/ 93608 w 145315"/>
              <a:gd name="csY82" fmla="*/ 82521 h 145240"/>
              <a:gd name="csX83" fmla="*/ 91022 w 145315"/>
              <a:gd name="csY83" fmla="*/ 81483 h 145240"/>
              <a:gd name="csX84" fmla="*/ 41921 w 145315"/>
              <a:gd name="csY84" fmla="*/ 95670 h 145240"/>
              <a:gd name="csX85" fmla="*/ 39335 w 145315"/>
              <a:gd name="csY85" fmla="*/ 96674 h 145240"/>
              <a:gd name="csX86" fmla="*/ 1514 w 145315"/>
              <a:gd name="csY86" fmla="*/ 133265 h 145240"/>
              <a:gd name="csX87" fmla="*/ 19497 w 145315"/>
              <a:gd name="csY87" fmla="*/ 145241 h 145240"/>
              <a:gd name="csX88" fmla="*/ 94714 w 145315"/>
              <a:gd name="csY88" fmla="*/ 145241 h 145240"/>
              <a:gd name="csX89" fmla="*/ 44490 w 145315"/>
              <a:gd name="csY89" fmla="*/ 96674 h 145240"/>
              <a:gd name="csX90" fmla="*/ 41921 w 145315"/>
              <a:gd name="csY90" fmla="*/ 95670 h 145240"/>
            </a:gdLst>
            <a:ahLst/>
            <a:cxnLst/>
            <a:rect l="l" t="t" r="r" b="b"/>
            <a:pathLst>
              <a:path w="100000" h="100000">
                <a:moveTo>
                  <a:pt x="65857" y="26"/>
                </a:moveTo>
                <a:cubicBezTo>
                  <a:pt x="64686" y="26"/>
                  <a:pt x="63504" y="717"/>
                  <a:pt x="63129" y="2098"/>
                </a:cubicBezTo>
                <a:lnTo>
                  <a:pt x="62895" y="2941"/>
                </a:lnTo>
                <a:cubicBezTo>
                  <a:pt x="61736" y="7179"/>
                  <a:pt x="58423" y="10491"/>
                  <a:pt x="54173" y="11662"/>
                </a:cubicBezTo>
                <a:lnTo>
                  <a:pt x="53341" y="11896"/>
                </a:lnTo>
                <a:cubicBezTo>
                  <a:pt x="50567" y="12657"/>
                  <a:pt x="50567" y="16591"/>
                  <a:pt x="53341" y="17352"/>
                </a:cubicBezTo>
                <a:lnTo>
                  <a:pt x="54173" y="17574"/>
                </a:lnTo>
                <a:cubicBezTo>
                  <a:pt x="58423" y="18744"/>
                  <a:pt x="61736" y="22057"/>
                  <a:pt x="62895" y="26295"/>
                </a:cubicBezTo>
                <a:lnTo>
                  <a:pt x="63129" y="27138"/>
                </a:lnTo>
                <a:cubicBezTo>
                  <a:pt x="63890" y="29912"/>
                  <a:pt x="67824" y="29912"/>
                  <a:pt x="68585" y="27138"/>
                </a:cubicBezTo>
                <a:lnTo>
                  <a:pt x="68819" y="26295"/>
                </a:lnTo>
                <a:cubicBezTo>
                  <a:pt x="69978" y="22057"/>
                  <a:pt x="73292" y="18744"/>
                  <a:pt x="77542" y="17574"/>
                </a:cubicBezTo>
                <a:lnTo>
                  <a:pt x="78373" y="17352"/>
                </a:lnTo>
                <a:cubicBezTo>
                  <a:pt x="81148" y="16591"/>
                  <a:pt x="81148" y="12657"/>
                  <a:pt x="78373" y="11896"/>
                </a:cubicBezTo>
                <a:lnTo>
                  <a:pt x="77542" y="11662"/>
                </a:lnTo>
                <a:cubicBezTo>
                  <a:pt x="73292" y="10491"/>
                  <a:pt x="69978" y="7179"/>
                  <a:pt x="68819" y="2941"/>
                </a:cubicBezTo>
                <a:lnTo>
                  <a:pt x="68585" y="2098"/>
                </a:lnTo>
                <a:cubicBezTo>
                  <a:pt x="68210" y="717"/>
                  <a:pt x="67028" y="26"/>
                  <a:pt x="65857" y="26"/>
                </a:cubicBezTo>
                <a:close/>
                <a:moveTo>
                  <a:pt x="13417" y="12177"/>
                </a:moveTo>
                <a:cubicBezTo>
                  <a:pt x="6006" y="12177"/>
                  <a:pt x="0" y="18182"/>
                  <a:pt x="0" y="25592"/>
                </a:cubicBezTo>
                <a:lnTo>
                  <a:pt x="0" y="82555"/>
                </a:lnTo>
                <a:lnTo>
                  <a:pt x="21987" y="61297"/>
                </a:lnTo>
                <a:cubicBezTo>
                  <a:pt x="25687" y="57715"/>
                  <a:pt x="32010" y="57715"/>
                  <a:pt x="35709" y="61297"/>
                </a:cubicBezTo>
                <a:lnTo>
                  <a:pt x="40709" y="66132"/>
                </a:lnTo>
                <a:lnTo>
                  <a:pt x="55777" y="51546"/>
                </a:lnTo>
                <a:cubicBezTo>
                  <a:pt x="59488" y="47963"/>
                  <a:pt x="65787" y="47951"/>
                  <a:pt x="69499" y="51546"/>
                </a:cubicBezTo>
                <a:lnTo>
                  <a:pt x="87810" y="69257"/>
                </a:lnTo>
                <a:lnTo>
                  <a:pt x="87810" y="40986"/>
                </a:lnTo>
                <a:cubicBezTo>
                  <a:pt x="85761" y="40179"/>
                  <a:pt x="84204" y="38387"/>
                  <a:pt x="83770" y="36081"/>
                </a:cubicBezTo>
                <a:lnTo>
                  <a:pt x="83536" y="34864"/>
                </a:lnTo>
                <a:cubicBezTo>
                  <a:pt x="83408" y="34185"/>
                  <a:pt x="82881" y="33658"/>
                  <a:pt x="82201" y="33541"/>
                </a:cubicBezTo>
                <a:lnTo>
                  <a:pt x="80984" y="33295"/>
                </a:lnTo>
                <a:cubicBezTo>
                  <a:pt x="77823" y="32698"/>
                  <a:pt x="75610" y="30029"/>
                  <a:pt x="75610" y="26810"/>
                </a:cubicBezTo>
                <a:cubicBezTo>
                  <a:pt x="75610" y="25569"/>
                  <a:pt x="75949" y="24410"/>
                  <a:pt x="76535" y="23427"/>
                </a:cubicBezTo>
                <a:cubicBezTo>
                  <a:pt x="75106" y="24422"/>
                  <a:pt x="73994" y="25874"/>
                  <a:pt x="73526" y="27594"/>
                </a:cubicBezTo>
                <a:lnTo>
                  <a:pt x="73292" y="28437"/>
                </a:lnTo>
                <a:cubicBezTo>
                  <a:pt x="72367" y="31820"/>
                  <a:pt x="69369" y="34103"/>
                  <a:pt x="65857" y="34103"/>
                </a:cubicBezTo>
                <a:cubicBezTo>
                  <a:pt x="62345" y="34103"/>
                  <a:pt x="59359" y="31820"/>
                  <a:pt x="58423" y="28437"/>
                </a:cubicBezTo>
                <a:lnTo>
                  <a:pt x="58200" y="27594"/>
                </a:lnTo>
                <a:cubicBezTo>
                  <a:pt x="57486" y="25031"/>
                  <a:pt x="55461" y="22994"/>
                  <a:pt x="52885" y="22280"/>
                </a:cubicBezTo>
                <a:lnTo>
                  <a:pt x="52042" y="22057"/>
                </a:lnTo>
                <a:cubicBezTo>
                  <a:pt x="48658" y="21121"/>
                  <a:pt x="46387" y="18135"/>
                  <a:pt x="46387" y="14624"/>
                </a:cubicBezTo>
                <a:cubicBezTo>
                  <a:pt x="46387" y="13769"/>
                  <a:pt x="46516" y="12949"/>
                  <a:pt x="46773" y="12177"/>
                </a:cubicBezTo>
                <a:lnTo>
                  <a:pt x="13417" y="12177"/>
                </a:lnTo>
                <a:close/>
                <a:moveTo>
                  <a:pt x="90245" y="17058"/>
                </a:moveTo>
                <a:cubicBezTo>
                  <a:pt x="89495" y="17058"/>
                  <a:pt x="88735" y="17527"/>
                  <a:pt x="88559" y="18451"/>
                </a:cubicBezTo>
                <a:lnTo>
                  <a:pt x="88325" y="19681"/>
                </a:lnTo>
                <a:cubicBezTo>
                  <a:pt x="87822" y="22326"/>
                  <a:pt x="85761" y="24387"/>
                  <a:pt x="83115" y="24890"/>
                </a:cubicBezTo>
                <a:lnTo>
                  <a:pt x="81897" y="25124"/>
                </a:lnTo>
                <a:cubicBezTo>
                  <a:pt x="80024" y="25475"/>
                  <a:pt x="80024" y="28145"/>
                  <a:pt x="81897" y="28496"/>
                </a:cubicBezTo>
                <a:lnTo>
                  <a:pt x="83115" y="28730"/>
                </a:lnTo>
                <a:cubicBezTo>
                  <a:pt x="85761" y="29233"/>
                  <a:pt x="87822" y="31305"/>
                  <a:pt x="88325" y="33939"/>
                </a:cubicBezTo>
                <a:lnTo>
                  <a:pt x="88559" y="35168"/>
                </a:lnTo>
                <a:cubicBezTo>
                  <a:pt x="88910" y="37030"/>
                  <a:pt x="91580" y="37030"/>
                  <a:pt x="91942" y="35168"/>
                </a:cubicBezTo>
                <a:lnTo>
                  <a:pt x="92177" y="33939"/>
                </a:lnTo>
                <a:cubicBezTo>
                  <a:pt x="92680" y="31305"/>
                  <a:pt x="94741" y="29233"/>
                  <a:pt x="97375" y="28730"/>
                </a:cubicBezTo>
                <a:lnTo>
                  <a:pt x="98604" y="28496"/>
                </a:lnTo>
                <a:cubicBezTo>
                  <a:pt x="100466" y="28145"/>
                  <a:pt x="100466" y="25475"/>
                  <a:pt x="98604" y="25124"/>
                </a:cubicBezTo>
                <a:lnTo>
                  <a:pt x="97375" y="24890"/>
                </a:lnTo>
                <a:cubicBezTo>
                  <a:pt x="94741" y="24387"/>
                  <a:pt x="92680" y="22326"/>
                  <a:pt x="92177" y="19681"/>
                </a:cubicBezTo>
                <a:lnTo>
                  <a:pt x="91942" y="18451"/>
                </a:lnTo>
                <a:cubicBezTo>
                  <a:pt x="91767" y="17527"/>
                  <a:pt x="91006" y="17058"/>
                  <a:pt x="90245" y="17058"/>
                </a:cubicBezTo>
                <a:close/>
                <a:moveTo>
                  <a:pt x="28052" y="29257"/>
                </a:moveTo>
                <a:cubicBezTo>
                  <a:pt x="34105" y="29257"/>
                  <a:pt x="39023" y="34173"/>
                  <a:pt x="39023" y="40225"/>
                </a:cubicBezTo>
                <a:cubicBezTo>
                  <a:pt x="39023" y="46278"/>
                  <a:pt x="34105" y="51206"/>
                  <a:pt x="28052" y="51206"/>
                </a:cubicBezTo>
                <a:cubicBezTo>
                  <a:pt x="21999" y="51206"/>
                  <a:pt x="17070" y="46278"/>
                  <a:pt x="17070" y="40225"/>
                </a:cubicBezTo>
                <a:cubicBezTo>
                  <a:pt x="17070" y="34173"/>
                  <a:pt x="21999" y="29257"/>
                  <a:pt x="28052" y="29257"/>
                </a:cubicBezTo>
                <a:close/>
                <a:moveTo>
                  <a:pt x="28052" y="36573"/>
                </a:moveTo>
                <a:cubicBezTo>
                  <a:pt x="27080" y="36573"/>
                  <a:pt x="26144" y="36959"/>
                  <a:pt x="25465" y="37638"/>
                </a:cubicBezTo>
                <a:cubicBezTo>
                  <a:pt x="24774" y="38329"/>
                  <a:pt x="24388" y="39254"/>
                  <a:pt x="24388" y="40225"/>
                </a:cubicBezTo>
                <a:cubicBezTo>
                  <a:pt x="24388" y="41197"/>
                  <a:pt x="24774" y="42134"/>
                  <a:pt x="25465" y="42813"/>
                </a:cubicBezTo>
                <a:cubicBezTo>
                  <a:pt x="26144" y="43503"/>
                  <a:pt x="27080" y="43890"/>
                  <a:pt x="28052" y="43890"/>
                </a:cubicBezTo>
                <a:cubicBezTo>
                  <a:pt x="29024" y="43890"/>
                  <a:pt x="29949" y="43503"/>
                  <a:pt x="30640" y="42813"/>
                </a:cubicBezTo>
                <a:cubicBezTo>
                  <a:pt x="31319" y="42134"/>
                  <a:pt x="31705" y="41197"/>
                  <a:pt x="31705" y="40225"/>
                </a:cubicBezTo>
                <a:cubicBezTo>
                  <a:pt x="31705" y="39254"/>
                  <a:pt x="31319" y="38329"/>
                  <a:pt x="30640" y="37638"/>
                </a:cubicBezTo>
                <a:cubicBezTo>
                  <a:pt x="29949" y="36959"/>
                  <a:pt x="29024" y="36573"/>
                  <a:pt x="28052" y="36573"/>
                </a:cubicBezTo>
                <a:close/>
                <a:moveTo>
                  <a:pt x="62638" y="56099"/>
                </a:moveTo>
                <a:cubicBezTo>
                  <a:pt x="61994" y="56099"/>
                  <a:pt x="61349" y="56346"/>
                  <a:pt x="60870" y="56813"/>
                </a:cubicBezTo>
                <a:lnTo>
                  <a:pt x="45966" y="71224"/>
                </a:lnTo>
                <a:lnTo>
                  <a:pt x="75634" y="99916"/>
                </a:lnTo>
                <a:cubicBezTo>
                  <a:pt x="82459" y="99296"/>
                  <a:pt x="87810" y="93548"/>
                  <a:pt x="87810" y="86571"/>
                </a:cubicBezTo>
                <a:lnTo>
                  <a:pt x="87810" y="79430"/>
                </a:lnTo>
                <a:lnTo>
                  <a:pt x="64417" y="56813"/>
                </a:lnTo>
                <a:cubicBezTo>
                  <a:pt x="63925" y="56346"/>
                  <a:pt x="63282" y="56099"/>
                  <a:pt x="62638" y="56099"/>
                </a:cubicBezTo>
                <a:close/>
                <a:moveTo>
                  <a:pt x="28848" y="65862"/>
                </a:moveTo>
                <a:cubicBezTo>
                  <a:pt x="28193" y="65862"/>
                  <a:pt x="27549" y="66097"/>
                  <a:pt x="27069" y="66553"/>
                </a:cubicBezTo>
                <a:lnTo>
                  <a:pt x="1042" y="91733"/>
                </a:lnTo>
                <a:cubicBezTo>
                  <a:pt x="3068" y="96580"/>
                  <a:pt x="7844" y="99975"/>
                  <a:pt x="13417" y="99975"/>
                </a:cubicBezTo>
                <a:lnTo>
                  <a:pt x="65178" y="99975"/>
                </a:lnTo>
                <a:lnTo>
                  <a:pt x="30616" y="66553"/>
                </a:lnTo>
                <a:cubicBezTo>
                  <a:pt x="30136" y="66097"/>
                  <a:pt x="29492" y="65862"/>
                  <a:pt x="28848" y="6586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8" name="Красный — SVG 57">
            <a:extLst>
              <a:ext uri="{FF2B5EF4-FFF2-40B4-BE49-F238E27FC236}">
                <a16:creationId xmlns:a16="http://schemas.microsoft.com/office/drawing/2014/main" id="{456FFB0B-C954-1C4C-9283-873A0EB7AA6B}"/>
              </a:ext>
            </a:extLst>
          </p:cNvPr>
          <p:cNvSpPr>
            <a:spLocks noGrp="1"/>
          </p:cNvSpPr>
          <p:nvPr/>
        </p:nvSpPr>
        <p:spPr>
          <a:xfrm>
            <a:off x="1620000" y="1930000"/>
            <a:ext cx="220000" cy="220000"/>
          </a:xfrm>
          <a:custGeom>
            <a:avLst/>
            <a:gdLst>
              <a:gd name="csX0" fmla="*/ 47774 w 141630"/>
              <a:gd name="csY0" fmla="*/ 32013 h 149219"/>
              <a:gd name="csX1" fmla="*/ 54825 w 141630"/>
              <a:gd name="csY1" fmla="*/ 35568 h 149219"/>
              <a:gd name="csX2" fmla="*/ 67270 w 141630"/>
              <a:gd name="csY2" fmla="*/ 35568 h 149219"/>
              <a:gd name="csX3" fmla="*/ 67270 w 141630"/>
              <a:gd name="csY3" fmla="*/ 8742 h 149219"/>
              <a:gd name="csX4" fmla="*/ 62399 w 141630"/>
              <a:gd name="csY4" fmla="*/ 1682 h 149219"/>
              <a:gd name="csX5" fmla="*/ 57177 w 141630"/>
              <a:gd name="csY5" fmla="*/ 406 h 149219"/>
              <a:gd name="csX6" fmla="*/ 39198 w 141630"/>
              <a:gd name="csY6" fmla="*/ 4710 h 149219"/>
              <a:gd name="csX7" fmla="*/ 31873 w 141630"/>
              <a:gd name="csY7" fmla="*/ 23116 h 149219"/>
              <a:gd name="csX8" fmla="*/ 16 w 141630"/>
              <a:gd name="csY8" fmla="*/ 58550 h 149219"/>
              <a:gd name="csX9" fmla="*/ 5368 w 141630"/>
              <a:gd name="csY9" fmla="*/ 81634 h 149219"/>
              <a:gd name="csX10" fmla="*/ 17647 w 141630"/>
              <a:gd name="csY10" fmla="*/ 81634 h 149219"/>
              <a:gd name="csX11" fmla="*/ 17647 w 141630"/>
              <a:gd name="csY11" fmla="*/ 72772 h 149219"/>
              <a:gd name="csX12" fmla="*/ 22964 w 141630"/>
              <a:gd name="csY12" fmla="*/ 67464 h 149219"/>
              <a:gd name="csX13" fmla="*/ 37180 w 141630"/>
              <a:gd name="csY13" fmla="*/ 67464 h 149219"/>
              <a:gd name="csX14" fmla="*/ 44230 w 141630"/>
              <a:gd name="csY14" fmla="*/ 63909 h 149219"/>
              <a:gd name="csX15" fmla="*/ 53091 w 141630"/>
              <a:gd name="csY15" fmla="*/ 72772 h 149219"/>
              <a:gd name="csX16" fmla="*/ 44230 w 141630"/>
              <a:gd name="csY16" fmla="*/ 81634 h 149219"/>
              <a:gd name="csX17" fmla="*/ 37180 w 141630"/>
              <a:gd name="csY17" fmla="*/ 78096 h 149219"/>
              <a:gd name="csX18" fmla="*/ 28280 w 141630"/>
              <a:gd name="csY18" fmla="*/ 78096 h 149219"/>
              <a:gd name="csX19" fmla="*/ 28280 w 141630"/>
              <a:gd name="csY19" fmla="*/ 86959 h 149219"/>
              <a:gd name="csX20" fmla="*/ 22964 w 141630"/>
              <a:gd name="csY20" fmla="*/ 92266 h 149219"/>
              <a:gd name="csX21" fmla="*/ 5472 w 141630"/>
              <a:gd name="csY21" fmla="*/ 92266 h 149219"/>
              <a:gd name="csX22" fmla="*/ 5174 w 141630"/>
              <a:gd name="csY22" fmla="*/ 96315 h 149219"/>
              <a:gd name="csX23" fmla="*/ 32033 w 141630"/>
              <a:gd name="csY23" fmla="*/ 130830 h 149219"/>
              <a:gd name="csX24" fmla="*/ 56519 w 141630"/>
              <a:gd name="csY24" fmla="*/ 149219 h 149219"/>
              <a:gd name="csX25" fmla="*/ 56752 w 141630"/>
              <a:gd name="csY25" fmla="*/ 149219 h 149219"/>
              <a:gd name="csX26" fmla="*/ 61616 w 141630"/>
              <a:gd name="csY26" fmla="*/ 148709 h 149219"/>
              <a:gd name="csX27" fmla="*/ 67270 w 141630"/>
              <a:gd name="csY27" fmla="*/ 141428 h 149219"/>
              <a:gd name="csX28" fmla="*/ 67270 w 141630"/>
              <a:gd name="csY28" fmla="*/ 117069 h 149219"/>
              <a:gd name="csX29" fmla="*/ 54825 w 141630"/>
              <a:gd name="csY29" fmla="*/ 117069 h 149219"/>
              <a:gd name="csX30" fmla="*/ 47774 w 141630"/>
              <a:gd name="csY30" fmla="*/ 120624 h 149219"/>
              <a:gd name="csX31" fmla="*/ 38914 w 141630"/>
              <a:gd name="csY31" fmla="*/ 111761 h 149219"/>
              <a:gd name="csX32" fmla="*/ 47774 w 141630"/>
              <a:gd name="csY32" fmla="*/ 102898 h 149219"/>
              <a:gd name="csX33" fmla="*/ 54825 w 141630"/>
              <a:gd name="csY33" fmla="*/ 106437 h 149219"/>
              <a:gd name="csX34" fmla="*/ 67270 w 141630"/>
              <a:gd name="csY34" fmla="*/ 106437 h 149219"/>
              <a:gd name="csX35" fmla="*/ 67270 w 141630"/>
              <a:gd name="csY35" fmla="*/ 46200 h 149219"/>
              <a:gd name="csX36" fmla="*/ 54825 w 141630"/>
              <a:gd name="csY36" fmla="*/ 46200 h 149219"/>
              <a:gd name="csX37" fmla="*/ 47774 w 141630"/>
              <a:gd name="csY37" fmla="*/ 49738 h 149219"/>
              <a:gd name="csX38" fmla="*/ 38914 w 141630"/>
              <a:gd name="csY38" fmla="*/ 40876 h 149219"/>
              <a:gd name="csX39" fmla="*/ 47774 w 141630"/>
              <a:gd name="csY39" fmla="*/ 32013 h 149219"/>
              <a:gd name="csX40" fmla="*/ 141615 w 141630"/>
              <a:gd name="csY40" fmla="*/ 58414 h 149219"/>
              <a:gd name="csX41" fmla="*/ 120437 w 141630"/>
              <a:gd name="csY41" fmla="*/ 28066 h 149219"/>
              <a:gd name="csX42" fmla="*/ 120437 w 141630"/>
              <a:gd name="csY42" fmla="*/ 55063 h 149219"/>
              <a:gd name="csX43" fmla="*/ 115120 w 141630"/>
              <a:gd name="csY43" fmla="*/ 60370 h 149219"/>
              <a:gd name="csX44" fmla="*/ 100902 w 141630"/>
              <a:gd name="csY44" fmla="*/ 60370 h 149219"/>
              <a:gd name="csX45" fmla="*/ 93853 w 141630"/>
              <a:gd name="csY45" fmla="*/ 63909 h 149219"/>
              <a:gd name="csX46" fmla="*/ 84991 w 141630"/>
              <a:gd name="csY46" fmla="*/ 55063 h 149219"/>
              <a:gd name="csX47" fmla="*/ 93853 w 141630"/>
              <a:gd name="csY47" fmla="*/ 46200 h 149219"/>
              <a:gd name="csX48" fmla="*/ 100902 w 141630"/>
              <a:gd name="csY48" fmla="*/ 49738 h 149219"/>
              <a:gd name="csX49" fmla="*/ 109803 w 141630"/>
              <a:gd name="csY49" fmla="*/ 49738 h 149219"/>
              <a:gd name="csX50" fmla="*/ 109803 w 141630"/>
              <a:gd name="csY50" fmla="*/ 23014 h 149219"/>
              <a:gd name="csX51" fmla="*/ 109752 w 141630"/>
              <a:gd name="csY51" fmla="*/ 22997 h 149219"/>
              <a:gd name="csX52" fmla="*/ 102430 w 141630"/>
              <a:gd name="csY52" fmla="*/ 4591 h 149219"/>
              <a:gd name="csX53" fmla="*/ 84453 w 141630"/>
              <a:gd name="csY53" fmla="*/ 287 h 149219"/>
              <a:gd name="csX54" fmla="*/ 79229 w 141630"/>
              <a:gd name="csY54" fmla="*/ 1563 h 149219"/>
              <a:gd name="csX55" fmla="*/ 74358 w 141630"/>
              <a:gd name="csY55" fmla="*/ 8606 h 149219"/>
              <a:gd name="csX56" fmla="*/ 74358 w 141630"/>
              <a:gd name="csY56" fmla="*/ 95805 h 149219"/>
              <a:gd name="csX57" fmla="*/ 99170 w 141630"/>
              <a:gd name="csY57" fmla="*/ 95805 h 149219"/>
              <a:gd name="csX58" fmla="*/ 99170 w 141630"/>
              <a:gd name="csY58" fmla="*/ 90463 h 149219"/>
              <a:gd name="csX59" fmla="*/ 95624 w 141630"/>
              <a:gd name="csY59" fmla="*/ 83404 h 149219"/>
              <a:gd name="csX60" fmla="*/ 104487 w 141630"/>
              <a:gd name="csY60" fmla="*/ 74541 h 149219"/>
              <a:gd name="csX61" fmla="*/ 113347 w 141630"/>
              <a:gd name="csY61" fmla="*/ 83404 h 149219"/>
              <a:gd name="csX62" fmla="*/ 109803 w 141630"/>
              <a:gd name="csY62" fmla="*/ 90463 h 149219"/>
              <a:gd name="csX63" fmla="*/ 109803 w 141630"/>
              <a:gd name="csY63" fmla="*/ 101129 h 149219"/>
              <a:gd name="csX64" fmla="*/ 104487 w 141630"/>
              <a:gd name="csY64" fmla="*/ 106437 h 149219"/>
              <a:gd name="csX65" fmla="*/ 74358 w 141630"/>
              <a:gd name="csY65" fmla="*/ 106437 h 149219"/>
              <a:gd name="csX66" fmla="*/ 74358 w 141630"/>
              <a:gd name="csY66" fmla="*/ 141292 h 149219"/>
              <a:gd name="csX67" fmla="*/ 80011 w 141630"/>
              <a:gd name="csY67" fmla="*/ 148590 h 149219"/>
              <a:gd name="csX68" fmla="*/ 84879 w 141630"/>
              <a:gd name="csY68" fmla="*/ 149100 h 149219"/>
              <a:gd name="csX69" fmla="*/ 85112 w 141630"/>
              <a:gd name="csY69" fmla="*/ 149100 h 149219"/>
              <a:gd name="csX70" fmla="*/ 109598 w 141630"/>
              <a:gd name="csY70" fmla="*/ 130712 h 149219"/>
              <a:gd name="csX71" fmla="*/ 136457 w 141630"/>
              <a:gd name="csY71" fmla="*/ 96196 h 149219"/>
              <a:gd name="csX72" fmla="*/ 134415 w 141630"/>
              <a:gd name="csY72" fmla="*/ 84816 h 149219"/>
              <a:gd name="csX73" fmla="*/ 141615 w 141630"/>
              <a:gd name="csY73" fmla="*/ 58414 h 149219"/>
            </a:gdLst>
            <a:ahLst/>
            <a:cxnLst/>
            <a:rect l="l" t="t" r="r" b="b"/>
            <a:pathLst>
              <a:path w="100000" h="100000">
                <a:moveTo>
                  <a:pt x="34559" y="21454"/>
                </a:moveTo>
                <a:cubicBezTo>
                  <a:pt x="36495" y="21454"/>
                  <a:pt x="38199" y="22400"/>
                  <a:pt x="39284" y="23836"/>
                </a:cubicBezTo>
                <a:lnTo>
                  <a:pt x="47624" y="23836"/>
                </a:lnTo>
                <a:lnTo>
                  <a:pt x="47624" y="5859"/>
                </a:lnTo>
                <a:cubicBezTo>
                  <a:pt x="47624" y="3761"/>
                  <a:pt x="46324" y="1868"/>
                  <a:pt x="44360" y="1127"/>
                </a:cubicBezTo>
                <a:cubicBezTo>
                  <a:pt x="43217" y="706"/>
                  <a:pt x="42040" y="409"/>
                  <a:pt x="40860" y="272"/>
                </a:cubicBezTo>
                <a:cubicBezTo>
                  <a:pt x="37514" y="-115"/>
                  <a:pt x="32616" y="-241"/>
                  <a:pt x="28812" y="3156"/>
                </a:cubicBezTo>
                <a:cubicBezTo>
                  <a:pt x="25882" y="5767"/>
                  <a:pt x="24265" y="9814"/>
                  <a:pt x="23903" y="15491"/>
                </a:cubicBezTo>
                <a:cubicBezTo>
                  <a:pt x="17853" y="17772"/>
                  <a:pt x="3048" y="24817"/>
                  <a:pt x="2554" y="39238"/>
                </a:cubicBezTo>
                <a:cubicBezTo>
                  <a:pt x="2443" y="42510"/>
                  <a:pt x="3167" y="48826"/>
                  <a:pt x="6140" y="54708"/>
                </a:cubicBezTo>
                <a:lnTo>
                  <a:pt x="14369" y="54708"/>
                </a:lnTo>
                <a:lnTo>
                  <a:pt x="14369" y="48769"/>
                </a:lnTo>
                <a:cubicBezTo>
                  <a:pt x="14369" y="46796"/>
                  <a:pt x="15965" y="45211"/>
                  <a:pt x="17932" y="45211"/>
                </a:cubicBezTo>
                <a:lnTo>
                  <a:pt x="27459" y="45211"/>
                </a:lnTo>
                <a:cubicBezTo>
                  <a:pt x="28542" y="43775"/>
                  <a:pt x="30246" y="42829"/>
                  <a:pt x="32184" y="42829"/>
                </a:cubicBezTo>
                <a:cubicBezTo>
                  <a:pt x="35464" y="42829"/>
                  <a:pt x="38122" y="45485"/>
                  <a:pt x="38122" y="48769"/>
                </a:cubicBezTo>
                <a:cubicBezTo>
                  <a:pt x="38122" y="52052"/>
                  <a:pt x="35464" y="54708"/>
                  <a:pt x="32184" y="54708"/>
                </a:cubicBezTo>
                <a:cubicBezTo>
                  <a:pt x="30248" y="54708"/>
                  <a:pt x="28545" y="53773"/>
                  <a:pt x="27459" y="52336"/>
                </a:cubicBezTo>
                <a:lnTo>
                  <a:pt x="21495" y="52336"/>
                </a:lnTo>
                <a:lnTo>
                  <a:pt x="21495" y="58276"/>
                </a:lnTo>
                <a:cubicBezTo>
                  <a:pt x="21495" y="60237"/>
                  <a:pt x="19899" y="61833"/>
                  <a:pt x="17932" y="61833"/>
                </a:cubicBezTo>
                <a:lnTo>
                  <a:pt x="6210" y="61833"/>
                </a:lnTo>
                <a:cubicBezTo>
                  <a:pt x="6094" y="62699"/>
                  <a:pt x="6010" y="63600"/>
                  <a:pt x="6010" y="64546"/>
                </a:cubicBezTo>
                <a:cubicBezTo>
                  <a:pt x="6010" y="79913"/>
                  <a:pt x="16463" y="86058"/>
                  <a:pt x="24010" y="87677"/>
                </a:cubicBezTo>
                <a:cubicBezTo>
                  <a:pt x="25547" y="99863"/>
                  <a:pt x="36215" y="99966"/>
                  <a:pt x="40419" y="100000"/>
                </a:cubicBezTo>
                <a:cubicBezTo>
                  <a:pt x="40472" y="100000"/>
                  <a:pt x="40527" y="100000"/>
                  <a:pt x="40576" y="100000"/>
                </a:cubicBezTo>
                <a:cubicBezTo>
                  <a:pt x="41709" y="100000"/>
                  <a:pt x="42799" y="99887"/>
                  <a:pt x="43835" y="99658"/>
                </a:cubicBezTo>
                <a:cubicBezTo>
                  <a:pt x="46085" y="99168"/>
                  <a:pt x="47624" y="97081"/>
                  <a:pt x="47624" y="94779"/>
                </a:cubicBezTo>
                <a:lnTo>
                  <a:pt x="47624" y="78454"/>
                </a:lnTo>
                <a:lnTo>
                  <a:pt x="39284" y="78454"/>
                </a:lnTo>
                <a:cubicBezTo>
                  <a:pt x="38201" y="79891"/>
                  <a:pt x="36497" y="80837"/>
                  <a:pt x="34559" y="80837"/>
                </a:cubicBezTo>
                <a:cubicBezTo>
                  <a:pt x="31279" y="80837"/>
                  <a:pt x="28621" y="78180"/>
                  <a:pt x="28621" y="74897"/>
                </a:cubicBezTo>
                <a:cubicBezTo>
                  <a:pt x="28621" y="71614"/>
                  <a:pt x="31279" y="68958"/>
                  <a:pt x="34559" y="68958"/>
                </a:cubicBezTo>
                <a:cubicBezTo>
                  <a:pt x="36495" y="68958"/>
                  <a:pt x="38199" y="69904"/>
                  <a:pt x="39284" y="71329"/>
                </a:cubicBezTo>
                <a:lnTo>
                  <a:pt x="47624" y="71329"/>
                </a:lnTo>
                <a:lnTo>
                  <a:pt x="47624" y="30961"/>
                </a:lnTo>
                <a:lnTo>
                  <a:pt x="39284" y="30961"/>
                </a:lnTo>
                <a:cubicBezTo>
                  <a:pt x="38201" y="32397"/>
                  <a:pt x="36497" y="33332"/>
                  <a:pt x="34559" y="33332"/>
                </a:cubicBezTo>
                <a:cubicBezTo>
                  <a:pt x="31279" y="33332"/>
                  <a:pt x="28621" y="30676"/>
                  <a:pt x="28621" y="27393"/>
                </a:cubicBezTo>
                <a:cubicBezTo>
                  <a:pt x="28621" y="24110"/>
                  <a:pt x="31279" y="21454"/>
                  <a:pt x="34559" y="21454"/>
                </a:cubicBezTo>
                <a:close/>
                <a:moveTo>
                  <a:pt x="97447" y="39146"/>
                </a:moveTo>
                <a:cubicBezTo>
                  <a:pt x="97099" y="29035"/>
                  <a:pt x="89722" y="22559"/>
                  <a:pt x="83254" y="18809"/>
                </a:cubicBezTo>
                <a:lnTo>
                  <a:pt x="83254" y="36901"/>
                </a:lnTo>
                <a:cubicBezTo>
                  <a:pt x="83254" y="38862"/>
                  <a:pt x="81658" y="40457"/>
                  <a:pt x="79691" y="40457"/>
                </a:cubicBezTo>
                <a:lnTo>
                  <a:pt x="70163" y="40457"/>
                </a:lnTo>
                <a:cubicBezTo>
                  <a:pt x="69080" y="41894"/>
                  <a:pt x="67378" y="42829"/>
                  <a:pt x="65439" y="42829"/>
                </a:cubicBezTo>
                <a:cubicBezTo>
                  <a:pt x="62159" y="42829"/>
                  <a:pt x="59500" y="40172"/>
                  <a:pt x="59500" y="36901"/>
                </a:cubicBezTo>
                <a:cubicBezTo>
                  <a:pt x="59500" y="33618"/>
                  <a:pt x="62159" y="30961"/>
                  <a:pt x="65439" y="30961"/>
                </a:cubicBezTo>
                <a:cubicBezTo>
                  <a:pt x="67375" y="30961"/>
                  <a:pt x="69077" y="31896"/>
                  <a:pt x="70163" y="33332"/>
                </a:cubicBezTo>
                <a:lnTo>
                  <a:pt x="76128" y="33332"/>
                </a:lnTo>
                <a:lnTo>
                  <a:pt x="76128" y="15423"/>
                </a:lnTo>
                <a:cubicBezTo>
                  <a:pt x="76118" y="15412"/>
                  <a:pt x="76107" y="15412"/>
                  <a:pt x="76094" y="15412"/>
                </a:cubicBezTo>
                <a:cubicBezTo>
                  <a:pt x="75734" y="9735"/>
                  <a:pt x="74116" y="5688"/>
                  <a:pt x="71187" y="3077"/>
                </a:cubicBezTo>
                <a:cubicBezTo>
                  <a:pt x="67378" y="-320"/>
                  <a:pt x="62486" y="-195"/>
                  <a:pt x="59140" y="192"/>
                </a:cubicBezTo>
                <a:cubicBezTo>
                  <a:pt x="57963" y="329"/>
                  <a:pt x="56781" y="626"/>
                  <a:pt x="55639" y="1047"/>
                </a:cubicBezTo>
                <a:cubicBezTo>
                  <a:pt x="53674" y="1777"/>
                  <a:pt x="52374" y="3670"/>
                  <a:pt x="52374" y="5767"/>
                </a:cubicBezTo>
                <a:lnTo>
                  <a:pt x="52374" y="64204"/>
                </a:lnTo>
                <a:lnTo>
                  <a:pt x="69002" y="64204"/>
                </a:lnTo>
                <a:lnTo>
                  <a:pt x="69002" y="60624"/>
                </a:lnTo>
                <a:cubicBezTo>
                  <a:pt x="67567" y="59541"/>
                  <a:pt x="66626" y="57831"/>
                  <a:pt x="66626" y="55894"/>
                </a:cubicBezTo>
                <a:cubicBezTo>
                  <a:pt x="66626" y="52610"/>
                  <a:pt x="69285" y="49954"/>
                  <a:pt x="72565" y="49954"/>
                </a:cubicBezTo>
                <a:cubicBezTo>
                  <a:pt x="75845" y="49954"/>
                  <a:pt x="78503" y="52610"/>
                  <a:pt x="78503" y="55894"/>
                </a:cubicBezTo>
                <a:cubicBezTo>
                  <a:pt x="78503" y="57831"/>
                  <a:pt x="77563" y="59530"/>
                  <a:pt x="76128" y="60624"/>
                </a:cubicBezTo>
                <a:lnTo>
                  <a:pt x="76128" y="67772"/>
                </a:lnTo>
                <a:cubicBezTo>
                  <a:pt x="76128" y="69744"/>
                  <a:pt x="74532" y="71329"/>
                  <a:pt x="72565" y="71329"/>
                </a:cubicBezTo>
                <a:lnTo>
                  <a:pt x="52374" y="71329"/>
                </a:lnTo>
                <a:lnTo>
                  <a:pt x="52374" y="94688"/>
                </a:lnTo>
                <a:cubicBezTo>
                  <a:pt x="52374" y="96991"/>
                  <a:pt x="53913" y="99088"/>
                  <a:pt x="56163" y="99578"/>
                </a:cubicBezTo>
                <a:cubicBezTo>
                  <a:pt x="57199" y="99795"/>
                  <a:pt x="58289" y="99920"/>
                  <a:pt x="59425" y="99920"/>
                </a:cubicBezTo>
                <a:cubicBezTo>
                  <a:pt x="59474" y="99920"/>
                  <a:pt x="59529" y="99920"/>
                  <a:pt x="59581" y="99920"/>
                </a:cubicBezTo>
                <a:cubicBezTo>
                  <a:pt x="63788" y="99875"/>
                  <a:pt x="74453" y="99784"/>
                  <a:pt x="75991" y="87597"/>
                </a:cubicBezTo>
                <a:cubicBezTo>
                  <a:pt x="83537" y="85978"/>
                  <a:pt x="93990" y="79834"/>
                  <a:pt x="93990" y="64466"/>
                </a:cubicBezTo>
                <a:cubicBezTo>
                  <a:pt x="93990" y="61502"/>
                  <a:pt x="93328" y="58880"/>
                  <a:pt x="92622" y="56840"/>
                </a:cubicBezTo>
                <a:cubicBezTo>
                  <a:pt x="96652" y="50398"/>
                  <a:pt x="97570" y="42840"/>
                  <a:pt x="97447" y="3914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9" name="Красный — SVG 58">
            <a:extLst>
              <a:ext uri="{FF2B5EF4-FFF2-40B4-BE49-F238E27FC236}">
                <a16:creationId xmlns:a16="http://schemas.microsoft.com/office/drawing/2014/main" id="{BEE26651-D4A0-A540-8CD2-6CB962649455}"/>
              </a:ext>
            </a:extLst>
          </p:cNvPr>
          <p:cNvSpPr>
            <a:spLocks noGrp="1"/>
          </p:cNvSpPr>
          <p:nvPr/>
        </p:nvSpPr>
        <p:spPr>
          <a:xfrm>
            <a:off x="2220000" y="1930000"/>
            <a:ext cx="220000" cy="220000"/>
          </a:xfrm>
          <a:custGeom>
            <a:avLst/>
            <a:gdLst>
              <a:gd name="csX0" fmla="*/ 56629 w 113423"/>
              <a:gd name="csY0" fmla="*/ 1 h 141839"/>
              <a:gd name="csX1" fmla="*/ 52896 w 113423"/>
              <a:gd name="csY1" fmla="*/ 1617 h 141839"/>
              <a:gd name="csX2" fmla="*/ 51394 w 113423"/>
              <a:gd name="csY2" fmla="*/ 5394 h 141839"/>
              <a:gd name="csX3" fmla="*/ 51394 w 113423"/>
              <a:gd name="csY3" fmla="*/ 10719 h 141839"/>
              <a:gd name="csX4" fmla="*/ 26583 w 113423"/>
              <a:gd name="csY4" fmla="*/ 10719 h 141839"/>
              <a:gd name="csX5" fmla="*/ 10633 w 113423"/>
              <a:gd name="csY5" fmla="*/ 26658 h 141839"/>
              <a:gd name="csX6" fmla="*/ 10633 w 113423"/>
              <a:gd name="csY6" fmla="*/ 58554 h 141839"/>
              <a:gd name="csX7" fmla="*/ 26583 w 113423"/>
              <a:gd name="csY7" fmla="*/ 74510 h 141839"/>
              <a:gd name="csX8" fmla="*/ 86840 w 113423"/>
              <a:gd name="csY8" fmla="*/ 74510 h 141839"/>
              <a:gd name="csX9" fmla="*/ 102790 w 113423"/>
              <a:gd name="csY9" fmla="*/ 58554 h 141839"/>
              <a:gd name="csX10" fmla="*/ 102790 w 113423"/>
              <a:gd name="csY10" fmla="*/ 26658 h 141839"/>
              <a:gd name="csX11" fmla="*/ 86840 w 113423"/>
              <a:gd name="csY11" fmla="*/ 10719 h 141839"/>
              <a:gd name="csX12" fmla="*/ 62027 w 113423"/>
              <a:gd name="csY12" fmla="*/ 10719 h 141839"/>
              <a:gd name="csX13" fmla="*/ 62027 w 113423"/>
              <a:gd name="csY13" fmla="*/ 5394 h 141839"/>
              <a:gd name="csX14" fmla="*/ 61638 w 113423"/>
              <a:gd name="csY14" fmla="*/ 3319 h 141839"/>
              <a:gd name="csX15" fmla="*/ 60469 w 113423"/>
              <a:gd name="csY15" fmla="*/ 1549 h 141839"/>
              <a:gd name="csX16" fmla="*/ 58706 w 113423"/>
              <a:gd name="csY16" fmla="*/ 393 h 141839"/>
              <a:gd name="csX17" fmla="*/ 56629 w 113423"/>
              <a:gd name="csY17" fmla="*/ 1 h 141839"/>
              <a:gd name="csX18" fmla="*/ 40761 w 113423"/>
              <a:gd name="csY18" fmla="*/ 31982 h 141839"/>
              <a:gd name="csX19" fmla="*/ 49623 w 113423"/>
              <a:gd name="csY19" fmla="*/ 40828 h 141839"/>
              <a:gd name="csX20" fmla="*/ 40761 w 113423"/>
              <a:gd name="csY20" fmla="*/ 49691 h 141839"/>
              <a:gd name="csX21" fmla="*/ 31900 w 113423"/>
              <a:gd name="csY21" fmla="*/ 40828 h 141839"/>
              <a:gd name="csX22" fmla="*/ 40761 w 113423"/>
              <a:gd name="csY22" fmla="*/ 31982 h 141839"/>
              <a:gd name="csX23" fmla="*/ 72661 w 113423"/>
              <a:gd name="csY23" fmla="*/ 31982 h 141839"/>
              <a:gd name="csX24" fmla="*/ 81523 w 113423"/>
              <a:gd name="csY24" fmla="*/ 40828 h 141839"/>
              <a:gd name="csX25" fmla="*/ 72661 w 113423"/>
              <a:gd name="csY25" fmla="*/ 49691 h 141839"/>
              <a:gd name="csX26" fmla="*/ 63800 w 113423"/>
              <a:gd name="csY26" fmla="*/ 40828 h 141839"/>
              <a:gd name="csX27" fmla="*/ 72661 w 113423"/>
              <a:gd name="csY27" fmla="*/ 31982 h 141839"/>
              <a:gd name="csX28" fmla="*/ 15950 w 113423"/>
              <a:gd name="csY28" fmla="*/ 85142 h 141839"/>
              <a:gd name="csX29" fmla="*/ 0 w 113423"/>
              <a:gd name="csY29" fmla="*/ 101081 h 141839"/>
              <a:gd name="csX30" fmla="*/ 0 w 113423"/>
              <a:gd name="csY30" fmla="*/ 103786 h 141839"/>
              <a:gd name="csX31" fmla="*/ 9526 w 113423"/>
              <a:gd name="csY31" fmla="*/ 125781 h 141839"/>
              <a:gd name="csX32" fmla="*/ 56711 w 113423"/>
              <a:gd name="csY32" fmla="*/ 141840 h 141839"/>
              <a:gd name="csX33" fmla="*/ 103897 w 113423"/>
              <a:gd name="csY33" fmla="*/ 125781 h 141839"/>
              <a:gd name="csX34" fmla="*/ 113423 w 113423"/>
              <a:gd name="csY34" fmla="*/ 103786 h 141839"/>
              <a:gd name="csX35" fmla="*/ 113423 w 113423"/>
              <a:gd name="csY35" fmla="*/ 101081 h 141839"/>
              <a:gd name="csX36" fmla="*/ 97473 w 113423"/>
              <a:gd name="csY36" fmla="*/ 85142 h 141839"/>
              <a:gd name="csX37" fmla="*/ 15950 w 113423"/>
              <a:gd name="csY37" fmla="*/ 85142 h 141839"/>
            </a:gdLst>
            <a:ahLst/>
            <a:cxnLst/>
            <a:rect l="l" t="t" r="r" b="b"/>
            <a:pathLst>
              <a:path w="100000" h="100000">
                <a:moveTo>
                  <a:pt x="49942" y="1"/>
                </a:moveTo>
                <a:cubicBezTo>
                  <a:pt x="48948" y="13"/>
                  <a:pt x="48001" y="421"/>
                  <a:pt x="47310" y="1140"/>
                </a:cubicBezTo>
                <a:cubicBezTo>
                  <a:pt x="46618" y="1848"/>
                  <a:pt x="46237" y="2807"/>
                  <a:pt x="46251" y="3803"/>
                </a:cubicBezTo>
                <a:lnTo>
                  <a:pt x="46251" y="7557"/>
                </a:lnTo>
                <a:lnTo>
                  <a:pt x="28759" y="7557"/>
                </a:lnTo>
                <a:cubicBezTo>
                  <a:pt x="22559" y="7557"/>
                  <a:pt x="17514" y="12594"/>
                  <a:pt x="17514" y="18795"/>
                </a:cubicBezTo>
                <a:lnTo>
                  <a:pt x="17514" y="41282"/>
                </a:lnTo>
                <a:cubicBezTo>
                  <a:pt x="17514" y="47483"/>
                  <a:pt x="22559" y="52531"/>
                  <a:pt x="28759" y="52531"/>
                </a:cubicBezTo>
                <a:lnTo>
                  <a:pt x="71241" y="52531"/>
                </a:lnTo>
                <a:cubicBezTo>
                  <a:pt x="77440" y="52531"/>
                  <a:pt x="82486" y="47483"/>
                  <a:pt x="82486" y="41282"/>
                </a:cubicBezTo>
                <a:lnTo>
                  <a:pt x="82486" y="18795"/>
                </a:lnTo>
                <a:cubicBezTo>
                  <a:pt x="82486" y="12594"/>
                  <a:pt x="77440" y="7557"/>
                  <a:pt x="71241" y="7557"/>
                </a:cubicBezTo>
                <a:lnTo>
                  <a:pt x="53748" y="7557"/>
                </a:lnTo>
                <a:lnTo>
                  <a:pt x="53748" y="3803"/>
                </a:lnTo>
                <a:cubicBezTo>
                  <a:pt x="53755" y="3299"/>
                  <a:pt x="53662" y="2807"/>
                  <a:pt x="53473" y="2340"/>
                </a:cubicBezTo>
                <a:cubicBezTo>
                  <a:pt x="53284" y="1872"/>
                  <a:pt x="53004" y="1452"/>
                  <a:pt x="52649" y="1092"/>
                </a:cubicBezTo>
                <a:cubicBezTo>
                  <a:pt x="52294" y="745"/>
                  <a:pt x="51872" y="469"/>
                  <a:pt x="51406" y="277"/>
                </a:cubicBezTo>
                <a:cubicBezTo>
                  <a:pt x="50941" y="85"/>
                  <a:pt x="50443" y="-11"/>
                  <a:pt x="49942" y="1"/>
                </a:cubicBezTo>
                <a:close/>
                <a:moveTo>
                  <a:pt x="38755" y="22548"/>
                </a:moveTo>
                <a:cubicBezTo>
                  <a:pt x="42205" y="22548"/>
                  <a:pt x="45002" y="25343"/>
                  <a:pt x="45002" y="28785"/>
                </a:cubicBezTo>
                <a:cubicBezTo>
                  <a:pt x="45002" y="32239"/>
                  <a:pt x="42205" y="35033"/>
                  <a:pt x="38755" y="35033"/>
                </a:cubicBezTo>
                <a:cubicBezTo>
                  <a:pt x="35303" y="35033"/>
                  <a:pt x="32507" y="32239"/>
                  <a:pt x="32507" y="28785"/>
                </a:cubicBezTo>
                <a:cubicBezTo>
                  <a:pt x="32507" y="25343"/>
                  <a:pt x="35303" y="22548"/>
                  <a:pt x="38755" y="22548"/>
                </a:cubicBezTo>
                <a:close/>
                <a:moveTo>
                  <a:pt x="61245" y="22548"/>
                </a:moveTo>
                <a:cubicBezTo>
                  <a:pt x="64696" y="22548"/>
                  <a:pt x="67493" y="25343"/>
                  <a:pt x="67493" y="28785"/>
                </a:cubicBezTo>
                <a:cubicBezTo>
                  <a:pt x="67493" y="32239"/>
                  <a:pt x="64696" y="35033"/>
                  <a:pt x="61245" y="35033"/>
                </a:cubicBezTo>
                <a:cubicBezTo>
                  <a:pt x="57794" y="35033"/>
                  <a:pt x="54998" y="32239"/>
                  <a:pt x="54998" y="28785"/>
                </a:cubicBezTo>
                <a:cubicBezTo>
                  <a:pt x="54998" y="25343"/>
                  <a:pt x="57794" y="22548"/>
                  <a:pt x="61245" y="22548"/>
                </a:cubicBezTo>
                <a:close/>
                <a:moveTo>
                  <a:pt x="21262" y="60027"/>
                </a:moveTo>
                <a:cubicBezTo>
                  <a:pt x="15062" y="60027"/>
                  <a:pt x="10017" y="65065"/>
                  <a:pt x="10017" y="71265"/>
                </a:cubicBezTo>
                <a:lnTo>
                  <a:pt x="10017" y="73172"/>
                </a:lnTo>
                <a:cubicBezTo>
                  <a:pt x="10017" y="79048"/>
                  <a:pt x="12465" y="84709"/>
                  <a:pt x="16733" y="88679"/>
                </a:cubicBezTo>
                <a:cubicBezTo>
                  <a:pt x="22278" y="93836"/>
                  <a:pt x="32550" y="100001"/>
                  <a:pt x="50000" y="100001"/>
                </a:cubicBezTo>
                <a:cubicBezTo>
                  <a:pt x="67450" y="100001"/>
                  <a:pt x="77725" y="93836"/>
                  <a:pt x="83267" y="88679"/>
                </a:cubicBezTo>
                <a:cubicBezTo>
                  <a:pt x="87537" y="84709"/>
                  <a:pt x="89983" y="79048"/>
                  <a:pt x="89983" y="73172"/>
                </a:cubicBezTo>
                <a:lnTo>
                  <a:pt x="89983" y="71265"/>
                </a:lnTo>
                <a:cubicBezTo>
                  <a:pt x="89983" y="65065"/>
                  <a:pt x="84937" y="60027"/>
                  <a:pt x="78738" y="60027"/>
                </a:cubicBezTo>
                <a:lnTo>
                  <a:pt x="21262" y="6002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0" name="Красный — SVG 59">
            <a:extLst>
              <a:ext uri="{FF2B5EF4-FFF2-40B4-BE49-F238E27FC236}">
                <a16:creationId xmlns:a16="http://schemas.microsoft.com/office/drawing/2014/main" id="{82B795E8-5C2A-B144-A189-0B141D25CB63}"/>
              </a:ext>
            </a:extLst>
          </p:cNvPr>
          <p:cNvSpPr>
            <a:spLocks noGrp="1"/>
          </p:cNvSpPr>
          <p:nvPr/>
        </p:nvSpPr>
        <p:spPr>
          <a:xfrm>
            <a:off x="2820000" y="1930000"/>
            <a:ext cx="220000" cy="220000"/>
          </a:xfrm>
          <a:custGeom>
            <a:avLst/>
            <a:gdLst>
              <a:gd name="csX0" fmla="*/ 115113 w 141857"/>
              <a:gd name="csY0" fmla="*/ 0 h 134744"/>
              <a:gd name="csX1" fmla="*/ 114347 w 141857"/>
              <a:gd name="csY1" fmla="*/ 68 h 134744"/>
              <a:gd name="csX2" fmla="*/ 93931 w 141857"/>
              <a:gd name="csY2" fmla="*/ 68 h 134744"/>
              <a:gd name="csX3" fmla="*/ 91872 w 141857"/>
              <a:gd name="csY3" fmla="*/ 459 h 134744"/>
              <a:gd name="csX4" fmla="*/ 90120 w 141857"/>
              <a:gd name="csY4" fmla="*/ 1599 h 134744"/>
              <a:gd name="csX5" fmla="*/ 88946 w 141857"/>
              <a:gd name="csY5" fmla="*/ 3334 h 134744"/>
              <a:gd name="csX6" fmla="*/ 88538 w 141857"/>
              <a:gd name="csY6" fmla="*/ 5392 h 134744"/>
              <a:gd name="csX7" fmla="*/ 88946 w 141857"/>
              <a:gd name="csY7" fmla="*/ 7451 h 134744"/>
              <a:gd name="csX8" fmla="*/ 90120 w 141857"/>
              <a:gd name="csY8" fmla="*/ 9186 h 134744"/>
              <a:gd name="csX9" fmla="*/ 91872 w 141857"/>
              <a:gd name="csY9" fmla="*/ 10326 h 134744"/>
              <a:gd name="csX10" fmla="*/ 93931 w 141857"/>
              <a:gd name="csY10" fmla="*/ 10700 h 134744"/>
              <a:gd name="csX11" fmla="*/ 109873 w 141857"/>
              <a:gd name="csY11" fmla="*/ 10700 h 134744"/>
              <a:gd name="csX12" fmla="*/ 109873 w 141857"/>
              <a:gd name="csY12" fmla="*/ 29650 h 134744"/>
              <a:gd name="csX13" fmla="*/ 84148 w 141857"/>
              <a:gd name="csY13" fmla="*/ 32951 h 134744"/>
              <a:gd name="csX14" fmla="*/ 36613 w 141857"/>
              <a:gd name="csY14" fmla="*/ 60475 h 134744"/>
              <a:gd name="csX15" fmla="*/ 74434 w 141857"/>
              <a:gd name="csY15" fmla="*/ 101080 h 134744"/>
              <a:gd name="csX16" fmla="*/ 70368 w 141857"/>
              <a:gd name="csY16" fmla="*/ 118738 h 134744"/>
              <a:gd name="csX17" fmla="*/ 117886 w 141857"/>
              <a:gd name="csY17" fmla="*/ 91230 h 134744"/>
              <a:gd name="csX18" fmla="*/ 130170 w 141857"/>
              <a:gd name="csY18" fmla="*/ 45233 h 134744"/>
              <a:gd name="csX19" fmla="*/ 120506 w 141857"/>
              <a:gd name="csY19" fmla="*/ 34685 h 134744"/>
              <a:gd name="csX20" fmla="*/ 120506 w 141857"/>
              <a:gd name="csY20" fmla="*/ 10700 h 134744"/>
              <a:gd name="csX21" fmla="*/ 136464 w 141857"/>
              <a:gd name="csY21" fmla="*/ 10700 h 134744"/>
              <a:gd name="csX22" fmla="*/ 138523 w 141857"/>
              <a:gd name="csY22" fmla="*/ 10326 h 134744"/>
              <a:gd name="csX23" fmla="*/ 140275 w 141857"/>
              <a:gd name="csY23" fmla="*/ 9186 h 134744"/>
              <a:gd name="csX24" fmla="*/ 141449 w 141857"/>
              <a:gd name="csY24" fmla="*/ 7451 h 134744"/>
              <a:gd name="csX25" fmla="*/ 141858 w 141857"/>
              <a:gd name="csY25" fmla="*/ 5392 h 134744"/>
              <a:gd name="csX26" fmla="*/ 141449 w 141857"/>
              <a:gd name="csY26" fmla="*/ 3334 h 134744"/>
              <a:gd name="csX27" fmla="*/ 140275 w 141857"/>
              <a:gd name="csY27" fmla="*/ 1599 h 134744"/>
              <a:gd name="csX28" fmla="*/ 138523 w 141857"/>
              <a:gd name="csY28" fmla="*/ 459 h 134744"/>
              <a:gd name="csX29" fmla="*/ 136464 w 141857"/>
              <a:gd name="csY29" fmla="*/ 68 h 134744"/>
              <a:gd name="csX30" fmla="*/ 116065 w 141857"/>
              <a:gd name="csY30" fmla="*/ 68 h 134744"/>
              <a:gd name="csX31" fmla="*/ 115113 w 141857"/>
              <a:gd name="csY31" fmla="*/ 0 h 134744"/>
              <a:gd name="csX32" fmla="*/ 33670 w 141857"/>
              <a:gd name="csY32" fmla="*/ 67415 h 134744"/>
              <a:gd name="csX33" fmla="*/ 0 w 141857"/>
              <a:gd name="csY33" fmla="*/ 101080 h 134744"/>
              <a:gd name="csX34" fmla="*/ 33670 w 141857"/>
              <a:gd name="csY34" fmla="*/ 134745 h 134744"/>
              <a:gd name="csX35" fmla="*/ 67339 w 141857"/>
              <a:gd name="csY35" fmla="*/ 101080 h 134744"/>
              <a:gd name="csX36" fmla="*/ 33670 w 141857"/>
              <a:gd name="csY36" fmla="*/ 67415 h 134744"/>
              <a:gd name="csX37" fmla="*/ 33670 w 141857"/>
              <a:gd name="csY37" fmla="*/ 78047 h 134744"/>
              <a:gd name="csX38" fmla="*/ 56706 w 141857"/>
              <a:gd name="csY38" fmla="*/ 101080 h 134744"/>
              <a:gd name="csX39" fmla="*/ 33670 w 141857"/>
              <a:gd name="csY39" fmla="*/ 124113 h 134744"/>
              <a:gd name="csX40" fmla="*/ 10633 w 141857"/>
              <a:gd name="csY40" fmla="*/ 101080 h 134744"/>
              <a:gd name="csX41" fmla="*/ 33670 w 141857"/>
              <a:gd name="csY41" fmla="*/ 78047 h 134744"/>
              <a:gd name="csX42" fmla="*/ 33670 w 141857"/>
              <a:gd name="csY42" fmla="*/ 92217 h 134744"/>
              <a:gd name="csX43" fmla="*/ 27409 w 141857"/>
              <a:gd name="csY43" fmla="*/ 94820 h 134744"/>
              <a:gd name="csX44" fmla="*/ 24806 w 141857"/>
              <a:gd name="csY44" fmla="*/ 101080 h 134744"/>
              <a:gd name="csX45" fmla="*/ 27409 w 141857"/>
              <a:gd name="csY45" fmla="*/ 107340 h 134744"/>
              <a:gd name="csX46" fmla="*/ 33670 w 141857"/>
              <a:gd name="csY46" fmla="*/ 109943 h 134744"/>
              <a:gd name="csX47" fmla="*/ 39930 w 141857"/>
              <a:gd name="csY47" fmla="*/ 107340 h 134744"/>
              <a:gd name="csX48" fmla="*/ 42534 w 141857"/>
              <a:gd name="csY48" fmla="*/ 101080 h 134744"/>
              <a:gd name="csX49" fmla="*/ 39930 w 141857"/>
              <a:gd name="csY49" fmla="*/ 94820 h 134744"/>
              <a:gd name="csX50" fmla="*/ 33670 w 141857"/>
              <a:gd name="csY50" fmla="*/ 92217 h 134744"/>
            </a:gdLst>
            <a:ahLst/>
            <a:cxnLst/>
            <a:rect l="l" t="t" r="r" b="b"/>
            <a:pathLst>
              <a:path w="100000" h="100000">
                <a:moveTo>
                  <a:pt x="81147" y="2507"/>
                </a:moveTo>
                <a:cubicBezTo>
                  <a:pt x="80967" y="2507"/>
                  <a:pt x="80788" y="2531"/>
                  <a:pt x="80607" y="2555"/>
                </a:cubicBezTo>
                <a:lnTo>
                  <a:pt x="66215" y="2555"/>
                </a:lnTo>
                <a:cubicBezTo>
                  <a:pt x="65712" y="2555"/>
                  <a:pt x="65220" y="2651"/>
                  <a:pt x="64764" y="2831"/>
                </a:cubicBezTo>
                <a:cubicBezTo>
                  <a:pt x="64296" y="3010"/>
                  <a:pt x="63876" y="3287"/>
                  <a:pt x="63529" y="3634"/>
                </a:cubicBezTo>
                <a:cubicBezTo>
                  <a:pt x="63169" y="3994"/>
                  <a:pt x="62893" y="4402"/>
                  <a:pt x="62701" y="4857"/>
                </a:cubicBezTo>
                <a:cubicBezTo>
                  <a:pt x="62509" y="5325"/>
                  <a:pt x="62414" y="5817"/>
                  <a:pt x="62414" y="6308"/>
                </a:cubicBezTo>
                <a:cubicBezTo>
                  <a:pt x="62414" y="6800"/>
                  <a:pt x="62509" y="7291"/>
                  <a:pt x="62701" y="7760"/>
                </a:cubicBezTo>
                <a:cubicBezTo>
                  <a:pt x="62893" y="8215"/>
                  <a:pt x="63169" y="8623"/>
                  <a:pt x="63529" y="8983"/>
                </a:cubicBezTo>
                <a:cubicBezTo>
                  <a:pt x="63876" y="9330"/>
                  <a:pt x="64296" y="9606"/>
                  <a:pt x="64764" y="9786"/>
                </a:cubicBezTo>
                <a:cubicBezTo>
                  <a:pt x="65220" y="9966"/>
                  <a:pt x="65712" y="10062"/>
                  <a:pt x="66215" y="10050"/>
                </a:cubicBezTo>
                <a:lnTo>
                  <a:pt x="77453" y="10050"/>
                </a:lnTo>
                <a:lnTo>
                  <a:pt x="77453" y="23408"/>
                </a:lnTo>
                <a:cubicBezTo>
                  <a:pt x="71552" y="21790"/>
                  <a:pt x="65028" y="22438"/>
                  <a:pt x="59319" y="25735"/>
                </a:cubicBezTo>
                <a:lnTo>
                  <a:pt x="25810" y="45138"/>
                </a:lnTo>
                <a:cubicBezTo>
                  <a:pt x="40681" y="46205"/>
                  <a:pt x="52471" y="58616"/>
                  <a:pt x="52471" y="73762"/>
                </a:cubicBezTo>
                <a:cubicBezTo>
                  <a:pt x="52471" y="78223"/>
                  <a:pt x="51427" y="82444"/>
                  <a:pt x="49605" y="86210"/>
                </a:cubicBezTo>
                <a:lnTo>
                  <a:pt x="83102" y="66818"/>
                </a:lnTo>
                <a:cubicBezTo>
                  <a:pt x="94424" y="60271"/>
                  <a:pt x="98310" y="45713"/>
                  <a:pt x="91761" y="34393"/>
                </a:cubicBezTo>
                <a:cubicBezTo>
                  <a:pt x="89998" y="31347"/>
                  <a:pt x="87647" y="28865"/>
                  <a:pt x="84949" y="26958"/>
                </a:cubicBezTo>
                <a:lnTo>
                  <a:pt x="84949" y="10050"/>
                </a:lnTo>
                <a:lnTo>
                  <a:pt x="96198" y="10050"/>
                </a:lnTo>
                <a:cubicBezTo>
                  <a:pt x="96690" y="10062"/>
                  <a:pt x="97182" y="9966"/>
                  <a:pt x="97650" y="9786"/>
                </a:cubicBezTo>
                <a:cubicBezTo>
                  <a:pt x="98106" y="9606"/>
                  <a:pt x="98525" y="9330"/>
                  <a:pt x="98885" y="8983"/>
                </a:cubicBezTo>
                <a:cubicBezTo>
                  <a:pt x="99233" y="8623"/>
                  <a:pt x="99521" y="8215"/>
                  <a:pt x="99712" y="7760"/>
                </a:cubicBezTo>
                <a:cubicBezTo>
                  <a:pt x="99905" y="7291"/>
                  <a:pt x="100001" y="6800"/>
                  <a:pt x="100001" y="6308"/>
                </a:cubicBezTo>
                <a:cubicBezTo>
                  <a:pt x="100001" y="5817"/>
                  <a:pt x="99905" y="5325"/>
                  <a:pt x="99712" y="4857"/>
                </a:cubicBezTo>
                <a:cubicBezTo>
                  <a:pt x="99521" y="4402"/>
                  <a:pt x="99233" y="3994"/>
                  <a:pt x="98885" y="3634"/>
                </a:cubicBezTo>
                <a:cubicBezTo>
                  <a:pt x="98525" y="3287"/>
                  <a:pt x="98106" y="3010"/>
                  <a:pt x="97650" y="2831"/>
                </a:cubicBezTo>
                <a:cubicBezTo>
                  <a:pt x="97182" y="2651"/>
                  <a:pt x="96690" y="2555"/>
                  <a:pt x="96198" y="2555"/>
                </a:cubicBezTo>
                <a:lnTo>
                  <a:pt x="81818" y="2555"/>
                </a:lnTo>
                <a:cubicBezTo>
                  <a:pt x="81603" y="2519"/>
                  <a:pt x="81375" y="2507"/>
                  <a:pt x="81147" y="2507"/>
                </a:cubicBezTo>
                <a:close/>
                <a:moveTo>
                  <a:pt x="23735" y="50030"/>
                </a:moveTo>
                <a:cubicBezTo>
                  <a:pt x="10674" y="50030"/>
                  <a:pt x="0" y="60703"/>
                  <a:pt x="0" y="73762"/>
                </a:cubicBezTo>
                <a:cubicBezTo>
                  <a:pt x="0" y="86821"/>
                  <a:pt x="10674" y="97494"/>
                  <a:pt x="23735" y="97494"/>
                </a:cubicBezTo>
                <a:cubicBezTo>
                  <a:pt x="36807" y="97494"/>
                  <a:pt x="47470" y="86821"/>
                  <a:pt x="47470" y="73762"/>
                </a:cubicBezTo>
                <a:cubicBezTo>
                  <a:pt x="47470" y="60703"/>
                  <a:pt x="36807" y="50030"/>
                  <a:pt x="23735" y="50030"/>
                </a:cubicBezTo>
                <a:close/>
                <a:moveTo>
                  <a:pt x="23735" y="57525"/>
                </a:moveTo>
                <a:cubicBezTo>
                  <a:pt x="32754" y="57525"/>
                  <a:pt x="39974" y="64744"/>
                  <a:pt x="39974" y="73762"/>
                </a:cubicBezTo>
                <a:cubicBezTo>
                  <a:pt x="39974" y="82779"/>
                  <a:pt x="32754" y="89999"/>
                  <a:pt x="23735" y="89999"/>
                </a:cubicBezTo>
                <a:cubicBezTo>
                  <a:pt x="14728" y="89999"/>
                  <a:pt x="7496" y="82779"/>
                  <a:pt x="7496" y="73762"/>
                </a:cubicBezTo>
                <a:cubicBezTo>
                  <a:pt x="7496" y="64744"/>
                  <a:pt x="14728" y="57525"/>
                  <a:pt x="23735" y="57525"/>
                </a:cubicBezTo>
                <a:close/>
                <a:moveTo>
                  <a:pt x="23735" y="67514"/>
                </a:moveTo>
                <a:cubicBezTo>
                  <a:pt x="22080" y="67514"/>
                  <a:pt x="20497" y="68174"/>
                  <a:pt x="19322" y="69349"/>
                </a:cubicBezTo>
                <a:cubicBezTo>
                  <a:pt x="18146" y="70512"/>
                  <a:pt x="17487" y="72107"/>
                  <a:pt x="17487" y="73762"/>
                </a:cubicBezTo>
                <a:cubicBezTo>
                  <a:pt x="17487" y="75417"/>
                  <a:pt x="18146" y="77012"/>
                  <a:pt x="19322" y="78175"/>
                </a:cubicBezTo>
                <a:cubicBezTo>
                  <a:pt x="20497" y="79350"/>
                  <a:pt x="22080" y="80010"/>
                  <a:pt x="23735" y="80010"/>
                </a:cubicBezTo>
                <a:cubicBezTo>
                  <a:pt x="25390" y="80010"/>
                  <a:pt x="26985" y="79350"/>
                  <a:pt x="28148" y="78175"/>
                </a:cubicBezTo>
                <a:cubicBezTo>
                  <a:pt x="29324" y="77012"/>
                  <a:pt x="29984" y="75417"/>
                  <a:pt x="29984" y="73762"/>
                </a:cubicBezTo>
                <a:cubicBezTo>
                  <a:pt x="29984" y="72107"/>
                  <a:pt x="29324" y="70512"/>
                  <a:pt x="28148" y="69349"/>
                </a:cubicBezTo>
                <a:cubicBezTo>
                  <a:pt x="26985" y="68174"/>
                  <a:pt x="25390" y="67514"/>
                  <a:pt x="23735" y="6751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1" name="Красный — SVG 60">
            <a:extLst>
              <a:ext uri="{FF2B5EF4-FFF2-40B4-BE49-F238E27FC236}">
                <a16:creationId xmlns:a16="http://schemas.microsoft.com/office/drawing/2014/main" id="{A7E1E794-F91D-874F-83F5-04C71B1D4A98}"/>
              </a:ext>
            </a:extLst>
          </p:cNvPr>
          <p:cNvSpPr>
            <a:spLocks noGrp="1"/>
          </p:cNvSpPr>
          <p:nvPr/>
        </p:nvSpPr>
        <p:spPr>
          <a:xfrm>
            <a:off x="3420000" y="1930000"/>
            <a:ext cx="220000" cy="220000"/>
          </a:xfrm>
          <a:custGeom>
            <a:avLst/>
            <a:gdLst>
              <a:gd name="csX0" fmla="*/ 58390 w 141772"/>
              <a:gd name="csY0" fmla="*/ 0 h 134676"/>
              <a:gd name="csX1" fmla="*/ 44609 w 141772"/>
              <a:gd name="csY1" fmla="*/ 7910 h 134676"/>
              <a:gd name="csX2" fmla="*/ 36817 w 141772"/>
              <a:gd name="csY2" fmla="*/ 21264 h 134676"/>
              <a:gd name="csX3" fmla="*/ 23036 w 141772"/>
              <a:gd name="csY3" fmla="*/ 21264 h 134676"/>
              <a:gd name="csX4" fmla="*/ 0 w 141772"/>
              <a:gd name="csY4" fmla="*/ 44297 h 134676"/>
              <a:gd name="csX5" fmla="*/ 0 w 141772"/>
              <a:gd name="csY5" fmla="*/ 111627 h 134676"/>
              <a:gd name="csX6" fmla="*/ 23036 w 141772"/>
              <a:gd name="csY6" fmla="*/ 134677 h 134676"/>
              <a:gd name="csX7" fmla="*/ 118737 w 141772"/>
              <a:gd name="csY7" fmla="*/ 134677 h 134676"/>
              <a:gd name="csX8" fmla="*/ 141773 w 141772"/>
              <a:gd name="csY8" fmla="*/ 111627 h 134676"/>
              <a:gd name="csX9" fmla="*/ 141773 w 141772"/>
              <a:gd name="csY9" fmla="*/ 44297 h 134676"/>
              <a:gd name="csX10" fmla="*/ 118737 w 141772"/>
              <a:gd name="csY10" fmla="*/ 21264 h 134676"/>
              <a:gd name="csX11" fmla="*/ 104956 w 141772"/>
              <a:gd name="csY11" fmla="*/ 21264 h 134676"/>
              <a:gd name="csX12" fmla="*/ 97164 w 141772"/>
              <a:gd name="csY12" fmla="*/ 7910 h 134676"/>
              <a:gd name="csX13" fmla="*/ 83400 w 141772"/>
              <a:gd name="csY13" fmla="*/ 0 h 134676"/>
              <a:gd name="csX14" fmla="*/ 58390 w 141772"/>
              <a:gd name="csY14" fmla="*/ 0 h 134676"/>
              <a:gd name="csX15" fmla="*/ 70895 w 141772"/>
              <a:gd name="csY15" fmla="*/ 42528 h 134676"/>
              <a:gd name="csX16" fmla="*/ 102795 w 141772"/>
              <a:gd name="csY16" fmla="*/ 74424 h 134676"/>
              <a:gd name="csX17" fmla="*/ 70895 w 141772"/>
              <a:gd name="csY17" fmla="*/ 106319 h 134676"/>
              <a:gd name="csX18" fmla="*/ 38995 w 141772"/>
              <a:gd name="csY18" fmla="*/ 74424 h 134676"/>
              <a:gd name="csX19" fmla="*/ 70895 w 141772"/>
              <a:gd name="csY19" fmla="*/ 42528 h 134676"/>
              <a:gd name="csX20" fmla="*/ 70895 w 141772"/>
              <a:gd name="csY20" fmla="*/ 53160 h 134676"/>
              <a:gd name="csX21" fmla="*/ 55855 w 141772"/>
              <a:gd name="csY21" fmla="*/ 59386 h 134676"/>
              <a:gd name="csX22" fmla="*/ 49628 w 141772"/>
              <a:gd name="csY22" fmla="*/ 74424 h 134676"/>
              <a:gd name="csX23" fmla="*/ 55855 w 141772"/>
              <a:gd name="csY23" fmla="*/ 89462 h 134676"/>
              <a:gd name="csX24" fmla="*/ 70895 w 141772"/>
              <a:gd name="csY24" fmla="*/ 95687 h 134676"/>
              <a:gd name="csX25" fmla="*/ 85935 w 141772"/>
              <a:gd name="csY25" fmla="*/ 89462 h 134676"/>
              <a:gd name="csX26" fmla="*/ 92162 w 141772"/>
              <a:gd name="csY26" fmla="*/ 74424 h 134676"/>
              <a:gd name="csX27" fmla="*/ 85935 w 141772"/>
              <a:gd name="csY27" fmla="*/ 59386 h 134676"/>
              <a:gd name="csX28" fmla="*/ 70895 w 141772"/>
              <a:gd name="csY28" fmla="*/ 53160 h 134676"/>
            </a:gdLst>
            <a:ahLst/>
            <a:cxnLst/>
            <a:rect l="l" t="t" r="r" b="b"/>
            <a:pathLst>
              <a:path w="100000" h="100000">
                <a:moveTo>
                  <a:pt x="41186" y="2503"/>
                </a:moveTo>
                <a:cubicBezTo>
                  <a:pt x="37202" y="2503"/>
                  <a:pt x="33469" y="4638"/>
                  <a:pt x="31465" y="8082"/>
                </a:cubicBezTo>
                <a:lnTo>
                  <a:pt x="25969" y="17501"/>
                </a:lnTo>
                <a:lnTo>
                  <a:pt x="16249" y="17501"/>
                </a:lnTo>
                <a:cubicBezTo>
                  <a:pt x="7284" y="17501"/>
                  <a:pt x="0" y="24785"/>
                  <a:pt x="0" y="33748"/>
                </a:cubicBezTo>
                <a:lnTo>
                  <a:pt x="0" y="81240"/>
                </a:lnTo>
                <a:cubicBezTo>
                  <a:pt x="0" y="90203"/>
                  <a:pt x="7284" y="97498"/>
                  <a:pt x="16249" y="97498"/>
                </a:cubicBezTo>
                <a:lnTo>
                  <a:pt x="83752" y="97498"/>
                </a:lnTo>
                <a:cubicBezTo>
                  <a:pt x="92716" y="97498"/>
                  <a:pt x="100001" y="90203"/>
                  <a:pt x="100001" y="81240"/>
                </a:cubicBezTo>
                <a:lnTo>
                  <a:pt x="100001" y="33748"/>
                </a:lnTo>
                <a:cubicBezTo>
                  <a:pt x="100001" y="24785"/>
                  <a:pt x="92716" y="17501"/>
                  <a:pt x="83752" y="17501"/>
                </a:cubicBezTo>
                <a:lnTo>
                  <a:pt x="74032" y="17501"/>
                </a:lnTo>
                <a:lnTo>
                  <a:pt x="68535" y="8082"/>
                </a:lnTo>
                <a:cubicBezTo>
                  <a:pt x="66531" y="4638"/>
                  <a:pt x="62811" y="2503"/>
                  <a:pt x="58827" y="2503"/>
                </a:cubicBezTo>
                <a:lnTo>
                  <a:pt x="41186" y="2503"/>
                </a:lnTo>
                <a:close/>
                <a:moveTo>
                  <a:pt x="50006" y="32500"/>
                </a:moveTo>
                <a:cubicBezTo>
                  <a:pt x="62403" y="32500"/>
                  <a:pt x="72507" y="42591"/>
                  <a:pt x="72507" y="54998"/>
                </a:cubicBezTo>
                <a:cubicBezTo>
                  <a:pt x="72507" y="67405"/>
                  <a:pt x="62403" y="77496"/>
                  <a:pt x="50006" y="77496"/>
                </a:cubicBezTo>
                <a:cubicBezTo>
                  <a:pt x="37598" y="77496"/>
                  <a:pt x="27505" y="67405"/>
                  <a:pt x="27505" y="54998"/>
                </a:cubicBezTo>
                <a:cubicBezTo>
                  <a:pt x="27505" y="42591"/>
                  <a:pt x="37598" y="32500"/>
                  <a:pt x="50006" y="32500"/>
                </a:cubicBezTo>
                <a:close/>
                <a:moveTo>
                  <a:pt x="50006" y="39999"/>
                </a:moveTo>
                <a:cubicBezTo>
                  <a:pt x="46022" y="39999"/>
                  <a:pt x="42206" y="41583"/>
                  <a:pt x="39398" y="44391"/>
                </a:cubicBezTo>
                <a:cubicBezTo>
                  <a:pt x="36578" y="47210"/>
                  <a:pt x="35006" y="51014"/>
                  <a:pt x="35006" y="54998"/>
                </a:cubicBezTo>
                <a:cubicBezTo>
                  <a:pt x="35006" y="58981"/>
                  <a:pt x="36578" y="62785"/>
                  <a:pt x="39398" y="65605"/>
                </a:cubicBezTo>
                <a:cubicBezTo>
                  <a:pt x="42206" y="68413"/>
                  <a:pt x="46022" y="69996"/>
                  <a:pt x="50006" y="69996"/>
                </a:cubicBezTo>
                <a:cubicBezTo>
                  <a:pt x="53978" y="69996"/>
                  <a:pt x="57794" y="68413"/>
                  <a:pt x="60615" y="65605"/>
                </a:cubicBezTo>
                <a:cubicBezTo>
                  <a:pt x="63423" y="62785"/>
                  <a:pt x="65007" y="58981"/>
                  <a:pt x="65007" y="54998"/>
                </a:cubicBezTo>
                <a:cubicBezTo>
                  <a:pt x="65007" y="51014"/>
                  <a:pt x="63423" y="47210"/>
                  <a:pt x="60615" y="44391"/>
                </a:cubicBezTo>
                <a:cubicBezTo>
                  <a:pt x="57794" y="41583"/>
                  <a:pt x="53978" y="39999"/>
                  <a:pt x="50006" y="3999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2" name="Красный — SVG 61">
            <a:extLst>
              <a:ext uri="{FF2B5EF4-FFF2-40B4-BE49-F238E27FC236}">
                <a16:creationId xmlns:a16="http://schemas.microsoft.com/office/drawing/2014/main" id="{AA06742E-76C3-074A-A36E-EB492BA484CE}"/>
              </a:ext>
            </a:extLst>
          </p:cNvPr>
          <p:cNvSpPr>
            <a:spLocks noGrp="1"/>
          </p:cNvSpPr>
          <p:nvPr/>
        </p:nvSpPr>
        <p:spPr>
          <a:xfrm>
            <a:off x="4020000" y="1930000"/>
            <a:ext cx="220000" cy="220000"/>
          </a:xfrm>
          <a:custGeom>
            <a:avLst/>
            <a:gdLst>
              <a:gd name="csX0" fmla="*/ 19497 w 134695"/>
              <a:gd name="csY0" fmla="*/ 0 h 134676"/>
              <a:gd name="csX1" fmla="*/ 0 w 134695"/>
              <a:gd name="csY1" fmla="*/ 19495 h 134676"/>
              <a:gd name="csX2" fmla="*/ 0 w 134695"/>
              <a:gd name="csY2" fmla="*/ 115182 h 134676"/>
              <a:gd name="csX3" fmla="*/ 19497 w 134695"/>
              <a:gd name="csY3" fmla="*/ 134677 h 134676"/>
              <a:gd name="csX4" fmla="*/ 115198 w 134695"/>
              <a:gd name="csY4" fmla="*/ 134677 h 134676"/>
              <a:gd name="csX5" fmla="*/ 124691 w 134695"/>
              <a:gd name="csY5" fmla="*/ 132193 h 134676"/>
              <a:gd name="csX6" fmla="*/ 103425 w 134695"/>
              <a:gd name="csY6" fmla="*/ 110929 h 134676"/>
              <a:gd name="csX7" fmla="*/ 93931 w 134695"/>
              <a:gd name="csY7" fmla="*/ 113413 h 134676"/>
              <a:gd name="csX8" fmla="*/ 74434 w 134695"/>
              <a:gd name="csY8" fmla="*/ 93918 h 134676"/>
              <a:gd name="csX9" fmla="*/ 93931 w 134695"/>
              <a:gd name="csY9" fmla="*/ 74424 h 134676"/>
              <a:gd name="csX10" fmla="*/ 113428 w 134695"/>
              <a:gd name="csY10" fmla="*/ 93918 h 134676"/>
              <a:gd name="csX11" fmla="*/ 110944 w 134695"/>
              <a:gd name="csY11" fmla="*/ 103411 h 134676"/>
              <a:gd name="csX12" fmla="*/ 132211 w 134695"/>
              <a:gd name="csY12" fmla="*/ 124674 h 134676"/>
              <a:gd name="csX13" fmla="*/ 134695 w 134695"/>
              <a:gd name="csY13" fmla="*/ 115182 h 134676"/>
              <a:gd name="csX14" fmla="*/ 134695 w 134695"/>
              <a:gd name="csY14" fmla="*/ 19495 h 134676"/>
              <a:gd name="csX15" fmla="*/ 115198 w 134695"/>
              <a:gd name="csY15" fmla="*/ 0 h 134676"/>
              <a:gd name="csX16" fmla="*/ 92468 w 134695"/>
              <a:gd name="csY16" fmla="*/ 0 h 134676"/>
              <a:gd name="csX17" fmla="*/ 92179 w 134695"/>
              <a:gd name="csY17" fmla="*/ 408 h 134676"/>
              <a:gd name="csX18" fmla="*/ 57880 w 134695"/>
              <a:gd name="csY18" fmla="*/ 31436 h 134676"/>
              <a:gd name="csX19" fmla="*/ 60262 w 134695"/>
              <a:gd name="csY19" fmla="*/ 40759 h 134676"/>
              <a:gd name="csX20" fmla="*/ 40764 w 134695"/>
              <a:gd name="csY20" fmla="*/ 60253 h 134676"/>
              <a:gd name="csX21" fmla="*/ 21267 w 134695"/>
              <a:gd name="csY21" fmla="*/ 40759 h 134676"/>
              <a:gd name="csX22" fmla="*/ 40764 w 134695"/>
              <a:gd name="csY22" fmla="*/ 21264 h 134676"/>
              <a:gd name="csX23" fmla="*/ 50411 w 134695"/>
              <a:gd name="csY23" fmla="*/ 23850 h 134676"/>
              <a:gd name="csX24" fmla="*/ 76782 w 134695"/>
              <a:gd name="csY24" fmla="*/ 0 h 134676"/>
              <a:gd name="csX25" fmla="*/ 19497 w 134695"/>
              <a:gd name="csY25" fmla="*/ 0 h 134676"/>
              <a:gd name="csX26" fmla="*/ 97470 w 134695"/>
              <a:gd name="csY26" fmla="*/ 17725 h 134676"/>
              <a:gd name="csX27" fmla="*/ 116967 w 134695"/>
              <a:gd name="csY27" fmla="*/ 37220 h 134676"/>
              <a:gd name="csX28" fmla="*/ 97470 w 134695"/>
              <a:gd name="csY28" fmla="*/ 56715 h 134676"/>
              <a:gd name="csX29" fmla="*/ 87976 w 134695"/>
              <a:gd name="csY29" fmla="*/ 54231 h 134676"/>
              <a:gd name="csX30" fmla="*/ 54239 w 134695"/>
              <a:gd name="csY30" fmla="*/ 87964 h 134676"/>
              <a:gd name="csX31" fmla="*/ 56706 w 134695"/>
              <a:gd name="csY31" fmla="*/ 97474 h 134676"/>
              <a:gd name="csX32" fmla="*/ 37208 w 134695"/>
              <a:gd name="csY32" fmla="*/ 116951 h 134676"/>
              <a:gd name="csX33" fmla="*/ 17728 w 134695"/>
              <a:gd name="csY33" fmla="*/ 97474 h 134676"/>
              <a:gd name="csX34" fmla="*/ 37208 w 134695"/>
              <a:gd name="csY34" fmla="*/ 77979 h 134676"/>
              <a:gd name="csX35" fmla="*/ 46702 w 134695"/>
              <a:gd name="csY35" fmla="*/ 80463 h 134676"/>
              <a:gd name="csX36" fmla="*/ 80456 w 134695"/>
              <a:gd name="csY36" fmla="*/ 46712 h 134676"/>
              <a:gd name="csX37" fmla="*/ 77972 w 134695"/>
              <a:gd name="csY37" fmla="*/ 37220 h 134676"/>
              <a:gd name="csX38" fmla="*/ 97470 w 134695"/>
              <a:gd name="csY38" fmla="*/ 17725 h 134676"/>
              <a:gd name="csX39" fmla="*/ 97470 w 134695"/>
              <a:gd name="csY39" fmla="*/ 28357 h 134676"/>
              <a:gd name="csX40" fmla="*/ 91209 w 134695"/>
              <a:gd name="csY40" fmla="*/ 30960 h 134676"/>
              <a:gd name="csX41" fmla="*/ 88606 w 134695"/>
              <a:gd name="csY41" fmla="*/ 37220 h 134676"/>
              <a:gd name="csX42" fmla="*/ 91209 w 134695"/>
              <a:gd name="csY42" fmla="*/ 43480 h 134676"/>
              <a:gd name="csX43" fmla="*/ 97470 w 134695"/>
              <a:gd name="csY43" fmla="*/ 46083 h 134676"/>
              <a:gd name="csX44" fmla="*/ 103731 w 134695"/>
              <a:gd name="csY44" fmla="*/ 43480 h 134676"/>
              <a:gd name="csX45" fmla="*/ 106334 w 134695"/>
              <a:gd name="csY45" fmla="*/ 37220 h 134676"/>
              <a:gd name="csX46" fmla="*/ 103731 w 134695"/>
              <a:gd name="csY46" fmla="*/ 30960 h 134676"/>
              <a:gd name="csX47" fmla="*/ 97470 w 134695"/>
              <a:gd name="csY47" fmla="*/ 28357 h 134676"/>
              <a:gd name="csX48" fmla="*/ 40764 w 134695"/>
              <a:gd name="csY48" fmla="*/ 31896 h 134676"/>
              <a:gd name="csX49" fmla="*/ 34503 w 134695"/>
              <a:gd name="csY49" fmla="*/ 34499 h 134676"/>
              <a:gd name="csX50" fmla="*/ 31900 w 134695"/>
              <a:gd name="csY50" fmla="*/ 40759 h 134676"/>
              <a:gd name="csX51" fmla="*/ 34503 w 134695"/>
              <a:gd name="csY51" fmla="*/ 47036 h 134676"/>
              <a:gd name="csX52" fmla="*/ 40764 w 134695"/>
              <a:gd name="csY52" fmla="*/ 49621 h 134676"/>
              <a:gd name="csX53" fmla="*/ 47025 w 134695"/>
              <a:gd name="csY53" fmla="*/ 47036 h 134676"/>
              <a:gd name="csX54" fmla="*/ 49628 w 134695"/>
              <a:gd name="csY54" fmla="*/ 40759 h 134676"/>
              <a:gd name="csX55" fmla="*/ 47025 w 134695"/>
              <a:gd name="csY55" fmla="*/ 34499 h 134676"/>
              <a:gd name="csX56" fmla="*/ 40764 w 134695"/>
              <a:gd name="csY56" fmla="*/ 31896 h 134676"/>
              <a:gd name="csX57" fmla="*/ 93931 w 134695"/>
              <a:gd name="csY57" fmla="*/ 85056 h 134676"/>
              <a:gd name="csX58" fmla="*/ 87670 w 134695"/>
              <a:gd name="csY58" fmla="*/ 87658 h 134676"/>
              <a:gd name="csX59" fmla="*/ 85067 w 134695"/>
              <a:gd name="csY59" fmla="*/ 93918 h 134676"/>
              <a:gd name="csX60" fmla="*/ 87670 w 134695"/>
              <a:gd name="csY60" fmla="*/ 100195 h 134676"/>
              <a:gd name="csX61" fmla="*/ 93931 w 134695"/>
              <a:gd name="csY61" fmla="*/ 102781 h 134676"/>
              <a:gd name="csX62" fmla="*/ 100192 w 134695"/>
              <a:gd name="csY62" fmla="*/ 100195 h 134676"/>
              <a:gd name="csX63" fmla="*/ 102795 w 134695"/>
              <a:gd name="csY63" fmla="*/ 93918 h 134676"/>
              <a:gd name="csX64" fmla="*/ 100192 w 134695"/>
              <a:gd name="csY64" fmla="*/ 87658 h 134676"/>
              <a:gd name="csX65" fmla="*/ 93931 w 134695"/>
              <a:gd name="csY65" fmla="*/ 85056 h 134676"/>
              <a:gd name="csX66" fmla="*/ 37208 w 134695"/>
              <a:gd name="csY66" fmla="*/ 88611 h 134676"/>
              <a:gd name="csX67" fmla="*/ 30947 w 134695"/>
              <a:gd name="csY67" fmla="*/ 91197 h 134676"/>
              <a:gd name="csX68" fmla="*/ 28361 w 134695"/>
              <a:gd name="csY68" fmla="*/ 97474 h 134676"/>
              <a:gd name="csX69" fmla="*/ 30947 w 134695"/>
              <a:gd name="csY69" fmla="*/ 103734 h 134676"/>
              <a:gd name="csX70" fmla="*/ 37208 w 134695"/>
              <a:gd name="csY70" fmla="*/ 106319 h 134676"/>
              <a:gd name="csX71" fmla="*/ 43486 w 134695"/>
              <a:gd name="csY71" fmla="*/ 103734 h 134676"/>
              <a:gd name="csX72" fmla="*/ 46072 w 134695"/>
              <a:gd name="csY72" fmla="*/ 97474 h 134676"/>
              <a:gd name="csX73" fmla="*/ 43486 w 134695"/>
              <a:gd name="csY73" fmla="*/ 91197 h 134676"/>
              <a:gd name="csX74" fmla="*/ 37208 w 134695"/>
              <a:gd name="csY74" fmla="*/ 88611 h 134676"/>
            </a:gdLst>
            <a:ahLst/>
            <a:cxnLst/>
            <a:rect l="l" t="t" r="r" b="b"/>
            <a:pathLst>
              <a:path w="100000" h="100000">
                <a:moveTo>
                  <a:pt x="14475" y="7"/>
                </a:moveTo>
                <a:cubicBezTo>
                  <a:pt x="6492" y="7"/>
                  <a:pt x="0" y="6499"/>
                  <a:pt x="0" y="14480"/>
                </a:cubicBezTo>
                <a:lnTo>
                  <a:pt x="0" y="85520"/>
                </a:lnTo>
                <a:cubicBezTo>
                  <a:pt x="0" y="93502"/>
                  <a:pt x="6492" y="99994"/>
                  <a:pt x="14475" y="99994"/>
                </a:cubicBezTo>
                <a:lnTo>
                  <a:pt x="85525" y="99994"/>
                </a:lnTo>
                <a:cubicBezTo>
                  <a:pt x="88076" y="99994"/>
                  <a:pt x="90476" y="99324"/>
                  <a:pt x="92573" y="98150"/>
                </a:cubicBezTo>
                <a:lnTo>
                  <a:pt x="76785" y="82363"/>
                </a:lnTo>
                <a:cubicBezTo>
                  <a:pt x="74687" y="83537"/>
                  <a:pt x="72288" y="84207"/>
                  <a:pt x="69736" y="84207"/>
                </a:cubicBezTo>
                <a:cubicBezTo>
                  <a:pt x="61754" y="84207"/>
                  <a:pt x="55261" y="77715"/>
                  <a:pt x="55261" y="69733"/>
                </a:cubicBezTo>
                <a:cubicBezTo>
                  <a:pt x="55261" y="61764"/>
                  <a:pt x="61754" y="55261"/>
                  <a:pt x="69736" y="55261"/>
                </a:cubicBezTo>
                <a:cubicBezTo>
                  <a:pt x="77719" y="55261"/>
                  <a:pt x="84211" y="61764"/>
                  <a:pt x="84211" y="69733"/>
                </a:cubicBezTo>
                <a:cubicBezTo>
                  <a:pt x="84211" y="72298"/>
                  <a:pt x="83529" y="74697"/>
                  <a:pt x="82367" y="76781"/>
                </a:cubicBezTo>
                <a:lnTo>
                  <a:pt x="98156" y="92567"/>
                </a:lnTo>
                <a:cubicBezTo>
                  <a:pt x="99318" y="90483"/>
                  <a:pt x="100000" y="88084"/>
                  <a:pt x="100000" y="85520"/>
                </a:cubicBezTo>
                <a:lnTo>
                  <a:pt x="100000" y="14480"/>
                </a:lnTo>
                <a:cubicBezTo>
                  <a:pt x="100000" y="6499"/>
                  <a:pt x="93508" y="7"/>
                  <a:pt x="85525" y="7"/>
                </a:cubicBezTo>
                <a:lnTo>
                  <a:pt x="68650" y="7"/>
                </a:lnTo>
                <a:cubicBezTo>
                  <a:pt x="68574" y="95"/>
                  <a:pt x="68536" y="222"/>
                  <a:pt x="68435" y="310"/>
                </a:cubicBezTo>
                <a:lnTo>
                  <a:pt x="42971" y="23346"/>
                </a:lnTo>
                <a:cubicBezTo>
                  <a:pt x="44095" y="25405"/>
                  <a:pt x="44740" y="27766"/>
                  <a:pt x="44740" y="30267"/>
                </a:cubicBezTo>
                <a:cubicBezTo>
                  <a:pt x="44740" y="38249"/>
                  <a:pt x="38247" y="44740"/>
                  <a:pt x="30264" y="44740"/>
                </a:cubicBezTo>
                <a:cubicBezTo>
                  <a:pt x="22281" y="44740"/>
                  <a:pt x="15789" y="38249"/>
                  <a:pt x="15789" y="30267"/>
                </a:cubicBezTo>
                <a:cubicBezTo>
                  <a:pt x="15789" y="22297"/>
                  <a:pt x="22281" y="15794"/>
                  <a:pt x="30264" y="15794"/>
                </a:cubicBezTo>
                <a:cubicBezTo>
                  <a:pt x="32866" y="15794"/>
                  <a:pt x="35316" y="16501"/>
                  <a:pt x="37426" y="17714"/>
                </a:cubicBezTo>
                <a:lnTo>
                  <a:pt x="57004" y="7"/>
                </a:lnTo>
                <a:lnTo>
                  <a:pt x="14475" y="7"/>
                </a:lnTo>
                <a:close/>
                <a:moveTo>
                  <a:pt x="72363" y="13166"/>
                </a:moveTo>
                <a:cubicBezTo>
                  <a:pt x="80346" y="13166"/>
                  <a:pt x="86838" y="19658"/>
                  <a:pt x="86838" y="27640"/>
                </a:cubicBezTo>
                <a:cubicBezTo>
                  <a:pt x="86838" y="35622"/>
                  <a:pt x="80346" y="42113"/>
                  <a:pt x="72363" y="42113"/>
                </a:cubicBezTo>
                <a:cubicBezTo>
                  <a:pt x="69812" y="42113"/>
                  <a:pt x="67412" y="41432"/>
                  <a:pt x="65315" y="40269"/>
                </a:cubicBezTo>
                <a:lnTo>
                  <a:pt x="40268" y="65313"/>
                </a:lnTo>
                <a:cubicBezTo>
                  <a:pt x="41430" y="67410"/>
                  <a:pt x="42100" y="69809"/>
                  <a:pt x="42100" y="72374"/>
                </a:cubicBezTo>
                <a:cubicBezTo>
                  <a:pt x="42100" y="80343"/>
                  <a:pt x="35607" y="86834"/>
                  <a:pt x="27624" y="86834"/>
                </a:cubicBezTo>
                <a:cubicBezTo>
                  <a:pt x="19654" y="86834"/>
                  <a:pt x="13162" y="80343"/>
                  <a:pt x="13162" y="72374"/>
                </a:cubicBezTo>
                <a:cubicBezTo>
                  <a:pt x="13162" y="64392"/>
                  <a:pt x="19654" y="57900"/>
                  <a:pt x="27624" y="57900"/>
                </a:cubicBezTo>
                <a:cubicBezTo>
                  <a:pt x="30188" y="57900"/>
                  <a:pt x="32588" y="58570"/>
                  <a:pt x="34672" y="59744"/>
                </a:cubicBezTo>
                <a:lnTo>
                  <a:pt x="59732" y="34687"/>
                </a:lnTo>
                <a:cubicBezTo>
                  <a:pt x="58570" y="32604"/>
                  <a:pt x="57888" y="30191"/>
                  <a:pt x="57888" y="27640"/>
                </a:cubicBezTo>
                <a:cubicBezTo>
                  <a:pt x="57888" y="19658"/>
                  <a:pt x="64380" y="13166"/>
                  <a:pt x="72363" y="13166"/>
                </a:cubicBezTo>
                <a:close/>
                <a:moveTo>
                  <a:pt x="72363" y="21060"/>
                </a:moveTo>
                <a:cubicBezTo>
                  <a:pt x="70620" y="21060"/>
                  <a:pt x="68953" y="21755"/>
                  <a:pt x="67715" y="22992"/>
                </a:cubicBezTo>
                <a:cubicBezTo>
                  <a:pt x="66478" y="24217"/>
                  <a:pt x="65783" y="25897"/>
                  <a:pt x="65783" y="27640"/>
                </a:cubicBezTo>
                <a:cubicBezTo>
                  <a:pt x="65783" y="29383"/>
                  <a:pt x="66478" y="31062"/>
                  <a:pt x="67715" y="32287"/>
                </a:cubicBezTo>
                <a:cubicBezTo>
                  <a:pt x="68953" y="33526"/>
                  <a:pt x="70620" y="34220"/>
                  <a:pt x="72363" y="34220"/>
                </a:cubicBezTo>
                <a:cubicBezTo>
                  <a:pt x="74107" y="34220"/>
                  <a:pt x="75786" y="33526"/>
                  <a:pt x="77012" y="32287"/>
                </a:cubicBezTo>
                <a:cubicBezTo>
                  <a:pt x="78249" y="31062"/>
                  <a:pt x="78944" y="29383"/>
                  <a:pt x="78944" y="27640"/>
                </a:cubicBezTo>
                <a:cubicBezTo>
                  <a:pt x="78944" y="25897"/>
                  <a:pt x="78249" y="24217"/>
                  <a:pt x="77012" y="22992"/>
                </a:cubicBezTo>
                <a:cubicBezTo>
                  <a:pt x="75786" y="21755"/>
                  <a:pt x="74107" y="21060"/>
                  <a:pt x="72363" y="21060"/>
                </a:cubicBezTo>
                <a:close/>
                <a:moveTo>
                  <a:pt x="30264" y="23687"/>
                </a:moveTo>
                <a:cubicBezTo>
                  <a:pt x="28521" y="23687"/>
                  <a:pt x="26841" y="24382"/>
                  <a:pt x="25616" y="25620"/>
                </a:cubicBezTo>
                <a:cubicBezTo>
                  <a:pt x="24378" y="26857"/>
                  <a:pt x="23683" y="28524"/>
                  <a:pt x="23683" y="30267"/>
                </a:cubicBezTo>
                <a:cubicBezTo>
                  <a:pt x="23683" y="32010"/>
                  <a:pt x="24378" y="33689"/>
                  <a:pt x="25616" y="34927"/>
                </a:cubicBezTo>
                <a:cubicBezTo>
                  <a:pt x="26841" y="36152"/>
                  <a:pt x="28521" y="36847"/>
                  <a:pt x="30264" y="36847"/>
                </a:cubicBezTo>
                <a:cubicBezTo>
                  <a:pt x="32007" y="36847"/>
                  <a:pt x="33675" y="36152"/>
                  <a:pt x="34912" y="34927"/>
                </a:cubicBezTo>
                <a:cubicBezTo>
                  <a:pt x="36150" y="33689"/>
                  <a:pt x="36845" y="32010"/>
                  <a:pt x="36845" y="30267"/>
                </a:cubicBezTo>
                <a:cubicBezTo>
                  <a:pt x="36845" y="28524"/>
                  <a:pt x="36150" y="26857"/>
                  <a:pt x="34912" y="25620"/>
                </a:cubicBezTo>
                <a:cubicBezTo>
                  <a:pt x="33675" y="24382"/>
                  <a:pt x="32007" y="23687"/>
                  <a:pt x="30264" y="23687"/>
                </a:cubicBezTo>
                <a:close/>
                <a:moveTo>
                  <a:pt x="69736" y="63154"/>
                </a:moveTo>
                <a:cubicBezTo>
                  <a:pt x="67993" y="63154"/>
                  <a:pt x="66313" y="63848"/>
                  <a:pt x="65088" y="65086"/>
                </a:cubicBezTo>
                <a:cubicBezTo>
                  <a:pt x="63850" y="66324"/>
                  <a:pt x="63155" y="67991"/>
                  <a:pt x="63155" y="69733"/>
                </a:cubicBezTo>
                <a:cubicBezTo>
                  <a:pt x="63155" y="71477"/>
                  <a:pt x="63850" y="73156"/>
                  <a:pt x="65088" y="74394"/>
                </a:cubicBezTo>
                <a:cubicBezTo>
                  <a:pt x="66313" y="75619"/>
                  <a:pt x="67993" y="76314"/>
                  <a:pt x="69736" y="76314"/>
                </a:cubicBezTo>
                <a:cubicBezTo>
                  <a:pt x="71479" y="76314"/>
                  <a:pt x="73147" y="75619"/>
                  <a:pt x="74384" y="74394"/>
                </a:cubicBezTo>
                <a:cubicBezTo>
                  <a:pt x="75622" y="73156"/>
                  <a:pt x="76317" y="71477"/>
                  <a:pt x="76317" y="69733"/>
                </a:cubicBezTo>
                <a:cubicBezTo>
                  <a:pt x="76317" y="67991"/>
                  <a:pt x="75622" y="66324"/>
                  <a:pt x="74384" y="65086"/>
                </a:cubicBezTo>
                <a:cubicBezTo>
                  <a:pt x="73147" y="63848"/>
                  <a:pt x="71479" y="63154"/>
                  <a:pt x="69736" y="63154"/>
                </a:cubicBezTo>
                <a:close/>
                <a:moveTo>
                  <a:pt x="27624" y="65793"/>
                </a:moveTo>
                <a:cubicBezTo>
                  <a:pt x="25881" y="65793"/>
                  <a:pt x="24214" y="66488"/>
                  <a:pt x="22976" y="67713"/>
                </a:cubicBezTo>
                <a:cubicBezTo>
                  <a:pt x="21751" y="68951"/>
                  <a:pt x="21056" y="70618"/>
                  <a:pt x="21056" y="72374"/>
                </a:cubicBezTo>
                <a:cubicBezTo>
                  <a:pt x="21056" y="74116"/>
                  <a:pt x="21751" y="75783"/>
                  <a:pt x="22976" y="77021"/>
                </a:cubicBezTo>
                <a:cubicBezTo>
                  <a:pt x="24214" y="78259"/>
                  <a:pt x="25881" y="78940"/>
                  <a:pt x="27624" y="78940"/>
                </a:cubicBezTo>
                <a:cubicBezTo>
                  <a:pt x="29380" y="78940"/>
                  <a:pt x="31047" y="78259"/>
                  <a:pt x="32285" y="77021"/>
                </a:cubicBezTo>
                <a:cubicBezTo>
                  <a:pt x="33511" y="75783"/>
                  <a:pt x="34205" y="74116"/>
                  <a:pt x="34205" y="72374"/>
                </a:cubicBezTo>
                <a:cubicBezTo>
                  <a:pt x="34205" y="70618"/>
                  <a:pt x="33511" y="68951"/>
                  <a:pt x="32285" y="67713"/>
                </a:cubicBezTo>
                <a:cubicBezTo>
                  <a:pt x="31047" y="66488"/>
                  <a:pt x="29380" y="65793"/>
                  <a:pt x="27624" y="6579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3" name="Красный — SVG 62">
            <a:extLst>
              <a:ext uri="{FF2B5EF4-FFF2-40B4-BE49-F238E27FC236}">
                <a16:creationId xmlns:a16="http://schemas.microsoft.com/office/drawing/2014/main" id="{5BC2228B-9040-934F-9736-382791CB685E}"/>
              </a:ext>
            </a:extLst>
          </p:cNvPr>
          <p:cNvSpPr>
            <a:spLocks noGrp="1"/>
          </p:cNvSpPr>
          <p:nvPr/>
        </p:nvSpPr>
        <p:spPr>
          <a:xfrm>
            <a:off x="4620000" y="1930000"/>
            <a:ext cx="220000" cy="220000"/>
          </a:xfrm>
          <a:custGeom>
            <a:avLst/>
            <a:gdLst>
              <a:gd name="csX0" fmla="*/ 30121 w 134841"/>
              <a:gd name="csY0" fmla="*/ 1 h 134831"/>
              <a:gd name="csX1" fmla="*/ 26388 w 134841"/>
              <a:gd name="csY1" fmla="*/ 1617 h 134831"/>
              <a:gd name="csX2" fmla="*/ 24887 w 134841"/>
              <a:gd name="csY2" fmla="*/ 5394 h 134831"/>
              <a:gd name="csX3" fmla="*/ 24887 w 134841"/>
              <a:gd name="csY3" fmla="*/ 15192 h 134831"/>
              <a:gd name="csX4" fmla="*/ 18950 w 134841"/>
              <a:gd name="csY4" fmla="*/ 18952 h 134831"/>
              <a:gd name="csX5" fmla="*/ 15195 w 134841"/>
              <a:gd name="csY5" fmla="*/ 24888 h 134831"/>
              <a:gd name="csX6" fmla="*/ 5393 w 134841"/>
              <a:gd name="csY6" fmla="*/ 24888 h 134831"/>
              <a:gd name="csX7" fmla="*/ 3335 w 134841"/>
              <a:gd name="csY7" fmla="*/ 25263 h 134831"/>
              <a:gd name="csX8" fmla="*/ 1584 w 134841"/>
              <a:gd name="csY8" fmla="*/ 26420 h 134831"/>
              <a:gd name="csX9" fmla="*/ 412 w 134841"/>
              <a:gd name="csY9" fmla="*/ 28155 h 134831"/>
              <a:gd name="csX10" fmla="*/ 0 w 134841"/>
              <a:gd name="csY10" fmla="*/ 30196 h 134831"/>
              <a:gd name="csX11" fmla="*/ 412 w 134841"/>
              <a:gd name="csY11" fmla="*/ 32254 h 134831"/>
              <a:gd name="csX12" fmla="*/ 1584 w 134841"/>
              <a:gd name="csY12" fmla="*/ 33990 h 134831"/>
              <a:gd name="csX13" fmla="*/ 3335 w 134841"/>
              <a:gd name="csY13" fmla="*/ 35129 h 134831"/>
              <a:gd name="csX14" fmla="*/ 5393 w 134841"/>
              <a:gd name="csY14" fmla="*/ 35520 h 134831"/>
              <a:gd name="csX15" fmla="*/ 14254 w 134841"/>
              <a:gd name="csY15" fmla="*/ 35520 h 134831"/>
              <a:gd name="csX16" fmla="*/ 14254 w 134841"/>
              <a:gd name="csY16" fmla="*/ 49691 h 134831"/>
              <a:gd name="csX17" fmla="*/ 5393 w 134841"/>
              <a:gd name="csY17" fmla="*/ 49691 h 134831"/>
              <a:gd name="csX18" fmla="*/ 3335 w 134841"/>
              <a:gd name="csY18" fmla="*/ 50082 h 134831"/>
              <a:gd name="csX19" fmla="*/ 1584 w 134841"/>
              <a:gd name="csY19" fmla="*/ 51222 h 134831"/>
              <a:gd name="csX20" fmla="*/ 412 w 134841"/>
              <a:gd name="csY20" fmla="*/ 52957 h 134831"/>
              <a:gd name="csX21" fmla="*/ 0 w 134841"/>
              <a:gd name="csY21" fmla="*/ 55015 h 134831"/>
              <a:gd name="csX22" fmla="*/ 412 w 134841"/>
              <a:gd name="csY22" fmla="*/ 57057 h 134831"/>
              <a:gd name="csX23" fmla="*/ 1584 w 134841"/>
              <a:gd name="csY23" fmla="*/ 58792 h 134831"/>
              <a:gd name="csX24" fmla="*/ 3335 w 134841"/>
              <a:gd name="csY24" fmla="*/ 59949 h 134831"/>
              <a:gd name="csX25" fmla="*/ 5393 w 134841"/>
              <a:gd name="csY25" fmla="*/ 60323 h 134831"/>
              <a:gd name="csX26" fmla="*/ 14254 w 134841"/>
              <a:gd name="csY26" fmla="*/ 60323 h 134831"/>
              <a:gd name="csX27" fmla="*/ 14254 w 134841"/>
              <a:gd name="csY27" fmla="*/ 74510 h 134831"/>
              <a:gd name="csX28" fmla="*/ 5393 w 134841"/>
              <a:gd name="csY28" fmla="*/ 74510 h 134831"/>
              <a:gd name="csX29" fmla="*/ 3335 w 134841"/>
              <a:gd name="csY29" fmla="*/ 74884 h 134831"/>
              <a:gd name="csX30" fmla="*/ 1584 w 134841"/>
              <a:gd name="csY30" fmla="*/ 76024 h 134831"/>
              <a:gd name="csX31" fmla="*/ 412 w 134841"/>
              <a:gd name="csY31" fmla="*/ 77759 h 134831"/>
              <a:gd name="csX32" fmla="*/ 0 w 134841"/>
              <a:gd name="csY32" fmla="*/ 79817 h 134831"/>
              <a:gd name="csX33" fmla="*/ 412 w 134841"/>
              <a:gd name="csY33" fmla="*/ 81876 h 134831"/>
              <a:gd name="csX34" fmla="*/ 1584 w 134841"/>
              <a:gd name="csY34" fmla="*/ 83611 h 134831"/>
              <a:gd name="csX35" fmla="*/ 3335 w 134841"/>
              <a:gd name="csY35" fmla="*/ 84751 h 134831"/>
              <a:gd name="csX36" fmla="*/ 5393 w 134841"/>
              <a:gd name="csY36" fmla="*/ 85142 h 134831"/>
              <a:gd name="csX37" fmla="*/ 14254 w 134841"/>
              <a:gd name="csY37" fmla="*/ 85142 h 134831"/>
              <a:gd name="csX38" fmla="*/ 14254 w 134841"/>
              <a:gd name="csY38" fmla="*/ 99312 h 134831"/>
              <a:gd name="csX39" fmla="*/ 5393 w 134841"/>
              <a:gd name="csY39" fmla="*/ 99312 h 134831"/>
              <a:gd name="csX40" fmla="*/ 3335 w 134841"/>
              <a:gd name="csY40" fmla="*/ 99687 h 134831"/>
              <a:gd name="csX41" fmla="*/ 1584 w 134841"/>
              <a:gd name="csY41" fmla="*/ 100843 h 134831"/>
              <a:gd name="csX42" fmla="*/ 412 w 134841"/>
              <a:gd name="csY42" fmla="*/ 102578 h 134831"/>
              <a:gd name="csX43" fmla="*/ 0 w 134841"/>
              <a:gd name="csY43" fmla="*/ 104620 h 134831"/>
              <a:gd name="csX44" fmla="*/ 412 w 134841"/>
              <a:gd name="csY44" fmla="*/ 106678 h 134831"/>
              <a:gd name="csX45" fmla="*/ 1584 w 134841"/>
              <a:gd name="csY45" fmla="*/ 108413 h 134831"/>
              <a:gd name="csX46" fmla="*/ 3335 w 134841"/>
              <a:gd name="csY46" fmla="*/ 109553 h 134831"/>
              <a:gd name="csX47" fmla="*/ 5393 w 134841"/>
              <a:gd name="csY47" fmla="*/ 109944 h 134831"/>
              <a:gd name="csX48" fmla="*/ 15195 w 134841"/>
              <a:gd name="csY48" fmla="*/ 109944 h 134831"/>
              <a:gd name="csX49" fmla="*/ 18950 w 134841"/>
              <a:gd name="csY49" fmla="*/ 115881 h 134831"/>
              <a:gd name="csX50" fmla="*/ 24887 w 134841"/>
              <a:gd name="csY50" fmla="*/ 119641 h 134831"/>
              <a:gd name="csX51" fmla="*/ 24887 w 134841"/>
              <a:gd name="csY51" fmla="*/ 129439 h 134831"/>
              <a:gd name="csX52" fmla="*/ 25270 w 134841"/>
              <a:gd name="csY52" fmla="*/ 131497 h 134831"/>
              <a:gd name="csX53" fmla="*/ 26417 w 134841"/>
              <a:gd name="csY53" fmla="*/ 133250 h 134831"/>
              <a:gd name="csX54" fmla="*/ 28152 w 134841"/>
              <a:gd name="csY54" fmla="*/ 134406 h 134831"/>
              <a:gd name="csX55" fmla="*/ 30204 w 134841"/>
              <a:gd name="csY55" fmla="*/ 134831 h 134831"/>
              <a:gd name="csX56" fmla="*/ 32256 w 134841"/>
              <a:gd name="csY56" fmla="*/ 134406 h 134831"/>
              <a:gd name="csX57" fmla="*/ 33989 w 134841"/>
              <a:gd name="csY57" fmla="*/ 133250 h 134831"/>
              <a:gd name="csX58" fmla="*/ 35138 w 134841"/>
              <a:gd name="csY58" fmla="*/ 131497 h 134831"/>
              <a:gd name="csX59" fmla="*/ 35521 w 134841"/>
              <a:gd name="csY59" fmla="*/ 129439 h 134831"/>
              <a:gd name="csX60" fmla="*/ 35521 w 134841"/>
              <a:gd name="csY60" fmla="*/ 120576 h 134831"/>
              <a:gd name="csX61" fmla="*/ 49698 w 134841"/>
              <a:gd name="csY61" fmla="*/ 120576 h 134831"/>
              <a:gd name="csX62" fmla="*/ 49698 w 134841"/>
              <a:gd name="csY62" fmla="*/ 129439 h 134831"/>
              <a:gd name="csX63" fmla="*/ 50081 w 134841"/>
              <a:gd name="csY63" fmla="*/ 131497 h 134831"/>
              <a:gd name="csX64" fmla="*/ 51229 w 134841"/>
              <a:gd name="csY64" fmla="*/ 133250 h 134831"/>
              <a:gd name="csX65" fmla="*/ 52963 w 134841"/>
              <a:gd name="csY65" fmla="*/ 134406 h 134831"/>
              <a:gd name="csX66" fmla="*/ 55015 w 134841"/>
              <a:gd name="csY66" fmla="*/ 134831 h 134831"/>
              <a:gd name="csX67" fmla="*/ 57066 w 134841"/>
              <a:gd name="csY67" fmla="*/ 134406 h 134831"/>
              <a:gd name="csX68" fmla="*/ 58802 w 134841"/>
              <a:gd name="csY68" fmla="*/ 133250 h 134831"/>
              <a:gd name="csX69" fmla="*/ 59948 w 134841"/>
              <a:gd name="csY69" fmla="*/ 131497 h 134831"/>
              <a:gd name="csX70" fmla="*/ 60331 w 134841"/>
              <a:gd name="csY70" fmla="*/ 129439 h 134831"/>
              <a:gd name="csX71" fmla="*/ 60331 w 134841"/>
              <a:gd name="csY71" fmla="*/ 120576 h 134831"/>
              <a:gd name="csX72" fmla="*/ 74510 w 134841"/>
              <a:gd name="csY72" fmla="*/ 120576 h 134831"/>
              <a:gd name="csX73" fmla="*/ 74510 w 134841"/>
              <a:gd name="csY73" fmla="*/ 129439 h 134831"/>
              <a:gd name="csX74" fmla="*/ 74893 w 134841"/>
              <a:gd name="csY74" fmla="*/ 131497 h 134831"/>
              <a:gd name="csX75" fmla="*/ 76040 w 134841"/>
              <a:gd name="csY75" fmla="*/ 133250 h 134831"/>
              <a:gd name="csX76" fmla="*/ 77773 w 134841"/>
              <a:gd name="csY76" fmla="*/ 134406 h 134831"/>
              <a:gd name="csX77" fmla="*/ 79827 w 134841"/>
              <a:gd name="csY77" fmla="*/ 134831 h 134831"/>
              <a:gd name="csX78" fmla="*/ 81879 w 134841"/>
              <a:gd name="csY78" fmla="*/ 134406 h 134831"/>
              <a:gd name="csX79" fmla="*/ 83612 w 134841"/>
              <a:gd name="csY79" fmla="*/ 133250 h 134831"/>
              <a:gd name="csX80" fmla="*/ 84759 w 134841"/>
              <a:gd name="csY80" fmla="*/ 131497 h 134831"/>
              <a:gd name="csX81" fmla="*/ 85144 w 134841"/>
              <a:gd name="csY81" fmla="*/ 129439 h 134831"/>
              <a:gd name="csX82" fmla="*/ 85144 w 134841"/>
              <a:gd name="csY82" fmla="*/ 120576 h 134831"/>
              <a:gd name="csX83" fmla="*/ 99321 w 134841"/>
              <a:gd name="csY83" fmla="*/ 120576 h 134831"/>
              <a:gd name="csX84" fmla="*/ 99321 w 134841"/>
              <a:gd name="csY84" fmla="*/ 129439 h 134831"/>
              <a:gd name="csX85" fmla="*/ 99704 w 134841"/>
              <a:gd name="csY85" fmla="*/ 131497 h 134831"/>
              <a:gd name="csX86" fmla="*/ 100850 w 134841"/>
              <a:gd name="csY86" fmla="*/ 133250 h 134831"/>
              <a:gd name="csX87" fmla="*/ 102586 w 134841"/>
              <a:gd name="csY87" fmla="*/ 134406 h 134831"/>
              <a:gd name="csX88" fmla="*/ 104638 w 134841"/>
              <a:gd name="csY88" fmla="*/ 134831 h 134831"/>
              <a:gd name="csX89" fmla="*/ 106689 w 134841"/>
              <a:gd name="csY89" fmla="*/ 134406 h 134831"/>
              <a:gd name="csX90" fmla="*/ 108423 w 134841"/>
              <a:gd name="csY90" fmla="*/ 133250 h 134831"/>
              <a:gd name="csX91" fmla="*/ 109571 w 134841"/>
              <a:gd name="csY91" fmla="*/ 131497 h 134831"/>
              <a:gd name="csX92" fmla="*/ 109954 w 134841"/>
              <a:gd name="csY92" fmla="*/ 129439 h 134831"/>
              <a:gd name="csX93" fmla="*/ 109954 w 134841"/>
              <a:gd name="csY93" fmla="*/ 119641 h 134831"/>
              <a:gd name="csX94" fmla="*/ 115892 w 134841"/>
              <a:gd name="csY94" fmla="*/ 115881 h 134831"/>
              <a:gd name="csX95" fmla="*/ 119645 w 134841"/>
              <a:gd name="csY95" fmla="*/ 109944 h 134831"/>
              <a:gd name="csX96" fmla="*/ 129448 w 134841"/>
              <a:gd name="csY96" fmla="*/ 109944 h 134831"/>
              <a:gd name="csX97" fmla="*/ 131507 w 134841"/>
              <a:gd name="csY97" fmla="*/ 109553 h 134831"/>
              <a:gd name="csX98" fmla="*/ 133258 w 134841"/>
              <a:gd name="csY98" fmla="*/ 108413 h 134831"/>
              <a:gd name="csX99" fmla="*/ 134430 w 134841"/>
              <a:gd name="csY99" fmla="*/ 106678 h 134831"/>
              <a:gd name="csX100" fmla="*/ 134841 w 134841"/>
              <a:gd name="csY100" fmla="*/ 104620 h 134831"/>
              <a:gd name="csX101" fmla="*/ 134430 w 134841"/>
              <a:gd name="csY101" fmla="*/ 102578 h 134831"/>
              <a:gd name="csX102" fmla="*/ 133258 w 134841"/>
              <a:gd name="csY102" fmla="*/ 100843 h 134831"/>
              <a:gd name="csX103" fmla="*/ 131507 w 134841"/>
              <a:gd name="csY103" fmla="*/ 99687 h 134831"/>
              <a:gd name="csX104" fmla="*/ 129448 w 134841"/>
              <a:gd name="csY104" fmla="*/ 99312 h 134831"/>
              <a:gd name="csX105" fmla="*/ 120588 w 134841"/>
              <a:gd name="csY105" fmla="*/ 99312 h 134831"/>
              <a:gd name="csX106" fmla="*/ 120588 w 134841"/>
              <a:gd name="csY106" fmla="*/ 85142 h 134831"/>
              <a:gd name="csX107" fmla="*/ 129448 w 134841"/>
              <a:gd name="csY107" fmla="*/ 85142 h 134831"/>
              <a:gd name="csX108" fmla="*/ 131507 w 134841"/>
              <a:gd name="csY108" fmla="*/ 84751 h 134831"/>
              <a:gd name="csX109" fmla="*/ 133258 w 134841"/>
              <a:gd name="csY109" fmla="*/ 83611 h 134831"/>
              <a:gd name="csX110" fmla="*/ 134430 w 134841"/>
              <a:gd name="csY110" fmla="*/ 81876 h 134831"/>
              <a:gd name="csX111" fmla="*/ 134841 w 134841"/>
              <a:gd name="csY111" fmla="*/ 79817 h 134831"/>
              <a:gd name="csX112" fmla="*/ 134430 w 134841"/>
              <a:gd name="csY112" fmla="*/ 77759 h 134831"/>
              <a:gd name="csX113" fmla="*/ 133258 w 134841"/>
              <a:gd name="csY113" fmla="*/ 76024 h 134831"/>
              <a:gd name="csX114" fmla="*/ 131507 w 134841"/>
              <a:gd name="csY114" fmla="*/ 74884 h 134831"/>
              <a:gd name="csX115" fmla="*/ 129448 w 134841"/>
              <a:gd name="csY115" fmla="*/ 74510 h 134831"/>
              <a:gd name="csX116" fmla="*/ 120588 w 134841"/>
              <a:gd name="csY116" fmla="*/ 74510 h 134831"/>
              <a:gd name="csX117" fmla="*/ 120588 w 134841"/>
              <a:gd name="csY117" fmla="*/ 60323 h 134831"/>
              <a:gd name="csX118" fmla="*/ 129448 w 134841"/>
              <a:gd name="csY118" fmla="*/ 60323 h 134831"/>
              <a:gd name="csX119" fmla="*/ 131507 w 134841"/>
              <a:gd name="csY119" fmla="*/ 59949 h 134831"/>
              <a:gd name="csX120" fmla="*/ 133258 w 134841"/>
              <a:gd name="csY120" fmla="*/ 58792 h 134831"/>
              <a:gd name="csX121" fmla="*/ 134430 w 134841"/>
              <a:gd name="csY121" fmla="*/ 57057 h 134831"/>
              <a:gd name="csX122" fmla="*/ 134841 w 134841"/>
              <a:gd name="csY122" fmla="*/ 55015 h 134831"/>
              <a:gd name="csX123" fmla="*/ 134430 w 134841"/>
              <a:gd name="csY123" fmla="*/ 52957 h 134831"/>
              <a:gd name="csX124" fmla="*/ 133258 w 134841"/>
              <a:gd name="csY124" fmla="*/ 51222 h 134831"/>
              <a:gd name="csX125" fmla="*/ 131507 w 134841"/>
              <a:gd name="csY125" fmla="*/ 50082 h 134831"/>
              <a:gd name="csX126" fmla="*/ 129448 w 134841"/>
              <a:gd name="csY126" fmla="*/ 49691 h 134831"/>
              <a:gd name="csX127" fmla="*/ 120588 w 134841"/>
              <a:gd name="csY127" fmla="*/ 49691 h 134831"/>
              <a:gd name="csX128" fmla="*/ 120588 w 134841"/>
              <a:gd name="csY128" fmla="*/ 35520 h 134831"/>
              <a:gd name="csX129" fmla="*/ 129448 w 134841"/>
              <a:gd name="csY129" fmla="*/ 35520 h 134831"/>
              <a:gd name="csX130" fmla="*/ 131507 w 134841"/>
              <a:gd name="csY130" fmla="*/ 35129 h 134831"/>
              <a:gd name="csX131" fmla="*/ 133258 w 134841"/>
              <a:gd name="csY131" fmla="*/ 33990 h 134831"/>
              <a:gd name="csX132" fmla="*/ 134430 w 134841"/>
              <a:gd name="csY132" fmla="*/ 32254 h 134831"/>
              <a:gd name="csX133" fmla="*/ 134841 w 134841"/>
              <a:gd name="csY133" fmla="*/ 30196 h 134831"/>
              <a:gd name="csX134" fmla="*/ 134430 w 134841"/>
              <a:gd name="csY134" fmla="*/ 28155 h 134831"/>
              <a:gd name="csX135" fmla="*/ 133258 w 134841"/>
              <a:gd name="csY135" fmla="*/ 26420 h 134831"/>
              <a:gd name="csX136" fmla="*/ 131507 w 134841"/>
              <a:gd name="csY136" fmla="*/ 25263 h 134831"/>
              <a:gd name="csX137" fmla="*/ 129448 w 134841"/>
              <a:gd name="csY137" fmla="*/ 24888 h 134831"/>
              <a:gd name="csX138" fmla="*/ 119645 w 134841"/>
              <a:gd name="csY138" fmla="*/ 24888 h 134831"/>
              <a:gd name="csX139" fmla="*/ 115892 w 134841"/>
              <a:gd name="csY139" fmla="*/ 18952 h 134831"/>
              <a:gd name="csX140" fmla="*/ 109954 w 134841"/>
              <a:gd name="csY140" fmla="*/ 15192 h 134831"/>
              <a:gd name="csX141" fmla="*/ 109954 w 134841"/>
              <a:gd name="csY141" fmla="*/ 5394 h 134831"/>
              <a:gd name="csX142" fmla="*/ 109563 w 134841"/>
              <a:gd name="csY142" fmla="*/ 3319 h 134831"/>
              <a:gd name="csX143" fmla="*/ 108394 w 134841"/>
              <a:gd name="csY143" fmla="*/ 1549 h 134831"/>
              <a:gd name="csX144" fmla="*/ 106632 w 134841"/>
              <a:gd name="csY144" fmla="*/ 393 h 134831"/>
              <a:gd name="csX145" fmla="*/ 104554 w 134841"/>
              <a:gd name="csY145" fmla="*/ 1 h 134831"/>
              <a:gd name="csX146" fmla="*/ 100821 w 134841"/>
              <a:gd name="csY146" fmla="*/ 1617 h 134831"/>
              <a:gd name="csX147" fmla="*/ 99321 w 134841"/>
              <a:gd name="csY147" fmla="*/ 5394 h 134831"/>
              <a:gd name="csX148" fmla="*/ 99321 w 134841"/>
              <a:gd name="csY148" fmla="*/ 14257 h 134831"/>
              <a:gd name="csX149" fmla="*/ 85144 w 134841"/>
              <a:gd name="csY149" fmla="*/ 14257 h 134831"/>
              <a:gd name="csX150" fmla="*/ 85144 w 134841"/>
              <a:gd name="csY150" fmla="*/ 5394 h 134831"/>
              <a:gd name="csX151" fmla="*/ 84752 w 134841"/>
              <a:gd name="csY151" fmla="*/ 3319 h 134831"/>
              <a:gd name="csX152" fmla="*/ 83583 w 134841"/>
              <a:gd name="csY152" fmla="*/ 1549 h 134831"/>
              <a:gd name="csX153" fmla="*/ 81821 w 134841"/>
              <a:gd name="csY153" fmla="*/ 393 h 134831"/>
              <a:gd name="csX154" fmla="*/ 79744 w 134841"/>
              <a:gd name="csY154" fmla="*/ 1 h 134831"/>
              <a:gd name="csX155" fmla="*/ 76011 w 134841"/>
              <a:gd name="csY155" fmla="*/ 1617 h 134831"/>
              <a:gd name="csX156" fmla="*/ 74510 w 134841"/>
              <a:gd name="csY156" fmla="*/ 5394 h 134831"/>
              <a:gd name="csX157" fmla="*/ 74510 w 134841"/>
              <a:gd name="csY157" fmla="*/ 14257 h 134831"/>
              <a:gd name="csX158" fmla="*/ 60331 w 134841"/>
              <a:gd name="csY158" fmla="*/ 14257 h 134831"/>
              <a:gd name="csX159" fmla="*/ 60331 w 134841"/>
              <a:gd name="csY159" fmla="*/ 5394 h 134831"/>
              <a:gd name="csX160" fmla="*/ 59942 w 134841"/>
              <a:gd name="csY160" fmla="*/ 3319 h 134831"/>
              <a:gd name="csX161" fmla="*/ 58773 w 134841"/>
              <a:gd name="csY161" fmla="*/ 1549 h 134831"/>
              <a:gd name="csX162" fmla="*/ 57010 w 134841"/>
              <a:gd name="csY162" fmla="*/ 393 h 134831"/>
              <a:gd name="csX163" fmla="*/ 54931 w 134841"/>
              <a:gd name="csY163" fmla="*/ 1 h 134831"/>
              <a:gd name="csX164" fmla="*/ 51198 w 134841"/>
              <a:gd name="csY164" fmla="*/ 1617 h 134831"/>
              <a:gd name="csX165" fmla="*/ 49698 w 134841"/>
              <a:gd name="csY165" fmla="*/ 5394 h 134831"/>
              <a:gd name="csX166" fmla="*/ 49698 w 134841"/>
              <a:gd name="csY166" fmla="*/ 14257 h 134831"/>
              <a:gd name="csX167" fmla="*/ 35521 w 134841"/>
              <a:gd name="csY167" fmla="*/ 14257 h 134831"/>
              <a:gd name="csX168" fmla="*/ 35521 w 134841"/>
              <a:gd name="csY168" fmla="*/ 5394 h 134831"/>
              <a:gd name="csX169" fmla="*/ 35129 w 134841"/>
              <a:gd name="csY169" fmla="*/ 3319 h 134831"/>
              <a:gd name="csX170" fmla="*/ 33960 w 134841"/>
              <a:gd name="csY170" fmla="*/ 1549 h 134831"/>
              <a:gd name="csX171" fmla="*/ 32198 w 134841"/>
              <a:gd name="csY171" fmla="*/ 393 h 134831"/>
              <a:gd name="csX172" fmla="*/ 30121 w 134841"/>
              <a:gd name="csY172" fmla="*/ 1 h 134831"/>
              <a:gd name="csX173" fmla="*/ 51471 w 134841"/>
              <a:gd name="csY173" fmla="*/ 46152 h 134831"/>
              <a:gd name="csX174" fmla="*/ 83371 w 134841"/>
              <a:gd name="csY174" fmla="*/ 46152 h 134831"/>
              <a:gd name="csX175" fmla="*/ 87131 w 134841"/>
              <a:gd name="csY175" fmla="*/ 47701 h 134831"/>
              <a:gd name="csX176" fmla="*/ 88687 w 134841"/>
              <a:gd name="csY176" fmla="*/ 51460 h 134831"/>
              <a:gd name="csX177" fmla="*/ 88687 w 134841"/>
              <a:gd name="csY177" fmla="*/ 83356 h 134831"/>
              <a:gd name="csX178" fmla="*/ 87131 w 134841"/>
              <a:gd name="csY178" fmla="*/ 87115 h 134831"/>
              <a:gd name="csX179" fmla="*/ 83371 w 134841"/>
              <a:gd name="csY179" fmla="*/ 88680 h 134831"/>
              <a:gd name="csX180" fmla="*/ 51471 w 134841"/>
              <a:gd name="csY180" fmla="*/ 88680 h 134831"/>
              <a:gd name="csX181" fmla="*/ 47711 w 134841"/>
              <a:gd name="csY181" fmla="*/ 87115 h 134831"/>
              <a:gd name="csX182" fmla="*/ 46154 w 134841"/>
              <a:gd name="csY182" fmla="*/ 83356 h 134831"/>
              <a:gd name="csX183" fmla="*/ 46154 w 134841"/>
              <a:gd name="csY183" fmla="*/ 51460 h 134831"/>
              <a:gd name="csX184" fmla="*/ 47711 w 134841"/>
              <a:gd name="csY184" fmla="*/ 47701 h 134831"/>
              <a:gd name="csX185" fmla="*/ 51471 w 134841"/>
              <a:gd name="csY185" fmla="*/ 46152 h 134831"/>
            </a:gdLst>
            <a:ahLst/>
            <a:cxnLst/>
            <a:rect l="l" t="t" r="r" b="b"/>
            <a:pathLst>
              <a:path w="100000" h="100000">
                <a:moveTo>
                  <a:pt x="22338" y="4"/>
                </a:moveTo>
                <a:cubicBezTo>
                  <a:pt x="21293" y="17"/>
                  <a:pt x="20297" y="446"/>
                  <a:pt x="19570" y="1203"/>
                </a:cubicBezTo>
                <a:cubicBezTo>
                  <a:pt x="18841" y="1947"/>
                  <a:pt x="18442" y="2957"/>
                  <a:pt x="18457" y="4004"/>
                </a:cubicBezTo>
                <a:lnTo>
                  <a:pt x="18457" y="11270"/>
                </a:lnTo>
                <a:cubicBezTo>
                  <a:pt x="16800" y="11864"/>
                  <a:pt x="15296" y="12810"/>
                  <a:pt x="14054" y="14059"/>
                </a:cubicBezTo>
                <a:cubicBezTo>
                  <a:pt x="12811" y="15295"/>
                  <a:pt x="11859" y="16809"/>
                  <a:pt x="11269" y="18461"/>
                </a:cubicBezTo>
                <a:lnTo>
                  <a:pt x="4000" y="18461"/>
                </a:lnTo>
                <a:cubicBezTo>
                  <a:pt x="3476" y="18449"/>
                  <a:pt x="2958" y="18550"/>
                  <a:pt x="2473" y="18739"/>
                </a:cubicBezTo>
                <a:cubicBezTo>
                  <a:pt x="1988" y="18941"/>
                  <a:pt x="1547" y="19231"/>
                  <a:pt x="1175" y="19597"/>
                </a:cubicBezTo>
                <a:cubicBezTo>
                  <a:pt x="802" y="19963"/>
                  <a:pt x="507" y="20404"/>
                  <a:pt x="306" y="20884"/>
                </a:cubicBezTo>
                <a:cubicBezTo>
                  <a:pt x="103" y="21363"/>
                  <a:pt x="0" y="21881"/>
                  <a:pt x="0" y="22397"/>
                </a:cubicBezTo>
                <a:cubicBezTo>
                  <a:pt x="0" y="22927"/>
                  <a:pt x="103" y="23445"/>
                  <a:pt x="306" y="23924"/>
                </a:cubicBezTo>
                <a:cubicBezTo>
                  <a:pt x="507" y="24404"/>
                  <a:pt x="802" y="24845"/>
                  <a:pt x="1175" y="25211"/>
                </a:cubicBezTo>
                <a:cubicBezTo>
                  <a:pt x="1547" y="25577"/>
                  <a:pt x="1988" y="25867"/>
                  <a:pt x="2473" y="26056"/>
                </a:cubicBezTo>
                <a:cubicBezTo>
                  <a:pt x="2958" y="26258"/>
                  <a:pt x="3476" y="26346"/>
                  <a:pt x="4000" y="26346"/>
                </a:cubicBezTo>
                <a:lnTo>
                  <a:pt x="10571" y="26346"/>
                </a:lnTo>
                <a:lnTo>
                  <a:pt x="10571" y="36855"/>
                </a:lnTo>
                <a:lnTo>
                  <a:pt x="4000" y="36855"/>
                </a:lnTo>
                <a:cubicBezTo>
                  <a:pt x="3476" y="36855"/>
                  <a:pt x="2958" y="36944"/>
                  <a:pt x="2473" y="37145"/>
                </a:cubicBezTo>
                <a:cubicBezTo>
                  <a:pt x="1988" y="37334"/>
                  <a:pt x="1547" y="37625"/>
                  <a:pt x="1175" y="37991"/>
                </a:cubicBezTo>
                <a:cubicBezTo>
                  <a:pt x="802" y="38356"/>
                  <a:pt x="507" y="38798"/>
                  <a:pt x="306" y="39277"/>
                </a:cubicBezTo>
                <a:cubicBezTo>
                  <a:pt x="103" y="39756"/>
                  <a:pt x="0" y="40274"/>
                  <a:pt x="0" y="40804"/>
                </a:cubicBezTo>
                <a:cubicBezTo>
                  <a:pt x="0" y="41321"/>
                  <a:pt x="103" y="41838"/>
                  <a:pt x="306" y="42318"/>
                </a:cubicBezTo>
                <a:cubicBezTo>
                  <a:pt x="507" y="42810"/>
                  <a:pt x="802" y="43239"/>
                  <a:pt x="1175" y="43605"/>
                </a:cubicBezTo>
                <a:cubicBezTo>
                  <a:pt x="1547" y="43970"/>
                  <a:pt x="1988" y="44261"/>
                  <a:pt x="2473" y="44463"/>
                </a:cubicBezTo>
                <a:cubicBezTo>
                  <a:pt x="2958" y="44652"/>
                  <a:pt x="3476" y="44753"/>
                  <a:pt x="4000" y="44740"/>
                </a:cubicBezTo>
                <a:lnTo>
                  <a:pt x="10571" y="44740"/>
                </a:lnTo>
                <a:lnTo>
                  <a:pt x="10571" y="55261"/>
                </a:lnTo>
                <a:lnTo>
                  <a:pt x="4000" y="55261"/>
                </a:lnTo>
                <a:cubicBezTo>
                  <a:pt x="3476" y="55249"/>
                  <a:pt x="2958" y="55350"/>
                  <a:pt x="2473" y="55539"/>
                </a:cubicBezTo>
                <a:cubicBezTo>
                  <a:pt x="1988" y="55728"/>
                  <a:pt x="1547" y="56019"/>
                  <a:pt x="1175" y="56384"/>
                </a:cubicBezTo>
                <a:cubicBezTo>
                  <a:pt x="802" y="56762"/>
                  <a:pt x="507" y="57192"/>
                  <a:pt x="306" y="57671"/>
                </a:cubicBezTo>
                <a:cubicBezTo>
                  <a:pt x="103" y="58163"/>
                  <a:pt x="0" y="58680"/>
                  <a:pt x="0" y="59197"/>
                </a:cubicBezTo>
                <a:cubicBezTo>
                  <a:pt x="0" y="59715"/>
                  <a:pt x="103" y="60232"/>
                  <a:pt x="306" y="60724"/>
                </a:cubicBezTo>
                <a:cubicBezTo>
                  <a:pt x="507" y="61203"/>
                  <a:pt x="802" y="61633"/>
                  <a:pt x="1175" y="62011"/>
                </a:cubicBezTo>
                <a:cubicBezTo>
                  <a:pt x="1547" y="62376"/>
                  <a:pt x="1988" y="62666"/>
                  <a:pt x="2473" y="62856"/>
                </a:cubicBezTo>
                <a:cubicBezTo>
                  <a:pt x="2958" y="63045"/>
                  <a:pt x="3476" y="63146"/>
                  <a:pt x="4000" y="63146"/>
                </a:cubicBezTo>
                <a:lnTo>
                  <a:pt x="10571" y="63146"/>
                </a:lnTo>
                <a:lnTo>
                  <a:pt x="10571" y="73655"/>
                </a:lnTo>
                <a:lnTo>
                  <a:pt x="4000" y="73655"/>
                </a:lnTo>
                <a:cubicBezTo>
                  <a:pt x="3476" y="73642"/>
                  <a:pt x="2958" y="73743"/>
                  <a:pt x="2473" y="73933"/>
                </a:cubicBezTo>
                <a:cubicBezTo>
                  <a:pt x="1988" y="74135"/>
                  <a:pt x="1547" y="74425"/>
                  <a:pt x="1175" y="74790"/>
                </a:cubicBezTo>
                <a:cubicBezTo>
                  <a:pt x="802" y="75157"/>
                  <a:pt x="507" y="75598"/>
                  <a:pt x="306" y="76077"/>
                </a:cubicBezTo>
                <a:cubicBezTo>
                  <a:pt x="103" y="76557"/>
                  <a:pt x="0" y="77074"/>
                  <a:pt x="0" y="77591"/>
                </a:cubicBezTo>
                <a:cubicBezTo>
                  <a:pt x="0" y="78121"/>
                  <a:pt x="103" y="78639"/>
                  <a:pt x="306" y="79118"/>
                </a:cubicBezTo>
                <a:cubicBezTo>
                  <a:pt x="507" y="79597"/>
                  <a:pt x="802" y="80039"/>
                  <a:pt x="1175" y="80404"/>
                </a:cubicBezTo>
                <a:cubicBezTo>
                  <a:pt x="1547" y="80771"/>
                  <a:pt x="1988" y="81061"/>
                  <a:pt x="2473" y="81250"/>
                </a:cubicBezTo>
                <a:cubicBezTo>
                  <a:pt x="2958" y="81451"/>
                  <a:pt x="3476" y="81540"/>
                  <a:pt x="4000" y="81540"/>
                </a:cubicBezTo>
                <a:lnTo>
                  <a:pt x="11269" y="81540"/>
                </a:lnTo>
                <a:cubicBezTo>
                  <a:pt x="11859" y="83193"/>
                  <a:pt x="12811" y="84694"/>
                  <a:pt x="14054" y="85943"/>
                </a:cubicBezTo>
                <a:cubicBezTo>
                  <a:pt x="15296" y="87179"/>
                  <a:pt x="16800" y="88138"/>
                  <a:pt x="18457" y="88731"/>
                </a:cubicBezTo>
                <a:lnTo>
                  <a:pt x="18457" y="95998"/>
                </a:lnTo>
                <a:cubicBezTo>
                  <a:pt x="18449" y="96514"/>
                  <a:pt x="18545" y="97032"/>
                  <a:pt x="18741" y="97524"/>
                </a:cubicBezTo>
                <a:cubicBezTo>
                  <a:pt x="18935" y="98004"/>
                  <a:pt x="19225" y="98445"/>
                  <a:pt x="19591" y="98824"/>
                </a:cubicBezTo>
                <a:cubicBezTo>
                  <a:pt x="19958" y="99189"/>
                  <a:pt x="20396" y="99479"/>
                  <a:pt x="20878" y="99681"/>
                </a:cubicBezTo>
                <a:cubicBezTo>
                  <a:pt x="21360" y="99883"/>
                  <a:pt x="21878" y="99996"/>
                  <a:pt x="22400" y="99996"/>
                </a:cubicBezTo>
                <a:cubicBezTo>
                  <a:pt x="22922" y="99996"/>
                  <a:pt x="23439" y="99883"/>
                  <a:pt x="23922" y="99681"/>
                </a:cubicBezTo>
                <a:cubicBezTo>
                  <a:pt x="24404" y="99479"/>
                  <a:pt x="24841" y="99189"/>
                  <a:pt x="25207" y="98824"/>
                </a:cubicBezTo>
                <a:cubicBezTo>
                  <a:pt x="25574" y="98445"/>
                  <a:pt x="25863" y="98004"/>
                  <a:pt x="26059" y="97524"/>
                </a:cubicBezTo>
                <a:cubicBezTo>
                  <a:pt x="26253" y="97032"/>
                  <a:pt x="26350" y="96514"/>
                  <a:pt x="26343" y="95998"/>
                </a:cubicBezTo>
                <a:lnTo>
                  <a:pt x="26343" y="89425"/>
                </a:lnTo>
                <a:lnTo>
                  <a:pt x="36857" y="89425"/>
                </a:lnTo>
                <a:lnTo>
                  <a:pt x="36857" y="95998"/>
                </a:lnTo>
                <a:cubicBezTo>
                  <a:pt x="36849" y="96514"/>
                  <a:pt x="36946" y="97032"/>
                  <a:pt x="37141" y="97524"/>
                </a:cubicBezTo>
                <a:cubicBezTo>
                  <a:pt x="37336" y="98004"/>
                  <a:pt x="37625" y="98445"/>
                  <a:pt x="37992" y="98824"/>
                </a:cubicBezTo>
                <a:cubicBezTo>
                  <a:pt x="38358" y="99189"/>
                  <a:pt x="38796" y="99479"/>
                  <a:pt x="39278" y="99681"/>
                </a:cubicBezTo>
                <a:cubicBezTo>
                  <a:pt x="39760" y="99883"/>
                  <a:pt x="40277" y="99996"/>
                  <a:pt x="40800" y="99996"/>
                </a:cubicBezTo>
                <a:cubicBezTo>
                  <a:pt x="41322" y="99996"/>
                  <a:pt x="41839" y="99883"/>
                  <a:pt x="42321" y="99681"/>
                </a:cubicBezTo>
                <a:cubicBezTo>
                  <a:pt x="42803" y="99479"/>
                  <a:pt x="43241" y="99189"/>
                  <a:pt x="43608" y="98824"/>
                </a:cubicBezTo>
                <a:cubicBezTo>
                  <a:pt x="43974" y="98445"/>
                  <a:pt x="44264" y="98004"/>
                  <a:pt x="44458" y="97524"/>
                </a:cubicBezTo>
                <a:cubicBezTo>
                  <a:pt x="44654" y="97032"/>
                  <a:pt x="44750" y="96514"/>
                  <a:pt x="44742" y="95998"/>
                </a:cubicBezTo>
                <a:lnTo>
                  <a:pt x="44742" y="89425"/>
                </a:lnTo>
                <a:lnTo>
                  <a:pt x="55258" y="89425"/>
                </a:lnTo>
                <a:lnTo>
                  <a:pt x="55258" y="95998"/>
                </a:lnTo>
                <a:cubicBezTo>
                  <a:pt x="55250" y="96514"/>
                  <a:pt x="55346" y="97032"/>
                  <a:pt x="55542" y="97524"/>
                </a:cubicBezTo>
                <a:cubicBezTo>
                  <a:pt x="55736" y="98004"/>
                  <a:pt x="56025" y="98445"/>
                  <a:pt x="56392" y="98824"/>
                </a:cubicBezTo>
                <a:cubicBezTo>
                  <a:pt x="56759" y="99189"/>
                  <a:pt x="57196" y="99479"/>
                  <a:pt x="57678" y="99681"/>
                </a:cubicBezTo>
                <a:cubicBezTo>
                  <a:pt x="58160" y="99883"/>
                  <a:pt x="58677" y="99996"/>
                  <a:pt x="59201" y="99996"/>
                </a:cubicBezTo>
                <a:cubicBezTo>
                  <a:pt x="59723" y="99996"/>
                  <a:pt x="60241" y="99883"/>
                  <a:pt x="60723" y="99681"/>
                </a:cubicBezTo>
                <a:cubicBezTo>
                  <a:pt x="61205" y="99479"/>
                  <a:pt x="61641" y="99189"/>
                  <a:pt x="62008" y="98824"/>
                </a:cubicBezTo>
                <a:cubicBezTo>
                  <a:pt x="62375" y="98445"/>
                  <a:pt x="62664" y="98004"/>
                  <a:pt x="62858" y="97524"/>
                </a:cubicBezTo>
                <a:cubicBezTo>
                  <a:pt x="63054" y="97032"/>
                  <a:pt x="63150" y="96514"/>
                  <a:pt x="63144" y="95998"/>
                </a:cubicBezTo>
                <a:lnTo>
                  <a:pt x="63144" y="89425"/>
                </a:lnTo>
                <a:lnTo>
                  <a:pt x="73658" y="89425"/>
                </a:lnTo>
                <a:lnTo>
                  <a:pt x="73658" y="95998"/>
                </a:lnTo>
                <a:cubicBezTo>
                  <a:pt x="73650" y="96514"/>
                  <a:pt x="73746" y="97032"/>
                  <a:pt x="73942" y="97524"/>
                </a:cubicBezTo>
                <a:cubicBezTo>
                  <a:pt x="74136" y="98004"/>
                  <a:pt x="74426" y="98445"/>
                  <a:pt x="74792" y="98824"/>
                </a:cubicBezTo>
                <a:cubicBezTo>
                  <a:pt x="75159" y="99189"/>
                  <a:pt x="75597" y="99479"/>
                  <a:pt x="76079" y="99681"/>
                </a:cubicBezTo>
                <a:cubicBezTo>
                  <a:pt x="76561" y="99883"/>
                  <a:pt x="77078" y="99996"/>
                  <a:pt x="77601" y="99996"/>
                </a:cubicBezTo>
                <a:cubicBezTo>
                  <a:pt x="78123" y="99996"/>
                  <a:pt x="78641" y="99883"/>
                  <a:pt x="79122" y="99681"/>
                </a:cubicBezTo>
                <a:cubicBezTo>
                  <a:pt x="79604" y="99479"/>
                  <a:pt x="80042" y="99189"/>
                  <a:pt x="80408" y="98824"/>
                </a:cubicBezTo>
                <a:cubicBezTo>
                  <a:pt x="80775" y="98445"/>
                  <a:pt x="81064" y="98004"/>
                  <a:pt x="81259" y="97524"/>
                </a:cubicBezTo>
                <a:cubicBezTo>
                  <a:pt x="81454" y="97032"/>
                  <a:pt x="81551" y="96514"/>
                  <a:pt x="81543" y="95998"/>
                </a:cubicBezTo>
                <a:lnTo>
                  <a:pt x="81543" y="88731"/>
                </a:lnTo>
                <a:cubicBezTo>
                  <a:pt x="83199" y="88138"/>
                  <a:pt x="84703" y="87179"/>
                  <a:pt x="85947" y="85943"/>
                </a:cubicBezTo>
                <a:cubicBezTo>
                  <a:pt x="87190" y="84694"/>
                  <a:pt x="88142" y="83193"/>
                  <a:pt x="88730" y="81540"/>
                </a:cubicBezTo>
                <a:lnTo>
                  <a:pt x="96000" y="81540"/>
                </a:lnTo>
                <a:cubicBezTo>
                  <a:pt x="96523" y="81540"/>
                  <a:pt x="97042" y="81451"/>
                  <a:pt x="97527" y="81250"/>
                </a:cubicBezTo>
                <a:cubicBezTo>
                  <a:pt x="98012" y="81061"/>
                  <a:pt x="98454" y="80771"/>
                  <a:pt x="98826" y="80404"/>
                </a:cubicBezTo>
                <a:cubicBezTo>
                  <a:pt x="99198" y="80039"/>
                  <a:pt x="99493" y="79597"/>
                  <a:pt x="99695" y="79118"/>
                </a:cubicBezTo>
                <a:cubicBezTo>
                  <a:pt x="99895" y="78639"/>
                  <a:pt x="100000" y="78121"/>
                  <a:pt x="100000" y="77591"/>
                </a:cubicBezTo>
                <a:cubicBezTo>
                  <a:pt x="100000" y="77074"/>
                  <a:pt x="99895" y="76557"/>
                  <a:pt x="99695" y="76077"/>
                </a:cubicBezTo>
                <a:cubicBezTo>
                  <a:pt x="99493" y="75598"/>
                  <a:pt x="99198" y="75157"/>
                  <a:pt x="98826" y="74790"/>
                </a:cubicBezTo>
                <a:cubicBezTo>
                  <a:pt x="98454" y="74425"/>
                  <a:pt x="98012" y="74135"/>
                  <a:pt x="97527" y="73933"/>
                </a:cubicBezTo>
                <a:cubicBezTo>
                  <a:pt x="97042" y="73743"/>
                  <a:pt x="96523" y="73642"/>
                  <a:pt x="96000" y="73655"/>
                </a:cubicBezTo>
                <a:lnTo>
                  <a:pt x="89430" y="73655"/>
                </a:lnTo>
                <a:lnTo>
                  <a:pt x="89430" y="63146"/>
                </a:lnTo>
                <a:lnTo>
                  <a:pt x="96000" y="63146"/>
                </a:lnTo>
                <a:cubicBezTo>
                  <a:pt x="96523" y="63146"/>
                  <a:pt x="97042" y="63045"/>
                  <a:pt x="97527" y="62856"/>
                </a:cubicBezTo>
                <a:cubicBezTo>
                  <a:pt x="98012" y="62666"/>
                  <a:pt x="98454" y="62376"/>
                  <a:pt x="98826" y="62011"/>
                </a:cubicBezTo>
                <a:cubicBezTo>
                  <a:pt x="99198" y="61633"/>
                  <a:pt x="99493" y="61203"/>
                  <a:pt x="99695" y="60724"/>
                </a:cubicBezTo>
                <a:cubicBezTo>
                  <a:pt x="99895" y="60232"/>
                  <a:pt x="100000" y="59715"/>
                  <a:pt x="100000" y="59197"/>
                </a:cubicBezTo>
                <a:cubicBezTo>
                  <a:pt x="100000" y="58680"/>
                  <a:pt x="99895" y="58163"/>
                  <a:pt x="99695" y="57671"/>
                </a:cubicBezTo>
                <a:cubicBezTo>
                  <a:pt x="99493" y="57192"/>
                  <a:pt x="99198" y="56762"/>
                  <a:pt x="98826" y="56384"/>
                </a:cubicBezTo>
                <a:cubicBezTo>
                  <a:pt x="98454" y="56019"/>
                  <a:pt x="98012" y="55728"/>
                  <a:pt x="97527" y="55539"/>
                </a:cubicBezTo>
                <a:cubicBezTo>
                  <a:pt x="97042" y="55350"/>
                  <a:pt x="96523" y="55249"/>
                  <a:pt x="96000" y="55261"/>
                </a:cubicBezTo>
                <a:lnTo>
                  <a:pt x="89430" y="55261"/>
                </a:lnTo>
                <a:lnTo>
                  <a:pt x="89430" y="44740"/>
                </a:lnTo>
                <a:lnTo>
                  <a:pt x="96000" y="44740"/>
                </a:lnTo>
                <a:cubicBezTo>
                  <a:pt x="96523" y="44753"/>
                  <a:pt x="97042" y="44652"/>
                  <a:pt x="97527" y="44463"/>
                </a:cubicBezTo>
                <a:cubicBezTo>
                  <a:pt x="98012" y="44261"/>
                  <a:pt x="98454" y="43970"/>
                  <a:pt x="98826" y="43605"/>
                </a:cubicBezTo>
                <a:cubicBezTo>
                  <a:pt x="99198" y="43239"/>
                  <a:pt x="99493" y="42810"/>
                  <a:pt x="99695" y="42318"/>
                </a:cubicBezTo>
                <a:cubicBezTo>
                  <a:pt x="99895" y="41838"/>
                  <a:pt x="100000" y="41321"/>
                  <a:pt x="100000" y="40804"/>
                </a:cubicBezTo>
                <a:cubicBezTo>
                  <a:pt x="100000" y="40274"/>
                  <a:pt x="99895" y="39756"/>
                  <a:pt x="99695" y="39277"/>
                </a:cubicBezTo>
                <a:cubicBezTo>
                  <a:pt x="99493" y="38798"/>
                  <a:pt x="99198" y="38356"/>
                  <a:pt x="98826" y="37991"/>
                </a:cubicBezTo>
                <a:cubicBezTo>
                  <a:pt x="98454" y="37625"/>
                  <a:pt x="98012" y="37334"/>
                  <a:pt x="97527" y="37145"/>
                </a:cubicBezTo>
                <a:cubicBezTo>
                  <a:pt x="97042" y="36944"/>
                  <a:pt x="96523" y="36855"/>
                  <a:pt x="96000" y="36855"/>
                </a:cubicBezTo>
                <a:lnTo>
                  <a:pt x="89430" y="36855"/>
                </a:lnTo>
                <a:lnTo>
                  <a:pt x="89430" y="26346"/>
                </a:lnTo>
                <a:lnTo>
                  <a:pt x="96000" y="26346"/>
                </a:lnTo>
                <a:cubicBezTo>
                  <a:pt x="96523" y="26346"/>
                  <a:pt x="97042" y="26258"/>
                  <a:pt x="97527" y="26056"/>
                </a:cubicBezTo>
                <a:cubicBezTo>
                  <a:pt x="98012" y="25867"/>
                  <a:pt x="98454" y="25577"/>
                  <a:pt x="98826" y="25211"/>
                </a:cubicBezTo>
                <a:cubicBezTo>
                  <a:pt x="99198" y="24845"/>
                  <a:pt x="99493" y="24404"/>
                  <a:pt x="99695" y="23924"/>
                </a:cubicBezTo>
                <a:cubicBezTo>
                  <a:pt x="99895" y="23445"/>
                  <a:pt x="100000" y="22927"/>
                  <a:pt x="100000" y="22397"/>
                </a:cubicBezTo>
                <a:cubicBezTo>
                  <a:pt x="100000" y="21881"/>
                  <a:pt x="99895" y="21363"/>
                  <a:pt x="99695" y="20884"/>
                </a:cubicBezTo>
                <a:cubicBezTo>
                  <a:pt x="99493" y="20404"/>
                  <a:pt x="99198" y="19963"/>
                  <a:pt x="98826" y="19597"/>
                </a:cubicBezTo>
                <a:cubicBezTo>
                  <a:pt x="98454" y="19231"/>
                  <a:pt x="98012" y="18941"/>
                  <a:pt x="97527" y="18739"/>
                </a:cubicBezTo>
                <a:cubicBezTo>
                  <a:pt x="97042" y="18550"/>
                  <a:pt x="96523" y="18449"/>
                  <a:pt x="96000" y="18461"/>
                </a:cubicBezTo>
                <a:lnTo>
                  <a:pt x="88730" y="18461"/>
                </a:lnTo>
                <a:cubicBezTo>
                  <a:pt x="88142" y="16809"/>
                  <a:pt x="87190" y="15295"/>
                  <a:pt x="85947" y="14059"/>
                </a:cubicBezTo>
                <a:cubicBezTo>
                  <a:pt x="84703" y="12810"/>
                  <a:pt x="83199" y="11864"/>
                  <a:pt x="81543" y="11270"/>
                </a:cubicBezTo>
                <a:lnTo>
                  <a:pt x="81543" y="4004"/>
                </a:lnTo>
                <a:cubicBezTo>
                  <a:pt x="81551" y="3474"/>
                  <a:pt x="81453" y="2957"/>
                  <a:pt x="81253" y="2465"/>
                </a:cubicBezTo>
                <a:cubicBezTo>
                  <a:pt x="81055" y="1973"/>
                  <a:pt x="80760" y="1531"/>
                  <a:pt x="80387" y="1152"/>
                </a:cubicBezTo>
                <a:cubicBezTo>
                  <a:pt x="80013" y="787"/>
                  <a:pt x="79569" y="497"/>
                  <a:pt x="79080" y="295"/>
                </a:cubicBezTo>
                <a:cubicBezTo>
                  <a:pt x="78591" y="93"/>
                  <a:pt x="78066" y="-8"/>
                  <a:pt x="77539" y="4"/>
                </a:cubicBezTo>
                <a:cubicBezTo>
                  <a:pt x="76494" y="17"/>
                  <a:pt x="75499" y="446"/>
                  <a:pt x="74770" y="1203"/>
                </a:cubicBezTo>
                <a:cubicBezTo>
                  <a:pt x="74043" y="1947"/>
                  <a:pt x="73643" y="2957"/>
                  <a:pt x="73658" y="4004"/>
                </a:cubicBezTo>
                <a:lnTo>
                  <a:pt x="73658" y="10577"/>
                </a:lnTo>
                <a:lnTo>
                  <a:pt x="63144" y="10577"/>
                </a:lnTo>
                <a:lnTo>
                  <a:pt x="63144" y="4004"/>
                </a:lnTo>
                <a:cubicBezTo>
                  <a:pt x="63151" y="3474"/>
                  <a:pt x="63051" y="2957"/>
                  <a:pt x="62853" y="2465"/>
                </a:cubicBezTo>
                <a:cubicBezTo>
                  <a:pt x="62655" y="1973"/>
                  <a:pt x="62360" y="1531"/>
                  <a:pt x="61986" y="1152"/>
                </a:cubicBezTo>
                <a:cubicBezTo>
                  <a:pt x="61613" y="787"/>
                  <a:pt x="61169" y="497"/>
                  <a:pt x="60680" y="295"/>
                </a:cubicBezTo>
                <a:cubicBezTo>
                  <a:pt x="60190" y="93"/>
                  <a:pt x="59667" y="-8"/>
                  <a:pt x="59139" y="4"/>
                </a:cubicBezTo>
                <a:cubicBezTo>
                  <a:pt x="58094" y="17"/>
                  <a:pt x="57098" y="446"/>
                  <a:pt x="56371" y="1203"/>
                </a:cubicBezTo>
                <a:cubicBezTo>
                  <a:pt x="55643" y="1947"/>
                  <a:pt x="55243" y="2957"/>
                  <a:pt x="55258" y="4004"/>
                </a:cubicBezTo>
                <a:lnTo>
                  <a:pt x="55258" y="10577"/>
                </a:lnTo>
                <a:lnTo>
                  <a:pt x="44742" y="10577"/>
                </a:lnTo>
                <a:lnTo>
                  <a:pt x="44742" y="4004"/>
                </a:lnTo>
                <a:cubicBezTo>
                  <a:pt x="44750" y="3474"/>
                  <a:pt x="44652" y="2957"/>
                  <a:pt x="44454" y="2465"/>
                </a:cubicBezTo>
                <a:cubicBezTo>
                  <a:pt x="44254" y="1973"/>
                  <a:pt x="43960" y="1531"/>
                  <a:pt x="43587" y="1152"/>
                </a:cubicBezTo>
                <a:cubicBezTo>
                  <a:pt x="43213" y="787"/>
                  <a:pt x="42768" y="497"/>
                  <a:pt x="42279" y="295"/>
                </a:cubicBezTo>
                <a:cubicBezTo>
                  <a:pt x="41790" y="93"/>
                  <a:pt x="41266" y="-8"/>
                  <a:pt x="40738" y="4"/>
                </a:cubicBezTo>
                <a:cubicBezTo>
                  <a:pt x="39693" y="17"/>
                  <a:pt x="38697" y="446"/>
                  <a:pt x="37969" y="1203"/>
                </a:cubicBezTo>
                <a:cubicBezTo>
                  <a:pt x="37243" y="1947"/>
                  <a:pt x="36841" y="2957"/>
                  <a:pt x="36857" y="4004"/>
                </a:cubicBezTo>
                <a:lnTo>
                  <a:pt x="36857" y="10577"/>
                </a:lnTo>
                <a:lnTo>
                  <a:pt x="26343" y="10577"/>
                </a:lnTo>
                <a:lnTo>
                  <a:pt x="26343" y="4004"/>
                </a:lnTo>
                <a:cubicBezTo>
                  <a:pt x="26350" y="3474"/>
                  <a:pt x="26252" y="2957"/>
                  <a:pt x="26052" y="2465"/>
                </a:cubicBezTo>
                <a:cubicBezTo>
                  <a:pt x="25854" y="1973"/>
                  <a:pt x="25559" y="1531"/>
                  <a:pt x="25185" y="1152"/>
                </a:cubicBezTo>
                <a:cubicBezTo>
                  <a:pt x="24812" y="787"/>
                  <a:pt x="24368" y="497"/>
                  <a:pt x="23878" y="295"/>
                </a:cubicBezTo>
                <a:cubicBezTo>
                  <a:pt x="23391" y="93"/>
                  <a:pt x="22865" y="-8"/>
                  <a:pt x="22338" y="4"/>
                </a:cubicBezTo>
                <a:close/>
                <a:moveTo>
                  <a:pt x="38172" y="34231"/>
                </a:moveTo>
                <a:lnTo>
                  <a:pt x="61829" y="34231"/>
                </a:lnTo>
                <a:cubicBezTo>
                  <a:pt x="62875" y="34231"/>
                  <a:pt x="63877" y="34647"/>
                  <a:pt x="64618" y="35379"/>
                </a:cubicBezTo>
                <a:cubicBezTo>
                  <a:pt x="65357" y="36123"/>
                  <a:pt x="65772" y="37120"/>
                  <a:pt x="65772" y="38167"/>
                </a:cubicBezTo>
                <a:lnTo>
                  <a:pt x="65772" y="61822"/>
                </a:lnTo>
                <a:cubicBezTo>
                  <a:pt x="65772" y="62869"/>
                  <a:pt x="65357" y="63877"/>
                  <a:pt x="64618" y="64609"/>
                </a:cubicBezTo>
                <a:cubicBezTo>
                  <a:pt x="63877" y="65354"/>
                  <a:pt x="62875" y="65770"/>
                  <a:pt x="61829" y="65770"/>
                </a:cubicBezTo>
                <a:lnTo>
                  <a:pt x="38172" y="65770"/>
                </a:lnTo>
                <a:cubicBezTo>
                  <a:pt x="37125" y="65770"/>
                  <a:pt x="36123" y="65354"/>
                  <a:pt x="35383" y="64609"/>
                </a:cubicBezTo>
                <a:cubicBezTo>
                  <a:pt x="34644" y="63877"/>
                  <a:pt x="34228" y="62869"/>
                  <a:pt x="34228" y="61822"/>
                </a:cubicBezTo>
                <a:lnTo>
                  <a:pt x="34228" y="38167"/>
                </a:lnTo>
                <a:cubicBezTo>
                  <a:pt x="34228" y="37120"/>
                  <a:pt x="34644" y="36123"/>
                  <a:pt x="35383" y="35379"/>
                </a:cubicBezTo>
                <a:cubicBezTo>
                  <a:pt x="36123" y="34647"/>
                  <a:pt x="37125" y="34231"/>
                  <a:pt x="38172" y="3423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4" name="Красный — SVG 63">
            <a:extLst>
              <a:ext uri="{FF2B5EF4-FFF2-40B4-BE49-F238E27FC236}">
                <a16:creationId xmlns:a16="http://schemas.microsoft.com/office/drawing/2014/main" id="{726B2EE5-7F77-8E40-8E19-0B0DBF304FC9}"/>
              </a:ext>
            </a:extLst>
          </p:cNvPr>
          <p:cNvSpPr>
            <a:spLocks noGrp="1"/>
          </p:cNvSpPr>
          <p:nvPr/>
        </p:nvSpPr>
        <p:spPr>
          <a:xfrm>
            <a:off x="5220000" y="1930000"/>
            <a:ext cx="220000" cy="220000"/>
          </a:xfrm>
          <a:custGeom>
            <a:avLst/>
            <a:gdLst>
              <a:gd name="csX0" fmla="*/ 19499 w 141775"/>
              <a:gd name="csY0" fmla="*/ 1 h 141756"/>
              <a:gd name="csX1" fmla="*/ 1 w 141775"/>
              <a:gd name="csY1" fmla="*/ 19496 h 141756"/>
              <a:gd name="csX2" fmla="*/ 1 w 141775"/>
              <a:gd name="csY2" fmla="*/ 44298 h 141756"/>
              <a:gd name="csX3" fmla="*/ 393 w 141775"/>
              <a:gd name="csY3" fmla="*/ 46357 h 141756"/>
              <a:gd name="csX4" fmla="*/ 1532 w 141775"/>
              <a:gd name="csY4" fmla="*/ 48109 h 141756"/>
              <a:gd name="csX5" fmla="*/ 3268 w 141775"/>
              <a:gd name="csY5" fmla="*/ 49283 h 141756"/>
              <a:gd name="csX6" fmla="*/ 5326 w 141775"/>
              <a:gd name="csY6" fmla="*/ 49691 h 141756"/>
              <a:gd name="csX7" fmla="*/ 7368 w 141775"/>
              <a:gd name="csY7" fmla="*/ 49283 h 141756"/>
              <a:gd name="csX8" fmla="*/ 9104 w 141775"/>
              <a:gd name="csY8" fmla="*/ 48109 h 141756"/>
              <a:gd name="csX9" fmla="*/ 10260 w 141775"/>
              <a:gd name="csY9" fmla="*/ 46357 h 141756"/>
              <a:gd name="csX10" fmla="*/ 10635 w 141775"/>
              <a:gd name="csY10" fmla="*/ 44298 h 141756"/>
              <a:gd name="csX11" fmla="*/ 10635 w 141775"/>
              <a:gd name="csY11" fmla="*/ 19496 h 141756"/>
              <a:gd name="csX12" fmla="*/ 19499 w 141775"/>
              <a:gd name="csY12" fmla="*/ 10633 h 141756"/>
              <a:gd name="csX13" fmla="*/ 44304 w 141775"/>
              <a:gd name="csY13" fmla="*/ 10633 h 141756"/>
              <a:gd name="csX14" fmla="*/ 46363 w 141775"/>
              <a:gd name="csY14" fmla="*/ 10259 h 141756"/>
              <a:gd name="csX15" fmla="*/ 48115 w 141775"/>
              <a:gd name="csY15" fmla="*/ 9103 h 141756"/>
              <a:gd name="csX16" fmla="*/ 49290 w 141775"/>
              <a:gd name="csY16" fmla="*/ 7367 h 141756"/>
              <a:gd name="csX17" fmla="*/ 49697 w 141775"/>
              <a:gd name="csY17" fmla="*/ 5326 h 141756"/>
              <a:gd name="csX18" fmla="*/ 49290 w 141775"/>
              <a:gd name="csY18" fmla="*/ 3267 h 141756"/>
              <a:gd name="csX19" fmla="*/ 48115 w 141775"/>
              <a:gd name="csY19" fmla="*/ 1532 h 141756"/>
              <a:gd name="csX20" fmla="*/ 46363 w 141775"/>
              <a:gd name="csY20" fmla="*/ 393 h 141756"/>
              <a:gd name="csX21" fmla="*/ 44304 w 141775"/>
              <a:gd name="csY21" fmla="*/ 1 h 141756"/>
              <a:gd name="csX22" fmla="*/ 19499 w 141775"/>
              <a:gd name="csY22" fmla="*/ 1 h 141756"/>
              <a:gd name="csX23" fmla="*/ 97471 w 141775"/>
              <a:gd name="csY23" fmla="*/ 1 h 141756"/>
              <a:gd name="csX24" fmla="*/ 95413 w 141775"/>
              <a:gd name="csY24" fmla="*/ 393 h 141756"/>
              <a:gd name="csX25" fmla="*/ 93660 w 141775"/>
              <a:gd name="csY25" fmla="*/ 1532 h 141756"/>
              <a:gd name="csX26" fmla="*/ 92486 w 141775"/>
              <a:gd name="csY26" fmla="*/ 3267 h 141756"/>
              <a:gd name="csX27" fmla="*/ 92078 w 141775"/>
              <a:gd name="csY27" fmla="*/ 5326 h 141756"/>
              <a:gd name="csX28" fmla="*/ 92486 w 141775"/>
              <a:gd name="csY28" fmla="*/ 7367 h 141756"/>
              <a:gd name="csX29" fmla="*/ 93660 w 141775"/>
              <a:gd name="csY29" fmla="*/ 9103 h 141756"/>
              <a:gd name="csX30" fmla="*/ 95413 w 141775"/>
              <a:gd name="csY30" fmla="*/ 10259 h 141756"/>
              <a:gd name="csX31" fmla="*/ 97471 w 141775"/>
              <a:gd name="csY31" fmla="*/ 10633 h 141756"/>
              <a:gd name="csX32" fmla="*/ 122294 w 141775"/>
              <a:gd name="csY32" fmla="*/ 10633 h 141756"/>
              <a:gd name="csX33" fmla="*/ 131141 w 141775"/>
              <a:gd name="csY33" fmla="*/ 19496 h 141756"/>
              <a:gd name="csX34" fmla="*/ 131141 w 141775"/>
              <a:gd name="csY34" fmla="*/ 44298 h 141756"/>
              <a:gd name="csX35" fmla="*/ 131532 w 141775"/>
              <a:gd name="csY35" fmla="*/ 46357 h 141756"/>
              <a:gd name="csX36" fmla="*/ 132672 w 141775"/>
              <a:gd name="csY36" fmla="*/ 48109 h 141756"/>
              <a:gd name="csX37" fmla="*/ 134407 w 141775"/>
              <a:gd name="csY37" fmla="*/ 49283 h 141756"/>
              <a:gd name="csX38" fmla="*/ 136466 w 141775"/>
              <a:gd name="csY38" fmla="*/ 49691 h 141756"/>
              <a:gd name="csX39" fmla="*/ 138508 w 141775"/>
              <a:gd name="csY39" fmla="*/ 49283 h 141756"/>
              <a:gd name="csX40" fmla="*/ 140243 w 141775"/>
              <a:gd name="csY40" fmla="*/ 48109 h 141756"/>
              <a:gd name="csX41" fmla="*/ 141400 w 141775"/>
              <a:gd name="csY41" fmla="*/ 46357 h 141756"/>
              <a:gd name="csX42" fmla="*/ 141774 w 141775"/>
              <a:gd name="csY42" fmla="*/ 44298 h 141756"/>
              <a:gd name="csX43" fmla="*/ 141774 w 141775"/>
              <a:gd name="csY43" fmla="*/ 19496 h 141756"/>
              <a:gd name="csX44" fmla="*/ 122294 w 141775"/>
              <a:gd name="csY44" fmla="*/ 1 h 141756"/>
              <a:gd name="csX45" fmla="*/ 97471 w 141775"/>
              <a:gd name="csY45" fmla="*/ 1 h 141756"/>
              <a:gd name="csX46" fmla="*/ 35338 w 141775"/>
              <a:gd name="csY46" fmla="*/ 31795 h 141756"/>
              <a:gd name="csX47" fmla="*/ 30370 w 141775"/>
              <a:gd name="csY47" fmla="*/ 33956 h 141756"/>
              <a:gd name="csX48" fmla="*/ 28363 w 141775"/>
              <a:gd name="csY48" fmla="*/ 38991 h 141756"/>
              <a:gd name="csX49" fmla="*/ 28363 w 141775"/>
              <a:gd name="csY49" fmla="*/ 49623 h 141756"/>
              <a:gd name="csX50" fmla="*/ 28873 w 141775"/>
              <a:gd name="csY50" fmla="*/ 52362 h 141756"/>
              <a:gd name="csX51" fmla="*/ 30405 w 141775"/>
              <a:gd name="csY51" fmla="*/ 54692 h 141756"/>
              <a:gd name="csX52" fmla="*/ 32718 w 141775"/>
              <a:gd name="csY52" fmla="*/ 56257 h 141756"/>
              <a:gd name="csX53" fmla="*/ 35440 w 141775"/>
              <a:gd name="csY53" fmla="*/ 56801 h 141756"/>
              <a:gd name="csX54" fmla="*/ 38179 w 141775"/>
              <a:gd name="csY54" fmla="*/ 56257 h 141756"/>
              <a:gd name="csX55" fmla="*/ 40493 w 141775"/>
              <a:gd name="csY55" fmla="*/ 54692 h 141756"/>
              <a:gd name="csX56" fmla="*/ 42025 w 141775"/>
              <a:gd name="csY56" fmla="*/ 52362 h 141756"/>
              <a:gd name="csX57" fmla="*/ 42535 w 141775"/>
              <a:gd name="csY57" fmla="*/ 49623 h 141756"/>
              <a:gd name="csX58" fmla="*/ 42535 w 141775"/>
              <a:gd name="csY58" fmla="*/ 38991 h 141756"/>
              <a:gd name="csX59" fmla="*/ 42007 w 141775"/>
              <a:gd name="csY59" fmla="*/ 36218 h 141756"/>
              <a:gd name="csX60" fmla="*/ 40459 w 141775"/>
              <a:gd name="csY60" fmla="*/ 33870 h 141756"/>
              <a:gd name="csX61" fmla="*/ 38111 w 141775"/>
              <a:gd name="csY61" fmla="*/ 32323 h 141756"/>
              <a:gd name="csX62" fmla="*/ 35338 w 141775"/>
              <a:gd name="csY62" fmla="*/ 31795 h 141756"/>
              <a:gd name="csX63" fmla="*/ 70794 w 141775"/>
              <a:gd name="csY63" fmla="*/ 31795 h 141756"/>
              <a:gd name="csX64" fmla="*/ 65810 w 141775"/>
              <a:gd name="csY64" fmla="*/ 33956 h 141756"/>
              <a:gd name="csX65" fmla="*/ 63802 w 141775"/>
              <a:gd name="csY65" fmla="*/ 38991 h 141756"/>
              <a:gd name="csX66" fmla="*/ 63802 w 141775"/>
              <a:gd name="csY66" fmla="*/ 67332 h 141756"/>
              <a:gd name="csX67" fmla="*/ 60263 w 141775"/>
              <a:gd name="csY67" fmla="*/ 70887 h 141756"/>
              <a:gd name="csX68" fmla="*/ 57506 w 141775"/>
              <a:gd name="csY68" fmla="*/ 71397 h 141756"/>
              <a:gd name="csX69" fmla="*/ 55176 w 141775"/>
              <a:gd name="csY69" fmla="*/ 72928 h 141756"/>
              <a:gd name="csX70" fmla="*/ 53610 w 141775"/>
              <a:gd name="csY70" fmla="*/ 75242 h 141756"/>
              <a:gd name="csX71" fmla="*/ 53066 w 141775"/>
              <a:gd name="csY71" fmla="*/ 77963 h 141756"/>
              <a:gd name="csX72" fmla="*/ 53610 w 141775"/>
              <a:gd name="csY72" fmla="*/ 80702 h 141756"/>
              <a:gd name="csX73" fmla="*/ 55176 w 141775"/>
              <a:gd name="csY73" fmla="*/ 83016 h 141756"/>
              <a:gd name="csX74" fmla="*/ 57506 w 141775"/>
              <a:gd name="csY74" fmla="*/ 84547 h 141756"/>
              <a:gd name="csX75" fmla="*/ 60263 w 141775"/>
              <a:gd name="csY75" fmla="*/ 85057 h 141756"/>
              <a:gd name="csX76" fmla="*/ 77974 w 141775"/>
              <a:gd name="csY76" fmla="*/ 67332 h 141756"/>
              <a:gd name="csX77" fmla="*/ 77974 w 141775"/>
              <a:gd name="csY77" fmla="*/ 38991 h 141756"/>
              <a:gd name="csX78" fmla="*/ 77463 w 141775"/>
              <a:gd name="csY78" fmla="*/ 36218 h 141756"/>
              <a:gd name="csX79" fmla="*/ 75898 w 141775"/>
              <a:gd name="csY79" fmla="*/ 33870 h 141756"/>
              <a:gd name="csX80" fmla="*/ 73550 w 141775"/>
              <a:gd name="csY80" fmla="*/ 32323 h 141756"/>
              <a:gd name="csX81" fmla="*/ 70794 w 141775"/>
              <a:gd name="csY81" fmla="*/ 31795 h 141756"/>
              <a:gd name="csX82" fmla="*/ 106233 w 141775"/>
              <a:gd name="csY82" fmla="*/ 31795 h 141756"/>
              <a:gd name="csX83" fmla="*/ 101248 w 141775"/>
              <a:gd name="csY83" fmla="*/ 33956 h 141756"/>
              <a:gd name="csX84" fmla="*/ 99241 w 141775"/>
              <a:gd name="csY84" fmla="*/ 38991 h 141756"/>
              <a:gd name="csX85" fmla="*/ 99241 w 141775"/>
              <a:gd name="csY85" fmla="*/ 49623 h 141756"/>
              <a:gd name="csX86" fmla="*/ 99751 w 141775"/>
              <a:gd name="csY86" fmla="*/ 52362 h 141756"/>
              <a:gd name="csX87" fmla="*/ 101282 w 141775"/>
              <a:gd name="csY87" fmla="*/ 54692 h 141756"/>
              <a:gd name="csX88" fmla="*/ 103596 w 141775"/>
              <a:gd name="csY88" fmla="*/ 56257 h 141756"/>
              <a:gd name="csX89" fmla="*/ 106335 w 141775"/>
              <a:gd name="csY89" fmla="*/ 56801 h 141756"/>
              <a:gd name="csX90" fmla="*/ 109074 w 141775"/>
              <a:gd name="csY90" fmla="*/ 56257 h 141756"/>
              <a:gd name="csX91" fmla="*/ 111389 w 141775"/>
              <a:gd name="csY91" fmla="*/ 54692 h 141756"/>
              <a:gd name="csX92" fmla="*/ 112920 w 141775"/>
              <a:gd name="csY92" fmla="*/ 52362 h 141756"/>
              <a:gd name="csX93" fmla="*/ 113430 w 141775"/>
              <a:gd name="csY93" fmla="*/ 49623 h 141756"/>
              <a:gd name="csX94" fmla="*/ 113430 w 141775"/>
              <a:gd name="csY94" fmla="*/ 38991 h 141756"/>
              <a:gd name="csX95" fmla="*/ 112902 w 141775"/>
              <a:gd name="csY95" fmla="*/ 36218 h 141756"/>
              <a:gd name="csX96" fmla="*/ 111354 w 141775"/>
              <a:gd name="csY96" fmla="*/ 33870 h 141756"/>
              <a:gd name="csX97" fmla="*/ 109006 w 141775"/>
              <a:gd name="csY97" fmla="*/ 32323 h 141756"/>
              <a:gd name="csX98" fmla="*/ 106233 w 141775"/>
              <a:gd name="csY98" fmla="*/ 31795 h 141756"/>
              <a:gd name="csX99" fmla="*/ 5242 w 141775"/>
              <a:gd name="csY99" fmla="*/ 92066 h 141756"/>
              <a:gd name="csX100" fmla="*/ 1498 w 141775"/>
              <a:gd name="csY100" fmla="*/ 93682 h 141756"/>
              <a:gd name="csX101" fmla="*/ 1 w 141775"/>
              <a:gd name="csY101" fmla="*/ 97458 h 141756"/>
              <a:gd name="csX102" fmla="*/ 1 w 141775"/>
              <a:gd name="csY102" fmla="*/ 122277 h 141756"/>
              <a:gd name="csX103" fmla="*/ 19499 w 141775"/>
              <a:gd name="csY103" fmla="*/ 141755 h 141756"/>
              <a:gd name="csX104" fmla="*/ 44304 w 141775"/>
              <a:gd name="csY104" fmla="*/ 141755 h 141756"/>
              <a:gd name="csX105" fmla="*/ 46363 w 141775"/>
              <a:gd name="csY105" fmla="*/ 141381 h 141756"/>
              <a:gd name="csX106" fmla="*/ 48115 w 141775"/>
              <a:gd name="csY106" fmla="*/ 140224 h 141756"/>
              <a:gd name="csX107" fmla="*/ 49290 w 141775"/>
              <a:gd name="csY107" fmla="*/ 138489 h 141756"/>
              <a:gd name="csX108" fmla="*/ 49697 w 141775"/>
              <a:gd name="csY108" fmla="*/ 136447 h 141756"/>
              <a:gd name="csX109" fmla="*/ 49290 w 141775"/>
              <a:gd name="csY109" fmla="*/ 134389 h 141756"/>
              <a:gd name="csX110" fmla="*/ 48115 w 141775"/>
              <a:gd name="csY110" fmla="*/ 132654 h 141756"/>
              <a:gd name="csX111" fmla="*/ 46363 w 141775"/>
              <a:gd name="csY111" fmla="*/ 131514 h 141756"/>
              <a:gd name="csX112" fmla="*/ 44304 w 141775"/>
              <a:gd name="csY112" fmla="*/ 131123 h 141756"/>
              <a:gd name="csX113" fmla="*/ 19499 w 141775"/>
              <a:gd name="csY113" fmla="*/ 131123 h 141756"/>
              <a:gd name="csX114" fmla="*/ 10635 w 141775"/>
              <a:gd name="csY114" fmla="*/ 122277 h 141756"/>
              <a:gd name="csX115" fmla="*/ 10635 w 141775"/>
              <a:gd name="csY115" fmla="*/ 97458 h 141756"/>
              <a:gd name="csX116" fmla="*/ 10243 w 141775"/>
              <a:gd name="csY116" fmla="*/ 95383 h 141756"/>
              <a:gd name="csX117" fmla="*/ 9070 w 141775"/>
              <a:gd name="csY117" fmla="*/ 93631 h 141756"/>
              <a:gd name="csX118" fmla="*/ 7317 w 141775"/>
              <a:gd name="csY118" fmla="*/ 92457 h 141756"/>
              <a:gd name="csX119" fmla="*/ 5242 w 141775"/>
              <a:gd name="csY119" fmla="*/ 92066 h 141756"/>
              <a:gd name="csX120" fmla="*/ 136381 w 141775"/>
              <a:gd name="csY120" fmla="*/ 92066 h 141756"/>
              <a:gd name="csX121" fmla="*/ 132655 w 141775"/>
              <a:gd name="csY121" fmla="*/ 93682 h 141756"/>
              <a:gd name="csX122" fmla="*/ 131141 w 141775"/>
              <a:gd name="csY122" fmla="*/ 97458 h 141756"/>
              <a:gd name="csX123" fmla="*/ 131141 w 141775"/>
              <a:gd name="csY123" fmla="*/ 122277 h 141756"/>
              <a:gd name="csX124" fmla="*/ 122294 w 141775"/>
              <a:gd name="csY124" fmla="*/ 131123 h 141756"/>
              <a:gd name="csX125" fmla="*/ 97471 w 141775"/>
              <a:gd name="csY125" fmla="*/ 131123 h 141756"/>
              <a:gd name="csX126" fmla="*/ 95413 w 141775"/>
              <a:gd name="csY126" fmla="*/ 131514 h 141756"/>
              <a:gd name="csX127" fmla="*/ 93660 w 141775"/>
              <a:gd name="csY127" fmla="*/ 132654 h 141756"/>
              <a:gd name="csX128" fmla="*/ 92486 w 141775"/>
              <a:gd name="csY128" fmla="*/ 134389 h 141756"/>
              <a:gd name="csX129" fmla="*/ 92078 w 141775"/>
              <a:gd name="csY129" fmla="*/ 136447 h 141756"/>
              <a:gd name="csX130" fmla="*/ 92486 w 141775"/>
              <a:gd name="csY130" fmla="*/ 138489 h 141756"/>
              <a:gd name="csX131" fmla="*/ 93660 w 141775"/>
              <a:gd name="csY131" fmla="*/ 140224 h 141756"/>
              <a:gd name="csX132" fmla="*/ 95413 w 141775"/>
              <a:gd name="csY132" fmla="*/ 141381 h 141756"/>
              <a:gd name="csX133" fmla="*/ 97471 w 141775"/>
              <a:gd name="csY133" fmla="*/ 141755 h 141756"/>
              <a:gd name="csX134" fmla="*/ 122294 w 141775"/>
              <a:gd name="csY134" fmla="*/ 141755 h 141756"/>
              <a:gd name="csX135" fmla="*/ 141774 w 141775"/>
              <a:gd name="csY135" fmla="*/ 122277 h 141756"/>
              <a:gd name="csX136" fmla="*/ 141774 w 141775"/>
              <a:gd name="csY136" fmla="*/ 97458 h 141756"/>
              <a:gd name="csX137" fmla="*/ 141383 w 141775"/>
              <a:gd name="csY137" fmla="*/ 95383 h 141756"/>
              <a:gd name="csX138" fmla="*/ 140226 w 141775"/>
              <a:gd name="csY138" fmla="*/ 93631 h 141756"/>
              <a:gd name="csX139" fmla="*/ 138456 w 141775"/>
              <a:gd name="csY139" fmla="*/ 92457 h 141756"/>
              <a:gd name="csX140" fmla="*/ 136381 w 141775"/>
              <a:gd name="csY140" fmla="*/ 92066 h 141756"/>
              <a:gd name="csX141" fmla="*/ 51194 w 141775"/>
              <a:gd name="csY141" fmla="*/ 95621 h 141756"/>
              <a:gd name="csX142" fmla="*/ 47248 w 141775"/>
              <a:gd name="csY142" fmla="*/ 96897 h 141756"/>
              <a:gd name="csX143" fmla="*/ 44712 w 141775"/>
              <a:gd name="csY143" fmla="*/ 100163 h 141756"/>
              <a:gd name="csX144" fmla="*/ 44407 w 141775"/>
              <a:gd name="csY144" fmla="*/ 104297 h 141756"/>
              <a:gd name="csX145" fmla="*/ 46482 w 141775"/>
              <a:gd name="csY145" fmla="*/ 107886 h 141756"/>
              <a:gd name="csX146" fmla="*/ 70896 w 141775"/>
              <a:gd name="csY146" fmla="*/ 116953 h 141756"/>
              <a:gd name="csX147" fmla="*/ 95293 w 141775"/>
              <a:gd name="csY147" fmla="*/ 107886 h 141756"/>
              <a:gd name="csX148" fmla="*/ 96893 w 141775"/>
              <a:gd name="csY148" fmla="*/ 105624 h 141756"/>
              <a:gd name="csX149" fmla="*/ 97505 w 141775"/>
              <a:gd name="csY149" fmla="*/ 102902 h 141756"/>
              <a:gd name="csX150" fmla="*/ 97028 w 141775"/>
              <a:gd name="csY150" fmla="*/ 100163 h 141756"/>
              <a:gd name="csX151" fmla="*/ 95531 w 141775"/>
              <a:gd name="csY151" fmla="*/ 97832 h 141756"/>
              <a:gd name="csX152" fmla="*/ 93252 w 141775"/>
              <a:gd name="csY152" fmla="*/ 96250 h 141756"/>
              <a:gd name="csX153" fmla="*/ 90530 w 141775"/>
              <a:gd name="csY153" fmla="*/ 95655 h 141756"/>
              <a:gd name="csX154" fmla="*/ 87807 w 141775"/>
              <a:gd name="csY154" fmla="*/ 96165 h 141756"/>
              <a:gd name="csX155" fmla="*/ 85477 w 141775"/>
              <a:gd name="csY155" fmla="*/ 97662 h 141756"/>
              <a:gd name="csX156" fmla="*/ 70896 w 141775"/>
              <a:gd name="csY156" fmla="*/ 102782 h 141756"/>
              <a:gd name="csX157" fmla="*/ 56316 w 141775"/>
              <a:gd name="csY157" fmla="*/ 97662 h 141756"/>
              <a:gd name="csX158" fmla="*/ 53951 w 141775"/>
              <a:gd name="csY158" fmla="*/ 96131 h 141756"/>
              <a:gd name="csX159" fmla="*/ 51194 w 141775"/>
              <a:gd name="csY159" fmla="*/ 95621 h 141756"/>
            </a:gdLst>
            <a:ahLst/>
            <a:cxnLst/>
            <a:rect l="l" t="t" r="r" b="b"/>
            <a:pathLst>
              <a:path w="100000" h="100000">
                <a:moveTo>
                  <a:pt x="13753" y="7"/>
                </a:moveTo>
                <a:cubicBezTo>
                  <a:pt x="6205" y="7"/>
                  <a:pt x="1" y="6211"/>
                  <a:pt x="1" y="13758"/>
                </a:cubicBezTo>
                <a:lnTo>
                  <a:pt x="1" y="31252"/>
                </a:lnTo>
                <a:cubicBezTo>
                  <a:pt x="-11" y="31756"/>
                  <a:pt x="85" y="32248"/>
                  <a:pt x="277" y="32704"/>
                </a:cubicBezTo>
                <a:cubicBezTo>
                  <a:pt x="457" y="33172"/>
                  <a:pt x="733" y="33592"/>
                  <a:pt x="1081" y="33940"/>
                </a:cubicBezTo>
                <a:cubicBezTo>
                  <a:pt x="1429" y="34300"/>
                  <a:pt x="1849" y="34576"/>
                  <a:pt x="2305" y="34768"/>
                </a:cubicBezTo>
                <a:cubicBezTo>
                  <a:pt x="2761" y="34960"/>
                  <a:pt x="3253" y="35056"/>
                  <a:pt x="3757" y="35056"/>
                </a:cubicBezTo>
                <a:cubicBezTo>
                  <a:pt x="4249" y="35056"/>
                  <a:pt x="4741" y="34960"/>
                  <a:pt x="5197" y="34768"/>
                </a:cubicBezTo>
                <a:cubicBezTo>
                  <a:pt x="5653" y="34576"/>
                  <a:pt x="6073" y="34300"/>
                  <a:pt x="6421" y="33940"/>
                </a:cubicBezTo>
                <a:cubicBezTo>
                  <a:pt x="6769" y="33592"/>
                  <a:pt x="7045" y="33172"/>
                  <a:pt x="7237" y="32704"/>
                </a:cubicBezTo>
                <a:cubicBezTo>
                  <a:pt x="7417" y="32248"/>
                  <a:pt x="7513" y="31756"/>
                  <a:pt x="7501" y="31252"/>
                </a:cubicBezTo>
                <a:lnTo>
                  <a:pt x="7501" y="13758"/>
                </a:lnTo>
                <a:cubicBezTo>
                  <a:pt x="7501" y="10267"/>
                  <a:pt x="10261" y="7507"/>
                  <a:pt x="13753" y="7507"/>
                </a:cubicBezTo>
                <a:lnTo>
                  <a:pt x="31250" y="7507"/>
                </a:lnTo>
                <a:cubicBezTo>
                  <a:pt x="31754" y="7519"/>
                  <a:pt x="32246" y="7423"/>
                  <a:pt x="32702" y="7243"/>
                </a:cubicBezTo>
                <a:cubicBezTo>
                  <a:pt x="33170" y="7051"/>
                  <a:pt x="33590" y="6775"/>
                  <a:pt x="33938" y="6427"/>
                </a:cubicBezTo>
                <a:cubicBezTo>
                  <a:pt x="34298" y="6079"/>
                  <a:pt x="34574" y="5659"/>
                  <a:pt x="34766" y="5203"/>
                </a:cubicBezTo>
                <a:cubicBezTo>
                  <a:pt x="34958" y="4747"/>
                  <a:pt x="35053" y="4255"/>
                  <a:pt x="35053" y="3763"/>
                </a:cubicBezTo>
                <a:cubicBezTo>
                  <a:pt x="35053" y="3259"/>
                  <a:pt x="34958" y="2767"/>
                  <a:pt x="34766" y="2311"/>
                </a:cubicBezTo>
                <a:cubicBezTo>
                  <a:pt x="34574" y="1855"/>
                  <a:pt x="34298" y="1436"/>
                  <a:pt x="33938" y="1087"/>
                </a:cubicBezTo>
                <a:cubicBezTo>
                  <a:pt x="33590" y="740"/>
                  <a:pt x="33170" y="464"/>
                  <a:pt x="32702" y="284"/>
                </a:cubicBezTo>
                <a:cubicBezTo>
                  <a:pt x="32246" y="92"/>
                  <a:pt x="31754" y="-5"/>
                  <a:pt x="31250" y="7"/>
                </a:cubicBezTo>
                <a:lnTo>
                  <a:pt x="13753" y="7"/>
                </a:lnTo>
                <a:close/>
                <a:moveTo>
                  <a:pt x="68750" y="7"/>
                </a:moveTo>
                <a:cubicBezTo>
                  <a:pt x="68258" y="-5"/>
                  <a:pt x="67767" y="92"/>
                  <a:pt x="67299" y="284"/>
                </a:cubicBezTo>
                <a:cubicBezTo>
                  <a:pt x="66843" y="464"/>
                  <a:pt x="66423" y="740"/>
                  <a:pt x="66062" y="1087"/>
                </a:cubicBezTo>
                <a:cubicBezTo>
                  <a:pt x="65714" y="1436"/>
                  <a:pt x="65427" y="1855"/>
                  <a:pt x="65234" y="2311"/>
                </a:cubicBezTo>
                <a:cubicBezTo>
                  <a:pt x="65042" y="2767"/>
                  <a:pt x="64947" y="3259"/>
                  <a:pt x="64947" y="3763"/>
                </a:cubicBezTo>
                <a:cubicBezTo>
                  <a:pt x="64947" y="4255"/>
                  <a:pt x="65042" y="4747"/>
                  <a:pt x="65234" y="5203"/>
                </a:cubicBezTo>
                <a:cubicBezTo>
                  <a:pt x="65427" y="5659"/>
                  <a:pt x="65714" y="6079"/>
                  <a:pt x="66062" y="6427"/>
                </a:cubicBezTo>
                <a:cubicBezTo>
                  <a:pt x="66423" y="6775"/>
                  <a:pt x="66843" y="7051"/>
                  <a:pt x="67299" y="7243"/>
                </a:cubicBezTo>
                <a:cubicBezTo>
                  <a:pt x="67767" y="7423"/>
                  <a:pt x="68258" y="7519"/>
                  <a:pt x="68750" y="7507"/>
                </a:cubicBezTo>
                <a:lnTo>
                  <a:pt x="86259" y="7507"/>
                </a:lnTo>
                <a:cubicBezTo>
                  <a:pt x="89751" y="7507"/>
                  <a:pt x="92499" y="10267"/>
                  <a:pt x="92499" y="13758"/>
                </a:cubicBezTo>
                <a:lnTo>
                  <a:pt x="92499" y="31252"/>
                </a:lnTo>
                <a:cubicBezTo>
                  <a:pt x="92499" y="31756"/>
                  <a:pt x="92583" y="32248"/>
                  <a:pt x="92775" y="32704"/>
                </a:cubicBezTo>
                <a:cubicBezTo>
                  <a:pt x="92955" y="33172"/>
                  <a:pt x="93231" y="33592"/>
                  <a:pt x="93579" y="33940"/>
                </a:cubicBezTo>
                <a:cubicBezTo>
                  <a:pt x="93927" y="34300"/>
                  <a:pt x="94347" y="34576"/>
                  <a:pt x="94803" y="34768"/>
                </a:cubicBezTo>
                <a:cubicBezTo>
                  <a:pt x="95259" y="34960"/>
                  <a:pt x="95751" y="35056"/>
                  <a:pt x="96255" y="35056"/>
                </a:cubicBezTo>
                <a:cubicBezTo>
                  <a:pt x="96748" y="35056"/>
                  <a:pt x="97239" y="34960"/>
                  <a:pt x="97696" y="34768"/>
                </a:cubicBezTo>
                <a:cubicBezTo>
                  <a:pt x="98163" y="34576"/>
                  <a:pt x="98572" y="34300"/>
                  <a:pt x="98919" y="33940"/>
                </a:cubicBezTo>
                <a:cubicBezTo>
                  <a:pt x="99268" y="33592"/>
                  <a:pt x="99544" y="33172"/>
                  <a:pt x="99735" y="32704"/>
                </a:cubicBezTo>
                <a:cubicBezTo>
                  <a:pt x="99915" y="32248"/>
                  <a:pt x="100011" y="31756"/>
                  <a:pt x="99999" y="31252"/>
                </a:cubicBezTo>
                <a:lnTo>
                  <a:pt x="99999" y="13758"/>
                </a:lnTo>
                <a:cubicBezTo>
                  <a:pt x="99999" y="6211"/>
                  <a:pt x="93807" y="7"/>
                  <a:pt x="86259" y="7"/>
                </a:cubicBezTo>
                <a:lnTo>
                  <a:pt x="68750" y="7"/>
                </a:lnTo>
                <a:close/>
                <a:moveTo>
                  <a:pt x="24925" y="22433"/>
                </a:moveTo>
                <a:cubicBezTo>
                  <a:pt x="23606" y="22457"/>
                  <a:pt x="22346" y="22997"/>
                  <a:pt x="21421" y="23957"/>
                </a:cubicBezTo>
                <a:cubicBezTo>
                  <a:pt x="20497" y="24905"/>
                  <a:pt x="19982" y="26177"/>
                  <a:pt x="20006" y="27509"/>
                </a:cubicBezTo>
                <a:lnTo>
                  <a:pt x="20006" y="35008"/>
                </a:lnTo>
                <a:cubicBezTo>
                  <a:pt x="19994" y="35667"/>
                  <a:pt x="20113" y="36328"/>
                  <a:pt x="20365" y="36940"/>
                </a:cubicBezTo>
                <a:cubicBezTo>
                  <a:pt x="20605" y="37551"/>
                  <a:pt x="20978" y="38116"/>
                  <a:pt x="21446" y="38583"/>
                </a:cubicBezTo>
                <a:cubicBezTo>
                  <a:pt x="21902" y="39052"/>
                  <a:pt x="22466" y="39435"/>
                  <a:pt x="23077" y="39687"/>
                </a:cubicBezTo>
                <a:cubicBezTo>
                  <a:pt x="23678" y="39939"/>
                  <a:pt x="24337" y="40071"/>
                  <a:pt x="24997" y="40071"/>
                </a:cubicBezTo>
                <a:cubicBezTo>
                  <a:pt x="25670" y="40071"/>
                  <a:pt x="26318" y="39939"/>
                  <a:pt x="26929" y="39687"/>
                </a:cubicBezTo>
                <a:cubicBezTo>
                  <a:pt x="27542" y="39435"/>
                  <a:pt x="28094" y="39052"/>
                  <a:pt x="28561" y="38583"/>
                </a:cubicBezTo>
                <a:cubicBezTo>
                  <a:pt x="29030" y="38116"/>
                  <a:pt x="29390" y="37551"/>
                  <a:pt x="29642" y="36940"/>
                </a:cubicBezTo>
                <a:cubicBezTo>
                  <a:pt x="29894" y="36328"/>
                  <a:pt x="30014" y="35667"/>
                  <a:pt x="30002" y="35008"/>
                </a:cubicBezTo>
                <a:lnTo>
                  <a:pt x="30002" y="27509"/>
                </a:lnTo>
                <a:cubicBezTo>
                  <a:pt x="30014" y="26837"/>
                  <a:pt x="29882" y="26177"/>
                  <a:pt x="29629" y="25553"/>
                </a:cubicBezTo>
                <a:cubicBezTo>
                  <a:pt x="29378" y="24929"/>
                  <a:pt x="29006" y="24377"/>
                  <a:pt x="28537" y="23897"/>
                </a:cubicBezTo>
                <a:cubicBezTo>
                  <a:pt x="28058" y="23429"/>
                  <a:pt x="27506" y="23057"/>
                  <a:pt x="26881" y="22806"/>
                </a:cubicBezTo>
                <a:cubicBezTo>
                  <a:pt x="26258" y="22553"/>
                  <a:pt x="25598" y="22433"/>
                  <a:pt x="24925" y="22433"/>
                </a:cubicBezTo>
                <a:close/>
                <a:moveTo>
                  <a:pt x="49934" y="22433"/>
                </a:moveTo>
                <a:cubicBezTo>
                  <a:pt x="48602" y="22457"/>
                  <a:pt x="47343" y="22997"/>
                  <a:pt x="46419" y="23957"/>
                </a:cubicBezTo>
                <a:cubicBezTo>
                  <a:pt x="45494" y="24905"/>
                  <a:pt x="44990" y="26177"/>
                  <a:pt x="45002" y="27509"/>
                </a:cubicBezTo>
                <a:lnTo>
                  <a:pt x="45002" y="47499"/>
                </a:lnTo>
                <a:cubicBezTo>
                  <a:pt x="45002" y="48938"/>
                  <a:pt x="43946" y="50006"/>
                  <a:pt x="42506" y="50006"/>
                </a:cubicBezTo>
                <a:cubicBezTo>
                  <a:pt x="41834" y="49994"/>
                  <a:pt x="41186" y="50114"/>
                  <a:pt x="40561" y="50366"/>
                </a:cubicBezTo>
                <a:cubicBezTo>
                  <a:pt x="39950" y="50606"/>
                  <a:pt x="39398" y="50978"/>
                  <a:pt x="38918" y="51446"/>
                </a:cubicBezTo>
                <a:cubicBezTo>
                  <a:pt x="38450" y="51902"/>
                  <a:pt x="38078" y="52466"/>
                  <a:pt x="37813" y="53078"/>
                </a:cubicBezTo>
                <a:cubicBezTo>
                  <a:pt x="37562" y="53678"/>
                  <a:pt x="37430" y="54338"/>
                  <a:pt x="37430" y="54997"/>
                </a:cubicBezTo>
                <a:cubicBezTo>
                  <a:pt x="37430" y="55670"/>
                  <a:pt x="37562" y="56317"/>
                  <a:pt x="37813" y="56929"/>
                </a:cubicBezTo>
                <a:cubicBezTo>
                  <a:pt x="38078" y="57542"/>
                  <a:pt x="38450" y="58093"/>
                  <a:pt x="38918" y="58561"/>
                </a:cubicBezTo>
                <a:cubicBezTo>
                  <a:pt x="39398" y="59029"/>
                  <a:pt x="39950" y="59389"/>
                  <a:pt x="40561" y="59641"/>
                </a:cubicBezTo>
                <a:cubicBezTo>
                  <a:pt x="41186" y="59893"/>
                  <a:pt x="41834" y="60013"/>
                  <a:pt x="42506" y="60001"/>
                </a:cubicBezTo>
                <a:cubicBezTo>
                  <a:pt x="49346" y="60001"/>
                  <a:pt x="54998" y="54350"/>
                  <a:pt x="54998" y="47499"/>
                </a:cubicBezTo>
                <a:lnTo>
                  <a:pt x="54998" y="27509"/>
                </a:lnTo>
                <a:cubicBezTo>
                  <a:pt x="55010" y="26837"/>
                  <a:pt x="54890" y="26177"/>
                  <a:pt x="54638" y="25553"/>
                </a:cubicBezTo>
                <a:cubicBezTo>
                  <a:pt x="54386" y="24929"/>
                  <a:pt x="54014" y="24377"/>
                  <a:pt x="53534" y="23897"/>
                </a:cubicBezTo>
                <a:cubicBezTo>
                  <a:pt x="53066" y="23429"/>
                  <a:pt x="52502" y="23057"/>
                  <a:pt x="51878" y="22806"/>
                </a:cubicBezTo>
                <a:cubicBezTo>
                  <a:pt x="51266" y="22553"/>
                  <a:pt x="50594" y="22433"/>
                  <a:pt x="49934" y="22433"/>
                </a:cubicBezTo>
                <a:close/>
                <a:moveTo>
                  <a:pt x="74931" y="22433"/>
                </a:moveTo>
                <a:cubicBezTo>
                  <a:pt x="73599" y="22457"/>
                  <a:pt x="72339" y="22997"/>
                  <a:pt x="71415" y="23957"/>
                </a:cubicBezTo>
                <a:cubicBezTo>
                  <a:pt x="70491" y="24905"/>
                  <a:pt x="69986" y="26177"/>
                  <a:pt x="69999" y="27509"/>
                </a:cubicBezTo>
                <a:lnTo>
                  <a:pt x="69999" y="35008"/>
                </a:lnTo>
                <a:cubicBezTo>
                  <a:pt x="69999" y="35667"/>
                  <a:pt x="70119" y="36328"/>
                  <a:pt x="70359" y="36940"/>
                </a:cubicBezTo>
                <a:cubicBezTo>
                  <a:pt x="70610" y="37551"/>
                  <a:pt x="70983" y="38116"/>
                  <a:pt x="71439" y="38583"/>
                </a:cubicBezTo>
                <a:cubicBezTo>
                  <a:pt x="71907" y="39052"/>
                  <a:pt x="72458" y="39435"/>
                  <a:pt x="73071" y="39687"/>
                </a:cubicBezTo>
                <a:cubicBezTo>
                  <a:pt x="73683" y="39939"/>
                  <a:pt x="74343" y="40071"/>
                  <a:pt x="75003" y="40071"/>
                </a:cubicBezTo>
                <a:cubicBezTo>
                  <a:pt x="75663" y="40071"/>
                  <a:pt x="76323" y="39939"/>
                  <a:pt x="76935" y="39687"/>
                </a:cubicBezTo>
                <a:cubicBezTo>
                  <a:pt x="77547" y="39435"/>
                  <a:pt x="78099" y="39052"/>
                  <a:pt x="78567" y="38583"/>
                </a:cubicBezTo>
                <a:cubicBezTo>
                  <a:pt x="79034" y="38116"/>
                  <a:pt x="79395" y="37551"/>
                  <a:pt x="79647" y="36940"/>
                </a:cubicBezTo>
                <a:cubicBezTo>
                  <a:pt x="79886" y="36328"/>
                  <a:pt x="80007" y="35667"/>
                  <a:pt x="80007" y="35008"/>
                </a:cubicBezTo>
                <a:lnTo>
                  <a:pt x="80007" y="27509"/>
                </a:lnTo>
                <a:cubicBezTo>
                  <a:pt x="80007" y="26837"/>
                  <a:pt x="79886" y="26177"/>
                  <a:pt x="79635" y="25553"/>
                </a:cubicBezTo>
                <a:cubicBezTo>
                  <a:pt x="79383" y="24929"/>
                  <a:pt x="79010" y="24377"/>
                  <a:pt x="78543" y="23897"/>
                </a:cubicBezTo>
                <a:cubicBezTo>
                  <a:pt x="78062" y="23429"/>
                  <a:pt x="77499" y="23057"/>
                  <a:pt x="76887" y="22806"/>
                </a:cubicBezTo>
                <a:cubicBezTo>
                  <a:pt x="76262" y="22553"/>
                  <a:pt x="75603" y="22433"/>
                  <a:pt x="74931" y="22433"/>
                </a:cubicBezTo>
                <a:close/>
                <a:moveTo>
                  <a:pt x="3697" y="64945"/>
                </a:moveTo>
                <a:cubicBezTo>
                  <a:pt x="2701" y="64968"/>
                  <a:pt x="1753" y="65376"/>
                  <a:pt x="1057" y="66085"/>
                </a:cubicBezTo>
                <a:cubicBezTo>
                  <a:pt x="373" y="66792"/>
                  <a:pt x="-11" y="67752"/>
                  <a:pt x="1" y="68748"/>
                </a:cubicBezTo>
                <a:lnTo>
                  <a:pt x="1" y="86254"/>
                </a:lnTo>
                <a:cubicBezTo>
                  <a:pt x="1" y="93801"/>
                  <a:pt x="6205" y="99993"/>
                  <a:pt x="13753" y="99993"/>
                </a:cubicBezTo>
                <a:lnTo>
                  <a:pt x="31250" y="99993"/>
                </a:lnTo>
                <a:cubicBezTo>
                  <a:pt x="31754" y="100005"/>
                  <a:pt x="32246" y="99909"/>
                  <a:pt x="32702" y="99729"/>
                </a:cubicBezTo>
                <a:cubicBezTo>
                  <a:pt x="33170" y="99536"/>
                  <a:pt x="33590" y="99260"/>
                  <a:pt x="33938" y="98913"/>
                </a:cubicBezTo>
                <a:cubicBezTo>
                  <a:pt x="34298" y="98564"/>
                  <a:pt x="34574" y="98157"/>
                  <a:pt x="34766" y="97689"/>
                </a:cubicBezTo>
                <a:cubicBezTo>
                  <a:pt x="34958" y="97233"/>
                  <a:pt x="35053" y="96741"/>
                  <a:pt x="35053" y="96249"/>
                </a:cubicBezTo>
                <a:cubicBezTo>
                  <a:pt x="35053" y="95745"/>
                  <a:pt x="34958" y="95253"/>
                  <a:pt x="34766" y="94797"/>
                </a:cubicBezTo>
                <a:cubicBezTo>
                  <a:pt x="34574" y="94341"/>
                  <a:pt x="34298" y="93921"/>
                  <a:pt x="33938" y="93573"/>
                </a:cubicBezTo>
                <a:cubicBezTo>
                  <a:pt x="33590" y="93226"/>
                  <a:pt x="33170" y="92949"/>
                  <a:pt x="32702" y="92769"/>
                </a:cubicBezTo>
                <a:cubicBezTo>
                  <a:pt x="32246" y="92577"/>
                  <a:pt x="31754" y="92493"/>
                  <a:pt x="31250" y="92493"/>
                </a:cubicBezTo>
                <a:lnTo>
                  <a:pt x="13753" y="92493"/>
                </a:lnTo>
                <a:cubicBezTo>
                  <a:pt x="10261" y="92493"/>
                  <a:pt x="7501" y="89746"/>
                  <a:pt x="7501" y="86254"/>
                </a:cubicBezTo>
                <a:lnTo>
                  <a:pt x="7501" y="68748"/>
                </a:lnTo>
                <a:cubicBezTo>
                  <a:pt x="7513" y="68244"/>
                  <a:pt x="7417" y="67752"/>
                  <a:pt x="7225" y="67284"/>
                </a:cubicBezTo>
                <a:cubicBezTo>
                  <a:pt x="7033" y="66816"/>
                  <a:pt x="6757" y="66396"/>
                  <a:pt x="6397" y="66049"/>
                </a:cubicBezTo>
                <a:cubicBezTo>
                  <a:pt x="6049" y="65688"/>
                  <a:pt x="5629" y="65412"/>
                  <a:pt x="5161" y="65221"/>
                </a:cubicBezTo>
                <a:cubicBezTo>
                  <a:pt x="4693" y="65029"/>
                  <a:pt x="4189" y="64945"/>
                  <a:pt x="3697" y="64945"/>
                </a:cubicBezTo>
                <a:close/>
                <a:moveTo>
                  <a:pt x="96195" y="64945"/>
                </a:moveTo>
                <a:cubicBezTo>
                  <a:pt x="95199" y="64968"/>
                  <a:pt x="94251" y="65376"/>
                  <a:pt x="93567" y="66085"/>
                </a:cubicBezTo>
                <a:cubicBezTo>
                  <a:pt x="92871" y="66792"/>
                  <a:pt x="92487" y="67752"/>
                  <a:pt x="92499" y="68748"/>
                </a:cubicBezTo>
                <a:lnTo>
                  <a:pt x="92499" y="86254"/>
                </a:lnTo>
                <a:cubicBezTo>
                  <a:pt x="92499" y="89746"/>
                  <a:pt x="89751" y="92493"/>
                  <a:pt x="86259" y="92493"/>
                </a:cubicBezTo>
                <a:lnTo>
                  <a:pt x="68750" y="92493"/>
                </a:lnTo>
                <a:cubicBezTo>
                  <a:pt x="68258" y="92493"/>
                  <a:pt x="67767" y="92577"/>
                  <a:pt x="67299" y="92769"/>
                </a:cubicBezTo>
                <a:cubicBezTo>
                  <a:pt x="66843" y="92949"/>
                  <a:pt x="66423" y="93226"/>
                  <a:pt x="66062" y="93573"/>
                </a:cubicBezTo>
                <a:cubicBezTo>
                  <a:pt x="65714" y="93921"/>
                  <a:pt x="65427" y="94341"/>
                  <a:pt x="65234" y="94797"/>
                </a:cubicBezTo>
                <a:cubicBezTo>
                  <a:pt x="65042" y="95253"/>
                  <a:pt x="64947" y="95745"/>
                  <a:pt x="64947" y="96249"/>
                </a:cubicBezTo>
                <a:cubicBezTo>
                  <a:pt x="64947" y="96741"/>
                  <a:pt x="65042" y="97233"/>
                  <a:pt x="65234" y="97689"/>
                </a:cubicBezTo>
                <a:cubicBezTo>
                  <a:pt x="65427" y="98157"/>
                  <a:pt x="65714" y="98564"/>
                  <a:pt x="66062" y="98913"/>
                </a:cubicBezTo>
                <a:cubicBezTo>
                  <a:pt x="66423" y="99260"/>
                  <a:pt x="66843" y="99536"/>
                  <a:pt x="67299" y="99729"/>
                </a:cubicBezTo>
                <a:cubicBezTo>
                  <a:pt x="67767" y="99909"/>
                  <a:pt x="68258" y="100005"/>
                  <a:pt x="68750" y="99993"/>
                </a:cubicBezTo>
                <a:lnTo>
                  <a:pt x="86259" y="99993"/>
                </a:lnTo>
                <a:cubicBezTo>
                  <a:pt x="93807" y="99993"/>
                  <a:pt x="99999" y="93801"/>
                  <a:pt x="99999" y="86254"/>
                </a:cubicBezTo>
                <a:lnTo>
                  <a:pt x="99999" y="68748"/>
                </a:lnTo>
                <a:cubicBezTo>
                  <a:pt x="100011" y="68244"/>
                  <a:pt x="99915" y="67752"/>
                  <a:pt x="99724" y="67284"/>
                </a:cubicBezTo>
                <a:cubicBezTo>
                  <a:pt x="99544" y="66816"/>
                  <a:pt x="99255" y="66396"/>
                  <a:pt x="98907" y="66049"/>
                </a:cubicBezTo>
                <a:cubicBezTo>
                  <a:pt x="98548" y="65688"/>
                  <a:pt x="98127" y="65412"/>
                  <a:pt x="97659" y="65221"/>
                </a:cubicBezTo>
                <a:cubicBezTo>
                  <a:pt x="97191" y="65029"/>
                  <a:pt x="96700" y="64945"/>
                  <a:pt x="96195" y="64945"/>
                </a:cubicBezTo>
                <a:close/>
                <a:moveTo>
                  <a:pt x="36109" y="67452"/>
                </a:moveTo>
                <a:cubicBezTo>
                  <a:pt x="35113" y="67476"/>
                  <a:pt x="34142" y="67788"/>
                  <a:pt x="33326" y="68352"/>
                </a:cubicBezTo>
                <a:cubicBezTo>
                  <a:pt x="32509" y="68928"/>
                  <a:pt x="31886" y="69732"/>
                  <a:pt x="31537" y="70656"/>
                </a:cubicBezTo>
                <a:cubicBezTo>
                  <a:pt x="31178" y="71592"/>
                  <a:pt x="31106" y="72600"/>
                  <a:pt x="31322" y="73572"/>
                </a:cubicBezTo>
                <a:cubicBezTo>
                  <a:pt x="31550" y="74544"/>
                  <a:pt x="32054" y="75419"/>
                  <a:pt x="32786" y="76103"/>
                </a:cubicBezTo>
                <a:cubicBezTo>
                  <a:pt x="32786" y="76103"/>
                  <a:pt x="39494" y="82499"/>
                  <a:pt x="50006" y="82499"/>
                </a:cubicBezTo>
                <a:cubicBezTo>
                  <a:pt x="60506" y="82499"/>
                  <a:pt x="67214" y="76103"/>
                  <a:pt x="67214" y="76103"/>
                </a:cubicBezTo>
                <a:cubicBezTo>
                  <a:pt x="67695" y="75647"/>
                  <a:pt x="68078" y="75107"/>
                  <a:pt x="68343" y="74508"/>
                </a:cubicBezTo>
                <a:cubicBezTo>
                  <a:pt x="68619" y="73896"/>
                  <a:pt x="68762" y="73247"/>
                  <a:pt x="68774" y="72588"/>
                </a:cubicBezTo>
                <a:cubicBezTo>
                  <a:pt x="68786" y="71928"/>
                  <a:pt x="68679" y="71279"/>
                  <a:pt x="68438" y="70656"/>
                </a:cubicBezTo>
                <a:cubicBezTo>
                  <a:pt x="68199" y="70044"/>
                  <a:pt x="67838" y="69492"/>
                  <a:pt x="67382" y="69012"/>
                </a:cubicBezTo>
                <a:cubicBezTo>
                  <a:pt x="66926" y="68532"/>
                  <a:pt x="66375" y="68160"/>
                  <a:pt x="65775" y="67896"/>
                </a:cubicBezTo>
                <a:cubicBezTo>
                  <a:pt x="65162" y="67632"/>
                  <a:pt x="64514" y="67488"/>
                  <a:pt x="63855" y="67476"/>
                </a:cubicBezTo>
                <a:cubicBezTo>
                  <a:pt x="63194" y="67464"/>
                  <a:pt x="62546" y="67584"/>
                  <a:pt x="61934" y="67836"/>
                </a:cubicBezTo>
                <a:cubicBezTo>
                  <a:pt x="61323" y="68076"/>
                  <a:pt x="60758" y="68436"/>
                  <a:pt x="60291" y="68892"/>
                </a:cubicBezTo>
                <a:cubicBezTo>
                  <a:pt x="60291" y="68892"/>
                  <a:pt x="56619" y="72503"/>
                  <a:pt x="50006" y="72503"/>
                </a:cubicBezTo>
                <a:cubicBezTo>
                  <a:pt x="43394" y="72503"/>
                  <a:pt x="39722" y="68892"/>
                  <a:pt x="39722" y="68892"/>
                </a:cubicBezTo>
                <a:cubicBezTo>
                  <a:pt x="39242" y="68424"/>
                  <a:pt x="38678" y="68052"/>
                  <a:pt x="38054" y="67812"/>
                </a:cubicBezTo>
                <a:cubicBezTo>
                  <a:pt x="37442" y="67560"/>
                  <a:pt x="36770" y="67440"/>
                  <a:pt x="36109" y="6745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5" name="Красный — SVG 64">
            <a:extLst>
              <a:ext uri="{FF2B5EF4-FFF2-40B4-BE49-F238E27FC236}">
                <a16:creationId xmlns:a16="http://schemas.microsoft.com/office/drawing/2014/main" id="{703D9A38-2935-224B-ADCF-0FE5BE46304D}"/>
              </a:ext>
            </a:extLst>
          </p:cNvPr>
          <p:cNvSpPr>
            <a:spLocks noGrp="1"/>
          </p:cNvSpPr>
          <p:nvPr/>
        </p:nvSpPr>
        <p:spPr>
          <a:xfrm>
            <a:off x="5820000" y="1930000"/>
            <a:ext cx="220000" cy="220000"/>
          </a:xfrm>
          <a:custGeom>
            <a:avLst/>
            <a:gdLst>
              <a:gd name="csX0" fmla="*/ 70991 w 148979"/>
              <a:gd name="csY0" fmla="*/ 0 h 152385"/>
              <a:gd name="csX1" fmla="*/ 36436 w 148979"/>
              <a:gd name="csY1" fmla="*/ 6753 h 152385"/>
              <a:gd name="csX2" fmla="*/ 34123 w 148979"/>
              <a:gd name="csY2" fmla="*/ 8268 h 152385"/>
              <a:gd name="csX3" fmla="*/ 32574 w 148979"/>
              <a:gd name="csY3" fmla="*/ 10564 h 152385"/>
              <a:gd name="csX4" fmla="*/ 32524 w 148979"/>
              <a:gd name="csY4" fmla="*/ 15990 h 152385"/>
              <a:gd name="csX5" fmla="*/ 34055 w 148979"/>
              <a:gd name="csY5" fmla="*/ 18287 h 152385"/>
              <a:gd name="csX6" fmla="*/ 36334 w 148979"/>
              <a:gd name="csY6" fmla="*/ 19852 h 152385"/>
              <a:gd name="csX7" fmla="*/ 41761 w 148979"/>
              <a:gd name="csY7" fmla="*/ 19886 h 152385"/>
              <a:gd name="csX8" fmla="*/ 70991 w 148979"/>
              <a:gd name="csY8" fmla="*/ 14170 h 152385"/>
              <a:gd name="csX9" fmla="*/ 103452 w 148979"/>
              <a:gd name="csY9" fmla="*/ 21451 h 152385"/>
              <a:gd name="csX10" fmla="*/ 106141 w 148979"/>
              <a:gd name="csY10" fmla="*/ 22131 h 152385"/>
              <a:gd name="csX11" fmla="*/ 108896 w 148979"/>
              <a:gd name="csY11" fmla="*/ 21740 h 152385"/>
              <a:gd name="csX12" fmla="*/ 111279 w 148979"/>
              <a:gd name="csY12" fmla="*/ 20294 h 152385"/>
              <a:gd name="csX13" fmla="*/ 112928 w 148979"/>
              <a:gd name="csY13" fmla="*/ 18049 h 152385"/>
              <a:gd name="csX14" fmla="*/ 113592 w 148979"/>
              <a:gd name="csY14" fmla="*/ 15344 h 152385"/>
              <a:gd name="csX15" fmla="*/ 113167 w 148979"/>
              <a:gd name="csY15" fmla="*/ 12605 h 152385"/>
              <a:gd name="csX16" fmla="*/ 111704 w 148979"/>
              <a:gd name="csY16" fmla="*/ 10224 h 152385"/>
              <a:gd name="csX17" fmla="*/ 109441 w 148979"/>
              <a:gd name="csY17" fmla="*/ 8608 h 152385"/>
              <a:gd name="csX18" fmla="*/ 70991 w 148979"/>
              <a:gd name="csY18" fmla="*/ 0 h 152385"/>
              <a:gd name="csX19" fmla="*/ 17756 w 148979"/>
              <a:gd name="csY19" fmla="*/ 18661 h 152385"/>
              <a:gd name="csX20" fmla="*/ 13400 w 148979"/>
              <a:gd name="csY20" fmla="*/ 20294 h 152385"/>
              <a:gd name="csX21" fmla="*/ 1882 w 148979"/>
              <a:gd name="csY21" fmla="*/ 31283 h 152385"/>
              <a:gd name="csX22" fmla="*/ 419 w 148979"/>
              <a:gd name="csY22" fmla="*/ 33682 h 152385"/>
              <a:gd name="csX23" fmla="*/ 10 w 148979"/>
              <a:gd name="csY23" fmla="*/ 36455 h 152385"/>
              <a:gd name="csX24" fmla="*/ 692 w 148979"/>
              <a:gd name="csY24" fmla="*/ 39177 h 152385"/>
              <a:gd name="csX25" fmla="*/ 2393 w 148979"/>
              <a:gd name="csY25" fmla="*/ 41422 h 152385"/>
              <a:gd name="csX26" fmla="*/ 4825 w 148979"/>
              <a:gd name="csY26" fmla="*/ 42817 h 152385"/>
              <a:gd name="csX27" fmla="*/ 7616 w 148979"/>
              <a:gd name="csY27" fmla="*/ 43174 h 152385"/>
              <a:gd name="csX28" fmla="*/ 10321 w 148979"/>
              <a:gd name="csY28" fmla="*/ 42409 h 152385"/>
              <a:gd name="csX29" fmla="*/ 12515 w 148979"/>
              <a:gd name="csY29" fmla="*/ 40656 h 152385"/>
              <a:gd name="csX30" fmla="*/ 22264 w 148979"/>
              <a:gd name="csY30" fmla="*/ 31334 h 152385"/>
              <a:gd name="csX31" fmla="*/ 24714 w 148979"/>
              <a:gd name="csY31" fmla="*/ 27728 h 152385"/>
              <a:gd name="csX32" fmla="*/ 24578 w 148979"/>
              <a:gd name="csY32" fmla="*/ 23373 h 152385"/>
              <a:gd name="csX33" fmla="*/ 21941 w 148979"/>
              <a:gd name="csY33" fmla="*/ 19920 h 152385"/>
              <a:gd name="csX34" fmla="*/ 17756 w 148979"/>
              <a:gd name="csY34" fmla="*/ 18661 h 152385"/>
              <a:gd name="csX35" fmla="*/ 77439 w 148979"/>
              <a:gd name="csY35" fmla="*/ 21706 h 152385"/>
              <a:gd name="csX36" fmla="*/ 71041 w 148979"/>
              <a:gd name="csY36" fmla="*/ 28000 h 152385"/>
              <a:gd name="csX37" fmla="*/ 77303 w 148979"/>
              <a:gd name="csY37" fmla="*/ 35825 h 152385"/>
              <a:gd name="csX38" fmla="*/ 122779 w 148979"/>
              <a:gd name="csY38" fmla="*/ 69150 h 152385"/>
              <a:gd name="csX39" fmla="*/ 140609 w 148979"/>
              <a:gd name="csY39" fmla="*/ 78965 h 152385"/>
              <a:gd name="csX40" fmla="*/ 78868 w 148979"/>
              <a:gd name="csY40" fmla="*/ 21723 h 152385"/>
              <a:gd name="csX41" fmla="*/ 77439 w 148979"/>
              <a:gd name="csY41" fmla="*/ 21706 h 152385"/>
              <a:gd name="csX42" fmla="*/ 53195 w 148979"/>
              <a:gd name="csY42" fmla="*/ 23799 h 152385"/>
              <a:gd name="csX43" fmla="*/ 51306 w 148979"/>
              <a:gd name="csY43" fmla="*/ 24105 h 152385"/>
              <a:gd name="csX44" fmla="*/ 112 w 148979"/>
              <a:gd name="csY44" fmla="*/ 92149 h 152385"/>
              <a:gd name="csX45" fmla="*/ 1031 w 148979"/>
              <a:gd name="csY45" fmla="*/ 107136 h 152385"/>
              <a:gd name="csX46" fmla="*/ 1848 w 148979"/>
              <a:gd name="csY46" fmla="*/ 109824 h 152385"/>
              <a:gd name="csX47" fmla="*/ 3651 w 148979"/>
              <a:gd name="csY47" fmla="*/ 111967 h 152385"/>
              <a:gd name="csX48" fmla="*/ 6135 w 148979"/>
              <a:gd name="csY48" fmla="*/ 113260 h 152385"/>
              <a:gd name="csX49" fmla="*/ 8909 w 148979"/>
              <a:gd name="csY49" fmla="*/ 113481 h 152385"/>
              <a:gd name="csX50" fmla="*/ 11580 w 148979"/>
              <a:gd name="csY50" fmla="*/ 112613 h 152385"/>
              <a:gd name="csX51" fmla="*/ 13689 w 148979"/>
              <a:gd name="csY51" fmla="*/ 110793 h 152385"/>
              <a:gd name="csX52" fmla="*/ 14931 w 148979"/>
              <a:gd name="csY52" fmla="*/ 108293 h 152385"/>
              <a:gd name="csX53" fmla="*/ 15119 w 148979"/>
              <a:gd name="csY53" fmla="*/ 105503 h 152385"/>
              <a:gd name="csX54" fmla="*/ 14285 w 148979"/>
              <a:gd name="csY54" fmla="*/ 92149 h 152385"/>
              <a:gd name="csX55" fmla="*/ 55253 w 148979"/>
              <a:gd name="csY55" fmla="*/ 37713 h 152385"/>
              <a:gd name="csX56" fmla="*/ 59320 w 148979"/>
              <a:gd name="csY56" fmla="*/ 34754 h 152385"/>
              <a:gd name="csX57" fmla="*/ 60408 w 148979"/>
              <a:gd name="csY57" fmla="*/ 29838 h 152385"/>
              <a:gd name="csX58" fmla="*/ 57941 w 148979"/>
              <a:gd name="csY58" fmla="*/ 25449 h 152385"/>
              <a:gd name="csX59" fmla="*/ 53195 w 148979"/>
              <a:gd name="csY59" fmla="*/ 23799 h 152385"/>
              <a:gd name="csX60" fmla="*/ 70991 w 148979"/>
              <a:gd name="csY60" fmla="*/ 42528 h 152385"/>
              <a:gd name="csX61" fmla="*/ 21379 w 148979"/>
              <a:gd name="csY61" fmla="*/ 92149 h 152385"/>
              <a:gd name="csX62" fmla="*/ 27964 w 148979"/>
              <a:gd name="csY62" fmla="*/ 129880 h 152385"/>
              <a:gd name="csX63" fmla="*/ 34667 w 148979"/>
              <a:gd name="csY63" fmla="*/ 134677 h 152385"/>
              <a:gd name="csX64" fmla="*/ 36981 w 148979"/>
              <a:gd name="csY64" fmla="*/ 134286 h 152385"/>
              <a:gd name="csX65" fmla="*/ 41370 w 148979"/>
              <a:gd name="csY65" fmla="*/ 125287 h 152385"/>
              <a:gd name="csX66" fmla="*/ 35552 w 148979"/>
              <a:gd name="csY66" fmla="*/ 92149 h 152385"/>
              <a:gd name="csX67" fmla="*/ 70991 w 148979"/>
              <a:gd name="csY67" fmla="*/ 56698 h 152385"/>
              <a:gd name="csX68" fmla="*/ 97685 w 148979"/>
              <a:gd name="csY68" fmla="*/ 68963 h 152385"/>
              <a:gd name="csX69" fmla="*/ 112537 w 148979"/>
              <a:gd name="csY69" fmla="*/ 67432 h 152385"/>
              <a:gd name="csX70" fmla="*/ 111193 w 148979"/>
              <a:gd name="csY70" fmla="*/ 63196 h 152385"/>
              <a:gd name="csX71" fmla="*/ 70991 w 148979"/>
              <a:gd name="csY71" fmla="*/ 42528 h 152385"/>
              <a:gd name="csX72" fmla="*/ 70991 w 148979"/>
              <a:gd name="csY72" fmla="*/ 63792 h 152385"/>
              <a:gd name="csX73" fmla="*/ 42646 w 148979"/>
              <a:gd name="csY73" fmla="*/ 92149 h 152385"/>
              <a:gd name="csX74" fmla="*/ 57703 w 148979"/>
              <a:gd name="csY74" fmla="*/ 142264 h 152385"/>
              <a:gd name="csX75" fmla="*/ 63521 w 148979"/>
              <a:gd name="csY75" fmla="*/ 145309 h 152385"/>
              <a:gd name="csX76" fmla="*/ 67554 w 148979"/>
              <a:gd name="csY76" fmla="*/ 144033 h 152385"/>
              <a:gd name="csX77" fmla="*/ 69323 w 148979"/>
              <a:gd name="csY77" fmla="*/ 134167 h 152385"/>
              <a:gd name="csX78" fmla="*/ 56818 w 148979"/>
              <a:gd name="csY78" fmla="*/ 92149 h 152385"/>
              <a:gd name="csX79" fmla="*/ 70991 w 148979"/>
              <a:gd name="csY79" fmla="*/ 77962 h 152385"/>
              <a:gd name="csX80" fmla="*/ 78272 w 148979"/>
              <a:gd name="csY80" fmla="*/ 79986 h 152385"/>
              <a:gd name="csX81" fmla="*/ 90522 w 148979"/>
              <a:gd name="csY81" fmla="*/ 71634 h 152385"/>
              <a:gd name="csX82" fmla="*/ 70991 w 148979"/>
              <a:gd name="csY82" fmla="*/ 63792 h 152385"/>
              <a:gd name="csX83" fmla="*/ 109985 w 148979"/>
              <a:gd name="csY83" fmla="*/ 74424 h 152385"/>
              <a:gd name="csX84" fmla="*/ 70991 w 148979"/>
              <a:gd name="csY84" fmla="*/ 113413 h 152385"/>
              <a:gd name="csX85" fmla="*/ 109985 w 148979"/>
              <a:gd name="csY85" fmla="*/ 152386 h 152385"/>
              <a:gd name="csX86" fmla="*/ 148980 w 148979"/>
              <a:gd name="csY86" fmla="*/ 113413 h 152385"/>
              <a:gd name="csX87" fmla="*/ 109985 w 148979"/>
              <a:gd name="csY87" fmla="*/ 74424 h 152385"/>
              <a:gd name="csX88" fmla="*/ 131252 w 148979"/>
              <a:gd name="csY88" fmla="*/ 95687 h 152385"/>
              <a:gd name="csX89" fmla="*/ 133753 w 148979"/>
              <a:gd name="csY89" fmla="*/ 96725 h 152385"/>
              <a:gd name="csX90" fmla="*/ 133753 w 148979"/>
              <a:gd name="csY90" fmla="*/ 101744 h 152385"/>
              <a:gd name="csX91" fmla="*/ 105409 w 148979"/>
              <a:gd name="csY91" fmla="*/ 130084 h 152385"/>
              <a:gd name="csX92" fmla="*/ 102891 w 148979"/>
              <a:gd name="csY92" fmla="*/ 131122 h 152385"/>
              <a:gd name="csX93" fmla="*/ 100389 w 148979"/>
              <a:gd name="csY93" fmla="*/ 130084 h 152385"/>
              <a:gd name="csX94" fmla="*/ 86218 w 148979"/>
              <a:gd name="csY94" fmla="*/ 115913 h 152385"/>
              <a:gd name="csX95" fmla="*/ 86218 w 148979"/>
              <a:gd name="csY95" fmla="*/ 110895 h 152385"/>
              <a:gd name="csX96" fmla="*/ 91220 w 148979"/>
              <a:gd name="csY96" fmla="*/ 110895 h 152385"/>
              <a:gd name="csX97" fmla="*/ 102891 w 148979"/>
              <a:gd name="csY97" fmla="*/ 122565 h 152385"/>
              <a:gd name="csX98" fmla="*/ 128751 w 148979"/>
              <a:gd name="csY98" fmla="*/ 96725 h 152385"/>
              <a:gd name="csX99" fmla="*/ 131252 w 148979"/>
              <a:gd name="csY99" fmla="*/ 95687 h 152385"/>
            </a:gdLst>
            <a:ahLst/>
            <a:cxnLst/>
            <a:rect l="l" t="t" r="r" b="b"/>
            <a:pathLst>
              <a:path w="100000" h="100000">
                <a:moveTo>
                  <a:pt x="47704" y="0"/>
                </a:moveTo>
                <a:cubicBezTo>
                  <a:pt x="39699" y="0"/>
                  <a:pt x="32029" y="1585"/>
                  <a:pt x="25028" y="4432"/>
                </a:cubicBezTo>
                <a:cubicBezTo>
                  <a:pt x="24459" y="4655"/>
                  <a:pt x="23945" y="5001"/>
                  <a:pt x="23510" y="5426"/>
                </a:cubicBezTo>
                <a:cubicBezTo>
                  <a:pt x="23074" y="5850"/>
                  <a:pt x="22728" y="6363"/>
                  <a:pt x="22494" y="6932"/>
                </a:cubicBezTo>
                <a:cubicBezTo>
                  <a:pt x="22014" y="8060"/>
                  <a:pt x="22003" y="9343"/>
                  <a:pt x="22461" y="10493"/>
                </a:cubicBezTo>
                <a:cubicBezTo>
                  <a:pt x="22695" y="11052"/>
                  <a:pt x="23030" y="11565"/>
                  <a:pt x="23466" y="12001"/>
                </a:cubicBezTo>
                <a:cubicBezTo>
                  <a:pt x="23889" y="12436"/>
                  <a:pt x="24403" y="12782"/>
                  <a:pt x="24961" y="13028"/>
                </a:cubicBezTo>
                <a:cubicBezTo>
                  <a:pt x="26100" y="13508"/>
                  <a:pt x="27384" y="13519"/>
                  <a:pt x="28522" y="13050"/>
                </a:cubicBezTo>
                <a:cubicBezTo>
                  <a:pt x="34451" y="10639"/>
                  <a:pt x="40915" y="9299"/>
                  <a:pt x="47704" y="9299"/>
                </a:cubicBezTo>
                <a:cubicBezTo>
                  <a:pt x="55273" y="9299"/>
                  <a:pt x="62464" y="11029"/>
                  <a:pt x="69006" y="14077"/>
                </a:cubicBezTo>
                <a:cubicBezTo>
                  <a:pt x="69553" y="14345"/>
                  <a:pt x="70156" y="14501"/>
                  <a:pt x="70771" y="14523"/>
                </a:cubicBezTo>
                <a:cubicBezTo>
                  <a:pt x="71384" y="14557"/>
                  <a:pt x="71999" y="14467"/>
                  <a:pt x="72579" y="14266"/>
                </a:cubicBezTo>
                <a:cubicBezTo>
                  <a:pt x="73159" y="14055"/>
                  <a:pt x="73695" y="13731"/>
                  <a:pt x="74142" y="13318"/>
                </a:cubicBezTo>
                <a:cubicBezTo>
                  <a:pt x="74600" y="12905"/>
                  <a:pt x="74968" y="12403"/>
                  <a:pt x="75225" y="11844"/>
                </a:cubicBezTo>
                <a:cubicBezTo>
                  <a:pt x="75493" y="11286"/>
                  <a:pt x="75638" y="10683"/>
                  <a:pt x="75660" y="10069"/>
                </a:cubicBezTo>
                <a:cubicBezTo>
                  <a:pt x="75683" y="9455"/>
                  <a:pt x="75593" y="8841"/>
                  <a:pt x="75381" y="8272"/>
                </a:cubicBezTo>
                <a:cubicBezTo>
                  <a:pt x="75158" y="7691"/>
                  <a:pt x="74834" y="7167"/>
                  <a:pt x="74421" y="6709"/>
                </a:cubicBezTo>
                <a:cubicBezTo>
                  <a:pt x="73997" y="6262"/>
                  <a:pt x="73495" y="5905"/>
                  <a:pt x="72936" y="5649"/>
                </a:cubicBezTo>
                <a:cubicBezTo>
                  <a:pt x="65244" y="2065"/>
                  <a:pt x="56691" y="0"/>
                  <a:pt x="47704" y="0"/>
                </a:cubicBezTo>
                <a:close/>
                <a:moveTo>
                  <a:pt x="12770" y="12246"/>
                </a:moveTo>
                <a:cubicBezTo>
                  <a:pt x="11731" y="12268"/>
                  <a:pt x="10715" y="12648"/>
                  <a:pt x="9911" y="13318"/>
                </a:cubicBezTo>
                <a:cubicBezTo>
                  <a:pt x="7187" y="15494"/>
                  <a:pt x="4653" y="17917"/>
                  <a:pt x="2353" y="20529"/>
                </a:cubicBezTo>
                <a:cubicBezTo>
                  <a:pt x="1929" y="20987"/>
                  <a:pt x="1604" y="21522"/>
                  <a:pt x="1393" y="22103"/>
                </a:cubicBezTo>
                <a:cubicBezTo>
                  <a:pt x="1181" y="22684"/>
                  <a:pt x="1091" y="23309"/>
                  <a:pt x="1124" y="23923"/>
                </a:cubicBezTo>
                <a:cubicBezTo>
                  <a:pt x="1146" y="24548"/>
                  <a:pt x="1303" y="25151"/>
                  <a:pt x="1572" y="25709"/>
                </a:cubicBezTo>
                <a:cubicBezTo>
                  <a:pt x="1851" y="26267"/>
                  <a:pt x="2219" y="26770"/>
                  <a:pt x="2688" y="27182"/>
                </a:cubicBezTo>
                <a:cubicBezTo>
                  <a:pt x="3156" y="27595"/>
                  <a:pt x="3693" y="27908"/>
                  <a:pt x="4284" y="28098"/>
                </a:cubicBezTo>
                <a:cubicBezTo>
                  <a:pt x="4876" y="28299"/>
                  <a:pt x="5501" y="28377"/>
                  <a:pt x="6115" y="28332"/>
                </a:cubicBezTo>
                <a:cubicBezTo>
                  <a:pt x="6729" y="28288"/>
                  <a:pt x="7332" y="28109"/>
                  <a:pt x="7891" y="27830"/>
                </a:cubicBezTo>
                <a:cubicBezTo>
                  <a:pt x="8438" y="27551"/>
                  <a:pt x="8929" y="27160"/>
                  <a:pt x="9330" y="26680"/>
                </a:cubicBezTo>
                <a:cubicBezTo>
                  <a:pt x="11285" y="24458"/>
                  <a:pt x="13428" y="22416"/>
                  <a:pt x="15728" y="20562"/>
                </a:cubicBezTo>
                <a:cubicBezTo>
                  <a:pt x="16498" y="19971"/>
                  <a:pt x="17056" y="19134"/>
                  <a:pt x="17336" y="18196"/>
                </a:cubicBezTo>
                <a:cubicBezTo>
                  <a:pt x="17604" y="17258"/>
                  <a:pt x="17581" y="16265"/>
                  <a:pt x="17246" y="15338"/>
                </a:cubicBezTo>
                <a:cubicBezTo>
                  <a:pt x="16923" y="14423"/>
                  <a:pt x="16320" y="13630"/>
                  <a:pt x="15516" y="13072"/>
                </a:cubicBezTo>
                <a:cubicBezTo>
                  <a:pt x="14712" y="12514"/>
                  <a:pt x="13752" y="12235"/>
                  <a:pt x="12770" y="12246"/>
                </a:cubicBezTo>
                <a:close/>
                <a:moveTo>
                  <a:pt x="51936" y="14244"/>
                </a:moveTo>
                <a:cubicBezTo>
                  <a:pt x="49792" y="14445"/>
                  <a:pt x="47994" y="16131"/>
                  <a:pt x="47737" y="18375"/>
                </a:cubicBezTo>
                <a:cubicBezTo>
                  <a:pt x="47458" y="20931"/>
                  <a:pt x="49289" y="23231"/>
                  <a:pt x="51846" y="23510"/>
                </a:cubicBezTo>
                <a:cubicBezTo>
                  <a:pt x="65333" y="25028"/>
                  <a:pt x="76509" y="33579"/>
                  <a:pt x="81689" y="45378"/>
                </a:cubicBezTo>
                <a:cubicBezTo>
                  <a:pt x="86133" y="46651"/>
                  <a:pt x="90085" y="48906"/>
                  <a:pt x="93390" y="51819"/>
                </a:cubicBezTo>
                <a:cubicBezTo>
                  <a:pt x="89672" y="31949"/>
                  <a:pt x="73461" y="16567"/>
                  <a:pt x="52873" y="14255"/>
                </a:cubicBezTo>
                <a:cubicBezTo>
                  <a:pt x="52561" y="14222"/>
                  <a:pt x="52248" y="14222"/>
                  <a:pt x="51936" y="14244"/>
                </a:cubicBezTo>
                <a:close/>
                <a:moveTo>
                  <a:pt x="36026" y="15618"/>
                </a:moveTo>
                <a:cubicBezTo>
                  <a:pt x="35601" y="15629"/>
                  <a:pt x="35189" y="15696"/>
                  <a:pt x="34786" y="15818"/>
                </a:cubicBezTo>
                <a:cubicBezTo>
                  <a:pt x="15393" y="21433"/>
                  <a:pt x="1191" y="39339"/>
                  <a:pt x="1191" y="60471"/>
                </a:cubicBezTo>
                <a:cubicBezTo>
                  <a:pt x="1191" y="62626"/>
                  <a:pt x="1303" y="66053"/>
                  <a:pt x="1794" y="70306"/>
                </a:cubicBezTo>
                <a:cubicBezTo>
                  <a:pt x="1861" y="70932"/>
                  <a:pt x="2040" y="71523"/>
                  <a:pt x="2330" y="72070"/>
                </a:cubicBezTo>
                <a:cubicBezTo>
                  <a:pt x="2631" y="72606"/>
                  <a:pt x="3034" y="73086"/>
                  <a:pt x="3513" y="73476"/>
                </a:cubicBezTo>
                <a:cubicBezTo>
                  <a:pt x="3994" y="73867"/>
                  <a:pt x="4541" y="74146"/>
                  <a:pt x="5144" y="74325"/>
                </a:cubicBezTo>
                <a:cubicBezTo>
                  <a:pt x="5735" y="74492"/>
                  <a:pt x="6350" y="74548"/>
                  <a:pt x="6964" y="74470"/>
                </a:cubicBezTo>
                <a:cubicBezTo>
                  <a:pt x="7578" y="74403"/>
                  <a:pt x="8181" y="74213"/>
                  <a:pt x="8717" y="73900"/>
                </a:cubicBezTo>
                <a:cubicBezTo>
                  <a:pt x="9253" y="73599"/>
                  <a:pt x="9721" y="73197"/>
                  <a:pt x="10101" y="72706"/>
                </a:cubicBezTo>
                <a:cubicBezTo>
                  <a:pt x="10481" y="72215"/>
                  <a:pt x="10760" y="71657"/>
                  <a:pt x="10916" y="71065"/>
                </a:cubicBezTo>
                <a:cubicBezTo>
                  <a:pt x="11084" y="70462"/>
                  <a:pt x="11117" y="69838"/>
                  <a:pt x="11039" y="69235"/>
                </a:cubicBezTo>
                <a:cubicBezTo>
                  <a:pt x="10592" y="65383"/>
                  <a:pt x="10492" y="62302"/>
                  <a:pt x="10492" y="60471"/>
                </a:cubicBezTo>
                <a:cubicBezTo>
                  <a:pt x="10492" y="43503"/>
                  <a:pt x="21880" y="29236"/>
                  <a:pt x="37376" y="24748"/>
                </a:cubicBezTo>
                <a:cubicBezTo>
                  <a:pt x="38470" y="24447"/>
                  <a:pt x="39420" y="23767"/>
                  <a:pt x="40045" y="22807"/>
                </a:cubicBezTo>
                <a:cubicBezTo>
                  <a:pt x="40670" y="21858"/>
                  <a:pt x="40927" y="20708"/>
                  <a:pt x="40759" y="19581"/>
                </a:cubicBezTo>
                <a:cubicBezTo>
                  <a:pt x="40592" y="18453"/>
                  <a:pt x="40011" y="17426"/>
                  <a:pt x="39140" y="16700"/>
                </a:cubicBezTo>
                <a:cubicBezTo>
                  <a:pt x="38270" y="15964"/>
                  <a:pt x="37153" y="15584"/>
                  <a:pt x="36026" y="15618"/>
                </a:cubicBezTo>
                <a:close/>
                <a:moveTo>
                  <a:pt x="47704" y="27908"/>
                </a:moveTo>
                <a:cubicBezTo>
                  <a:pt x="29751" y="27908"/>
                  <a:pt x="15147" y="42509"/>
                  <a:pt x="15147" y="60471"/>
                </a:cubicBezTo>
                <a:cubicBezTo>
                  <a:pt x="15147" y="63329"/>
                  <a:pt x="15449" y="73610"/>
                  <a:pt x="19468" y="85231"/>
                </a:cubicBezTo>
                <a:cubicBezTo>
                  <a:pt x="20149" y="87163"/>
                  <a:pt x="21936" y="88379"/>
                  <a:pt x="23867" y="88379"/>
                </a:cubicBezTo>
                <a:cubicBezTo>
                  <a:pt x="24380" y="88379"/>
                  <a:pt x="24894" y="88312"/>
                  <a:pt x="25386" y="88123"/>
                </a:cubicBezTo>
                <a:cubicBezTo>
                  <a:pt x="27820" y="87285"/>
                  <a:pt x="29103" y="84628"/>
                  <a:pt x="28266" y="82217"/>
                </a:cubicBezTo>
                <a:cubicBezTo>
                  <a:pt x="24638" y="71679"/>
                  <a:pt x="24448" y="62257"/>
                  <a:pt x="24448" y="60471"/>
                </a:cubicBezTo>
                <a:cubicBezTo>
                  <a:pt x="24448" y="47656"/>
                  <a:pt x="34898" y="37207"/>
                  <a:pt x="47704" y="37207"/>
                </a:cubicBezTo>
                <a:cubicBezTo>
                  <a:pt x="54403" y="37207"/>
                  <a:pt x="60822" y="40188"/>
                  <a:pt x="65222" y="45256"/>
                </a:cubicBezTo>
                <a:cubicBezTo>
                  <a:pt x="68336" y="44418"/>
                  <a:pt x="71619" y="44050"/>
                  <a:pt x="74968" y="44251"/>
                </a:cubicBezTo>
                <a:cubicBezTo>
                  <a:pt x="74990" y="43280"/>
                  <a:pt x="74689" y="42309"/>
                  <a:pt x="74086" y="41471"/>
                </a:cubicBezTo>
                <a:cubicBezTo>
                  <a:pt x="67968" y="32976"/>
                  <a:pt x="58087" y="27908"/>
                  <a:pt x="47704" y="27908"/>
                </a:cubicBezTo>
                <a:close/>
                <a:moveTo>
                  <a:pt x="47704" y="41862"/>
                </a:moveTo>
                <a:cubicBezTo>
                  <a:pt x="37454" y="41862"/>
                  <a:pt x="29103" y="50212"/>
                  <a:pt x="29103" y="60471"/>
                </a:cubicBezTo>
                <a:cubicBezTo>
                  <a:pt x="29103" y="63586"/>
                  <a:pt x="29594" y="79817"/>
                  <a:pt x="38984" y="93358"/>
                </a:cubicBezTo>
                <a:cubicBezTo>
                  <a:pt x="39888" y="94653"/>
                  <a:pt x="41340" y="95356"/>
                  <a:pt x="42802" y="95356"/>
                </a:cubicBezTo>
                <a:cubicBezTo>
                  <a:pt x="43729" y="95356"/>
                  <a:pt x="44634" y="95077"/>
                  <a:pt x="45449" y="94519"/>
                </a:cubicBezTo>
                <a:cubicBezTo>
                  <a:pt x="47570" y="93057"/>
                  <a:pt x="48083" y="90166"/>
                  <a:pt x="46610" y="88045"/>
                </a:cubicBezTo>
                <a:cubicBezTo>
                  <a:pt x="38638" y="76557"/>
                  <a:pt x="38403" y="62068"/>
                  <a:pt x="38403" y="60471"/>
                </a:cubicBezTo>
                <a:cubicBezTo>
                  <a:pt x="38403" y="55325"/>
                  <a:pt x="42568" y="51161"/>
                  <a:pt x="47704" y="51161"/>
                </a:cubicBezTo>
                <a:cubicBezTo>
                  <a:pt x="49456" y="51161"/>
                  <a:pt x="51086" y="51630"/>
                  <a:pt x="52482" y="52489"/>
                </a:cubicBezTo>
                <a:cubicBezTo>
                  <a:pt x="54849" y="50257"/>
                  <a:pt x="57573" y="48404"/>
                  <a:pt x="60521" y="47009"/>
                </a:cubicBezTo>
                <a:cubicBezTo>
                  <a:pt x="57172" y="43816"/>
                  <a:pt x="52684" y="41862"/>
                  <a:pt x="47704" y="41862"/>
                </a:cubicBezTo>
                <a:close/>
                <a:moveTo>
                  <a:pt x="73293" y="48839"/>
                </a:moveTo>
                <a:cubicBezTo>
                  <a:pt x="59170" y="48839"/>
                  <a:pt x="47704" y="60293"/>
                  <a:pt x="47704" y="74425"/>
                </a:cubicBezTo>
                <a:cubicBezTo>
                  <a:pt x="47704" y="88547"/>
                  <a:pt x="59170" y="100001"/>
                  <a:pt x="73293" y="100001"/>
                </a:cubicBezTo>
                <a:cubicBezTo>
                  <a:pt x="87428" y="100001"/>
                  <a:pt x="98883" y="88547"/>
                  <a:pt x="98883" y="74425"/>
                </a:cubicBezTo>
                <a:cubicBezTo>
                  <a:pt x="98883" y="60293"/>
                  <a:pt x="87428" y="48839"/>
                  <a:pt x="73293" y="48839"/>
                </a:cubicBezTo>
                <a:close/>
                <a:moveTo>
                  <a:pt x="87249" y="62793"/>
                </a:moveTo>
                <a:cubicBezTo>
                  <a:pt x="87841" y="62793"/>
                  <a:pt x="88444" y="63017"/>
                  <a:pt x="88891" y="63474"/>
                </a:cubicBezTo>
                <a:cubicBezTo>
                  <a:pt x="89806" y="64378"/>
                  <a:pt x="89806" y="65852"/>
                  <a:pt x="88891" y="66768"/>
                </a:cubicBezTo>
                <a:lnTo>
                  <a:pt x="70290" y="85365"/>
                </a:lnTo>
                <a:cubicBezTo>
                  <a:pt x="69832" y="85823"/>
                  <a:pt x="69241" y="86047"/>
                  <a:pt x="68638" y="86047"/>
                </a:cubicBezTo>
                <a:cubicBezTo>
                  <a:pt x="68046" y="86047"/>
                  <a:pt x="67454" y="85823"/>
                  <a:pt x="66996" y="85365"/>
                </a:cubicBezTo>
                <a:lnTo>
                  <a:pt x="57697" y="76066"/>
                </a:lnTo>
                <a:cubicBezTo>
                  <a:pt x="56781" y="75162"/>
                  <a:pt x="56781" y="73688"/>
                  <a:pt x="57697" y="72773"/>
                </a:cubicBezTo>
                <a:cubicBezTo>
                  <a:pt x="58601" y="71869"/>
                  <a:pt x="60075" y="71869"/>
                  <a:pt x="60979" y="72773"/>
                </a:cubicBezTo>
                <a:lnTo>
                  <a:pt x="68638" y="80431"/>
                </a:lnTo>
                <a:lnTo>
                  <a:pt x="85608" y="63474"/>
                </a:lnTo>
                <a:cubicBezTo>
                  <a:pt x="86066" y="63017"/>
                  <a:pt x="86658" y="62793"/>
                  <a:pt x="87249" y="6279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6" name="Красный — SVG 65">
            <a:extLst>
              <a:ext uri="{FF2B5EF4-FFF2-40B4-BE49-F238E27FC236}">
                <a16:creationId xmlns:a16="http://schemas.microsoft.com/office/drawing/2014/main" id="{B2B3503C-7D41-8E49-AA2E-9F54A04E2F1A}"/>
              </a:ext>
            </a:extLst>
          </p:cNvPr>
          <p:cNvSpPr>
            <a:spLocks noGrp="1"/>
          </p:cNvSpPr>
          <p:nvPr/>
        </p:nvSpPr>
        <p:spPr>
          <a:xfrm>
            <a:off x="6420000" y="1930000"/>
            <a:ext cx="220000" cy="220000"/>
          </a:xfrm>
          <a:custGeom>
            <a:avLst/>
            <a:gdLst>
              <a:gd name="csX0" fmla="*/ 85135 w 170287"/>
              <a:gd name="csY0" fmla="*/ 0 h 145308"/>
              <a:gd name="csX1" fmla="*/ 50581 w 170287"/>
              <a:gd name="csY1" fmla="*/ 6753 h 145308"/>
              <a:gd name="csX2" fmla="*/ 48267 w 170287"/>
              <a:gd name="csY2" fmla="*/ 8268 h 145308"/>
              <a:gd name="csX3" fmla="*/ 46719 w 170287"/>
              <a:gd name="csY3" fmla="*/ 10564 h 145308"/>
              <a:gd name="csX4" fmla="*/ 46668 w 170287"/>
              <a:gd name="csY4" fmla="*/ 15990 h 145308"/>
              <a:gd name="csX5" fmla="*/ 48199 w 170287"/>
              <a:gd name="csY5" fmla="*/ 18287 h 145308"/>
              <a:gd name="csX6" fmla="*/ 50479 w 170287"/>
              <a:gd name="csY6" fmla="*/ 19852 h 145308"/>
              <a:gd name="csX7" fmla="*/ 55906 w 170287"/>
              <a:gd name="csY7" fmla="*/ 19886 h 145308"/>
              <a:gd name="csX8" fmla="*/ 85135 w 170287"/>
              <a:gd name="csY8" fmla="*/ 14170 h 145308"/>
              <a:gd name="csX9" fmla="*/ 117597 w 170287"/>
              <a:gd name="csY9" fmla="*/ 21451 h 145308"/>
              <a:gd name="csX10" fmla="*/ 120285 w 170287"/>
              <a:gd name="csY10" fmla="*/ 22131 h 145308"/>
              <a:gd name="csX11" fmla="*/ 123041 w 170287"/>
              <a:gd name="csY11" fmla="*/ 21740 h 145308"/>
              <a:gd name="csX12" fmla="*/ 125423 w 170287"/>
              <a:gd name="csY12" fmla="*/ 20294 h 145308"/>
              <a:gd name="csX13" fmla="*/ 127073 w 170287"/>
              <a:gd name="csY13" fmla="*/ 18049 h 145308"/>
              <a:gd name="csX14" fmla="*/ 127737 w 170287"/>
              <a:gd name="csY14" fmla="*/ 15344 h 145308"/>
              <a:gd name="csX15" fmla="*/ 127311 w 170287"/>
              <a:gd name="csY15" fmla="*/ 12605 h 145308"/>
              <a:gd name="csX16" fmla="*/ 125848 w 170287"/>
              <a:gd name="csY16" fmla="*/ 10224 h 145308"/>
              <a:gd name="csX17" fmla="*/ 123585 w 170287"/>
              <a:gd name="csY17" fmla="*/ 8608 h 145308"/>
              <a:gd name="csX18" fmla="*/ 85135 w 170287"/>
              <a:gd name="csY18" fmla="*/ 0 h 145308"/>
              <a:gd name="csX19" fmla="*/ 31900 w 170287"/>
              <a:gd name="csY19" fmla="*/ 18661 h 145308"/>
              <a:gd name="csX20" fmla="*/ 27545 w 170287"/>
              <a:gd name="csY20" fmla="*/ 20294 h 145308"/>
              <a:gd name="csX21" fmla="*/ 16026 w 170287"/>
              <a:gd name="csY21" fmla="*/ 31283 h 145308"/>
              <a:gd name="csX22" fmla="*/ 14564 w 170287"/>
              <a:gd name="csY22" fmla="*/ 33682 h 145308"/>
              <a:gd name="csX23" fmla="*/ 14155 w 170287"/>
              <a:gd name="csY23" fmla="*/ 36455 h 145308"/>
              <a:gd name="csX24" fmla="*/ 14836 w 170287"/>
              <a:gd name="csY24" fmla="*/ 39177 h 145308"/>
              <a:gd name="csX25" fmla="*/ 16537 w 170287"/>
              <a:gd name="csY25" fmla="*/ 41422 h 145308"/>
              <a:gd name="csX26" fmla="*/ 18970 w 170287"/>
              <a:gd name="csY26" fmla="*/ 42817 h 145308"/>
              <a:gd name="csX27" fmla="*/ 21760 w 170287"/>
              <a:gd name="csY27" fmla="*/ 43174 h 145308"/>
              <a:gd name="csX28" fmla="*/ 24465 w 170287"/>
              <a:gd name="csY28" fmla="*/ 42409 h 145308"/>
              <a:gd name="csX29" fmla="*/ 26660 w 170287"/>
              <a:gd name="csY29" fmla="*/ 40656 h 145308"/>
              <a:gd name="csX30" fmla="*/ 36409 w 170287"/>
              <a:gd name="csY30" fmla="*/ 31334 h 145308"/>
              <a:gd name="csX31" fmla="*/ 38859 w 170287"/>
              <a:gd name="csY31" fmla="*/ 27728 h 145308"/>
              <a:gd name="csX32" fmla="*/ 38723 w 170287"/>
              <a:gd name="csY32" fmla="*/ 23373 h 145308"/>
              <a:gd name="csX33" fmla="*/ 36085 w 170287"/>
              <a:gd name="csY33" fmla="*/ 19920 h 145308"/>
              <a:gd name="csX34" fmla="*/ 31900 w 170287"/>
              <a:gd name="csY34" fmla="*/ 18661 h 145308"/>
              <a:gd name="csX35" fmla="*/ 91583 w 170287"/>
              <a:gd name="csY35" fmla="*/ 21706 h 145308"/>
              <a:gd name="csX36" fmla="*/ 85169 w 170287"/>
              <a:gd name="csY36" fmla="*/ 28000 h 145308"/>
              <a:gd name="csX37" fmla="*/ 91447 w 170287"/>
              <a:gd name="csY37" fmla="*/ 35825 h 145308"/>
              <a:gd name="csX38" fmla="*/ 134219 w 170287"/>
              <a:gd name="csY38" fmla="*/ 63792 h 145308"/>
              <a:gd name="csX39" fmla="*/ 125661 w 170287"/>
              <a:gd name="csY39" fmla="*/ 63792 h 145308"/>
              <a:gd name="csX40" fmla="*/ 125338 w 170287"/>
              <a:gd name="csY40" fmla="*/ 63196 h 145308"/>
              <a:gd name="csX41" fmla="*/ 85135 w 170287"/>
              <a:gd name="csY41" fmla="*/ 42528 h 145308"/>
              <a:gd name="csX42" fmla="*/ 44490 w 170287"/>
              <a:gd name="csY42" fmla="*/ 63792 h 145308"/>
              <a:gd name="csX43" fmla="*/ 36171 w 170287"/>
              <a:gd name="csY43" fmla="*/ 63792 h 145308"/>
              <a:gd name="csX44" fmla="*/ 69415 w 170287"/>
              <a:gd name="csY44" fmla="*/ 37713 h 145308"/>
              <a:gd name="csX45" fmla="*/ 74229 w 170287"/>
              <a:gd name="csY45" fmla="*/ 28919 h 145308"/>
              <a:gd name="csX46" fmla="*/ 65434 w 170287"/>
              <a:gd name="csY46" fmla="*/ 24105 h 145308"/>
              <a:gd name="csX47" fmla="*/ 20297 w 170287"/>
              <a:gd name="csY47" fmla="*/ 63792 h 145308"/>
              <a:gd name="csX48" fmla="*/ 5393 w 170287"/>
              <a:gd name="csY48" fmla="*/ 63792 h 145308"/>
              <a:gd name="csX49" fmla="*/ 3335 w 170287"/>
              <a:gd name="csY49" fmla="*/ 64183 h 145308"/>
              <a:gd name="csX50" fmla="*/ 1582 w 170287"/>
              <a:gd name="csY50" fmla="*/ 65322 h 145308"/>
              <a:gd name="csX51" fmla="*/ 408 w 170287"/>
              <a:gd name="csY51" fmla="*/ 67058 h 145308"/>
              <a:gd name="csX52" fmla="*/ 0 w 170287"/>
              <a:gd name="csY52" fmla="*/ 69099 h 145308"/>
              <a:gd name="csX53" fmla="*/ 408 w 170287"/>
              <a:gd name="csY53" fmla="*/ 71158 h 145308"/>
              <a:gd name="csX54" fmla="*/ 1582 w 170287"/>
              <a:gd name="csY54" fmla="*/ 72893 h 145308"/>
              <a:gd name="csX55" fmla="*/ 3335 w 170287"/>
              <a:gd name="csY55" fmla="*/ 74032 h 145308"/>
              <a:gd name="csX56" fmla="*/ 5393 w 170287"/>
              <a:gd name="csY56" fmla="*/ 74424 h 145308"/>
              <a:gd name="csX57" fmla="*/ 164894 w 170287"/>
              <a:gd name="csY57" fmla="*/ 74424 h 145308"/>
              <a:gd name="csX58" fmla="*/ 166952 w 170287"/>
              <a:gd name="csY58" fmla="*/ 74032 h 145308"/>
              <a:gd name="csX59" fmla="*/ 168705 w 170287"/>
              <a:gd name="csY59" fmla="*/ 72893 h 145308"/>
              <a:gd name="csX60" fmla="*/ 169879 w 170287"/>
              <a:gd name="csY60" fmla="*/ 71158 h 145308"/>
              <a:gd name="csX61" fmla="*/ 170287 w 170287"/>
              <a:gd name="csY61" fmla="*/ 69099 h 145308"/>
              <a:gd name="csX62" fmla="*/ 169879 w 170287"/>
              <a:gd name="csY62" fmla="*/ 67058 h 145308"/>
              <a:gd name="csX63" fmla="*/ 168705 w 170287"/>
              <a:gd name="csY63" fmla="*/ 65322 h 145308"/>
              <a:gd name="csX64" fmla="*/ 166952 w 170287"/>
              <a:gd name="csY64" fmla="*/ 64183 h 145308"/>
              <a:gd name="csX65" fmla="*/ 164894 w 170287"/>
              <a:gd name="csY65" fmla="*/ 63792 h 145308"/>
              <a:gd name="csX66" fmla="*/ 150058 w 170287"/>
              <a:gd name="csY66" fmla="*/ 63792 h 145308"/>
              <a:gd name="csX67" fmla="*/ 93012 w 170287"/>
              <a:gd name="csY67" fmla="*/ 21723 h 145308"/>
              <a:gd name="csX68" fmla="*/ 91583 w 170287"/>
              <a:gd name="csY68" fmla="*/ 21706 h 145308"/>
              <a:gd name="csX69" fmla="*/ 85135 w 170287"/>
              <a:gd name="csY69" fmla="*/ 56698 h 145308"/>
              <a:gd name="csX70" fmla="*/ 106181 w 170287"/>
              <a:gd name="csY70" fmla="*/ 63792 h 145308"/>
              <a:gd name="csX71" fmla="*/ 64021 w 170287"/>
              <a:gd name="csY71" fmla="*/ 63792 h 145308"/>
              <a:gd name="csX72" fmla="*/ 85135 w 170287"/>
              <a:gd name="csY72" fmla="*/ 56698 h 145308"/>
              <a:gd name="csX73" fmla="*/ 14615 w 170287"/>
              <a:gd name="csY73" fmla="*/ 85056 h 145308"/>
              <a:gd name="csX74" fmla="*/ 14257 w 170287"/>
              <a:gd name="csY74" fmla="*/ 92149 h 145308"/>
              <a:gd name="csX75" fmla="*/ 15176 w 170287"/>
              <a:gd name="csY75" fmla="*/ 107136 h 145308"/>
              <a:gd name="csX76" fmla="*/ 22237 w 170287"/>
              <a:gd name="csY76" fmla="*/ 113413 h 145308"/>
              <a:gd name="csX77" fmla="*/ 23053 w 170287"/>
              <a:gd name="csY77" fmla="*/ 113379 h 145308"/>
              <a:gd name="csX78" fmla="*/ 29246 w 170287"/>
              <a:gd name="csY78" fmla="*/ 105503 h 145308"/>
              <a:gd name="csX79" fmla="*/ 28429 w 170287"/>
              <a:gd name="csY79" fmla="*/ 92149 h 145308"/>
              <a:gd name="csX80" fmla="*/ 28855 w 170287"/>
              <a:gd name="csY80" fmla="*/ 85056 h 145308"/>
              <a:gd name="csX81" fmla="*/ 14615 w 170287"/>
              <a:gd name="csY81" fmla="*/ 85056 h 145308"/>
              <a:gd name="csX82" fmla="*/ 36017 w 170287"/>
              <a:gd name="csY82" fmla="*/ 85056 h 145308"/>
              <a:gd name="csX83" fmla="*/ 35524 w 170287"/>
              <a:gd name="csY83" fmla="*/ 92149 h 145308"/>
              <a:gd name="csX84" fmla="*/ 42108 w 170287"/>
              <a:gd name="csY84" fmla="*/ 129880 h 145308"/>
              <a:gd name="csX85" fmla="*/ 48811 w 170287"/>
              <a:gd name="csY85" fmla="*/ 134677 h 145308"/>
              <a:gd name="csX86" fmla="*/ 51125 w 170287"/>
              <a:gd name="csY86" fmla="*/ 134286 h 145308"/>
              <a:gd name="csX87" fmla="*/ 55515 w 170287"/>
              <a:gd name="csY87" fmla="*/ 125287 h 145308"/>
              <a:gd name="csX88" fmla="*/ 49696 w 170287"/>
              <a:gd name="csY88" fmla="*/ 92149 h 145308"/>
              <a:gd name="csX89" fmla="*/ 50411 w 170287"/>
              <a:gd name="csY89" fmla="*/ 85056 h 145308"/>
              <a:gd name="csX90" fmla="*/ 36017 w 170287"/>
              <a:gd name="csY90" fmla="*/ 85056 h 145308"/>
              <a:gd name="csX91" fmla="*/ 57675 w 170287"/>
              <a:gd name="csY91" fmla="*/ 85056 h 145308"/>
              <a:gd name="csX92" fmla="*/ 56791 w 170287"/>
              <a:gd name="csY92" fmla="*/ 92149 h 145308"/>
              <a:gd name="csX93" fmla="*/ 71848 w 170287"/>
              <a:gd name="csY93" fmla="*/ 142264 h 145308"/>
              <a:gd name="csX94" fmla="*/ 77666 w 170287"/>
              <a:gd name="csY94" fmla="*/ 145309 h 145308"/>
              <a:gd name="csX95" fmla="*/ 81698 w 170287"/>
              <a:gd name="csY95" fmla="*/ 144033 h 145308"/>
              <a:gd name="csX96" fmla="*/ 83468 w 170287"/>
              <a:gd name="csY96" fmla="*/ 134167 h 145308"/>
              <a:gd name="csX97" fmla="*/ 70963 w 170287"/>
              <a:gd name="csY97" fmla="*/ 92149 h 145308"/>
              <a:gd name="csX98" fmla="*/ 72869 w 170287"/>
              <a:gd name="csY98" fmla="*/ 85056 h 145308"/>
              <a:gd name="csX99" fmla="*/ 57675 w 170287"/>
              <a:gd name="csY99" fmla="*/ 85056 h 145308"/>
              <a:gd name="csX100" fmla="*/ 85135 w 170287"/>
              <a:gd name="csY100" fmla="*/ 85056 h 145308"/>
              <a:gd name="csX101" fmla="*/ 78057 w 170287"/>
              <a:gd name="csY101" fmla="*/ 92149 h 145308"/>
              <a:gd name="csX102" fmla="*/ 94322 w 170287"/>
              <a:gd name="csY102" fmla="*/ 136123 h 145308"/>
              <a:gd name="csX103" fmla="*/ 97861 w 170287"/>
              <a:gd name="csY103" fmla="*/ 139661 h 145308"/>
              <a:gd name="csX104" fmla="*/ 102863 w 170287"/>
              <a:gd name="csY104" fmla="*/ 141754 h 145308"/>
              <a:gd name="csX105" fmla="*/ 107865 w 170287"/>
              <a:gd name="csY105" fmla="*/ 139661 h 145308"/>
              <a:gd name="csX106" fmla="*/ 107865 w 170287"/>
              <a:gd name="csY106" fmla="*/ 129676 h 145308"/>
              <a:gd name="csX107" fmla="*/ 104326 w 170287"/>
              <a:gd name="csY107" fmla="*/ 126137 h 145308"/>
              <a:gd name="csX108" fmla="*/ 92230 w 170287"/>
              <a:gd name="csY108" fmla="*/ 92149 h 145308"/>
              <a:gd name="csX109" fmla="*/ 85135 w 170287"/>
              <a:gd name="csY109" fmla="*/ 85056 h 145308"/>
              <a:gd name="csX110" fmla="*/ 97402 w 170287"/>
              <a:gd name="csY110" fmla="*/ 85056 h 145308"/>
              <a:gd name="csX111" fmla="*/ 99324 w 170287"/>
              <a:gd name="csY111" fmla="*/ 92149 h 145308"/>
              <a:gd name="csX112" fmla="*/ 108256 w 170287"/>
              <a:gd name="csY112" fmla="*/ 119741 h 145308"/>
              <a:gd name="csX113" fmla="*/ 117648 w 170287"/>
              <a:gd name="csY113" fmla="*/ 129353 h 145308"/>
              <a:gd name="csX114" fmla="*/ 127635 w 170287"/>
              <a:gd name="csY114" fmla="*/ 128757 h 145308"/>
              <a:gd name="csX115" fmla="*/ 127039 w 170287"/>
              <a:gd name="csY115" fmla="*/ 118721 h 145308"/>
              <a:gd name="csX116" fmla="*/ 119485 w 170287"/>
              <a:gd name="csY116" fmla="*/ 111100 h 145308"/>
              <a:gd name="csX117" fmla="*/ 113496 w 170287"/>
              <a:gd name="csY117" fmla="*/ 92013 h 145308"/>
              <a:gd name="csX118" fmla="*/ 112612 w 170287"/>
              <a:gd name="csY118" fmla="*/ 85056 h 145308"/>
              <a:gd name="csX119" fmla="*/ 97402 w 170287"/>
              <a:gd name="csY119" fmla="*/ 85056 h 145308"/>
              <a:gd name="csX120" fmla="*/ 127430 w 170287"/>
              <a:gd name="csY120" fmla="*/ 85056 h 145308"/>
              <a:gd name="csX121" fmla="*/ 120591 w 170287"/>
              <a:gd name="csY121" fmla="*/ 92387 h 145308"/>
              <a:gd name="csX122" fmla="*/ 122394 w 170287"/>
              <a:gd name="csY122" fmla="*/ 101778 h 145308"/>
              <a:gd name="csX123" fmla="*/ 138880 w 170287"/>
              <a:gd name="csY123" fmla="*/ 118091 h 145308"/>
              <a:gd name="csX124" fmla="*/ 141858 w 170287"/>
              <a:gd name="csY124" fmla="*/ 118721 h 145308"/>
              <a:gd name="csX125" fmla="*/ 148272 w 170287"/>
              <a:gd name="csY125" fmla="*/ 114604 h 145308"/>
              <a:gd name="csX126" fmla="*/ 144835 w 170287"/>
              <a:gd name="csY126" fmla="*/ 105214 h 145308"/>
              <a:gd name="csX127" fmla="*/ 135614 w 170287"/>
              <a:gd name="csY127" fmla="*/ 96640 h 145308"/>
              <a:gd name="csX128" fmla="*/ 134763 w 170287"/>
              <a:gd name="csY128" fmla="*/ 91894 h 145308"/>
              <a:gd name="csX129" fmla="*/ 127754 w 170287"/>
              <a:gd name="csY129" fmla="*/ 85056 h 145308"/>
              <a:gd name="csX130" fmla="*/ 127430 w 170287"/>
              <a:gd name="csY130" fmla="*/ 85056 h 145308"/>
              <a:gd name="csX131" fmla="*/ 141313 w 170287"/>
              <a:gd name="csY131" fmla="*/ 85056 h 145308"/>
              <a:gd name="csX132" fmla="*/ 141722 w 170287"/>
              <a:gd name="csY132" fmla="*/ 88985 h 145308"/>
              <a:gd name="csX133" fmla="*/ 148765 w 170287"/>
              <a:gd name="csY133" fmla="*/ 95687 h 145308"/>
              <a:gd name="csX134" fmla="*/ 149190 w 170287"/>
              <a:gd name="csY134" fmla="*/ 95687 h 145308"/>
              <a:gd name="csX135" fmla="*/ 155860 w 170287"/>
              <a:gd name="csY135" fmla="*/ 88220 h 145308"/>
              <a:gd name="csX136" fmla="*/ 155605 w 170287"/>
              <a:gd name="csY136" fmla="*/ 85056 h 145308"/>
              <a:gd name="csX137" fmla="*/ 141313 w 170287"/>
              <a:gd name="csY137" fmla="*/ 85056 h 145308"/>
            </a:gdLst>
            <a:ahLst/>
            <a:cxnLst/>
            <a:rect l="l" t="t" r="r" b="b"/>
            <a:pathLst>
              <a:path w="100000" h="100000">
                <a:moveTo>
                  <a:pt x="49995" y="7334"/>
                </a:moveTo>
                <a:cubicBezTo>
                  <a:pt x="42832" y="7334"/>
                  <a:pt x="35968" y="8753"/>
                  <a:pt x="29703" y="11300"/>
                </a:cubicBezTo>
                <a:cubicBezTo>
                  <a:pt x="29194" y="11500"/>
                  <a:pt x="28734" y="11810"/>
                  <a:pt x="28345" y="12190"/>
                </a:cubicBezTo>
                <a:cubicBezTo>
                  <a:pt x="27955" y="12569"/>
                  <a:pt x="27645" y="13028"/>
                  <a:pt x="27435" y="13538"/>
                </a:cubicBezTo>
                <a:cubicBezTo>
                  <a:pt x="27006" y="14547"/>
                  <a:pt x="26996" y="15696"/>
                  <a:pt x="27405" y="16724"/>
                </a:cubicBezTo>
                <a:cubicBezTo>
                  <a:pt x="27615" y="17224"/>
                  <a:pt x="27915" y="17684"/>
                  <a:pt x="28305" y="18073"/>
                </a:cubicBezTo>
                <a:cubicBezTo>
                  <a:pt x="28684" y="18463"/>
                  <a:pt x="29144" y="18773"/>
                  <a:pt x="29643" y="18992"/>
                </a:cubicBezTo>
                <a:cubicBezTo>
                  <a:pt x="30662" y="19422"/>
                  <a:pt x="31812" y="19432"/>
                  <a:pt x="32830" y="19012"/>
                </a:cubicBezTo>
                <a:cubicBezTo>
                  <a:pt x="38136" y="16855"/>
                  <a:pt x="43921" y="15656"/>
                  <a:pt x="49995" y="15656"/>
                </a:cubicBezTo>
                <a:cubicBezTo>
                  <a:pt x="56769" y="15656"/>
                  <a:pt x="63203" y="17204"/>
                  <a:pt x="69058" y="19931"/>
                </a:cubicBezTo>
                <a:cubicBezTo>
                  <a:pt x="69548" y="20171"/>
                  <a:pt x="70087" y="20311"/>
                  <a:pt x="70637" y="20331"/>
                </a:cubicBezTo>
                <a:cubicBezTo>
                  <a:pt x="71186" y="20361"/>
                  <a:pt x="71735" y="20281"/>
                  <a:pt x="72255" y="20101"/>
                </a:cubicBezTo>
                <a:cubicBezTo>
                  <a:pt x="72775" y="19911"/>
                  <a:pt x="73254" y="19622"/>
                  <a:pt x="73654" y="19252"/>
                </a:cubicBezTo>
                <a:cubicBezTo>
                  <a:pt x="74063" y="18883"/>
                  <a:pt x="74393" y="18433"/>
                  <a:pt x="74623" y="17934"/>
                </a:cubicBezTo>
                <a:cubicBezTo>
                  <a:pt x="74862" y="17434"/>
                  <a:pt x="74993" y="16895"/>
                  <a:pt x="75013" y="16345"/>
                </a:cubicBezTo>
                <a:cubicBezTo>
                  <a:pt x="75033" y="15795"/>
                  <a:pt x="74953" y="15246"/>
                  <a:pt x="74763" y="14737"/>
                </a:cubicBezTo>
                <a:cubicBezTo>
                  <a:pt x="74563" y="14217"/>
                  <a:pt x="74273" y="13748"/>
                  <a:pt x="73903" y="13338"/>
                </a:cubicBezTo>
                <a:cubicBezTo>
                  <a:pt x="73524" y="12938"/>
                  <a:pt x="73074" y="12619"/>
                  <a:pt x="72575" y="12389"/>
                </a:cubicBezTo>
                <a:cubicBezTo>
                  <a:pt x="65691" y="9182"/>
                  <a:pt x="58038" y="7334"/>
                  <a:pt x="49995" y="7334"/>
                </a:cubicBezTo>
                <a:close/>
                <a:moveTo>
                  <a:pt x="18733" y="18293"/>
                </a:moveTo>
                <a:cubicBezTo>
                  <a:pt x="17804" y="18313"/>
                  <a:pt x="16895" y="18653"/>
                  <a:pt x="16176" y="19252"/>
                </a:cubicBezTo>
                <a:cubicBezTo>
                  <a:pt x="13737" y="21200"/>
                  <a:pt x="11469" y="23368"/>
                  <a:pt x="9411" y="25705"/>
                </a:cubicBezTo>
                <a:cubicBezTo>
                  <a:pt x="9032" y="26115"/>
                  <a:pt x="8742" y="26594"/>
                  <a:pt x="8553" y="27114"/>
                </a:cubicBezTo>
                <a:cubicBezTo>
                  <a:pt x="8362" y="27634"/>
                  <a:pt x="8282" y="28193"/>
                  <a:pt x="8312" y="28742"/>
                </a:cubicBezTo>
                <a:cubicBezTo>
                  <a:pt x="8332" y="29301"/>
                  <a:pt x="8472" y="29841"/>
                  <a:pt x="8712" y="30341"/>
                </a:cubicBezTo>
                <a:cubicBezTo>
                  <a:pt x="8962" y="30840"/>
                  <a:pt x="9292" y="31290"/>
                  <a:pt x="9711" y="31659"/>
                </a:cubicBezTo>
                <a:cubicBezTo>
                  <a:pt x="10131" y="32029"/>
                  <a:pt x="10610" y="32309"/>
                  <a:pt x="11140" y="32478"/>
                </a:cubicBezTo>
                <a:cubicBezTo>
                  <a:pt x="11670" y="32658"/>
                  <a:pt x="12229" y="32728"/>
                  <a:pt x="12778" y="32688"/>
                </a:cubicBezTo>
                <a:cubicBezTo>
                  <a:pt x="13328" y="32648"/>
                  <a:pt x="13867" y="32488"/>
                  <a:pt x="14367" y="32239"/>
                </a:cubicBezTo>
                <a:cubicBezTo>
                  <a:pt x="14857" y="31989"/>
                  <a:pt x="15297" y="31639"/>
                  <a:pt x="15656" y="31209"/>
                </a:cubicBezTo>
                <a:cubicBezTo>
                  <a:pt x="17404" y="29222"/>
                  <a:pt x="19323" y="27393"/>
                  <a:pt x="21381" y="25735"/>
                </a:cubicBezTo>
                <a:cubicBezTo>
                  <a:pt x="22070" y="25206"/>
                  <a:pt x="22570" y="24457"/>
                  <a:pt x="22820" y="23617"/>
                </a:cubicBezTo>
                <a:cubicBezTo>
                  <a:pt x="23059" y="22778"/>
                  <a:pt x="23039" y="21889"/>
                  <a:pt x="22740" y="21060"/>
                </a:cubicBezTo>
                <a:cubicBezTo>
                  <a:pt x="22450" y="20241"/>
                  <a:pt x="21910" y="19531"/>
                  <a:pt x="21191" y="19032"/>
                </a:cubicBezTo>
                <a:cubicBezTo>
                  <a:pt x="20471" y="18533"/>
                  <a:pt x="19612" y="18283"/>
                  <a:pt x="18733" y="18293"/>
                </a:cubicBezTo>
                <a:close/>
                <a:moveTo>
                  <a:pt x="53782" y="20081"/>
                </a:moveTo>
                <a:cubicBezTo>
                  <a:pt x="51863" y="20261"/>
                  <a:pt x="50255" y="21769"/>
                  <a:pt x="50015" y="23777"/>
                </a:cubicBezTo>
                <a:cubicBezTo>
                  <a:pt x="49765" y="26065"/>
                  <a:pt x="51414" y="28123"/>
                  <a:pt x="53702" y="28372"/>
                </a:cubicBezTo>
                <a:cubicBezTo>
                  <a:pt x="64552" y="29592"/>
                  <a:pt x="73694" y="35875"/>
                  <a:pt x="78819" y="44796"/>
                </a:cubicBezTo>
                <a:lnTo>
                  <a:pt x="73794" y="44796"/>
                </a:lnTo>
                <a:cubicBezTo>
                  <a:pt x="73724" y="44675"/>
                  <a:pt x="73684" y="44556"/>
                  <a:pt x="73604" y="44446"/>
                </a:cubicBezTo>
                <a:cubicBezTo>
                  <a:pt x="68129" y="36844"/>
                  <a:pt x="59287" y="32309"/>
                  <a:pt x="49995" y="32309"/>
                </a:cubicBezTo>
                <a:cubicBezTo>
                  <a:pt x="40114" y="32309"/>
                  <a:pt x="31382" y="37253"/>
                  <a:pt x="26126" y="44796"/>
                </a:cubicBezTo>
                <a:lnTo>
                  <a:pt x="21241" y="44796"/>
                </a:lnTo>
                <a:cubicBezTo>
                  <a:pt x="25457" y="37553"/>
                  <a:pt x="32331" y="31919"/>
                  <a:pt x="40764" y="29481"/>
                </a:cubicBezTo>
                <a:cubicBezTo>
                  <a:pt x="42962" y="28832"/>
                  <a:pt x="44230" y="26524"/>
                  <a:pt x="43591" y="24317"/>
                </a:cubicBezTo>
                <a:cubicBezTo>
                  <a:pt x="42942" y="22109"/>
                  <a:pt x="40633" y="20840"/>
                  <a:pt x="38426" y="21490"/>
                </a:cubicBezTo>
                <a:cubicBezTo>
                  <a:pt x="26376" y="24996"/>
                  <a:pt x="16795" y="33737"/>
                  <a:pt x="11919" y="44796"/>
                </a:cubicBezTo>
                <a:lnTo>
                  <a:pt x="3167" y="44796"/>
                </a:lnTo>
                <a:cubicBezTo>
                  <a:pt x="2758" y="44786"/>
                  <a:pt x="2338" y="44866"/>
                  <a:pt x="1958" y="45025"/>
                </a:cubicBezTo>
                <a:cubicBezTo>
                  <a:pt x="1579" y="45175"/>
                  <a:pt x="1229" y="45405"/>
                  <a:pt x="929" y="45694"/>
                </a:cubicBezTo>
                <a:cubicBezTo>
                  <a:pt x="640" y="45984"/>
                  <a:pt x="399" y="46334"/>
                  <a:pt x="240" y="46714"/>
                </a:cubicBezTo>
                <a:cubicBezTo>
                  <a:pt x="80" y="47093"/>
                  <a:pt x="0" y="47503"/>
                  <a:pt x="0" y="47912"/>
                </a:cubicBezTo>
                <a:cubicBezTo>
                  <a:pt x="0" y="48332"/>
                  <a:pt x="80" y="48742"/>
                  <a:pt x="240" y="49121"/>
                </a:cubicBezTo>
                <a:cubicBezTo>
                  <a:pt x="399" y="49501"/>
                  <a:pt x="640" y="49850"/>
                  <a:pt x="929" y="50140"/>
                </a:cubicBezTo>
                <a:cubicBezTo>
                  <a:pt x="1229" y="50430"/>
                  <a:pt x="1579" y="50659"/>
                  <a:pt x="1958" y="50809"/>
                </a:cubicBezTo>
                <a:cubicBezTo>
                  <a:pt x="2338" y="50969"/>
                  <a:pt x="2758" y="51049"/>
                  <a:pt x="3167" y="51039"/>
                </a:cubicBezTo>
                <a:lnTo>
                  <a:pt x="96833" y="51039"/>
                </a:lnTo>
                <a:cubicBezTo>
                  <a:pt x="97243" y="51049"/>
                  <a:pt x="97652" y="50969"/>
                  <a:pt x="98042" y="50809"/>
                </a:cubicBezTo>
                <a:cubicBezTo>
                  <a:pt x="98421" y="50659"/>
                  <a:pt x="98771" y="50430"/>
                  <a:pt x="99071" y="50140"/>
                </a:cubicBezTo>
                <a:cubicBezTo>
                  <a:pt x="99360" y="49850"/>
                  <a:pt x="99601" y="49501"/>
                  <a:pt x="99760" y="49121"/>
                </a:cubicBezTo>
                <a:cubicBezTo>
                  <a:pt x="99920" y="48742"/>
                  <a:pt x="100000" y="48332"/>
                  <a:pt x="100000" y="47912"/>
                </a:cubicBezTo>
                <a:cubicBezTo>
                  <a:pt x="100000" y="47503"/>
                  <a:pt x="99920" y="47093"/>
                  <a:pt x="99760" y="46714"/>
                </a:cubicBezTo>
                <a:cubicBezTo>
                  <a:pt x="99601" y="46334"/>
                  <a:pt x="99360" y="45984"/>
                  <a:pt x="99071" y="45694"/>
                </a:cubicBezTo>
                <a:cubicBezTo>
                  <a:pt x="98771" y="45405"/>
                  <a:pt x="98421" y="45175"/>
                  <a:pt x="98042" y="45025"/>
                </a:cubicBezTo>
                <a:cubicBezTo>
                  <a:pt x="97652" y="44866"/>
                  <a:pt x="97243" y="44786"/>
                  <a:pt x="96833" y="44796"/>
                </a:cubicBezTo>
                <a:lnTo>
                  <a:pt x="88121" y="44796"/>
                </a:lnTo>
                <a:cubicBezTo>
                  <a:pt x="82336" y="31480"/>
                  <a:pt x="69807" y="21789"/>
                  <a:pt x="54621" y="20091"/>
                </a:cubicBezTo>
                <a:cubicBezTo>
                  <a:pt x="54341" y="20061"/>
                  <a:pt x="54062" y="20061"/>
                  <a:pt x="53782" y="20081"/>
                </a:cubicBezTo>
                <a:close/>
                <a:moveTo>
                  <a:pt x="49995" y="40630"/>
                </a:moveTo>
                <a:cubicBezTo>
                  <a:pt x="54481" y="40630"/>
                  <a:pt x="58807" y="42149"/>
                  <a:pt x="62354" y="44796"/>
                </a:cubicBezTo>
                <a:lnTo>
                  <a:pt x="37596" y="44796"/>
                </a:lnTo>
                <a:cubicBezTo>
                  <a:pt x="41063" y="42208"/>
                  <a:pt x="45349" y="40630"/>
                  <a:pt x="49995" y="40630"/>
                </a:cubicBezTo>
                <a:close/>
                <a:moveTo>
                  <a:pt x="8583" y="57283"/>
                </a:moveTo>
                <a:cubicBezTo>
                  <a:pt x="8432" y="58651"/>
                  <a:pt x="8372" y="60050"/>
                  <a:pt x="8372" y="61448"/>
                </a:cubicBezTo>
                <a:cubicBezTo>
                  <a:pt x="8372" y="63336"/>
                  <a:pt x="8452" y="66423"/>
                  <a:pt x="8912" y="70249"/>
                </a:cubicBezTo>
                <a:cubicBezTo>
                  <a:pt x="9162" y="72377"/>
                  <a:pt x="10970" y="73935"/>
                  <a:pt x="13059" y="73935"/>
                </a:cubicBezTo>
                <a:cubicBezTo>
                  <a:pt x="13198" y="73935"/>
                  <a:pt x="13368" y="73935"/>
                  <a:pt x="13538" y="73916"/>
                </a:cubicBezTo>
                <a:cubicBezTo>
                  <a:pt x="15826" y="73646"/>
                  <a:pt x="17444" y="71558"/>
                  <a:pt x="17175" y="69290"/>
                </a:cubicBezTo>
                <a:cubicBezTo>
                  <a:pt x="16785" y="65834"/>
                  <a:pt x="16695" y="63107"/>
                  <a:pt x="16695" y="61448"/>
                </a:cubicBezTo>
                <a:cubicBezTo>
                  <a:pt x="16695" y="60050"/>
                  <a:pt x="16775" y="58651"/>
                  <a:pt x="16945" y="57283"/>
                </a:cubicBezTo>
                <a:lnTo>
                  <a:pt x="8583" y="57283"/>
                </a:lnTo>
                <a:close/>
                <a:moveTo>
                  <a:pt x="21151" y="57283"/>
                </a:moveTo>
                <a:cubicBezTo>
                  <a:pt x="20961" y="58631"/>
                  <a:pt x="20861" y="60030"/>
                  <a:pt x="20861" y="61448"/>
                </a:cubicBezTo>
                <a:cubicBezTo>
                  <a:pt x="20861" y="64006"/>
                  <a:pt x="21131" y="73206"/>
                  <a:pt x="24728" y="83606"/>
                </a:cubicBezTo>
                <a:cubicBezTo>
                  <a:pt x="25337" y="85334"/>
                  <a:pt x="26936" y="86423"/>
                  <a:pt x="28664" y="86423"/>
                </a:cubicBezTo>
                <a:cubicBezTo>
                  <a:pt x="29124" y="86423"/>
                  <a:pt x="29584" y="86333"/>
                  <a:pt x="30023" y="86193"/>
                </a:cubicBezTo>
                <a:cubicBezTo>
                  <a:pt x="32201" y="85444"/>
                  <a:pt x="33350" y="83066"/>
                  <a:pt x="32601" y="80908"/>
                </a:cubicBezTo>
                <a:cubicBezTo>
                  <a:pt x="29353" y="71478"/>
                  <a:pt x="29184" y="63047"/>
                  <a:pt x="29184" y="61448"/>
                </a:cubicBezTo>
                <a:cubicBezTo>
                  <a:pt x="29184" y="60010"/>
                  <a:pt x="29334" y="58611"/>
                  <a:pt x="29604" y="57283"/>
                </a:cubicBezTo>
                <a:lnTo>
                  <a:pt x="21151" y="57283"/>
                </a:lnTo>
                <a:close/>
                <a:moveTo>
                  <a:pt x="33869" y="57283"/>
                </a:moveTo>
                <a:cubicBezTo>
                  <a:pt x="33540" y="58611"/>
                  <a:pt x="33350" y="60010"/>
                  <a:pt x="33350" y="61448"/>
                </a:cubicBezTo>
                <a:cubicBezTo>
                  <a:pt x="33350" y="64235"/>
                  <a:pt x="33789" y="78760"/>
                  <a:pt x="42192" y="90878"/>
                </a:cubicBezTo>
                <a:cubicBezTo>
                  <a:pt x="43002" y="92037"/>
                  <a:pt x="44301" y="92666"/>
                  <a:pt x="45609" y="92666"/>
                </a:cubicBezTo>
                <a:cubicBezTo>
                  <a:pt x="46438" y="92666"/>
                  <a:pt x="47247" y="92416"/>
                  <a:pt x="47977" y="91917"/>
                </a:cubicBezTo>
                <a:cubicBezTo>
                  <a:pt x="49875" y="90609"/>
                  <a:pt x="50334" y="88021"/>
                  <a:pt x="49016" y="86123"/>
                </a:cubicBezTo>
                <a:cubicBezTo>
                  <a:pt x="41882" y="75843"/>
                  <a:pt x="41673" y="62877"/>
                  <a:pt x="41673" y="61448"/>
                </a:cubicBezTo>
                <a:cubicBezTo>
                  <a:pt x="41673" y="59930"/>
                  <a:pt x="42092" y="58512"/>
                  <a:pt x="42792" y="57283"/>
                </a:cubicBezTo>
                <a:lnTo>
                  <a:pt x="33869" y="57283"/>
                </a:lnTo>
                <a:close/>
                <a:moveTo>
                  <a:pt x="49995" y="57283"/>
                </a:moveTo>
                <a:cubicBezTo>
                  <a:pt x="47707" y="57283"/>
                  <a:pt x="45838" y="59151"/>
                  <a:pt x="45838" y="61448"/>
                </a:cubicBezTo>
                <a:cubicBezTo>
                  <a:pt x="45838" y="62108"/>
                  <a:pt x="45939" y="77842"/>
                  <a:pt x="55390" y="87272"/>
                </a:cubicBezTo>
                <a:lnTo>
                  <a:pt x="57468" y="89349"/>
                </a:lnTo>
                <a:cubicBezTo>
                  <a:pt x="58287" y="90169"/>
                  <a:pt x="59346" y="90579"/>
                  <a:pt x="60406" y="90579"/>
                </a:cubicBezTo>
                <a:cubicBezTo>
                  <a:pt x="61465" y="90579"/>
                  <a:pt x="62534" y="90169"/>
                  <a:pt x="63343" y="89349"/>
                </a:cubicBezTo>
                <a:cubicBezTo>
                  <a:pt x="64981" y="87731"/>
                  <a:pt x="64981" y="85104"/>
                  <a:pt x="63343" y="83486"/>
                </a:cubicBezTo>
                <a:lnTo>
                  <a:pt x="61265" y="81408"/>
                </a:lnTo>
                <a:cubicBezTo>
                  <a:pt x="54331" y="74455"/>
                  <a:pt x="54162" y="61678"/>
                  <a:pt x="54162" y="61448"/>
                </a:cubicBezTo>
                <a:cubicBezTo>
                  <a:pt x="54162" y="59131"/>
                  <a:pt x="52293" y="57283"/>
                  <a:pt x="49995" y="57283"/>
                </a:cubicBezTo>
                <a:close/>
                <a:moveTo>
                  <a:pt x="57199" y="57283"/>
                </a:moveTo>
                <a:cubicBezTo>
                  <a:pt x="57908" y="58492"/>
                  <a:pt x="58327" y="59930"/>
                  <a:pt x="58327" y="61448"/>
                </a:cubicBezTo>
                <a:cubicBezTo>
                  <a:pt x="58387" y="65395"/>
                  <a:pt x="60056" y="73076"/>
                  <a:pt x="63573" y="77652"/>
                </a:cubicBezTo>
                <a:cubicBezTo>
                  <a:pt x="65321" y="79919"/>
                  <a:pt x="68688" y="82946"/>
                  <a:pt x="69088" y="83296"/>
                </a:cubicBezTo>
                <a:cubicBezTo>
                  <a:pt x="70796" y="84814"/>
                  <a:pt x="73434" y="84654"/>
                  <a:pt x="74953" y="82946"/>
                </a:cubicBezTo>
                <a:cubicBezTo>
                  <a:pt x="76471" y="81218"/>
                  <a:pt x="76331" y="78591"/>
                  <a:pt x="74603" y="77053"/>
                </a:cubicBezTo>
                <a:cubicBezTo>
                  <a:pt x="73794" y="76343"/>
                  <a:pt x="71246" y="73975"/>
                  <a:pt x="70167" y="72577"/>
                </a:cubicBezTo>
                <a:cubicBezTo>
                  <a:pt x="67899" y="69620"/>
                  <a:pt x="66690" y="63756"/>
                  <a:pt x="66650" y="61368"/>
                </a:cubicBezTo>
                <a:cubicBezTo>
                  <a:pt x="66650" y="59950"/>
                  <a:pt x="66460" y="58591"/>
                  <a:pt x="66131" y="57283"/>
                </a:cubicBezTo>
                <a:lnTo>
                  <a:pt x="57199" y="57283"/>
                </a:lnTo>
                <a:close/>
                <a:moveTo>
                  <a:pt x="74832" y="57283"/>
                </a:moveTo>
                <a:cubicBezTo>
                  <a:pt x="72545" y="57363"/>
                  <a:pt x="70726" y="59301"/>
                  <a:pt x="70816" y="61588"/>
                </a:cubicBezTo>
                <a:cubicBezTo>
                  <a:pt x="70836" y="62108"/>
                  <a:pt x="70976" y="64835"/>
                  <a:pt x="71875" y="67103"/>
                </a:cubicBezTo>
                <a:cubicBezTo>
                  <a:pt x="74224" y="73146"/>
                  <a:pt x="80827" y="76323"/>
                  <a:pt x="81556" y="76683"/>
                </a:cubicBezTo>
                <a:cubicBezTo>
                  <a:pt x="82116" y="76932"/>
                  <a:pt x="82716" y="77053"/>
                  <a:pt x="83305" y="77053"/>
                </a:cubicBezTo>
                <a:cubicBezTo>
                  <a:pt x="84864" y="77053"/>
                  <a:pt x="86362" y="76163"/>
                  <a:pt x="87072" y="74635"/>
                </a:cubicBezTo>
                <a:cubicBezTo>
                  <a:pt x="88031" y="72557"/>
                  <a:pt x="87132" y="70100"/>
                  <a:pt x="85053" y="69121"/>
                </a:cubicBezTo>
                <a:cubicBezTo>
                  <a:pt x="83945" y="68601"/>
                  <a:pt x="80597" y="66563"/>
                  <a:pt x="79638" y="64086"/>
                </a:cubicBezTo>
                <a:cubicBezTo>
                  <a:pt x="79368" y="63416"/>
                  <a:pt x="79179" y="62128"/>
                  <a:pt x="79139" y="61299"/>
                </a:cubicBezTo>
                <a:cubicBezTo>
                  <a:pt x="79059" y="59051"/>
                  <a:pt x="77291" y="57283"/>
                  <a:pt x="75023" y="57283"/>
                </a:cubicBezTo>
                <a:lnTo>
                  <a:pt x="74832" y="57283"/>
                </a:lnTo>
                <a:close/>
                <a:moveTo>
                  <a:pt x="82985" y="57283"/>
                </a:moveTo>
                <a:cubicBezTo>
                  <a:pt x="83115" y="58052"/>
                  <a:pt x="83175" y="58821"/>
                  <a:pt x="83225" y="59590"/>
                </a:cubicBezTo>
                <a:cubicBezTo>
                  <a:pt x="83345" y="61818"/>
                  <a:pt x="85173" y="63526"/>
                  <a:pt x="87361" y="63526"/>
                </a:cubicBezTo>
                <a:lnTo>
                  <a:pt x="87611" y="63526"/>
                </a:lnTo>
                <a:cubicBezTo>
                  <a:pt x="89899" y="63397"/>
                  <a:pt x="91648" y="61428"/>
                  <a:pt x="91528" y="59141"/>
                </a:cubicBezTo>
                <a:cubicBezTo>
                  <a:pt x="91478" y="58512"/>
                  <a:pt x="91448" y="57882"/>
                  <a:pt x="91378" y="57283"/>
                </a:cubicBezTo>
                <a:lnTo>
                  <a:pt x="82985" y="5728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7" name="Красный — SVG 66">
            <a:extLst>
              <a:ext uri="{FF2B5EF4-FFF2-40B4-BE49-F238E27FC236}">
                <a16:creationId xmlns:a16="http://schemas.microsoft.com/office/drawing/2014/main" id="{7E9E406E-90B8-0746-8CA2-B46FAC926849}"/>
              </a:ext>
            </a:extLst>
          </p:cNvPr>
          <p:cNvSpPr>
            <a:spLocks noGrp="1"/>
          </p:cNvSpPr>
          <p:nvPr/>
        </p:nvSpPr>
        <p:spPr>
          <a:xfrm>
            <a:off x="7020000" y="1930000"/>
            <a:ext cx="220000" cy="220000"/>
          </a:xfrm>
          <a:custGeom>
            <a:avLst/>
            <a:gdLst>
              <a:gd name="csX0" fmla="*/ 58475 w 141772"/>
              <a:gd name="csY0" fmla="*/ 0 h 141753"/>
              <a:gd name="csX1" fmla="*/ 53167 w 141772"/>
              <a:gd name="csY1" fmla="*/ 5308 h 141753"/>
              <a:gd name="csX2" fmla="*/ 53167 w 141772"/>
              <a:gd name="csY2" fmla="*/ 7434 h 141753"/>
              <a:gd name="csX3" fmla="*/ 47774 w 141772"/>
              <a:gd name="csY3" fmla="*/ 15276 h 141753"/>
              <a:gd name="csX4" fmla="*/ 38552 w 141772"/>
              <a:gd name="csY4" fmla="*/ 13490 h 141753"/>
              <a:gd name="csX5" fmla="*/ 37055 w 141772"/>
              <a:gd name="csY5" fmla="*/ 11993 h 141753"/>
              <a:gd name="csX6" fmla="*/ 33295 w 141772"/>
              <a:gd name="csY6" fmla="*/ 10428 h 141753"/>
              <a:gd name="csX7" fmla="*/ 29535 w 141772"/>
              <a:gd name="csY7" fmla="*/ 11993 h 141753"/>
              <a:gd name="csX8" fmla="*/ 11995 w 141772"/>
              <a:gd name="csY8" fmla="*/ 29531 h 141753"/>
              <a:gd name="csX9" fmla="*/ 10429 w 141772"/>
              <a:gd name="csY9" fmla="*/ 33291 h 141753"/>
              <a:gd name="csX10" fmla="*/ 11995 w 141772"/>
              <a:gd name="csY10" fmla="*/ 37050 h 141753"/>
              <a:gd name="csX11" fmla="*/ 13492 w 141772"/>
              <a:gd name="csY11" fmla="*/ 38547 h 141753"/>
              <a:gd name="csX12" fmla="*/ 15210 w 141772"/>
              <a:gd name="csY12" fmla="*/ 47954 h 141753"/>
              <a:gd name="csX13" fmla="*/ 7435 w 141772"/>
              <a:gd name="csY13" fmla="*/ 53160 h 141753"/>
              <a:gd name="csX14" fmla="*/ 5308 w 141772"/>
              <a:gd name="csY14" fmla="*/ 53160 h 141753"/>
              <a:gd name="csX15" fmla="*/ 0 w 141772"/>
              <a:gd name="csY15" fmla="*/ 58467 h 141753"/>
              <a:gd name="csX16" fmla="*/ 0 w 141772"/>
              <a:gd name="csY16" fmla="*/ 83286 h 141753"/>
              <a:gd name="csX17" fmla="*/ 5308 w 141772"/>
              <a:gd name="csY17" fmla="*/ 88594 h 141753"/>
              <a:gd name="csX18" fmla="*/ 7435 w 141772"/>
              <a:gd name="csY18" fmla="*/ 88594 h 141753"/>
              <a:gd name="csX19" fmla="*/ 15278 w 141772"/>
              <a:gd name="csY19" fmla="*/ 93986 h 141753"/>
              <a:gd name="csX20" fmla="*/ 13492 w 141772"/>
              <a:gd name="csY20" fmla="*/ 103223 h 141753"/>
              <a:gd name="csX21" fmla="*/ 11995 w 141772"/>
              <a:gd name="csY21" fmla="*/ 104720 h 141753"/>
              <a:gd name="csX22" fmla="*/ 10429 w 141772"/>
              <a:gd name="csY22" fmla="*/ 108480 h 141753"/>
              <a:gd name="csX23" fmla="*/ 11995 w 141772"/>
              <a:gd name="csY23" fmla="*/ 112239 h 141753"/>
              <a:gd name="csX24" fmla="*/ 29535 w 141772"/>
              <a:gd name="csY24" fmla="*/ 129778 h 141753"/>
              <a:gd name="csX25" fmla="*/ 33295 w 141772"/>
              <a:gd name="csY25" fmla="*/ 131343 h 141753"/>
              <a:gd name="csX26" fmla="*/ 37055 w 141772"/>
              <a:gd name="csY26" fmla="*/ 129778 h 141753"/>
              <a:gd name="csX27" fmla="*/ 38552 w 141772"/>
              <a:gd name="csY27" fmla="*/ 128281 h 141753"/>
              <a:gd name="csX28" fmla="*/ 47961 w 141772"/>
              <a:gd name="csY28" fmla="*/ 126562 h 141753"/>
              <a:gd name="csX29" fmla="*/ 53167 w 141772"/>
              <a:gd name="csY29" fmla="*/ 134337 h 141753"/>
              <a:gd name="csX30" fmla="*/ 53167 w 141772"/>
              <a:gd name="csY30" fmla="*/ 136446 h 141753"/>
              <a:gd name="csX31" fmla="*/ 58475 w 141772"/>
              <a:gd name="csY31" fmla="*/ 141754 h 141753"/>
              <a:gd name="csX32" fmla="*/ 83298 w 141772"/>
              <a:gd name="csY32" fmla="*/ 141754 h 141753"/>
              <a:gd name="csX33" fmla="*/ 88606 w 141772"/>
              <a:gd name="csY33" fmla="*/ 136446 h 141753"/>
              <a:gd name="csX34" fmla="*/ 88606 w 141772"/>
              <a:gd name="csY34" fmla="*/ 134337 h 141753"/>
              <a:gd name="csX35" fmla="*/ 93999 w 141772"/>
              <a:gd name="csY35" fmla="*/ 126478 h 141753"/>
              <a:gd name="csX36" fmla="*/ 103220 w 141772"/>
              <a:gd name="csY36" fmla="*/ 128264 h 141753"/>
              <a:gd name="csX37" fmla="*/ 104718 w 141772"/>
              <a:gd name="csY37" fmla="*/ 129761 h 141753"/>
              <a:gd name="csX38" fmla="*/ 108478 w 141772"/>
              <a:gd name="csY38" fmla="*/ 131326 h 141753"/>
              <a:gd name="csX39" fmla="*/ 112237 w 141772"/>
              <a:gd name="csY39" fmla="*/ 129778 h 141753"/>
              <a:gd name="csX40" fmla="*/ 129795 w 141772"/>
              <a:gd name="csY40" fmla="*/ 112222 h 141753"/>
              <a:gd name="csX41" fmla="*/ 131343 w 141772"/>
              <a:gd name="csY41" fmla="*/ 108463 h 141753"/>
              <a:gd name="csX42" fmla="*/ 129778 w 141772"/>
              <a:gd name="csY42" fmla="*/ 104703 h 141753"/>
              <a:gd name="csX43" fmla="*/ 128298 w 141772"/>
              <a:gd name="csY43" fmla="*/ 103206 h 141753"/>
              <a:gd name="csX44" fmla="*/ 126563 w 141772"/>
              <a:gd name="csY44" fmla="*/ 93799 h 141753"/>
              <a:gd name="csX45" fmla="*/ 134355 w 141772"/>
              <a:gd name="csY45" fmla="*/ 88594 h 141753"/>
              <a:gd name="csX46" fmla="*/ 136464 w 141772"/>
              <a:gd name="csY46" fmla="*/ 88594 h 141753"/>
              <a:gd name="csX47" fmla="*/ 141773 w 141772"/>
              <a:gd name="csY47" fmla="*/ 83286 h 141753"/>
              <a:gd name="csX48" fmla="*/ 141773 w 141772"/>
              <a:gd name="csY48" fmla="*/ 58467 h 141753"/>
              <a:gd name="csX49" fmla="*/ 136464 w 141772"/>
              <a:gd name="csY49" fmla="*/ 53160 h 141753"/>
              <a:gd name="csX50" fmla="*/ 134355 w 141772"/>
              <a:gd name="csY50" fmla="*/ 53160 h 141753"/>
              <a:gd name="csX51" fmla="*/ 126495 w 141772"/>
              <a:gd name="csY51" fmla="*/ 47767 h 141753"/>
              <a:gd name="csX52" fmla="*/ 128298 w 141772"/>
              <a:gd name="csY52" fmla="*/ 38547 h 141753"/>
              <a:gd name="csX53" fmla="*/ 129778 w 141772"/>
              <a:gd name="csY53" fmla="*/ 37050 h 141753"/>
              <a:gd name="csX54" fmla="*/ 131343 w 141772"/>
              <a:gd name="csY54" fmla="*/ 33291 h 141753"/>
              <a:gd name="csX55" fmla="*/ 129795 w 141772"/>
              <a:gd name="csY55" fmla="*/ 29514 h 141753"/>
              <a:gd name="csX56" fmla="*/ 112237 w 141772"/>
              <a:gd name="csY56" fmla="*/ 11976 h 141753"/>
              <a:gd name="csX57" fmla="*/ 108478 w 141772"/>
              <a:gd name="csY57" fmla="*/ 10428 h 141753"/>
              <a:gd name="csX58" fmla="*/ 104718 w 141772"/>
              <a:gd name="csY58" fmla="*/ 11993 h 141753"/>
              <a:gd name="csX59" fmla="*/ 103220 w 141772"/>
              <a:gd name="csY59" fmla="*/ 13473 h 141753"/>
              <a:gd name="csX60" fmla="*/ 93812 w 141772"/>
              <a:gd name="csY60" fmla="*/ 15208 h 141753"/>
              <a:gd name="csX61" fmla="*/ 88606 w 141772"/>
              <a:gd name="csY61" fmla="*/ 7434 h 141753"/>
              <a:gd name="csX62" fmla="*/ 88606 w 141772"/>
              <a:gd name="csY62" fmla="*/ 5308 h 141753"/>
              <a:gd name="csX63" fmla="*/ 83298 w 141772"/>
              <a:gd name="csY63" fmla="*/ 0 h 141753"/>
              <a:gd name="csX64" fmla="*/ 58475 w 141772"/>
              <a:gd name="csY64" fmla="*/ 0 h 141753"/>
              <a:gd name="csX65" fmla="*/ 65570 w 141772"/>
              <a:gd name="csY65" fmla="*/ 34090 h 141753"/>
              <a:gd name="csX66" fmla="*/ 65570 w 141772"/>
              <a:gd name="csY66" fmla="*/ 54248 h 141753"/>
              <a:gd name="csX67" fmla="*/ 57607 w 141772"/>
              <a:gd name="csY67" fmla="*/ 58825 h 141753"/>
              <a:gd name="csX68" fmla="*/ 53167 w 141772"/>
              <a:gd name="csY68" fmla="*/ 70885 h 141753"/>
              <a:gd name="csX69" fmla="*/ 53813 w 141772"/>
              <a:gd name="csY69" fmla="*/ 74730 h 141753"/>
              <a:gd name="csX70" fmla="*/ 36358 w 141772"/>
              <a:gd name="csY70" fmla="*/ 84732 h 141753"/>
              <a:gd name="csX71" fmla="*/ 33670 w 141772"/>
              <a:gd name="csY71" fmla="*/ 70885 h 141753"/>
              <a:gd name="csX72" fmla="*/ 65570 w 141772"/>
              <a:gd name="csY72" fmla="*/ 34090 h 141753"/>
              <a:gd name="csX73" fmla="*/ 76203 w 141772"/>
              <a:gd name="csY73" fmla="*/ 34090 h 141753"/>
              <a:gd name="csX74" fmla="*/ 108103 w 141772"/>
              <a:gd name="csY74" fmla="*/ 70885 h 141753"/>
              <a:gd name="csX75" fmla="*/ 105415 w 141772"/>
              <a:gd name="csY75" fmla="*/ 84732 h 141753"/>
              <a:gd name="csX76" fmla="*/ 87959 w 141772"/>
              <a:gd name="csY76" fmla="*/ 74764 h 141753"/>
              <a:gd name="csX77" fmla="*/ 88606 w 141772"/>
              <a:gd name="csY77" fmla="*/ 70885 h 141753"/>
              <a:gd name="csX78" fmla="*/ 84165 w 141772"/>
              <a:gd name="csY78" fmla="*/ 58825 h 141753"/>
              <a:gd name="csX79" fmla="*/ 76203 w 141772"/>
              <a:gd name="csY79" fmla="*/ 54248 h 141753"/>
              <a:gd name="csX80" fmla="*/ 76203 w 141772"/>
              <a:gd name="csY80" fmla="*/ 34090 h 141753"/>
              <a:gd name="csX81" fmla="*/ 70895 w 141772"/>
              <a:gd name="csY81" fmla="*/ 63792 h 141753"/>
              <a:gd name="csX82" fmla="*/ 76220 w 141772"/>
              <a:gd name="csY82" fmla="*/ 65884 h 141753"/>
              <a:gd name="csX83" fmla="*/ 77972 w 141772"/>
              <a:gd name="csY83" fmla="*/ 70885 h 141753"/>
              <a:gd name="csX84" fmla="*/ 76220 w 141772"/>
              <a:gd name="csY84" fmla="*/ 75870 h 141753"/>
              <a:gd name="csX85" fmla="*/ 70895 w 141772"/>
              <a:gd name="csY85" fmla="*/ 77962 h 141753"/>
              <a:gd name="csX86" fmla="*/ 65553 w 141772"/>
              <a:gd name="csY86" fmla="*/ 75870 h 141753"/>
              <a:gd name="csX87" fmla="*/ 63800 w 141772"/>
              <a:gd name="csY87" fmla="*/ 70885 h 141753"/>
              <a:gd name="csX88" fmla="*/ 65553 w 141772"/>
              <a:gd name="csY88" fmla="*/ 65884 h 141753"/>
              <a:gd name="csX89" fmla="*/ 70895 w 141772"/>
              <a:gd name="csY89" fmla="*/ 63792 h 141753"/>
              <a:gd name="csX90" fmla="*/ 59053 w 141772"/>
              <a:gd name="csY90" fmla="*/ 83984 h 141753"/>
              <a:gd name="csX91" fmla="*/ 70895 w 141772"/>
              <a:gd name="csY91" fmla="*/ 88594 h 141753"/>
              <a:gd name="csX92" fmla="*/ 82685 w 141772"/>
              <a:gd name="csY92" fmla="*/ 84001 h 141753"/>
              <a:gd name="csX93" fmla="*/ 100073 w 141772"/>
              <a:gd name="csY93" fmla="*/ 93935 h 141753"/>
              <a:gd name="csX94" fmla="*/ 70895 w 141772"/>
              <a:gd name="csY94" fmla="*/ 108089 h 141753"/>
              <a:gd name="csX95" fmla="*/ 41700 w 141772"/>
              <a:gd name="csY95" fmla="*/ 93918 h 141753"/>
              <a:gd name="csX96" fmla="*/ 59053 w 141772"/>
              <a:gd name="csY96" fmla="*/ 83984 h 141753"/>
            </a:gdLst>
            <a:ahLst/>
            <a:cxnLst/>
            <a:rect l="l" t="t" r="r" b="b"/>
            <a:pathLst>
              <a:path w="100000" h="100000">
                <a:moveTo>
                  <a:pt x="41246" y="7"/>
                </a:moveTo>
                <a:cubicBezTo>
                  <a:pt x="39182" y="7"/>
                  <a:pt x="37502" y="1686"/>
                  <a:pt x="37502" y="3751"/>
                </a:cubicBezTo>
                <a:lnTo>
                  <a:pt x="37502" y="5250"/>
                </a:lnTo>
                <a:cubicBezTo>
                  <a:pt x="37502" y="7662"/>
                  <a:pt x="36061" y="9810"/>
                  <a:pt x="33698" y="10782"/>
                </a:cubicBezTo>
                <a:cubicBezTo>
                  <a:pt x="31453" y="11730"/>
                  <a:pt x="28897" y="11226"/>
                  <a:pt x="27193" y="9522"/>
                </a:cubicBezTo>
                <a:lnTo>
                  <a:pt x="26137" y="8466"/>
                </a:lnTo>
                <a:cubicBezTo>
                  <a:pt x="25441" y="7758"/>
                  <a:pt x="24481" y="7362"/>
                  <a:pt x="23485" y="7362"/>
                </a:cubicBezTo>
                <a:cubicBezTo>
                  <a:pt x="22489" y="7362"/>
                  <a:pt x="21541" y="7758"/>
                  <a:pt x="20833" y="8466"/>
                </a:cubicBezTo>
                <a:lnTo>
                  <a:pt x="8461" y="20837"/>
                </a:lnTo>
                <a:cubicBezTo>
                  <a:pt x="7753" y="21533"/>
                  <a:pt x="7356" y="22493"/>
                  <a:pt x="7356" y="23489"/>
                </a:cubicBezTo>
                <a:cubicBezTo>
                  <a:pt x="7356" y="24484"/>
                  <a:pt x="7753" y="25432"/>
                  <a:pt x="8461" y="26140"/>
                </a:cubicBezTo>
                <a:lnTo>
                  <a:pt x="9517" y="27196"/>
                </a:lnTo>
                <a:cubicBezTo>
                  <a:pt x="11220" y="28912"/>
                  <a:pt x="11724" y="31456"/>
                  <a:pt x="10728" y="33831"/>
                </a:cubicBezTo>
                <a:cubicBezTo>
                  <a:pt x="9804" y="36063"/>
                  <a:pt x="7657" y="37504"/>
                  <a:pt x="5244" y="37504"/>
                </a:cubicBezTo>
                <a:lnTo>
                  <a:pt x="3744" y="37504"/>
                </a:lnTo>
                <a:cubicBezTo>
                  <a:pt x="1680" y="37504"/>
                  <a:pt x="0" y="39183"/>
                  <a:pt x="0" y="41247"/>
                </a:cubicBezTo>
                <a:lnTo>
                  <a:pt x="0" y="58753"/>
                </a:lnTo>
                <a:cubicBezTo>
                  <a:pt x="0" y="60817"/>
                  <a:pt x="1680" y="62497"/>
                  <a:pt x="3744" y="62497"/>
                </a:cubicBezTo>
                <a:lnTo>
                  <a:pt x="5244" y="62497"/>
                </a:lnTo>
                <a:cubicBezTo>
                  <a:pt x="7657" y="62497"/>
                  <a:pt x="9804" y="63937"/>
                  <a:pt x="10776" y="66300"/>
                </a:cubicBezTo>
                <a:cubicBezTo>
                  <a:pt x="11724" y="68545"/>
                  <a:pt x="11220" y="71100"/>
                  <a:pt x="9517" y="72816"/>
                </a:cubicBezTo>
                <a:lnTo>
                  <a:pt x="8461" y="73872"/>
                </a:lnTo>
                <a:cubicBezTo>
                  <a:pt x="7753" y="74568"/>
                  <a:pt x="7356" y="75516"/>
                  <a:pt x="7356" y="76524"/>
                </a:cubicBezTo>
                <a:cubicBezTo>
                  <a:pt x="7356" y="77508"/>
                  <a:pt x="7753" y="78467"/>
                  <a:pt x="8461" y="79175"/>
                </a:cubicBezTo>
                <a:lnTo>
                  <a:pt x="20833" y="91547"/>
                </a:lnTo>
                <a:cubicBezTo>
                  <a:pt x="21529" y="92254"/>
                  <a:pt x="22489" y="92651"/>
                  <a:pt x="23485" y="92651"/>
                </a:cubicBezTo>
                <a:cubicBezTo>
                  <a:pt x="24481" y="92651"/>
                  <a:pt x="25429" y="92243"/>
                  <a:pt x="26137" y="91547"/>
                </a:cubicBezTo>
                <a:lnTo>
                  <a:pt x="27193" y="90491"/>
                </a:lnTo>
                <a:cubicBezTo>
                  <a:pt x="28909" y="88787"/>
                  <a:pt x="31453" y="88283"/>
                  <a:pt x="33830" y="89278"/>
                </a:cubicBezTo>
                <a:cubicBezTo>
                  <a:pt x="36061" y="90190"/>
                  <a:pt x="37502" y="92338"/>
                  <a:pt x="37502" y="94762"/>
                </a:cubicBezTo>
                <a:lnTo>
                  <a:pt x="37502" y="96250"/>
                </a:lnTo>
                <a:cubicBezTo>
                  <a:pt x="37502" y="98314"/>
                  <a:pt x="39182" y="99994"/>
                  <a:pt x="41246" y="99994"/>
                </a:cubicBezTo>
                <a:lnTo>
                  <a:pt x="58755" y="99994"/>
                </a:lnTo>
                <a:cubicBezTo>
                  <a:pt x="60831" y="99994"/>
                  <a:pt x="62499" y="98314"/>
                  <a:pt x="62499" y="96250"/>
                </a:cubicBezTo>
                <a:lnTo>
                  <a:pt x="62499" y="94762"/>
                </a:lnTo>
                <a:cubicBezTo>
                  <a:pt x="62499" y="92338"/>
                  <a:pt x="63951" y="90190"/>
                  <a:pt x="66303" y="89219"/>
                </a:cubicBezTo>
                <a:cubicBezTo>
                  <a:pt x="68559" y="88283"/>
                  <a:pt x="71103" y="88775"/>
                  <a:pt x="72807" y="90479"/>
                </a:cubicBezTo>
                <a:lnTo>
                  <a:pt x="73864" y="91535"/>
                </a:lnTo>
                <a:cubicBezTo>
                  <a:pt x="74571" y="92243"/>
                  <a:pt x="75519" y="92639"/>
                  <a:pt x="76516" y="92639"/>
                </a:cubicBezTo>
                <a:cubicBezTo>
                  <a:pt x="77512" y="92639"/>
                  <a:pt x="78472" y="92243"/>
                  <a:pt x="79167" y="91547"/>
                </a:cubicBezTo>
                <a:lnTo>
                  <a:pt x="91552" y="79163"/>
                </a:lnTo>
                <a:cubicBezTo>
                  <a:pt x="92248" y="78467"/>
                  <a:pt x="92644" y="77508"/>
                  <a:pt x="92644" y="76512"/>
                </a:cubicBezTo>
                <a:cubicBezTo>
                  <a:pt x="92644" y="75516"/>
                  <a:pt x="92248" y="74568"/>
                  <a:pt x="91540" y="73860"/>
                </a:cubicBezTo>
                <a:lnTo>
                  <a:pt x="90496" y="72804"/>
                </a:lnTo>
                <a:cubicBezTo>
                  <a:pt x="88780" y="71100"/>
                  <a:pt x="88288" y="68545"/>
                  <a:pt x="89272" y="66169"/>
                </a:cubicBezTo>
                <a:cubicBezTo>
                  <a:pt x="90196" y="63937"/>
                  <a:pt x="92356" y="62497"/>
                  <a:pt x="94768" y="62497"/>
                </a:cubicBezTo>
                <a:lnTo>
                  <a:pt x="96256" y="62497"/>
                </a:lnTo>
                <a:cubicBezTo>
                  <a:pt x="98333" y="62497"/>
                  <a:pt x="100001" y="60817"/>
                  <a:pt x="100001" y="58753"/>
                </a:cubicBezTo>
                <a:lnTo>
                  <a:pt x="100001" y="41247"/>
                </a:lnTo>
                <a:cubicBezTo>
                  <a:pt x="100001" y="39183"/>
                  <a:pt x="98333" y="37504"/>
                  <a:pt x="96256" y="37504"/>
                </a:cubicBezTo>
                <a:lnTo>
                  <a:pt x="94768" y="37504"/>
                </a:lnTo>
                <a:cubicBezTo>
                  <a:pt x="92356" y="37504"/>
                  <a:pt x="90196" y="36063"/>
                  <a:pt x="89224" y="33700"/>
                </a:cubicBezTo>
                <a:cubicBezTo>
                  <a:pt x="88288" y="31456"/>
                  <a:pt x="88792" y="28900"/>
                  <a:pt x="90496" y="27196"/>
                </a:cubicBezTo>
                <a:lnTo>
                  <a:pt x="91540" y="26140"/>
                </a:lnTo>
                <a:cubicBezTo>
                  <a:pt x="92248" y="25432"/>
                  <a:pt x="92644" y="24484"/>
                  <a:pt x="92644" y="23489"/>
                </a:cubicBezTo>
                <a:cubicBezTo>
                  <a:pt x="92644" y="22493"/>
                  <a:pt x="92248" y="21533"/>
                  <a:pt x="91552" y="20825"/>
                </a:cubicBezTo>
                <a:lnTo>
                  <a:pt x="79167" y="8454"/>
                </a:lnTo>
                <a:cubicBezTo>
                  <a:pt x="78472" y="7758"/>
                  <a:pt x="77512" y="7362"/>
                  <a:pt x="76516" y="7362"/>
                </a:cubicBezTo>
                <a:cubicBezTo>
                  <a:pt x="75519" y="7362"/>
                  <a:pt x="74571" y="7758"/>
                  <a:pt x="73864" y="8466"/>
                </a:cubicBezTo>
                <a:lnTo>
                  <a:pt x="72807" y="9510"/>
                </a:lnTo>
                <a:cubicBezTo>
                  <a:pt x="71103" y="11226"/>
                  <a:pt x="68547" y="11730"/>
                  <a:pt x="66171" y="10734"/>
                </a:cubicBezTo>
                <a:cubicBezTo>
                  <a:pt x="63951" y="9810"/>
                  <a:pt x="62499" y="7662"/>
                  <a:pt x="62499" y="5250"/>
                </a:cubicBezTo>
                <a:lnTo>
                  <a:pt x="62499" y="3751"/>
                </a:lnTo>
                <a:cubicBezTo>
                  <a:pt x="62499" y="1686"/>
                  <a:pt x="60831" y="7"/>
                  <a:pt x="58755" y="7"/>
                </a:cubicBezTo>
                <a:lnTo>
                  <a:pt x="41246" y="7"/>
                </a:lnTo>
                <a:close/>
                <a:moveTo>
                  <a:pt x="46250" y="24052"/>
                </a:moveTo>
                <a:lnTo>
                  <a:pt x="46250" y="38271"/>
                </a:lnTo>
                <a:cubicBezTo>
                  <a:pt x="44042" y="38931"/>
                  <a:pt x="42026" y="39939"/>
                  <a:pt x="40634" y="41499"/>
                </a:cubicBezTo>
                <a:cubicBezTo>
                  <a:pt x="38486" y="43911"/>
                  <a:pt x="37502" y="46982"/>
                  <a:pt x="37502" y="50006"/>
                </a:cubicBezTo>
                <a:cubicBezTo>
                  <a:pt x="37502" y="50918"/>
                  <a:pt x="37778" y="51818"/>
                  <a:pt x="37957" y="52718"/>
                </a:cubicBezTo>
                <a:lnTo>
                  <a:pt x="25645" y="59773"/>
                </a:lnTo>
                <a:cubicBezTo>
                  <a:pt x="24433" y="56750"/>
                  <a:pt x="23749" y="53462"/>
                  <a:pt x="23749" y="50006"/>
                </a:cubicBezTo>
                <a:cubicBezTo>
                  <a:pt x="23749" y="36783"/>
                  <a:pt x="33529" y="25876"/>
                  <a:pt x="46250" y="24052"/>
                </a:cubicBezTo>
                <a:close/>
                <a:moveTo>
                  <a:pt x="53750" y="24052"/>
                </a:moveTo>
                <a:cubicBezTo>
                  <a:pt x="66471" y="25876"/>
                  <a:pt x="76251" y="36783"/>
                  <a:pt x="76251" y="50006"/>
                </a:cubicBezTo>
                <a:cubicBezTo>
                  <a:pt x="76251" y="53462"/>
                  <a:pt x="75567" y="56750"/>
                  <a:pt x="74355" y="59773"/>
                </a:cubicBezTo>
                <a:lnTo>
                  <a:pt x="62043" y="52742"/>
                </a:lnTo>
                <a:cubicBezTo>
                  <a:pt x="62222" y="51830"/>
                  <a:pt x="62499" y="50918"/>
                  <a:pt x="62499" y="50006"/>
                </a:cubicBezTo>
                <a:cubicBezTo>
                  <a:pt x="62499" y="46982"/>
                  <a:pt x="61515" y="43911"/>
                  <a:pt x="59366" y="41499"/>
                </a:cubicBezTo>
                <a:cubicBezTo>
                  <a:pt x="57975" y="39939"/>
                  <a:pt x="55971" y="38931"/>
                  <a:pt x="53750" y="38271"/>
                </a:cubicBezTo>
                <a:lnTo>
                  <a:pt x="53750" y="24052"/>
                </a:lnTo>
                <a:close/>
                <a:moveTo>
                  <a:pt x="50006" y="45003"/>
                </a:moveTo>
                <a:cubicBezTo>
                  <a:pt x="51986" y="45003"/>
                  <a:pt x="52994" y="45614"/>
                  <a:pt x="53762" y="46479"/>
                </a:cubicBezTo>
                <a:cubicBezTo>
                  <a:pt x="54531" y="47343"/>
                  <a:pt x="54998" y="48650"/>
                  <a:pt x="54998" y="50006"/>
                </a:cubicBezTo>
                <a:cubicBezTo>
                  <a:pt x="54998" y="51362"/>
                  <a:pt x="54531" y="52658"/>
                  <a:pt x="53762" y="53522"/>
                </a:cubicBezTo>
                <a:cubicBezTo>
                  <a:pt x="52994" y="54398"/>
                  <a:pt x="51986" y="54998"/>
                  <a:pt x="50006" y="54998"/>
                </a:cubicBezTo>
                <a:cubicBezTo>
                  <a:pt x="48026" y="54998"/>
                  <a:pt x="47018" y="54398"/>
                  <a:pt x="46238" y="53522"/>
                </a:cubicBezTo>
                <a:cubicBezTo>
                  <a:pt x="45470" y="52658"/>
                  <a:pt x="45002" y="51362"/>
                  <a:pt x="45002" y="50006"/>
                </a:cubicBezTo>
                <a:cubicBezTo>
                  <a:pt x="45002" y="48650"/>
                  <a:pt x="45470" y="47343"/>
                  <a:pt x="46238" y="46479"/>
                </a:cubicBezTo>
                <a:cubicBezTo>
                  <a:pt x="47018" y="45614"/>
                  <a:pt x="48026" y="45003"/>
                  <a:pt x="50006" y="45003"/>
                </a:cubicBezTo>
                <a:close/>
                <a:moveTo>
                  <a:pt x="41653" y="59245"/>
                </a:moveTo>
                <a:cubicBezTo>
                  <a:pt x="43790" y="61153"/>
                  <a:pt x="46634" y="62497"/>
                  <a:pt x="50006" y="62497"/>
                </a:cubicBezTo>
                <a:cubicBezTo>
                  <a:pt x="53355" y="62497"/>
                  <a:pt x="56187" y="61153"/>
                  <a:pt x="58323" y="59257"/>
                </a:cubicBezTo>
                <a:lnTo>
                  <a:pt x="70587" y="66264"/>
                </a:lnTo>
                <a:cubicBezTo>
                  <a:pt x="65775" y="72336"/>
                  <a:pt x="58358" y="76248"/>
                  <a:pt x="50006" y="76248"/>
                </a:cubicBezTo>
                <a:cubicBezTo>
                  <a:pt x="41653" y="76248"/>
                  <a:pt x="34225" y="72336"/>
                  <a:pt x="29413" y="66253"/>
                </a:cubicBezTo>
                <a:lnTo>
                  <a:pt x="41653" y="5924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8" name="Красный — SVG 67">
            <a:extLst>
              <a:ext uri="{FF2B5EF4-FFF2-40B4-BE49-F238E27FC236}">
                <a16:creationId xmlns:a16="http://schemas.microsoft.com/office/drawing/2014/main" id="{677D4DEC-7B52-3F42-8F47-F7C03C823869}"/>
              </a:ext>
            </a:extLst>
          </p:cNvPr>
          <p:cNvSpPr>
            <a:spLocks noGrp="1"/>
          </p:cNvSpPr>
          <p:nvPr/>
        </p:nvSpPr>
        <p:spPr>
          <a:xfrm>
            <a:off x="7620000" y="1930000"/>
            <a:ext cx="220000" cy="220000"/>
          </a:xfrm>
          <a:custGeom>
            <a:avLst/>
            <a:gdLst>
              <a:gd name="csX0" fmla="*/ 36647 w 148563"/>
              <a:gd name="csY0" fmla="*/ 92149 h 148031"/>
              <a:gd name="csX1" fmla="*/ 3266 w 148563"/>
              <a:gd name="csY1" fmla="*/ 92149 h 148031"/>
              <a:gd name="csX2" fmla="*/ 0 w 148563"/>
              <a:gd name="csY2" fmla="*/ 70885 h 148031"/>
              <a:gd name="csX3" fmla="*/ 3266 w 148563"/>
              <a:gd name="csY3" fmla="*/ 49621 h 148031"/>
              <a:gd name="csX4" fmla="*/ 36647 w 148563"/>
              <a:gd name="csY4" fmla="*/ 49621 h 148031"/>
              <a:gd name="csX5" fmla="*/ 35439 w 148563"/>
              <a:gd name="csY5" fmla="*/ 70885 h 148031"/>
              <a:gd name="csX6" fmla="*/ 36647 w 148563"/>
              <a:gd name="csY6" fmla="*/ 92149 h 148031"/>
              <a:gd name="csX7" fmla="*/ 38178 w 148563"/>
              <a:gd name="csY7" fmla="*/ 102781 h 148031"/>
              <a:gd name="csX8" fmla="*/ 50683 w 148563"/>
              <a:gd name="csY8" fmla="*/ 138811 h 148031"/>
              <a:gd name="csX9" fmla="*/ 7588 w 148563"/>
              <a:gd name="csY9" fmla="*/ 102781 h 148031"/>
              <a:gd name="csX10" fmla="*/ 38178 w 148563"/>
              <a:gd name="csY10" fmla="*/ 102781 h 148031"/>
              <a:gd name="csX11" fmla="*/ 38178 w 148563"/>
              <a:gd name="csY11" fmla="*/ 38989 h 148031"/>
              <a:gd name="csX12" fmla="*/ 7588 w 148563"/>
              <a:gd name="csY12" fmla="*/ 38989 h 148031"/>
              <a:gd name="csX13" fmla="*/ 50683 w 148563"/>
              <a:gd name="csY13" fmla="*/ 2943 h 148031"/>
              <a:gd name="csX14" fmla="*/ 38178 w 148563"/>
              <a:gd name="csY14" fmla="*/ 38989 h 148031"/>
              <a:gd name="csX15" fmla="*/ 86088 w 148563"/>
              <a:gd name="csY15" fmla="*/ 102781 h 148031"/>
              <a:gd name="csX16" fmla="*/ 86088 w 148563"/>
              <a:gd name="csY16" fmla="*/ 125355 h 148031"/>
              <a:gd name="csX17" fmla="*/ 71661 w 148563"/>
              <a:gd name="csY17" fmla="*/ 141720 h 148031"/>
              <a:gd name="csX18" fmla="*/ 70895 w 148563"/>
              <a:gd name="csY18" fmla="*/ 141754 h 148031"/>
              <a:gd name="csX19" fmla="*/ 70112 w 148563"/>
              <a:gd name="csY19" fmla="*/ 141720 h 148031"/>
              <a:gd name="csX20" fmla="*/ 48982 w 148563"/>
              <a:gd name="csY20" fmla="*/ 102781 h 148031"/>
              <a:gd name="csX21" fmla="*/ 86088 w 148563"/>
              <a:gd name="csY21" fmla="*/ 102781 h 148031"/>
              <a:gd name="csX22" fmla="*/ 48982 w 148563"/>
              <a:gd name="csY22" fmla="*/ 38989 h 148031"/>
              <a:gd name="csX23" fmla="*/ 70112 w 148563"/>
              <a:gd name="csY23" fmla="*/ 34 h 148031"/>
              <a:gd name="csX24" fmla="*/ 70895 w 148563"/>
              <a:gd name="csY24" fmla="*/ 0 h 148031"/>
              <a:gd name="csX25" fmla="*/ 71661 w 148563"/>
              <a:gd name="csY25" fmla="*/ 34 h 148031"/>
              <a:gd name="csX26" fmla="*/ 92791 w 148563"/>
              <a:gd name="csY26" fmla="*/ 38989 h 148031"/>
              <a:gd name="csX27" fmla="*/ 48982 w 148563"/>
              <a:gd name="csY27" fmla="*/ 38989 h 148031"/>
              <a:gd name="csX28" fmla="*/ 95173 w 148563"/>
              <a:gd name="csY28" fmla="*/ 57276 h 148031"/>
              <a:gd name="csX29" fmla="*/ 92366 w 148563"/>
              <a:gd name="csY29" fmla="*/ 58127 h 148031"/>
              <a:gd name="csX30" fmla="*/ 86088 w 148563"/>
              <a:gd name="csY30" fmla="*/ 67908 h 148031"/>
              <a:gd name="csX31" fmla="*/ 86088 w 148563"/>
              <a:gd name="csY31" fmla="*/ 92149 h 148031"/>
              <a:gd name="csX32" fmla="*/ 47314 w 148563"/>
              <a:gd name="csY32" fmla="*/ 92149 h 148031"/>
              <a:gd name="csX33" fmla="*/ 46072 w 148563"/>
              <a:gd name="csY33" fmla="*/ 70885 h 148031"/>
              <a:gd name="csX34" fmla="*/ 47314 w 148563"/>
              <a:gd name="csY34" fmla="*/ 49621 h 148031"/>
              <a:gd name="csX35" fmla="*/ 94458 w 148563"/>
              <a:gd name="csY35" fmla="*/ 49621 h 148031"/>
              <a:gd name="csX36" fmla="*/ 95173 w 148563"/>
              <a:gd name="csY36" fmla="*/ 57276 h 148031"/>
              <a:gd name="csX37" fmla="*/ 103611 w 148563"/>
              <a:gd name="csY37" fmla="*/ 38989 h 148031"/>
              <a:gd name="csX38" fmla="*/ 91090 w 148563"/>
              <a:gd name="csY38" fmla="*/ 2943 h 148031"/>
              <a:gd name="csX39" fmla="*/ 134185 w 148563"/>
              <a:gd name="csY39" fmla="*/ 38989 h 148031"/>
              <a:gd name="csX40" fmla="*/ 103611 w 148563"/>
              <a:gd name="csY40" fmla="*/ 38989 h 148031"/>
              <a:gd name="csX41" fmla="*/ 141773 w 148563"/>
              <a:gd name="csY41" fmla="*/ 70885 h 148031"/>
              <a:gd name="csX42" fmla="*/ 139255 w 148563"/>
              <a:gd name="csY42" fmla="*/ 89631 h 148031"/>
              <a:gd name="csX43" fmla="*/ 106113 w 148563"/>
              <a:gd name="csY43" fmla="*/ 61597 h 148031"/>
              <a:gd name="csX44" fmla="*/ 105126 w 148563"/>
              <a:gd name="csY44" fmla="*/ 49621 h 148031"/>
              <a:gd name="csX45" fmla="*/ 138523 w 148563"/>
              <a:gd name="csY45" fmla="*/ 49621 h 148031"/>
              <a:gd name="csX46" fmla="*/ 141773 w 148563"/>
              <a:gd name="csY46" fmla="*/ 70885 h 148031"/>
              <a:gd name="csX47" fmla="*/ 148340 w 148563"/>
              <a:gd name="csY47" fmla="*/ 109790 h 148031"/>
              <a:gd name="csX48" fmla="*/ 144869 w 148563"/>
              <a:gd name="csY48" fmla="*/ 112205 h 148031"/>
              <a:gd name="csX49" fmla="*/ 127005 w 148563"/>
              <a:gd name="csY49" fmla="*/ 112205 h 148031"/>
              <a:gd name="csX50" fmla="*/ 138013 w 148563"/>
              <a:gd name="csY50" fmla="*/ 136446 h 148031"/>
              <a:gd name="csX51" fmla="*/ 134457 w 148563"/>
              <a:gd name="csY51" fmla="*/ 145836 h 148031"/>
              <a:gd name="csX52" fmla="*/ 130952 w 148563"/>
              <a:gd name="csY52" fmla="*/ 147418 h 148031"/>
              <a:gd name="csX53" fmla="*/ 121595 w 148563"/>
              <a:gd name="csY53" fmla="*/ 143880 h 148031"/>
              <a:gd name="csX54" fmla="*/ 110689 w 148563"/>
              <a:gd name="csY54" fmla="*/ 119860 h 148031"/>
              <a:gd name="csX55" fmla="*/ 99699 w 148563"/>
              <a:gd name="csY55" fmla="*/ 133044 h 148031"/>
              <a:gd name="csX56" fmla="*/ 95632 w 148563"/>
              <a:gd name="csY56" fmla="*/ 134133 h 148031"/>
              <a:gd name="csX57" fmla="*/ 93182 w 148563"/>
              <a:gd name="csY57" fmla="*/ 130662 h 148031"/>
              <a:gd name="csX58" fmla="*/ 93182 w 148563"/>
              <a:gd name="csY58" fmla="*/ 67908 h 148031"/>
              <a:gd name="csX59" fmla="*/ 95309 w 148563"/>
              <a:gd name="csY59" fmla="*/ 64574 h 148031"/>
              <a:gd name="csX60" fmla="*/ 99273 w 148563"/>
              <a:gd name="csY60" fmla="*/ 65102 h 148031"/>
              <a:gd name="csX61" fmla="*/ 147268 w 148563"/>
              <a:gd name="csY61" fmla="*/ 105724 h 148031"/>
              <a:gd name="csX62" fmla="*/ 148340 w 148563"/>
              <a:gd name="csY62" fmla="*/ 109790 h 148031"/>
            </a:gdLst>
            <a:ahLst/>
            <a:cxnLst/>
            <a:rect l="l" t="t" r="r" b="b"/>
            <a:pathLst>
              <a:path w="100000" h="100000">
                <a:moveTo>
                  <a:pt x="24668" y="62206"/>
                </a:moveTo>
                <a:lnTo>
                  <a:pt x="2198" y="62206"/>
                </a:lnTo>
                <a:cubicBezTo>
                  <a:pt x="767" y="57672"/>
                  <a:pt x="0" y="52874"/>
                  <a:pt x="0" y="47893"/>
                </a:cubicBezTo>
                <a:cubicBezTo>
                  <a:pt x="0" y="42901"/>
                  <a:pt x="767" y="38103"/>
                  <a:pt x="2198" y="33580"/>
                </a:cubicBezTo>
                <a:lnTo>
                  <a:pt x="24668" y="33580"/>
                </a:lnTo>
                <a:cubicBezTo>
                  <a:pt x="24118" y="38275"/>
                  <a:pt x="23855" y="43118"/>
                  <a:pt x="23855" y="47893"/>
                </a:cubicBezTo>
                <a:cubicBezTo>
                  <a:pt x="23855" y="52656"/>
                  <a:pt x="24118" y="57500"/>
                  <a:pt x="24668" y="62206"/>
                </a:cubicBezTo>
                <a:close/>
                <a:moveTo>
                  <a:pt x="25698" y="69362"/>
                </a:moveTo>
                <a:cubicBezTo>
                  <a:pt x="27370" y="78901"/>
                  <a:pt x="30199" y="87535"/>
                  <a:pt x="34115" y="93615"/>
                </a:cubicBezTo>
                <a:cubicBezTo>
                  <a:pt x="21427" y="89870"/>
                  <a:pt x="10948" y="80973"/>
                  <a:pt x="5108" y="69362"/>
                </a:cubicBezTo>
                <a:lnTo>
                  <a:pt x="25698" y="69362"/>
                </a:lnTo>
                <a:close/>
                <a:moveTo>
                  <a:pt x="25698" y="26423"/>
                </a:moveTo>
                <a:lnTo>
                  <a:pt x="5108" y="26423"/>
                </a:lnTo>
                <a:cubicBezTo>
                  <a:pt x="10948" y="14801"/>
                  <a:pt x="21427" y="5905"/>
                  <a:pt x="34115" y="2160"/>
                </a:cubicBezTo>
                <a:cubicBezTo>
                  <a:pt x="30199" y="8240"/>
                  <a:pt x="27370" y="16874"/>
                  <a:pt x="25698" y="26423"/>
                </a:cubicBezTo>
                <a:close/>
                <a:moveTo>
                  <a:pt x="57947" y="69362"/>
                </a:moveTo>
                <a:lnTo>
                  <a:pt x="57947" y="84557"/>
                </a:lnTo>
                <a:cubicBezTo>
                  <a:pt x="55084" y="91164"/>
                  <a:pt x="51603" y="95195"/>
                  <a:pt x="48236" y="95573"/>
                </a:cubicBezTo>
                <a:cubicBezTo>
                  <a:pt x="48075" y="95596"/>
                  <a:pt x="47881" y="95596"/>
                  <a:pt x="47720" y="95596"/>
                </a:cubicBezTo>
                <a:cubicBezTo>
                  <a:pt x="47549" y="95596"/>
                  <a:pt x="47354" y="95596"/>
                  <a:pt x="47193" y="95573"/>
                </a:cubicBezTo>
                <a:cubicBezTo>
                  <a:pt x="41708" y="94954"/>
                  <a:pt x="35925" y="84695"/>
                  <a:pt x="32971" y="69362"/>
                </a:cubicBezTo>
                <a:lnTo>
                  <a:pt x="57947" y="69362"/>
                </a:lnTo>
                <a:close/>
                <a:moveTo>
                  <a:pt x="32971" y="26423"/>
                </a:moveTo>
                <a:cubicBezTo>
                  <a:pt x="35925" y="11080"/>
                  <a:pt x="41708" y="821"/>
                  <a:pt x="47193" y="202"/>
                </a:cubicBezTo>
                <a:cubicBezTo>
                  <a:pt x="47354" y="179"/>
                  <a:pt x="47549" y="179"/>
                  <a:pt x="47720" y="179"/>
                </a:cubicBezTo>
                <a:cubicBezTo>
                  <a:pt x="47881" y="179"/>
                  <a:pt x="48075" y="179"/>
                  <a:pt x="48236" y="202"/>
                </a:cubicBezTo>
                <a:cubicBezTo>
                  <a:pt x="53733" y="821"/>
                  <a:pt x="59505" y="11080"/>
                  <a:pt x="62459" y="26423"/>
                </a:cubicBezTo>
                <a:lnTo>
                  <a:pt x="32971" y="26423"/>
                </a:lnTo>
                <a:close/>
                <a:moveTo>
                  <a:pt x="64062" y="38732"/>
                </a:moveTo>
                <a:cubicBezTo>
                  <a:pt x="63409" y="38824"/>
                  <a:pt x="62769" y="39042"/>
                  <a:pt x="62173" y="39305"/>
                </a:cubicBezTo>
                <a:cubicBezTo>
                  <a:pt x="59596" y="40519"/>
                  <a:pt x="57947" y="43096"/>
                  <a:pt x="57947" y="45889"/>
                </a:cubicBezTo>
                <a:lnTo>
                  <a:pt x="57947" y="62206"/>
                </a:lnTo>
                <a:lnTo>
                  <a:pt x="31848" y="62206"/>
                </a:lnTo>
                <a:cubicBezTo>
                  <a:pt x="31321" y="57718"/>
                  <a:pt x="31012" y="52920"/>
                  <a:pt x="31012" y="47893"/>
                </a:cubicBezTo>
                <a:cubicBezTo>
                  <a:pt x="31012" y="42855"/>
                  <a:pt x="31321" y="38057"/>
                  <a:pt x="31848" y="33580"/>
                </a:cubicBezTo>
                <a:lnTo>
                  <a:pt x="63581" y="33580"/>
                </a:lnTo>
                <a:cubicBezTo>
                  <a:pt x="63776" y="35240"/>
                  <a:pt x="63937" y="36958"/>
                  <a:pt x="64062" y="38732"/>
                </a:cubicBezTo>
                <a:close/>
                <a:moveTo>
                  <a:pt x="69742" y="26423"/>
                </a:moveTo>
                <a:cubicBezTo>
                  <a:pt x="68071" y="16874"/>
                  <a:pt x="65230" y="8240"/>
                  <a:pt x="61314" y="2160"/>
                </a:cubicBezTo>
                <a:cubicBezTo>
                  <a:pt x="74003" y="5905"/>
                  <a:pt x="84481" y="14801"/>
                  <a:pt x="90322" y="26423"/>
                </a:cubicBezTo>
                <a:lnTo>
                  <a:pt x="69742" y="26423"/>
                </a:lnTo>
                <a:close/>
                <a:moveTo>
                  <a:pt x="95430" y="47893"/>
                </a:moveTo>
                <a:cubicBezTo>
                  <a:pt x="95430" y="52255"/>
                  <a:pt x="94834" y="56480"/>
                  <a:pt x="93735" y="60511"/>
                </a:cubicBezTo>
                <a:lnTo>
                  <a:pt x="71426" y="41641"/>
                </a:lnTo>
                <a:cubicBezTo>
                  <a:pt x="71288" y="38916"/>
                  <a:pt x="71071" y="36225"/>
                  <a:pt x="70762" y="33580"/>
                </a:cubicBezTo>
                <a:lnTo>
                  <a:pt x="93242" y="33580"/>
                </a:lnTo>
                <a:cubicBezTo>
                  <a:pt x="94674" y="38103"/>
                  <a:pt x="95430" y="42901"/>
                  <a:pt x="95430" y="47893"/>
                </a:cubicBezTo>
                <a:close/>
                <a:moveTo>
                  <a:pt x="99850" y="74080"/>
                </a:moveTo>
                <a:cubicBezTo>
                  <a:pt x="99484" y="75064"/>
                  <a:pt x="98556" y="75706"/>
                  <a:pt x="97514" y="75706"/>
                </a:cubicBezTo>
                <a:lnTo>
                  <a:pt x="85489" y="75706"/>
                </a:lnTo>
                <a:lnTo>
                  <a:pt x="92899" y="92023"/>
                </a:lnTo>
                <a:cubicBezTo>
                  <a:pt x="93998" y="94428"/>
                  <a:pt x="92922" y="97267"/>
                  <a:pt x="90505" y="98343"/>
                </a:cubicBezTo>
                <a:lnTo>
                  <a:pt x="88146" y="99408"/>
                </a:lnTo>
                <a:cubicBezTo>
                  <a:pt x="85752" y="100473"/>
                  <a:pt x="82935" y="99408"/>
                  <a:pt x="81847" y="97027"/>
                </a:cubicBezTo>
                <a:lnTo>
                  <a:pt x="74506" y="80859"/>
                </a:lnTo>
                <a:lnTo>
                  <a:pt x="67109" y="89733"/>
                </a:lnTo>
                <a:cubicBezTo>
                  <a:pt x="66445" y="90546"/>
                  <a:pt x="65345" y="90832"/>
                  <a:pt x="64371" y="90466"/>
                </a:cubicBezTo>
                <a:cubicBezTo>
                  <a:pt x="63387" y="90111"/>
                  <a:pt x="62722" y="89183"/>
                  <a:pt x="62722" y="88130"/>
                </a:cubicBezTo>
                <a:lnTo>
                  <a:pt x="62722" y="45889"/>
                </a:lnTo>
                <a:cubicBezTo>
                  <a:pt x="62722" y="44928"/>
                  <a:pt x="63295" y="44046"/>
                  <a:pt x="64154" y="43645"/>
                </a:cubicBezTo>
                <a:cubicBezTo>
                  <a:pt x="65036" y="43233"/>
                  <a:pt x="66089" y="43382"/>
                  <a:pt x="66822" y="44000"/>
                </a:cubicBezTo>
                <a:lnTo>
                  <a:pt x="99128" y="71343"/>
                </a:lnTo>
                <a:cubicBezTo>
                  <a:pt x="99919" y="72008"/>
                  <a:pt x="100205" y="73107"/>
                  <a:pt x="99850" y="7408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9" name="Красный — SVG 68">
            <a:extLst>
              <a:ext uri="{FF2B5EF4-FFF2-40B4-BE49-F238E27FC236}">
                <a16:creationId xmlns:a16="http://schemas.microsoft.com/office/drawing/2014/main" id="{B8F42458-46A4-844C-A519-673D8E2576E5}"/>
              </a:ext>
            </a:extLst>
          </p:cNvPr>
          <p:cNvSpPr>
            <a:spLocks noGrp="1"/>
          </p:cNvSpPr>
          <p:nvPr/>
        </p:nvSpPr>
        <p:spPr>
          <a:xfrm>
            <a:off x="8220000" y="1930000"/>
            <a:ext cx="220000" cy="220000"/>
          </a:xfrm>
          <a:custGeom>
            <a:avLst/>
            <a:gdLst>
              <a:gd name="csX0" fmla="*/ 67339 w 134695"/>
              <a:gd name="csY0" fmla="*/ 0 h 134676"/>
              <a:gd name="csX1" fmla="*/ 46072 w 134695"/>
              <a:gd name="csY1" fmla="*/ 21264 h 134676"/>
              <a:gd name="csX2" fmla="*/ 62031 w 134695"/>
              <a:gd name="csY2" fmla="*/ 41830 h 134676"/>
              <a:gd name="csX3" fmla="*/ 62031 w 134695"/>
              <a:gd name="csY3" fmla="*/ 77962 h 134676"/>
              <a:gd name="csX4" fmla="*/ 72664 w 134695"/>
              <a:gd name="csY4" fmla="*/ 77962 h 134676"/>
              <a:gd name="csX5" fmla="*/ 72664 w 134695"/>
              <a:gd name="csY5" fmla="*/ 41830 h 134676"/>
              <a:gd name="csX6" fmla="*/ 88606 w 134695"/>
              <a:gd name="csY6" fmla="*/ 21264 h 134676"/>
              <a:gd name="csX7" fmla="*/ 67339 w 134695"/>
              <a:gd name="csY7" fmla="*/ 0 h 134676"/>
              <a:gd name="csX8" fmla="*/ 26575 w 134695"/>
              <a:gd name="csY8" fmla="*/ 70885 h 134676"/>
              <a:gd name="csX9" fmla="*/ 21267 w 134695"/>
              <a:gd name="csY9" fmla="*/ 76193 h 134676"/>
              <a:gd name="csX10" fmla="*/ 26575 w 134695"/>
              <a:gd name="csY10" fmla="*/ 81517 h 134676"/>
              <a:gd name="csX11" fmla="*/ 37208 w 134695"/>
              <a:gd name="csY11" fmla="*/ 81517 h 134676"/>
              <a:gd name="csX12" fmla="*/ 42534 w 134695"/>
              <a:gd name="csY12" fmla="*/ 76193 h 134676"/>
              <a:gd name="csX13" fmla="*/ 37208 w 134695"/>
              <a:gd name="csY13" fmla="*/ 70885 h 134676"/>
              <a:gd name="csX14" fmla="*/ 26575 w 134695"/>
              <a:gd name="csY14" fmla="*/ 70885 h 134676"/>
              <a:gd name="csX15" fmla="*/ 14172 w 134695"/>
              <a:gd name="csY15" fmla="*/ 88594 h 134676"/>
              <a:gd name="csX16" fmla="*/ 0 w 134695"/>
              <a:gd name="csY16" fmla="*/ 102781 h 134676"/>
              <a:gd name="csX17" fmla="*/ 0 w 134695"/>
              <a:gd name="csY17" fmla="*/ 120490 h 134676"/>
              <a:gd name="csX18" fmla="*/ 14172 w 134695"/>
              <a:gd name="csY18" fmla="*/ 134677 h 134676"/>
              <a:gd name="csX19" fmla="*/ 120506 w 134695"/>
              <a:gd name="csY19" fmla="*/ 134677 h 134676"/>
              <a:gd name="csX20" fmla="*/ 134695 w 134695"/>
              <a:gd name="csY20" fmla="*/ 120490 h 134676"/>
              <a:gd name="csX21" fmla="*/ 134695 w 134695"/>
              <a:gd name="csY21" fmla="*/ 102781 h 134676"/>
              <a:gd name="csX22" fmla="*/ 120506 w 134695"/>
              <a:gd name="csY22" fmla="*/ 88594 h 134676"/>
              <a:gd name="csX23" fmla="*/ 14172 w 134695"/>
              <a:gd name="csY23" fmla="*/ 88594 h 134676"/>
            </a:gdLst>
            <a:ahLst/>
            <a:cxnLst/>
            <a:rect l="l" t="t" r="r" b="b"/>
            <a:pathLst>
              <a:path w="100000" h="100000">
                <a:moveTo>
                  <a:pt x="49994" y="7"/>
                </a:moveTo>
                <a:cubicBezTo>
                  <a:pt x="41278" y="7"/>
                  <a:pt x="34205" y="7079"/>
                  <a:pt x="34205" y="15794"/>
                </a:cubicBezTo>
                <a:cubicBezTo>
                  <a:pt x="34205" y="23144"/>
                  <a:pt x="39245" y="29307"/>
                  <a:pt x="46053" y="31062"/>
                </a:cubicBezTo>
                <a:lnTo>
                  <a:pt x="46053" y="57887"/>
                </a:lnTo>
                <a:lnTo>
                  <a:pt x="53947" y="57887"/>
                </a:lnTo>
                <a:lnTo>
                  <a:pt x="53947" y="31062"/>
                </a:lnTo>
                <a:cubicBezTo>
                  <a:pt x="60755" y="29307"/>
                  <a:pt x="65783" y="23144"/>
                  <a:pt x="65783" y="15794"/>
                </a:cubicBezTo>
                <a:cubicBezTo>
                  <a:pt x="65783" y="7079"/>
                  <a:pt x="58722" y="7"/>
                  <a:pt x="49994" y="7"/>
                </a:cubicBezTo>
                <a:close/>
                <a:moveTo>
                  <a:pt x="19730" y="52633"/>
                </a:moveTo>
                <a:cubicBezTo>
                  <a:pt x="17557" y="52633"/>
                  <a:pt x="15789" y="54402"/>
                  <a:pt x="15789" y="56574"/>
                </a:cubicBezTo>
                <a:cubicBezTo>
                  <a:pt x="15789" y="58759"/>
                  <a:pt x="17557" y="60527"/>
                  <a:pt x="19730" y="60527"/>
                </a:cubicBezTo>
                <a:lnTo>
                  <a:pt x="27624" y="60527"/>
                </a:lnTo>
                <a:cubicBezTo>
                  <a:pt x="29810" y="60527"/>
                  <a:pt x="31578" y="58759"/>
                  <a:pt x="31578" y="56574"/>
                </a:cubicBezTo>
                <a:cubicBezTo>
                  <a:pt x="31578" y="54402"/>
                  <a:pt x="29810" y="52633"/>
                  <a:pt x="27624" y="52633"/>
                </a:cubicBezTo>
                <a:lnTo>
                  <a:pt x="19730" y="52633"/>
                </a:lnTo>
                <a:close/>
                <a:moveTo>
                  <a:pt x="10522" y="65781"/>
                </a:moveTo>
                <a:cubicBezTo>
                  <a:pt x="4711" y="65781"/>
                  <a:pt x="0" y="70491"/>
                  <a:pt x="0" y="76314"/>
                </a:cubicBezTo>
                <a:lnTo>
                  <a:pt x="0" y="89461"/>
                </a:lnTo>
                <a:cubicBezTo>
                  <a:pt x="0" y="95283"/>
                  <a:pt x="4711" y="99994"/>
                  <a:pt x="10522" y="99994"/>
                </a:cubicBezTo>
                <a:lnTo>
                  <a:pt x="89466" y="99994"/>
                </a:lnTo>
                <a:cubicBezTo>
                  <a:pt x="95289" y="99994"/>
                  <a:pt x="100000" y="95283"/>
                  <a:pt x="100000" y="89461"/>
                </a:cubicBezTo>
                <a:lnTo>
                  <a:pt x="100000" y="76314"/>
                </a:lnTo>
                <a:cubicBezTo>
                  <a:pt x="100000" y="70491"/>
                  <a:pt x="95289" y="65781"/>
                  <a:pt x="89466" y="65781"/>
                </a:cubicBezTo>
                <a:lnTo>
                  <a:pt x="10522" y="6578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0" name="Красный — SVG 69">
            <a:extLst>
              <a:ext uri="{FF2B5EF4-FFF2-40B4-BE49-F238E27FC236}">
                <a16:creationId xmlns:a16="http://schemas.microsoft.com/office/drawing/2014/main" id="{02280339-4FAD-EB43-B3EF-99A4119A0BB0}"/>
              </a:ext>
            </a:extLst>
          </p:cNvPr>
          <p:cNvSpPr>
            <a:spLocks noGrp="1"/>
          </p:cNvSpPr>
          <p:nvPr/>
        </p:nvSpPr>
        <p:spPr>
          <a:xfrm>
            <a:off x="8820000" y="1930000"/>
            <a:ext cx="220000" cy="220000"/>
          </a:xfrm>
          <a:custGeom>
            <a:avLst/>
            <a:gdLst>
              <a:gd name="csX0" fmla="*/ 51397 w 148867"/>
              <a:gd name="csY0" fmla="*/ 0 h 141753"/>
              <a:gd name="csX1" fmla="*/ 35541 w 148867"/>
              <a:gd name="csY1" fmla="*/ 14170 h 141753"/>
              <a:gd name="csX2" fmla="*/ 113326 w 148867"/>
              <a:gd name="csY2" fmla="*/ 14170 h 141753"/>
              <a:gd name="csX3" fmla="*/ 97470 w 148867"/>
              <a:gd name="csY3" fmla="*/ 0 h 141753"/>
              <a:gd name="csX4" fmla="*/ 51397 w 148867"/>
              <a:gd name="csY4" fmla="*/ 0 h 141753"/>
              <a:gd name="csX5" fmla="*/ 35439 w 148867"/>
              <a:gd name="csY5" fmla="*/ 24802 h 141753"/>
              <a:gd name="csX6" fmla="*/ 35439 w 148867"/>
              <a:gd name="csY6" fmla="*/ 62022 h 141753"/>
              <a:gd name="csX7" fmla="*/ 38501 w 148867"/>
              <a:gd name="csY7" fmla="*/ 71327 h 141753"/>
              <a:gd name="csX8" fmla="*/ 20161 w 148867"/>
              <a:gd name="csY8" fmla="*/ 99226 h 141753"/>
              <a:gd name="csX9" fmla="*/ 10633 w 148867"/>
              <a:gd name="csY9" fmla="*/ 99226 h 141753"/>
              <a:gd name="csX10" fmla="*/ 0 w 148867"/>
              <a:gd name="csY10" fmla="*/ 109858 h 141753"/>
              <a:gd name="csX11" fmla="*/ 0 w 148867"/>
              <a:gd name="csY11" fmla="*/ 131122 h 141753"/>
              <a:gd name="csX12" fmla="*/ 10633 w 148867"/>
              <a:gd name="csY12" fmla="*/ 141754 h 141753"/>
              <a:gd name="csX13" fmla="*/ 31900 w 148867"/>
              <a:gd name="csY13" fmla="*/ 141754 h 141753"/>
              <a:gd name="csX14" fmla="*/ 42534 w 148867"/>
              <a:gd name="csY14" fmla="*/ 131122 h 141753"/>
              <a:gd name="csX15" fmla="*/ 42534 w 148867"/>
              <a:gd name="csY15" fmla="*/ 109858 h 141753"/>
              <a:gd name="csX16" fmla="*/ 32836 w 148867"/>
              <a:gd name="csY16" fmla="*/ 99328 h 141753"/>
              <a:gd name="csX17" fmla="*/ 47280 w 148867"/>
              <a:gd name="csY17" fmla="*/ 77366 h 141753"/>
              <a:gd name="csX18" fmla="*/ 51397 w 148867"/>
              <a:gd name="csY18" fmla="*/ 77962 h 141753"/>
              <a:gd name="csX19" fmla="*/ 69108 w 148867"/>
              <a:gd name="csY19" fmla="*/ 77962 h 141753"/>
              <a:gd name="csX20" fmla="*/ 69108 w 148867"/>
              <a:gd name="csY20" fmla="*/ 99226 h 141753"/>
              <a:gd name="csX21" fmla="*/ 63800 w 148867"/>
              <a:gd name="csY21" fmla="*/ 99226 h 141753"/>
              <a:gd name="csX22" fmla="*/ 53167 w 148867"/>
              <a:gd name="csY22" fmla="*/ 109858 h 141753"/>
              <a:gd name="csX23" fmla="*/ 53167 w 148867"/>
              <a:gd name="csY23" fmla="*/ 131122 h 141753"/>
              <a:gd name="csX24" fmla="*/ 63800 w 148867"/>
              <a:gd name="csY24" fmla="*/ 141754 h 141753"/>
              <a:gd name="csX25" fmla="*/ 85067 w 148867"/>
              <a:gd name="csY25" fmla="*/ 141754 h 141753"/>
              <a:gd name="csX26" fmla="*/ 95700 w 148867"/>
              <a:gd name="csY26" fmla="*/ 131122 h 141753"/>
              <a:gd name="csX27" fmla="*/ 95700 w 148867"/>
              <a:gd name="csY27" fmla="*/ 109858 h 141753"/>
              <a:gd name="csX28" fmla="*/ 85067 w 148867"/>
              <a:gd name="csY28" fmla="*/ 99226 h 141753"/>
              <a:gd name="csX29" fmla="*/ 79742 w 148867"/>
              <a:gd name="csY29" fmla="*/ 99226 h 141753"/>
              <a:gd name="csX30" fmla="*/ 79742 w 148867"/>
              <a:gd name="csY30" fmla="*/ 77962 h 141753"/>
              <a:gd name="csX31" fmla="*/ 97470 w 148867"/>
              <a:gd name="csY31" fmla="*/ 77962 h 141753"/>
              <a:gd name="csX32" fmla="*/ 101587 w 148867"/>
              <a:gd name="csY32" fmla="*/ 77366 h 141753"/>
              <a:gd name="csX33" fmla="*/ 116031 w 148867"/>
              <a:gd name="csY33" fmla="*/ 99328 h 141753"/>
              <a:gd name="csX34" fmla="*/ 106334 w 148867"/>
              <a:gd name="csY34" fmla="*/ 109858 h 141753"/>
              <a:gd name="csX35" fmla="*/ 106334 w 148867"/>
              <a:gd name="csY35" fmla="*/ 131122 h 141753"/>
              <a:gd name="csX36" fmla="*/ 116967 w 148867"/>
              <a:gd name="csY36" fmla="*/ 141754 h 141753"/>
              <a:gd name="csX37" fmla="*/ 138234 w 148867"/>
              <a:gd name="csY37" fmla="*/ 141754 h 141753"/>
              <a:gd name="csX38" fmla="*/ 148867 w 148867"/>
              <a:gd name="csY38" fmla="*/ 131122 h 141753"/>
              <a:gd name="csX39" fmla="*/ 148867 w 148867"/>
              <a:gd name="csY39" fmla="*/ 109858 h 141753"/>
              <a:gd name="csX40" fmla="*/ 138234 w 148867"/>
              <a:gd name="csY40" fmla="*/ 99226 h 141753"/>
              <a:gd name="csX41" fmla="*/ 128706 w 148867"/>
              <a:gd name="csY41" fmla="*/ 99226 h 141753"/>
              <a:gd name="csX42" fmla="*/ 110366 w 148867"/>
              <a:gd name="csY42" fmla="*/ 71327 h 141753"/>
              <a:gd name="csX43" fmla="*/ 113428 w 148867"/>
              <a:gd name="csY43" fmla="*/ 62022 h 141753"/>
              <a:gd name="csX44" fmla="*/ 113428 w 148867"/>
              <a:gd name="csY44" fmla="*/ 24802 h 141753"/>
              <a:gd name="csX45" fmla="*/ 35439 w 148867"/>
              <a:gd name="csY45" fmla="*/ 24802 h 141753"/>
              <a:gd name="csX46" fmla="*/ 54936 w 148867"/>
              <a:gd name="csY46" fmla="*/ 35434 h 141753"/>
              <a:gd name="csX47" fmla="*/ 60262 w 148867"/>
              <a:gd name="csY47" fmla="*/ 40759 h 141753"/>
              <a:gd name="csX48" fmla="*/ 54936 w 148867"/>
              <a:gd name="csY48" fmla="*/ 46066 h 141753"/>
              <a:gd name="csX49" fmla="*/ 49628 w 148867"/>
              <a:gd name="csY49" fmla="*/ 40759 h 141753"/>
              <a:gd name="csX50" fmla="*/ 54936 w 148867"/>
              <a:gd name="csY50" fmla="*/ 35434 h 141753"/>
              <a:gd name="csX51" fmla="*/ 76203 w 148867"/>
              <a:gd name="csY51" fmla="*/ 35434 h 141753"/>
              <a:gd name="csX52" fmla="*/ 93931 w 148867"/>
              <a:gd name="csY52" fmla="*/ 35434 h 141753"/>
              <a:gd name="csX53" fmla="*/ 99239 w 148867"/>
              <a:gd name="csY53" fmla="*/ 40759 h 141753"/>
              <a:gd name="csX54" fmla="*/ 93931 w 148867"/>
              <a:gd name="csY54" fmla="*/ 46066 h 141753"/>
              <a:gd name="csX55" fmla="*/ 76203 w 148867"/>
              <a:gd name="csY55" fmla="*/ 46066 h 141753"/>
              <a:gd name="csX56" fmla="*/ 70895 w 148867"/>
              <a:gd name="csY56" fmla="*/ 40759 h 141753"/>
              <a:gd name="csX57" fmla="*/ 76203 w 148867"/>
              <a:gd name="csY57" fmla="*/ 35434 h 141753"/>
              <a:gd name="csX58" fmla="*/ 54936 w 148867"/>
              <a:gd name="csY58" fmla="*/ 53160 h 141753"/>
              <a:gd name="csX59" fmla="*/ 60262 w 148867"/>
              <a:gd name="csY59" fmla="*/ 58467 h 141753"/>
              <a:gd name="csX60" fmla="*/ 54936 w 148867"/>
              <a:gd name="csY60" fmla="*/ 63792 h 141753"/>
              <a:gd name="csX61" fmla="*/ 49628 w 148867"/>
              <a:gd name="csY61" fmla="*/ 58467 h 141753"/>
              <a:gd name="csX62" fmla="*/ 54936 w 148867"/>
              <a:gd name="csY62" fmla="*/ 53160 h 141753"/>
              <a:gd name="csX63" fmla="*/ 76203 w 148867"/>
              <a:gd name="csY63" fmla="*/ 53160 h 141753"/>
              <a:gd name="csX64" fmla="*/ 93931 w 148867"/>
              <a:gd name="csY64" fmla="*/ 53160 h 141753"/>
              <a:gd name="csX65" fmla="*/ 99239 w 148867"/>
              <a:gd name="csY65" fmla="*/ 58467 h 141753"/>
              <a:gd name="csX66" fmla="*/ 93931 w 148867"/>
              <a:gd name="csY66" fmla="*/ 63792 h 141753"/>
              <a:gd name="csX67" fmla="*/ 76203 w 148867"/>
              <a:gd name="csY67" fmla="*/ 63792 h 141753"/>
              <a:gd name="csX68" fmla="*/ 70895 w 148867"/>
              <a:gd name="csY68" fmla="*/ 58467 h 141753"/>
              <a:gd name="csX69" fmla="*/ 76203 w 148867"/>
              <a:gd name="csY69" fmla="*/ 53160 h 141753"/>
            </a:gdLst>
            <a:ahLst/>
            <a:cxnLst/>
            <a:rect l="l" t="t" r="r" b="b"/>
            <a:pathLst>
              <a:path w="100000" h="100000">
                <a:moveTo>
                  <a:pt x="34525" y="2389"/>
                </a:moveTo>
                <a:cubicBezTo>
                  <a:pt x="29029" y="2389"/>
                  <a:pt x="24480" y="6560"/>
                  <a:pt x="23874" y="11908"/>
                </a:cubicBezTo>
                <a:lnTo>
                  <a:pt x="76126" y="11908"/>
                </a:lnTo>
                <a:cubicBezTo>
                  <a:pt x="75520" y="6560"/>
                  <a:pt x="70971" y="2389"/>
                  <a:pt x="65475" y="2389"/>
                </a:cubicBezTo>
                <a:lnTo>
                  <a:pt x="34525" y="2389"/>
                </a:lnTo>
                <a:close/>
                <a:moveTo>
                  <a:pt x="23806" y="19050"/>
                </a:moveTo>
                <a:lnTo>
                  <a:pt x="23806" y="44052"/>
                </a:lnTo>
                <a:cubicBezTo>
                  <a:pt x="23806" y="46395"/>
                  <a:pt x="24583" y="48543"/>
                  <a:pt x="25863" y="50303"/>
                </a:cubicBezTo>
                <a:lnTo>
                  <a:pt x="13543" y="69044"/>
                </a:lnTo>
                <a:lnTo>
                  <a:pt x="7143" y="69044"/>
                </a:lnTo>
                <a:cubicBezTo>
                  <a:pt x="3200" y="69044"/>
                  <a:pt x="0" y="72243"/>
                  <a:pt x="0" y="76185"/>
                </a:cubicBezTo>
                <a:lnTo>
                  <a:pt x="0" y="90469"/>
                </a:lnTo>
                <a:cubicBezTo>
                  <a:pt x="0" y="94423"/>
                  <a:pt x="3200" y="97611"/>
                  <a:pt x="7143" y="97611"/>
                </a:cubicBezTo>
                <a:lnTo>
                  <a:pt x="21429" y="97611"/>
                </a:lnTo>
                <a:cubicBezTo>
                  <a:pt x="25372" y="97611"/>
                  <a:pt x="28572" y="94423"/>
                  <a:pt x="28572" y="90469"/>
                </a:cubicBezTo>
                <a:lnTo>
                  <a:pt x="28572" y="76185"/>
                </a:lnTo>
                <a:cubicBezTo>
                  <a:pt x="28572" y="72460"/>
                  <a:pt x="25703" y="69432"/>
                  <a:pt x="22057" y="69112"/>
                </a:cubicBezTo>
                <a:lnTo>
                  <a:pt x="31760" y="54359"/>
                </a:lnTo>
                <a:cubicBezTo>
                  <a:pt x="32640" y="54588"/>
                  <a:pt x="33566" y="54760"/>
                  <a:pt x="34525" y="54760"/>
                </a:cubicBezTo>
                <a:lnTo>
                  <a:pt x="46423" y="54760"/>
                </a:lnTo>
                <a:lnTo>
                  <a:pt x="46423" y="69044"/>
                </a:lnTo>
                <a:lnTo>
                  <a:pt x="42857" y="69044"/>
                </a:lnTo>
                <a:cubicBezTo>
                  <a:pt x="38915" y="69044"/>
                  <a:pt x="35714" y="72243"/>
                  <a:pt x="35714" y="76185"/>
                </a:cubicBezTo>
                <a:lnTo>
                  <a:pt x="35714" y="90469"/>
                </a:lnTo>
                <a:cubicBezTo>
                  <a:pt x="35714" y="94423"/>
                  <a:pt x="38915" y="97611"/>
                  <a:pt x="42857" y="97611"/>
                </a:cubicBezTo>
                <a:lnTo>
                  <a:pt x="57143" y="97611"/>
                </a:lnTo>
                <a:cubicBezTo>
                  <a:pt x="61086" y="97611"/>
                  <a:pt x="64286" y="94423"/>
                  <a:pt x="64286" y="90469"/>
                </a:cubicBezTo>
                <a:lnTo>
                  <a:pt x="64286" y="76185"/>
                </a:lnTo>
                <a:cubicBezTo>
                  <a:pt x="64286" y="72243"/>
                  <a:pt x="61086" y="69044"/>
                  <a:pt x="57143" y="69044"/>
                </a:cubicBezTo>
                <a:lnTo>
                  <a:pt x="53566" y="69044"/>
                </a:lnTo>
                <a:lnTo>
                  <a:pt x="53566" y="54760"/>
                </a:lnTo>
                <a:lnTo>
                  <a:pt x="65475" y="54760"/>
                </a:lnTo>
                <a:cubicBezTo>
                  <a:pt x="66434" y="54760"/>
                  <a:pt x="67360" y="54588"/>
                  <a:pt x="68240" y="54359"/>
                </a:cubicBezTo>
                <a:lnTo>
                  <a:pt x="77943" y="69112"/>
                </a:lnTo>
                <a:cubicBezTo>
                  <a:pt x="74297" y="69432"/>
                  <a:pt x="71429" y="72460"/>
                  <a:pt x="71429" y="76185"/>
                </a:cubicBezTo>
                <a:lnTo>
                  <a:pt x="71429" y="90469"/>
                </a:lnTo>
                <a:cubicBezTo>
                  <a:pt x="71429" y="94423"/>
                  <a:pt x="74629" y="97611"/>
                  <a:pt x="78571" y="97611"/>
                </a:cubicBezTo>
                <a:lnTo>
                  <a:pt x="92857" y="97611"/>
                </a:lnTo>
                <a:cubicBezTo>
                  <a:pt x="96800" y="97611"/>
                  <a:pt x="100000" y="94423"/>
                  <a:pt x="100000" y="90469"/>
                </a:cubicBezTo>
                <a:lnTo>
                  <a:pt x="100000" y="76185"/>
                </a:lnTo>
                <a:cubicBezTo>
                  <a:pt x="100000" y="72243"/>
                  <a:pt x="96800" y="69044"/>
                  <a:pt x="92857" y="69044"/>
                </a:cubicBezTo>
                <a:lnTo>
                  <a:pt x="86457" y="69044"/>
                </a:lnTo>
                <a:lnTo>
                  <a:pt x="74137" y="50303"/>
                </a:lnTo>
                <a:cubicBezTo>
                  <a:pt x="75417" y="48543"/>
                  <a:pt x="76194" y="46395"/>
                  <a:pt x="76194" y="44052"/>
                </a:cubicBezTo>
                <a:lnTo>
                  <a:pt x="76194" y="19050"/>
                </a:lnTo>
                <a:lnTo>
                  <a:pt x="23806" y="19050"/>
                </a:lnTo>
                <a:close/>
                <a:moveTo>
                  <a:pt x="36903" y="26192"/>
                </a:moveTo>
                <a:cubicBezTo>
                  <a:pt x="38880" y="26192"/>
                  <a:pt x="40480" y="27792"/>
                  <a:pt x="40480" y="29769"/>
                </a:cubicBezTo>
                <a:cubicBezTo>
                  <a:pt x="40480" y="31734"/>
                  <a:pt x="38880" y="33334"/>
                  <a:pt x="36903" y="33334"/>
                </a:cubicBezTo>
                <a:cubicBezTo>
                  <a:pt x="34937" y="33334"/>
                  <a:pt x="33337" y="31734"/>
                  <a:pt x="33337" y="29769"/>
                </a:cubicBezTo>
                <a:cubicBezTo>
                  <a:pt x="33337" y="27792"/>
                  <a:pt x="34937" y="26192"/>
                  <a:pt x="36903" y="26192"/>
                </a:cubicBezTo>
                <a:close/>
                <a:moveTo>
                  <a:pt x="51189" y="26192"/>
                </a:moveTo>
                <a:lnTo>
                  <a:pt x="63097" y="26192"/>
                </a:lnTo>
                <a:cubicBezTo>
                  <a:pt x="65063" y="26192"/>
                  <a:pt x="66663" y="27792"/>
                  <a:pt x="66663" y="29769"/>
                </a:cubicBezTo>
                <a:cubicBezTo>
                  <a:pt x="66663" y="31734"/>
                  <a:pt x="65063" y="33334"/>
                  <a:pt x="63097" y="33334"/>
                </a:cubicBezTo>
                <a:lnTo>
                  <a:pt x="51189" y="33334"/>
                </a:lnTo>
                <a:cubicBezTo>
                  <a:pt x="49223" y="33334"/>
                  <a:pt x="47623" y="31734"/>
                  <a:pt x="47623" y="29769"/>
                </a:cubicBezTo>
                <a:cubicBezTo>
                  <a:pt x="47623" y="27792"/>
                  <a:pt x="49223" y="26192"/>
                  <a:pt x="51189" y="26192"/>
                </a:cubicBezTo>
                <a:close/>
                <a:moveTo>
                  <a:pt x="36903" y="38099"/>
                </a:moveTo>
                <a:cubicBezTo>
                  <a:pt x="38880" y="38099"/>
                  <a:pt x="40480" y="39699"/>
                  <a:pt x="40480" y="41664"/>
                </a:cubicBezTo>
                <a:cubicBezTo>
                  <a:pt x="40480" y="43641"/>
                  <a:pt x="38880" y="45241"/>
                  <a:pt x="36903" y="45241"/>
                </a:cubicBezTo>
                <a:cubicBezTo>
                  <a:pt x="34937" y="45241"/>
                  <a:pt x="33337" y="43641"/>
                  <a:pt x="33337" y="41664"/>
                </a:cubicBezTo>
                <a:cubicBezTo>
                  <a:pt x="33337" y="39699"/>
                  <a:pt x="34937" y="38099"/>
                  <a:pt x="36903" y="38099"/>
                </a:cubicBezTo>
                <a:close/>
                <a:moveTo>
                  <a:pt x="51189" y="38099"/>
                </a:moveTo>
                <a:lnTo>
                  <a:pt x="63097" y="38099"/>
                </a:lnTo>
                <a:cubicBezTo>
                  <a:pt x="65063" y="38099"/>
                  <a:pt x="66663" y="39699"/>
                  <a:pt x="66663" y="41664"/>
                </a:cubicBezTo>
                <a:cubicBezTo>
                  <a:pt x="66663" y="43641"/>
                  <a:pt x="65063" y="45241"/>
                  <a:pt x="63097" y="45241"/>
                </a:cubicBezTo>
                <a:lnTo>
                  <a:pt x="51189" y="45241"/>
                </a:lnTo>
                <a:cubicBezTo>
                  <a:pt x="49223" y="45241"/>
                  <a:pt x="47623" y="43641"/>
                  <a:pt x="47623" y="41664"/>
                </a:cubicBezTo>
                <a:cubicBezTo>
                  <a:pt x="47623" y="39699"/>
                  <a:pt x="49223" y="38099"/>
                  <a:pt x="51189" y="3809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1" name="Красный — SVG 70">
            <a:extLst>
              <a:ext uri="{FF2B5EF4-FFF2-40B4-BE49-F238E27FC236}">
                <a16:creationId xmlns:a16="http://schemas.microsoft.com/office/drawing/2014/main" id="{AC65894C-FBFF-C14B-87F4-FAD7217E651F}"/>
              </a:ext>
            </a:extLst>
          </p:cNvPr>
          <p:cNvSpPr>
            <a:spLocks noGrp="1"/>
          </p:cNvSpPr>
          <p:nvPr/>
        </p:nvSpPr>
        <p:spPr>
          <a:xfrm>
            <a:off x="9420000" y="1930000"/>
            <a:ext cx="220000" cy="220000"/>
          </a:xfrm>
          <a:custGeom>
            <a:avLst/>
            <a:gdLst>
              <a:gd name="csX0" fmla="*/ 146996 w 155945"/>
              <a:gd name="csY0" fmla="*/ 16620 h 127515"/>
              <a:gd name="csX1" fmla="*/ 138438 w 155945"/>
              <a:gd name="csY1" fmla="*/ 13524 h 127515"/>
              <a:gd name="csX2" fmla="*/ 138166 w 155945"/>
              <a:gd name="csY2" fmla="*/ 4406 h 127515"/>
              <a:gd name="csX3" fmla="*/ 132909 w 155945"/>
              <a:gd name="csY3" fmla="*/ 0 h 127515"/>
              <a:gd name="csX4" fmla="*/ 23036 w 155945"/>
              <a:gd name="csY4" fmla="*/ 0 h 127515"/>
              <a:gd name="csX5" fmla="*/ 17796 w 155945"/>
              <a:gd name="csY5" fmla="*/ 4406 h 127515"/>
              <a:gd name="csX6" fmla="*/ 17507 w 155945"/>
              <a:gd name="csY6" fmla="*/ 13473 h 127515"/>
              <a:gd name="csX7" fmla="*/ 8949 w 155945"/>
              <a:gd name="csY7" fmla="*/ 16569 h 127515"/>
              <a:gd name="csX8" fmla="*/ 0 w 155945"/>
              <a:gd name="csY8" fmla="*/ 36285 h 127515"/>
              <a:gd name="csX9" fmla="*/ 17268 w 155945"/>
              <a:gd name="csY9" fmla="*/ 60661 h 127515"/>
              <a:gd name="csX10" fmla="*/ 66471 w 155945"/>
              <a:gd name="csY10" fmla="*/ 124691 h 127515"/>
              <a:gd name="csX11" fmla="*/ 77989 w 155945"/>
              <a:gd name="csY11" fmla="*/ 127515 h 127515"/>
              <a:gd name="csX12" fmla="*/ 89473 w 155945"/>
              <a:gd name="csY12" fmla="*/ 124709 h 127515"/>
              <a:gd name="csX13" fmla="*/ 138676 w 155945"/>
              <a:gd name="csY13" fmla="*/ 60713 h 127515"/>
              <a:gd name="csX14" fmla="*/ 155945 w 155945"/>
              <a:gd name="csY14" fmla="*/ 36336 h 127515"/>
              <a:gd name="csX15" fmla="*/ 146996 w 155945"/>
              <a:gd name="csY15" fmla="*/ 16620 h 127515"/>
              <a:gd name="csX16" fmla="*/ 63800 w 155945"/>
              <a:gd name="csY16" fmla="*/ 60253 h 127515"/>
              <a:gd name="csX17" fmla="*/ 86700 w 155945"/>
              <a:gd name="csY17" fmla="*/ 60253 h 127515"/>
              <a:gd name="csX18" fmla="*/ 74740 w 155945"/>
              <a:gd name="csY18" fmla="*/ 33342 h 127515"/>
              <a:gd name="csX19" fmla="*/ 76544 w 155945"/>
              <a:gd name="csY19" fmla="*/ 28664 h 127515"/>
              <a:gd name="csX20" fmla="*/ 81222 w 155945"/>
              <a:gd name="csY20" fmla="*/ 30450 h 127515"/>
              <a:gd name="csX21" fmla="*/ 95394 w 155945"/>
              <a:gd name="csY21" fmla="*/ 62346 h 127515"/>
              <a:gd name="csX22" fmla="*/ 95122 w 155945"/>
              <a:gd name="csY22" fmla="*/ 65714 h 127515"/>
              <a:gd name="csX23" fmla="*/ 92162 w 155945"/>
              <a:gd name="csY23" fmla="*/ 67330 h 127515"/>
              <a:gd name="csX24" fmla="*/ 63800 w 155945"/>
              <a:gd name="csY24" fmla="*/ 67330 h 127515"/>
              <a:gd name="csX25" fmla="*/ 60261 w 155945"/>
              <a:gd name="csY25" fmla="*/ 63792 h 127515"/>
              <a:gd name="csX26" fmla="*/ 63800 w 155945"/>
              <a:gd name="csY26" fmla="*/ 60253 h 127515"/>
              <a:gd name="csX27" fmla="*/ 49628 w 155945"/>
              <a:gd name="csY27" fmla="*/ 35434 h 127515"/>
              <a:gd name="csX28" fmla="*/ 42534 w 155945"/>
              <a:gd name="csY28" fmla="*/ 28357 h 127515"/>
              <a:gd name="csX29" fmla="*/ 49628 w 155945"/>
              <a:gd name="csY29" fmla="*/ 21264 h 127515"/>
              <a:gd name="csX30" fmla="*/ 56706 w 155945"/>
              <a:gd name="csY30" fmla="*/ 28357 h 127515"/>
              <a:gd name="csX31" fmla="*/ 49628 w 155945"/>
              <a:gd name="csY31" fmla="*/ 35434 h 127515"/>
              <a:gd name="csX32" fmla="*/ 95700 w 155945"/>
              <a:gd name="csY32" fmla="*/ 88594 h 127515"/>
              <a:gd name="csX33" fmla="*/ 60261 w 155945"/>
              <a:gd name="csY33" fmla="*/ 88594 h 127515"/>
              <a:gd name="csX34" fmla="*/ 56706 w 155945"/>
              <a:gd name="csY34" fmla="*/ 85056 h 127515"/>
              <a:gd name="csX35" fmla="*/ 60261 w 155945"/>
              <a:gd name="csY35" fmla="*/ 81517 h 127515"/>
              <a:gd name="csX36" fmla="*/ 95700 w 155945"/>
              <a:gd name="csY36" fmla="*/ 81517 h 127515"/>
              <a:gd name="csX37" fmla="*/ 99239 w 155945"/>
              <a:gd name="csY37" fmla="*/ 85056 h 127515"/>
              <a:gd name="csX38" fmla="*/ 95700 w 155945"/>
              <a:gd name="csY38" fmla="*/ 88594 h 127515"/>
              <a:gd name="csX39" fmla="*/ 106334 w 155945"/>
              <a:gd name="csY39" fmla="*/ 35434 h 127515"/>
              <a:gd name="csX40" fmla="*/ 99239 w 155945"/>
              <a:gd name="csY40" fmla="*/ 28357 h 127515"/>
              <a:gd name="csX41" fmla="*/ 106334 w 155945"/>
              <a:gd name="csY41" fmla="*/ 21264 h 127515"/>
              <a:gd name="csX42" fmla="*/ 113428 w 155945"/>
              <a:gd name="csY42" fmla="*/ 28357 h 127515"/>
              <a:gd name="csX43" fmla="*/ 106334 w 155945"/>
              <a:gd name="csY43" fmla="*/ 35434 h 127515"/>
            </a:gdLst>
            <a:ahLst/>
            <a:cxnLst/>
            <a:rect l="l" t="t" r="r" b="b"/>
            <a:pathLst>
              <a:path w="100000" h="100000">
                <a:moveTo>
                  <a:pt x="94261" y="19773"/>
                </a:moveTo>
                <a:cubicBezTo>
                  <a:pt x="92614" y="18595"/>
                  <a:pt x="90749" y="17918"/>
                  <a:pt x="88774" y="17788"/>
                </a:cubicBezTo>
                <a:cubicBezTo>
                  <a:pt x="88839" y="15420"/>
                  <a:pt x="88828" y="13282"/>
                  <a:pt x="88599" y="11941"/>
                </a:cubicBezTo>
                <a:cubicBezTo>
                  <a:pt x="88316" y="10304"/>
                  <a:pt x="86897" y="9115"/>
                  <a:pt x="85228" y="9115"/>
                </a:cubicBezTo>
                <a:lnTo>
                  <a:pt x="14772" y="9115"/>
                </a:lnTo>
                <a:cubicBezTo>
                  <a:pt x="13114" y="9115"/>
                  <a:pt x="11696" y="10304"/>
                  <a:pt x="11412" y="11941"/>
                </a:cubicBezTo>
                <a:cubicBezTo>
                  <a:pt x="11183" y="13282"/>
                  <a:pt x="11161" y="15398"/>
                  <a:pt x="11226" y="17755"/>
                </a:cubicBezTo>
                <a:cubicBezTo>
                  <a:pt x="9251" y="17886"/>
                  <a:pt x="7375" y="18551"/>
                  <a:pt x="5739" y="19740"/>
                </a:cubicBezTo>
                <a:cubicBezTo>
                  <a:pt x="2139" y="22326"/>
                  <a:pt x="0" y="27060"/>
                  <a:pt x="0" y="32383"/>
                </a:cubicBezTo>
                <a:cubicBezTo>
                  <a:pt x="0" y="40139"/>
                  <a:pt x="4779" y="46607"/>
                  <a:pt x="11073" y="48014"/>
                </a:cubicBezTo>
                <a:cubicBezTo>
                  <a:pt x="15863" y="71839"/>
                  <a:pt x="32751" y="83925"/>
                  <a:pt x="42625" y="89074"/>
                </a:cubicBezTo>
                <a:cubicBezTo>
                  <a:pt x="44938" y="90284"/>
                  <a:pt x="47469" y="90885"/>
                  <a:pt x="50011" y="90885"/>
                </a:cubicBezTo>
                <a:cubicBezTo>
                  <a:pt x="52542" y="90885"/>
                  <a:pt x="55073" y="90284"/>
                  <a:pt x="57375" y="89085"/>
                </a:cubicBezTo>
                <a:cubicBezTo>
                  <a:pt x="67249" y="83936"/>
                  <a:pt x="84137" y="71871"/>
                  <a:pt x="88926" y="48048"/>
                </a:cubicBezTo>
                <a:cubicBezTo>
                  <a:pt x="95221" y="46640"/>
                  <a:pt x="100000" y="40172"/>
                  <a:pt x="100000" y="32416"/>
                </a:cubicBezTo>
                <a:cubicBezTo>
                  <a:pt x="100000" y="27092"/>
                  <a:pt x="97851" y="22358"/>
                  <a:pt x="94261" y="19773"/>
                </a:cubicBezTo>
                <a:close/>
                <a:moveTo>
                  <a:pt x="40912" y="47753"/>
                </a:moveTo>
                <a:lnTo>
                  <a:pt x="55597" y="47753"/>
                </a:lnTo>
                <a:lnTo>
                  <a:pt x="47927" y="30496"/>
                </a:lnTo>
                <a:cubicBezTo>
                  <a:pt x="47414" y="29340"/>
                  <a:pt x="47938" y="27998"/>
                  <a:pt x="49084" y="27496"/>
                </a:cubicBezTo>
                <a:cubicBezTo>
                  <a:pt x="50229" y="26983"/>
                  <a:pt x="51571" y="27496"/>
                  <a:pt x="52084" y="28642"/>
                </a:cubicBezTo>
                <a:lnTo>
                  <a:pt x="61172" y="49095"/>
                </a:lnTo>
                <a:cubicBezTo>
                  <a:pt x="61488" y="49804"/>
                  <a:pt x="61422" y="50611"/>
                  <a:pt x="60997" y="51255"/>
                </a:cubicBezTo>
                <a:cubicBezTo>
                  <a:pt x="60582" y="51898"/>
                  <a:pt x="59863" y="52291"/>
                  <a:pt x="59099" y="52291"/>
                </a:cubicBezTo>
                <a:lnTo>
                  <a:pt x="40912" y="52291"/>
                </a:lnTo>
                <a:cubicBezTo>
                  <a:pt x="39658" y="52291"/>
                  <a:pt x="38642" y="51276"/>
                  <a:pt x="38642" y="50022"/>
                </a:cubicBezTo>
                <a:cubicBezTo>
                  <a:pt x="38642" y="48768"/>
                  <a:pt x="39658" y="47753"/>
                  <a:pt x="40912" y="47753"/>
                </a:cubicBezTo>
                <a:close/>
                <a:moveTo>
                  <a:pt x="31824" y="31838"/>
                </a:moveTo>
                <a:cubicBezTo>
                  <a:pt x="29304" y="31838"/>
                  <a:pt x="27275" y="29809"/>
                  <a:pt x="27275" y="27299"/>
                </a:cubicBezTo>
                <a:cubicBezTo>
                  <a:pt x="27275" y="24780"/>
                  <a:pt x="29304" y="22751"/>
                  <a:pt x="31824" y="22751"/>
                </a:cubicBezTo>
                <a:cubicBezTo>
                  <a:pt x="34334" y="22751"/>
                  <a:pt x="36363" y="24780"/>
                  <a:pt x="36363" y="27299"/>
                </a:cubicBezTo>
                <a:cubicBezTo>
                  <a:pt x="36363" y="29809"/>
                  <a:pt x="34334" y="31838"/>
                  <a:pt x="31824" y="31838"/>
                </a:cubicBezTo>
                <a:close/>
                <a:moveTo>
                  <a:pt x="61368" y="65926"/>
                </a:moveTo>
                <a:lnTo>
                  <a:pt x="38642" y="65926"/>
                </a:lnTo>
                <a:cubicBezTo>
                  <a:pt x="37377" y="65926"/>
                  <a:pt x="36363" y="64912"/>
                  <a:pt x="36363" y="63658"/>
                </a:cubicBezTo>
                <a:cubicBezTo>
                  <a:pt x="36363" y="62403"/>
                  <a:pt x="37377" y="61388"/>
                  <a:pt x="38642" y="61388"/>
                </a:cubicBezTo>
                <a:lnTo>
                  <a:pt x="61368" y="61388"/>
                </a:lnTo>
                <a:cubicBezTo>
                  <a:pt x="62623" y="61388"/>
                  <a:pt x="63637" y="62403"/>
                  <a:pt x="63637" y="63658"/>
                </a:cubicBezTo>
                <a:cubicBezTo>
                  <a:pt x="63637" y="64912"/>
                  <a:pt x="62623" y="65926"/>
                  <a:pt x="61368" y="65926"/>
                </a:cubicBezTo>
                <a:close/>
                <a:moveTo>
                  <a:pt x="68187" y="31838"/>
                </a:moveTo>
                <a:cubicBezTo>
                  <a:pt x="65678" y="31838"/>
                  <a:pt x="63637" y="29809"/>
                  <a:pt x="63637" y="27299"/>
                </a:cubicBezTo>
                <a:cubicBezTo>
                  <a:pt x="63637" y="24780"/>
                  <a:pt x="65678" y="22751"/>
                  <a:pt x="68187" y="22751"/>
                </a:cubicBezTo>
                <a:cubicBezTo>
                  <a:pt x="70696" y="22751"/>
                  <a:pt x="72736" y="24780"/>
                  <a:pt x="72736" y="27299"/>
                </a:cubicBezTo>
                <a:cubicBezTo>
                  <a:pt x="72736" y="29809"/>
                  <a:pt x="70696" y="31838"/>
                  <a:pt x="68187" y="3183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2" name="Красный — SVG 71">
            <a:extLst>
              <a:ext uri="{FF2B5EF4-FFF2-40B4-BE49-F238E27FC236}">
                <a16:creationId xmlns:a16="http://schemas.microsoft.com/office/drawing/2014/main" id="{63552F5D-0B8E-A64D-832C-2BBFBD6374D7}"/>
              </a:ext>
            </a:extLst>
          </p:cNvPr>
          <p:cNvSpPr>
            <a:spLocks noGrp="1"/>
          </p:cNvSpPr>
          <p:nvPr/>
        </p:nvSpPr>
        <p:spPr>
          <a:xfrm>
            <a:off x="10020000" y="1930000"/>
            <a:ext cx="220000" cy="220000"/>
          </a:xfrm>
          <a:custGeom>
            <a:avLst/>
            <a:gdLst>
              <a:gd name="csX0" fmla="*/ 124109 w 148820"/>
              <a:gd name="csY0" fmla="*/ 2 h 102495"/>
              <a:gd name="csX1" fmla="*/ 120111 w 148820"/>
              <a:gd name="csY1" fmla="*/ 1125 h 102495"/>
              <a:gd name="csX2" fmla="*/ 117439 w 148820"/>
              <a:gd name="csY2" fmla="*/ 4289 h 102495"/>
              <a:gd name="csX3" fmla="*/ 116980 w 148820"/>
              <a:gd name="csY3" fmla="*/ 8405 h 102495"/>
              <a:gd name="csX4" fmla="*/ 118919 w 148820"/>
              <a:gd name="csY4" fmla="*/ 12080 h 102495"/>
              <a:gd name="csX5" fmla="*/ 118919 w 148820"/>
              <a:gd name="csY5" fmla="*/ 90501 h 102495"/>
              <a:gd name="csX6" fmla="*/ 117422 w 148820"/>
              <a:gd name="csY6" fmla="*/ 92832 h 102495"/>
              <a:gd name="csX7" fmla="*/ 116946 w 148820"/>
              <a:gd name="csY7" fmla="*/ 95553 h 102495"/>
              <a:gd name="csX8" fmla="*/ 117541 w 148820"/>
              <a:gd name="csY8" fmla="*/ 98258 h 102495"/>
              <a:gd name="csX9" fmla="*/ 119124 w 148820"/>
              <a:gd name="csY9" fmla="*/ 100521 h 102495"/>
              <a:gd name="csX10" fmla="*/ 121455 w 148820"/>
              <a:gd name="csY10" fmla="*/ 102018 h 102495"/>
              <a:gd name="csX11" fmla="*/ 124177 w 148820"/>
              <a:gd name="csY11" fmla="*/ 102494 h 102495"/>
              <a:gd name="csX12" fmla="*/ 126882 w 148820"/>
              <a:gd name="csY12" fmla="*/ 101898 h 102495"/>
              <a:gd name="csX13" fmla="*/ 129145 w 148820"/>
              <a:gd name="csY13" fmla="*/ 100316 h 102495"/>
              <a:gd name="csX14" fmla="*/ 129145 w 148820"/>
              <a:gd name="csY14" fmla="*/ 2265 h 102495"/>
              <a:gd name="csX15" fmla="*/ 126848 w 148820"/>
              <a:gd name="csY15" fmla="*/ 615 h 102495"/>
              <a:gd name="csX16" fmla="*/ 124109 w 148820"/>
              <a:gd name="csY16" fmla="*/ 2 h 102495"/>
              <a:gd name="csX17" fmla="*/ 24495 w 148820"/>
              <a:gd name="csY17" fmla="*/ 19 h 102495"/>
              <a:gd name="csX18" fmla="*/ 19663 w 148820"/>
              <a:gd name="csY18" fmla="*/ 2265 h 102495"/>
              <a:gd name="csX19" fmla="*/ 19663 w 148820"/>
              <a:gd name="csY19" fmla="*/ 100316 h 102495"/>
              <a:gd name="csX20" fmla="*/ 24631 w 148820"/>
              <a:gd name="csY20" fmla="*/ 102494 h 102495"/>
              <a:gd name="csX21" fmla="*/ 29685 w 148820"/>
              <a:gd name="csY21" fmla="*/ 100521 h 102495"/>
              <a:gd name="csX22" fmla="*/ 31879 w 148820"/>
              <a:gd name="csY22" fmla="*/ 95553 h 102495"/>
              <a:gd name="csX23" fmla="*/ 29906 w 148820"/>
              <a:gd name="csY23" fmla="*/ 90501 h 102495"/>
              <a:gd name="csX24" fmla="*/ 29906 w 148820"/>
              <a:gd name="csY24" fmla="*/ 12080 h 102495"/>
              <a:gd name="csX25" fmla="*/ 31828 w 148820"/>
              <a:gd name="csY25" fmla="*/ 8354 h 102495"/>
              <a:gd name="csX26" fmla="*/ 31334 w 148820"/>
              <a:gd name="csY26" fmla="*/ 4187 h 102495"/>
              <a:gd name="csX27" fmla="*/ 28561 w 148820"/>
              <a:gd name="csY27" fmla="*/ 1040 h 102495"/>
              <a:gd name="csX28" fmla="*/ 24495 w 148820"/>
              <a:gd name="csY28" fmla="*/ 19 h 102495"/>
              <a:gd name="csX29" fmla="*/ 48909 w 148820"/>
              <a:gd name="csY29" fmla="*/ 19327 h 102495"/>
              <a:gd name="csX30" fmla="*/ 44044 w 148820"/>
              <a:gd name="csY30" fmla="*/ 21504 h 102495"/>
              <a:gd name="csX31" fmla="*/ 44044 w 148820"/>
              <a:gd name="csY31" fmla="*/ 81060 h 102495"/>
              <a:gd name="csX32" fmla="*/ 46341 w 148820"/>
              <a:gd name="csY32" fmla="*/ 82710 h 102495"/>
              <a:gd name="csX33" fmla="*/ 49096 w 148820"/>
              <a:gd name="csY33" fmla="*/ 83339 h 102495"/>
              <a:gd name="csX34" fmla="*/ 51870 w 148820"/>
              <a:gd name="csY34" fmla="*/ 82846 h 102495"/>
              <a:gd name="csX35" fmla="*/ 54234 w 148820"/>
              <a:gd name="csY35" fmla="*/ 81315 h 102495"/>
              <a:gd name="csX36" fmla="*/ 55817 w 148820"/>
              <a:gd name="csY36" fmla="*/ 78967 h 102495"/>
              <a:gd name="csX37" fmla="*/ 56344 w 148820"/>
              <a:gd name="csY37" fmla="*/ 76195 h 102495"/>
              <a:gd name="csX38" fmla="*/ 55765 w 148820"/>
              <a:gd name="csY38" fmla="*/ 73439 h 102495"/>
              <a:gd name="csX39" fmla="*/ 54150 w 148820"/>
              <a:gd name="csY39" fmla="*/ 71126 h 102495"/>
              <a:gd name="csX40" fmla="*/ 54150 w 148820"/>
              <a:gd name="csY40" fmla="*/ 31456 h 102495"/>
              <a:gd name="csX41" fmla="*/ 56123 w 148820"/>
              <a:gd name="csY41" fmla="*/ 27764 h 102495"/>
              <a:gd name="csX42" fmla="*/ 55681 w 148820"/>
              <a:gd name="csY42" fmla="*/ 23597 h 102495"/>
              <a:gd name="csX43" fmla="*/ 52942 w 148820"/>
              <a:gd name="csY43" fmla="*/ 20415 h 102495"/>
              <a:gd name="csX44" fmla="*/ 48909 w 148820"/>
              <a:gd name="csY44" fmla="*/ 19327 h 102495"/>
              <a:gd name="csX45" fmla="*/ 99695 w 148820"/>
              <a:gd name="csY45" fmla="*/ 19327 h 102495"/>
              <a:gd name="csX46" fmla="*/ 95730 w 148820"/>
              <a:gd name="csY46" fmla="*/ 20501 h 102495"/>
              <a:gd name="csX47" fmla="*/ 93094 w 148820"/>
              <a:gd name="csY47" fmla="*/ 23698 h 102495"/>
              <a:gd name="csX48" fmla="*/ 92702 w 148820"/>
              <a:gd name="csY48" fmla="*/ 27815 h 102495"/>
              <a:gd name="csX49" fmla="*/ 94659 w 148820"/>
              <a:gd name="csY49" fmla="*/ 31456 h 102495"/>
              <a:gd name="csX50" fmla="*/ 94659 w 148820"/>
              <a:gd name="csY50" fmla="*/ 71126 h 102495"/>
              <a:gd name="csX51" fmla="*/ 93042 w 148820"/>
              <a:gd name="csY51" fmla="*/ 73439 h 102495"/>
              <a:gd name="csX52" fmla="*/ 92464 w 148820"/>
              <a:gd name="csY52" fmla="*/ 76195 h 102495"/>
              <a:gd name="csX53" fmla="*/ 93008 w 148820"/>
              <a:gd name="csY53" fmla="*/ 78967 h 102495"/>
              <a:gd name="csX54" fmla="*/ 94573 w 148820"/>
              <a:gd name="csY54" fmla="*/ 81315 h 102495"/>
              <a:gd name="csX55" fmla="*/ 96938 w 148820"/>
              <a:gd name="csY55" fmla="*/ 82846 h 102495"/>
              <a:gd name="csX56" fmla="*/ 99729 w 148820"/>
              <a:gd name="csY56" fmla="*/ 83339 h 102495"/>
              <a:gd name="csX57" fmla="*/ 102468 w 148820"/>
              <a:gd name="csY57" fmla="*/ 82710 h 102495"/>
              <a:gd name="csX58" fmla="*/ 104765 w 148820"/>
              <a:gd name="csY58" fmla="*/ 81060 h 102495"/>
              <a:gd name="csX59" fmla="*/ 104765 w 148820"/>
              <a:gd name="csY59" fmla="*/ 21504 h 102495"/>
              <a:gd name="csX60" fmla="*/ 102451 w 148820"/>
              <a:gd name="csY60" fmla="*/ 19905 h 102495"/>
              <a:gd name="csX61" fmla="*/ 99695 w 148820"/>
              <a:gd name="csY61" fmla="*/ 19327 h 102495"/>
              <a:gd name="csX62" fmla="*/ 74413 w 148820"/>
              <a:gd name="csY62" fmla="*/ 40658 h 102495"/>
              <a:gd name="csX63" fmla="*/ 66892 w 148820"/>
              <a:gd name="csY63" fmla="*/ 43772 h 102495"/>
              <a:gd name="csX64" fmla="*/ 63780 w 148820"/>
              <a:gd name="csY64" fmla="*/ 51290 h 102495"/>
              <a:gd name="csX65" fmla="*/ 66892 w 148820"/>
              <a:gd name="csY65" fmla="*/ 58810 h 102495"/>
              <a:gd name="csX66" fmla="*/ 74413 w 148820"/>
              <a:gd name="csY66" fmla="*/ 61922 h 102495"/>
              <a:gd name="csX67" fmla="*/ 81933 w 148820"/>
              <a:gd name="csY67" fmla="*/ 58810 h 102495"/>
              <a:gd name="csX68" fmla="*/ 85046 w 148820"/>
              <a:gd name="csY68" fmla="*/ 51290 h 102495"/>
              <a:gd name="csX69" fmla="*/ 81933 w 148820"/>
              <a:gd name="csY69" fmla="*/ 43772 h 102495"/>
              <a:gd name="csX70" fmla="*/ 74413 w 148820"/>
              <a:gd name="csY70" fmla="*/ 40658 h 102495"/>
            </a:gdLst>
            <a:ahLst/>
            <a:cxnLst/>
            <a:rect l="l" t="t" r="r" b="b"/>
            <a:pathLst>
              <a:path w="100000" h="100000">
                <a:moveTo>
                  <a:pt x="83395" y="15565"/>
                </a:moveTo>
                <a:cubicBezTo>
                  <a:pt x="82447" y="15543"/>
                  <a:pt x="81509" y="15805"/>
                  <a:pt x="80709" y="16320"/>
                </a:cubicBezTo>
                <a:cubicBezTo>
                  <a:pt x="79920" y="16834"/>
                  <a:pt x="79291" y="17577"/>
                  <a:pt x="78913" y="18446"/>
                </a:cubicBezTo>
                <a:cubicBezTo>
                  <a:pt x="78536" y="19315"/>
                  <a:pt x="78434" y="20286"/>
                  <a:pt x="78605" y="21212"/>
                </a:cubicBezTo>
                <a:cubicBezTo>
                  <a:pt x="78788" y="22149"/>
                  <a:pt x="79234" y="23007"/>
                  <a:pt x="79908" y="23681"/>
                </a:cubicBezTo>
                <a:cubicBezTo>
                  <a:pt x="94050" y="38415"/>
                  <a:pt x="94050" y="61643"/>
                  <a:pt x="79908" y="76376"/>
                </a:cubicBezTo>
                <a:cubicBezTo>
                  <a:pt x="79474" y="76823"/>
                  <a:pt x="79131" y="77360"/>
                  <a:pt x="78902" y="77943"/>
                </a:cubicBezTo>
                <a:cubicBezTo>
                  <a:pt x="78674" y="78525"/>
                  <a:pt x="78559" y="79143"/>
                  <a:pt x="78582" y="79771"/>
                </a:cubicBezTo>
                <a:cubicBezTo>
                  <a:pt x="78594" y="80400"/>
                  <a:pt x="78731" y="81018"/>
                  <a:pt x="78982" y="81589"/>
                </a:cubicBezTo>
                <a:cubicBezTo>
                  <a:pt x="79234" y="82161"/>
                  <a:pt x="79588" y="82675"/>
                  <a:pt x="80046" y="83109"/>
                </a:cubicBezTo>
                <a:cubicBezTo>
                  <a:pt x="80492" y="83544"/>
                  <a:pt x="81029" y="83886"/>
                  <a:pt x="81612" y="84115"/>
                </a:cubicBezTo>
                <a:cubicBezTo>
                  <a:pt x="82195" y="84344"/>
                  <a:pt x="82812" y="84447"/>
                  <a:pt x="83441" y="84435"/>
                </a:cubicBezTo>
                <a:cubicBezTo>
                  <a:pt x="84070" y="84424"/>
                  <a:pt x="84687" y="84287"/>
                  <a:pt x="85259" y="84035"/>
                </a:cubicBezTo>
                <a:cubicBezTo>
                  <a:pt x="85831" y="83783"/>
                  <a:pt x="86345" y="83418"/>
                  <a:pt x="86779" y="82972"/>
                </a:cubicBezTo>
                <a:cubicBezTo>
                  <a:pt x="104407" y="64615"/>
                  <a:pt x="104407" y="35443"/>
                  <a:pt x="86779" y="17086"/>
                </a:cubicBezTo>
                <a:cubicBezTo>
                  <a:pt x="86345" y="16617"/>
                  <a:pt x="85818" y="16240"/>
                  <a:pt x="85236" y="15977"/>
                </a:cubicBezTo>
                <a:cubicBezTo>
                  <a:pt x="84653" y="15725"/>
                  <a:pt x="84024" y="15577"/>
                  <a:pt x="83395" y="15565"/>
                </a:cubicBezTo>
                <a:close/>
                <a:moveTo>
                  <a:pt x="16459" y="15577"/>
                </a:moveTo>
                <a:cubicBezTo>
                  <a:pt x="15224" y="15634"/>
                  <a:pt x="14059" y="16172"/>
                  <a:pt x="13213" y="17086"/>
                </a:cubicBezTo>
                <a:cubicBezTo>
                  <a:pt x="-4404" y="35443"/>
                  <a:pt x="-4404" y="64615"/>
                  <a:pt x="13213" y="82972"/>
                </a:cubicBezTo>
                <a:cubicBezTo>
                  <a:pt x="14094" y="83886"/>
                  <a:pt x="15294" y="84412"/>
                  <a:pt x="16551" y="84435"/>
                </a:cubicBezTo>
                <a:cubicBezTo>
                  <a:pt x="17820" y="84458"/>
                  <a:pt x="19043" y="83990"/>
                  <a:pt x="19947" y="83109"/>
                </a:cubicBezTo>
                <a:cubicBezTo>
                  <a:pt x="20861" y="82241"/>
                  <a:pt x="21387" y="81041"/>
                  <a:pt x="21421" y="79771"/>
                </a:cubicBezTo>
                <a:cubicBezTo>
                  <a:pt x="21444" y="78514"/>
                  <a:pt x="20964" y="77291"/>
                  <a:pt x="20095" y="76376"/>
                </a:cubicBezTo>
                <a:cubicBezTo>
                  <a:pt x="5942" y="61643"/>
                  <a:pt x="5942" y="38415"/>
                  <a:pt x="20095" y="23681"/>
                </a:cubicBezTo>
                <a:cubicBezTo>
                  <a:pt x="20769" y="22995"/>
                  <a:pt x="21216" y="22126"/>
                  <a:pt x="21387" y="21178"/>
                </a:cubicBezTo>
                <a:cubicBezTo>
                  <a:pt x="21558" y="20229"/>
                  <a:pt x="21444" y="19258"/>
                  <a:pt x="21055" y="18378"/>
                </a:cubicBezTo>
                <a:cubicBezTo>
                  <a:pt x="20655" y="17509"/>
                  <a:pt x="20015" y="16766"/>
                  <a:pt x="19192" y="16263"/>
                </a:cubicBezTo>
                <a:cubicBezTo>
                  <a:pt x="18368" y="15760"/>
                  <a:pt x="17420" y="15520"/>
                  <a:pt x="16459" y="15577"/>
                </a:cubicBezTo>
                <a:close/>
                <a:moveTo>
                  <a:pt x="32865" y="28551"/>
                </a:moveTo>
                <a:cubicBezTo>
                  <a:pt x="31619" y="28597"/>
                  <a:pt x="30453" y="29122"/>
                  <a:pt x="29595" y="30014"/>
                </a:cubicBezTo>
                <a:cubicBezTo>
                  <a:pt x="18712" y="41079"/>
                  <a:pt x="18712" y="58979"/>
                  <a:pt x="29595" y="70033"/>
                </a:cubicBezTo>
                <a:cubicBezTo>
                  <a:pt x="30030" y="70502"/>
                  <a:pt x="30556" y="70879"/>
                  <a:pt x="31139" y="71141"/>
                </a:cubicBezTo>
                <a:cubicBezTo>
                  <a:pt x="31722" y="71404"/>
                  <a:pt x="32350" y="71553"/>
                  <a:pt x="32990" y="71564"/>
                </a:cubicBezTo>
                <a:cubicBezTo>
                  <a:pt x="33620" y="71587"/>
                  <a:pt x="34260" y="71473"/>
                  <a:pt x="34854" y="71233"/>
                </a:cubicBezTo>
                <a:cubicBezTo>
                  <a:pt x="35448" y="71004"/>
                  <a:pt x="35986" y="70649"/>
                  <a:pt x="36443" y="70204"/>
                </a:cubicBezTo>
                <a:cubicBezTo>
                  <a:pt x="36900" y="69758"/>
                  <a:pt x="37254" y="69221"/>
                  <a:pt x="37506" y="68626"/>
                </a:cubicBezTo>
                <a:cubicBezTo>
                  <a:pt x="37746" y="68044"/>
                  <a:pt x="37872" y="67404"/>
                  <a:pt x="37861" y="66764"/>
                </a:cubicBezTo>
                <a:cubicBezTo>
                  <a:pt x="37861" y="66135"/>
                  <a:pt x="37723" y="65494"/>
                  <a:pt x="37471" y="64912"/>
                </a:cubicBezTo>
                <a:cubicBezTo>
                  <a:pt x="37221" y="64328"/>
                  <a:pt x="36843" y="63803"/>
                  <a:pt x="36386" y="63357"/>
                </a:cubicBezTo>
                <a:cubicBezTo>
                  <a:pt x="29081" y="55938"/>
                  <a:pt x="29081" y="44119"/>
                  <a:pt x="36386" y="36701"/>
                </a:cubicBezTo>
                <a:cubicBezTo>
                  <a:pt x="37072" y="36026"/>
                  <a:pt x="37529" y="35158"/>
                  <a:pt x="37712" y="34220"/>
                </a:cubicBezTo>
                <a:cubicBezTo>
                  <a:pt x="37895" y="33271"/>
                  <a:pt x="37792" y="32300"/>
                  <a:pt x="37415" y="31420"/>
                </a:cubicBezTo>
                <a:cubicBezTo>
                  <a:pt x="37027" y="30540"/>
                  <a:pt x="36386" y="29785"/>
                  <a:pt x="35575" y="29282"/>
                </a:cubicBezTo>
                <a:cubicBezTo>
                  <a:pt x="34763" y="28768"/>
                  <a:pt x="33825" y="28517"/>
                  <a:pt x="32865" y="28551"/>
                </a:cubicBezTo>
                <a:close/>
                <a:moveTo>
                  <a:pt x="66990" y="28551"/>
                </a:moveTo>
                <a:cubicBezTo>
                  <a:pt x="66041" y="28540"/>
                  <a:pt x="65115" y="28814"/>
                  <a:pt x="64326" y="29340"/>
                </a:cubicBezTo>
                <a:cubicBezTo>
                  <a:pt x="63538" y="29865"/>
                  <a:pt x="62920" y="30608"/>
                  <a:pt x="62555" y="31488"/>
                </a:cubicBezTo>
                <a:cubicBezTo>
                  <a:pt x="62200" y="32357"/>
                  <a:pt x="62096" y="33329"/>
                  <a:pt x="62291" y="34254"/>
                </a:cubicBezTo>
                <a:cubicBezTo>
                  <a:pt x="62474" y="35180"/>
                  <a:pt x="62931" y="36026"/>
                  <a:pt x="63606" y="36701"/>
                </a:cubicBezTo>
                <a:cubicBezTo>
                  <a:pt x="70911" y="44119"/>
                  <a:pt x="70911" y="55938"/>
                  <a:pt x="63606" y="63357"/>
                </a:cubicBezTo>
                <a:cubicBezTo>
                  <a:pt x="63149" y="63803"/>
                  <a:pt x="62772" y="64328"/>
                  <a:pt x="62520" y="64912"/>
                </a:cubicBezTo>
                <a:cubicBezTo>
                  <a:pt x="62269" y="65494"/>
                  <a:pt x="62131" y="66135"/>
                  <a:pt x="62131" y="66764"/>
                </a:cubicBezTo>
                <a:cubicBezTo>
                  <a:pt x="62119" y="67404"/>
                  <a:pt x="62246" y="68044"/>
                  <a:pt x="62497" y="68626"/>
                </a:cubicBezTo>
                <a:cubicBezTo>
                  <a:pt x="62737" y="69221"/>
                  <a:pt x="63092" y="69758"/>
                  <a:pt x="63549" y="70204"/>
                </a:cubicBezTo>
                <a:cubicBezTo>
                  <a:pt x="64006" y="70649"/>
                  <a:pt x="64543" y="71004"/>
                  <a:pt x="65138" y="71233"/>
                </a:cubicBezTo>
                <a:cubicBezTo>
                  <a:pt x="65732" y="71473"/>
                  <a:pt x="66373" y="71587"/>
                  <a:pt x="67013" y="71564"/>
                </a:cubicBezTo>
                <a:cubicBezTo>
                  <a:pt x="67641" y="71553"/>
                  <a:pt x="68270" y="71404"/>
                  <a:pt x="68854" y="71141"/>
                </a:cubicBezTo>
                <a:cubicBezTo>
                  <a:pt x="69437" y="70879"/>
                  <a:pt x="69962" y="70502"/>
                  <a:pt x="70397" y="70033"/>
                </a:cubicBezTo>
                <a:cubicBezTo>
                  <a:pt x="81280" y="58979"/>
                  <a:pt x="81280" y="41079"/>
                  <a:pt x="70397" y="30014"/>
                </a:cubicBezTo>
                <a:cubicBezTo>
                  <a:pt x="69951" y="29557"/>
                  <a:pt x="69425" y="29191"/>
                  <a:pt x="68842" y="28939"/>
                </a:cubicBezTo>
                <a:cubicBezTo>
                  <a:pt x="68259" y="28688"/>
                  <a:pt x="67630" y="28551"/>
                  <a:pt x="66990" y="28551"/>
                </a:cubicBezTo>
                <a:close/>
                <a:moveTo>
                  <a:pt x="50002" y="42884"/>
                </a:moveTo>
                <a:cubicBezTo>
                  <a:pt x="48104" y="42884"/>
                  <a:pt x="46287" y="43639"/>
                  <a:pt x="44948" y="44977"/>
                </a:cubicBezTo>
                <a:cubicBezTo>
                  <a:pt x="43600" y="46314"/>
                  <a:pt x="42857" y="48132"/>
                  <a:pt x="42857" y="50029"/>
                </a:cubicBezTo>
                <a:cubicBezTo>
                  <a:pt x="42857" y="51926"/>
                  <a:pt x="43600" y="53744"/>
                  <a:pt x="44948" y="55082"/>
                </a:cubicBezTo>
                <a:cubicBezTo>
                  <a:pt x="46287" y="56419"/>
                  <a:pt x="48104" y="57173"/>
                  <a:pt x="50002" y="57173"/>
                </a:cubicBezTo>
                <a:cubicBezTo>
                  <a:pt x="51888" y="57173"/>
                  <a:pt x="53706" y="56419"/>
                  <a:pt x="55055" y="55082"/>
                </a:cubicBezTo>
                <a:cubicBezTo>
                  <a:pt x="56392" y="53744"/>
                  <a:pt x="57147" y="51926"/>
                  <a:pt x="57147" y="50029"/>
                </a:cubicBezTo>
                <a:cubicBezTo>
                  <a:pt x="57147" y="48132"/>
                  <a:pt x="56392" y="46314"/>
                  <a:pt x="55055" y="44977"/>
                </a:cubicBezTo>
                <a:cubicBezTo>
                  <a:pt x="53706" y="43639"/>
                  <a:pt x="51888" y="42884"/>
                  <a:pt x="50002" y="4288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3" name="Красный — SVG 72">
            <a:extLst>
              <a:ext uri="{FF2B5EF4-FFF2-40B4-BE49-F238E27FC236}">
                <a16:creationId xmlns:a16="http://schemas.microsoft.com/office/drawing/2014/main" id="{E7A2D48D-1B0B-9D49-89BD-59BD1C0BF58D}"/>
              </a:ext>
            </a:extLst>
          </p:cNvPr>
          <p:cNvSpPr>
            <a:spLocks noGrp="1"/>
          </p:cNvSpPr>
          <p:nvPr/>
        </p:nvSpPr>
        <p:spPr>
          <a:xfrm>
            <a:off x="10620000" y="1930000"/>
            <a:ext cx="220000" cy="220000"/>
          </a:xfrm>
          <a:custGeom>
            <a:avLst/>
            <a:gdLst>
              <a:gd name="csX0" fmla="*/ 58475 w 148867"/>
              <a:gd name="csY0" fmla="*/ 0 h 141753"/>
              <a:gd name="csX1" fmla="*/ 42534 w 148867"/>
              <a:gd name="csY1" fmla="*/ 15940 h 141753"/>
              <a:gd name="csX2" fmla="*/ 42534 w 148867"/>
              <a:gd name="csY2" fmla="*/ 46066 h 141753"/>
              <a:gd name="csX3" fmla="*/ 60261 w 148867"/>
              <a:gd name="csY3" fmla="*/ 46066 h 141753"/>
              <a:gd name="csX4" fmla="*/ 60261 w 148867"/>
              <a:gd name="csY4" fmla="*/ 42528 h 141753"/>
              <a:gd name="csX5" fmla="*/ 63800 w 148867"/>
              <a:gd name="csY5" fmla="*/ 38989 h 141753"/>
              <a:gd name="csX6" fmla="*/ 67339 w 148867"/>
              <a:gd name="csY6" fmla="*/ 38989 h 141753"/>
              <a:gd name="csX7" fmla="*/ 70895 w 148867"/>
              <a:gd name="csY7" fmla="*/ 42528 h 141753"/>
              <a:gd name="csX8" fmla="*/ 70895 w 148867"/>
              <a:gd name="csY8" fmla="*/ 46066 h 141753"/>
              <a:gd name="csX9" fmla="*/ 90375 w 148867"/>
              <a:gd name="csY9" fmla="*/ 46066 h 141753"/>
              <a:gd name="csX10" fmla="*/ 113428 w 148867"/>
              <a:gd name="csY10" fmla="*/ 69099 h 141753"/>
              <a:gd name="csX11" fmla="*/ 113428 w 148867"/>
              <a:gd name="csY11" fmla="*/ 88594 h 141753"/>
              <a:gd name="csX12" fmla="*/ 132909 w 148867"/>
              <a:gd name="csY12" fmla="*/ 88594 h 141753"/>
              <a:gd name="csX13" fmla="*/ 148867 w 148867"/>
              <a:gd name="csY13" fmla="*/ 72654 h 141753"/>
              <a:gd name="csX14" fmla="*/ 148867 w 148867"/>
              <a:gd name="csY14" fmla="*/ 15940 h 141753"/>
              <a:gd name="csX15" fmla="*/ 132909 w 148867"/>
              <a:gd name="csY15" fmla="*/ 0 h 141753"/>
              <a:gd name="csX16" fmla="*/ 58475 w 148867"/>
              <a:gd name="csY16" fmla="*/ 0 h 141753"/>
              <a:gd name="csX17" fmla="*/ 63800 w 148867"/>
              <a:gd name="csY17" fmla="*/ 17725 h 141753"/>
              <a:gd name="csX18" fmla="*/ 67339 w 148867"/>
              <a:gd name="csY18" fmla="*/ 17725 h 141753"/>
              <a:gd name="csX19" fmla="*/ 70895 w 148867"/>
              <a:gd name="csY19" fmla="*/ 21264 h 141753"/>
              <a:gd name="csX20" fmla="*/ 70895 w 148867"/>
              <a:gd name="csY20" fmla="*/ 24802 h 141753"/>
              <a:gd name="csX21" fmla="*/ 67339 w 148867"/>
              <a:gd name="csY21" fmla="*/ 28357 h 141753"/>
              <a:gd name="csX22" fmla="*/ 63800 w 148867"/>
              <a:gd name="csY22" fmla="*/ 28357 h 141753"/>
              <a:gd name="csX23" fmla="*/ 60261 w 148867"/>
              <a:gd name="csY23" fmla="*/ 24802 h 141753"/>
              <a:gd name="csX24" fmla="*/ 60261 w 148867"/>
              <a:gd name="csY24" fmla="*/ 21264 h 141753"/>
              <a:gd name="csX25" fmla="*/ 63800 w 148867"/>
              <a:gd name="csY25" fmla="*/ 17725 h 141753"/>
              <a:gd name="csX26" fmla="*/ 124062 w 148867"/>
              <a:gd name="csY26" fmla="*/ 17725 h 141753"/>
              <a:gd name="csX27" fmla="*/ 127601 w 148867"/>
              <a:gd name="csY27" fmla="*/ 17725 h 141753"/>
              <a:gd name="csX28" fmla="*/ 131139 w 148867"/>
              <a:gd name="csY28" fmla="*/ 21264 h 141753"/>
              <a:gd name="csX29" fmla="*/ 131139 w 148867"/>
              <a:gd name="csY29" fmla="*/ 24802 h 141753"/>
              <a:gd name="csX30" fmla="*/ 127601 w 148867"/>
              <a:gd name="csY30" fmla="*/ 28357 h 141753"/>
              <a:gd name="csX31" fmla="*/ 124062 w 148867"/>
              <a:gd name="csY31" fmla="*/ 28357 h 141753"/>
              <a:gd name="csX32" fmla="*/ 120506 w 148867"/>
              <a:gd name="csY32" fmla="*/ 24802 h 141753"/>
              <a:gd name="csX33" fmla="*/ 120506 w 148867"/>
              <a:gd name="csY33" fmla="*/ 21264 h 141753"/>
              <a:gd name="csX34" fmla="*/ 124062 w 148867"/>
              <a:gd name="csY34" fmla="*/ 17725 h 141753"/>
              <a:gd name="csX35" fmla="*/ 124062 w 148867"/>
              <a:gd name="csY35" fmla="*/ 38989 h 141753"/>
              <a:gd name="csX36" fmla="*/ 127601 w 148867"/>
              <a:gd name="csY36" fmla="*/ 38989 h 141753"/>
              <a:gd name="csX37" fmla="*/ 131139 w 148867"/>
              <a:gd name="csY37" fmla="*/ 42528 h 141753"/>
              <a:gd name="csX38" fmla="*/ 131139 w 148867"/>
              <a:gd name="csY38" fmla="*/ 46066 h 141753"/>
              <a:gd name="csX39" fmla="*/ 127601 w 148867"/>
              <a:gd name="csY39" fmla="*/ 49621 h 141753"/>
              <a:gd name="csX40" fmla="*/ 124062 w 148867"/>
              <a:gd name="csY40" fmla="*/ 49621 h 141753"/>
              <a:gd name="csX41" fmla="*/ 120506 w 148867"/>
              <a:gd name="csY41" fmla="*/ 46066 h 141753"/>
              <a:gd name="csX42" fmla="*/ 120506 w 148867"/>
              <a:gd name="csY42" fmla="*/ 42528 h 141753"/>
              <a:gd name="csX43" fmla="*/ 124062 w 148867"/>
              <a:gd name="csY43" fmla="*/ 38989 h 141753"/>
              <a:gd name="csX44" fmla="*/ 15942 w 148867"/>
              <a:gd name="csY44" fmla="*/ 53160 h 141753"/>
              <a:gd name="csX45" fmla="*/ 0 w 148867"/>
              <a:gd name="csY45" fmla="*/ 69099 h 141753"/>
              <a:gd name="csX46" fmla="*/ 0 w 148867"/>
              <a:gd name="csY46" fmla="*/ 117530 h 141753"/>
              <a:gd name="csX47" fmla="*/ 26575 w 148867"/>
              <a:gd name="csY47" fmla="*/ 91826 h 141753"/>
              <a:gd name="csX48" fmla="*/ 42534 w 148867"/>
              <a:gd name="csY48" fmla="*/ 91826 h 141753"/>
              <a:gd name="csX49" fmla="*/ 55106 w 148867"/>
              <a:gd name="csY49" fmla="*/ 104006 h 141753"/>
              <a:gd name="csX50" fmla="*/ 60364 w 148867"/>
              <a:gd name="csY50" fmla="*/ 98919 h 141753"/>
              <a:gd name="csX51" fmla="*/ 76322 w 148867"/>
              <a:gd name="csY51" fmla="*/ 98919 h 141753"/>
              <a:gd name="csX52" fmla="*/ 106146 w 148867"/>
              <a:gd name="csY52" fmla="*/ 127754 h 141753"/>
              <a:gd name="csX53" fmla="*/ 106334 w 148867"/>
              <a:gd name="csY53" fmla="*/ 125814 h 141753"/>
              <a:gd name="csX54" fmla="*/ 106334 w 148867"/>
              <a:gd name="csY54" fmla="*/ 69099 h 141753"/>
              <a:gd name="csX55" fmla="*/ 90375 w 148867"/>
              <a:gd name="csY55" fmla="*/ 53160 h 141753"/>
              <a:gd name="csX56" fmla="*/ 15942 w 148867"/>
              <a:gd name="csY56" fmla="*/ 53160 h 141753"/>
              <a:gd name="csX57" fmla="*/ 124062 w 148867"/>
              <a:gd name="csY57" fmla="*/ 60253 h 141753"/>
              <a:gd name="csX58" fmla="*/ 127601 w 148867"/>
              <a:gd name="csY58" fmla="*/ 60253 h 141753"/>
              <a:gd name="csX59" fmla="*/ 131139 w 148867"/>
              <a:gd name="csY59" fmla="*/ 63792 h 141753"/>
              <a:gd name="csX60" fmla="*/ 131139 w 148867"/>
              <a:gd name="csY60" fmla="*/ 67330 h 141753"/>
              <a:gd name="csX61" fmla="*/ 127601 w 148867"/>
              <a:gd name="csY61" fmla="*/ 70885 h 141753"/>
              <a:gd name="csX62" fmla="*/ 124062 w 148867"/>
              <a:gd name="csY62" fmla="*/ 70885 h 141753"/>
              <a:gd name="csX63" fmla="*/ 120506 w 148867"/>
              <a:gd name="csY63" fmla="*/ 67330 h 141753"/>
              <a:gd name="csX64" fmla="*/ 120506 w 148867"/>
              <a:gd name="csY64" fmla="*/ 63792 h 141753"/>
              <a:gd name="csX65" fmla="*/ 124062 w 148867"/>
              <a:gd name="csY65" fmla="*/ 60253 h 141753"/>
              <a:gd name="csX66" fmla="*/ 81528 w 148867"/>
              <a:gd name="csY66" fmla="*/ 70885 h 141753"/>
              <a:gd name="csX67" fmla="*/ 88606 w 148867"/>
              <a:gd name="csY67" fmla="*/ 77962 h 141753"/>
              <a:gd name="csX68" fmla="*/ 81528 w 148867"/>
              <a:gd name="csY68" fmla="*/ 85056 h 141753"/>
              <a:gd name="csX69" fmla="*/ 74434 w 148867"/>
              <a:gd name="csY69" fmla="*/ 77962 h 141753"/>
              <a:gd name="csX70" fmla="*/ 81528 w 148867"/>
              <a:gd name="csY70" fmla="*/ 70885 h 141753"/>
              <a:gd name="csX71" fmla="*/ 34554 w 148867"/>
              <a:gd name="csY71" fmla="*/ 99226 h 141753"/>
              <a:gd name="csX72" fmla="*/ 33976 w 148867"/>
              <a:gd name="csY72" fmla="*/ 99464 h 141753"/>
              <a:gd name="csX73" fmla="*/ 1038 w 148867"/>
              <a:gd name="csY73" fmla="*/ 131326 h 141753"/>
              <a:gd name="csX74" fmla="*/ 15942 w 148867"/>
              <a:gd name="csY74" fmla="*/ 141754 h 141753"/>
              <a:gd name="csX75" fmla="*/ 16061 w 148867"/>
              <a:gd name="csY75" fmla="*/ 141754 h 141753"/>
              <a:gd name="csX76" fmla="*/ 47467 w 148867"/>
              <a:gd name="csY76" fmla="*/ 111389 h 141753"/>
              <a:gd name="csX77" fmla="*/ 35133 w 148867"/>
              <a:gd name="csY77" fmla="*/ 99464 h 141753"/>
              <a:gd name="csX78" fmla="*/ 34554 w 148867"/>
              <a:gd name="csY78" fmla="*/ 99226 h 141753"/>
              <a:gd name="csX79" fmla="*/ 68343 w 148867"/>
              <a:gd name="csY79" fmla="*/ 106319 h 141753"/>
              <a:gd name="csX80" fmla="*/ 67765 w 148867"/>
              <a:gd name="csY80" fmla="*/ 106557 h 141753"/>
              <a:gd name="csX81" fmla="*/ 31373 w 148867"/>
              <a:gd name="csY81" fmla="*/ 141754 h 141753"/>
              <a:gd name="csX82" fmla="*/ 90375 w 148867"/>
              <a:gd name="csY82" fmla="*/ 141754 h 141753"/>
              <a:gd name="csX83" fmla="*/ 101025 w 148867"/>
              <a:gd name="csY83" fmla="*/ 137603 h 141753"/>
              <a:gd name="csX84" fmla="*/ 68938 w 148867"/>
              <a:gd name="csY84" fmla="*/ 106557 h 141753"/>
              <a:gd name="csX85" fmla="*/ 68343 w 148867"/>
              <a:gd name="csY85" fmla="*/ 106319 h 141753"/>
            </a:gdLst>
            <a:ahLst/>
            <a:cxnLst/>
            <a:rect l="l" t="t" r="r" b="b"/>
            <a:pathLst>
              <a:path w="100000" h="100000">
                <a:moveTo>
                  <a:pt x="39280" y="2389"/>
                </a:moveTo>
                <a:cubicBezTo>
                  <a:pt x="33383" y="2389"/>
                  <a:pt x="28572" y="7200"/>
                  <a:pt x="28572" y="13097"/>
                </a:cubicBezTo>
                <a:lnTo>
                  <a:pt x="28572" y="33334"/>
                </a:lnTo>
                <a:lnTo>
                  <a:pt x="40480" y="33334"/>
                </a:lnTo>
                <a:lnTo>
                  <a:pt x="40480" y="30957"/>
                </a:lnTo>
                <a:cubicBezTo>
                  <a:pt x="40480" y="29643"/>
                  <a:pt x="41543" y="28580"/>
                  <a:pt x="42857" y="28580"/>
                </a:cubicBezTo>
                <a:lnTo>
                  <a:pt x="45234" y="28580"/>
                </a:lnTo>
                <a:cubicBezTo>
                  <a:pt x="46549" y="28580"/>
                  <a:pt x="47623" y="29643"/>
                  <a:pt x="47623" y="30957"/>
                </a:cubicBezTo>
                <a:lnTo>
                  <a:pt x="47623" y="33334"/>
                </a:lnTo>
                <a:lnTo>
                  <a:pt x="60709" y="33334"/>
                </a:lnTo>
                <a:cubicBezTo>
                  <a:pt x="69246" y="33334"/>
                  <a:pt x="76194" y="40282"/>
                  <a:pt x="76194" y="48806"/>
                </a:cubicBezTo>
                <a:lnTo>
                  <a:pt x="76194" y="61902"/>
                </a:lnTo>
                <a:lnTo>
                  <a:pt x="89280" y="61902"/>
                </a:lnTo>
                <a:cubicBezTo>
                  <a:pt x="95189" y="61902"/>
                  <a:pt x="100000" y="57102"/>
                  <a:pt x="100000" y="51194"/>
                </a:cubicBezTo>
                <a:lnTo>
                  <a:pt x="100000" y="13097"/>
                </a:lnTo>
                <a:cubicBezTo>
                  <a:pt x="100000" y="7200"/>
                  <a:pt x="95189" y="2389"/>
                  <a:pt x="89280" y="2389"/>
                </a:cubicBezTo>
                <a:lnTo>
                  <a:pt x="39280" y="2389"/>
                </a:lnTo>
                <a:close/>
                <a:moveTo>
                  <a:pt x="42857" y="14296"/>
                </a:moveTo>
                <a:lnTo>
                  <a:pt x="45234" y="14296"/>
                </a:lnTo>
                <a:cubicBezTo>
                  <a:pt x="46549" y="14296"/>
                  <a:pt x="47623" y="15359"/>
                  <a:pt x="47623" y="16673"/>
                </a:cubicBezTo>
                <a:lnTo>
                  <a:pt x="47623" y="19050"/>
                </a:lnTo>
                <a:cubicBezTo>
                  <a:pt x="47623" y="20364"/>
                  <a:pt x="46549" y="21438"/>
                  <a:pt x="45234" y="21438"/>
                </a:cubicBezTo>
                <a:lnTo>
                  <a:pt x="42857" y="21438"/>
                </a:lnTo>
                <a:cubicBezTo>
                  <a:pt x="41543" y="21438"/>
                  <a:pt x="40480" y="20364"/>
                  <a:pt x="40480" y="19050"/>
                </a:cubicBezTo>
                <a:lnTo>
                  <a:pt x="40480" y="16673"/>
                </a:lnTo>
                <a:cubicBezTo>
                  <a:pt x="40480" y="15359"/>
                  <a:pt x="41543" y="14296"/>
                  <a:pt x="42857" y="14296"/>
                </a:cubicBezTo>
                <a:close/>
                <a:moveTo>
                  <a:pt x="83337" y="14296"/>
                </a:moveTo>
                <a:lnTo>
                  <a:pt x="85715" y="14296"/>
                </a:lnTo>
                <a:cubicBezTo>
                  <a:pt x="87029" y="14296"/>
                  <a:pt x="88091" y="15359"/>
                  <a:pt x="88091" y="16673"/>
                </a:cubicBezTo>
                <a:lnTo>
                  <a:pt x="88091" y="19050"/>
                </a:lnTo>
                <a:cubicBezTo>
                  <a:pt x="88091" y="20364"/>
                  <a:pt x="87029" y="21438"/>
                  <a:pt x="85715" y="21438"/>
                </a:cubicBezTo>
                <a:lnTo>
                  <a:pt x="83337" y="21438"/>
                </a:lnTo>
                <a:cubicBezTo>
                  <a:pt x="82023" y="21438"/>
                  <a:pt x="80949" y="20364"/>
                  <a:pt x="80949" y="19050"/>
                </a:cubicBezTo>
                <a:lnTo>
                  <a:pt x="80949" y="16673"/>
                </a:lnTo>
                <a:cubicBezTo>
                  <a:pt x="80949" y="15359"/>
                  <a:pt x="82023" y="14296"/>
                  <a:pt x="83337" y="14296"/>
                </a:cubicBezTo>
                <a:close/>
                <a:moveTo>
                  <a:pt x="83337" y="28580"/>
                </a:moveTo>
                <a:lnTo>
                  <a:pt x="85715" y="28580"/>
                </a:lnTo>
                <a:cubicBezTo>
                  <a:pt x="87029" y="28580"/>
                  <a:pt x="88091" y="29643"/>
                  <a:pt x="88091" y="30957"/>
                </a:cubicBezTo>
                <a:lnTo>
                  <a:pt x="88091" y="33334"/>
                </a:lnTo>
                <a:cubicBezTo>
                  <a:pt x="88091" y="34648"/>
                  <a:pt x="87029" y="35722"/>
                  <a:pt x="85715" y="35722"/>
                </a:cubicBezTo>
                <a:lnTo>
                  <a:pt x="83337" y="35722"/>
                </a:lnTo>
                <a:cubicBezTo>
                  <a:pt x="82023" y="35722"/>
                  <a:pt x="80949" y="34648"/>
                  <a:pt x="80949" y="33334"/>
                </a:cubicBezTo>
                <a:lnTo>
                  <a:pt x="80949" y="30957"/>
                </a:lnTo>
                <a:cubicBezTo>
                  <a:pt x="80949" y="29643"/>
                  <a:pt x="82023" y="28580"/>
                  <a:pt x="83337" y="28580"/>
                </a:cubicBezTo>
                <a:close/>
                <a:moveTo>
                  <a:pt x="10709" y="38099"/>
                </a:moveTo>
                <a:cubicBezTo>
                  <a:pt x="4812" y="38099"/>
                  <a:pt x="0" y="42909"/>
                  <a:pt x="0" y="48806"/>
                </a:cubicBezTo>
                <a:lnTo>
                  <a:pt x="0" y="81339"/>
                </a:lnTo>
                <a:lnTo>
                  <a:pt x="17852" y="64073"/>
                </a:lnTo>
                <a:cubicBezTo>
                  <a:pt x="20857" y="61170"/>
                  <a:pt x="25566" y="61170"/>
                  <a:pt x="28572" y="64073"/>
                </a:cubicBezTo>
                <a:lnTo>
                  <a:pt x="37017" y="72254"/>
                </a:lnTo>
                <a:lnTo>
                  <a:pt x="40549" y="68837"/>
                </a:lnTo>
                <a:cubicBezTo>
                  <a:pt x="43554" y="65924"/>
                  <a:pt x="48263" y="65924"/>
                  <a:pt x="51269" y="68837"/>
                </a:cubicBezTo>
                <a:lnTo>
                  <a:pt x="71303" y="88207"/>
                </a:lnTo>
                <a:cubicBezTo>
                  <a:pt x="71349" y="87772"/>
                  <a:pt x="71429" y="87350"/>
                  <a:pt x="71429" y="86904"/>
                </a:cubicBezTo>
                <a:lnTo>
                  <a:pt x="71429" y="48806"/>
                </a:lnTo>
                <a:cubicBezTo>
                  <a:pt x="71429" y="42909"/>
                  <a:pt x="66617" y="38099"/>
                  <a:pt x="60709" y="38099"/>
                </a:cubicBezTo>
                <a:lnTo>
                  <a:pt x="10709" y="38099"/>
                </a:lnTo>
                <a:close/>
                <a:moveTo>
                  <a:pt x="83337" y="42864"/>
                </a:moveTo>
                <a:lnTo>
                  <a:pt x="85715" y="42864"/>
                </a:lnTo>
                <a:cubicBezTo>
                  <a:pt x="87029" y="42864"/>
                  <a:pt x="88091" y="43927"/>
                  <a:pt x="88091" y="45241"/>
                </a:cubicBezTo>
                <a:lnTo>
                  <a:pt x="88091" y="47618"/>
                </a:lnTo>
                <a:cubicBezTo>
                  <a:pt x="88091" y="48932"/>
                  <a:pt x="87029" y="50006"/>
                  <a:pt x="85715" y="50006"/>
                </a:cubicBezTo>
                <a:lnTo>
                  <a:pt x="83337" y="50006"/>
                </a:lnTo>
                <a:cubicBezTo>
                  <a:pt x="82023" y="50006"/>
                  <a:pt x="80949" y="48932"/>
                  <a:pt x="80949" y="47618"/>
                </a:cubicBezTo>
                <a:lnTo>
                  <a:pt x="80949" y="45241"/>
                </a:lnTo>
                <a:cubicBezTo>
                  <a:pt x="80949" y="43927"/>
                  <a:pt x="82023" y="42864"/>
                  <a:pt x="83337" y="42864"/>
                </a:cubicBezTo>
                <a:close/>
                <a:moveTo>
                  <a:pt x="54766" y="50006"/>
                </a:moveTo>
                <a:cubicBezTo>
                  <a:pt x="57394" y="50006"/>
                  <a:pt x="59520" y="52131"/>
                  <a:pt x="59520" y="54760"/>
                </a:cubicBezTo>
                <a:cubicBezTo>
                  <a:pt x="59520" y="57387"/>
                  <a:pt x="57394" y="59525"/>
                  <a:pt x="54766" y="59525"/>
                </a:cubicBezTo>
                <a:cubicBezTo>
                  <a:pt x="52126" y="59525"/>
                  <a:pt x="50000" y="57387"/>
                  <a:pt x="50000" y="54760"/>
                </a:cubicBezTo>
                <a:cubicBezTo>
                  <a:pt x="50000" y="52131"/>
                  <a:pt x="52126" y="50006"/>
                  <a:pt x="54766" y="50006"/>
                </a:cubicBezTo>
                <a:close/>
                <a:moveTo>
                  <a:pt x="23211" y="69044"/>
                </a:moveTo>
                <a:cubicBezTo>
                  <a:pt x="23074" y="69044"/>
                  <a:pt x="22926" y="69101"/>
                  <a:pt x="22823" y="69203"/>
                </a:cubicBezTo>
                <a:lnTo>
                  <a:pt x="697" y="90606"/>
                </a:lnTo>
                <a:cubicBezTo>
                  <a:pt x="2205" y="94686"/>
                  <a:pt x="6114" y="97611"/>
                  <a:pt x="10709" y="97611"/>
                </a:cubicBezTo>
                <a:lnTo>
                  <a:pt x="10789" y="97611"/>
                </a:lnTo>
                <a:lnTo>
                  <a:pt x="31886" y="77214"/>
                </a:lnTo>
                <a:lnTo>
                  <a:pt x="23600" y="69203"/>
                </a:lnTo>
                <a:cubicBezTo>
                  <a:pt x="23486" y="69101"/>
                  <a:pt x="23348" y="69044"/>
                  <a:pt x="23211" y="69044"/>
                </a:cubicBezTo>
                <a:close/>
                <a:moveTo>
                  <a:pt x="45909" y="73808"/>
                </a:moveTo>
                <a:cubicBezTo>
                  <a:pt x="45772" y="73808"/>
                  <a:pt x="45623" y="73855"/>
                  <a:pt x="45520" y="73968"/>
                </a:cubicBezTo>
                <a:lnTo>
                  <a:pt x="21075" y="97611"/>
                </a:lnTo>
                <a:lnTo>
                  <a:pt x="60709" y="97611"/>
                </a:lnTo>
                <a:cubicBezTo>
                  <a:pt x="63475" y="97611"/>
                  <a:pt x="65966" y="96537"/>
                  <a:pt x="67863" y="94823"/>
                </a:cubicBezTo>
                <a:lnTo>
                  <a:pt x="46308" y="73968"/>
                </a:lnTo>
                <a:cubicBezTo>
                  <a:pt x="46194" y="73855"/>
                  <a:pt x="46046" y="73808"/>
                  <a:pt x="45909" y="7380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4" name="Красный — SVG 73">
            <a:extLst>
              <a:ext uri="{FF2B5EF4-FFF2-40B4-BE49-F238E27FC236}">
                <a16:creationId xmlns:a16="http://schemas.microsoft.com/office/drawing/2014/main" id="{50E2E3CF-2AE4-BD4D-B63E-649CDC6DA6C7}"/>
              </a:ext>
            </a:extLst>
          </p:cNvPr>
          <p:cNvSpPr>
            <a:spLocks noGrp="1"/>
          </p:cNvSpPr>
          <p:nvPr/>
        </p:nvSpPr>
        <p:spPr>
          <a:xfrm>
            <a:off x="420000" y="219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65570 w 141772"/>
              <a:gd name="csY5" fmla="*/ 22727 h 141753"/>
              <a:gd name="csX6" fmla="*/ 70895 w 141772"/>
              <a:gd name="csY6" fmla="*/ 17419 h 141753"/>
              <a:gd name="csX7" fmla="*/ 76203 w 141772"/>
              <a:gd name="csY7" fmla="*/ 22727 h 141753"/>
              <a:gd name="csX8" fmla="*/ 76203 w 141772"/>
              <a:gd name="csY8" fmla="*/ 69099 h 141753"/>
              <a:gd name="csX9" fmla="*/ 70895 w 141772"/>
              <a:gd name="csY9" fmla="*/ 74424 h 141753"/>
              <a:gd name="csX10" fmla="*/ 65570 w 141772"/>
              <a:gd name="csY10" fmla="*/ 69099 h 141753"/>
              <a:gd name="csX11" fmla="*/ 65570 w 141772"/>
              <a:gd name="csY11" fmla="*/ 22727 h 141753"/>
              <a:gd name="csX12" fmla="*/ 70895 w 141772"/>
              <a:gd name="csY12" fmla="*/ 120490 h 141753"/>
              <a:gd name="csX13" fmla="*/ 21267 w 141772"/>
              <a:gd name="csY13" fmla="*/ 70885 h 141753"/>
              <a:gd name="csX14" fmla="*/ 45086 w 141772"/>
              <a:gd name="csY14" fmla="*/ 28494 h 141753"/>
              <a:gd name="csX15" fmla="*/ 52384 w 141772"/>
              <a:gd name="csY15" fmla="*/ 30263 h 141753"/>
              <a:gd name="csX16" fmla="*/ 50615 w 141772"/>
              <a:gd name="csY16" fmla="*/ 37578 h 141753"/>
              <a:gd name="csX17" fmla="*/ 31900 w 141772"/>
              <a:gd name="csY17" fmla="*/ 70885 h 141753"/>
              <a:gd name="csX18" fmla="*/ 70895 w 141772"/>
              <a:gd name="csY18" fmla="*/ 109858 h 141753"/>
              <a:gd name="csX19" fmla="*/ 109873 w 141772"/>
              <a:gd name="csY19" fmla="*/ 70885 h 141753"/>
              <a:gd name="csX20" fmla="*/ 91158 w 141772"/>
              <a:gd name="csY20" fmla="*/ 37578 h 141753"/>
              <a:gd name="csX21" fmla="*/ 89389 w 141772"/>
              <a:gd name="csY21" fmla="*/ 30263 h 141753"/>
              <a:gd name="csX22" fmla="*/ 96704 w 141772"/>
              <a:gd name="csY22" fmla="*/ 28494 h 141753"/>
              <a:gd name="csX23" fmla="*/ 120506 w 141772"/>
              <a:gd name="csY23" fmla="*/ 70885 h 141753"/>
              <a:gd name="csX24" fmla="*/ 70895 w 141772"/>
              <a:gd name="csY24" fmla="*/ 120490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2" y="99994"/>
                  <a:pt x="100001" y="77568"/>
                  <a:pt x="100001" y="50006"/>
                </a:cubicBezTo>
                <a:cubicBezTo>
                  <a:pt x="100001" y="22433"/>
                  <a:pt x="77572" y="7"/>
                  <a:pt x="50006" y="7"/>
                </a:cubicBezTo>
                <a:close/>
                <a:moveTo>
                  <a:pt x="46250" y="16037"/>
                </a:moveTo>
                <a:cubicBezTo>
                  <a:pt x="46250" y="13962"/>
                  <a:pt x="47930" y="12293"/>
                  <a:pt x="50006" y="12293"/>
                </a:cubicBezTo>
                <a:cubicBezTo>
                  <a:pt x="52070" y="12293"/>
                  <a:pt x="53750" y="13962"/>
                  <a:pt x="53750" y="16037"/>
                </a:cubicBezTo>
                <a:lnTo>
                  <a:pt x="53750" y="48746"/>
                </a:lnTo>
                <a:cubicBezTo>
                  <a:pt x="53750" y="50822"/>
                  <a:pt x="52070" y="52502"/>
                  <a:pt x="50006" y="52502"/>
                </a:cubicBezTo>
                <a:cubicBezTo>
                  <a:pt x="47930" y="52502"/>
                  <a:pt x="46250" y="50822"/>
                  <a:pt x="46250" y="48746"/>
                </a:cubicBezTo>
                <a:lnTo>
                  <a:pt x="46250" y="16037"/>
                </a:lnTo>
                <a:close/>
                <a:moveTo>
                  <a:pt x="50006" y="84995"/>
                </a:moveTo>
                <a:cubicBezTo>
                  <a:pt x="30697" y="84995"/>
                  <a:pt x="15001" y="69300"/>
                  <a:pt x="15001" y="50006"/>
                </a:cubicBezTo>
                <a:cubicBezTo>
                  <a:pt x="15001" y="37695"/>
                  <a:pt x="21277" y="26525"/>
                  <a:pt x="31802" y="20105"/>
                </a:cubicBezTo>
                <a:cubicBezTo>
                  <a:pt x="33565" y="19025"/>
                  <a:pt x="35870" y="19589"/>
                  <a:pt x="36949" y="21353"/>
                </a:cubicBezTo>
                <a:cubicBezTo>
                  <a:pt x="38029" y="23128"/>
                  <a:pt x="37478" y="25432"/>
                  <a:pt x="35702" y="26513"/>
                </a:cubicBezTo>
                <a:cubicBezTo>
                  <a:pt x="27433" y="31552"/>
                  <a:pt x="22501" y="40336"/>
                  <a:pt x="22501" y="50006"/>
                </a:cubicBezTo>
                <a:cubicBezTo>
                  <a:pt x="22501" y="65161"/>
                  <a:pt x="34838" y="77496"/>
                  <a:pt x="50006" y="77496"/>
                </a:cubicBezTo>
                <a:cubicBezTo>
                  <a:pt x="65163" y="77496"/>
                  <a:pt x="77500" y="65161"/>
                  <a:pt x="77500" y="50006"/>
                </a:cubicBezTo>
                <a:cubicBezTo>
                  <a:pt x="77500" y="40336"/>
                  <a:pt x="72567" y="31552"/>
                  <a:pt x="64299" y="26513"/>
                </a:cubicBezTo>
                <a:cubicBezTo>
                  <a:pt x="62535" y="25432"/>
                  <a:pt x="61971" y="23128"/>
                  <a:pt x="63051" y="21353"/>
                </a:cubicBezTo>
                <a:cubicBezTo>
                  <a:pt x="64131" y="19589"/>
                  <a:pt x="66435" y="19025"/>
                  <a:pt x="68211" y="20105"/>
                </a:cubicBezTo>
                <a:cubicBezTo>
                  <a:pt x="78724" y="26525"/>
                  <a:pt x="85000" y="37695"/>
                  <a:pt x="85000" y="50006"/>
                </a:cubicBezTo>
                <a:cubicBezTo>
                  <a:pt x="85000" y="69300"/>
                  <a:pt x="69303" y="84995"/>
                  <a:pt x="50006" y="8499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5" name="Красный — SVG 74">
            <a:extLst>
              <a:ext uri="{FF2B5EF4-FFF2-40B4-BE49-F238E27FC236}">
                <a16:creationId xmlns:a16="http://schemas.microsoft.com/office/drawing/2014/main" id="{12EB3AF3-0FE4-AF45-8A7D-D2D887FC4449}"/>
              </a:ext>
            </a:extLst>
          </p:cNvPr>
          <p:cNvSpPr>
            <a:spLocks noGrp="1"/>
          </p:cNvSpPr>
          <p:nvPr/>
        </p:nvSpPr>
        <p:spPr>
          <a:xfrm>
            <a:off x="1020000" y="2190000"/>
            <a:ext cx="220000" cy="220000"/>
          </a:xfrm>
          <a:custGeom>
            <a:avLst/>
            <a:gdLst>
              <a:gd name="csX0" fmla="*/ 15942 w 127600"/>
              <a:gd name="csY0" fmla="*/ 0 h 127583"/>
              <a:gd name="csX1" fmla="*/ 0 w 127600"/>
              <a:gd name="csY1" fmla="*/ 15940 h 127583"/>
              <a:gd name="csX2" fmla="*/ 0 w 127600"/>
              <a:gd name="csY2" fmla="*/ 40759 h 127583"/>
              <a:gd name="csX3" fmla="*/ 15942 w 127600"/>
              <a:gd name="csY3" fmla="*/ 56698 h 127583"/>
              <a:gd name="csX4" fmla="*/ 40764 w 127600"/>
              <a:gd name="csY4" fmla="*/ 56698 h 127583"/>
              <a:gd name="csX5" fmla="*/ 56706 w 127600"/>
              <a:gd name="csY5" fmla="*/ 40759 h 127583"/>
              <a:gd name="csX6" fmla="*/ 56706 w 127600"/>
              <a:gd name="csY6" fmla="*/ 15940 h 127583"/>
              <a:gd name="csX7" fmla="*/ 40764 w 127600"/>
              <a:gd name="csY7" fmla="*/ 0 h 127583"/>
              <a:gd name="csX8" fmla="*/ 15942 w 127600"/>
              <a:gd name="csY8" fmla="*/ 0 h 127583"/>
              <a:gd name="csX9" fmla="*/ 86837 w 127600"/>
              <a:gd name="csY9" fmla="*/ 0 h 127583"/>
              <a:gd name="csX10" fmla="*/ 70895 w 127600"/>
              <a:gd name="csY10" fmla="*/ 15940 h 127583"/>
              <a:gd name="csX11" fmla="*/ 70895 w 127600"/>
              <a:gd name="csY11" fmla="*/ 40759 h 127583"/>
              <a:gd name="csX12" fmla="*/ 86837 w 127600"/>
              <a:gd name="csY12" fmla="*/ 56698 h 127583"/>
              <a:gd name="csX13" fmla="*/ 111642 w 127600"/>
              <a:gd name="csY13" fmla="*/ 56698 h 127583"/>
              <a:gd name="csX14" fmla="*/ 127601 w 127600"/>
              <a:gd name="csY14" fmla="*/ 40759 h 127583"/>
              <a:gd name="csX15" fmla="*/ 127601 w 127600"/>
              <a:gd name="csY15" fmla="*/ 15940 h 127583"/>
              <a:gd name="csX16" fmla="*/ 111642 w 127600"/>
              <a:gd name="csY16" fmla="*/ 0 h 127583"/>
              <a:gd name="csX17" fmla="*/ 86837 w 127600"/>
              <a:gd name="csY17" fmla="*/ 0 h 127583"/>
              <a:gd name="csX18" fmla="*/ 18426 w 127600"/>
              <a:gd name="csY18" fmla="*/ 14170 h 127583"/>
              <a:gd name="csX19" fmla="*/ 38280 w 127600"/>
              <a:gd name="csY19" fmla="*/ 14170 h 127583"/>
              <a:gd name="csX20" fmla="*/ 42534 w 127600"/>
              <a:gd name="csY20" fmla="*/ 18423 h 127583"/>
              <a:gd name="csX21" fmla="*/ 42534 w 127600"/>
              <a:gd name="csY21" fmla="*/ 38275 h 127583"/>
              <a:gd name="csX22" fmla="*/ 38280 w 127600"/>
              <a:gd name="csY22" fmla="*/ 42528 h 127583"/>
              <a:gd name="csX23" fmla="*/ 18426 w 127600"/>
              <a:gd name="csY23" fmla="*/ 42528 h 127583"/>
              <a:gd name="csX24" fmla="*/ 14172 w 127600"/>
              <a:gd name="csY24" fmla="*/ 38275 h 127583"/>
              <a:gd name="csX25" fmla="*/ 14172 w 127600"/>
              <a:gd name="csY25" fmla="*/ 18423 h 127583"/>
              <a:gd name="csX26" fmla="*/ 18426 w 127600"/>
              <a:gd name="csY26" fmla="*/ 14170 h 127583"/>
              <a:gd name="csX27" fmla="*/ 89320 w 127600"/>
              <a:gd name="csY27" fmla="*/ 14170 h 127583"/>
              <a:gd name="csX28" fmla="*/ 109175 w 127600"/>
              <a:gd name="csY28" fmla="*/ 14170 h 127583"/>
              <a:gd name="csX29" fmla="*/ 113428 w 127600"/>
              <a:gd name="csY29" fmla="*/ 18423 h 127583"/>
              <a:gd name="csX30" fmla="*/ 113428 w 127600"/>
              <a:gd name="csY30" fmla="*/ 38275 h 127583"/>
              <a:gd name="csX31" fmla="*/ 109175 w 127600"/>
              <a:gd name="csY31" fmla="*/ 42528 h 127583"/>
              <a:gd name="csX32" fmla="*/ 89320 w 127600"/>
              <a:gd name="csY32" fmla="*/ 42528 h 127583"/>
              <a:gd name="csX33" fmla="*/ 85067 w 127600"/>
              <a:gd name="csY33" fmla="*/ 38275 h 127583"/>
              <a:gd name="csX34" fmla="*/ 85067 w 127600"/>
              <a:gd name="csY34" fmla="*/ 18423 h 127583"/>
              <a:gd name="csX35" fmla="*/ 89320 w 127600"/>
              <a:gd name="csY35" fmla="*/ 14170 h 127583"/>
              <a:gd name="csX36" fmla="*/ 21267 w 127600"/>
              <a:gd name="csY36" fmla="*/ 21264 h 127583"/>
              <a:gd name="csX37" fmla="*/ 21267 w 127600"/>
              <a:gd name="csY37" fmla="*/ 35434 h 127583"/>
              <a:gd name="csX38" fmla="*/ 35439 w 127600"/>
              <a:gd name="csY38" fmla="*/ 35434 h 127583"/>
              <a:gd name="csX39" fmla="*/ 35439 w 127600"/>
              <a:gd name="csY39" fmla="*/ 21264 h 127583"/>
              <a:gd name="csX40" fmla="*/ 21267 w 127600"/>
              <a:gd name="csY40" fmla="*/ 21264 h 127583"/>
              <a:gd name="csX41" fmla="*/ 92162 w 127600"/>
              <a:gd name="csY41" fmla="*/ 21264 h 127583"/>
              <a:gd name="csX42" fmla="*/ 92162 w 127600"/>
              <a:gd name="csY42" fmla="*/ 35434 h 127583"/>
              <a:gd name="csX43" fmla="*/ 106334 w 127600"/>
              <a:gd name="csY43" fmla="*/ 35434 h 127583"/>
              <a:gd name="csX44" fmla="*/ 106334 w 127600"/>
              <a:gd name="csY44" fmla="*/ 21264 h 127583"/>
              <a:gd name="csX45" fmla="*/ 92162 w 127600"/>
              <a:gd name="csY45" fmla="*/ 21264 h 127583"/>
              <a:gd name="csX46" fmla="*/ 15942 w 127600"/>
              <a:gd name="csY46" fmla="*/ 70885 h 127583"/>
              <a:gd name="csX47" fmla="*/ 0 w 127600"/>
              <a:gd name="csY47" fmla="*/ 86825 h 127583"/>
              <a:gd name="csX48" fmla="*/ 0 w 127600"/>
              <a:gd name="csY48" fmla="*/ 111627 h 127583"/>
              <a:gd name="csX49" fmla="*/ 15942 w 127600"/>
              <a:gd name="csY49" fmla="*/ 127583 h 127583"/>
              <a:gd name="csX50" fmla="*/ 40764 w 127600"/>
              <a:gd name="csY50" fmla="*/ 127583 h 127583"/>
              <a:gd name="csX51" fmla="*/ 56706 w 127600"/>
              <a:gd name="csY51" fmla="*/ 111627 h 127583"/>
              <a:gd name="csX52" fmla="*/ 56706 w 127600"/>
              <a:gd name="csY52" fmla="*/ 86825 h 127583"/>
              <a:gd name="csX53" fmla="*/ 40764 w 127600"/>
              <a:gd name="csY53" fmla="*/ 70885 h 127583"/>
              <a:gd name="csX54" fmla="*/ 15942 w 127600"/>
              <a:gd name="csY54" fmla="*/ 70885 h 127583"/>
              <a:gd name="csX55" fmla="*/ 70895 w 127600"/>
              <a:gd name="csY55" fmla="*/ 70885 h 127583"/>
              <a:gd name="csX56" fmla="*/ 70895 w 127600"/>
              <a:gd name="csY56" fmla="*/ 90363 h 127583"/>
              <a:gd name="csX57" fmla="*/ 90375 w 127600"/>
              <a:gd name="csY57" fmla="*/ 90363 h 127583"/>
              <a:gd name="csX58" fmla="*/ 90375 w 127600"/>
              <a:gd name="csY58" fmla="*/ 70885 h 127583"/>
              <a:gd name="csX59" fmla="*/ 70895 w 127600"/>
              <a:gd name="csY59" fmla="*/ 70885 h 127583"/>
              <a:gd name="csX60" fmla="*/ 90375 w 127600"/>
              <a:gd name="csY60" fmla="*/ 90363 h 127583"/>
              <a:gd name="csX61" fmla="*/ 90375 w 127600"/>
              <a:gd name="csY61" fmla="*/ 108089 h 127583"/>
              <a:gd name="csX62" fmla="*/ 108103 w 127600"/>
              <a:gd name="csY62" fmla="*/ 108089 h 127583"/>
              <a:gd name="csX63" fmla="*/ 108103 w 127600"/>
              <a:gd name="csY63" fmla="*/ 90363 h 127583"/>
              <a:gd name="csX64" fmla="*/ 90375 w 127600"/>
              <a:gd name="csY64" fmla="*/ 90363 h 127583"/>
              <a:gd name="csX65" fmla="*/ 108103 w 127600"/>
              <a:gd name="csY65" fmla="*/ 90363 h 127583"/>
              <a:gd name="csX66" fmla="*/ 127601 w 127600"/>
              <a:gd name="csY66" fmla="*/ 90363 h 127583"/>
              <a:gd name="csX67" fmla="*/ 127601 w 127600"/>
              <a:gd name="csY67" fmla="*/ 70885 h 127583"/>
              <a:gd name="csX68" fmla="*/ 108103 w 127600"/>
              <a:gd name="csY68" fmla="*/ 70885 h 127583"/>
              <a:gd name="csX69" fmla="*/ 108103 w 127600"/>
              <a:gd name="csY69" fmla="*/ 90363 h 127583"/>
              <a:gd name="csX70" fmla="*/ 108103 w 127600"/>
              <a:gd name="csY70" fmla="*/ 108089 h 127583"/>
              <a:gd name="csX71" fmla="*/ 108103 w 127600"/>
              <a:gd name="csY71" fmla="*/ 127583 h 127583"/>
              <a:gd name="csX72" fmla="*/ 127601 w 127600"/>
              <a:gd name="csY72" fmla="*/ 127583 h 127583"/>
              <a:gd name="csX73" fmla="*/ 127601 w 127600"/>
              <a:gd name="csY73" fmla="*/ 108089 h 127583"/>
              <a:gd name="csX74" fmla="*/ 108103 w 127600"/>
              <a:gd name="csY74" fmla="*/ 108089 h 127583"/>
              <a:gd name="csX75" fmla="*/ 90375 w 127600"/>
              <a:gd name="csY75" fmla="*/ 108089 h 127583"/>
              <a:gd name="csX76" fmla="*/ 70895 w 127600"/>
              <a:gd name="csY76" fmla="*/ 108089 h 127583"/>
              <a:gd name="csX77" fmla="*/ 70895 w 127600"/>
              <a:gd name="csY77" fmla="*/ 127583 h 127583"/>
              <a:gd name="csX78" fmla="*/ 90375 w 127600"/>
              <a:gd name="csY78" fmla="*/ 127583 h 127583"/>
              <a:gd name="csX79" fmla="*/ 90375 w 127600"/>
              <a:gd name="csY79" fmla="*/ 108089 h 127583"/>
              <a:gd name="csX80" fmla="*/ 18426 w 127600"/>
              <a:gd name="csY80" fmla="*/ 85056 h 127583"/>
              <a:gd name="csX81" fmla="*/ 38280 w 127600"/>
              <a:gd name="csY81" fmla="*/ 85056 h 127583"/>
              <a:gd name="csX82" fmla="*/ 42534 w 127600"/>
              <a:gd name="csY82" fmla="*/ 89308 h 127583"/>
              <a:gd name="csX83" fmla="*/ 42534 w 127600"/>
              <a:gd name="csY83" fmla="*/ 109160 h 127583"/>
              <a:gd name="csX84" fmla="*/ 38280 w 127600"/>
              <a:gd name="csY84" fmla="*/ 113413 h 127583"/>
              <a:gd name="csX85" fmla="*/ 18426 w 127600"/>
              <a:gd name="csY85" fmla="*/ 113413 h 127583"/>
              <a:gd name="csX86" fmla="*/ 14172 w 127600"/>
              <a:gd name="csY86" fmla="*/ 109160 h 127583"/>
              <a:gd name="csX87" fmla="*/ 14172 w 127600"/>
              <a:gd name="csY87" fmla="*/ 89308 h 127583"/>
              <a:gd name="csX88" fmla="*/ 18426 w 127600"/>
              <a:gd name="csY88" fmla="*/ 85056 h 127583"/>
              <a:gd name="csX89" fmla="*/ 21267 w 127600"/>
              <a:gd name="csY89" fmla="*/ 92149 h 127583"/>
              <a:gd name="csX90" fmla="*/ 21267 w 127600"/>
              <a:gd name="csY90" fmla="*/ 106319 h 127583"/>
              <a:gd name="csX91" fmla="*/ 35439 w 127600"/>
              <a:gd name="csY91" fmla="*/ 106319 h 127583"/>
              <a:gd name="csX92" fmla="*/ 35439 w 127600"/>
              <a:gd name="csY92" fmla="*/ 92149 h 127583"/>
              <a:gd name="csX93" fmla="*/ 21267 w 127600"/>
              <a:gd name="csY93" fmla="*/ 92149 h 127583"/>
            </a:gdLst>
            <a:ahLst/>
            <a:cxnLst/>
            <a:rect l="l" t="t" r="r" b="b"/>
            <a:pathLst>
              <a:path w="100000" h="100000">
                <a:moveTo>
                  <a:pt x="12494" y="7"/>
                </a:moveTo>
                <a:cubicBezTo>
                  <a:pt x="5614" y="7"/>
                  <a:pt x="0" y="5620"/>
                  <a:pt x="0" y="12499"/>
                </a:cubicBezTo>
                <a:lnTo>
                  <a:pt x="0" y="31949"/>
                </a:lnTo>
                <a:cubicBezTo>
                  <a:pt x="0" y="38841"/>
                  <a:pt x="5614" y="44441"/>
                  <a:pt x="12494" y="44441"/>
                </a:cubicBezTo>
                <a:lnTo>
                  <a:pt x="31947" y="44441"/>
                </a:lnTo>
                <a:cubicBezTo>
                  <a:pt x="38840" y="44441"/>
                  <a:pt x="44440" y="38841"/>
                  <a:pt x="44440" y="31949"/>
                </a:cubicBezTo>
                <a:lnTo>
                  <a:pt x="44440" y="12499"/>
                </a:lnTo>
                <a:cubicBezTo>
                  <a:pt x="44440" y="5620"/>
                  <a:pt x="38840" y="7"/>
                  <a:pt x="31947" y="7"/>
                </a:cubicBezTo>
                <a:lnTo>
                  <a:pt x="12494" y="7"/>
                </a:lnTo>
                <a:close/>
                <a:moveTo>
                  <a:pt x="68054" y="7"/>
                </a:moveTo>
                <a:cubicBezTo>
                  <a:pt x="61161" y="7"/>
                  <a:pt x="55560" y="5620"/>
                  <a:pt x="55560" y="12499"/>
                </a:cubicBezTo>
                <a:lnTo>
                  <a:pt x="55560" y="31949"/>
                </a:lnTo>
                <a:cubicBezTo>
                  <a:pt x="55560" y="38841"/>
                  <a:pt x="61161" y="44441"/>
                  <a:pt x="68054" y="44441"/>
                </a:cubicBezTo>
                <a:lnTo>
                  <a:pt x="87494" y="44441"/>
                </a:lnTo>
                <a:cubicBezTo>
                  <a:pt x="94387" y="44441"/>
                  <a:pt x="100001" y="38841"/>
                  <a:pt x="100001" y="31949"/>
                </a:cubicBezTo>
                <a:lnTo>
                  <a:pt x="100001" y="12499"/>
                </a:lnTo>
                <a:cubicBezTo>
                  <a:pt x="100001" y="5620"/>
                  <a:pt x="94387" y="7"/>
                  <a:pt x="87494" y="7"/>
                </a:cubicBezTo>
                <a:lnTo>
                  <a:pt x="68054" y="7"/>
                </a:lnTo>
                <a:close/>
                <a:moveTo>
                  <a:pt x="14440" y="11112"/>
                </a:moveTo>
                <a:lnTo>
                  <a:pt x="30000" y="11112"/>
                </a:lnTo>
                <a:cubicBezTo>
                  <a:pt x="31840" y="11112"/>
                  <a:pt x="33334" y="12605"/>
                  <a:pt x="33334" y="14445"/>
                </a:cubicBezTo>
                <a:lnTo>
                  <a:pt x="33334" y="30003"/>
                </a:lnTo>
                <a:cubicBezTo>
                  <a:pt x="33334" y="31842"/>
                  <a:pt x="31840" y="33336"/>
                  <a:pt x="30000" y="33336"/>
                </a:cubicBezTo>
                <a:lnTo>
                  <a:pt x="14440" y="33336"/>
                </a:lnTo>
                <a:cubicBezTo>
                  <a:pt x="12600" y="33336"/>
                  <a:pt x="11107" y="31842"/>
                  <a:pt x="11107" y="30003"/>
                </a:cubicBezTo>
                <a:lnTo>
                  <a:pt x="11107" y="14445"/>
                </a:lnTo>
                <a:cubicBezTo>
                  <a:pt x="11107" y="12605"/>
                  <a:pt x="12600" y="11112"/>
                  <a:pt x="14440" y="11112"/>
                </a:cubicBezTo>
                <a:close/>
                <a:moveTo>
                  <a:pt x="70000" y="11112"/>
                </a:moveTo>
                <a:lnTo>
                  <a:pt x="85560" y="11112"/>
                </a:lnTo>
                <a:cubicBezTo>
                  <a:pt x="87400" y="11112"/>
                  <a:pt x="88893" y="12605"/>
                  <a:pt x="88893" y="14445"/>
                </a:cubicBezTo>
                <a:lnTo>
                  <a:pt x="88893" y="30003"/>
                </a:lnTo>
                <a:cubicBezTo>
                  <a:pt x="88893" y="31842"/>
                  <a:pt x="87400" y="33336"/>
                  <a:pt x="85560" y="33336"/>
                </a:cubicBezTo>
                <a:lnTo>
                  <a:pt x="70000" y="33336"/>
                </a:lnTo>
                <a:cubicBezTo>
                  <a:pt x="68161" y="33336"/>
                  <a:pt x="66667" y="31842"/>
                  <a:pt x="66667" y="30003"/>
                </a:cubicBezTo>
                <a:lnTo>
                  <a:pt x="66667" y="14445"/>
                </a:lnTo>
                <a:cubicBezTo>
                  <a:pt x="66667" y="12605"/>
                  <a:pt x="68161" y="11112"/>
                  <a:pt x="70000" y="11112"/>
                </a:cubicBezTo>
                <a:close/>
                <a:moveTo>
                  <a:pt x="16667" y="16671"/>
                </a:moveTo>
                <a:lnTo>
                  <a:pt x="16667" y="27776"/>
                </a:lnTo>
                <a:lnTo>
                  <a:pt x="27774" y="27776"/>
                </a:lnTo>
                <a:lnTo>
                  <a:pt x="27774" y="16671"/>
                </a:lnTo>
                <a:lnTo>
                  <a:pt x="16667" y="16671"/>
                </a:lnTo>
                <a:close/>
                <a:moveTo>
                  <a:pt x="72227" y="16671"/>
                </a:moveTo>
                <a:lnTo>
                  <a:pt x="72227" y="27776"/>
                </a:lnTo>
                <a:lnTo>
                  <a:pt x="83334" y="27776"/>
                </a:lnTo>
                <a:lnTo>
                  <a:pt x="83334" y="16671"/>
                </a:lnTo>
                <a:lnTo>
                  <a:pt x="72227" y="16671"/>
                </a:lnTo>
                <a:close/>
                <a:moveTo>
                  <a:pt x="12494" y="55559"/>
                </a:moveTo>
                <a:cubicBezTo>
                  <a:pt x="5614" y="55559"/>
                  <a:pt x="0" y="61159"/>
                  <a:pt x="0" y="68051"/>
                </a:cubicBezTo>
                <a:lnTo>
                  <a:pt x="0" y="87489"/>
                </a:lnTo>
                <a:cubicBezTo>
                  <a:pt x="0" y="94381"/>
                  <a:pt x="5614" y="99993"/>
                  <a:pt x="12494" y="99993"/>
                </a:cubicBezTo>
                <a:lnTo>
                  <a:pt x="31947" y="99993"/>
                </a:lnTo>
                <a:cubicBezTo>
                  <a:pt x="38840" y="99993"/>
                  <a:pt x="44440" y="94381"/>
                  <a:pt x="44440" y="87489"/>
                </a:cubicBezTo>
                <a:lnTo>
                  <a:pt x="44440" y="68051"/>
                </a:lnTo>
                <a:cubicBezTo>
                  <a:pt x="44440" y="61159"/>
                  <a:pt x="38840" y="55559"/>
                  <a:pt x="31947" y="55559"/>
                </a:cubicBezTo>
                <a:lnTo>
                  <a:pt x="12494" y="55559"/>
                </a:lnTo>
                <a:close/>
                <a:moveTo>
                  <a:pt x="55560" y="55559"/>
                </a:moveTo>
                <a:lnTo>
                  <a:pt x="55560" y="70824"/>
                </a:lnTo>
                <a:lnTo>
                  <a:pt x="70827" y="70824"/>
                </a:lnTo>
                <a:lnTo>
                  <a:pt x="70827" y="55559"/>
                </a:lnTo>
                <a:lnTo>
                  <a:pt x="55560" y="55559"/>
                </a:lnTo>
                <a:close/>
                <a:moveTo>
                  <a:pt x="70827" y="70824"/>
                </a:moveTo>
                <a:lnTo>
                  <a:pt x="70827" y="84716"/>
                </a:lnTo>
                <a:lnTo>
                  <a:pt x="84720" y="84716"/>
                </a:lnTo>
                <a:lnTo>
                  <a:pt x="84720" y="70824"/>
                </a:lnTo>
                <a:lnTo>
                  <a:pt x="70827" y="70824"/>
                </a:lnTo>
                <a:close/>
                <a:moveTo>
                  <a:pt x="84720" y="70824"/>
                </a:moveTo>
                <a:lnTo>
                  <a:pt x="100001" y="70824"/>
                </a:lnTo>
                <a:lnTo>
                  <a:pt x="100001" y="55559"/>
                </a:lnTo>
                <a:lnTo>
                  <a:pt x="84720" y="55559"/>
                </a:lnTo>
                <a:lnTo>
                  <a:pt x="84720" y="70824"/>
                </a:lnTo>
                <a:close/>
                <a:moveTo>
                  <a:pt x="84720" y="84716"/>
                </a:moveTo>
                <a:lnTo>
                  <a:pt x="84720" y="99993"/>
                </a:lnTo>
                <a:lnTo>
                  <a:pt x="100001" y="99993"/>
                </a:lnTo>
                <a:lnTo>
                  <a:pt x="100001" y="84716"/>
                </a:lnTo>
                <a:lnTo>
                  <a:pt x="84720" y="84716"/>
                </a:lnTo>
                <a:close/>
                <a:moveTo>
                  <a:pt x="70827" y="84716"/>
                </a:moveTo>
                <a:lnTo>
                  <a:pt x="55560" y="84716"/>
                </a:lnTo>
                <a:lnTo>
                  <a:pt x="55560" y="99993"/>
                </a:lnTo>
                <a:lnTo>
                  <a:pt x="70827" y="99993"/>
                </a:lnTo>
                <a:lnTo>
                  <a:pt x="70827" y="84716"/>
                </a:lnTo>
                <a:close/>
                <a:moveTo>
                  <a:pt x="14440" y="66665"/>
                </a:moveTo>
                <a:lnTo>
                  <a:pt x="30000" y="66665"/>
                </a:lnTo>
                <a:cubicBezTo>
                  <a:pt x="31840" y="66665"/>
                  <a:pt x="33334" y="68158"/>
                  <a:pt x="33334" y="69997"/>
                </a:cubicBezTo>
                <a:lnTo>
                  <a:pt x="33334" y="85555"/>
                </a:lnTo>
                <a:cubicBezTo>
                  <a:pt x="33334" y="87395"/>
                  <a:pt x="31840" y="88888"/>
                  <a:pt x="30000" y="88888"/>
                </a:cubicBezTo>
                <a:lnTo>
                  <a:pt x="14440" y="88888"/>
                </a:lnTo>
                <a:cubicBezTo>
                  <a:pt x="12600" y="88888"/>
                  <a:pt x="11107" y="87395"/>
                  <a:pt x="11107" y="85555"/>
                </a:cubicBezTo>
                <a:lnTo>
                  <a:pt x="11107" y="69997"/>
                </a:lnTo>
                <a:cubicBezTo>
                  <a:pt x="11107" y="68158"/>
                  <a:pt x="12600" y="66665"/>
                  <a:pt x="14440" y="66665"/>
                </a:cubicBezTo>
                <a:close/>
                <a:moveTo>
                  <a:pt x="16667" y="72224"/>
                </a:moveTo>
                <a:lnTo>
                  <a:pt x="16667" y="83329"/>
                </a:lnTo>
                <a:lnTo>
                  <a:pt x="27774" y="83329"/>
                </a:lnTo>
                <a:lnTo>
                  <a:pt x="27774" y="72224"/>
                </a:lnTo>
                <a:lnTo>
                  <a:pt x="16667" y="7222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6" name="Красный — SVG 75">
            <a:extLst>
              <a:ext uri="{FF2B5EF4-FFF2-40B4-BE49-F238E27FC236}">
                <a16:creationId xmlns:a16="http://schemas.microsoft.com/office/drawing/2014/main" id="{A2A79027-EC33-524C-B047-8B602C7EA843}"/>
              </a:ext>
            </a:extLst>
          </p:cNvPr>
          <p:cNvSpPr>
            <a:spLocks noGrp="1"/>
          </p:cNvSpPr>
          <p:nvPr/>
        </p:nvSpPr>
        <p:spPr>
          <a:xfrm>
            <a:off x="1620000" y="2190000"/>
            <a:ext cx="220000" cy="220000"/>
          </a:xfrm>
          <a:custGeom>
            <a:avLst/>
            <a:gdLst>
              <a:gd name="csX0" fmla="*/ 22900 w 148867"/>
              <a:gd name="csY0" fmla="*/ 2 h 134954"/>
              <a:gd name="csX1" fmla="*/ 19940 w 148867"/>
              <a:gd name="csY1" fmla="*/ 733 h 134954"/>
              <a:gd name="csX2" fmla="*/ 17541 w 148867"/>
              <a:gd name="csY2" fmla="*/ 2639 h 134954"/>
              <a:gd name="csX3" fmla="*/ 0 w 148867"/>
              <a:gd name="csY3" fmla="*/ 51290 h 134954"/>
              <a:gd name="csX4" fmla="*/ 17575 w 148867"/>
              <a:gd name="csY4" fmla="*/ 100283 h 134954"/>
              <a:gd name="csX5" fmla="*/ 19718 w 148867"/>
              <a:gd name="csY5" fmla="*/ 102035 h 134954"/>
              <a:gd name="csX6" fmla="*/ 22356 w 148867"/>
              <a:gd name="csY6" fmla="*/ 102834 h 134954"/>
              <a:gd name="csX7" fmla="*/ 25112 w 148867"/>
              <a:gd name="csY7" fmla="*/ 102545 h 134954"/>
              <a:gd name="csX8" fmla="*/ 27562 w 148867"/>
              <a:gd name="csY8" fmla="*/ 101235 h 134954"/>
              <a:gd name="csX9" fmla="*/ 29298 w 148867"/>
              <a:gd name="csY9" fmla="*/ 99092 h 134954"/>
              <a:gd name="csX10" fmla="*/ 30097 w 148867"/>
              <a:gd name="csY10" fmla="*/ 96438 h 134954"/>
              <a:gd name="csX11" fmla="*/ 29824 w 148867"/>
              <a:gd name="csY11" fmla="*/ 93682 h 134954"/>
              <a:gd name="csX12" fmla="*/ 28514 w 148867"/>
              <a:gd name="csY12" fmla="*/ 91250 h 134954"/>
              <a:gd name="csX13" fmla="*/ 14172 w 148867"/>
              <a:gd name="csY13" fmla="*/ 51307 h 134954"/>
              <a:gd name="csX14" fmla="*/ 14172 w 148867"/>
              <a:gd name="csY14" fmla="*/ 51290 h 134954"/>
              <a:gd name="csX15" fmla="*/ 14172 w 148867"/>
              <a:gd name="csY15" fmla="*/ 51290 h 134954"/>
              <a:gd name="csX16" fmla="*/ 28464 w 148867"/>
              <a:gd name="csY16" fmla="*/ 11689 h 134954"/>
              <a:gd name="csX17" fmla="*/ 30097 w 148867"/>
              <a:gd name="csY17" fmla="*/ 8014 h 134954"/>
              <a:gd name="csX18" fmla="*/ 29467 w 148867"/>
              <a:gd name="csY18" fmla="*/ 4051 h 134954"/>
              <a:gd name="csX19" fmla="*/ 26796 w 148867"/>
              <a:gd name="csY19" fmla="*/ 1057 h 134954"/>
              <a:gd name="csX20" fmla="*/ 22900 w 148867"/>
              <a:gd name="csY20" fmla="*/ 2 h 134954"/>
              <a:gd name="csX21" fmla="*/ 125747 w 148867"/>
              <a:gd name="csY21" fmla="*/ 2 h 134954"/>
              <a:gd name="csX22" fmla="*/ 121935 w 148867"/>
              <a:gd name="csY22" fmla="*/ 1142 h 134954"/>
              <a:gd name="csX23" fmla="*/ 119349 w 148867"/>
              <a:gd name="csY23" fmla="*/ 4153 h 134954"/>
              <a:gd name="csX24" fmla="*/ 118771 w 148867"/>
              <a:gd name="csY24" fmla="*/ 8082 h 134954"/>
              <a:gd name="csX25" fmla="*/ 120404 w 148867"/>
              <a:gd name="csY25" fmla="*/ 11689 h 134954"/>
              <a:gd name="csX26" fmla="*/ 134695 w 148867"/>
              <a:gd name="csY26" fmla="*/ 51290 h 134954"/>
              <a:gd name="csX27" fmla="*/ 134695 w 148867"/>
              <a:gd name="csY27" fmla="*/ 51290 h 134954"/>
              <a:gd name="csX28" fmla="*/ 134695 w 148867"/>
              <a:gd name="csY28" fmla="*/ 51307 h 134954"/>
              <a:gd name="csX29" fmla="*/ 120353 w 148867"/>
              <a:gd name="csY29" fmla="*/ 91250 h 134954"/>
              <a:gd name="csX30" fmla="*/ 118771 w 148867"/>
              <a:gd name="csY30" fmla="*/ 96438 h 134954"/>
              <a:gd name="csX31" fmla="*/ 121323 w 148867"/>
              <a:gd name="csY31" fmla="*/ 101235 h 134954"/>
              <a:gd name="csX32" fmla="*/ 123756 w 148867"/>
              <a:gd name="csY32" fmla="*/ 102545 h 134954"/>
              <a:gd name="csX33" fmla="*/ 126512 w 148867"/>
              <a:gd name="csY33" fmla="*/ 102817 h 134954"/>
              <a:gd name="csX34" fmla="*/ 131292 w 148867"/>
              <a:gd name="csY34" fmla="*/ 100283 h 134954"/>
              <a:gd name="csX35" fmla="*/ 148867 w 148867"/>
              <a:gd name="csY35" fmla="*/ 51290 h 134954"/>
              <a:gd name="csX36" fmla="*/ 131327 w 148867"/>
              <a:gd name="csY36" fmla="*/ 2639 h 134954"/>
              <a:gd name="csX37" fmla="*/ 128826 w 148867"/>
              <a:gd name="csY37" fmla="*/ 682 h 134954"/>
              <a:gd name="csX38" fmla="*/ 125747 w 148867"/>
              <a:gd name="csY38" fmla="*/ 2 h 134954"/>
              <a:gd name="csX39" fmla="*/ 40900 w 148867"/>
              <a:gd name="csY39" fmla="*/ 17728 h 134954"/>
              <a:gd name="csX40" fmla="*/ 37582 w 148867"/>
              <a:gd name="csY40" fmla="*/ 18459 h 134954"/>
              <a:gd name="csX41" fmla="*/ 34980 w 148867"/>
              <a:gd name="csY41" fmla="*/ 20636 h 134954"/>
              <a:gd name="csX42" fmla="*/ 34980 w 148867"/>
              <a:gd name="csY42" fmla="*/ 82285 h 134954"/>
              <a:gd name="csX43" fmla="*/ 37021 w 148867"/>
              <a:gd name="csY43" fmla="*/ 84207 h 134954"/>
              <a:gd name="csX44" fmla="*/ 39658 w 148867"/>
              <a:gd name="csY44" fmla="*/ 85194 h 134954"/>
              <a:gd name="csX45" fmla="*/ 42466 w 148867"/>
              <a:gd name="csY45" fmla="*/ 85058 h 134954"/>
              <a:gd name="csX46" fmla="*/ 45001 w 148867"/>
              <a:gd name="csY46" fmla="*/ 83867 h 134954"/>
              <a:gd name="csX47" fmla="*/ 46872 w 148867"/>
              <a:gd name="csY47" fmla="*/ 81775 h 134954"/>
              <a:gd name="csX48" fmla="*/ 47791 w 148867"/>
              <a:gd name="csY48" fmla="*/ 79121 h 134954"/>
              <a:gd name="csX49" fmla="*/ 47604 w 148867"/>
              <a:gd name="csY49" fmla="*/ 76314 h 134954"/>
              <a:gd name="csX50" fmla="*/ 46328 w 148867"/>
              <a:gd name="csY50" fmla="*/ 73796 h 134954"/>
              <a:gd name="csX51" fmla="*/ 46328 w 148867"/>
              <a:gd name="csY51" fmla="*/ 29125 h 134954"/>
              <a:gd name="csX52" fmla="*/ 47756 w 148867"/>
              <a:gd name="csY52" fmla="*/ 25553 h 134954"/>
              <a:gd name="csX53" fmla="*/ 47110 w 148867"/>
              <a:gd name="csY53" fmla="*/ 21759 h 134954"/>
              <a:gd name="csX54" fmla="*/ 44576 w 148867"/>
              <a:gd name="csY54" fmla="*/ 18868 h 134954"/>
              <a:gd name="csX55" fmla="*/ 40900 w 148867"/>
              <a:gd name="csY55" fmla="*/ 17728 h 134954"/>
              <a:gd name="csX56" fmla="*/ 108461 w 148867"/>
              <a:gd name="csY56" fmla="*/ 17728 h 134954"/>
              <a:gd name="csX57" fmla="*/ 104599 w 148867"/>
              <a:gd name="csY57" fmla="*/ 18663 h 134954"/>
              <a:gd name="csX58" fmla="*/ 101860 w 148867"/>
              <a:gd name="csY58" fmla="*/ 21538 h 134954"/>
              <a:gd name="csX59" fmla="*/ 101094 w 148867"/>
              <a:gd name="csY59" fmla="*/ 25434 h 134954"/>
              <a:gd name="csX60" fmla="*/ 102540 w 148867"/>
              <a:gd name="csY60" fmla="*/ 29125 h 134954"/>
              <a:gd name="csX61" fmla="*/ 102540 w 148867"/>
              <a:gd name="csY61" fmla="*/ 73796 h 134954"/>
              <a:gd name="csX62" fmla="*/ 101264 w 148867"/>
              <a:gd name="csY62" fmla="*/ 76314 h 134954"/>
              <a:gd name="csX63" fmla="*/ 101077 w 148867"/>
              <a:gd name="csY63" fmla="*/ 79121 h 134954"/>
              <a:gd name="csX64" fmla="*/ 101996 w 148867"/>
              <a:gd name="csY64" fmla="*/ 81775 h 134954"/>
              <a:gd name="csX65" fmla="*/ 103867 w 148867"/>
              <a:gd name="csY65" fmla="*/ 83867 h 134954"/>
              <a:gd name="csX66" fmla="*/ 106402 w 148867"/>
              <a:gd name="csY66" fmla="*/ 85058 h 134954"/>
              <a:gd name="csX67" fmla="*/ 109209 w 148867"/>
              <a:gd name="csY67" fmla="*/ 85194 h 134954"/>
              <a:gd name="csX68" fmla="*/ 111847 w 148867"/>
              <a:gd name="csY68" fmla="*/ 84207 h 134954"/>
              <a:gd name="csX69" fmla="*/ 113888 w 148867"/>
              <a:gd name="csY69" fmla="*/ 82285 h 134954"/>
              <a:gd name="csX70" fmla="*/ 113888 w 148867"/>
              <a:gd name="csY70" fmla="*/ 20636 h 134954"/>
              <a:gd name="csX71" fmla="*/ 111506 w 148867"/>
              <a:gd name="csY71" fmla="*/ 18561 h 134954"/>
              <a:gd name="csX72" fmla="*/ 108461 w 148867"/>
              <a:gd name="csY72" fmla="*/ 17728 h 134954"/>
              <a:gd name="csX73" fmla="*/ 74434 w 148867"/>
              <a:gd name="csY73" fmla="*/ 39060 h 134954"/>
              <a:gd name="csX74" fmla="*/ 66727 w 148867"/>
              <a:gd name="csY74" fmla="*/ 41339 h 134954"/>
              <a:gd name="csX75" fmla="*/ 61503 w 148867"/>
              <a:gd name="csY75" fmla="*/ 47429 h 134954"/>
              <a:gd name="csX76" fmla="*/ 60414 w 148867"/>
              <a:gd name="csY76" fmla="*/ 55373 h 134954"/>
              <a:gd name="csX77" fmla="*/ 63834 w 148867"/>
              <a:gd name="csY77" fmla="*/ 62654 h 134954"/>
              <a:gd name="csX78" fmla="*/ 42908 w 148867"/>
              <a:gd name="csY78" fmla="*/ 125425 h 134954"/>
              <a:gd name="csX79" fmla="*/ 42466 w 148867"/>
              <a:gd name="csY79" fmla="*/ 128215 h 134954"/>
              <a:gd name="csX80" fmla="*/ 43163 w 148867"/>
              <a:gd name="csY80" fmla="*/ 130937 h 134954"/>
              <a:gd name="csX81" fmla="*/ 44865 w 148867"/>
              <a:gd name="csY81" fmla="*/ 133182 h 134954"/>
              <a:gd name="csX82" fmla="*/ 47315 w 148867"/>
              <a:gd name="csY82" fmla="*/ 134594 h 134954"/>
              <a:gd name="csX83" fmla="*/ 50105 w 148867"/>
              <a:gd name="csY83" fmla="*/ 134934 h 134954"/>
              <a:gd name="csX84" fmla="*/ 52826 w 148867"/>
              <a:gd name="csY84" fmla="*/ 134152 h 134954"/>
              <a:gd name="csX85" fmla="*/ 55021 w 148867"/>
              <a:gd name="csY85" fmla="*/ 132383 h 134954"/>
              <a:gd name="csX86" fmla="*/ 56349 w 148867"/>
              <a:gd name="csY86" fmla="*/ 129899 h 134954"/>
              <a:gd name="csX87" fmla="*/ 74434 w 148867"/>
              <a:gd name="csY87" fmla="*/ 75650 h 134954"/>
              <a:gd name="csX88" fmla="*/ 92519 w 148867"/>
              <a:gd name="csY88" fmla="*/ 129899 h 134954"/>
              <a:gd name="csX89" fmla="*/ 93846 w 148867"/>
              <a:gd name="csY89" fmla="*/ 132383 h 134954"/>
              <a:gd name="csX90" fmla="*/ 96041 w 148867"/>
              <a:gd name="csY90" fmla="*/ 134152 h 134954"/>
              <a:gd name="csX91" fmla="*/ 98763 w 148867"/>
              <a:gd name="csY91" fmla="*/ 134934 h 134954"/>
              <a:gd name="csX92" fmla="*/ 101553 w 148867"/>
              <a:gd name="csY92" fmla="*/ 134594 h 134954"/>
              <a:gd name="csX93" fmla="*/ 104003 w 148867"/>
              <a:gd name="csY93" fmla="*/ 133182 h 134954"/>
              <a:gd name="csX94" fmla="*/ 105704 w 148867"/>
              <a:gd name="csY94" fmla="*/ 130937 h 134954"/>
              <a:gd name="csX95" fmla="*/ 106402 w 148867"/>
              <a:gd name="csY95" fmla="*/ 128215 h 134954"/>
              <a:gd name="csX96" fmla="*/ 105959 w 148867"/>
              <a:gd name="csY96" fmla="*/ 125425 h 134954"/>
              <a:gd name="csX97" fmla="*/ 85033 w 148867"/>
              <a:gd name="csY97" fmla="*/ 62620 h 134954"/>
              <a:gd name="csX98" fmla="*/ 88419 w 148867"/>
              <a:gd name="csY98" fmla="*/ 55373 h 134954"/>
              <a:gd name="csX99" fmla="*/ 87330 w 148867"/>
              <a:gd name="csY99" fmla="*/ 47429 h 134954"/>
              <a:gd name="csX100" fmla="*/ 82124 w 148867"/>
              <a:gd name="csY100" fmla="*/ 41339 h 134954"/>
              <a:gd name="csX101" fmla="*/ 74434 w 148867"/>
              <a:gd name="csY101" fmla="*/ 39060 h 134954"/>
            </a:gdLst>
            <a:ahLst/>
            <a:cxnLst/>
            <a:rect l="l" t="t" r="r" b="b"/>
            <a:pathLst>
              <a:path w="100000" h="100000">
                <a:moveTo>
                  <a:pt x="15383" y="4674"/>
                </a:moveTo>
                <a:cubicBezTo>
                  <a:pt x="14697" y="4686"/>
                  <a:pt x="14011" y="4857"/>
                  <a:pt x="13395" y="5165"/>
                </a:cubicBezTo>
                <a:cubicBezTo>
                  <a:pt x="12766" y="5474"/>
                  <a:pt x="12229" y="5908"/>
                  <a:pt x="11783" y="6446"/>
                </a:cubicBezTo>
                <a:cubicBezTo>
                  <a:pt x="4160" y="15633"/>
                  <a:pt x="-11" y="27197"/>
                  <a:pt x="0" y="39127"/>
                </a:cubicBezTo>
                <a:cubicBezTo>
                  <a:pt x="-23" y="51137"/>
                  <a:pt x="4160" y="62781"/>
                  <a:pt x="11806" y="72037"/>
                </a:cubicBezTo>
                <a:cubicBezTo>
                  <a:pt x="12206" y="72517"/>
                  <a:pt x="12686" y="72916"/>
                  <a:pt x="13245" y="73214"/>
                </a:cubicBezTo>
                <a:cubicBezTo>
                  <a:pt x="13794" y="73499"/>
                  <a:pt x="14400" y="73682"/>
                  <a:pt x="15017" y="73751"/>
                </a:cubicBezTo>
                <a:cubicBezTo>
                  <a:pt x="15646" y="73808"/>
                  <a:pt x="16275" y="73739"/>
                  <a:pt x="16869" y="73557"/>
                </a:cubicBezTo>
                <a:cubicBezTo>
                  <a:pt x="17475" y="73374"/>
                  <a:pt x="18023" y="73077"/>
                  <a:pt x="18515" y="72677"/>
                </a:cubicBezTo>
                <a:cubicBezTo>
                  <a:pt x="18995" y="72277"/>
                  <a:pt x="19394" y="71785"/>
                  <a:pt x="19681" y="71237"/>
                </a:cubicBezTo>
                <a:cubicBezTo>
                  <a:pt x="19978" y="70688"/>
                  <a:pt x="20160" y="70083"/>
                  <a:pt x="20217" y="69454"/>
                </a:cubicBezTo>
                <a:cubicBezTo>
                  <a:pt x="20274" y="68837"/>
                  <a:pt x="20217" y="68209"/>
                  <a:pt x="20034" y="67603"/>
                </a:cubicBezTo>
                <a:cubicBezTo>
                  <a:pt x="19852" y="67009"/>
                  <a:pt x="19543" y="66449"/>
                  <a:pt x="19154" y="65969"/>
                </a:cubicBezTo>
                <a:cubicBezTo>
                  <a:pt x="12914" y="58416"/>
                  <a:pt x="9508" y="48931"/>
                  <a:pt x="9520" y="39138"/>
                </a:cubicBezTo>
                <a:lnTo>
                  <a:pt x="9520" y="39127"/>
                </a:lnTo>
                <a:lnTo>
                  <a:pt x="9520" y="39127"/>
                </a:lnTo>
                <a:cubicBezTo>
                  <a:pt x="9520" y="29414"/>
                  <a:pt x="12914" y="19998"/>
                  <a:pt x="19120" y="12525"/>
                </a:cubicBezTo>
                <a:cubicBezTo>
                  <a:pt x="19714" y="11828"/>
                  <a:pt x="20092" y="10971"/>
                  <a:pt x="20217" y="10056"/>
                </a:cubicBezTo>
                <a:cubicBezTo>
                  <a:pt x="20343" y="9153"/>
                  <a:pt x="20195" y="8228"/>
                  <a:pt x="19794" y="7394"/>
                </a:cubicBezTo>
                <a:cubicBezTo>
                  <a:pt x="19406" y="6560"/>
                  <a:pt x="18777" y="5863"/>
                  <a:pt x="18000" y="5383"/>
                </a:cubicBezTo>
                <a:cubicBezTo>
                  <a:pt x="17211" y="4903"/>
                  <a:pt x="16309" y="4651"/>
                  <a:pt x="15383" y="4674"/>
                </a:cubicBezTo>
                <a:close/>
                <a:moveTo>
                  <a:pt x="84469" y="4674"/>
                </a:moveTo>
                <a:cubicBezTo>
                  <a:pt x="83566" y="4686"/>
                  <a:pt x="82674" y="4948"/>
                  <a:pt x="81909" y="5440"/>
                </a:cubicBezTo>
                <a:cubicBezTo>
                  <a:pt x="81154" y="5932"/>
                  <a:pt x="80549" y="6640"/>
                  <a:pt x="80172" y="7463"/>
                </a:cubicBezTo>
                <a:cubicBezTo>
                  <a:pt x="79794" y="8285"/>
                  <a:pt x="79658" y="9199"/>
                  <a:pt x="79783" y="10102"/>
                </a:cubicBezTo>
                <a:cubicBezTo>
                  <a:pt x="79909" y="10993"/>
                  <a:pt x="80297" y="11839"/>
                  <a:pt x="80880" y="12525"/>
                </a:cubicBezTo>
                <a:cubicBezTo>
                  <a:pt x="87086" y="19998"/>
                  <a:pt x="90480" y="29414"/>
                  <a:pt x="90480" y="39127"/>
                </a:cubicBezTo>
                <a:lnTo>
                  <a:pt x="90480" y="39127"/>
                </a:lnTo>
                <a:lnTo>
                  <a:pt x="90480" y="39138"/>
                </a:lnTo>
                <a:cubicBezTo>
                  <a:pt x="90492" y="48931"/>
                  <a:pt x="87086" y="58416"/>
                  <a:pt x="80846" y="65969"/>
                </a:cubicBezTo>
                <a:cubicBezTo>
                  <a:pt x="80046" y="66952"/>
                  <a:pt x="79658" y="68197"/>
                  <a:pt x="79783" y="69454"/>
                </a:cubicBezTo>
                <a:cubicBezTo>
                  <a:pt x="79897" y="70711"/>
                  <a:pt x="80515" y="71877"/>
                  <a:pt x="81498" y="72677"/>
                </a:cubicBezTo>
                <a:cubicBezTo>
                  <a:pt x="81977" y="73077"/>
                  <a:pt x="82526" y="73374"/>
                  <a:pt x="83132" y="73557"/>
                </a:cubicBezTo>
                <a:cubicBezTo>
                  <a:pt x="83726" y="73739"/>
                  <a:pt x="84354" y="73808"/>
                  <a:pt x="84983" y="73739"/>
                </a:cubicBezTo>
                <a:cubicBezTo>
                  <a:pt x="86240" y="73625"/>
                  <a:pt x="87395" y="73008"/>
                  <a:pt x="88194" y="72037"/>
                </a:cubicBezTo>
                <a:cubicBezTo>
                  <a:pt x="95840" y="62770"/>
                  <a:pt x="100024" y="51137"/>
                  <a:pt x="100000" y="39127"/>
                </a:cubicBezTo>
                <a:cubicBezTo>
                  <a:pt x="100011" y="27186"/>
                  <a:pt x="95840" y="15633"/>
                  <a:pt x="88218" y="6446"/>
                </a:cubicBezTo>
                <a:cubicBezTo>
                  <a:pt x="87760" y="5885"/>
                  <a:pt x="87189" y="5440"/>
                  <a:pt x="86538" y="5131"/>
                </a:cubicBezTo>
                <a:cubicBezTo>
                  <a:pt x="85897" y="4823"/>
                  <a:pt x="85189" y="4674"/>
                  <a:pt x="84469" y="4674"/>
                </a:cubicBezTo>
                <a:close/>
                <a:moveTo>
                  <a:pt x="27474" y="16582"/>
                </a:moveTo>
                <a:cubicBezTo>
                  <a:pt x="26709" y="16559"/>
                  <a:pt x="25943" y="16730"/>
                  <a:pt x="25245" y="17073"/>
                </a:cubicBezTo>
                <a:cubicBezTo>
                  <a:pt x="24549" y="17404"/>
                  <a:pt x="23954" y="17918"/>
                  <a:pt x="23497" y="18535"/>
                </a:cubicBezTo>
                <a:cubicBezTo>
                  <a:pt x="14320" y="30797"/>
                  <a:pt x="14320" y="47686"/>
                  <a:pt x="23497" y="59947"/>
                </a:cubicBezTo>
                <a:cubicBezTo>
                  <a:pt x="23863" y="60472"/>
                  <a:pt x="24332" y="60907"/>
                  <a:pt x="24869" y="61238"/>
                </a:cubicBezTo>
                <a:cubicBezTo>
                  <a:pt x="25417" y="61581"/>
                  <a:pt x="26011" y="61798"/>
                  <a:pt x="26640" y="61901"/>
                </a:cubicBezTo>
                <a:cubicBezTo>
                  <a:pt x="27269" y="61993"/>
                  <a:pt x="27909" y="61970"/>
                  <a:pt x="28526" y="61810"/>
                </a:cubicBezTo>
                <a:cubicBezTo>
                  <a:pt x="29143" y="61661"/>
                  <a:pt x="29726" y="61387"/>
                  <a:pt x="30229" y="61010"/>
                </a:cubicBezTo>
                <a:cubicBezTo>
                  <a:pt x="30743" y="60621"/>
                  <a:pt x="31166" y="60153"/>
                  <a:pt x="31486" y="59605"/>
                </a:cubicBezTo>
                <a:cubicBezTo>
                  <a:pt x="31806" y="59056"/>
                  <a:pt x="32023" y="58450"/>
                  <a:pt x="32103" y="57822"/>
                </a:cubicBezTo>
                <a:cubicBezTo>
                  <a:pt x="32183" y="57182"/>
                  <a:pt x="32137" y="56541"/>
                  <a:pt x="31978" y="55936"/>
                </a:cubicBezTo>
                <a:cubicBezTo>
                  <a:pt x="31806" y="55319"/>
                  <a:pt x="31520" y="54748"/>
                  <a:pt x="31120" y="54245"/>
                </a:cubicBezTo>
                <a:cubicBezTo>
                  <a:pt x="24457" y="45343"/>
                  <a:pt x="24457" y="33151"/>
                  <a:pt x="31120" y="24237"/>
                </a:cubicBezTo>
                <a:cubicBezTo>
                  <a:pt x="31658" y="23540"/>
                  <a:pt x="31989" y="22718"/>
                  <a:pt x="32080" y="21838"/>
                </a:cubicBezTo>
                <a:cubicBezTo>
                  <a:pt x="32183" y="20969"/>
                  <a:pt x="32023" y="20089"/>
                  <a:pt x="31646" y="19289"/>
                </a:cubicBezTo>
                <a:cubicBezTo>
                  <a:pt x="31269" y="18501"/>
                  <a:pt x="30686" y="17827"/>
                  <a:pt x="29944" y="17347"/>
                </a:cubicBezTo>
                <a:cubicBezTo>
                  <a:pt x="29212" y="16867"/>
                  <a:pt x="28355" y="16604"/>
                  <a:pt x="27474" y="16582"/>
                </a:cubicBezTo>
                <a:close/>
                <a:moveTo>
                  <a:pt x="72858" y="16582"/>
                </a:moveTo>
                <a:cubicBezTo>
                  <a:pt x="71943" y="16535"/>
                  <a:pt x="71051" y="16764"/>
                  <a:pt x="70263" y="17210"/>
                </a:cubicBezTo>
                <a:cubicBezTo>
                  <a:pt x="69475" y="17667"/>
                  <a:pt x="68835" y="18341"/>
                  <a:pt x="68423" y="19141"/>
                </a:cubicBezTo>
                <a:cubicBezTo>
                  <a:pt x="68000" y="19952"/>
                  <a:pt x="67829" y="20855"/>
                  <a:pt x="67909" y="21758"/>
                </a:cubicBezTo>
                <a:cubicBezTo>
                  <a:pt x="67989" y="22661"/>
                  <a:pt x="68320" y="23517"/>
                  <a:pt x="68880" y="24237"/>
                </a:cubicBezTo>
                <a:cubicBezTo>
                  <a:pt x="75543" y="33151"/>
                  <a:pt x="75543" y="45343"/>
                  <a:pt x="68880" y="54245"/>
                </a:cubicBezTo>
                <a:cubicBezTo>
                  <a:pt x="68480" y="54748"/>
                  <a:pt x="68194" y="55319"/>
                  <a:pt x="68023" y="55936"/>
                </a:cubicBezTo>
                <a:cubicBezTo>
                  <a:pt x="67863" y="56541"/>
                  <a:pt x="67817" y="57182"/>
                  <a:pt x="67898" y="57822"/>
                </a:cubicBezTo>
                <a:cubicBezTo>
                  <a:pt x="67977" y="58450"/>
                  <a:pt x="68194" y="59056"/>
                  <a:pt x="68515" y="59605"/>
                </a:cubicBezTo>
                <a:cubicBezTo>
                  <a:pt x="68835" y="60153"/>
                  <a:pt x="69258" y="60621"/>
                  <a:pt x="69772" y="61010"/>
                </a:cubicBezTo>
                <a:cubicBezTo>
                  <a:pt x="70275" y="61387"/>
                  <a:pt x="70857" y="61661"/>
                  <a:pt x="71475" y="61810"/>
                </a:cubicBezTo>
                <a:cubicBezTo>
                  <a:pt x="72092" y="61970"/>
                  <a:pt x="72732" y="61993"/>
                  <a:pt x="73360" y="61901"/>
                </a:cubicBezTo>
                <a:cubicBezTo>
                  <a:pt x="73989" y="61798"/>
                  <a:pt x="74583" y="61581"/>
                  <a:pt x="75132" y="61238"/>
                </a:cubicBezTo>
                <a:cubicBezTo>
                  <a:pt x="75669" y="60907"/>
                  <a:pt x="76138" y="60472"/>
                  <a:pt x="76503" y="59947"/>
                </a:cubicBezTo>
                <a:cubicBezTo>
                  <a:pt x="85681" y="47686"/>
                  <a:pt x="85681" y="30797"/>
                  <a:pt x="76503" y="18535"/>
                </a:cubicBezTo>
                <a:cubicBezTo>
                  <a:pt x="76080" y="17964"/>
                  <a:pt x="75531" y="17484"/>
                  <a:pt x="74903" y="17141"/>
                </a:cubicBezTo>
                <a:cubicBezTo>
                  <a:pt x="74275" y="16799"/>
                  <a:pt x="73566" y="16604"/>
                  <a:pt x="72858" y="16582"/>
                </a:cubicBezTo>
                <a:close/>
                <a:moveTo>
                  <a:pt x="50000" y="30911"/>
                </a:moveTo>
                <a:cubicBezTo>
                  <a:pt x="48160" y="30911"/>
                  <a:pt x="46366" y="31448"/>
                  <a:pt x="44823" y="32442"/>
                </a:cubicBezTo>
                <a:cubicBezTo>
                  <a:pt x="43292" y="33436"/>
                  <a:pt x="42069" y="34853"/>
                  <a:pt x="41314" y="36533"/>
                </a:cubicBezTo>
                <a:cubicBezTo>
                  <a:pt x="40560" y="38202"/>
                  <a:pt x="40308" y="40064"/>
                  <a:pt x="40583" y="41869"/>
                </a:cubicBezTo>
                <a:cubicBezTo>
                  <a:pt x="40869" y="43686"/>
                  <a:pt x="41657" y="45378"/>
                  <a:pt x="42880" y="46760"/>
                </a:cubicBezTo>
                <a:lnTo>
                  <a:pt x="28823" y="88926"/>
                </a:lnTo>
                <a:cubicBezTo>
                  <a:pt x="28595" y="89521"/>
                  <a:pt x="28503" y="90160"/>
                  <a:pt x="28526" y="90800"/>
                </a:cubicBezTo>
                <a:cubicBezTo>
                  <a:pt x="28560" y="91428"/>
                  <a:pt x="28720" y="92057"/>
                  <a:pt x="28994" y="92629"/>
                </a:cubicBezTo>
                <a:cubicBezTo>
                  <a:pt x="29268" y="93200"/>
                  <a:pt x="29657" y="93714"/>
                  <a:pt x="30138" y="94137"/>
                </a:cubicBezTo>
                <a:cubicBezTo>
                  <a:pt x="30617" y="94559"/>
                  <a:pt x="31177" y="94880"/>
                  <a:pt x="31783" y="95085"/>
                </a:cubicBezTo>
                <a:cubicBezTo>
                  <a:pt x="32389" y="95291"/>
                  <a:pt x="33029" y="95359"/>
                  <a:pt x="33658" y="95314"/>
                </a:cubicBezTo>
                <a:cubicBezTo>
                  <a:pt x="34297" y="95268"/>
                  <a:pt x="34914" y="95085"/>
                  <a:pt x="35485" y="94788"/>
                </a:cubicBezTo>
                <a:cubicBezTo>
                  <a:pt x="36046" y="94503"/>
                  <a:pt x="36549" y="94091"/>
                  <a:pt x="36960" y="93600"/>
                </a:cubicBezTo>
                <a:cubicBezTo>
                  <a:pt x="37360" y="93120"/>
                  <a:pt x="37669" y="92548"/>
                  <a:pt x="37852" y="91931"/>
                </a:cubicBezTo>
                <a:lnTo>
                  <a:pt x="50000" y="55490"/>
                </a:lnTo>
                <a:lnTo>
                  <a:pt x="62149" y="91931"/>
                </a:lnTo>
                <a:cubicBezTo>
                  <a:pt x="62331" y="92548"/>
                  <a:pt x="62640" y="93120"/>
                  <a:pt x="63040" y="93600"/>
                </a:cubicBezTo>
                <a:cubicBezTo>
                  <a:pt x="63452" y="94091"/>
                  <a:pt x="63954" y="94503"/>
                  <a:pt x="64515" y="94788"/>
                </a:cubicBezTo>
                <a:cubicBezTo>
                  <a:pt x="65086" y="95085"/>
                  <a:pt x="65704" y="95268"/>
                  <a:pt x="66343" y="95314"/>
                </a:cubicBezTo>
                <a:cubicBezTo>
                  <a:pt x="66972" y="95359"/>
                  <a:pt x="67612" y="95291"/>
                  <a:pt x="68217" y="95085"/>
                </a:cubicBezTo>
                <a:cubicBezTo>
                  <a:pt x="68823" y="94880"/>
                  <a:pt x="69383" y="94559"/>
                  <a:pt x="69863" y="94137"/>
                </a:cubicBezTo>
                <a:cubicBezTo>
                  <a:pt x="70343" y="93714"/>
                  <a:pt x="70732" y="93200"/>
                  <a:pt x="71006" y="92629"/>
                </a:cubicBezTo>
                <a:cubicBezTo>
                  <a:pt x="71280" y="92057"/>
                  <a:pt x="71440" y="91428"/>
                  <a:pt x="71475" y="90800"/>
                </a:cubicBezTo>
                <a:cubicBezTo>
                  <a:pt x="71497" y="90160"/>
                  <a:pt x="71406" y="89521"/>
                  <a:pt x="71177" y="88926"/>
                </a:cubicBezTo>
                <a:lnTo>
                  <a:pt x="57120" y="46737"/>
                </a:lnTo>
                <a:cubicBezTo>
                  <a:pt x="58332" y="45366"/>
                  <a:pt x="59120" y="43675"/>
                  <a:pt x="59395" y="41869"/>
                </a:cubicBezTo>
                <a:cubicBezTo>
                  <a:pt x="59669" y="40052"/>
                  <a:pt x="59417" y="38202"/>
                  <a:pt x="58663" y="36533"/>
                </a:cubicBezTo>
                <a:cubicBezTo>
                  <a:pt x="57920" y="34864"/>
                  <a:pt x="56697" y="33436"/>
                  <a:pt x="55166" y="32442"/>
                </a:cubicBezTo>
                <a:cubicBezTo>
                  <a:pt x="53623" y="31448"/>
                  <a:pt x="51829" y="30923"/>
                  <a:pt x="50000" y="3091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7" name="Красный — SVG 76">
            <a:extLst>
              <a:ext uri="{FF2B5EF4-FFF2-40B4-BE49-F238E27FC236}">
                <a16:creationId xmlns:a16="http://schemas.microsoft.com/office/drawing/2014/main" id="{E7333CA9-9530-9448-A862-47D9FBE2FBCC}"/>
              </a:ext>
            </a:extLst>
          </p:cNvPr>
          <p:cNvSpPr>
            <a:spLocks noGrp="1"/>
          </p:cNvSpPr>
          <p:nvPr/>
        </p:nvSpPr>
        <p:spPr>
          <a:xfrm>
            <a:off x="2220000" y="2190000"/>
            <a:ext cx="220000" cy="220000"/>
          </a:xfrm>
          <a:custGeom>
            <a:avLst/>
            <a:gdLst>
              <a:gd name="csX0" fmla="*/ 101017 w 127677"/>
              <a:gd name="csY0" fmla="*/ 1 h 131123"/>
              <a:gd name="csX1" fmla="*/ 98069 w 127677"/>
              <a:gd name="csY1" fmla="*/ 903 h 131123"/>
              <a:gd name="csX2" fmla="*/ 85067 w 127677"/>
              <a:gd name="csY2" fmla="*/ 9562 h 131123"/>
              <a:gd name="csX3" fmla="*/ 85067 w 127677"/>
              <a:gd name="csY3" fmla="*/ 8864 h 131123"/>
              <a:gd name="csX4" fmla="*/ 84684 w 127677"/>
              <a:gd name="csY4" fmla="*/ 6806 h 131123"/>
              <a:gd name="csX5" fmla="*/ 83536 w 127677"/>
              <a:gd name="csY5" fmla="*/ 5054 h 131123"/>
              <a:gd name="csX6" fmla="*/ 81802 w 127677"/>
              <a:gd name="csY6" fmla="*/ 3880 h 131123"/>
              <a:gd name="csX7" fmla="*/ 79750 w 127677"/>
              <a:gd name="csY7" fmla="*/ 3472 h 131123"/>
              <a:gd name="csX8" fmla="*/ 77699 w 127677"/>
              <a:gd name="csY8" fmla="*/ 3880 h 131123"/>
              <a:gd name="csX9" fmla="*/ 75963 w 127677"/>
              <a:gd name="csY9" fmla="*/ 5054 h 131123"/>
              <a:gd name="csX10" fmla="*/ 74816 w 127677"/>
              <a:gd name="csY10" fmla="*/ 6806 h 131123"/>
              <a:gd name="csX11" fmla="*/ 74434 w 127677"/>
              <a:gd name="csY11" fmla="*/ 8864 h 131123"/>
              <a:gd name="csX12" fmla="*/ 74434 w 127677"/>
              <a:gd name="csY12" fmla="*/ 14172 h 131123"/>
              <a:gd name="csX13" fmla="*/ 37494 w 127677"/>
              <a:gd name="csY13" fmla="*/ 14172 h 131123"/>
              <a:gd name="csX14" fmla="*/ 21267 w 127677"/>
              <a:gd name="csY14" fmla="*/ 3540 h 131123"/>
              <a:gd name="csX15" fmla="*/ 3544 w 127677"/>
              <a:gd name="csY15" fmla="*/ 21265 h 131123"/>
              <a:gd name="csX16" fmla="*/ 13873 w 127677"/>
              <a:gd name="csY16" fmla="*/ 37324 h 131123"/>
              <a:gd name="csX17" fmla="*/ 37646 w 127677"/>
              <a:gd name="csY17" fmla="*/ 80906 h 131123"/>
              <a:gd name="csX18" fmla="*/ 62596 w 127677"/>
              <a:gd name="csY18" fmla="*/ 67416 h 131123"/>
              <a:gd name="csX19" fmla="*/ 39355 w 127677"/>
              <a:gd name="csY19" fmla="*/ 24804 h 131123"/>
              <a:gd name="csX20" fmla="*/ 74434 w 127677"/>
              <a:gd name="csY20" fmla="*/ 24804 h 131123"/>
              <a:gd name="csX21" fmla="*/ 74434 w 127677"/>
              <a:gd name="csY21" fmla="*/ 30128 h 131123"/>
              <a:gd name="csX22" fmla="*/ 74816 w 127677"/>
              <a:gd name="csY22" fmla="*/ 32186 h 131123"/>
              <a:gd name="csX23" fmla="*/ 75963 w 127677"/>
              <a:gd name="csY23" fmla="*/ 33938 h 131123"/>
              <a:gd name="csX24" fmla="*/ 77699 w 127677"/>
              <a:gd name="csY24" fmla="*/ 35112 h 131123"/>
              <a:gd name="csX25" fmla="*/ 79750 w 127677"/>
              <a:gd name="csY25" fmla="*/ 35520 h 131123"/>
              <a:gd name="csX26" fmla="*/ 81802 w 127677"/>
              <a:gd name="csY26" fmla="*/ 35112 h 131123"/>
              <a:gd name="csX27" fmla="*/ 83536 w 127677"/>
              <a:gd name="csY27" fmla="*/ 33938 h 131123"/>
              <a:gd name="csX28" fmla="*/ 84684 w 127677"/>
              <a:gd name="csY28" fmla="*/ 32186 h 131123"/>
              <a:gd name="csX29" fmla="*/ 85067 w 127677"/>
              <a:gd name="csY29" fmla="*/ 30128 h 131123"/>
              <a:gd name="csX30" fmla="*/ 85067 w 127677"/>
              <a:gd name="csY30" fmla="*/ 29431 h 131123"/>
              <a:gd name="csX31" fmla="*/ 98069 w 127677"/>
              <a:gd name="csY31" fmla="*/ 38089 h 131123"/>
              <a:gd name="csX32" fmla="*/ 101017 w 127677"/>
              <a:gd name="csY32" fmla="*/ 38991 h 131123"/>
              <a:gd name="csX33" fmla="*/ 122284 w 127677"/>
              <a:gd name="csY33" fmla="*/ 38991 h 131123"/>
              <a:gd name="csX34" fmla="*/ 124343 w 127677"/>
              <a:gd name="csY34" fmla="*/ 38600 h 131123"/>
              <a:gd name="csX35" fmla="*/ 126091 w 127677"/>
              <a:gd name="csY35" fmla="*/ 37460 h 131123"/>
              <a:gd name="csX36" fmla="*/ 127264 w 127677"/>
              <a:gd name="csY36" fmla="*/ 35725 h 131123"/>
              <a:gd name="csX37" fmla="*/ 127677 w 127677"/>
              <a:gd name="csY37" fmla="*/ 33666 h 131123"/>
              <a:gd name="csX38" fmla="*/ 127264 w 127677"/>
              <a:gd name="csY38" fmla="*/ 31625 h 131123"/>
              <a:gd name="csX39" fmla="*/ 126091 w 127677"/>
              <a:gd name="csY39" fmla="*/ 29890 h 131123"/>
              <a:gd name="csX40" fmla="*/ 124343 w 127677"/>
              <a:gd name="csY40" fmla="*/ 28733 h 131123"/>
              <a:gd name="csX41" fmla="*/ 122284 w 127677"/>
              <a:gd name="csY41" fmla="*/ 28359 h 131123"/>
              <a:gd name="csX42" fmla="*/ 102630 w 127677"/>
              <a:gd name="csY42" fmla="*/ 28359 h 131123"/>
              <a:gd name="csX43" fmla="*/ 89339 w 127677"/>
              <a:gd name="csY43" fmla="*/ 19496 h 131123"/>
              <a:gd name="csX44" fmla="*/ 102630 w 127677"/>
              <a:gd name="csY44" fmla="*/ 10633 h 131123"/>
              <a:gd name="csX45" fmla="*/ 122284 w 127677"/>
              <a:gd name="csY45" fmla="*/ 10633 h 131123"/>
              <a:gd name="csX46" fmla="*/ 124343 w 127677"/>
              <a:gd name="csY46" fmla="*/ 10259 h 131123"/>
              <a:gd name="csX47" fmla="*/ 126091 w 127677"/>
              <a:gd name="csY47" fmla="*/ 9103 h 131123"/>
              <a:gd name="csX48" fmla="*/ 127264 w 127677"/>
              <a:gd name="csY48" fmla="*/ 7367 h 131123"/>
              <a:gd name="csX49" fmla="*/ 127677 w 127677"/>
              <a:gd name="csY49" fmla="*/ 5326 h 131123"/>
              <a:gd name="csX50" fmla="*/ 127264 w 127677"/>
              <a:gd name="csY50" fmla="*/ 3267 h 131123"/>
              <a:gd name="csX51" fmla="*/ 126091 w 127677"/>
              <a:gd name="csY51" fmla="*/ 1532 h 131123"/>
              <a:gd name="csX52" fmla="*/ 124343 w 127677"/>
              <a:gd name="csY52" fmla="*/ 393 h 131123"/>
              <a:gd name="csX53" fmla="*/ 122284 w 127677"/>
              <a:gd name="csY53" fmla="*/ 1 h 131123"/>
              <a:gd name="csX54" fmla="*/ 101017 w 127677"/>
              <a:gd name="csY54" fmla="*/ 1 h 131123"/>
              <a:gd name="csX55" fmla="*/ 21267 w 127677"/>
              <a:gd name="csY55" fmla="*/ 14172 h 131123"/>
              <a:gd name="csX56" fmla="*/ 28356 w 127677"/>
              <a:gd name="csY56" fmla="*/ 21265 h 131123"/>
              <a:gd name="csX57" fmla="*/ 21267 w 127677"/>
              <a:gd name="csY57" fmla="*/ 28359 h 131123"/>
              <a:gd name="csX58" fmla="*/ 14177 w 127677"/>
              <a:gd name="csY58" fmla="*/ 21265 h 131123"/>
              <a:gd name="csX59" fmla="*/ 21267 w 127677"/>
              <a:gd name="csY59" fmla="*/ 14172 h 131123"/>
              <a:gd name="csX60" fmla="*/ 63800 w 127677"/>
              <a:gd name="csY60" fmla="*/ 74425 h 131123"/>
              <a:gd name="csX61" fmla="*/ 40014 w 127677"/>
              <a:gd name="csY61" fmla="*/ 92150 h 131123"/>
              <a:gd name="csX62" fmla="*/ 19494 w 127677"/>
              <a:gd name="csY62" fmla="*/ 92150 h 131123"/>
              <a:gd name="csX63" fmla="*/ 0 w 127677"/>
              <a:gd name="csY63" fmla="*/ 111645 h 131123"/>
              <a:gd name="csX64" fmla="*/ 0 w 127677"/>
              <a:gd name="csY64" fmla="*/ 118722 h 131123"/>
              <a:gd name="csX65" fmla="*/ 12406 w 127677"/>
              <a:gd name="csY65" fmla="*/ 131123 h 131123"/>
              <a:gd name="csX66" fmla="*/ 115194 w 127677"/>
              <a:gd name="csY66" fmla="*/ 131123 h 131123"/>
              <a:gd name="csX67" fmla="*/ 127601 w 127677"/>
              <a:gd name="csY67" fmla="*/ 118722 h 131123"/>
              <a:gd name="csX68" fmla="*/ 127601 w 127677"/>
              <a:gd name="csY68" fmla="*/ 111645 h 131123"/>
              <a:gd name="csX69" fmla="*/ 108107 w 127677"/>
              <a:gd name="csY69" fmla="*/ 92150 h 131123"/>
              <a:gd name="csX70" fmla="*/ 87587 w 127677"/>
              <a:gd name="csY70" fmla="*/ 92150 h 131123"/>
              <a:gd name="csX71" fmla="*/ 63800 w 127677"/>
              <a:gd name="csY71" fmla="*/ 74425 h 131123"/>
              <a:gd name="csX72" fmla="*/ 63800 w 127677"/>
              <a:gd name="csY72" fmla="*/ 92150 h 131123"/>
              <a:gd name="csX73" fmla="*/ 70890 w 127677"/>
              <a:gd name="csY73" fmla="*/ 99227 h 131123"/>
              <a:gd name="csX74" fmla="*/ 63800 w 127677"/>
              <a:gd name="csY74" fmla="*/ 106321 h 131123"/>
              <a:gd name="csX75" fmla="*/ 56711 w 127677"/>
              <a:gd name="csY75" fmla="*/ 99227 h 131123"/>
              <a:gd name="csX76" fmla="*/ 63800 w 127677"/>
              <a:gd name="csY76" fmla="*/ 92150 h 131123"/>
            </a:gdLst>
            <a:ahLst/>
            <a:cxnLst/>
            <a:rect l="l" t="t" r="r" b="b"/>
            <a:pathLst>
              <a:path w="100000" h="100000">
                <a:moveTo>
                  <a:pt x="78354" y="1"/>
                </a:moveTo>
                <a:cubicBezTo>
                  <a:pt x="77553" y="1"/>
                  <a:pt x="76771" y="235"/>
                  <a:pt x="76106" y="689"/>
                </a:cubicBezTo>
                <a:lnTo>
                  <a:pt x="66190" y="7292"/>
                </a:lnTo>
                <a:lnTo>
                  <a:pt x="66190" y="6760"/>
                </a:lnTo>
                <a:cubicBezTo>
                  <a:pt x="66197" y="6216"/>
                  <a:pt x="66097" y="5683"/>
                  <a:pt x="65898" y="5191"/>
                </a:cubicBezTo>
                <a:cubicBezTo>
                  <a:pt x="65698" y="4685"/>
                  <a:pt x="65400" y="4243"/>
                  <a:pt x="65022" y="3854"/>
                </a:cubicBezTo>
                <a:cubicBezTo>
                  <a:pt x="64645" y="3478"/>
                  <a:pt x="64195" y="3166"/>
                  <a:pt x="63700" y="2959"/>
                </a:cubicBezTo>
                <a:cubicBezTo>
                  <a:pt x="63204" y="2752"/>
                  <a:pt x="62672" y="2648"/>
                  <a:pt x="62135" y="2648"/>
                </a:cubicBezTo>
                <a:cubicBezTo>
                  <a:pt x="61598" y="2648"/>
                  <a:pt x="61066" y="2752"/>
                  <a:pt x="60571" y="2959"/>
                </a:cubicBezTo>
                <a:cubicBezTo>
                  <a:pt x="60075" y="3166"/>
                  <a:pt x="59624" y="3478"/>
                  <a:pt x="59247" y="3854"/>
                </a:cubicBezTo>
                <a:cubicBezTo>
                  <a:pt x="58871" y="4243"/>
                  <a:pt x="58572" y="4685"/>
                  <a:pt x="58372" y="5191"/>
                </a:cubicBezTo>
                <a:cubicBezTo>
                  <a:pt x="58172" y="5683"/>
                  <a:pt x="58072" y="6216"/>
                  <a:pt x="58081" y="6760"/>
                </a:cubicBezTo>
                <a:lnTo>
                  <a:pt x="58081" y="10808"/>
                </a:lnTo>
                <a:lnTo>
                  <a:pt x="29909" y="10808"/>
                </a:lnTo>
                <a:cubicBezTo>
                  <a:pt x="27817" y="6046"/>
                  <a:pt x="23063" y="2700"/>
                  <a:pt x="17533" y="2700"/>
                </a:cubicBezTo>
                <a:cubicBezTo>
                  <a:pt x="10080" y="2700"/>
                  <a:pt x="4017" y="8771"/>
                  <a:pt x="4017" y="16218"/>
                </a:cubicBezTo>
                <a:cubicBezTo>
                  <a:pt x="4017" y="21654"/>
                  <a:pt x="7260" y="26311"/>
                  <a:pt x="11894" y="28465"/>
                </a:cubicBezTo>
                <a:lnTo>
                  <a:pt x="30024" y="61702"/>
                </a:lnTo>
                <a:cubicBezTo>
                  <a:pt x="34288" y="55566"/>
                  <a:pt x="41235" y="51700"/>
                  <a:pt x="49052" y="51414"/>
                </a:cubicBezTo>
                <a:lnTo>
                  <a:pt x="31328" y="18917"/>
                </a:lnTo>
                <a:lnTo>
                  <a:pt x="58081" y="18917"/>
                </a:lnTo>
                <a:lnTo>
                  <a:pt x="58081" y="22977"/>
                </a:lnTo>
                <a:cubicBezTo>
                  <a:pt x="58072" y="23509"/>
                  <a:pt x="58172" y="24041"/>
                  <a:pt x="58372" y="24546"/>
                </a:cubicBezTo>
                <a:cubicBezTo>
                  <a:pt x="58572" y="25040"/>
                  <a:pt x="58871" y="25494"/>
                  <a:pt x="59247" y="25883"/>
                </a:cubicBezTo>
                <a:cubicBezTo>
                  <a:pt x="59624" y="26259"/>
                  <a:pt x="60075" y="26570"/>
                  <a:pt x="60571" y="26778"/>
                </a:cubicBezTo>
                <a:cubicBezTo>
                  <a:pt x="61066" y="26986"/>
                  <a:pt x="61598" y="27089"/>
                  <a:pt x="62135" y="27089"/>
                </a:cubicBezTo>
                <a:cubicBezTo>
                  <a:pt x="62672" y="27089"/>
                  <a:pt x="63204" y="26986"/>
                  <a:pt x="63700" y="26778"/>
                </a:cubicBezTo>
                <a:cubicBezTo>
                  <a:pt x="64195" y="26570"/>
                  <a:pt x="64645" y="26259"/>
                  <a:pt x="65022" y="25883"/>
                </a:cubicBezTo>
                <a:cubicBezTo>
                  <a:pt x="65400" y="25494"/>
                  <a:pt x="65698" y="25040"/>
                  <a:pt x="65898" y="24546"/>
                </a:cubicBezTo>
                <a:cubicBezTo>
                  <a:pt x="66097" y="24041"/>
                  <a:pt x="66197" y="23509"/>
                  <a:pt x="66190" y="22977"/>
                </a:cubicBezTo>
                <a:lnTo>
                  <a:pt x="66190" y="22445"/>
                </a:lnTo>
                <a:lnTo>
                  <a:pt x="76106" y="29048"/>
                </a:lnTo>
                <a:cubicBezTo>
                  <a:pt x="76771" y="29490"/>
                  <a:pt x="77553" y="29736"/>
                  <a:pt x="78354" y="29736"/>
                </a:cubicBezTo>
                <a:lnTo>
                  <a:pt x="94573" y="29736"/>
                </a:lnTo>
                <a:cubicBezTo>
                  <a:pt x="95110" y="29736"/>
                  <a:pt x="95644" y="29645"/>
                  <a:pt x="96143" y="29438"/>
                </a:cubicBezTo>
                <a:cubicBezTo>
                  <a:pt x="96641" y="29244"/>
                  <a:pt x="97095" y="28945"/>
                  <a:pt x="97476" y="28569"/>
                </a:cubicBezTo>
                <a:cubicBezTo>
                  <a:pt x="97859" y="28193"/>
                  <a:pt x="98164" y="27738"/>
                  <a:pt x="98371" y="27245"/>
                </a:cubicBezTo>
                <a:cubicBezTo>
                  <a:pt x="98578" y="26753"/>
                  <a:pt x="98686" y="26220"/>
                  <a:pt x="98686" y="25675"/>
                </a:cubicBezTo>
                <a:cubicBezTo>
                  <a:pt x="98686" y="25144"/>
                  <a:pt x="98578" y="24611"/>
                  <a:pt x="98371" y="24119"/>
                </a:cubicBezTo>
                <a:cubicBezTo>
                  <a:pt x="98164" y="23613"/>
                  <a:pt x="97859" y="23171"/>
                  <a:pt x="97476" y="22795"/>
                </a:cubicBezTo>
                <a:cubicBezTo>
                  <a:pt x="97095" y="22419"/>
                  <a:pt x="96641" y="22120"/>
                  <a:pt x="96143" y="21913"/>
                </a:cubicBezTo>
                <a:cubicBezTo>
                  <a:pt x="95644" y="21719"/>
                  <a:pt x="95110" y="21615"/>
                  <a:pt x="94573" y="21628"/>
                </a:cubicBezTo>
                <a:lnTo>
                  <a:pt x="79584" y="21628"/>
                </a:lnTo>
                <a:lnTo>
                  <a:pt x="69448" y="14868"/>
                </a:lnTo>
                <a:lnTo>
                  <a:pt x="79584" y="8109"/>
                </a:lnTo>
                <a:lnTo>
                  <a:pt x="94573" y="8109"/>
                </a:lnTo>
                <a:cubicBezTo>
                  <a:pt x="95110" y="8122"/>
                  <a:pt x="95644" y="8018"/>
                  <a:pt x="96143" y="7824"/>
                </a:cubicBezTo>
                <a:cubicBezTo>
                  <a:pt x="96641" y="7617"/>
                  <a:pt x="97095" y="7318"/>
                  <a:pt x="97476" y="6942"/>
                </a:cubicBezTo>
                <a:cubicBezTo>
                  <a:pt x="97859" y="6566"/>
                  <a:pt x="98164" y="6112"/>
                  <a:pt x="98371" y="5618"/>
                </a:cubicBezTo>
                <a:cubicBezTo>
                  <a:pt x="98578" y="5126"/>
                  <a:pt x="98686" y="4593"/>
                  <a:pt x="98686" y="4062"/>
                </a:cubicBezTo>
                <a:cubicBezTo>
                  <a:pt x="98686" y="3517"/>
                  <a:pt x="98578" y="2985"/>
                  <a:pt x="98371" y="2492"/>
                </a:cubicBezTo>
                <a:cubicBezTo>
                  <a:pt x="98164" y="1999"/>
                  <a:pt x="97859" y="1545"/>
                  <a:pt x="97476" y="1168"/>
                </a:cubicBezTo>
                <a:cubicBezTo>
                  <a:pt x="97095" y="792"/>
                  <a:pt x="96641" y="494"/>
                  <a:pt x="96143" y="300"/>
                </a:cubicBezTo>
                <a:cubicBezTo>
                  <a:pt x="95644" y="92"/>
                  <a:pt x="95110" y="-12"/>
                  <a:pt x="94573" y="1"/>
                </a:cubicBezTo>
                <a:lnTo>
                  <a:pt x="78354" y="1"/>
                </a:lnTo>
                <a:close/>
                <a:moveTo>
                  <a:pt x="17533" y="10808"/>
                </a:moveTo>
                <a:cubicBezTo>
                  <a:pt x="20520" y="10808"/>
                  <a:pt x="22940" y="13234"/>
                  <a:pt x="22940" y="16218"/>
                </a:cubicBezTo>
                <a:cubicBezTo>
                  <a:pt x="22940" y="19202"/>
                  <a:pt x="20520" y="21628"/>
                  <a:pt x="17533" y="21628"/>
                </a:cubicBezTo>
                <a:cubicBezTo>
                  <a:pt x="14546" y="21628"/>
                  <a:pt x="12126" y="19202"/>
                  <a:pt x="12126" y="16218"/>
                </a:cubicBezTo>
                <a:cubicBezTo>
                  <a:pt x="12126" y="13234"/>
                  <a:pt x="14546" y="10808"/>
                  <a:pt x="17533" y="10808"/>
                </a:cubicBezTo>
                <a:close/>
                <a:moveTo>
                  <a:pt x="49971" y="56760"/>
                </a:moveTo>
                <a:cubicBezTo>
                  <a:pt x="41397" y="56760"/>
                  <a:pt x="34149" y="62351"/>
                  <a:pt x="31830" y="70278"/>
                </a:cubicBezTo>
                <a:lnTo>
                  <a:pt x="16181" y="70278"/>
                </a:lnTo>
                <a:cubicBezTo>
                  <a:pt x="7986" y="70278"/>
                  <a:pt x="1314" y="76946"/>
                  <a:pt x="1314" y="85145"/>
                </a:cubicBezTo>
                <a:lnTo>
                  <a:pt x="1314" y="90542"/>
                </a:lnTo>
                <a:cubicBezTo>
                  <a:pt x="1314" y="95757"/>
                  <a:pt x="5558" y="100000"/>
                  <a:pt x="10775" y="100000"/>
                </a:cubicBezTo>
                <a:lnTo>
                  <a:pt x="89166" y="100000"/>
                </a:lnTo>
                <a:cubicBezTo>
                  <a:pt x="94383" y="100000"/>
                  <a:pt x="98628" y="95757"/>
                  <a:pt x="98628" y="90542"/>
                </a:cubicBezTo>
                <a:lnTo>
                  <a:pt x="98628" y="85145"/>
                </a:lnTo>
                <a:cubicBezTo>
                  <a:pt x="98628" y="76946"/>
                  <a:pt x="91956" y="70278"/>
                  <a:pt x="83761" y="70278"/>
                </a:cubicBezTo>
                <a:lnTo>
                  <a:pt x="68112" y="70278"/>
                </a:lnTo>
                <a:cubicBezTo>
                  <a:pt x="65792" y="62351"/>
                  <a:pt x="58545" y="56760"/>
                  <a:pt x="49971" y="56760"/>
                </a:cubicBezTo>
                <a:close/>
                <a:moveTo>
                  <a:pt x="49971" y="70278"/>
                </a:moveTo>
                <a:cubicBezTo>
                  <a:pt x="52958" y="70278"/>
                  <a:pt x="55378" y="72691"/>
                  <a:pt x="55378" y="75675"/>
                </a:cubicBezTo>
                <a:cubicBezTo>
                  <a:pt x="55378" y="78672"/>
                  <a:pt x="52958" y="81085"/>
                  <a:pt x="49971" y="81085"/>
                </a:cubicBezTo>
                <a:cubicBezTo>
                  <a:pt x="46984" y="81085"/>
                  <a:pt x="44564" y="78672"/>
                  <a:pt x="44564" y="75675"/>
                </a:cubicBezTo>
                <a:cubicBezTo>
                  <a:pt x="44564" y="72691"/>
                  <a:pt x="46984" y="70278"/>
                  <a:pt x="49971" y="7027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8" name="Красный — SVG 77">
            <a:extLst>
              <a:ext uri="{FF2B5EF4-FFF2-40B4-BE49-F238E27FC236}">
                <a16:creationId xmlns:a16="http://schemas.microsoft.com/office/drawing/2014/main" id="{DA39A5C0-4D03-A340-8EC6-3133DDBE330B}"/>
              </a:ext>
            </a:extLst>
          </p:cNvPr>
          <p:cNvSpPr>
            <a:spLocks noGrp="1"/>
          </p:cNvSpPr>
          <p:nvPr/>
        </p:nvSpPr>
        <p:spPr>
          <a:xfrm>
            <a:off x="2820000" y="2190000"/>
            <a:ext cx="220000" cy="220000"/>
          </a:xfrm>
          <a:custGeom>
            <a:avLst/>
            <a:gdLst>
              <a:gd name="csX0" fmla="*/ 51396 w 141780"/>
              <a:gd name="csY0" fmla="*/ 0 h 152487"/>
              <a:gd name="csX1" fmla="*/ 42624 w 141780"/>
              <a:gd name="csY1" fmla="*/ 3640 h 152487"/>
              <a:gd name="csX2" fmla="*/ 38990 w 141780"/>
              <a:gd name="csY2" fmla="*/ 12401 h 152487"/>
              <a:gd name="csX3" fmla="*/ 38990 w 141780"/>
              <a:gd name="csY3" fmla="*/ 30127 h 152487"/>
              <a:gd name="csX4" fmla="*/ 42624 w 141780"/>
              <a:gd name="csY4" fmla="*/ 38888 h 152487"/>
              <a:gd name="csX5" fmla="*/ 51396 w 141780"/>
              <a:gd name="csY5" fmla="*/ 42528 h 152487"/>
              <a:gd name="csX6" fmla="*/ 65574 w 141780"/>
              <a:gd name="csY6" fmla="*/ 42528 h 152487"/>
              <a:gd name="csX7" fmla="*/ 65574 w 141780"/>
              <a:gd name="csY7" fmla="*/ 49587 h 152487"/>
              <a:gd name="csX8" fmla="*/ 42888 w 141780"/>
              <a:gd name="csY8" fmla="*/ 49587 h 152487"/>
              <a:gd name="csX9" fmla="*/ 36937 w 141780"/>
              <a:gd name="csY9" fmla="*/ 51118 h 152487"/>
              <a:gd name="csX10" fmla="*/ 32449 w 141780"/>
              <a:gd name="csY10" fmla="*/ 55320 h 152487"/>
              <a:gd name="csX11" fmla="*/ 24813 w 141780"/>
              <a:gd name="csY11" fmla="*/ 53143 h 152487"/>
              <a:gd name="csX12" fmla="*/ 14193 w 141780"/>
              <a:gd name="csY12" fmla="*/ 57702 h 152487"/>
              <a:gd name="csX13" fmla="*/ 10634 w 141780"/>
              <a:gd name="csY13" fmla="*/ 67313 h 152487"/>
              <a:gd name="csX14" fmla="*/ 14193 w 141780"/>
              <a:gd name="csY14" fmla="*/ 76941 h 152487"/>
              <a:gd name="csX15" fmla="*/ 16582 w 141780"/>
              <a:gd name="csY15" fmla="*/ 78642 h 152487"/>
              <a:gd name="csX16" fmla="*/ 11527 w 141780"/>
              <a:gd name="csY16" fmla="*/ 103206 h 152487"/>
              <a:gd name="csX17" fmla="*/ 4557 w 141780"/>
              <a:gd name="csY17" fmla="*/ 106319 h 152487"/>
              <a:gd name="csX18" fmla="*/ 1 w 141780"/>
              <a:gd name="csY18" fmla="*/ 116934 h 152487"/>
              <a:gd name="csX19" fmla="*/ 383 w 141780"/>
              <a:gd name="csY19" fmla="*/ 118993 h 152487"/>
              <a:gd name="csX20" fmla="*/ 1532 w 141780"/>
              <a:gd name="csY20" fmla="*/ 120745 h 152487"/>
              <a:gd name="csX21" fmla="*/ 3265 w 141780"/>
              <a:gd name="csY21" fmla="*/ 121918 h 152487"/>
              <a:gd name="csX22" fmla="*/ 5317 w 141780"/>
              <a:gd name="csY22" fmla="*/ 122327 h 152487"/>
              <a:gd name="csX23" fmla="*/ 7371 w 141780"/>
              <a:gd name="csY23" fmla="*/ 121918 h 152487"/>
              <a:gd name="csX24" fmla="*/ 9104 w 141780"/>
              <a:gd name="csY24" fmla="*/ 120745 h 152487"/>
              <a:gd name="csX25" fmla="*/ 10251 w 141780"/>
              <a:gd name="csY25" fmla="*/ 118993 h 152487"/>
              <a:gd name="csX26" fmla="*/ 10634 w 141780"/>
              <a:gd name="csY26" fmla="*/ 116934 h 152487"/>
              <a:gd name="csX27" fmla="*/ 11617 w 141780"/>
              <a:gd name="csY27" fmla="*/ 114263 h 152487"/>
              <a:gd name="csX28" fmla="*/ 14179 w 141780"/>
              <a:gd name="csY28" fmla="*/ 113379 h 152487"/>
              <a:gd name="csX29" fmla="*/ 16740 w 141780"/>
              <a:gd name="csY29" fmla="*/ 114263 h 152487"/>
              <a:gd name="csX30" fmla="*/ 17723 w 141780"/>
              <a:gd name="csY30" fmla="*/ 116934 h 152487"/>
              <a:gd name="csX31" fmla="*/ 18106 w 141780"/>
              <a:gd name="csY31" fmla="*/ 118993 h 152487"/>
              <a:gd name="csX32" fmla="*/ 19253 w 141780"/>
              <a:gd name="csY32" fmla="*/ 120745 h 152487"/>
              <a:gd name="csX33" fmla="*/ 20988 w 141780"/>
              <a:gd name="csY33" fmla="*/ 121918 h 152487"/>
              <a:gd name="csX34" fmla="*/ 23040 w 141780"/>
              <a:gd name="csY34" fmla="*/ 122327 h 152487"/>
              <a:gd name="csX35" fmla="*/ 25092 w 141780"/>
              <a:gd name="csY35" fmla="*/ 121918 h 152487"/>
              <a:gd name="csX36" fmla="*/ 26826 w 141780"/>
              <a:gd name="csY36" fmla="*/ 120745 h 152487"/>
              <a:gd name="csX37" fmla="*/ 27974 w 141780"/>
              <a:gd name="csY37" fmla="*/ 118993 h 152487"/>
              <a:gd name="csX38" fmla="*/ 28357 w 141780"/>
              <a:gd name="csY38" fmla="*/ 116934 h 152487"/>
              <a:gd name="csX39" fmla="*/ 23802 w 141780"/>
              <a:gd name="csY39" fmla="*/ 106319 h 152487"/>
              <a:gd name="csX40" fmla="*/ 21960 w 141780"/>
              <a:gd name="csY40" fmla="*/ 105231 h 152487"/>
              <a:gd name="csX41" fmla="*/ 26938 w 141780"/>
              <a:gd name="csY41" fmla="*/ 81041 h 152487"/>
              <a:gd name="csX42" fmla="*/ 34310 w 141780"/>
              <a:gd name="csY42" fmla="*/ 77945 h 152487"/>
              <a:gd name="csX43" fmla="*/ 41302 w 141780"/>
              <a:gd name="csY43" fmla="*/ 104176 h 152487"/>
              <a:gd name="csX44" fmla="*/ 45734 w 141780"/>
              <a:gd name="csY44" fmla="*/ 110827 h 152487"/>
              <a:gd name="csX45" fmla="*/ 53300 w 141780"/>
              <a:gd name="csY45" fmla="*/ 113379 h 152487"/>
              <a:gd name="csX46" fmla="*/ 88480 w 141780"/>
              <a:gd name="csY46" fmla="*/ 113379 h 152487"/>
              <a:gd name="csX47" fmla="*/ 96043 w 141780"/>
              <a:gd name="csY47" fmla="*/ 110810 h 152487"/>
              <a:gd name="csX48" fmla="*/ 100472 w 141780"/>
              <a:gd name="csY48" fmla="*/ 104176 h 152487"/>
              <a:gd name="csX49" fmla="*/ 107464 w 141780"/>
              <a:gd name="csY49" fmla="*/ 77945 h 152487"/>
              <a:gd name="csX50" fmla="*/ 114843 w 141780"/>
              <a:gd name="csY50" fmla="*/ 81041 h 152487"/>
              <a:gd name="csX51" fmla="*/ 119821 w 141780"/>
              <a:gd name="csY51" fmla="*/ 105231 h 152487"/>
              <a:gd name="csX52" fmla="*/ 117978 w 141780"/>
              <a:gd name="csY52" fmla="*/ 106319 h 152487"/>
              <a:gd name="csX53" fmla="*/ 113424 w 141780"/>
              <a:gd name="csY53" fmla="*/ 116934 h 152487"/>
              <a:gd name="csX54" fmla="*/ 113807 w 141780"/>
              <a:gd name="csY54" fmla="*/ 118993 h 152487"/>
              <a:gd name="csX55" fmla="*/ 114953 w 141780"/>
              <a:gd name="csY55" fmla="*/ 120745 h 152487"/>
              <a:gd name="csX56" fmla="*/ 116689 w 141780"/>
              <a:gd name="csY56" fmla="*/ 121918 h 152487"/>
              <a:gd name="csX57" fmla="*/ 118741 w 141780"/>
              <a:gd name="csY57" fmla="*/ 122327 h 152487"/>
              <a:gd name="csX58" fmla="*/ 120792 w 141780"/>
              <a:gd name="csY58" fmla="*/ 121918 h 152487"/>
              <a:gd name="csX59" fmla="*/ 122526 w 141780"/>
              <a:gd name="csY59" fmla="*/ 120745 h 152487"/>
              <a:gd name="csX60" fmla="*/ 123674 w 141780"/>
              <a:gd name="csY60" fmla="*/ 118993 h 152487"/>
              <a:gd name="csX61" fmla="*/ 124057 w 141780"/>
              <a:gd name="csY61" fmla="*/ 116934 h 152487"/>
              <a:gd name="csX62" fmla="*/ 125041 w 141780"/>
              <a:gd name="csY62" fmla="*/ 114263 h 152487"/>
              <a:gd name="csX63" fmla="*/ 127601 w 141780"/>
              <a:gd name="csY63" fmla="*/ 113379 h 152487"/>
              <a:gd name="csX64" fmla="*/ 130163 w 141780"/>
              <a:gd name="csY64" fmla="*/ 114263 h 152487"/>
              <a:gd name="csX65" fmla="*/ 131147 w 141780"/>
              <a:gd name="csY65" fmla="*/ 116934 h 152487"/>
              <a:gd name="csX66" fmla="*/ 131530 w 141780"/>
              <a:gd name="csY66" fmla="*/ 118993 h 152487"/>
              <a:gd name="csX67" fmla="*/ 132676 w 141780"/>
              <a:gd name="csY67" fmla="*/ 120745 h 152487"/>
              <a:gd name="csX68" fmla="*/ 134410 w 141780"/>
              <a:gd name="csY68" fmla="*/ 121918 h 152487"/>
              <a:gd name="csX69" fmla="*/ 136463 w 141780"/>
              <a:gd name="csY69" fmla="*/ 122327 h 152487"/>
              <a:gd name="csX70" fmla="*/ 138515 w 141780"/>
              <a:gd name="csY70" fmla="*/ 121918 h 152487"/>
              <a:gd name="csX71" fmla="*/ 140249 w 141780"/>
              <a:gd name="csY71" fmla="*/ 120745 h 152487"/>
              <a:gd name="csX72" fmla="*/ 141397 w 141780"/>
              <a:gd name="csY72" fmla="*/ 118993 h 152487"/>
              <a:gd name="csX73" fmla="*/ 141780 w 141780"/>
              <a:gd name="csY73" fmla="*/ 116934 h 152487"/>
              <a:gd name="csX74" fmla="*/ 137224 w 141780"/>
              <a:gd name="csY74" fmla="*/ 106319 h 152487"/>
              <a:gd name="csX75" fmla="*/ 130254 w 141780"/>
              <a:gd name="csY75" fmla="*/ 103206 h 152487"/>
              <a:gd name="csX76" fmla="*/ 125199 w 141780"/>
              <a:gd name="csY76" fmla="*/ 78642 h 152487"/>
              <a:gd name="csX77" fmla="*/ 127588 w 141780"/>
              <a:gd name="csY77" fmla="*/ 76941 h 152487"/>
              <a:gd name="csX78" fmla="*/ 131147 w 141780"/>
              <a:gd name="csY78" fmla="*/ 67313 h 152487"/>
              <a:gd name="csX79" fmla="*/ 127588 w 141780"/>
              <a:gd name="csY79" fmla="*/ 57702 h 152487"/>
              <a:gd name="csX80" fmla="*/ 116968 w 141780"/>
              <a:gd name="csY80" fmla="*/ 53143 h 152487"/>
              <a:gd name="csX81" fmla="*/ 109319 w 141780"/>
              <a:gd name="csY81" fmla="*/ 55320 h 152487"/>
              <a:gd name="csX82" fmla="*/ 108716 w 141780"/>
              <a:gd name="csY82" fmla="*/ 54436 h 152487"/>
              <a:gd name="csX83" fmla="*/ 104373 w 141780"/>
              <a:gd name="csY83" fmla="*/ 50863 h 152487"/>
              <a:gd name="csX84" fmla="*/ 98893 w 141780"/>
              <a:gd name="csY84" fmla="*/ 49587 h 152487"/>
              <a:gd name="csX85" fmla="*/ 76207 w 141780"/>
              <a:gd name="csY85" fmla="*/ 49587 h 152487"/>
              <a:gd name="csX86" fmla="*/ 76207 w 141780"/>
              <a:gd name="csY86" fmla="*/ 42528 h 152487"/>
              <a:gd name="csX87" fmla="*/ 90384 w 141780"/>
              <a:gd name="csY87" fmla="*/ 42528 h 152487"/>
              <a:gd name="csX88" fmla="*/ 99156 w 141780"/>
              <a:gd name="csY88" fmla="*/ 38888 h 152487"/>
              <a:gd name="csX89" fmla="*/ 102790 w 141780"/>
              <a:gd name="csY89" fmla="*/ 30127 h 152487"/>
              <a:gd name="csX90" fmla="*/ 102790 w 141780"/>
              <a:gd name="csY90" fmla="*/ 12401 h 152487"/>
              <a:gd name="csX91" fmla="*/ 99156 w 141780"/>
              <a:gd name="csY91" fmla="*/ 3640 h 152487"/>
              <a:gd name="csX92" fmla="*/ 90384 w 141780"/>
              <a:gd name="csY92" fmla="*/ 0 h 152487"/>
              <a:gd name="csX93" fmla="*/ 51396 w 141780"/>
              <a:gd name="csY93" fmla="*/ 0 h 152487"/>
              <a:gd name="csX94" fmla="*/ 60112 w 141780"/>
              <a:gd name="csY94" fmla="*/ 17725 h 152487"/>
              <a:gd name="csX95" fmla="*/ 61511 w 141780"/>
              <a:gd name="csY95" fmla="*/ 17947 h 152487"/>
              <a:gd name="csX96" fmla="*/ 62710 w 141780"/>
              <a:gd name="csY96" fmla="*/ 18712 h 152487"/>
              <a:gd name="csX97" fmla="*/ 63517 w 141780"/>
              <a:gd name="csY97" fmla="*/ 19869 h 152487"/>
              <a:gd name="csX98" fmla="*/ 63801 w 141780"/>
              <a:gd name="csY98" fmla="*/ 21264 h 152487"/>
              <a:gd name="csX99" fmla="*/ 62763 w 141780"/>
              <a:gd name="csY99" fmla="*/ 23764 h 152487"/>
              <a:gd name="csX100" fmla="*/ 60257 w 141780"/>
              <a:gd name="csY100" fmla="*/ 24802 h 152487"/>
              <a:gd name="csX101" fmla="*/ 57819 w 141780"/>
              <a:gd name="csY101" fmla="*/ 23764 h 152487"/>
              <a:gd name="csX102" fmla="*/ 56779 w 141780"/>
              <a:gd name="csY102" fmla="*/ 21332 h 152487"/>
              <a:gd name="csX103" fmla="*/ 57719 w 141780"/>
              <a:gd name="csY103" fmla="*/ 18865 h 152487"/>
              <a:gd name="csX104" fmla="*/ 60112 w 141780"/>
              <a:gd name="csY104" fmla="*/ 17725 h 152487"/>
              <a:gd name="csX105" fmla="*/ 81379 w 141780"/>
              <a:gd name="csY105" fmla="*/ 17725 h 152487"/>
              <a:gd name="csX106" fmla="*/ 82778 w 141780"/>
              <a:gd name="csY106" fmla="*/ 17947 h 152487"/>
              <a:gd name="csX107" fmla="*/ 83977 w 141780"/>
              <a:gd name="csY107" fmla="*/ 18712 h 152487"/>
              <a:gd name="csX108" fmla="*/ 84783 w 141780"/>
              <a:gd name="csY108" fmla="*/ 19869 h 152487"/>
              <a:gd name="csX109" fmla="*/ 85068 w 141780"/>
              <a:gd name="csY109" fmla="*/ 21264 h 152487"/>
              <a:gd name="csX110" fmla="*/ 84030 w 141780"/>
              <a:gd name="csY110" fmla="*/ 23764 h 152487"/>
              <a:gd name="csX111" fmla="*/ 81524 w 141780"/>
              <a:gd name="csY111" fmla="*/ 24802 h 152487"/>
              <a:gd name="csX112" fmla="*/ 79086 w 141780"/>
              <a:gd name="csY112" fmla="*/ 23764 h 152487"/>
              <a:gd name="csX113" fmla="*/ 78046 w 141780"/>
              <a:gd name="csY113" fmla="*/ 21332 h 152487"/>
              <a:gd name="csX114" fmla="*/ 78985 w 141780"/>
              <a:gd name="csY114" fmla="*/ 18865 h 152487"/>
              <a:gd name="csX115" fmla="*/ 81379 w 141780"/>
              <a:gd name="csY115" fmla="*/ 17725 h 152487"/>
              <a:gd name="csX116" fmla="*/ 24813 w 141780"/>
              <a:gd name="csY116" fmla="*/ 63775 h 152487"/>
              <a:gd name="csX117" fmla="*/ 27484 w 141780"/>
              <a:gd name="csY117" fmla="*/ 64761 h 152487"/>
              <a:gd name="csX118" fmla="*/ 28357 w 141780"/>
              <a:gd name="csY118" fmla="*/ 67313 h 152487"/>
              <a:gd name="csX119" fmla="*/ 27484 w 141780"/>
              <a:gd name="csY119" fmla="*/ 69882 h 152487"/>
              <a:gd name="csX120" fmla="*/ 24813 w 141780"/>
              <a:gd name="csY120" fmla="*/ 70851 h 152487"/>
              <a:gd name="csX121" fmla="*/ 22140 w 141780"/>
              <a:gd name="csY121" fmla="*/ 69882 h 152487"/>
              <a:gd name="csX122" fmla="*/ 21267 w 141780"/>
              <a:gd name="csY122" fmla="*/ 67313 h 152487"/>
              <a:gd name="csX123" fmla="*/ 22140 w 141780"/>
              <a:gd name="csY123" fmla="*/ 64761 h 152487"/>
              <a:gd name="csX124" fmla="*/ 24813 w 141780"/>
              <a:gd name="csY124" fmla="*/ 63775 h 152487"/>
              <a:gd name="csX125" fmla="*/ 116968 w 141780"/>
              <a:gd name="csY125" fmla="*/ 63775 h 152487"/>
              <a:gd name="csX126" fmla="*/ 119641 w 141780"/>
              <a:gd name="csY126" fmla="*/ 64761 h 152487"/>
              <a:gd name="csX127" fmla="*/ 120513 w 141780"/>
              <a:gd name="csY127" fmla="*/ 67313 h 152487"/>
              <a:gd name="csX128" fmla="*/ 119641 w 141780"/>
              <a:gd name="csY128" fmla="*/ 69882 h 152487"/>
              <a:gd name="csX129" fmla="*/ 116968 w 141780"/>
              <a:gd name="csY129" fmla="*/ 70851 h 152487"/>
              <a:gd name="csX130" fmla="*/ 114297 w 141780"/>
              <a:gd name="csY130" fmla="*/ 69882 h 152487"/>
              <a:gd name="csX131" fmla="*/ 113424 w 141780"/>
              <a:gd name="csY131" fmla="*/ 67313 h 152487"/>
              <a:gd name="csX132" fmla="*/ 114297 w 141780"/>
              <a:gd name="csY132" fmla="*/ 64761 h 152487"/>
              <a:gd name="csX133" fmla="*/ 116968 w 141780"/>
              <a:gd name="csY133" fmla="*/ 63775 h 152487"/>
              <a:gd name="csX134" fmla="*/ 53167 w 141780"/>
              <a:gd name="csY134" fmla="*/ 120592 h 152487"/>
              <a:gd name="csX135" fmla="*/ 53167 w 141780"/>
              <a:gd name="csY135" fmla="*/ 131223 h 152487"/>
              <a:gd name="csX136" fmla="*/ 60257 w 141780"/>
              <a:gd name="csY136" fmla="*/ 131223 h 152487"/>
              <a:gd name="csX137" fmla="*/ 62763 w 141780"/>
              <a:gd name="csY137" fmla="*/ 132261 h 152487"/>
              <a:gd name="csX138" fmla="*/ 63801 w 141780"/>
              <a:gd name="csY138" fmla="*/ 134762 h 152487"/>
              <a:gd name="csX139" fmla="*/ 62763 w 141780"/>
              <a:gd name="csY139" fmla="*/ 137280 h 152487"/>
              <a:gd name="csX140" fmla="*/ 60257 w 141780"/>
              <a:gd name="csY140" fmla="*/ 138317 h 152487"/>
              <a:gd name="csX141" fmla="*/ 53167 w 141780"/>
              <a:gd name="csY141" fmla="*/ 138317 h 152487"/>
              <a:gd name="csX142" fmla="*/ 53167 w 141780"/>
              <a:gd name="csY142" fmla="*/ 140087 h 152487"/>
              <a:gd name="csX143" fmla="*/ 56801 w 141780"/>
              <a:gd name="csY143" fmla="*/ 148847 h 152487"/>
              <a:gd name="csX144" fmla="*/ 65574 w 141780"/>
              <a:gd name="csY144" fmla="*/ 152487 h 152487"/>
              <a:gd name="csX145" fmla="*/ 76207 w 141780"/>
              <a:gd name="csY145" fmla="*/ 152487 h 152487"/>
              <a:gd name="csX146" fmla="*/ 84979 w 141780"/>
              <a:gd name="csY146" fmla="*/ 148847 h 152487"/>
              <a:gd name="csX147" fmla="*/ 88613 w 141780"/>
              <a:gd name="csY147" fmla="*/ 140087 h 152487"/>
              <a:gd name="csX148" fmla="*/ 88613 w 141780"/>
              <a:gd name="csY148" fmla="*/ 138317 h 152487"/>
              <a:gd name="csX149" fmla="*/ 81524 w 141780"/>
              <a:gd name="csY149" fmla="*/ 138317 h 152487"/>
              <a:gd name="csX150" fmla="*/ 79018 w 141780"/>
              <a:gd name="csY150" fmla="*/ 137280 h 152487"/>
              <a:gd name="csX151" fmla="*/ 77980 w 141780"/>
              <a:gd name="csY151" fmla="*/ 134762 h 152487"/>
              <a:gd name="csX152" fmla="*/ 79018 w 141780"/>
              <a:gd name="csY152" fmla="*/ 132261 h 152487"/>
              <a:gd name="csX153" fmla="*/ 81524 w 141780"/>
              <a:gd name="csY153" fmla="*/ 131223 h 152487"/>
              <a:gd name="csX154" fmla="*/ 88613 w 141780"/>
              <a:gd name="csY154" fmla="*/ 131223 h 152487"/>
              <a:gd name="csX155" fmla="*/ 88613 w 141780"/>
              <a:gd name="csY155" fmla="*/ 120592 h 152487"/>
              <a:gd name="csX156" fmla="*/ 53167 w 141780"/>
              <a:gd name="csY156" fmla="*/ 120592 h 152487"/>
            </a:gdLst>
            <a:ahLst/>
            <a:cxnLst/>
            <a:rect l="l" t="t" r="r" b="b"/>
            <a:pathLst>
              <a:path w="100000" h="100000">
                <a:moveTo>
                  <a:pt x="37216" y="0"/>
                </a:moveTo>
                <a:cubicBezTo>
                  <a:pt x="35058" y="0"/>
                  <a:pt x="32989" y="859"/>
                  <a:pt x="31463" y="2387"/>
                </a:cubicBezTo>
                <a:cubicBezTo>
                  <a:pt x="29937" y="3905"/>
                  <a:pt x="29080" y="5980"/>
                  <a:pt x="29080" y="8132"/>
                </a:cubicBezTo>
                <a:lnTo>
                  <a:pt x="29080" y="19757"/>
                </a:lnTo>
                <a:cubicBezTo>
                  <a:pt x="29080" y="21910"/>
                  <a:pt x="29937" y="23985"/>
                  <a:pt x="31463" y="25503"/>
                </a:cubicBezTo>
                <a:cubicBezTo>
                  <a:pt x="32989" y="27031"/>
                  <a:pt x="35058" y="27890"/>
                  <a:pt x="37216" y="27890"/>
                </a:cubicBezTo>
                <a:lnTo>
                  <a:pt x="46514" y="27890"/>
                </a:lnTo>
                <a:lnTo>
                  <a:pt x="46514" y="32519"/>
                </a:lnTo>
                <a:lnTo>
                  <a:pt x="31636" y="32519"/>
                </a:lnTo>
                <a:cubicBezTo>
                  <a:pt x="30272" y="32530"/>
                  <a:pt x="28931" y="32865"/>
                  <a:pt x="27734" y="33523"/>
                </a:cubicBezTo>
                <a:cubicBezTo>
                  <a:pt x="26538" y="34181"/>
                  <a:pt x="25526" y="35130"/>
                  <a:pt x="24791" y="36279"/>
                </a:cubicBezTo>
                <a:cubicBezTo>
                  <a:pt x="23356" y="35397"/>
                  <a:pt x="21642" y="34851"/>
                  <a:pt x="19783" y="34851"/>
                </a:cubicBezTo>
                <a:cubicBezTo>
                  <a:pt x="16974" y="34851"/>
                  <a:pt x="14426" y="36022"/>
                  <a:pt x="12818" y="37841"/>
                </a:cubicBezTo>
                <a:cubicBezTo>
                  <a:pt x="11211" y="39648"/>
                  <a:pt x="10485" y="41912"/>
                  <a:pt x="10485" y="44143"/>
                </a:cubicBezTo>
                <a:cubicBezTo>
                  <a:pt x="10485" y="46374"/>
                  <a:pt x="11211" y="48651"/>
                  <a:pt x="12818" y="50457"/>
                </a:cubicBezTo>
                <a:cubicBezTo>
                  <a:pt x="13234" y="50926"/>
                  <a:pt x="13856" y="51205"/>
                  <a:pt x="14385" y="51573"/>
                </a:cubicBezTo>
                <a:lnTo>
                  <a:pt x="11070" y="67682"/>
                </a:lnTo>
                <a:cubicBezTo>
                  <a:pt x="9435" y="67972"/>
                  <a:pt x="7832" y="68530"/>
                  <a:pt x="6499" y="69723"/>
                </a:cubicBezTo>
                <a:cubicBezTo>
                  <a:pt x="4691" y="71330"/>
                  <a:pt x="3511" y="73873"/>
                  <a:pt x="3511" y="76685"/>
                </a:cubicBezTo>
                <a:cubicBezTo>
                  <a:pt x="3504" y="77142"/>
                  <a:pt x="3590" y="77599"/>
                  <a:pt x="3762" y="78035"/>
                </a:cubicBezTo>
                <a:cubicBezTo>
                  <a:pt x="3935" y="78458"/>
                  <a:pt x="4191" y="78849"/>
                  <a:pt x="4515" y="79184"/>
                </a:cubicBezTo>
                <a:cubicBezTo>
                  <a:pt x="4840" y="79507"/>
                  <a:pt x="5226" y="79775"/>
                  <a:pt x="5652" y="79953"/>
                </a:cubicBezTo>
                <a:cubicBezTo>
                  <a:pt x="6078" y="80121"/>
                  <a:pt x="6536" y="80221"/>
                  <a:pt x="6998" y="80221"/>
                </a:cubicBezTo>
                <a:cubicBezTo>
                  <a:pt x="7460" y="80221"/>
                  <a:pt x="7917" y="80121"/>
                  <a:pt x="8345" y="79953"/>
                </a:cubicBezTo>
                <a:cubicBezTo>
                  <a:pt x="8771" y="79775"/>
                  <a:pt x="9157" y="79507"/>
                  <a:pt x="9481" y="79184"/>
                </a:cubicBezTo>
                <a:cubicBezTo>
                  <a:pt x="9806" y="78849"/>
                  <a:pt x="10062" y="78458"/>
                  <a:pt x="10233" y="78035"/>
                </a:cubicBezTo>
                <a:cubicBezTo>
                  <a:pt x="10406" y="77599"/>
                  <a:pt x="10491" y="77142"/>
                  <a:pt x="10485" y="76685"/>
                </a:cubicBezTo>
                <a:cubicBezTo>
                  <a:pt x="10485" y="75614"/>
                  <a:pt x="10759" y="75257"/>
                  <a:pt x="11129" y="74933"/>
                </a:cubicBezTo>
                <a:cubicBezTo>
                  <a:pt x="11500" y="74598"/>
                  <a:pt x="12131" y="74353"/>
                  <a:pt x="12809" y="74353"/>
                </a:cubicBezTo>
                <a:cubicBezTo>
                  <a:pt x="13487" y="74353"/>
                  <a:pt x="14118" y="74598"/>
                  <a:pt x="14489" y="74933"/>
                </a:cubicBezTo>
                <a:cubicBezTo>
                  <a:pt x="14859" y="75257"/>
                  <a:pt x="15133" y="75614"/>
                  <a:pt x="15133" y="76685"/>
                </a:cubicBezTo>
                <a:cubicBezTo>
                  <a:pt x="15127" y="77142"/>
                  <a:pt x="15213" y="77599"/>
                  <a:pt x="15385" y="78035"/>
                </a:cubicBezTo>
                <a:cubicBezTo>
                  <a:pt x="15556" y="78458"/>
                  <a:pt x="15813" y="78849"/>
                  <a:pt x="16137" y="79184"/>
                </a:cubicBezTo>
                <a:cubicBezTo>
                  <a:pt x="16461" y="79507"/>
                  <a:pt x="16848" y="79775"/>
                  <a:pt x="17275" y="79953"/>
                </a:cubicBezTo>
                <a:cubicBezTo>
                  <a:pt x="17701" y="80121"/>
                  <a:pt x="18159" y="80221"/>
                  <a:pt x="18620" y="80221"/>
                </a:cubicBezTo>
                <a:cubicBezTo>
                  <a:pt x="19082" y="80221"/>
                  <a:pt x="19540" y="80121"/>
                  <a:pt x="19966" y="79953"/>
                </a:cubicBezTo>
                <a:cubicBezTo>
                  <a:pt x="20392" y="79775"/>
                  <a:pt x="20779" y="79507"/>
                  <a:pt x="21103" y="79184"/>
                </a:cubicBezTo>
                <a:cubicBezTo>
                  <a:pt x="21428" y="78849"/>
                  <a:pt x="21683" y="78458"/>
                  <a:pt x="21856" y="78035"/>
                </a:cubicBezTo>
                <a:cubicBezTo>
                  <a:pt x="22028" y="77599"/>
                  <a:pt x="22114" y="77142"/>
                  <a:pt x="22107" y="76685"/>
                </a:cubicBezTo>
                <a:cubicBezTo>
                  <a:pt x="22107" y="73873"/>
                  <a:pt x="20927" y="71330"/>
                  <a:pt x="19120" y="69723"/>
                </a:cubicBezTo>
                <a:cubicBezTo>
                  <a:pt x="18755" y="69400"/>
                  <a:pt x="18310" y="69255"/>
                  <a:pt x="17912" y="69010"/>
                </a:cubicBezTo>
                <a:lnTo>
                  <a:pt x="21177" y="53146"/>
                </a:lnTo>
                <a:cubicBezTo>
                  <a:pt x="23027" y="52878"/>
                  <a:pt x="24723" y="52198"/>
                  <a:pt x="26011" y="51116"/>
                </a:cubicBezTo>
                <a:lnTo>
                  <a:pt x="30596" y="68318"/>
                </a:lnTo>
                <a:cubicBezTo>
                  <a:pt x="31059" y="70047"/>
                  <a:pt x="32079" y="71586"/>
                  <a:pt x="33503" y="72680"/>
                </a:cubicBezTo>
                <a:cubicBezTo>
                  <a:pt x="34926" y="73773"/>
                  <a:pt x="36670" y="74364"/>
                  <a:pt x="38465" y="74353"/>
                </a:cubicBezTo>
                <a:lnTo>
                  <a:pt x="61535" y="74353"/>
                </a:lnTo>
                <a:cubicBezTo>
                  <a:pt x="63330" y="74353"/>
                  <a:pt x="65073" y="73762"/>
                  <a:pt x="66495" y="72668"/>
                </a:cubicBezTo>
                <a:cubicBezTo>
                  <a:pt x="67916" y="71586"/>
                  <a:pt x="68937" y="70047"/>
                  <a:pt x="69400" y="68318"/>
                </a:cubicBezTo>
                <a:lnTo>
                  <a:pt x="73985" y="51116"/>
                </a:lnTo>
                <a:cubicBezTo>
                  <a:pt x="75272" y="52187"/>
                  <a:pt x="76970" y="52878"/>
                  <a:pt x="78824" y="53146"/>
                </a:cubicBezTo>
                <a:lnTo>
                  <a:pt x="82089" y="69010"/>
                </a:lnTo>
                <a:cubicBezTo>
                  <a:pt x="81691" y="69255"/>
                  <a:pt x="81245" y="69400"/>
                  <a:pt x="80880" y="69723"/>
                </a:cubicBezTo>
                <a:cubicBezTo>
                  <a:pt x="79073" y="71330"/>
                  <a:pt x="77894" y="73873"/>
                  <a:pt x="77894" y="76685"/>
                </a:cubicBezTo>
                <a:cubicBezTo>
                  <a:pt x="77887" y="77142"/>
                  <a:pt x="77973" y="77599"/>
                  <a:pt x="78145" y="78035"/>
                </a:cubicBezTo>
                <a:cubicBezTo>
                  <a:pt x="78317" y="78458"/>
                  <a:pt x="78573" y="78849"/>
                  <a:pt x="78896" y="79184"/>
                </a:cubicBezTo>
                <a:cubicBezTo>
                  <a:pt x="79221" y="79507"/>
                  <a:pt x="79608" y="79775"/>
                  <a:pt x="80035" y="79953"/>
                </a:cubicBezTo>
                <a:cubicBezTo>
                  <a:pt x="80461" y="80121"/>
                  <a:pt x="80918" y="80221"/>
                  <a:pt x="81380" y="80221"/>
                </a:cubicBezTo>
                <a:cubicBezTo>
                  <a:pt x="81842" y="80221"/>
                  <a:pt x="82299" y="80121"/>
                  <a:pt x="82725" y="79953"/>
                </a:cubicBezTo>
                <a:cubicBezTo>
                  <a:pt x="83152" y="79775"/>
                  <a:pt x="83539" y="79507"/>
                  <a:pt x="83863" y="79184"/>
                </a:cubicBezTo>
                <a:cubicBezTo>
                  <a:pt x="84187" y="78849"/>
                  <a:pt x="84443" y="78458"/>
                  <a:pt x="84615" y="78035"/>
                </a:cubicBezTo>
                <a:cubicBezTo>
                  <a:pt x="84787" y="77599"/>
                  <a:pt x="84873" y="77142"/>
                  <a:pt x="84867" y="76685"/>
                </a:cubicBezTo>
                <a:cubicBezTo>
                  <a:pt x="84867" y="75614"/>
                  <a:pt x="85141" y="75257"/>
                  <a:pt x="85512" y="74933"/>
                </a:cubicBezTo>
                <a:cubicBezTo>
                  <a:pt x="85882" y="74598"/>
                  <a:pt x="86513" y="74353"/>
                  <a:pt x="87191" y="74353"/>
                </a:cubicBezTo>
                <a:cubicBezTo>
                  <a:pt x="87869" y="74353"/>
                  <a:pt x="88501" y="74598"/>
                  <a:pt x="88871" y="74933"/>
                </a:cubicBezTo>
                <a:cubicBezTo>
                  <a:pt x="89241" y="75257"/>
                  <a:pt x="89516" y="75614"/>
                  <a:pt x="89516" y="76685"/>
                </a:cubicBezTo>
                <a:cubicBezTo>
                  <a:pt x="89510" y="77142"/>
                  <a:pt x="89594" y="77599"/>
                  <a:pt x="89767" y="78035"/>
                </a:cubicBezTo>
                <a:cubicBezTo>
                  <a:pt x="89939" y="78458"/>
                  <a:pt x="90194" y="78849"/>
                  <a:pt x="90519" y="79184"/>
                </a:cubicBezTo>
                <a:cubicBezTo>
                  <a:pt x="90843" y="79507"/>
                  <a:pt x="91230" y="79775"/>
                  <a:pt x="91656" y="79953"/>
                </a:cubicBezTo>
                <a:cubicBezTo>
                  <a:pt x="92082" y="80121"/>
                  <a:pt x="92539" y="80221"/>
                  <a:pt x="93002" y="80221"/>
                </a:cubicBezTo>
                <a:cubicBezTo>
                  <a:pt x="93465" y="80221"/>
                  <a:pt x="93922" y="80121"/>
                  <a:pt x="94348" y="79953"/>
                </a:cubicBezTo>
                <a:cubicBezTo>
                  <a:pt x="94774" y="79775"/>
                  <a:pt x="95161" y="79507"/>
                  <a:pt x="95485" y="79184"/>
                </a:cubicBezTo>
                <a:cubicBezTo>
                  <a:pt x="95810" y="78849"/>
                  <a:pt x="96066" y="78458"/>
                  <a:pt x="96238" y="78035"/>
                </a:cubicBezTo>
                <a:cubicBezTo>
                  <a:pt x="96410" y="77599"/>
                  <a:pt x="96495" y="77142"/>
                  <a:pt x="96489" y="76685"/>
                </a:cubicBezTo>
                <a:cubicBezTo>
                  <a:pt x="96489" y="73873"/>
                  <a:pt x="95310" y="71330"/>
                  <a:pt x="93501" y="69723"/>
                </a:cubicBezTo>
                <a:cubicBezTo>
                  <a:pt x="92168" y="68530"/>
                  <a:pt x="90566" y="67972"/>
                  <a:pt x="88931" y="67682"/>
                </a:cubicBezTo>
                <a:lnTo>
                  <a:pt x="85615" y="51573"/>
                </a:lnTo>
                <a:cubicBezTo>
                  <a:pt x="86144" y="51205"/>
                  <a:pt x="86767" y="50926"/>
                  <a:pt x="87182" y="50457"/>
                </a:cubicBezTo>
                <a:cubicBezTo>
                  <a:pt x="88790" y="48651"/>
                  <a:pt x="89516" y="46374"/>
                  <a:pt x="89516" y="44143"/>
                </a:cubicBezTo>
                <a:cubicBezTo>
                  <a:pt x="89516" y="41912"/>
                  <a:pt x="88790" y="39648"/>
                  <a:pt x="87182" y="37841"/>
                </a:cubicBezTo>
                <a:cubicBezTo>
                  <a:pt x="85574" y="36022"/>
                  <a:pt x="83027" y="34851"/>
                  <a:pt x="80218" y="34851"/>
                </a:cubicBezTo>
                <a:cubicBezTo>
                  <a:pt x="78355" y="34851"/>
                  <a:pt x="76636" y="35397"/>
                  <a:pt x="75201" y="36279"/>
                </a:cubicBezTo>
                <a:cubicBezTo>
                  <a:pt x="75078" y="36078"/>
                  <a:pt x="74946" y="35888"/>
                  <a:pt x="74806" y="35699"/>
                </a:cubicBezTo>
                <a:cubicBezTo>
                  <a:pt x="74051" y="34706"/>
                  <a:pt x="73075" y="33914"/>
                  <a:pt x="71958" y="33356"/>
                </a:cubicBezTo>
                <a:cubicBezTo>
                  <a:pt x="70841" y="32809"/>
                  <a:pt x="69610" y="32519"/>
                  <a:pt x="68364" y="32519"/>
                </a:cubicBezTo>
                <a:lnTo>
                  <a:pt x="53487" y="32519"/>
                </a:lnTo>
                <a:lnTo>
                  <a:pt x="53487" y="27890"/>
                </a:lnTo>
                <a:lnTo>
                  <a:pt x="62784" y="27890"/>
                </a:lnTo>
                <a:cubicBezTo>
                  <a:pt x="64942" y="27890"/>
                  <a:pt x="67012" y="27031"/>
                  <a:pt x="68537" y="25503"/>
                </a:cubicBezTo>
                <a:cubicBezTo>
                  <a:pt x="70063" y="23985"/>
                  <a:pt x="70920" y="21910"/>
                  <a:pt x="70920" y="19757"/>
                </a:cubicBezTo>
                <a:lnTo>
                  <a:pt x="70920" y="8132"/>
                </a:lnTo>
                <a:cubicBezTo>
                  <a:pt x="70920" y="5980"/>
                  <a:pt x="70063" y="3905"/>
                  <a:pt x="68537" y="2387"/>
                </a:cubicBezTo>
                <a:cubicBezTo>
                  <a:pt x="67012" y="859"/>
                  <a:pt x="64942" y="0"/>
                  <a:pt x="62784" y="0"/>
                </a:cubicBezTo>
                <a:lnTo>
                  <a:pt x="37216" y="0"/>
                </a:lnTo>
                <a:close/>
                <a:moveTo>
                  <a:pt x="42932" y="11624"/>
                </a:moveTo>
                <a:cubicBezTo>
                  <a:pt x="43245" y="11613"/>
                  <a:pt x="43557" y="11658"/>
                  <a:pt x="43849" y="11770"/>
                </a:cubicBezTo>
                <a:cubicBezTo>
                  <a:pt x="44142" y="11881"/>
                  <a:pt x="44409" y="12048"/>
                  <a:pt x="44636" y="12271"/>
                </a:cubicBezTo>
                <a:cubicBezTo>
                  <a:pt x="44861" y="12483"/>
                  <a:pt x="45042" y="12751"/>
                  <a:pt x="45165" y="13030"/>
                </a:cubicBezTo>
                <a:cubicBezTo>
                  <a:pt x="45287" y="13320"/>
                  <a:pt x="45351" y="13633"/>
                  <a:pt x="45351" y="13945"/>
                </a:cubicBezTo>
                <a:cubicBezTo>
                  <a:pt x="45351" y="14559"/>
                  <a:pt x="45106" y="15149"/>
                  <a:pt x="44670" y="15584"/>
                </a:cubicBezTo>
                <a:cubicBezTo>
                  <a:pt x="44234" y="16020"/>
                  <a:pt x="43644" y="16265"/>
                  <a:pt x="43027" y="16265"/>
                </a:cubicBezTo>
                <a:cubicBezTo>
                  <a:pt x="42427" y="16254"/>
                  <a:pt x="41853" y="16020"/>
                  <a:pt x="41428" y="15584"/>
                </a:cubicBezTo>
                <a:cubicBezTo>
                  <a:pt x="41003" y="15161"/>
                  <a:pt x="40759" y="14592"/>
                  <a:pt x="40746" y="13989"/>
                </a:cubicBezTo>
                <a:cubicBezTo>
                  <a:pt x="40734" y="13387"/>
                  <a:pt x="40955" y="12807"/>
                  <a:pt x="41363" y="12372"/>
                </a:cubicBezTo>
                <a:cubicBezTo>
                  <a:pt x="41769" y="11926"/>
                  <a:pt x="42332" y="11658"/>
                  <a:pt x="42932" y="11624"/>
                </a:cubicBezTo>
                <a:close/>
                <a:moveTo>
                  <a:pt x="56879" y="11624"/>
                </a:moveTo>
                <a:cubicBezTo>
                  <a:pt x="57191" y="11613"/>
                  <a:pt x="57504" y="11658"/>
                  <a:pt x="57796" y="11770"/>
                </a:cubicBezTo>
                <a:cubicBezTo>
                  <a:pt x="58089" y="11881"/>
                  <a:pt x="58356" y="12048"/>
                  <a:pt x="58582" y="12271"/>
                </a:cubicBezTo>
                <a:cubicBezTo>
                  <a:pt x="58808" y="12483"/>
                  <a:pt x="58988" y="12751"/>
                  <a:pt x="59111" y="13030"/>
                </a:cubicBezTo>
                <a:cubicBezTo>
                  <a:pt x="59234" y="13320"/>
                  <a:pt x="59298" y="13633"/>
                  <a:pt x="59298" y="13945"/>
                </a:cubicBezTo>
                <a:cubicBezTo>
                  <a:pt x="59298" y="14559"/>
                  <a:pt x="59053" y="15149"/>
                  <a:pt x="58617" y="15584"/>
                </a:cubicBezTo>
                <a:cubicBezTo>
                  <a:pt x="58181" y="16020"/>
                  <a:pt x="57590" y="16265"/>
                  <a:pt x="56974" y="16265"/>
                </a:cubicBezTo>
                <a:cubicBezTo>
                  <a:pt x="56373" y="16254"/>
                  <a:pt x="55800" y="16020"/>
                  <a:pt x="55375" y="15584"/>
                </a:cubicBezTo>
                <a:cubicBezTo>
                  <a:pt x="54950" y="15161"/>
                  <a:pt x="54705" y="14592"/>
                  <a:pt x="54693" y="13989"/>
                </a:cubicBezTo>
                <a:cubicBezTo>
                  <a:pt x="54680" y="13387"/>
                  <a:pt x="54901" y="12807"/>
                  <a:pt x="55309" y="12372"/>
                </a:cubicBezTo>
                <a:cubicBezTo>
                  <a:pt x="55716" y="11926"/>
                  <a:pt x="56279" y="11658"/>
                  <a:pt x="56879" y="11624"/>
                </a:cubicBezTo>
                <a:close/>
                <a:moveTo>
                  <a:pt x="19783" y="41823"/>
                </a:moveTo>
                <a:cubicBezTo>
                  <a:pt x="20849" y="41823"/>
                  <a:pt x="21205" y="42091"/>
                  <a:pt x="21535" y="42470"/>
                </a:cubicBezTo>
                <a:cubicBezTo>
                  <a:pt x="21865" y="42838"/>
                  <a:pt x="22107" y="43463"/>
                  <a:pt x="22107" y="44143"/>
                </a:cubicBezTo>
                <a:cubicBezTo>
                  <a:pt x="22107" y="44824"/>
                  <a:pt x="21865" y="45448"/>
                  <a:pt x="21535" y="45828"/>
                </a:cubicBezTo>
                <a:cubicBezTo>
                  <a:pt x="21205" y="46196"/>
                  <a:pt x="20849" y="46464"/>
                  <a:pt x="19783" y="46464"/>
                </a:cubicBezTo>
                <a:cubicBezTo>
                  <a:pt x="18717" y="46464"/>
                  <a:pt x="18359" y="46196"/>
                  <a:pt x="18030" y="45828"/>
                </a:cubicBezTo>
                <a:cubicBezTo>
                  <a:pt x="17701" y="45448"/>
                  <a:pt x="17458" y="44824"/>
                  <a:pt x="17458" y="44143"/>
                </a:cubicBezTo>
                <a:cubicBezTo>
                  <a:pt x="17458" y="43463"/>
                  <a:pt x="17701" y="42838"/>
                  <a:pt x="18030" y="42470"/>
                </a:cubicBezTo>
                <a:cubicBezTo>
                  <a:pt x="18359" y="42091"/>
                  <a:pt x="18717" y="41823"/>
                  <a:pt x="19783" y="41823"/>
                </a:cubicBezTo>
                <a:close/>
                <a:moveTo>
                  <a:pt x="80218" y="41823"/>
                </a:moveTo>
                <a:cubicBezTo>
                  <a:pt x="81283" y="41823"/>
                  <a:pt x="81641" y="42091"/>
                  <a:pt x="81971" y="42470"/>
                </a:cubicBezTo>
                <a:cubicBezTo>
                  <a:pt x="82299" y="42838"/>
                  <a:pt x="82542" y="43463"/>
                  <a:pt x="82542" y="44143"/>
                </a:cubicBezTo>
                <a:cubicBezTo>
                  <a:pt x="82542" y="44824"/>
                  <a:pt x="82299" y="45448"/>
                  <a:pt x="81971" y="45828"/>
                </a:cubicBezTo>
                <a:cubicBezTo>
                  <a:pt x="81641" y="46196"/>
                  <a:pt x="81283" y="46464"/>
                  <a:pt x="80218" y="46464"/>
                </a:cubicBezTo>
                <a:cubicBezTo>
                  <a:pt x="79152" y="46464"/>
                  <a:pt x="78795" y="46196"/>
                  <a:pt x="78466" y="45828"/>
                </a:cubicBezTo>
                <a:cubicBezTo>
                  <a:pt x="78136" y="45448"/>
                  <a:pt x="77894" y="44824"/>
                  <a:pt x="77894" y="44143"/>
                </a:cubicBezTo>
                <a:cubicBezTo>
                  <a:pt x="77894" y="43463"/>
                  <a:pt x="78136" y="42838"/>
                  <a:pt x="78466" y="42470"/>
                </a:cubicBezTo>
                <a:cubicBezTo>
                  <a:pt x="78795" y="42091"/>
                  <a:pt x="79152" y="41823"/>
                  <a:pt x="80218" y="41823"/>
                </a:cubicBezTo>
                <a:close/>
                <a:moveTo>
                  <a:pt x="38377" y="79083"/>
                </a:moveTo>
                <a:lnTo>
                  <a:pt x="38377" y="86055"/>
                </a:lnTo>
                <a:lnTo>
                  <a:pt x="43027" y="86055"/>
                </a:lnTo>
                <a:cubicBezTo>
                  <a:pt x="43644" y="86055"/>
                  <a:pt x="44234" y="86301"/>
                  <a:pt x="44670" y="86736"/>
                </a:cubicBezTo>
                <a:cubicBezTo>
                  <a:pt x="45106" y="87171"/>
                  <a:pt x="45351" y="87762"/>
                  <a:pt x="45351" y="88376"/>
                </a:cubicBezTo>
                <a:cubicBezTo>
                  <a:pt x="45351" y="89001"/>
                  <a:pt x="45106" y="89592"/>
                  <a:pt x="44670" y="90027"/>
                </a:cubicBezTo>
                <a:cubicBezTo>
                  <a:pt x="44234" y="90462"/>
                  <a:pt x="43644" y="90707"/>
                  <a:pt x="43027" y="90707"/>
                </a:cubicBezTo>
                <a:lnTo>
                  <a:pt x="38377" y="90707"/>
                </a:lnTo>
                <a:lnTo>
                  <a:pt x="38377" y="91868"/>
                </a:lnTo>
                <a:cubicBezTo>
                  <a:pt x="38377" y="94021"/>
                  <a:pt x="39236" y="96095"/>
                  <a:pt x="40761" y="97613"/>
                </a:cubicBezTo>
                <a:cubicBezTo>
                  <a:pt x="42286" y="99142"/>
                  <a:pt x="44356" y="100000"/>
                  <a:pt x="46514" y="100000"/>
                </a:cubicBezTo>
                <a:lnTo>
                  <a:pt x="53487" y="100000"/>
                </a:lnTo>
                <a:cubicBezTo>
                  <a:pt x="55644" y="100000"/>
                  <a:pt x="57714" y="99142"/>
                  <a:pt x="59239" y="97613"/>
                </a:cubicBezTo>
                <a:cubicBezTo>
                  <a:pt x="60765" y="96095"/>
                  <a:pt x="61623" y="94021"/>
                  <a:pt x="61623" y="91868"/>
                </a:cubicBezTo>
                <a:lnTo>
                  <a:pt x="61623" y="90707"/>
                </a:lnTo>
                <a:lnTo>
                  <a:pt x="56974" y="90707"/>
                </a:lnTo>
                <a:cubicBezTo>
                  <a:pt x="56357" y="90707"/>
                  <a:pt x="55766" y="90462"/>
                  <a:pt x="55330" y="90027"/>
                </a:cubicBezTo>
                <a:cubicBezTo>
                  <a:pt x="54894" y="89592"/>
                  <a:pt x="54650" y="89001"/>
                  <a:pt x="54650" y="88376"/>
                </a:cubicBezTo>
                <a:cubicBezTo>
                  <a:pt x="54650" y="87762"/>
                  <a:pt x="54894" y="87171"/>
                  <a:pt x="55330" y="86736"/>
                </a:cubicBezTo>
                <a:cubicBezTo>
                  <a:pt x="55766" y="86301"/>
                  <a:pt x="56357" y="86055"/>
                  <a:pt x="56974" y="86055"/>
                </a:cubicBezTo>
                <a:lnTo>
                  <a:pt x="61623" y="86055"/>
                </a:lnTo>
                <a:lnTo>
                  <a:pt x="61623" y="79083"/>
                </a:lnTo>
                <a:lnTo>
                  <a:pt x="38377" y="7908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9" name="Красный — SVG 78">
            <a:extLst>
              <a:ext uri="{FF2B5EF4-FFF2-40B4-BE49-F238E27FC236}">
                <a16:creationId xmlns:a16="http://schemas.microsoft.com/office/drawing/2014/main" id="{B38DCFC2-B741-F147-8828-78146B08BCA0}"/>
              </a:ext>
            </a:extLst>
          </p:cNvPr>
          <p:cNvSpPr>
            <a:spLocks noGrp="1"/>
          </p:cNvSpPr>
          <p:nvPr/>
        </p:nvSpPr>
        <p:spPr>
          <a:xfrm>
            <a:off x="3420000" y="2190000"/>
            <a:ext cx="220000" cy="220000"/>
          </a:xfrm>
          <a:custGeom>
            <a:avLst/>
            <a:gdLst>
              <a:gd name="csX0" fmla="*/ 26216 w 131157"/>
              <a:gd name="csY0" fmla="*/ 0 h 120489"/>
              <a:gd name="csX1" fmla="*/ 7587 w 131157"/>
              <a:gd name="csY1" fmla="*/ 13762 h 120489"/>
              <a:gd name="csX2" fmla="*/ 713 w 131157"/>
              <a:gd name="csY2" fmla="*/ 36063 h 120489"/>
              <a:gd name="csX3" fmla="*/ 3129 w 131157"/>
              <a:gd name="csY3" fmla="*/ 50234 h 120489"/>
              <a:gd name="csX4" fmla="*/ 15974 w 131157"/>
              <a:gd name="csY4" fmla="*/ 56698 h 120489"/>
              <a:gd name="csX5" fmla="*/ 104937 w 131157"/>
              <a:gd name="csY5" fmla="*/ 56698 h 120489"/>
              <a:gd name="csX6" fmla="*/ 123567 w 131157"/>
              <a:gd name="csY6" fmla="*/ 42936 h 120489"/>
              <a:gd name="csX7" fmla="*/ 130440 w 131157"/>
              <a:gd name="csY7" fmla="*/ 20634 h 120489"/>
              <a:gd name="csX8" fmla="*/ 128025 w 131157"/>
              <a:gd name="csY8" fmla="*/ 6464 h 120489"/>
              <a:gd name="csX9" fmla="*/ 115197 w 131157"/>
              <a:gd name="csY9" fmla="*/ 0 h 120489"/>
              <a:gd name="csX10" fmla="*/ 26216 w 131157"/>
              <a:gd name="csY10" fmla="*/ 0 h 120489"/>
              <a:gd name="csX11" fmla="*/ 127599 w 131157"/>
              <a:gd name="csY11" fmla="*/ 51153 h 120489"/>
              <a:gd name="csX12" fmla="*/ 112764 w 131157"/>
              <a:gd name="csY12" fmla="*/ 62635 h 120489"/>
              <a:gd name="csX13" fmla="*/ 104937 w 131157"/>
              <a:gd name="csY13" fmla="*/ 67330 h 120489"/>
              <a:gd name="csX14" fmla="*/ 15974 w 131157"/>
              <a:gd name="csY14" fmla="*/ 67330 h 120489"/>
              <a:gd name="csX15" fmla="*/ 11687 w 131157"/>
              <a:gd name="csY15" fmla="*/ 65170 h 120489"/>
              <a:gd name="csX16" fmla="*/ 10768 w 131157"/>
              <a:gd name="csY16" fmla="*/ 63213 h 120489"/>
              <a:gd name="csX17" fmla="*/ 560 w 131157"/>
              <a:gd name="csY17" fmla="*/ 57906 h 120489"/>
              <a:gd name="csX18" fmla="*/ 3129 w 131157"/>
              <a:gd name="csY18" fmla="*/ 71498 h 120489"/>
              <a:gd name="csX19" fmla="*/ 15974 w 131157"/>
              <a:gd name="csY19" fmla="*/ 77962 h 120489"/>
              <a:gd name="csX20" fmla="*/ 104937 w 131157"/>
              <a:gd name="csY20" fmla="*/ 77962 h 120489"/>
              <a:gd name="csX21" fmla="*/ 123567 w 131157"/>
              <a:gd name="csY21" fmla="*/ 64200 h 120489"/>
              <a:gd name="csX22" fmla="*/ 127599 w 131157"/>
              <a:gd name="csY22" fmla="*/ 51153 h 120489"/>
              <a:gd name="csX23" fmla="*/ 127599 w 131157"/>
              <a:gd name="csY23" fmla="*/ 72416 h 120489"/>
              <a:gd name="csX24" fmla="*/ 112764 w 131157"/>
              <a:gd name="csY24" fmla="*/ 83899 h 120489"/>
              <a:gd name="csX25" fmla="*/ 104937 w 131157"/>
              <a:gd name="csY25" fmla="*/ 88594 h 120489"/>
              <a:gd name="csX26" fmla="*/ 15974 w 131157"/>
              <a:gd name="csY26" fmla="*/ 88594 h 120489"/>
              <a:gd name="csX27" fmla="*/ 11687 w 131157"/>
              <a:gd name="csY27" fmla="*/ 86434 h 120489"/>
              <a:gd name="csX28" fmla="*/ 10768 w 131157"/>
              <a:gd name="csY28" fmla="*/ 84477 h 120489"/>
              <a:gd name="csX29" fmla="*/ 560 w 131157"/>
              <a:gd name="csY29" fmla="*/ 79170 h 120489"/>
              <a:gd name="csX30" fmla="*/ 3129 w 131157"/>
              <a:gd name="csY30" fmla="*/ 92762 h 120489"/>
              <a:gd name="csX31" fmla="*/ 15974 w 131157"/>
              <a:gd name="csY31" fmla="*/ 99226 h 120489"/>
              <a:gd name="csX32" fmla="*/ 104937 w 131157"/>
              <a:gd name="csY32" fmla="*/ 99226 h 120489"/>
              <a:gd name="csX33" fmla="*/ 123567 w 131157"/>
              <a:gd name="csY33" fmla="*/ 85464 h 120489"/>
              <a:gd name="csX34" fmla="*/ 127599 w 131157"/>
              <a:gd name="csY34" fmla="*/ 72416 h 120489"/>
              <a:gd name="csX35" fmla="*/ 127599 w 131157"/>
              <a:gd name="csY35" fmla="*/ 93680 h 120489"/>
              <a:gd name="csX36" fmla="*/ 112764 w 131157"/>
              <a:gd name="csY36" fmla="*/ 105163 h 120489"/>
              <a:gd name="csX37" fmla="*/ 104937 w 131157"/>
              <a:gd name="csY37" fmla="*/ 109858 h 120489"/>
              <a:gd name="csX38" fmla="*/ 15974 w 131157"/>
              <a:gd name="csY38" fmla="*/ 109858 h 120489"/>
              <a:gd name="csX39" fmla="*/ 11687 w 131157"/>
              <a:gd name="csY39" fmla="*/ 107697 h 120489"/>
              <a:gd name="csX40" fmla="*/ 10768 w 131157"/>
              <a:gd name="csY40" fmla="*/ 105741 h 120489"/>
              <a:gd name="csX41" fmla="*/ 560 w 131157"/>
              <a:gd name="csY41" fmla="*/ 100434 h 120489"/>
              <a:gd name="csX42" fmla="*/ 3129 w 131157"/>
              <a:gd name="csY42" fmla="*/ 114025 h 120489"/>
              <a:gd name="csX43" fmla="*/ 15974 w 131157"/>
              <a:gd name="csY43" fmla="*/ 120490 h 120489"/>
              <a:gd name="csX44" fmla="*/ 104937 w 131157"/>
              <a:gd name="csY44" fmla="*/ 120490 h 120489"/>
              <a:gd name="csX45" fmla="*/ 123567 w 131157"/>
              <a:gd name="csY45" fmla="*/ 106728 h 120489"/>
              <a:gd name="csX46" fmla="*/ 127599 w 131157"/>
              <a:gd name="csY46" fmla="*/ 93680 h 120489"/>
            </a:gdLst>
            <a:ahLst/>
            <a:cxnLst/>
            <a:rect l="l" t="t" r="r" b="b"/>
            <a:pathLst>
              <a:path w="100000" h="100000">
                <a:moveTo>
                  <a:pt x="19988" y="4067"/>
                </a:moveTo>
                <a:cubicBezTo>
                  <a:pt x="13425" y="4067"/>
                  <a:pt x="7717" y="8282"/>
                  <a:pt x="5785" y="14560"/>
                </a:cubicBezTo>
                <a:lnTo>
                  <a:pt x="544" y="31563"/>
                </a:lnTo>
                <a:cubicBezTo>
                  <a:pt x="-598" y="35299"/>
                  <a:pt x="77" y="39229"/>
                  <a:pt x="2386" y="42368"/>
                </a:cubicBezTo>
                <a:cubicBezTo>
                  <a:pt x="4707" y="45506"/>
                  <a:pt x="8275" y="47296"/>
                  <a:pt x="12179" y="47296"/>
                </a:cubicBezTo>
                <a:lnTo>
                  <a:pt x="80009" y="47296"/>
                </a:lnTo>
                <a:cubicBezTo>
                  <a:pt x="86573" y="47296"/>
                  <a:pt x="92280" y="43081"/>
                  <a:pt x="94213" y="36803"/>
                </a:cubicBezTo>
                <a:lnTo>
                  <a:pt x="99453" y="19799"/>
                </a:lnTo>
                <a:cubicBezTo>
                  <a:pt x="100595" y="16077"/>
                  <a:pt x="99934" y="12134"/>
                  <a:pt x="97612" y="8995"/>
                </a:cubicBezTo>
                <a:cubicBezTo>
                  <a:pt x="95303" y="5869"/>
                  <a:pt x="91736" y="4067"/>
                  <a:pt x="87831" y="4067"/>
                </a:cubicBezTo>
                <a:lnTo>
                  <a:pt x="19988" y="4067"/>
                </a:lnTo>
                <a:close/>
                <a:moveTo>
                  <a:pt x="97287" y="43068"/>
                </a:moveTo>
                <a:cubicBezTo>
                  <a:pt x="94706" y="47283"/>
                  <a:pt x="90684" y="50383"/>
                  <a:pt x="85976" y="51823"/>
                </a:cubicBezTo>
                <a:cubicBezTo>
                  <a:pt x="84821" y="54002"/>
                  <a:pt x="82564" y="55402"/>
                  <a:pt x="80009" y="55402"/>
                </a:cubicBezTo>
                <a:lnTo>
                  <a:pt x="12179" y="55402"/>
                </a:lnTo>
                <a:cubicBezTo>
                  <a:pt x="10869" y="55402"/>
                  <a:pt x="9689" y="54806"/>
                  <a:pt x="8911" y="53755"/>
                </a:cubicBezTo>
                <a:cubicBezTo>
                  <a:pt x="8574" y="53301"/>
                  <a:pt x="8340" y="52796"/>
                  <a:pt x="8210" y="52263"/>
                </a:cubicBezTo>
                <a:cubicBezTo>
                  <a:pt x="5304" y="51602"/>
                  <a:pt x="2633" y="50215"/>
                  <a:pt x="427" y="48217"/>
                </a:cubicBezTo>
                <a:cubicBezTo>
                  <a:pt x="-546" y="51810"/>
                  <a:pt x="168" y="55558"/>
                  <a:pt x="2386" y="58580"/>
                </a:cubicBezTo>
                <a:cubicBezTo>
                  <a:pt x="4707" y="61718"/>
                  <a:pt x="8275" y="63509"/>
                  <a:pt x="12179" y="63509"/>
                </a:cubicBezTo>
                <a:lnTo>
                  <a:pt x="80009" y="63509"/>
                </a:lnTo>
                <a:cubicBezTo>
                  <a:pt x="86586" y="63509"/>
                  <a:pt x="92293" y="59293"/>
                  <a:pt x="94213" y="53016"/>
                </a:cubicBezTo>
                <a:lnTo>
                  <a:pt x="97287" y="43068"/>
                </a:lnTo>
                <a:close/>
                <a:moveTo>
                  <a:pt x="97287" y="59280"/>
                </a:moveTo>
                <a:cubicBezTo>
                  <a:pt x="94706" y="63496"/>
                  <a:pt x="90684" y="66595"/>
                  <a:pt x="85976" y="68035"/>
                </a:cubicBezTo>
                <a:cubicBezTo>
                  <a:pt x="84821" y="70214"/>
                  <a:pt x="82564" y="71615"/>
                  <a:pt x="80009" y="71615"/>
                </a:cubicBezTo>
                <a:lnTo>
                  <a:pt x="12179" y="71615"/>
                </a:lnTo>
                <a:cubicBezTo>
                  <a:pt x="10869" y="71615"/>
                  <a:pt x="9689" y="71019"/>
                  <a:pt x="8911" y="69968"/>
                </a:cubicBezTo>
                <a:cubicBezTo>
                  <a:pt x="8574" y="69514"/>
                  <a:pt x="8340" y="69008"/>
                  <a:pt x="8210" y="68476"/>
                </a:cubicBezTo>
                <a:cubicBezTo>
                  <a:pt x="5304" y="67814"/>
                  <a:pt x="2633" y="66427"/>
                  <a:pt x="427" y="64430"/>
                </a:cubicBezTo>
                <a:cubicBezTo>
                  <a:pt x="-546" y="68022"/>
                  <a:pt x="168" y="71770"/>
                  <a:pt x="2386" y="74793"/>
                </a:cubicBezTo>
                <a:cubicBezTo>
                  <a:pt x="4707" y="77931"/>
                  <a:pt x="8275" y="79721"/>
                  <a:pt x="12179" y="79721"/>
                </a:cubicBezTo>
                <a:lnTo>
                  <a:pt x="80009" y="79721"/>
                </a:lnTo>
                <a:cubicBezTo>
                  <a:pt x="86586" y="79721"/>
                  <a:pt x="92293" y="75506"/>
                  <a:pt x="94213" y="69228"/>
                </a:cubicBezTo>
                <a:lnTo>
                  <a:pt x="97287" y="59280"/>
                </a:lnTo>
                <a:close/>
                <a:moveTo>
                  <a:pt x="97287" y="75493"/>
                </a:moveTo>
                <a:cubicBezTo>
                  <a:pt x="94706" y="79708"/>
                  <a:pt x="90684" y="82808"/>
                  <a:pt x="85976" y="84248"/>
                </a:cubicBezTo>
                <a:cubicBezTo>
                  <a:pt x="84821" y="86427"/>
                  <a:pt x="82564" y="87828"/>
                  <a:pt x="80009" y="87828"/>
                </a:cubicBezTo>
                <a:lnTo>
                  <a:pt x="12179" y="87828"/>
                </a:lnTo>
                <a:cubicBezTo>
                  <a:pt x="10869" y="87828"/>
                  <a:pt x="9689" y="87231"/>
                  <a:pt x="8911" y="86180"/>
                </a:cubicBezTo>
                <a:cubicBezTo>
                  <a:pt x="8574" y="85726"/>
                  <a:pt x="8340" y="85221"/>
                  <a:pt x="8210" y="84689"/>
                </a:cubicBezTo>
                <a:cubicBezTo>
                  <a:pt x="5304" y="84027"/>
                  <a:pt x="2633" y="82639"/>
                  <a:pt x="427" y="80642"/>
                </a:cubicBezTo>
                <a:cubicBezTo>
                  <a:pt x="-546" y="84235"/>
                  <a:pt x="168" y="87983"/>
                  <a:pt x="2386" y="91005"/>
                </a:cubicBezTo>
                <a:cubicBezTo>
                  <a:pt x="4707" y="94144"/>
                  <a:pt x="8275" y="95934"/>
                  <a:pt x="12179" y="95934"/>
                </a:cubicBezTo>
                <a:lnTo>
                  <a:pt x="80009" y="95934"/>
                </a:lnTo>
                <a:cubicBezTo>
                  <a:pt x="86586" y="95934"/>
                  <a:pt x="92293" y="91718"/>
                  <a:pt x="94213" y="85441"/>
                </a:cubicBezTo>
                <a:lnTo>
                  <a:pt x="97287" y="7549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0" name="Красный — SVG 79">
            <a:extLst>
              <a:ext uri="{FF2B5EF4-FFF2-40B4-BE49-F238E27FC236}">
                <a16:creationId xmlns:a16="http://schemas.microsoft.com/office/drawing/2014/main" id="{DADEFB46-D808-4747-8279-C0F19FC066F3}"/>
              </a:ext>
            </a:extLst>
          </p:cNvPr>
          <p:cNvSpPr>
            <a:spLocks noGrp="1"/>
          </p:cNvSpPr>
          <p:nvPr/>
        </p:nvSpPr>
        <p:spPr>
          <a:xfrm>
            <a:off x="4020000" y="2190000"/>
            <a:ext cx="220000" cy="220000"/>
          </a:xfrm>
          <a:custGeom>
            <a:avLst/>
            <a:gdLst>
              <a:gd name="csX0" fmla="*/ 83127 w 141772"/>
              <a:gd name="csY0" fmla="*/ 1 h 127567"/>
              <a:gd name="csX1" fmla="*/ 77275 w 141772"/>
              <a:gd name="csY1" fmla="*/ 2348 h 127567"/>
              <a:gd name="csX2" fmla="*/ 47280 w 141772"/>
              <a:gd name="csY2" fmla="*/ 30451 h 127567"/>
              <a:gd name="csX3" fmla="*/ 43657 w 141772"/>
              <a:gd name="csY3" fmla="*/ 31880 h 127567"/>
              <a:gd name="csX4" fmla="*/ 15942 w 141772"/>
              <a:gd name="csY4" fmla="*/ 31880 h 127567"/>
              <a:gd name="csX5" fmla="*/ 0 w 141772"/>
              <a:gd name="csY5" fmla="*/ 47836 h 127567"/>
              <a:gd name="csX6" fmla="*/ 0 w 141772"/>
              <a:gd name="csY6" fmla="*/ 79732 h 127567"/>
              <a:gd name="csX7" fmla="*/ 15942 w 141772"/>
              <a:gd name="csY7" fmla="*/ 95671 h 127567"/>
              <a:gd name="csX8" fmla="*/ 43657 w 141772"/>
              <a:gd name="csY8" fmla="*/ 95671 h 127567"/>
              <a:gd name="csX9" fmla="*/ 47280 w 141772"/>
              <a:gd name="csY9" fmla="*/ 97117 h 127567"/>
              <a:gd name="csX10" fmla="*/ 77326 w 141772"/>
              <a:gd name="csY10" fmla="*/ 125253 h 127567"/>
              <a:gd name="csX11" fmla="*/ 83298 w 141772"/>
              <a:gd name="csY11" fmla="*/ 127567 h 127567"/>
              <a:gd name="csX12" fmla="*/ 86887 w 141772"/>
              <a:gd name="csY12" fmla="*/ 126802 h 127567"/>
              <a:gd name="csX13" fmla="*/ 92162 w 141772"/>
              <a:gd name="csY13" fmla="*/ 118704 h 127567"/>
              <a:gd name="csX14" fmla="*/ 92162 w 141772"/>
              <a:gd name="csY14" fmla="*/ 8864 h 127567"/>
              <a:gd name="csX15" fmla="*/ 86887 w 141772"/>
              <a:gd name="csY15" fmla="*/ 749 h 127567"/>
              <a:gd name="csX16" fmla="*/ 83127 w 141772"/>
              <a:gd name="csY16" fmla="*/ 1 h 127567"/>
              <a:gd name="csX17" fmla="*/ 124930 w 141772"/>
              <a:gd name="csY17" fmla="*/ 19734 h 127567"/>
              <a:gd name="csX18" fmla="*/ 122190 w 141772"/>
              <a:gd name="csY18" fmla="*/ 20482 h 127567"/>
              <a:gd name="csX19" fmla="*/ 120217 w 141772"/>
              <a:gd name="csY19" fmla="*/ 22541 h 127567"/>
              <a:gd name="csX20" fmla="*/ 119587 w 141772"/>
              <a:gd name="csY20" fmla="*/ 25313 h 127567"/>
              <a:gd name="csX21" fmla="*/ 120489 w 141772"/>
              <a:gd name="csY21" fmla="*/ 28018 h 127567"/>
              <a:gd name="csX22" fmla="*/ 131139 w 141772"/>
              <a:gd name="csY22" fmla="*/ 63775 h 127567"/>
              <a:gd name="csX23" fmla="*/ 120489 w 141772"/>
              <a:gd name="csY23" fmla="*/ 99533 h 127567"/>
              <a:gd name="csX24" fmla="*/ 119655 w 141772"/>
              <a:gd name="csY24" fmla="*/ 101472 h 127567"/>
              <a:gd name="csX25" fmla="*/ 119638 w 141772"/>
              <a:gd name="csY25" fmla="*/ 103598 h 127567"/>
              <a:gd name="csX26" fmla="*/ 120438 w 141772"/>
              <a:gd name="csY26" fmla="*/ 105538 h 127567"/>
              <a:gd name="csX27" fmla="*/ 121952 w 141772"/>
              <a:gd name="csY27" fmla="*/ 107035 h 127567"/>
              <a:gd name="csX28" fmla="*/ 123909 w 141772"/>
              <a:gd name="csY28" fmla="*/ 107800 h 127567"/>
              <a:gd name="csX29" fmla="*/ 126035 w 141772"/>
              <a:gd name="csY29" fmla="*/ 107766 h 127567"/>
              <a:gd name="csX30" fmla="*/ 127958 w 141772"/>
              <a:gd name="csY30" fmla="*/ 106899 h 127567"/>
              <a:gd name="csX31" fmla="*/ 129387 w 141772"/>
              <a:gd name="csY31" fmla="*/ 105351 h 127567"/>
              <a:gd name="csX32" fmla="*/ 141773 w 141772"/>
              <a:gd name="csY32" fmla="*/ 63775 h 127567"/>
              <a:gd name="csX33" fmla="*/ 129387 w 141772"/>
              <a:gd name="csY33" fmla="*/ 22217 h 127567"/>
              <a:gd name="csX34" fmla="*/ 127482 w 141772"/>
              <a:gd name="csY34" fmla="*/ 20414 h 127567"/>
              <a:gd name="csX35" fmla="*/ 124930 w 141772"/>
              <a:gd name="csY35" fmla="*/ 19734 h 127567"/>
              <a:gd name="csX36" fmla="*/ 109923 w 141772"/>
              <a:gd name="csY36" fmla="*/ 36337 h 127567"/>
              <a:gd name="csX37" fmla="*/ 107287 w 141772"/>
              <a:gd name="csY37" fmla="*/ 37000 h 127567"/>
              <a:gd name="csX38" fmla="*/ 105313 w 141772"/>
              <a:gd name="csY38" fmla="*/ 38888 h 127567"/>
              <a:gd name="csX39" fmla="*/ 104530 w 141772"/>
              <a:gd name="csY39" fmla="*/ 41491 h 127567"/>
              <a:gd name="csX40" fmla="*/ 105143 w 141772"/>
              <a:gd name="csY40" fmla="*/ 44145 h 127567"/>
              <a:gd name="csX41" fmla="*/ 109873 w 141772"/>
              <a:gd name="csY41" fmla="*/ 63775 h 127567"/>
              <a:gd name="csX42" fmla="*/ 105143 w 141772"/>
              <a:gd name="csY42" fmla="*/ 83423 h 127567"/>
              <a:gd name="csX43" fmla="*/ 104514 w 141772"/>
              <a:gd name="csY43" fmla="*/ 85448 h 127567"/>
              <a:gd name="csX44" fmla="*/ 104717 w 141772"/>
              <a:gd name="csY44" fmla="*/ 87557 h 127567"/>
              <a:gd name="csX45" fmla="*/ 105722 w 141772"/>
              <a:gd name="csY45" fmla="*/ 89411 h 127567"/>
              <a:gd name="csX46" fmla="*/ 107389 w 141772"/>
              <a:gd name="csY46" fmla="*/ 90721 h 127567"/>
              <a:gd name="csX47" fmla="*/ 109430 w 141772"/>
              <a:gd name="csY47" fmla="*/ 91299 h 127567"/>
              <a:gd name="csX48" fmla="*/ 111523 w 141772"/>
              <a:gd name="csY48" fmla="*/ 91027 h 127567"/>
              <a:gd name="csX49" fmla="*/ 113344 w 141772"/>
              <a:gd name="csY49" fmla="*/ 89955 h 127567"/>
              <a:gd name="csX50" fmla="*/ 114620 w 141772"/>
              <a:gd name="csY50" fmla="*/ 88254 h 127567"/>
              <a:gd name="csX51" fmla="*/ 120506 w 141772"/>
              <a:gd name="csY51" fmla="*/ 63775 h 127567"/>
              <a:gd name="csX52" fmla="*/ 114620 w 141772"/>
              <a:gd name="csY52" fmla="*/ 39314 h 127567"/>
              <a:gd name="csX53" fmla="*/ 112680 w 141772"/>
              <a:gd name="csY53" fmla="*/ 37170 h 127567"/>
              <a:gd name="csX54" fmla="*/ 109923 w 141772"/>
              <a:gd name="csY54" fmla="*/ 36337 h 127567"/>
            </a:gdLst>
            <a:ahLst/>
            <a:cxnLst/>
            <a:rect l="l" t="t" r="r" b="b"/>
            <a:pathLst>
              <a:path w="100000" h="100000">
                <a:moveTo>
                  <a:pt x="58634" y="5011"/>
                </a:moveTo>
                <a:cubicBezTo>
                  <a:pt x="57147" y="5046"/>
                  <a:pt x="55670" y="5610"/>
                  <a:pt x="54507" y="6666"/>
                </a:cubicBezTo>
                <a:lnTo>
                  <a:pt x="33349" y="26489"/>
                </a:lnTo>
                <a:cubicBezTo>
                  <a:pt x="32653" y="27136"/>
                  <a:pt x="31742" y="27497"/>
                  <a:pt x="30794" y="27497"/>
                </a:cubicBezTo>
                <a:lnTo>
                  <a:pt x="11245" y="27497"/>
                </a:lnTo>
                <a:cubicBezTo>
                  <a:pt x="5052" y="27497"/>
                  <a:pt x="0" y="32548"/>
                  <a:pt x="0" y="38751"/>
                </a:cubicBezTo>
                <a:lnTo>
                  <a:pt x="0" y="61249"/>
                </a:lnTo>
                <a:cubicBezTo>
                  <a:pt x="0" y="67453"/>
                  <a:pt x="5052" y="72492"/>
                  <a:pt x="11245" y="72492"/>
                </a:cubicBezTo>
                <a:lnTo>
                  <a:pt x="30794" y="72492"/>
                </a:lnTo>
                <a:cubicBezTo>
                  <a:pt x="31742" y="72492"/>
                  <a:pt x="32653" y="72853"/>
                  <a:pt x="33349" y="73512"/>
                </a:cubicBezTo>
                <a:lnTo>
                  <a:pt x="54543" y="93358"/>
                </a:lnTo>
                <a:cubicBezTo>
                  <a:pt x="55719" y="94427"/>
                  <a:pt x="57231" y="94990"/>
                  <a:pt x="58755" y="94990"/>
                </a:cubicBezTo>
                <a:cubicBezTo>
                  <a:pt x="59606" y="94990"/>
                  <a:pt x="60471" y="94810"/>
                  <a:pt x="61286" y="94451"/>
                </a:cubicBezTo>
                <a:cubicBezTo>
                  <a:pt x="63543" y="93455"/>
                  <a:pt x="65007" y="91211"/>
                  <a:pt x="65007" y="88739"/>
                </a:cubicBezTo>
                <a:lnTo>
                  <a:pt x="65007" y="11262"/>
                </a:lnTo>
                <a:cubicBezTo>
                  <a:pt x="65007" y="8778"/>
                  <a:pt x="63543" y="6546"/>
                  <a:pt x="61286" y="5538"/>
                </a:cubicBezTo>
                <a:cubicBezTo>
                  <a:pt x="60434" y="5166"/>
                  <a:pt x="59534" y="4999"/>
                  <a:pt x="58634" y="5011"/>
                </a:cubicBezTo>
                <a:close/>
                <a:moveTo>
                  <a:pt x="88120" y="18929"/>
                </a:moveTo>
                <a:cubicBezTo>
                  <a:pt x="87435" y="18929"/>
                  <a:pt x="86776" y="19109"/>
                  <a:pt x="86188" y="19457"/>
                </a:cubicBezTo>
                <a:cubicBezTo>
                  <a:pt x="85600" y="19805"/>
                  <a:pt x="85120" y="20309"/>
                  <a:pt x="84796" y="20909"/>
                </a:cubicBezTo>
                <a:cubicBezTo>
                  <a:pt x="84472" y="21509"/>
                  <a:pt x="84316" y="22193"/>
                  <a:pt x="84352" y="22865"/>
                </a:cubicBezTo>
                <a:cubicBezTo>
                  <a:pt x="84388" y="23549"/>
                  <a:pt x="84604" y="24209"/>
                  <a:pt x="84988" y="24773"/>
                </a:cubicBezTo>
                <a:cubicBezTo>
                  <a:pt x="89728" y="32044"/>
                  <a:pt x="92500" y="40671"/>
                  <a:pt x="92500" y="49994"/>
                </a:cubicBezTo>
                <a:cubicBezTo>
                  <a:pt x="92500" y="59317"/>
                  <a:pt x="89728" y="67957"/>
                  <a:pt x="84988" y="75216"/>
                </a:cubicBezTo>
                <a:cubicBezTo>
                  <a:pt x="84700" y="75636"/>
                  <a:pt x="84508" y="76092"/>
                  <a:pt x="84400" y="76584"/>
                </a:cubicBezTo>
                <a:cubicBezTo>
                  <a:pt x="84292" y="77076"/>
                  <a:pt x="84292" y="77592"/>
                  <a:pt x="84388" y="78083"/>
                </a:cubicBezTo>
                <a:cubicBezTo>
                  <a:pt x="84484" y="78576"/>
                  <a:pt x="84676" y="79043"/>
                  <a:pt x="84952" y="79452"/>
                </a:cubicBezTo>
                <a:cubicBezTo>
                  <a:pt x="85240" y="79872"/>
                  <a:pt x="85600" y="80231"/>
                  <a:pt x="86020" y="80508"/>
                </a:cubicBezTo>
                <a:cubicBezTo>
                  <a:pt x="86439" y="80772"/>
                  <a:pt x="86908" y="80963"/>
                  <a:pt x="87400" y="81047"/>
                </a:cubicBezTo>
                <a:cubicBezTo>
                  <a:pt x="87904" y="81143"/>
                  <a:pt x="88408" y="81131"/>
                  <a:pt x="88900" y="81023"/>
                </a:cubicBezTo>
                <a:cubicBezTo>
                  <a:pt x="89380" y="80903"/>
                  <a:pt x="89848" y="80700"/>
                  <a:pt x="90256" y="80412"/>
                </a:cubicBezTo>
                <a:cubicBezTo>
                  <a:pt x="90664" y="80112"/>
                  <a:pt x="91012" y="79740"/>
                  <a:pt x="91264" y="79320"/>
                </a:cubicBezTo>
                <a:cubicBezTo>
                  <a:pt x="96772" y="70897"/>
                  <a:pt x="100001" y="60818"/>
                  <a:pt x="100001" y="49994"/>
                </a:cubicBezTo>
                <a:cubicBezTo>
                  <a:pt x="100001" y="39183"/>
                  <a:pt x="96772" y="29104"/>
                  <a:pt x="91264" y="20681"/>
                </a:cubicBezTo>
                <a:cubicBezTo>
                  <a:pt x="90928" y="20153"/>
                  <a:pt x="90472" y="19709"/>
                  <a:pt x="89920" y="19409"/>
                </a:cubicBezTo>
                <a:cubicBezTo>
                  <a:pt x="89368" y="19097"/>
                  <a:pt x="88756" y="18941"/>
                  <a:pt x="88120" y="18929"/>
                </a:cubicBezTo>
                <a:close/>
                <a:moveTo>
                  <a:pt x="77535" y="30640"/>
                </a:moveTo>
                <a:cubicBezTo>
                  <a:pt x="76888" y="30640"/>
                  <a:pt x="76239" y="30796"/>
                  <a:pt x="75676" y="31108"/>
                </a:cubicBezTo>
                <a:cubicBezTo>
                  <a:pt x="75099" y="31420"/>
                  <a:pt x="74620" y="31876"/>
                  <a:pt x="74283" y="32440"/>
                </a:cubicBezTo>
                <a:cubicBezTo>
                  <a:pt x="73948" y="32992"/>
                  <a:pt x="73755" y="33628"/>
                  <a:pt x="73731" y="34276"/>
                </a:cubicBezTo>
                <a:cubicBezTo>
                  <a:pt x="73707" y="34923"/>
                  <a:pt x="73863" y="35572"/>
                  <a:pt x="74163" y="36148"/>
                </a:cubicBezTo>
                <a:cubicBezTo>
                  <a:pt x="76287" y="40323"/>
                  <a:pt x="77500" y="45003"/>
                  <a:pt x="77500" y="49994"/>
                </a:cubicBezTo>
                <a:cubicBezTo>
                  <a:pt x="77500" y="54986"/>
                  <a:pt x="76287" y="59678"/>
                  <a:pt x="74163" y="63853"/>
                </a:cubicBezTo>
                <a:cubicBezTo>
                  <a:pt x="73924" y="64297"/>
                  <a:pt x="73768" y="64777"/>
                  <a:pt x="73720" y="65281"/>
                </a:cubicBezTo>
                <a:cubicBezTo>
                  <a:pt x="73659" y="65785"/>
                  <a:pt x="73720" y="66289"/>
                  <a:pt x="73863" y="66769"/>
                </a:cubicBezTo>
                <a:cubicBezTo>
                  <a:pt x="74008" y="67249"/>
                  <a:pt x="74247" y="67693"/>
                  <a:pt x="74572" y="68077"/>
                </a:cubicBezTo>
                <a:cubicBezTo>
                  <a:pt x="74896" y="68460"/>
                  <a:pt x="75292" y="68773"/>
                  <a:pt x="75748" y="69001"/>
                </a:cubicBezTo>
                <a:cubicBezTo>
                  <a:pt x="76192" y="69240"/>
                  <a:pt x="76684" y="69372"/>
                  <a:pt x="77187" y="69408"/>
                </a:cubicBezTo>
                <a:cubicBezTo>
                  <a:pt x="77692" y="69444"/>
                  <a:pt x="78183" y="69372"/>
                  <a:pt x="78664" y="69216"/>
                </a:cubicBezTo>
                <a:cubicBezTo>
                  <a:pt x="79144" y="69049"/>
                  <a:pt x="79576" y="68797"/>
                  <a:pt x="79948" y="68460"/>
                </a:cubicBezTo>
                <a:cubicBezTo>
                  <a:pt x="80332" y="68125"/>
                  <a:pt x="80632" y="67717"/>
                  <a:pt x="80848" y="67260"/>
                </a:cubicBezTo>
                <a:cubicBezTo>
                  <a:pt x="83476" y="62089"/>
                  <a:pt x="85000" y="56210"/>
                  <a:pt x="85000" y="49994"/>
                </a:cubicBezTo>
                <a:cubicBezTo>
                  <a:pt x="85000" y="43779"/>
                  <a:pt x="83476" y="37911"/>
                  <a:pt x="80848" y="32740"/>
                </a:cubicBezTo>
                <a:cubicBezTo>
                  <a:pt x="80536" y="32116"/>
                  <a:pt x="80068" y="31600"/>
                  <a:pt x="79480" y="31228"/>
                </a:cubicBezTo>
                <a:cubicBezTo>
                  <a:pt x="78903" y="30856"/>
                  <a:pt x="78220" y="30652"/>
                  <a:pt x="77535" y="3064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1" name="Красный — SVG 80">
            <a:extLst>
              <a:ext uri="{FF2B5EF4-FFF2-40B4-BE49-F238E27FC236}">
                <a16:creationId xmlns:a16="http://schemas.microsoft.com/office/drawing/2014/main" id="{1C71C1FF-A2DE-5F4D-8D0C-EB1AD94E5A6C}"/>
              </a:ext>
            </a:extLst>
          </p:cNvPr>
          <p:cNvSpPr>
            <a:spLocks noGrp="1"/>
          </p:cNvSpPr>
          <p:nvPr/>
        </p:nvSpPr>
        <p:spPr>
          <a:xfrm>
            <a:off x="4620000" y="219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5 h 127583"/>
              <a:gd name="csX2" fmla="*/ 0 w 127600"/>
              <a:gd name="csY2" fmla="*/ 90363 h 127583"/>
              <a:gd name="csX3" fmla="*/ 19497 w 127600"/>
              <a:gd name="csY3" fmla="*/ 109858 h 127583"/>
              <a:gd name="csX4" fmla="*/ 21335 w 127600"/>
              <a:gd name="csY4" fmla="*/ 109858 h 127583"/>
              <a:gd name="csX5" fmla="*/ 40764 w 127600"/>
              <a:gd name="csY5" fmla="*/ 127583 h 127583"/>
              <a:gd name="csX6" fmla="*/ 108103 w 127600"/>
              <a:gd name="csY6" fmla="*/ 127583 h 127583"/>
              <a:gd name="csX7" fmla="*/ 127601 w 127600"/>
              <a:gd name="csY7" fmla="*/ 108089 h 127583"/>
              <a:gd name="csX8" fmla="*/ 127601 w 127600"/>
              <a:gd name="csY8" fmla="*/ 37203 h 127583"/>
              <a:gd name="csX9" fmla="*/ 108103 w 127600"/>
              <a:gd name="csY9" fmla="*/ 17725 h 127583"/>
              <a:gd name="csX10" fmla="*/ 106266 w 127600"/>
              <a:gd name="csY10" fmla="*/ 17725 h 127583"/>
              <a:gd name="csX11" fmla="*/ 86837 w 127600"/>
              <a:gd name="csY11" fmla="*/ 0 h 127583"/>
              <a:gd name="csX12" fmla="*/ 19497 w 127600"/>
              <a:gd name="csY12" fmla="*/ 0 h 127583"/>
              <a:gd name="csX13" fmla="*/ 40764 w 127600"/>
              <a:gd name="csY13" fmla="*/ 17708 h 127583"/>
              <a:gd name="csX14" fmla="*/ 46072 w 127600"/>
              <a:gd name="csY14" fmla="*/ 23033 h 127583"/>
              <a:gd name="csX15" fmla="*/ 46072 w 127600"/>
              <a:gd name="csY15" fmla="*/ 24802 h 127583"/>
              <a:gd name="csX16" fmla="*/ 58475 w 127600"/>
              <a:gd name="csY16" fmla="*/ 24802 h 127583"/>
              <a:gd name="csX17" fmla="*/ 63800 w 127600"/>
              <a:gd name="csY17" fmla="*/ 30127 h 127583"/>
              <a:gd name="csX18" fmla="*/ 58475 w 127600"/>
              <a:gd name="csY18" fmla="*/ 35434 h 127583"/>
              <a:gd name="csX19" fmla="*/ 56417 w 127600"/>
              <a:gd name="csY19" fmla="*/ 35434 h 127583"/>
              <a:gd name="csX20" fmla="*/ 48675 w 127600"/>
              <a:gd name="csY20" fmla="*/ 54419 h 127583"/>
              <a:gd name="csX21" fmla="*/ 47331 w 127600"/>
              <a:gd name="csY21" fmla="*/ 55762 h 127583"/>
              <a:gd name="csX22" fmla="*/ 23036 w 127600"/>
              <a:gd name="csY22" fmla="*/ 63792 h 127583"/>
              <a:gd name="csX23" fmla="*/ 17728 w 127600"/>
              <a:gd name="csY23" fmla="*/ 58467 h 127583"/>
              <a:gd name="csX24" fmla="*/ 23036 w 127600"/>
              <a:gd name="csY24" fmla="*/ 53160 h 127583"/>
              <a:gd name="csX25" fmla="*/ 31611 w 127600"/>
              <a:gd name="csY25" fmla="*/ 52275 h 127583"/>
              <a:gd name="csX26" fmla="*/ 26371 w 127600"/>
              <a:gd name="csY26" fmla="*/ 48056 h 127583"/>
              <a:gd name="csX27" fmla="*/ 26371 w 127600"/>
              <a:gd name="csY27" fmla="*/ 40538 h 127583"/>
              <a:gd name="csX28" fmla="*/ 33874 w 127600"/>
              <a:gd name="csY28" fmla="*/ 40521 h 127583"/>
              <a:gd name="csX29" fmla="*/ 42142 w 127600"/>
              <a:gd name="csY29" fmla="*/ 45726 h 127583"/>
              <a:gd name="csX30" fmla="*/ 45749 w 127600"/>
              <a:gd name="csY30" fmla="*/ 35434 h 127583"/>
              <a:gd name="csX31" fmla="*/ 23036 w 127600"/>
              <a:gd name="csY31" fmla="*/ 35434 h 127583"/>
              <a:gd name="csX32" fmla="*/ 17728 w 127600"/>
              <a:gd name="csY32" fmla="*/ 30110 h 127583"/>
              <a:gd name="csX33" fmla="*/ 23036 w 127600"/>
              <a:gd name="csY33" fmla="*/ 24802 h 127583"/>
              <a:gd name="csX34" fmla="*/ 35439 w 127600"/>
              <a:gd name="csY34" fmla="*/ 24802 h 127583"/>
              <a:gd name="csX35" fmla="*/ 35439 w 127600"/>
              <a:gd name="csY35" fmla="*/ 23033 h 127583"/>
              <a:gd name="csX36" fmla="*/ 40764 w 127600"/>
              <a:gd name="csY36" fmla="*/ 17708 h 127583"/>
              <a:gd name="csX37" fmla="*/ 83298 w 127600"/>
              <a:gd name="csY37" fmla="*/ 31896 h 127583"/>
              <a:gd name="csX38" fmla="*/ 88606 w 127600"/>
              <a:gd name="csY38" fmla="*/ 37203 h 127583"/>
              <a:gd name="csX39" fmla="*/ 83298 w 127600"/>
              <a:gd name="csY39" fmla="*/ 42528 h 127583"/>
              <a:gd name="csX40" fmla="*/ 77973 w 127600"/>
              <a:gd name="csY40" fmla="*/ 37203 h 127583"/>
              <a:gd name="csX41" fmla="*/ 83298 w 127600"/>
              <a:gd name="csY41" fmla="*/ 31896 h 127583"/>
              <a:gd name="csX42" fmla="*/ 69109 w 127600"/>
              <a:gd name="csY42" fmla="*/ 49621 h 127583"/>
              <a:gd name="csX43" fmla="*/ 74434 w 127600"/>
              <a:gd name="csY43" fmla="*/ 54929 h 127583"/>
              <a:gd name="csX44" fmla="*/ 69109 w 127600"/>
              <a:gd name="csY44" fmla="*/ 60253 h 127583"/>
              <a:gd name="csX45" fmla="*/ 63800 w 127600"/>
              <a:gd name="csY45" fmla="*/ 54929 h 127583"/>
              <a:gd name="csX46" fmla="*/ 69109 w 127600"/>
              <a:gd name="csY46" fmla="*/ 49621 h 127583"/>
              <a:gd name="csX47" fmla="*/ 85067 w 127600"/>
              <a:gd name="csY47" fmla="*/ 60253 h 127583"/>
              <a:gd name="csX48" fmla="*/ 89916 w 127600"/>
              <a:gd name="csY48" fmla="*/ 63383 h 127583"/>
              <a:gd name="csX49" fmla="*/ 105858 w 127600"/>
              <a:gd name="csY49" fmla="*/ 98818 h 127583"/>
              <a:gd name="csX50" fmla="*/ 103204 w 127600"/>
              <a:gd name="csY50" fmla="*/ 105843 h 127583"/>
              <a:gd name="csX51" fmla="*/ 101025 w 127600"/>
              <a:gd name="csY51" fmla="*/ 106319 h 127583"/>
              <a:gd name="csX52" fmla="*/ 96176 w 127600"/>
              <a:gd name="csY52" fmla="*/ 103189 h 127583"/>
              <a:gd name="csX53" fmla="*/ 94782 w 127600"/>
              <a:gd name="csY53" fmla="*/ 100111 h 127583"/>
              <a:gd name="csX54" fmla="*/ 75352 w 127600"/>
              <a:gd name="csY54" fmla="*/ 100111 h 127583"/>
              <a:gd name="csX55" fmla="*/ 73958 w 127600"/>
              <a:gd name="csY55" fmla="*/ 103189 h 127583"/>
              <a:gd name="csX56" fmla="*/ 66930 w 127600"/>
              <a:gd name="csY56" fmla="*/ 105843 h 127583"/>
              <a:gd name="csX57" fmla="*/ 64276 w 127600"/>
              <a:gd name="csY57" fmla="*/ 98818 h 127583"/>
              <a:gd name="csX58" fmla="*/ 80218 w 127600"/>
              <a:gd name="csY58" fmla="*/ 63383 h 127583"/>
              <a:gd name="csX59" fmla="*/ 85067 w 127600"/>
              <a:gd name="csY59" fmla="*/ 60253 h 127583"/>
              <a:gd name="csX60" fmla="*/ 54936 w 127600"/>
              <a:gd name="csY60" fmla="*/ 67330 h 127583"/>
              <a:gd name="csX61" fmla="*/ 60261 w 127600"/>
              <a:gd name="csY61" fmla="*/ 72654 h 127583"/>
              <a:gd name="csX62" fmla="*/ 54936 w 127600"/>
              <a:gd name="csY62" fmla="*/ 77962 h 127583"/>
              <a:gd name="csX63" fmla="*/ 49628 w 127600"/>
              <a:gd name="csY63" fmla="*/ 72654 h 127583"/>
              <a:gd name="csX64" fmla="*/ 54936 w 127600"/>
              <a:gd name="csY64" fmla="*/ 67330 h 127583"/>
              <a:gd name="csX65" fmla="*/ 85067 w 127600"/>
              <a:gd name="csY65" fmla="*/ 78506 h 127583"/>
              <a:gd name="csX66" fmla="*/ 80133 w 127600"/>
              <a:gd name="csY66" fmla="*/ 89479 h 127583"/>
              <a:gd name="csX67" fmla="*/ 90001 w 127600"/>
              <a:gd name="csY67" fmla="*/ 89479 h 127583"/>
              <a:gd name="csX68" fmla="*/ 85067 w 127600"/>
              <a:gd name="csY68" fmla="*/ 78506 h 127583"/>
              <a:gd name="csX69" fmla="*/ 40764 w 127600"/>
              <a:gd name="csY69" fmla="*/ 85056 h 127583"/>
              <a:gd name="csX70" fmla="*/ 46072 w 127600"/>
              <a:gd name="csY70" fmla="*/ 90363 h 127583"/>
              <a:gd name="csX71" fmla="*/ 40764 w 127600"/>
              <a:gd name="csY71" fmla="*/ 95687 h 127583"/>
              <a:gd name="csX72" fmla="*/ 35439 w 127600"/>
              <a:gd name="csY72" fmla="*/ 90363 h 127583"/>
              <a:gd name="csX73" fmla="*/ 40764 w 127600"/>
              <a:gd name="csY73" fmla="*/ 85056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53" y="7"/>
                  <a:pt x="0" y="6859"/>
                  <a:pt x="0" y="15285"/>
                </a:cubicBezTo>
                <a:lnTo>
                  <a:pt x="0" y="70824"/>
                </a:lnTo>
                <a:cubicBezTo>
                  <a:pt x="0" y="79250"/>
                  <a:pt x="6853" y="86102"/>
                  <a:pt x="15280" y="86102"/>
                </a:cubicBezTo>
                <a:lnTo>
                  <a:pt x="16720" y="86102"/>
                </a:lnTo>
                <a:cubicBezTo>
                  <a:pt x="17426" y="93874"/>
                  <a:pt x="23987" y="99993"/>
                  <a:pt x="31947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29163"/>
                </a:lnTo>
                <a:cubicBezTo>
                  <a:pt x="100001" y="20750"/>
                  <a:pt x="93147" y="13898"/>
                  <a:pt x="84720" y="13898"/>
                </a:cubicBezTo>
                <a:lnTo>
                  <a:pt x="83281" y="13898"/>
                </a:lnTo>
                <a:cubicBezTo>
                  <a:pt x="82574" y="6126"/>
                  <a:pt x="76013" y="7"/>
                  <a:pt x="68054" y="7"/>
                </a:cubicBezTo>
                <a:lnTo>
                  <a:pt x="15280" y="7"/>
                </a:lnTo>
                <a:close/>
                <a:moveTo>
                  <a:pt x="31947" y="13884"/>
                </a:moveTo>
                <a:cubicBezTo>
                  <a:pt x="34253" y="13884"/>
                  <a:pt x="36107" y="15751"/>
                  <a:pt x="36107" y="18058"/>
                </a:cubicBezTo>
                <a:lnTo>
                  <a:pt x="36107" y="19444"/>
                </a:lnTo>
                <a:lnTo>
                  <a:pt x="45827" y="19444"/>
                </a:lnTo>
                <a:cubicBezTo>
                  <a:pt x="48134" y="19444"/>
                  <a:pt x="50000" y="21311"/>
                  <a:pt x="50000" y="23617"/>
                </a:cubicBezTo>
                <a:cubicBezTo>
                  <a:pt x="50000" y="25923"/>
                  <a:pt x="48134" y="27776"/>
                  <a:pt x="45827" y="27776"/>
                </a:cubicBezTo>
                <a:lnTo>
                  <a:pt x="44214" y="27776"/>
                </a:lnTo>
                <a:cubicBezTo>
                  <a:pt x="43587" y="33989"/>
                  <a:pt x="41547" y="38988"/>
                  <a:pt x="38147" y="42655"/>
                </a:cubicBezTo>
                <a:cubicBezTo>
                  <a:pt x="37853" y="43068"/>
                  <a:pt x="37507" y="43414"/>
                  <a:pt x="37093" y="43707"/>
                </a:cubicBezTo>
                <a:cubicBezTo>
                  <a:pt x="32640" y="47841"/>
                  <a:pt x="26226" y="50000"/>
                  <a:pt x="18053" y="50000"/>
                </a:cubicBezTo>
                <a:cubicBezTo>
                  <a:pt x="15747" y="50000"/>
                  <a:pt x="13893" y="48134"/>
                  <a:pt x="13893" y="45827"/>
                </a:cubicBezTo>
                <a:cubicBezTo>
                  <a:pt x="13893" y="43534"/>
                  <a:pt x="15747" y="41668"/>
                  <a:pt x="18053" y="41668"/>
                </a:cubicBezTo>
                <a:cubicBezTo>
                  <a:pt x="20574" y="41668"/>
                  <a:pt x="22813" y="41442"/>
                  <a:pt x="24774" y="40975"/>
                </a:cubicBezTo>
                <a:cubicBezTo>
                  <a:pt x="22520" y="39482"/>
                  <a:pt x="20987" y="37989"/>
                  <a:pt x="20667" y="37668"/>
                </a:cubicBezTo>
                <a:cubicBezTo>
                  <a:pt x="19040" y="36042"/>
                  <a:pt x="19040" y="33402"/>
                  <a:pt x="20667" y="31776"/>
                </a:cubicBezTo>
                <a:cubicBezTo>
                  <a:pt x="22294" y="30149"/>
                  <a:pt x="24920" y="30149"/>
                  <a:pt x="26547" y="31763"/>
                </a:cubicBezTo>
                <a:cubicBezTo>
                  <a:pt x="27494" y="32696"/>
                  <a:pt x="30334" y="35042"/>
                  <a:pt x="33027" y="35842"/>
                </a:cubicBezTo>
                <a:cubicBezTo>
                  <a:pt x="34534" y="33749"/>
                  <a:pt x="35440" y="31056"/>
                  <a:pt x="35853" y="27776"/>
                </a:cubicBezTo>
                <a:lnTo>
                  <a:pt x="18053" y="27776"/>
                </a:lnTo>
                <a:cubicBezTo>
                  <a:pt x="15747" y="27776"/>
                  <a:pt x="13893" y="25909"/>
                  <a:pt x="13893" y="23604"/>
                </a:cubicBezTo>
                <a:cubicBezTo>
                  <a:pt x="13893" y="21311"/>
                  <a:pt x="15747" y="19444"/>
                  <a:pt x="18053" y="19444"/>
                </a:cubicBezTo>
                <a:lnTo>
                  <a:pt x="27774" y="19444"/>
                </a:lnTo>
                <a:lnTo>
                  <a:pt x="27774" y="18058"/>
                </a:lnTo>
                <a:cubicBezTo>
                  <a:pt x="27774" y="15751"/>
                  <a:pt x="29640" y="13884"/>
                  <a:pt x="31947" y="13884"/>
                </a:cubicBezTo>
                <a:close/>
                <a:moveTo>
                  <a:pt x="65281" y="25004"/>
                </a:moveTo>
                <a:cubicBezTo>
                  <a:pt x="67574" y="25004"/>
                  <a:pt x="69440" y="26870"/>
                  <a:pt x="69440" y="29163"/>
                </a:cubicBezTo>
                <a:cubicBezTo>
                  <a:pt x="69440" y="31469"/>
                  <a:pt x="67574" y="33336"/>
                  <a:pt x="65281" y="33336"/>
                </a:cubicBezTo>
                <a:cubicBezTo>
                  <a:pt x="62973" y="33336"/>
                  <a:pt x="61107" y="31469"/>
                  <a:pt x="61107" y="29163"/>
                </a:cubicBezTo>
                <a:cubicBezTo>
                  <a:pt x="61107" y="26870"/>
                  <a:pt x="62973" y="25004"/>
                  <a:pt x="65281" y="25004"/>
                </a:cubicBezTo>
                <a:close/>
                <a:moveTo>
                  <a:pt x="54161" y="38895"/>
                </a:moveTo>
                <a:cubicBezTo>
                  <a:pt x="56467" y="38895"/>
                  <a:pt x="58334" y="40761"/>
                  <a:pt x="58334" y="43054"/>
                </a:cubicBezTo>
                <a:cubicBezTo>
                  <a:pt x="58334" y="45361"/>
                  <a:pt x="56467" y="47227"/>
                  <a:pt x="54161" y="47227"/>
                </a:cubicBezTo>
                <a:cubicBezTo>
                  <a:pt x="51867" y="47227"/>
                  <a:pt x="50000" y="45361"/>
                  <a:pt x="50000" y="43054"/>
                </a:cubicBezTo>
                <a:cubicBezTo>
                  <a:pt x="50000" y="40761"/>
                  <a:pt x="51867" y="38895"/>
                  <a:pt x="54161" y="38895"/>
                </a:cubicBezTo>
                <a:close/>
                <a:moveTo>
                  <a:pt x="66667" y="47227"/>
                </a:moveTo>
                <a:cubicBezTo>
                  <a:pt x="68307" y="47227"/>
                  <a:pt x="69787" y="48187"/>
                  <a:pt x="70467" y="49680"/>
                </a:cubicBezTo>
                <a:lnTo>
                  <a:pt x="82961" y="77450"/>
                </a:lnTo>
                <a:cubicBezTo>
                  <a:pt x="83908" y="79556"/>
                  <a:pt x="82973" y="82009"/>
                  <a:pt x="80881" y="82956"/>
                </a:cubicBezTo>
                <a:cubicBezTo>
                  <a:pt x="80321" y="83209"/>
                  <a:pt x="79747" y="83329"/>
                  <a:pt x="79173" y="83329"/>
                </a:cubicBezTo>
                <a:cubicBezTo>
                  <a:pt x="77587" y="83329"/>
                  <a:pt x="76067" y="82423"/>
                  <a:pt x="75373" y="80876"/>
                </a:cubicBezTo>
                <a:lnTo>
                  <a:pt x="74281" y="78464"/>
                </a:lnTo>
                <a:lnTo>
                  <a:pt x="59053" y="78464"/>
                </a:lnTo>
                <a:lnTo>
                  <a:pt x="57961" y="80876"/>
                </a:lnTo>
                <a:cubicBezTo>
                  <a:pt x="57027" y="82969"/>
                  <a:pt x="54560" y="83916"/>
                  <a:pt x="52453" y="82956"/>
                </a:cubicBezTo>
                <a:cubicBezTo>
                  <a:pt x="50361" y="82009"/>
                  <a:pt x="49426" y="79556"/>
                  <a:pt x="50373" y="77450"/>
                </a:cubicBezTo>
                <a:lnTo>
                  <a:pt x="62867" y="49680"/>
                </a:lnTo>
                <a:cubicBezTo>
                  <a:pt x="63547" y="48187"/>
                  <a:pt x="65027" y="47227"/>
                  <a:pt x="66667" y="47227"/>
                </a:cubicBezTo>
                <a:close/>
                <a:moveTo>
                  <a:pt x="43053" y="52773"/>
                </a:moveTo>
                <a:cubicBezTo>
                  <a:pt x="45361" y="52773"/>
                  <a:pt x="47226" y="54639"/>
                  <a:pt x="47226" y="56946"/>
                </a:cubicBezTo>
                <a:cubicBezTo>
                  <a:pt x="47226" y="59239"/>
                  <a:pt x="45361" y="61105"/>
                  <a:pt x="43053" y="61105"/>
                </a:cubicBezTo>
                <a:cubicBezTo>
                  <a:pt x="40760" y="61105"/>
                  <a:pt x="38893" y="59239"/>
                  <a:pt x="38893" y="56946"/>
                </a:cubicBezTo>
                <a:cubicBezTo>
                  <a:pt x="38893" y="54639"/>
                  <a:pt x="40760" y="52773"/>
                  <a:pt x="43053" y="52773"/>
                </a:cubicBezTo>
                <a:close/>
                <a:moveTo>
                  <a:pt x="66667" y="61532"/>
                </a:moveTo>
                <a:lnTo>
                  <a:pt x="62800" y="70131"/>
                </a:lnTo>
                <a:lnTo>
                  <a:pt x="70534" y="70131"/>
                </a:lnTo>
                <a:lnTo>
                  <a:pt x="66667" y="61532"/>
                </a:lnTo>
                <a:close/>
                <a:moveTo>
                  <a:pt x="31947" y="66665"/>
                </a:moveTo>
                <a:cubicBezTo>
                  <a:pt x="34241" y="66665"/>
                  <a:pt x="36107" y="68531"/>
                  <a:pt x="36107" y="70824"/>
                </a:cubicBezTo>
                <a:cubicBezTo>
                  <a:pt x="36107" y="73130"/>
                  <a:pt x="34241" y="74996"/>
                  <a:pt x="31947" y="74996"/>
                </a:cubicBezTo>
                <a:cubicBezTo>
                  <a:pt x="29640" y="74996"/>
                  <a:pt x="27774" y="73130"/>
                  <a:pt x="27774" y="70824"/>
                </a:cubicBezTo>
                <a:cubicBezTo>
                  <a:pt x="27774" y="68531"/>
                  <a:pt x="29640" y="66665"/>
                  <a:pt x="31947" y="6666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2" name="Красный — SVG 81">
            <a:extLst>
              <a:ext uri="{FF2B5EF4-FFF2-40B4-BE49-F238E27FC236}">
                <a16:creationId xmlns:a16="http://schemas.microsoft.com/office/drawing/2014/main" id="{00161AFC-ADC0-8E4D-ABE7-9E443585C8B4}"/>
              </a:ext>
            </a:extLst>
          </p:cNvPr>
          <p:cNvSpPr>
            <a:spLocks noGrp="1"/>
          </p:cNvSpPr>
          <p:nvPr/>
        </p:nvSpPr>
        <p:spPr>
          <a:xfrm>
            <a:off x="5220000" y="2190000"/>
            <a:ext cx="220000" cy="220000"/>
          </a:xfrm>
          <a:custGeom>
            <a:avLst/>
            <a:gdLst>
              <a:gd name="csX0" fmla="*/ 46072 w 163175"/>
              <a:gd name="csY0" fmla="*/ 0 h 145376"/>
              <a:gd name="csX1" fmla="*/ 0 w 163175"/>
              <a:gd name="csY1" fmla="*/ 46066 h 145376"/>
              <a:gd name="csX2" fmla="*/ 4781 w 163175"/>
              <a:gd name="csY2" fmla="*/ 66480 h 145376"/>
              <a:gd name="csX3" fmla="*/ 272 w 163175"/>
              <a:gd name="csY3" fmla="*/ 82606 h 145376"/>
              <a:gd name="csX4" fmla="*/ 2229 w 163175"/>
              <a:gd name="csY4" fmla="*/ 89955 h 145376"/>
              <a:gd name="csX5" fmla="*/ 7554 w 163175"/>
              <a:gd name="csY5" fmla="*/ 92149 h 145376"/>
              <a:gd name="csX6" fmla="*/ 9562 w 163175"/>
              <a:gd name="csY6" fmla="*/ 91860 h 145376"/>
              <a:gd name="csX7" fmla="*/ 25690 w 163175"/>
              <a:gd name="csY7" fmla="*/ 87352 h 145376"/>
              <a:gd name="csX8" fmla="*/ 46072 w 163175"/>
              <a:gd name="csY8" fmla="*/ 92149 h 145376"/>
              <a:gd name="csX9" fmla="*/ 92162 w 163175"/>
              <a:gd name="csY9" fmla="*/ 46066 h 145376"/>
              <a:gd name="csX10" fmla="*/ 46072 w 163175"/>
              <a:gd name="csY10" fmla="*/ 0 h 145376"/>
              <a:gd name="csX11" fmla="*/ 46208 w 163175"/>
              <a:gd name="csY11" fmla="*/ 21400 h 145376"/>
              <a:gd name="csX12" fmla="*/ 51534 w 163175"/>
              <a:gd name="csY12" fmla="*/ 26724 h 145376"/>
              <a:gd name="csX13" fmla="*/ 51534 w 163175"/>
              <a:gd name="csY13" fmla="*/ 28494 h 145376"/>
              <a:gd name="csX14" fmla="*/ 62167 w 163175"/>
              <a:gd name="csY14" fmla="*/ 28494 h 145376"/>
              <a:gd name="csX15" fmla="*/ 67475 w 163175"/>
              <a:gd name="csY15" fmla="*/ 33801 h 145376"/>
              <a:gd name="csX16" fmla="*/ 62167 w 163175"/>
              <a:gd name="csY16" fmla="*/ 39126 h 145376"/>
              <a:gd name="csX17" fmla="*/ 60143 w 163175"/>
              <a:gd name="csY17" fmla="*/ 39126 h 145376"/>
              <a:gd name="csX18" fmla="*/ 54868 w 163175"/>
              <a:gd name="csY18" fmla="*/ 56239 h 145376"/>
              <a:gd name="csX19" fmla="*/ 58628 w 163175"/>
              <a:gd name="csY19" fmla="*/ 56834 h 145376"/>
              <a:gd name="csX20" fmla="*/ 63937 w 163175"/>
              <a:gd name="csY20" fmla="*/ 62159 h 145376"/>
              <a:gd name="csX21" fmla="*/ 58628 w 163175"/>
              <a:gd name="csY21" fmla="*/ 67466 h 145376"/>
              <a:gd name="csX22" fmla="*/ 46327 w 163175"/>
              <a:gd name="csY22" fmla="*/ 64013 h 145376"/>
              <a:gd name="csX23" fmla="*/ 30624 w 163175"/>
              <a:gd name="csY23" fmla="*/ 67466 h 145376"/>
              <a:gd name="csX24" fmla="*/ 25299 w 163175"/>
              <a:gd name="csY24" fmla="*/ 62159 h 145376"/>
              <a:gd name="csX25" fmla="*/ 30624 w 163175"/>
              <a:gd name="csY25" fmla="*/ 56834 h 145376"/>
              <a:gd name="csX26" fmla="*/ 36970 w 163175"/>
              <a:gd name="csY26" fmla="*/ 56205 h 145376"/>
              <a:gd name="csX27" fmla="*/ 32819 w 163175"/>
              <a:gd name="csY27" fmla="*/ 50744 h 145376"/>
              <a:gd name="csX28" fmla="*/ 34588 w 163175"/>
              <a:gd name="csY28" fmla="*/ 43446 h 145376"/>
              <a:gd name="csX29" fmla="*/ 41887 w 163175"/>
              <a:gd name="csY29" fmla="*/ 45216 h 145376"/>
              <a:gd name="csX30" fmla="*/ 46004 w 163175"/>
              <a:gd name="csY30" fmla="*/ 50370 h 145376"/>
              <a:gd name="csX31" fmla="*/ 49509 w 163175"/>
              <a:gd name="csY31" fmla="*/ 39126 h 145376"/>
              <a:gd name="csX32" fmla="*/ 30267 w 163175"/>
              <a:gd name="csY32" fmla="*/ 39126 h 145376"/>
              <a:gd name="csX33" fmla="*/ 24942 w 163175"/>
              <a:gd name="csY33" fmla="*/ 33801 h 145376"/>
              <a:gd name="csX34" fmla="*/ 30267 w 163175"/>
              <a:gd name="csY34" fmla="*/ 28494 h 145376"/>
              <a:gd name="csX35" fmla="*/ 40900 w 163175"/>
              <a:gd name="csY35" fmla="*/ 28494 h 145376"/>
              <a:gd name="csX36" fmla="*/ 40900 w 163175"/>
              <a:gd name="csY36" fmla="*/ 26724 h 145376"/>
              <a:gd name="csX37" fmla="*/ 46208 w 163175"/>
              <a:gd name="csY37" fmla="*/ 21400 h 145376"/>
              <a:gd name="csX38" fmla="*/ 115334 w 163175"/>
              <a:gd name="csY38" fmla="*/ 42528 h 145376"/>
              <a:gd name="csX39" fmla="*/ 102744 w 163175"/>
              <a:gd name="csY39" fmla="*/ 44059 h 145376"/>
              <a:gd name="csX40" fmla="*/ 102795 w 163175"/>
              <a:gd name="csY40" fmla="*/ 46066 h 145376"/>
              <a:gd name="csX41" fmla="*/ 67526 w 163175"/>
              <a:gd name="csY41" fmla="*/ 98562 h 145376"/>
              <a:gd name="csX42" fmla="*/ 67475 w 163175"/>
              <a:gd name="csY42" fmla="*/ 99481 h 145376"/>
              <a:gd name="csX43" fmla="*/ 78262 w 163175"/>
              <a:gd name="csY43" fmla="*/ 113583 h 145376"/>
              <a:gd name="csX44" fmla="*/ 115334 w 163175"/>
              <a:gd name="csY44" fmla="*/ 145377 h 145376"/>
              <a:gd name="csX45" fmla="*/ 152406 w 163175"/>
              <a:gd name="csY45" fmla="*/ 113583 h 145376"/>
              <a:gd name="csX46" fmla="*/ 163176 w 163175"/>
              <a:gd name="csY46" fmla="*/ 99481 h 145376"/>
              <a:gd name="csX47" fmla="*/ 158123 w 163175"/>
              <a:gd name="csY47" fmla="*/ 88067 h 145376"/>
              <a:gd name="csX48" fmla="*/ 157681 w 163175"/>
              <a:gd name="csY48" fmla="*/ 82402 h 145376"/>
              <a:gd name="csX49" fmla="*/ 115334 w 163175"/>
              <a:gd name="csY49" fmla="*/ 42528 h 145376"/>
              <a:gd name="csX50" fmla="*/ 115334 w 163175"/>
              <a:gd name="csY50" fmla="*/ 67330 h 145376"/>
              <a:gd name="csX51" fmla="*/ 120268 w 163175"/>
              <a:gd name="csY51" fmla="*/ 70664 h 145376"/>
              <a:gd name="csX52" fmla="*/ 134440 w 163175"/>
              <a:gd name="csY52" fmla="*/ 106098 h 145376"/>
              <a:gd name="csX53" fmla="*/ 131497 w 163175"/>
              <a:gd name="csY53" fmla="*/ 113022 h 145376"/>
              <a:gd name="csX54" fmla="*/ 129506 w 163175"/>
              <a:gd name="csY54" fmla="*/ 113413 h 145376"/>
              <a:gd name="csX55" fmla="*/ 124589 w 163175"/>
              <a:gd name="csY55" fmla="*/ 110079 h 145376"/>
              <a:gd name="csX56" fmla="*/ 123058 w 163175"/>
              <a:gd name="csY56" fmla="*/ 106319 h 145376"/>
              <a:gd name="csX57" fmla="*/ 107610 w 163175"/>
              <a:gd name="csY57" fmla="*/ 106319 h 145376"/>
              <a:gd name="csX58" fmla="*/ 106079 w 163175"/>
              <a:gd name="csY58" fmla="*/ 110079 h 145376"/>
              <a:gd name="csX59" fmla="*/ 99171 w 163175"/>
              <a:gd name="csY59" fmla="*/ 113022 h 145376"/>
              <a:gd name="csX60" fmla="*/ 96228 w 163175"/>
              <a:gd name="csY60" fmla="*/ 106098 h 145376"/>
              <a:gd name="csX61" fmla="*/ 110400 w 163175"/>
              <a:gd name="csY61" fmla="*/ 70664 h 145376"/>
              <a:gd name="csX62" fmla="*/ 115334 w 163175"/>
              <a:gd name="csY62" fmla="*/ 67330 h 145376"/>
              <a:gd name="csX63" fmla="*/ 115334 w 163175"/>
              <a:gd name="csY63" fmla="*/ 86961 h 145376"/>
              <a:gd name="csX64" fmla="*/ 111863 w 163175"/>
              <a:gd name="csY64" fmla="*/ 95687 h 145376"/>
              <a:gd name="csX65" fmla="*/ 118805 w 163175"/>
              <a:gd name="csY65" fmla="*/ 95687 h 145376"/>
              <a:gd name="csX66" fmla="*/ 115334 w 163175"/>
              <a:gd name="csY66" fmla="*/ 86961 h 145376"/>
            </a:gdLst>
            <a:ahLst/>
            <a:cxnLst/>
            <a:rect l="l" t="t" r="r" b="b"/>
            <a:pathLst>
              <a:path w="100000" h="100000">
                <a:moveTo>
                  <a:pt x="28235" y="5454"/>
                </a:moveTo>
                <a:cubicBezTo>
                  <a:pt x="12689" y="5454"/>
                  <a:pt x="0" y="18120"/>
                  <a:pt x="0" y="33685"/>
                </a:cubicBezTo>
                <a:cubicBezTo>
                  <a:pt x="0" y="38032"/>
                  <a:pt x="1022" y="42306"/>
                  <a:pt x="2930" y="46195"/>
                </a:cubicBezTo>
                <a:lnTo>
                  <a:pt x="167" y="56078"/>
                </a:lnTo>
                <a:cubicBezTo>
                  <a:pt x="-260" y="57694"/>
                  <a:pt x="198" y="59403"/>
                  <a:pt x="1366" y="60582"/>
                </a:cubicBezTo>
                <a:cubicBezTo>
                  <a:pt x="2231" y="61447"/>
                  <a:pt x="3409" y="61926"/>
                  <a:pt x="4629" y="61926"/>
                </a:cubicBezTo>
                <a:cubicBezTo>
                  <a:pt x="5036" y="61926"/>
                  <a:pt x="5453" y="61854"/>
                  <a:pt x="5860" y="61749"/>
                </a:cubicBezTo>
                <a:lnTo>
                  <a:pt x="15744" y="58987"/>
                </a:lnTo>
                <a:cubicBezTo>
                  <a:pt x="19612" y="60926"/>
                  <a:pt x="23918" y="61926"/>
                  <a:pt x="28235" y="61926"/>
                </a:cubicBezTo>
                <a:cubicBezTo>
                  <a:pt x="43812" y="61926"/>
                  <a:pt x="56480" y="49260"/>
                  <a:pt x="56480" y="33685"/>
                </a:cubicBezTo>
                <a:cubicBezTo>
                  <a:pt x="56480" y="18120"/>
                  <a:pt x="43812" y="5454"/>
                  <a:pt x="28235" y="5454"/>
                </a:cubicBezTo>
                <a:close/>
                <a:moveTo>
                  <a:pt x="28318" y="18569"/>
                </a:moveTo>
                <a:cubicBezTo>
                  <a:pt x="30122" y="18569"/>
                  <a:pt x="31582" y="20028"/>
                  <a:pt x="31582" y="21831"/>
                </a:cubicBezTo>
                <a:lnTo>
                  <a:pt x="31582" y="22916"/>
                </a:lnTo>
                <a:lnTo>
                  <a:pt x="38098" y="22916"/>
                </a:lnTo>
                <a:cubicBezTo>
                  <a:pt x="39902" y="22916"/>
                  <a:pt x="41351" y="24365"/>
                  <a:pt x="41351" y="26169"/>
                </a:cubicBezTo>
                <a:cubicBezTo>
                  <a:pt x="41351" y="27972"/>
                  <a:pt x="39902" y="29432"/>
                  <a:pt x="38098" y="29432"/>
                </a:cubicBezTo>
                <a:lnTo>
                  <a:pt x="36858" y="29432"/>
                </a:lnTo>
                <a:cubicBezTo>
                  <a:pt x="36493" y="33967"/>
                  <a:pt x="35315" y="37396"/>
                  <a:pt x="33625" y="39919"/>
                </a:cubicBezTo>
                <a:cubicBezTo>
                  <a:pt x="34366" y="40159"/>
                  <a:pt x="35127" y="40284"/>
                  <a:pt x="35930" y="40284"/>
                </a:cubicBezTo>
                <a:cubicBezTo>
                  <a:pt x="37733" y="40284"/>
                  <a:pt x="39183" y="41744"/>
                  <a:pt x="39183" y="43547"/>
                </a:cubicBezTo>
                <a:cubicBezTo>
                  <a:pt x="39183" y="45351"/>
                  <a:pt x="37733" y="46800"/>
                  <a:pt x="35930" y="46800"/>
                </a:cubicBezTo>
                <a:cubicBezTo>
                  <a:pt x="33104" y="46800"/>
                  <a:pt x="30560" y="45914"/>
                  <a:pt x="28391" y="44684"/>
                </a:cubicBezTo>
                <a:cubicBezTo>
                  <a:pt x="25389" y="46289"/>
                  <a:pt x="21958" y="46800"/>
                  <a:pt x="18768" y="46800"/>
                </a:cubicBezTo>
                <a:cubicBezTo>
                  <a:pt x="16964" y="46800"/>
                  <a:pt x="15504" y="45351"/>
                  <a:pt x="15504" y="43547"/>
                </a:cubicBezTo>
                <a:cubicBezTo>
                  <a:pt x="15504" y="41744"/>
                  <a:pt x="16964" y="40284"/>
                  <a:pt x="18768" y="40284"/>
                </a:cubicBezTo>
                <a:cubicBezTo>
                  <a:pt x="20196" y="40284"/>
                  <a:pt x="21500" y="40159"/>
                  <a:pt x="22657" y="39899"/>
                </a:cubicBezTo>
                <a:cubicBezTo>
                  <a:pt x="21093" y="38157"/>
                  <a:pt x="20196" y="36729"/>
                  <a:pt x="20113" y="36552"/>
                </a:cubicBezTo>
                <a:cubicBezTo>
                  <a:pt x="19185" y="35040"/>
                  <a:pt x="19654" y="33018"/>
                  <a:pt x="21197" y="32079"/>
                </a:cubicBezTo>
                <a:cubicBezTo>
                  <a:pt x="22719" y="31152"/>
                  <a:pt x="24711" y="31621"/>
                  <a:pt x="25670" y="33164"/>
                </a:cubicBezTo>
                <a:cubicBezTo>
                  <a:pt x="25691" y="33185"/>
                  <a:pt x="26629" y="34686"/>
                  <a:pt x="28193" y="36323"/>
                </a:cubicBezTo>
                <a:cubicBezTo>
                  <a:pt x="29361" y="34602"/>
                  <a:pt x="30060" y="32340"/>
                  <a:pt x="30341" y="29432"/>
                </a:cubicBezTo>
                <a:lnTo>
                  <a:pt x="18549" y="29432"/>
                </a:lnTo>
                <a:cubicBezTo>
                  <a:pt x="16745" y="29432"/>
                  <a:pt x="15285" y="27972"/>
                  <a:pt x="15285" y="26169"/>
                </a:cubicBezTo>
                <a:cubicBezTo>
                  <a:pt x="15285" y="24365"/>
                  <a:pt x="16745" y="22916"/>
                  <a:pt x="18549" y="22916"/>
                </a:cubicBezTo>
                <a:lnTo>
                  <a:pt x="25065" y="22916"/>
                </a:lnTo>
                <a:lnTo>
                  <a:pt x="25065" y="21831"/>
                </a:lnTo>
                <a:cubicBezTo>
                  <a:pt x="25065" y="20028"/>
                  <a:pt x="26525" y="18569"/>
                  <a:pt x="28318" y="18569"/>
                </a:cubicBezTo>
                <a:close/>
                <a:moveTo>
                  <a:pt x="70681" y="31517"/>
                </a:moveTo>
                <a:cubicBezTo>
                  <a:pt x="67939" y="31517"/>
                  <a:pt x="65353" y="31840"/>
                  <a:pt x="62966" y="32455"/>
                </a:cubicBezTo>
                <a:cubicBezTo>
                  <a:pt x="62986" y="32861"/>
                  <a:pt x="62997" y="33279"/>
                  <a:pt x="62997" y="33685"/>
                </a:cubicBezTo>
                <a:cubicBezTo>
                  <a:pt x="62997" y="48197"/>
                  <a:pt x="54041" y="60665"/>
                  <a:pt x="41383" y="65857"/>
                </a:cubicBezTo>
                <a:cubicBezTo>
                  <a:pt x="41351" y="66034"/>
                  <a:pt x="41351" y="66222"/>
                  <a:pt x="41351" y="66420"/>
                </a:cubicBezTo>
                <a:cubicBezTo>
                  <a:pt x="41351" y="70527"/>
                  <a:pt x="44156" y="73978"/>
                  <a:pt x="47962" y="75062"/>
                </a:cubicBezTo>
                <a:cubicBezTo>
                  <a:pt x="51330" y="87145"/>
                  <a:pt x="59858" y="94547"/>
                  <a:pt x="70681" y="94547"/>
                </a:cubicBezTo>
                <a:cubicBezTo>
                  <a:pt x="81493" y="94547"/>
                  <a:pt x="90033" y="87145"/>
                  <a:pt x="93400" y="75062"/>
                </a:cubicBezTo>
                <a:cubicBezTo>
                  <a:pt x="97206" y="73978"/>
                  <a:pt x="100001" y="70527"/>
                  <a:pt x="100001" y="66420"/>
                </a:cubicBezTo>
                <a:cubicBezTo>
                  <a:pt x="100001" y="63532"/>
                  <a:pt x="98874" y="61030"/>
                  <a:pt x="96904" y="59425"/>
                </a:cubicBezTo>
                <a:lnTo>
                  <a:pt x="96633" y="55953"/>
                </a:lnTo>
                <a:cubicBezTo>
                  <a:pt x="96570" y="41546"/>
                  <a:pt x="85925" y="31517"/>
                  <a:pt x="70681" y="31517"/>
                </a:cubicBezTo>
                <a:close/>
                <a:moveTo>
                  <a:pt x="70681" y="46716"/>
                </a:moveTo>
                <a:cubicBezTo>
                  <a:pt x="72006" y="46716"/>
                  <a:pt x="73225" y="47519"/>
                  <a:pt x="73705" y="48760"/>
                </a:cubicBezTo>
                <a:lnTo>
                  <a:pt x="82390" y="70475"/>
                </a:lnTo>
                <a:cubicBezTo>
                  <a:pt x="83068" y="72154"/>
                  <a:pt x="82265" y="74040"/>
                  <a:pt x="80586" y="74718"/>
                </a:cubicBezTo>
                <a:cubicBezTo>
                  <a:pt x="80180" y="74895"/>
                  <a:pt x="79784" y="74958"/>
                  <a:pt x="79366" y="74958"/>
                </a:cubicBezTo>
                <a:cubicBezTo>
                  <a:pt x="78084" y="74958"/>
                  <a:pt x="76854" y="74176"/>
                  <a:pt x="76353" y="72915"/>
                </a:cubicBezTo>
                <a:lnTo>
                  <a:pt x="75415" y="70610"/>
                </a:lnTo>
                <a:lnTo>
                  <a:pt x="65948" y="70610"/>
                </a:lnTo>
                <a:lnTo>
                  <a:pt x="65009" y="72915"/>
                </a:lnTo>
                <a:cubicBezTo>
                  <a:pt x="64342" y="74583"/>
                  <a:pt x="62445" y="75386"/>
                  <a:pt x="60776" y="74718"/>
                </a:cubicBezTo>
                <a:cubicBezTo>
                  <a:pt x="59097" y="74040"/>
                  <a:pt x="58294" y="72154"/>
                  <a:pt x="58972" y="70475"/>
                </a:cubicBezTo>
                <a:lnTo>
                  <a:pt x="67657" y="48760"/>
                </a:lnTo>
                <a:cubicBezTo>
                  <a:pt x="68137" y="47519"/>
                  <a:pt x="69357" y="46716"/>
                  <a:pt x="70681" y="46716"/>
                </a:cubicBezTo>
                <a:close/>
                <a:moveTo>
                  <a:pt x="70681" y="58747"/>
                </a:moveTo>
                <a:lnTo>
                  <a:pt x="68554" y="64095"/>
                </a:lnTo>
                <a:lnTo>
                  <a:pt x="72808" y="64095"/>
                </a:lnTo>
                <a:lnTo>
                  <a:pt x="70681" y="5874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3" name="Красный — SVG 82">
            <a:extLst>
              <a:ext uri="{FF2B5EF4-FFF2-40B4-BE49-F238E27FC236}">
                <a16:creationId xmlns:a16="http://schemas.microsoft.com/office/drawing/2014/main" id="{8FFB7AD0-173A-CD49-AF27-0ED6009B5DBE}"/>
              </a:ext>
            </a:extLst>
          </p:cNvPr>
          <p:cNvSpPr>
            <a:spLocks noGrp="1"/>
          </p:cNvSpPr>
          <p:nvPr/>
        </p:nvSpPr>
        <p:spPr>
          <a:xfrm>
            <a:off x="5820000" y="2190000"/>
            <a:ext cx="220000" cy="220000"/>
          </a:xfrm>
          <a:custGeom>
            <a:avLst/>
            <a:gdLst>
              <a:gd name="csX0" fmla="*/ 99239 w 141772"/>
              <a:gd name="csY0" fmla="*/ 83286 h 106319"/>
              <a:gd name="csX1" fmla="*/ 76203 w 141772"/>
              <a:gd name="csY1" fmla="*/ 106319 h 106319"/>
              <a:gd name="csX2" fmla="*/ 23036 w 141772"/>
              <a:gd name="csY2" fmla="*/ 106319 h 106319"/>
              <a:gd name="csX3" fmla="*/ 0 w 141772"/>
              <a:gd name="csY3" fmla="*/ 83286 h 106319"/>
              <a:gd name="csX4" fmla="*/ 0 w 141772"/>
              <a:gd name="csY4" fmla="*/ 23033 h 106319"/>
              <a:gd name="csX5" fmla="*/ 23036 w 141772"/>
              <a:gd name="csY5" fmla="*/ 0 h 106319"/>
              <a:gd name="csX6" fmla="*/ 76203 w 141772"/>
              <a:gd name="csY6" fmla="*/ 0 h 106319"/>
              <a:gd name="csX7" fmla="*/ 99239 w 141772"/>
              <a:gd name="csY7" fmla="*/ 23033 h 106319"/>
              <a:gd name="csX8" fmla="*/ 99239 w 141772"/>
              <a:gd name="csY8" fmla="*/ 83286 h 106319"/>
              <a:gd name="csX9" fmla="*/ 139085 w 141772"/>
              <a:gd name="csY9" fmla="*/ 14868 h 106319"/>
              <a:gd name="csX10" fmla="*/ 133726 w 141772"/>
              <a:gd name="csY10" fmla="*/ 14936 h 106319"/>
              <a:gd name="csX11" fmla="*/ 106334 w 141772"/>
              <a:gd name="csY11" fmla="*/ 31368 h 106319"/>
              <a:gd name="csX12" fmla="*/ 106334 w 141772"/>
              <a:gd name="csY12" fmla="*/ 74951 h 106319"/>
              <a:gd name="csX13" fmla="*/ 133726 w 141772"/>
              <a:gd name="csY13" fmla="*/ 91384 h 106319"/>
              <a:gd name="csX14" fmla="*/ 136464 w 141772"/>
              <a:gd name="csY14" fmla="*/ 92149 h 106319"/>
              <a:gd name="csX15" fmla="*/ 139085 w 141772"/>
              <a:gd name="csY15" fmla="*/ 91452 h 106319"/>
              <a:gd name="csX16" fmla="*/ 141773 w 141772"/>
              <a:gd name="csY16" fmla="*/ 86825 h 106319"/>
              <a:gd name="csX17" fmla="*/ 141773 w 141772"/>
              <a:gd name="csY17" fmla="*/ 19495 h 106319"/>
              <a:gd name="csX18" fmla="*/ 139085 w 141772"/>
              <a:gd name="csY18" fmla="*/ 14868 h 106319"/>
            </a:gdLst>
            <a:ahLst/>
            <a:cxnLst/>
            <a:rect l="l" t="t" r="r" b="b"/>
            <a:pathLst>
              <a:path w="100000" h="100000">
                <a:moveTo>
                  <a:pt x="69999" y="71250"/>
                </a:moveTo>
                <a:cubicBezTo>
                  <a:pt x="69999" y="80226"/>
                  <a:pt x="62727" y="87496"/>
                  <a:pt x="53750" y="87496"/>
                </a:cubicBezTo>
                <a:lnTo>
                  <a:pt x="16249" y="87496"/>
                </a:lnTo>
                <a:cubicBezTo>
                  <a:pt x="7272" y="87496"/>
                  <a:pt x="0" y="80226"/>
                  <a:pt x="0" y="71250"/>
                </a:cubicBezTo>
                <a:lnTo>
                  <a:pt x="0" y="28750"/>
                </a:lnTo>
                <a:cubicBezTo>
                  <a:pt x="0" y="19775"/>
                  <a:pt x="7272" y="12504"/>
                  <a:pt x="16249" y="12504"/>
                </a:cubicBezTo>
                <a:lnTo>
                  <a:pt x="53750" y="12504"/>
                </a:lnTo>
                <a:cubicBezTo>
                  <a:pt x="62727" y="12504"/>
                  <a:pt x="69999" y="19775"/>
                  <a:pt x="69999" y="28750"/>
                </a:cubicBezTo>
                <a:lnTo>
                  <a:pt x="69999" y="71250"/>
                </a:lnTo>
                <a:close/>
                <a:moveTo>
                  <a:pt x="98105" y="22991"/>
                </a:moveTo>
                <a:cubicBezTo>
                  <a:pt x="96928" y="22331"/>
                  <a:pt x="95489" y="22343"/>
                  <a:pt x="94325" y="23039"/>
                </a:cubicBezTo>
                <a:lnTo>
                  <a:pt x="75004" y="34629"/>
                </a:lnTo>
                <a:lnTo>
                  <a:pt x="75004" y="65371"/>
                </a:lnTo>
                <a:lnTo>
                  <a:pt x="94325" y="76962"/>
                </a:lnTo>
                <a:cubicBezTo>
                  <a:pt x="94924" y="77322"/>
                  <a:pt x="95584" y="77502"/>
                  <a:pt x="96256" y="77502"/>
                </a:cubicBezTo>
                <a:cubicBezTo>
                  <a:pt x="96892" y="77502"/>
                  <a:pt x="97528" y="77334"/>
                  <a:pt x="98105" y="77010"/>
                </a:cubicBezTo>
                <a:cubicBezTo>
                  <a:pt x="99281" y="76350"/>
                  <a:pt x="100001" y="75102"/>
                  <a:pt x="100001" y="73746"/>
                </a:cubicBezTo>
                <a:lnTo>
                  <a:pt x="100001" y="26254"/>
                </a:lnTo>
                <a:cubicBezTo>
                  <a:pt x="100001" y="24899"/>
                  <a:pt x="99281" y="23650"/>
                  <a:pt x="98105" y="2299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4" name="Красный — SVG 83">
            <a:extLst>
              <a:ext uri="{FF2B5EF4-FFF2-40B4-BE49-F238E27FC236}">
                <a16:creationId xmlns:a16="http://schemas.microsoft.com/office/drawing/2014/main" id="{A9271498-77F2-C94D-B806-0931A090A74C}"/>
              </a:ext>
            </a:extLst>
          </p:cNvPr>
          <p:cNvSpPr>
            <a:spLocks noGrp="1"/>
          </p:cNvSpPr>
          <p:nvPr/>
        </p:nvSpPr>
        <p:spPr>
          <a:xfrm>
            <a:off x="6420000" y="2190000"/>
            <a:ext cx="220000" cy="220000"/>
          </a:xfrm>
          <a:custGeom>
            <a:avLst/>
            <a:gdLst>
              <a:gd name="csX0" fmla="*/ 129370 w 148867"/>
              <a:gd name="csY0" fmla="*/ 0 h 120489"/>
              <a:gd name="csX1" fmla="*/ 19497 w 148867"/>
              <a:gd name="csY1" fmla="*/ 0 h 120489"/>
              <a:gd name="csX2" fmla="*/ 0 w 148867"/>
              <a:gd name="csY2" fmla="*/ 19495 h 120489"/>
              <a:gd name="csX3" fmla="*/ 0 w 148867"/>
              <a:gd name="csY3" fmla="*/ 100995 h 120489"/>
              <a:gd name="csX4" fmla="*/ 19497 w 148867"/>
              <a:gd name="csY4" fmla="*/ 120490 h 120489"/>
              <a:gd name="csX5" fmla="*/ 129370 w 148867"/>
              <a:gd name="csY5" fmla="*/ 120490 h 120489"/>
              <a:gd name="csX6" fmla="*/ 148867 w 148867"/>
              <a:gd name="csY6" fmla="*/ 100995 h 120489"/>
              <a:gd name="csX7" fmla="*/ 148867 w 148867"/>
              <a:gd name="csY7" fmla="*/ 19495 h 120489"/>
              <a:gd name="csX8" fmla="*/ 129370 w 148867"/>
              <a:gd name="csY8" fmla="*/ 0 h 120489"/>
              <a:gd name="csX9" fmla="*/ 35439 w 148867"/>
              <a:gd name="csY9" fmla="*/ 70885 h 120489"/>
              <a:gd name="csX10" fmla="*/ 24806 w 148867"/>
              <a:gd name="csY10" fmla="*/ 60253 h 120489"/>
              <a:gd name="csX11" fmla="*/ 35439 w 148867"/>
              <a:gd name="csY11" fmla="*/ 49621 h 120489"/>
              <a:gd name="csX12" fmla="*/ 46072 w 148867"/>
              <a:gd name="csY12" fmla="*/ 60253 h 120489"/>
              <a:gd name="csX13" fmla="*/ 35439 w 148867"/>
              <a:gd name="csY13" fmla="*/ 70885 h 120489"/>
              <a:gd name="csX14" fmla="*/ 73719 w 148867"/>
              <a:gd name="csY14" fmla="*/ 68759 h 120489"/>
              <a:gd name="csX15" fmla="*/ 73021 w 148867"/>
              <a:gd name="csY15" fmla="*/ 73709 h 120489"/>
              <a:gd name="csX16" fmla="*/ 70895 w 148867"/>
              <a:gd name="csY16" fmla="*/ 74424 h 120489"/>
              <a:gd name="csX17" fmla="*/ 68054 w 148867"/>
              <a:gd name="csY17" fmla="*/ 73012 h 120489"/>
              <a:gd name="csX18" fmla="*/ 63800 w 148867"/>
              <a:gd name="csY18" fmla="*/ 67330 h 120489"/>
              <a:gd name="csX19" fmla="*/ 60261 w 148867"/>
              <a:gd name="csY19" fmla="*/ 67330 h 120489"/>
              <a:gd name="csX20" fmla="*/ 60261 w 148867"/>
              <a:gd name="csY20" fmla="*/ 70885 h 120489"/>
              <a:gd name="csX21" fmla="*/ 56706 w 148867"/>
              <a:gd name="csY21" fmla="*/ 74424 h 120489"/>
              <a:gd name="csX22" fmla="*/ 53167 w 148867"/>
              <a:gd name="csY22" fmla="*/ 70885 h 120489"/>
              <a:gd name="csX23" fmla="*/ 53167 w 148867"/>
              <a:gd name="csY23" fmla="*/ 49621 h 120489"/>
              <a:gd name="csX24" fmla="*/ 56706 w 148867"/>
              <a:gd name="csY24" fmla="*/ 46066 h 120489"/>
              <a:gd name="csX25" fmla="*/ 63800 w 148867"/>
              <a:gd name="csY25" fmla="*/ 46066 h 120489"/>
              <a:gd name="csX26" fmla="*/ 74434 w 148867"/>
              <a:gd name="csY26" fmla="*/ 56698 h 120489"/>
              <a:gd name="csX27" fmla="*/ 70708 w 148867"/>
              <a:gd name="csY27" fmla="*/ 64727 h 120489"/>
              <a:gd name="csX28" fmla="*/ 73719 w 148867"/>
              <a:gd name="csY28" fmla="*/ 68759 h 120489"/>
              <a:gd name="csX29" fmla="*/ 93931 w 148867"/>
              <a:gd name="csY29" fmla="*/ 56698 h 120489"/>
              <a:gd name="csX30" fmla="*/ 97470 w 148867"/>
              <a:gd name="csY30" fmla="*/ 60253 h 120489"/>
              <a:gd name="csX31" fmla="*/ 93931 w 148867"/>
              <a:gd name="csY31" fmla="*/ 63792 h 120489"/>
              <a:gd name="csX32" fmla="*/ 88606 w 148867"/>
              <a:gd name="csY32" fmla="*/ 63792 h 120489"/>
              <a:gd name="csX33" fmla="*/ 88606 w 148867"/>
              <a:gd name="csY33" fmla="*/ 67330 h 120489"/>
              <a:gd name="csX34" fmla="*/ 95700 w 148867"/>
              <a:gd name="csY34" fmla="*/ 67330 h 120489"/>
              <a:gd name="csX35" fmla="*/ 99239 w 148867"/>
              <a:gd name="csY35" fmla="*/ 70885 h 120489"/>
              <a:gd name="csX36" fmla="*/ 95700 w 148867"/>
              <a:gd name="csY36" fmla="*/ 74424 h 120489"/>
              <a:gd name="csX37" fmla="*/ 85067 w 148867"/>
              <a:gd name="csY37" fmla="*/ 74424 h 120489"/>
              <a:gd name="csX38" fmla="*/ 81528 w 148867"/>
              <a:gd name="csY38" fmla="*/ 70885 h 120489"/>
              <a:gd name="csX39" fmla="*/ 81528 w 148867"/>
              <a:gd name="csY39" fmla="*/ 49621 h 120489"/>
              <a:gd name="csX40" fmla="*/ 85067 w 148867"/>
              <a:gd name="csY40" fmla="*/ 46066 h 120489"/>
              <a:gd name="csX41" fmla="*/ 95700 w 148867"/>
              <a:gd name="csY41" fmla="*/ 46066 h 120489"/>
              <a:gd name="csX42" fmla="*/ 99239 w 148867"/>
              <a:gd name="csY42" fmla="*/ 49621 h 120489"/>
              <a:gd name="csX43" fmla="*/ 95700 w 148867"/>
              <a:gd name="csY43" fmla="*/ 53160 h 120489"/>
              <a:gd name="csX44" fmla="*/ 88606 w 148867"/>
              <a:gd name="csY44" fmla="*/ 53160 h 120489"/>
              <a:gd name="csX45" fmla="*/ 88606 w 148867"/>
              <a:gd name="csY45" fmla="*/ 56698 h 120489"/>
              <a:gd name="csX46" fmla="*/ 93931 w 148867"/>
              <a:gd name="csY46" fmla="*/ 56698 h 120489"/>
              <a:gd name="csX47" fmla="*/ 114449 w 148867"/>
              <a:gd name="csY47" fmla="*/ 67330 h 120489"/>
              <a:gd name="csX48" fmla="*/ 117290 w 148867"/>
              <a:gd name="csY48" fmla="*/ 65782 h 120489"/>
              <a:gd name="csX49" fmla="*/ 122037 w 148867"/>
              <a:gd name="csY49" fmla="*/ 64149 h 120489"/>
              <a:gd name="csX50" fmla="*/ 123654 w 148867"/>
              <a:gd name="csY50" fmla="*/ 68895 h 120489"/>
              <a:gd name="csX51" fmla="*/ 114449 w 148867"/>
              <a:gd name="csY51" fmla="*/ 74424 h 120489"/>
              <a:gd name="csX52" fmla="*/ 102795 w 148867"/>
              <a:gd name="csY52" fmla="*/ 60253 h 120489"/>
              <a:gd name="csX53" fmla="*/ 114449 w 148867"/>
              <a:gd name="csY53" fmla="*/ 46066 h 120489"/>
              <a:gd name="csX54" fmla="*/ 123654 w 148867"/>
              <a:gd name="csY54" fmla="*/ 51612 h 120489"/>
              <a:gd name="csX55" fmla="*/ 122037 w 148867"/>
              <a:gd name="csY55" fmla="*/ 56341 h 120489"/>
              <a:gd name="csX56" fmla="*/ 117324 w 148867"/>
              <a:gd name="csY56" fmla="*/ 54776 h 120489"/>
              <a:gd name="csX57" fmla="*/ 114449 w 148867"/>
              <a:gd name="csY57" fmla="*/ 53160 h 120489"/>
              <a:gd name="csX58" fmla="*/ 109873 w 148867"/>
              <a:gd name="csY58" fmla="*/ 60253 h 120489"/>
              <a:gd name="csX59" fmla="*/ 114449 w 148867"/>
              <a:gd name="csY59" fmla="*/ 67330 h 120489"/>
              <a:gd name="csX60" fmla="*/ 67339 w 148867"/>
              <a:gd name="csY60" fmla="*/ 56698 h 120489"/>
              <a:gd name="csX61" fmla="*/ 63800 w 148867"/>
              <a:gd name="csY61" fmla="*/ 60253 h 120489"/>
              <a:gd name="csX62" fmla="*/ 60261 w 148867"/>
              <a:gd name="csY62" fmla="*/ 60253 h 120489"/>
              <a:gd name="csX63" fmla="*/ 60261 w 148867"/>
              <a:gd name="csY63" fmla="*/ 53160 h 120489"/>
              <a:gd name="csX64" fmla="*/ 63800 w 148867"/>
              <a:gd name="csY64" fmla="*/ 53160 h 120489"/>
              <a:gd name="csX65" fmla="*/ 67339 w 148867"/>
              <a:gd name="csY65" fmla="*/ 56698 h 120489"/>
            </a:gdLst>
            <a:ahLst/>
            <a:cxnLst/>
            <a:rect l="l" t="t" r="r" b="b"/>
            <a:pathLst>
              <a:path w="100000" h="100000">
                <a:moveTo>
                  <a:pt x="86903" y="9531"/>
                </a:moveTo>
                <a:lnTo>
                  <a:pt x="13097" y="9531"/>
                </a:lnTo>
                <a:cubicBezTo>
                  <a:pt x="5874" y="9531"/>
                  <a:pt x="0" y="15405"/>
                  <a:pt x="0" y="22627"/>
                </a:cubicBezTo>
                <a:lnTo>
                  <a:pt x="0" y="77374"/>
                </a:lnTo>
                <a:cubicBezTo>
                  <a:pt x="0" y="84596"/>
                  <a:pt x="5874" y="90469"/>
                  <a:pt x="13097" y="90469"/>
                </a:cubicBezTo>
                <a:lnTo>
                  <a:pt x="86903" y="90469"/>
                </a:lnTo>
                <a:cubicBezTo>
                  <a:pt x="94126" y="90469"/>
                  <a:pt x="100000" y="84596"/>
                  <a:pt x="100000" y="77374"/>
                </a:cubicBezTo>
                <a:lnTo>
                  <a:pt x="100000" y="22627"/>
                </a:lnTo>
                <a:cubicBezTo>
                  <a:pt x="100000" y="15405"/>
                  <a:pt x="94126" y="9531"/>
                  <a:pt x="86903" y="9531"/>
                </a:cubicBezTo>
                <a:close/>
                <a:moveTo>
                  <a:pt x="23806" y="57148"/>
                </a:moveTo>
                <a:cubicBezTo>
                  <a:pt x="19863" y="57148"/>
                  <a:pt x="16663" y="53948"/>
                  <a:pt x="16663" y="50006"/>
                </a:cubicBezTo>
                <a:cubicBezTo>
                  <a:pt x="16663" y="46052"/>
                  <a:pt x="19863" y="42864"/>
                  <a:pt x="23806" y="42864"/>
                </a:cubicBezTo>
                <a:cubicBezTo>
                  <a:pt x="27760" y="42864"/>
                  <a:pt x="30948" y="46052"/>
                  <a:pt x="30948" y="50006"/>
                </a:cubicBezTo>
                <a:cubicBezTo>
                  <a:pt x="30948" y="53948"/>
                  <a:pt x="27760" y="57148"/>
                  <a:pt x="23806" y="57148"/>
                </a:cubicBezTo>
                <a:close/>
                <a:moveTo>
                  <a:pt x="49520" y="55720"/>
                </a:moveTo>
                <a:cubicBezTo>
                  <a:pt x="50309" y="56771"/>
                  <a:pt x="50103" y="58256"/>
                  <a:pt x="49051" y="59045"/>
                </a:cubicBezTo>
                <a:cubicBezTo>
                  <a:pt x="48617" y="59365"/>
                  <a:pt x="48115" y="59525"/>
                  <a:pt x="47623" y="59525"/>
                </a:cubicBezTo>
                <a:cubicBezTo>
                  <a:pt x="46903" y="59525"/>
                  <a:pt x="46183" y="59193"/>
                  <a:pt x="45715" y="58576"/>
                </a:cubicBezTo>
                <a:lnTo>
                  <a:pt x="42857" y="54760"/>
                </a:lnTo>
                <a:lnTo>
                  <a:pt x="40480" y="54760"/>
                </a:lnTo>
                <a:lnTo>
                  <a:pt x="40480" y="57148"/>
                </a:lnTo>
                <a:cubicBezTo>
                  <a:pt x="40480" y="58462"/>
                  <a:pt x="39406" y="59525"/>
                  <a:pt x="38092" y="59525"/>
                </a:cubicBezTo>
                <a:cubicBezTo>
                  <a:pt x="36777" y="59525"/>
                  <a:pt x="35714" y="58462"/>
                  <a:pt x="35714" y="57148"/>
                </a:cubicBezTo>
                <a:lnTo>
                  <a:pt x="35714" y="42864"/>
                </a:lnTo>
                <a:cubicBezTo>
                  <a:pt x="35714" y="41550"/>
                  <a:pt x="36777" y="40476"/>
                  <a:pt x="38092" y="40476"/>
                </a:cubicBezTo>
                <a:lnTo>
                  <a:pt x="42857" y="40476"/>
                </a:lnTo>
                <a:cubicBezTo>
                  <a:pt x="46800" y="40476"/>
                  <a:pt x="50000" y="43687"/>
                  <a:pt x="50000" y="47618"/>
                </a:cubicBezTo>
                <a:cubicBezTo>
                  <a:pt x="50000" y="49777"/>
                  <a:pt x="49018" y="51697"/>
                  <a:pt x="47497" y="53011"/>
                </a:cubicBezTo>
                <a:lnTo>
                  <a:pt x="49520" y="55720"/>
                </a:lnTo>
                <a:close/>
                <a:moveTo>
                  <a:pt x="63097" y="47618"/>
                </a:moveTo>
                <a:cubicBezTo>
                  <a:pt x="64411" y="47618"/>
                  <a:pt x="65475" y="48692"/>
                  <a:pt x="65475" y="50006"/>
                </a:cubicBezTo>
                <a:cubicBezTo>
                  <a:pt x="65475" y="51320"/>
                  <a:pt x="64411" y="52383"/>
                  <a:pt x="63097" y="52383"/>
                </a:cubicBezTo>
                <a:lnTo>
                  <a:pt x="59520" y="52383"/>
                </a:lnTo>
                <a:lnTo>
                  <a:pt x="59520" y="54760"/>
                </a:lnTo>
                <a:lnTo>
                  <a:pt x="64286" y="54760"/>
                </a:lnTo>
                <a:cubicBezTo>
                  <a:pt x="65600" y="54760"/>
                  <a:pt x="66663" y="55834"/>
                  <a:pt x="66663" y="57148"/>
                </a:cubicBezTo>
                <a:cubicBezTo>
                  <a:pt x="66663" y="58462"/>
                  <a:pt x="65600" y="59525"/>
                  <a:pt x="64286" y="59525"/>
                </a:cubicBezTo>
                <a:lnTo>
                  <a:pt x="57143" y="59525"/>
                </a:lnTo>
                <a:cubicBezTo>
                  <a:pt x="55829" y="59525"/>
                  <a:pt x="54766" y="58462"/>
                  <a:pt x="54766" y="57148"/>
                </a:cubicBezTo>
                <a:lnTo>
                  <a:pt x="54766" y="42864"/>
                </a:lnTo>
                <a:cubicBezTo>
                  <a:pt x="54766" y="41550"/>
                  <a:pt x="55829" y="40476"/>
                  <a:pt x="57143" y="40476"/>
                </a:cubicBezTo>
                <a:lnTo>
                  <a:pt x="64286" y="40476"/>
                </a:lnTo>
                <a:cubicBezTo>
                  <a:pt x="65600" y="40476"/>
                  <a:pt x="66663" y="41550"/>
                  <a:pt x="66663" y="42864"/>
                </a:cubicBezTo>
                <a:cubicBezTo>
                  <a:pt x="66663" y="44178"/>
                  <a:pt x="65600" y="45241"/>
                  <a:pt x="64286" y="45241"/>
                </a:cubicBezTo>
                <a:lnTo>
                  <a:pt x="59520" y="45241"/>
                </a:lnTo>
                <a:lnTo>
                  <a:pt x="59520" y="47618"/>
                </a:lnTo>
                <a:lnTo>
                  <a:pt x="63097" y="47618"/>
                </a:lnTo>
                <a:close/>
                <a:moveTo>
                  <a:pt x="76880" y="54760"/>
                </a:moveTo>
                <a:cubicBezTo>
                  <a:pt x="78217" y="54760"/>
                  <a:pt x="78788" y="53731"/>
                  <a:pt x="78788" y="53720"/>
                </a:cubicBezTo>
                <a:cubicBezTo>
                  <a:pt x="79360" y="52543"/>
                  <a:pt x="80789" y="52051"/>
                  <a:pt x="81977" y="52623"/>
                </a:cubicBezTo>
                <a:cubicBezTo>
                  <a:pt x="83154" y="53205"/>
                  <a:pt x="83646" y="54623"/>
                  <a:pt x="83063" y="55811"/>
                </a:cubicBezTo>
                <a:cubicBezTo>
                  <a:pt x="82388" y="57193"/>
                  <a:pt x="80331" y="59525"/>
                  <a:pt x="76880" y="59525"/>
                </a:cubicBezTo>
                <a:cubicBezTo>
                  <a:pt x="72561" y="59525"/>
                  <a:pt x="69052" y="55251"/>
                  <a:pt x="69052" y="50006"/>
                </a:cubicBezTo>
                <a:cubicBezTo>
                  <a:pt x="69052" y="44749"/>
                  <a:pt x="72561" y="40476"/>
                  <a:pt x="76880" y="40476"/>
                </a:cubicBezTo>
                <a:cubicBezTo>
                  <a:pt x="80331" y="40476"/>
                  <a:pt x="82388" y="42818"/>
                  <a:pt x="83063" y="44201"/>
                </a:cubicBezTo>
                <a:cubicBezTo>
                  <a:pt x="83646" y="45378"/>
                  <a:pt x="83154" y="46806"/>
                  <a:pt x="81977" y="47378"/>
                </a:cubicBezTo>
                <a:cubicBezTo>
                  <a:pt x="80800" y="47950"/>
                  <a:pt x="79395" y="47481"/>
                  <a:pt x="78811" y="46327"/>
                </a:cubicBezTo>
                <a:cubicBezTo>
                  <a:pt x="78697" y="46132"/>
                  <a:pt x="78125" y="45241"/>
                  <a:pt x="76880" y="45241"/>
                </a:cubicBezTo>
                <a:cubicBezTo>
                  <a:pt x="75246" y="45241"/>
                  <a:pt x="73806" y="47469"/>
                  <a:pt x="73806" y="50006"/>
                </a:cubicBezTo>
                <a:cubicBezTo>
                  <a:pt x="73806" y="52543"/>
                  <a:pt x="75246" y="54760"/>
                  <a:pt x="76880" y="54760"/>
                </a:cubicBezTo>
                <a:close/>
                <a:moveTo>
                  <a:pt x="45234" y="47618"/>
                </a:moveTo>
                <a:cubicBezTo>
                  <a:pt x="45234" y="48932"/>
                  <a:pt x="44172" y="50006"/>
                  <a:pt x="42857" y="50006"/>
                </a:cubicBezTo>
                <a:lnTo>
                  <a:pt x="40480" y="50006"/>
                </a:lnTo>
                <a:lnTo>
                  <a:pt x="40480" y="45241"/>
                </a:lnTo>
                <a:lnTo>
                  <a:pt x="42857" y="45241"/>
                </a:lnTo>
                <a:cubicBezTo>
                  <a:pt x="44172" y="45241"/>
                  <a:pt x="45234" y="46315"/>
                  <a:pt x="45234" y="4761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5" name="Красный — SVG 84">
            <a:extLst>
              <a:ext uri="{FF2B5EF4-FFF2-40B4-BE49-F238E27FC236}">
                <a16:creationId xmlns:a16="http://schemas.microsoft.com/office/drawing/2014/main" id="{EC8D5D34-C632-3842-B580-874D5FA35D9D}"/>
              </a:ext>
            </a:extLst>
          </p:cNvPr>
          <p:cNvSpPr>
            <a:spLocks noGrp="1"/>
          </p:cNvSpPr>
          <p:nvPr/>
        </p:nvSpPr>
        <p:spPr>
          <a:xfrm>
            <a:off x="7020000" y="2190000"/>
            <a:ext cx="220000" cy="220000"/>
          </a:xfrm>
          <a:custGeom>
            <a:avLst/>
            <a:gdLst>
              <a:gd name="csX0" fmla="*/ 70727 w 141437"/>
              <a:gd name="csY0" fmla="*/ 0 h 141753"/>
              <a:gd name="csX1" fmla="*/ 69945 w 141437"/>
              <a:gd name="csY1" fmla="*/ 34 h 141753"/>
              <a:gd name="csX2" fmla="*/ 48814 w 141437"/>
              <a:gd name="csY2" fmla="*/ 38989 h 141753"/>
              <a:gd name="csX3" fmla="*/ 92623 w 141437"/>
              <a:gd name="csY3" fmla="*/ 38989 h 141753"/>
              <a:gd name="csX4" fmla="*/ 71510 w 141437"/>
              <a:gd name="csY4" fmla="*/ 34 h 141753"/>
              <a:gd name="csX5" fmla="*/ 70727 w 141437"/>
              <a:gd name="csY5" fmla="*/ 0 h 141753"/>
              <a:gd name="csX6" fmla="*/ 50515 w 141437"/>
              <a:gd name="csY6" fmla="*/ 2943 h 141753"/>
              <a:gd name="csX7" fmla="*/ 7420 w 141437"/>
              <a:gd name="csY7" fmla="*/ 38989 h 141753"/>
              <a:gd name="csX8" fmla="*/ 38011 w 141437"/>
              <a:gd name="csY8" fmla="*/ 38989 h 141753"/>
              <a:gd name="csX9" fmla="*/ 50515 w 141437"/>
              <a:gd name="csY9" fmla="*/ 2943 h 141753"/>
              <a:gd name="csX10" fmla="*/ 90922 w 141437"/>
              <a:gd name="csY10" fmla="*/ 2943 h 141753"/>
              <a:gd name="csX11" fmla="*/ 103444 w 141437"/>
              <a:gd name="csY11" fmla="*/ 38989 h 141753"/>
              <a:gd name="csX12" fmla="*/ 134017 w 141437"/>
              <a:gd name="csY12" fmla="*/ 38989 h 141753"/>
              <a:gd name="csX13" fmla="*/ 90922 w 141437"/>
              <a:gd name="csY13" fmla="*/ 2943 h 141753"/>
              <a:gd name="csX14" fmla="*/ 37534 w 141437"/>
              <a:gd name="csY14" fmla="*/ 49706 h 141753"/>
              <a:gd name="csX15" fmla="*/ 34778 w 141437"/>
              <a:gd name="csY15" fmla="*/ 50863 h 141753"/>
              <a:gd name="csX16" fmla="*/ 33383 w 141437"/>
              <a:gd name="csY16" fmla="*/ 53534 h 141753"/>
              <a:gd name="csX17" fmla="*/ 30473 w 141437"/>
              <a:gd name="csY17" fmla="*/ 71804 h 141753"/>
              <a:gd name="csX18" fmla="*/ 25165 w 141437"/>
              <a:gd name="csY18" fmla="*/ 59556 h 141753"/>
              <a:gd name="csX19" fmla="*/ 23532 w 141437"/>
              <a:gd name="csY19" fmla="*/ 57617 h 141753"/>
              <a:gd name="csX20" fmla="*/ 21099 w 141437"/>
              <a:gd name="csY20" fmla="*/ 56885 h 141753"/>
              <a:gd name="csX21" fmla="*/ 18666 w 141437"/>
              <a:gd name="csY21" fmla="*/ 57617 h 141753"/>
              <a:gd name="csX22" fmla="*/ 17033 w 141437"/>
              <a:gd name="csY22" fmla="*/ 59556 h 141753"/>
              <a:gd name="csX23" fmla="*/ 11725 w 141437"/>
              <a:gd name="csY23" fmla="*/ 71804 h 141753"/>
              <a:gd name="csX24" fmla="*/ 8815 w 141437"/>
              <a:gd name="csY24" fmla="*/ 53534 h 141753"/>
              <a:gd name="csX25" fmla="*/ 7369 w 141437"/>
              <a:gd name="csY25" fmla="*/ 50846 h 141753"/>
              <a:gd name="csX26" fmla="*/ 4545 w 141437"/>
              <a:gd name="csY26" fmla="*/ 49740 h 141753"/>
              <a:gd name="csX27" fmla="*/ 2640 w 141437"/>
              <a:gd name="csY27" fmla="*/ 50115 h 141753"/>
              <a:gd name="csX28" fmla="*/ 1074 w 141437"/>
              <a:gd name="csY28" fmla="*/ 51271 h 141753"/>
              <a:gd name="csX29" fmla="*/ 156 w 141437"/>
              <a:gd name="csY29" fmla="*/ 52972 h 141753"/>
              <a:gd name="csX30" fmla="*/ 71 w 141437"/>
              <a:gd name="csY30" fmla="*/ 54912 h 141753"/>
              <a:gd name="csX31" fmla="*/ 5379 w 141437"/>
              <a:gd name="csY31" fmla="*/ 88237 h 141753"/>
              <a:gd name="csX32" fmla="*/ 6689 w 141437"/>
              <a:gd name="csY32" fmla="*/ 90720 h 141753"/>
              <a:gd name="csX33" fmla="*/ 9207 w 141437"/>
              <a:gd name="csY33" fmla="*/ 91928 h 141753"/>
              <a:gd name="csX34" fmla="*/ 11946 w 141437"/>
              <a:gd name="csY34" fmla="*/ 91384 h 141753"/>
              <a:gd name="csX35" fmla="*/ 13818 w 141437"/>
              <a:gd name="csY35" fmla="*/ 89291 h 141753"/>
              <a:gd name="csX36" fmla="*/ 21099 w 141437"/>
              <a:gd name="csY36" fmla="*/ 72467 h 141753"/>
              <a:gd name="csX37" fmla="*/ 28381 w 141437"/>
              <a:gd name="csY37" fmla="*/ 89291 h 141753"/>
              <a:gd name="csX38" fmla="*/ 30252 w 141437"/>
              <a:gd name="csY38" fmla="*/ 91384 h 141753"/>
              <a:gd name="csX39" fmla="*/ 32991 w 141437"/>
              <a:gd name="csY39" fmla="*/ 91928 h 141753"/>
              <a:gd name="csX40" fmla="*/ 35510 w 141437"/>
              <a:gd name="csY40" fmla="*/ 90720 h 141753"/>
              <a:gd name="csX41" fmla="*/ 36819 w 141437"/>
              <a:gd name="csY41" fmla="*/ 88237 h 141753"/>
              <a:gd name="csX42" fmla="*/ 42128 w 141437"/>
              <a:gd name="csY42" fmla="*/ 54912 h 141753"/>
              <a:gd name="csX43" fmla="*/ 42043 w 141437"/>
              <a:gd name="csY43" fmla="*/ 52939 h 141753"/>
              <a:gd name="csX44" fmla="*/ 41090 w 141437"/>
              <a:gd name="csY44" fmla="*/ 51204 h 141753"/>
              <a:gd name="csX45" fmla="*/ 39491 w 141437"/>
              <a:gd name="csY45" fmla="*/ 50047 h 141753"/>
              <a:gd name="csX46" fmla="*/ 37534 w 141437"/>
              <a:gd name="csY46" fmla="*/ 49706 h 141753"/>
              <a:gd name="csX47" fmla="*/ 87162 w 141437"/>
              <a:gd name="csY47" fmla="*/ 49706 h 141753"/>
              <a:gd name="csX48" fmla="*/ 84389 w 141437"/>
              <a:gd name="csY48" fmla="*/ 50863 h 141753"/>
              <a:gd name="csX49" fmla="*/ 82994 w 141437"/>
              <a:gd name="csY49" fmla="*/ 53534 h 141753"/>
              <a:gd name="csX50" fmla="*/ 80085 w 141437"/>
              <a:gd name="csY50" fmla="*/ 71804 h 141753"/>
              <a:gd name="csX51" fmla="*/ 74776 w 141437"/>
              <a:gd name="csY51" fmla="*/ 59556 h 141753"/>
              <a:gd name="csX52" fmla="*/ 73143 w 141437"/>
              <a:gd name="csY52" fmla="*/ 57617 h 141753"/>
              <a:gd name="csX53" fmla="*/ 70727 w 141437"/>
              <a:gd name="csY53" fmla="*/ 56885 h 141753"/>
              <a:gd name="csX54" fmla="*/ 68294 w 141437"/>
              <a:gd name="csY54" fmla="*/ 57617 h 141753"/>
              <a:gd name="csX55" fmla="*/ 66661 w 141437"/>
              <a:gd name="csY55" fmla="*/ 59556 h 141753"/>
              <a:gd name="csX56" fmla="*/ 61353 w 141437"/>
              <a:gd name="csY56" fmla="*/ 71804 h 141753"/>
              <a:gd name="csX57" fmla="*/ 58444 w 141437"/>
              <a:gd name="csY57" fmla="*/ 53534 h 141753"/>
              <a:gd name="csX58" fmla="*/ 56997 w 141437"/>
              <a:gd name="csY58" fmla="*/ 50846 h 141753"/>
              <a:gd name="csX59" fmla="*/ 54173 w 141437"/>
              <a:gd name="csY59" fmla="*/ 49740 h 141753"/>
              <a:gd name="csX60" fmla="*/ 52268 w 141437"/>
              <a:gd name="csY60" fmla="*/ 50115 h 141753"/>
              <a:gd name="csX61" fmla="*/ 50702 w 141437"/>
              <a:gd name="csY61" fmla="*/ 51271 h 141753"/>
              <a:gd name="csX62" fmla="*/ 49784 w 141437"/>
              <a:gd name="csY62" fmla="*/ 52972 h 141753"/>
              <a:gd name="csX63" fmla="*/ 49682 w 141437"/>
              <a:gd name="csY63" fmla="*/ 54912 h 141753"/>
              <a:gd name="csX64" fmla="*/ 55007 w 141437"/>
              <a:gd name="csY64" fmla="*/ 88237 h 141753"/>
              <a:gd name="csX65" fmla="*/ 56300 w 141437"/>
              <a:gd name="csY65" fmla="*/ 90720 h 141753"/>
              <a:gd name="csX66" fmla="*/ 58835 w 141437"/>
              <a:gd name="csY66" fmla="*/ 91928 h 141753"/>
              <a:gd name="csX67" fmla="*/ 61574 w 141437"/>
              <a:gd name="csY67" fmla="*/ 91384 h 141753"/>
              <a:gd name="csX68" fmla="*/ 63446 w 141437"/>
              <a:gd name="csY68" fmla="*/ 89291 h 141753"/>
              <a:gd name="csX69" fmla="*/ 70727 w 141437"/>
              <a:gd name="csY69" fmla="*/ 72467 h 141753"/>
              <a:gd name="csX70" fmla="*/ 77992 w 141437"/>
              <a:gd name="csY70" fmla="*/ 89291 h 141753"/>
              <a:gd name="csX71" fmla="*/ 79863 w 141437"/>
              <a:gd name="csY71" fmla="*/ 91384 h 141753"/>
              <a:gd name="csX72" fmla="*/ 82620 w 141437"/>
              <a:gd name="csY72" fmla="*/ 91928 h 141753"/>
              <a:gd name="csX73" fmla="*/ 85138 w 141437"/>
              <a:gd name="csY73" fmla="*/ 90720 h 141753"/>
              <a:gd name="csX74" fmla="*/ 86431 w 141437"/>
              <a:gd name="csY74" fmla="*/ 88237 h 141753"/>
              <a:gd name="csX75" fmla="*/ 91756 w 141437"/>
              <a:gd name="csY75" fmla="*/ 54912 h 141753"/>
              <a:gd name="csX76" fmla="*/ 91654 w 141437"/>
              <a:gd name="csY76" fmla="*/ 52939 h 141753"/>
              <a:gd name="csX77" fmla="*/ 90718 w 141437"/>
              <a:gd name="csY77" fmla="*/ 51204 h 141753"/>
              <a:gd name="csX78" fmla="*/ 89102 w 141437"/>
              <a:gd name="csY78" fmla="*/ 50047 h 141753"/>
              <a:gd name="csX79" fmla="*/ 87162 w 141437"/>
              <a:gd name="csY79" fmla="*/ 49706 h 141753"/>
              <a:gd name="csX80" fmla="*/ 136790 w 141437"/>
              <a:gd name="csY80" fmla="*/ 49706 h 141753"/>
              <a:gd name="csX81" fmla="*/ 134017 w 141437"/>
              <a:gd name="csY81" fmla="*/ 50863 h 141753"/>
              <a:gd name="csX82" fmla="*/ 132622 w 141437"/>
              <a:gd name="csY82" fmla="*/ 53534 h 141753"/>
              <a:gd name="csX83" fmla="*/ 129713 w 141437"/>
              <a:gd name="csY83" fmla="*/ 71804 h 141753"/>
              <a:gd name="csX84" fmla="*/ 124405 w 141437"/>
              <a:gd name="csY84" fmla="*/ 59556 h 141753"/>
              <a:gd name="csX85" fmla="*/ 122771 w 141437"/>
              <a:gd name="csY85" fmla="*/ 57617 h 141753"/>
              <a:gd name="csX86" fmla="*/ 120338 w 141437"/>
              <a:gd name="csY86" fmla="*/ 56885 h 141753"/>
              <a:gd name="csX87" fmla="*/ 117922 w 141437"/>
              <a:gd name="csY87" fmla="*/ 57617 h 141753"/>
              <a:gd name="csX88" fmla="*/ 116272 w 141437"/>
              <a:gd name="csY88" fmla="*/ 59556 h 141753"/>
              <a:gd name="csX89" fmla="*/ 110981 w 141437"/>
              <a:gd name="csY89" fmla="*/ 71804 h 141753"/>
              <a:gd name="csX90" fmla="*/ 108055 w 141437"/>
              <a:gd name="csY90" fmla="*/ 53534 h 141753"/>
              <a:gd name="csX91" fmla="*/ 106625 w 141437"/>
              <a:gd name="csY91" fmla="*/ 50846 h 141753"/>
              <a:gd name="csX92" fmla="*/ 103784 w 141437"/>
              <a:gd name="csY92" fmla="*/ 49740 h 141753"/>
              <a:gd name="csX93" fmla="*/ 101879 w 141437"/>
              <a:gd name="csY93" fmla="*/ 50115 h 141753"/>
              <a:gd name="csX94" fmla="*/ 100330 w 141437"/>
              <a:gd name="csY94" fmla="*/ 51271 h 141753"/>
              <a:gd name="csX95" fmla="*/ 99412 w 141437"/>
              <a:gd name="csY95" fmla="*/ 52972 h 141753"/>
              <a:gd name="csX96" fmla="*/ 99310 w 141437"/>
              <a:gd name="csY96" fmla="*/ 54912 h 141753"/>
              <a:gd name="csX97" fmla="*/ 104635 w 141437"/>
              <a:gd name="csY97" fmla="*/ 88237 h 141753"/>
              <a:gd name="csX98" fmla="*/ 105928 w 141437"/>
              <a:gd name="csY98" fmla="*/ 90720 h 141753"/>
              <a:gd name="csX99" fmla="*/ 108446 w 141437"/>
              <a:gd name="csY99" fmla="*/ 91928 h 141753"/>
              <a:gd name="csX100" fmla="*/ 111202 w 141437"/>
              <a:gd name="csY100" fmla="*/ 91384 h 141753"/>
              <a:gd name="csX101" fmla="*/ 113074 w 141437"/>
              <a:gd name="csY101" fmla="*/ 89291 h 141753"/>
              <a:gd name="csX102" fmla="*/ 120338 w 141437"/>
              <a:gd name="csY102" fmla="*/ 72467 h 141753"/>
              <a:gd name="csX103" fmla="*/ 127620 w 141437"/>
              <a:gd name="csY103" fmla="*/ 89291 h 141753"/>
              <a:gd name="csX104" fmla="*/ 129492 w 141437"/>
              <a:gd name="csY104" fmla="*/ 91384 h 141753"/>
              <a:gd name="csX105" fmla="*/ 132231 w 141437"/>
              <a:gd name="csY105" fmla="*/ 91928 h 141753"/>
              <a:gd name="csX106" fmla="*/ 134766 w 141437"/>
              <a:gd name="csY106" fmla="*/ 90720 h 141753"/>
              <a:gd name="csX107" fmla="*/ 136059 w 141437"/>
              <a:gd name="csY107" fmla="*/ 88237 h 141753"/>
              <a:gd name="csX108" fmla="*/ 141367 w 141437"/>
              <a:gd name="csY108" fmla="*/ 54912 h 141753"/>
              <a:gd name="csX109" fmla="*/ 141282 w 141437"/>
              <a:gd name="csY109" fmla="*/ 52939 h 141753"/>
              <a:gd name="csX110" fmla="*/ 140329 w 141437"/>
              <a:gd name="csY110" fmla="*/ 51204 h 141753"/>
              <a:gd name="csX111" fmla="*/ 138730 w 141437"/>
              <a:gd name="csY111" fmla="*/ 50047 h 141753"/>
              <a:gd name="csX112" fmla="*/ 136790 w 141437"/>
              <a:gd name="csY112" fmla="*/ 49706 h 141753"/>
              <a:gd name="csX113" fmla="*/ 7420 w 141437"/>
              <a:gd name="csY113" fmla="*/ 102781 h 141753"/>
              <a:gd name="csX114" fmla="*/ 50515 w 141437"/>
              <a:gd name="csY114" fmla="*/ 138811 h 141753"/>
              <a:gd name="csX115" fmla="*/ 38011 w 141437"/>
              <a:gd name="csY115" fmla="*/ 102781 h 141753"/>
              <a:gd name="csX116" fmla="*/ 7420 w 141437"/>
              <a:gd name="csY116" fmla="*/ 102781 h 141753"/>
              <a:gd name="csX117" fmla="*/ 48814 w 141437"/>
              <a:gd name="csY117" fmla="*/ 102781 h 141753"/>
              <a:gd name="csX118" fmla="*/ 69945 w 141437"/>
              <a:gd name="csY118" fmla="*/ 141720 h 141753"/>
              <a:gd name="csX119" fmla="*/ 70727 w 141437"/>
              <a:gd name="csY119" fmla="*/ 141754 h 141753"/>
              <a:gd name="csX120" fmla="*/ 71510 w 141437"/>
              <a:gd name="csY120" fmla="*/ 141720 h 141753"/>
              <a:gd name="csX121" fmla="*/ 92623 w 141437"/>
              <a:gd name="csY121" fmla="*/ 102781 h 141753"/>
              <a:gd name="csX122" fmla="*/ 48814 w 141437"/>
              <a:gd name="csY122" fmla="*/ 102781 h 141753"/>
              <a:gd name="csX123" fmla="*/ 103444 w 141437"/>
              <a:gd name="csY123" fmla="*/ 102781 h 141753"/>
              <a:gd name="csX124" fmla="*/ 90922 w 141437"/>
              <a:gd name="csY124" fmla="*/ 138811 h 141753"/>
              <a:gd name="csX125" fmla="*/ 134017 w 141437"/>
              <a:gd name="csY125" fmla="*/ 102781 h 141753"/>
              <a:gd name="csX126" fmla="*/ 103444 w 141437"/>
              <a:gd name="csY126" fmla="*/ 102781 h 141753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49826" y="0"/>
                  <a:pt x="49622" y="0"/>
                  <a:pt x="49454" y="24"/>
                </a:cubicBezTo>
                <a:cubicBezTo>
                  <a:pt x="43693" y="672"/>
                  <a:pt x="37656" y="11425"/>
                  <a:pt x="34547" y="27505"/>
                </a:cubicBezTo>
                <a:lnTo>
                  <a:pt x="65453" y="27505"/>
                </a:lnTo>
                <a:cubicBezTo>
                  <a:pt x="62356" y="11425"/>
                  <a:pt x="56307" y="672"/>
                  <a:pt x="50558" y="24"/>
                </a:cubicBezTo>
                <a:cubicBezTo>
                  <a:pt x="50378" y="0"/>
                  <a:pt x="50174" y="0"/>
                  <a:pt x="50006" y="0"/>
                </a:cubicBezTo>
                <a:close/>
                <a:moveTo>
                  <a:pt x="35747" y="2076"/>
                </a:moveTo>
                <a:cubicBezTo>
                  <a:pt x="22450" y="6001"/>
                  <a:pt x="11467" y="15325"/>
                  <a:pt x="5346" y="27505"/>
                </a:cubicBezTo>
                <a:lnTo>
                  <a:pt x="26926" y="27505"/>
                </a:lnTo>
                <a:cubicBezTo>
                  <a:pt x="28666" y="17497"/>
                  <a:pt x="31655" y="8448"/>
                  <a:pt x="35747" y="2076"/>
                </a:cubicBezTo>
                <a:close/>
                <a:moveTo>
                  <a:pt x="64253" y="2076"/>
                </a:moveTo>
                <a:cubicBezTo>
                  <a:pt x="68358" y="8448"/>
                  <a:pt x="71334" y="17497"/>
                  <a:pt x="73086" y="27505"/>
                </a:cubicBezTo>
                <a:lnTo>
                  <a:pt x="94654" y="27505"/>
                </a:lnTo>
                <a:cubicBezTo>
                  <a:pt x="88533" y="15325"/>
                  <a:pt x="77551" y="6001"/>
                  <a:pt x="64253" y="2076"/>
                </a:cubicBezTo>
                <a:close/>
                <a:moveTo>
                  <a:pt x="26590" y="35065"/>
                </a:moveTo>
                <a:cubicBezTo>
                  <a:pt x="25870" y="35101"/>
                  <a:pt x="25173" y="35402"/>
                  <a:pt x="24646" y="35881"/>
                </a:cubicBezTo>
                <a:cubicBezTo>
                  <a:pt x="24105" y="36374"/>
                  <a:pt x="23758" y="37045"/>
                  <a:pt x="23662" y="37766"/>
                </a:cubicBezTo>
                <a:lnTo>
                  <a:pt x="21609" y="50654"/>
                </a:lnTo>
                <a:lnTo>
                  <a:pt x="17864" y="42014"/>
                </a:lnTo>
                <a:cubicBezTo>
                  <a:pt x="17624" y="41450"/>
                  <a:pt x="17217" y="40982"/>
                  <a:pt x="16712" y="40646"/>
                </a:cubicBezTo>
                <a:cubicBezTo>
                  <a:pt x="16196" y="40310"/>
                  <a:pt x="15608" y="40130"/>
                  <a:pt x="14996" y="40130"/>
                </a:cubicBezTo>
                <a:cubicBezTo>
                  <a:pt x="14383" y="40130"/>
                  <a:pt x="13796" y="40310"/>
                  <a:pt x="13279" y="40646"/>
                </a:cubicBezTo>
                <a:cubicBezTo>
                  <a:pt x="12776" y="40982"/>
                  <a:pt x="12367" y="41450"/>
                  <a:pt x="12127" y="42014"/>
                </a:cubicBezTo>
                <a:lnTo>
                  <a:pt x="8383" y="50654"/>
                </a:lnTo>
                <a:lnTo>
                  <a:pt x="6330" y="37766"/>
                </a:lnTo>
                <a:cubicBezTo>
                  <a:pt x="6222" y="37033"/>
                  <a:pt x="5862" y="36362"/>
                  <a:pt x="5310" y="35869"/>
                </a:cubicBezTo>
                <a:cubicBezTo>
                  <a:pt x="4758" y="35378"/>
                  <a:pt x="4062" y="35101"/>
                  <a:pt x="3318" y="35089"/>
                </a:cubicBezTo>
                <a:cubicBezTo>
                  <a:pt x="2862" y="35077"/>
                  <a:pt x="2394" y="35162"/>
                  <a:pt x="1974" y="35354"/>
                </a:cubicBezTo>
                <a:cubicBezTo>
                  <a:pt x="1553" y="35534"/>
                  <a:pt x="1181" y="35821"/>
                  <a:pt x="869" y="36169"/>
                </a:cubicBezTo>
                <a:cubicBezTo>
                  <a:pt x="569" y="36518"/>
                  <a:pt x="353" y="36925"/>
                  <a:pt x="222" y="37369"/>
                </a:cubicBezTo>
                <a:cubicBezTo>
                  <a:pt x="101" y="37814"/>
                  <a:pt x="77" y="38281"/>
                  <a:pt x="162" y="38738"/>
                </a:cubicBezTo>
                <a:lnTo>
                  <a:pt x="3906" y="62247"/>
                </a:lnTo>
                <a:cubicBezTo>
                  <a:pt x="4014" y="62907"/>
                  <a:pt x="4338" y="63531"/>
                  <a:pt x="4830" y="63999"/>
                </a:cubicBezTo>
                <a:cubicBezTo>
                  <a:pt x="5310" y="64467"/>
                  <a:pt x="5934" y="64767"/>
                  <a:pt x="6607" y="64851"/>
                </a:cubicBezTo>
                <a:cubicBezTo>
                  <a:pt x="7278" y="64935"/>
                  <a:pt x="7962" y="64791"/>
                  <a:pt x="8539" y="64467"/>
                </a:cubicBezTo>
                <a:cubicBezTo>
                  <a:pt x="9127" y="64131"/>
                  <a:pt x="9595" y="63615"/>
                  <a:pt x="9859" y="62991"/>
                </a:cubicBezTo>
                <a:lnTo>
                  <a:pt x="14996" y="51122"/>
                </a:lnTo>
                <a:lnTo>
                  <a:pt x="20133" y="62991"/>
                </a:lnTo>
                <a:cubicBezTo>
                  <a:pt x="20397" y="63615"/>
                  <a:pt x="20865" y="64131"/>
                  <a:pt x="21453" y="64467"/>
                </a:cubicBezTo>
                <a:cubicBezTo>
                  <a:pt x="22029" y="64791"/>
                  <a:pt x="22713" y="64935"/>
                  <a:pt x="23385" y="64851"/>
                </a:cubicBezTo>
                <a:cubicBezTo>
                  <a:pt x="24057" y="64767"/>
                  <a:pt x="24682" y="64467"/>
                  <a:pt x="25162" y="63999"/>
                </a:cubicBezTo>
                <a:cubicBezTo>
                  <a:pt x="25654" y="63531"/>
                  <a:pt x="25978" y="62907"/>
                  <a:pt x="26086" y="62247"/>
                </a:cubicBezTo>
                <a:lnTo>
                  <a:pt x="29831" y="38738"/>
                </a:lnTo>
                <a:cubicBezTo>
                  <a:pt x="29915" y="38281"/>
                  <a:pt x="29891" y="37802"/>
                  <a:pt x="29771" y="37346"/>
                </a:cubicBezTo>
                <a:cubicBezTo>
                  <a:pt x="29639" y="36902"/>
                  <a:pt x="29410" y="36482"/>
                  <a:pt x="29099" y="36122"/>
                </a:cubicBezTo>
                <a:cubicBezTo>
                  <a:pt x="28786" y="35773"/>
                  <a:pt x="28402" y="35498"/>
                  <a:pt x="27970" y="35306"/>
                </a:cubicBezTo>
                <a:cubicBezTo>
                  <a:pt x="27538" y="35126"/>
                  <a:pt x="27070" y="35041"/>
                  <a:pt x="26590" y="35065"/>
                </a:cubicBezTo>
                <a:close/>
                <a:moveTo>
                  <a:pt x="61600" y="35065"/>
                </a:moveTo>
                <a:cubicBezTo>
                  <a:pt x="60880" y="35101"/>
                  <a:pt x="60184" y="35402"/>
                  <a:pt x="59644" y="35881"/>
                </a:cubicBezTo>
                <a:cubicBezTo>
                  <a:pt x="59116" y="36374"/>
                  <a:pt x="58768" y="37045"/>
                  <a:pt x="58660" y="37766"/>
                </a:cubicBezTo>
                <a:lnTo>
                  <a:pt x="56608" y="50654"/>
                </a:lnTo>
                <a:lnTo>
                  <a:pt x="52862" y="42014"/>
                </a:lnTo>
                <a:cubicBezTo>
                  <a:pt x="52623" y="41450"/>
                  <a:pt x="52227" y="40982"/>
                  <a:pt x="51710" y="40646"/>
                </a:cubicBezTo>
                <a:cubicBezTo>
                  <a:pt x="51207" y="40310"/>
                  <a:pt x="50606" y="40130"/>
                  <a:pt x="50006" y="40130"/>
                </a:cubicBezTo>
                <a:cubicBezTo>
                  <a:pt x="49394" y="40130"/>
                  <a:pt x="48794" y="40310"/>
                  <a:pt x="48290" y="40646"/>
                </a:cubicBezTo>
                <a:cubicBezTo>
                  <a:pt x="47774" y="40982"/>
                  <a:pt x="47377" y="41450"/>
                  <a:pt x="47138" y="42014"/>
                </a:cubicBezTo>
                <a:lnTo>
                  <a:pt x="43393" y="50654"/>
                </a:lnTo>
                <a:lnTo>
                  <a:pt x="41341" y="37766"/>
                </a:lnTo>
                <a:cubicBezTo>
                  <a:pt x="41232" y="37033"/>
                  <a:pt x="40873" y="36362"/>
                  <a:pt x="40320" y="35869"/>
                </a:cubicBezTo>
                <a:cubicBezTo>
                  <a:pt x="39768" y="35378"/>
                  <a:pt x="39060" y="35101"/>
                  <a:pt x="38328" y="35089"/>
                </a:cubicBezTo>
                <a:cubicBezTo>
                  <a:pt x="37860" y="35077"/>
                  <a:pt x="37404" y="35162"/>
                  <a:pt x="36984" y="35354"/>
                </a:cubicBezTo>
                <a:cubicBezTo>
                  <a:pt x="36564" y="35534"/>
                  <a:pt x="36180" y="35821"/>
                  <a:pt x="35879" y="36169"/>
                </a:cubicBezTo>
                <a:cubicBezTo>
                  <a:pt x="35579" y="36518"/>
                  <a:pt x="35352" y="36925"/>
                  <a:pt x="35232" y="37369"/>
                </a:cubicBezTo>
                <a:cubicBezTo>
                  <a:pt x="35111" y="37814"/>
                  <a:pt x="35087" y="38281"/>
                  <a:pt x="35160" y="38738"/>
                </a:cubicBezTo>
                <a:lnTo>
                  <a:pt x="38916" y="62247"/>
                </a:lnTo>
                <a:cubicBezTo>
                  <a:pt x="39024" y="62907"/>
                  <a:pt x="39348" y="63531"/>
                  <a:pt x="39828" y="63999"/>
                </a:cubicBezTo>
                <a:cubicBezTo>
                  <a:pt x="40320" y="64467"/>
                  <a:pt x="40944" y="64767"/>
                  <a:pt x="41617" y="64851"/>
                </a:cubicBezTo>
                <a:cubicBezTo>
                  <a:pt x="42288" y="64935"/>
                  <a:pt x="42961" y="64791"/>
                  <a:pt x="43549" y="64467"/>
                </a:cubicBezTo>
                <a:cubicBezTo>
                  <a:pt x="44137" y="64131"/>
                  <a:pt x="44605" y="63615"/>
                  <a:pt x="44870" y="62991"/>
                </a:cubicBezTo>
                <a:lnTo>
                  <a:pt x="50006" y="51122"/>
                </a:lnTo>
                <a:lnTo>
                  <a:pt x="55131" y="62991"/>
                </a:lnTo>
                <a:cubicBezTo>
                  <a:pt x="55407" y="63615"/>
                  <a:pt x="55863" y="64131"/>
                  <a:pt x="56451" y="64467"/>
                </a:cubicBezTo>
                <a:cubicBezTo>
                  <a:pt x="57039" y="64791"/>
                  <a:pt x="57724" y="64935"/>
                  <a:pt x="58396" y="64851"/>
                </a:cubicBezTo>
                <a:cubicBezTo>
                  <a:pt x="59056" y="64767"/>
                  <a:pt x="59692" y="64467"/>
                  <a:pt x="60172" y="63999"/>
                </a:cubicBezTo>
                <a:cubicBezTo>
                  <a:pt x="60664" y="63531"/>
                  <a:pt x="60976" y="62907"/>
                  <a:pt x="61084" y="62247"/>
                </a:cubicBezTo>
                <a:lnTo>
                  <a:pt x="64841" y="38738"/>
                </a:lnTo>
                <a:cubicBezTo>
                  <a:pt x="64925" y="38281"/>
                  <a:pt x="64901" y="37802"/>
                  <a:pt x="64769" y="37346"/>
                </a:cubicBezTo>
                <a:cubicBezTo>
                  <a:pt x="64649" y="36902"/>
                  <a:pt x="64421" y="36482"/>
                  <a:pt x="64109" y="36122"/>
                </a:cubicBezTo>
                <a:cubicBezTo>
                  <a:pt x="63797" y="35773"/>
                  <a:pt x="63412" y="35498"/>
                  <a:pt x="62969" y="35306"/>
                </a:cubicBezTo>
                <a:cubicBezTo>
                  <a:pt x="62536" y="35126"/>
                  <a:pt x="62069" y="35041"/>
                  <a:pt x="61600" y="35065"/>
                </a:cubicBezTo>
                <a:close/>
                <a:moveTo>
                  <a:pt x="96610" y="35065"/>
                </a:moveTo>
                <a:cubicBezTo>
                  <a:pt x="95879" y="35101"/>
                  <a:pt x="95194" y="35402"/>
                  <a:pt x="94654" y="35881"/>
                </a:cubicBezTo>
                <a:cubicBezTo>
                  <a:pt x="94114" y="36374"/>
                  <a:pt x="93778" y="37045"/>
                  <a:pt x="93670" y="37766"/>
                </a:cubicBezTo>
                <a:lnTo>
                  <a:pt x="91618" y="50654"/>
                </a:lnTo>
                <a:lnTo>
                  <a:pt x="87873" y="42014"/>
                </a:lnTo>
                <a:cubicBezTo>
                  <a:pt x="87633" y="41450"/>
                  <a:pt x="87237" y="40982"/>
                  <a:pt x="86721" y="40646"/>
                </a:cubicBezTo>
                <a:cubicBezTo>
                  <a:pt x="86217" y="40310"/>
                  <a:pt x="85617" y="40130"/>
                  <a:pt x="85004" y="40130"/>
                </a:cubicBezTo>
                <a:cubicBezTo>
                  <a:pt x="84405" y="40130"/>
                  <a:pt x="83804" y="40310"/>
                  <a:pt x="83300" y="40646"/>
                </a:cubicBezTo>
                <a:cubicBezTo>
                  <a:pt x="82784" y="40982"/>
                  <a:pt x="82388" y="41450"/>
                  <a:pt x="82136" y="42014"/>
                </a:cubicBezTo>
                <a:lnTo>
                  <a:pt x="78403" y="50654"/>
                </a:lnTo>
                <a:lnTo>
                  <a:pt x="76339" y="37766"/>
                </a:lnTo>
                <a:cubicBezTo>
                  <a:pt x="76242" y="37033"/>
                  <a:pt x="75883" y="36362"/>
                  <a:pt x="75330" y="35869"/>
                </a:cubicBezTo>
                <a:cubicBezTo>
                  <a:pt x="74779" y="35378"/>
                  <a:pt x="74070" y="35101"/>
                  <a:pt x="73326" y="35089"/>
                </a:cubicBezTo>
                <a:cubicBezTo>
                  <a:pt x="72870" y="35077"/>
                  <a:pt x="72414" y="35162"/>
                  <a:pt x="71982" y="35354"/>
                </a:cubicBezTo>
                <a:cubicBezTo>
                  <a:pt x="71562" y="35534"/>
                  <a:pt x="71190" y="35821"/>
                  <a:pt x="70890" y="36169"/>
                </a:cubicBezTo>
                <a:cubicBezTo>
                  <a:pt x="70590" y="36518"/>
                  <a:pt x="70362" y="36925"/>
                  <a:pt x="70242" y="37369"/>
                </a:cubicBezTo>
                <a:cubicBezTo>
                  <a:pt x="70122" y="37814"/>
                  <a:pt x="70098" y="38281"/>
                  <a:pt x="70170" y="38738"/>
                </a:cubicBezTo>
                <a:lnTo>
                  <a:pt x="73926" y="62247"/>
                </a:lnTo>
                <a:cubicBezTo>
                  <a:pt x="74034" y="62907"/>
                  <a:pt x="74347" y="63531"/>
                  <a:pt x="74839" y="63999"/>
                </a:cubicBezTo>
                <a:cubicBezTo>
                  <a:pt x="75318" y="64467"/>
                  <a:pt x="75943" y="64767"/>
                  <a:pt x="76615" y="64851"/>
                </a:cubicBezTo>
                <a:cubicBezTo>
                  <a:pt x="77287" y="64935"/>
                  <a:pt x="77972" y="64791"/>
                  <a:pt x="78559" y="64467"/>
                </a:cubicBezTo>
                <a:cubicBezTo>
                  <a:pt x="79148" y="64131"/>
                  <a:pt x="79603" y="63615"/>
                  <a:pt x="79880" y="62991"/>
                </a:cubicBezTo>
                <a:lnTo>
                  <a:pt x="85004" y="51122"/>
                </a:lnTo>
                <a:lnTo>
                  <a:pt x="90141" y="62991"/>
                </a:lnTo>
                <a:cubicBezTo>
                  <a:pt x="90405" y="63615"/>
                  <a:pt x="90874" y="64131"/>
                  <a:pt x="91462" y="64467"/>
                </a:cubicBezTo>
                <a:cubicBezTo>
                  <a:pt x="92050" y="64791"/>
                  <a:pt x="92722" y="64935"/>
                  <a:pt x="93394" y="64851"/>
                </a:cubicBezTo>
                <a:cubicBezTo>
                  <a:pt x="94066" y="64767"/>
                  <a:pt x="94690" y="64467"/>
                  <a:pt x="95182" y="63999"/>
                </a:cubicBezTo>
                <a:cubicBezTo>
                  <a:pt x="95662" y="63531"/>
                  <a:pt x="95986" y="62907"/>
                  <a:pt x="96095" y="62247"/>
                </a:cubicBezTo>
                <a:lnTo>
                  <a:pt x="99839" y="38738"/>
                </a:lnTo>
                <a:cubicBezTo>
                  <a:pt x="99923" y="38281"/>
                  <a:pt x="99899" y="37802"/>
                  <a:pt x="99779" y="37346"/>
                </a:cubicBezTo>
                <a:cubicBezTo>
                  <a:pt x="99647" y="36902"/>
                  <a:pt x="99419" y="36482"/>
                  <a:pt x="99107" y="36122"/>
                </a:cubicBezTo>
                <a:cubicBezTo>
                  <a:pt x="98807" y="35773"/>
                  <a:pt x="98411" y="35498"/>
                  <a:pt x="97979" y="35306"/>
                </a:cubicBezTo>
                <a:cubicBezTo>
                  <a:pt x="97546" y="35126"/>
                  <a:pt x="97079" y="35041"/>
                  <a:pt x="96610" y="35065"/>
                </a:cubicBezTo>
                <a:close/>
                <a:moveTo>
                  <a:pt x="5346" y="72507"/>
                </a:moveTo>
                <a:cubicBezTo>
                  <a:pt x="11467" y="84675"/>
                  <a:pt x="22450" y="94000"/>
                  <a:pt x="35747" y="97925"/>
                </a:cubicBezTo>
                <a:cubicBezTo>
                  <a:pt x="31655" y="91552"/>
                  <a:pt x="28666" y="82503"/>
                  <a:pt x="26926" y="72507"/>
                </a:cubicBezTo>
                <a:lnTo>
                  <a:pt x="5346" y="72507"/>
                </a:lnTo>
                <a:close/>
                <a:moveTo>
                  <a:pt x="34547" y="72507"/>
                </a:moveTo>
                <a:cubicBezTo>
                  <a:pt x="37656" y="88576"/>
                  <a:pt x="43693" y="99328"/>
                  <a:pt x="49454" y="99977"/>
                </a:cubicBezTo>
                <a:cubicBezTo>
                  <a:pt x="49622" y="100001"/>
                  <a:pt x="49826" y="100001"/>
                  <a:pt x="50006" y="100001"/>
                </a:cubicBezTo>
                <a:cubicBezTo>
                  <a:pt x="50174" y="100001"/>
                  <a:pt x="50378" y="100001"/>
                  <a:pt x="50558" y="99977"/>
                </a:cubicBezTo>
                <a:cubicBezTo>
                  <a:pt x="56307" y="99328"/>
                  <a:pt x="62356" y="88576"/>
                  <a:pt x="65453" y="72507"/>
                </a:cubicBezTo>
                <a:lnTo>
                  <a:pt x="34547" y="72507"/>
                </a:lnTo>
                <a:close/>
                <a:moveTo>
                  <a:pt x="73086" y="72507"/>
                </a:moveTo>
                <a:cubicBezTo>
                  <a:pt x="71334" y="82503"/>
                  <a:pt x="68358" y="91552"/>
                  <a:pt x="64253" y="97925"/>
                </a:cubicBezTo>
                <a:cubicBezTo>
                  <a:pt x="77551" y="94000"/>
                  <a:pt x="88533" y="84675"/>
                  <a:pt x="94654" y="72507"/>
                </a:cubicBezTo>
                <a:lnTo>
                  <a:pt x="73086" y="7250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6" name="Красный — SVG 85">
            <a:extLst>
              <a:ext uri="{FF2B5EF4-FFF2-40B4-BE49-F238E27FC236}">
                <a16:creationId xmlns:a16="http://schemas.microsoft.com/office/drawing/2014/main" id="{1AC0CDB2-B500-064A-9197-7DE789CA0182}"/>
              </a:ext>
            </a:extLst>
          </p:cNvPr>
          <p:cNvSpPr>
            <a:spLocks noGrp="1"/>
          </p:cNvSpPr>
          <p:nvPr/>
        </p:nvSpPr>
        <p:spPr>
          <a:xfrm>
            <a:off x="7620000" y="2190000"/>
            <a:ext cx="220000" cy="220000"/>
          </a:xfrm>
          <a:custGeom>
            <a:avLst/>
            <a:gdLst>
              <a:gd name="csX0" fmla="*/ 80457 w 160914"/>
              <a:gd name="csY0" fmla="*/ 0 h 123653"/>
              <a:gd name="csX1" fmla="*/ 2178 w 160914"/>
              <a:gd name="csY1" fmla="*/ 32372 h 123653"/>
              <a:gd name="csX2" fmla="*/ 579 w 160914"/>
              <a:gd name="csY2" fmla="*/ 34668 h 123653"/>
              <a:gd name="csX3" fmla="*/ 1 w 160914"/>
              <a:gd name="csY3" fmla="*/ 37407 h 123653"/>
              <a:gd name="csX4" fmla="*/ 529 w 160914"/>
              <a:gd name="csY4" fmla="*/ 40163 h 123653"/>
              <a:gd name="csX5" fmla="*/ 2077 w 160914"/>
              <a:gd name="csY5" fmla="*/ 42494 h 123653"/>
              <a:gd name="csX6" fmla="*/ 4407 w 160914"/>
              <a:gd name="csY6" fmla="*/ 44042 h 123653"/>
              <a:gd name="csX7" fmla="*/ 7164 w 160914"/>
              <a:gd name="csY7" fmla="*/ 44569 h 123653"/>
              <a:gd name="csX8" fmla="*/ 9903 w 160914"/>
              <a:gd name="csY8" fmla="*/ 43991 h 123653"/>
              <a:gd name="csX9" fmla="*/ 12200 w 160914"/>
              <a:gd name="csY9" fmla="*/ 42392 h 123653"/>
              <a:gd name="csX10" fmla="*/ 148715 w 160914"/>
              <a:gd name="csY10" fmla="*/ 42392 h 123653"/>
              <a:gd name="csX11" fmla="*/ 151012 w 160914"/>
              <a:gd name="csY11" fmla="*/ 43991 h 123653"/>
              <a:gd name="csX12" fmla="*/ 153751 w 160914"/>
              <a:gd name="csY12" fmla="*/ 44569 h 123653"/>
              <a:gd name="csX13" fmla="*/ 156508 w 160914"/>
              <a:gd name="csY13" fmla="*/ 44042 h 123653"/>
              <a:gd name="csX14" fmla="*/ 158838 w 160914"/>
              <a:gd name="csY14" fmla="*/ 42494 h 123653"/>
              <a:gd name="csX15" fmla="*/ 160386 w 160914"/>
              <a:gd name="csY15" fmla="*/ 40163 h 123653"/>
              <a:gd name="csX16" fmla="*/ 160914 w 160914"/>
              <a:gd name="csY16" fmla="*/ 37407 h 123653"/>
              <a:gd name="csX17" fmla="*/ 160336 w 160914"/>
              <a:gd name="csY17" fmla="*/ 34668 h 123653"/>
              <a:gd name="csX18" fmla="*/ 158736 w 160914"/>
              <a:gd name="csY18" fmla="*/ 32372 h 123653"/>
              <a:gd name="csX19" fmla="*/ 80457 w 160914"/>
              <a:gd name="csY19" fmla="*/ 0 h 123653"/>
              <a:gd name="csX20" fmla="*/ 80457 w 160914"/>
              <a:gd name="csY20" fmla="*/ 31607 h 123653"/>
              <a:gd name="csX21" fmla="*/ 24534 w 160914"/>
              <a:gd name="csY21" fmla="*/ 54725 h 123653"/>
              <a:gd name="csX22" fmla="*/ 22935 w 160914"/>
              <a:gd name="csY22" fmla="*/ 57021 h 123653"/>
              <a:gd name="csX23" fmla="*/ 22357 w 160914"/>
              <a:gd name="csY23" fmla="*/ 59760 h 123653"/>
              <a:gd name="csX24" fmla="*/ 22884 w 160914"/>
              <a:gd name="csY24" fmla="*/ 62516 h 123653"/>
              <a:gd name="csX25" fmla="*/ 24432 w 160914"/>
              <a:gd name="csY25" fmla="*/ 64847 h 123653"/>
              <a:gd name="csX26" fmla="*/ 26763 w 160914"/>
              <a:gd name="csY26" fmla="*/ 66394 h 123653"/>
              <a:gd name="csX27" fmla="*/ 29519 w 160914"/>
              <a:gd name="csY27" fmla="*/ 66922 h 123653"/>
              <a:gd name="csX28" fmla="*/ 32258 w 160914"/>
              <a:gd name="csY28" fmla="*/ 66343 h 123653"/>
              <a:gd name="csX29" fmla="*/ 34555 w 160914"/>
              <a:gd name="csY29" fmla="*/ 64744 h 123653"/>
              <a:gd name="csX30" fmla="*/ 126360 w 160914"/>
              <a:gd name="csY30" fmla="*/ 64744 h 123653"/>
              <a:gd name="csX31" fmla="*/ 128657 w 160914"/>
              <a:gd name="csY31" fmla="*/ 66343 h 123653"/>
              <a:gd name="csX32" fmla="*/ 131396 w 160914"/>
              <a:gd name="csY32" fmla="*/ 66922 h 123653"/>
              <a:gd name="csX33" fmla="*/ 134152 w 160914"/>
              <a:gd name="csY33" fmla="*/ 66394 h 123653"/>
              <a:gd name="csX34" fmla="*/ 136483 w 160914"/>
              <a:gd name="csY34" fmla="*/ 64847 h 123653"/>
              <a:gd name="csX35" fmla="*/ 138031 w 160914"/>
              <a:gd name="csY35" fmla="*/ 62516 h 123653"/>
              <a:gd name="csX36" fmla="*/ 138558 w 160914"/>
              <a:gd name="csY36" fmla="*/ 59760 h 123653"/>
              <a:gd name="csX37" fmla="*/ 137980 w 160914"/>
              <a:gd name="csY37" fmla="*/ 57021 h 123653"/>
              <a:gd name="csX38" fmla="*/ 136381 w 160914"/>
              <a:gd name="csY38" fmla="*/ 54725 h 123653"/>
              <a:gd name="csX39" fmla="*/ 80457 w 160914"/>
              <a:gd name="csY39" fmla="*/ 31607 h 123653"/>
              <a:gd name="csX40" fmla="*/ 80457 w 160914"/>
              <a:gd name="csY40" fmla="*/ 63213 h 123653"/>
              <a:gd name="csX41" fmla="*/ 46873 w 160914"/>
              <a:gd name="csY41" fmla="*/ 77077 h 123653"/>
              <a:gd name="csX42" fmla="*/ 45342 w 160914"/>
              <a:gd name="csY42" fmla="*/ 79374 h 123653"/>
              <a:gd name="csX43" fmla="*/ 44797 w 160914"/>
              <a:gd name="csY43" fmla="*/ 82096 h 123653"/>
              <a:gd name="csX44" fmla="*/ 45342 w 160914"/>
              <a:gd name="csY44" fmla="*/ 84801 h 123653"/>
              <a:gd name="csX45" fmla="*/ 46890 w 160914"/>
              <a:gd name="csY45" fmla="*/ 87097 h 123653"/>
              <a:gd name="csX46" fmla="*/ 49187 w 160914"/>
              <a:gd name="csY46" fmla="*/ 88645 h 123653"/>
              <a:gd name="csX47" fmla="*/ 51892 w 160914"/>
              <a:gd name="csY47" fmla="*/ 89172 h 123653"/>
              <a:gd name="csX48" fmla="*/ 54614 w 160914"/>
              <a:gd name="csY48" fmla="*/ 88628 h 123653"/>
              <a:gd name="csX49" fmla="*/ 56911 w 160914"/>
              <a:gd name="csY49" fmla="*/ 87097 h 123653"/>
              <a:gd name="csX50" fmla="*/ 104004 w 160914"/>
              <a:gd name="csY50" fmla="*/ 87097 h 123653"/>
              <a:gd name="csX51" fmla="*/ 106301 w 160914"/>
              <a:gd name="csY51" fmla="*/ 88696 h 123653"/>
              <a:gd name="csX52" fmla="*/ 109057 w 160914"/>
              <a:gd name="csY52" fmla="*/ 89274 h 123653"/>
              <a:gd name="csX53" fmla="*/ 111796 w 160914"/>
              <a:gd name="csY53" fmla="*/ 88747 h 123653"/>
              <a:gd name="csX54" fmla="*/ 114127 w 160914"/>
              <a:gd name="csY54" fmla="*/ 87199 h 123653"/>
              <a:gd name="csX55" fmla="*/ 115692 w 160914"/>
              <a:gd name="csY55" fmla="*/ 84868 h 123653"/>
              <a:gd name="csX56" fmla="*/ 116202 w 160914"/>
              <a:gd name="csY56" fmla="*/ 82113 h 123653"/>
              <a:gd name="csX57" fmla="*/ 115624 w 160914"/>
              <a:gd name="csY57" fmla="*/ 79374 h 123653"/>
              <a:gd name="csX58" fmla="*/ 114025 w 160914"/>
              <a:gd name="csY58" fmla="*/ 77077 h 123653"/>
              <a:gd name="csX59" fmla="*/ 80457 w 160914"/>
              <a:gd name="csY59" fmla="*/ 63213 h 123653"/>
              <a:gd name="csX60" fmla="*/ 81121 w 160914"/>
              <a:gd name="csY60" fmla="*/ 95296 h 123653"/>
              <a:gd name="csX61" fmla="*/ 71100 w 160914"/>
              <a:gd name="csY61" fmla="*/ 99447 h 123653"/>
              <a:gd name="csX62" fmla="*/ 66949 w 160914"/>
              <a:gd name="csY62" fmla="*/ 109484 h 123653"/>
              <a:gd name="csX63" fmla="*/ 71100 w 160914"/>
              <a:gd name="csY63" fmla="*/ 119503 h 123653"/>
              <a:gd name="csX64" fmla="*/ 81121 w 160914"/>
              <a:gd name="csY64" fmla="*/ 123654 h 123653"/>
              <a:gd name="csX65" fmla="*/ 91159 w 160914"/>
              <a:gd name="csY65" fmla="*/ 119503 h 123653"/>
              <a:gd name="csX66" fmla="*/ 95310 w 160914"/>
              <a:gd name="csY66" fmla="*/ 109484 h 123653"/>
              <a:gd name="csX67" fmla="*/ 91159 w 160914"/>
              <a:gd name="csY67" fmla="*/ 99447 h 123653"/>
              <a:gd name="csX68" fmla="*/ 81121 w 160914"/>
              <a:gd name="csY68" fmla="*/ 95296 h 123653"/>
            </a:gdLst>
            <a:ahLst/>
            <a:cxnLst/>
            <a:rect l="l" t="t" r="r" b="b"/>
            <a:pathLst>
              <a:path w="100000" h="100000">
                <a:moveTo>
                  <a:pt x="50000" y="11578"/>
                </a:moveTo>
                <a:cubicBezTo>
                  <a:pt x="32386" y="11578"/>
                  <a:pt x="14771" y="18280"/>
                  <a:pt x="1354" y="31696"/>
                </a:cubicBezTo>
                <a:cubicBezTo>
                  <a:pt x="931" y="32097"/>
                  <a:pt x="593" y="32584"/>
                  <a:pt x="360" y="33122"/>
                </a:cubicBezTo>
                <a:cubicBezTo>
                  <a:pt x="127" y="33662"/>
                  <a:pt x="11" y="34243"/>
                  <a:pt x="1" y="34825"/>
                </a:cubicBezTo>
                <a:cubicBezTo>
                  <a:pt x="-10" y="35417"/>
                  <a:pt x="106" y="35998"/>
                  <a:pt x="329" y="36537"/>
                </a:cubicBezTo>
                <a:cubicBezTo>
                  <a:pt x="551" y="37077"/>
                  <a:pt x="878" y="37573"/>
                  <a:pt x="1291" y="37986"/>
                </a:cubicBezTo>
                <a:cubicBezTo>
                  <a:pt x="1703" y="38408"/>
                  <a:pt x="2200" y="38736"/>
                  <a:pt x="2739" y="38948"/>
                </a:cubicBezTo>
                <a:cubicBezTo>
                  <a:pt x="3289" y="39170"/>
                  <a:pt x="3870" y="39286"/>
                  <a:pt x="4452" y="39275"/>
                </a:cubicBezTo>
                <a:cubicBezTo>
                  <a:pt x="5033" y="39275"/>
                  <a:pt x="5615" y="39149"/>
                  <a:pt x="6154" y="38916"/>
                </a:cubicBezTo>
                <a:cubicBezTo>
                  <a:pt x="6694" y="38683"/>
                  <a:pt x="7180" y="38345"/>
                  <a:pt x="7582" y="37922"/>
                </a:cubicBezTo>
                <a:cubicBezTo>
                  <a:pt x="31043" y="14464"/>
                  <a:pt x="68958" y="14464"/>
                  <a:pt x="92419" y="37922"/>
                </a:cubicBezTo>
                <a:cubicBezTo>
                  <a:pt x="92821" y="38345"/>
                  <a:pt x="93307" y="38683"/>
                  <a:pt x="93846" y="38916"/>
                </a:cubicBezTo>
                <a:cubicBezTo>
                  <a:pt x="94386" y="39149"/>
                  <a:pt x="94967" y="39275"/>
                  <a:pt x="95549" y="39275"/>
                </a:cubicBezTo>
                <a:cubicBezTo>
                  <a:pt x="96141" y="39286"/>
                  <a:pt x="96722" y="39170"/>
                  <a:pt x="97262" y="38948"/>
                </a:cubicBezTo>
                <a:cubicBezTo>
                  <a:pt x="97801" y="38736"/>
                  <a:pt x="98298" y="38408"/>
                  <a:pt x="98710" y="37986"/>
                </a:cubicBezTo>
                <a:cubicBezTo>
                  <a:pt x="99123" y="37573"/>
                  <a:pt x="99450" y="37077"/>
                  <a:pt x="99672" y="36537"/>
                </a:cubicBezTo>
                <a:cubicBezTo>
                  <a:pt x="99894" y="35998"/>
                  <a:pt x="100011" y="35417"/>
                  <a:pt x="100000" y="34825"/>
                </a:cubicBezTo>
                <a:cubicBezTo>
                  <a:pt x="100000" y="34243"/>
                  <a:pt x="99873" y="33662"/>
                  <a:pt x="99641" y="33122"/>
                </a:cubicBezTo>
                <a:cubicBezTo>
                  <a:pt x="99408" y="32584"/>
                  <a:pt x="99070" y="32097"/>
                  <a:pt x="98646" y="31696"/>
                </a:cubicBezTo>
                <a:cubicBezTo>
                  <a:pt x="85229" y="18280"/>
                  <a:pt x="67615" y="11578"/>
                  <a:pt x="50000" y="11578"/>
                </a:cubicBezTo>
                <a:close/>
                <a:moveTo>
                  <a:pt x="50000" y="31220"/>
                </a:moveTo>
                <a:cubicBezTo>
                  <a:pt x="37408" y="31220"/>
                  <a:pt x="24826" y="36009"/>
                  <a:pt x="15247" y="45587"/>
                </a:cubicBezTo>
                <a:cubicBezTo>
                  <a:pt x="14824" y="45988"/>
                  <a:pt x="14486" y="46475"/>
                  <a:pt x="14253" y="47014"/>
                </a:cubicBezTo>
                <a:cubicBezTo>
                  <a:pt x="14020" y="47553"/>
                  <a:pt x="13894" y="48135"/>
                  <a:pt x="13894" y="48716"/>
                </a:cubicBezTo>
                <a:cubicBezTo>
                  <a:pt x="13883" y="49308"/>
                  <a:pt x="13999" y="49889"/>
                  <a:pt x="14221" y="50428"/>
                </a:cubicBezTo>
                <a:cubicBezTo>
                  <a:pt x="14444" y="50967"/>
                  <a:pt x="14771" y="51464"/>
                  <a:pt x="15183" y="51877"/>
                </a:cubicBezTo>
                <a:cubicBezTo>
                  <a:pt x="15596" y="52289"/>
                  <a:pt x="16093" y="52617"/>
                  <a:pt x="16632" y="52838"/>
                </a:cubicBezTo>
                <a:cubicBezTo>
                  <a:pt x="17171" y="53061"/>
                  <a:pt x="17753" y="53177"/>
                  <a:pt x="18345" y="53167"/>
                </a:cubicBezTo>
                <a:cubicBezTo>
                  <a:pt x="18926" y="53167"/>
                  <a:pt x="19508" y="53040"/>
                  <a:pt x="20047" y="52807"/>
                </a:cubicBezTo>
                <a:cubicBezTo>
                  <a:pt x="20586" y="52574"/>
                  <a:pt x="21073" y="52236"/>
                  <a:pt x="21474" y="51813"/>
                </a:cubicBezTo>
                <a:cubicBezTo>
                  <a:pt x="37270" y="36029"/>
                  <a:pt x="62740" y="36029"/>
                  <a:pt x="78526" y="51813"/>
                </a:cubicBezTo>
                <a:cubicBezTo>
                  <a:pt x="78928" y="52236"/>
                  <a:pt x="79414" y="52574"/>
                  <a:pt x="79954" y="52807"/>
                </a:cubicBezTo>
                <a:cubicBezTo>
                  <a:pt x="80493" y="53040"/>
                  <a:pt x="81074" y="53167"/>
                  <a:pt x="81656" y="53167"/>
                </a:cubicBezTo>
                <a:cubicBezTo>
                  <a:pt x="82248" y="53177"/>
                  <a:pt x="82829" y="53061"/>
                  <a:pt x="83369" y="52838"/>
                </a:cubicBezTo>
                <a:cubicBezTo>
                  <a:pt x="83919" y="52617"/>
                  <a:pt x="84405" y="52289"/>
                  <a:pt x="84817" y="51877"/>
                </a:cubicBezTo>
                <a:cubicBezTo>
                  <a:pt x="85240" y="51464"/>
                  <a:pt x="85568" y="50967"/>
                  <a:pt x="85779" y="50428"/>
                </a:cubicBezTo>
                <a:cubicBezTo>
                  <a:pt x="86001" y="49889"/>
                  <a:pt x="86118" y="49308"/>
                  <a:pt x="86107" y="48716"/>
                </a:cubicBezTo>
                <a:cubicBezTo>
                  <a:pt x="86107" y="48135"/>
                  <a:pt x="85980" y="47553"/>
                  <a:pt x="85748" y="47014"/>
                </a:cubicBezTo>
                <a:cubicBezTo>
                  <a:pt x="85515" y="46475"/>
                  <a:pt x="85177" y="45988"/>
                  <a:pt x="84754" y="45587"/>
                </a:cubicBezTo>
                <a:cubicBezTo>
                  <a:pt x="75175" y="36009"/>
                  <a:pt x="62593" y="31220"/>
                  <a:pt x="50000" y="31220"/>
                </a:cubicBezTo>
                <a:close/>
                <a:moveTo>
                  <a:pt x="50000" y="50862"/>
                </a:moveTo>
                <a:cubicBezTo>
                  <a:pt x="42441" y="50862"/>
                  <a:pt x="34881" y="53737"/>
                  <a:pt x="29129" y="59477"/>
                </a:cubicBezTo>
                <a:cubicBezTo>
                  <a:pt x="28727" y="59890"/>
                  <a:pt x="28400" y="60376"/>
                  <a:pt x="28178" y="60905"/>
                </a:cubicBezTo>
                <a:cubicBezTo>
                  <a:pt x="27955" y="61444"/>
                  <a:pt x="27839" y="62015"/>
                  <a:pt x="27839" y="62596"/>
                </a:cubicBezTo>
                <a:cubicBezTo>
                  <a:pt x="27839" y="63167"/>
                  <a:pt x="27955" y="63749"/>
                  <a:pt x="28178" y="64278"/>
                </a:cubicBezTo>
                <a:cubicBezTo>
                  <a:pt x="28400" y="64816"/>
                  <a:pt x="28727" y="65303"/>
                  <a:pt x="29140" y="65704"/>
                </a:cubicBezTo>
                <a:cubicBezTo>
                  <a:pt x="29541" y="66116"/>
                  <a:pt x="30028" y="66444"/>
                  <a:pt x="30567" y="66666"/>
                </a:cubicBezTo>
                <a:cubicBezTo>
                  <a:pt x="31096" y="66888"/>
                  <a:pt x="31677" y="66994"/>
                  <a:pt x="32248" y="66994"/>
                </a:cubicBezTo>
                <a:cubicBezTo>
                  <a:pt x="32829" y="66994"/>
                  <a:pt x="33400" y="66878"/>
                  <a:pt x="33940" y="66656"/>
                </a:cubicBezTo>
                <a:cubicBezTo>
                  <a:pt x="34469" y="66433"/>
                  <a:pt x="34955" y="66116"/>
                  <a:pt x="35367" y="65704"/>
                </a:cubicBezTo>
                <a:cubicBezTo>
                  <a:pt x="43487" y="57585"/>
                  <a:pt x="56513" y="57585"/>
                  <a:pt x="64633" y="65704"/>
                </a:cubicBezTo>
                <a:cubicBezTo>
                  <a:pt x="65046" y="66127"/>
                  <a:pt x="65532" y="66466"/>
                  <a:pt x="66061" y="66698"/>
                </a:cubicBezTo>
                <a:cubicBezTo>
                  <a:pt x="66600" y="66930"/>
                  <a:pt x="67181" y="67057"/>
                  <a:pt x="67773" y="67057"/>
                </a:cubicBezTo>
                <a:cubicBezTo>
                  <a:pt x="68355" y="67068"/>
                  <a:pt x="68937" y="66952"/>
                  <a:pt x="69476" y="66730"/>
                </a:cubicBezTo>
                <a:cubicBezTo>
                  <a:pt x="70026" y="66508"/>
                  <a:pt x="70512" y="66180"/>
                  <a:pt x="70924" y="65768"/>
                </a:cubicBezTo>
                <a:cubicBezTo>
                  <a:pt x="71347" y="65356"/>
                  <a:pt x="71675" y="64859"/>
                  <a:pt x="71897" y="64319"/>
                </a:cubicBezTo>
                <a:cubicBezTo>
                  <a:pt x="72119" y="63780"/>
                  <a:pt x="72225" y="63199"/>
                  <a:pt x="72214" y="62607"/>
                </a:cubicBezTo>
                <a:cubicBezTo>
                  <a:pt x="72214" y="62025"/>
                  <a:pt x="72088" y="61444"/>
                  <a:pt x="71855" y="60905"/>
                </a:cubicBezTo>
                <a:cubicBezTo>
                  <a:pt x="71622" y="60365"/>
                  <a:pt x="71283" y="59880"/>
                  <a:pt x="70861" y="59477"/>
                </a:cubicBezTo>
                <a:cubicBezTo>
                  <a:pt x="65119" y="53737"/>
                  <a:pt x="57560" y="50862"/>
                  <a:pt x="50000" y="50862"/>
                </a:cubicBezTo>
                <a:close/>
                <a:moveTo>
                  <a:pt x="50413" y="70800"/>
                </a:moveTo>
                <a:cubicBezTo>
                  <a:pt x="48076" y="70800"/>
                  <a:pt x="45834" y="71730"/>
                  <a:pt x="44185" y="73379"/>
                </a:cubicBezTo>
                <a:cubicBezTo>
                  <a:pt x="42536" y="75039"/>
                  <a:pt x="41605" y="77280"/>
                  <a:pt x="41605" y="79617"/>
                </a:cubicBezTo>
                <a:cubicBezTo>
                  <a:pt x="41605" y="81953"/>
                  <a:pt x="42536" y="84194"/>
                  <a:pt x="44185" y="85843"/>
                </a:cubicBezTo>
                <a:cubicBezTo>
                  <a:pt x="45834" y="87492"/>
                  <a:pt x="48076" y="88423"/>
                  <a:pt x="50413" y="88423"/>
                </a:cubicBezTo>
                <a:cubicBezTo>
                  <a:pt x="52749" y="88423"/>
                  <a:pt x="54990" y="87492"/>
                  <a:pt x="56651" y="85843"/>
                </a:cubicBezTo>
                <a:cubicBezTo>
                  <a:pt x="58300" y="84194"/>
                  <a:pt x="59230" y="81953"/>
                  <a:pt x="59230" y="79617"/>
                </a:cubicBezTo>
                <a:cubicBezTo>
                  <a:pt x="59230" y="77280"/>
                  <a:pt x="58300" y="75039"/>
                  <a:pt x="56651" y="73379"/>
                </a:cubicBezTo>
                <a:cubicBezTo>
                  <a:pt x="54990" y="71730"/>
                  <a:pt x="52749" y="70800"/>
                  <a:pt x="50413" y="708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7" name="Красный — SVG 86">
            <a:extLst>
              <a:ext uri="{FF2B5EF4-FFF2-40B4-BE49-F238E27FC236}">
                <a16:creationId xmlns:a16="http://schemas.microsoft.com/office/drawing/2014/main" id="{73F717C0-A2D9-854B-A4C7-7E4D2F61EA53}"/>
              </a:ext>
            </a:extLst>
          </p:cNvPr>
          <p:cNvSpPr>
            <a:spLocks noGrp="1"/>
          </p:cNvSpPr>
          <p:nvPr/>
        </p:nvSpPr>
        <p:spPr>
          <a:xfrm>
            <a:off x="8220000" y="2190000"/>
            <a:ext cx="220000" cy="220000"/>
          </a:xfrm>
          <a:custGeom>
            <a:avLst/>
            <a:gdLst>
              <a:gd name="csX0" fmla="*/ 85067 w 170134"/>
              <a:gd name="csY0" fmla="*/ 0 h 127583"/>
              <a:gd name="csX1" fmla="*/ 34605 w 170134"/>
              <a:gd name="csY1" fmla="*/ 24802 h 127583"/>
              <a:gd name="csX2" fmla="*/ 30131 w 170134"/>
              <a:gd name="csY2" fmla="*/ 24802 h 127583"/>
              <a:gd name="csX3" fmla="*/ 0 w 170134"/>
              <a:gd name="csY3" fmla="*/ 54929 h 127583"/>
              <a:gd name="csX4" fmla="*/ 0 w 170134"/>
              <a:gd name="csY4" fmla="*/ 72654 h 127583"/>
              <a:gd name="csX5" fmla="*/ 30131 w 170134"/>
              <a:gd name="csY5" fmla="*/ 102781 h 127583"/>
              <a:gd name="csX6" fmla="*/ 34605 w 170134"/>
              <a:gd name="csY6" fmla="*/ 102781 h 127583"/>
              <a:gd name="csX7" fmla="*/ 85067 w 170134"/>
              <a:gd name="csY7" fmla="*/ 127583 h 127583"/>
              <a:gd name="csX8" fmla="*/ 135529 w 170134"/>
              <a:gd name="csY8" fmla="*/ 102781 h 127583"/>
              <a:gd name="csX9" fmla="*/ 140003 w 170134"/>
              <a:gd name="csY9" fmla="*/ 102781 h 127583"/>
              <a:gd name="csX10" fmla="*/ 170134 w 170134"/>
              <a:gd name="csY10" fmla="*/ 72654 h 127583"/>
              <a:gd name="csX11" fmla="*/ 170134 w 170134"/>
              <a:gd name="csY11" fmla="*/ 54929 h 127583"/>
              <a:gd name="csX12" fmla="*/ 140003 w 170134"/>
              <a:gd name="csY12" fmla="*/ 24802 h 127583"/>
              <a:gd name="csX13" fmla="*/ 135529 w 170134"/>
              <a:gd name="csY13" fmla="*/ 24802 h 127583"/>
              <a:gd name="csX14" fmla="*/ 85067 w 170134"/>
              <a:gd name="csY14" fmla="*/ 0 h 127583"/>
              <a:gd name="csX15" fmla="*/ 107950 w 170134"/>
              <a:gd name="csY15" fmla="*/ 35434 h 127583"/>
              <a:gd name="csX16" fmla="*/ 140003 w 170134"/>
              <a:gd name="csY16" fmla="*/ 35434 h 127583"/>
              <a:gd name="csX17" fmla="*/ 159501 w 170134"/>
              <a:gd name="csY17" fmla="*/ 54929 h 127583"/>
              <a:gd name="csX18" fmla="*/ 159501 w 170134"/>
              <a:gd name="csY18" fmla="*/ 72654 h 127583"/>
              <a:gd name="csX19" fmla="*/ 140003 w 170134"/>
              <a:gd name="csY19" fmla="*/ 92149 h 127583"/>
              <a:gd name="csX20" fmla="*/ 81222 w 170134"/>
              <a:gd name="csY20" fmla="*/ 92149 h 127583"/>
              <a:gd name="csX21" fmla="*/ 88453 w 170134"/>
              <a:gd name="csY21" fmla="*/ 72654 h 127583"/>
              <a:gd name="csX22" fmla="*/ 88453 w 170134"/>
              <a:gd name="csY22" fmla="*/ 54929 h 127583"/>
              <a:gd name="csX23" fmla="*/ 107950 w 170134"/>
              <a:gd name="csY23" fmla="*/ 35434 h 127583"/>
              <a:gd name="csX24" fmla="*/ 68411 w 170134"/>
              <a:gd name="csY24" fmla="*/ 44127 h 127583"/>
              <a:gd name="csX25" fmla="*/ 72835 w 170134"/>
              <a:gd name="csY25" fmla="*/ 48550 h 127583"/>
              <a:gd name="csX26" fmla="*/ 68411 w 170134"/>
              <a:gd name="csY26" fmla="*/ 52972 h 127583"/>
              <a:gd name="csX27" fmla="*/ 63987 w 170134"/>
              <a:gd name="csY27" fmla="*/ 48550 h 127583"/>
              <a:gd name="csX28" fmla="*/ 68411 w 170134"/>
              <a:gd name="csY28" fmla="*/ 44127 h 127583"/>
              <a:gd name="csX29" fmla="*/ 139306 w 170134"/>
              <a:gd name="csY29" fmla="*/ 44127 h 127583"/>
              <a:gd name="csX30" fmla="*/ 136175 w 170134"/>
              <a:gd name="csY30" fmla="*/ 45420 h 127583"/>
              <a:gd name="csX31" fmla="*/ 134865 w 170134"/>
              <a:gd name="csY31" fmla="*/ 48550 h 127583"/>
              <a:gd name="csX32" fmla="*/ 136175 w 170134"/>
              <a:gd name="csY32" fmla="*/ 51680 h 127583"/>
              <a:gd name="csX33" fmla="*/ 139306 w 170134"/>
              <a:gd name="csY33" fmla="*/ 52972 h 127583"/>
              <a:gd name="csX34" fmla="*/ 142437 w 170134"/>
              <a:gd name="csY34" fmla="*/ 51680 h 127583"/>
              <a:gd name="csX35" fmla="*/ 143729 w 170134"/>
              <a:gd name="csY35" fmla="*/ 48550 h 127583"/>
              <a:gd name="csX36" fmla="*/ 142437 w 170134"/>
              <a:gd name="csY36" fmla="*/ 45420 h 127583"/>
              <a:gd name="csX37" fmla="*/ 139306 w 170134"/>
              <a:gd name="csY37" fmla="*/ 44127 h 127583"/>
              <a:gd name="csX38" fmla="*/ 107405 w 170134"/>
              <a:gd name="csY38" fmla="*/ 46066 h 127583"/>
              <a:gd name="csX39" fmla="*/ 102965 w 170134"/>
              <a:gd name="csY39" fmla="*/ 50506 h 127583"/>
              <a:gd name="csX40" fmla="*/ 102965 w 170134"/>
              <a:gd name="csY40" fmla="*/ 77077 h 127583"/>
              <a:gd name="csX41" fmla="*/ 107405 w 170134"/>
              <a:gd name="csY41" fmla="*/ 81517 h 127583"/>
              <a:gd name="csX42" fmla="*/ 111829 w 170134"/>
              <a:gd name="csY42" fmla="*/ 77077 h 127583"/>
              <a:gd name="csX43" fmla="*/ 111829 w 170134"/>
              <a:gd name="csY43" fmla="*/ 71770 h 127583"/>
              <a:gd name="csX44" fmla="*/ 121578 w 170134"/>
              <a:gd name="csY44" fmla="*/ 71770 h 127583"/>
              <a:gd name="csX45" fmla="*/ 126001 w 170134"/>
              <a:gd name="csY45" fmla="*/ 67330 h 127583"/>
              <a:gd name="csX46" fmla="*/ 121578 w 170134"/>
              <a:gd name="csY46" fmla="*/ 62907 h 127583"/>
              <a:gd name="csX47" fmla="*/ 111829 w 170134"/>
              <a:gd name="csY47" fmla="*/ 62907 h 127583"/>
              <a:gd name="csX48" fmla="*/ 111829 w 170134"/>
              <a:gd name="csY48" fmla="*/ 54929 h 127583"/>
              <a:gd name="csX49" fmla="*/ 125117 w 170134"/>
              <a:gd name="csY49" fmla="*/ 54929 h 127583"/>
              <a:gd name="csX50" fmla="*/ 129557 w 170134"/>
              <a:gd name="csY50" fmla="*/ 50506 h 127583"/>
              <a:gd name="csX51" fmla="*/ 125117 w 170134"/>
              <a:gd name="csY51" fmla="*/ 46066 h 127583"/>
              <a:gd name="csX52" fmla="*/ 107405 w 170134"/>
              <a:gd name="csY52" fmla="*/ 46066 h 127583"/>
              <a:gd name="csX53" fmla="*/ 51976 w 170134"/>
              <a:gd name="csY53" fmla="*/ 46355 h 127583"/>
              <a:gd name="csX54" fmla="*/ 52878 w 170134"/>
              <a:gd name="csY54" fmla="*/ 46423 h 127583"/>
              <a:gd name="csX55" fmla="*/ 56467 w 170134"/>
              <a:gd name="csY55" fmla="*/ 51561 h 127583"/>
              <a:gd name="csX56" fmla="*/ 51840 w 170134"/>
              <a:gd name="csY56" fmla="*/ 77775 h 127583"/>
              <a:gd name="csX57" fmla="*/ 48284 w 170134"/>
              <a:gd name="csY57" fmla="*/ 81364 h 127583"/>
              <a:gd name="csX58" fmla="*/ 47467 w 170134"/>
              <a:gd name="csY58" fmla="*/ 81449 h 127583"/>
              <a:gd name="csX59" fmla="*/ 43691 w 170134"/>
              <a:gd name="csY59" fmla="*/ 79306 h 127583"/>
              <a:gd name="csX60" fmla="*/ 37209 w 170134"/>
              <a:gd name="csY60" fmla="*/ 68640 h 127583"/>
              <a:gd name="csX61" fmla="*/ 30743 w 170134"/>
              <a:gd name="csY61" fmla="*/ 79306 h 127583"/>
              <a:gd name="csX62" fmla="*/ 26150 w 170134"/>
              <a:gd name="csY62" fmla="*/ 81364 h 127583"/>
              <a:gd name="csX63" fmla="*/ 22611 w 170134"/>
              <a:gd name="csY63" fmla="*/ 77775 h 127583"/>
              <a:gd name="csX64" fmla="*/ 17966 w 170134"/>
              <a:gd name="csY64" fmla="*/ 51561 h 127583"/>
              <a:gd name="csX65" fmla="*/ 21556 w 170134"/>
              <a:gd name="csY65" fmla="*/ 46423 h 127583"/>
              <a:gd name="csX66" fmla="*/ 26694 w 170134"/>
              <a:gd name="csY66" fmla="*/ 50012 h 127583"/>
              <a:gd name="csX67" fmla="*/ 29280 w 170134"/>
              <a:gd name="csY67" fmla="*/ 64642 h 127583"/>
              <a:gd name="csX68" fmla="*/ 33431 w 170134"/>
              <a:gd name="csY68" fmla="*/ 57787 h 127583"/>
              <a:gd name="csX69" fmla="*/ 41002 w 170134"/>
              <a:gd name="csY69" fmla="*/ 57787 h 127583"/>
              <a:gd name="csX70" fmla="*/ 45154 w 170134"/>
              <a:gd name="csY70" fmla="*/ 64642 h 127583"/>
              <a:gd name="csX71" fmla="*/ 47740 w 170134"/>
              <a:gd name="csY71" fmla="*/ 50012 h 127583"/>
              <a:gd name="csX72" fmla="*/ 51976 w 170134"/>
              <a:gd name="csY72" fmla="*/ 46355 h 127583"/>
              <a:gd name="csX73" fmla="*/ 139237 w 170134"/>
              <a:gd name="csY73" fmla="*/ 56647 h 127583"/>
              <a:gd name="csX74" fmla="*/ 136124 w 170134"/>
              <a:gd name="csY74" fmla="*/ 57991 h 127583"/>
              <a:gd name="csX75" fmla="*/ 134865 w 170134"/>
              <a:gd name="csY75" fmla="*/ 61138 h 127583"/>
              <a:gd name="csX76" fmla="*/ 134865 w 170134"/>
              <a:gd name="csY76" fmla="*/ 77077 h 127583"/>
              <a:gd name="csX77" fmla="*/ 135188 w 170134"/>
              <a:gd name="csY77" fmla="*/ 78796 h 127583"/>
              <a:gd name="csX78" fmla="*/ 136141 w 170134"/>
              <a:gd name="csY78" fmla="*/ 80258 h 127583"/>
              <a:gd name="csX79" fmla="*/ 137588 w 170134"/>
              <a:gd name="csY79" fmla="*/ 81228 h 127583"/>
              <a:gd name="csX80" fmla="*/ 139306 w 170134"/>
              <a:gd name="csY80" fmla="*/ 81568 h 127583"/>
              <a:gd name="csX81" fmla="*/ 141007 w 170134"/>
              <a:gd name="csY81" fmla="*/ 81228 h 127583"/>
              <a:gd name="csX82" fmla="*/ 142453 w 170134"/>
              <a:gd name="csY82" fmla="*/ 80258 h 127583"/>
              <a:gd name="csX83" fmla="*/ 143406 w 170134"/>
              <a:gd name="csY83" fmla="*/ 78796 h 127583"/>
              <a:gd name="csX84" fmla="*/ 143729 w 170134"/>
              <a:gd name="csY84" fmla="*/ 77077 h 127583"/>
              <a:gd name="csX85" fmla="*/ 143729 w 170134"/>
              <a:gd name="csY85" fmla="*/ 61138 h 127583"/>
              <a:gd name="csX86" fmla="*/ 143406 w 170134"/>
              <a:gd name="csY86" fmla="*/ 59403 h 127583"/>
              <a:gd name="csX87" fmla="*/ 142437 w 170134"/>
              <a:gd name="csY87" fmla="*/ 57940 h 127583"/>
              <a:gd name="csX88" fmla="*/ 140956 w 170134"/>
              <a:gd name="csY88" fmla="*/ 56970 h 127583"/>
              <a:gd name="csX89" fmla="*/ 139237 w 170134"/>
              <a:gd name="csY89" fmla="*/ 56647 h 127583"/>
              <a:gd name="csX90" fmla="*/ 68411 w 170134"/>
              <a:gd name="csY90" fmla="*/ 56698 h 127583"/>
              <a:gd name="csX91" fmla="*/ 72835 w 170134"/>
              <a:gd name="csY91" fmla="*/ 61138 h 127583"/>
              <a:gd name="csX92" fmla="*/ 72835 w 170134"/>
              <a:gd name="csY92" fmla="*/ 77077 h 127583"/>
              <a:gd name="csX93" fmla="*/ 68411 w 170134"/>
              <a:gd name="csY93" fmla="*/ 81517 h 127583"/>
              <a:gd name="csX94" fmla="*/ 63987 w 170134"/>
              <a:gd name="csY94" fmla="*/ 77077 h 127583"/>
              <a:gd name="csX95" fmla="*/ 63987 w 170134"/>
              <a:gd name="csY95" fmla="*/ 61138 h 127583"/>
              <a:gd name="csX96" fmla="*/ 68411 w 170134"/>
              <a:gd name="csY96" fmla="*/ 56698 h 127583"/>
            </a:gdLst>
            <a:ahLst/>
            <a:cxnLst/>
            <a:rect l="l" t="t" r="r" b="b"/>
            <a:pathLst>
              <a:path w="100000" h="100000">
                <a:moveTo>
                  <a:pt x="50000" y="12505"/>
                </a:moveTo>
                <a:cubicBezTo>
                  <a:pt x="37950" y="12505"/>
                  <a:pt x="27200" y="18234"/>
                  <a:pt x="20340" y="27083"/>
                </a:cubicBezTo>
                <a:lnTo>
                  <a:pt x="17710" y="27083"/>
                </a:lnTo>
                <a:cubicBezTo>
                  <a:pt x="7970" y="27083"/>
                  <a:pt x="0" y="35052"/>
                  <a:pt x="0" y="44791"/>
                </a:cubicBezTo>
                <a:lnTo>
                  <a:pt x="0" y="55209"/>
                </a:lnTo>
                <a:cubicBezTo>
                  <a:pt x="0" y="64948"/>
                  <a:pt x="7970" y="72917"/>
                  <a:pt x="17710" y="72917"/>
                </a:cubicBezTo>
                <a:lnTo>
                  <a:pt x="20340" y="72917"/>
                </a:lnTo>
                <a:cubicBezTo>
                  <a:pt x="27200" y="81766"/>
                  <a:pt x="37950" y="87495"/>
                  <a:pt x="50000" y="87495"/>
                </a:cubicBezTo>
                <a:cubicBezTo>
                  <a:pt x="62050" y="87495"/>
                  <a:pt x="72800" y="81766"/>
                  <a:pt x="79660" y="72917"/>
                </a:cubicBezTo>
                <a:lnTo>
                  <a:pt x="82290" y="72917"/>
                </a:lnTo>
                <a:cubicBezTo>
                  <a:pt x="92030" y="72917"/>
                  <a:pt x="100000" y="64948"/>
                  <a:pt x="100000" y="55209"/>
                </a:cubicBezTo>
                <a:lnTo>
                  <a:pt x="100000" y="44791"/>
                </a:lnTo>
                <a:cubicBezTo>
                  <a:pt x="100000" y="35052"/>
                  <a:pt x="92030" y="27083"/>
                  <a:pt x="82290" y="27083"/>
                </a:cubicBezTo>
                <a:lnTo>
                  <a:pt x="79660" y="27083"/>
                </a:lnTo>
                <a:cubicBezTo>
                  <a:pt x="72800" y="18234"/>
                  <a:pt x="62050" y="12505"/>
                  <a:pt x="50000" y="12505"/>
                </a:cubicBezTo>
                <a:close/>
                <a:moveTo>
                  <a:pt x="63450" y="33332"/>
                </a:moveTo>
                <a:lnTo>
                  <a:pt x="82290" y="33332"/>
                </a:lnTo>
                <a:cubicBezTo>
                  <a:pt x="88660" y="33332"/>
                  <a:pt x="93750" y="38432"/>
                  <a:pt x="93750" y="44791"/>
                </a:cubicBezTo>
                <a:lnTo>
                  <a:pt x="93750" y="55209"/>
                </a:lnTo>
                <a:cubicBezTo>
                  <a:pt x="93750" y="61569"/>
                  <a:pt x="88660" y="66668"/>
                  <a:pt x="82290" y="66668"/>
                </a:cubicBezTo>
                <a:lnTo>
                  <a:pt x="47740" y="66668"/>
                </a:lnTo>
                <a:cubicBezTo>
                  <a:pt x="50380" y="63568"/>
                  <a:pt x="51990" y="59569"/>
                  <a:pt x="51990" y="55209"/>
                </a:cubicBezTo>
                <a:lnTo>
                  <a:pt x="51990" y="44791"/>
                </a:lnTo>
                <a:cubicBezTo>
                  <a:pt x="51990" y="38432"/>
                  <a:pt x="57080" y="33332"/>
                  <a:pt x="63450" y="33332"/>
                </a:cubicBezTo>
                <a:close/>
                <a:moveTo>
                  <a:pt x="40210" y="38442"/>
                </a:moveTo>
                <a:cubicBezTo>
                  <a:pt x="41650" y="38442"/>
                  <a:pt x="42810" y="39601"/>
                  <a:pt x="42810" y="41041"/>
                </a:cubicBezTo>
                <a:cubicBezTo>
                  <a:pt x="42810" y="42481"/>
                  <a:pt x="41650" y="43641"/>
                  <a:pt x="40210" y="43641"/>
                </a:cubicBezTo>
                <a:cubicBezTo>
                  <a:pt x="38770" y="43641"/>
                  <a:pt x="37610" y="42481"/>
                  <a:pt x="37610" y="41041"/>
                </a:cubicBezTo>
                <a:cubicBezTo>
                  <a:pt x="37610" y="39601"/>
                  <a:pt x="38770" y="38442"/>
                  <a:pt x="40210" y="38442"/>
                </a:cubicBezTo>
                <a:close/>
                <a:moveTo>
                  <a:pt x="81880" y="38442"/>
                </a:moveTo>
                <a:cubicBezTo>
                  <a:pt x="81190" y="38442"/>
                  <a:pt x="80520" y="38712"/>
                  <a:pt x="80040" y="39202"/>
                </a:cubicBezTo>
                <a:cubicBezTo>
                  <a:pt x="79550" y="39691"/>
                  <a:pt x="79270" y="40351"/>
                  <a:pt x="79270" y="41041"/>
                </a:cubicBezTo>
                <a:cubicBezTo>
                  <a:pt x="79270" y="41731"/>
                  <a:pt x="79550" y="42391"/>
                  <a:pt x="80040" y="42881"/>
                </a:cubicBezTo>
                <a:cubicBezTo>
                  <a:pt x="80520" y="43371"/>
                  <a:pt x="81190" y="43641"/>
                  <a:pt x="81880" y="43641"/>
                </a:cubicBezTo>
                <a:cubicBezTo>
                  <a:pt x="82570" y="43641"/>
                  <a:pt x="83230" y="43371"/>
                  <a:pt x="83720" y="42881"/>
                </a:cubicBezTo>
                <a:cubicBezTo>
                  <a:pt x="84210" y="42391"/>
                  <a:pt x="84480" y="41731"/>
                  <a:pt x="84480" y="41041"/>
                </a:cubicBezTo>
                <a:cubicBezTo>
                  <a:pt x="84480" y="40351"/>
                  <a:pt x="84210" y="39691"/>
                  <a:pt x="83720" y="39202"/>
                </a:cubicBezTo>
                <a:cubicBezTo>
                  <a:pt x="83230" y="38712"/>
                  <a:pt x="82570" y="38442"/>
                  <a:pt x="81880" y="38442"/>
                </a:cubicBezTo>
                <a:close/>
                <a:moveTo>
                  <a:pt x="63130" y="39581"/>
                </a:moveTo>
                <a:cubicBezTo>
                  <a:pt x="61690" y="39581"/>
                  <a:pt x="60520" y="40751"/>
                  <a:pt x="60520" y="42191"/>
                </a:cubicBezTo>
                <a:lnTo>
                  <a:pt x="60520" y="57809"/>
                </a:lnTo>
                <a:cubicBezTo>
                  <a:pt x="60520" y="59249"/>
                  <a:pt x="61690" y="60419"/>
                  <a:pt x="63130" y="60419"/>
                </a:cubicBezTo>
                <a:cubicBezTo>
                  <a:pt x="64560" y="60419"/>
                  <a:pt x="65730" y="59249"/>
                  <a:pt x="65730" y="57809"/>
                </a:cubicBezTo>
                <a:lnTo>
                  <a:pt x="65730" y="54690"/>
                </a:lnTo>
                <a:lnTo>
                  <a:pt x="71460" y="54690"/>
                </a:lnTo>
                <a:cubicBezTo>
                  <a:pt x="72900" y="54690"/>
                  <a:pt x="74060" y="53520"/>
                  <a:pt x="74060" y="52080"/>
                </a:cubicBezTo>
                <a:cubicBezTo>
                  <a:pt x="74060" y="50650"/>
                  <a:pt x="72900" y="49480"/>
                  <a:pt x="71460" y="49480"/>
                </a:cubicBezTo>
                <a:lnTo>
                  <a:pt x="65730" y="49480"/>
                </a:lnTo>
                <a:lnTo>
                  <a:pt x="65730" y="44791"/>
                </a:lnTo>
                <a:lnTo>
                  <a:pt x="73540" y="44791"/>
                </a:lnTo>
                <a:cubicBezTo>
                  <a:pt x="74980" y="44791"/>
                  <a:pt x="76150" y="43621"/>
                  <a:pt x="76150" y="42191"/>
                </a:cubicBezTo>
                <a:cubicBezTo>
                  <a:pt x="76150" y="40751"/>
                  <a:pt x="74980" y="39581"/>
                  <a:pt x="73540" y="39581"/>
                </a:cubicBezTo>
                <a:lnTo>
                  <a:pt x="63130" y="39581"/>
                </a:lnTo>
                <a:close/>
                <a:moveTo>
                  <a:pt x="30550" y="39751"/>
                </a:moveTo>
                <a:cubicBezTo>
                  <a:pt x="30730" y="39741"/>
                  <a:pt x="30900" y="39761"/>
                  <a:pt x="31080" y="39791"/>
                </a:cubicBezTo>
                <a:cubicBezTo>
                  <a:pt x="32500" y="40042"/>
                  <a:pt x="33440" y="41391"/>
                  <a:pt x="33190" y="42811"/>
                </a:cubicBezTo>
                <a:lnTo>
                  <a:pt x="30470" y="58219"/>
                </a:lnTo>
                <a:cubicBezTo>
                  <a:pt x="30280" y="59289"/>
                  <a:pt x="29450" y="60129"/>
                  <a:pt x="28380" y="60329"/>
                </a:cubicBezTo>
                <a:cubicBezTo>
                  <a:pt x="28220" y="60359"/>
                  <a:pt x="28060" y="60379"/>
                  <a:pt x="27900" y="60379"/>
                </a:cubicBezTo>
                <a:cubicBezTo>
                  <a:pt x="27000" y="60379"/>
                  <a:pt x="26150" y="59909"/>
                  <a:pt x="25680" y="59119"/>
                </a:cubicBezTo>
                <a:lnTo>
                  <a:pt x="21870" y="52850"/>
                </a:lnTo>
                <a:lnTo>
                  <a:pt x="18070" y="59119"/>
                </a:lnTo>
                <a:cubicBezTo>
                  <a:pt x="17510" y="60049"/>
                  <a:pt x="16430" y="60528"/>
                  <a:pt x="15370" y="60329"/>
                </a:cubicBezTo>
                <a:cubicBezTo>
                  <a:pt x="14300" y="60129"/>
                  <a:pt x="13470" y="59289"/>
                  <a:pt x="13290" y="58219"/>
                </a:cubicBezTo>
                <a:lnTo>
                  <a:pt x="10560" y="42811"/>
                </a:lnTo>
                <a:cubicBezTo>
                  <a:pt x="10310" y="41391"/>
                  <a:pt x="11250" y="40042"/>
                  <a:pt x="12670" y="39791"/>
                </a:cubicBezTo>
                <a:cubicBezTo>
                  <a:pt x="14080" y="39531"/>
                  <a:pt x="15440" y="40491"/>
                  <a:pt x="15690" y="41901"/>
                </a:cubicBezTo>
                <a:lnTo>
                  <a:pt x="17210" y="50500"/>
                </a:lnTo>
                <a:lnTo>
                  <a:pt x="19650" y="46471"/>
                </a:lnTo>
                <a:cubicBezTo>
                  <a:pt x="20590" y="44911"/>
                  <a:pt x="23160" y="44911"/>
                  <a:pt x="24100" y="46471"/>
                </a:cubicBezTo>
                <a:lnTo>
                  <a:pt x="26540" y="50500"/>
                </a:lnTo>
                <a:lnTo>
                  <a:pt x="28060" y="41901"/>
                </a:lnTo>
                <a:cubicBezTo>
                  <a:pt x="28280" y="40661"/>
                  <a:pt x="29350" y="39771"/>
                  <a:pt x="30550" y="39751"/>
                </a:cubicBezTo>
                <a:close/>
                <a:moveTo>
                  <a:pt x="81840" y="45801"/>
                </a:moveTo>
                <a:cubicBezTo>
                  <a:pt x="81150" y="45811"/>
                  <a:pt x="80490" y="46090"/>
                  <a:pt x="80010" y="46591"/>
                </a:cubicBezTo>
                <a:cubicBezTo>
                  <a:pt x="79530" y="47081"/>
                  <a:pt x="79260" y="47750"/>
                  <a:pt x="79270" y="48440"/>
                </a:cubicBezTo>
                <a:lnTo>
                  <a:pt x="79270" y="57809"/>
                </a:lnTo>
                <a:cubicBezTo>
                  <a:pt x="79270" y="58159"/>
                  <a:pt x="79330" y="58499"/>
                  <a:pt x="79460" y="58819"/>
                </a:cubicBezTo>
                <a:cubicBezTo>
                  <a:pt x="79590" y="59139"/>
                  <a:pt x="79780" y="59429"/>
                  <a:pt x="80020" y="59679"/>
                </a:cubicBezTo>
                <a:cubicBezTo>
                  <a:pt x="80260" y="59919"/>
                  <a:pt x="80550" y="60119"/>
                  <a:pt x="80870" y="60249"/>
                </a:cubicBezTo>
                <a:cubicBezTo>
                  <a:pt x="81190" y="60389"/>
                  <a:pt x="81530" y="60449"/>
                  <a:pt x="81880" y="60449"/>
                </a:cubicBezTo>
                <a:cubicBezTo>
                  <a:pt x="82220" y="60449"/>
                  <a:pt x="82560" y="60389"/>
                  <a:pt x="82880" y="60249"/>
                </a:cubicBezTo>
                <a:cubicBezTo>
                  <a:pt x="83200" y="60119"/>
                  <a:pt x="83490" y="59919"/>
                  <a:pt x="83730" y="59679"/>
                </a:cubicBezTo>
                <a:cubicBezTo>
                  <a:pt x="83970" y="59429"/>
                  <a:pt x="84160" y="59139"/>
                  <a:pt x="84290" y="58819"/>
                </a:cubicBezTo>
                <a:cubicBezTo>
                  <a:pt x="84420" y="58499"/>
                  <a:pt x="84490" y="58159"/>
                  <a:pt x="84480" y="57809"/>
                </a:cubicBezTo>
                <a:lnTo>
                  <a:pt x="84480" y="48440"/>
                </a:lnTo>
                <a:cubicBezTo>
                  <a:pt x="84490" y="48091"/>
                  <a:pt x="84420" y="47740"/>
                  <a:pt x="84290" y="47421"/>
                </a:cubicBezTo>
                <a:cubicBezTo>
                  <a:pt x="84160" y="47101"/>
                  <a:pt x="83960" y="46800"/>
                  <a:pt x="83720" y="46561"/>
                </a:cubicBezTo>
                <a:cubicBezTo>
                  <a:pt x="83470" y="46311"/>
                  <a:pt x="83180" y="46121"/>
                  <a:pt x="82850" y="45991"/>
                </a:cubicBezTo>
                <a:cubicBezTo>
                  <a:pt x="82530" y="45861"/>
                  <a:pt x="82180" y="45791"/>
                  <a:pt x="81840" y="45801"/>
                </a:cubicBezTo>
                <a:close/>
                <a:moveTo>
                  <a:pt x="40210" y="45831"/>
                </a:moveTo>
                <a:cubicBezTo>
                  <a:pt x="41650" y="45831"/>
                  <a:pt x="42810" y="47000"/>
                  <a:pt x="42810" y="48440"/>
                </a:cubicBezTo>
                <a:lnTo>
                  <a:pt x="42810" y="57809"/>
                </a:lnTo>
                <a:cubicBezTo>
                  <a:pt x="42810" y="59249"/>
                  <a:pt x="41650" y="60419"/>
                  <a:pt x="40210" y="60419"/>
                </a:cubicBezTo>
                <a:cubicBezTo>
                  <a:pt x="38770" y="60419"/>
                  <a:pt x="37610" y="59249"/>
                  <a:pt x="37610" y="57809"/>
                </a:cubicBezTo>
                <a:lnTo>
                  <a:pt x="37610" y="48440"/>
                </a:lnTo>
                <a:cubicBezTo>
                  <a:pt x="37610" y="47000"/>
                  <a:pt x="38770" y="45831"/>
                  <a:pt x="40210" y="4583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8" name="Красный — SVG 87">
            <a:extLst>
              <a:ext uri="{FF2B5EF4-FFF2-40B4-BE49-F238E27FC236}">
                <a16:creationId xmlns:a16="http://schemas.microsoft.com/office/drawing/2014/main" id="{628911D2-1935-CC4D-A52D-349A86D69A77}"/>
              </a:ext>
            </a:extLst>
          </p:cNvPr>
          <p:cNvSpPr>
            <a:spLocks noGrp="1"/>
          </p:cNvSpPr>
          <p:nvPr/>
        </p:nvSpPr>
        <p:spPr>
          <a:xfrm>
            <a:off x="8820000" y="2190000"/>
            <a:ext cx="220000" cy="220000"/>
          </a:xfrm>
          <a:custGeom>
            <a:avLst/>
            <a:gdLst>
              <a:gd name="csX0" fmla="*/ 47978 w 148867"/>
              <a:gd name="csY0" fmla="*/ 0 h 109861"/>
              <a:gd name="csX1" fmla="*/ 37753 w 148867"/>
              <a:gd name="csY1" fmla="*/ 1752 h 109861"/>
              <a:gd name="csX2" fmla="*/ 28633 w 148867"/>
              <a:gd name="csY2" fmla="*/ 9101 h 109861"/>
              <a:gd name="csX3" fmla="*/ 28651 w 148867"/>
              <a:gd name="csY3" fmla="*/ 10105 h 109861"/>
              <a:gd name="csX4" fmla="*/ 14631 w 148867"/>
              <a:gd name="csY4" fmla="*/ 30518 h 109861"/>
              <a:gd name="csX5" fmla="*/ 9562 w 148867"/>
              <a:gd name="csY5" fmla="*/ 45726 h 109861"/>
              <a:gd name="csX6" fmla="*/ 0 w 148867"/>
              <a:gd name="csY6" fmla="*/ 85311 h 109861"/>
              <a:gd name="csX7" fmla="*/ 17507 w 148867"/>
              <a:gd name="csY7" fmla="*/ 109381 h 109861"/>
              <a:gd name="csX8" fmla="*/ 23240 w 148867"/>
              <a:gd name="csY8" fmla="*/ 108531 h 109861"/>
              <a:gd name="csX9" fmla="*/ 49866 w 148867"/>
              <a:gd name="csY9" fmla="*/ 85056 h 109861"/>
              <a:gd name="csX10" fmla="*/ 99001 w 148867"/>
              <a:gd name="csY10" fmla="*/ 85056 h 109861"/>
              <a:gd name="csX11" fmla="*/ 125627 w 148867"/>
              <a:gd name="csY11" fmla="*/ 108531 h 109861"/>
              <a:gd name="csX12" fmla="*/ 129149 w 148867"/>
              <a:gd name="csY12" fmla="*/ 109858 h 109861"/>
              <a:gd name="csX13" fmla="*/ 131360 w 148867"/>
              <a:gd name="csY13" fmla="*/ 109381 h 109861"/>
              <a:gd name="csX14" fmla="*/ 148867 w 148867"/>
              <a:gd name="csY14" fmla="*/ 85311 h 109861"/>
              <a:gd name="csX15" fmla="*/ 139306 w 148867"/>
              <a:gd name="csY15" fmla="*/ 45726 h 109861"/>
              <a:gd name="csX16" fmla="*/ 134219 w 148867"/>
              <a:gd name="csY16" fmla="*/ 30518 h 109861"/>
              <a:gd name="csX17" fmla="*/ 120217 w 148867"/>
              <a:gd name="csY17" fmla="*/ 10105 h 109861"/>
              <a:gd name="csX18" fmla="*/ 120234 w 148867"/>
              <a:gd name="csY18" fmla="*/ 9101 h 109861"/>
              <a:gd name="csX19" fmla="*/ 111115 w 148867"/>
              <a:gd name="csY19" fmla="*/ 1752 h 109861"/>
              <a:gd name="csX20" fmla="*/ 100890 w 148867"/>
              <a:gd name="csY20" fmla="*/ 0 h 109861"/>
              <a:gd name="csX21" fmla="*/ 95564 w 148867"/>
              <a:gd name="csY21" fmla="*/ 3674 h 109861"/>
              <a:gd name="csX22" fmla="*/ 89933 w 148867"/>
              <a:gd name="csY22" fmla="*/ 3538 h 109861"/>
              <a:gd name="csX23" fmla="*/ 58934 w 148867"/>
              <a:gd name="csY23" fmla="*/ 3538 h 109861"/>
              <a:gd name="csX24" fmla="*/ 53303 w 148867"/>
              <a:gd name="csY24" fmla="*/ 3674 h 109861"/>
              <a:gd name="csX25" fmla="*/ 47978 w 148867"/>
              <a:gd name="csY25" fmla="*/ 0 h 109861"/>
              <a:gd name="csX26" fmla="*/ 74434 w 148867"/>
              <a:gd name="csY26" fmla="*/ 21264 h 109861"/>
              <a:gd name="csX27" fmla="*/ 79742 w 148867"/>
              <a:gd name="csY27" fmla="*/ 26588 h 109861"/>
              <a:gd name="csX28" fmla="*/ 74434 w 148867"/>
              <a:gd name="csY28" fmla="*/ 31896 h 109861"/>
              <a:gd name="csX29" fmla="*/ 69108 w 148867"/>
              <a:gd name="csY29" fmla="*/ 26588 h 109861"/>
              <a:gd name="csX30" fmla="*/ 74434 w 148867"/>
              <a:gd name="csY30" fmla="*/ 21264 h 109861"/>
              <a:gd name="csX31" fmla="*/ 106334 w 148867"/>
              <a:gd name="csY31" fmla="*/ 24802 h 109861"/>
              <a:gd name="csX32" fmla="*/ 109873 w 148867"/>
              <a:gd name="csY32" fmla="*/ 28357 h 109861"/>
              <a:gd name="csX33" fmla="*/ 106334 w 148867"/>
              <a:gd name="csY33" fmla="*/ 31896 h 109861"/>
              <a:gd name="csX34" fmla="*/ 102795 w 148867"/>
              <a:gd name="csY34" fmla="*/ 28357 h 109861"/>
              <a:gd name="csX35" fmla="*/ 106334 w 148867"/>
              <a:gd name="csY35" fmla="*/ 24802 h 109861"/>
              <a:gd name="csX36" fmla="*/ 42534 w 148867"/>
              <a:gd name="csY36" fmla="*/ 28357 h 109861"/>
              <a:gd name="csX37" fmla="*/ 49628 w 148867"/>
              <a:gd name="csY37" fmla="*/ 35434 h 109861"/>
              <a:gd name="csX38" fmla="*/ 42534 w 148867"/>
              <a:gd name="csY38" fmla="*/ 42528 h 109861"/>
              <a:gd name="csX39" fmla="*/ 35439 w 148867"/>
              <a:gd name="csY39" fmla="*/ 35434 h 109861"/>
              <a:gd name="csX40" fmla="*/ 42534 w 148867"/>
              <a:gd name="csY40" fmla="*/ 28357 h 109861"/>
              <a:gd name="csX41" fmla="*/ 99239 w 148867"/>
              <a:gd name="csY41" fmla="*/ 31896 h 109861"/>
              <a:gd name="csX42" fmla="*/ 102795 w 148867"/>
              <a:gd name="csY42" fmla="*/ 35434 h 109861"/>
              <a:gd name="csX43" fmla="*/ 99239 w 148867"/>
              <a:gd name="csY43" fmla="*/ 38989 h 109861"/>
              <a:gd name="csX44" fmla="*/ 95700 w 148867"/>
              <a:gd name="csY44" fmla="*/ 35434 h 109861"/>
              <a:gd name="csX45" fmla="*/ 99239 w 148867"/>
              <a:gd name="csY45" fmla="*/ 31896 h 109861"/>
              <a:gd name="csX46" fmla="*/ 113428 w 148867"/>
              <a:gd name="csY46" fmla="*/ 31896 h 109861"/>
              <a:gd name="csX47" fmla="*/ 116967 w 148867"/>
              <a:gd name="csY47" fmla="*/ 35434 h 109861"/>
              <a:gd name="csX48" fmla="*/ 113428 w 148867"/>
              <a:gd name="csY48" fmla="*/ 38989 h 109861"/>
              <a:gd name="csX49" fmla="*/ 109873 w 148867"/>
              <a:gd name="csY49" fmla="*/ 35434 h 109861"/>
              <a:gd name="csX50" fmla="*/ 113428 w 148867"/>
              <a:gd name="csY50" fmla="*/ 31896 h 109861"/>
              <a:gd name="csX51" fmla="*/ 106334 w 148867"/>
              <a:gd name="csY51" fmla="*/ 38989 h 109861"/>
              <a:gd name="csX52" fmla="*/ 109873 w 148867"/>
              <a:gd name="csY52" fmla="*/ 42528 h 109861"/>
              <a:gd name="csX53" fmla="*/ 106334 w 148867"/>
              <a:gd name="csY53" fmla="*/ 46066 h 109861"/>
              <a:gd name="csX54" fmla="*/ 102795 w 148867"/>
              <a:gd name="csY54" fmla="*/ 42528 h 109861"/>
              <a:gd name="csX55" fmla="*/ 106334 w 148867"/>
              <a:gd name="csY55" fmla="*/ 38989 h 109861"/>
              <a:gd name="csX56" fmla="*/ 88606 w 148867"/>
              <a:gd name="csY56" fmla="*/ 46066 h 109861"/>
              <a:gd name="csX57" fmla="*/ 95700 w 148867"/>
              <a:gd name="csY57" fmla="*/ 53160 h 109861"/>
              <a:gd name="csX58" fmla="*/ 88606 w 148867"/>
              <a:gd name="csY58" fmla="*/ 60253 h 109861"/>
              <a:gd name="csX59" fmla="*/ 81528 w 148867"/>
              <a:gd name="csY59" fmla="*/ 53160 h 109861"/>
              <a:gd name="csX60" fmla="*/ 88606 w 148867"/>
              <a:gd name="csY60" fmla="*/ 46066 h 109861"/>
              <a:gd name="csX61" fmla="*/ 58475 w 148867"/>
              <a:gd name="csY61" fmla="*/ 49621 h 109861"/>
              <a:gd name="csX62" fmla="*/ 67339 w 148867"/>
              <a:gd name="csY62" fmla="*/ 58484 h 109861"/>
              <a:gd name="csX63" fmla="*/ 58475 w 148867"/>
              <a:gd name="csY63" fmla="*/ 67330 h 109861"/>
              <a:gd name="csX64" fmla="*/ 49628 w 148867"/>
              <a:gd name="csY64" fmla="*/ 58484 h 109861"/>
              <a:gd name="csX65" fmla="*/ 58475 w 148867"/>
              <a:gd name="csY65" fmla="*/ 49621 h 109861"/>
            </a:gdLst>
            <a:ahLst/>
            <a:cxnLst/>
            <a:rect l="l" t="t" r="r" b="b"/>
            <a:pathLst>
              <a:path w="100000" h="100000">
                <a:moveTo>
                  <a:pt x="32229" y="13101"/>
                </a:moveTo>
                <a:cubicBezTo>
                  <a:pt x="31463" y="13101"/>
                  <a:pt x="29314" y="13090"/>
                  <a:pt x="25360" y="14278"/>
                </a:cubicBezTo>
                <a:cubicBezTo>
                  <a:pt x="21451" y="15466"/>
                  <a:pt x="19520" y="18038"/>
                  <a:pt x="19234" y="19214"/>
                </a:cubicBezTo>
                <a:cubicBezTo>
                  <a:pt x="19189" y="19397"/>
                  <a:pt x="19223" y="19648"/>
                  <a:pt x="19246" y="19889"/>
                </a:cubicBezTo>
                <a:cubicBezTo>
                  <a:pt x="14857" y="22757"/>
                  <a:pt x="11943" y="27179"/>
                  <a:pt x="9828" y="33601"/>
                </a:cubicBezTo>
                <a:cubicBezTo>
                  <a:pt x="8571" y="37441"/>
                  <a:pt x="7429" y="40812"/>
                  <a:pt x="6423" y="43817"/>
                </a:cubicBezTo>
                <a:cubicBezTo>
                  <a:pt x="2149" y="56478"/>
                  <a:pt x="0" y="62831"/>
                  <a:pt x="0" y="70408"/>
                </a:cubicBezTo>
                <a:cubicBezTo>
                  <a:pt x="0" y="81092"/>
                  <a:pt x="11280" y="86360"/>
                  <a:pt x="11760" y="86577"/>
                </a:cubicBezTo>
                <a:cubicBezTo>
                  <a:pt x="13051" y="87160"/>
                  <a:pt x="14549" y="86943"/>
                  <a:pt x="15611" y="86006"/>
                </a:cubicBezTo>
                <a:lnTo>
                  <a:pt x="33497" y="70237"/>
                </a:lnTo>
                <a:lnTo>
                  <a:pt x="66503" y="70237"/>
                </a:lnTo>
                <a:lnTo>
                  <a:pt x="84389" y="86006"/>
                </a:lnTo>
                <a:cubicBezTo>
                  <a:pt x="85063" y="86600"/>
                  <a:pt x="85897" y="86897"/>
                  <a:pt x="86755" y="86897"/>
                </a:cubicBezTo>
                <a:cubicBezTo>
                  <a:pt x="87257" y="86897"/>
                  <a:pt x="87760" y="86794"/>
                  <a:pt x="88240" y="86577"/>
                </a:cubicBezTo>
                <a:cubicBezTo>
                  <a:pt x="88720" y="86360"/>
                  <a:pt x="100000" y="81092"/>
                  <a:pt x="100000" y="70408"/>
                </a:cubicBezTo>
                <a:cubicBezTo>
                  <a:pt x="100000" y="62831"/>
                  <a:pt x="97852" y="56478"/>
                  <a:pt x="93577" y="43817"/>
                </a:cubicBezTo>
                <a:cubicBezTo>
                  <a:pt x="92572" y="40812"/>
                  <a:pt x="91429" y="37441"/>
                  <a:pt x="90160" y="33601"/>
                </a:cubicBezTo>
                <a:cubicBezTo>
                  <a:pt x="88057" y="27179"/>
                  <a:pt x="85143" y="22757"/>
                  <a:pt x="80755" y="19889"/>
                </a:cubicBezTo>
                <a:cubicBezTo>
                  <a:pt x="80777" y="19648"/>
                  <a:pt x="80812" y="19397"/>
                  <a:pt x="80766" y="19214"/>
                </a:cubicBezTo>
                <a:cubicBezTo>
                  <a:pt x="80481" y="18038"/>
                  <a:pt x="78549" y="15466"/>
                  <a:pt x="74640" y="14278"/>
                </a:cubicBezTo>
                <a:cubicBezTo>
                  <a:pt x="70686" y="13090"/>
                  <a:pt x="68537" y="13101"/>
                  <a:pt x="67772" y="13101"/>
                </a:cubicBezTo>
                <a:cubicBezTo>
                  <a:pt x="66823" y="13101"/>
                  <a:pt x="65486" y="14438"/>
                  <a:pt x="64194" y="15569"/>
                </a:cubicBezTo>
                <a:cubicBezTo>
                  <a:pt x="62983" y="15524"/>
                  <a:pt x="61737" y="15478"/>
                  <a:pt x="60412" y="15478"/>
                </a:cubicBezTo>
                <a:lnTo>
                  <a:pt x="39588" y="15478"/>
                </a:lnTo>
                <a:cubicBezTo>
                  <a:pt x="38263" y="15478"/>
                  <a:pt x="37017" y="15524"/>
                  <a:pt x="35806" y="15569"/>
                </a:cubicBezTo>
                <a:cubicBezTo>
                  <a:pt x="34514" y="14438"/>
                  <a:pt x="33177" y="13101"/>
                  <a:pt x="32229" y="13101"/>
                </a:cubicBezTo>
                <a:close/>
                <a:moveTo>
                  <a:pt x="50000" y="27385"/>
                </a:moveTo>
                <a:cubicBezTo>
                  <a:pt x="51966" y="27385"/>
                  <a:pt x="53566" y="28984"/>
                  <a:pt x="53566" y="30961"/>
                </a:cubicBezTo>
                <a:cubicBezTo>
                  <a:pt x="53566" y="32927"/>
                  <a:pt x="51966" y="34527"/>
                  <a:pt x="50000" y="34527"/>
                </a:cubicBezTo>
                <a:cubicBezTo>
                  <a:pt x="48023" y="34527"/>
                  <a:pt x="46423" y="32927"/>
                  <a:pt x="46423" y="30961"/>
                </a:cubicBezTo>
                <a:cubicBezTo>
                  <a:pt x="46423" y="28984"/>
                  <a:pt x="48023" y="27385"/>
                  <a:pt x="50000" y="27385"/>
                </a:cubicBezTo>
                <a:close/>
                <a:moveTo>
                  <a:pt x="71429" y="29761"/>
                </a:moveTo>
                <a:cubicBezTo>
                  <a:pt x="72743" y="29761"/>
                  <a:pt x="73806" y="30836"/>
                  <a:pt x="73806" y="32150"/>
                </a:cubicBezTo>
                <a:cubicBezTo>
                  <a:pt x="73806" y="33464"/>
                  <a:pt x="72743" y="34527"/>
                  <a:pt x="71429" y="34527"/>
                </a:cubicBezTo>
                <a:cubicBezTo>
                  <a:pt x="70114" y="34527"/>
                  <a:pt x="69052" y="33464"/>
                  <a:pt x="69052" y="32150"/>
                </a:cubicBezTo>
                <a:cubicBezTo>
                  <a:pt x="69052" y="30836"/>
                  <a:pt x="70114" y="29761"/>
                  <a:pt x="71429" y="29761"/>
                </a:cubicBezTo>
                <a:close/>
                <a:moveTo>
                  <a:pt x="28572" y="32150"/>
                </a:moveTo>
                <a:cubicBezTo>
                  <a:pt x="31200" y="32150"/>
                  <a:pt x="33337" y="34276"/>
                  <a:pt x="33337" y="36903"/>
                </a:cubicBezTo>
                <a:cubicBezTo>
                  <a:pt x="33337" y="39543"/>
                  <a:pt x="31200" y="41669"/>
                  <a:pt x="28572" y="41669"/>
                </a:cubicBezTo>
                <a:cubicBezTo>
                  <a:pt x="25943" y="41669"/>
                  <a:pt x="23806" y="39543"/>
                  <a:pt x="23806" y="36903"/>
                </a:cubicBezTo>
                <a:cubicBezTo>
                  <a:pt x="23806" y="34276"/>
                  <a:pt x="25943" y="32150"/>
                  <a:pt x="28572" y="32150"/>
                </a:cubicBezTo>
                <a:close/>
                <a:moveTo>
                  <a:pt x="66663" y="34527"/>
                </a:moveTo>
                <a:cubicBezTo>
                  <a:pt x="67977" y="34527"/>
                  <a:pt x="69052" y="35589"/>
                  <a:pt x="69052" y="36903"/>
                </a:cubicBezTo>
                <a:cubicBezTo>
                  <a:pt x="69052" y="38217"/>
                  <a:pt x="67977" y="39291"/>
                  <a:pt x="66663" y="39291"/>
                </a:cubicBezTo>
                <a:cubicBezTo>
                  <a:pt x="65349" y="39291"/>
                  <a:pt x="64286" y="38217"/>
                  <a:pt x="64286" y="36903"/>
                </a:cubicBezTo>
                <a:cubicBezTo>
                  <a:pt x="64286" y="35589"/>
                  <a:pt x="65349" y="34527"/>
                  <a:pt x="66663" y="34527"/>
                </a:cubicBezTo>
                <a:close/>
                <a:moveTo>
                  <a:pt x="76194" y="34527"/>
                </a:moveTo>
                <a:cubicBezTo>
                  <a:pt x="77509" y="34527"/>
                  <a:pt x="78571" y="35589"/>
                  <a:pt x="78571" y="36903"/>
                </a:cubicBezTo>
                <a:cubicBezTo>
                  <a:pt x="78571" y="38217"/>
                  <a:pt x="77509" y="39291"/>
                  <a:pt x="76194" y="39291"/>
                </a:cubicBezTo>
                <a:cubicBezTo>
                  <a:pt x="74880" y="39291"/>
                  <a:pt x="73806" y="38217"/>
                  <a:pt x="73806" y="36903"/>
                </a:cubicBezTo>
                <a:cubicBezTo>
                  <a:pt x="73806" y="35589"/>
                  <a:pt x="74880" y="34527"/>
                  <a:pt x="76194" y="34527"/>
                </a:cubicBezTo>
                <a:close/>
                <a:moveTo>
                  <a:pt x="71429" y="39291"/>
                </a:moveTo>
                <a:cubicBezTo>
                  <a:pt x="72743" y="39291"/>
                  <a:pt x="73806" y="40355"/>
                  <a:pt x="73806" y="41669"/>
                </a:cubicBezTo>
                <a:cubicBezTo>
                  <a:pt x="73806" y="42983"/>
                  <a:pt x="72743" y="44045"/>
                  <a:pt x="71429" y="44045"/>
                </a:cubicBezTo>
                <a:cubicBezTo>
                  <a:pt x="70114" y="44045"/>
                  <a:pt x="69052" y="42983"/>
                  <a:pt x="69052" y="41669"/>
                </a:cubicBezTo>
                <a:cubicBezTo>
                  <a:pt x="69052" y="40355"/>
                  <a:pt x="70114" y="39291"/>
                  <a:pt x="71429" y="39291"/>
                </a:cubicBezTo>
                <a:close/>
                <a:moveTo>
                  <a:pt x="59520" y="44045"/>
                </a:moveTo>
                <a:cubicBezTo>
                  <a:pt x="62160" y="44045"/>
                  <a:pt x="64286" y="46182"/>
                  <a:pt x="64286" y="48811"/>
                </a:cubicBezTo>
                <a:cubicBezTo>
                  <a:pt x="64286" y="51439"/>
                  <a:pt x="62160" y="53575"/>
                  <a:pt x="59520" y="53575"/>
                </a:cubicBezTo>
                <a:cubicBezTo>
                  <a:pt x="56892" y="53575"/>
                  <a:pt x="54766" y="51439"/>
                  <a:pt x="54766" y="48811"/>
                </a:cubicBezTo>
                <a:cubicBezTo>
                  <a:pt x="54766" y="46182"/>
                  <a:pt x="56892" y="44045"/>
                  <a:pt x="59520" y="44045"/>
                </a:cubicBezTo>
                <a:close/>
                <a:moveTo>
                  <a:pt x="39280" y="46433"/>
                </a:moveTo>
                <a:cubicBezTo>
                  <a:pt x="42572" y="46433"/>
                  <a:pt x="45234" y="49096"/>
                  <a:pt x="45234" y="52387"/>
                </a:cubicBezTo>
                <a:cubicBezTo>
                  <a:pt x="45234" y="55666"/>
                  <a:pt x="42572" y="58329"/>
                  <a:pt x="39280" y="58329"/>
                </a:cubicBezTo>
                <a:cubicBezTo>
                  <a:pt x="36000" y="58329"/>
                  <a:pt x="33337" y="55666"/>
                  <a:pt x="33337" y="52387"/>
                </a:cubicBezTo>
                <a:cubicBezTo>
                  <a:pt x="33337" y="49096"/>
                  <a:pt x="36000" y="46433"/>
                  <a:pt x="39280" y="4643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9" name="Красный — SVG 88">
            <a:extLst>
              <a:ext uri="{FF2B5EF4-FFF2-40B4-BE49-F238E27FC236}">
                <a16:creationId xmlns:a16="http://schemas.microsoft.com/office/drawing/2014/main" id="{FBCB1BEE-6966-F34C-826F-2960AEEF09EE}"/>
              </a:ext>
            </a:extLst>
          </p:cNvPr>
          <p:cNvSpPr>
            <a:spLocks noGrp="1"/>
          </p:cNvSpPr>
          <p:nvPr/>
        </p:nvSpPr>
        <p:spPr>
          <a:xfrm>
            <a:off x="9420000" y="2190000"/>
            <a:ext cx="220000" cy="220000"/>
          </a:xfrm>
          <a:custGeom>
            <a:avLst/>
            <a:gdLst>
              <a:gd name="csX0" fmla="*/ 54302 w 145323"/>
              <a:gd name="csY0" fmla="*/ 0 h 141753"/>
              <a:gd name="csX1" fmla="*/ 31153 w 145323"/>
              <a:gd name="csY1" fmla="*/ 18253 h 141753"/>
              <a:gd name="csX2" fmla="*/ 6133 w 145323"/>
              <a:gd name="csY2" fmla="*/ 47019 h 141753"/>
              <a:gd name="csX3" fmla="*/ 6451 w 145323"/>
              <a:gd name="csY3" fmla="*/ 51033 h 141753"/>
              <a:gd name="csX4" fmla="*/ 0 w 145323"/>
              <a:gd name="csY4" fmla="*/ 70885 h 141753"/>
              <a:gd name="csX5" fmla="*/ 4042 w 145323"/>
              <a:gd name="csY5" fmla="*/ 88424 h 141753"/>
              <a:gd name="csX6" fmla="*/ 21973 w 145323"/>
              <a:gd name="csY6" fmla="*/ 74526 h 141753"/>
              <a:gd name="csX7" fmla="*/ 28252 w 145323"/>
              <a:gd name="csY7" fmla="*/ 78676 h 141753"/>
              <a:gd name="csX8" fmla="*/ 24105 w 145323"/>
              <a:gd name="csY8" fmla="*/ 84953 h 141753"/>
              <a:gd name="csX9" fmla="*/ 11484 w 145323"/>
              <a:gd name="csY9" fmla="*/ 97746 h 141753"/>
              <a:gd name="csX10" fmla="*/ 11520 w 145323"/>
              <a:gd name="csY10" fmla="*/ 97780 h 141753"/>
              <a:gd name="csX11" fmla="*/ 10814 w 145323"/>
              <a:gd name="csY11" fmla="*/ 103666 h 141753"/>
              <a:gd name="csX12" fmla="*/ 27650 w 145323"/>
              <a:gd name="csY12" fmla="*/ 127975 h 141753"/>
              <a:gd name="csX13" fmla="*/ 27540 w 145323"/>
              <a:gd name="csY13" fmla="*/ 125814 h 141753"/>
              <a:gd name="csX14" fmla="*/ 31118 w 145323"/>
              <a:gd name="csY14" fmla="*/ 112630 h 141753"/>
              <a:gd name="csX15" fmla="*/ 38421 w 145323"/>
              <a:gd name="csY15" fmla="*/ 110742 h 141753"/>
              <a:gd name="csX16" fmla="*/ 40298 w 145323"/>
              <a:gd name="csY16" fmla="*/ 118023 h 141753"/>
              <a:gd name="csX17" fmla="*/ 38173 w 145323"/>
              <a:gd name="csY17" fmla="*/ 125814 h 141753"/>
              <a:gd name="csX18" fmla="*/ 38920 w 145323"/>
              <a:gd name="csY18" fmla="*/ 130458 h 141753"/>
              <a:gd name="csX19" fmla="*/ 38920 w 145323"/>
              <a:gd name="csY19" fmla="*/ 130526 h 141753"/>
              <a:gd name="csX20" fmla="*/ 57349 w 145323"/>
              <a:gd name="csY20" fmla="*/ 141754 h 141753"/>
              <a:gd name="csX21" fmla="*/ 77978 w 145323"/>
              <a:gd name="csY21" fmla="*/ 121561 h 141753"/>
              <a:gd name="csX22" fmla="*/ 77978 w 145323"/>
              <a:gd name="csY22" fmla="*/ 65322 h 141753"/>
              <a:gd name="csX23" fmla="*/ 58484 w 145323"/>
              <a:gd name="csY23" fmla="*/ 74424 h 141753"/>
              <a:gd name="csX24" fmla="*/ 53167 w 145323"/>
              <a:gd name="csY24" fmla="*/ 69099 h 141753"/>
              <a:gd name="csX25" fmla="*/ 58484 w 145323"/>
              <a:gd name="csY25" fmla="*/ 63792 h 141753"/>
              <a:gd name="csX26" fmla="*/ 77978 w 145323"/>
              <a:gd name="csY26" fmla="*/ 40759 h 141753"/>
              <a:gd name="csX27" fmla="*/ 77978 w 145323"/>
              <a:gd name="csY27" fmla="*/ 23220 h 141753"/>
              <a:gd name="csX28" fmla="*/ 54302 w 145323"/>
              <a:gd name="csY28" fmla="*/ 0 h 141753"/>
              <a:gd name="csX29" fmla="*/ 116967 w 145323"/>
              <a:gd name="csY29" fmla="*/ 7093 h 141753"/>
              <a:gd name="csX30" fmla="*/ 109699 w 145323"/>
              <a:gd name="csY30" fmla="*/ 9101 h 141753"/>
              <a:gd name="csX31" fmla="*/ 104495 w 145323"/>
              <a:gd name="csY31" fmla="*/ 14562 h 141753"/>
              <a:gd name="csX32" fmla="*/ 102827 w 145323"/>
              <a:gd name="csY32" fmla="*/ 21927 h 141753"/>
              <a:gd name="csX33" fmla="*/ 105170 w 145323"/>
              <a:gd name="csY33" fmla="*/ 29089 h 141753"/>
              <a:gd name="csX34" fmla="*/ 94316 w 145323"/>
              <a:gd name="csY34" fmla="*/ 39942 h 141753"/>
              <a:gd name="csX35" fmla="*/ 88611 w 145323"/>
              <a:gd name="csY35" fmla="*/ 42494 h 141753"/>
              <a:gd name="csX36" fmla="*/ 88611 w 145323"/>
              <a:gd name="csY36" fmla="*/ 53126 h 141753"/>
              <a:gd name="csX37" fmla="*/ 101834 w 145323"/>
              <a:gd name="csY37" fmla="*/ 47461 h 141753"/>
              <a:gd name="csX38" fmla="*/ 114143 w 145323"/>
              <a:gd name="csY38" fmla="*/ 35145 h 141753"/>
              <a:gd name="csX39" fmla="*/ 116967 w 145323"/>
              <a:gd name="csY39" fmla="*/ 35434 h 141753"/>
              <a:gd name="csX40" fmla="*/ 126993 w 145323"/>
              <a:gd name="csY40" fmla="*/ 31283 h 141753"/>
              <a:gd name="csX41" fmla="*/ 131144 w 145323"/>
              <a:gd name="csY41" fmla="*/ 21264 h 141753"/>
              <a:gd name="csX42" fmla="*/ 126993 w 145323"/>
              <a:gd name="csY42" fmla="*/ 11245 h 141753"/>
              <a:gd name="csX43" fmla="*/ 116967 w 145323"/>
              <a:gd name="csY43" fmla="*/ 7093 h 141753"/>
              <a:gd name="csX44" fmla="*/ 47877 w 145323"/>
              <a:gd name="csY44" fmla="*/ 28357 h 141753"/>
              <a:gd name="csX45" fmla="*/ 53063 w 145323"/>
              <a:gd name="csY45" fmla="*/ 32644 h 141753"/>
              <a:gd name="csX46" fmla="*/ 48874 w 145323"/>
              <a:gd name="csY46" fmla="*/ 38888 h 141753"/>
              <a:gd name="csX47" fmla="*/ 38886 w 145323"/>
              <a:gd name="csY47" fmla="*/ 53908 h 141753"/>
              <a:gd name="csX48" fmla="*/ 34697 w 145323"/>
              <a:gd name="csY48" fmla="*/ 60151 h 141753"/>
              <a:gd name="csX49" fmla="*/ 33673 w 145323"/>
              <a:gd name="csY49" fmla="*/ 60253 h 141753"/>
              <a:gd name="csX50" fmla="*/ 28460 w 145323"/>
              <a:gd name="csY50" fmla="*/ 55949 h 141753"/>
              <a:gd name="csX51" fmla="*/ 46826 w 145323"/>
              <a:gd name="csY51" fmla="*/ 28460 h 141753"/>
              <a:gd name="csX52" fmla="*/ 47877 w 145323"/>
              <a:gd name="csY52" fmla="*/ 28357 h 141753"/>
              <a:gd name="csX53" fmla="*/ 131144 w 145323"/>
              <a:gd name="csY53" fmla="*/ 56698 h 141753"/>
              <a:gd name="csX54" fmla="*/ 123226 w 145323"/>
              <a:gd name="csY54" fmla="*/ 59131 h 141753"/>
              <a:gd name="csX55" fmla="*/ 118012 w 145323"/>
              <a:gd name="csY55" fmla="*/ 65561 h 141753"/>
              <a:gd name="csX56" fmla="*/ 88611 w 145323"/>
              <a:gd name="csY56" fmla="*/ 65561 h 141753"/>
              <a:gd name="csX57" fmla="*/ 88611 w 145323"/>
              <a:gd name="csY57" fmla="*/ 76193 h 141753"/>
              <a:gd name="csX58" fmla="*/ 118019 w 145323"/>
              <a:gd name="csY58" fmla="*/ 76193 h 141753"/>
              <a:gd name="csX59" fmla="*/ 123230 w 145323"/>
              <a:gd name="csY59" fmla="*/ 82623 h 141753"/>
              <a:gd name="csX60" fmla="*/ 131144 w 145323"/>
              <a:gd name="csY60" fmla="*/ 85056 h 141753"/>
              <a:gd name="csX61" fmla="*/ 141170 w 145323"/>
              <a:gd name="csY61" fmla="*/ 80905 h 141753"/>
              <a:gd name="csX62" fmla="*/ 145323 w 145323"/>
              <a:gd name="csY62" fmla="*/ 70885 h 141753"/>
              <a:gd name="csX63" fmla="*/ 141170 w 145323"/>
              <a:gd name="csY63" fmla="*/ 60849 h 141753"/>
              <a:gd name="csX64" fmla="*/ 131144 w 145323"/>
              <a:gd name="csY64" fmla="*/ 56698 h 141753"/>
              <a:gd name="csX65" fmla="*/ 44527 w 145323"/>
              <a:gd name="csY65" fmla="*/ 88594 h 141753"/>
              <a:gd name="csX66" fmla="*/ 45579 w 145323"/>
              <a:gd name="csY66" fmla="*/ 88730 h 141753"/>
              <a:gd name="csX67" fmla="*/ 60153 w 145323"/>
              <a:gd name="csY67" fmla="*/ 116203 h 141753"/>
              <a:gd name="csX68" fmla="*/ 54940 w 145323"/>
              <a:gd name="csY68" fmla="*/ 120490 h 141753"/>
              <a:gd name="csX69" fmla="*/ 53914 w 145323"/>
              <a:gd name="csY69" fmla="*/ 120388 h 141753"/>
              <a:gd name="csX70" fmla="*/ 49727 w 145323"/>
              <a:gd name="csY70" fmla="*/ 114162 h 141753"/>
              <a:gd name="csX71" fmla="*/ 42955 w 145323"/>
              <a:gd name="csY71" fmla="*/ 99056 h 141753"/>
              <a:gd name="csX72" fmla="*/ 39204 w 145323"/>
              <a:gd name="csY72" fmla="*/ 92557 h 141753"/>
              <a:gd name="csX73" fmla="*/ 44527 w 145323"/>
              <a:gd name="csY73" fmla="*/ 88594 h 141753"/>
              <a:gd name="csX74" fmla="*/ 88611 w 145323"/>
              <a:gd name="csY74" fmla="*/ 88628 h 141753"/>
              <a:gd name="csX75" fmla="*/ 88611 w 145323"/>
              <a:gd name="csY75" fmla="*/ 99260 h 141753"/>
              <a:gd name="csX76" fmla="*/ 94316 w 145323"/>
              <a:gd name="csY76" fmla="*/ 101829 h 141753"/>
              <a:gd name="csX77" fmla="*/ 105163 w 145323"/>
              <a:gd name="csY77" fmla="*/ 112665 h 141753"/>
              <a:gd name="csX78" fmla="*/ 102817 w 145323"/>
              <a:gd name="csY78" fmla="*/ 119826 h 141753"/>
              <a:gd name="csX79" fmla="*/ 104484 w 145323"/>
              <a:gd name="csY79" fmla="*/ 127192 h 141753"/>
              <a:gd name="csX80" fmla="*/ 109692 w 145323"/>
              <a:gd name="csY80" fmla="*/ 132653 h 141753"/>
              <a:gd name="csX81" fmla="*/ 116967 w 145323"/>
              <a:gd name="csY81" fmla="*/ 134677 h 141753"/>
              <a:gd name="csX82" fmla="*/ 126993 w 145323"/>
              <a:gd name="csY82" fmla="*/ 130526 h 141753"/>
              <a:gd name="csX83" fmla="*/ 131144 w 145323"/>
              <a:gd name="csY83" fmla="*/ 120490 h 141753"/>
              <a:gd name="csX84" fmla="*/ 126993 w 145323"/>
              <a:gd name="csY84" fmla="*/ 110470 h 141753"/>
              <a:gd name="csX85" fmla="*/ 116967 w 145323"/>
              <a:gd name="csY85" fmla="*/ 106319 h 141753"/>
              <a:gd name="csX86" fmla="*/ 114136 w 145323"/>
              <a:gd name="csY86" fmla="*/ 106608 h 141753"/>
              <a:gd name="csX87" fmla="*/ 101834 w 145323"/>
              <a:gd name="csY87" fmla="*/ 94309 h 141753"/>
              <a:gd name="csX88" fmla="*/ 88611 w 145323"/>
              <a:gd name="csY88" fmla="*/ 88628 h 141753"/>
            </a:gdLst>
            <a:ahLst/>
            <a:cxnLst/>
            <a:rect l="l" t="t" r="r" b="b"/>
            <a:pathLst>
              <a:path w="100000" h="100000">
                <a:moveTo>
                  <a:pt x="37366" y="1228"/>
                </a:moveTo>
                <a:cubicBezTo>
                  <a:pt x="29562" y="1228"/>
                  <a:pt x="23023" y="6613"/>
                  <a:pt x="21437" y="13789"/>
                </a:cubicBezTo>
                <a:cubicBezTo>
                  <a:pt x="11680" y="15322"/>
                  <a:pt x="4220" y="23633"/>
                  <a:pt x="4220" y="33583"/>
                </a:cubicBezTo>
                <a:cubicBezTo>
                  <a:pt x="4220" y="34496"/>
                  <a:pt x="4293" y="35420"/>
                  <a:pt x="4439" y="36345"/>
                </a:cubicBezTo>
                <a:cubicBezTo>
                  <a:pt x="1512" y="40419"/>
                  <a:pt x="0" y="45102"/>
                  <a:pt x="0" y="50006"/>
                </a:cubicBezTo>
                <a:cubicBezTo>
                  <a:pt x="0" y="54513"/>
                  <a:pt x="953" y="58609"/>
                  <a:pt x="2781" y="62075"/>
                </a:cubicBezTo>
                <a:cubicBezTo>
                  <a:pt x="5537" y="57263"/>
                  <a:pt x="10095" y="53541"/>
                  <a:pt x="15120" y="52511"/>
                </a:cubicBezTo>
                <a:cubicBezTo>
                  <a:pt x="17096" y="52125"/>
                  <a:pt x="19050" y="53389"/>
                  <a:pt x="19441" y="55367"/>
                </a:cubicBezTo>
                <a:cubicBezTo>
                  <a:pt x="19831" y="57345"/>
                  <a:pt x="18563" y="59300"/>
                  <a:pt x="16587" y="59686"/>
                </a:cubicBezTo>
                <a:cubicBezTo>
                  <a:pt x="12856" y="60436"/>
                  <a:pt x="9269" y="64299"/>
                  <a:pt x="7902" y="68490"/>
                </a:cubicBezTo>
                <a:lnTo>
                  <a:pt x="7927" y="68513"/>
                </a:lnTo>
                <a:cubicBezTo>
                  <a:pt x="7610" y="69847"/>
                  <a:pt x="7441" y="71193"/>
                  <a:pt x="7441" y="72563"/>
                </a:cubicBezTo>
                <a:cubicBezTo>
                  <a:pt x="7441" y="80125"/>
                  <a:pt x="12246" y="86633"/>
                  <a:pt x="19027" y="89291"/>
                </a:cubicBezTo>
                <a:cubicBezTo>
                  <a:pt x="18978" y="88799"/>
                  <a:pt x="18951" y="88284"/>
                  <a:pt x="18951" y="87804"/>
                </a:cubicBezTo>
                <a:cubicBezTo>
                  <a:pt x="18951" y="84608"/>
                  <a:pt x="19803" y="81483"/>
                  <a:pt x="21413" y="78732"/>
                </a:cubicBezTo>
                <a:cubicBezTo>
                  <a:pt x="22462" y="76976"/>
                  <a:pt x="24707" y="76414"/>
                  <a:pt x="26438" y="77432"/>
                </a:cubicBezTo>
                <a:cubicBezTo>
                  <a:pt x="28170" y="78462"/>
                  <a:pt x="28755" y="80710"/>
                  <a:pt x="27730" y="82443"/>
                </a:cubicBezTo>
                <a:cubicBezTo>
                  <a:pt x="26754" y="84070"/>
                  <a:pt x="26268" y="85920"/>
                  <a:pt x="26268" y="87804"/>
                </a:cubicBezTo>
                <a:cubicBezTo>
                  <a:pt x="26268" y="88927"/>
                  <a:pt x="26440" y="89993"/>
                  <a:pt x="26782" y="90999"/>
                </a:cubicBezTo>
                <a:lnTo>
                  <a:pt x="26782" y="91046"/>
                </a:lnTo>
                <a:cubicBezTo>
                  <a:pt x="29123" y="95682"/>
                  <a:pt x="33975" y="98772"/>
                  <a:pt x="39463" y="98772"/>
                </a:cubicBezTo>
                <a:cubicBezTo>
                  <a:pt x="47292" y="98772"/>
                  <a:pt x="53658" y="92533"/>
                  <a:pt x="53658" y="84877"/>
                </a:cubicBezTo>
                <a:lnTo>
                  <a:pt x="53658" y="46178"/>
                </a:lnTo>
                <a:cubicBezTo>
                  <a:pt x="50049" y="49901"/>
                  <a:pt x="45391" y="52441"/>
                  <a:pt x="40244" y="52441"/>
                </a:cubicBezTo>
                <a:cubicBezTo>
                  <a:pt x="38220" y="52441"/>
                  <a:pt x="36585" y="50802"/>
                  <a:pt x="36585" y="48777"/>
                </a:cubicBezTo>
                <a:cubicBezTo>
                  <a:pt x="36585" y="46763"/>
                  <a:pt x="38220" y="45125"/>
                  <a:pt x="40244" y="45125"/>
                </a:cubicBezTo>
                <a:cubicBezTo>
                  <a:pt x="47341" y="45125"/>
                  <a:pt x="53658" y="36275"/>
                  <a:pt x="53658" y="29275"/>
                </a:cubicBezTo>
                <a:lnTo>
                  <a:pt x="53658" y="17206"/>
                </a:lnTo>
                <a:cubicBezTo>
                  <a:pt x="53658" y="8404"/>
                  <a:pt x="46342" y="1228"/>
                  <a:pt x="37366" y="1228"/>
                </a:cubicBezTo>
                <a:close/>
                <a:moveTo>
                  <a:pt x="80488" y="6109"/>
                </a:moveTo>
                <a:cubicBezTo>
                  <a:pt x="78726" y="6109"/>
                  <a:pt x="76998" y="6589"/>
                  <a:pt x="75486" y="7491"/>
                </a:cubicBezTo>
                <a:cubicBezTo>
                  <a:pt x="73975" y="8404"/>
                  <a:pt x="72737" y="9703"/>
                  <a:pt x="71905" y="11249"/>
                </a:cubicBezTo>
                <a:cubicBezTo>
                  <a:pt x="71073" y="12805"/>
                  <a:pt x="70676" y="14549"/>
                  <a:pt x="70758" y="16317"/>
                </a:cubicBezTo>
                <a:cubicBezTo>
                  <a:pt x="70839" y="18073"/>
                  <a:pt x="71397" y="19782"/>
                  <a:pt x="72370" y="21245"/>
                </a:cubicBezTo>
                <a:lnTo>
                  <a:pt x="64901" y="28713"/>
                </a:lnTo>
                <a:cubicBezTo>
                  <a:pt x="63852" y="29755"/>
                  <a:pt x="62463" y="30399"/>
                  <a:pt x="60975" y="30469"/>
                </a:cubicBezTo>
                <a:lnTo>
                  <a:pt x="60975" y="37785"/>
                </a:lnTo>
                <a:cubicBezTo>
                  <a:pt x="64414" y="37715"/>
                  <a:pt x="67636" y="36322"/>
                  <a:pt x="70074" y="33887"/>
                </a:cubicBezTo>
                <a:lnTo>
                  <a:pt x="78544" y="25412"/>
                </a:lnTo>
                <a:cubicBezTo>
                  <a:pt x="79184" y="25541"/>
                  <a:pt x="79835" y="25611"/>
                  <a:pt x="80488" y="25611"/>
                </a:cubicBezTo>
                <a:cubicBezTo>
                  <a:pt x="83075" y="25611"/>
                  <a:pt x="85557" y="24593"/>
                  <a:pt x="87387" y="22755"/>
                </a:cubicBezTo>
                <a:cubicBezTo>
                  <a:pt x="89216" y="20929"/>
                  <a:pt x="90243" y="18447"/>
                  <a:pt x="90243" y="15861"/>
                </a:cubicBezTo>
                <a:cubicBezTo>
                  <a:pt x="90243" y="13273"/>
                  <a:pt x="89216" y="10792"/>
                  <a:pt x="87387" y="8966"/>
                </a:cubicBezTo>
                <a:cubicBezTo>
                  <a:pt x="85557" y="7128"/>
                  <a:pt x="83075" y="6109"/>
                  <a:pt x="80488" y="6109"/>
                </a:cubicBezTo>
                <a:close/>
                <a:moveTo>
                  <a:pt x="32945" y="20741"/>
                </a:moveTo>
                <a:cubicBezTo>
                  <a:pt x="34631" y="20753"/>
                  <a:pt x="36172" y="21936"/>
                  <a:pt x="36514" y="23691"/>
                </a:cubicBezTo>
                <a:cubicBezTo>
                  <a:pt x="36904" y="25670"/>
                  <a:pt x="35632" y="27590"/>
                  <a:pt x="33631" y="27988"/>
                </a:cubicBezTo>
                <a:cubicBezTo>
                  <a:pt x="25266" y="29662"/>
                  <a:pt x="26587" y="37422"/>
                  <a:pt x="26758" y="38324"/>
                </a:cubicBezTo>
                <a:cubicBezTo>
                  <a:pt x="27148" y="40302"/>
                  <a:pt x="25875" y="42222"/>
                  <a:pt x="23876" y="42620"/>
                </a:cubicBezTo>
                <a:cubicBezTo>
                  <a:pt x="23656" y="42666"/>
                  <a:pt x="23415" y="42690"/>
                  <a:pt x="23171" y="42690"/>
                </a:cubicBezTo>
                <a:cubicBezTo>
                  <a:pt x="21463" y="42690"/>
                  <a:pt x="19925" y="41484"/>
                  <a:pt x="19584" y="39728"/>
                </a:cubicBezTo>
                <a:cubicBezTo>
                  <a:pt x="18315" y="33395"/>
                  <a:pt x="20637" y="23130"/>
                  <a:pt x="32222" y="20812"/>
                </a:cubicBezTo>
                <a:cubicBezTo>
                  <a:pt x="32466" y="20765"/>
                  <a:pt x="32706" y="20741"/>
                  <a:pt x="32945" y="20741"/>
                </a:cubicBezTo>
                <a:close/>
                <a:moveTo>
                  <a:pt x="90243" y="40243"/>
                </a:moveTo>
                <a:cubicBezTo>
                  <a:pt x="88301" y="40243"/>
                  <a:pt x="86405" y="40829"/>
                  <a:pt x="84795" y="41918"/>
                </a:cubicBezTo>
                <a:cubicBezTo>
                  <a:pt x="83184" y="43006"/>
                  <a:pt x="81936" y="44539"/>
                  <a:pt x="81207" y="46342"/>
                </a:cubicBezTo>
                <a:lnTo>
                  <a:pt x="60975" y="46342"/>
                </a:lnTo>
                <a:lnTo>
                  <a:pt x="60975" y="53658"/>
                </a:lnTo>
                <a:lnTo>
                  <a:pt x="81212" y="53658"/>
                </a:lnTo>
                <a:cubicBezTo>
                  <a:pt x="81940" y="55461"/>
                  <a:pt x="83188" y="57006"/>
                  <a:pt x="84797" y="58083"/>
                </a:cubicBezTo>
                <a:cubicBezTo>
                  <a:pt x="86405" y="59172"/>
                  <a:pt x="88303" y="59757"/>
                  <a:pt x="90243" y="59757"/>
                </a:cubicBezTo>
                <a:cubicBezTo>
                  <a:pt x="92830" y="59757"/>
                  <a:pt x="95313" y="58727"/>
                  <a:pt x="97142" y="56901"/>
                </a:cubicBezTo>
                <a:cubicBezTo>
                  <a:pt x="98973" y="55075"/>
                  <a:pt x="100000" y="52593"/>
                  <a:pt x="100000" y="50006"/>
                </a:cubicBezTo>
                <a:cubicBezTo>
                  <a:pt x="100000" y="47419"/>
                  <a:pt x="98973" y="44938"/>
                  <a:pt x="97142" y="43100"/>
                </a:cubicBezTo>
                <a:cubicBezTo>
                  <a:pt x="95313" y="41274"/>
                  <a:pt x="92830" y="40243"/>
                  <a:pt x="90243" y="40243"/>
                </a:cubicBezTo>
                <a:close/>
                <a:moveTo>
                  <a:pt x="30640" y="62192"/>
                </a:moveTo>
                <a:cubicBezTo>
                  <a:pt x="30880" y="62192"/>
                  <a:pt x="31120" y="62227"/>
                  <a:pt x="31364" y="62285"/>
                </a:cubicBezTo>
                <a:cubicBezTo>
                  <a:pt x="35925" y="63432"/>
                  <a:pt x="43855" y="68852"/>
                  <a:pt x="41393" y="81190"/>
                </a:cubicBezTo>
                <a:cubicBezTo>
                  <a:pt x="41051" y="82946"/>
                  <a:pt x="39512" y="84140"/>
                  <a:pt x="37805" y="84140"/>
                </a:cubicBezTo>
                <a:cubicBezTo>
                  <a:pt x="37560" y="84140"/>
                  <a:pt x="37320" y="84117"/>
                  <a:pt x="37099" y="84070"/>
                </a:cubicBezTo>
                <a:cubicBezTo>
                  <a:pt x="35100" y="83683"/>
                  <a:pt x="33827" y="81752"/>
                  <a:pt x="34218" y="79786"/>
                </a:cubicBezTo>
                <a:cubicBezTo>
                  <a:pt x="35853" y="71592"/>
                  <a:pt x="30608" y="69683"/>
                  <a:pt x="29558" y="69391"/>
                </a:cubicBezTo>
                <a:cubicBezTo>
                  <a:pt x="27632" y="68852"/>
                  <a:pt x="26464" y="66850"/>
                  <a:pt x="26977" y="64919"/>
                </a:cubicBezTo>
                <a:cubicBezTo>
                  <a:pt x="27426" y="63234"/>
                  <a:pt x="28957" y="62110"/>
                  <a:pt x="30640" y="62192"/>
                </a:cubicBezTo>
                <a:close/>
                <a:moveTo>
                  <a:pt x="60975" y="62215"/>
                </a:moveTo>
                <a:lnTo>
                  <a:pt x="60975" y="69531"/>
                </a:lnTo>
                <a:cubicBezTo>
                  <a:pt x="62463" y="69613"/>
                  <a:pt x="63852" y="70245"/>
                  <a:pt x="64901" y="71299"/>
                </a:cubicBezTo>
                <a:lnTo>
                  <a:pt x="72365" y="78756"/>
                </a:lnTo>
                <a:cubicBezTo>
                  <a:pt x="71391" y="80219"/>
                  <a:pt x="70833" y="81927"/>
                  <a:pt x="70751" y="83683"/>
                </a:cubicBezTo>
                <a:cubicBezTo>
                  <a:pt x="70667" y="85451"/>
                  <a:pt x="71064" y="87195"/>
                  <a:pt x="71898" y="88752"/>
                </a:cubicBezTo>
                <a:cubicBezTo>
                  <a:pt x="72730" y="90309"/>
                  <a:pt x="73969" y="91608"/>
                  <a:pt x="75482" y="92510"/>
                </a:cubicBezTo>
                <a:cubicBezTo>
                  <a:pt x="76994" y="93422"/>
                  <a:pt x="78725" y="93903"/>
                  <a:pt x="80488" y="93903"/>
                </a:cubicBezTo>
                <a:cubicBezTo>
                  <a:pt x="83075" y="93903"/>
                  <a:pt x="85557" y="92872"/>
                  <a:pt x="87387" y="91046"/>
                </a:cubicBezTo>
                <a:cubicBezTo>
                  <a:pt x="89216" y="89208"/>
                  <a:pt x="90243" y="86727"/>
                  <a:pt x="90243" y="84140"/>
                </a:cubicBezTo>
                <a:cubicBezTo>
                  <a:pt x="90243" y="81553"/>
                  <a:pt x="89216" y="79071"/>
                  <a:pt x="87387" y="77245"/>
                </a:cubicBezTo>
                <a:cubicBezTo>
                  <a:pt x="85557" y="75419"/>
                  <a:pt x="83075" y="74389"/>
                  <a:pt x="80488" y="74389"/>
                </a:cubicBezTo>
                <a:cubicBezTo>
                  <a:pt x="79833" y="74389"/>
                  <a:pt x="79180" y="74460"/>
                  <a:pt x="78540" y="74588"/>
                </a:cubicBezTo>
                <a:lnTo>
                  <a:pt x="70074" y="66124"/>
                </a:lnTo>
                <a:cubicBezTo>
                  <a:pt x="67636" y="63678"/>
                  <a:pt x="64414" y="62297"/>
                  <a:pt x="60975" y="6221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0" name="Красный — SVG 89">
            <a:extLst>
              <a:ext uri="{FF2B5EF4-FFF2-40B4-BE49-F238E27FC236}">
                <a16:creationId xmlns:a16="http://schemas.microsoft.com/office/drawing/2014/main" id="{7D8A4AA8-1968-0647-A9BF-5C1287DF3572}"/>
              </a:ext>
            </a:extLst>
          </p:cNvPr>
          <p:cNvSpPr>
            <a:spLocks noGrp="1"/>
          </p:cNvSpPr>
          <p:nvPr/>
        </p:nvSpPr>
        <p:spPr>
          <a:xfrm>
            <a:off x="10020000" y="2190000"/>
            <a:ext cx="220000" cy="220000"/>
          </a:xfrm>
          <a:custGeom>
            <a:avLst/>
            <a:gdLst>
              <a:gd name="csX0" fmla="*/ 127958 w 141772"/>
              <a:gd name="csY0" fmla="*/ 17725 h 106319"/>
              <a:gd name="csX1" fmla="*/ 13815 w 141772"/>
              <a:gd name="csY1" fmla="*/ 17725 h 106319"/>
              <a:gd name="csX2" fmla="*/ 27817 w 141772"/>
              <a:gd name="csY2" fmla="*/ 5035 h 106319"/>
              <a:gd name="csX3" fmla="*/ 40900 w 141772"/>
              <a:gd name="csY3" fmla="*/ 0 h 106319"/>
              <a:gd name="csX4" fmla="*/ 100873 w 141772"/>
              <a:gd name="csY4" fmla="*/ 0 h 106319"/>
              <a:gd name="csX5" fmla="*/ 113956 w 141772"/>
              <a:gd name="csY5" fmla="*/ 5035 h 106319"/>
              <a:gd name="csX6" fmla="*/ 127958 w 141772"/>
              <a:gd name="csY6" fmla="*/ 17725 h 106319"/>
              <a:gd name="csX7" fmla="*/ 141773 w 141772"/>
              <a:gd name="csY7" fmla="*/ 35928 h 106319"/>
              <a:gd name="csX8" fmla="*/ 141773 w 141772"/>
              <a:gd name="csY8" fmla="*/ 95194 h 106319"/>
              <a:gd name="csX9" fmla="*/ 130867 w 141772"/>
              <a:gd name="csY9" fmla="*/ 106319 h 106319"/>
              <a:gd name="csX10" fmla="*/ 101009 w 141772"/>
              <a:gd name="csY10" fmla="*/ 106319 h 106319"/>
              <a:gd name="csX11" fmla="*/ 84353 w 141772"/>
              <a:gd name="csY11" fmla="*/ 98443 h 106319"/>
              <a:gd name="csX12" fmla="*/ 78653 w 141772"/>
              <a:gd name="csY12" fmla="*/ 91605 h 106319"/>
              <a:gd name="csX13" fmla="*/ 70895 w 141772"/>
              <a:gd name="csY13" fmla="*/ 87930 h 106319"/>
              <a:gd name="csX14" fmla="*/ 63120 w 141772"/>
              <a:gd name="csY14" fmla="*/ 91605 h 106319"/>
              <a:gd name="csX15" fmla="*/ 57420 w 141772"/>
              <a:gd name="csY15" fmla="*/ 98443 h 106319"/>
              <a:gd name="csX16" fmla="*/ 40764 w 141772"/>
              <a:gd name="csY16" fmla="*/ 106319 h 106319"/>
              <a:gd name="csX17" fmla="*/ 10922 w 141772"/>
              <a:gd name="csY17" fmla="*/ 106319 h 106319"/>
              <a:gd name="csX18" fmla="*/ 0 w 141772"/>
              <a:gd name="csY18" fmla="*/ 95194 h 106319"/>
              <a:gd name="csX19" fmla="*/ 0 w 141772"/>
              <a:gd name="csY19" fmla="*/ 35928 h 106319"/>
              <a:gd name="csX20" fmla="*/ 10922 w 141772"/>
              <a:gd name="csY20" fmla="*/ 24802 h 106319"/>
              <a:gd name="csX21" fmla="*/ 130867 w 141772"/>
              <a:gd name="csY21" fmla="*/ 24802 h 106319"/>
              <a:gd name="csX22" fmla="*/ 141773 w 141772"/>
              <a:gd name="csY22" fmla="*/ 35928 h 106319"/>
              <a:gd name="csX23" fmla="*/ 38110 w 141772"/>
              <a:gd name="csY23" fmla="*/ 46066 h 106319"/>
              <a:gd name="csX24" fmla="*/ 21267 w 141772"/>
              <a:gd name="csY24" fmla="*/ 62907 h 106319"/>
              <a:gd name="csX25" fmla="*/ 38110 w 141772"/>
              <a:gd name="csY25" fmla="*/ 79731 h 106319"/>
              <a:gd name="csX26" fmla="*/ 54936 w 141772"/>
              <a:gd name="csY26" fmla="*/ 62907 h 106319"/>
              <a:gd name="csX27" fmla="*/ 38110 w 141772"/>
              <a:gd name="csY27" fmla="*/ 46066 h 106319"/>
              <a:gd name="csX28" fmla="*/ 103680 w 141772"/>
              <a:gd name="csY28" fmla="*/ 46066 h 106319"/>
              <a:gd name="csX29" fmla="*/ 86837 w 141772"/>
              <a:gd name="csY29" fmla="*/ 62907 h 106319"/>
              <a:gd name="csX30" fmla="*/ 103680 w 141772"/>
              <a:gd name="csY30" fmla="*/ 79731 h 106319"/>
              <a:gd name="csX31" fmla="*/ 120506 w 141772"/>
              <a:gd name="csY31" fmla="*/ 62907 h 106319"/>
              <a:gd name="csX32" fmla="*/ 103680 w 141772"/>
              <a:gd name="csY32" fmla="*/ 46066 h 106319"/>
            </a:gdLst>
            <a:ahLst/>
            <a:cxnLst/>
            <a:rect l="l" t="t" r="r" b="b"/>
            <a:pathLst>
              <a:path w="100000" h="100000">
                <a:moveTo>
                  <a:pt x="90256" y="25006"/>
                </a:moveTo>
                <a:lnTo>
                  <a:pt x="9745" y="25006"/>
                </a:lnTo>
                <a:lnTo>
                  <a:pt x="19621" y="16055"/>
                </a:lnTo>
                <a:cubicBezTo>
                  <a:pt x="22153" y="13751"/>
                  <a:pt x="25429" y="12504"/>
                  <a:pt x="28849" y="12504"/>
                </a:cubicBezTo>
                <a:lnTo>
                  <a:pt x="71152" y="12504"/>
                </a:lnTo>
                <a:cubicBezTo>
                  <a:pt x="74583" y="12504"/>
                  <a:pt x="77860" y="13751"/>
                  <a:pt x="80380" y="16055"/>
                </a:cubicBezTo>
                <a:lnTo>
                  <a:pt x="90256" y="25006"/>
                </a:lnTo>
                <a:close/>
                <a:moveTo>
                  <a:pt x="100001" y="37846"/>
                </a:moveTo>
                <a:lnTo>
                  <a:pt x="100001" y="79649"/>
                </a:lnTo>
                <a:cubicBezTo>
                  <a:pt x="100001" y="83993"/>
                  <a:pt x="96556" y="87496"/>
                  <a:pt x="92308" y="87496"/>
                </a:cubicBezTo>
                <a:lnTo>
                  <a:pt x="71247" y="87496"/>
                </a:lnTo>
                <a:cubicBezTo>
                  <a:pt x="66699" y="87496"/>
                  <a:pt x="62427" y="85469"/>
                  <a:pt x="59499" y="81941"/>
                </a:cubicBezTo>
                <a:lnTo>
                  <a:pt x="55479" y="77118"/>
                </a:lnTo>
                <a:cubicBezTo>
                  <a:pt x="54050" y="75378"/>
                  <a:pt x="52022" y="74526"/>
                  <a:pt x="50006" y="74526"/>
                </a:cubicBezTo>
                <a:cubicBezTo>
                  <a:pt x="47978" y="74526"/>
                  <a:pt x="45950" y="75378"/>
                  <a:pt x="44522" y="77118"/>
                </a:cubicBezTo>
                <a:lnTo>
                  <a:pt x="40502" y="81941"/>
                </a:lnTo>
                <a:cubicBezTo>
                  <a:pt x="37574" y="85469"/>
                  <a:pt x="33301" y="87496"/>
                  <a:pt x="28753" y="87496"/>
                </a:cubicBezTo>
                <a:lnTo>
                  <a:pt x="7704" y="87496"/>
                </a:lnTo>
                <a:cubicBezTo>
                  <a:pt x="3444" y="87496"/>
                  <a:pt x="0" y="83993"/>
                  <a:pt x="0" y="79649"/>
                </a:cubicBezTo>
                <a:lnTo>
                  <a:pt x="0" y="37846"/>
                </a:lnTo>
                <a:cubicBezTo>
                  <a:pt x="0" y="33501"/>
                  <a:pt x="3444" y="29998"/>
                  <a:pt x="7704" y="29998"/>
                </a:cubicBezTo>
                <a:lnTo>
                  <a:pt x="92308" y="29998"/>
                </a:lnTo>
                <a:cubicBezTo>
                  <a:pt x="96556" y="29998"/>
                  <a:pt x="100001" y="33501"/>
                  <a:pt x="100001" y="37846"/>
                </a:cubicBezTo>
                <a:close/>
                <a:moveTo>
                  <a:pt x="26881" y="44997"/>
                </a:moveTo>
                <a:cubicBezTo>
                  <a:pt x="20317" y="44997"/>
                  <a:pt x="15001" y="50312"/>
                  <a:pt x="15001" y="56875"/>
                </a:cubicBezTo>
                <a:cubicBezTo>
                  <a:pt x="15001" y="63427"/>
                  <a:pt x="20317" y="68742"/>
                  <a:pt x="26881" y="68742"/>
                </a:cubicBezTo>
                <a:cubicBezTo>
                  <a:pt x="33434" y="68742"/>
                  <a:pt x="38750" y="63427"/>
                  <a:pt x="38750" y="56875"/>
                </a:cubicBezTo>
                <a:cubicBezTo>
                  <a:pt x="38750" y="50312"/>
                  <a:pt x="33434" y="44997"/>
                  <a:pt x="26881" y="44997"/>
                </a:cubicBezTo>
                <a:close/>
                <a:moveTo>
                  <a:pt x="73132" y="44997"/>
                </a:moveTo>
                <a:cubicBezTo>
                  <a:pt x="66567" y="44997"/>
                  <a:pt x="61251" y="50312"/>
                  <a:pt x="61251" y="56875"/>
                </a:cubicBezTo>
                <a:cubicBezTo>
                  <a:pt x="61251" y="63427"/>
                  <a:pt x="66567" y="68742"/>
                  <a:pt x="73132" y="68742"/>
                </a:cubicBezTo>
                <a:cubicBezTo>
                  <a:pt x="79684" y="68742"/>
                  <a:pt x="85000" y="63427"/>
                  <a:pt x="85000" y="56875"/>
                </a:cubicBezTo>
                <a:cubicBezTo>
                  <a:pt x="85000" y="50312"/>
                  <a:pt x="79684" y="44997"/>
                  <a:pt x="73132" y="4499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1" name="Белый — SVG 1">
            <a:extLst>
              <a:ext uri="{FF2B5EF4-FFF2-40B4-BE49-F238E27FC236}">
                <a16:creationId xmlns:a16="http://schemas.microsoft.com/office/drawing/2014/main" id="{AEDC5612-1F3A-B141-83FA-882E7A3818E3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7094 w 127600"/>
              <a:gd name="csY0" fmla="*/ 0 h 127583"/>
              <a:gd name="csX1" fmla="*/ 0 w 127600"/>
              <a:gd name="csY1" fmla="*/ 7089 h 127583"/>
              <a:gd name="csX2" fmla="*/ 0 w 127600"/>
              <a:gd name="csY2" fmla="*/ 35439 h 127583"/>
              <a:gd name="csX3" fmla="*/ 7094 w 127600"/>
              <a:gd name="csY3" fmla="*/ 42528 h 127583"/>
              <a:gd name="csX4" fmla="*/ 14172 w 127600"/>
              <a:gd name="csY4" fmla="*/ 42528 h 127583"/>
              <a:gd name="csX5" fmla="*/ 14172 w 127600"/>
              <a:gd name="csY5" fmla="*/ 54932 h 127583"/>
              <a:gd name="csX6" fmla="*/ 14564 w 127600"/>
              <a:gd name="csY6" fmla="*/ 56989 h 127583"/>
              <a:gd name="csX7" fmla="*/ 15703 w 127600"/>
              <a:gd name="csY7" fmla="*/ 58739 h 127583"/>
              <a:gd name="csX8" fmla="*/ 17439 w 127600"/>
              <a:gd name="csY8" fmla="*/ 59911 h 127583"/>
              <a:gd name="csX9" fmla="*/ 19497 w 127600"/>
              <a:gd name="csY9" fmla="*/ 60323 h 127583"/>
              <a:gd name="csX10" fmla="*/ 21539 w 127600"/>
              <a:gd name="csY10" fmla="*/ 59911 h 127583"/>
              <a:gd name="csX11" fmla="*/ 23275 w 127600"/>
              <a:gd name="csY11" fmla="*/ 58739 h 127583"/>
              <a:gd name="csX12" fmla="*/ 24431 w 127600"/>
              <a:gd name="csY12" fmla="*/ 56989 h 127583"/>
              <a:gd name="csX13" fmla="*/ 24806 w 127600"/>
              <a:gd name="csY13" fmla="*/ 54932 h 127583"/>
              <a:gd name="csX14" fmla="*/ 24806 w 127600"/>
              <a:gd name="csY14" fmla="*/ 42528 h 127583"/>
              <a:gd name="csX15" fmla="*/ 35439 w 127600"/>
              <a:gd name="csY15" fmla="*/ 42528 h 127583"/>
              <a:gd name="csX16" fmla="*/ 42534 w 127600"/>
              <a:gd name="csY16" fmla="*/ 35439 h 127583"/>
              <a:gd name="csX17" fmla="*/ 42534 w 127600"/>
              <a:gd name="csY17" fmla="*/ 24807 h 127583"/>
              <a:gd name="csX18" fmla="*/ 54936 w 127600"/>
              <a:gd name="csY18" fmla="*/ 24807 h 127583"/>
              <a:gd name="csX19" fmla="*/ 56995 w 127600"/>
              <a:gd name="csY19" fmla="*/ 24424 h 127583"/>
              <a:gd name="csX20" fmla="*/ 58747 w 127600"/>
              <a:gd name="csY20" fmla="*/ 23278 h 127583"/>
              <a:gd name="csX21" fmla="*/ 59922 w 127600"/>
              <a:gd name="csY21" fmla="*/ 21545 h 127583"/>
              <a:gd name="csX22" fmla="*/ 60329 w 127600"/>
              <a:gd name="csY22" fmla="*/ 19491 h 127583"/>
              <a:gd name="csX23" fmla="*/ 59922 w 127600"/>
              <a:gd name="csY23" fmla="*/ 17440 h 127583"/>
              <a:gd name="csX24" fmla="*/ 58747 w 127600"/>
              <a:gd name="csY24" fmla="*/ 15706 h 127583"/>
              <a:gd name="csX25" fmla="*/ 56995 w 127600"/>
              <a:gd name="csY25" fmla="*/ 14558 h 127583"/>
              <a:gd name="csX26" fmla="*/ 54936 w 127600"/>
              <a:gd name="csY26" fmla="*/ 14175 h 127583"/>
              <a:gd name="csX27" fmla="*/ 42534 w 127600"/>
              <a:gd name="csY27" fmla="*/ 14175 h 127583"/>
              <a:gd name="csX28" fmla="*/ 42534 w 127600"/>
              <a:gd name="csY28" fmla="*/ 7089 h 127583"/>
              <a:gd name="csX29" fmla="*/ 35439 w 127600"/>
              <a:gd name="csY29" fmla="*/ 0 h 127583"/>
              <a:gd name="csX30" fmla="*/ 7094 w 127600"/>
              <a:gd name="csY30" fmla="*/ 0 h 127583"/>
              <a:gd name="csX31" fmla="*/ 92162 w 127600"/>
              <a:gd name="csY31" fmla="*/ 0 h 127583"/>
              <a:gd name="csX32" fmla="*/ 85067 w 127600"/>
              <a:gd name="csY32" fmla="*/ 7089 h 127583"/>
              <a:gd name="csX33" fmla="*/ 85067 w 127600"/>
              <a:gd name="csY33" fmla="*/ 14175 h 127583"/>
              <a:gd name="csX34" fmla="*/ 72664 w 127600"/>
              <a:gd name="csY34" fmla="*/ 14175 h 127583"/>
              <a:gd name="csX35" fmla="*/ 70606 w 127600"/>
              <a:gd name="csY35" fmla="*/ 14558 h 127583"/>
              <a:gd name="csX36" fmla="*/ 68854 w 127600"/>
              <a:gd name="csY36" fmla="*/ 15706 h 127583"/>
              <a:gd name="csX37" fmla="*/ 67679 w 127600"/>
              <a:gd name="csY37" fmla="*/ 17440 h 127583"/>
              <a:gd name="csX38" fmla="*/ 67271 w 127600"/>
              <a:gd name="csY38" fmla="*/ 19491 h 127583"/>
              <a:gd name="csX39" fmla="*/ 67679 w 127600"/>
              <a:gd name="csY39" fmla="*/ 21545 h 127583"/>
              <a:gd name="csX40" fmla="*/ 68854 w 127600"/>
              <a:gd name="csY40" fmla="*/ 23278 h 127583"/>
              <a:gd name="csX41" fmla="*/ 70606 w 127600"/>
              <a:gd name="csY41" fmla="*/ 24424 h 127583"/>
              <a:gd name="csX42" fmla="*/ 72664 w 127600"/>
              <a:gd name="csY42" fmla="*/ 24807 h 127583"/>
              <a:gd name="csX43" fmla="*/ 85067 w 127600"/>
              <a:gd name="csY43" fmla="*/ 24807 h 127583"/>
              <a:gd name="csX44" fmla="*/ 85067 w 127600"/>
              <a:gd name="csY44" fmla="*/ 35439 h 127583"/>
              <a:gd name="csX45" fmla="*/ 92162 w 127600"/>
              <a:gd name="csY45" fmla="*/ 42528 h 127583"/>
              <a:gd name="csX46" fmla="*/ 102795 w 127600"/>
              <a:gd name="csY46" fmla="*/ 42528 h 127583"/>
              <a:gd name="csX47" fmla="*/ 102795 w 127600"/>
              <a:gd name="csY47" fmla="*/ 54932 h 127583"/>
              <a:gd name="csX48" fmla="*/ 103170 w 127600"/>
              <a:gd name="csY48" fmla="*/ 56989 h 127583"/>
              <a:gd name="csX49" fmla="*/ 104326 w 127600"/>
              <a:gd name="csY49" fmla="*/ 58739 h 127583"/>
              <a:gd name="csX50" fmla="*/ 106061 w 127600"/>
              <a:gd name="csY50" fmla="*/ 59911 h 127583"/>
              <a:gd name="csX51" fmla="*/ 108103 w 127600"/>
              <a:gd name="csY51" fmla="*/ 60323 h 127583"/>
              <a:gd name="csX52" fmla="*/ 110162 w 127600"/>
              <a:gd name="csY52" fmla="*/ 59911 h 127583"/>
              <a:gd name="csX53" fmla="*/ 111897 w 127600"/>
              <a:gd name="csY53" fmla="*/ 58739 h 127583"/>
              <a:gd name="csX54" fmla="*/ 113037 w 127600"/>
              <a:gd name="csY54" fmla="*/ 56989 h 127583"/>
              <a:gd name="csX55" fmla="*/ 113428 w 127600"/>
              <a:gd name="csY55" fmla="*/ 54932 h 127583"/>
              <a:gd name="csX56" fmla="*/ 113428 w 127600"/>
              <a:gd name="csY56" fmla="*/ 42528 h 127583"/>
              <a:gd name="csX57" fmla="*/ 120506 w 127600"/>
              <a:gd name="csY57" fmla="*/ 42528 h 127583"/>
              <a:gd name="csX58" fmla="*/ 127601 w 127600"/>
              <a:gd name="csY58" fmla="*/ 35439 h 127583"/>
              <a:gd name="csX59" fmla="*/ 127601 w 127600"/>
              <a:gd name="csY59" fmla="*/ 7089 h 127583"/>
              <a:gd name="csX60" fmla="*/ 120506 w 127600"/>
              <a:gd name="csY60" fmla="*/ 0 h 127583"/>
              <a:gd name="csX61" fmla="*/ 92162 w 127600"/>
              <a:gd name="csY61" fmla="*/ 0 h 127583"/>
              <a:gd name="csX62" fmla="*/ 19413 w 127600"/>
              <a:gd name="csY62" fmla="*/ 67260 h 127583"/>
              <a:gd name="csX63" fmla="*/ 15687 w 127600"/>
              <a:gd name="csY63" fmla="*/ 68873 h 127583"/>
              <a:gd name="csX64" fmla="*/ 14172 w 127600"/>
              <a:gd name="csY64" fmla="*/ 72651 h 127583"/>
              <a:gd name="csX65" fmla="*/ 14172 w 127600"/>
              <a:gd name="csY65" fmla="*/ 85056 h 127583"/>
              <a:gd name="csX66" fmla="*/ 7094 w 127600"/>
              <a:gd name="csY66" fmla="*/ 85056 h 127583"/>
              <a:gd name="csX67" fmla="*/ 0 w 127600"/>
              <a:gd name="csY67" fmla="*/ 92144 h 127583"/>
              <a:gd name="csX68" fmla="*/ 0 w 127600"/>
              <a:gd name="csY68" fmla="*/ 120490 h 127583"/>
              <a:gd name="csX69" fmla="*/ 7094 w 127600"/>
              <a:gd name="csY69" fmla="*/ 127583 h 127583"/>
              <a:gd name="csX70" fmla="*/ 35439 w 127600"/>
              <a:gd name="csY70" fmla="*/ 127583 h 127583"/>
              <a:gd name="csX71" fmla="*/ 42534 w 127600"/>
              <a:gd name="csY71" fmla="*/ 120490 h 127583"/>
              <a:gd name="csX72" fmla="*/ 42534 w 127600"/>
              <a:gd name="csY72" fmla="*/ 113413 h 127583"/>
              <a:gd name="csX73" fmla="*/ 54936 w 127600"/>
              <a:gd name="csY73" fmla="*/ 113413 h 127583"/>
              <a:gd name="csX74" fmla="*/ 56995 w 127600"/>
              <a:gd name="csY74" fmla="*/ 113022 h 127583"/>
              <a:gd name="csX75" fmla="*/ 58747 w 127600"/>
              <a:gd name="csY75" fmla="*/ 111882 h 127583"/>
              <a:gd name="csX76" fmla="*/ 59922 w 127600"/>
              <a:gd name="csY76" fmla="*/ 110147 h 127583"/>
              <a:gd name="csX77" fmla="*/ 60329 w 127600"/>
              <a:gd name="csY77" fmla="*/ 108089 h 127583"/>
              <a:gd name="csX78" fmla="*/ 59922 w 127600"/>
              <a:gd name="csY78" fmla="*/ 106047 h 127583"/>
              <a:gd name="csX79" fmla="*/ 58747 w 127600"/>
              <a:gd name="csY79" fmla="*/ 104312 h 127583"/>
              <a:gd name="csX80" fmla="*/ 56995 w 127600"/>
              <a:gd name="csY80" fmla="*/ 103155 h 127583"/>
              <a:gd name="csX81" fmla="*/ 54936 w 127600"/>
              <a:gd name="csY81" fmla="*/ 102781 h 127583"/>
              <a:gd name="csX82" fmla="*/ 42534 w 127600"/>
              <a:gd name="csY82" fmla="*/ 102781 h 127583"/>
              <a:gd name="csX83" fmla="*/ 42534 w 127600"/>
              <a:gd name="csY83" fmla="*/ 92144 h 127583"/>
              <a:gd name="csX84" fmla="*/ 35439 w 127600"/>
              <a:gd name="csY84" fmla="*/ 85056 h 127583"/>
              <a:gd name="csX85" fmla="*/ 24806 w 127600"/>
              <a:gd name="csY85" fmla="*/ 85056 h 127583"/>
              <a:gd name="csX86" fmla="*/ 24806 w 127600"/>
              <a:gd name="csY86" fmla="*/ 72651 h 127583"/>
              <a:gd name="csX87" fmla="*/ 24414 w 127600"/>
              <a:gd name="csY87" fmla="*/ 70574 h 127583"/>
              <a:gd name="csX88" fmla="*/ 23257 w 127600"/>
              <a:gd name="csY88" fmla="*/ 68813 h 127583"/>
              <a:gd name="csX89" fmla="*/ 21488 w 127600"/>
              <a:gd name="csY89" fmla="*/ 67646 h 127583"/>
              <a:gd name="csX90" fmla="*/ 19413 w 127600"/>
              <a:gd name="csY90" fmla="*/ 67260 h 127583"/>
              <a:gd name="csX91" fmla="*/ 108019 w 127600"/>
              <a:gd name="csY91" fmla="*/ 67260 h 127583"/>
              <a:gd name="csX92" fmla="*/ 104292 w 127600"/>
              <a:gd name="csY92" fmla="*/ 68873 h 127583"/>
              <a:gd name="csX93" fmla="*/ 102795 w 127600"/>
              <a:gd name="csY93" fmla="*/ 72651 h 127583"/>
              <a:gd name="csX94" fmla="*/ 102795 w 127600"/>
              <a:gd name="csY94" fmla="*/ 85056 h 127583"/>
              <a:gd name="csX95" fmla="*/ 92162 w 127600"/>
              <a:gd name="csY95" fmla="*/ 85056 h 127583"/>
              <a:gd name="csX96" fmla="*/ 85067 w 127600"/>
              <a:gd name="csY96" fmla="*/ 92144 h 127583"/>
              <a:gd name="csX97" fmla="*/ 85067 w 127600"/>
              <a:gd name="csY97" fmla="*/ 102781 h 127583"/>
              <a:gd name="csX98" fmla="*/ 72664 w 127600"/>
              <a:gd name="csY98" fmla="*/ 102781 h 127583"/>
              <a:gd name="csX99" fmla="*/ 70606 w 127600"/>
              <a:gd name="csY99" fmla="*/ 103155 h 127583"/>
              <a:gd name="csX100" fmla="*/ 68854 w 127600"/>
              <a:gd name="csY100" fmla="*/ 104312 h 127583"/>
              <a:gd name="csX101" fmla="*/ 67679 w 127600"/>
              <a:gd name="csY101" fmla="*/ 106047 h 127583"/>
              <a:gd name="csX102" fmla="*/ 67271 w 127600"/>
              <a:gd name="csY102" fmla="*/ 108089 h 127583"/>
              <a:gd name="csX103" fmla="*/ 67679 w 127600"/>
              <a:gd name="csY103" fmla="*/ 110147 h 127583"/>
              <a:gd name="csX104" fmla="*/ 68854 w 127600"/>
              <a:gd name="csY104" fmla="*/ 111882 h 127583"/>
              <a:gd name="csX105" fmla="*/ 70606 w 127600"/>
              <a:gd name="csY105" fmla="*/ 113022 h 127583"/>
              <a:gd name="csX106" fmla="*/ 72664 w 127600"/>
              <a:gd name="csY106" fmla="*/ 113413 h 127583"/>
              <a:gd name="csX107" fmla="*/ 85067 w 127600"/>
              <a:gd name="csY107" fmla="*/ 113413 h 127583"/>
              <a:gd name="csX108" fmla="*/ 85067 w 127600"/>
              <a:gd name="csY108" fmla="*/ 120490 h 127583"/>
              <a:gd name="csX109" fmla="*/ 92162 w 127600"/>
              <a:gd name="csY109" fmla="*/ 127583 h 127583"/>
              <a:gd name="csX110" fmla="*/ 120506 w 127600"/>
              <a:gd name="csY110" fmla="*/ 127583 h 127583"/>
              <a:gd name="csX111" fmla="*/ 127601 w 127600"/>
              <a:gd name="csY111" fmla="*/ 120490 h 127583"/>
              <a:gd name="csX112" fmla="*/ 127601 w 127600"/>
              <a:gd name="csY112" fmla="*/ 92144 h 127583"/>
              <a:gd name="csX113" fmla="*/ 120506 w 127600"/>
              <a:gd name="csY113" fmla="*/ 85056 h 127583"/>
              <a:gd name="csX114" fmla="*/ 113428 w 127600"/>
              <a:gd name="csY114" fmla="*/ 85056 h 127583"/>
              <a:gd name="csX115" fmla="*/ 113428 w 127600"/>
              <a:gd name="csY115" fmla="*/ 72651 h 127583"/>
              <a:gd name="csX116" fmla="*/ 113037 w 127600"/>
              <a:gd name="csY116" fmla="*/ 70574 h 127583"/>
              <a:gd name="csX117" fmla="*/ 111863 w 127600"/>
              <a:gd name="csY117" fmla="*/ 68813 h 127583"/>
              <a:gd name="csX118" fmla="*/ 110094 w 127600"/>
              <a:gd name="csY118" fmla="*/ 67646 h 127583"/>
              <a:gd name="csX119" fmla="*/ 108019 w 127600"/>
              <a:gd name="csY119" fmla="*/ 67260 h 127583"/>
            </a:gdLst>
            <a:ahLst/>
            <a:cxnLst/>
            <a:rect l="l" t="t" r="r" b="b"/>
            <a:pathLst>
              <a:path w="100000" h="100000">
                <a:moveTo>
                  <a:pt x="5560" y="7"/>
                </a:moveTo>
                <a:cubicBezTo>
                  <a:pt x="2480" y="7"/>
                  <a:pt x="0" y="2493"/>
                  <a:pt x="0" y="5562"/>
                </a:cubicBezTo>
                <a:lnTo>
                  <a:pt x="0" y="27780"/>
                </a:lnTo>
                <a:cubicBezTo>
                  <a:pt x="0" y="30849"/>
                  <a:pt x="2480" y="33336"/>
                  <a:pt x="5560" y="33336"/>
                </a:cubicBezTo>
                <a:lnTo>
                  <a:pt x="11107" y="33336"/>
                </a:lnTo>
                <a:lnTo>
                  <a:pt x="11107" y="43057"/>
                </a:lnTo>
                <a:cubicBezTo>
                  <a:pt x="11107" y="43609"/>
                  <a:pt x="11200" y="44157"/>
                  <a:pt x="11414" y="44669"/>
                </a:cubicBezTo>
                <a:cubicBezTo>
                  <a:pt x="11614" y="45181"/>
                  <a:pt x="11920" y="45647"/>
                  <a:pt x="12306" y="46040"/>
                </a:cubicBezTo>
                <a:cubicBezTo>
                  <a:pt x="12694" y="46434"/>
                  <a:pt x="13160" y="46746"/>
                  <a:pt x="13667" y="46959"/>
                </a:cubicBezTo>
                <a:cubicBezTo>
                  <a:pt x="14173" y="47173"/>
                  <a:pt x="14720" y="47282"/>
                  <a:pt x="15280" y="47282"/>
                </a:cubicBezTo>
                <a:cubicBezTo>
                  <a:pt x="15827" y="47282"/>
                  <a:pt x="16373" y="47173"/>
                  <a:pt x="16880" y="46959"/>
                </a:cubicBezTo>
                <a:cubicBezTo>
                  <a:pt x="17400" y="46746"/>
                  <a:pt x="17853" y="46434"/>
                  <a:pt x="18241" y="46040"/>
                </a:cubicBezTo>
                <a:cubicBezTo>
                  <a:pt x="18627" y="45647"/>
                  <a:pt x="18933" y="45181"/>
                  <a:pt x="19147" y="44669"/>
                </a:cubicBezTo>
                <a:cubicBezTo>
                  <a:pt x="19346" y="44157"/>
                  <a:pt x="19453" y="43609"/>
                  <a:pt x="19440" y="43057"/>
                </a:cubicBezTo>
                <a:lnTo>
                  <a:pt x="19440" y="33336"/>
                </a:lnTo>
                <a:lnTo>
                  <a:pt x="27774" y="33336"/>
                </a:lnTo>
                <a:cubicBezTo>
                  <a:pt x="30853" y="33336"/>
                  <a:pt x="33334" y="30849"/>
                  <a:pt x="33334" y="27780"/>
                </a:cubicBezTo>
                <a:lnTo>
                  <a:pt x="33334" y="19448"/>
                </a:lnTo>
                <a:lnTo>
                  <a:pt x="43053" y="19448"/>
                </a:lnTo>
                <a:cubicBezTo>
                  <a:pt x="43614" y="19456"/>
                  <a:pt x="44161" y="19355"/>
                  <a:pt x="44667" y="19148"/>
                </a:cubicBezTo>
                <a:cubicBezTo>
                  <a:pt x="45187" y="18943"/>
                  <a:pt x="45654" y="18638"/>
                  <a:pt x="46040" y="18250"/>
                </a:cubicBezTo>
                <a:cubicBezTo>
                  <a:pt x="46440" y="17862"/>
                  <a:pt x="46747" y="17400"/>
                  <a:pt x="46961" y="16891"/>
                </a:cubicBezTo>
                <a:cubicBezTo>
                  <a:pt x="47173" y="16380"/>
                  <a:pt x="47280" y="15834"/>
                  <a:pt x="47280" y="15282"/>
                </a:cubicBezTo>
                <a:cubicBezTo>
                  <a:pt x="47280" y="14730"/>
                  <a:pt x="47173" y="14184"/>
                  <a:pt x="46961" y="13674"/>
                </a:cubicBezTo>
                <a:cubicBezTo>
                  <a:pt x="46747" y="13165"/>
                  <a:pt x="46440" y="12703"/>
                  <a:pt x="46040" y="12315"/>
                </a:cubicBezTo>
                <a:cubicBezTo>
                  <a:pt x="45654" y="11928"/>
                  <a:pt x="45187" y="11623"/>
                  <a:pt x="44667" y="11416"/>
                </a:cubicBezTo>
                <a:cubicBezTo>
                  <a:pt x="44161" y="11210"/>
                  <a:pt x="43614" y="11108"/>
                  <a:pt x="43053" y="11116"/>
                </a:cubicBezTo>
                <a:lnTo>
                  <a:pt x="33334" y="11116"/>
                </a:lnTo>
                <a:lnTo>
                  <a:pt x="33334" y="5562"/>
                </a:lnTo>
                <a:cubicBezTo>
                  <a:pt x="33334" y="2493"/>
                  <a:pt x="30853" y="7"/>
                  <a:pt x="27774" y="7"/>
                </a:cubicBezTo>
                <a:lnTo>
                  <a:pt x="5560" y="7"/>
                </a:lnTo>
                <a:close/>
                <a:moveTo>
                  <a:pt x="72227" y="7"/>
                </a:moveTo>
                <a:cubicBezTo>
                  <a:pt x="69147" y="7"/>
                  <a:pt x="66667" y="2493"/>
                  <a:pt x="66667" y="5562"/>
                </a:cubicBezTo>
                <a:lnTo>
                  <a:pt x="66667" y="11116"/>
                </a:lnTo>
                <a:lnTo>
                  <a:pt x="56947" y="11116"/>
                </a:lnTo>
                <a:cubicBezTo>
                  <a:pt x="56387" y="11108"/>
                  <a:pt x="55840" y="11210"/>
                  <a:pt x="55334" y="11416"/>
                </a:cubicBezTo>
                <a:cubicBezTo>
                  <a:pt x="54813" y="11623"/>
                  <a:pt x="54346" y="11928"/>
                  <a:pt x="53961" y="12315"/>
                </a:cubicBezTo>
                <a:cubicBezTo>
                  <a:pt x="53560" y="12703"/>
                  <a:pt x="53253" y="13165"/>
                  <a:pt x="53040" y="13674"/>
                </a:cubicBezTo>
                <a:cubicBezTo>
                  <a:pt x="52827" y="14184"/>
                  <a:pt x="52720" y="14730"/>
                  <a:pt x="52720" y="15282"/>
                </a:cubicBezTo>
                <a:cubicBezTo>
                  <a:pt x="52720" y="15834"/>
                  <a:pt x="52827" y="16380"/>
                  <a:pt x="53040" y="16891"/>
                </a:cubicBezTo>
                <a:cubicBezTo>
                  <a:pt x="53253" y="17400"/>
                  <a:pt x="53560" y="17862"/>
                  <a:pt x="53961" y="18250"/>
                </a:cubicBezTo>
                <a:cubicBezTo>
                  <a:pt x="54346" y="18638"/>
                  <a:pt x="54813" y="18943"/>
                  <a:pt x="55334" y="19148"/>
                </a:cubicBezTo>
                <a:cubicBezTo>
                  <a:pt x="55840" y="19355"/>
                  <a:pt x="56387" y="19456"/>
                  <a:pt x="56947" y="19448"/>
                </a:cubicBezTo>
                <a:lnTo>
                  <a:pt x="66667" y="19448"/>
                </a:lnTo>
                <a:lnTo>
                  <a:pt x="66667" y="27780"/>
                </a:lnTo>
                <a:cubicBezTo>
                  <a:pt x="66667" y="30849"/>
                  <a:pt x="69147" y="33336"/>
                  <a:pt x="72227" y="33336"/>
                </a:cubicBezTo>
                <a:lnTo>
                  <a:pt x="80560" y="33336"/>
                </a:lnTo>
                <a:lnTo>
                  <a:pt x="80560" y="43057"/>
                </a:lnTo>
                <a:cubicBezTo>
                  <a:pt x="80547" y="43609"/>
                  <a:pt x="80654" y="44157"/>
                  <a:pt x="80854" y="44669"/>
                </a:cubicBezTo>
                <a:cubicBezTo>
                  <a:pt x="81067" y="45181"/>
                  <a:pt x="81373" y="45647"/>
                  <a:pt x="81760" y="46040"/>
                </a:cubicBezTo>
                <a:cubicBezTo>
                  <a:pt x="82147" y="46434"/>
                  <a:pt x="82600" y="46746"/>
                  <a:pt x="83120" y="46959"/>
                </a:cubicBezTo>
                <a:cubicBezTo>
                  <a:pt x="83627" y="47173"/>
                  <a:pt x="84173" y="47282"/>
                  <a:pt x="84720" y="47282"/>
                </a:cubicBezTo>
                <a:cubicBezTo>
                  <a:pt x="85281" y="47282"/>
                  <a:pt x="85828" y="47173"/>
                  <a:pt x="86334" y="46959"/>
                </a:cubicBezTo>
                <a:cubicBezTo>
                  <a:pt x="86840" y="46746"/>
                  <a:pt x="87307" y="46434"/>
                  <a:pt x="87694" y="46040"/>
                </a:cubicBezTo>
                <a:cubicBezTo>
                  <a:pt x="88081" y="45647"/>
                  <a:pt x="88387" y="45181"/>
                  <a:pt x="88587" y="44669"/>
                </a:cubicBezTo>
                <a:cubicBezTo>
                  <a:pt x="88800" y="44157"/>
                  <a:pt x="88893" y="43609"/>
                  <a:pt x="88893" y="43057"/>
                </a:cubicBezTo>
                <a:lnTo>
                  <a:pt x="88893" y="33336"/>
                </a:lnTo>
                <a:lnTo>
                  <a:pt x="94440" y="33336"/>
                </a:lnTo>
                <a:cubicBezTo>
                  <a:pt x="97520" y="33336"/>
                  <a:pt x="100001" y="30849"/>
                  <a:pt x="100001" y="27780"/>
                </a:cubicBezTo>
                <a:lnTo>
                  <a:pt x="100001" y="5562"/>
                </a:lnTo>
                <a:cubicBezTo>
                  <a:pt x="100001" y="2493"/>
                  <a:pt x="97520" y="7"/>
                  <a:pt x="94440" y="7"/>
                </a:cubicBezTo>
                <a:lnTo>
                  <a:pt x="72227" y="7"/>
                </a:lnTo>
                <a:close/>
                <a:moveTo>
                  <a:pt x="15214" y="52718"/>
                </a:moveTo>
                <a:cubicBezTo>
                  <a:pt x="14107" y="52736"/>
                  <a:pt x="13053" y="53190"/>
                  <a:pt x="12294" y="53982"/>
                </a:cubicBezTo>
                <a:cubicBezTo>
                  <a:pt x="11520" y="54774"/>
                  <a:pt x="11093" y="55840"/>
                  <a:pt x="11107" y="56943"/>
                </a:cubicBezTo>
                <a:lnTo>
                  <a:pt x="11107" y="66665"/>
                </a:lnTo>
                <a:lnTo>
                  <a:pt x="5560" y="66665"/>
                </a:lnTo>
                <a:cubicBezTo>
                  <a:pt x="2480" y="66665"/>
                  <a:pt x="0" y="69151"/>
                  <a:pt x="0" y="72220"/>
                </a:cubicBezTo>
                <a:lnTo>
                  <a:pt x="0" y="94435"/>
                </a:lnTo>
                <a:cubicBezTo>
                  <a:pt x="0" y="97514"/>
                  <a:pt x="2480" y="99993"/>
                  <a:pt x="5560" y="99993"/>
                </a:cubicBezTo>
                <a:lnTo>
                  <a:pt x="27774" y="99993"/>
                </a:lnTo>
                <a:cubicBezTo>
                  <a:pt x="30853" y="99993"/>
                  <a:pt x="33334" y="97514"/>
                  <a:pt x="33334" y="94435"/>
                </a:cubicBezTo>
                <a:lnTo>
                  <a:pt x="33334" y="88888"/>
                </a:lnTo>
                <a:lnTo>
                  <a:pt x="43053" y="88888"/>
                </a:lnTo>
                <a:cubicBezTo>
                  <a:pt x="43614" y="88888"/>
                  <a:pt x="44161" y="88795"/>
                  <a:pt x="44667" y="88582"/>
                </a:cubicBezTo>
                <a:cubicBezTo>
                  <a:pt x="45187" y="88382"/>
                  <a:pt x="45654" y="88075"/>
                  <a:pt x="46040" y="87688"/>
                </a:cubicBezTo>
                <a:cubicBezTo>
                  <a:pt x="46440" y="87302"/>
                  <a:pt x="46747" y="86835"/>
                  <a:pt x="46961" y="86329"/>
                </a:cubicBezTo>
                <a:cubicBezTo>
                  <a:pt x="47173" y="85822"/>
                  <a:pt x="47280" y="85275"/>
                  <a:pt x="47280" y="84716"/>
                </a:cubicBezTo>
                <a:cubicBezTo>
                  <a:pt x="47280" y="84169"/>
                  <a:pt x="47173" y="83623"/>
                  <a:pt x="46961" y="83116"/>
                </a:cubicBezTo>
                <a:cubicBezTo>
                  <a:pt x="46747" y="82596"/>
                  <a:pt x="46440" y="82142"/>
                  <a:pt x="46040" y="81756"/>
                </a:cubicBezTo>
                <a:cubicBezTo>
                  <a:pt x="45654" y="81370"/>
                  <a:pt x="45187" y="81062"/>
                  <a:pt x="44667" y="80849"/>
                </a:cubicBezTo>
                <a:cubicBezTo>
                  <a:pt x="44161" y="80649"/>
                  <a:pt x="43614" y="80543"/>
                  <a:pt x="43053" y="80556"/>
                </a:cubicBezTo>
                <a:lnTo>
                  <a:pt x="33334" y="80556"/>
                </a:lnTo>
                <a:lnTo>
                  <a:pt x="33334" y="72220"/>
                </a:lnTo>
                <a:cubicBezTo>
                  <a:pt x="33334" y="69151"/>
                  <a:pt x="30853" y="66665"/>
                  <a:pt x="27774" y="66665"/>
                </a:cubicBezTo>
                <a:lnTo>
                  <a:pt x="19440" y="66665"/>
                </a:lnTo>
                <a:lnTo>
                  <a:pt x="19440" y="56943"/>
                </a:lnTo>
                <a:cubicBezTo>
                  <a:pt x="19453" y="56386"/>
                  <a:pt x="19346" y="55833"/>
                  <a:pt x="19133" y="55315"/>
                </a:cubicBezTo>
                <a:cubicBezTo>
                  <a:pt x="18933" y="54800"/>
                  <a:pt x="18614" y="54330"/>
                  <a:pt x="18226" y="53935"/>
                </a:cubicBezTo>
                <a:cubicBezTo>
                  <a:pt x="17827" y="53542"/>
                  <a:pt x="17360" y="53230"/>
                  <a:pt x="16840" y="53021"/>
                </a:cubicBezTo>
                <a:cubicBezTo>
                  <a:pt x="16321" y="52813"/>
                  <a:pt x="15774" y="52709"/>
                  <a:pt x="15214" y="52718"/>
                </a:cubicBezTo>
                <a:close/>
                <a:moveTo>
                  <a:pt x="84654" y="52718"/>
                </a:moveTo>
                <a:cubicBezTo>
                  <a:pt x="83547" y="52736"/>
                  <a:pt x="82507" y="53190"/>
                  <a:pt x="81734" y="53982"/>
                </a:cubicBezTo>
                <a:cubicBezTo>
                  <a:pt x="80961" y="54774"/>
                  <a:pt x="80534" y="55840"/>
                  <a:pt x="80560" y="56943"/>
                </a:cubicBezTo>
                <a:lnTo>
                  <a:pt x="80560" y="66665"/>
                </a:lnTo>
                <a:lnTo>
                  <a:pt x="72227" y="66665"/>
                </a:lnTo>
                <a:cubicBezTo>
                  <a:pt x="69147" y="66665"/>
                  <a:pt x="66667" y="69151"/>
                  <a:pt x="66667" y="72220"/>
                </a:cubicBezTo>
                <a:lnTo>
                  <a:pt x="66667" y="80556"/>
                </a:lnTo>
                <a:lnTo>
                  <a:pt x="56947" y="80556"/>
                </a:lnTo>
                <a:cubicBezTo>
                  <a:pt x="56387" y="80543"/>
                  <a:pt x="55840" y="80649"/>
                  <a:pt x="55334" y="80849"/>
                </a:cubicBezTo>
                <a:cubicBezTo>
                  <a:pt x="54813" y="81062"/>
                  <a:pt x="54346" y="81370"/>
                  <a:pt x="53961" y="81756"/>
                </a:cubicBezTo>
                <a:cubicBezTo>
                  <a:pt x="53560" y="82142"/>
                  <a:pt x="53253" y="82596"/>
                  <a:pt x="53040" y="83116"/>
                </a:cubicBezTo>
                <a:cubicBezTo>
                  <a:pt x="52827" y="83623"/>
                  <a:pt x="52720" y="84169"/>
                  <a:pt x="52720" y="84716"/>
                </a:cubicBezTo>
                <a:cubicBezTo>
                  <a:pt x="52720" y="85275"/>
                  <a:pt x="52827" y="85822"/>
                  <a:pt x="53040" y="86329"/>
                </a:cubicBezTo>
                <a:cubicBezTo>
                  <a:pt x="53253" y="86835"/>
                  <a:pt x="53560" y="87302"/>
                  <a:pt x="53961" y="87688"/>
                </a:cubicBezTo>
                <a:cubicBezTo>
                  <a:pt x="54346" y="88075"/>
                  <a:pt x="54813" y="88382"/>
                  <a:pt x="55334" y="88582"/>
                </a:cubicBezTo>
                <a:cubicBezTo>
                  <a:pt x="55840" y="88795"/>
                  <a:pt x="56387" y="88888"/>
                  <a:pt x="56947" y="88888"/>
                </a:cubicBezTo>
                <a:lnTo>
                  <a:pt x="66667" y="88888"/>
                </a:lnTo>
                <a:lnTo>
                  <a:pt x="66667" y="94435"/>
                </a:lnTo>
                <a:cubicBezTo>
                  <a:pt x="66667" y="97514"/>
                  <a:pt x="69147" y="99993"/>
                  <a:pt x="72227" y="99993"/>
                </a:cubicBezTo>
                <a:lnTo>
                  <a:pt x="94440" y="99993"/>
                </a:lnTo>
                <a:cubicBezTo>
                  <a:pt x="97520" y="99993"/>
                  <a:pt x="100001" y="97514"/>
                  <a:pt x="100001" y="94435"/>
                </a:cubicBezTo>
                <a:lnTo>
                  <a:pt x="100001" y="72220"/>
                </a:lnTo>
                <a:cubicBezTo>
                  <a:pt x="100001" y="69151"/>
                  <a:pt x="97520" y="66665"/>
                  <a:pt x="94440" y="66665"/>
                </a:cubicBezTo>
                <a:lnTo>
                  <a:pt x="88893" y="66665"/>
                </a:lnTo>
                <a:lnTo>
                  <a:pt x="88893" y="56943"/>
                </a:lnTo>
                <a:cubicBezTo>
                  <a:pt x="88893" y="56386"/>
                  <a:pt x="88787" y="55833"/>
                  <a:pt x="88587" y="55315"/>
                </a:cubicBezTo>
                <a:cubicBezTo>
                  <a:pt x="88374" y="54800"/>
                  <a:pt x="88067" y="54330"/>
                  <a:pt x="87667" y="53935"/>
                </a:cubicBezTo>
                <a:cubicBezTo>
                  <a:pt x="87267" y="53542"/>
                  <a:pt x="86800" y="53230"/>
                  <a:pt x="86281" y="53021"/>
                </a:cubicBezTo>
                <a:cubicBezTo>
                  <a:pt x="85774" y="52813"/>
                  <a:pt x="85214" y="52709"/>
                  <a:pt x="84654" y="5271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2" name="Белый — SVG 2">
            <a:extLst>
              <a:ext uri="{FF2B5EF4-FFF2-40B4-BE49-F238E27FC236}">
                <a16:creationId xmlns:a16="http://schemas.microsoft.com/office/drawing/2014/main" id="{C2978DA6-A3D7-9948-8097-2195FEDD5E79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54307 w 145328"/>
              <a:gd name="csY0" fmla="*/ 0 h 141753"/>
              <a:gd name="csX1" fmla="*/ 31152 w 145328"/>
              <a:gd name="csY1" fmla="*/ 18253 h 141753"/>
              <a:gd name="csX2" fmla="*/ 6142 w 145328"/>
              <a:gd name="csY2" fmla="*/ 47027 h 141753"/>
              <a:gd name="csX3" fmla="*/ 6448 w 145328"/>
              <a:gd name="csY3" fmla="*/ 51035 h 141753"/>
              <a:gd name="csX4" fmla="*/ 0 w 145328"/>
              <a:gd name="csY4" fmla="*/ 70880 h 141753"/>
              <a:gd name="csX5" fmla="*/ 4049 w 145328"/>
              <a:gd name="csY5" fmla="*/ 88420 h 141753"/>
              <a:gd name="csX6" fmla="*/ 21981 w 145328"/>
              <a:gd name="csY6" fmla="*/ 74527 h 141753"/>
              <a:gd name="csX7" fmla="*/ 28259 w 145328"/>
              <a:gd name="csY7" fmla="*/ 78673 h 141753"/>
              <a:gd name="csX8" fmla="*/ 24108 w 145328"/>
              <a:gd name="csY8" fmla="*/ 84952 h 141753"/>
              <a:gd name="csX9" fmla="*/ 11484 w 145328"/>
              <a:gd name="csY9" fmla="*/ 97746 h 141753"/>
              <a:gd name="csX10" fmla="*/ 11518 w 145328"/>
              <a:gd name="csY10" fmla="*/ 97780 h 141753"/>
              <a:gd name="csX11" fmla="*/ 10821 w 145328"/>
              <a:gd name="csY11" fmla="*/ 103666 h 141753"/>
              <a:gd name="csX12" fmla="*/ 27647 w 145328"/>
              <a:gd name="csY12" fmla="*/ 127975 h 141753"/>
              <a:gd name="csX13" fmla="*/ 27545 w 145328"/>
              <a:gd name="csY13" fmla="*/ 125814 h 141753"/>
              <a:gd name="csX14" fmla="*/ 31118 w 145328"/>
              <a:gd name="csY14" fmla="*/ 112631 h 141753"/>
              <a:gd name="csX15" fmla="*/ 38416 w 145328"/>
              <a:gd name="csY15" fmla="*/ 110742 h 141753"/>
              <a:gd name="csX16" fmla="*/ 40305 w 145328"/>
              <a:gd name="csY16" fmla="*/ 118023 h 141753"/>
              <a:gd name="csX17" fmla="*/ 38178 w 145328"/>
              <a:gd name="csY17" fmla="*/ 125814 h 141753"/>
              <a:gd name="csX18" fmla="*/ 38926 w 145328"/>
              <a:gd name="csY18" fmla="*/ 130458 h 141753"/>
              <a:gd name="csX19" fmla="*/ 38926 w 145328"/>
              <a:gd name="csY19" fmla="*/ 130526 h 141753"/>
              <a:gd name="csX20" fmla="*/ 57352 w 145328"/>
              <a:gd name="csY20" fmla="*/ 141753 h 141753"/>
              <a:gd name="csX21" fmla="*/ 77973 w 145328"/>
              <a:gd name="csY21" fmla="*/ 121561 h 141753"/>
              <a:gd name="csX22" fmla="*/ 77973 w 145328"/>
              <a:gd name="csY22" fmla="*/ 65314 h 141753"/>
              <a:gd name="csX23" fmla="*/ 58475 w 145328"/>
              <a:gd name="csY23" fmla="*/ 74424 h 141753"/>
              <a:gd name="csX24" fmla="*/ 53167 w 145328"/>
              <a:gd name="csY24" fmla="*/ 69108 h 141753"/>
              <a:gd name="csX25" fmla="*/ 58475 w 145328"/>
              <a:gd name="csY25" fmla="*/ 63792 h 141753"/>
              <a:gd name="csX26" fmla="*/ 77973 w 145328"/>
              <a:gd name="csY26" fmla="*/ 40755 h 141753"/>
              <a:gd name="csX27" fmla="*/ 77973 w 145328"/>
              <a:gd name="csY27" fmla="*/ 23215 h 141753"/>
              <a:gd name="csX28" fmla="*/ 54307 w 145328"/>
              <a:gd name="csY28" fmla="*/ 0 h 141753"/>
              <a:gd name="csX29" fmla="*/ 116967 w 145328"/>
              <a:gd name="csY29" fmla="*/ 7089 h 141753"/>
              <a:gd name="csX30" fmla="*/ 109702 w 145328"/>
              <a:gd name="csY30" fmla="*/ 9106 h 141753"/>
              <a:gd name="csX31" fmla="*/ 104496 w 145328"/>
              <a:gd name="csY31" fmla="*/ 14567 h 141753"/>
              <a:gd name="csX32" fmla="*/ 102829 w 145328"/>
              <a:gd name="csY32" fmla="*/ 21922 h 141753"/>
              <a:gd name="csX33" fmla="*/ 105177 w 145328"/>
              <a:gd name="csY33" fmla="*/ 29092 h 141753"/>
              <a:gd name="csX34" fmla="*/ 94322 w 145328"/>
              <a:gd name="csY34" fmla="*/ 39939 h 141753"/>
              <a:gd name="csX35" fmla="*/ 88606 w 145328"/>
              <a:gd name="csY35" fmla="*/ 42494 h 141753"/>
              <a:gd name="csX36" fmla="*/ 88606 w 145328"/>
              <a:gd name="csY36" fmla="*/ 53126 h 141753"/>
              <a:gd name="csX37" fmla="*/ 101842 w 145328"/>
              <a:gd name="csY37" fmla="*/ 47456 h 141753"/>
              <a:gd name="csX38" fmla="*/ 114143 w 145328"/>
              <a:gd name="csY38" fmla="*/ 35142 h 141753"/>
              <a:gd name="csX39" fmla="*/ 116967 w 145328"/>
              <a:gd name="csY39" fmla="*/ 35439 h 141753"/>
              <a:gd name="csX40" fmla="*/ 126988 w 145328"/>
              <a:gd name="csY40" fmla="*/ 31289 h 141753"/>
              <a:gd name="csX41" fmla="*/ 131139 w 145328"/>
              <a:gd name="csY41" fmla="*/ 21264 h 141753"/>
              <a:gd name="csX42" fmla="*/ 126988 w 145328"/>
              <a:gd name="csY42" fmla="*/ 11239 h 141753"/>
              <a:gd name="csX43" fmla="*/ 116967 w 145328"/>
              <a:gd name="csY43" fmla="*/ 7089 h 141753"/>
              <a:gd name="csX44" fmla="*/ 47876 w 145328"/>
              <a:gd name="csY44" fmla="*/ 28359 h 141753"/>
              <a:gd name="csX45" fmla="*/ 53065 w 145328"/>
              <a:gd name="csY45" fmla="*/ 32643 h 141753"/>
              <a:gd name="csX46" fmla="*/ 48879 w 145328"/>
              <a:gd name="csY46" fmla="*/ 38881 h 141753"/>
              <a:gd name="csX47" fmla="*/ 38893 w 145328"/>
              <a:gd name="csY47" fmla="*/ 53907 h 141753"/>
              <a:gd name="csX48" fmla="*/ 34690 w 145328"/>
              <a:gd name="csY48" fmla="*/ 60144 h 141753"/>
              <a:gd name="csX49" fmla="*/ 33670 w 145328"/>
              <a:gd name="csY49" fmla="*/ 60248 h 141753"/>
              <a:gd name="csX50" fmla="*/ 28463 w 145328"/>
              <a:gd name="csY50" fmla="*/ 55956 h 141753"/>
              <a:gd name="csX51" fmla="*/ 46821 w 145328"/>
              <a:gd name="csY51" fmla="*/ 28456 h 141753"/>
              <a:gd name="csX52" fmla="*/ 47876 w 145328"/>
              <a:gd name="csY52" fmla="*/ 28359 h 141753"/>
              <a:gd name="csX53" fmla="*/ 131139 w 145328"/>
              <a:gd name="csY53" fmla="*/ 56703 h 141753"/>
              <a:gd name="csX54" fmla="*/ 123228 w 145328"/>
              <a:gd name="csY54" fmla="*/ 59129 h 141753"/>
              <a:gd name="csX55" fmla="*/ 118005 w 145328"/>
              <a:gd name="csY55" fmla="*/ 65564 h 141753"/>
              <a:gd name="csX56" fmla="*/ 88606 w 145328"/>
              <a:gd name="csY56" fmla="*/ 65564 h 141753"/>
              <a:gd name="csX57" fmla="*/ 88606 w 145328"/>
              <a:gd name="csY57" fmla="*/ 76196 h 141753"/>
              <a:gd name="csX58" fmla="*/ 118022 w 145328"/>
              <a:gd name="csY58" fmla="*/ 76196 h 141753"/>
              <a:gd name="csX59" fmla="*/ 123228 w 145328"/>
              <a:gd name="csY59" fmla="*/ 82628 h 141753"/>
              <a:gd name="csX60" fmla="*/ 131139 w 145328"/>
              <a:gd name="csY60" fmla="*/ 85056 h 141753"/>
              <a:gd name="csX61" fmla="*/ 141177 w 145328"/>
              <a:gd name="csY61" fmla="*/ 80903 h 141753"/>
              <a:gd name="csX62" fmla="*/ 145328 w 145328"/>
              <a:gd name="csY62" fmla="*/ 70880 h 141753"/>
              <a:gd name="csX63" fmla="*/ 141177 w 145328"/>
              <a:gd name="csY63" fmla="*/ 60856 h 141753"/>
              <a:gd name="csX64" fmla="*/ 131139 w 145328"/>
              <a:gd name="csY64" fmla="*/ 56703 h 141753"/>
              <a:gd name="csX65" fmla="*/ 44524 w 145328"/>
              <a:gd name="csY65" fmla="*/ 88585 h 141753"/>
              <a:gd name="csX66" fmla="*/ 45579 w 145328"/>
              <a:gd name="csY66" fmla="*/ 88738 h 141753"/>
              <a:gd name="csX67" fmla="*/ 60160 w 145328"/>
              <a:gd name="csY67" fmla="*/ 116203 h 141753"/>
              <a:gd name="csX68" fmla="*/ 54936 w 145328"/>
              <a:gd name="csY68" fmla="*/ 120490 h 141753"/>
              <a:gd name="csX69" fmla="*/ 53915 w 145328"/>
              <a:gd name="csY69" fmla="*/ 120388 h 141753"/>
              <a:gd name="csX70" fmla="*/ 49730 w 145328"/>
              <a:gd name="csY70" fmla="*/ 114162 h 141753"/>
              <a:gd name="csX71" fmla="*/ 42959 w 145328"/>
              <a:gd name="csY71" fmla="*/ 99056 h 141753"/>
              <a:gd name="csX72" fmla="*/ 39199 w 145328"/>
              <a:gd name="csY72" fmla="*/ 92566 h 141753"/>
              <a:gd name="csX73" fmla="*/ 44524 w 145328"/>
              <a:gd name="csY73" fmla="*/ 88585 h 141753"/>
              <a:gd name="csX74" fmla="*/ 88606 w 145328"/>
              <a:gd name="csY74" fmla="*/ 88635 h 141753"/>
              <a:gd name="csX75" fmla="*/ 88606 w 145328"/>
              <a:gd name="csY75" fmla="*/ 99260 h 141753"/>
              <a:gd name="csX76" fmla="*/ 94322 w 145328"/>
              <a:gd name="csY76" fmla="*/ 101828 h 141753"/>
              <a:gd name="csX77" fmla="*/ 105160 w 145328"/>
              <a:gd name="csY77" fmla="*/ 112665 h 141753"/>
              <a:gd name="csX78" fmla="*/ 102812 w 145328"/>
              <a:gd name="csY78" fmla="*/ 119826 h 141753"/>
              <a:gd name="csX79" fmla="*/ 104479 w 145328"/>
              <a:gd name="csY79" fmla="*/ 127192 h 141753"/>
              <a:gd name="csX80" fmla="*/ 109685 w 145328"/>
              <a:gd name="csY80" fmla="*/ 132653 h 141753"/>
              <a:gd name="csX81" fmla="*/ 116967 w 145328"/>
              <a:gd name="csY81" fmla="*/ 134677 h 141753"/>
              <a:gd name="csX82" fmla="*/ 126988 w 145328"/>
              <a:gd name="csY82" fmla="*/ 130526 h 141753"/>
              <a:gd name="csX83" fmla="*/ 131139 w 145328"/>
              <a:gd name="csY83" fmla="*/ 120490 h 141753"/>
              <a:gd name="csX84" fmla="*/ 126988 w 145328"/>
              <a:gd name="csY84" fmla="*/ 110470 h 141753"/>
              <a:gd name="csX85" fmla="*/ 116967 w 145328"/>
              <a:gd name="csY85" fmla="*/ 106319 h 141753"/>
              <a:gd name="csX86" fmla="*/ 114143 w 145328"/>
              <a:gd name="csY86" fmla="*/ 106609 h 141753"/>
              <a:gd name="csX87" fmla="*/ 101842 w 145328"/>
              <a:gd name="csY87" fmla="*/ 94303 h 141753"/>
              <a:gd name="csX88" fmla="*/ 88606 w 145328"/>
              <a:gd name="csY88" fmla="*/ 88635 h 141753"/>
            </a:gdLst>
            <a:ahLst/>
            <a:cxnLst/>
            <a:rect l="l" t="t" r="r" b="b"/>
            <a:pathLst>
              <a:path w="100000" h="100000">
                <a:moveTo>
                  <a:pt x="37369" y="1230"/>
                </a:moveTo>
                <a:cubicBezTo>
                  <a:pt x="29560" y="1230"/>
                  <a:pt x="23016" y="6621"/>
                  <a:pt x="21436" y="13790"/>
                </a:cubicBezTo>
                <a:cubicBezTo>
                  <a:pt x="11683" y="15326"/>
                  <a:pt x="4226" y="23640"/>
                  <a:pt x="4226" y="33589"/>
                </a:cubicBezTo>
                <a:cubicBezTo>
                  <a:pt x="4226" y="34492"/>
                  <a:pt x="4296" y="35420"/>
                  <a:pt x="4437" y="36347"/>
                </a:cubicBezTo>
                <a:cubicBezTo>
                  <a:pt x="1510" y="40419"/>
                  <a:pt x="0" y="45100"/>
                  <a:pt x="0" y="50002"/>
                </a:cubicBezTo>
                <a:cubicBezTo>
                  <a:pt x="0" y="54514"/>
                  <a:pt x="948" y="58608"/>
                  <a:pt x="2786" y="62072"/>
                </a:cubicBezTo>
                <a:cubicBezTo>
                  <a:pt x="5537" y="57267"/>
                  <a:pt x="10092" y="53536"/>
                  <a:pt x="15125" y="52512"/>
                </a:cubicBezTo>
                <a:cubicBezTo>
                  <a:pt x="17092" y="52122"/>
                  <a:pt x="19047" y="53390"/>
                  <a:pt x="19445" y="55365"/>
                </a:cubicBezTo>
                <a:cubicBezTo>
                  <a:pt x="19832" y="57340"/>
                  <a:pt x="18567" y="59295"/>
                  <a:pt x="16589" y="59685"/>
                </a:cubicBezTo>
                <a:cubicBezTo>
                  <a:pt x="12854" y="60442"/>
                  <a:pt x="9271" y="64292"/>
                  <a:pt x="7902" y="68489"/>
                </a:cubicBezTo>
                <a:lnTo>
                  <a:pt x="7926" y="68512"/>
                </a:lnTo>
                <a:cubicBezTo>
                  <a:pt x="7610" y="69846"/>
                  <a:pt x="7446" y="71192"/>
                  <a:pt x="7446" y="72562"/>
                </a:cubicBezTo>
                <a:cubicBezTo>
                  <a:pt x="7446" y="80124"/>
                  <a:pt x="12245" y="86632"/>
                  <a:pt x="19024" y="89289"/>
                </a:cubicBezTo>
                <a:cubicBezTo>
                  <a:pt x="18977" y="88797"/>
                  <a:pt x="18954" y="88283"/>
                  <a:pt x="18954" y="87802"/>
                </a:cubicBezTo>
                <a:cubicBezTo>
                  <a:pt x="18954" y="84607"/>
                  <a:pt x="19808" y="81482"/>
                  <a:pt x="21412" y="78731"/>
                </a:cubicBezTo>
                <a:cubicBezTo>
                  <a:pt x="22466" y="76975"/>
                  <a:pt x="24701" y="76413"/>
                  <a:pt x="26434" y="77431"/>
                </a:cubicBezTo>
                <a:cubicBezTo>
                  <a:pt x="28167" y="78461"/>
                  <a:pt x="28752" y="80709"/>
                  <a:pt x="27734" y="82441"/>
                </a:cubicBezTo>
                <a:cubicBezTo>
                  <a:pt x="26751" y="84069"/>
                  <a:pt x="26270" y="85918"/>
                  <a:pt x="26270" y="87802"/>
                </a:cubicBezTo>
                <a:cubicBezTo>
                  <a:pt x="26270" y="88926"/>
                  <a:pt x="26434" y="89991"/>
                  <a:pt x="26785" y="90998"/>
                </a:cubicBezTo>
                <a:lnTo>
                  <a:pt x="26785" y="91045"/>
                </a:lnTo>
                <a:cubicBezTo>
                  <a:pt x="29127" y="95680"/>
                  <a:pt x="33973" y="98770"/>
                  <a:pt x="39464" y="98770"/>
                </a:cubicBezTo>
                <a:cubicBezTo>
                  <a:pt x="47296" y="98770"/>
                  <a:pt x="53653" y="92532"/>
                  <a:pt x="53653" y="84876"/>
                </a:cubicBezTo>
                <a:lnTo>
                  <a:pt x="53653" y="46172"/>
                </a:lnTo>
                <a:cubicBezTo>
                  <a:pt x="50047" y="49904"/>
                  <a:pt x="45388" y="52441"/>
                  <a:pt x="40237" y="52441"/>
                </a:cubicBezTo>
                <a:cubicBezTo>
                  <a:pt x="38223" y="52441"/>
                  <a:pt x="36584" y="50807"/>
                  <a:pt x="36584" y="48783"/>
                </a:cubicBezTo>
                <a:cubicBezTo>
                  <a:pt x="36584" y="46759"/>
                  <a:pt x="38223" y="45125"/>
                  <a:pt x="40237" y="45125"/>
                </a:cubicBezTo>
                <a:cubicBezTo>
                  <a:pt x="47343" y="45125"/>
                  <a:pt x="53653" y="36272"/>
                  <a:pt x="53653" y="29273"/>
                </a:cubicBezTo>
                <a:lnTo>
                  <a:pt x="53653" y="17204"/>
                </a:lnTo>
                <a:cubicBezTo>
                  <a:pt x="53653" y="8402"/>
                  <a:pt x="46336" y="1230"/>
                  <a:pt x="37369" y="1230"/>
                </a:cubicBezTo>
                <a:close/>
                <a:moveTo>
                  <a:pt x="80485" y="6108"/>
                </a:moveTo>
                <a:cubicBezTo>
                  <a:pt x="78717" y="6110"/>
                  <a:pt x="76996" y="6590"/>
                  <a:pt x="75486" y="7496"/>
                </a:cubicBezTo>
                <a:cubicBezTo>
                  <a:pt x="73976" y="8402"/>
                  <a:pt x="72735" y="9701"/>
                  <a:pt x="71904" y="11254"/>
                </a:cubicBezTo>
                <a:cubicBezTo>
                  <a:pt x="71072" y="12807"/>
                  <a:pt x="70675" y="14555"/>
                  <a:pt x="70756" y="16314"/>
                </a:cubicBezTo>
                <a:cubicBezTo>
                  <a:pt x="70838" y="18075"/>
                  <a:pt x="71401" y="19779"/>
                  <a:pt x="72372" y="21248"/>
                </a:cubicBezTo>
                <a:lnTo>
                  <a:pt x="64903" y="28712"/>
                </a:lnTo>
                <a:cubicBezTo>
                  <a:pt x="63849" y="29761"/>
                  <a:pt x="62457" y="30396"/>
                  <a:pt x="60970" y="30470"/>
                </a:cubicBezTo>
                <a:lnTo>
                  <a:pt x="60970" y="37786"/>
                </a:lnTo>
                <a:cubicBezTo>
                  <a:pt x="64412" y="37712"/>
                  <a:pt x="67630" y="36322"/>
                  <a:pt x="70077" y="33884"/>
                </a:cubicBezTo>
                <a:lnTo>
                  <a:pt x="78542" y="25411"/>
                </a:lnTo>
                <a:cubicBezTo>
                  <a:pt x="79186" y="25544"/>
                  <a:pt x="79829" y="25613"/>
                  <a:pt x="80485" y="25616"/>
                </a:cubicBezTo>
                <a:cubicBezTo>
                  <a:pt x="83072" y="25616"/>
                  <a:pt x="85554" y="24588"/>
                  <a:pt x="87380" y="22760"/>
                </a:cubicBezTo>
                <a:cubicBezTo>
                  <a:pt x="89218" y="20930"/>
                  <a:pt x="90237" y="18448"/>
                  <a:pt x="90237" y="15862"/>
                </a:cubicBezTo>
                <a:cubicBezTo>
                  <a:pt x="90237" y="13274"/>
                  <a:pt x="89218" y="10793"/>
                  <a:pt x="87380" y="8964"/>
                </a:cubicBezTo>
                <a:cubicBezTo>
                  <a:pt x="85554" y="7135"/>
                  <a:pt x="83072" y="6108"/>
                  <a:pt x="80485" y="6108"/>
                </a:cubicBezTo>
                <a:close/>
                <a:moveTo>
                  <a:pt x="32943" y="20744"/>
                </a:moveTo>
                <a:cubicBezTo>
                  <a:pt x="34629" y="20752"/>
                  <a:pt x="36174" y="21942"/>
                  <a:pt x="36514" y="23692"/>
                </a:cubicBezTo>
                <a:cubicBezTo>
                  <a:pt x="36900" y="25667"/>
                  <a:pt x="35636" y="27592"/>
                  <a:pt x="33634" y="27984"/>
                </a:cubicBezTo>
                <a:cubicBezTo>
                  <a:pt x="25264" y="29666"/>
                  <a:pt x="26586" y="37422"/>
                  <a:pt x="26762" y="38323"/>
                </a:cubicBezTo>
                <a:cubicBezTo>
                  <a:pt x="27148" y="40299"/>
                  <a:pt x="25873" y="42224"/>
                  <a:pt x="23870" y="42615"/>
                </a:cubicBezTo>
                <a:cubicBezTo>
                  <a:pt x="23660" y="42663"/>
                  <a:pt x="23414" y="42687"/>
                  <a:pt x="23168" y="42687"/>
                </a:cubicBezTo>
                <a:cubicBezTo>
                  <a:pt x="21459" y="42687"/>
                  <a:pt x="19925" y="41489"/>
                  <a:pt x="19585" y="39733"/>
                </a:cubicBezTo>
                <a:cubicBezTo>
                  <a:pt x="18310" y="33392"/>
                  <a:pt x="20639" y="23127"/>
                  <a:pt x="32217" y="20811"/>
                </a:cubicBezTo>
                <a:cubicBezTo>
                  <a:pt x="32463" y="20762"/>
                  <a:pt x="32709" y="20742"/>
                  <a:pt x="32943" y="20744"/>
                </a:cubicBezTo>
                <a:close/>
                <a:moveTo>
                  <a:pt x="90237" y="40247"/>
                </a:moveTo>
                <a:cubicBezTo>
                  <a:pt x="88293" y="40250"/>
                  <a:pt x="86397" y="40830"/>
                  <a:pt x="84793" y="41917"/>
                </a:cubicBezTo>
                <a:cubicBezTo>
                  <a:pt x="83177" y="43003"/>
                  <a:pt x="81937" y="44544"/>
                  <a:pt x="81199" y="46344"/>
                </a:cubicBezTo>
                <a:lnTo>
                  <a:pt x="60970" y="46344"/>
                </a:lnTo>
                <a:lnTo>
                  <a:pt x="60970" y="53660"/>
                </a:lnTo>
                <a:lnTo>
                  <a:pt x="81211" y="53660"/>
                </a:lnTo>
                <a:cubicBezTo>
                  <a:pt x="81937" y="55460"/>
                  <a:pt x="83189" y="57001"/>
                  <a:pt x="84793" y="58086"/>
                </a:cubicBezTo>
                <a:cubicBezTo>
                  <a:pt x="86409" y="59173"/>
                  <a:pt x="88305" y="59754"/>
                  <a:pt x="90237" y="59757"/>
                </a:cubicBezTo>
                <a:cubicBezTo>
                  <a:pt x="92824" y="59757"/>
                  <a:pt x="95306" y="58729"/>
                  <a:pt x="97144" y="56899"/>
                </a:cubicBezTo>
                <a:cubicBezTo>
                  <a:pt x="98970" y="55070"/>
                  <a:pt x="100000" y="52590"/>
                  <a:pt x="100000" y="50002"/>
                </a:cubicBezTo>
                <a:cubicBezTo>
                  <a:pt x="100000" y="47416"/>
                  <a:pt x="98970" y="44934"/>
                  <a:pt x="97144" y="43105"/>
                </a:cubicBezTo>
                <a:cubicBezTo>
                  <a:pt x="95306" y="41275"/>
                  <a:pt x="92824" y="40247"/>
                  <a:pt x="90237" y="40247"/>
                </a:cubicBezTo>
                <a:close/>
                <a:moveTo>
                  <a:pt x="30637" y="62185"/>
                </a:moveTo>
                <a:cubicBezTo>
                  <a:pt x="30883" y="62196"/>
                  <a:pt x="31117" y="62230"/>
                  <a:pt x="31363" y="62290"/>
                </a:cubicBezTo>
                <a:cubicBezTo>
                  <a:pt x="35928" y="63437"/>
                  <a:pt x="43854" y="68851"/>
                  <a:pt x="41396" y="81189"/>
                </a:cubicBezTo>
                <a:cubicBezTo>
                  <a:pt x="41044" y="82945"/>
                  <a:pt x="39511" y="84139"/>
                  <a:pt x="37801" y="84139"/>
                </a:cubicBezTo>
                <a:cubicBezTo>
                  <a:pt x="37556" y="84139"/>
                  <a:pt x="37322" y="84116"/>
                  <a:pt x="37099" y="84069"/>
                </a:cubicBezTo>
                <a:cubicBezTo>
                  <a:pt x="35097" y="83682"/>
                  <a:pt x="33821" y="81751"/>
                  <a:pt x="34219" y="79785"/>
                </a:cubicBezTo>
                <a:cubicBezTo>
                  <a:pt x="35846" y="71591"/>
                  <a:pt x="30602" y="69683"/>
                  <a:pt x="29560" y="69390"/>
                </a:cubicBezTo>
                <a:cubicBezTo>
                  <a:pt x="27629" y="68851"/>
                  <a:pt x="26470" y="66851"/>
                  <a:pt x="26973" y="64925"/>
                </a:cubicBezTo>
                <a:cubicBezTo>
                  <a:pt x="27429" y="63239"/>
                  <a:pt x="28951" y="62114"/>
                  <a:pt x="30637" y="62185"/>
                </a:cubicBezTo>
                <a:close/>
                <a:moveTo>
                  <a:pt x="60970" y="62220"/>
                </a:moveTo>
                <a:lnTo>
                  <a:pt x="60970" y="69531"/>
                </a:lnTo>
                <a:cubicBezTo>
                  <a:pt x="62457" y="69613"/>
                  <a:pt x="63849" y="70245"/>
                  <a:pt x="64903" y="71298"/>
                </a:cubicBezTo>
                <a:lnTo>
                  <a:pt x="72360" y="78755"/>
                </a:lnTo>
                <a:cubicBezTo>
                  <a:pt x="71389" y="80218"/>
                  <a:pt x="70827" y="81927"/>
                  <a:pt x="70745" y="83682"/>
                </a:cubicBezTo>
                <a:cubicBezTo>
                  <a:pt x="70663" y="85450"/>
                  <a:pt x="71061" y="87194"/>
                  <a:pt x="71892" y="88751"/>
                </a:cubicBezTo>
                <a:cubicBezTo>
                  <a:pt x="72723" y="90307"/>
                  <a:pt x="73964" y="91607"/>
                  <a:pt x="75474" y="92508"/>
                </a:cubicBezTo>
                <a:cubicBezTo>
                  <a:pt x="76996" y="93421"/>
                  <a:pt x="78717" y="93901"/>
                  <a:pt x="80485" y="93901"/>
                </a:cubicBezTo>
                <a:cubicBezTo>
                  <a:pt x="83072" y="93901"/>
                  <a:pt x="85554" y="92871"/>
                  <a:pt x="87380" y="91045"/>
                </a:cubicBezTo>
                <a:cubicBezTo>
                  <a:pt x="89218" y="89207"/>
                  <a:pt x="90237" y="86726"/>
                  <a:pt x="90237" y="84139"/>
                </a:cubicBezTo>
                <a:cubicBezTo>
                  <a:pt x="90237" y="81552"/>
                  <a:pt x="89218" y="79070"/>
                  <a:pt x="87380" y="77244"/>
                </a:cubicBezTo>
                <a:cubicBezTo>
                  <a:pt x="85554" y="75418"/>
                  <a:pt x="83072" y="74388"/>
                  <a:pt x="80485" y="74388"/>
                </a:cubicBezTo>
                <a:cubicBezTo>
                  <a:pt x="79829" y="74388"/>
                  <a:pt x="79173" y="74458"/>
                  <a:pt x="78542" y="74587"/>
                </a:cubicBezTo>
                <a:lnTo>
                  <a:pt x="70077" y="66120"/>
                </a:lnTo>
                <a:cubicBezTo>
                  <a:pt x="67630" y="63681"/>
                  <a:pt x="64412" y="62292"/>
                  <a:pt x="60970" y="6222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3" name="Белый — SVG 3">
            <a:extLst>
              <a:ext uri="{FF2B5EF4-FFF2-40B4-BE49-F238E27FC236}">
                <a16:creationId xmlns:a16="http://schemas.microsoft.com/office/drawing/2014/main" id="{3507F46D-73E4-7D45-AD80-689CF9E3AE77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21267 w 134695"/>
              <a:gd name="csY0" fmla="*/ 0 h 127685"/>
              <a:gd name="csX1" fmla="*/ 0 w 134695"/>
              <a:gd name="csY1" fmla="*/ 21264 h 127685"/>
              <a:gd name="csX2" fmla="*/ 0 w 134695"/>
              <a:gd name="csY2" fmla="*/ 24807 h 127685"/>
              <a:gd name="csX3" fmla="*/ 0 w 134695"/>
              <a:gd name="csY3" fmla="*/ 33668 h 127685"/>
              <a:gd name="csX4" fmla="*/ 0 w 134695"/>
              <a:gd name="csY4" fmla="*/ 106421 h 127685"/>
              <a:gd name="csX5" fmla="*/ 21267 w 134695"/>
              <a:gd name="csY5" fmla="*/ 127685 h 127685"/>
              <a:gd name="csX6" fmla="*/ 113428 w 134695"/>
              <a:gd name="csY6" fmla="*/ 127685 h 127685"/>
              <a:gd name="csX7" fmla="*/ 134695 w 134695"/>
              <a:gd name="csY7" fmla="*/ 106421 h 127685"/>
              <a:gd name="csX8" fmla="*/ 134695 w 134695"/>
              <a:gd name="csY8" fmla="*/ 33668 h 127685"/>
              <a:gd name="csX9" fmla="*/ 134695 w 134695"/>
              <a:gd name="csY9" fmla="*/ 24807 h 127685"/>
              <a:gd name="csX10" fmla="*/ 134695 w 134695"/>
              <a:gd name="csY10" fmla="*/ 21264 h 127685"/>
              <a:gd name="csX11" fmla="*/ 113428 w 134695"/>
              <a:gd name="csY11" fmla="*/ 0 h 127685"/>
              <a:gd name="csX12" fmla="*/ 21267 w 134695"/>
              <a:gd name="csY12" fmla="*/ 0 h 127685"/>
              <a:gd name="csX13" fmla="*/ 19497 w 134695"/>
              <a:gd name="csY13" fmla="*/ 14175 h 127685"/>
              <a:gd name="csX14" fmla="*/ 24806 w 134695"/>
              <a:gd name="csY14" fmla="*/ 19491 h 127685"/>
              <a:gd name="csX15" fmla="*/ 19497 w 134695"/>
              <a:gd name="csY15" fmla="*/ 24807 h 127685"/>
              <a:gd name="csX16" fmla="*/ 14172 w 134695"/>
              <a:gd name="csY16" fmla="*/ 19491 h 127685"/>
              <a:gd name="csX17" fmla="*/ 19497 w 134695"/>
              <a:gd name="csY17" fmla="*/ 14175 h 127685"/>
              <a:gd name="csX18" fmla="*/ 37209 w 134695"/>
              <a:gd name="csY18" fmla="*/ 14175 h 127685"/>
              <a:gd name="csX19" fmla="*/ 42534 w 134695"/>
              <a:gd name="csY19" fmla="*/ 19491 h 127685"/>
              <a:gd name="csX20" fmla="*/ 37209 w 134695"/>
              <a:gd name="csY20" fmla="*/ 24807 h 127685"/>
              <a:gd name="csX21" fmla="*/ 31900 w 134695"/>
              <a:gd name="csY21" fmla="*/ 19491 h 127685"/>
              <a:gd name="csX22" fmla="*/ 37209 w 134695"/>
              <a:gd name="csY22" fmla="*/ 14175 h 127685"/>
              <a:gd name="csX23" fmla="*/ 58475 w 134695"/>
              <a:gd name="csY23" fmla="*/ 14175 h 127685"/>
              <a:gd name="csX24" fmla="*/ 115198 w 134695"/>
              <a:gd name="csY24" fmla="*/ 14175 h 127685"/>
              <a:gd name="csX25" fmla="*/ 120506 w 134695"/>
              <a:gd name="csY25" fmla="*/ 19491 h 127685"/>
              <a:gd name="csX26" fmla="*/ 115198 w 134695"/>
              <a:gd name="csY26" fmla="*/ 24807 h 127685"/>
              <a:gd name="csX27" fmla="*/ 58475 w 134695"/>
              <a:gd name="csY27" fmla="*/ 24807 h 127685"/>
              <a:gd name="csX28" fmla="*/ 53167 w 134695"/>
              <a:gd name="csY28" fmla="*/ 19491 h 127685"/>
              <a:gd name="csX29" fmla="*/ 58475 w 134695"/>
              <a:gd name="csY29" fmla="*/ 14175 h 127685"/>
              <a:gd name="csX30" fmla="*/ 14172 w 134695"/>
              <a:gd name="csY30" fmla="*/ 38984 h 127685"/>
              <a:gd name="csX31" fmla="*/ 120506 w 134695"/>
              <a:gd name="csY31" fmla="*/ 38984 h 127685"/>
              <a:gd name="csX32" fmla="*/ 120506 w 134695"/>
              <a:gd name="csY32" fmla="*/ 106421 h 127685"/>
              <a:gd name="csX33" fmla="*/ 113428 w 134695"/>
              <a:gd name="csY33" fmla="*/ 113515 h 127685"/>
              <a:gd name="csX34" fmla="*/ 21267 w 134695"/>
              <a:gd name="csY34" fmla="*/ 113515 h 127685"/>
              <a:gd name="csX35" fmla="*/ 14172 w 134695"/>
              <a:gd name="csY35" fmla="*/ 106421 h 127685"/>
              <a:gd name="csX36" fmla="*/ 14172 w 134695"/>
              <a:gd name="csY36" fmla="*/ 38984 h 127685"/>
            </a:gdLst>
            <a:ahLst/>
            <a:cxnLst/>
            <a:rect l="l" t="t" r="r" b="b"/>
            <a:pathLst>
              <a:path w="100000" h="100000">
                <a:moveTo>
                  <a:pt x="15789" y="2602"/>
                </a:moveTo>
                <a:cubicBezTo>
                  <a:pt x="7074" y="2602"/>
                  <a:pt x="0" y="9669"/>
                  <a:pt x="0" y="18389"/>
                </a:cubicBezTo>
                <a:lnTo>
                  <a:pt x="0" y="21019"/>
                </a:lnTo>
                <a:lnTo>
                  <a:pt x="0" y="27598"/>
                </a:lnTo>
                <a:lnTo>
                  <a:pt x="0" y="81611"/>
                </a:lnTo>
                <a:cubicBezTo>
                  <a:pt x="0" y="90275"/>
                  <a:pt x="7136" y="97398"/>
                  <a:pt x="15789" y="97398"/>
                </a:cubicBezTo>
                <a:lnTo>
                  <a:pt x="84211" y="97398"/>
                </a:lnTo>
                <a:cubicBezTo>
                  <a:pt x="92864" y="97398"/>
                  <a:pt x="100000" y="90275"/>
                  <a:pt x="100000" y="81611"/>
                </a:cubicBezTo>
                <a:lnTo>
                  <a:pt x="100000" y="27598"/>
                </a:lnTo>
                <a:lnTo>
                  <a:pt x="100000" y="21019"/>
                </a:lnTo>
                <a:lnTo>
                  <a:pt x="100000" y="18389"/>
                </a:lnTo>
                <a:cubicBezTo>
                  <a:pt x="100000" y="9669"/>
                  <a:pt x="92926" y="2602"/>
                  <a:pt x="84211" y="2602"/>
                </a:cubicBezTo>
                <a:lnTo>
                  <a:pt x="15789" y="2602"/>
                </a:lnTo>
                <a:close/>
                <a:moveTo>
                  <a:pt x="14475" y="13126"/>
                </a:moveTo>
                <a:cubicBezTo>
                  <a:pt x="16648" y="13126"/>
                  <a:pt x="18416" y="14894"/>
                  <a:pt x="18416" y="17073"/>
                </a:cubicBezTo>
                <a:cubicBezTo>
                  <a:pt x="18416" y="19252"/>
                  <a:pt x="16648" y="21019"/>
                  <a:pt x="14475" y="21019"/>
                </a:cubicBezTo>
                <a:cubicBezTo>
                  <a:pt x="12290" y="21019"/>
                  <a:pt x="10522" y="19252"/>
                  <a:pt x="10522" y="17073"/>
                </a:cubicBezTo>
                <a:cubicBezTo>
                  <a:pt x="10522" y="14894"/>
                  <a:pt x="12290" y="13126"/>
                  <a:pt x="14475" y="13126"/>
                </a:cubicBezTo>
                <a:close/>
                <a:moveTo>
                  <a:pt x="27625" y="13126"/>
                </a:moveTo>
                <a:cubicBezTo>
                  <a:pt x="29810" y="13126"/>
                  <a:pt x="31578" y="14894"/>
                  <a:pt x="31578" y="17073"/>
                </a:cubicBezTo>
                <a:cubicBezTo>
                  <a:pt x="31578" y="19252"/>
                  <a:pt x="29810" y="21019"/>
                  <a:pt x="27625" y="21019"/>
                </a:cubicBezTo>
                <a:cubicBezTo>
                  <a:pt x="25452" y="21019"/>
                  <a:pt x="23683" y="19252"/>
                  <a:pt x="23683" y="17073"/>
                </a:cubicBezTo>
                <a:cubicBezTo>
                  <a:pt x="23683" y="14894"/>
                  <a:pt x="25452" y="13126"/>
                  <a:pt x="27625" y="13126"/>
                </a:cubicBezTo>
                <a:close/>
                <a:moveTo>
                  <a:pt x="43413" y="13126"/>
                </a:moveTo>
                <a:lnTo>
                  <a:pt x="85525" y="13126"/>
                </a:lnTo>
                <a:cubicBezTo>
                  <a:pt x="87697" y="13126"/>
                  <a:pt x="89466" y="14894"/>
                  <a:pt x="89466" y="17073"/>
                </a:cubicBezTo>
                <a:cubicBezTo>
                  <a:pt x="89466" y="19252"/>
                  <a:pt x="87697" y="21019"/>
                  <a:pt x="85525" y="21019"/>
                </a:cubicBezTo>
                <a:lnTo>
                  <a:pt x="43413" y="21019"/>
                </a:lnTo>
                <a:cubicBezTo>
                  <a:pt x="41241" y="21019"/>
                  <a:pt x="39472" y="19252"/>
                  <a:pt x="39472" y="17073"/>
                </a:cubicBezTo>
                <a:cubicBezTo>
                  <a:pt x="39472" y="14894"/>
                  <a:pt x="41241" y="13126"/>
                  <a:pt x="43413" y="13126"/>
                </a:cubicBezTo>
                <a:close/>
                <a:moveTo>
                  <a:pt x="10522" y="31545"/>
                </a:moveTo>
                <a:lnTo>
                  <a:pt x="89466" y="31545"/>
                </a:lnTo>
                <a:lnTo>
                  <a:pt x="89466" y="81611"/>
                </a:lnTo>
                <a:cubicBezTo>
                  <a:pt x="89466" y="84579"/>
                  <a:pt x="87180" y="86878"/>
                  <a:pt x="84211" y="86878"/>
                </a:cubicBezTo>
                <a:lnTo>
                  <a:pt x="15789" y="86878"/>
                </a:lnTo>
                <a:cubicBezTo>
                  <a:pt x="12820" y="86878"/>
                  <a:pt x="10522" y="84579"/>
                  <a:pt x="10522" y="81611"/>
                </a:cubicBezTo>
                <a:lnTo>
                  <a:pt x="10522" y="3154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4" name="Белый — SVG 4">
            <a:extLst>
              <a:ext uri="{FF2B5EF4-FFF2-40B4-BE49-F238E27FC236}">
                <a16:creationId xmlns:a16="http://schemas.microsoft.com/office/drawing/2014/main" id="{BD19715C-54D5-1C46-9EEA-34D4918557FA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93931 w 113428"/>
              <a:gd name="csY0" fmla="*/ 0 h 141753"/>
              <a:gd name="csX1" fmla="*/ 19497 w 113428"/>
              <a:gd name="csY1" fmla="*/ 0 h 141753"/>
              <a:gd name="csX2" fmla="*/ 0 w 113428"/>
              <a:gd name="csY2" fmla="*/ 19491 h 141753"/>
              <a:gd name="csX3" fmla="*/ 0 w 113428"/>
              <a:gd name="csY3" fmla="*/ 122259 h 141753"/>
              <a:gd name="csX4" fmla="*/ 19497 w 113428"/>
              <a:gd name="csY4" fmla="*/ 141754 h 141753"/>
              <a:gd name="csX5" fmla="*/ 93931 w 113428"/>
              <a:gd name="csY5" fmla="*/ 141754 h 141753"/>
              <a:gd name="csX6" fmla="*/ 113428 w 113428"/>
              <a:gd name="csY6" fmla="*/ 122259 h 141753"/>
              <a:gd name="csX7" fmla="*/ 113428 w 113428"/>
              <a:gd name="csY7" fmla="*/ 19491 h 141753"/>
              <a:gd name="csX8" fmla="*/ 93931 w 113428"/>
              <a:gd name="csY8" fmla="*/ 0 h 141753"/>
              <a:gd name="csX9" fmla="*/ 30131 w 113428"/>
              <a:gd name="csY9" fmla="*/ 116951 h 141753"/>
              <a:gd name="csX10" fmla="*/ 21267 w 113428"/>
              <a:gd name="csY10" fmla="*/ 108089 h 141753"/>
              <a:gd name="csX11" fmla="*/ 30131 w 113428"/>
              <a:gd name="csY11" fmla="*/ 99231 h 141753"/>
              <a:gd name="csX12" fmla="*/ 38995 w 113428"/>
              <a:gd name="csY12" fmla="*/ 108089 h 141753"/>
              <a:gd name="csX13" fmla="*/ 30131 w 113428"/>
              <a:gd name="csY13" fmla="*/ 116951 h 141753"/>
              <a:gd name="csX14" fmla="*/ 30131 w 113428"/>
              <a:gd name="csY14" fmla="*/ 92144 h 141753"/>
              <a:gd name="csX15" fmla="*/ 21267 w 113428"/>
              <a:gd name="csY15" fmla="*/ 83283 h 141753"/>
              <a:gd name="csX16" fmla="*/ 30131 w 113428"/>
              <a:gd name="csY16" fmla="*/ 74424 h 141753"/>
              <a:gd name="csX17" fmla="*/ 38995 w 113428"/>
              <a:gd name="csY17" fmla="*/ 83283 h 141753"/>
              <a:gd name="csX18" fmla="*/ 30131 w 113428"/>
              <a:gd name="csY18" fmla="*/ 92144 h 141753"/>
              <a:gd name="csX19" fmla="*/ 56706 w 113428"/>
              <a:gd name="csY19" fmla="*/ 116951 h 141753"/>
              <a:gd name="csX20" fmla="*/ 47842 w 113428"/>
              <a:gd name="csY20" fmla="*/ 108089 h 141753"/>
              <a:gd name="csX21" fmla="*/ 56706 w 113428"/>
              <a:gd name="csY21" fmla="*/ 99231 h 141753"/>
              <a:gd name="csX22" fmla="*/ 65570 w 113428"/>
              <a:gd name="csY22" fmla="*/ 108089 h 141753"/>
              <a:gd name="csX23" fmla="*/ 56706 w 113428"/>
              <a:gd name="csY23" fmla="*/ 116951 h 141753"/>
              <a:gd name="csX24" fmla="*/ 56706 w 113428"/>
              <a:gd name="csY24" fmla="*/ 92144 h 141753"/>
              <a:gd name="csX25" fmla="*/ 47842 w 113428"/>
              <a:gd name="csY25" fmla="*/ 83283 h 141753"/>
              <a:gd name="csX26" fmla="*/ 56706 w 113428"/>
              <a:gd name="csY26" fmla="*/ 74424 h 141753"/>
              <a:gd name="csX27" fmla="*/ 65570 w 113428"/>
              <a:gd name="csY27" fmla="*/ 83283 h 141753"/>
              <a:gd name="csX28" fmla="*/ 56706 w 113428"/>
              <a:gd name="csY28" fmla="*/ 92144 h 141753"/>
              <a:gd name="csX29" fmla="*/ 92162 w 113428"/>
              <a:gd name="csY29" fmla="*/ 108089 h 141753"/>
              <a:gd name="csX30" fmla="*/ 83298 w 113428"/>
              <a:gd name="csY30" fmla="*/ 116951 h 141753"/>
              <a:gd name="csX31" fmla="*/ 74434 w 113428"/>
              <a:gd name="csY31" fmla="*/ 108089 h 141753"/>
              <a:gd name="csX32" fmla="*/ 74434 w 113428"/>
              <a:gd name="csY32" fmla="*/ 83283 h 141753"/>
              <a:gd name="csX33" fmla="*/ 83298 w 113428"/>
              <a:gd name="csY33" fmla="*/ 74424 h 141753"/>
              <a:gd name="csX34" fmla="*/ 92162 w 113428"/>
              <a:gd name="csY34" fmla="*/ 83283 h 141753"/>
              <a:gd name="csX35" fmla="*/ 92162 w 113428"/>
              <a:gd name="csY35" fmla="*/ 108089 h 141753"/>
              <a:gd name="csX36" fmla="*/ 92162 w 113428"/>
              <a:gd name="csY36" fmla="*/ 51530 h 141753"/>
              <a:gd name="csX37" fmla="*/ 83434 w 113428"/>
              <a:gd name="csY37" fmla="*/ 60248 h 141753"/>
              <a:gd name="csX38" fmla="*/ 29994 w 113428"/>
              <a:gd name="csY38" fmla="*/ 60248 h 141753"/>
              <a:gd name="csX39" fmla="*/ 21267 w 113428"/>
              <a:gd name="csY39" fmla="*/ 51530 h 141753"/>
              <a:gd name="csX40" fmla="*/ 21267 w 113428"/>
              <a:gd name="csY40" fmla="*/ 33525 h 141753"/>
              <a:gd name="csX41" fmla="*/ 29994 w 113428"/>
              <a:gd name="csY41" fmla="*/ 24807 h 141753"/>
              <a:gd name="csX42" fmla="*/ 83434 w 113428"/>
              <a:gd name="csY42" fmla="*/ 24807 h 141753"/>
              <a:gd name="csX43" fmla="*/ 92162 w 113428"/>
              <a:gd name="csY43" fmla="*/ 33525 h 141753"/>
              <a:gd name="csX44" fmla="*/ 92162 w 113428"/>
              <a:gd name="csY44" fmla="*/ 51530 h 141753"/>
            </a:gdLst>
            <a:ahLst/>
            <a:cxnLst/>
            <a:rect l="l" t="t" r="r" b="b"/>
            <a:pathLst>
              <a:path w="100000" h="100000">
                <a:moveTo>
                  <a:pt x="76255" y="0"/>
                </a:moveTo>
                <a:lnTo>
                  <a:pt x="23745" y="0"/>
                </a:lnTo>
                <a:cubicBezTo>
                  <a:pt x="16160" y="0"/>
                  <a:pt x="9991" y="6168"/>
                  <a:pt x="9991" y="13750"/>
                </a:cubicBezTo>
                <a:lnTo>
                  <a:pt x="9991" y="86248"/>
                </a:lnTo>
                <a:cubicBezTo>
                  <a:pt x="9991" y="93832"/>
                  <a:pt x="16160" y="100001"/>
                  <a:pt x="23745" y="100001"/>
                </a:cubicBezTo>
                <a:lnTo>
                  <a:pt x="76255" y="100001"/>
                </a:lnTo>
                <a:cubicBezTo>
                  <a:pt x="83829" y="100001"/>
                  <a:pt x="90009" y="93832"/>
                  <a:pt x="90009" y="86248"/>
                </a:cubicBezTo>
                <a:lnTo>
                  <a:pt x="90009" y="13750"/>
                </a:lnTo>
                <a:cubicBezTo>
                  <a:pt x="90009" y="6168"/>
                  <a:pt x="83829" y="0"/>
                  <a:pt x="76255" y="0"/>
                </a:cubicBezTo>
                <a:close/>
                <a:moveTo>
                  <a:pt x="31247" y="82503"/>
                </a:moveTo>
                <a:cubicBezTo>
                  <a:pt x="27790" y="82503"/>
                  <a:pt x="24994" y="79708"/>
                  <a:pt x="24994" y="76252"/>
                </a:cubicBezTo>
                <a:cubicBezTo>
                  <a:pt x="24994" y="72801"/>
                  <a:pt x="27790" y="70003"/>
                  <a:pt x="31247" y="70003"/>
                </a:cubicBezTo>
                <a:cubicBezTo>
                  <a:pt x="34704" y="70003"/>
                  <a:pt x="37500" y="72801"/>
                  <a:pt x="37500" y="76252"/>
                </a:cubicBezTo>
                <a:cubicBezTo>
                  <a:pt x="37500" y="79708"/>
                  <a:pt x="34704" y="82503"/>
                  <a:pt x="31247" y="82503"/>
                </a:cubicBezTo>
                <a:close/>
                <a:moveTo>
                  <a:pt x="31247" y="65003"/>
                </a:moveTo>
                <a:cubicBezTo>
                  <a:pt x="27790" y="65003"/>
                  <a:pt x="24994" y="62205"/>
                  <a:pt x="24994" y="58752"/>
                </a:cubicBezTo>
                <a:cubicBezTo>
                  <a:pt x="24994" y="55300"/>
                  <a:pt x="27790" y="52503"/>
                  <a:pt x="31247" y="52503"/>
                </a:cubicBezTo>
                <a:cubicBezTo>
                  <a:pt x="34704" y="52503"/>
                  <a:pt x="37500" y="55300"/>
                  <a:pt x="37500" y="58752"/>
                </a:cubicBezTo>
                <a:cubicBezTo>
                  <a:pt x="37500" y="62205"/>
                  <a:pt x="34704" y="65003"/>
                  <a:pt x="31247" y="65003"/>
                </a:cubicBezTo>
                <a:close/>
                <a:moveTo>
                  <a:pt x="49994" y="82503"/>
                </a:moveTo>
                <a:cubicBezTo>
                  <a:pt x="46550" y="82503"/>
                  <a:pt x="43741" y="79708"/>
                  <a:pt x="43741" y="76252"/>
                </a:cubicBezTo>
                <a:cubicBezTo>
                  <a:pt x="43741" y="72801"/>
                  <a:pt x="46550" y="70003"/>
                  <a:pt x="49994" y="70003"/>
                </a:cubicBezTo>
                <a:cubicBezTo>
                  <a:pt x="53450" y="70003"/>
                  <a:pt x="56247" y="72801"/>
                  <a:pt x="56247" y="76252"/>
                </a:cubicBezTo>
                <a:cubicBezTo>
                  <a:pt x="56247" y="79708"/>
                  <a:pt x="53450" y="82503"/>
                  <a:pt x="49994" y="82503"/>
                </a:cubicBezTo>
                <a:close/>
                <a:moveTo>
                  <a:pt x="49994" y="65003"/>
                </a:moveTo>
                <a:cubicBezTo>
                  <a:pt x="46550" y="65003"/>
                  <a:pt x="43741" y="62205"/>
                  <a:pt x="43741" y="58752"/>
                </a:cubicBezTo>
                <a:cubicBezTo>
                  <a:pt x="43741" y="55300"/>
                  <a:pt x="46550" y="52503"/>
                  <a:pt x="49994" y="52503"/>
                </a:cubicBezTo>
                <a:cubicBezTo>
                  <a:pt x="53450" y="52503"/>
                  <a:pt x="56247" y="55300"/>
                  <a:pt x="56247" y="58752"/>
                </a:cubicBezTo>
                <a:cubicBezTo>
                  <a:pt x="56247" y="62205"/>
                  <a:pt x="53450" y="65003"/>
                  <a:pt x="49994" y="65003"/>
                </a:cubicBezTo>
                <a:close/>
                <a:moveTo>
                  <a:pt x="75007" y="76252"/>
                </a:moveTo>
                <a:cubicBezTo>
                  <a:pt x="75007" y="79708"/>
                  <a:pt x="72210" y="82503"/>
                  <a:pt x="68754" y="82503"/>
                </a:cubicBezTo>
                <a:cubicBezTo>
                  <a:pt x="65297" y="82503"/>
                  <a:pt x="62501" y="79708"/>
                  <a:pt x="62501" y="76252"/>
                </a:cubicBezTo>
                <a:cubicBezTo>
                  <a:pt x="62501" y="73871"/>
                  <a:pt x="62501" y="61140"/>
                  <a:pt x="62501" y="58752"/>
                </a:cubicBezTo>
                <a:cubicBezTo>
                  <a:pt x="62501" y="55300"/>
                  <a:pt x="65297" y="52503"/>
                  <a:pt x="68754" y="52503"/>
                </a:cubicBezTo>
                <a:cubicBezTo>
                  <a:pt x="72210" y="52503"/>
                  <a:pt x="75007" y="55300"/>
                  <a:pt x="75007" y="58752"/>
                </a:cubicBezTo>
                <a:cubicBezTo>
                  <a:pt x="75007" y="61140"/>
                  <a:pt x="75007" y="73871"/>
                  <a:pt x="75007" y="76252"/>
                </a:cubicBezTo>
                <a:close/>
                <a:moveTo>
                  <a:pt x="75007" y="36352"/>
                </a:moveTo>
                <a:cubicBezTo>
                  <a:pt x="75007" y="39744"/>
                  <a:pt x="72246" y="42502"/>
                  <a:pt x="68850" y="42502"/>
                </a:cubicBezTo>
                <a:lnTo>
                  <a:pt x="31150" y="42502"/>
                </a:lnTo>
                <a:cubicBezTo>
                  <a:pt x="27754" y="42502"/>
                  <a:pt x="24994" y="39742"/>
                  <a:pt x="24994" y="36352"/>
                </a:cubicBezTo>
                <a:lnTo>
                  <a:pt x="24994" y="23650"/>
                </a:lnTo>
                <a:cubicBezTo>
                  <a:pt x="24994" y="20258"/>
                  <a:pt x="27754" y="17500"/>
                  <a:pt x="31150" y="17500"/>
                </a:cubicBezTo>
                <a:lnTo>
                  <a:pt x="68850" y="17500"/>
                </a:lnTo>
                <a:cubicBezTo>
                  <a:pt x="72246" y="17500"/>
                  <a:pt x="75007" y="20261"/>
                  <a:pt x="75007" y="23650"/>
                </a:cubicBezTo>
                <a:lnTo>
                  <a:pt x="75007" y="3635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5" name="Белый — SVG 5">
            <a:extLst>
              <a:ext uri="{FF2B5EF4-FFF2-40B4-BE49-F238E27FC236}">
                <a16:creationId xmlns:a16="http://schemas.microsoft.com/office/drawing/2014/main" id="{C7A7BD9D-49EF-1640-B77F-8651D05A1C26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24380 w 99241"/>
              <a:gd name="csY0" fmla="*/ 141090 h 141760"/>
              <a:gd name="csX1" fmla="*/ 16758 w 99241"/>
              <a:gd name="csY1" fmla="*/ 138657 h 141760"/>
              <a:gd name="csX2" fmla="*/ 1514 w 99241"/>
              <a:gd name="csY2" fmla="*/ 121612 h 141760"/>
              <a:gd name="csX3" fmla="*/ 17523 w 99241"/>
              <a:gd name="csY3" fmla="*/ 50956 h 141760"/>
              <a:gd name="csX4" fmla="*/ 67169 w 99241"/>
              <a:gd name="csY4" fmla="*/ 962 h 141760"/>
              <a:gd name="csX5" fmla="*/ 88810 w 99241"/>
              <a:gd name="csY5" fmla="*/ 6476 h 141760"/>
              <a:gd name="csX6" fmla="*/ 94594 w 99241"/>
              <a:gd name="csY6" fmla="*/ 12295 h 141760"/>
              <a:gd name="csX7" fmla="*/ 96432 w 99241"/>
              <a:gd name="csY7" fmla="*/ 32960 h 141760"/>
              <a:gd name="csX8" fmla="*/ 87704 w 99241"/>
              <a:gd name="csY8" fmla="*/ 45793 h 141760"/>
              <a:gd name="csX9" fmla="*/ 71184 w 99241"/>
              <a:gd name="csY9" fmla="*/ 51604 h 141760"/>
              <a:gd name="csX10" fmla="*/ 57896 w 99241"/>
              <a:gd name="csY10" fmla="*/ 47175 h 141760"/>
              <a:gd name="csX11" fmla="*/ 52707 w 99241"/>
              <a:gd name="csY11" fmla="*/ 48097 h 141760"/>
              <a:gd name="csX12" fmla="*/ 38944 w 99241"/>
              <a:gd name="csY12" fmla="*/ 64614 h 141760"/>
              <a:gd name="csX13" fmla="*/ 31645 w 99241"/>
              <a:gd name="csY13" fmla="*/ 84341 h 141760"/>
              <a:gd name="csX14" fmla="*/ 33312 w 99241"/>
              <a:gd name="csY14" fmla="*/ 89071 h 141760"/>
              <a:gd name="csX15" fmla="*/ 44694 w 99241"/>
              <a:gd name="csY15" fmla="*/ 99873 h 141760"/>
              <a:gd name="csX16" fmla="*/ 48335 w 99241"/>
              <a:gd name="csY16" fmla="*/ 118074 h 141760"/>
              <a:gd name="csX17" fmla="*/ 42244 w 99241"/>
              <a:gd name="csY17" fmla="*/ 132448 h 141760"/>
              <a:gd name="csX18" fmla="*/ 24380 w 99241"/>
              <a:gd name="csY18" fmla="*/ 141090 h 141760"/>
            </a:gdLst>
            <a:ahLst/>
            <a:cxnLst/>
            <a:rect l="l" t="t" r="r" b="b"/>
            <a:pathLst>
              <a:path w="100000" h="100000">
                <a:moveTo>
                  <a:pt x="32195" y="99527"/>
                </a:moveTo>
                <a:lnTo>
                  <a:pt x="26818" y="97811"/>
                </a:lnTo>
                <a:cubicBezTo>
                  <a:pt x="21477" y="96095"/>
                  <a:pt x="17385" y="91523"/>
                  <a:pt x="16065" y="85787"/>
                </a:cubicBezTo>
                <a:cubicBezTo>
                  <a:pt x="12932" y="72143"/>
                  <a:pt x="16689" y="55528"/>
                  <a:pt x="27358" y="35945"/>
                </a:cubicBezTo>
                <a:cubicBezTo>
                  <a:pt x="38003" y="16392"/>
                  <a:pt x="49681" y="4639"/>
                  <a:pt x="62379" y="679"/>
                </a:cubicBezTo>
                <a:cubicBezTo>
                  <a:pt x="67756" y="-999"/>
                  <a:pt x="73564" y="483"/>
                  <a:pt x="77645" y="4568"/>
                </a:cubicBezTo>
                <a:lnTo>
                  <a:pt x="81725" y="8673"/>
                </a:lnTo>
                <a:cubicBezTo>
                  <a:pt x="85541" y="12504"/>
                  <a:pt x="86094" y="18735"/>
                  <a:pt x="83022" y="23251"/>
                </a:cubicBezTo>
                <a:lnTo>
                  <a:pt x="76865" y="32303"/>
                </a:lnTo>
                <a:cubicBezTo>
                  <a:pt x="74212" y="36188"/>
                  <a:pt x="69520" y="37840"/>
                  <a:pt x="65211" y="36402"/>
                </a:cubicBezTo>
                <a:lnTo>
                  <a:pt x="55838" y="33278"/>
                </a:lnTo>
                <a:cubicBezTo>
                  <a:pt x="54590" y="32860"/>
                  <a:pt x="53185" y="33081"/>
                  <a:pt x="52177" y="33928"/>
                </a:cubicBezTo>
                <a:cubicBezTo>
                  <a:pt x="48361" y="37131"/>
                  <a:pt x="45132" y="41015"/>
                  <a:pt x="42469" y="45580"/>
                </a:cubicBezTo>
                <a:cubicBezTo>
                  <a:pt x="39816" y="50156"/>
                  <a:pt x="38100" y="54793"/>
                  <a:pt x="37320" y="59496"/>
                </a:cubicBezTo>
                <a:cubicBezTo>
                  <a:pt x="37116" y="60725"/>
                  <a:pt x="37584" y="61976"/>
                  <a:pt x="38496" y="62832"/>
                </a:cubicBezTo>
                <a:lnTo>
                  <a:pt x="46525" y="70452"/>
                </a:lnTo>
                <a:cubicBezTo>
                  <a:pt x="49933" y="73679"/>
                  <a:pt x="50965" y="78875"/>
                  <a:pt x="49093" y="83291"/>
                </a:cubicBezTo>
                <a:lnTo>
                  <a:pt x="44796" y="93431"/>
                </a:lnTo>
                <a:cubicBezTo>
                  <a:pt x="42625" y="98531"/>
                  <a:pt x="37248" y="101135"/>
                  <a:pt x="32195" y="9952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6" name="Белый — SVG 6">
            <a:extLst>
              <a:ext uri="{FF2B5EF4-FFF2-40B4-BE49-F238E27FC236}">
                <a16:creationId xmlns:a16="http://schemas.microsoft.com/office/drawing/2014/main" id="{071CB0FB-F0E6-E348-AA64-4DB2AE402EE0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138234 w 170134"/>
              <a:gd name="csY0" fmla="*/ 46071 h 109857"/>
              <a:gd name="csX1" fmla="*/ 136192 w 170134"/>
              <a:gd name="csY1" fmla="*/ 46071 h 109857"/>
              <a:gd name="csX2" fmla="*/ 85067 w 170134"/>
              <a:gd name="csY2" fmla="*/ 0 h 109857"/>
              <a:gd name="csX3" fmla="*/ 33942 w 170134"/>
              <a:gd name="csY3" fmla="*/ 46071 h 109857"/>
              <a:gd name="csX4" fmla="*/ 31900 w 170134"/>
              <a:gd name="csY4" fmla="*/ 46071 h 109857"/>
              <a:gd name="csX5" fmla="*/ 0 w 170134"/>
              <a:gd name="csY5" fmla="*/ 77967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7 h 109857"/>
              <a:gd name="csX9" fmla="*/ 138234 w 170134"/>
              <a:gd name="csY9" fmla="*/ 46071 h 109857"/>
            </a:gdLst>
            <a:ahLst/>
            <a:cxnLst/>
            <a:rect l="l" t="t" r="r" b="b"/>
            <a:pathLst>
              <a:path w="100000" h="100000">
                <a:moveTo>
                  <a:pt x="81250" y="44794"/>
                </a:moveTo>
                <a:lnTo>
                  <a:pt x="80050" y="44794"/>
                </a:lnTo>
                <a:cubicBezTo>
                  <a:pt x="78480" y="29603"/>
                  <a:pt x="65600" y="17715"/>
                  <a:pt x="50000" y="17715"/>
                </a:cubicBezTo>
                <a:cubicBezTo>
                  <a:pt x="34400" y="17715"/>
                  <a:pt x="21520" y="29603"/>
                  <a:pt x="19950" y="44794"/>
                </a:cubicBezTo>
                <a:lnTo>
                  <a:pt x="18750" y="44794"/>
                </a:lnTo>
                <a:cubicBezTo>
                  <a:pt x="8410" y="44794"/>
                  <a:pt x="0" y="53206"/>
                  <a:pt x="0" y="63541"/>
                </a:cubicBezTo>
                <a:cubicBezTo>
                  <a:pt x="0" y="73877"/>
                  <a:pt x="8410" y="82286"/>
                  <a:pt x="18750" y="82286"/>
                </a:cubicBezTo>
                <a:lnTo>
                  <a:pt x="81250" y="82286"/>
                </a:lnTo>
                <a:cubicBezTo>
                  <a:pt x="91590" y="82286"/>
                  <a:pt x="100000" y="73877"/>
                  <a:pt x="100000" y="63541"/>
                </a:cubicBezTo>
                <a:cubicBezTo>
                  <a:pt x="100000" y="53206"/>
                  <a:pt x="91590" y="44794"/>
                  <a:pt x="81250" y="4479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7" name="Белый — SVG 7">
            <a:extLst>
              <a:ext uri="{FF2B5EF4-FFF2-40B4-BE49-F238E27FC236}">
                <a16:creationId xmlns:a16="http://schemas.microsoft.com/office/drawing/2014/main" id="{27D9F6A0-0D72-D14A-8E20-9FF36CE76692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19497 w 143806"/>
              <a:gd name="csY0" fmla="*/ 0 h 141908"/>
              <a:gd name="csX1" fmla="*/ 0 w 143806"/>
              <a:gd name="csY1" fmla="*/ 19491 h 141908"/>
              <a:gd name="csX2" fmla="*/ 0 w 143806"/>
              <a:gd name="csY2" fmla="*/ 106319 h 141908"/>
              <a:gd name="csX3" fmla="*/ 21267 w 143806"/>
              <a:gd name="csY3" fmla="*/ 127583 h 141908"/>
              <a:gd name="csX4" fmla="*/ 94033 w 143806"/>
              <a:gd name="csY4" fmla="*/ 127583 h 141908"/>
              <a:gd name="csX5" fmla="*/ 93897 w 143806"/>
              <a:gd name="csY5" fmla="*/ 127090 h 141908"/>
              <a:gd name="csX6" fmla="*/ 91396 w 143806"/>
              <a:gd name="csY6" fmla="*/ 113413 h 141908"/>
              <a:gd name="csX7" fmla="*/ 21267 w 143806"/>
              <a:gd name="csY7" fmla="*/ 113413 h 141908"/>
              <a:gd name="csX8" fmla="*/ 14172 w 143806"/>
              <a:gd name="csY8" fmla="*/ 106319 h 141908"/>
              <a:gd name="csX9" fmla="*/ 14172 w 143806"/>
              <a:gd name="csY9" fmla="*/ 31896 h 141908"/>
              <a:gd name="csX10" fmla="*/ 120506 w 143806"/>
              <a:gd name="csY10" fmla="*/ 31896 h 141908"/>
              <a:gd name="csX11" fmla="*/ 120506 w 143806"/>
              <a:gd name="csY11" fmla="*/ 77207 h 141908"/>
              <a:gd name="csX12" fmla="*/ 134695 w 143806"/>
              <a:gd name="csY12" fmla="*/ 88233 h 141908"/>
              <a:gd name="csX13" fmla="*/ 134695 w 143806"/>
              <a:gd name="csY13" fmla="*/ 19491 h 141908"/>
              <a:gd name="csX14" fmla="*/ 115198 w 143806"/>
              <a:gd name="csY14" fmla="*/ 0 h 141908"/>
              <a:gd name="csX15" fmla="*/ 19497 w 143806"/>
              <a:gd name="csY15" fmla="*/ 0 h 141908"/>
              <a:gd name="csX16" fmla="*/ 19497 w 143806"/>
              <a:gd name="csY16" fmla="*/ 10632 h 141908"/>
              <a:gd name="csX17" fmla="*/ 24806 w 143806"/>
              <a:gd name="csY17" fmla="*/ 15948 h 141908"/>
              <a:gd name="csX18" fmla="*/ 19497 w 143806"/>
              <a:gd name="csY18" fmla="*/ 21264 h 141908"/>
              <a:gd name="csX19" fmla="*/ 14172 w 143806"/>
              <a:gd name="csY19" fmla="*/ 15948 h 141908"/>
              <a:gd name="csX20" fmla="*/ 19497 w 143806"/>
              <a:gd name="csY20" fmla="*/ 10632 h 141908"/>
              <a:gd name="csX21" fmla="*/ 37209 w 143806"/>
              <a:gd name="csY21" fmla="*/ 10632 h 141908"/>
              <a:gd name="csX22" fmla="*/ 42534 w 143806"/>
              <a:gd name="csY22" fmla="*/ 15948 h 141908"/>
              <a:gd name="csX23" fmla="*/ 37209 w 143806"/>
              <a:gd name="csY23" fmla="*/ 21264 h 141908"/>
              <a:gd name="csX24" fmla="*/ 31900 w 143806"/>
              <a:gd name="csY24" fmla="*/ 15948 h 141908"/>
              <a:gd name="csX25" fmla="*/ 37209 w 143806"/>
              <a:gd name="csY25" fmla="*/ 10632 h 141908"/>
              <a:gd name="csX26" fmla="*/ 98984 w 143806"/>
              <a:gd name="csY26" fmla="*/ 70887 h 141908"/>
              <a:gd name="csX27" fmla="*/ 95258 w 143806"/>
              <a:gd name="csY27" fmla="*/ 71814 h 141908"/>
              <a:gd name="csX28" fmla="*/ 92264 w 143806"/>
              <a:gd name="csY28" fmla="*/ 78487 h 141908"/>
              <a:gd name="csX29" fmla="*/ 100873 w 143806"/>
              <a:gd name="csY29" fmla="*/ 125831 h 141908"/>
              <a:gd name="csX30" fmla="*/ 106096 w 143806"/>
              <a:gd name="csY30" fmla="*/ 131020 h 141908"/>
              <a:gd name="csX31" fmla="*/ 107219 w 143806"/>
              <a:gd name="csY31" fmla="*/ 131122 h 141908"/>
              <a:gd name="csX32" fmla="*/ 112799 w 143806"/>
              <a:gd name="csY32" fmla="*/ 127924 h 141908"/>
              <a:gd name="csX33" fmla="*/ 117750 w 143806"/>
              <a:gd name="csY33" fmla="*/ 119044 h 141908"/>
              <a:gd name="csX34" fmla="*/ 130170 w 143806"/>
              <a:gd name="csY34" fmla="*/ 139219 h 141908"/>
              <a:gd name="csX35" fmla="*/ 131565 w 143806"/>
              <a:gd name="csY35" fmla="*/ 140818 h 141908"/>
              <a:gd name="csX36" fmla="*/ 133470 w 143806"/>
              <a:gd name="csY36" fmla="*/ 141737 h 141908"/>
              <a:gd name="csX37" fmla="*/ 135580 w 143806"/>
              <a:gd name="csY37" fmla="*/ 141839 h 141908"/>
              <a:gd name="csX38" fmla="*/ 137571 w 143806"/>
              <a:gd name="csY38" fmla="*/ 141124 h 141908"/>
              <a:gd name="csX39" fmla="*/ 139119 w 143806"/>
              <a:gd name="csY39" fmla="*/ 139678 h 141908"/>
              <a:gd name="csX40" fmla="*/ 139969 w 143806"/>
              <a:gd name="csY40" fmla="*/ 137739 h 141908"/>
              <a:gd name="csX41" fmla="*/ 140003 w 143806"/>
              <a:gd name="csY41" fmla="*/ 135630 h 141908"/>
              <a:gd name="csX42" fmla="*/ 139221 w 143806"/>
              <a:gd name="csY42" fmla="*/ 133656 h 141908"/>
              <a:gd name="csX43" fmla="*/ 126750 w 143806"/>
              <a:gd name="csY43" fmla="*/ 113413 h 141908"/>
              <a:gd name="csX44" fmla="*/ 137417 w 143806"/>
              <a:gd name="csY44" fmla="*/ 113413 h 141908"/>
              <a:gd name="csX45" fmla="*/ 143474 w 143806"/>
              <a:gd name="csY45" fmla="*/ 109518 h 141908"/>
              <a:gd name="csX46" fmla="*/ 141313 w 143806"/>
              <a:gd name="csY46" fmla="*/ 102361 h 141908"/>
              <a:gd name="csX47" fmla="*/ 102574 w 143806"/>
              <a:gd name="csY47" fmla="*/ 72236 h 141908"/>
              <a:gd name="csX48" fmla="*/ 98984 w 143806"/>
              <a:gd name="csY48" fmla="*/ 70887 h 141908"/>
            </a:gdLst>
            <a:ahLst/>
            <a:cxnLst/>
            <a:rect l="l" t="t" r="r" b="b"/>
            <a:pathLst>
              <a:path w="100000" h="100000">
                <a:moveTo>
                  <a:pt x="13558" y="660"/>
                </a:moveTo>
                <a:cubicBezTo>
                  <a:pt x="6081" y="660"/>
                  <a:pt x="0" y="6742"/>
                  <a:pt x="0" y="14214"/>
                </a:cubicBezTo>
                <a:lnTo>
                  <a:pt x="0" y="74592"/>
                </a:lnTo>
                <a:cubicBezTo>
                  <a:pt x="0" y="82743"/>
                  <a:pt x="6637" y="89379"/>
                  <a:pt x="14789" y="89379"/>
                </a:cubicBezTo>
                <a:lnTo>
                  <a:pt x="65389" y="89379"/>
                </a:lnTo>
                <a:cubicBezTo>
                  <a:pt x="65353" y="89261"/>
                  <a:pt x="65318" y="89154"/>
                  <a:pt x="65294" y="89036"/>
                </a:cubicBezTo>
                <a:lnTo>
                  <a:pt x="63555" y="79525"/>
                </a:lnTo>
                <a:lnTo>
                  <a:pt x="14789" y="79525"/>
                </a:lnTo>
                <a:cubicBezTo>
                  <a:pt x="12068" y="79525"/>
                  <a:pt x="9855" y="77313"/>
                  <a:pt x="9855" y="74592"/>
                </a:cubicBezTo>
                <a:lnTo>
                  <a:pt x="9855" y="22840"/>
                </a:lnTo>
                <a:lnTo>
                  <a:pt x="83798" y="22840"/>
                </a:lnTo>
                <a:lnTo>
                  <a:pt x="83798" y="54348"/>
                </a:lnTo>
                <a:lnTo>
                  <a:pt x="93664" y="62015"/>
                </a:lnTo>
                <a:lnTo>
                  <a:pt x="93664" y="14214"/>
                </a:lnTo>
                <a:cubicBezTo>
                  <a:pt x="93664" y="6742"/>
                  <a:pt x="87571" y="660"/>
                  <a:pt x="80107" y="660"/>
                </a:cubicBezTo>
                <a:lnTo>
                  <a:pt x="13558" y="660"/>
                </a:lnTo>
                <a:close/>
                <a:moveTo>
                  <a:pt x="13558" y="8053"/>
                </a:moveTo>
                <a:cubicBezTo>
                  <a:pt x="15593" y="8053"/>
                  <a:pt x="17250" y="9710"/>
                  <a:pt x="17250" y="11750"/>
                </a:cubicBezTo>
                <a:cubicBezTo>
                  <a:pt x="17250" y="13790"/>
                  <a:pt x="15593" y="15447"/>
                  <a:pt x="13558" y="15447"/>
                </a:cubicBezTo>
                <a:cubicBezTo>
                  <a:pt x="11511" y="15447"/>
                  <a:pt x="9855" y="13790"/>
                  <a:pt x="9855" y="11750"/>
                </a:cubicBezTo>
                <a:cubicBezTo>
                  <a:pt x="9855" y="9710"/>
                  <a:pt x="11511" y="8053"/>
                  <a:pt x="13558" y="8053"/>
                </a:cubicBezTo>
                <a:close/>
                <a:moveTo>
                  <a:pt x="25874" y="8053"/>
                </a:moveTo>
                <a:cubicBezTo>
                  <a:pt x="27921" y="8053"/>
                  <a:pt x="29577" y="9710"/>
                  <a:pt x="29577" y="11750"/>
                </a:cubicBezTo>
                <a:cubicBezTo>
                  <a:pt x="29577" y="13790"/>
                  <a:pt x="27921" y="15447"/>
                  <a:pt x="25874" y="15447"/>
                </a:cubicBezTo>
                <a:cubicBezTo>
                  <a:pt x="23839" y="15447"/>
                  <a:pt x="22183" y="13790"/>
                  <a:pt x="22183" y="11750"/>
                </a:cubicBezTo>
                <a:cubicBezTo>
                  <a:pt x="22183" y="9710"/>
                  <a:pt x="23839" y="8053"/>
                  <a:pt x="25874" y="8053"/>
                </a:cubicBezTo>
                <a:close/>
                <a:moveTo>
                  <a:pt x="68832" y="49953"/>
                </a:moveTo>
                <a:cubicBezTo>
                  <a:pt x="67944" y="49901"/>
                  <a:pt x="67045" y="50117"/>
                  <a:pt x="66241" y="50598"/>
                </a:cubicBezTo>
                <a:cubicBezTo>
                  <a:pt x="64655" y="51562"/>
                  <a:pt x="63827" y="53405"/>
                  <a:pt x="64159" y="55238"/>
                </a:cubicBezTo>
                <a:lnTo>
                  <a:pt x="70145" y="88160"/>
                </a:lnTo>
                <a:cubicBezTo>
                  <a:pt x="70476" y="90006"/>
                  <a:pt x="71932" y="91449"/>
                  <a:pt x="73777" y="91769"/>
                </a:cubicBezTo>
                <a:cubicBezTo>
                  <a:pt x="74037" y="91816"/>
                  <a:pt x="74309" y="91840"/>
                  <a:pt x="74558" y="91840"/>
                </a:cubicBezTo>
                <a:cubicBezTo>
                  <a:pt x="76143" y="91840"/>
                  <a:pt x="77622" y="91012"/>
                  <a:pt x="78438" y="89616"/>
                </a:cubicBezTo>
                <a:lnTo>
                  <a:pt x="81881" y="83441"/>
                </a:lnTo>
                <a:lnTo>
                  <a:pt x="90518" y="97470"/>
                </a:lnTo>
                <a:cubicBezTo>
                  <a:pt x="90754" y="97908"/>
                  <a:pt x="91085" y="98287"/>
                  <a:pt x="91488" y="98582"/>
                </a:cubicBezTo>
                <a:cubicBezTo>
                  <a:pt x="91878" y="98878"/>
                  <a:pt x="92328" y="99102"/>
                  <a:pt x="92813" y="99221"/>
                </a:cubicBezTo>
                <a:cubicBezTo>
                  <a:pt x="93286" y="99351"/>
                  <a:pt x="93783" y="99375"/>
                  <a:pt x="94280" y="99292"/>
                </a:cubicBezTo>
                <a:cubicBezTo>
                  <a:pt x="94765" y="99221"/>
                  <a:pt x="95238" y="99055"/>
                  <a:pt x="95664" y="98795"/>
                </a:cubicBezTo>
                <a:cubicBezTo>
                  <a:pt x="96078" y="98535"/>
                  <a:pt x="96445" y="98192"/>
                  <a:pt x="96741" y="97789"/>
                </a:cubicBezTo>
                <a:cubicBezTo>
                  <a:pt x="97024" y="97387"/>
                  <a:pt x="97225" y="96926"/>
                  <a:pt x="97332" y="96441"/>
                </a:cubicBezTo>
                <a:cubicBezTo>
                  <a:pt x="97439" y="95956"/>
                  <a:pt x="97451" y="95459"/>
                  <a:pt x="97355" y="94974"/>
                </a:cubicBezTo>
                <a:cubicBezTo>
                  <a:pt x="97273" y="94477"/>
                  <a:pt x="97084" y="94016"/>
                  <a:pt x="96812" y="93602"/>
                </a:cubicBezTo>
                <a:lnTo>
                  <a:pt x="88140" y="79525"/>
                </a:lnTo>
                <a:lnTo>
                  <a:pt x="95557" y="79525"/>
                </a:lnTo>
                <a:cubicBezTo>
                  <a:pt x="97462" y="79502"/>
                  <a:pt x="99154" y="78626"/>
                  <a:pt x="99769" y="76817"/>
                </a:cubicBezTo>
                <a:cubicBezTo>
                  <a:pt x="100373" y="75012"/>
                  <a:pt x="99769" y="73012"/>
                  <a:pt x="98266" y="71840"/>
                </a:cubicBezTo>
                <a:lnTo>
                  <a:pt x="71328" y="50891"/>
                </a:lnTo>
                <a:cubicBezTo>
                  <a:pt x="70594" y="50320"/>
                  <a:pt x="69719" y="50004"/>
                  <a:pt x="68832" y="4995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8" name="Белый — SVG 8">
            <a:extLst>
              <a:ext uri="{FF2B5EF4-FFF2-40B4-BE49-F238E27FC236}">
                <a16:creationId xmlns:a16="http://schemas.microsoft.com/office/drawing/2014/main" id="{2DC4F222-92D0-CA44-812B-B09B2F0CE8C2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44303 w 127600"/>
              <a:gd name="csY0" fmla="*/ 42528 h 127583"/>
              <a:gd name="csX1" fmla="*/ 15942 w 127600"/>
              <a:gd name="csY1" fmla="*/ 42528 h 127583"/>
              <a:gd name="csX2" fmla="*/ 0 w 127600"/>
              <a:gd name="csY2" fmla="*/ 26580 h 127583"/>
              <a:gd name="csX3" fmla="*/ 0 w 127600"/>
              <a:gd name="csY3" fmla="*/ 15948 h 127583"/>
              <a:gd name="csX4" fmla="*/ 15942 w 127600"/>
              <a:gd name="csY4" fmla="*/ 0 h 127583"/>
              <a:gd name="csX5" fmla="*/ 44303 w 127600"/>
              <a:gd name="csY5" fmla="*/ 0 h 127583"/>
              <a:gd name="csX6" fmla="*/ 60261 w 127600"/>
              <a:gd name="csY6" fmla="*/ 15948 h 127583"/>
              <a:gd name="csX7" fmla="*/ 60261 w 127600"/>
              <a:gd name="csY7" fmla="*/ 26580 h 127583"/>
              <a:gd name="csX8" fmla="*/ 44303 w 127600"/>
              <a:gd name="csY8" fmla="*/ 42528 h 127583"/>
              <a:gd name="csX9" fmla="*/ 44303 w 127600"/>
              <a:gd name="csY9" fmla="*/ 127583 h 127583"/>
              <a:gd name="csX10" fmla="*/ 15942 w 127600"/>
              <a:gd name="csY10" fmla="*/ 127583 h 127583"/>
              <a:gd name="csX11" fmla="*/ 0 w 127600"/>
              <a:gd name="csY11" fmla="*/ 111627 h 127583"/>
              <a:gd name="csX12" fmla="*/ 0 w 127600"/>
              <a:gd name="csY12" fmla="*/ 65564 h 127583"/>
              <a:gd name="csX13" fmla="*/ 15942 w 127600"/>
              <a:gd name="csY13" fmla="*/ 49616 h 127583"/>
              <a:gd name="csX14" fmla="*/ 44303 w 127600"/>
              <a:gd name="csY14" fmla="*/ 49616 h 127583"/>
              <a:gd name="csX15" fmla="*/ 60261 w 127600"/>
              <a:gd name="csY15" fmla="*/ 65564 h 127583"/>
              <a:gd name="csX16" fmla="*/ 60261 w 127600"/>
              <a:gd name="csY16" fmla="*/ 111627 h 127583"/>
              <a:gd name="csX17" fmla="*/ 44303 w 127600"/>
              <a:gd name="csY17" fmla="*/ 127583 h 127583"/>
              <a:gd name="csX18" fmla="*/ 111642 w 127600"/>
              <a:gd name="csY18" fmla="*/ 127583 h 127583"/>
              <a:gd name="csX19" fmla="*/ 83298 w 127600"/>
              <a:gd name="csY19" fmla="*/ 127583 h 127583"/>
              <a:gd name="csX20" fmla="*/ 67339 w 127600"/>
              <a:gd name="csY20" fmla="*/ 111627 h 127583"/>
              <a:gd name="csX21" fmla="*/ 67339 w 127600"/>
              <a:gd name="csY21" fmla="*/ 100995 h 127583"/>
              <a:gd name="csX22" fmla="*/ 83298 w 127600"/>
              <a:gd name="csY22" fmla="*/ 85056 h 127583"/>
              <a:gd name="csX23" fmla="*/ 111642 w 127600"/>
              <a:gd name="csY23" fmla="*/ 85056 h 127583"/>
              <a:gd name="csX24" fmla="*/ 127601 w 127600"/>
              <a:gd name="csY24" fmla="*/ 100995 h 127583"/>
              <a:gd name="csX25" fmla="*/ 127601 w 127600"/>
              <a:gd name="csY25" fmla="*/ 111627 h 127583"/>
              <a:gd name="csX26" fmla="*/ 111642 w 127600"/>
              <a:gd name="csY26" fmla="*/ 127583 h 127583"/>
              <a:gd name="csX27" fmla="*/ 111642 w 127600"/>
              <a:gd name="csY27" fmla="*/ 77967 h 127583"/>
              <a:gd name="csX28" fmla="*/ 83298 w 127600"/>
              <a:gd name="csY28" fmla="*/ 77967 h 127583"/>
              <a:gd name="csX29" fmla="*/ 67339 w 127600"/>
              <a:gd name="csY29" fmla="*/ 62019 h 127583"/>
              <a:gd name="csX30" fmla="*/ 67339 w 127600"/>
              <a:gd name="csY30" fmla="*/ 15948 h 127583"/>
              <a:gd name="csX31" fmla="*/ 83298 w 127600"/>
              <a:gd name="csY31" fmla="*/ 0 h 127583"/>
              <a:gd name="csX32" fmla="*/ 111642 w 127600"/>
              <a:gd name="csY32" fmla="*/ 0 h 127583"/>
              <a:gd name="csX33" fmla="*/ 127601 w 127600"/>
              <a:gd name="csY33" fmla="*/ 15948 h 127583"/>
              <a:gd name="csX34" fmla="*/ 127601 w 127600"/>
              <a:gd name="csY34" fmla="*/ 62019 h 127583"/>
              <a:gd name="csX35" fmla="*/ 111642 w 127600"/>
              <a:gd name="csY35" fmla="*/ 77967 h 127583"/>
            </a:gdLst>
            <a:ahLst/>
            <a:cxnLst/>
            <a:rect l="l" t="t" r="r" b="b"/>
            <a:pathLst>
              <a:path w="100000" h="100000">
                <a:moveTo>
                  <a:pt x="34720" y="33336"/>
                </a:moveTo>
                <a:lnTo>
                  <a:pt x="12494" y="33336"/>
                </a:lnTo>
                <a:cubicBezTo>
                  <a:pt x="5614" y="33336"/>
                  <a:pt x="0" y="27728"/>
                  <a:pt x="0" y="20837"/>
                </a:cubicBezTo>
                <a:lnTo>
                  <a:pt x="0" y="12505"/>
                </a:lnTo>
                <a:cubicBezTo>
                  <a:pt x="0" y="5614"/>
                  <a:pt x="5614" y="7"/>
                  <a:pt x="12494" y="7"/>
                </a:cubicBezTo>
                <a:lnTo>
                  <a:pt x="34720" y="7"/>
                </a:lnTo>
                <a:cubicBezTo>
                  <a:pt x="41614" y="7"/>
                  <a:pt x="47226" y="5614"/>
                  <a:pt x="47226" y="12505"/>
                </a:cubicBezTo>
                <a:lnTo>
                  <a:pt x="47226" y="20837"/>
                </a:lnTo>
                <a:cubicBezTo>
                  <a:pt x="47226" y="27728"/>
                  <a:pt x="41614" y="33336"/>
                  <a:pt x="34720" y="33336"/>
                </a:cubicBezTo>
                <a:close/>
                <a:moveTo>
                  <a:pt x="34720" y="99993"/>
                </a:moveTo>
                <a:lnTo>
                  <a:pt x="12494" y="99993"/>
                </a:lnTo>
                <a:cubicBezTo>
                  <a:pt x="5614" y="99993"/>
                  <a:pt x="0" y="94381"/>
                  <a:pt x="0" y="87489"/>
                </a:cubicBezTo>
                <a:lnTo>
                  <a:pt x="0" y="51389"/>
                </a:lnTo>
                <a:cubicBezTo>
                  <a:pt x="0" y="44498"/>
                  <a:pt x="5614" y="38891"/>
                  <a:pt x="12494" y="38891"/>
                </a:cubicBezTo>
                <a:lnTo>
                  <a:pt x="34720" y="38891"/>
                </a:lnTo>
                <a:cubicBezTo>
                  <a:pt x="41614" y="38891"/>
                  <a:pt x="47226" y="44498"/>
                  <a:pt x="47226" y="51389"/>
                </a:cubicBezTo>
                <a:lnTo>
                  <a:pt x="47226" y="87489"/>
                </a:lnTo>
                <a:cubicBezTo>
                  <a:pt x="47226" y="94381"/>
                  <a:pt x="41614" y="99993"/>
                  <a:pt x="34720" y="99993"/>
                </a:cubicBezTo>
                <a:close/>
                <a:moveTo>
                  <a:pt x="87494" y="99993"/>
                </a:moveTo>
                <a:lnTo>
                  <a:pt x="65281" y="99993"/>
                </a:lnTo>
                <a:cubicBezTo>
                  <a:pt x="58387" y="99993"/>
                  <a:pt x="52774" y="94381"/>
                  <a:pt x="52774" y="87489"/>
                </a:cubicBezTo>
                <a:lnTo>
                  <a:pt x="52774" y="79156"/>
                </a:lnTo>
                <a:cubicBezTo>
                  <a:pt x="52774" y="72272"/>
                  <a:pt x="58387" y="66665"/>
                  <a:pt x="65281" y="66665"/>
                </a:cubicBezTo>
                <a:lnTo>
                  <a:pt x="87494" y="66665"/>
                </a:lnTo>
                <a:cubicBezTo>
                  <a:pt x="94387" y="66665"/>
                  <a:pt x="100001" y="72272"/>
                  <a:pt x="100001" y="79156"/>
                </a:cubicBezTo>
                <a:lnTo>
                  <a:pt x="100001" y="87489"/>
                </a:lnTo>
                <a:cubicBezTo>
                  <a:pt x="100001" y="94381"/>
                  <a:pt x="94387" y="99993"/>
                  <a:pt x="87494" y="99993"/>
                </a:cubicBezTo>
                <a:close/>
                <a:moveTo>
                  <a:pt x="87494" y="61109"/>
                </a:moveTo>
                <a:lnTo>
                  <a:pt x="65281" y="61109"/>
                </a:lnTo>
                <a:cubicBezTo>
                  <a:pt x="58387" y="61109"/>
                  <a:pt x="52774" y="55502"/>
                  <a:pt x="52774" y="48611"/>
                </a:cubicBezTo>
                <a:lnTo>
                  <a:pt x="52774" y="12505"/>
                </a:lnTo>
                <a:cubicBezTo>
                  <a:pt x="52774" y="5614"/>
                  <a:pt x="58387" y="7"/>
                  <a:pt x="65281" y="7"/>
                </a:cubicBezTo>
                <a:lnTo>
                  <a:pt x="87494" y="7"/>
                </a:lnTo>
                <a:cubicBezTo>
                  <a:pt x="94387" y="7"/>
                  <a:pt x="100001" y="5614"/>
                  <a:pt x="100001" y="12505"/>
                </a:cubicBezTo>
                <a:lnTo>
                  <a:pt x="100001" y="48611"/>
                </a:lnTo>
                <a:cubicBezTo>
                  <a:pt x="100001" y="55502"/>
                  <a:pt x="94387" y="61109"/>
                  <a:pt x="87494" y="6110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9" name="Белый — SVG 9">
            <a:extLst>
              <a:ext uri="{FF2B5EF4-FFF2-40B4-BE49-F238E27FC236}">
                <a16:creationId xmlns:a16="http://schemas.microsoft.com/office/drawing/2014/main" id="{8D2ED928-F77E-A246-A98D-AC9C23649E51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19494 w 138233"/>
              <a:gd name="csY0" fmla="*/ 0 h 148847"/>
              <a:gd name="csX1" fmla="*/ 0 w 138233"/>
              <a:gd name="csY1" fmla="*/ 19491 h 148847"/>
              <a:gd name="csX2" fmla="*/ 0 w 138233"/>
              <a:gd name="csY2" fmla="*/ 30123 h 148847"/>
              <a:gd name="csX3" fmla="*/ 6167 w 138233"/>
              <a:gd name="csY3" fmla="*/ 44300 h 148847"/>
              <a:gd name="csX4" fmla="*/ 0 w 138233"/>
              <a:gd name="csY4" fmla="*/ 58476 h 148847"/>
              <a:gd name="csX5" fmla="*/ 0 w 138233"/>
              <a:gd name="csY5" fmla="*/ 69108 h 148847"/>
              <a:gd name="csX6" fmla="*/ 6167 w 138233"/>
              <a:gd name="csY6" fmla="*/ 83283 h 148847"/>
              <a:gd name="csX7" fmla="*/ 0 w 138233"/>
              <a:gd name="csY7" fmla="*/ 97460 h 148847"/>
              <a:gd name="csX8" fmla="*/ 0 w 138233"/>
              <a:gd name="csY8" fmla="*/ 108089 h 148847"/>
              <a:gd name="csX9" fmla="*/ 19494 w 138233"/>
              <a:gd name="csY9" fmla="*/ 127583 h 148847"/>
              <a:gd name="csX10" fmla="*/ 56711 w 138233"/>
              <a:gd name="csY10" fmla="*/ 127583 h 148847"/>
              <a:gd name="csX11" fmla="*/ 53699 w 138233"/>
              <a:gd name="csY11" fmla="*/ 116951 h 148847"/>
              <a:gd name="csX12" fmla="*/ 19494 w 138233"/>
              <a:gd name="csY12" fmla="*/ 116951 h 148847"/>
              <a:gd name="csX13" fmla="*/ 10633 w 138233"/>
              <a:gd name="csY13" fmla="*/ 108089 h 148847"/>
              <a:gd name="csX14" fmla="*/ 10633 w 138233"/>
              <a:gd name="csY14" fmla="*/ 106319 h 148847"/>
              <a:gd name="csX15" fmla="*/ 53347 w 138233"/>
              <a:gd name="csY15" fmla="*/ 106319 h 148847"/>
              <a:gd name="csX16" fmla="*/ 66036 w 138233"/>
              <a:gd name="csY16" fmla="*/ 77967 h 148847"/>
              <a:gd name="csX17" fmla="*/ 19494 w 138233"/>
              <a:gd name="csY17" fmla="*/ 77967 h 148847"/>
              <a:gd name="csX18" fmla="*/ 10633 w 138233"/>
              <a:gd name="csY18" fmla="*/ 69108 h 148847"/>
              <a:gd name="csX19" fmla="*/ 10633 w 138233"/>
              <a:gd name="csY19" fmla="*/ 67335 h 148847"/>
              <a:gd name="csX20" fmla="*/ 81487 w 138233"/>
              <a:gd name="csY20" fmla="*/ 67335 h 148847"/>
              <a:gd name="csX21" fmla="*/ 99244 w 138233"/>
              <a:gd name="csY21" fmla="*/ 63792 h 148847"/>
              <a:gd name="csX22" fmla="*/ 120511 w 138233"/>
              <a:gd name="csY22" fmla="*/ 69004 h 148847"/>
              <a:gd name="csX23" fmla="*/ 120511 w 138233"/>
              <a:gd name="csY23" fmla="*/ 58476 h 148847"/>
              <a:gd name="csX24" fmla="*/ 114344 w 138233"/>
              <a:gd name="csY24" fmla="*/ 44300 h 148847"/>
              <a:gd name="csX25" fmla="*/ 120511 w 138233"/>
              <a:gd name="csY25" fmla="*/ 30123 h 148847"/>
              <a:gd name="csX26" fmla="*/ 120511 w 138233"/>
              <a:gd name="csY26" fmla="*/ 19491 h 148847"/>
              <a:gd name="csX27" fmla="*/ 101017 w 138233"/>
              <a:gd name="csY27" fmla="*/ 0 h 148847"/>
              <a:gd name="csX28" fmla="*/ 19494 w 138233"/>
              <a:gd name="csY28" fmla="*/ 0 h 148847"/>
              <a:gd name="csX29" fmla="*/ 10633 w 138233"/>
              <a:gd name="csY29" fmla="*/ 28352 h 148847"/>
              <a:gd name="csX30" fmla="*/ 109878 w 138233"/>
              <a:gd name="csY30" fmla="*/ 28352 h 148847"/>
              <a:gd name="csX31" fmla="*/ 109878 w 138233"/>
              <a:gd name="csY31" fmla="*/ 30123 h 148847"/>
              <a:gd name="csX32" fmla="*/ 101017 w 138233"/>
              <a:gd name="csY32" fmla="*/ 38984 h 148847"/>
              <a:gd name="csX33" fmla="*/ 19494 w 138233"/>
              <a:gd name="csY33" fmla="*/ 38984 h 148847"/>
              <a:gd name="csX34" fmla="*/ 10633 w 138233"/>
              <a:gd name="csY34" fmla="*/ 30123 h 148847"/>
              <a:gd name="csX35" fmla="*/ 10633 w 138233"/>
              <a:gd name="csY35" fmla="*/ 28352 h 148847"/>
              <a:gd name="csX36" fmla="*/ 99244 w 138233"/>
              <a:gd name="csY36" fmla="*/ 70880 h 148847"/>
              <a:gd name="csX37" fmla="*/ 60256 w 138233"/>
              <a:gd name="csY37" fmla="*/ 109858 h 148847"/>
              <a:gd name="csX38" fmla="*/ 99244 w 138233"/>
              <a:gd name="csY38" fmla="*/ 148847 h 148847"/>
              <a:gd name="csX39" fmla="*/ 138234 w 138233"/>
              <a:gd name="csY39" fmla="*/ 109858 h 148847"/>
              <a:gd name="csX40" fmla="*/ 99244 w 138233"/>
              <a:gd name="csY40" fmla="*/ 70880 h 148847"/>
              <a:gd name="csX41" fmla="*/ 81523 w 138233"/>
              <a:gd name="csY41" fmla="*/ 88599 h 148847"/>
              <a:gd name="csX42" fmla="*/ 85067 w 138233"/>
              <a:gd name="csY42" fmla="*/ 92144 h 148847"/>
              <a:gd name="csX43" fmla="*/ 85067 w 138233"/>
              <a:gd name="csY43" fmla="*/ 102776 h 148847"/>
              <a:gd name="csX44" fmla="*/ 99244 w 138233"/>
              <a:gd name="csY44" fmla="*/ 116951 h 148847"/>
              <a:gd name="csX45" fmla="*/ 111955 w 138233"/>
              <a:gd name="csY45" fmla="*/ 116951 h 148847"/>
              <a:gd name="csX46" fmla="*/ 107372 w 138233"/>
              <a:gd name="csY46" fmla="*/ 112375 h 148847"/>
              <a:gd name="csX47" fmla="*/ 107372 w 138233"/>
              <a:gd name="csY47" fmla="*/ 107357 h 148847"/>
              <a:gd name="csX48" fmla="*/ 109878 w 138233"/>
              <a:gd name="csY48" fmla="*/ 106319 h 148847"/>
              <a:gd name="csX49" fmla="*/ 112384 w 138233"/>
              <a:gd name="csY49" fmla="*/ 107357 h 148847"/>
              <a:gd name="csX50" fmla="*/ 123017 w 138233"/>
              <a:gd name="csY50" fmla="*/ 117989 h 148847"/>
              <a:gd name="csX51" fmla="*/ 123017 w 138233"/>
              <a:gd name="csY51" fmla="*/ 123007 h 148847"/>
              <a:gd name="csX52" fmla="*/ 112384 w 138233"/>
              <a:gd name="csY52" fmla="*/ 133639 h 148847"/>
              <a:gd name="csX53" fmla="*/ 107372 w 138233"/>
              <a:gd name="csY53" fmla="*/ 133639 h 148847"/>
              <a:gd name="csX54" fmla="*/ 107372 w 138233"/>
              <a:gd name="csY54" fmla="*/ 128621 h 148847"/>
              <a:gd name="csX55" fmla="*/ 111955 w 138233"/>
              <a:gd name="csY55" fmla="*/ 124045 h 148847"/>
              <a:gd name="csX56" fmla="*/ 99244 w 138233"/>
              <a:gd name="csY56" fmla="*/ 124045 h 148847"/>
              <a:gd name="csX57" fmla="*/ 77978 w 138233"/>
              <a:gd name="csY57" fmla="*/ 102776 h 148847"/>
              <a:gd name="csX58" fmla="*/ 77978 w 138233"/>
              <a:gd name="csY58" fmla="*/ 92144 h 148847"/>
              <a:gd name="csX59" fmla="*/ 81523 w 138233"/>
              <a:gd name="csY59" fmla="*/ 88599 h 148847"/>
            </a:gdLst>
            <a:ahLst/>
            <a:cxnLst/>
            <a:rect l="l" t="t" r="r" b="b"/>
            <a:pathLst>
              <a:path w="100000" h="100000">
                <a:moveTo>
                  <a:pt x="16662" y="0"/>
                </a:moveTo>
                <a:cubicBezTo>
                  <a:pt x="9447" y="0"/>
                  <a:pt x="3565" y="5881"/>
                  <a:pt x="3565" y="13095"/>
                </a:cubicBezTo>
                <a:lnTo>
                  <a:pt x="3565" y="20238"/>
                </a:lnTo>
                <a:cubicBezTo>
                  <a:pt x="3565" y="24000"/>
                  <a:pt x="5161" y="27380"/>
                  <a:pt x="7709" y="29762"/>
                </a:cubicBezTo>
                <a:cubicBezTo>
                  <a:pt x="5161" y="32143"/>
                  <a:pt x="3565" y="35524"/>
                  <a:pt x="3565" y="39286"/>
                </a:cubicBezTo>
                <a:lnTo>
                  <a:pt x="3565" y="46429"/>
                </a:lnTo>
                <a:cubicBezTo>
                  <a:pt x="3565" y="50191"/>
                  <a:pt x="5161" y="53572"/>
                  <a:pt x="7709" y="55952"/>
                </a:cubicBezTo>
                <a:cubicBezTo>
                  <a:pt x="5161" y="58334"/>
                  <a:pt x="3565" y="61714"/>
                  <a:pt x="3565" y="65477"/>
                </a:cubicBezTo>
                <a:lnTo>
                  <a:pt x="3565" y="72618"/>
                </a:lnTo>
                <a:cubicBezTo>
                  <a:pt x="3565" y="79829"/>
                  <a:pt x="9447" y="85714"/>
                  <a:pt x="16662" y="85714"/>
                </a:cubicBezTo>
                <a:lnTo>
                  <a:pt x="41666" y="85714"/>
                </a:lnTo>
                <a:cubicBezTo>
                  <a:pt x="40714" y="83451"/>
                  <a:pt x="40047" y="81075"/>
                  <a:pt x="39642" y="78571"/>
                </a:cubicBezTo>
                <a:lnTo>
                  <a:pt x="16662" y="78571"/>
                </a:lnTo>
                <a:cubicBezTo>
                  <a:pt x="13376" y="78571"/>
                  <a:pt x="10709" y="75909"/>
                  <a:pt x="10709" y="72618"/>
                </a:cubicBezTo>
                <a:lnTo>
                  <a:pt x="10709" y="71428"/>
                </a:lnTo>
                <a:lnTo>
                  <a:pt x="39406" y="71428"/>
                </a:lnTo>
                <a:cubicBezTo>
                  <a:pt x="39930" y="64048"/>
                  <a:pt x="43097" y="57405"/>
                  <a:pt x="47930" y="52381"/>
                </a:cubicBezTo>
                <a:lnTo>
                  <a:pt x="16662" y="52381"/>
                </a:lnTo>
                <a:cubicBezTo>
                  <a:pt x="13376" y="52381"/>
                  <a:pt x="10709" y="49714"/>
                  <a:pt x="10709" y="46429"/>
                </a:cubicBezTo>
                <a:lnTo>
                  <a:pt x="10709" y="45238"/>
                </a:lnTo>
                <a:lnTo>
                  <a:pt x="58311" y="45238"/>
                </a:lnTo>
                <a:cubicBezTo>
                  <a:pt x="61979" y="43714"/>
                  <a:pt x="66003" y="42857"/>
                  <a:pt x="70241" y="42857"/>
                </a:cubicBezTo>
                <a:cubicBezTo>
                  <a:pt x="75384" y="42857"/>
                  <a:pt x="80242" y="44121"/>
                  <a:pt x="84528" y="46359"/>
                </a:cubicBezTo>
                <a:lnTo>
                  <a:pt x="84528" y="39286"/>
                </a:lnTo>
                <a:cubicBezTo>
                  <a:pt x="84528" y="35524"/>
                  <a:pt x="82933" y="32143"/>
                  <a:pt x="80385" y="29762"/>
                </a:cubicBezTo>
                <a:cubicBezTo>
                  <a:pt x="82933" y="27380"/>
                  <a:pt x="84528" y="24000"/>
                  <a:pt x="84528" y="20238"/>
                </a:cubicBezTo>
                <a:lnTo>
                  <a:pt x="84528" y="13095"/>
                </a:lnTo>
                <a:cubicBezTo>
                  <a:pt x="84528" y="5881"/>
                  <a:pt x="78647" y="0"/>
                  <a:pt x="71432" y="0"/>
                </a:cubicBezTo>
                <a:lnTo>
                  <a:pt x="16662" y="0"/>
                </a:lnTo>
                <a:close/>
                <a:moveTo>
                  <a:pt x="10709" y="19048"/>
                </a:moveTo>
                <a:lnTo>
                  <a:pt x="77385" y="19048"/>
                </a:lnTo>
                <a:lnTo>
                  <a:pt x="77385" y="20238"/>
                </a:lnTo>
                <a:cubicBezTo>
                  <a:pt x="77385" y="23523"/>
                  <a:pt x="74718" y="26191"/>
                  <a:pt x="71432" y="26191"/>
                </a:cubicBezTo>
                <a:lnTo>
                  <a:pt x="16662" y="26191"/>
                </a:lnTo>
                <a:cubicBezTo>
                  <a:pt x="13376" y="26191"/>
                  <a:pt x="10709" y="23523"/>
                  <a:pt x="10709" y="20238"/>
                </a:cubicBezTo>
                <a:lnTo>
                  <a:pt x="10709" y="19048"/>
                </a:lnTo>
                <a:close/>
                <a:moveTo>
                  <a:pt x="70241" y="47619"/>
                </a:moveTo>
                <a:cubicBezTo>
                  <a:pt x="55775" y="47619"/>
                  <a:pt x="44047" y="59346"/>
                  <a:pt x="44047" y="73806"/>
                </a:cubicBezTo>
                <a:cubicBezTo>
                  <a:pt x="44047" y="88275"/>
                  <a:pt x="55775" y="100000"/>
                  <a:pt x="70241" y="100000"/>
                </a:cubicBezTo>
                <a:cubicBezTo>
                  <a:pt x="84708" y="100000"/>
                  <a:pt x="96435" y="88275"/>
                  <a:pt x="96435" y="73806"/>
                </a:cubicBezTo>
                <a:cubicBezTo>
                  <a:pt x="96435" y="59346"/>
                  <a:pt x="84708" y="47619"/>
                  <a:pt x="70241" y="47619"/>
                </a:cubicBezTo>
                <a:close/>
                <a:moveTo>
                  <a:pt x="58335" y="59524"/>
                </a:moveTo>
                <a:cubicBezTo>
                  <a:pt x="59652" y="59524"/>
                  <a:pt x="60716" y="60591"/>
                  <a:pt x="60716" y="61905"/>
                </a:cubicBezTo>
                <a:lnTo>
                  <a:pt x="60716" y="69048"/>
                </a:lnTo>
                <a:cubicBezTo>
                  <a:pt x="60716" y="74297"/>
                  <a:pt x="64988" y="78571"/>
                  <a:pt x="70241" y="78571"/>
                </a:cubicBezTo>
                <a:lnTo>
                  <a:pt x="78780" y="78571"/>
                </a:lnTo>
                <a:lnTo>
                  <a:pt x="75701" y="75497"/>
                </a:lnTo>
                <a:cubicBezTo>
                  <a:pt x="74771" y="74560"/>
                  <a:pt x="74771" y="73052"/>
                  <a:pt x="75701" y="72126"/>
                </a:cubicBezTo>
                <a:cubicBezTo>
                  <a:pt x="76166" y="71662"/>
                  <a:pt x="76775" y="71428"/>
                  <a:pt x="77385" y="71428"/>
                </a:cubicBezTo>
                <a:cubicBezTo>
                  <a:pt x="77995" y="71428"/>
                  <a:pt x="78604" y="71662"/>
                  <a:pt x="79068" y="72126"/>
                </a:cubicBezTo>
                <a:lnTo>
                  <a:pt x="86212" y="79269"/>
                </a:lnTo>
                <a:cubicBezTo>
                  <a:pt x="87144" y="80194"/>
                  <a:pt x="87144" y="81703"/>
                  <a:pt x="86212" y="82640"/>
                </a:cubicBezTo>
                <a:lnTo>
                  <a:pt x="79068" y="89783"/>
                </a:lnTo>
                <a:cubicBezTo>
                  <a:pt x="78138" y="90709"/>
                  <a:pt x="76632" y="90709"/>
                  <a:pt x="75701" y="89783"/>
                </a:cubicBezTo>
                <a:cubicBezTo>
                  <a:pt x="74771" y="88846"/>
                  <a:pt x="74771" y="87337"/>
                  <a:pt x="75701" y="86412"/>
                </a:cubicBezTo>
                <a:lnTo>
                  <a:pt x="78780" y="83337"/>
                </a:lnTo>
                <a:lnTo>
                  <a:pt x="70241" y="83337"/>
                </a:lnTo>
                <a:cubicBezTo>
                  <a:pt x="62362" y="83337"/>
                  <a:pt x="55953" y="76926"/>
                  <a:pt x="55953" y="69048"/>
                </a:cubicBezTo>
                <a:lnTo>
                  <a:pt x="55953" y="61905"/>
                </a:lnTo>
                <a:cubicBezTo>
                  <a:pt x="55953" y="60591"/>
                  <a:pt x="57018" y="59524"/>
                  <a:pt x="58335" y="5952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0" name="Белый — SVG 10">
            <a:extLst>
              <a:ext uri="{FF2B5EF4-FFF2-40B4-BE49-F238E27FC236}">
                <a16:creationId xmlns:a16="http://schemas.microsoft.com/office/drawing/2014/main" id="{8181664A-A7F5-D14E-B3CF-26B82370A154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19494 w 138233"/>
              <a:gd name="csY0" fmla="*/ 0 h 141753"/>
              <a:gd name="csX1" fmla="*/ 0 w 138233"/>
              <a:gd name="csY1" fmla="*/ 19491 h 141753"/>
              <a:gd name="csX2" fmla="*/ 0 w 138233"/>
              <a:gd name="csY2" fmla="*/ 30123 h 141753"/>
              <a:gd name="csX3" fmla="*/ 6154 w 138233"/>
              <a:gd name="csY3" fmla="*/ 44300 h 141753"/>
              <a:gd name="csX4" fmla="*/ 0 w 138233"/>
              <a:gd name="csY4" fmla="*/ 58476 h 141753"/>
              <a:gd name="csX5" fmla="*/ 0 w 138233"/>
              <a:gd name="csY5" fmla="*/ 69108 h 141753"/>
              <a:gd name="csX6" fmla="*/ 6154 w 138233"/>
              <a:gd name="csY6" fmla="*/ 83283 h 141753"/>
              <a:gd name="csX7" fmla="*/ 0 w 138233"/>
              <a:gd name="csY7" fmla="*/ 97460 h 141753"/>
              <a:gd name="csX8" fmla="*/ 0 w 138233"/>
              <a:gd name="csY8" fmla="*/ 108089 h 141753"/>
              <a:gd name="csX9" fmla="*/ 19494 w 138233"/>
              <a:gd name="csY9" fmla="*/ 127583 h 141753"/>
              <a:gd name="csX10" fmla="*/ 75284 w 138233"/>
              <a:gd name="csY10" fmla="*/ 127583 h 141753"/>
              <a:gd name="csX11" fmla="*/ 70134 w 138233"/>
              <a:gd name="csY11" fmla="*/ 116951 h 141753"/>
              <a:gd name="csX12" fmla="*/ 19494 w 138233"/>
              <a:gd name="csY12" fmla="*/ 116951 h 141753"/>
              <a:gd name="csX13" fmla="*/ 10633 w 138233"/>
              <a:gd name="csY13" fmla="*/ 108089 h 141753"/>
              <a:gd name="csX14" fmla="*/ 10633 w 138233"/>
              <a:gd name="csY14" fmla="*/ 106319 h 141753"/>
              <a:gd name="csX15" fmla="*/ 67746 w 138233"/>
              <a:gd name="csY15" fmla="*/ 106319 h 141753"/>
              <a:gd name="csX16" fmla="*/ 67344 w 138233"/>
              <a:gd name="csY16" fmla="*/ 99231 h 141753"/>
              <a:gd name="csX17" fmla="*/ 67344 w 138233"/>
              <a:gd name="csY17" fmla="*/ 77967 h 141753"/>
              <a:gd name="csX18" fmla="*/ 19494 w 138233"/>
              <a:gd name="csY18" fmla="*/ 77967 h 141753"/>
              <a:gd name="csX19" fmla="*/ 10633 w 138233"/>
              <a:gd name="csY19" fmla="*/ 69108 h 141753"/>
              <a:gd name="csX20" fmla="*/ 10633 w 138233"/>
              <a:gd name="csY20" fmla="*/ 67335 h 141753"/>
              <a:gd name="csX21" fmla="*/ 77210 w 138233"/>
              <a:gd name="csY21" fmla="*/ 67335 h 141753"/>
              <a:gd name="csX22" fmla="*/ 77978 w 138233"/>
              <a:gd name="csY22" fmla="*/ 67260 h 141753"/>
              <a:gd name="csX23" fmla="*/ 97832 w 138233"/>
              <a:gd name="csY23" fmla="*/ 57334 h 141753"/>
              <a:gd name="csX24" fmla="*/ 106334 w 138233"/>
              <a:gd name="csY24" fmla="*/ 53160 h 141753"/>
              <a:gd name="csX25" fmla="*/ 114842 w 138233"/>
              <a:gd name="csY25" fmla="*/ 57341 h 141753"/>
              <a:gd name="csX26" fmla="*/ 120511 w 138233"/>
              <a:gd name="csY26" fmla="*/ 62601 h 141753"/>
              <a:gd name="csX27" fmla="*/ 120511 w 138233"/>
              <a:gd name="csY27" fmla="*/ 58476 h 141753"/>
              <a:gd name="csX28" fmla="*/ 114357 w 138233"/>
              <a:gd name="csY28" fmla="*/ 44300 h 141753"/>
              <a:gd name="csX29" fmla="*/ 120511 w 138233"/>
              <a:gd name="csY29" fmla="*/ 30123 h 141753"/>
              <a:gd name="csX30" fmla="*/ 120511 w 138233"/>
              <a:gd name="csY30" fmla="*/ 19491 h 141753"/>
              <a:gd name="csX31" fmla="*/ 101017 w 138233"/>
              <a:gd name="csY31" fmla="*/ 0 h 141753"/>
              <a:gd name="csX32" fmla="*/ 19494 w 138233"/>
              <a:gd name="csY32" fmla="*/ 0 h 141753"/>
              <a:gd name="csX33" fmla="*/ 10633 w 138233"/>
              <a:gd name="csY33" fmla="*/ 28352 h 141753"/>
              <a:gd name="csX34" fmla="*/ 109878 w 138233"/>
              <a:gd name="csY34" fmla="*/ 28352 h 141753"/>
              <a:gd name="csX35" fmla="*/ 109878 w 138233"/>
              <a:gd name="csY35" fmla="*/ 30123 h 141753"/>
              <a:gd name="csX36" fmla="*/ 101017 w 138233"/>
              <a:gd name="csY36" fmla="*/ 38984 h 141753"/>
              <a:gd name="csX37" fmla="*/ 19494 w 138233"/>
              <a:gd name="csY37" fmla="*/ 38984 h 141753"/>
              <a:gd name="csX38" fmla="*/ 10633 w 138233"/>
              <a:gd name="csY38" fmla="*/ 30123 h 141753"/>
              <a:gd name="csX39" fmla="*/ 10633 w 138233"/>
              <a:gd name="csY39" fmla="*/ 28352 h 141753"/>
              <a:gd name="csX40" fmla="*/ 106334 w 138233"/>
              <a:gd name="csY40" fmla="*/ 60248 h 141753"/>
              <a:gd name="csX41" fmla="*/ 103496 w 138233"/>
              <a:gd name="csY41" fmla="*/ 61590 h 141753"/>
              <a:gd name="csX42" fmla="*/ 77978 w 138233"/>
              <a:gd name="csY42" fmla="*/ 74347 h 141753"/>
              <a:gd name="csX43" fmla="*/ 74434 w 138233"/>
              <a:gd name="csY43" fmla="*/ 77892 h 141753"/>
              <a:gd name="csX44" fmla="*/ 74434 w 138233"/>
              <a:gd name="csY44" fmla="*/ 99231 h 141753"/>
              <a:gd name="csX45" fmla="*/ 105475 w 138233"/>
              <a:gd name="csY45" fmla="*/ 141652 h 141753"/>
              <a:gd name="csX46" fmla="*/ 106334 w 138233"/>
              <a:gd name="csY46" fmla="*/ 141753 h 141753"/>
              <a:gd name="csX47" fmla="*/ 107193 w 138233"/>
              <a:gd name="csY47" fmla="*/ 141652 h 141753"/>
              <a:gd name="csX48" fmla="*/ 138234 w 138233"/>
              <a:gd name="csY48" fmla="*/ 99231 h 141753"/>
              <a:gd name="csX49" fmla="*/ 138234 w 138233"/>
              <a:gd name="csY49" fmla="*/ 77892 h 141753"/>
              <a:gd name="csX50" fmla="*/ 134704 w 138233"/>
              <a:gd name="csY50" fmla="*/ 74347 h 141753"/>
              <a:gd name="csX51" fmla="*/ 109172 w 138233"/>
              <a:gd name="csY51" fmla="*/ 61590 h 141753"/>
              <a:gd name="csX52" fmla="*/ 106334 w 138233"/>
              <a:gd name="csY52" fmla="*/ 60248 h 141753"/>
            </a:gdLst>
            <a:ahLst/>
            <a:cxnLst/>
            <a:rect l="l" t="t" r="r" b="b"/>
            <a:pathLst>
              <a:path w="100000" h="100000">
                <a:moveTo>
                  <a:pt x="14994" y="0"/>
                </a:moveTo>
                <a:cubicBezTo>
                  <a:pt x="7411" y="0"/>
                  <a:pt x="1242" y="6168"/>
                  <a:pt x="1242" y="13750"/>
                </a:cubicBezTo>
                <a:lnTo>
                  <a:pt x="1242" y="21250"/>
                </a:lnTo>
                <a:cubicBezTo>
                  <a:pt x="1242" y="25194"/>
                  <a:pt x="2915" y="28742"/>
                  <a:pt x="5583" y="31252"/>
                </a:cubicBezTo>
                <a:cubicBezTo>
                  <a:pt x="2915" y="33761"/>
                  <a:pt x="1242" y="37310"/>
                  <a:pt x="1242" y="41252"/>
                </a:cubicBezTo>
                <a:lnTo>
                  <a:pt x="1242" y="48752"/>
                </a:lnTo>
                <a:cubicBezTo>
                  <a:pt x="1242" y="52694"/>
                  <a:pt x="2915" y="56243"/>
                  <a:pt x="5583" y="58752"/>
                </a:cubicBezTo>
                <a:cubicBezTo>
                  <a:pt x="2915" y="61263"/>
                  <a:pt x="1242" y="64810"/>
                  <a:pt x="1242" y="68753"/>
                </a:cubicBezTo>
                <a:lnTo>
                  <a:pt x="1242" y="76252"/>
                </a:lnTo>
                <a:cubicBezTo>
                  <a:pt x="1242" y="83836"/>
                  <a:pt x="7411" y="90004"/>
                  <a:pt x="14994" y="90004"/>
                </a:cubicBezTo>
                <a:lnTo>
                  <a:pt x="54351" y="90004"/>
                </a:lnTo>
                <a:cubicBezTo>
                  <a:pt x="52920" y="87820"/>
                  <a:pt x="51674" y="85324"/>
                  <a:pt x="50718" y="82503"/>
                </a:cubicBezTo>
                <a:lnTo>
                  <a:pt x="14994" y="82503"/>
                </a:lnTo>
                <a:cubicBezTo>
                  <a:pt x="11548" y="82503"/>
                  <a:pt x="8743" y="79696"/>
                  <a:pt x="8743" y="76252"/>
                </a:cubicBezTo>
                <a:lnTo>
                  <a:pt x="8743" y="75003"/>
                </a:lnTo>
                <a:lnTo>
                  <a:pt x="49033" y="75003"/>
                </a:lnTo>
                <a:cubicBezTo>
                  <a:pt x="48848" y="73419"/>
                  <a:pt x="48750" y="71751"/>
                  <a:pt x="48750" y="70003"/>
                </a:cubicBezTo>
                <a:lnTo>
                  <a:pt x="48750" y="55002"/>
                </a:lnTo>
                <a:lnTo>
                  <a:pt x="14994" y="55002"/>
                </a:lnTo>
                <a:cubicBezTo>
                  <a:pt x="11548" y="55002"/>
                  <a:pt x="8743" y="52197"/>
                  <a:pt x="8743" y="48752"/>
                </a:cubicBezTo>
                <a:lnTo>
                  <a:pt x="8743" y="47502"/>
                </a:lnTo>
                <a:lnTo>
                  <a:pt x="55710" y="47502"/>
                </a:lnTo>
                <a:cubicBezTo>
                  <a:pt x="55892" y="47490"/>
                  <a:pt x="56067" y="47449"/>
                  <a:pt x="56251" y="47449"/>
                </a:cubicBezTo>
                <a:cubicBezTo>
                  <a:pt x="56260" y="47449"/>
                  <a:pt x="65214" y="47164"/>
                  <a:pt x="70257" y="40446"/>
                </a:cubicBezTo>
                <a:cubicBezTo>
                  <a:pt x="71633" y="38603"/>
                  <a:pt x="73877" y="37502"/>
                  <a:pt x="76255" y="37502"/>
                </a:cubicBezTo>
                <a:cubicBezTo>
                  <a:pt x="78633" y="37502"/>
                  <a:pt x="80877" y="38603"/>
                  <a:pt x="82257" y="40451"/>
                </a:cubicBezTo>
                <a:cubicBezTo>
                  <a:pt x="83430" y="42014"/>
                  <a:pt x="84819" y="43217"/>
                  <a:pt x="86256" y="44162"/>
                </a:cubicBezTo>
                <a:lnTo>
                  <a:pt x="86256" y="41252"/>
                </a:lnTo>
                <a:cubicBezTo>
                  <a:pt x="86256" y="37310"/>
                  <a:pt x="84583" y="33761"/>
                  <a:pt x="81915" y="31252"/>
                </a:cubicBezTo>
                <a:cubicBezTo>
                  <a:pt x="84583" y="28742"/>
                  <a:pt x="86256" y="25194"/>
                  <a:pt x="86256" y="21250"/>
                </a:cubicBezTo>
                <a:lnTo>
                  <a:pt x="86256" y="13750"/>
                </a:lnTo>
                <a:cubicBezTo>
                  <a:pt x="86256" y="6168"/>
                  <a:pt x="80089" y="0"/>
                  <a:pt x="72504" y="0"/>
                </a:cubicBezTo>
                <a:lnTo>
                  <a:pt x="14994" y="0"/>
                </a:lnTo>
                <a:close/>
                <a:moveTo>
                  <a:pt x="8743" y="20001"/>
                </a:moveTo>
                <a:lnTo>
                  <a:pt x="78755" y="20001"/>
                </a:lnTo>
                <a:lnTo>
                  <a:pt x="78755" y="21250"/>
                </a:lnTo>
                <a:cubicBezTo>
                  <a:pt x="78755" y="24696"/>
                  <a:pt x="75950" y="27501"/>
                  <a:pt x="72504" y="27501"/>
                </a:cubicBezTo>
                <a:lnTo>
                  <a:pt x="14994" y="27501"/>
                </a:lnTo>
                <a:cubicBezTo>
                  <a:pt x="11548" y="27501"/>
                  <a:pt x="8743" y="24696"/>
                  <a:pt x="8743" y="21250"/>
                </a:cubicBezTo>
                <a:lnTo>
                  <a:pt x="8743" y="20001"/>
                </a:lnTo>
                <a:close/>
                <a:moveTo>
                  <a:pt x="76255" y="42502"/>
                </a:moveTo>
                <a:cubicBezTo>
                  <a:pt x="75490" y="42502"/>
                  <a:pt x="74724" y="42819"/>
                  <a:pt x="74253" y="43449"/>
                </a:cubicBezTo>
                <a:cubicBezTo>
                  <a:pt x="67625" y="52285"/>
                  <a:pt x="56356" y="52448"/>
                  <a:pt x="56251" y="52448"/>
                </a:cubicBezTo>
                <a:cubicBezTo>
                  <a:pt x="54871" y="52448"/>
                  <a:pt x="53751" y="53569"/>
                  <a:pt x="53751" y="54949"/>
                </a:cubicBezTo>
                <a:lnTo>
                  <a:pt x="53751" y="70003"/>
                </a:lnTo>
                <a:cubicBezTo>
                  <a:pt x="53751" y="94180"/>
                  <a:pt x="75432" y="99880"/>
                  <a:pt x="75649" y="99929"/>
                </a:cubicBezTo>
                <a:cubicBezTo>
                  <a:pt x="75850" y="99977"/>
                  <a:pt x="76050" y="100000"/>
                  <a:pt x="76255" y="100000"/>
                </a:cubicBezTo>
                <a:cubicBezTo>
                  <a:pt x="76460" y="100000"/>
                  <a:pt x="76661" y="99977"/>
                  <a:pt x="76861" y="99929"/>
                </a:cubicBezTo>
                <a:cubicBezTo>
                  <a:pt x="77078" y="99880"/>
                  <a:pt x="98759" y="94180"/>
                  <a:pt x="98759" y="70003"/>
                </a:cubicBezTo>
                <a:lnTo>
                  <a:pt x="98759" y="54949"/>
                </a:lnTo>
                <a:cubicBezTo>
                  <a:pt x="98759" y="53574"/>
                  <a:pt x="97644" y="52455"/>
                  <a:pt x="96269" y="52448"/>
                </a:cubicBezTo>
                <a:cubicBezTo>
                  <a:pt x="96156" y="52448"/>
                  <a:pt x="84886" y="52285"/>
                  <a:pt x="78257" y="43449"/>
                </a:cubicBezTo>
                <a:cubicBezTo>
                  <a:pt x="77787" y="42819"/>
                  <a:pt x="77020" y="42502"/>
                  <a:pt x="76255" y="4250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1" name="Белый — SVG 11">
            <a:extLst>
              <a:ext uri="{FF2B5EF4-FFF2-40B4-BE49-F238E27FC236}">
                <a16:creationId xmlns:a16="http://schemas.microsoft.com/office/drawing/2014/main" id="{2BAA07DB-623E-8F4C-8575-E4C0F9EA9FF6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19494 w 120511"/>
              <a:gd name="csY0" fmla="*/ 0 h 127583"/>
              <a:gd name="csX1" fmla="*/ 0 w 120511"/>
              <a:gd name="csY1" fmla="*/ 19491 h 127583"/>
              <a:gd name="csX2" fmla="*/ 0 w 120511"/>
              <a:gd name="csY2" fmla="*/ 30123 h 127583"/>
              <a:gd name="csX3" fmla="*/ 6161 w 120511"/>
              <a:gd name="csY3" fmla="*/ 44300 h 127583"/>
              <a:gd name="csX4" fmla="*/ 0 w 120511"/>
              <a:gd name="csY4" fmla="*/ 58476 h 127583"/>
              <a:gd name="csX5" fmla="*/ 0 w 120511"/>
              <a:gd name="csY5" fmla="*/ 69108 h 127583"/>
              <a:gd name="csX6" fmla="*/ 6161 w 120511"/>
              <a:gd name="csY6" fmla="*/ 83283 h 127583"/>
              <a:gd name="csX7" fmla="*/ 0 w 120511"/>
              <a:gd name="csY7" fmla="*/ 97460 h 127583"/>
              <a:gd name="csX8" fmla="*/ 0 w 120511"/>
              <a:gd name="csY8" fmla="*/ 108089 h 127583"/>
              <a:gd name="csX9" fmla="*/ 19494 w 120511"/>
              <a:gd name="csY9" fmla="*/ 127583 h 127583"/>
              <a:gd name="csX10" fmla="*/ 101017 w 120511"/>
              <a:gd name="csY10" fmla="*/ 127583 h 127583"/>
              <a:gd name="csX11" fmla="*/ 120511 w 120511"/>
              <a:gd name="csY11" fmla="*/ 108089 h 127583"/>
              <a:gd name="csX12" fmla="*/ 120511 w 120511"/>
              <a:gd name="csY12" fmla="*/ 97460 h 127583"/>
              <a:gd name="csX13" fmla="*/ 114350 w 120511"/>
              <a:gd name="csY13" fmla="*/ 83283 h 127583"/>
              <a:gd name="csX14" fmla="*/ 120511 w 120511"/>
              <a:gd name="csY14" fmla="*/ 69108 h 127583"/>
              <a:gd name="csX15" fmla="*/ 120511 w 120511"/>
              <a:gd name="csY15" fmla="*/ 58476 h 127583"/>
              <a:gd name="csX16" fmla="*/ 114350 w 120511"/>
              <a:gd name="csY16" fmla="*/ 44300 h 127583"/>
              <a:gd name="csX17" fmla="*/ 120511 w 120511"/>
              <a:gd name="csY17" fmla="*/ 30123 h 127583"/>
              <a:gd name="csX18" fmla="*/ 120511 w 120511"/>
              <a:gd name="csY18" fmla="*/ 19491 h 127583"/>
              <a:gd name="csX19" fmla="*/ 101017 w 120511"/>
              <a:gd name="csY19" fmla="*/ 0 h 127583"/>
              <a:gd name="csX20" fmla="*/ 19494 w 120511"/>
              <a:gd name="csY20" fmla="*/ 0 h 127583"/>
              <a:gd name="csX21" fmla="*/ 10633 w 120511"/>
              <a:gd name="csY21" fmla="*/ 28352 h 127583"/>
              <a:gd name="csX22" fmla="*/ 109878 w 120511"/>
              <a:gd name="csY22" fmla="*/ 28352 h 127583"/>
              <a:gd name="csX23" fmla="*/ 109878 w 120511"/>
              <a:gd name="csY23" fmla="*/ 30123 h 127583"/>
              <a:gd name="csX24" fmla="*/ 101017 w 120511"/>
              <a:gd name="csY24" fmla="*/ 38984 h 127583"/>
              <a:gd name="csX25" fmla="*/ 19494 w 120511"/>
              <a:gd name="csY25" fmla="*/ 38984 h 127583"/>
              <a:gd name="csX26" fmla="*/ 10633 w 120511"/>
              <a:gd name="csY26" fmla="*/ 30123 h 127583"/>
              <a:gd name="csX27" fmla="*/ 10633 w 120511"/>
              <a:gd name="csY27" fmla="*/ 28352 h 127583"/>
              <a:gd name="csX28" fmla="*/ 10633 w 120511"/>
              <a:gd name="csY28" fmla="*/ 67335 h 127583"/>
              <a:gd name="csX29" fmla="*/ 109878 w 120511"/>
              <a:gd name="csY29" fmla="*/ 67335 h 127583"/>
              <a:gd name="csX30" fmla="*/ 109878 w 120511"/>
              <a:gd name="csY30" fmla="*/ 69108 h 127583"/>
              <a:gd name="csX31" fmla="*/ 101017 w 120511"/>
              <a:gd name="csY31" fmla="*/ 77967 h 127583"/>
              <a:gd name="csX32" fmla="*/ 19494 w 120511"/>
              <a:gd name="csY32" fmla="*/ 77967 h 127583"/>
              <a:gd name="csX33" fmla="*/ 10633 w 120511"/>
              <a:gd name="csY33" fmla="*/ 69108 h 127583"/>
              <a:gd name="csX34" fmla="*/ 10633 w 120511"/>
              <a:gd name="csY34" fmla="*/ 67335 h 127583"/>
              <a:gd name="csX35" fmla="*/ 10633 w 120511"/>
              <a:gd name="csY35" fmla="*/ 106319 h 127583"/>
              <a:gd name="csX36" fmla="*/ 109878 w 120511"/>
              <a:gd name="csY36" fmla="*/ 106319 h 127583"/>
              <a:gd name="csX37" fmla="*/ 109878 w 120511"/>
              <a:gd name="csY37" fmla="*/ 108089 h 127583"/>
              <a:gd name="csX38" fmla="*/ 101017 w 120511"/>
              <a:gd name="csY38" fmla="*/ 116951 h 127583"/>
              <a:gd name="csX39" fmla="*/ 19494 w 120511"/>
              <a:gd name="csY39" fmla="*/ 116951 h 127583"/>
              <a:gd name="csX40" fmla="*/ 10633 w 120511"/>
              <a:gd name="csY40" fmla="*/ 108089 h 127583"/>
              <a:gd name="csX41" fmla="*/ 10633 w 120511"/>
              <a:gd name="csY41" fmla="*/ 106319 h 127583"/>
            </a:gdLst>
            <a:ahLst/>
            <a:cxnLst/>
            <a:rect l="l" t="t" r="r" b="b"/>
            <a:pathLst>
              <a:path w="100000" h="100000">
                <a:moveTo>
                  <a:pt x="18051" y="0"/>
                </a:moveTo>
                <a:cubicBezTo>
                  <a:pt x="9626" y="0"/>
                  <a:pt x="2772" y="6854"/>
                  <a:pt x="2772" y="15277"/>
                </a:cubicBezTo>
                <a:lnTo>
                  <a:pt x="2772" y="23611"/>
                </a:lnTo>
                <a:cubicBezTo>
                  <a:pt x="2772" y="27992"/>
                  <a:pt x="4637" y="31934"/>
                  <a:pt x="7601" y="34722"/>
                </a:cubicBezTo>
                <a:cubicBezTo>
                  <a:pt x="4637" y="37510"/>
                  <a:pt x="2772" y="41452"/>
                  <a:pt x="2772" y="45834"/>
                </a:cubicBezTo>
                <a:lnTo>
                  <a:pt x="2772" y="54167"/>
                </a:lnTo>
                <a:cubicBezTo>
                  <a:pt x="2772" y="58548"/>
                  <a:pt x="4637" y="62490"/>
                  <a:pt x="7601" y="65278"/>
                </a:cubicBezTo>
                <a:cubicBezTo>
                  <a:pt x="4637" y="68065"/>
                  <a:pt x="2772" y="72008"/>
                  <a:pt x="2772" y="76389"/>
                </a:cubicBezTo>
                <a:lnTo>
                  <a:pt x="2772" y="84721"/>
                </a:lnTo>
                <a:cubicBezTo>
                  <a:pt x="2772" y="93147"/>
                  <a:pt x="9626" y="100000"/>
                  <a:pt x="18051" y="100000"/>
                </a:cubicBezTo>
                <a:lnTo>
                  <a:pt x="81949" y="100000"/>
                </a:lnTo>
                <a:cubicBezTo>
                  <a:pt x="90376" y="100000"/>
                  <a:pt x="97228" y="93147"/>
                  <a:pt x="97228" y="84721"/>
                </a:cubicBezTo>
                <a:lnTo>
                  <a:pt x="97228" y="76389"/>
                </a:lnTo>
                <a:cubicBezTo>
                  <a:pt x="97228" y="72008"/>
                  <a:pt x="95363" y="68065"/>
                  <a:pt x="92399" y="65278"/>
                </a:cubicBezTo>
                <a:cubicBezTo>
                  <a:pt x="95363" y="62490"/>
                  <a:pt x="97228" y="58548"/>
                  <a:pt x="97228" y="54167"/>
                </a:cubicBezTo>
                <a:lnTo>
                  <a:pt x="97228" y="45834"/>
                </a:lnTo>
                <a:cubicBezTo>
                  <a:pt x="97228" y="41452"/>
                  <a:pt x="95363" y="37510"/>
                  <a:pt x="92399" y="34722"/>
                </a:cubicBezTo>
                <a:cubicBezTo>
                  <a:pt x="95363" y="31934"/>
                  <a:pt x="97228" y="27992"/>
                  <a:pt x="97228" y="23611"/>
                </a:cubicBezTo>
                <a:lnTo>
                  <a:pt x="97228" y="15277"/>
                </a:lnTo>
                <a:cubicBezTo>
                  <a:pt x="97228" y="6854"/>
                  <a:pt x="90376" y="0"/>
                  <a:pt x="81949" y="0"/>
                </a:cubicBezTo>
                <a:lnTo>
                  <a:pt x="18051" y="0"/>
                </a:lnTo>
                <a:close/>
                <a:moveTo>
                  <a:pt x="11106" y="22222"/>
                </a:moveTo>
                <a:lnTo>
                  <a:pt x="88894" y="22222"/>
                </a:lnTo>
                <a:lnTo>
                  <a:pt x="88894" y="23611"/>
                </a:lnTo>
                <a:cubicBezTo>
                  <a:pt x="88894" y="27439"/>
                  <a:pt x="85778" y="30556"/>
                  <a:pt x="81949" y="30556"/>
                </a:cubicBezTo>
                <a:lnTo>
                  <a:pt x="18051" y="30556"/>
                </a:lnTo>
                <a:cubicBezTo>
                  <a:pt x="14222" y="30556"/>
                  <a:pt x="11106" y="27439"/>
                  <a:pt x="11106" y="23611"/>
                </a:cubicBezTo>
                <a:lnTo>
                  <a:pt x="11106" y="22222"/>
                </a:lnTo>
                <a:close/>
                <a:moveTo>
                  <a:pt x="11106" y="52777"/>
                </a:moveTo>
                <a:lnTo>
                  <a:pt x="88894" y="52777"/>
                </a:lnTo>
                <a:lnTo>
                  <a:pt x="88894" y="54167"/>
                </a:lnTo>
                <a:cubicBezTo>
                  <a:pt x="88894" y="57994"/>
                  <a:pt x="85778" y="61111"/>
                  <a:pt x="81949" y="61111"/>
                </a:cubicBezTo>
                <a:lnTo>
                  <a:pt x="18051" y="61111"/>
                </a:lnTo>
                <a:cubicBezTo>
                  <a:pt x="14222" y="61111"/>
                  <a:pt x="11106" y="57994"/>
                  <a:pt x="11106" y="54167"/>
                </a:cubicBezTo>
                <a:lnTo>
                  <a:pt x="11106" y="52777"/>
                </a:lnTo>
                <a:close/>
                <a:moveTo>
                  <a:pt x="11106" y="83333"/>
                </a:moveTo>
                <a:lnTo>
                  <a:pt x="88894" y="83333"/>
                </a:lnTo>
                <a:lnTo>
                  <a:pt x="88894" y="84721"/>
                </a:lnTo>
                <a:cubicBezTo>
                  <a:pt x="88894" y="88547"/>
                  <a:pt x="85778" y="91667"/>
                  <a:pt x="81949" y="91667"/>
                </a:cubicBezTo>
                <a:lnTo>
                  <a:pt x="18051" y="91667"/>
                </a:lnTo>
                <a:cubicBezTo>
                  <a:pt x="14222" y="91667"/>
                  <a:pt x="11106" y="88547"/>
                  <a:pt x="11106" y="84721"/>
                </a:cubicBezTo>
                <a:lnTo>
                  <a:pt x="11106" y="8333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2" name="Белый — SVG 12">
            <a:extLst>
              <a:ext uri="{FF2B5EF4-FFF2-40B4-BE49-F238E27FC236}">
                <a16:creationId xmlns:a16="http://schemas.microsoft.com/office/drawing/2014/main" id="{20CD13A2-5626-FB4A-BFF5-64DF7270E913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30121 w 134840"/>
              <a:gd name="csY0" fmla="*/ 1 h 134830"/>
              <a:gd name="csX1" fmla="*/ 26388 w 134840"/>
              <a:gd name="csY1" fmla="*/ 1615 h 134830"/>
              <a:gd name="csX2" fmla="*/ 24887 w 134840"/>
              <a:gd name="csY2" fmla="*/ 5393 h 134830"/>
              <a:gd name="csX3" fmla="*/ 24887 w 134840"/>
              <a:gd name="csY3" fmla="*/ 15195 h 134830"/>
              <a:gd name="csX4" fmla="*/ 18950 w 134840"/>
              <a:gd name="csY4" fmla="*/ 18949 h 134830"/>
              <a:gd name="csX5" fmla="*/ 15195 w 134840"/>
              <a:gd name="csY5" fmla="*/ 24884 h 134830"/>
              <a:gd name="csX6" fmla="*/ 5392 w 134840"/>
              <a:gd name="csY6" fmla="*/ 24884 h 134830"/>
              <a:gd name="csX7" fmla="*/ 3335 w 134840"/>
              <a:gd name="csY7" fmla="*/ 25269 h 134830"/>
              <a:gd name="csX8" fmla="*/ 1584 w 134840"/>
              <a:gd name="csY8" fmla="*/ 26415 h 134830"/>
              <a:gd name="csX9" fmla="*/ 412 w 134840"/>
              <a:gd name="csY9" fmla="*/ 28149 h 134830"/>
              <a:gd name="csX10" fmla="*/ 0 w 134840"/>
              <a:gd name="csY10" fmla="*/ 30200 h 134830"/>
              <a:gd name="csX11" fmla="*/ 412 w 134840"/>
              <a:gd name="csY11" fmla="*/ 32254 h 134830"/>
              <a:gd name="csX12" fmla="*/ 1584 w 134840"/>
              <a:gd name="csY12" fmla="*/ 33987 h 134830"/>
              <a:gd name="csX13" fmla="*/ 3335 w 134840"/>
              <a:gd name="csY13" fmla="*/ 35134 h 134830"/>
              <a:gd name="csX14" fmla="*/ 5392 w 134840"/>
              <a:gd name="csY14" fmla="*/ 35516 h 134830"/>
              <a:gd name="csX15" fmla="*/ 14253 w 134840"/>
              <a:gd name="csY15" fmla="*/ 35516 h 134830"/>
              <a:gd name="csX16" fmla="*/ 14253 w 134840"/>
              <a:gd name="csY16" fmla="*/ 49693 h 134830"/>
              <a:gd name="csX17" fmla="*/ 5392 w 134840"/>
              <a:gd name="csY17" fmla="*/ 49693 h 134830"/>
              <a:gd name="csX18" fmla="*/ 3335 w 134840"/>
              <a:gd name="csY18" fmla="*/ 50076 h 134830"/>
              <a:gd name="csX19" fmla="*/ 1584 w 134840"/>
              <a:gd name="csY19" fmla="*/ 51223 h 134830"/>
              <a:gd name="csX20" fmla="*/ 412 w 134840"/>
              <a:gd name="csY20" fmla="*/ 52958 h 134830"/>
              <a:gd name="csX21" fmla="*/ 0 w 134840"/>
              <a:gd name="csY21" fmla="*/ 55009 h 134830"/>
              <a:gd name="csX22" fmla="*/ 412 w 134840"/>
              <a:gd name="csY22" fmla="*/ 57061 h 134830"/>
              <a:gd name="csX23" fmla="*/ 1584 w 134840"/>
              <a:gd name="csY23" fmla="*/ 58794 h 134830"/>
              <a:gd name="csX24" fmla="*/ 3335 w 134840"/>
              <a:gd name="csY24" fmla="*/ 59943 h 134830"/>
              <a:gd name="csX25" fmla="*/ 5392 w 134840"/>
              <a:gd name="csY25" fmla="*/ 60325 h 134830"/>
              <a:gd name="csX26" fmla="*/ 14253 w 134840"/>
              <a:gd name="csY26" fmla="*/ 60325 h 134830"/>
              <a:gd name="csX27" fmla="*/ 14253 w 134840"/>
              <a:gd name="csY27" fmla="*/ 74501 h 134830"/>
              <a:gd name="csX28" fmla="*/ 5392 w 134840"/>
              <a:gd name="csY28" fmla="*/ 74501 h 134830"/>
              <a:gd name="csX29" fmla="*/ 3335 w 134840"/>
              <a:gd name="csY29" fmla="*/ 74883 h 134830"/>
              <a:gd name="csX30" fmla="*/ 1584 w 134840"/>
              <a:gd name="csY30" fmla="*/ 76032 h 134830"/>
              <a:gd name="csX31" fmla="*/ 412 w 134840"/>
              <a:gd name="csY31" fmla="*/ 77765 h 134830"/>
              <a:gd name="csX32" fmla="*/ 0 w 134840"/>
              <a:gd name="csY32" fmla="*/ 79817 h 134830"/>
              <a:gd name="csX33" fmla="*/ 412 w 134840"/>
              <a:gd name="csY33" fmla="*/ 81868 h 134830"/>
              <a:gd name="csX34" fmla="*/ 1584 w 134840"/>
              <a:gd name="csY34" fmla="*/ 83610 h 134830"/>
              <a:gd name="csX35" fmla="*/ 3335 w 134840"/>
              <a:gd name="csY35" fmla="*/ 84750 h 134830"/>
              <a:gd name="csX36" fmla="*/ 5392 w 134840"/>
              <a:gd name="csY36" fmla="*/ 85141 h 134830"/>
              <a:gd name="csX37" fmla="*/ 14253 w 134840"/>
              <a:gd name="csY37" fmla="*/ 85141 h 134830"/>
              <a:gd name="csX38" fmla="*/ 14253 w 134840"/>
              <a:gd name="csY38" fmla="*/ 99311 h 134830"/>
              <a:gd name="csX39" fmla="*/ 5392 w 134840"/>
              <a:gd name="csY39" fmla="*/ 99311 h 134830"/>
              <a:gd name="csX40" fmla="*/ 3335 w 134840"/>
              <a:gd name="csY40" fmla="*/ 99686 h 134830"/>
              <a:gd name="csX41" fmla="*/ 1584 w 134840"/>
              <a:gd name="csY41" fmla="*/ 100842 h 134830"/>
              <a:gd name="csX42" fmla="*/ 412 w 134840"/>
              <a:gd name="csY42" fmla="*/ 102577 h 134830"/>
              <a:gd name="csX43" fmla="*/ 0 w 134840"/>
              <a:gd name="csY43" fmla="*/ 104619 h 134830"/>
              <a:gd name="csX44" fmla="*/ 412 w 134840"/>
              <a:gd name="csY44" fmla="*/ 106677 h 134830"/>
              <a:gd name="csX45" fmla="*/ 1584 w 134840"/>
              <a:gd name="csY45" fmla="*/ 108412 h 134830"/>
              <a:gd name="csX46" fmla="*/ 3335 w 134840"/>
              <a:gd name="csY46" fmla="*/ 109552 h 134830"/>
              <a:gd name="csX47" fmla="*/ 5392 w 134840"/>
              <a:gd name="csY47" fmla="*/ 109943 h 134830"/>
              <a:gd name="csX48" fmla="*/ 15195 w 134840"/>
              <a:gd name="csY48" fmla="*/ 109943 h 134830"/>
              <a:gd name="csX49" fmla="*/ 18950 w 134840"/>
              <a:gd name="csY49" fmla="*/ 115880 h 134830"/>
              <a:gd name="csX50" fmla="*/ 24887 w 134840"/>
              <a:gd name="csY50" fmla="*/ 119640 h 134830"/>
              <a:gd name="csX51" fmla="*/ 24887 w 134840"/>
              <a:gd name="csY51" fmla="*/ 129438 h 134830"/>
              <a:gd name="csX52" fmla="*/ 25270 w 134840"/>
              <a:gd name="csY52" fmla="*/ 131496 h 134830"/>
              <a:gd name="csX53" fmla="*/ 26417 w 134840"/>
              <a:gd name="csY53" fmla="*/ 133248 h 134830"/>
              <a:gd name="csX54" fmla="*/ 28151 w 134840"/>
              <a:gd name="csY54" fmla="*/ 134405 h 134830"/>
              <a:gd name="csX55" fmla="*/ 30204 w 134840"/>
              <a:gd name="csY55" fmla="*/ 134831 h 134830"/>
              <a:gd name="csX56" fmla="*/ 32256 w 134840"/>
              <a:gd name="csY56" fmla="*/ 134405 h 134830"/>
              <a:gd name="csX57" fmla="*/ 33990 w 134840"/>
              <a:gd name="csY57" fmla="*/ 133248 h 134830"/>
              <a:gd name="csX58" fmla="*/ 35137 w 134840"/>
              <a:gd name="csY58" fmla="*/ 131496 h 134830"/>
              <a:gd name="csX59" fmla="*/ 35520 w 134840"/>
              <a:gd name="csY59" fmla="*/ 129438 h 134830"/>
              <a:gd name="csX60" fmla="*/ 35520 w 134840"/>
              <a:gd name="csY60" fmla="*/ 120575 h 134830"/>
              <a:gd name="csX61" fmla="*/ 49698 w 134840"/>
              <a:gd name="csY61" fmla="*/ 120575 h 134830"/>
              <a:gd name="csX62" fmla="*/ 49698 w 134840"/>
              <a:gd name="csY62" fmla="*/ 129438 h 134830"/>
              <a:gd name="csX63" fmla="*/ 50081 w 134840"/>
              <a:gd name="csY63" fmla="*/ 131496 h 134830"/>
              <a:gd name="csX64" fmla="*/ 51229 w 134840"/>
              <a:gd name="csY64" fmla="*/ 133248 h 134830"/>
              <a:gd name="csX65" fmla="*/ 52963 w 134840"/>
              <a:gd name="csY65" fmla="*/ 134405 h 134830"/>
              <a:gd name="csX66" fmla="*/ 55015 w 134840"/>
              <a:gd name="csY66" fmla="*/ 134831 h 134830"/>
              <a:gd name="csX67" fmla="*/ 57067 w 134840"/>
              <a:gd name="csY67" fmla="*/ 134405 h 134830"/>
              <a:gd name="csX68" fmla="*/ 58801 w 134840"/>
              <a:gd name="csY68" fmla="*/ 133248 h 134830"/>
              <a:gd name="csX69" fmla="*/ 59949 w 134840"/>
              <a:gd name="csY69" fmla="*/ 131496 h 134830"/>
              <a:gd name="csX70" fmla="*/ 60332 w 134840"/>
              <a:gd name="csY70" fmla="*/ 129438 h 134830"/>
              <a:gd name="csX71" fmla="*/ 60332 w 134840"/>
              <a:gd name="csY71" fmla="*/ 120575 h 134830"/>
              <a:gd name="csX72" fmla="*/ 74509 w 134840"/>
              <a:gd name="csY72" fmla="*/ 120575 h 134830"/>
              <a:gd name="csX73" fmla="*/ 74509 w 134840"/>
              <a:gd name="csY73" fmla="*/ 129438 h 134830"/>
              <a:gd name="csX74" fmla="*/ 74892 w 134840"/>
              <a:gd name="csY74" fmla="*/ 131496 h 134830"/>
              <a:gd name="csX75" fmla="*/ 76040 w 134840"/>
              <a:gd name="csY75" fmla="*/ 133248 h 134830"/>
              <a:gd name="csX76" fmla="*/ 77774 w 134840"/>
              <a:gd name="csY76" fmla="*/ 134405 h 134830"/>
              <a:gd name="csX77" fmla="*/ 79826 w 134840"/>
              <a:gd name="csY77" fmla="*/ 134831 h 134830"/>
              <a:gd name="csX78" fmla="*/ 81878 w 134840"/>
              <a:gd name="csY78" fmla="*/ 134405 h 134830"/>
              <a:gd name="csX79" fmla="*/ 83612 w 134840"/>
              <a:gd name="csY79" fmla="*/ 133248 h 134830"/>
              <a:gd name="csX80" fmla="*/ 84760 w 134840"/>
              <a:gd name="csY80" fmla="*/ 131496 h 134830"/>
              <a:gd name="csX81" fmla="*/ 85143 w 134840"/>
              <a:gd name="csY81" fmla="*/ 129438 h 134830"/>
              <a:gd name="csX82" fmla="*/ 85143 w 134840"/>
              <a:gd name="csY82" fmla="*/ 120575 h 134830"/>
              <a:gd name="csX83" fmla="*/ 99321 w 134840"/>
              <a:gd name="csY83" fmla="*/ 120575 h 134830"/>
              <a:gd name="csX84" fmla="*/ 99321 w 134840"/>
              <a:gd name="csY84" fmla="*/ 129438 h 134830"/>
              <a:gd name="csX85" fmla="*/ 99704 w 134840"/>
              <a:gd name="csY85" fmla="*/ 131496 h 134830"/>
              <a:gd name="csX86" fmla="*/ 100851 w 134840"/>
              <a:gd name="csY86" fmla="*/ 133248 h 134830"/>
              <a:gd name="csX87" fmla="*/ 102585 w 134840"/>
              <a:gd name="csY87" fmla="*/ 134405 h 134830"/>
              <a:gd name="csX88" fmla="*/ 104637 w 134840"/>
              <a:gd name="csY88" fmla="*/ 134831 h 134830"/>
              <a:gd name="csX89" fmla="*/ 106689 w 134840"/>
              <a:gd name="csY89" fmla="*/ 134405 h 134830"/>
              <a:gd name="csX90" fmla="*/ 108424 w 134840"/>
              <a:gd name="csY90" fmla="*/ 133248 h 134830"/>
              <a:gd name="csX91" fmla="*/ 109571 w 134840"/>
              <a:gd name="csY91" fmla="*/ 131496 h 134830"/>
              <a:gd name="csX92" fmla="*/ 109954 w 134840"/>
              <a:gd name="csY92" fmla="*/ 129438 h 134830"/>
              <a:gd name="csX93" fmla="*/ 109954 w 134840"/>
              <a:gd name="csY93" fmla="*/ 119640 h 134830"/>
              <a:gd name="csX94" fmla="*/ 115891 w 134840"/>
              <a:gd name="csY94" fmla="*/ 115880 h 134830"/>
              <a:gd name="csX95" fmla="*/ 119646 w 134840"/>
              <a:gd name="csY95" fmla="*/ 109943 h 134830"/>
              <a:gd name="csX96" fmla="*/ 129449 w 134840"/>
              <a:gd name="csY96" fmla="*/ 109943 h 134830"/>
              <a:gd name="csX97" fmla="*/ 131506 w 134840"/>
              <a:gd name="csY97" fmla="*/ 109552 h 134830"/>
              <a:gd name="csX98" fmla="*/ 133257 w 134840"/>
              <a:gd name="csY98" fmla="*/ 108412 h 134830"/>
              <a:gd name="csX99" fmla="*/ 134429 w 134840"/>
              <a:gd name="csY99" fmla="*/ 106677 h 134830"/>
              <a:gd name="csX100" fmla="*/ 134841 w 134840"/>
              <a:gd name="csY100" fmla="*/ 104619 h 134830"/>
              <a:gd name="csX101" fmla="*/ 134429 w 134840"/>
              <a:gd name="csY101" fmla="*/ 102577 h 134830"/>
              <a:gd name="csX102" fmla="*/ 133257 w 134840"/>
              <a:gd name="csY102" fmla="*/ 100842 h 134830"/>
              <a:gd name="csX103" fmla="*/ 131506 w 134840"/>
              <a:gd name="csY103" fmla="*/ 99686 h 134830"/>
              <a:gd name="csX104" fmla="*/ 129449 w 134840"/>
              <a:gd name="csY104" fmla="*/ 99311 h 134830"/>
              <a:gd name="csX105" fmla="*/ 120587 w 134840"/>
              <a:gd name="csY105" fmla="*/ 99311 h 134830"/>
              <a:gd name="csX106" fmla="*/ 120587 w 134840"/>
              <a:gd name="csY106" fmla="*/ 85141 h 134830"/>
              <a:gd name="csX107" fmla="*/ 129449 w 134840"/>
              <a:gd name="csY107" fmla="*/ 85141 h 134830"/>
              <a:gd name="csX108" fmla="*/ 131506 w 134840"/>
              <a:gd name="csY108" fmla="*/ 84750 h 134830"/>
              <a:gd name="csX109" fmla="*/ 133257 w 134840"/>
              <a:gd name="csY109" fmla="*/ 83610 h 134830"/>
              <a:gd name="csX110" fmla="*/ 134429 w 134840"/>
              <a:gd name="csY110" fmla="*/ 81868 h 134830"/>
              <a:gd name="csX111" fmla="*/ 134841 w 134840"/>
              <a:gd name="csY111" fmla="*/ 79817 h 134830"/>
              <a:gd name="csX112" fmla="*/ 134429 w 134840"/>
              <a:gd name="csY112" fmla="*/ 77765 h 134830"/>
              <a:gd name="csX113" fmla="*/ 133257 w 134840"/>
              <a:gd name="csY113" fmla="*/ 76032 h 134830"/>
              <a:gd name="csX114" fmla="*/ 131506 w 134840"/>
              <a:gd name="csY114" fmla="*/ 74883 h 134830"/>
              <a:gd name="csX115" fmla="*/ 129449 w 134840"/>
              <a:gd name="csY115" fmla="*/ 74501 h 134830"/>
              <a:gd name="csX116" fmla="*/ 120587 w 134840"/>
              <a:gd name="csY116" fmla="*/ 74501 h 134830"/>
              <a:gd name="csX117" fmla="*/ 120587 w 134840"/>
              <a:gd name="csY117" fmla="*/ 60325 h 134830"/>
              <a:gd name="csX118" fmla="*/ 129449 w 134840"/>
              <a:gd name="csY118" fmla="*/ 60325 h 134830"/>
              <a:gd name="csX119" fmla="*/ 131506 w 134840"/>
              <a:gd name="csY119" fmla="*/ 59943 h 134830"/>
              <a:gd name="csX120" fmla="*/ 133257 w 134840"/>
              <a:gd name="csY120" fmla="*/ 58794 h 134830"/>
              <a:gd name="csX121" fmla="*/ 134429 w 134840"/>
              <a:gd name="csY121" fmla="*/ 57061 h 134830"/>
              <a:gd name="csX122" fmla="*/ 134841 w 134840"/>
              <a:gd name="csY122" fmla="*/ 55009 h 134830"/>
              <a:gd name="csX123" fmla="*/ 134429 w 134840"/>
              <a:gd name="csY123" fmla="*/ 52958 h 134830"/>
              <a:gd name="csX124" fmla="*/ 133257 w 134840"/>
              <a:gd name="csY124" fmla="*/ 51223 h 134830"/>
              <a:gd name="csX125" fmla="*/ 131506 w 134840"/>
              <a:gd name="csY125" fmla="*/ 50076 h 134830"/>
              <a:gd name="csX126" fmla="*/ 129449 w 134840"/>
              <a:gd name="csY126" fmla="*/ 49693 h 134830"/>
              <a:gd name="csX127" fmla="*/ 120587 w 134840"/>
              <a:gd name="csY127" fmla="*/ 49693 h 134830"/>
              <a:gd name="csX128" fmla="*/ 120587 w 134840"/>
              <a:gd name="csY128" fmla="*/ 35516 h 134830"/>
              <a:gd name="csX129" fmla="*/ 129449 w 134840"/>
              <a:gd name="csY129" fmla="*/ 35516 h 134830"/>
              <a:gd name="csX130" fmla="*/ 131506 w 134840"/>
              <a:gd name="csY130" fmla="*/ 35134 h 134830"/>
              <a:gd name="csX131" fmla="*/ 133257 w 134840"/>
              <a:gd name="csY131" fmla="*/ 33987 h 134830"/>
              <a:gd name="csX132" fmla="*/ 134429 w 134840"/>
              <a:gd name="csY132" fmla="*/ 32254 h 134830"/>
              <a:gd name="csX133" fmla="*/ 134841 w 134840"/>
              <a:gd name="csY133" fmla="*/ 30200 h 134830"/>
              <a:gd name="csX134" fmla="*/ 134429 w 134840"/>
              <a:gd name="csY134" fmla="*/ 28149 h 134830"/>
              <a:gd name="csX135" fmla="*/ 133257 w 134840"/>
              <a:gd name="csY135" fmla="*/ 26415 h 134830"/>
              <a:gd name="csX136" fmla="*/ 131506 w 134840"/>
              <a:gd name="csY136" fmla="*/ 25269 h 134830"/>
              <a:gd name="csX137" fmla="*/ 129449 w 134840"/>
              <a:gd name="csY137" fmla="*/ 24884 h 134830"/>
              <a:gd name="csX138" fmla="*/ 119646 w 134840"/>
              <a:gd name="csY138" fmla="*/ 24884 h 134830"/>
              <a:gd name="csX139" fmla="*/ 115891 w 134840"/>
              <a:gd name="csY139" fmla="*/ 18949 h 134830"/>
              <a:gd name="csX140" fmla="*/ 109954 w 134840"/>
              <a:gd name="csY140" fmla="*/ 15195 h 134830"/>
              <a:gd name="csX141" fmla="*/ 109954 w 134840"/>
              <a:gd name="csY141" fmla="*/ 5393 h 134830"/>
              <a:gd name="csX142" fmla="*/ 109564 w 134840"/>
              <a:gd name="csY142" fmla="*/ 3316 h 134830"/>
              <a:gd name="csX143" fmla="*/ 108395 w 134840"/>
              <a:gd name="csY143" fmla="*/ 1555 h 134830"/>
              <a:gd name="csX144" fmla="*/ 106632 w 134840"/>
              <a:gd name="csY144" fmla="*/ 388 h 134830"/>
              <a:gd name="csX145" fmla="*/ 104554 w 134840"/>
              <a:gd name="csY145" fmla="*/ 1 h 134830"/>
              <a:gd name="csX146" fmla="*/ 100821 w 134840"/>
              <a:gd name="csY146" fmla="*/ 1615 h 134830"/>
              <a:gd name="csX147" fmla="*/ 99321 w 134840"/>
              <a:gd name="csY147" fmla="*/ 5393 h 134830"/>
              <a:gd name="csX148" fmla="*/ 99321 w 134840"/>
              <a:gd name="csY148" fmla="*/ 14252 h 134830"/>
              <a:gd name="csX149" fmla="*/ 85143 w 134840"/>
              <a:gd name="csY149" fmla="*/ 14252 h 134830"/>
              <a:gd name="csX150" fmla="*/ 85143 w 134840"/>
              <a:gd name="csY150" fmla="*/ 5393 h 134830"/>
              <a:gd name="csX151" fmla="*/ 84752 w 134840"/>
              <a:gd name="csY151" fmla="*/ 3316 h 134830"/>
              <a:gd name="csX152" fmla="*/ 83583 w 134840"/>
              <a:gd name="csY152" fmla="*/ 1555 h 134830"/>
              <a:gd name="csX153" fmla="*/ 81821 w 134840"/>
              <a:gd name="csY153" fmla="*/ 388 h 134830"/>
              <a:gd name="csX154" fmla="*/ 79743 w 134840"/>
              <a:gd name="csY154" fmla="*/ 1 h 134830"/>
              <a:gd name="csX155" fmla="*/ 76010 w 134840"/>
              <a:gd name="csY155" fmla="*/ 1615 h 134830"/>
              <a:gd name="csX156" fmla="*/ 74509 w 134840"/>
              <a:gd name="csY156" fmla="*/ 5393 h 134830"/>
              <a:gd name="csX157" fmla="*/ 74509 w 134840"/>
              <a:gd name="csY157" fmla="*/ 14252 h 134830"/>
              <a:gd name="csX158" fmla="*/ 60332 w 134840"/>
              <a:gd name="csY158" fmla="*/ 14252 h 134830"/>
              <a:gd name="csX159" fmla="*/ 60332 w 134840"/>
              <a:gd name="csY159" fmla="*/ 5393 h 134830"/>
              <a:gd name="csX160" fmla="*/ 59941 w 134840"/>
              <a:gd name="csY160" fmla="*/ 3316 h 134830"/>
              <a:gd name="csX161" fmla="*/ 58772 w 134840"/>
              <a:gd name="csY161" fmla="*/ 1555 h 134830"/>
              <a:gd name="csX162" fmla="*/ 57010 w 134840"/>
              <a:gd name="csY162" fmla="*/ 388 h 134830"/>
              <a:gd name="csX163" fmla="*/ 54932 w 134840"/>
              <a:gd name="csY163" fmla="*/ 1 h 134830"/>
              <a:gd name="csX164" fmla="*/ 51199 w 134840"/>
              <a:gd name="csY164" fmla="*/ 1615 h 134830"/>
              <a:gd name="csX165" fmla="*/ 49698 w 134840"/>
              <a:gd name="csY165" fmla="*/ 5393 h 134830"/>
              <a:gd name="csX166" fmla="*/ 49698 w 134840"/>
              <a:gd name="csY166" fmla="*/ 14252 h 134830"/>
              <a:gd name="csX167" fmla="*/ 35520 w 134840"/>
              <a:gd name="csY167" fmla="*/ 14252 h 134830"/>
              <a:gd name="csX168" fmla="*/ 35520 w 134840"/>
              <a:gd name="csY168" fmla="*/ 5393 h 134830"/>
              <a:gd name="csX169" fmla="*/ 35130 w 134840"/>
              <a:gd name="csY169" fmla="*/ 3316 h 134830"/>
              <a:gd name="csX170" fmla="*/ 33961 w 134840"/>
              <a:gd name="csY170" fmla="*/ 1555 h 134830"/>
              <a:gd name="csX171" fmla="*/ 32198 w 134840"/>
              <a:gd name="csY171" fmla="*/ 388 h 134830"/>
              <a:gd name="csX172" fmla="*/ 30121 w 134840"/>
              <a:gd name="csY172" fmla="*/ 1 h 134830"/>
              <a:gd name="csX173" fmla="*/ 51470 w 134840"/>
              <a:gd name="csY173" fmla="*/ 46148 h 134830"/>
              <a:gd name="csX174" fmla="*/ 83370 w 134840"/>
              <a:gd name="csY174" fmla="*/ 46148 h 134830"/>
              <a:gd name="csX175" fmla="*/ 87130 w 134840"/>
              <a:gd name="csY175" fmla="*/ 47707 h 134830"/>
              <a:gd name="csX176" fmla="*/ 88687 w 134840"/>
              <a:gd name="csY176" fmla="*/ 51464 h 134830"/>
              <a:gd name="csX177" fmla="*/ 88687 w 134840"/>
              <a:gd name="csY177" fmla="*/ 83355 h 134830"/>
              <a:gd name="csX178" fmla="*/ 87130 w 134840"/>
              <a:gd name="csY178" fmla="*/ 87114 h 134830"/>
              <a:gd name="csX179" fmla="*/ 83370 w 134840"/>
              <a:gd name="csY179" fmla="*/ 88679 h 134830"/>
              <a:gd name="csX180" fmla="*/ 51470 w 134840"/>
              <a:gd name="csY180" fmla="*/ 88679 h 134830"/>
              <a:gd name="csX181" fmla="*/ 47711 w 134840"/>
              <a:gd name="csY181" fmla="*/ 87114 h 134830"/>
              <a:gd name="csX182" fmla="*/ 46154 w 134840"/>
              <a:gd name="csY182" fmla="*/ 83355 h 134830"/>
              <a:gd name="csX183" fmla="*/ 46154 w 134840"/>
              <a:gd name="csY183" fmla="*/ 51464 h 134830"/>
              <a:gd name="csX184" fmla="*/ 47711 w 134840"/>
              <a:gd name="csY184" fmla="*/ 47707 h 134830"/>
              <a:gd name="csX185" fmla="*/ 51470 w 134840"/>
              <a:gd name="csY185" fmla="*/ 46148 h 134830"/>
            </a:gdLst>
            <a:ahLst/>
            <a:cxnLst/>
            <a:rect l="l" t="t" r="r" b="b"/>
            <a:pathLst>
              <a:path w="100000" h="100000">
                <a:moveTo>
                  <a:pt x="22338" y="4"/>
                </a:moveTo>
                <a:cubicBezTo>
                  <a:pt x="21293" y="21"/>
                  <a:pt x="20297" y="451"/>
                  <a:pt x="19570" y="1201"/>
                </a:cubicBezTo>
                <a:cubicBezTo>
                  <a:pt x="18842" y="1950"/>
                  <a:pt x="18442" y="2959"/>
                  <a:pt x="18457" y="4003"/>
                </a:cubicBezTo>
                <a:lnTo>
                  <a:pt x="18457" y="11273"/>
                </a:lnTo>
                <a:cubicBezTo>
                  <a:pt x="16801" y="11863"/>
                  <a:pt x="15297" y="12813"/>
                  <a:pt x="14054" y="14057"/>
                </a:cubicBezTo>
                <a:cubicBezTo>
                  <a:pt x="12810" y="15300"/>
                  <a:pt x="11859" y="16804"/>
                  <a:pt x="11269" y="18458"/>
                </a:cubicBezTo>
                <a:lnTo>
                  <a:pt x="3999" y="18458"/>
                </a:lnTo>
                <a:cubicBezTo>
                  <a:pt x="3477" y="18452"/>
                  <a:pt x="2958" y="18548"/>
                  <a:pt x="2473" y="18744"/>
                </a:cubicBezTo>
                <a:cubicBezTo>
                  <a:pt x="1988" y="18938"/>
                  <a:pt x="1547" y="19226"/>
                  <a:pt x="1175" y="19594"/>
                </a:cubicBezTo>
                <a:cubicBezTo>
                  <a:pt x="802" y="19961"/>
                  <a:pt x="507" y="20398"/>
                  <a:pt x="306" y="20880"/>
                </a:cubicBezTo>
                <a:cubicBezTo>
                  <a:pt x="104" y="21362"/>
                  <a:pt x="0" y="21879"/>
                  <a:pt x="0" y="22401"/>
                </a:cubicBezTo>
                <a:cubicBezTo>
                  <a:pt x="0" y="22924"/>
                  <a:pt x="104" y="23442"/>
                  <a:pt x="306" y="23924"/>
                </a:cubicBezTo>
                <a:cubicBezTo>
                  <a:pt x="507" y="24405"/>
                  <a:pt x="802" y="24842"/>
                  <a:pt x="1175" y="25209"/>
                </a:cubicBezTo>
                <a:cubicBezTo>
                  <a:pt x="1547" y="25576"/>
                  <a:pt x="1988" y="25865"/>
                  <a:pt x="2473" y="26060"/>
                </a:cubicBezTo>
                <a:cubicBezTo>
                  <a:pt x="2958" y="26255"/>
                  <a:pt x="3477" y="26350"/>
                  <a:pt x="3999" y="26343"/>
                </a:cubicBezTo>
                <a:lnTo>
                  <a:pt x="10570" y="26343"/>
                </a:lnTo>
                <a:lnTo>
                  <a:pt x="10570" y="36857"/>
                </a:lnTo>
                <a:lnTo>
                  <a:pt x="3999" y="36857"/>
                </a:lnTo>
                <a:cubicBezTo>
                  <a:pt x="3477" y="36850"/>
                  <a:pt x="2958" y="36945"/>
                  <a:pt x="2473" y="37141"/>
                </a:cubicBezTo>
                <a:cubicBezTo>
                  <a:pt x="1988" y="37335"/>
                  <a:pt x="1547" y="37625"/>
                  <a:pt x="1175" y="37992"/>
                </a:cubicBezTo>
                <a:cubicBezTo>
                  <a:pt x="802" y="38359"/>
                  <a:pt x="507" y="38796"/>
                  <a:pt x="306" y="39278"/>
                </a:cubicBezTo>
                <a:cubicBezTo>
                  <a:pt x="104" y="39760"/>
                  <a:pt x="0" y="40277"/>
                  <a:pt x="0" y="40799"/>
                </a:cubicBezTo>
                <a:cubicBezTo>
                  <a:pt x="0" y="41322"/>
                  <a:pt x="104" y="41839"/>
                  <a:pt x="306" y="42321"/>
                </a:cubicBezTo>
                <a:cubicBezTo>
                  <a:pt x="507" y="42803"/>
                  <a:pt x="802" y="43241"/>
                  <a:pt x="1175" y="43606"/>
                </a:cubicBezTo>
                <a:cubicBezTo>
                  <a:pt x="1547" y="43974"/>
                  <a:pt x="1988" y="44263"/>
                  <a:pt x="2473" y="44459"/>
                </a:cubicBezTo>
                <a:cubicBezTo>
                  <a:pt x="2958" y="44653"/>
                  <a:pt x="3477" y="44750"/>
                  <a:pt x="3999" y="44742"/>
                </a:cubicBezTo>
                <a:lnTo>
                  <a:pt x="10570" y="44742"/>
                </a:lnTo>
                <a:lnTo>
                  <a:pt x="10570" y="55255"/>
                </a:lnTo>
                <a:lnTo>
                  <a:pt x="3999" y="55255"/>
                </a:lnTo>
                <a:cubicBezTo>
                  <a:pt x="3477" y="55247"/>
                  <a:pt x="2958" y="55345"/>
                  <a:pt x="2473" y="55538"/>
                </a:cubicBezTo>
                <a:cubicBezTo>
                  <a:pt x="1988" y="55734"/>
                  <a:pt x="1547" y="56023"/>
                  <a:pt x="1175" y="56391"/>
                </a:cubicBezTo>
                <a:cubicBezTo>
                  <a:pt x="802" y="56756"/>
                  <a:pt x="507" y="57194"/>
                  <a:pt x="306" y="57676"/>
                </a:cubicBezTo>
                <a:cubicBezTo>
                  <a:pt x="104" y="58158"/>
                  <a:pt x="0" y="58675"/>
                  <a:pt x="0" y="59198"/>
                </a:cubicBezTo>
                <a:cubicBezTo>
                  <a:pt x="0" y="59720"/>
                  <a:pt x="104" y="60237"/>
                  <a:pt x="306" y="60719"/>
                </a:cubicBezTo>
                <a:cubicBezTo>
                  <a:pt x="507" y="61201"/>
                  <a:pt x="802" y="61638"/>
                  <a:pt x="1175" y="62011"/>
                </a:cubicBezTo>
                <a:cubicBezTo>
                  <a:pt x="1547" y="62376"/>
                  <a:pt x="1988" y="62667"/>
                  <a:pt x="2473" y="62856"/>
                </a:cubicBezTo>
                <a:cubicBezTo>
                  <a:pt x="2958" y="63045"/>
                  <a:pt x="3477" y="63146"/>
                  <a:pt x="3999" y="63146"/>
                </a:cubicBezTo>
                <a:lnTo>
                  <a:pt x="10570" y="63146"/>
                </a:lnTo>
                <a:lnTo>
                  <a:pt x="10570" y="73655"/>
                </a:lnTo>
                <a:lnTo>
                  <a:pt x="3999" y="73655"/>
                </a:lnTo>
                <a:cubicBezTo>
                  <a:pt x="3477" y="73642"/>
                  <a:pt x="2958" y="73743"/>
                  <a:pt x="2473" y="73933"/>
                </a:cubicBezTo>
                <a:cubicBezTo>
                  <a:pt x="1988" y="74135"/>
                  <a:pt x="1547" y="74425"/>
                  <a:pt x="1175" y="74790"/>
                </a:cubicBezTo>
                <a:cubicBezTo>
                  <a:pt x="802" y="75156"/>
                  <a:pt x="507" y="75598"/>
                  <a:pt x="306" y="76077"/>
                </a:cubicBezTo>
                <a:cubicBezTo>
                  <a:pt x="104" y="76557"/>
                  <a:pt x="0" y="77074"/>
                  <a:pt x="0" y="77591"/>
                </a:cubicBezTo>
                <a:cubicBezTo>
                  <a:pt x="0" y="78121"/>
                  <a:pt x="104" y="78638"/>
                  <a:pt x="306" y="79117"/>
                </a:cubicBezTo>
                <a:cubicBezTo>
                  <a:pt x="507" y="79597"/>
                  <a:pt x="802" y="80039"/>
                  <a:pt x="1175" y="80404"/>
                </a:cubicBezTo>
                <a:cubicBezTo>
                  <a:pt x="1547" y="80771"/>
                  <a:pt x="1988" y="81061"/>
                  <a:pt x="2473" y="81250"/>
                </a:cubicBezTo>
                <a:cubicBezTo>
                  <a:pt x="2958" y="81451"/>
                  <a:pt x="3477" y="81540"/>
                  <a:pt x="3999" y="81540"/>
                </a:cubicBezTo>
                <a:lnTo>
                  <a:pt x="11269" y="81540"/>
                </a:lnTo>
                <a:cubicBezTo>
                  <a:pt x="11859" y="83193"/>
                  <a:pt x="12810" y="84694"/>
                  <a:pt x="14054" y="85943"/>
                </a:cubicBezTo>
                <a:cubicBezTo>
                  <a:pt x="15297" y="87179"/>
                  <a:pt x="16801" y="88138"/>
                  <a:pt x="18457" y="88731"/>
                </a:cubicBezTo>
                <a:lnTo>
                  <a:pt x="18457" y="95997"/>
                </a:lnTo>
                <a:cubicBezTo>
                  <a:pt x="18449" y="96515"/>
                  <a:pt x="18546" y="97032"/>
                  <a:pt x="18741" y="97524"/>
                </a:cubicBezTo>
                <a:cubicBezTo>
                  <a:pt x="18936" y="98004"/>
                  <a:pt x="19225" y="98445"/>
                  <a:pt x="19591" y="98823"/>
                </a:cubicBezTo>
                <a:cubicBezTo>
                  <a:pt x="19958" y="99189"/>
                  <a:pt x="20395" y="99479"/>
                  <a:pt x="20877" y="99681"/>
                </a:cubicBezTo>
                <a:cubicBezTo>
                  <a:pt x="21359" y="99884"/>
                  <a:pt x="21877" y="99997"/>
                  <a:pt x="22400" y="99997"/>
                </a:cubicBezTo>
                <a:cubicBezTo>
                  <a:pt x="22922" y="99997"/>
                  <a:pt x="23440" y="99884"/>
                  <a:pt x="23922" y="99681"/>
                </a:cubicBezTo>
                <a:cubicBezTo>
                  <a:pt x="24404" y="99479"/>
                  <a:pt x="24841" y="99189"/>
                  <a:pt x="25208" y="98823"/>
                </a:cubicBezTo>
                <a:cubicBezTo>
                  <a:pt x="25575" y="98445"/>
                  <a:pt x="25864" y="98004"/>
                  <a:pt x="26058" y="97524"/>
                </a:cubicBezTo>
                <a:cubicBezTo>
                  <a:pt x="26253" y="97032"/>
                  <a:pt x="26350" y="96515"/>
                  <a:pt x="26342" y="95997"/>
                </a:cubicBezTo>
                <a:lnTo>
                  <a:pt x="26342" y="89425"/>
                </a:lnTo>
                <a:lnTo>
                  <a:pt x="36857" y="89425"/>
                </a:lnTo>
                <a:lnTo>
                  <a:pt x="36857" y="95997"/>
                </a:lnTo>
                <a:cubicBezTo>
                  <a:pt x="36850" y="96515"/>
                  <a:pt x="36946" y="97032"/>
                  <a:pt x="37141" y="97524"/>
                </a:cubicBezTo>
                <a:cubicBezTo>
                  <a:pt x="37336" y="98004"/>
                  <a:pt x="37625" y="98445"/>
                  <a:pt x="37992" y="98823"/>
                </a:cubicBezTo>
                <a:cubicBezTo>
                  <a:pt x="38359" y="99189"/>
                  <a:pt x="38796" y="99479"/>
                  <a:pt x="39278" y="99681"/>
                </a:cubicBezTo>
                <a:cubicBezTo>
                  <a:pt x="39760" y="99884"/>
                  <a:pt x="40277" y="99997"/>
                  <a:pt x="40800" y="99997"/>
                </a:cubicBezTo>
                <a:cubicBezTo>
                  <a:pt x="41322" y="99997"/>
                  <a:pt x="41840" y="99884"/>
                  <a:pt x="42322" y="99681"/>
                </a:cubicBezTo>
                <a:cubicBezTo>
                  <a:pt x="42804" y="99479"/>
                  <a:pt x="43241" y="99189"/>
                  <a:pt x="43608" y="98823"/>
                </a:cubicBezTo>
                <a:cubicBezTo>
                  <a:pt x="43975" y="98445"/>
                  <a:pt x="44264" y="98004"/>
                  <a:pt x="44459" y="97524"/>
                </a:cubicBezTo>
                <a:cubicBezTo>
                  <a:pt x="44654" y="97032"/>
                  <a:pt x="44750" y="96515"/>
                  <a:pt x="44743" y="95997"/>
                </a:cubicBezTo>
                <a:lnTo>
                  <a:pt x="44743" y="89425"/>
                </a:lnTo>
                <a:lnTo>
                  <a:pt x="55257" y="89425"/>
                </a:lnTo>
                <a:lnTo>
                  <a:pt x="55257" y="95997"/>
                </a:lnTo>
                <a:cubicBezTo>
                  <a:pt x="55251" y="96515"/>
                  <a:pt x="55347" y="97032"/>
                  <a:pt x="55541" y="97524"/>
                </a:cubicBezTo>
                <a:cubicBezTo>
                  <a:pt x="55736" y="98004"/>
                  <a:pt x="56026" y="98445"/>
                  <a:pt x="56393" y="98823"/>
                </a:cubicBezTo>
                <a:cubicBezTo>
                  <a:pt x="56759" y="99189"/>
                  <a:pt x="57197" y="99479"/>
                  <a:pt x="57679" y="99681"/>
                </a:cubicBezTo>
                <a:cubicBezTo>
                  <a:pt x="58161" y="99884"/>
                  <a:pt x="58678" y="99997"/>
                  <a:pt x="59201" y="99997"/>
                </a:cubicBezTo>
                <a:cubicBezTo>
                  <a:pt x="59723" y="99997"/>
                  <a:pt x="60240" y="99884"/>
                  <a:pt x="60722" y="99681"/>
                </a:cubicBezTo>
                <a:cubicBezTo>
                  <a:pt x="61204" y="99479"/>
                  <a:pt x="61642" y="99189"/>
                  <a:pt x="62008" y="98823"/>
                </a:cubicBezTo>
                <a:cubicBezTo>
                  <a:pt x="62375" y="98445"/>
                  <a:pt x="62665" y="98004"/>
                  <a:pt x="62860" y="97524"/>
                </a:cubicBezTo>
                <a:cubicBezTo>
                  <a:pt x="63055" y="97032"/>
                  <a:pt x="63151" y="96515"/>
                  <a:pt x="63144" y="95997"/>
                </a:cubicBezTo>
                <a:lnTo>
                  <a:pt x="63144" y="89425"/>
                </a:lnTo>
                <a:lnTo>
                  <a:pt x="73658" y="89425"/>
                </a:lnTo>
                <a:lnTo>
                  <a:pt x="73658" y="95997"/>
                </a:lnTo>
                <a:cubicBezTo>
                  <a:pt x="73651" y="96515"/>
                  <a:pt x="73747" y="97032"/>
                  <a:pt x="73942" y="97524"/>
                </a:cubicBezTo>
                <a:cubicBezTo>
                  <a:pt x="74137" y="98004"/>
                  <a:pt x="74426" y="98445"/>
                  <a:pt x="74793" y="98823"/>
                </a:cubicBezTo>
                <a:cubicBezTo>
                  <a:pt x="75160" y="99189"/>
                  <a:pt x="75597" y="99479"/>
                  <a:pt x="76079" y="99681"/>
                </a:cubicBezTo>
                <a:cubicBezTo>
                  <a:pt x="76561" y="99884"/>
                  <a:pt x="77079" y="99997"/>
                  <a:pt x="77601" y="99997"/>
                </a:cubicBezTo>
                <a:cubicBezTo>
                  <a:pt x="78124" y="99997"/>
                  <a:pt x="78641" y="99884"/>
                  <a:pt x="79123" y="99681"/>
                </a:cubicBezTo>
                <a:cubicBezTo>
                  <a:pt x="79605" y="99479"/>
                  <a:pt x="80042" y="99189"/>
                  <a:pt x="80409" y="98823"/>
                </a:cubicBezTo>
                <a:cubicBezTo>
                  <a:pt x="80776" y="98445"/>
                  <a:pt x="81065" y="98004"/>
                  <a:pt x="81260" y="97524"/>
                </a:cubicBezTo>
                <a:cubicBezTo>
                  <a:pt x="81455" y="97032"/>
                  <a:pt x="81551" y="96515"/>
                  <a:pt x="81544" y="95997"/>
                </a:cubicBezTo>
                <a:lnTo>
                  <a:pt x="81544" y="88731"/>
                </a:lnTo>
                <a:cubicBezTo>
                  <a:pt x="83200" y="88138"/>
                  <a:pt x="84704" y="87179"/>
                  <a:pt x="85947" y="85943"/>
                </a:cubicBezTo>
                <a:cubicBezTo>
                  <a:pt x="87191" y="84694"/>
                  <a:pt x="88142" y="83193"/>
                  <a:pt x="88732" y="81540"/>
                </a:cubicBezTo>
                <a:lnTo>
                  <a:pt x="96002" y="81540"/>
                </a:lnTo>
                <a:cubicBezTo>
                  <a:pt x="96524" y="81540"/>
                  <a:pt x="97043" y="81451"/>
                  <a:pt x="97527" y="81250"/>
                </a:cubicBezTo>
                <a:cubicBezTo>
                  <a:pt x="98012" y="81061"/>
                  <a:pt x="98454" y="80771"/>
                  <a:pt x="98826" y="80404"/>
                </a:cubicBezTo>
                <a:cubicBezTo>
                  <a:pt x="99198" y="80039"/>
                  <a:pt x="99493" y="79597"/>
                  <a:pt x="99695" y="79117"/>
                </a:cubicBezTo>
                <a:cubicBezTo>
                  <a:pt x="99897" y="78638"/>
                  <a:pt x="100001" y="78121"/>
                  <a:pt x="100001" y="77591"/>
                </a:cubicBezTo>
                <a:cubicBezTo>
                  <a:pt x="100001" y="77074"/>
                  <a:pt x="99897" y="76557"/>
                  <a:pt x="99695" y="76077"/>
                </a:cubicBezTo>
                <a:cubicBezTo>
                  <a:pt x="99493" y="75598"/>
                  <a:pt x="99198" y="75156"/>
                  <a:pt x="98826" y="74790"/>
                </a:cubicBezTo>
                <a:cubicBezTo>
                  <a:pt x="98454" y="74425"/>
                  <a:pt x="98012" y="74135"/>
                  <a:pt x="97527" y="73933"/>
                </a:cubicBezTo>
                <a:cubicBezTo>
                  <a:pt x="97043" y="73743"/>
                  <a:pt x="96524" y="73642"/>
                  <a:pt x="96002" y="73655"/>
                </a:cubicBezTo>
                <a:lnTo>
                  <a:pt x="89430" y="73655"/>
                </a:lnTo>
                <a:lnTo>
                  <a:pt x="89430" y="63146"/>
                </a:lnTo>
                <a:lnTo>
                  <a:pt x="96002" y="63146"/>
                </a:lnTo>
                <a:cubicBezTo>
                  <a:pt x="96524" y="63146"/>
                  <a:pt x="97043" y="63045"/>
                  <a:pt x="97527" y="62856"/>
                </a:cubicBezTo>
                <a:cubicBezTo>
                  <a:pt x="98012" y="62667"/>
                  <a:pt x="98454" y="62376"/>
                  <a:pt x="98826" y="62011"/>
                </a:cubicBezTo>
                <a:cubicBezTo>
                  <a:pt x="99198" y="61638"/>
                  <a:pt x="99493" y="61201"/>
                  <a:pt x="99695" y="60719"/>
                </a:cubicBezTo>
                <a:cubicBezTo>
                  <a:pt x="99897" y="60237"/>
                  <a:pt x="100001" y="59720"/>
                  <a:pt x="100001" y="59198"/>
                </a:cubicBezTo>
                <a:cubicBezTo>
                  <a:pt x="100001" y="58675"/>
                  <a:pt x="99897" y="58158"/>
                  <a:pt x="99695" y="57676"/>
                </a:cubicBezTo>
                <a:cubicBezTo>
                  <a:pt x="99493" y="57194"/>
                  <a:pt x="99198" y="56756"/>
                  <a:pt x="98826" y="56391"/>
                </a:cubicBezTo>
                <a:cubicBezTo>
                  <a:pt x="98454" y="56023"/>
                  <a:pt x="98012" y="55734"/>
                  <a:pt x="97527" y="55538"/>
                </a:cubicBezTo>
                <a:cubicBezTo>
                  <a:pt x="97043" y="55345"/>
                  <a:pt x="96524" y="55247"/>
                  <a:pt x="96002" y="55255"/>
                </a:cubicBezTo>
                <a:lnTo>
                  <a:pt x="89430" y="55255"/>
                </a:lnTo>
                <a:lnTo>
                  <a:pt x="89430" y="44742"/>
                </a:lnTo>
                <a:lnTo>
                  <a:pt x="96002" y="44742"/>
                </a:lnTo>
                <a:cubicBezTo>
                  <a:pt x="96524" y="44750"/>
                  <a:pt x="97043" y="44653"/>
                  <a:pt x="97527" y="44459"/>
                </a:cubicBezTo>
                <a:cubicBezTo>
                  <a:pt x="98012" y="44263"/>
                  <a:pt x="98454" y="43974"/>
                  <a:pt x="98826" y="43606"/>
                </a:cubicBezTo>
                <a:cubicBezTo>
                  <a:pt x="99198" y="43241"/>
                  <a:pt x="99493" y="42803"/>
                  <a:pt x="99695" y="42321"/>
                </a:cubicBezTo>
                <a:cubicBezTo>
                  <a:pt x="99897" y="41839"/>
                  <a:pt x="100001" y="41322"/>
                  <a:pt x="100001" y="40799"/>
                </a:cubicBezTo>
                <a:cubicBezTo>
                  <a:pt x="100001" y="40277"/>
                  <a:pt x="99897" y="39760"/>
                  <a:pt x="99695" y="39278"/>
                </a:cubicBezTo>
                <a:cubicBezTo>
                  <a:pt x="99493" y="38796"/>
                  <a:pt x="99198" y="38359"/>
                  <a:pt x="98826" y="37992"/>
                </a:cubicBezTo>
                <a:cubicBezTo>
                  <a:pt x="98454" y="37625"/>
                  <a:pt x="98012" y="37335"/>
                  <a:pt x="97527" y="37141"/>
                </a:cubicBezTo>
                <a:cubicBezTo>
                  <a:pt x="97043" y="36945"/>
                  <a:pt x="96524" y="36850"/>
                  <a:pt x="96002" y="36857"/>
                </a:cubicBezTo>
                <a:lnTo>
                  <a:pt x="89430" y="36857"/>
                </a:lnTo>
                <a:lnTo>
                  <a:pt x="89430" y="26343"/>
                </a:lnTo>
                <a:lnTo>
                  <a:pt x="96002" y="26343"/>
                </a:lnTo>
                <a:cubicBezTo>
                  <a:pt x="96524" y="26350"/>
                  <a:pt x="97043" y="26255"/>
                  <a:pt x="97527" y="26060"/>
                </a:cubicBezTo>
                <a:cubicBezTo>
                  <a:pt x="98012" y="25865"/>
                  <a:pt x="98454" y="25576"/>
                  <a:pt x="98826" y="25209"/>
                </a:cubicBezTo>
                <a:cubicBezTo>
                  <a:pt x="99198" y="24842"/>
                  <a:pt x="99493" y="24405"/>
                  <a:pt x="99695" y="23924"/>
                </a:cubicBezTo>
                <a:cubicBezTo>
                  <a:pt x="99897" y="23442"/>
                  <a:pt x="100001" y="22924"/>
                  <a:pt x="100001" y="22401"/>
                </a:cubicBezTo>
                <a:cubicBezTo>
                  <a:pt x="100001" y="21879"/>
                  <a:pt x="99897" y="21362"/>
                  <a:pt x="99695" y="20880"/>
                </a:cubicBezTo>
                <a:cubicBezTo>
                  <a:pt x="99493" y="20398"/>
                  <a:pt x="99198" y="19961"/>
                  <a:pt x="98826" y="19594"/>
                </a:cubicBezTo>
                <a:cubicBezTo>
                  <a:pt x="98454" y="19226"/>
                  <a:pt x="98012" y="18938"/>
                  <a:pt x="97527" y="18744"/>
                </a:cubicBezTo>
                <a:cubicBezTo>
                  <a:pt x="97043" y="18548"/>
                  <a:pt x="96524" y="18452"/>
                  <a:pt x="96002" y="18458"/>
                </a:cubicBezTo>
                <a:lnTo>
                  <a:pt x="88732" y="18458"/>
                </a:lnTo>
                <a:cubicBezTo>
                  <a:pt x="88142" y="16804"/>
                  <a:pt x="87191" y="15300"/>
                  <a:pt x="85947" y="14057"/>
                </a:cubicBezTo>
                <a:cubicBezTo>
                  <a:pt x="84704" y="12813"/>
                  <a:pt x="83200" y="11863"/>
                  <a:pt x="81544" y="11273"/>
                </a:cubicBezTo>
                <a:lnTo>
                  <a:pt x="81544" y="4003"/>
                </a:lnTo>
                <a:cubicBezTo>
                  <a:pt x="81551" y="3476"/>
                  <a:pt x="81453" y="2952"/>
                  <a:pt x="81255" y="2463"/>
                </a:cubicBezTo>
                <a:cubicBezTo>
                  <a:pt x="81056" y="1975"/>
                  <a:pt x="80761" y="1531"/>
                  <a:pt x="80388" y="1157"/>
                </a:cubicBezTo>
                <a:cubicBezTo>
                  <a:pt x="80014" y="784"/>
                  <a:pt x="79570" y="489"/>
                  <a:pt x="79080" y="291"/>
                </a:cubicBezTo>
                <a:cubicBezTo>
                  <a:pt x="78591" y="93"/>
                  <a:pt x="78067" y="-4"/>
                  <a:pt x="77539" y="4"/>
                </a:cubicBezTo>
                <a:cubicBezTo>
                  <a:pt x="76494" y="21"/>
                  <a:pt x="75499" y="451"/>
                  <a:pt x="74771" y="1201"/>
                </a:cubicBezTo>
                <a:cubicBezTo>
                  <a:pt x="74043" y="1950"/>
                  <a:pt x="73643" y="2959"/>
                  <a:pt x="73658" y="4003"/>
                </a:cubicBezTo>
                <a:lnTo>
                  <a:pt x="73658" y="10573"/>
                </a:lnTo>
                <a:lnTo>
                  <a:pt x="63144" y="10573"/>
                </a:lnTo>
                <a:lnTo>
                  <a:pt x="63144" y="4003"/>
                </a:lnTo>
                <a:cubicBezTo>
                  <a:pt x="63151" y="3476"/>
                  <a:pt x="63053" y="2952"/>
                  <a:pt x="62854" y="2463"/>
                </a:cubicBezTo>
                <a:cubicBezTo>
                  <a:pt x="62656" y="1975"/>
                  <a:pt x="62361" y="1531"/>
                  <a:pt x="61987" y="1157"/>
                </a:cubicBezTo>
                <a:cubicBezTo>
                  <a:pt x="61614" y="784"/>
                  <a:pt x="61169" y="489"/>
                  <a:pt x="60680" y="291"/>
                </a:cubicBezTo>
                <a:cubicBezTo>
                  <a:pt x="60191" y="93"/>
                  <a:pt x="59667" y="-4"/>
                  <a:pt x="59139" y="4"/>
                </a:cubicBezTo>
                <a:cubicBezTo>
                  <a:pt x="58094" y="21"/>
                  <a:pt x="57099" y="451"/>
                  <a:pt x="56371" y="1201"/>
                </a:cubicBezTo>
                <a:cubicBezTo>
                  <a:pt x="55643" y="1950"/>
                  <a:pt x="55243" y="2959"/>
                  <a:pt x="55257" y="4003"/>
                </a:cubicBezTo>
                <a:lnTo>
                  <a:pt x="55257" y="10573"/>
                </a:lnTo>
                <a:lnTo>
                  <a:pt x="44743" y="10573"/>
                </a:lnTo>
                <a:lnTo>
                  <a:pt x="44743" y="4003"/>
                </a:lnTo>
                <a:cubicBezTo>
                  <a:pt x="44751" y="3476"/>
                  <a:pt x="44652" y="2952"/>
                  <a:pt x="44453" y="2463"/>
                </a:cubicBezTo>
                <a:cubicBezTo>
                  <a:pt x="44255" y="1975"/>
                  <a:pt x="43960" y="1531"/>
                  <a:pt x="43586" y="1157"/>
                </a:cubicBezTo>
                <a:cubicBezTo>
                  <a:pt x="43213" y="784"/>
                  <a:pt x="42768" y="489"/>
                  <a:pt x="42280" y="291"/>
                </a:cubicBezTo>
                <a:cubicBezTo>
                  <a:pt x="41790" y="93"/>
                  <a:pt x="41266" y="-4"/>
                  <a:pt x="40739" y="4"/>
                </a:cubicBezTo>
                <a:cubicBezTo>
                  <a:pt x="39694" y="21"/>
                  <a:pt x="38698" y="451"/>
                  <a:pt x="37970" y="1201"/>
                </a:cubicBezTo>
                <a:cubicBezTo>
                  <a:pt x="37243" y="1950"/>
                  <a:pt x="36842" y="2959"/>
                  <a:pt x="36857" y="4003"/>
                </a:cubicBezTo>
                <a:lnTo>
                  <a:pt x="36857" y="10573"/>
                </a:lnTo>
                <a:lnTo>
                  <a:pt x="26342" y="10573"/>
                </a:lnTo>
                <a:lnTo>
                  <a:pt x="26342" y="4003"/>
                </a:lnTo>
                <a:cubicBezTo>
                  <a:pt x="26350" y="3476"/>
                  <a:pt x="26252" y="2952"/>
                  <a:pt x="26053" y="2463"/>
                </a:cubicBezTo>
                <a:cubicBezTo>
                  <a:pt x="25854" y="1975"/>
                  <a:pt x="25560" y="1531"/>
                  <a:pt x="25186" y="1157"/>
                </a:cubicBezTo>
                <a:cubicBezTo>
                  <a:pt x="24813" y="784"/>
                  <a:pt x="24368" y="489"/>
                  <a:pt x="23879" y="291"/>
                </a:cubicBezTo>
                <a:cubicBezTo>
                  <a:pt x="23390" y="93"/>
                  <a:pt x="22866" y="-4"/>
                  <a:pt x="22338" y="4"/>
                </a:cubicBezTo>
                <a:close/>
                <a:moveTo>
                  <a:pt x="38171" y="34228"/>
                </a:moveTo>
                <a:lnTo>
                  <a:pt x="61829" y="34228"/>
                </a:lnTo>
                <a:cubicBezTo>
                  <a:pt x="62875" y="34228"/>
                  <a:pt x="63878" y="34645"/>
                  <a:pt x="64617" y="35384"/>
                </a:cubicBezTo>
                <a:cubicBezTo>
                  <a:pt x="65357" y="36123"/>
                  <a:pt x="65772" y="37126"/>
                  <a:pt x="65772" y="38170"/>
                </a:cubicBezTo>
                <a:lnTo>
                  <a:pt x="65772" y="61821"/>
                </a:lnTo>
                <a:cubicBezTo>
                  <a:pt x="65772" y="62869"/>
                  <a:pt x="65357" y="63878"/>
                  <a:pt x="64617" y="64609"/>
                </a:cubicBezTo>
                <a:cubicBezTo>
                  <a:pt x="63878" y="65354"/>
                  <a:pt x="62875" y="65770"/>
                  <a:pt x="61829" y="65770"/>
                </a:cubicBezTo>
                <a:lnTo>
                  <a:pt x="38171" y="65770"/>
                </a:lnTo>
                <a:cubicBezTo>
                  <a:pt x="37125" y="65770"/>
                  <a:pt x="36123" y="65354"/>
                  <a:pt x="35383" y="64609"/>
                </a:cubicBezTo>
                <a:cubicBezTo>
                  <a:pt x="34644" y="63878"/>
                  <a:pt x="34229" y="62869"/>
                  <a:pt x="34229" y="61821"/>
                </a:cubicBezTo>
                <a:lnTo>
                  <a:pt x="34229" y="38170"/>
                </a:lnTo>
                <a:cubicBezTo>
                  <a:pt x="34229" y="37126"/>
                  <a:pt x="34644" y="36123"/>
                  <a:pt x="35383" y="35384"/>
                </a:cubicBezTo>
                <a:cubicBezTo>
                  <a:pt x="36123" y="34645"/>
                  <a:pt x="37125" y="34228"/>
                  <a:pt x="38171" y="3422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3" name="Белый — SVG 13">
            <a:extLst>
              <a:ext uri="{FF2B5EF4-FFF2-40B4-BE49-F238E27FC236}">
                <a16:creationId xmlns:a16="http://schemas.microsoft.com/office/drawing/2014/main" id="{35787CB3-6344-074A-8B97-EEFAF8BC4BAB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67339 w 85067"/>
              <a:gd name="csY0" fmla="*/ 148847 h 148847"/>
              <a:gd name="csX1" fmla="*/ 17728 w 85067"/>
              <a:gd name="csY1" fmla="*/ 148847 h 148847"/>
              <a:gd name="csX2" fmla="*/ 0 w 85067"/>
              <a:gd name="csY2" fmla="*/ 131122 h 148847"/>
              <a:gd name="csX3" fmla="*/ 0 w 85067"/>
              <a:gd name="csY3" fmla="*/ 17720 h 148847"/>
              <a:gd name="csX4" fmla="*/ 17728 w 85067"/>
              <a:gd name="csY4" fmla="*/ 0 h 148847"/>
              <a:gd name="csX5" fmla="*/ 67339 w 85067"/>
              <a:gd name="csY5" fmla="*/ 0 h 148847"/>
              <a:gd name="csX6" fmla="*/ 85067 w 85067"/>
              <a:gd name="csY6" fmla="*/ 17720 h 148847"/>
              <a:gd name="csX7" fmla="*/ 85067 w 85067"/>
              <a:gd name="csY7" fmla="*/ 131122 h 148847"/>
              <a:gd name="csX8" fmla="*/ 67339 w 85067"/>
              <a:gd name="csY8" fmla="*/ 148847 h 148847"/>
              <a:gd name="csX9" fmla="*/ 70895 w 85067"/>
              <a:gd name="csY9" fmla="*/ 74424 h 148847"/>
              <a:gd name="csX10" fmla="*/ 70895 w 85067"/>
              <a:gd name="csY10" fmla="*/ 21264 h 148847"/>
              <a:gd name="csX11" fmla="*/ 63800 w 85067"/>
              <a:gd name="csY11" fmla="*/ 14175 h 148847"/>
              <a:gd name="csX12" fmla="*/ 21267 w 85067"/>
              <a:gd name="csY12" fmla="*/ 14175 h 148847"/>
              <a:gd name="csX13" fmla="*/ 14172 w 85067"/>
              <a:gd name="csY13" fmla="*/ 21264 h 148847"/>
              <a:gd name="csX14" fmla="*/ 14172 w 85067"/>
              <a:gd name="csY14" fmla="*/ 74424 h 148847"/>
              <a:gd name="csX15" fmla="*/ 21267 w 85067"/>
              <a:gd name="csY15" fmla="*/ 81512 h 148847"/>
              <a:gd name="csX16" fmla="*/ 63800 w 85067"/>
              <a:gd name="csY16" fmla="*/ 81512 h 148847"/>
              <a:gd name="csX17" fmla="*/ 70895 w 85067"/>
              <a:gd name="csY17" fmla="*/ 74424 h 148847"/>
              <a:gd name="csX18" fmla="*/ 14172 w 85067"/>
              <a:gd name="csY18" fmla="*/ 104547 h 148847"/>
              <a:gd name="csX19" fmla="*/ 19497 w 85067"/>
              <a:gd name="csY19" fmla="*/ 109863 h 148847"/>
              <a:gd name="csX20" fmla="*/ 28361 w 85067"/>
              <a:gd name="csY20" fmla="*/ 109863 h 148847"/>
              <a:gd name="csX21" fmla="*/ 28361 w 85067"/>
              <a:gd name="csY21" fmla="*/ 99231 h 148847"/>
              <a:gd name="csX22" fmla="*/ 19497 w 85067"/>
              <a:gd name="csY22" fmla="*/ 99231 h 148847"/>
              <a:gd name="csX23" fmla="*/ 14172 w 85067"/>
              <a:gd name="csY23" fmla="*/ 104547 h 148847"/>
              <a:gd name="csX24" fmla="*/ 35439 w 85067"/>
              <a:gd name="csY24" fmla="*/ 109863 h 148847"/>
              <a:gd name="csX25" fmla="*/ 49628 w 85067"/>
              <a:gd name="csY25" fmla="*/ 109863 h 148847"/>
              <a:gd name="csX26" fmla="*/ 49628 w 85067"/>
              <a:gd name="csY26" fmla="*/ 99231 h 148847"/>
              <a:gd name="csX27" fmla="*/ 35439 w 85067"/>
              <a:gd name="csY27" fmla="*/ 99231 h 148847"/>
              <a:gd name="csX28" fmla="*/ 35439 w 85067"/>
              <a:gd name="csY28" fmla="*/ 109863 h 148847"/>
              <a:gd name="csX29" fmla="*/ 65570 w 85067"/>
              <a:gd name="csY29" fmla="*/ 99231 h 148847"/>
              <a:gd name="csX30" fmla="*/ 56706 w 85067"/>
              <a:gd name="csY30" fmla="*/ 99231 h 148847"/>
              <a:gd name="csX31" fmla="*/ 56706 w 85067"/>
              <a:gd name="csY31" fmla="*/ 109863 h 148847"/>
              <a:gd name="csX32" fmla="*/ 65570 w 85067"/>
              <a:gd name="csY32" fmla="*/ 109863 h 148847"/>
              <a:gd name="csX33" fmla="*/ 70895 w 85067"/>
              <a:gd name="csY33" fmla="*/ 104547 h 148847"/>
              <a:gd name="csX34" fmla="*/ 65570 w 85067"/>
              <a:gd name="csY34" fmla="*/ 99231 h 148847"/>
              <a:gd name="csX35" fmla="*/ 14172 w 85067"/>
              <a:gd name="csY35" fmla="*/ 125814 h 148847"/>
              <a:gd name="csX36" fmla="*/ 19497 w 85067"/>
              <a:gd name="csY36" fmla="*/ 131122 h 148847"/>
              <a:gd name="csX37" fmla="*/ 28361 w 85067"/>
              <a:gd name="csY37" fmla="*/ 131122 h 148847"/>
              <a:gd name="csX38" fmla="*/ 28361 w 85067"/>
              <a:gd name="csY38" fmla="*/ 120490 h 148847"/>
              <a:gd name="csX39" fmla="*/ 19497 w 85067"/>
              <a:gd name="csY39" fmla="*/ 120490 h 148847"/>
              <a:gd name="csX40" fmla="*/ 14172 w 85067"/>
              <a:gd name="csY40" fmla="*/ 125814 h 148847"/>
              <a:gd name="csX41" fmla="*/ 35439 w 85067"/>
              <a:gd name="csY41" fmla="*/ 131122 h 148847"/>
              <a:gd name="csX42" fmla="*/ 49628 w 85067"/>
              <a:gd name="csY42" fmla="*/ 131122 h 148847"/>
              <a:gd name="csX43" fmla="*/ 49628 w 85067"/>
              <a:gd name="csY43" fmla="*/ 120490 h 148847"/>
              <a:gd name="csX44" fmla="*/ 35439 w 85067"/>
              <a:gd name="csY44" fmla="*/ 120490 h 148847"/>
              <a:gd name="csX45" fmla="*/ 35439 w 85067"/>
              <a:gd name="csY45" fmla="*/ 131122 h 148847"/>
              <a:gd name="csX46" fmla="*/ 65570 w 85067"/>
              <a:gd name="csY46" fmla="*/ 120490 h 148847"/>
              <a:gd name="csX47" fmla="*/ 56706 w 85067"/>
              <a:gd name="csY47" fmla="*/ 120490 h 148847"/>
              <a:gd name="csX48" fmla="*/ 56706 w 85067"/>
              <a:gd name="csY48" fmla="*/ 131122 h 148847"/>
              <a:gd name="csX49" fmla="*/ 65570 w 85067"/>
              <a:gd name="csY49" fmla="*/ 131122 h 148847"/>
              <a:gd name="csX50" fmla="*/ 70895 w 85067"/>
              <a:gd name="csY50" fmla="*/ 125814 h 148847"/>
              <a:gd name="csX51" fmla="*/ 65570 w 85067"/>
              <a:gd name="csY51" fmla="*/ 120490 h 148847"/>
            </a:gdLst>
            <a:ahLst/>
            <a:cxnLst/>
            <a:rect l="l" t="t" r="r" b="b"/>
            <a:pathLst>
              <a:path w="100000" h="100000">
                <a:moveTo>
                  <a:pt x="66665" y="100000"/>
                </a:moveTo>
                <a:lnTo>
                  <a:pt x="33335" y="100000"/>
                </a:lnTo>
                <a:cubicBezTo>
                  <a:pt x="26751" y="100000"/>
                  <a:pt x="21425" y="94674"/>
                  <a:pt x="21425" y="88092"/>
                </a:cubicBezTo>
                <a:lnTo>
                  <a:pt x="21425" y="11905"/>
                </a:lnTo>
                <a:cubicBezTo>
                  <a:pt x="21425" y="5332"/>
                  <a:pt x="26751" y="0"/>
                  <a:pt x="33335" y="0"/>
                </a:cubicBezTo>
                <a:lnTo>
                  <a:pt x="66665" y="0"/>
                </a:lnTo>
                <a:cubicBezTo>
                  <a:pt x="73249" y="0"/>
                  <a:pt x="78575" y="5332"/>
                  <a:pt x="78575" y="11905"/>
                </a:cubicBezTo>
                <a:lnTo>
                  <a:pt x="78575" y="88092"/>
                </a:lnTo>
                <a:cubicBezTo>
                  <a:pt x="78575" y="94674"/>
                  <a:pt x="73249" y="100000"/>
                  <a:pt x="66665" y="100000"/>
                </a:cubicBezTo>
                <a:close/>
                <a:moveTo>
                  <a:pt x="69054" y="50000"/>
                </a:moveTo>
                <a:lnTo>
                  <a:pt x="69054" y="14286"/>
                </a:lnTo>
                <a:cubicBezTo>
                  <a:pt x="69054" y="11655"/>
                  <a:pt x="66916" y="9523"/>
                  <a:pt x="64287" y="9523"/>
                </a:cubicBezTo>
                <a:lnTo>
                  <a:pt x="35713" y="9523"/>
                </a:lnTo>
                <a:cubicBezTo>
                  <a:pt x="33084" y="9523"/>
                  <a:pt x="30946" y="11655"/>
                  <a:pt x="30946" y="14286"/>
                </a:cubicBezTo>
                <a:lnTo>
                  <a:pt x="30946" y="50000"/>
                </a:lnTo>
                <a:cubicBezTo>
                  <a:pt x="30946" y="52631"/>
                  <a:pt x="33084" y="54762"/>
                  <a:pt x="35713" y="54762"/>
                </a:cubicBezTo>
                <a:lnTo>
                  <a:pt x="64287" y="54762"/>
                </a:lnTo>
                <a:cubicBezTo>
                  <a:pt x="66916" y="54762"/>
                  <a:pt x="69054" y="52631"/>
                  <a:pt x="69054" y="50000"/>
                </a:cubicBezTo>
                <a:close/>
                <a:moveTo>
                  <a:pt x="30946" y="70238"/>
                </a:moveTo>
                <a:cubicBezTo>
                  <a:pt x="30946" y="72214"/>
                  <a:pt x="32546" y="73809"/>
                  <a:pt x="34523" y="73809"/>
                </a:cubicBezTo>
                <a:lnTo>
                  <a:pt x="40478" y="73809"/>
                </a:lnTo>
                <a:lnTo>
                  <a:pt x="40478" y="66666"/>
                </a:lnTo>
                <a:lnTo>
                  <a:pt x="34523" y="66666"/>
                </a:lnTo>
                <a:cubicBezTo>
                  <a:pt x="32546" y="66666"/>
                  <a:pt x="30946" y="68262"/>
                  <a:pt x="30946" y="70238"/>
                </a:cubicBezTo>
                <a:close/>
                <a:moveTo>
                  <a:pt x="45234" y="73809"/>
                </a:moveTo>
                <a:lnTo>
                  <a:pt x="54766" y="73809"/>
                </a:lnTo>
                <a:lnTo>
                  <a:pt x="54766" y="66666"/>
                </a:lnTo>
                <a:lnTo>
                  <a:pt x="45234" y="66666"/>
                </a:lnTo>
                <a:lnTo>
                  <a:pt x="45234" y="73809"/>
                </a:lnTo>
                <a:close/>
                <a:moveTo>
                  <a:pt x="65477" y="66666"/>
                </a:moveTo>
                <a:lnTo>
                  <a:pt x="59522" y="66666"/>
                </a:lnTo>
                <a:lnTo>
                  <a:pt x="59522" y="73809"/>
                </a:lnTo>
                <a:lnTo>
                  <a:pt x="65477" y="73809"/>
                </a:lnTo>
                <a:cubicBezTo>
                  <a:pt x="67454" y="73809"/>
                  <a:pt x="69054" y="72214"/>
                  <a:pt x="69054" y="70238"/>
                </a:cubicBezTo>
                <a:cubicBezTo>
                  <a:pt x="69054" y="68262"/>
                  <a:pt x="67454" y="66666"/>
                  <a:pt x="65477" y="66666"/>
                </a:cubicBezTo>
                <a:close/>
                <a:moveTo>
                  <a:pt x="30946" y="84526"/>
                </a:moveTo>
                <a:cubicBezTo>
                  <a:pt x="30946" y="86503"/>
                  <a:pt x="32546" y="88092"/>
                  <a:pt x="34523" y="88092"/>
                </a:cubicBezTo>
                <a:lnTo>
                  <a:pt x="40478" y="88092"/>
                </a:lnTo>
                <a:lnTo>
                  <a:pt x="40478" y="80949"/>
                </a:lnTo>
                <a:lnTo>
                  <a:pt x="34523" y="80949"/>
                </a:lnTo>
                <a:cubicBezTo>
                  <a:pt x="32546" y="80949"/>
                  <a:pt x="30946" y="82549"/>
                  <a:pt x="30946" y="84526"/>
                </a:cubicBezTo>
                <a:close/>
                <a:moveTo>
                  <a:pt x="45234" y="88092"/>
                </a:moveTo>
                <a:lnTo>
                  <a:pt x="54766" y="88092"/>
                </a:lnTo>
                <a:lnTo>
                  <a:pt x="54766" y="80949"/>
                </a:lnTo>
                <a:lnTo>
                  <a:pt x="45234" y="80949"/>
                </a:lnTo>
                <a:lnTo>
                  <a:pt x="45234" y="88092"/>
                </a:lnTo>
                <a:close/>
                <a:moveTo>
                  <a:pt x="65477" y="80949"/>
                </a:moveTo>
                <a:lnTo>
                  <a:pt x="59522" y="80949"/>
                </a:lnTo>
                <a:lnTo>
                  <a:pt x="59522" y="88092"/>
                </a:lnTo>
                <a:lnTo>
                  <a:pt x="65477" y="88092"/>
                </a:lnTo>
                <a:cubicBezTo>
                  <a:pt x="67454" y="88092"/>
                  <a:pt x="69054" y="86503"/>
                  <a:pt x="69054" y="84526"/>
                </a:cubicBezTo>
                <a:cubicBezTo>
                  <a:pt x="69054" y="82549"/>
                  <a:pt x="67454" y="80949"/>
                  <a:pt x="65477" y="8094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4" name="Белый — SVG 14">
            <a:extLst>
              <a:ext uri="{FF2B5EF4-FFF2-40B4-BE49-F238E27FC236}">
                <a16:creationId xmlns:a16="http://schemas.microsoft.com/office/drawing/2014/main" id="{5209881D-58C3-4E45-9B2E-213822BE62D7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19498 w 134696"/>
              <a:gd name="csY0" fmla="*/ 0 h 134676"/>
              <a:gd name="csX1" fmla="*/ 1 w 134696"/>
              <a:gd name="csY1" fmla="*/ 19491 h 134676"/>
              <a:gd name="csX2" fmla="*/ 1 w 134696"/>
              <a:gd name="csY2" fmla="*/ 33668 h 134676"/>
              <a:gd name="csX3" fmla="*/ 1 w 134696"/>
              <a:gd name="csY3" fmla="*/ 81512 h 134676"/>
              <a:gd name="csX4" fmla="*/ 511 w 134696"/>
              <a:gd name="csY4" fmla="*/ 84254 h 134676"/>
              <a:gd name="csX5" fmla="*/ 2043 w 134696"/>
              <a:gd name="csY5" fmla="*/ 86588 h 134676"/>
              <a:gd name="csX6" fmla="*/ 4357 w 134696"/>
              <a:gd name="csY6" fmla="*/ 88152 h 134676"/>
              <a:gd name="csX7" fmla="*/ 7096 w 134696"/>
              <a:gd name="csY7" fmla="*/ 88701 h 134676"/>
              <a:gd name="csX8" fmla="*/ 9834 w 134696"/>
              <a:gd name="csY8" fmla="*/ 88152 h 134676"/>
              <a:gd name="csX9" fmla="*/ 12131 w 134696"/>
              <a:gd name="csY9" fmla="*/ 86588 h 134676"/>
              <a:gd name="csX10" fmla="*/ 13663 w 134696"/>
              <a:gd name="csY10" fmla="*/ 84254 h 134676"/>
              <a:gd name="csX11" fmla="*/ 14173 w 134696"/>
              <a:gd name="csY11" fmla="*/ 81512 h 134676"/>
              <a:gd name="csX12" fmla="*/ 14173 w 134696"/>
              <a:gd name="csY12" fmla="*/ 38984 h 134676"/>
              <a:gd name="csX13" fmla="*/ 120507 w 134696"/>
              <a:gd name="csY13" fmla="*/ 38984 h 134676"/>
              <a:gd name="csX14" fmla="*/ 120507 w 134696"/>
              <a:gd name="csY14" fmla="*/ 81512 h 134676"/>
              <a:gd name="csX15" fmla="*/ 121017 w 134696"/>
              <a:gd name="csY15" fmla="*/ 84254 h 134676"/>
              <a:gd name="csX16" fmla="*/ 122548 w 134696"/>
              <a:gd name="csY16" fmla="*/ 86588 h 134676"/>
              <a:gd name="csX17" fmla="*/ 124863 w 134696"/>
              <a:gd name="csY17" fmla="*/ 88152 h 134676"/>
              <a:gd name="csX18" fmla="*/ 127602 w 134696"/>
              <a:gd name="csY18" fmla="*/ 88701 h 134676"/>
              <a:gd name="csX19" fmla="*/ 130341 w 134696"/>
              <a:gd name="csY19" fmla="*/ 88152 h 134676"/>
              <a:gd name="csX20" fmla="*/ 132655 w 134696"/>
              <a:gd name="csY20" fmla="*/ 86588 h 134676"/>
              <a:gd name="csX21" fmla="*/ 134186 w 134696"/>
              <a:gd name="csY21" fmla="*/ 84254 h 134676"/>
              <a:gd name="csX22" fmla="*/ 134696 w 134696"/>
              <a:gd name="csY22" fmla="*/ 81512 h 134676"/>
              <a:gd name="csX23" fmla="*/ 134696 w 134696"/>
              <a:gd name="csY23" fmla="*/ 33668 h 134676"/>
              <a:gd name="csX24" fmla="*/ 134696 w 134696"/>
              <a:gd name="csY24" fmla="*/ 19491 h 134676"/>
              <a:gd name="csX25" fmla="*/ 115199 w 134696"/>
              <a:gd name="csY25" fmla="*/ 0 h 134676"/>
              <a:gd name="csX26" fmla="*/ 19498 w 134696"/>
              <a:gd name="csY26" fmla="*/ 0 h 134676"/>
              <a:gd name="csX27" fmla="*/ 19498 w 134696"/>
              <a:gd name="csY27" fmla="*/ 14175 h 134676"/>
              <a:gd name="csX28" fmla="*/ 24807 w 134696"/>
              <a:gd name="csY28" fmla="*/ 19491 h 134676"/>
              <a:gd name="csX29" fmla="*/ 19498 w 134696"/>
              <a:gd name="csY29" fmla="*/ 24807 h 134676"/>
              <a:gd name="csX30" fmla="*/ 14173 w 134696"/>
              <a:gd name="csY30" fmla="*/ 19491 h 134676"/>
              <a:gd name="csX31" fmla="*/ 19498 w 134696"/>
              <a:gd name="csY31" fmla="*/ 14175 h 134676"/>
              <a:gd name="csX32" fmla="*/ 37226 w 134696"/>
              <a:gd name="csY32" fmla="*/ 14175 h 134676"/>
              <a:gd name="csX33" fmla="*/ 42535 w 134696"/>
              <a:gd name="csY33" fmla="*/ 19491 h 134676"/>
              <a:gd name="csX34" fmla="*/ 37226 w 134696"/>
              <a:gd name="csY34" fmla="*/ 24807 h 134676"/>
              <a:gd name="csX35" fmla="*/ 31901 w 134696"/>
              <a:gd name="csY35" fmla="*/ 19491 h 134676"/>
              <a:gd name="csX36" fmla="*/ 37226 w 134696"/>
              <a:gd name="csY36" fmla="*/ 14175 h 134676"/>
              <a:gd name="csX37" fmla="*/ 58493 w 134696"/>
              <a:gd name="csY37" fmla="*/ 14175 h 134676"/>
              <a:gd name="csX38" fmla="*/ 115199 w 134696"/>
              <a:gd name="csY38" fmla="*/ 14175 h 134676"/>
              <a:gd name="csX39" fmla="*/ 120507 w 134696"/>
              <a:gd name="csY39" fmla="*/ 19491 h 134676"/>
              <a:gd name="csX40" fmla="*/ 115199 w 134696"/>
              <a:gd name="csY40" fmla="*/ 24911 h 134676"/>
              <a:gd name="csX41" fmla="*/ 58493 w 134696"/>
              <a:gd name="csY41" fmla="*/ 24911 h 134676"/>
              <a:gd name="csX42" fmla="*/ 53168 w 134696"/>
              <a:gd name="csY42" fmla="*/ 19491 h 134676"/>
              <a:gd name="csX43" fmla="*/ 58493 w 134696"/>
              <a:gd name="csY43" fmla="*/ 14175 h 134676"/>
              <a:gd name="csX44" fmla="*/ 40680 w 134696"/>
              <a:gd name="csY44" fmla="*/ 56628 h 134676"/>
              <a:gd name="csX45" fmla="*/ 36955 w 134696"/>
              <a:gd name="csY45" fmla="*/ 58241 h 134676"/>
              <a:gd name="csX46" fmla="*/ 35440 w 134696"/>
              <a:gd name="csY46" fmla="*/ 62019 h 134676"/>
              <a:gd name="csX47" fmla="*/ 35440 w 134696"/>
              <a:gd name="csY47" fmla="*/ 81082 h 134676"/>
              <a:gd name="csX48" fmla="*/ 24007 w 134696"/>
              <a:gd name="csY48" fmla="*/ 92517 h 134676"/>
              <a:gd name="csX49" fmla="*/ 21268 w 134696"/>
              <a:gd name="csY49" fmla="*/ 92144 h 134676"/>
              <a:gd name="csX50" fmla="*/ 13748 w 134696"/>
              <a:gd name="csY50" fmla="*/ 95257 h 134676"/>
              <a:gd name="csX51" fmla="*/ 10634 w 134696"/>
              <a:gd name="csY51" fmla="*/ 102776 h 134676"/>
              <a:gd name="csX52" fmla="*/ 13748 w 134696"/>
              <a:gd name="csY52" fmla="*/ 110300 h 134676"/>
              <a:gd name="csX53" fmla="*/ 21268 w 134696"/>
              <a:gd name="csY53" fmla="*/ 113413 h 134676"/>
              <a:gd name="csX54" fmla="*/ 25963 w 134696"/>
              <a:gd name="csY54" fmla="*/ 112307 h 134676"/>
              <a:gd name="csX55" fmla="*/ 29706 w 134696"/>
              <a:gd name="csY55" fmla="*/ 109245 h 134676"/>
              <a:gd name="csX56" fmla="*/ 31697 w 134696"/>
              <a:gd name="csY56" fmla="*/ 104851 h 134676"/>
              <a:gd name="csX57" fmla="*/ 31527 w 134696"/>
              <a:gd name="csY57" fmla="*/ 100027 h 134676"/>
              <a:gd name="csX58" fmla="*/ 44525 w 134696"/>
              <a:gd name="csY58" fmla="*/ 87042 h 134676"/>
              <a:gd name="csX59" fmla="*/ 46074 w 134696"/>
              <a:gd name="csY59" fmla="*/ 83283 h 134676"/>
              <a:gd name="csX60" fmla="*/ 46074 w 134696"/>
              <a:gd name="csY60" fmla="*/ 62019 h 134676"/>
              <a:gd name="csX61" fmla="*/ 45682 w 134696"/>
              <a:gd name="csY61" fmla="*/ 59942 h 134676"/>
              <a:gd name="csX62" fmla="*/ 44525 w 134696"/>
              <a:gd name="csY62" fmla="*/ 58181 h 134676"/>
              <a:gd name="csX63" fmla="*/ 42756 w 134696"/>
              <a:gd name="csY63" fmla="*/ 57014 h 134676"/>
              <a:gd name="csX64" fmla="*/ 40680 w 134696"/>
              <a:gd name="csY64" fmla="*/ 56628 h 134676"/>
              <a:gd name="csX65" fmla="*/ 58408 w 134696"/>
              <a:gd name="csY65" fmla="*/ 56628 h 134676"/>
              <a:gd name="csX66" fmla="*/ 54665 w 134696"/>
              <a:gd name="csY66" fmla="*/ 58241 h 134676"/>
              <a:gd name="csX67" fmla="*/ 53168 w 134696"/>
              <a:gd name="csY67" fmla="*/ 62019 h 134676"/>
              <a:gd name="csX68" fmla="*/ 53168 w 134696"/>
              <a:gd name="csY68" fmla="*/ 102346 h 134676"/>
              <a:gd name="csX69" fmla="*/ 41735 w 134696"/>
              <a:gd name="csY69" fmla="*/ 113787 h 134676"/>
              <a:gd name="csX70" fmla="*/ 38996 w 134696"/>
              <a:gd name="csY70" fmla="*/ 113413 h 134676"/>
              <a:gd name="csX71" fmla="*/ 31476 w 134696"/>
              <a:gd name="csY71" fmla="*/ 116526 h 134676"/>
              <a:gd name="csX72" fmla="*/ 28362 w 134696"/>
              <a:gd name="csY72" fmla="*/ 124045 h 134676"/>
              <a:gd name="csX73" fmla="*/ 31476 w 134696"/>
              <a:gd name="csY73" fmla="*/ 131564 h 134676"/>
              <a:gd name="csX74" fmla="*/ 38996 w 134696"/>
              <a:gd name="csY74" fmla="*/ 134677 h 134676"/>
              <a:gd name="csX75" fmla="*/ 43692 w 134696"/>
              <a:gd name="csY75" fmla="*/ 133571 h 134676"/>
              <a:gd name="csX76" fmla="*/ 47418 w 134696"/>
              <a:gd name="csY76" fmla="*/ 130509 h 134676"/>
              <a:gd name="csX77" fmla="*/ 49408 w 134696"/>
              <a:gd name="csY77" fmla="*/ 126120 h 134676"/>
              <a:gd name="csX78" fmla="*/ 49255 w 134696"/>
              <a:gd name="csY78" fmla="*/ 121289 h 134676"/>
              <a:gd name="csX79" fmla="*/ 62236 w 134696"/>
              <a:gd name="csY79" fmla="*/ 108310 h 134676"/>
              <a:gd name="csX80" fmla="*/ 63801 w 134696"/>
              <a:gd name="csY80" fmla="*/ 104547 h 134676"/>
              <a:gd name="csX81" fmla="*/ 63801 w 134696"/>
              <a:gd name="csY81" fmla="*/ 62019 h 134676"/>
              <a:gd name="csX82" fmla="*/ 63410 w 134696"/>
              <a:gd name="csY82" fmla="*/ 59942 h 134676"/>
              <a:gd name="csX83" fmla="*/ 62236 w 134696"/>
              <a:gd name="csY83" fmla="*/ 58181 h 134676"/>
              <a:gd name="csX84" fmla="*/ 60483 w 134696"/>
              <a:gd name="csY84" fmla="*/ 57014 h 134676"/>
              <a:gd name="csX85" fmla="*/ 58408 w 134696"/>
              <a:gd name="csY85" fmla="*/ 56628 h 134676"/>
              <a:gd name="csX86" fmla="*/ 76120 w 134696"/>
              <a:gd name="csY86" fmla="*/ 56628 h 134676"/>
              <a:gd name="csX87" fmla="*/ 72393 w 134696"/>
              <a:gd name="csY87" fmla="*/ 58241 h 134676"/>
              <a:gd name="csX88" fmla="*/ 70896 w 134696"/>
              <a:gd name="csY88" fmla="*/ 62019 h 134676"/>
              <a:gd name="csX89" fmla="*/ 70896 w 134696"/>
              <a:gd name="csY89" fmla="*/ 104547 h 134676"/>
              <a:gd name="csX90" fmla="*/ 72444 w 134696"/>
              <a:gd name="csY90" fmla="*/ 108310 h 134676"/>
              <a:gd name="csX91" fmla="*/ 85443 w 134696"/>
              <a:gd name="csY91" fmla="*/ 121289 h 134676"/>
              <a:gd name="csX92" fmla="*/ 85273 w 134696"/>
              <a:gd name="csY92" fmla="*/ 126120 h 134676"/>
              <a:gd name="csX93" fmla="*/ 87263 w 134696"/>
              <a:gd name="csY93" fmla="*/ 130509 h 134676"/>
              <a:gd name="csX94" fmla="*/ 91006 w 134696"/>
              <a:gd name="csY94" fmla="*/ 133571 h 134676"/>
              <a:gd name="csX95" fmla="*/ 95702 w 134696"/>
              <a:gd name="csY95" fmla="*/ 134677 h 134676"/>
              <a:gd name="csX96" fmla="*/ 103221 w 134696"/>
              <a:gd name="csY96" fmla="*/ 131564 h 134676"/>
              <a:gd name="csX97" fmla="*/ 106335 w 134696"/>
              <a:gd name="csY97" fmla="*/ 124045 h 134676"/>
              <a:gd name="csX98" fmla="*/ 103221 w 134696"/>
              <a:gd name="csY98" fmla="*/ 116526 h 134676"/>
              <a:gd name="csX99" fmla="*/ 95702 w 134696"/>
              <a:gd name="csY99" fmla="*/ 113413 h 134676"/>
              <a:gd name="csX100" fmla="*/ 92963 w 134696"/>
              <a:gd name="csY100" fmla="*/ 113787 h 134676"/>
              <a:gd name="csX101" fmla="*/ 81529 w 134696"/>
              <a:gd name="csY101" fmla="*/ 102346 h 134676"/>
              <a:gd name="csX102" fmla="*/ 81529 w 134696"/>
              <a:gd name="csY102" fmla="*/ 62019 h 134676"/>
              <a:gd name="csX103" fmla="*/ 81138 w 134696"/>
              <a:gd name="csY103" fmla="*/ 59942 h 134676"/>
              <a:gd name="csX104" fmla="*/ 79964 w 134696"/>
              <a:gd name="csY104" fmla="*/ 58181 h 134676"/>
              <a:gd name="csX105" fmla="*/ 78195 w 134696"/>
              <a:gd name="csY105" fmla="*/ 57014 h 134676"/>
              <a:gd name="csX106" fmla="*/ 76120 w 134696"/>
              <a:gd name="csY106" fmla="*/ 56628 h 134676"/>
              <a:gd name="csX107" fmla="*/ 93847 w 134696"/>
              <a:gd name="csY107" fmla="*/ 56628 h 134676"/>
              <a:gd name="csX108" fmla="*/ 90122 w 134696"/>
              <a:gd name="csY108" fmla="*/ 58241 h 134676"/>
              <a:gd name="csX109" fmla="*/ 88607 w 134696"/>
              <a:gd name="csY109" fmla="*/ 62019 h 134676"/>
              <a:gd name="csX110" fmla="*/ 88607 w 134696"/>
              <a:gd name="csY110" fmla="*/ 83283 h 134676"/>
              <a:gd name="csX111" fmla="*/ 90172 w 134696"/>
              <a:gd name="csY111" fmla="*/ 87042 h 134676"/>
              <a:gd name="csX112" fmla="*/ 103153 w 134696"/>
              <a:gd name="csY112" fmla="*/ 100027 h 134676"/>
              <a:gd name="csX113" fmla="*/ 103000 w 134696"/>
              <a:gd name="csY113" fmla="*/ 104851 h 134676"/>
              <a:gd name="csX114" fmla="*/ 104991 w 134696"/>
              <a:gd name="csY114" fmla="*/ 109245 h 134676"/>
              <a:gd name="csX115" fmla="*/ 108717 w 134696"/>
              <a:gd name="csY115" fmla="*/ 112307 h 134676"/>
              <a:gd name="csX116" fmla="*/ 113429 w 134696"/>
              <a:gd name="csY116" fmla="*/ 113413 h 134676"/>
              <a:gd name="csX117" fmla="*/ 120949 w 134696"/>
              <a:gd name="csY117" fmla="*/ 110300 h 134676"/>
              <a:gd name="csX118" fmla="*/ 124063 w 134696"/>
              <a:gd name="csY118" fmla="*/ 102776 h 134676"/>
              <a:gd name="csX119" fmla="*/ 120949 w 134696"/>
              <a:gd name="csY119" fmla="*/ 95257 h 134676"/>
              <a:gd name="csX120" fmla="*/ 113429 w 134696"/>
              <a:gd name="csY120" fmla="*/ 92144 h 134676"/>
              <a:gd name="csX121" fmla="*/ 110690 w 134696"/>
              <a:gd name="csY121" fmla="*/ 92517 h 134676"/>
              <a:gd name="csX122" fmla="*/ 99240 w 134696"/>
              <a:gd name="csY122" fmla="*/ 81082 h 134676"/>
              <a:gd name="csX123" fmla="*/ 99240 w 134696"/>
              <a:gd name="csY123" fmla="*/ 62019 h 134676"/>
              <a:gd name="csX124" fmla="*/ 98849 w 134696"/>
              <a:gd name="csY124" fmla="*/ 59942 h 134676"/>
              <a:gd name="csX125" fmla="*/ 97692 w 134696"/>
              <a:gd name="csY125" fmla="*/ 58181 h 134676"/>
              <a:gd name="csX126" fmla="*/ 95923 w 134696"/>
              <a:gd name="csY126" fmla="*/ 57014 h 134676"/>
              <a:gd name="csX127" fmla="*/ 93847 w 134696"/>
              <a:gd name="csY127" fmla="*/ 56628 h 134676"/>
            </a:gdLst>
            <a:ahLst/>
            <a:cxnLst/>
            <a:rect l="l" t="t" r="r" b="b"/>
            <a:pathLst>
              <a:path w="100000" h="100000">
                <a:moveTo>
                  <a:pt x="14476" y="7"/>
                </a:moveTo>
                <a:cubicBezTo>
                  <a:pt x="6493" y="7"/>
                  <a:pt x="1" y="6501"/>
                  <a:pt x="1" y="14478"/>
                </a:cubicBezTo>
                <a:lnTo>
                  <a:pt x="1" y="25003"/>
                </a:lnTo>
                <a:lnTo>
                  <a:pt x="1" y="60523"/>
                </a:lnTo>
                <a:cubicBezTo>
                  <a:pt x="-12" y="61220"/>
                  <a:pt x="114" y="61912"/>
                  <a:pt x="379" y="62559"/>
                </a:cubicBezTo>
                <a:cubicBezTo>
                  <a:pt x="644" y="63207"/>
                  <a:pt x="1024" y="63796"/>
                  <a:pt x="1517" y="64291"/>
                </a:cubicBezTo>
                <a:cubicBezTo>
                  <a:pt x="2009" y="64788"/>
                  <a:pt x="2590" y="65183"/>
                  <a:pt x="3235" y="65453"/>
                </a:cubicBezTo>
                <a:cubicBezTo>
                  <a:pt x="3878" y="65721"/>
                  <a:pt x="4561" y="65860"/>
                  <a:pt x="5268" y="65860"/>
                </a:cubicBezTo>
                <a:cubicBezTo>
                  <a:pt x="5963" y="65860"/>
                  <a:pt x="6657" y="65721"/>
                  <a:pt x="7301" y="65453"/>
                </a:cubicBezTo>
                <a:cubicBezTo>
                  <a:pt x="7933" y="65183"/>
                  <a:pt x="8527" y="64788"/>
                  <a:pt x="9006" y="64291"/>
                </a:cubicBezTo>
                <a:cubicBezTo>
                  <a:pt x="9499" y="63796"/>
                  <a:pt x="9891" y="63207"/>
                  <a:pt x="10144" y="62559"/>
                </a:cubicBezTo>
                <a:cubicBezTo>
                  <a:pt x="10409" y="61912"/>
                  <a:pt x="10535" y="61220"/>
                  <a:pt x="10522" y="60523"/>
                </a:cubicBezTo>
                <a:lnTo>
                  <a:pt x="10522" y="28950"/>
                </a:lnTo>
                <a:lnTo>
                  <a:pt x="89466" y="28950"/>
                </a:lnTo>
                <a:lnTo>
                  <a:pt x="89466" y="60523"/>
                </a:lnTo>
                <a:cubicBezTo>
                  <a:pt x="89466" y="61220"/>
                  <a:pt x="89593" y="61912"/>
                  <a:pt x="89845" y="62559"/>
                </a:cubicBezTo>
                <a:cubicBezTo>
                  <a:pt x="90110" y="63207"/>
                  <a:pt x="90502" y="63796"/>
                  <a:pt x="90981" y="64291"/>
                </a:cubicBezTo>
                <a:cubicBezTo>
                  <a:pt x="91474" y="64788"/>
                  <a:pt x="92055" y="65183"/>
                  <a:pt x="92700" y="65453"/>
                </a:cubicBezTo>
                <a:cubicBezTo>
                  <a:pt x="93344" y="65721"/>
                  <a:pt x="94038" y="65860"/>
                  <a:pt x="94733" y="65860"/>
                </a:cubicBezTo>
                <a:cubicBezTo>
                  <a:pt x="95427" y="65860"/>
                  <a:pt x="96122" y="65721"/>
                  <a:pt x="96767" y="65453"/>
                </a:cubicBezTo>
                <a:cubicBezTo>
                  <a:pt x="97411" y="65183"/>
                  <a:pt x="97992" y="64788"/>
                  <a:pt x="98485" y="64291"/>
                </a:cubicBezTo>
                <a:cubicBezTo>
                  <a:pt x="98977" y="63796"/>
                  <a:pt x="99356" y="63207"/>
                  <a:pt x="99621" y="62559"/>
                </a:cubicBezTo>
                <a:cubicBezTo>
                  <a:pt x="99874" y="61912"/>
                  <a:pt x="100000" y="61220"/>
                  <a:pt x="100000" y="60523"/>
                </a:cubicBezTo>
                <a:lnTo>
                  <a:pt x="100000" y="25003"/>
                </a:lnTo>
                <a:lnTo>
                  <a:pt x="100000" y="14478"/>
                </a:lnTo>
                <a:cubicBezTo>
                  <a:pt x="100000" y="6501"/>
                  <a:pt x="93508" y="7"/>
                  <a:pt x="85525" y="7"/>
                </a:cubicBezTo>
                <a:lnTo>
                  <a:pt x="14476" y="7"/>
                </a:lnTo>
                <a:close/>
                <a:moveTo>
                  <a:pt x="14476" y="10531"/>
                </a:moveTo>
                <a:cubicBezTo>
                  <a:pt x="16649" y="10531"/>
                  <a:pt x="18417" y="12300"/>
                  <a:pt x="18417" y="14478"/>
                </a:cubicBezTo>
                <a:cubicBezTo>
                  <a:pt x="18417" y="16657"/>
                  <a:pt x="16649" y="18424"/>
                  <a:pt x="14476" y="18424"/>
                </a:cubicBezTo>
                <a:cubicBezTo>
                  <a:pt x="12291" y="18424"/>
                  <a:pt x="10522" y="16657"/>
                  <a:pt x="10522" y="14478"/>
                </a:cubicBezTo>
                <a:cubicBezTo>
                  <a:pt x="10522" y="12300"/>
                  <a:pt x="12291" y="10531"/>
                  <a:pt x="14476" y="10531"/>
                </a:cubicBezTo>
                <a:close/>
                <a:moveTo>
                  <a:pt x="27637" y="10531"/>
                </a:moveTo>
                <a:cubicBezTo>
                  <a:pt x="29810" y="10531"/>
                  <a:pt x="31579" y="12300"/>
                  <a:pt x="31579" y="14478"/>
                </a:cubicBezTo>
                <a:cubicBezTo>
                  <a:pt x="31579" y="16657"/>
                  <a:pt x="29810" y="18424"/>
                  <a:pt x="27637" y="18424"/>
                </a:cubicBezTo>
                <a:cubicBezTo>
                  <a:pt x="25452" y="18424"/>
                  <a:pt x="23684" y="16657"/>
                  <a:pt x="23684" y="14478"/>
                </a:cubicBezTo>
                <a:cubicBezTo>
                  <a:pt x="23684" y="12300"/>
                  <a:pt x="25452" y="10531"/>
                  <a:pt x="27637" y="10531"/>
                </a:cubicBezTo>
                <a:close/>
                <a:moveTo>
                  <a:pt x="43426" y="10531"/>
                </a:moveTo>
                <a:lnTo>
                  <a:pt x="85525" y="10531"/>
                </a:lnTo>
                <a:cubicBezTo>
                  <a:pt x="87698" y="10531"/>
                  <a:pt x="89466" y="12300"/>
                  <a:pt x="89466" y="14478"/>
                </a:cubicBezTo>
                <a:cubicBezTo>
                  <a:pt x="89466" y="16657"/>
                  <a:pt x="87698" y="18502"/>
                  <a:pt x="85525" y="18502"/>
                </a:cubicBezTo>
                <a:lnTo>
                  <a:pt x="43426" y="18502"/>
                </a:lnTo>
                <a:cubicBezTo>
                  <a:pt x="41241" y="18502"/>
                  <a:pt x="39473" y="16659"/>
                  <a:pt x="39473" y="14478"/>
                </a:cubicBezTo>
                <a:cubicBezTo>
                  <a:pt x="39473" y="12297"/>
                  <a:pt x="41241" y="10531"/>
                  <a:pt x="43426" y="10531"/>
                </a:cubicBezTo>
                <a:close/>
                <a:moveTo>
                  <a:pt x="30201" y="42049"/>
                </a:moveTo>
                <a:cubicBezTo>
                  <a:pt x="29153" y="42065"/>
                  <a:pt x="28155" y="42496"/>
                  <a:pt x="27436" y="43246"/>
                </a:cubicBezTo>
                <a:cubicBezTo>
                  <a:pt x="26703" y="43996"/>
                  <a:pt x="26298" y="45006"/>
                  <a:pt x="26311" y="46051"/>
                </a:cubicBezTo>
                <a:lnTo>
                  <a:pt x="26311" y="60204"/>
                </a:lnTo>
                <a:lnTo>
                  <a:pt x="17823" y="68693"/>
                </a:lnTo>
                <a:cubicBezTo>
                  <a:pt x="17166" y="68512"/>
                  <a:pt x="16472" y="68419"/>
                  <a:pt x="15790" y="68416"/>
                </a:cubicBezTo>
                <a:cubicBezTo>
                  <a:pt x="13692" y="68416"/>
                  <a:pt x="11685" y="69247"/>
                  <a:pt x="10207" y="70727"/>
                </a:cubicBezTo>
                <a:cubicBezTo>
                  <a:pt x="8729" y="72208"/>
                  <a:pt x="7895" y="74216"/>
                  <a:pt x="7895" y="76310"/>
                </a:cubicBezTo>
                <a:cubicBezTo>
                  <a:pt x="7895" y="78402"/>
                  <a:pt x="8729" y="80406"/>
                  <a:pt x="10207" y="81896"/>
                </a:cubicBezTo>
                <a:cubicBezTo>
                  <a:pt x="11685" y="83373"/>
                  <a:pt x="13692" y="84207"/>
                  <a:pt x="15790" y="84207"/>
                </a:cubicBezTo>
                <a:cubicBezTo>
                  <a:pt x="17002" y="84207"/>
                  <a:pt x="18189" y="83929"/>
                  <a:pt x="19275" y="83386"/>
                </a:cubicBezTo>
                <a:cubicBezTo>
                  <a:pt x="20362" y="82855"/>
                  <a:pt x="21309" y="82072"/>
                  <a:pt x="22054" y="81112"/>
                </a:cubicBezTo>
                <a:cubicBezTo>
                  <a:pt x="22787" y="80153"/>
                  <a:pt x="23292" y="79037"/>
                  <a:pt x="23532" y="77850"/>
                </a:cubicBezTo>
                <a:cubicBezTo>
                  <a:pt x="23759" y="76663"/>
                  <a:pt x="23722" y="75438"/>
                  <a:pt x="23406" y="74269"/>
                </a:cubicBezTo>
                <a:lnTo>
                  <a:pt x="33056" y="64628"/>
                </a:lnTo>
                <a:cubicBezTo>
                  <a:pt x="33789" y="63889"/>
                  <a:pt x="34206" y="62885"/>
                  <a:pt x="34206" y="61838"/>
                </a:cubicBezTo>
                <a:lnTo>
                  <a:pt x="34206" y="46051"/>
                </a:lnTo>
                <a:cubicBezTo>
                  <a:pt x="34218" y="45523"/>
                  <a:pt x="34117" y="44999"/>
                  <a:pt x="33915" y="44509"/>
                </a:cubicBezTo>
                <a:cubicBezTo>
                  <a:pt x="33726" y="44021"/>
                  <a:pt x="33423" y="43576"/>
                  <a:pt x="33056" y="43202"/>
                </a:cubicBezTo>
                <a:cubicBezTo>
                  <a:pt x="32677" y="42830"/>
                  <a:pt x="32235" y="42534"/>
                  <a:pt x="31743" y="42335"/>
                </a:cubicBezTo>
                <a:cubicBezTo>
                  <a:pt x="31250" y="42139"/>
                  <a:pt x="30732" y="42040"/>
                  <a:pt x="30201" y="42049"/>
                </a:cubicBezTo>
                <a:close/>
                <a:moveTo>
                  <a:pt x="43363" y="42049"/>
                </a:moveTo>
                <a:cubicBezTo>
                  <a:pt x="42315" y="42065"/>
                  <a:pt x="41317" y="42496"/>
                  <a:pt x="40584" y="43246"/>
                </a:cubicBezTo>
                <a:cubicBezTo>
                  <a:pt x="39865" y="43996"/>
                  <a:pt x="39460" y="45006"/>
                  <a:pt x="39473" y="46051"/>
                </a:cubicBezTo>
                <a:lnTo>
                  <a:pt x="39473" y="75990"/>
                </a:lnTo>
                <a:lnTo>
                  <a:pt x="30985" y="84484"/>
                </a:lnTo>
                <a:cubicBezTo>
                  <a:pt x="30315" y="84295"/>
                  <a:pt x="29633" y="84207"/>
                  <a:pt x="28951" y="84207"/>
                </a:cubicBezTo>
                <a:cubicBezTo>
                  <a:pt x="26854" y="84207"/>
                  <a:pt x="24846" y="85040"/>
                  <a:pt x="23368" y="86518"/>
                </a:cubicBezTo>
                <a:cubicBezTo>
                  <a:pt x="21890" y="87995"/>
                  <a:pt x="21056" y="90003"/>
                  <a:pt x="21056" y="92100"/>
                </a:cubicBezTo>
                <a:cubicBezTo>
                  <a:pt x="21056" y="94184"/>
                  <a:pt x="21890" y="96192"/>
                  <a:pt x="23368" y="97682"/>
                </a:cubicBezTo>
                <a:cubicBezTo>
                  <a:pt x="24846" y="99160"/>
                  <a:pt x="26854" y="99993"/>
                  <a:pt x="28951" y="99993"/>
                </a:cubicBezTo>
                <a:cubicBezTo>
                  <a:pt x="30163" y="99993"/>
                  <a:pt x="31351" y="99716"/>
                  <a:pt x="32437" y="99172"/>
                </a:cubicBezTo>
                <a:cubicBezTo>
                  <a:pt x="33524" y="98642"/>
                  <a:pt x="34471" y="97859"/>
                  <a:pt x="35204" y="96899"/>
                </a:cubicBezTo>
                <a:cubicBezTo>
                  <a:pt x="35948" y="95939"/>
                  <a:pt x="36454" y="94828"/>
                  <a:pt x="36681" y="93640"/>
                </a:cubicBezTo>
                <a:cubicBezTo>
                  <a:pt x="36921" y="92453"/>
                  <a:pt x="36884" y="91228"/>
                  <a:pt x="36568" y="90054"/>
                </a:cubicBezTo>
                <a:lnTo>
                  <a:pt x="46205" y="80418"/>
                </a:lnTo>
                <a:cubicBezTo>
                  <a:pt x="46950" y="79673"/>
                  <a:pt x="47367" y="78671"/>
                  <a:pt x="47367" y="77624"/>
                </a:cubicBezTo>
                <a:lnTo>
                  <a:pt x="47367" y="46051"/>
                </a:lnTo>
                <a:cubicBezTo>
                  <a:pt x="47379" y="45523"/>
                  <a:pt x="47279" y="44999"/>
                  <a:pt x="47076" y="44509"/>
                </a:cubicBezTo>
                <a:cubicBezTo>
                  <a:pt x="46874" y="44021"/>
                  <a:pt x="46583" y="43576"/>
                  <a:pt x="46205" y="43202"/>
                </a:cubicBezTo>
                <a:cubicBezTo>
                  <a:pt x="45839" y="42830"/>
                  <a:pt x="45396" y="42534"/>
                  <a:pt x="44903" y="42335"/>
                </a:cubicBezTo>
                <a:cubicBezTo>
                  <a:pt x="44412" y="42139"/>
                  <a:pt x="43881" y="42040"/>
                  <a:pt x="43363" y="42049"/>
                </a:cubicBezTo>
                <a:close/>
                <a:moveTo>
                  <a:pt x="56512" y="42049"/>
                </a:moveTo>
                <a:cubicBezTo>
                  <a:pt x="55476" y="42065"/>
                  <a:pt x="54478" y="42496"/>
                  <a:pt x="53745" y="43246"/>
                </a:cubicBezTo>
                <a:cubicBezTo>
                  <a:pt x="53013" y="43996"/>
                  <a:pt x="52621" y="45006"/>
                  <a:pt x="52634" y="46051"/>
                </a:cubicBezTo>
                <a:lnTo>
                  <a:pt x="52634" y="77624"/>
                </a:lnTo>
                <a:cubicBezTo>
                  <a:pt x="52634" y="78671"/>
                  <a:pt x="53051" y="79673"/>
                  <a:pt x="53783" y="80418"/>
                </a:cubicBezTo>
                <a:lnTo>
                  <a:pt x="63434" y="90054"/>
                </a:lnTo>
                <a:cubicBezTo>
                  <a:pt x="63118" y="91228"/>
                  <a:pt x="63080" y="92453"/>
                  <a:pt x="63308" y="93640"/>
                </a:cubicBezTo>
                <a:cubicBezTo>
                  <a:pt x="63548" y="94828"/>
                  <a:pt x="64052" y="95939"/>
                  <a:pt x="64785" y="96899"/>
                </a:cubicBezTo>
                <a:cubicBezTo>
                  <a:pt x="65530" y="97859"/>
                  <a:pt x="66477" y="98642"/>
                  <a:pt x="67564" y="99172"/>
                </a:cubicBezTo>
                <a:cubicBezTo>
                  <a:pt x="68650" y="99716"/>
                  <a:pt x="69837" y="99993"/>
                  <a:pt x="71050" y="99993"/>
                </a:cubicBezTo>
                <a:cubicBezTo>
                  <a:pt x="73147" y="99993"/>
                  <a:pt x="75155" y="99160"/>
                  <a:pt x="76633" y="97682"/>
                </a:cubicBezTo>
                <a:cubicBezTo>
                  <a:pt x="78111" y="96192"/>
                  <a:pt x="78944" y="94184"/>
                  <a:pt x="78944" y="92100"/>
                </a:cubicBezTo>
                <a:cubicBezTo>
                  <a:pt x="78944" y="90003"/>
                  <a:pt x="78111" y="87995"/>
                  <a:pt x="76633" y="86518"/>
                </a:cubicBezTo>
                <a:cubicBezTo>
                  <a:pt x="75155" y="85040"/>
                  <a:pt x="73147" y="84207"/>
                  <a:pt x="71050" y="84207"/>
                </a:cubicBezTo>
                <a:cubicBezTo>
                  <a:pt x="70368" y="84207"/>
                  <a:pt x="69673" y="84295"/>
                  <a:pt x="69017" y="84484"/>
                </a:cubicBezTo>
                <a:lnTo>
                  <a:pt x="60528" y="75990"/>
                </a:lnTo>
                <a:lnTo>
                  <a:pt x="60528" y="46051"/>
                </a:lnTo>
                <a:cubicBezTo>
                  <a:pt x="60528" y="45523"/>
                  <a:pt x="60440" y="44999"/>
                  <a:pt x="60238" y="44509"/>
                </a:cubicBezTo>
                <a:cubicBezTo>
                  <a:pt x="60035" y="44021"/>
                  <a:pt x="59745" y="43576"/>
                  <a:pt x="59366" y="43202"/>
                </a:cubicBezTo>
                <a:cubicBezTo>
                  <a:pt x="58988" y="42830"/>
                  <a:pt x="58545" y="42534"/>
                  <a:pt x="58053" y="42335"/>
                </a:cubicBezTo>
                <a:cubicBezTo>
                  <a:pt x="57573" y="42139"/>
                  <a:pt x="57043" y="42040"/>
                  <a:pt x="56512" y="42049"/>
                </a:cubicBezTo>
                <a:close/>
                <a:moveTo>
                  <a:pt x="69673" y="42049"/>
                </a:moveTo>
                <a:cubicBezTo>
                  <a:pt x="68625" y="42065"/>
                  <a:pt x="67627" y="42496"/>
                  <a:pt x="66908" y="43246"/>
                </a:cubicBezTo>
                <a:cubicBezTo>
                  <a:pt x="66175" y="43996"/>
                  <a:pt x="65770" y="45006"/>
                  <a:pt x="65783" y="46051"/>
                </a:cubicBezTo>
                <a:lnTo>
                  <a:pt x="65783" y="61838"/>
                </a:lnTo>
                <a:cubicBezTo>
                  <a:pt x="65783" y="62885"/>
                  <a:pt x="66200" y="63889"/>
                  <a:pt x="66945" y="64628"/>
                </a:cubicBezTo>
                <a:lnTo>
                  <a:pt x="76582" y="74269"/>
                </a:lnTo>
                <a:cubicBezTo>
                  <a:pt x="76279" y="75438"/>
                  <a:pt x="76229" y="76663"/>
                  <a:pt x="76468" y="77850"/>
                </a:cubicBezTo>
                <a:cubicBezTo>
                  <a:pt x="76709" y="79037"/>
                  <a:pt x="77214" y="80153"/>
                  <a:pt x="77947" y="81112"/>
                </a:cubicBezTo>
                <a:cubicBezTo>
                  <a:pt x="78679" y="82072"/>
                  <a:pt x="79639" y="82855"/>
                  <a:pt x="80713" y="83386"/>
                </a:cubicBezTo>
                <a:cubicBezTo>
                  <a:pt x="81799" y="83929"/>
                  <a:pt x="82999" y="84207"/>
                  <a:pt x="84211" y="84207"/>
                </a:cubicBezTo>
                <a:cubicBezTo>
                  <a:pt x="86295" y="84207"/>
                  <a:pt x="88304" y="83373"/>
                  <a:pt x="89794" y="81896"/>
                </a:cubicBezTo>
                <a:cubicBezTo>
                  <a:pt x="91272" y="80406"/>
                  <a:pt x="92106" y="78402"/>
                  <a:pt x="92106" y="76310"/>
                </a:cubicBezTo>
                <a:cubicBezTo>
                  <a:pt x="92106" y="74216"/>
                  <a:pt x="91272" y="72208"/>
                  <a:pt x="89794" y="70727"/>
                </a:cubicBezTo>
                <a:cubicBezTo>
                  <a:pt x="88304" y="69247"/>
                  <a:pt x="86295" y="68416"/>
                  <a:pt x="84211" y="68416"/>
                </a:cubicBezTo>
                <a:cubicBezTo>
                  <a:pt x="83517" y="68419"/>
                  <a:pt x="82835" y="68512"/>
                  <a:pt x="82178" y="68693"/>
                </a:cubicBezTo>
                <a:lnTo>
                  <a:pt x="73677" y="60204"/>
                </a:lnTo>
                <a:lnTo>
                  <a:pt x="73677" y="46051"/>
                </a:lnTo>
                <a:cubicBezTo>
                  <a:pt x="73690" y="45523"/>
                  <a:pt x="73589" y="44999"/>
                  <a:pt x="73387" y="44509"/>
                </a:cubicBezTo>
                <a:cubicBezTo>
                  <a:pt x="73197" y="44021"/>
                  <a:pt x="72894" y="43576"/>
                  <a:pt x="72528" y="43202"/>
                </a:cubicBezTo>
                <a:cubicBezTo>
                  <a:pt x="72149" y="42830"/>
                  <a:pt x="71707" y="42534"/>
                  <a:pt x="71214" y="42335"/>
                </a:cubicBezTo>
                <a:cubicBezTo>
                  <a:pt x="70722" y="42139"/>
                  <a:pt x="70204" y="42040"/>
                  <a:pt x="69673" y="4204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5" name="Белый — SVG 15">
            <a:extLst>
              <a:ext uri="{FF2B5EF4-FFF2-40B4-BE49-F238E27FC236}">
                <a16:creationId xmlns:a16="http://schemas.microsoft.com/office/drawing/2014/main" id="{E2C57845-DFEC-C041-B09F-9E70E20901B3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21267 w 145315"/>
              <a:gd name="csY0" fmla="*/ 0 h 141757"/>
              <a:gd name="csX1" fmla="*/ 0 w 145315"/>
              <a:gd name="csY1" fmla="*/ 21160 h 141757"/>
              <a:gd name="csX2" fmla="*/ 0 w 145315"/>
              <a:gd name="csY2" fmla="*/ 106319 h 141757"/>
              <a:gd name="csX3" fmla="*/ 21267 w 145315"/>
              <a:gd name="csY3" fmla="*/ 127583 h 141757"/>
              <a:gd name="csX4" fmla="*/ 67544 w 145315"/>
              <a:gd name="csY4" fmla="*/ 127583 h 141757"/>
              <a:gd name="csX5" fmla="*/ 61537 w 145315"/>
              <a:gd name="csY5" fmla="*/ 113413 h 141757"/>
              <a:gd name="csX6" fmla="*/ 21267 w 145315"/>
              <a:gd name="csY6" fmla="*/ 113413 h 141757"/>
              <a:gd name="csX7" fmla="*/ 14172 w 145315"/>
              <a:gd name="csY7" fmla="*/ 106319 h 141757"/>
              <a:gd name="csX8" fmla="*/ 14172 w 145315"/>
              <a:gd name="csY8" fmla="*/ 38881 h 141757"/>
              <a:gd name="csX9" fmla="*/ 120506 w 145315"/>
              <a:gd name="csY9" fmla="*/ 38881 h 141757"/>
              <a:gd name="csX10" fmla="*/ 120506 w 145315"/>
              <a:gd name="csY10" fmla="*/ 58947 h 141757"/>
              <a:gd name="csX11" fmla="*/ 134695 w 145315"/>
              <a:gd name="csY11" fmla="*/ 66512 h 141757"/>
              <a:gd name="csX12" fmla="*/ 134695 w 145315"/>
              <a:gd name="csY12" fmla="*/ 21160 h 141757"/>
              <a:gd name="csX13" fmla="*/ 113428 w 145315"/>
              <a:gd name="csY13" fmla="*/ 0 h 141757"/>
              <a:gd name="csX14" fmla="*/ 21267 w 145315"/>
              <a:gd name="csY14" fmla="*/ 0 h 141757"/>
              <a:gd name="csX15" fmla="*/ 19497 w 145315"/>
              <a:gd name="csY15" fmla="*/ 14072 h 141757"/>
              <a:gd name="csX16" fmla="*/ 24806 w 145315"/>
              <a:gd name="csY16" fmla="*/ 19388 h 141757"/>
              <a:gd name="csX17" fmla="*/ 19497 w 145315"/>
              <a:gd name="csY17" fmla="*/ 24703 h 141757"/>
              <a:gd name="csX18" fmla="*/ 14172 w 145315"/>
              <a:gd name="csY18" fmla="*/ 19388 h 141757"/>
              <a:gd name="csX19" fmla="*/ 19497 w 145315"/>
              <a:gd name="csY19" fmla="*/ 14072 h 141757"/>
              <a:gd name="csX20" fmla="*/ 37209 w 145315"/>
              <a:gd name="csY20" fmla="*/ 14072 h 141757"/>
              <a:gd name="csX21" fmla="*/ 42534 w 145315"/>
              <a:gd name="csY21" fmla="*/ 19388 h 141757"/>
              <a:gd name="csX22" fmla="*/ 37209 w 145315"/>
              <a:gd name="csY22" fmla="*/ 24703 h 141757"/>
              <a:gd name="csX23" fmla="*/ 31900 w 145315"/>
              <a:gd name="csY23" fmla="*/ 19388 h 141757"/>
              <a:gd name="csX24" fmla="*/ 37209 w 145315"/>
              <a:gd name="csY24" fmla="*/ 14072 h 141757"/>
              <a:gd name="csX25" fmla="*/ 58475 w 145315"/>
              <a:gd name="csY25" fmla="*/ 14072 h 141757"/>
              <a:gd name="csX26" fmla="*/ 115198 w 145315"/>
              <a:gd name="csY26" fmla="*/ 14072 h 141757"/>
              <a:gd name="csX27" fmla="*/ 120506 w 145315"/>
              <a:gd name="csY27" fmla="*/ 19388 h 141757"/>
              <a:gd name="csX28" fmla="*/ 115198 w 145315"/>
              <a:gd name="csY28" fmla="*/ 24807 h 141757"/>
              <a:gd name="csX29" fmla="*/ 58475 w 145315"/>
              <a:gd name="csY29" fmla="*/ 24807 h 141757"/>
              <a:gd name="csX30" fmla="*/ 53167 w 145315"/>
              <a:gd name="csY30" fmla="*/ 19388 h 141757"/>
              <a:gd name="csX31" fmla="*/ 58475 w 145315"/>
              <a:gd name="csY31" fmla="*/ 14072 h 141757"/>
              <a:gd name="csX32" fmla="*/ 106334 w 145315"/>
              <a:gd name="csY32" fmla="*/ 63792 h 141757"/>
              <a:gd name="csX33" fmla="*/ 78755 w 145315"/>
              <a:gd name="csY33" fmla="*/ 75213 h 141757"/>
              <a:gd name="csX34" fmla="*/ 78755 w 145315"/>
              <a:gd name="csY34" fmla="*/ 130339 h 141757"/>
              <a:gd name="csX35" fmla="*/ 133896 w 145315"/>
              <a:gd name="csY35" fmla="*/ 130339 h 141757"/>
              <a:gd name="csX36" fmla="*/ 133896 w 145315"/>
              <a:gd name="csY36" fmla="*/ 75213 h 141757"/>
              <a:gd name="csX37" fmla="*/ 106334 w 145315"/>
              <a:gd name="csY37" fmla="*/ 63792 h 141757"/>
              <a:gd name="csX38" fmla="*/ 106334 w 145315"/>
              <a:gd name="csY38" fmla="*/ 74424 h 141757"/>
              <a:gd name="csX39" fmla="*/ 134695 w 145315"/>
              <a:gd name="csY39" fmla="*/ 102781 h 141757"/>
              <a:gd name="csX40" fmla="*/ 106334 w 145315"/>
              <a:gd name="csY40" fmla="*/ 131122 h 141757"/>
              <a:gd name="csX41" fmla="*/ 77973 w 145315"/>
              <a:gd name="csY41" fmla="*/ 102781 h 141757"/>
              <a:gd name="csX42" fmla="*/ 106334 w 145315"/>
              <a:gd name="csY42" fmla="*/ 74424 h 141757"/>
              <a:gd name="csX43" fmla="*/ 106249 w 145315"/>
              <a:gd name="csY43" fmla="*/ 81519 h 141757"/>
              <a:gd name="csX44" fmla="*/ 101145 w 145315"/>
              <a:gd name="csY44" fmla="*/ 99226 h 141757"/>
              <a:gd name="csX45" fmla="*/ 111523 w 145315"/>
              <a:gd name="csY45" fmla="*/ 99226 h 141757"/>
              <a:gd name="csX46" fmla="*/ 106283 w 145315"/>
              <a:gd name="csY46" fmla="*/ 81519 h 141757"/>
              <a:gd name="csX47" fmla="*/ 106249 w 145315"/>
              <a:gd name="csY47" fmla="*/ 81519 h 141757"/>
              <a:gd name="csX48" fmla="*/ 96806 w 145315"/>
              <a:gd name="csY48" fmla="*/ 83844 h 141757"/>
              <a:gd name="csX49" fmla="*/ 85390 w 145315"/>
              <a:gd name="csY49" fmla="*/ 99226 h 141757"/>
              <a:gd name="csX50" fmla="*/ 94033 w 145315"/>
              <a:gd name="csY50" fmla="*/ 99226 h 141757"/>
              <a:gd name="csX51" fmla="*/ 96806 w 145315"/>
              <a:gd name="csY51" fmla="*/ 83844 h 141757"/>
              <a:gd name="csX52" fmla="*/ 115861 w 145315"/>
              <a:gd name="csY52" fmla="*/ 83851 h 141757"/>
              <a:gd name="csX53" fmla="*/ 118634 w 145315"/>
              <a:gd name="csY53" fmla="*/ 99226 h 141757"/>
              <a:gd name="csX54" fmla="*/ 127277 w 145315"/>
              <a:gd name="csY54" fmla="*/ 99226 h 141757"/>
              <a:gd name="csX55" fmla="*/ 115861 w 145315"/>
              <a:gd name="csY55" fmla="*/ 83851 h 141757"/>
              <a:gd name="csX56" fmla="*/ 85390 w 145315"/>
              <a:gd name="csY56" fmla="*/ 106319 h 141757"/>
              <a:gd name="csX57" fmla="*/ 96806 w 145315"/>
              <a:gd name="csY57" fmla="*/ 121697 h 141757"/>
              <a:gd name="csX58" fmla="*/ 94033 w 145315"/>
              <a:gd name="csY58" fmla="*/ 106319 h 141757"/>
              <a:gd name="csX59" fmla="*/ 85390 w 145315"/>
              <a:gd name="csY59" fmla="*/ 106319 h 141757"/>
              <a:gd name="csX60" fmla="*/ 101145 w 145315"/>
              <a:gd name="csY60" fmla="*/ 106319 h 141757"/>
              <a:gd name="csX61" fmla="*/ 106384 w 145315"/>
              <a:gd name="csY61" fmla="*/ 124028 h 141757"/>
              <a:gd name="csX62" fmla="*/ 106419 w 145315"/>
              <a:gd name="csY62" fmla="*/ 124028 h 141757"/>
              <a:gd name="csX63" fmla="*/ 111523 w 145315"/>
              <a:gd name="csY63" fmla="*/ 106319 h 141757"/>
              <a:gd name="csX64" fmla="*/ 101145 w 145315"/>
              <a:gd name="csY64" fmla="*/ 106319 h 141757"/>
              <a:gd name="csX65" fmla="*/ 118634 w 145315"/>
              <a:gd name="csY65" fmla="*/ 106319 h 141757"/>
              <a:gd name="csX66" fmla="*/ 115861 w 145315"/>
              <a:gd name="csY66" fmla="*/ 121697 h 141757"/>
              <a:gd name="csX67" fmla="*/ 127277 w 145315"/>
              <a:gd name="csY67" fmla="*/ 106319 h 141757"/>
              <a:gd name="csX68" fmla="*/ 118634 w 145315"/>
              <a:gd name="csY68" fmla="*/ 106319 h 141757"/>
            </a:gdLst>
            <a:ahLst/>
            <a:cxnLst/>
            <a:rect l="l" t="t" r="r" b="b"/>
            <a:pathLst>
              <a:path w="100000" h="100000">
                <a:moveTo>
                  <a:pt x="14635" y="1224"/>
                </a:moveTo>
                <a:cubicBezTo>
                  <a:pt x="6557" y="1224"/>
                  <a:pt x="0" y="7706"/>
                  <a:pt x="0" y="15786"/>
                </a:cubicBezTo>
                <a:lnTo>
                  <a:pt x="0" y="74389"/>
                </a:lnTo>
                <a:cubicBezTo>
                  <a:pt x="0" y="82455"/>
                  <a:pt x="6568" y="89022"/>
                  <a:pt x="14635" y="89022"/>
                </a:cubicBezTo>
                <a:lnTo>
                  <a:pt x="46481" y="89022"/>
                </a:lnTo>
                <a:cubicBezTo>
                  <a:pt x="44584" y="86072"/>
                  <a:pt x="43179" y="82782"/>
                  <a:pt x="42347" y="79271"/>
                </a:cubicBezTo>
                <a:lnTo>
                  <a:pt x="14635" y="79271"/>
                </a:lnTo>
                <a:cubicBezTo>
                  <a:pt x="11942" y="79271"/>
                  <a:pt x="9753" y="77082"/>
                  <a:pt x="9753" y="74389"/>
                </a:cubicBezTo>
                <a:lnTo>
                  <a:pt x="9753" y="27981"/>
                </a:lnTo>
                <a:lnTo>
                  <a:pt x="82927" y="27981"/>
                </a:lnTo>
                <a:lnTo>
                  <a:pt x="82927" y="41789"/>
                </a:lnTo>
                <a:cubicBezTo>
                  <a:pt x="86510" y="42945"/>
                  <a:pt x="89788" y="44730"/>
                  <a:pt x="92692" y="46995"/>
                </a:cubicBezTo>
                <a:lnTo>
                  <a:pt x="92692" y="15786"/>
                </a:lnTo>
                <a:cubicBezTo>
                  <a:pt x="92692" y="7706"/>
                  <a:pt x="86135" y="1224"/>
                  <a:pt x="78057" y="1224"/>
                </a:cubicBezTo>
                <a:lnTo>
                  <a:pt x="14635" y="1224"/>
                </a:lnTo>
                <a:close/>
                <a:moveTo>
                  <a:pt x="13417" y="10908"/>
                </a:moveTo>
                <a:cubicBezTo>
                  <a:pt x="15431" y="10908"/>
                  <a:pt x="17071" y="12547"/>
                  <a:pt x="17071" y="14566"/>
                </a:cubicBezTo>
                <a:cubicBezTo>
                  <a:pt x="17071" y="16585"/>
                  <a:pt x="15431" y="18224"/>
                  <a:pt x="13417" y="18224"/>
                </a:cubicBezTo>
                <a:cubicBezTo>
                  <a:pt x="11392" y="18224"/>
                  <a:pt x="9753" y="16585"/>
                  <a:pt x="9753" y="14566"/>
                </a:cubicBezTo>
                <a:cubicBezTo>
                  <a:pt x="9753" y="12547"/>
                  <a:pt x="11392" y="10908"/>
                  <a:pt x="13417" y="10908"/>
                </a:cubicBezTo>
                <a:close/>
                <a:moveTo>
                  <a:pt x="25606" y="10908"/>
                </a:moveTo>
                <a:cubicBezTo>
                  <a:pt x="27631" y="10908"/>
                  <a:pt x="29270" y="12547"/>
                  <a:pt x="29270" y="14566"/>
                </a:cubicBezTo>
                <a:cubicBezTo>
                  <a:pt x="29270" y="16585"/>
                  <a:pt x="27631" y="18224"/>
                  <a:pt x="25606" y="18224"/>
                </a:cubicBezTo>
                <a:cubicBezTo>
                  <a:pt x="23592" y="18224"/>
                  <a:pt x="21952" y="16585"/>
                  <a:pt x="21952" y="14566"/>
                </a:cubicBezTo>
                <a:cubicBezTo>
                  <a:pt x="21952" y="12547"/>
                  <a:pt x="23592" y="10908"/>
                  <a:pt x="25606" y="10908"/>
                </a:cubicBezTo>
                <a:close/>
                <a:moveTo>
                  <a:pt x="40240" y="10908"/>
                </a:moveTo>
                <a:lnTo>
                  <a:pt x="79275" y="10908"/>
                </a:lnTo>
                <a:cubicBezTo>
                  <a:pt x="81288" y="10908"/>
                  <a:pt x="82927" y="12547"/>
                  <a:pt x="82927" y="14566"/>
                </a:cubicBezTo>
                <a:cubicBezTo>
                  <a:pt x="82927" y="16585"/>
                  <a:pt x="81288" y="18295"/>
                  <a:pt x="79275" y="18295"/>
                </a:cubicBezTo>
                <a:lnTo>
                  <a:pt x="40240" y="18295"/>
                </a:lnTo>
                <a:cubicBezTo>
                  <a:pt x="38227" y="18295"/>
                  <a:pt x="36587" y="16587"/>
                  <a:pt x="36587" y="14566"/>
                </a:cubicBezTo>
                <a:cubicBezTo>
                  <a:pt x="36587" y="12544"/>
                  <a:pt x="38227" y="10908"/>
                  <a:pt x="40240" y="10908"/>
                </a:cubicBezTo>
                <a:close/>
                <a:moveTo>
                  <a:pt x="73175" y="45123"/>
                </a:moveTo>
                <a:cubicBezTo>
                  <a:pt x="66302" y="45123"/>
                  <a:pt x="59441" y="47744"/>
                  <a:pt x="54196" y="52983"/>
                </a:cubicBezTo>
                <a:cubicBezTo>
                  <a:pt x="43717" y="63460"/>
                  <a:pt x="43717" y="80441"/>
                  <a:pt x="54196" y="90918"/>
                </a:cubicBezTo>
                <a:cubicBezTo>
                  <a:pt x="64675" y="101396"/>
                  <a:pt x="81663" y="101396"/>
                  <a:pt x="92142" y="90918"/>
                </a:cubicBezTo>
                <a:cubicBezTo>
                  <a:pt x="102620" y="80441"/>
                  <a:pt x="102620" y="63457"/>
                  <a:pt x="92142" y="52983"/>
                </a:cubicBezTo>
                <a:cubicBezTo>
                  <a:pt x="86908" y="47744"/>
                  <a:pt x="80047" y="45123"/>
                  <a:pt x="73175" y="45123"/>
                </a:cubicBezTo>
                <a:close/>
                <a:moveTo>
                  <a:pt x="73175" y="52440"/>
                </a:moveTo>
                <a:cubicBezTo>
                  <a:pt x="83934" y="52440"/>
                  <a:pt x="92692" y="61193"/>
                  <a:pt x="92692" y="71954"/>
                </a:cubicBezTo>
                <a:cubicBezTo>
                  <a:pt x="92692" y="82712"/>
                  <a:pt x="83934" y="91457"/>
                  <a:pt x="73175" y="91457"/>
                </a:cubicBezTo>
                <a:cubicBezTo>
                  <a:pt x="62415" y="91457"/>
                  <a:pt x="53658" y="82712"/>
                  <a:pt x="53658" y="71954"/>
                </a:cubicBezTo>
                <a:cubicBezTo>
                  <a:pt x="53658" y="61193"/>
                  <a:pt x="62415" y="52440"/>
                  <a:pt x="73175" y="52440"/>
                </a:cubicBezTo>
                <a:close/>
                <a:moveTo>
                  <a:pt x="73116" y="57322"/>
                </a:moveTo>
                <a:cubicBezTo>
                  <a:pt x="72262" y="57627"/>
                  <a:pt x="70013" y="61771"/>
                  <a:pt x="69604" y="69508"/>
                </a:cubicBezTo>
                <a:lnTo>
                  <a:pt x="76746" y="69508"/>
                </a:lnTo>
                <a:cubicBezTo>
                  <a:pt x="76336" y="61764"/>
                  <a:pt x="74076" y="57620"/>
                  <a:pt x="73140" y="57322"/>
                </a:cubicBezTo>
                <a:cubicBezTo>
                  <a:pt x="73140" y="57322"/>
                  <a:pt x="73128" y="57322"/>
                  <a:pt x="73116" y="57322"/>
                </a:cubicBezTo>
                <a:close/>
                <a:moveTo>
                  <a:pt x="66618" y="58922"/>
                </a:moveTo>
                <a:cubicBezTo>
                  <a:pt x="62543" y="60983"/>
                  <a:pt x="59547" y="64851"/>
                  <a:pt x="58762" y="69508"/>
                </a:cubicBezTo>
                <a:lnTo>
                  <a:pt x="64710" y="69508"/>
                </a:lnTo>
                <a:cubicBezTo>
                  <a:pt x="64885" y="65703"/>
                  <a:pt x="65518" y="61946"/>
                  <a:pt x="66618" y="58922"/>
                </a:cubicBezTo>
                <a:close/>
                <a:moveTo>
                  <a:pt x="79731" y="58927"/>
                </a:moveTo>
                <a:cubicBezTo>
                  <a:pt x="80832" y="61949"/>
                  <a:pt x="81464" y="65714"/>
                  <a:pt x="81639" y="69508"/>
                </a:cubicBezTo>
                <a:lnTo>
                  <a:pt x="87587" y="69508"/>
                </a:lnTo>
                <a:cubicBezTo>
                  <a:pt x="86803" y="64853"/>
                  <a:pt x="83806" y="60985"/>
                  <a:pt x="79731" y="58927"/>
                </a:cubicBezTo>
                <a:close/>
                <a:moveTo>
                  <a:pt x="58762" y="74389"/>
                </a:moveTo>
                <a:cubicBezTo>
                  <a:pt x="59547" y="79048"/>
                  <a:pt x="62543" y="82912"/>
                  <a:pt x="66618" y="84971"/>
                </a:cubicBezTo>
                <a:cubicBezTo>
                  <a:pt x="65518" y="81952"/>
                  <a:pt x="64885" y="78194"/>
                  <a:pt x="64710" y="74389"/>
                </a:cubicBezTo>
                <a:lnTo>
                  <a:pt x="58762" y="74389"/>
                </a:lnTo>
                <a:close/>
                <a:moveTo>
                  <a:pt x="69604" y="74389"/>
                </a:moveTo>
                <a:cubicBezTo>
                  <a:pt x="70013" y="82139"/>
                  <a:pt x="72273" y="86283"/>
                  <a:pt x="73209" y="86575"/>
                </a:cubicBezTo>
                <a:cubicBezTo>
                  <a:pt x="73209" y="86575"/>
                  <a:pt x="73222" y="86575"/>
                  <a:pt x="73233" y="86575"/>
                </a:cubicBezTo>
                <a:cubicBezTo>
                  <a:pt x="74087" y="86271"/>
                  <a:pt x="76336" y="82127"/>
                  <a:pt x="76746" y="74389"/>
                </a:cubicBezTo>
                <a:lnTo>
                  <a:pt x="69604" y="74389"/>
                </a:lnTo>
                <a:close/>
                <a:moveTo>
                  <a:pt x="81639" y="74389"/>
                </a:moveTo>
                <a:cubicBezTo>
                  <a:pt x="81452" y="78194"/>
                  <a:pt x="80832" y="81952"/>
                  <a:pt x="79731" y="84971"/>
                </a:cubicBezTo>
                <a:cubicBezTo>
                  <a:pt x="83806" y="82912"/>
                  <a:pt x="86803" y="79048"/>
                  <a:pt x="87587" y="74389"/>
                </a:cubicBezTo>
                <a:lnTo>
                  <a:pt x="81639" y="7438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6" name="Белый — SVG 16">
            <a:extLst>
              <a:ext uri="{FF2B5EF4-FFF2-40B4-BE49-F238E27FC236}">
                <a16:creationId xmlns:a16="http://schemas.microsoft.com/office/drawing/2014/main" id="{38219BA4-7B27-FB43-AC03-8BDCBA686721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26660 w 163192"/>
              <a:gd name="csY0" fmla="*/ 0 h 113413"/>
              <a:gd name="csX1" fmla="*/ 14257 w 163192"/>
              <a:gd name="csY1" fmla="*/ 12404 h 113413"/>
              <a:gd name="csX2" fmla="*/ 14257 w 163192"/>
              <a:gd name="csY2" fmla="*/ 79740 h 113413"/>
              <a:gd name="csX3" fmla="*/ 26660 w 163192"/>
              <a:gd name="csY3" fmla="*/ 92149 h 113413"/>
              <a:gd name="csX4" fmla="*/ 136533 w 163192"/>
              <a:gd name="csY4" fmla="*/ 92149 h 113413"/>
              <a:gd name="csX5" fmla="*/ 148935 w 163192"/>
              <a:gd name="csY5" fmla="*/ 79740 h 113413"/>
              <a:gd name="csX6" fmla="*/ 148935 w 163192"/>
              <a:gd name="csY6" fmla="*/ 12404 h 113413"/>
              <a:gd name="csX7" fmla="*/ 136533 w 163192"/>
              <a:gd name="csY7" fmla="*/ 0 h 113413"/>
              <a:gd name="csX8" fmla="*/ 26660 w 163192"/>
              <a:gd name="csY8" fmla="*/ 0 h 113413"/>
              <a:gd name="csX9" fmla="*/ 5393 w 163192"/>
              <a:gd name="csY9" fmla="*/ 102781 h 113413"/>
              <a:gd name="csX10" fmla="*/ 3335 w 163192"/>
              <a:gd name="csY10" fmla="*/ 103155 h 113413"/>
              <a:gd name="csX11" fmla="*/ 1582 w 163192"/>
              <a:gd name="csY11" fmla="*/ 104312 h 113413"/>
              <a:gd name="csX12" fmla="*/ 408 w 163192"/>
              <a:gd name="csY12" fmla="*/ 106047 h 113413"/>
              <a:gd name="csX13" fmla="*/ 0 w 163192"/>
              <a:gd name="csY13" fmla="*/ 108089 h 113413"/>
              <a:gd name="csX14" fmla="*/ 408 w 163192"/>
              <a:gd name="csY14" fmla="*/ 110147 h 113413"/>
              <a:gd name="csX15" fmla="*/ 1582 w 163192"/>
              <a:gd name="csY15" fmla="*/ 111882 h 113413"/>
              <a:gd name="csX16" fmla="*/ 3335 w 163192"/>
              <a:gd name="csY16" fmla="*/ 113022 h 113413"/>
              <a:gd name="csX17" fmla="*/ 5393 w 163192"/>
              <a:gd name="csY17" fmla="*/ 113413 h 113413"/>
              <a:gd name="csX18" fmla="*/ 157799 w 163192"/>
              <a:gd name="csY18" fmla="*/ 113413 h 113413"/>
              <a:gd name="csX19" fmla="*/ 159858 w 163192"/>
              <a:gd name="csY19" fmla="*/ 113022 h 113413"/>
              <a:gd name="csX20" fmla="*/ 161610 w 163192"/>
              <a:gd name="csY20" fmla="*/ 111882 h 113413"/>
              <a:gd name="csX21" fmla="*/ 162784 w 163192"/>
              <a:gd name="csY21" fmla="*/ 110147 h 113413"/>
              <a:gd name="csX22" fmla="*/ 163192 w 163192"/>
              <a:gd name="csY22" fmla="*/ 108089 h 113413"/>
              <a:gd name="csX23" fmla="*/ 162784 w 163192"/>
              <a:gd name="csY23" fmla="*/ 106047 h 113413"/>
              <a:gd name="csX24" fmla="*/ 161610 w 163192"/>
              <a:gd name="csY24" fmla="*/ 104312 h 113413"/>
              <a:gd name="csX25" fmla="*/ 159858 w 163192"/>
              <a:gd name="csY25" fmla="*/ 103155 h 113413"/>
              <a:gd name="csX26" fmla="*/ 157799 w 163192"/>
              <a:gd name="csY26" fmla="*/ 102781 h 113413"/>
              <a:gd name="csX27" fmla="*/ 5393 w 163192"/>
              <a:gd name="csY27" fmla="*/ 102781 h 113413"/>
            </a:gdLst>
            <a:ahLst/>
            <a:cxnLst/>
            <a:rect l="l" t="t" r="r" b="b"/>
            <a:pathLst>
              <a:path w="100000" h="100000">
                <a:moveTo>
                  <a:pt x="16337" y="15252"/>
                </a:moveTo>
                <a:cubicBezTo>
                  <a:pt x="12145" y="15252"/>
                  <a:pt x="8736" y="18661"/>
                  <a:pt x="8736" y="22853"/>
                </a:cubicBezTo>
                <a:lnTo>
                  <a:pt x="8736" y="64114"/>
                </a:lnTo>
                <a:cubicBezTo>
                  <a:pt x="8736" y="68310"/>
                  <a:pt x="12145" y="71718"/>
                  <a:pt x="16337" y="71718"/>
                </a:cubicBezTo>
                <a:lnTo>
                  <a:pt x="83664" y="71718"/>
                </a:lnTo>
                <a:cubicBezTo>
                  <a:pt x="87855" y="71718"/>
                  <a:pt x="91264" y="68310"/>
                  <a:pt x="91264" y="64114"/>
                </a:cubicBezTo>
                <a:lnTo>
                  <a:pt x="91264" y="22853"/>
                </a:lnTo>
                <a:cubicBezTo>
                  <a:pt x="91264" y="18661"/>
                  <a:pt x="87855" y="15252"/>
                  <a:pt x="83664" y="15252"/>
                </a:cubicBezTo>
                <a:lnTo>
                  <a:pt x="16337" y="15252"/>
                </a:lnTo>
                <a:close/>
                <a:moveTo>
                  <a:pt x="3305" y="78233"/>
                </a:moveTo>
                <a:cubicBezTo>
                  <a:pt x="2878" y="78223"/>
                  <a:pt x="2439" y="78306"/>
                  <a:pt x="2044" y="78462"/>
                </a:cubicBezTo>
                <a:cubicBezTo>
                  <a:pt x="1647" y="78629"/>
                  <a:pt x="1283" y="78869"/>
                  <a:pt x="969" y="79171"/>
                </a:cubicBezTo>
                <a:cubicBezTo>
                  <a:pt x="667" y="79474"/>
                  <a:pt x="417" y="79828"/>
                  <a:pt x="250" y="80235"/>
                </a:cubicBezTo>
                <a:cubicBezTo>
                  <a:pt x="83" y="80631"/>
                  <a:pt x="0" y="81058"/>
                  <a:pt x="0" y="81486"/>
                </a:cubicBezTo>
                <a:cubicBezTo>
                  <a:pt x="0" y="81923"/>
                  <a:pt x="83" y="82351"/>
                  <a:pt x="250" y="82747"/>
                </a:cubicBezTo>
                <a:cubicBezTo>
                  <a:pt x="417" y="83143"/>
                  <a:pt x="667" y="83508"/>
                  <a:pt x="969" y="83810"/>
                </a:cubicBezTo>
                <a:cubicBezTo>
                  <a:pt x="1283" y="84112"/>
                  <a:pt x="1647" y="84352"/>
                  <a:pt x="2044" y="84509"/>
                </a:cubicBezTo>
                <a:cubicBezTo>
                  <a:pt x="2439" y="84675"/>
                  <a:pt x="2878" y="84748"/>
                  <a:pt x="3305" y="84748"/>
                </a:cubicBezTo>
                <a:lnTo>
                  <a:pt x="96695" y="84748"/>
                </a:lnTo>
                <a:cubicBezTo>
                  <a:pt x="97133" y="84748"/>
                  <a:pt x="97561" y="84675"/>
                  <a:pt x="97957" y="84509"/>
                </a:cubicBezTo>
                <a:cubicBezTo>
                  <a:pt x="98364" y="84352"/>
                  <a:pt x="98728" y="84112"/>
                  <a:pt x="99031" y="83810"/>
                </a:cubicBezTo>
                <a:cubicBezTo>
                  <a:pt x="99344" y="83508"/>
                  <a:pt x="99583" y="83143"/>
                  <a:pt x="99750" y="82747"/>
                </a:cubicBezTo>
                <a:cubicBezTo>
                  <a:pt x="99917" y="82351"/>
                  <a:pt x="100000" y="81923"/>
                  <a:pt x="100000" y="81486"/>
                </a:cubicBezTo>
                <a:cubicBezTo>
                  <a:pt x="100000" y="81058"/>
                  <a:pt x="99917" y="80631"/>
                  <a:pt x="99750" y="80235"/>
                </a:cubicBezTo>
                <a:cubicBezTo>
                  <a:pt x="99583" y="79828"/>
                  <a:pt x="99344" y="79474"/>
                  <a:pt x="99031" y="79171"/>
                </a:cubicBezTo>
                <a:cubicBezTo>
                  <a:pt x="98728" y="78869"/>
                  <a:pt x="98364" y="78629"/>
                  <a:pt x="97957" y="78462"/>
                </a:cubicBezTo>
                <a:cubicBezTo>
                  <a:pt x="97561" y="78306"/>
                  <a:pt x="97133" y="78223"/>
                  <a:pt x="96695" y="78233"/>
                </a:cubicBezTo>
                <a:lnTo>
                  <a:pt x="3305" y="7823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7" name="Белый — SVG 17">
            <a:extLst>
              <a:ext uri="{FF2B5EF4-FFF2-40B4-BE49-F238E27FC236}">
                <a16:creationId xmlns:a16="http://schemas.microsoft.com/office/drawing/2014/main" id="{63749B82-61BA-1C4F-A341-7AE6486D0381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124130 w 163192"/>
              <a:gd name="csY0" fmla="*/ 0 h 134676"/>
              <a:gd name="csX1" fmla="*/ 118022 w 163192"/>
              <a:gd name="csY1" fmla="*/ 512 h 134676"/>
              <a:gd name="csX2" fmla="*/ 116797 w 163192"/>
              <a:gd name="csY2" fmla="*/ 5586 h 134676"/>
              <a:gd name="csX3" fmla="*/ 99001 w 163192"/>
              <a:gd name="csY3" fmla="*/ 15858 h 134676"/>
              <a:gd name="csX4" fmla="*/ 94731 w 163192"/>
              <a:gd name="csY4" fmla="*/ 14590 h 134676"/>
              <a:gd name="csX5" fmla="*/ 88691 w 163192"/>
              <a:gd name="csY5" fmla="*/ 25721 h 134676"/>
              <a:gd name="csX6" fmla="*/ 91855 w 163192"/>
              <a:gd name="csY6" fmla="*/ 28767 h 134676"/>
              <a:gd name="csX7" fmla="*/ 91855 w 163192"/>
              <a:gd name="csY7" fmla="*/ 49201 h 134676"/>
              <a:gd name="csX8" fmla="*/ 88691 w 163192"/>
              <a:gd name="csY8" fmla="*/ 52253 h 134676"/>
              <a:gd name="csX9" fmla="*/ 94731 w 163192"/>
              <a:gd name="csY9" fmla="*/ 63377 h 134676"/>
              <a:gd name="csX10" fmla="*/ 99001 w 163192"/>
              <a:gd name="csY10" fmla="*/ 62116 h 134676"/>
              <a:gd name="csX11" fmla="*/ 116797 w 163192"/>
              <a:gd name="csY11" fmla="*/ 72389 h 134676"/>
              <a:gd name="csX12" fmla="*/ 118022 w 163192"/>
              <a:gd name="csY12" fmla="*/ 77462 h 134676"/>
              <a:gd name="csX13" fmla="*/ 124130 w 163192"/>
              <a:gd name="csY13" fmla="*/ 77967 h 134676"/>
              <a:gd name="csX14" fmla="*/ 130238 w 163192"/>
              <a:gd name="csY14" fmla="*/ 77455 h 134676"/>
              <a:gd name="csX15" fmla="*/ 131463 w 163192"/>
              <a:gd name="csY15" fmla="*/ 72382 h 134676"/>
              <a:gd name="csX16" fmla="*/ 149259 w 163192"/>
              <a:gd name="csY16" fmla="*/ 62109 h 134676"/>
              <a:gd name="csX17" fmla="*/ 153529 w 163192"/>
              <a:gd name="csY17" fmla="*/ 63377 h 134676"/>
              <a:gd name="csX18" fmla="*/ 159569 w 163192"/>
              <a:gd name="csY18" fmla="*/ 52246 h 134676"/>
              <a:gd name="csX19" fmla="*/ 156404 w 163192"/>
              <a:gd name="csY19" fmla="*/ 49201 h 134676"/>
              <a:gd name="csX20" fmla="*/ 156404 w 163192"/>
              <a:gd name="csY20" fmla="*/ 28767 h 134676"/>
              <a:gd name="csX21" fmla="*/ 159569 w 163192"/>
              <a:gd name="csY21" fmla="*/ 25721 h 134676"/>
              <a:gd name="csX22" fmla="*/ 153529 w 163192"/>
              <a:gd name="csY22" fmla="*/ 14590 h 134676"/>
              <a:gd name="csX23" fmla="*/ 149259 w 163192"/>
              <a:gd name="csY23" fmla="*/ 15858 h 134676"/>
              <a:gd name="csX24" fmla="*/ 131463 w 163192"/>
              <a:gd name="csY24" fmla="*/ 5586 h 134676"/>
              <a:gd name="csX25" fmla="*/ 130238 w 163192"/>
              <a:gd name="csY25" fmla="*/ 512 h 134676"/>
              <a:gd name="csX26" fmla="*/ 124130 w 163192"/>
              <a:gd name="csY26" fmla="*/ 0 h 134676"/>
              <a:gd name="csX27" fmla="*/ 26660 w 163192"/>
              <a:gd name="csY27" fmla="*/ 21264 h 134676"/>
              <a:gd name="csX28" fmla="*/ 14257 w 163192"/>
              <a:gd name="csY28" fmla="*/ 33668 h 134676"/>
              <a:gd name="csX29" fmla="*/ 14257 w 163192"/>
              <a:gd name="csY29" fmla="*/ 100995 h 134676"/>
              <a:gd name="csX30" fmla="*/ 26660 w 163192"/>
              <a:gd name="csY30" fmla="*/ 113413 h 134676"/>
              <a:gd name="csX31" fmla="*/ 136533 w 163192"/>
              <a:gd name="csY31" fmla="*/ 113413 h 134676"/>
              <a:gd name="csX32" fmla="*/ 148935 w 163192"/>
              <a:gd name="csY32" fmla="*/ 100995 h 134676"/>
              <a:gd name="csX33" fmla="*/ 148935 w 163192"/>
              <a:gd name="csY33" fmla="*/ 77788 h 134676"/>
              <a:gd name="csX34" fmla="*/ 124130 w 163192"/>
              <a:gd name="csY34" fmla="*/ 85056 h 134676"/>
              <a:gd name="csX35" fmla="*/ 78057 w 163192"/>
              <a:gd name="csY35" fmla="*/ 38984 h 134676"/>
              <a:gd name="csX36" fmla="*/ 81596 w 163192"/>
              <a:gd name="csY36" fmla="*/ 21264 h 134676"/>
              <a:gd name="csX37" fmla="*/ 26660 w 163192"/>
              <a:gd name="csY37" fmla="*/ 21264 h 134676"/>
              <a:gd name="csX38" fmla="*/ 124130 w 163192"/>
              <a:gd name="csY38" fmla="*/ 28352 h 134676"/>
              <a:gd name="csX39" fmla="*/ 134763 w 163192"/>
              <a:gd name="csY39" fmla="*/ 38984 h 134676"/>
              <a:gd name="csX40" fmla="*/ 124130 w 163192"/>
              <a:gd name="csY40" fmla="*/ 49616 h 134676"/>
              <a:gd name="csX41" fmla="*/ 113496 w 163192"/>
              <a:gd name="csY41" fmla="*/ 38984 h 134676"/>
              <a:gd name="csX42" fmla="*/ 124130 w 163192"/>
              <a:gd name="csY42" fmla="*/ 28352 h 134676"/>
              <a:gd name="csX43" fmla="*/ 5393 w 163192"/>
              <a:gd name="csY43" fmla="*/ 124045 h 134676"/>
              <a:gd name="csX44" fmla="*/ 3335 w 163192"/>
              <a:gd name="csY44" fmla="*/ 124419 h 134676"/>
              <a:gd name="csX45" fmla="*/ 1582 w 163192"/>
              <a:gd name="csY45" fmla="*/ 125576 h 134676"/>
              <a:gd name="csX46" fmla="*/ 408 w 163192"/>
              <a:gd name="csY46" fmla="*/ 127311 h 134676"/>
              <a:gd name="csX47" fmla="*/ 0 w 163192"/>
              <a:gd name="csY47" fmla="*/ 129352 h 134676"/>
              <a:gd name="csX48" fmla="*/ 408 w 163192"/>
              <a:gd name="csY48" fmla="*/ 131411 h 134676"/>
              <a:gd name="csX49" fmla="*/ 1582 w 163192"/>
              <a:gd name="csY49" fmla="*/ 133146 h 134676"/>
              <a:gd name="csX50" fmla="*/ 3335 w 163192"/>
              <a:gd name="csY50" fmla="*/ 134286 h 134676"/>
              <a:gd name="csX51" fmla="*/ 5393 w 163192"/>
              <a:gd name="csY51" fmla="*/ 134677 h 134676"/>
              <a:gd name="csX52" fmla="*/ 157799 w 163192"/>
              <a:gd name="csY52" fmla="*/ 134677 h 134676"/>
              <a:gd name="csX53" fmla="*/ 159858 w 163192"/>
              <a:gd name="csY53" fmla="*/ 134286 h 134676"/>
              <a:gd name="csX54" fmla="*/ 161610 w 163192"/>
              <a:gd name="csY54" fmla="*/ 133146 h 134676"/>
              <a:gd name="csX55" fmla="*/ 162784 w 163192"/>
              <a:gd name="csY55" fmla="*/ 131411 h 134676"/>
              <a:gd name="csX56" fmla="*/ 163192 w 163192"/>
              <a:gd name="csY56" fmla="*/ 129352 h 134676"/>
              <a:gd name="csX57" fmla="*/ 162784 w 163192"/>
              <a:gd name="csY57" fmla="*/ 127311 h 134676"/>
              <a:gd name="csX58" fmla="*/ 161610 w 163192"/>
              <a:gd name="csY58" fmla="*/ 125576 h 134676"/>
              <a:gd name="csX59" fmla="*/ 159858 w 163192"/>
              <a:gd name="csY59" fmla="*/ 124419 h 134676"/>
              <a:gd name="csX60" fmla="*/ 157799 w 163192"/>
              <a:gd name="csY60" fmla="*/ 124045 h 134676"/>
              <a:gd name="csX61" fmla="*/ 5393 w 163192"/>
              <a:gd name="csY61" fmla="*/ 124045 h 134676"/>
            </a:gdLst>
            <a:ahLst/>
            <a:cxnLst/>
            <a:rect l="l" t="t" r="r" b="b"/>
            <a:pathLst>
              <a:path w="100000" h="100000">
                <a:moveTo>
                  <a:pt x="76064" y="8737"/>
                </a:moveTo>
                <a:cubicBezTo>
                  <a:pt x="74792" y="8737"/>
                  <a:pt x="73541" y="8844"/>
                  <a:pt x="72321" y="9051"/>
                </a:cubicBezTo>
                <a:lnTo>
                  <a:pt x="71570" y="12160"/>
                </a:lnTo>
                <a:cubicBezTo>
                  <a:pt x="70403" y="16990"/>
                  <a:pt x="65430" y="19861"/>
                  <a:pt x="60665" y="18454"/>
                </a:cubicBezTo>
                <a:lnTo>
                  <a:pt x="58049" y="17677"/>
                </a:lnTo>
                <a:cubicBezTo>
                  <a:pt x="56475" y="19704"/>
                  <a:pt x="55213" y="22008"/>
                  <a:pt x="54348" y="24498"/>
                </a:cubicBezTo>
                <a:lnTo>
                  <a:pt x="56286" y="26365"/>
                </a:lnTo>
                <a:cubicBezTo>
                  <a:pt x="59842" y="29783"/>
                  <a:pt x="59842" y="35467"/>
                  <a:pt x="56286" y="38886"/>
                </a:cubicBezTo>
                <a:lnTo>
                  <a:pt x="54348" y="40756"/>
                </a:lnTo>
                <a:cubicBezTo>
                  <a:pt x="55213" y="43248"/>
                  <a:pt x="56475" y="45544"/>
                  <a:pt x="58049" y="47573"/>
                </a:cubicBezTo>
                <a:lnTo>
                  <a:pt x="60665" y="46800"/>
                </a:lnTo>
                <a:cubicBezTo>
                  <a:pt x="65430" y="45391"/>
                  <a:pt x="70403" y="48263"/>
                  <a:pt x="71570" y="53095"/>
                </a:cubicBezTo>
                <a:lnTo>
                  <a:pt x="72321" y="56204"/>
                </a:lnTo>
                <a:cubicBezTo>
                  <a:pt x="73541" y="56408"/>
                  <a:pt x="74792" y="56513"/>
                  <a:pt x="76064" y="56513"/>
                </a:cubicBezTo>
                <a:cubicBezTo>
                  <a:pt x="77335" y="56513"/>
                  <a:pt x="78587" y="56406"/>
                  <a:pt x="79807" y="56199"/>
                </a:cubicBezTo>
                <a:lnTo>
                  <a:pt x="80557" y="53091"/>
                </a:lnTo>
                <a:cubicBezTo>
                  <a:pt x="81725" y="48258"/>
                  <a:pt x="86697" y="45386"/>
                  <a:pt x="91462" y="46796"/>
                </a:cubicBezTo>
                <a:lnTo>
                  <a:pt x="94079" y="47573"/>
                </a:lnTo>
                <a:cubicBezTo>
                  <a:pt x="95653" y="45546"/>
                  <a:pt x="96915" y="43242"/>
                  <a:pt x="97780" y="40752"/>
                </a:cubicBezTo>
                <a:lnTo>
                  <a:pt x="95840" y="38886"/>
                </a:lnTo>
                <a:cubicBezTo>
                  <a:pt x="92286" y="35469"/>
                  <a:pt x="92286" y="29781"/>
                  <a:pt x="95840" y="26365"/>
                </a:cubicBezTo>
                <a:lnTo>
                  <a:pt x="97780" y="24498"/>
                </a:lnTo>
                <a:cubicBezTo>
                  <a:pt x="96915" y="22008"/>
                  <a:pt x="95653" y="19706"/>
                  <a:pt x="94079" y="17677"/>
                </a:cubicBezTo>
                <a:lnTo>
                  <a:pt x="91462" y="18454"/>
                </a:lnTo>
                <a:cubicBezTo>
                  <a:pt x="86697" y="19864"/>
                  <a:pt x="81725" y="16992"/>
                  <a:pt x="80557" y="12160"/>
                </a:cubicBezTo>
                <a:lnTo>
                  <a:pt x="79807" y="9051"/>
                </a:lnTo>
                <a:cubicBezTo>
                  <a:pt x="78587" y="8844"/>
                  <a:pt x="77335" y="8737"/>
                  <a:pt x="76064" y="8737"/>
                </a:cubicBezTo>
                <a:close/>
                <a:moveTo>
                  <a:pt x="16337" y="21767"/>
                </a:moveTo>
                <a:cubicBezTo>
                  <a:pt x="12145" y="21767"/>
                  <a:pt x="8736" y="25176"/>
                  <a:pt x="8736" y="29368"/>
                </a:cubicBezTo>
                <a:lnTo>
                  <a:pt x="8736" y="70624"/>
                </a:lnTo>
                <a:cubicBezTo>
                  <a:pt x="8736" y="74825"/>
                  <a:pt x="12145" y="78234"/>
                  <a:pt x="16337" y="78234"/>
                </a:cubicBezTo>
                <a:lnTo>
                  <a:pt x="83664" y="78234"/>
                </a:lnTo>
                <a:cubicBezTo>
                  <a:pt x="87855" y="78234"/>
                  <a:pt x="91264" y="74825"/>
                  <a:pt x="91264" y="70624"/>
                </a:cubicBezTo>
                <a:lnTo>
                  <a:pt x="91264" y="56404"/>
                </a:lnTo>
                <a:cubicBezTo>
                  <a:pt x="86885" y="59227"/>
                  <a:pt x="81673" y="60857"/>
                  <a:pt x="76064" y="60857"/>
                </a:cubicBezTo>
                <a:cubicBezTo>
                  <a:pt x="60467" y="60857"/>
                  <a:pt x="47831" y="48218"/>
                  <a:pt x="47831" y="32625"/>
                </a:cubicBezTo>
                <a:cubicBezTo>
                  <a:pt x="47831" y="28781"/>
                  <a:pt x="48613" y="25111"/>
                  <a:pt x="50000" y="21767"/>
                </a:cubicBezTo>
                <a:lnTo>
                  <a:pt x="16337" y="21767"/>
                </a:lnTo>
                <a:close/>
                <a:moveTo>
                  <a:pt x="76064" y="26110"/>
                </a:moveTo>
                <a:cubicBezTo>
                  <a:pt x="79660" y="26110"/>
                  <a:pt x="82579" y="29027"/>
                  <a:pt x="82579" y="32625"/>
                </a:cubicBezTo>
                <a:cubicBezTo>
                  <a:pt x="82579" y="36224"/>
                  <a:pt x="79660" y="39140"/>
                  <a:pt x="76064" y="39140"/>
                </a:cubicBezTo>
                <a:cubicBezTo>
                  <a:pt x="72467" y="39140"/>
                  <a:pt x="69548" y="36224"/>
                  <a:pt x="69548" y="32625"/>
                </a:cubicBezTo>
                <a:cubicBezTo>
                  <a:pt x="69548" y="29027"/>
                  <a:pt x="72467" y="26110"/>
                  <a:pt x="76064" y="26110"/>
                </a:cubicBezTo>
                <a:close/>
                <a:moveTo>
                  <a:pt x="3305" y="84749"/>
                </a:moveTo>
                <a:cubicBezTo>
                  <a:pt x="2878" y="84738"/>
                  <a:pt x="2439" y="84822"/>
                  <a:pt x="2044" y="84978"/>
                </a:cubicBezTo>
                <a:cubicBezTo>
                  <a:pt x="1647" y="85144"/>
                  <a:pt x="1283" y="85385"/>
                  <a:pt x="969" y="85687"/>
                </a:cubicBezTo>
                <a:cubicBezTo>
                  <a:pt x="667" y="85989"/>
                  <a:pt x="417" y="86344"/>
                  <a:pt x="250" y="86750"/>
                </a:cubicBezTo>
                <a:cubicBezTo>
                  <a:pt x="83" y="87146"/>
                  <a:pt x="0" y="87574"/>
                  <a:pt x="0" y="88001"/>
                </a:cubicBezTo>
                <a:cubicBezTo>
                  <a:pt x="0" y="88439"/>
                  <a:pt x="83" y="88866"/>
                  <a:pt x="250" y="89262"/>
                </a:cubicBezTo>
                <a:cubicBezTo>
                  <a:pt x="417" y="89658"/>
                  <a:pt x="667" y="90023"/>
                  <a:pt x="969" y="90326"/>
                </a:cubicBezTo>
                <a:cubicBezTo>
                  <a:pt x="1283" y="90628"/>
                  <a:pt x="1647" y="90868"/>
                  <a:pt x="2044" y="91024"/>
                </a:cubicBezTo>
                <a:cubicBezTo>
                  <a:pt x="2439" y="91191"/>
                  <a:pt x="2878" y="91264"/>
                  <a:pt x="3305" y="91264"/>
                </a:cubicBezTo>
                <a:lnTo>
                  <a:pt x="96695" y="91264"/>
                </a:lnTo>
                <a:cubicBezTo>
                  <a:pt x="97133" y="91264"/>
                  <a:pt x="97561" y="91191"/>
                  <a:pt x="97957" y="91024"/>
                </a:cubicBezTo>
                <a:cubicBezTo>
                  <a:pt x="98364" y="90868"/>
                  <a:pt x="98728" y="90628"/>
                  <a:pt x="99031" y="90326"/>
                </a:cubicBezTo>
                <a:cubicBezTo>
                  <a:pt x="99344" y="90023"/>
                  <a:pt x="99583" y="89658"/>
                  <a:pt x="99750" y="89262"/>
                </a:cubicBezTo>
                <a:cubicBezTo>
                  <a:pt x="99917" y="88866"/>
                  <a:pt x="100000" y="88439"/>
                  <a:pt x="100000" y="88001"/>
                </a:cubicBezTo>
                <a:cubicBezTo>
                  <a:pt x="100000" y="87574"/>
                  <a:pt x="99917" y="87146"/>
                  <a:pt x="99750" y="86750"/>
                </a:cubicBezTo>
                <a:cubicBezTo>
                  <a:pt x="99583" y="86344"/>
                  <a:pt x="99344" y="85989"/>
                  <a:pt x="99031" y="85687"/>
                </a:cubicBezTo>
                <a:cubicBezTo>
                  <a:pt x="98728" y="85385"/>
                  <a:pt x="98364" y="85144"/>
                  <a:pt x="97957" y="84978"/>
                </a:cubicBezTo>
                <a:cubicBezTo>
                  <a:pt x="97561" y="84822"/>
                  <a:pt x="97133" y="84738"/>
                  <a:pt x="96695" y="84749"/>
                </a:cubicBezTo>
                <a:lnTo>
                  <a:pt x="3305" y="8474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8" name="Белый — SVG 18">
            <a:extLst>
              <a:ext uri="{FF2B5EF4-FFF2-40B4-BE49-F238E27FC236}">
                <a16:creationId xmlns:a16="http://schemas.microsoft.com/office/drawing/2014/main" id="{728785AA-549A-2441-9891-E91BF02415DD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124130 w 156115"/>
              <a:gd name="csY0" fmla="*/ 0 h 131123"/>
              <a:gd name="csX1" fmla="*/ 93999 w 156115"/>
              <a:gd name="csY1" fmla="*/ 30089 h 131123"/>
              <a:gd name="csX2" fmla="*/ 103442 w 156115"/>
              <a:gd name="csY2" fmla="*/ 51976 h 131123"/>
              <a:gd name="csX3" fmla="*/ 104071 w 156115"/>
              <a:gd name="csY3" fmla="*/ 53173 h 131123"/>
              <a:gd name="csX4" fmla="*/ 104088 w 156115"/>
              <a:gd name="csY4" fmla="*/ 53243 h 131123"/>
              <a:gd name="csX5" fmla="*/ 108971 w 156115"/>
              <a:gd name="csY5" fmla="*/ 72687 h 131123"/>
              <a:gd name="csX6" fmla="*/ 119979 w 156115"/>
              <a:gd name="csY6" fmla="*/ 81519 h 131123"/>
              <a:gd name="csX7" fmla="*/ 128281 w 156115"/>
              <a:gd name="csY7" fmla="*/ 81519 h 131123"/>
              <a:gd name="csX8" fmla="*/ 139289 w 156115"/>
              <a:gd name="csY8" fmla="*/ 72687 h 131123"/>
              <a:gd name="csX9" fmla="*/ 139255 w 156115"/>
              <a:gd name="csY9" fmla="*/ 72831 h 131123"/>
              <a:gd name="csX10" fmla="*/ 144172 w 156115"/>
              <a:gd name="csY10" fmla="*/ 53243 h 131123"/>
              <a:gd name="csX11" fmla="*/ 144189 w 156115"/>
              <a:gd name="csY11" fmla="*/ 53173 h 131123"/>
              <a:gd name="csX12" fmla="*/ 144818 w 156115"/>
              <a:gd name="csY12" fmla="*/ 51976 h 131123"/>
              <a:gd name="csX13" fmla="*/ 144818 w 156115"/>
              <a:gd name="csY13" fmla="*/ 51969 h 131123"/>
              <a:gd name="csX14" fmla="*/ 154260 w 156115"/>
              <a:gd name="csY14" fmla="*/ 30089 h 131123"/>
              <a:gd name="csX15" fmla="*/ 124130 w 156115"/>
              <a:gd name="csY15" fmla="*/ 0 h 131123"/>
              <a:gd name="csX16" fmla="*/ 124130 w 156115"/>
              <a:gd name="csY16" fmla="*/ 0 h 131123"/>
              <a:gd name="csX17" fmla="*/ 124130 w 156115"/>
              <a:gd name="csY17" fmla="*/ 10632 h 131123"/>
              <a:gd name="csX18" fmla="*/ 124130 w 156115"/>
              <a:gd name="csY18" fmla="*/ 10632 h 131123"/>
              <a:gd name="csX19" fmla="*/ 143627 w 156115"/>
              <a:gd name="csY19" fmla="*/ 30096 h 131123"/>
              <a:gd name="csX20" fmla="*/ 137520 w 156115"/>
              <a:gd name="csY20" fmla="*/ 44244 h 131123"/>
              <a:gd name="csX21" fmla="*/ 133810 w 156115"/>
              <a:gd name="csY21" fmla="*/ 50868 h 131123"/>
              <a:gd name="csX22" fmla="*/ 133844 w 156115"/>
              <a:gd name="csY22" fmla="*/ 50724 h 131123"/>
              <a:gd name="csX23" fmla="*/ 130561 w 156115"/>
              <a:gd name="csY23" fmla="*/ 63792 h 131123"/>
              <a:gd name="csX24" fmla="*/ 117699 w 156115"/>
              <a:gd name="csY24" fmla="*/ 63792 h 131123"/>
              <a:gd name="csX25" fmla="*/ 114449 w 156115"/>
              <a:gd name="csY25" fmla="*/ 50868 h 131123"/>
              <a:gd name="csX26" fmla="*/ 110757 w 156115"/>
              <a:gd name="csY26" fmla="*/ 44244 h 131123"/>
              <a:gd name="csX27" fmla="*/ 104632 w 156115"/>
              <a:gd name="csY27" fmla="*/ 30089 h 131123"/>
              <a:gd name="csX28" fmla="*/ 124130 w 156115"/>
              <a:gd name="csY28" fmla="*/ 10632 h 131123"/>
              <a:gd name="csX29" fmla="*/ 26660 w 156115"/>
              <a:gd name="csY29" fmla="*/ 24807 h 131123"/>
              <a:gd name="csX30" fmla="*/ 14257 w 156115"/>
              <a:gd name="csY30" fmla="*/ 37212 h 131123"/>
              <a:gd name="csX31" fmla="*/ 14257 w 156115"/>
              <a:gd name="csY31" fmla="*/ 104550 h 131123"/>
              <a:gd name="csX32" fmla="*/ 26660 w 156115"/>
              <a:gd name="csY32" fmla="*/ 116951 h 131123"/>
              <a:gd name="csX33" fmla="*/ 129455 w 156115"/>
              <a:gd name="csY33" fmla="*/ 116951 h 131123"/>
              <a:gd name="csX34" fmla="*/ 141858 w 156115"/>
              <a:gd name="csY34" fmla="*/ 104550 h 131123"/>
              <a:gd name="csX35" fmla="*/ 141858 w 156115"/>
              <a:gd name="csY35" fmla="*/ 82716 h 131123"/>
              <a:gd name="csX36" fmla="*/ 128281 w 156115"/>
              <a:gd name="csY36" fmla="*/ 88606 h 131123"/>
              <a:gd name="csX37" fmla="*/ 119979 w 156115"/>
              <a:gd name="csY37" fmla="*/ 88606 h 131123"/>
              <a:gd name="csX38" fmla="*/ 102046 w 156115"/>
              <a:gd name="csY38" fmla="*/ 74236 h 131123"/>
              <a:gd name="csX39" fmla="*/ 97487 w 156115"/>
              <a:gd name="csY39" fmla="*/ 56047 h 131123"/>
              <a:gd name="csX40" fmla="*/ 86905 w 156115"/>
              <a:gd name="csY40" fmla="*/ 30089 h 131123"/>
              <a:gd name="csX41" fmla="*/ 87330 w 156115"/>
              <a:gd name="csY41" fmla="*/ 24807 h 131123"/>
              <a:gd name="csX42" fmla="*/ 26660 w 156115"/>
              <a:gd name="csY42" fmla="*/ 24807 h 131123"/>
              <a:gd name="csX43" fmla="*/ 5393 w 156115"/>
              <a:gd name="csY43" fmla="*/ 120490 h 131123"/>
              <a:gd name="csX44" fmla="*/ 3335 w 156115"/>
              <a:gd name="csY44" fmla="*/ 120881 h 131123"/>
              <a:gd name="csX45" fmla="*/ 1582 w 156115"/>
              <a:gd name="csY45" fmla="*/ 122021 h 131123"/>
              <a:gd name="csX46" fmla="*/ 408 w 156115"/>
              <a:gd name="csY46" fmla="*/ 123756 h 131123"/>
              <a:gd name="csX47" fmla="*/ 0 w 156115"/>
              <a:gd name="csY47" fmla="*/ 125814 h 131123"/>
              <a:gd name="csX48" fmla="*/ 408 w 156115"/>
              <a:gd name="csY48" fmla="*/ 127855 h 131123"/>
              <a:gd name="csX49" fmla="*/ 1582 w 156115"/>
              <a:gd name="csY49" fmla="*/ 129591 h 131123"/>
              <a:gd name="csX50" fmla="*/ 3335 w 156115"/>
              <a:gd name="csY50" fmla="*/ 130747 h 131123"/>
              <a:gd name="csX51" fmla="*/ 5393 w 156115"/>
              <a:gd name="csY51" fmla="*/ 131122 h 131123"/>
              <a:gd name="csX52" fmla="*/ 150722 w 156115"/>
              <a:gd name="csY52" fmla="*/ 131122 h 131123"/>
              <a:gd name="csX53" fmla="*/ 152780 w 156115"/>
              <a:gd name="csY53" fmla="*/ 130747 h 131123"/>
              <a:gd name="csX54" fmla="*/ 154516 w 156115"/>
              <a:gd name="csY54" fmla="*/ 129591 h 131123"/>
              <a:gd name="csX55" fmla="*/ 155690 w 156115"/>
              <a:gd name="csY55" fmla="*/ 127855 h 131123"/>
              <a:gd name="csX56" fmla="*/ 156115 w 156115"/>
              <a:gd name="csY56" fmla="*/ 125814 h 131123"/>
              <a:gd name="csX57" fmla="*/ 155690 w 156115"/>
              <a:gd name="csY57" fmla="*/ 123756 h 131123"/>
              <a:gd name="csX58" fmla="*/ 154516 w 156115"/>
              <a:gd name="csY58" fmla="*/ 122021 h 131123"/>
              <a:gd name="csX59" fmla="*/ 152780 w 156115"/>
              <a:gd name="csY59" fmla="*/ 120881 h 131123"/>
              <a:gd name="csX60" fmla="*/ 150722 w 156115"/>
              <a:gd name="csY60" fmla="*/ 120490 h 131123"/>
              <a:gd name="csX61" fmla="*/ 5393 w 156115"/>
              <a:gd name="csY61" fmla="*/ 120490 h 131123"/>
            </a:gdLst>
            <a:ahLst/>
            <a:cxnLst/>
            <a:rect l="l" t="t" r="r" b="b"/>
            <a:pathLst>
              <a:path w="100000" h="100000">
                <a:moveTo>
                  <a:pt x="79512" y="8004"/>
                </a:moveTo>
                <a:cubicBezTo>
                  <a:pt x="68897" y="8008"/>
                  <a:pt x="60211" y="16663"/>
                  <a:pt x="60211" y="27278"/>
                </a:cubicBezTo>
                <a:cubicBezTo>
                  <a:pt x="60211" y="32784"/>
                  <a:pt x="62544" y="37788"/>
                  <a:pt x="66260" y="41298"/>
                </a:cubicBezTo>
                <a:cubicBezTo>
                  <a:pt x="66423" y="41455"/>
                  <a:pt x="66587" y="41718"/>
                  <a:pt x="66663" y="42065"/>
                </a:cubicBezTo>
                <a:lnTo>
                  <a:pt x="66674" y="42109"/>
                </a:lnTo>
                <a:lnTo>
                  <a:pt x="69802" y="54564"/>
                </a:lnTo>
                <a:cubicBezTo>
                  <a:pt x="70532" y="57848"/>
                  <a:pt x="73485" y="60222"/>
                  <a:pt x="76853" y="60222"/>
                </a:cubicBezTo>
                <a:lnTo>
                  <a:pt x="82171" y="60222"/>
                </a:lnTo>
                <a:cubicBezTo>
                  <a:pt x="85538" y="60222"/>
                  <a:pt x="88492" y="57848"/>
                  <a:pt x="89222" y="54564"/>
                </a:cubicBezTo>
                <a:lnTo>
                  <a:pt x="89200" y="54657"/>
                </a:lnTo>
                <a:lnTo>
                  <a:pt x="92350" y="42109"/>
                </a:lnTo>
                <a:lnTo>
                  <a:pt x="92361" y="42065"/>
                </a:lnTo>
                <a:cubicBezTo>
                  <a:pt x="92437" y="41719"/>
                  <a:pt x="92589" y="41455"/>
                  <a:pt x="92764" y="41298"/>
                </a:cubicBezTo>
                <a:lnTo>
                  <a:pt x="92764" y="41293"/>
                </a:lnTo>
                <a:cubicBezTo>
                  <a:pt x="96480" y="37784"/>
                  <a:pt x="98812" y="32782"/>
                  <a:pt x="98812" y="27278"/>
                </a:cubicBezTo>
                <a:cubicBezTo>
                  <a:pt x="98812" y="16663"/>
                  <a:pt x="90127" y="8008"/>
                  <a:pt x="79512" y="8004"/>
                </a:cubicBezTo>
                <a:lnTo>
                  <a:pt x="79512" y="8004"/>
                </a:lnTo>
                <a:close/>
                <a:moveTo>
                  <a:pt x="79512" y="14815"/>
                </a:moveTo>
                <a:lnTo>
                  <a:pt x="79512" y="14815"/>
                </a:lnTo>
                <a:cubicBezTo>
                  <a:pt x="86454" y="14819"/>
                  <a:pt x="92001" y="20351"/>
                  <a:pt x="92001" y="27282"/>
                </a:cubicBezTo>
                <a:cubicBezTo>
                  <a:pt x="92001" y="30873"/>
                  <a:pt x="90497" y="34067"/>
                  <a:pt x="88089" y="36345"/>
                </a:cubicBezTo>
                <a:cubicBezTo>
                  <a:pt x="86835" y="37527"/>
                  <a:pt x="86062" y="39035"/>
                  <a:pt x="85712" y="40588"/>
                </a:cubicBezTo>
                <a:lnTo>
                  <a:pt x="85734" y="40496"/>
                </a:lnTo>
                <a:lnTo>
                  <a:pt x="83631" y="48867"/>
                </a:lnTo>
                <a:lnTo>
                  <a:pt x="75392" y="48867"/>
                </a:lnTo>
                <a:lnTo>
                  <a:pt x="73311" y="40588"/>
                </a:lnTo>
                <a:cubicBezTo>
                  <a:pt x="72973" y="39035"/>
                  <a:pt x="72188" y="37527"/>
                  <a:pt x="70946" y="36345"/>
                </a:cubicBezTo>
                <a:cubicBezTo>
                  <a:pt x="68526" y="34062"/>
                  <a:pt x="67022" y="30871"/>
                  <a:pt x="67022" y="27278"/>
                </a:cubicBezTo>
                <a:cubicBezTo>
                  <a:pt x="67022" y="20347"/>
                  <a:pt x="72570" y="14819"/>
                  <a:pt x="79512" y="14815"/>
                </a:cubicBezTo>
                <a:close/>
                <a:moveTo>
                  <a:pt x="17077" y="23895"/>
                </a:moveTo>
                <a:cubicBezTo>
                  <a:pt x="12696" y="23895"/>
                  <a:pt x="9132" y="27459"/>
                  <a:pt x="9132" y="31841"/>
                </a:cubicBezTo>
                <a:lnTo>
                  <a:pt x="9132" y="74974"/>
                </a:lnTo>
                <a:cubicBezTo>
                  <a:pt x="9132" y="79355"/>
                  <a:pt x="12696" y="82918"/>
                  <a:pt x="17077" y="82918"/>
                </a:cubicBezTo>
                <a:lnTo>
                  <a:pt x="82923" y="82918"/>
                </a:lnTo>
                <a:cubicBezTo>
                  <a:pt x="87304" y="82918"/>
                  <a:pt x="90868" y="79355"/>
                  <a:pt x="90868" y="74974"/>
                </a:cubicBezTo>
                <a:lnTo>
                  <a:pt x="90868" y="60988"/>
                </a:lnTo>
                <a:cubicBezTo>
                  <a:pt x="88710" y="63322"/>
                  <a:pt x="85604" y="64761"/>
                  <a:pt x="82171" y="64761"/>
                </a:cubicBezTo>
                <a:lnTo>
                  <a:pt x="76853" y="64761"/>
                </a:lnTo>
                <a:cubicBezTo>
                  <a:pt x="71295" y="64761"/>
                  <a:pt x="66576" y="60976"/>
                  <a:pt x="65366" y="55556"/>
                </a:cubicBezTo>
                <a:lnTo>
                  <a:pt x="62446" y="43905"/>
                </a:lnTo>
                <a:cubicBezTo>
                  <a:pt x="58076" y="39440"/>
                  <a:pt x="55667" y="33569"/>
                  <a:pt x="55667" y="27278"/>
                </a:cubicBezTo>
                <a:cubicBezTo>
                  <a:pt x="55667" y="26125"/>
                  <a:pt x="55776" y="25003"/>
                  <a:pt x="55940" y="23895"/>
                </a:cubicBezTo>
                <a:lnTo>
                  <a:pt x="17077" y="23895"/>
                </a:lnTo>
                <a:close/>
                <a:moveTo>
                  <a:pt x="3455" y="85185"/>
                </a:moveTo>
                <a:cubicBezTo>
                  <a:pt x="3008" y="85185"/>
                  <a:pt x="2550" y="85261"/>
                  <a:pt x="2136" y="85435"/>
                </a:cubicBezTo>
                <a:cubicBezTo>
                  <a:pt x="1722" y="85598"/>
                  <a:pt x="1341" y="85849"/>
                  <a:pt x="1013" y="86165"/>
                </a:cubicBezTo>
                <a:cubicBezTo>
                  <a:pt x="698" y="86481"/>
                  <a:pt x="436" y="86862"/>
                  <a:pt x="261" y="87277"/>
                </a:cubicBezTo>
                <a:cubicBezTo>
                  <a:pt x="87" y="87690"/>
                  <a:pt x="0" y="88138"/>
                  <a:pt x="0" y="88595"/>
                </a:cubicBezTo>
                <a:cubicBezTo>
                  <a:pt x="0" y="89042"/>
                  <a:pt x="87" y="89489"/>
                  <a:pt x="261" y="89902"/>
                </a:cubicBezTo>
                <a:cubicBezTo>
                  <a:pt x="436" y="90328"/>
                  <a:pt x="698" y="90698"/>
                  <a:pt x="1013" y="91014"/>
                </a:cubicBezTo>
                <a:cubicBezTo>
                  <a:pt x="1341" y="91330"/>
                  <a:pt x="1722" y="91581"/>
                  <a:pt x="2136" y="91755"/>
                </a:cubicBezTo>
                <a:cubicBezTo>
                  <a:pt x="2550" y="91919"/>
                  <a:pt x="3008" y="92006"/>
                  <a:pt x="3455" y="91995"/>
                </a:cubicBezTo>
                <a:lnTo>
                  <a:pt x="96545" y="91995"/>
                </a:lnTo>
                <a:cubicBezTo>
                  <a:pt x="96992" y="92006"/>
                  <a:pt x="97439" y="91919"/>
                  <a:pt x="97864" y="91755"/>
                </a:cubicBezTo>
                <a:cubicBezTo>
                  <a:pt x="98278" y="91581"/>
                  <a:pt x="98659" y="91330"/>
                  <a:pt x="98976" y="91014"/>
                </a:cubicBezTo>
                <a:cubicBezTo>
                  <a:pt x="99302" y="90698"/>
                  <a:pt x="99554" y="90328"/>
                  <a:pt x="99728" y="89902"/>
                </a:cubicBezTo>
                <a:cubicBezTo>
                  <a:pt x="99902" y="89489"/>
                  <a:pt x="100000" y="89042"/>
                  <a:pt x="100000" y="88595"/>
                </a:cubicBezTo>
                <a:cubicBezTo>
                  <a:pt x="100000" y="88138"/>
                  <a:pt x="99902" y="87690"/>
                  <a:pt x="99728" y="87277"/>
                </a:cubicBezTo>
                <a:cubicBezTo>
                  <a:pt x="99554" y="86862"/>
                  <a:pt x="99302" y="86481"/>
                  <a:pt x="98976" y="86165"/>
                </a:cubicBezTo>
                <a:cubicBezTo>
                  <a:pt x="98659" y="85849"/>
                  <a:pt x="98278" y="85598"/>
                  <a:pt x="97864" y="85435"/>
                </a:cubicBezTo>
                <a:cubicBezTo>
                  <a:pt x="97439" y="85261"/>
                  <a:pt x="96992" y="85185"/>
                  <a:pt x="96545" y="85185"/>
                </a:cubicBezTo>
                <a:lnTo>
                  <a:pt x="3455" y="8518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9" name="Белый — SVG 19">
            <a:extLst>
              <a:ext uri="{FF2B5EF4-FFF2-40B4-BE49-F238E27FC236}">
                <a16:creationId xmlns:a16="http://schemas.microsoft.com/office/drawing/2014/main" id="{5B3EDAFB-F605-7A40-922B-F7A81B084F9A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109566 w 156115"/>
              <a:gd name="csY0" fmla="*/ 41 h 131123"/>
              <a:gd name="csX1" fmla="*/ 100753 w 156115"/>
              <a:gd name="csY1" fmla="*/ 1246 h 131123"/>
              <a:gd name="csX2" fmla="*/ 99954 w 156115"/>
              <a:gd name="csY2" fmla="*/ 4784 h 131123"/>
              <a:gd name="csX3" fmla="*/ 111115 w 156115"/>
              <a:gd name="csY3" fmla="*/ 15948 h 131123"/>
              <a:gd name="csX4" fmla="*/ 111795 w 156115"/>
              <a:gd name="csY4" fmla="*/ 25867 h 131123"/>
              <a:gd name="csX5" fmla="*/ 106402 w 156115"/>
              <a:gd name="csY5" fmla="*/ 28353 h 131123"/>
              <a:gd name="csX6" fmla="*/ 101400 w 156115"/>
              <a:gd name="csY6" fmla="*/ 26276 h 131123"/>
              <a:gd name="csX7" fmla="*/ 89933 w 156115"/>
              <a:gd name="csY7" fmla="*/ 14807 h 131123"/>
              <a:gd name="csX8" fmla="*/ 86394 w 156115"/>
              <a:gd name="csY8" fmla="*/ 15601 h 131123"/>
              <a:gd name="csX9" fmla="*/ 85578 w 156115"/>
              <a:gd name="csY9" fmla="*/ 27570 h 131123"/>
              <a:gd name="csX10" fmla="*/ 105245 w 156115"/>
              <a:gd name="csY10" fmla="*/ 45891 h 131123"/>
              <a:gd name="csX11" fmla="*/ 115096 w 156115"/>
              <a:gd name="csY11" fmla="*/ 44985 h 131123"/>
              <a:gd name="csX12" fmla="*/ 137877 w 156115"/>
              <a:gd name="csY12" fmla="*/ 67766 h 131123"/>
              <a:gd name="csX13" fmla="*/ 145397 w 156115"/>
              <a:gd name="csY13" fmla="*/ 70881 h 131123"/>
              <a:gd name="csX14" fmla="*/ 152916 w 156115"/>
              <a:gd name="csY14" fmla="*/ 67766 h 131123"/>
              <a:gd name="csX15" fmla="*/ 152916 w 156115"/>
              <a:gd name="csY15" fmla="*/ 52731 h 131123"/>
              <a:gd name="csX16" fmla="*/ 130136 w 156115"/>
              <a:gd name="csY16" fmla="*/ 29952 h 131123"/>
              <a:gd name="csX17" fmla="*/ 131037 w 156115"/>
              <a:gd name="csY17" fmla="*/ 20094 h 131123"/>
              <a:gd name="csX18" fmla="*/ 112714 w 156115"/>
              <a:gd name="csY18" fmla="*/ 443 h 131123"/>
              <a:gd name="csX19" fmla="*/ 109566 w 156115"/>
              <a:gd name="csY19" fmla="*/ 41 h 131123"/>
              <a:gd name="csX20" fmla="*/ 26660 w 156115"/>
              <a:gd name="csY20" fmla="*/ 24808 h 131123"/>
              <a:gd name="csX21" fmla="*/ 14257 w 156115"/>
              <a:gd name="csY21" fmla="*/ 37212 h 131123"/>
              <a:gd name="csX22" fmla="*/ 14257 w 156115"/>
              <a:gd name="csY22" fmla="*/ 104551 h 131123"/>
              <a:gd name="csX23" fmla="*/ 26660 w 156115"/>
              <a:gd name="csY23" fmla="*/ 116952 h 131123"/>
              <a:gd name="csX24" fmla="*/ 129455 w 156115"/>
              <a:gd name="csY24" fmla="*/ 116952 h 131123"/>
              <a:gd name="csX25" fmla="*/ 141858 w 156115"/>
              <a:gd name="csY25" fmla="*/ 104551 h 131123"/>
              <a:gd name="csX26" fmla="*/ 141858 w 156115"/>
              <a:gd name="csY26" fmla="*/ 77608 h 131123"/>
              <a:gd name="csX27" fmla="*/ 132875 w 156115"/>
              <a:gd name="csY27" fmla="*/ 72776 h 131123"/>
              <a:gd name="csX28" fmla="*/ 112867 w 156115"/>
              <a:gd name="csY28" fmla="*/ 52772 h 131123"/>
              <a:gd name="csX29" fmla="*/ 104360 w 156115"/>
              <a:gd name="csY29" fmla="*/ 52917 h 131123"/>
              <a:gd name="csX30" fmla="*/ 78636 w 156115"/>
              <a:gd name="csY30" fmla="*/ 28919 h 131123"/>
              <a:gd name="csX31" fmla="*/ 78125 w 156115"/>
              <a:gd name="csY31" fmla="*/ 24808 h 131123"/>
              <a:gd name="csX32" fmla="*/ 26660 w 156115"/>
              <a:gd name="csY32" fmla="*/ 24808 h 131123"/>
              <a:gd name="csX33" fmla="*/ 5393 w 156115"/>
              <a:gd name="csY33" fmla="*/ 120490 h 131123"/>
              <a:gd name="csX34" fmla="*/ 3335 w 156115"/>
              <a:gd name="csY34" fmla="*/ 120881 h 131123"/>
              <a:gd name="csX35" fmla="*/ 1582 w 156115"/>
              <a:gd name="csY35" fmla="*/ 122021 h 131123"/>
              <a:gd name="csX36" fmla="*/ 408 w 156115"/>
              <a:gd name="csY36" fmla="*/ 123756 h 131123"/>
              <a:gd name="csX37" fmla="*/ 0 w 156115"/>
              <a:gd name="csY37" fmla="*/ 125815 h 131123"/>
              <a:gd name="csX38" fmla="*/ 408 w 156115"/>
              <a:gd name="csY38" fmla="*/ 127856 h 131123"/>
              <a:gd name="csX39" fmla="*/ 1582 w 156115"/>
              <a:gd name="csY39" fmla="*/ 129591 h 131123"/>
              <a:gd name="csX40" fmla="*/ 3335 w 156115"/>
              <a:gd name="csY40" fmla="*/ 130748 h 131123"/>
              <a:gd name="csX41" fmla="*/ 5393 w 156115"/>
              <a:gd name="csY41" fmla="*/ 131122 h 131123"/>
              <a:gd name="csX42" fmla="*/ 150722 w 156115"/>
              <a:gd name="csY42" fmla="*/ 131122 h 131123"/>
              <a:gd name="csX43" fmla="*/ 152780 w 156115"/>
              <a:gd name="csY43" fmla="*/ 130748 h 131123"/>
              <a:gd name="csX44" fmla="*/ 154516 w 156115"/>
              <a:gd name="csY44" fmla="*/ 129591 h 131123"/>
              <a:gd name="csX45" fmla="*/ 155690 w 156115"/>
              <a:gd name="csY45" fmla="*/ 127856 h 131123"/>
              <a:gd name="csX46" fmla="*/ 156115 w 156115"/>
              <a:gd name="csY46" fmla="*/ 125815 h 131123"/>
              <a:gd name="csX47" fmla="*/ 155690 w 156115"/>
              <a:gd name="csY47" fmla="*/ 123756 h 131123"/>
              <a:gd name="csX48" fmla="*/ 154516 w 156115"/>
              <a:gd name="csY48" fmla="*/ 122021 h 131123"/>
              <a:gd name="csX49" fmla="*/ 152780 w 156115"/>
              <a:gd name="csY49" fmla="*/ 120881 h 131123"/>
              <a:gd name="csX50" fmla="*/ 150722 w 156115"/>
              <a:gd name="csY50" fmla="*/ 120490 h 131123"/>
              <a:gd name="csX51" fmla="*/ 5393 w 156115"/>
              <a:gd name="csY51" fmla="*/ 120490 h 131123"/>
            </a:gdLst>
            <a:ahLst/>
            <a:cxnLst/>
            <a:rect l="l" t="t" r="r" b="b"/>
            <a:pathLst>
              <a:path w="100000" h="100000">
                <a:moveTo>
                  <a:pt x="70183" y="8031"/>
                </a:moveTo>
                <a:cubicBezTo>
                  <a:pt x="68189" y="7912"/>
                  <a:pt x="66293" y="8198"/>
                  <a:pt x="64538" y="8802"/>
                </a:cubicBezTo>
                <a:cubicBezTo>
                  <a:pt x="63579" y="9129"/>
                  <a:pt x="63317" y="10358"/>
                  <a:pt x="64026" y="11069"/>
                </a:cubicBezTo>
                <a:lnTo>
                  <a:pt x="71175" y="18220"/>
                </a:lnTo>
                <a:cubicBezTo>
                  <a:pt x="72885" y="19930"/>
                  <a:pt x="73191" y="22736"/>
                  <a:pt x="71611" y="24574"/>
                </a:cubicBezTo>
                <a:cubicBezTo>
                  <a:pt x="70706" y="25636"/>
                  <a:pt x="69431" y="26166"/>
                  <a:pt x="68156" y="26166"/>
                </a:cubicBezTo>
                <a:cubicBezTo>
                  <a:pt x="67001" y="26166"/>
                  <a:pt x="65835" y="25722"/>
                  <a:pt x="64952" y="24836"/>
                </a:cubicBezTo>
                <a:lnTo>
                  <a:pt x="57607" y="17489"/>
                </a:lnTo>
                <a:cubicBezTo>
                  <a:pt x="56888" y="16777"/>
                  <a:pt x="55667" y="17048"/>
                  <a:pt x="55340" y="17998"/>
                </a:cubicBezTo>
                <a:cubicBezTo>
                  <a:pt x="54534" y="20341"/>
                  <a:pt x="54294" y="22947"/>
                  <a:pt x="54817" y="25664"/>
                </a:cubicBezTo>
                <a:cubicBezTo>
                  <a:pt x="56016" y="31805"/>
                  <a:pt x="61203" y="36631"/>
                  <a:pt x="67415" y="37400"/>
                </a:cubicBezTo>
                <a:cubicBezTo>
                  <a:pt x="69627" y="37676"/>
                  <a:pt x="71763" y="37439"/>
                  <a:pt x="73725" y="36820"/>
                </a:cubicBezTo>
                <a:lnTo>
                  <a:pt x="88318" y="51412"/>
                </a:lnTo>
                <a:cubicBezTo>
                  <a:pt x="89647" y="52741"/>
                  <a:pt x="91391" y="53407"/>
                  <a:pt x="93135" y="53407"/>
                </a:cubicBezTo>
                <a:cubicBezTo>
                  <a:pt x="94878" y="53407"/>
                  <a:pt x="96622" y="52741"/>
                  <a:pt x="97951" y="51412"/>
                </a:cubicBezTo>
                <a:cubicBezTo>
                  <a:pt x="100610" y="48753"/>
                  <a:pt x="100610" y="44439"/>
                  <a:pt x="97951" y="41781"/>
                </a:cubicBezTo>
                <a:lnTo>
                  <a:pt x="83359" y="27190"/>
                </a:lnTo>
                <a:cubicBezTo>
                  <a:pt x="83980" y="25226"/>
                  <a:pt x="84209" y="23098"/>
                  <a:pt x="83936" y="20876"/>
                </a:cubicBezTo>
                <a:cubicBezTo>
                  <a:pt x="83173" y="14667"/>
                  <a:pt x="78345" y="9482"/>
                  <a:pt x="72199" y="8288"/>
                </a:cubicBezTo>
                <a:cubicBezTo>
                  <a:pt x="71524" y="8156"/>
                  <a:pt x="70848" y="8071"/>
                  <a:pt x="70183" y="8031"/>
                </a:cubicBezTo>
                <a:close/>
                <a:moveTo>
                  <a:pt x="17077" y="23895"/>
                </a:moveTo>
                <a:cubicBezTo>
                  <a:pt x="12696" y="23895"/>
                  <a:pt x="9132" y="27459"/>
                  <a:pt x="9132" y="31841"/>
                </a:cubicBezTo>
                <a:lnTo>
                  <a:pt x="9132" y="74975"/>
                </a:lnTo>
                <a:cubicBezTo>
                  <a:pt x="9132" y="79355"/>
                  <a:pt x="12696" y="82918"/>
                  <a:pt x="17077" y="82918"/>
                </a:cubicBezTo>
                <a:lnTo>
                  <a:pt x="82923" y="82918"/>
                </a:lnTo>
                <a:cubicBezTo>
                  <a:pt x="87304" y="82918"/>
                  <a:pt x="90868" y="79355"/>
                  <a:pt x="90868" y="74975"/>
                </a:cubicBezTo>
                <a:lnTo>
                  <a:pt x="90868" y="57716"/>
                </a:lnTo>
                <a:cubicBezTo>
                  <a:pt x="88699" y="57279"/>
                  <a:pt x="86705" y="56219"/>
                  <a:pt x="85114" y="54621"/>
                </a:cubicBezTo>
                <a:lnTo>
                  <a:pt x="72297" y="41808"/>
                </a:lnTo>
                <a:cubicBezTo>
                  <a:pt x="70499" y="42095"/>
                  <a:pt x="68679" y="42128"/>
                  <a:pt x="66848" y="41901"/>
                </a:cubicBezTo>
                <a:cubicBezTo>
                  <a:pt x="58707" y="40895"/>
                  <a:pt x="51929" y="34571"/>
                  <a:pt x="50371" y="26529"/>
                </a:cubicBezTo>
                <a:cubicBezTo>
                  <a:pt x="50196" y="25657"/>
                  <a:pt x="50098" y="24777"/>
                  <a:pt x="50043" y="23895"/>
                </a:cubicBezTo>
                <a:lnTo>
                  <a:pt x="17077" y="23895"/>
                </a:lnTo>
                <a:close/>
                <a:moveTo>
                  <a:pt x="3455" y="85185"/>
                </a:moveTo>
                <a:cubicBezTo>
                  <a:pt x="3008" y="85185"/>
                  <a:pt x="2550" y="85261"/>
                  <a:pt x="2136" y="85435"/>
                </a:cubicBezTo>
                <a:cubicBezTo>
                  <a:pt x="1722" y="85599"/>
                  <a:pt x="1341" y="85850"/>
                  <a:pt x="1013" y="86165"/>
                </a:cubicBezTo>
                <a:cubicBezTo>
                  <a:pt x="698" y="86481"/>
                  <a:pt x="436" y="86863"/>
                  <a:pt x="261" y="87277"/>
                </a:cubicBezTo>
                <a:cubicBezTo>
                  <a:pt x="87" y="87691"/>
                  <a:pt x="0" y="88138"/>
                  <a:pt x="0" y="88596"/>
                </a:cubicBezTo>
                <a:cubicBezTo>
                  <a:pt x="0" y="89042"/>
                  <a:pt x="87" y="89489"/>
                  <a:pt x="261" y="89903"/>
                </a:cubicBezTo>
                <a:cubicBezTo>
                  <a:pt x="436" y="90328"/>
                  <a:pt x="698" y="90699"/>
                  <a:pt x="1013" y="91014"/>
                </a:cubicBezTo>
                <a:cubicBezTo>
                  <a:pt x="1341" y="91330"/>
                  <a:pt x="1722" y="91581"/>
                  <a:pt x="2136" y="91755"/>
                </a:cubicBezTo>
                <a:cubicBezTo>
                  <a:pt x="2550" y="91919"/>
                  <a:pt x="3008" y="92006"/>
                  <a:pt x="3455" y="91995"/>
                </a:cubicBezTo>
                <a:lnTo>
                  <a:pt x="96545" y="91995"/>
                </a:lnTo>
                <a:cubicBezTo>
                  <a:pt x="96992" y="92006"/>
                  <a:pt x="97439" y="91919"/>
                  <a:pt x="97864" y="91755"/>
                </a:cubicBezTo>
                <a:cubicBezTo>
                  <a:pt x="98278" y="91581"/>
                  <a:pt x="98659" y="91330"/>
                  <a:pt x="98976" y="91014"/>
                </a:cubicBezTo>
                <a:cubicBezTo>
                  <a:pt x="99302" y="90699"/>
                  <a:pt x="99554" y="90328"/>
                  <a:pt x="99728" y="89903"/>
                </a:cubicBezTo>
                <a:cubicBezTo>
                  <a:pt x="99902" y="89489"/>
                  <a:pt x="100000" y="89042"/>
                  <a:pt x="100000" y="88596"/>
                </a:cubicBezTo>
                <a:cubicBezTo>
                  <a:pt x="100000" y="88138"/>
                  <a:pt x="99902" y="87691"/>
                  <a:pt x="99728" y="87277"/>
                </a:cubicBezTo>
                <a:cubicBezTo>
                  <a:pt x="99554" y="86863"/>
                  <a:pt x="99302" y="86481"/>
                  <a:pt x="98976" y="86165"/>
                </a:cubicBezTo>
                <a:cubicBezTo>
                  <a:pt x="98659" y="85850"/>
                  <a:pt x="98278" y="85599"/>
                  <a:pt x="97864" y="85435"/>
                </a:cubicBezTo>
                <a:cubicBezTo>
                  <a:pt x="97439" y="85261"/>
                  <a:pt x="96992" y="85185"/>
                  <a:pt x="96545" y="85185"/>
                </a:cubicBezTo>
                <a:lnTo>
                  <a:pt x="3455" y="8518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0" name="Белый — SVG 20">
            <a:extLst>
              <a:ext uri="{FF2B5EF4-FFF2-40B4-BE49-F238E27FC236}">
                <a16:creationId xmlns:a16="http://schemas.microsoft.com/office/drawing/2014/main" id="{92C8DF9B-6028-864C-991F-BECA9B89A263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34095 w 134695"/>
              <a:gd name="csY0" fmla="*/ 48097 h 153508"/>
              <a:gd name="csX1" fmla="*/ 31254 w 134695"/>
              <a:gd name="csY1" fmla="*/ 49543 h 153508"/>
              <a:gd name="csX2" fmla="*/ 28361 w 134695"/>
              <a:gd name="csY2" fmla="*/ 54279 h 153508"/>
              <a:gd name="csX3" fmla="*/ 28361 w 134695"/>
              <a:gd name="csY3" fmla="*/ 57050 h 153508"/>
              <a:gd name="csX4" fmla="*/ 62031 w 134695"/>
              <a:gd name="csY4" fmla="*/ 77418 h 153508"/>
              <a:gd name="csX5" fmla="*/ 62031 w 134695"/>
              <a:gd name="csY5" fmla="*/ 119775 h 153508"/>
              <a:gd name="csX6" fmla="*/ 64464 w 134695"/>
              <a:gd name="csY6" fmla="*/ 121340 h 153508"/>
              <a:gd name="csX7" fmla="*/ 67339 w 134695"/>
              <a:gd name="csY7" fmla="*/ 122191 h 153508"/>
              <a:gd name="csX8" fmla="*/ 70231 w 134695"/>
              <a:gd name="csY8" fmla="*/ 121340 h 153508"/>
              <a:gd name="csX9" fmla="*/ 72664 w 134695"/>
              <a:gd name="csY9" fmla="*/ 119775 h 153508"/>
              <a:gd name="csX10" fmla="*/ 72664 w 134695"/>
              <a:gd name="csY10" fmla="*/ 77418 h 153508"/>
              <a:gd name="csX11" fmla="*/ 106334 w 134695"/>
              <a:gd name="csY11" fmla="*/ 57050 h 153508"/>
              <a:gd name="csX12" fmla="*/ 106334 w 134695"/>
              <a:gd name="csY12" fmla="*/ 54279 h 153508"/>
              <a:gd name="csX13" fmla="*/ 103425 w 134695"/>
              <a:gd name="csY13" fmla="*/ 49540 h 153508"/>
              <a:gd name="csX14" fmla="*/ 100600 w 134695"/>
              <a:gd name="csY14" fmla="*/ 48097 h 153508"/>
              <a:gd name="csX15" fmla="*/ 67339 w 134695"/>
              <a:gd name="csY15" fmla="*/ 68209 h 153508"/>
              <a:gd name="csX16" fmla="*/ 34095 w 134695"/>
              <a:gd name="csY16" fmla="*/ 48097 h 153508"/>
              <a:gd name="csX17" fmla="*/ 64923 w 134695"/>
              <a:gd name="csY17" fmla="*/ 32398 h 153508"/>
              <a:gd name="csX18" fmla="*/ 69755 w 134695"/>
              <a:gd name="csY18" fmla="*/ 32398 h 153508"/>
              <a:gd name="csX19" fmla="*/ 100600 w 134695"/>
              <a:gd name="csY19" fmla="*/ 48097 h 153508"/>
              <a:gd name="csX20" fmla="*/ 129149 w 134695"/>
              <a:gd name="csY20" fmla="*/ 30824 h 153508"/>
              <a:gd name="csX21" fmla="*/ 69755 w 134695"/>
              <a:gd name="csY21" fmla="*/ 577 h 153508"/>
              <a:gd name="csX22" fmla="*/ 64940 w 134695"/>
              <a:gd name="csY22" fmla="*/ 577 h 153508"/>
              <a:gd name="csX23" fmla="*/ 5546 w 134695"/>
              <a:gd name="csY23" fmla="*/ 30824 h 153508"/>
              <a:gd name="csX24" fmla="*/ 34095 w 134695"/>
              <a:gd name="csY24" fmla="*/ 48097 h 153508"/>
              <a:gd name="csX25" fmla="*/ 64923 w 134695"/>
              <a:gd name="csY25" fmla="*/ 32398 h 153508"/>
              <a:gd name="csX26" fmla="*/ 30794 w 134695"/>
              <a:gd name="csY26" fmla="*/ 99598 h 153508"/>
              <a:gd name="csX27" fmla="*/ 28361 w 134695"/>
              <a:gd name="csY27" fmla="*/ 95138 h 153508"/>
              <a:gd name="csX28" fmla="*/ 28361 w 134695"/>
              <a:gd name="csY28" fmla="*/ 57050 h 153508"/>
              <a:gd name="csX29" fmla="*/ 0 w 134695"/>
              <a:gd name="csY29" fmla="*/ 39898 h 153508"/>
              <a:gd name="csX30" fmla="*/ 0 w 134695"/>
              <a:gd name="csY30" fmla="*/ 110579 h 153508"/>
              <a:gd name="csX31" fmla="*/ 2433 w 134695"/>
              <a:gd name="csY31" fmla="*/ 115046 h 153508"/>
              <a:gd name="csX32" fmla="*/ 62031 w 134695"/>
              <a:gd name="csY32" fmla="*/ 153508 h 153508"/>
              <a:gd name="csX33" fmla="*/ 62031 w 134695"/>
              <a:gd name="csY33" fmla="*/ 119775 h 153508"/>
              <a:gd name="csX34" fmla="*/ 30794 w 134695"/>
              <a:gd name="csY34" fmla="*/ 99598 h 153508"/>
              <a:gd name="csX35" fmla="*/ 106334 w 134695"/>
              <a:gd name="csY35" fmla="*/ 95138 h 153508"/>
              <a:gd name="csX36" fmla="*/ 103901 w 134695"/>
              <a:gd name="csY36" fmla="*/ 99603 h 153508"/>
              <a:gd name="csX37" fmla="*/ 72664 w 134695"/>
              <a:gd name="csY37" fmla="*/ 119775 h 153508"/>
              <a:gd name="csX38" fmla="*/ 72664 w 134695"/>
              <a:gd name="csY38" fmla="*/ 153508 h 153508"/>
              <a:gd name="csX39" fmla="*/ 132263 w 134695"/>
              <a:gd name="csY39" fmla="*/ 115046 h 153508"/>
              <a:gd name="csX40" fmla="*/ 134695 w 134695"/>
              <a:gd name="csY40" fmla="*/ 110576 h 153508"/>
              <a:gd name="csX41" fmla="*/ 134695 w 134695"/>
              <a:gd name="csY41" fmla="*/ 39901 h 153508"/>
              <a:gd name="csX42" fmla="*/ 106334 w 134695"/>
              <a:gd name="csY42" fmla="*/ 57054 h 153508"/>
              <a:gd name="csX43" fmla="*/ 106334 w 134695"/>
              <a:gd name="csY43" fmla="*/ 95138 h 153508"/>
            </a:gdLst>
            <a:ahLst/>
            <a:cxnLst/>
            <a:rect l="l" t="t" r="r" b="b"/>
            <a:pathLst>
              <a:path w="100000" h="100000">
                <a:moveTo>
                  <a:pt x="28338" y="31332"/>
                </a:moveTo>
                <a:lnTo>
                  <a:pt x="26488" y="32274"/>
                </a:lnTo>
                <a:cubicBezTo>
                  <a:pt x="25323" y="32863"/>
                  <a:pt x="24603" y="34057"/>
                  <a:pt x="24603" y="35359"/>
                </a:cubicBezTo>
                <a:lnTo>
                  <a:pt x="24603" y="37164"/>
                </a:lnTo>
                <a:lnTo>
                  <a:pt x="46537" y="50433"/>
                </a:lnTo>
                <a:lnTo>
                  <a:pt x="46537" y="78025"/>
                </a:lnTo>
                <a:lnTo>
                  <a:pt x="48122" y="79045"/>
                </a:lnTo>
                <a:cubicBezTo>
                  <a:pt x="48698" y="79411"/>
                  <a:pt x="49341" y="79599"/>
                  <a:pt x="49994" y="79599"/>
                </a:cubicBezTo>
                <a:cubicBezTo>
                  <a:pt x="50649" y="79599"/>
                  <a:pt x="51302" y="79411"/>
                  <a:pt x="51878" y="79045"/>
                </a:cubicBezTo>
                <a:lnTo>
                  <a:pt x="53463" y="78025"/>
                </a:lnTo>
                <a:lnTo>
                  <a:pt x="53463" y="50433"/>
                </a:lnTo>
                <a:lnTo>
                  <a:pt x="75397" y="37164"/>
                </a:lnTo>
                <a:lnTo>
                  <a:pt x="75397" y="35359"/>
                </a:lnTo>
                <a:cubicBezTo>
                  <a:pt x="75397" y="34057"/>
                  <a:pt x="74665" y="32863"/>
                  <a:pt x="73502" y="32272"/>
                </a:cubicBezTo>
                <a:lnTo>
                  <a:pt x="71662" y="31332"/>
                </a:lnTo>
                <a:lnTo>
                  <a:pt x="49994" y="44434"/>
                </a:lnTo>
                <a:lnTo>
                  <a:pt x="28338" y="31332"/>
                </a:lnTo>
                <a:close/>
                <a:moveTo>
                  <a:pt x="48421" y="21105"/>
                </a:moveTo>
                <a:cubicBezTo>
                  <a:pt x="49418" y="20604"/>
                  <a:pt x="50582" y="20604"/>
                  <a:pt x="51568" y="21105"/>
                </a:cubicBezTo>
                <a:lnTo>
                  <a:pt x="71662" y="31332"/>
                </a:lnTo>
                <a:lnTo>
                  <a:pt x="90259" y="20080"/>
                </a:lnTo>
                <a:lnTo>
                  <a:pt x="51568" y="376"/>
                </a:lnTo>
                <a:cubicBezTo>
                  <a:pt x="50582" y="-125"/>
                  <a:pt x="49418" y="-125"/>
                  <a:pt x="48432" y="376"/>
                </a:cubicBezTo>
                <a:lnTo>
                  <a:pt x="9741" y="20080"/>
                </a:lnTo>
                <a:lnTo>
                  <a:pt x="28338" y="31332"/>
                </a:lnTo>
                <a:lnTo>
                  <a:pt x="48421" y="21105"/>
                </a:lnTo>
                <a:close/>
                <a:moveTo>
                  <a:pt x="26188" y="64881"/>
                </a:moveTo>
                <a:cubicBezTo>
                  <a:pt x="25191" y="64244"/>
                  <a:pt x="24603" y="63150"/>
                  <a:pt x="24603" y="61976"/>
                </a:cubicBezTo>
                <a:lnTo>
                  <a:pt x="24603" y="37164"/>
                </a:lnTo>
                <a:lnTo>
                  <a:pt x="6128" y="25991"/>
                </a:lnTo>
                <a:lnTo>
                  <a:pt x="6128" y="72035"/>
                </a:lnTo>
                <a:cubicBezTo>
                  <a:pt x="6128" y="73216"/>
                  <a:pt x="6726" y="74302"/>
                  <a:pt x="7713" y="74945"/>
                </a:cubicBezTo>
                <a:lnTo>
                  <a:pt x="46537" y="100000"/>
                </a:lnTo>
                <a:lnTo>
                  <a:pt x="46537" y="78025"/>
                </a:lnTo>
                <a:lnTo>
                  <a:pt x="26188" y="64881"/>
                </a:lnTo>
                <a:close/>
                <a:moveTo>
                  <a:pt x="75397" y="61976"/>
                </a:moveTo>
                <a:cubicBezTo>
                  <a:pt x="75397" y="63153"/>
                  <a:pt x="74798" y="64244"/>
                  <a:pt x="73812" y="64885"/>
                </a:cubicBezTo>
                <a:lnTo>
                  <a:pt x="53463" y="78025"/>
                </a:lnTo>
                <a:lnTo>
                  <a:pt x="53463" y="100000"/>
                </a:lnTo>
                <a:lnTo>
                  <a:pt x="92288" y="74945"/>
                </a:lnTo>
                <a:cubicBezTo>
                  <a:pt x="93274" y="74302"/>
                  <a:pt x="93872" y="73205"/>
                  <a:pt x="93872" y="72033"/>
                </a:cubicBezTo>
                <a:lnTo>
                  <a:pt x="93872" y="25993"/>
                </a:lnTo>
                <a:lnTo>
                  <a:pt x="75397" y="37167"/>
                </a:lnTo>
                <a:lnTo>
                  <a:pt x="75397" y="6197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1" name="Белый — SVG 21">
            <a:extLst>
              <a:ext uri="{FF2B5EF4-FFF2-40B4-BE49-F238E27FC236}">
                <a16:creationId xmlns:a16="http://schemas.microsoft.com/office/drawing/2014/main" id="{0A4BC5E8-F6AD-E64A-AC2D-DDC42A540417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15942 w 141772"/>
              <a:gd name="csY0" fmla="*/ 0 h 134740"/>
              <a:gd name="csX1" fmla="*/ 0 w 141772"/>
              <a:gd name="csY1" fmla="*/ 15948 h 134740"/>
              <a:gd name="csX2" fmla="*/ 0 w 141772"/>
              <a:gd name="csY2" fmla="*/ 90371 h 134740"/>
              <a:gd name="csX3" fmla="*/ 15942 w 141772"/>
              <a:gd name="csY3" fmla="*/ 106319 h 134740"/>
              <a:gd name="csX4" fmla="*/ 46072 w 141772"/>
              <a:gd name="csY4" fmla="*/ 106319 h 134740"/>
              <a:gd name="csX5" fmla="*/ 46072 w 141772"/>
              <a:gd name="csY5" fmla="*/ 124045 h 134740"/>
              <a:gd name="csX6" fmla="*/ 33670 w 141772"/>
              <a:gd name="csY6" fmla="*/ 124045 h 134740"/>
              <a:gd name="csX7" fmla="*/ 31611 w 141772"/>
              <a:gd name="csY7" fmla="*/ 124419 h 134740"/>
              <a:gd name="csX8" fmla="*/ 29859 w 141772"/>
              <a:gd name="csY8" fmla="*/ 125576 h 134740"/>
              <a:gd name="csX9" fmla="*/ 28685 w 141772"/>
              <a:gd name="csY9" fmla="*/ 127311 h 134740"/>
              <a:gd name="csX10" fmla="*/ 28276 w 141772"/>
              <a:gd name="csY10" fmla="*/ 129352 h 134740"/>
              <a:gd name="csX11" fmla="*/ 28685 w 141772"/>
              <a:gd name="csY11" fmla="*/ 131411 h 134740"/>
              <a:gd name="csX12" fmla="*/ 29859 w 141772"/>
              <a:gd name="csY12" fmla="*/ 133146 h 134740"/>
              <a:gd name="csX13" fmla="*/ 31611 w 141772"/>
              <a:gd name="csY13" fmla="*/ 134286 h 134740"/>
              <a:gd name="csX14" fmla="*/ 33670 w 141772"/>
              <a:gd name="csY14" fmla="*/ 134677 h 134740"/>
              <a:gd name="csX15" fmla="*/ 50530 w 141772"/>
              <a:gd name="csY15" fmla="*/ 134677 h 134740"/>
              <a:gd name="csX16" fmla="*/ 52248 w 141772"/>
              <a:gd name="csY16" fmla="*/ 134677 h 134740"/>
              <a:gd name="csX17" fmla="*/ 89508 w 141772"/>
              <a:gd name="csY17" fmla="*/ 134677 h 134740"/>
              <a:gd name="csX18" fmla="*/ 91243 w 141772"/>
              <a:gd name="csY18" fmla="*/ 134677 h 134740"/>
              <a:gd name="csX19" fmla="*/ 108103 w 141772"/>
              <a:gd name="csY19" fmla="*/ 134677 h 134740"/>
              <a:gd name="csX20" fmla="*/ 110162 w 141772"/>
              <a:gd name="csY20" fmla="*/ 134286 h 134740"/>
              <a:gd name="csX21" fmla="*/ 111914 w 141772"/>
              <a:gd name="csY21" fmla="*/ 133146 h 134740"/>
              <a:gd name="csX22" fmla="*/ 113088 w 141772"/>
              <a:gd name="csY22" fmla="*/ 131411 h 134740"/>
              <a:gd name="csX23" fmla="*/ 113496 w 141772"/>
              <a:gd name="csY23" fmla="*/ 129352 h 134740"/>
              <a:gd name="csX24" fmla="*/ 113088 w 141772"/>
              <a:gd name="csY24" fmla="*/ 127311 h 134740"/>
              <a:gd name="csX25" fmla="*/ 111914 w 141772"/>
              <a:gd name="csY25" fmla="*/ 125576 h 134740"/>
              <a:gd name="csX26" fmla="*/ 110162 w 141772"/>
              <a:gd name="csY26" fmla="*/ 124419 h 134740"/>
              <a:gd name="csX27" fmla="*/ 108103 w 141772"/>
              <a:gd name="csY27" fmla="*/ 124045 h 134740"/>
              <a:gd name="csX28" fmla="*/ 95700 w 141772"/>
              <a:gd name="csY28" fmla="*/ 124045 h 134740"/>
              <a:gd name="csX29" fmla="*/ 95700 w 141772"/>
              <a:gd name="csY29" fmla="*/ 106319 h 134740"/>
              <a:gd name="csX30" fmla="*/ 125831 w 141772"/>
              <a:gd name="csY30" fmla="*/ 106319 h 134740"/>
              <a:gd name="csX31" fmla="*/ 141773 w 141772"/>
              <a:gd name="csY31" fmla="*/ 90371 h 134740"/>
              <a:gd name="csX32" fmla="*/ 141773 w 141772"/>
              <a:gd name="csY32" fmla="*/ 15948 h 134740"/>
              <a:gd name="csX33" fmla="*/ 125831 w 141772"/>
              <a:gd name="csY33" fmla="*/ 0 h 134740"/>
              <a:gd name="csX34" fmla="*/ 15942 w 141772"/>
              <a:gd name="csY34" fmla="*/ 0 h 134740"/>
              <a:gd name="csX35" fmla="*/ 56706 w 141772"/>
              <a:gd name="csY35" fmla="*/ 106319 h 134740"/>
              <a:gd name="csX36" fmla="*/ 85067 w 141772"/>
              <a:gd name="csY36" fmla="*/ 106319 h 134740"/>
              <a:gd name="csX37" fmla="*/ 85067 w 141772"/>
              <a:gd name="csY37" fmla="*/ 124045 h 134740"/>
              <a:gd name="csX38" fmla="*/ 56706 w 141772"/>
              <a:gd name="csY38" fmla="*/ 124045 h 134740"/>
              <a:gd name="csX39" fmla="*/ 56706 w 141772"/>
              <a:gd name="csY39" fmla="*/ 106319 h 134740"/>
            </a:gdLst>
            <a:ahLst/>
            <a:cxnLst/>
            <a:rect l="l" t="t" r="r" b="b"/>
            <a:pathLst>
              <a:path w="100000" h="100000">
                <a:moveTo>
                  <a:pt x="11245" y="2480"/>
                </a:moveTo>
                <a:cubicBezTo>
                  <a:pt x="5052" y="2480"/>
                  <a:pt x="0" y="7527"/>
                  <a:pt x="0" y="13729"/>
                </a:cubicBezTo>
                <a:lnTo>
                  <a:pt x="0" y="66224"/>
                </a:lnTo>
                <a:cubicBezTo>
                  <a:pt x="0" y="72422"/>
                  <a:pt x="5052" y="77473"/>
                  <a:pt x="11245" y="77473"/>
                </a:cubicBezTo>
                <a:lnTo>
                  <a:pt x="32497" y="77473"/>
                </a:lnTo>
                <a:lnTo>
                  <a:pt x="32497" y="89976"/>
                </a:lnTo>
                <a:lnTo>
                  <a:pt x="23749" y="89976"/>
                </a:lnTo>
                <a:cubicBezTo>
                  <a:pt x="23257" y="89964"/>
                  <a:pt x="22765" y="90060"/>
                  <a:pt x="22297" y="90240"/>
                </a:cubicBezTo>
                <a:cubicBezTo>
                  <a:pt x="21841" y="90432"/>
                  <a:pt x="21421" y="90708"/>
                  <a:pt x="21061" y="91056"/>
                </a:cubicBezTo>
                <a:cubicBezTo>
                  <a:pt x="20713" y="91404"/>
                  <a:pt x="20425" y="91812"/>
                  <a:pt x="20233" y="92280"/>
                </a:cubicBezTo>
                <a:cubicBezTo>
                  <a:pt x="20041" y="92736"/>
                  <a:pt x="19945" y="93228"/>
                  <a:pt x="19945" y="93719"/>
                </a:cubicBezTo>
                <a:cubicBezTo>
                  <a:pt x="19945" y="94224"/>
                  <a:pt x="20041" y="94715"/>
                  <a:pt x="20233" y="95172"/>
                </a:cubicBezTo>
                <a:cubicBezTo>
                  <a:pt x="20425" y="95627"/>
                  <a:pt x="20713" y="96048"/>
                  <a:pt x="21061" y="96396"/>
                </a:cubicBezTo>
                <a:cubicBezTo>
                  <a:pt x="21421" y="96743"/>
                  <a:pt x="21841" y="97019"/>
                  <a:pt x="22297" y="97200"/>
                </a:cubicBezTo>
                <a:cubicBezTo>
                  <a:pt x="22765" y="97392"/>
                  <a:pt x="23257" y="97476"/>
                  <a:pt x="23749" y="97476"/>
                </a:cubicBezTo>
                <a:lnTo>
                  <a:pt x="35642" y="97476"/>
                </a:lnTo>
                <a:cubicBezTo>
                  <a:pt x="36037" y="97535"/>
                  <a:pt x="36446" y="97535"/>
                  <a:pt x="36854" y="97476"/>
                </a:cubicBezTo>
                <a:lnTo>
                  <a:pt x="63135" y="97476"/>
                </a:lnTo>
                <a:cubicBezTo>
                  <a:pt x="63543" y="97535"/>
                  <a:pt x="63951" y="97535"/>
                  <a:pt x="64359" y="97476"/>
                </a:cubicBezTo>
                <a:lnTo>
                  <a:pt x="76251" y="97476"/>
                </a:lnTo>
                <a:cubicBezTo>
                  <a:pt x="76756" y="97476"/>
                  <a:pt x="77247" y="97392"/>
                  <a:pt x="77704" y="97200"/>
                </a:cubicBezTo>
                <a:cubicBezTo>
                  <a:pt x="78171" y="97019"/>
                  <a:pt x="78592" y="96743"/>
                  <a:pt x="78939" y="96396"/>
                </a:cubicBezTo>
                <a:cubicBezTo>
                  <a:pt x="79300" y="96048"/>
                  <a:pt x="79576" y="95627"/>
                  <a:pt x="79768" y="95172"/>
                </a:cubicBezTo>
                <a:cubicBezTo>
                  <a:pt x="79959" y="94715"/>
                  <a:pt x="80055" y="94224"/>
                  <a:pt x="80055" y="93719"/>
                </a:cubicBezTo>
                <a:cubicBezTo>
                  <a:pt x="80055" y="93228"/>
                  <a:pt x="79959" y="92736"/>
                  <a:pt x="79768" y="92280"/>
                </a:cubicBezTo>
                <a:cubicBezTo>
                  <a:pt x="79576" y="91812"/>
                  <a:pt x="79300" y="91404"/>
                  <a:pt x="78939" y="91056"/>
                </a:cubicBezTo>
                <a:cubicBezTo>
                  <a:pt x="78592" y="90708"/>
                  <a:pt x="78171" y="90432"/>
                  <a:pt x="77704" y="90240"/>
                </a:cubicBezTo>
                <a:cubicBezTo>
                  <a:pt x="77247" y="90060"/>
                  <a:pt x="76756" y="89964"/>
                  <a:pt x="76251" y="89976"/>
                </a:cubicBezTo>
                <a:lnTo>
                  <a:pt x="67503" y="89976"/>
                </a:lnTo>
                <a:lnTo>
                  <a:pt x="67503" y="77473"/>
                </a:lnTo>
                <a:lnTo>
                  <a:pt x="88756" y="77473"/>
                </a:lnTo>
                <a:cubicBezTo>
                  <a:pt x="94960" y="77473"/>
                  <a:pt x="100001" y="72422"/>
                  <a:pt x="100001" y="66224"/>
                </a:cubicBezTo>
                <a:lnTo>
                  <a:pt x="100001" y="13729"/>
                </a:lnTo>
                <a:cubicBezTo>
                  <a:pt x="100001" y="7527"/>
                  <a:pt x="94960" y="2480"/>
                  <a:pt x="88756" y="2480"/>
                </a:cubicBezTo>
                <a:lnTo>
                  <a:pt x="11245" y="2480"/>
                </a:lnTo>
                <a:close/>
                <a:moveTo>
                  <a:pt x="39998" y="77473"/>
                </a:moveTo>
                <a:lnTo>
                  <a:pt x="60003" y="77473"/>
                </a:lnTo>
                <a:lnTo>
                  <a:pt x="60003" y="89976"/>
                </a:lnTo>
                <a:lnTo>
                  <a:pt x="39998" y="89976"/>
                </a:lnTo>
                <a:lnTo>
                  <a:pt x="39998" y="7747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2" name="Белый — SVG 22">
            <a:extLst>
              <a:ext uri="{FF2B5EF4-FFF2-40B4-BE49-F238E27FC236}">
                <a16:creationId xmlns:a16="http://schemas.microsoft.com/office/drawing/2014/main" id="{2AAB1971-A0E0-0640-9C66-1862EC568E92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26575 w 152406"/>
              <a:gd name="csY0" fmla="*/ 0 h 127583"/>
              <a:gd name="csX1" fmla="*/ 14172 w 152406"/>
              <a:gd name="csY1" fmla="*/ 12404 h 127583"/>
              <a:gd name="csX2" fmla="*/ 14172 w 152406"/>
              <a:gd name="csY2" fmla="*/ 79740 h 127583"/>
              <a:gd name="csX3" fmla="*/ 26575 w 152406"/>
              <a:gd name="csY3" fmla="*/ 92149 h 127583"/>
              <a:gd name="csX4" fmla="*/ 74434 w 152406"/>
              <a:gd name="csY4" fmla="*/ 92149 h 127583"/>
              <a:gd name="csX5" fmla="*/ 74434 w 152406"/>
              <a:gd name="csY5" fmla="*/ 61640 h 127583"/>
              <a:gd name="csX6" fmla="*/ 71848 w 152406"/>
              <a:gd name="csY6" fmla="*/ 63030 h 127583"/>
              <a:gd name="csX7" fmla="*/ 69109 w 152406"/>
              <a:gd name="csY7" fmla="*/ 63792 h 127583"/>
              <a:gd name="csX8" fmla="*/ 66506 w 152406"/>
              <a:gd name="csY8" fmla="*/ 63106 h 127583"/>
              <a:gd name="csX9" fmla="*/ 63800 w 152406"/>
              <a:gd name="csY9" fmla="*/ 58476 h 127583"/>
              <a:gd name="csX10" fmla="*/ 63800 w 152406"/>
              <a:gd name="csY10" fmla="*/ 37212 h 127583"/>
              <a:gd name="csX11" fmla="*/ 66506 w 152406"/>
              <a:gd name="csY11" fmla="*/ 32581 h 127583"/>
              <a:gd name="csX12" fmla="*/ 71848 w 152406"/>
              <a:gd name="csY12" fmla="*/ 32658 h 127583"/>
              <a:gd name="csX13" fmla="*/ 74876 w 152406"/>
              <a:gd name="csY13" fmla="*/ 34388 h 127583"/>
              <a:gd name="csX14" fmla="*/ 99239 w 152406"/>
              <a:gd name="csY14" fmla="*/ 14175 h 127583"/>
              <a:gd name="csX15" fmla="*/ 141773 w 152406"/>
              <a:gd name="csY15" fmla="*/ 14175 h 127583"/>
              <a:gd name="csX16" fmla="*/ 141773 w 152406"/>
              <a:gd name="csY16" fmla="*/ 12404 h 127583"/>
              <a:gd name="csX17" fmla="*/ 129370 w 152406"/>
              <a:gd name="csY17" fmla="*/ 0 h 127583"/>
              <a:gd name="csX18" fmla="*/ 26575 w 152406"/>
              <a:gd name="csY18" fmla="*/ 0 h 127583"/>
              <a:gd name="csX19" fmla="*/ 97470 w 152406"/>
              <a:gd name="csY19" fmla="*/ 21264 h 127583"/>
              <a:gd name="csX20" fmla="*/ 81528 w 152406"/>
              <a:gd name="csY20" fmla="*/ 37212 h 127583"/>
              <a:gd name="csX21" fmla="*/ 81528 w 152406"/>
              <a:gd name="csY21" fmla="*/ 111627 h 127583"/>
              <a:gd name="csX22" fmla="*/ 97470 w 152406"/>
              <a:gd name="csY22" fmla="*/ 127583 h 127583"/>
              <a:gd name="csX23" fmla="*/ 136464 w 152406"/>
              <a:gd name="csY23" fmla="*/ 127583 h 127583"/>
              <a:gd name="csX24" fmla="*/ 152406 w 152406"/>
              <a:gd name="csY24" fmla="*/ 111627 h 127583"/>
              <a:gd name="csX25" fmla="*/ 152406 w 152406"/>
              <a:gd name="csY25" fmla="*/ 37212 h 127583"/>
              <a:gd name="csX26" fmla="*/ 136464 w 152406"/>
              <a:gd name="csY26" fmla="*/ 21264 h 127583"/>
              <a:gd name="csX27" fmla="*/ 97470 w 152406"/>
              <a:gd name="csY27" fmla="*/ 21264 h 127583"/>
              <a:gd name="csX28" fmla="*/ 108171 w 152406"/>
              <a:gd name="csY28" fmla="*/ 49616 h 127583"/>
              <a:gd name="csX29" fmla="*/ 110842 w 152406"/>
              <a:gd name="csY29" fmla="*/ 50377 h 127583"/>
              <a:gd name="csX30" fmla="*/ 128570 w 152406"/>
              <a:gd name="csY30" fmla="*/ 61009 h 127583"/>
              <a:gd name="csX31" fmla="*/ 131139 w 152406"/>
              <a:gd name="csY31" fmla="*/ 65564 h 127583"/>
              <a:gd name="csX32" fmla="*/ 128570 w 152406"/>
              <a:gd name="csY32" fmla="*/ 70118 h 127583"/>
              <a:gd name="csX33" fmla="*/ 110842 w 152406"/>
              <a:gd name="csY33" fmla="*/ 80750 h 127583"/>
              <a:gd name="csX34" fmla="*/ 108103 w 152406"/>
              <a:gd name="csY34" fmla="*/ 81512 h 127583"/>
              <a:gd name="csX35" fmla="*/ 105483 w 152406"/>
              <a:gd name="csY35" fmla="*/ 80827 h 127583"/>
              <a:gd name="csX36" fmla="*/ 102795 w 152406"/>
              <a:gd name="csY36" fmla="*/ 76196 h 127583"/>
              <a:gd name="csX37" fmla="*/ 102795 w 152406"/>
              <a:gd name="csY37" fmla="*/ 54932 h 127583"/>
              <a:gd name="csX38" fmla="*/ 105483 w 152406"/>
              <a:gd name="csY38" fmla="*/ 50300 h 127583"/>
              <a:gd name="csX39" fmla="*/ 108171 w 152406"/>
              <a:gd name="csY39" fmla="*/ 49616 h 127583"/>
              <a:gd name="csX40" fmla="*/ 5308 w 152406"/>
              <a:gd name="csY40" fmla="*/ 95687 h 127583"/>
              <a:gd name="csX41" fmla="*/ 0 w 152406"/>
              <a:gd name="csY41" fmla="*/ 100995 h 127583"/>
              <a:gd name="csX42" fmla="*/ 5308 w 152406"/>
              <a:gd name="csY42" fmla="*/ 106319 h 127583"/>
              <a:gd name="csX43" fmla="*/ 74434 w 152406"/>
              <a:gd name="csY43" fmla="*/ 106319 h 127583"/>
              <a:gd name="csX44" fmla="*/ 74434 w 152406"/>
              <a:gd name="csY44" fmla="*/ 95687 h 127583"/>
              <a:gd name="csX45" fmla="*/ 5308 w 152406"/>
              <a:gd name="csY45" fmla="*/ 95687 h 127583"/>
              <a:gd name="csX46" fmla="*/ 111642 w 152406"/>
              <a:gd name="csY46" fmla="*/ 102781 h 127583"/>
              <a:gd name="csX47" fmla="*/ 122276 w 152406"/>
              <a:gd name="csY47" fmla="*/ 102781 h 127583"/>
              <a:gd name="csX48" fmla="*/ 127601 w 152406"/>
              <a:gd name="csY48" fmla="*/ 108089 h 127583"/>
              <a:gd name="csX49" fmla="*/ 122276 w 152406"/>
              <a:gd name="csY49" fmla="*/ 113413 h 127583"/>
              <a:gd name="csX50" fmla="*/ 111642 w 152406"/>
              <a:gd name="csY50" fmla="*/ 113413 h 127583"/>
              <a:gd name="csX51" fmla="*/ 106334 w 152406"/>
              <a:gd name="csY51" fmla="*/ 108089 h 127583"/>
              <a:gd name="csX52" fmla="*/ 111642 w 152406"/>
              <a:gd name="csY52" fmla="*/ 102781 h 127583"/>
            </a:gdLst>
            <a:ahLst/>
            <a:cxnLst/>
            <a:rect l="l" t="t" r="r" b="b"/>
            <a:pathLst>
              <a:path w="100000" h="100000">
                <a:moveTo>
                  <a:pt x="17437" y="8144"/>
                </a:moveTo>
                <a:cubicBezTo>
                  <a:pt x="12950" y="8144"/>
                  <a:pt x="9299" y="11788"/>
                  <a:pt x="9299" y="16282"/>
                </a:cubicBezTo>
                <a:lnTo>
                  <a:pt x="9299" y="60464"/>
                </a:lnTo>
                <a:cubicBezTo>
                  <a:pt x="9299" y="64957"/>
                  <a:pt x="12950" y="68607"/>
                  <a:pt x="17437" y="68607"/>
                </a:cubicBezTo>
                <a:lnTo>
                  <a:pt x="48839" y="68607"/>
                </a:lnTo>
                <a:lnTo>
                  <a:pt x="48839" y="48588"/>
                </a:lnTo>
                <a:lnTo>
                  <a:pt x="47143" y="49500"/>
                </a:lnTo>
                <a:cubicBezTo>
                  <a:pt x="46595" y="49832"/>
                  <a:pt x="45970" y="50000"/>
                  <a:pt x="45345" y="50000"/>
                </a:cubicBezTo>
                <a:cubicBezTo>
                  <a:pt x="44753" y="50000"/>
                  <a:pt x="44162" y="49853"/>
                  <a:pt x="43637" y="49550"/>
                </a:cubicBezTo>
                <a:cubicBezTo>
                  <a:pt x="42543" y="48930"/>
                  <a:pt x="41862" y="47767"/>
                  <a:pt x="41862" y="46512"/>
                </a:cubicBezTo>
                <a:lnTo>
                  <a:pt x="41862" y="32560"/>
                </a:lnTo>
                <a:cubicBezTo>
                  <a:pt x="41862" y="31304"/>
                  <a:pt x="42543" y="30142"/>
                  <a:pt x="43637" y="29521"/>
                </a:cubicBezTo>
                <a:cubicBezTo>
                  <a:pt x="44731" y="28903"/>
                  <a:pt x="46059" y="28922"/>
                  <a:pt x="47143" y="29572"/>
                </a:cubicBezTo>
                <a:lnTo>
                  <a:pt x="49129" y="30707"/>
                </a:lnTo>
                <a:cubicBezTo>
                  <a:pt x="50547" y="23161"/>
                  <a:pt x="57156" y="17445"/>
                  <a:pt x="65115" y="17445"/>
                </a:cubicBezTo>
                <a:lnTo>
                  <a:pt x="93023" y="17445"/>
                </a:lnTo>
                <a:lnTo>
                  <a:pt x="93023" y="16282"/>
                </a:lnTo>
                <a:cubicBezTo>
                  <a:pt x="93023" y="11788"/>
                  <a:pt x="89384" y="8144"/>
                  <a:pt x="84885" y="8144"/>
                </a:cubicBezTo>
                <a:lnTo>
                  <a:pt x="17437" y="8144"/>
                </a:lnTo>
                <a:close/>
                <a:moveTo>
                  <a:pt x="63954" y="22096"/>
                </a:moveTo>
                <a:cubicBezTo>
                  <a:pt x="58183" y="22096"/>
                  <a:pt x="53494" y="26791"/>
                  <a:pt x="53494" y="32560"/>
                </a:cubicBezTo>
                <a:lnTo>
                  <a:pt x="53494" y="81387"/>
                </a:lnTo>
                <a:cubicBezTo>
                  <a:pt x="53494" y="87158"/>
                  <a:pt x="58183" y="91856"/>
                  <a:pt x="63954" y="91856"/>
                </a:cubicBezTo>
                <a:lnTo>
                  <a:pt x="89540" y="91856"/>
                </a:lnTo>
                <a:cubicBezTo>
                  <a:pt x="95311" y="91856"/>
                  <a:pt x="100000" y="87158"/>
                  <a:pt x="100000" y="81387"/>
                </a:cubicBezTo>
                <a:lnTo>
                  <a:pt x="100000" y="32560"/>
                </a:lnTo>
                <a:cubicBezTo>
                  <a:pt x="100000" y="26791"/>
                  <a:pt x="95311" y="22096"/>
                  <a:pt x="89540" y="22096"/>
                </a:cubicBezTo>
                <a:lnTo>
                  <a:pt x="63954" y="22096"/>
                </a:lnTo>
                <a:close/>
                <a:moveTo>
                  <a:pt x="70976" y="40699"/>
                </a:moveTo>
                <a:cubicBezTo>
                  <a:pt x="71579" y="40707"/>
                  <a:pt x="72182" y="40874"/>
                  <a:pt x="72728" y="41198"/>
                </a:cubicBezTo>
                <a:lnTo>
                  <a:pt x="84360" y="48174"/>
                </a:lnTo>
                <a:cubicBezTo>
                  <a:pt x="85410" y="48802"/>
                  <a:pt x="86046" y="49937"/>
                  <a:pt x="86046" y="51163"/>
                </a:cubicBezTo>
                <a:cubicBezTo>
                  <a:pt x="86046" y="52389"/>
                  <a:pt x="85410" y="53524"/>
                  <a:pt x="84360" y="54151"/>
                </a:cubicBezTo>
                <a:lnTo>
                  <a:pt x="72728" y="61127"/>
                </a:lnTo>
                <a:cubicBezTo>
                  <a:pt x="72182" y="61460"/>
                  <a:pt x="71556" y="61627"/>
                  <a:pt x="70931" y="61627"/>
                </a:cubicBezTo>
                <a:cubicBezTo>
                  <a:pt x="70340" y="61627"/>
                  <a:pt x="69748" y="61480"/>
                  <a:pt x="69212" y="61178"/>
                </a:cubicBezTo>
                <a:cubicBezTo>
                  <a:pt x="68118" y="60557"/>
                  <a:pt x="67448" y="59395"/>
                  <a:pt x="67448" y="58139"/>
                </a:cubicBezTo>
                <a:lnTo>
                  <a:pt x="67448" y="44187"/>
                </a:lnTo>
                <a:cubicBezTo>
                  <a:pt x="67448" y="42931"/>
                  <a:pt x="68118" y="41770"/>
                  <a:pt x="69212" y="41148"/>
                </a:cubicBezTo>
                <a:cubicBezTo>
                  <a:pt x="69759" y="40839"/>
                  <a:pt x="70362" y="40691"/>
                  <a:pt x="70976" y="40699"/>
                </a:cubicBezTo>
                <a:close/>
                <a:moveTo>
                  <a:pt x="3483" y="70928"/>
                </a:moveTo>
                <a:cubicBezTo>
                  <a:pt x="1563" y="70928"/>
                  <a:pt x="0" y="72491"/>
                  <a:pt x="0" y="74411"/>
                </a:cubicBezTo>
                <a:cubicBezTo>
                  <a:pt x="0" y="76342"/>
                  <a:pt x="1563" y="77904"/>
                  <a:pt x="3483" y="77904"/>
                </a:cubicBezTo>
                <a:lnTo>
                  <a:pt x="48839" y="77904"/>
                </a:lnTo>
                <a:lnTo>
                  <a:pt x="48839" y="70928"/>
                </a:lnTo>
                <a:lnTo>
                  <a:pt x="3483" y="70928"/>
                </a:lnTo>
                <a:close/>
                <a:moveTo>
                  <a:pt x="73253" y="75583"/>
                </a:moveTo>
                <a:lnTo>
                  <a:pt x="80230" y="75583"/>
                </a:lnTo>
                <a:cubicBezTo>
                  <a:pt x="82161" y="75583"/>
                  <a:pt x="83724" y="77146"/>
                  <a:pt x="83724" y="79065"/>
                </a:cubicBezTo>
                <a:cubicBezTo>
                  <a:pt x="83724" y="80996"/>
                  <a:pt x="82161" y="82559"/>
                  <a:pt x="80230" y="82559"/>
                </a:cubicBezTo>
                <a:lnTo>
                  <a:pt x="73253" y="82559"/>
                </a:lnTo>
                <a:cubicBezTo>
                  <a:pt x="71333" y="82559"/>
                  <a:pt x="69770" y="80996"/>
                  <a:pt x="69770" y="79065"/>
                </a:cubicBezTo>
                <a:cubicBezTo>
                  <a:pt x="69770" y="77146"/>
                  <a:pt x="71333" y="75583"/>
                  <a:pt x="73253" y="7558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3" name="Белый — SVG 23">
            <a:extLst>
              <a:ext uri="{FF2B5EF4-FFF2-40B4-BE49-F238E27FC236}">
                <a16:creationId xmlns:a16="http://schemas.microsoft.com/office/drawing/2014/main" id="{176252B8-E37D-E046-8592-1B120CCDEB7A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5304 w 141904"/>
              <a:gd name="csY0" fmla="*/ 0 h 141891"/>
              <a:gd name="csX1" fmla="*/ 2343 w 141904"/>
              <a:gd name="csY1" fmla="*/ 907 h 141891"/>
              <a:gd name="csX2" fmla="*/ 387 w 141904"/>
              <a:gd name="csY2" fmla="*/ 3319 h 141891"/>
              <a:gd name="csX3" fmla="*/ 115 w 141904"/>
              <a:gd name="csY3" fmla="*/ 6410 h 141891"/>
              <a:gd name="csX4" fmla="*/ 1612 w 141904"/>
              <a:gd name="csY4" fmla="*/ 9130 h 141891"/>
              <a:gd name="csX5" fmla="*/ 28442 w 141904"/>
              <a:gd name="csY5" fmla="*/ 35960 h 141891"/>
              <a:gd name="csX6" fmla="*/ 28442 w 141904"/>
              <a:gd name="csY6" fmla="*/ 125865 h 141891"/>
              <a:gd name="csX7" fmla="*/ 44384 w 141904"/>
              <a:gd name="csY7" fmla="*/ 141822 h 141891"/>
              <a:gd name="csX8" fmla="*/ 97551 w 141904"/>
              <a:gd name="csY8" fmla="*/ 141822 h 141891"/>
              <a:gd name="csX9" fmla="*/ 113509 w 141904"/>
              <a:gd name="csY9" fmla="*/ 125865 h 141891"/>
              <a:gd name="csX10" fmla="*/ 113509 w 141904"/>
              <a:gd name="csY10" fmla="*/ 121017 h 141891"/>
              <a:gd name="csX11" fmla="*/ 132752 w 141904"/>
              <a:gd name="csY11" fmla="*/ 140257 h 141891"/>
              <a:gd name="csX12" fmla="*/ 134487 w 141904"/>
              <a:gd name="csY12" fmla="*/ 141447 h 141891"/>
              <a:gd name="csX13" fmla="*/ 136528 w 141904"/>
              <a:gd name="csY13" fmla="*/ 141890 h 141891"/>
              <a:gd name="csX14" fmla="*/ 138604 w 141904"/>
              <a:gd name="csY14" fmla="*/ 141498 h 141891"/>
              <a:gd name="csX15" fmla="*/ 140356 w 141904"/>
              <a:gd name="csY15" fmla="*/ 140342 h 141891"/>
              <a:gd name="csX16" fmla="*/ 141513 w 141904"/>
              <a:gd name="csY16" fmla="*/ 138589 h 141891"/>
              <a:gd name="csX17" fmla="*/ 141905 w 141904"/>
              <a:gd name="csY17" fmla="*/ 136514 h 141891"/>
              <a:gd name="csX18" fmla="*/ 141462 w 141904"/>
              <a:gd name="csY18" fmla="*/ 134473 h 141891"/>
              <a:gd name="csX19" fmla="*/ 140271 w 141904"/>
              <a:gd name="csY19" fmla="*/ 132738 h 141891"/>
              <a:gd name="csX20" fmla="*/ 9132 w 141904"/>
              <a:gd name="csY20" fmla="*/ 1613 h 141891"/>
              <a:gd name="csX21" fmla="*/ 7380 w 141904"/>
              <a:gd name="csY21" fmla="*/ 420 h 141891"/>
              <a:gd name="csX22" fmla="*/ 5304 w 141904"/>
              <a:gd name="csY22" fmla="*/ 0 h 141891"/>
              <a:gd name="csX23" fmla="*/ 44384 w 141904"/>
              <a:gd name="csY23" fmla="*/ 56 h 141891"/>
              <a:gd name="csX24" fmla="*/ 30620 w 141904"/>
              <a:gd name="csY24" fmla="*/ 8079 h 141891"/>
              <a:gd name="csX25" fmla="*/ 113509 w 141904"/>
              <a:gd name="csY25" fmla="*/ 90946 h 141891"/>
              <a:gd name="csX26" fmla="*/ 113509 w 141904"/>
              <a:gd name="csY26" fmla="*/ 16004 h 141891"/>
              <a:gd name="csX27" fmla="*/ 97551 w 141904"/>
              <a:gd name="csY27" fmla="*/ 56 h 141891"/>
              <a:gd name="csX28" fmla="*/ 44384 w 141904"/>
              <a:gd name="csY28" fmla="*/ 56 h 141891"/>
              <a:gd name="csX29" fmla="*/ 70976 w 141904"/>
              <a:gd name="csY29" fmla="*/ 17775 h 141891"/>
              <a:gd name="csX30" fmla="*/ 76284 w 141904"/>
              <a:gd name="csY30" fmla="*/ 23091 h 141891"/>
              <a:gd name="csX31" fmla="*/ 70976 w 141904"/>
              <a:gd name="csY31" fmla="*/ 28407 h 141891"/>
              <a:gd name="csX32" fmla="*/ 65651 w 141904"/>
              <a:gd name="csY32" fmla="*/ 23091 h 141891"/>
              <a:gd name="csX33" fmla="*/ 70976 w 141904"/>
              <a:gd name="csY33" fmla="*/ 17775 h 141891"/>
              <a:gd name="csX34" fmla="*/ 62112 w 141904"/>
              <a:gd name="csY34" fmla="*/ 113464 h 141891"/>
              <a:gd name="csX35" fmla="*/ 79840 w 141904"/>
              <a:gd name="csY35" fmla="*/ 113464 h 141891"/>
              <a:gd name="csX36" fmla="*/ 85148 w 141904"/>
              <a:gd name="csY36" fmla="*/ 118772 h 141891"/>
              <a:gd name="csX37" fmla="*/ 79840 w 141904"/>
              <a:gd name="csY37" fmla="*/ 124096 h 141891"/>
              <a:gd name="csX38" fmla="*/ 62112 w 141904"/>
              <a:gd name="csY38" fmla="*/ 124096 h 141891"/>
              <a:gd name="csX39" fmla="*/ 56803 w 141904"/>
              <a:gd name="csY39" fmla="*/ 118772 h 141891"/>
              <a:gd name="csX40" fmla="*/ 62112 w 141904"/>
              <a:gd name="csY40" fmla="*/ 113464 h 141891"/>
            </a:gdLst>
            <a:ahLst/>
            <a:cxnLst/>
            <a:rect l="l" t="t" r="r" b="b"/>
            <a:pathLst>
              <a:path w="100000" h="100000">
                <a:moveTo>
                  <a:pt x="3738" y="5"/>
                </a:moveTo>
                <a:cubicBezTo>
                  <a:pt x="2994" y="5"/>
                  <a:pt x="2263" y="227"/>
                  <a:pt x="1651" y="644"/>
                </a:cubicBezTo>
                <a:cubicBezTo>
                  <a:pt x="1028" y="1061"/>
                  <a:pt x="548" y="1651"/>
                  <a:pt x="273" y="2343"/>
                </a:cubicBezTo>
                <a:cubicBezTo>
                  <a:pt x="-3" y="3034"/>
                  <a:pt x="-75" y="3792"/>
                  <a:pt x="81" y="4522"/>
                </a:cubicBezTo>
                <a:cubicBezTo>
                  <a:pt x="225" y="5252"/>
                  <a:pt x="596" y="5919"/>
                  <a:pt x="1136" y="6439"/>
                </a:cubicBezTo>
                <a:lnTo>
                  <a:pt x="20043" y="25346"/>
                </a:lnTo>
                <a:lnTo>
                  <a:pt x="20043" y="88702"/>
                </a:lnTo>
                <a:cubicBezTo>
                  <a:pt x="20043" y="94900"/>
                  <a:pt x="25091" y="99947"/>
                  <a:pt x="31277" y="99947"/>
                </a:cubicBezTo>
                <a:lnTo>
                  <a:pt x="68744" y="99947"/>
                </a:lnTo>
                <a:cubicBezTo>
                  <a:pt x="74943" y="99947"/>
                  <a:pt x="79990" y="94900"/>
                  <a:pt x="79990" y="88702"/>
                </a:cubicBezTo>
                <a:lnTo>
                  <a:pt x="79990" y="85285"/>
                </a:lnTo>
                <a:lnTo>
                  <a:pt x="93551" y="98844"/>
                </a:lnTo>
                <a:cubicBezTo>
                  <a:pt x="93898" y="99203"/>
                  <a:pt x="94305" y="99491"/>
                  <a:pt x="94773" y="99683"/>
                </a:cubicBezTo>
                <a:cubicBezTo>
                  <a:pt x="95228" y="99887"/>
                  <a:pt x="95720" y="99995"/>
                  <a:pt x="96212" y="99995"/>
                </a:cubicBezTo>
                <a:cubicBezTo>
                  <a:pt x="96715" y="100007"/>
                  <a:pt x="97207" y="99911"/>
                  <a:pt x="97674" y="99718"/>
                </a:cubicBezTo>
                <a:cubicBezTo>
                  <a:pt x="98130" y="99527"/>
                  <a:pt x="98550" y="99251"/>
                  <a:pt x="98909" y="98904"/>
                </a:cubicBezTo>
                <a:cubicBezTo>
                  <a:pt x="99257" y="98544"/>
                  <a:pt x="99533" y="98124"/>
                  <a:pt x="99724" y="97668"/>
                </a:cubicBezTo>
                <a:cubicBezTo>
                  <a:pt x="99917" y="97201"/>
                  <a:pt x="100001" y="96710"/>
                  <a:pt x="100001" y="96206"/>
                </a:cubicBezTo>
                <a:cubicBezTo>
                  <a:pt x="100001" y="95715"/>
                  <a:pt x="99893" y="95223"/>
                  <a:pt x="99689" y="94768"/>
                </a:cubicBezTo>
                <a:cubicBezTo>
                  <a:pt x="99497" y="94300"/>
                  <a:pt x="99209" y="93893"/>
                  <a:pt x="98849" y="93545"/>
                </a:cubicBezTo>
                <a:lnTo>
                  <a:pt x="6435" y="1141"/>
                </a:lnTo>
                <a:cubicBezTo>
                  <a:pt x="6088" y="781"/>
                  <a:pt x="5668" y="496"/>
                  <a:pt x="5201" y="301"/>
                </a:cubicBezTo>
                <a:cubicBezTo>
                  <a:pt x="4745" y="105"/>
                  <a:pt x="4242" y="5"/>
                  <a:pt x="3738" y="5"/>
                </a:cubicBezTo>
                <a:close/>
                <a:moveTo>
                  <a:pt x="31277" y="44"/>
                </a:moveTo>
                <a:cubicBezTo>
                  <a:pt x="27129" y="44"/>
                  <a:pt x="23532" y="2335"/>
                  <a:pt x="21578" y="5698"/>
                </a:cubicBezTo>
                <a:lnTo>
                  <a:pt x="79990" y="64094"/>
                </a:lnTo>
                <a:lnTo>
                  <a:pt x="79990" y="11283"/>
                </a:lnTo>
                <a:cubicBezTo>
                  <a:pt x="79990" y="5086"/>
                  <a:pt x="74943" y="44"/>
                  <a:pt x="68744" y="44"/>
                </a:cubicBezTo>
                <a:lnTo>
                  <a:pt x="31277" y="44"/>
                </a:lnTo>
                <a:close/>
                <a:moveTo>
                  <a:pt x="50017" y="12531"/>
                </a:moveTo>
                <a:cubicBezTo>
                  <a:pt x="52079" y="12531"/>
                  <a:pt x="53757" y="14209"/>
                  <a:pt x="53757" y="16277"/>
                </a:cubicBezTo>
                <a:cubicBezTo>
                  <a:pt x="53757" y="18344"/>
                  <a:pt x="52079" y="20023"/>
                  <a:pt x="50017" y="20023"/>
                </a:cubicBezTo>
                <a:cubicBezTo>
                  <a:pt x="47942" y="20023"/>
                  <a:pt x="46264" y="18344"/>
                  <a:pt x="46264" y="16277"/>
                </a:cubicBezTo>
                <a:cubicBezTo>
                  <a:pt x="46264" y="14209"/>
                  <a:pt x="47942" y="12531"/>
                  <a:pt x="50017" y="12531"/>
                </a:cubicBezTo>
                <a:close/>
                <a:moveTo>
                  <a:pt x="43770" y="79963"/>
                </a:moveTo>
                <a:lnTo>
                  <a:pt x="56263" y="79963"/>
                </a:lnTo>
                <a:cubicBezTo>
                  <a:pt x="58325" y="79963"/>
                  <a:pt x="60004" y="81641"/>
                  <a:pt x="60004" y="83703"/>
                </a:cubicBezTo>
                <a:cubicBezTo>
                  <a:pt x="60004" y="85777"/>
                  <a:pt x="58325" y="87455"/>
                  <a:pt x="56263" y="87455"/>
                </a:cubicBezTo>
                <a:lnTo>
                  <a:pt x="43770" y="87455"/>
                </a:lnTo>
                <a:cubicBezTo>
                  <a:pt x="41696" y="87455"/>
                  <a:pt x="40029" y="85777"/>
                  <a:pt x="40029" y="83703"/>
                </a:cubicBezTo>
                <a:cubicBezTo>
                  <a:pt x="40029" y="81641"/>
                  <a:pt x="41696" y="79963"/>
                  <a:pt x="43770" y="7996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4" name="Белый — SVG 24">
            <a:extLst>
              <a:ext uri="{FF2B5EF4-FFF2-40B4-BE49-F238E27FC236}">
                <a16:creationId xmlns:a16="http://schemas.microsoft.com/office/drawing/2014/main" id="{C94F1960-4A17-AF49-990D-0CE7C0B0F2C2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19497 w 134695"/>
              <a:gd name="csY0" fmla="*/ 0 h 127583"/>
              <a:gd name="csX1" fmla="*/ 0 w 134695"/>
              <a:gd name="csY1" fmla="*/ 19491 h 127583"/>
              <a:gd name="csX2" fmla="*/ 0 w 134695"/>
              <a:gd name="csY2" fmla="*/ 33668 h 127583"/>
              <a:gd name="csX3" fmla="*/ 0 w 134695"/>
              <a:gd name="csY3" fmla="*/ 106319 h 127583"/>
              <a:gd name="csX4" fmla="*/ 21267 w 134695"/>
              <a:gd name="csY4" fmla="*/ 127583 h 127583"/>
              <a:gd name="csX5" fmla="*/ 113428 w 134695"/>
              <a:gd name="csY5" fmla="*/ 127583 h 127583"/>
              <a:gd name="csX6" fmla="*/ 134695 w 134695"/>
              <a:gd name="csY6" fmla="*/ 106319 h 127583"/>
              <a:gd name="csX7" fmla="*/ 134695 w 134695"/>
              <a:gd name="csY7" fmla="*/ 33668 h 127583"/>
              <a:gd name="csX8" fmla="*/ 134695 w 134695"/>
              <a:gd name="csY8" fmla="*/ 19491 h 127583"/>
              <a:gd name="csX9" fmla="*/ 115198 w 134695"/>
              <a:gd name="csY9" fmla="*/ 0 h 127583"/>
              <a:gd name="csX10" fmla="*/ 19497 w 134695"/>
              <a:gd name="csY10" fmla="*/ 0 h 127583"/>
              <a:gd name="csX11" fmla="*/ 19497 w 134695"/>
              <a:gd name="csY11" fmla="*/ 14175 h 127583"/>
              <a:gd name="csX12" fmla="*/ 24806 w 134695"/>
              <a:gd name="csY12" fmla="*/ 19491 h 127583"/>
              <a:gd name="csX13" fmla="*/ 19497 w 134695"/>
              <a:gd name="csY13" fmla="*/ 24807 h 127583"/>
              <a:gd name="csX14" fmla="*/ 14172 w 134695"/>
              <a:gd name="csY14" fmla="*/ 19491 h 127583"/>
              <a:gd name="csX15" fmla="*/ 19497 w 134695"/>
              <a:gd name="csY15" fmla="*/ 14175 h 127583"/>
              <a:gd name="csX16" fmla="*/ 37209 w 134695"/>
              <a:gd name="csY16" fmla="*/ 14175 h 127583"/>
              <a:gd name="csX17" fmla="*/ 42534 w 134695"/>
              <a:gd name="csY17" fmla="*/ 19491 h 127583"/>
              <a:gd name="csX18" fmla="*/ 37209 w 134695"/>
              <a:gd name="csY18" fmla="*/ 24807 h 127583"/>
              <a:gd name="csX19" fmla="*/ 31900 w 134695"/>
              <a:gd name="csY19" fmla="*/ 19491 h 127583"/>
              <a:gd name="csX20" fmla="*/ 37209 w 134695"/>
              <a:gd name="csY20" fmla="*/ 14175 h 127583"/>
              <a:gd name="csX21" fmla="*/ 58475 w 134695"/>
              <a:gd name="csY21" fmla="*/ 14175 h 127583"/>
              <a:gd name="csX22" fmla="*/ 115198 w 134695"/>
              <a:gd name="csY22" fmla="*/ 14175 h 127583"/>
              <a:gd name="csX23" fmla="*/ 120506 w 134695"/>
              <a:gd name="csY23" fmla="*/ 19491 h 127583"/>
              <a:gd name="csX24" fmla="*/ 115198 w 134695"/>
              <a:gd name="csY24" fmla="*/ 24911 h 127583"/>
              <a:gd name="csX25" fmla="*/ 58475 w 134695"/>
              <a:gd name="csY25" fmla="*/ 24911 h 127583"/>
              <a:gd name="csX26" fmla="*/ 53167 w 134695"/>
              <a:gd name="csY26" fmla="*/ 19491 h 127583"/>
              <a:gd name="csX27" fmla="*/ 58475 w 134695"/>
              <a:gd name="csY27" fmla="*/ 14175 h 127583"/>
              <a:gd name="csX28" fmla="*/ 14172 w 134695"/>
              <a:gd name="csY28" fmla="*/ 38984 h 127583"/>
              <a:gd name="csX29" fmla="*/ 120506 w 134695"/>
              <a:gd name="csY29" fmla="*/ 38984 h 127583"/>
              <a:gd name="csX30" fmla="*/ 120506 w 134695"/>
              <a:gd name="csY30" fmla="*/ 106319 h 127583"/>
              <a:gd name="csX31" fmla="*/ 113428 w 134695"/>
              <a:gd name="csY31" fmla="*/ 113413 h 127583"/>
              <a:gd name="csX32" fmla="*/ 21267 w 134695"/>
              <a:gd name="csY32" fmla="*/ 113413 h 127583"/>
              <a:gd name="csX33" fmla="*/ 14172 w 134695"/>
              <a:gd name="csY33" fmla="*/ 106319 h 127583"/>
              <a:gd name="csX34" fmla="*/ 14172 w 134695"/>
              <a:gd name="csY34" fmla="*/ 38984 h 127583"/>
              <a:gd name="csX35" fmla="*/ 31832 w 134695"/>
              <a:gd name="csY35" fmla="*/ 46071 h 127583"/>
              <a:gd name="csX36" fmla="*/ 31049 w 134695"/>
              <a:gd name="csY36" fmla="*/ 46175 h 127583"/>
              <a:gd name="csX37" fmla="*/ 23955 w 134695"/>
              <a:gd name="csY37" fmla="*/ 47947 h 127583"/>
              <a:gd name="csX38" fmla="*/ 21369 w 134695"/>
              <a:gd name="csY38" fmla="*/ 52246 h 127583"/>
              <a:gd name="csX39" fmla="*/ 25673 w 134695"/>
              <a:gd name="csY39" fmla="*/ 54829 h 127583"/>
              <a:gd name="csX40" fmla="*/ 28361 w 134695"/>
              <a:gd name="csY40" fmla="*/ 54157 h 127583"/>
              <a:gd name="csX41" fmla="*/ 28361 w 134695"/>
              <a:gd name="csY41" fmla="*/ 67342 h 127583"/>
              <a:gd name="csX42" fmla="*/ 31900 w 134695"/>
              <a:gd name="csY42" fmla="*/ 70887 h 127583"/>
              <a:gd name="csX43" fmla="*/ 35439 w 134695"/>
              <a:gd name="csY43" fmla="*/ 67342 h 127583"/>
              <a:gd name="csX44" fmla="*/ 35439 w 134695"/>
              <a:gd name="csY44" fmla="*/ 49623 h 127583"/>
              <a:gd name="csX45" fmla="*/ 34077 w 134695"/>
              <a:gd name="csY45" fmla="*/ 46826 h 127583"/>
              <a:gd name="csX46" fmla="*/ 31832 w 134695"/>
              <a:gd name="csY46" fmla="*/ 46071 h 127583"/>
              <a:gd name="csX47" fmla="*/ 109821 w 134695"/>
              <a:gd name="csY47" fmla="*/ 46071 h 127583"/>
              <a:gd name="csX48" fmla="*/ 109022 w 134695"/>
              <a:gd name="csY48" fmla="*/ 46175 h 127583"/>
              <a:gd name="csX49" fmla="*/ 101928 w 134695"/>
              <a:gd name="csY49" fmla="*/ 47947 h 127583"/>
              <a:gd name="csX50" fmla="*/ 99342 w 134695"/>
              <a:gd name="csY50" fmla="*/ 52246 h 127583"/>
              <a:gd name="csX51" fmla="*/ 103646 w 134695"/>
              <a:gd name="csY51" fmla="*/ 54829 h 127583"/>
              <a:gd name="csX52" fmla="*/ 106334 w 134695"/>
              <a:gd name="csY52" fmla="*/ 54157 h 127583"/>
              <a:gd name="csX53" fmla="*/ 106334 w 134695"/>
              <a:gd name="csY53" fmla="*/ 67342 h 127583"/>
              <a:gd name="csX54" fmla="*/ 109873 w 134695"/>
              <a:gd name="csY54" fmla="*/ 70887 h 127583"/>
              <a:gd name="csX55" fmla="*/ 113428 w 134695"/>
              <a:gd name="csY55" fmla="*/ 67342 h 127583"/>
              <a:gd name="csX56" fmla="*/ 113428 w 134695"/>
              <a:gd name="csY56" fmla="*/ 49623 h 127583"/>
              <a:gd name="csX57" fmla="*/ 112068 w 134695"/>
              <a:gd name="csY57" fmla="*/ 46826 h 127583"/>
              <a:gd name="csX58" fmla="*/ 109821 w 134695"/>
              <a:gd name="csY58" fmla="*/ 46071 h 127583"/>
              <a:gd name="csX59" fmla="*/ 53167 w 134695"/>
              <a:gd name="csY59" fmla="*/ 46078 h 127583"/>
              <a:gd name="csX60" fmla="*/ 42534 w 134695"/>
              <a:gd name="csY60" fmla="*/ 56710 h 127583"/>
              <a:gd name="csX61" fmla="*/ 42534 w 134695"/>
              <a:gd name="csY61" fmla="*/ 60255 h 127583"/>
              <a:gd name="csX62" fmla="*/ 53167 w 134695"/>
              <a:gd name="csY62" fmla="*/ 70887 h 127583"/>
              <a:gd name="csX63" fmla="*/ 63800 w 134695"/>
              <a:gd name="csY63" fmla="*/ 60255 h 127583"/>
              <a:gd name="csX64" fmla="*/ 63800 w 134695"/>
              <a:gd name="csY64" fmla="*/ 56710 h 127583"/>
              <a:gd name="csX65" fmla="*/ 53167 w 134695"/>
              <a:gd name="csY65" fmla="*/ 46078 h 127583"/>
              <a:gd name="csX66" fmla="*/ 81528 w 134695"/>
              <a:gd name="csY66" fmla="*/ 46078 h 127583"/>
              <a:gd name="csX67" fmla="*/ 70895 w 134695"/>
              <a:gd name="csY67" fmla="*/ 56710 h 127583"/>
              <a:gd name="csX68" fmla="*/ 70895 w 134695"/>
              <a:gd name="csY68" fmla="*/ 60255 h 127583"/>
              <a:gd name="csX69" fmla="*/ 81528 w 134695"/>
              <a:gd name="csY69" fmla="*/ 70887 h 127583"/>
              <a:gd name="csX70" fmla="*/ 92162 w 134695"/>
              <a:gd name="csY70" fmla="*/ 60255 h 127583"/>
              <a:gd name="csX71" fmla="*/ 92162 w 134695"/>
              <a:gd name="csY71" fmla="*/ 56710 h 127583"/>
              <a:gd name="csX72" fmla="*/ 81528 w 134695"/>
              <a:gd name="csY72" fmla="*/ 46078 h 127583"/>
              <a:gd name="csX73" fmla="*/ 53167 w 134695"/>
              <a:gd name="csY73" fmla="*/ 53167 h 127583"/>
              <a:gd name="csX74" fmla="*/ 56706 w 134695"/>
              <a:gd name="csY74" fmla="*/ 56710 h 127583"/>
              <a:gd name="csX75" fmla="*/ 56706 w 134695"/>
              <a:gd name="csY75" fmla="*/ 60255 h 127583"/>
              <a:gd name="csX76" fmla="*/ 53167 w 134695"/>
              <a:gd name="csY76" fmla="*/ 63798 h 127583"/>
              <a:gd name="csX77" fmla="*/ 49628 w 134695"/>
              <a:gd name="csY77" fmla="*/ 60255 h 127583"/>
              <a:gd name="csX78" fmla="*/ 49628 w 134695"/>
              <a:gd name="csY78" fmla="*/ 56710 h 127583"/>
              <a:gd name="csX79" fmla="*/ 53167 w 134695"/>
              <a:gd name="csY79" fmla="*/ 53167 h 127583"/>
              <a:gd name="csX80" fmla="*/ 81528 w 134695"/>
              <a:gd name="csY80" fmla="*/ 53167 h 127583"/>
              <a:gd name="csX81" fmla="*/ 85067 w 134695"/>
              <a:gd name="csY81" fmla="*/ 56710 h 127583"/>
              <a:gd name="csX82" fmla="*/ 85067 w 134695"/>
              <a:gd name="csY82" fmla="*/ 60255 h 127583"/>
              <a:gd name="csX83" fmla="*/ 81528 w 134695"/>
              <a:gd name="csY83" fmla="*/ 63798 h 127583"/>
              <a:gd name="csX84" fmla="*/ 77973 w 134695"/>
              <a:gd name="csY84" fmla="*/ 60255 h 127583"/>
              <a:gd name="csX85" fmla="*/ 77973 w 134695"/>
              <a:gd name="csY85" fmla="*/ 56710 h 127583"/>
              <a:gd name="csX86" fmla="*/ 81528 w 134695"/>
              <a:gd name="csY86" fmla="*/ 53167 h 127583"/>
              <a:gd name="csX87" fmla="*/ 60193 w 134695"/>
              <a:gd name="csY87" fmla="*/ 81512 h 127583"/>
              <a:gd name="csX88" fmla="*/ 59394 w 134695"/>
              <a:gd name="csY88" fmla="*/ 81616 h 127583"/>
              <a:gd name="csX89" fmla="*/ 52316 w 134695"/>
              <a:gd name="csY89" fmla="*/ 83387 h 127583"/>
              <a:gd name="csX90" fmla="*/ 49730 w 134695"/>
              <a:gd name="csY90" fmla="*/ 87685 h 127583"/>
              <a:gd name="csX91" fmla="*/ 54018 w 134695"/>
              <a:gd name="csY91" fmla="*/ 90268 h 127583"/>
              <a:gd name="csX92" fmla="*/ 56706 w 134695"/>
              <a:gd name="csY92" fmla="*/ 89596 h 127583"/>
              <a:gd name="csX93" fmla="*/ 56706 w 134695"/>
              <a:gd name="csY93" fmla="*/ 102781 h 127583"/>
              <a:gd name="csX94" fmla="*/ 60261 w 134695"/>
              <a:gd name="csY94" fmla="*/ 106319 h 127583"/>
              <a:gd name="csX95" fmla="*/ 63800 w 134695"/>
              <a:gd name="csY95" fmla="*/ 102781 h 127583"/>
              <a:gd name="csX96" fmla="*/ 63800 w 134695"/>
              <a:gd name="csY96" fmla="*/ 85062 h 127583"/>
              <a:gd name="csX97" fmla="*/ 62440 w 134695"/>
              <a:gd name="csY97" fmla="*/ 82266 h 127583"/>
              <a:gd name="csX98" fmla="*/ 60193 w 134695"/>
              <a:gd name="csY98" fmla="*/ 81512 h 127583"/>
              <a:gd name="csX99" fmla="*/ 109821 w 134695"/>
              <a:gd name="csY99" fmla="*/ 81512 h 127583"/>
              <a:gd name="csX100" fmla="*/ 109022 w 134695"/>
              <a:gd name="csY100" fmla="*/ 81616 h 127583"/>
              <a:gd name="csX101" fmla="*/ 101928 w 134695"/>
              <a:gd name="csY101" fmla="*/ 83387 h 127583"/>
              <a:gd name="csX102" fmla="*/ 99342 w 134695"/>
              <a:gd name="csY102" fmla="*/ 87685 h 127583"/>
              <a:gd name="csX103" fmla="*/ 103646 w 134695"/>
              <a:gd name="csY103" fmla="*/ 90268 h 127583"/>
              <a:gd name="csX104" fmla="*/ 106334 w 134695"/>
              <a:gd name="csY104" fmla="*/ 89596 h 127583"/>
              <a:gd name="csX105" fmla="*/ 106334 w 134695"/>
              <a:gd name="csY105" fmla="*/ 102781 h 127583"/>
              <a:gd name="csX106" fmla="*/ 109873 w 134695"/>
              <a:gd name="csY106" fmla="*/ 106319 h 127583"/>
              <a:gd name="csX107" fmla="*/ 113428 w 134695"/>
              <a:gd name="csY107" fmla="*/ 102781 h 127583"/>
              <a:gd name="csX108" fmla="*/ 113428 w 134695"/>
              <a:gd name="csY108" fmla="*/ 85062 h 127583"/>
              <a:gd name="csX109" fmla="*/ 112068 w 134695"/>
              <a:gd name="csY109" fmla="*/ 82266 h 127583"/>
              <a:gd name="csX110" fmla="*/ 109821 w 134695"/>
              <a:gd name="csY110" fmla="*/ 81512 h 127583"/>
              <a:gd name="csX111" fmla="*/ 31900 w 134695"/>
              <a:gd name="csY111" fmla="*/ 81519 h 127583"/>
              <a:gd name="csX112" fmla="*/ 21267 w 134695"/>
              <a:gd name="csY112" fmla="*/ 92151 h 127583"/>
              <a:gd name="csX113" fmla="*/ 21267 w 134695"/>
              <a:gd name="csY113" fmla="*/ 95694 h 127583"/>
              <a:gd name="csX114" fmla="*/ 31900 w 134695"/>
              <a:gd name="csY114" fmla="*/ 106319 h 127583"/>
              <a:gd name="csX115" fmla="*/ 42534 w 134695"/>
              <a:gd name="csY115" fmla="*/ 95694 h 127583"/>
              <a:gd name="csX116" fmla="*/ 42534 w 134695"/>
              <a:gd name="csY116" fmla="*/ 92151 h 127583"/>
              <a:gd name="csX117" fmla="*/ 31900 w 134695"/>
              <a:gd name="csY117" fmla="*/ 81519 h 127583"/>
              <a:gd name="csX118" fmla="*/ 81528 w 134695"/>
              <a:gd name="csY118" fmla="*/ 81519 h 127583"/>
              <a:gd name="csX119" fmla="*/ 70895 w 134695"/>
              <a:gd name="csY119" fmla="*/ 92151 h 127583"/>
              <a:gd name="csX120" fmla="*/ 70895 w 134695"/>
              <a:gd name="csY120" fmla="*/ 95694 h 127583"/>
              <a:gd name="csX121" fmla="*/ 81528 w 134695"/>
              <a:gd name="csY121" fmla="*/ 106319 h 127583"/>
              <a:gd name="csX122" fmla="*/ 92162 w 134695"/>
              <a:gd name="csY122" fmla="*/ 95694 h 127583"/>
              <a:gd name="csX123" fmla="*/ 92162 w 134695"/>
              <a:gd name="csY123" fmla="*/ 92151 h 127583"/>
              <a:gd name="csX124" fmla="*/ 81528 w 134695"/>
              <a:gd name="csY124" fmla="*/ 81519 h 127583"/>
              <a:gd name="csX125" fmla="*/ 31900 w 134695"/>
              <a:gd name="csY125" fmla="*/ 88606 h 127583"/>
              <a:gd name="csX126" fmla="*/ 35439 w 134695"/>
              <a:gd name="csY126" fmla="*/ 92151 h 127583"/>
              <a:gd name="csX127" fmla="*/ 35439 w 134695"/>
              <a:gd name="csY127" fmla="*/ 95694 h 127583"/>
              <a:gd name="csX128" fmla="*/ 31900 w 134695"/>
              <a:gd name="csY128" fmla="*/ 99238 h 127583"/>
              <a:gd name="csX129" fmla="*/ 28361 w 134695"/>
              <a:gd name="csY129" fmla="*/ 95694 h 127583"/>
              <a:gd name="csX130" fmla="*/ 28361 w 134695"/>
              <a:gd name="csY130" fmla="*/ 92151 h 127583"/>
              <a:gd name="csX131" fmla="*/ 31900 w 134695"/>
              <a:gd name="csY131" fmla="*/ 88606 h 127583"/>
              <a:gd name="csX132" fmla="*/ 81528 w 134695"/>
              <a:gd name="csY132" fmla="*/ 88606 h 127583"/>
              <a:gd name="csX133" fmla="*/ 85067 w 134695"/>
              <a:gd name="csY133" fmla="*/ 92151 h 127583"/>
              <a:gd name="csX134" fmla="*/ 85067 w 134695"/>
              <a:gd name="csY134" fmla="*/ 95694 h 127583"/>
              <a:gd name="csX135" fmla="*/ 81528 w 134695"/>
              <a:gd name="csY135" fmla="*/ 99238 h 127583"/>
              <a:gd name="csX136" fmla="*/ 77973 w 134695"/>
              <a:gd name="csY136" fmla="*/ 95694 h 127583"/>
              <a:gd name="csX137" fmla="*/ 77973 w 134695"/>
              <a:gd name="csY137" fmla="*/ 92151 h 127583"/>
              <a:gd name="csX138" fmla="*/ 81528 w 134695"/>
              <a:gd name="csY138" fmla="*/ 88606 h 127583"/>
            </a:gdLst>
            <a:ahLst/>
            <a:cxnLst/>
            <a:rect l="l" t="t" r="r" b="b"/>
            <a:pathLst>
              <a:path w="100000" h="100000">
                <a:moveTo>
                  <a:pt x="14475" y="2640"/>
                </a:moveTo>
                <a:cubicBezTo>
                  <a:pt x="6492" y="2640"/>
                  <a:pt x="0" y="9134"/>
                  <a:pt x="0" y="17111"/>
                </a:cubicBezTo>
                <a:lnTo>
                  <a:pt x="0" y="27636"/>
                </a:lnTo>
                <a:lnTo>
                  <a:pt x="0" y="81573"/>
                </a:lnTo>
                <a:cubicBezTo>
                  <a:pt x="0" y="90225"/>
                  <a:pt x="7136" y="97360"/>
                  <a:pt x="15789" y="97360"/>
                </a:cubicBezTo>
                <a:lnTo>
                  <a:pt x="84211" y="97360"/>
                </a:lnTo>
                <a:cubicBezTo>
                  <a:pt x="92864" y="97360"/>
                  <a:pt x="100000" y="90225"/>
                  <a:pt x="100000" y="81573"/>
                </a:cubicBezTo>
                <a:lnTo>
                  <a:pt x="100000" y="27636"/>
                </a:lnTo>
                <a:lnTo>
                  <a:pt x="100000" y="17111"/>
                </a:lnTo>
                <a:cubicBezTo>
                  <a:pt x="100000" y="9134"/>
                  <a:pt x="93495" y="2640"/>
                  <a:pt x="85525" y="2640"/>
                </a:cubicBezTo>
                <a:lnTo>
                  <a:pt x="14475" y="2640"/>
                </a:lnTo>
                <a:close/>
                <a:moveTo>
                  <a:pt x="14475" y="13164"/>
                </a:moveTo>
                <a:cubicBezTo>
                  <a:pt x="16648" y="13164"/>
                  <a:pt x="18416" y="14932"/>
                  <a:pt x="18416" y="17111"/>
                </a:cubicBezTo>
                <a:cubicBezTo>
                  <a:pt x="18416" y="19290"/>
                  <a:pt x="16648" y="21057"/>
                  <a:pt x="14475" y="21057"/>
                </a:cubicBezTo>
                <a:cubicBezTo>
                  <a:pt x="12290" y="21057"/>
                  <a:pt x="10522" y="19290"/>
                  <a:pt x="10522" y="17111"/>
                </a:cubicBezTo>
                <a:cubicBezTo>
                  <a:pt x="10522" y="14932"/>
                  <a:pt x="12290" y="13164"/>
                  <a:pt x="14475" y="13164"/>
                </a:cubicBezTo>
                <a:close/>
                <a:moveTo>
                  <a:pt x="27625" y="13164"/>
                </a:moveTo>
                <a:cubicBezTo>
                  <a:pt x="29810" y="13164"/>
                  <a:pt x="31578" y="14932"/>
                  <a:pt x="31578" y="17111"/>
                </a:cubicBezTo>
                <a:cubicBezTo>
                  <a:pt x="31578" y="19290"/>
                  <a:pt x="29810" y="21057"/>
                  <a:pt x="27625" y="21057"/>
                </a:cubicBezTo>
                <a:cubicBezTo>
                  <a:pt x="25452" y="21057"/>
                  <a:pt x="23683" y="19290"/>
                  <a:pt x="23683" y="17111"/>
                </a:cubicBezTo>
                <a:cubicBezTo>
                  <a:pt x="23683" y="14932"/>
                  <a:pt x="25452" y="13164"/>
                  <a:pt x="27625" y="13164"/>
                </a:cubicBezTo>
                <a:close/>
                <a:moveTo>
                  <a:pt x="43413" y="13164"/>
                </a:moveTo>
                <a:lnTo>
                  <a:pt x="85525" y="13164"/>
                </a:lnTo>
                <a:cubicBezTo>
                  <a:pt x="87697" y="13164"/>
                  <a:pt x="89466" y="14932"/>
                  <a:pt x="89466" y="17111"/>
                </a:cubicBezTo>
                <a:cubicBezTo>
                  <a:pt x="89466" y="19290"/>
                  <a:pt x="87697" y="21134"/>
                  <a:pt x="85525" y="21134"/>
                </a:cubicBezTo>
                <a:lnTo>
                  <a:pt x="43413" y="21134"/>
                </a:lnTo>
                <a:cubicBezTo>
                  <a:pt x="41241" y="21134"/>
                  <a:pt x="39472" y="19292"/>
                  <a:pt x="39472" y="17111"/>
                </a:cubicBezTo>
                <a:cubicBezTo>
                  <a:pt x="39472" y="14930"/>
                  <a:pt x="41241" y="13164"/>
                  <a:pt x="43413" y="13164"/>
                </a:cubicBezTo>
                <a:close/>
                <a:moveTo>
                  <a:pt x="10522" y="31582"/>
                </a:moveTo>
                <a:lnTo>
                  <a:pt x="89466" y="31582"/>
                </a:lnTo>
                <a:lnTo>
                  <a:pt x="89466" y="81573"/>
                </a:lnTo>
                <a:cubicBezTo>
                  <a:pt x="89466" y="84541"/>
                  <a:pt x="87180" y="86840"/>
                  <a:pt x="84211" y="86840"/>
                </a:cubicBezTo>
                <a:lnTo>
                  <a:pt x="15789" y="86840"/>
                </a:lnTo>
                <a:cubicBezTo>
                  <a:pt x="12820" y="86840"/>
                  <a:pt x="10522" y="84541"/>
                  <a:pt x="10522" y="81573"/>
                </a:cubicBezTo>
                <a:lnTo>
                  <a:pt x="10522" y="31582"/>
                </a:lnTo>
                <a:close/>
                <a:moveTo>
                  <a:pt x="23633" y="36844"/>
                </a:moveTo>
                <a:cubicBezTo>
                  <a:pt x="23443" y="36848"/>
                  <a:pt x="23241" y="36872"/>
                  <a:pt x="23051" y="36921"/>
                </a:cubicBezTo>
                <a:lnTo>
                  <a:pt x="17785" y="38237"/>
                </a:lnTo>
                <a:cubicBezTo>
                  <a:pt x="16370" y="38589"/>
                  <a:pt x="15511" y="40018"/>
                  <a:pt x="15865" y="41428"/>
                </a:cubicBezTo>
                <a:cubicBezTo>
                  <a:pt x="16218" y="42839"/>
                  <a:pt x="17658" y="43698"/>
                  <a:pt x="19060" y="43346"/>
                </a:cubicBezTo>
                <a:lnTo>
                  <a:pt x="21056" y="42847"/>
                </a:lnTo>
                <a:lnTo>
                  <a:pt x="21056" y="52636"/>
                </a:lnTo>
                <a:cubicBezTo>
                  <a:pt x="21056" y="54088"/>
                  <a:pt x="22231" y="55268"/>
                  <a:pt x="23683" y="55268"/>
                </a:cubicBezTo>
                <a:cubicBezTo>
                  <a:pt x="25136" y="55268"/>
                  <a:pt x="26311" y="54088"/>
                  <a:pt x="26311" y="52636"/>
                </a:cubicBezTo>
                <a:lnTo>
                  <a:pt x="26311" y="39481"/>
                </a:lnTo>
                <a:cubicBezTo>
                  <a:pt x="26311" y="38668"/>
                  <a:pt x="25945" y="37905"/>
                  <a:pt x="25299" y="37405"/>
                </a:cubicBezTo>
                <a:cubicBezTo>
                  <a:pt x="24820" y="37030"/>
                  <a:pt x="24227" y="36834"/>
                  <a:pt x="23633" y="36844"/>
                </a:cubicBezTo>
                <a:close/>
                <a:moveTo>
                  <a:pt x="81533" y="36844"/>
                </a:moveTo>
                <a:cubicBezTo>
                  <a:pt x="81332" y="36848"/>
                  <a:pt x="81129" y="36872"/>
                  <a:pt x="80940" y="36921"/>
                </a:cubicBezTo>
                <a:lnTo>
                  <a:pt x="75673" y="38237"/>
                </a:lnTo>
                <a:cubicBezTo>
                  <a:pt x="74271" y="38589"/>
                  <a:pt x="73412" y="40018"/>
                  <a:pt x="73753" y="41428"/>
                </a:cubicBezTo>
                <a:cubicBezTo>
                  <a:pt x="74107" y="42839"/>
                  <a:pt x="75546" y="43698"/>
                  <a:pt x="76949" y="43346"/>
                </a:cubicBezTo>
                <a:lnTo>
                  <a:pt x="78944" y="42847"/>
                </a:lnTo>
                <a:lnTo>
                  <a:pt x="78944" y="52636"/>
                </a:lnTo>
                <a:cubicBezTo>
                  <a:pt x="78944" y="54088"/>
                  <a:pt x="80119" y="55268"/>
                  <a:pt x="81572" y="55268"/>
                </a:cubicBezTo>
                <a:cubicBezTo>
                  <a:pt x="83024" y="55268"/>
                  <a:pt x="84211" y="54088"/>
                  <a:pt x="84211" y="52636"/>
                </a:cubicBezTo>
                <a:lnTo>
                  <a:pt x="84211" y="39481"/>
                </a:lnTo>
                <a:cubicBezTo>
                  <a:pt x="84211" y="38668"/>
                  <a:pt x="83832" y="37905"/>
                  <a:pt x="83201" y="37405"/>
                </a:cubicBezTo>
                <a:cubicBezTo>
                  <a:pt x="82721" y="37030"/>
                  <a:pt x="82127" y="36834"/>
                  <a:pt x="81533" y="36844"/>
                </a:cubicBezTo>
                <a:close/>
                <a:moveTo>
                  <a:pt x="39472" y="36849"/>
                </a:moveTo>
                <a:cubicBezTo>
                  <a:pt x="35114" y="36849"/>
                  <a:pt x="31578" y="40392"/>
                  <a:pt x="31578" y="44743"/>
                </a:cubicBezTo>
                <a:lnTo>
                  <a:pt x="31578" y="47374"/>
                </a:lnTo>
                <a:cubicBezTo>
                  <a:pt x="31578" y="51726"/>
                  <a:pt x="35114" y="55268"/>
                  <a:pt x="39472" y="55268"/>
                </a:cubicBezTo>
                <a:cubicBezTo>
                  <a:pt x="43830" y="55268"/>
                  <a:pt x="47366" y="51726"/>
                  <a:pt x="47366" y="47374"/>
                </a:cubicBezTo>
                <a:lnTo>
                  <a:pt x="47366" y="44743"/>
                </a:lnTo>
                <a:cubicBezTo>
                  <a:pt x="47366" y="40392"/>
                  <a:pt x="43830" y="36849"/>
                  <a:pt x="39472" y="36849"/>
                </a:cubicBezTo>
                <a:close/>
                <a:moveTo>
                  <a:pt x="60528" y="36849"/>
                </a:moveTo>
                <a:cubicBezTo>
                  <a:pt x="56171" y="36849"/>
                  <a:pt x="52634" y="40392"/>
                  <a:pt x="52634" y="44743"/>
                </a:cubicBezTo>
                <a:lnTo>
                  <a:pt x="52634" y="47374"/>
                </a:lnTo>
                <a:cubicBezTo>
                  <a:pt x="52634" y="51726"/>
                  <a:pt x="56171" y="55268"/>
                  <a:pt x="60528" y="55268"/>
                </a:cubicBezTo>
                <a:cubicBezTo>
                  <a:pt x="64873" y="55268"/>
                  <a:pt x="68423" y="51726"/>
                  <a:pt x="68423" y="47374"/>
                </a:cubicBezTo>
                <a:lnTo>
                  <a:pt x="68423" y="44743"/>
                </a:lnTo>
                <a:cubicBezTo>
                  <a:pt x="68423" y="40392"/>
                  <a:pt x="64873" y="36849"/>
                  <a:pt x="60528" y="36849"/>
                </a:cubicBezTo>
                <a:close/>
                <a:moveTo>
                  <a:pt x="39472" y="42112"/>
                </a:moveTo>
                <a:cubicBezTo>
                  <a:pt x="40924" y="42112"/>
                  <a:pt x="42100" y="43290"/>
                  <a:pt x="42100" y="44743"/>
                </a:cubicBezTo>
                <a:lnTo>
                  <a:pt x="42100" y="47374"/>
                </a:lnTo>
                <a:cubicBezTo>
                  <a:pt x="42100" y="48824"/>
                  <a:pt x="40924" y="50005"/>
                  <a:pt x="39472" y="50005"/>
                </a:cubicBezTo>
                <a:cubicBezTo>
                  <a:pt x="38020" y="50005"/>
                  <a:pt x="36845" y="48824"/>
                  <a:pt x="36845" y="47374"/>
                </a:cubicBezTo>
                <a:lnTo>
                  <a:pt x="36845" y="44743"/>
                </a:lnTo>
                <a:cubicBezTo>
                  <a:pt x="36845" y="43293"/>
                  <a:pt x="38020" y="42112"/>
                  <a:pt x="39472" y="42112"/>
                </a:cubicBezTo>
                <a:close/>
                <a:moveTo>
                  <a:pt x="60528" y="42112"/>
                </a:moveTo>
                <a:cubicBezTo>
                  <a:pt x="61968" y="42112"/>
                  <a:pt x="63155" y="43290"/>
                  <a:pt x="63155" y="44743"/>
                </a:cubicBezTo>
                <a:lnTo>
                  <a:pt x="63155" y="47374"/>
                </a:lnTo>
                <a:cubicBezTo>
                  <a:pt x="63155" y="48824"/>
                  <a:pt x="61968" y="50005"/>
                  <a:pt x="60528" y="50005"/>
                </a:cubicBezTo>
                <a:cubicBezTo>
                  <a:pt x="59076" y="50005"/>
                  <a:pt x="57889" y="48824"/>
                  <a:pt x="57889" y="47374"/>
                </a:cubicBezTo>
                <a:lnTo>
                  <a:pt x="57889" y="44743"/>
                </a:lnTo>
                <a:cubicBezTo>
                  <a:pt x="57889" y="43293"/>
                  <a:pt x="59076" y="42112"/>
                  <a:pt x="60528" y="42112"/>
                </a:cubicBezTo>
                <a:close/>
                <a:moveTo>
                  <a:pt x="44688" y="63156"/>
                </a:moveTo>
                <a:cubicBezTo>
                  <a:pt x="44487" y="63159"/>
                  <a:pt x="44297" y="63183"/>
                  <a:pt x="44095" y="63233"/>
                </a:cubicBezTo>
                <a:lnTo>
                  <a:pt x="38840" y="64548"/>
                </a:lnTo>
                <a:cubicBezTo>
                  <a:pt x="37426" y="64901"/>
                  <a:pt x="36567" y="66330"/>
                  <a:pt x="36920" y="67739"/>
                </a:cubicBezTo>
                <a:cubicBezTo>
                  <a:pt x="37274" y="69150"/>
                  <a:pt x="38702" y="70009"/>
                  <a:pt x="40104" y="69657"/>
                </a:cubicBezTo>
                <a:lnTo>
                  <a:pt x="42100" y="69158"/>
                </a:lnTo>
                <a:lnTo>
                  <a:pt x="42100" y="78947"/>
                </a:lnTo>
                <a:cubicBezTo>
                  <a:pt x="42100" y="80399"/>
                  <a:pt x="43287" y="81573"/>
                  <a:pt x="44739" y="81573"/>
                </a:cubicBezTo>
                <a:cubicBezTo>
                  <a:pt x="46192" y="81573"/>
                  <a:pt x="47366" y="80399"/>
                  <a:pt x="47366" y="78947"/>
                </a:cubicBezTo>
                <a:lnTo>
                  <a:pt x="47366" y="65792"/>
                </a:lnTo>
                <a:cubicBezTo>
                  <a:pt x="47366" y="64979"/>
                  <a:pt x="46988" y="64215"/>
                  <a:pt x="46357" y="63716"/>
                </a:cubicBezTo>
                <a:cubicBezTo>
                  <a:pt x="45875" y="63340"/>
                  <a:pt x="45282" y="63145"/>
                  <a:pt x="44688" y="63156"/>
                </a:cubicBezTo>
                <a:close/>
                <a:moveTo>
                  <a:pt x="81533" y="63156"/>
                </a:moveTo>
                <a:cubicBezTo>
                  <a:pt x="81332" y="63159"/>
                  <a:pt x="81129" y="63183"/>
                  <a:pt x="80940" y="63233"/>
                </a:cubicBezTo>
                <a:lnTo>
                  <a:pt x="75673" y="64548"/>
                </a:lnTo>
                <a:cubicBezTo>
                  <a:pt x="74271" y="64901"/>
                  <a:pt x="73412" y="66330"/>
                  <a:pt x="73753" y="67739"/>
                </a:cubicBezTo>
                <a:cubicBezTo>
                  <a:pt x="74107" y="69150"/>
                  <a:pt x="75546" y="70009"/>
                  <a:pt x="76949" y="69657"/>
                </a:cubicBezTo>
                <a:lnTo>
                  <a:pt x="78944" y="69158"/>
                </a:lnTo>
                <a:lnTo>
                  <a:pt x="78944" y="78947"/>
                </a:lnTo>
                <a:cubicBezTo>
                  <a:pt x="78944" y="80399"/>
                  <a:pt x="80119" y="81573"/>
                  <a:pt x="81572" y="81573"/>
                </a:cubicBezTo>
                <a:cubicBezTo>
                  <a:pt x="83024" y="81573"/>
                  <a:pt x="84211" y="80399"/>
                  <a:pt x="84211" y="78947"/>
                </a:cubicBezTo>
                <a:lnTo>
                  <a:pt x="84211" y="65792"/>
                </a:lnTo>
                <a:cubicBezTo>
                  <a:pt x="84211" y="64979"/>
                  <a:pt x="83832" y="64215"/>
                  <a:pt x="83201" y="63716"/>
                </a:cubicBezTo>
                <a:cubicBezTo>
                  <a:pt x="82721" y="63340"/>
                  <a:pt x="82127" y="63145"/>
                  <a:pt x="81533" y="63156"/>
                </a:cubicBezTo>
                <a:close/>
                <a:moveTo>
                  <a:pt x="23683" y="63161"/>
                </a:moveTo>
                <a:cubicBezTo>
                  <a:pt x="19325" y="63161"/>
                  <a:pt x="15789" y="66703"/>
                  <a:pt x="15789" y="71055"/>
                </a:cubicBezTo>
                <a:lnTo>
                  <a:pt x="15789" y="73685"/>
                </a:lnTo>
                <a:cubicBezTo>
                  <a:pt x="15789" y="78037"/>
                  <a:pt x="19325" y="81573"/>
                  <a:pt x="23683" y="81573"/>
                </a:cubicBezTo>
                <a:cubicBezTo>
                  <a:pt x="28041" y="81573"/>
                  <a:pt x="31578" y="78037"/>
                  <a:pt x="31578" y="73685"/>
                </a:cubicBezTo>
                <a:lnTo>
                  <a:pt x="31578" y="71055"/>
                </a:lnTo>
                <a:cubicBezTo>
                  <a:pt x="31578" y="66703"/>
                  <a:pt x="28041" y="63161"/>
                  <a:pt x="23683" y="63161"/>
                </a:cubicBezTo>
                <a:close/>
                <a:moveTo>
                  <a:pt x="60528" y="63161"/>
                </a:moveTo>
                <a:cubicBezTo>
                  <a:pt x="56171" y="63161"/>
                  <a:pt x="52634" y="66703"/>
                  <a:pt x="52634" y="71055"/>
                </a:cubicBezTo>
                <a:lnTo>
                  <a:pt x="52634" y="73685"/>
                </a:lnTo>
                <a:cubicBezTo>
                  <a:pt x="52634" y="78037"/>
                  <a:pt x="56171" y="81573"/>
                  <a:pt x="60528" y="81573"/>
                </a:cubicBezTo>
                <a:cubicBezTo>
                  <a:pt x="64873" y="81573"/>
                  <a:pt x="68423" y="78037"/>
                  <a:pt x="68423" y="73685"/>
                </a:cubicBezTo>
                <a:lnTo>
                  <a:pt x="68423" y="71055"/>
                </a:lnTo>
                <a:cubicBezTo>
                  <a:pt x="68423" y="66703"/>
                  <a:pt x="64873" y="63161"/>
                  <a:pt x="60528" y="63161"/>
                </a:cubicBezTo>
                <a:close/>
                <a:moveTo>
                  <a:pt x="23683" y="68423"/>
                </a:moveTo>
                <a:cubicBezTo>
                  <a:pt x="25136" y="68423"/>
                  <a:pt x="26311" y="69602"/>
                  <a:pt x="26311" y="71055"/>
                </a:cubicBezTo>
                <a:lnTo>
                  <a:pt x="26311" y="73685"/>
                </a:lnTo>
                <a:cubicBezTo>
                  <a:pt x="26311" y="75135"/>
                  <a:pt x="25136" y="76316"/>
                  <a:pt x="23683" y="76316"/>
                </a:cubicBezTo>
                <a:cubicBezTo>
                  <a:pt x="22231" y="76316"/>
                  <a:pt x="21056" y="75135"/>
                  <a:pt x="21056" y="73685"/>
                </a:cubicBezTo>
                <a:lnTo>
                  <a:pt x="21056" y="71055"/>
                </a:lnTo>
                <a:cubicBezTo>
                  <a:pt x="21056" y="69605"/>
                  <a:pt x="22231" y="68423"/>
                  <a:pt x="23683" y="68423"/>
                </a:cubicBezTo>
                <a:close/>
                <a:moveTo>
                  <a:pt x="60528" y="68423"/>
                </a:moveTo>
                <a:cubicBezTo>
                  <a:pt x="61968" y="68423"/>
                  <a:pt x="63155" y="69602"/>
                  <a:pt x="63155" y="71055"/>
                </a:cubicBezTo>
                <a:lnTo>
                  <a:pt x="63155" y="73685"/>
                </a:lnTo>
                <a:cubicBezTo>
                  <a:pt x="63155" y="75135"/>
                  <a:pt x="61968" y="76316"/>
                  <a:pt x="60528" y="76316"/>
                </a:cubicBezTo>
                <a:cubicBezTo>
                  <a:pt x="59076" y="76316"/>
                  <a:pt x="57889" y="75135"/>
                  <a:pt x="57889" y="73685"/>
                </a:cubicBezTo>
                <a:lnTo>
                  <a:pt x="57889" y="71055"/>
                </a:lnTo>
                <a:cubicBezTo>
                  <a:pt x="57889" y="69605"/>
                  <a:pt x="59076" y="68423"/>
                  <a:pt x="60528" y="6842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5" name="Белый — SVG 25">
            <a:extLst>
              <a:ext uri="{FF2B5EF4-FFF2-40B4-BE49-F238E27FC236}">
                <a16:creationId xmlns:a16="http://schemas.microsoft.com/office/drawing/2014/main" id="{7ECE2A11-9888-4B44-B369-46F685053548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74533 w 149057"/>
              <a:gd name="csY0" fmla="*/ 1 h 127668"/>
              <a:gd name="csX1" fmla="*/ 70808 w 149057"/>
              <a:gd name="csY1" fmla="*/ 1615 h 127668"/>
              <a:gd name="csX2" fmla="*/ 69311 w 149057"/>
              <a:gd name="csY2" fmla="*/ 5393 h 127668"/>
              <a:gd name="csX3" fmla="*/ 69311 w 149057"/>
              <a:gd name="csY3" fmla="*/ 29668 h 127668"/>
              <a:gd name="csX4" fmla="*/ 68970 w 149057"/>
              <a:gd name="csY4" fmla="*/ 29792 h 127668"/>
              <a:gd name="csX5" fmla="*/ 31422 w 149057"/>
              <a:gd name="csY5" fmla="*/ 49091 h 127668"/>
              <a:gd name="csX6" fmla="*/ 28546 w 149057"/>
              <a:gd name="csY6" fmla="*/ 53825 h 127668"/>
              <a:gd name="csX7" fmla="*/ 28546 w 149057"/>
              <a:gd name="csY7" fmla="*/ 99614 h 127668"/>
              <a:gd name="csX8" fmla="*/ 3077 w 149057"/>
              <a:gd name="csY8" fmla="*/ 112716 h 127668"/>
              <a:gd name="csX9" fmla="*/ 1358 w 149057"/>
              <a:gd name="csY9" fmla="*/ 113992 h 127668"/>
              <a:gd name="csX10" fmla="*/ 287 w 149057"/>
              <a:gd name="csY10" fmla="*/ 115812 h 127668"/>
              <a:gd name="csX11" fmla="*/ 14 w 149057"/>
              <a:gd name="csY11" fmla="*/ 117922 h 127668"/>
              <a:gd name="csX12" fmla="*/ 593 w 149057"/>
              <a:gd name="csY12" fmla="*/ 119980 h 127668"/>
              <a:gd name="csX13" fmla="*/ 1920 w 149057"/>
              <a:gd name="csY13" fmla="*/ 121630 h 127668"/>
              <a:gd name="csX14" fmla="*/ 3791 w 149057"/>
              <a:gd name="csY14" fmla="*/ 122634 h 127668"/>
              <a:gd name="csX15" fmla="*/ 5918 w 149057"/>
              <a:gd name="csY15" fmla="*/ 122821 h 127668"/>
              <a:gd name="csX16" fmla="*/ 7926 w 149057"/>
              <a:gd name="csY16" fmla="*/ 122174 h 127668"/>
              <a:gd name="csX17" fmla="*/ 34433 w 149057"/>
              <a:gd name="csY17" fmla="*/ 108531 h 127668"/>
              <a:gd name="csX18" fmla="*/ 69021 w 149057"/>
              <a:gd name="csY18" fmla="*/ 126325 h 127668"/>
              <a:gd name="csX19" fmla="*/ 74601 w 149057"/>
              <a:gd name="csY19" fmla="*/ 127669 h 127668"/>
              <a:gd name="csX20" fmla="*/ 80284 w 149057"/>
              <a:gd name="csY20" fmla="*/ 126291 h 127668"/>
              <a:gd name="csX21" fmla="*/ 114804 w 149057"/>
              <a:gd name="csY21" fmla="*/ 108531 h 127668"/>
              <a:gd name="csX22" fmla="*/ 141294 w 149057"/>
              <a:gd name="csY22" fmla="*/ 122174 h 127668"/>
              <a:gd name="csX23" fmla="*/ 143301 w 149057"/>
              <a:gd name="csY23" fmla="*/ 122753 h 127668"/>
              <a:gd name="csX24" fmla="*/ 145360 w 149057"/>
              <a:gd name="csY24" fmla="*/ 122515 h 127668"/>
              <a:gd name="csX25" fmla="*/ 147180 w 149057"/>
              <a:gd name="csY25" fmla="*/ 121511 h 127668"/>
              <a:gd name="csX26" fmla="*/ 148474 w 149057"/>
              <a:gd name="csY26" fmla="*/ 119895 h 127668"/>
              <a:gd name="csX27" fmla="*/ 149035 w 149057"/>
              <a:gd name="csY27" fmla="*/ 117887 h 127668"/>
              <a:gd name="csX28" fmla="*/ 148797 w 149057"/>
              <a:gd name="csY28" fmla="*/ 115829 h 127668"/>
              <a:gd name="csX29" fmla="*/ 147793 w 149057"/>
              <a:gd name="csY29" fmla="*/ 114009 h 127668"/>
              <a:gd name="csX30" fmla="*/ 146177 w 149057"/>
              <a:gd name="csY30" fmla="*/ 112716 h 127668"/>
              <a:gd name="csX31" fmla="*/ 120691 w 149057"/>
              <a:gd name="csY31" fmla="*/ 99606 h 127668"/>
              <a:gd name="csX32" fmla="*/ 120691 w 149057"/>
              <a:gd name="csY32" fmla="*/ 53825 h 127668"/>
              <a:gd name="csX33" fmla="*/ 117815 w 149057"/>
              <a:gd name="csY33" fmla="*/ 49098 h 127668"/>
              <a:gd name="csX34" fmla="*/ 80233 w 149057"/>
              <a:gd name="csY34" fmla="*/ 29772 h 127668"/>
              <a:gd name="csX35" fmla="*/ 79944 w 149057"/>
              <a:gd name="csY35" fmla="*/ 29661 h 127668"/>
              <a:gd name="csX36" fmla="*/ 79944 w 149057"/>
              <a:gd name="csY36" fmla="*/ 5393 h 127668"/>
              <a:gd name="csX37" fmla="*/ 79552 w 149057"/>
              <a:gd name="csY37" fmla="*/ 3316 h 127668"/>
              <a:gd name="csX38" fmla="*/ 78378 w 149057"/>
              <a:gd name="csY38" fmla="*/ 1555 h 127668"/>
              <a:gd name="csX39" fmla="*/ 76609 w 149057"/>
              <a:gd name="csY39" fmla="*/ 388 h 127668"/>
              <a:gd name="csX40" fmla="*/ 74533 w 149057"/>
              <a:gd name="csY40" fmla="*/ 1 h 127668"/>
              <a:gd name="csX41" fmla="*/ 49625 w 149057"/>
              <a:gd name="csY41" fmla="*/ 53929 h 127668"/>
              <a:gd name="csX42" fmla="*/ 51650 w 149057"/>
              <a:gd name="csY42" fmla="*/ 54511 h 127668"/>
              <a:gd name="csX43" fmla="*/ 64070 w 149057"/>
              <a:gd name="csY43" fmla="*/ 61246 h 127668"/>
              <a:gd name="csX44" fmla="*/ 85167 w 149057"/>
              <a:gd name="csY44" fmla="*/ 61246 h 127668"/>
              <a:gd name="csX45" fmla="*/ 97570 w 149057"/>
              <a:gd name="csY45" fmla="*/ 54511 h 127668"/>
              <a:gd name="csX46" fmla="*/ 104749 w 149057"/>
              <a:gd name="csY46" fmla="*/ 56780 h 127668"/>
              <a:gd name="csX47" fmla="*/ 102469 w 149057"/>
              <a:gd name="csY47" fmla="*/ 63945 h 127668"/>
              <a:gd name="csX48" fmla="*/ 90066 w 149057"/>
              <a:gd name="csY48" fmla="*/ 70687 h 127668"/>
              <a:gd name="csX49" fmla="*/ 79944 w 149057"/>
              <a:gd name="csY49" fmla="*/ 73968 h 127668"/>
              <a:gd name="csX50" fmla="*/ 79944 w 149057"/>
              <a:gd name="csY50" fmla="*/ 104619 h 127668"/>
              <a:gd name="csX51" fmla="*/ 74618 w 149057"/>
              <a:gd name="csY51" fmla="*/ 109943 h 127668"/>
              <a:gd name="csX52" fmla="*/ 69311 w 149057"/>
              <a:gd name="csY52" fmla="*/ 104619 h 127668"/>
              <a:gd name="csX53" fmla="*/ 69311 w 149057"/>
              <a:gd name="csY53" fmla="*/ 73975 h 127668"/>
              <a:gd name="csX54" fmla="*/ 59170 w 149057"/>
              <a:gd name="csY54" fmla="*/ 70687 h 127668"/>
              <a:gd name="csX55" fmla="*/ 46768 w 149057"/>
              <a:gd name="csY55" fmla="*/ 63945 h 127668"/>
              <a:gd name="csX56" fmla="*/ 44487 w 149057"/>
              <a:gd name="csY56" fmla="*/ 56780 h 127668"/>
              <a:gd name="csX57" fmla="*/ 49625 w 149057"/>
              <a:gd name="csY57" fmla="*/ 53929 h 127668"/>
            </a:gdLst>
            <a:ahLst/>
            <a:cxnLst/>
            <a:rect l="l" t="t" r="r" b="b"/>
            <a:pathLst>
              <a:path w="100000" h="100000">
                <a:moveTo>
                  <a:pt x="50003" y="7175"/>
                </a:moveTo>
                <a:cubicBezTo>
                  <a:pt x="49056" y="7190"/>
                  <a:pt x="48154" y="7579"/>
                  <a:pt x="47504" y="8258"/>
                </a:cubicBezTo>
                <a:cubicBezTo>
                  <a:pt x="46842" y="8936"/>
                  <a:pt x="46476" y="9848"/>
                  <a:pt x="46500" y="10793"/>
                </a:cubicBezTo>
                <a:lnTo>
                  <a:pt x="46500" y="27079"/>
                </a:lnTo>
                <a:cubicBezTo>
                  <a:pt x="46419" y="27114"/>
                  <a:pt x="46339" y="27126"/>
                  <a:pt x="46271" y="27162"/>
                </a:cubicBezTo>
                <a:lnTo>
                  <a:pt x="21081" y="40109"/>
                </a:lnTo>
                <a:cubicBezTo>
                  <a:pt x="19893" y="40720"/>
                  <a:pt x="19151" y="41949"/>
                  <a:pt x="19151" y="43285"/>
                </a:cubicBezTo>
                <a:lnTo>
                  <a:pt x="19151" y="74004"/>
                </a:lnTo>
                <a:lnTo>
                  <a:pt x="2064" y="82794"/>
                </a:lnTo>
                <a:cubicBezTo>
                  <a:pt x="1631" y="82999"/>
                  <a:pt x="1231" y="83285"/>
                  <a:pt x="911" y="83650"/>
                </a:cubicBezTo>
                <a:cubicBezTo>
                  <a:pt x="592" y="84004"/>
                  <a:pt x="352" y="84426"/>
                  <a:pt x="193" y="84871"/>
                </a:cubicBezTo>
                <a:cubicBezTo>
                  <a:pt x="32" y="85328"/>
                  <a:pt x="-25" y="85807"/>
                  <a:pt x="9" y="86287"/>
                </a:cubicBezTo>
                <a:cubicBezTo>
                  <a:pt x="44" y="86766"/>
                  <a:pt x="170" y="87233"/>
                  <a:pt x="398" y="87667"/>
                </a:cubicBezTo>
                <a:cubicBezTo>
                  <a:pt x="615" y="88089"/>
                  <a:pt x="911" y="88466"/>
                  <a:pt x="1288" y="88774"/>
                </a:cubicBezTo>
                <a:cubicBezTo>
                  <a:pt x="1654" y="89082"/>
                  <a:pt x="2087" y="89310"/>
                  <a:pt x="2543" y="89448"/>
                </a:cubicBezTo>
                <a:cubicBezTo>
                  <a:pt x="3000" y="89585"/>
                  <a:pt x="3491" y="89630"/>
                  <a:pt x="3970" y="89573"/>
                </a:cubicBezTo>
                <a:cubicBezTo>
                  <a:pt x="4439" y="89528"/>
                  <a:pt x="4906" y="89380"/>
                  <a:pt x="5317" y="89139"/>
                </a:cubicBezTo>
                <a:lnTo>
                  <a:pt x="23101" y="79987"/>
                </a:lnTo>
                <a:lnTo>
                  <a:pt x="46305" y="91924"/>
                </a:lnTo>
                <a:cubicBezTo>
                  <a:pt x="47469" y="92518"/>
                  <a:pt x="48759" y="92826"/>
                  <a:pt x="50049" y="92826"/>
                </a:cubicBezTo>
                <a:cubicBezTo>
                  <a:pt x="51350" y="92826"/>
                  <a:pt x="52663" y="92518"/>
                  <a:pt x="53861" y="91901"/>
                </a:cubicBezTo>
                <a:lnTo>
                  <a:pt x="77020" y="79987"/>
                </a:lnTo>
                <a:lnTo>
                  <a:pt x="94792" y="89139"/>
                </a:lnTo>
                <a:cubicBezTo>
                  <a:pt x="95214" y="89357"/>
                  <a:pt x="95671" y="89494"/>
                  <a:pt x="96138" y="89528"/>
                </a:cubicBezTo>
                <a:cubicBezTo>
                  <a:pt x="96607" y="89562"/>
                  <a:pt x="97074" y="89516"/>
                  <a:pt x="97520" y="89368"/>
                </a:cubicBezTo>
                <a:cubicBezTo>
                  <a:pt x="97965" y="89231"/>
                  <a:pt x="98376" y="89003"/>
                  <a:pt x="98741" y="88695"/>
                </a:cubicBezTo>
                <a:cubicBezTo>
                  <a:pt x="99095" y="88398"/>
                  <a:pt x="99392" y="88021"/>
                  <a:pt x="99609" y="87610"/>
                </a:cubicBezTo>
                <a:cubicBezTo>
                  <a:pt x="99814" y="87188"/>
                  <a:pt x="99951" y="86732"/>
                  <a:pt x="99985" y="86263"/>
                </a:cubicBezTo>
                <a:cubicBezTo>
                  <a:pt x="100031" y="85796"/>
                  <a:pt x="99974" y="85328"/>
                  <a:pt x="99826" y="84883"/>
                </a:cubicBezTo>
                <a:cubicBezTo>
                  <a:pt x="99688" y="84438"/>
                  <a:pt x="99461" y="84027"/>
                  <a:pt x="99152" y="83662"/>
                </a:cubicBezTo>
                <a:cubicBezTo>
                  <a:pt x="98855" y="83308"/>
                  <a:pt x="98478" y="83011"/>
                  <a:pt x="98068" y="82794"/>
                </a:cubicBezTo>
                <a:lnTo>
                  <a:pt x="80970" y="73999"/>
                </a:lnTo>
                <a:lnTo>
                  <a:pt x="80970" y="43285"/>
                </a:lnTo>
                <a:cubicBezTo>
                  <a:pt x="80970" y="41949"/>
                  <a:pt x="80228" y="40724"/>
                  <a:pt x="79040" y="40114"/>
                </a:cubicBezTo>
                <a:lnTo>
                  <a:pt x="53827" y="27148"/>
                </a:lnTo>
                <a:cubicBezTo>
                  <a:pt x="53769" y="27115"/>
                  <a:pt x="53690" y="27106"/>
                  <a:pt x="53633" y="27074"/>
                </a:cubicBezTo>
                <a:lnTo>
                  <a:pt x="53633" y="10793"/>
                </a:lnTo>
                <a:cubicBezTo>
                  <a:pt x="53633" y="10316"/>
                  <a:pt x="53542" y="9842"/>
                  <a:pt x="53370" y="9399"/>
                </a:cubicBezTo>
                <a:cubicBezTo>
                  <a:pt x="53188" y="8958"/>
                  <a:pt x="52925" y="8556"/>
                  <a:pt x="52583" y="8218"/>
                </a:cubicBezTo>
                <a:cubicBezTo>
                  <a:pt x="52240" y="7881"/>
                  <a:pt x="51841" y="7614"/>
                  <a:pt x="51396" y="7435"/>
                </a:cubicBezTo>
                <a:cubicBezTo>
                  <a:pt x="50962" y="7256"/>
                  <a:pt x="50483" y="7168"/>
                  <a:pt x="50003" y="7175"/>
                </a:cubicBezTo>
                <a:close/>
                <a:moveTo>
                  <a:pt x="33293" y="43355"/>
                </a:moveTo>
                <a:cubicBezTo>
                  <a:pt x="33761" y="43390"/>
                  <a:pt x="34218" y="43519"/>
                  <a:pt x="34651" y="43745"/>
                </a:cubicBezTo>
                <a:lnTo>
                  <a:pt x="42984" y="48264"/>
                </a:lnTo>
                <a:cubicBezTo>
                  <a:pt x="47412" y="50566"/>
                  <a:pt x="52709" y="50566"/>
                  <a:pt x="57137" y="48264"/>
                </a:cubicBezTo>
                <a:lnTo>
                  <a:pt x="65458" y="43745"/>
                </a:lnTo>
                <a:cubicBezTo>
                  <a:pt x="67216" y="42844"/>
                  <a:pt x="69373" y="43521"/>
                  <a:pt x="70274" y="45268"/>
                </a:cubicBezTo>
                <a:cubicBezTo>
                  <a:pt x="71176" y="47016"/>
                  <a:pt x="70503" y="49169"/>
                  <a:pt x="68745" y="50074"/>
                </a:cubicBezTo>
                <a:lnTo>
                  <a:pt x="60424" y="54598"/>
                </a:lnTo>
                <a:cubicBezTo>
                  <a:pt x="58267" y="55715"/>
                  <a:pt x="55973" y="56424"/>
                  <a:pt x="53633" y="56799"/>
                </a:cubicBezTo>
                <a:lnTo>
                  <a:pt x="53633" y="77362"/>
                </a:lnTo>
                <a:cubicBezTo>
                  <a:pt x="53633" y="79336"/>
                  <a:pt x="52034" y="80934"/>
                  <a:pt x="50060" y="80934"/>
                </a:cubicBezTo>
                <a:cubicBezTo>
                  <a:pt x="48086" y="80934"/>
                  <a:pt x="46500" y="79336"/>
                  <a:pt x="46500" y="77362"/>
                </a:cubicBezTo>
                <a:lnTo>
                  <a:pt x="46500" y="56803"/>
                </a:lnTo>
                <a:cubicBezTo>
                  <a:pt x="44148" y="56428"/>
                  <a:pt x="41854" y="55717"/>
                  <a:pt x="39696" y="54598"/>
                </a:cubicBezTo>
                <a:lnTo>
                  <a:pt x="31376" y="50074"/>
                </a:lnTo>
                <a:cubicBezTo>
                  <a:pt x="29629" y="49169"/>
                  <a:pt x="28944" y="47016"/>
                  <a:pt x="29846" y="45268"/>
                </a:cubicBezTo>
                <a:cubicBezTo>
                  <a:pt x="30531" y="43957"/>
                  <a:pt x="31912" y="43248"/>
                  <a:pt x="33293" y="4335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6" name="Белый — SVG 26">
            <a:extLst>
              <a:ext uri="{FF2B5EF4-FFF2-40B4-BE49-F238E27FC236}">
                <a16:creationId xmlns:a16="http://schemas.microsoft.com/office/drawing/2014/main" id="{A5571796-1A78-9742-9B7D-BD462EB14EAB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15942 w 141772"/>
              <a:gd name="csY0" fmla="*/ 0 h 134740"/>
              <a:gd name="csX1" fmla="*/ 0 w 141772"/>
              <a:gd name="csY1" fmla="*/ 15948 h 134740"/>
              <a:gd name="csX2" fmla="*/ 0 w 141772"/>
              <a:gd name="csY2" fmla="*/ 90371 h 134740"/>
              <a:gd name="csX3" fmla="*/ 15942 w 141772"/>
              <a:gd name="csY3" fmla="*/ 106319 h 134740"/>
              <a:gd name="csX4" fmla="*/ 46072 w 141772"/>
              <a:gd name="csY4" fmla="*/ 106319 h 134740"/>
              <a:gd name="csX5" fmla="*/ 46072 w 141772"/>
              <a:gd name="csY5" fmla="*/ 124045 h 134740"/>
              <a:gd name="csX6" fmla="*/ 33670 w 141772"/>
              <a:gd name="csY6" fmla="*/ 124045 h 134740"/>
              <a:gd name="csX7" fmla="*/ 31611 w 141772"/>
              <a:gd name="csY7" fmla="*/ 124419 h 134740"/>
              <a:gd name="csX8" fmla="*/ 29858 w 141772"/>
              <a:gd name="csY8" fmla="*/ 125576 h 134740"/>
              <a:gd name="csX9" fmla="*/ 28684 w 141772"/>
              <a:gd name="csY9" fmla="*/ 127311 h 134740"/>
              <a:gd name="csX10" fmla="*/ 28276 w 141772"/>
              <a:gd name="csY10" fmla="*/ 129352 h 134740"/>
              <a:gd name="csX11" fmla="*/ 28684 w 141772"/>
              <a:gd name="csY11" fmla="*/ 131411 h 134740"/>
              <a:gd name="csX12" fmla="*/ 29858 w 141772"/>
              <a:gd name="csY12" fmla="*/ 133146 h 134740"/>
              <a:gd name="csX13" fmla="*/ 31611 w 141772"/>
              <a:gd name="csY13" fmla="*/ 134286 h 134740"/>
              <a:gd name="csX14" fmla="*/ 33670 w 141772"/>
              <a:gd name="csY14" fmla="*/ 134677 h 134740"/>
              <a:gd name="csX15" fmla="*/ 50530 w 141772"/>
              <a:gd name="csY15" fmla="*/ 134677 h 134740"/>
              <a:gd name="csX16" fmla="*/ 52248 w 141772"/>
              <a:gd name="csY16" fmla="*/ 134677 h 134740"/>
              <a:gd name="csX17" fmla="*/ 89507 w 141772"/>
              <a:gd name="csY17" fmla="*/ 134677 h 134740"/>
              <a:gd name="csX18" fmla="*/ 91243 w 141772"/>
              <a:gd name="csY18" fmla="*/ 134677 h 134740"/>
              <a:gd name="csX19" fmla="*/ 108103 w 141772"/>
              <a:gd name="csY19" fmla="*/ 134677 h 134740"/>
              <a:gd name="csX20" fmla="*/ 110162 w 141772"/>
              <a:gd name="csY20" fmla="*/ 134286 h 134740"/>
              <a:gd name="csX21" fmla="*/ 111914 w 141772"/>
              <a:gd name="csY21" fmla="*/ 133146 h 134740"/>
              <a:gd name="csX22" fmla="*/ 113088 w 141772"/>
              <a:gd name="csY22" fmla="*/ 131411 h 134740"/>
              <a:gd name="csX23" fmla="*/ 113496 w 141772"/>
              <a:gd name="csY23" fmla="*/ 129352 h 134740"/>
              <a:gd name="csX24" fmla="*/ 113088 w 141772"/>
              <a:gd name="csY24" fmla="*/ 127311 h 134740"/>
              <a:gd name="csX25" fmla="*/ 111914 w 141772"/>
              <a:gd name="csY25" fmla="*/ 125576 h 134740"/>
              <a:gd name="csX26" fmla="*/ 110162 w 141772"/>
              <a:gd name="csY26" fmla="*/ 124419 h 134740"/>
              <a:gd name="csX27" fmla="*/ 108103 w 141772"/>
              <a:gd name="csY27" fmla="*/ 124045 h 134740"/>
              <a:gd name="csX28" fmla="*/ 95700 w 141772"/>
              <a:gd name="csY28" fmla="*/ 124045 h 134740"/>
              <a:gd name="csX29" fmla="*/ 95700 w 141772"/>
              <a:gd name="csY29" fmla="*/ 106319 h 134740"/>
              <a:gd name="csX30" fmla="*/ 125831 w 141772"/>
              <a:gd name="csY30" fmla="*/ 106319 h 134740"/>
              <a:gd name="csX31" fmla="*/ 141773 w 141772"/>
              <a:gd name="csY31" fmla="*/ 90371 h 134740"/>
              <a:gd name="csX32" fmla="*/ 141773 w 141772"/>
              <a:gd name="csY32" fmla="*/ 15948 h 134740"/>
              <a:gd name="csX33" fmla="*/ 125831 w 141772"/>
              <a:gd name="csY33" fmla="*/ 0 h 134740"/>
              <a:gd name="csX34" fmla="*/ 15942 w 141772"/>
              <a:gd name="csY34" fmla="*/ 0 h 134740"/>
              <a:gd name="csX35" fmla="*/ 76322 w 141772"/>
              <a:gd name="csY35" fmla="*/ 24814 h 134740"/>
              <a:gd name="csX36" fmla="*/ 77411 w 141772"/>
              <a:gd name="csY36" fmla="*/ 24940 h 134740"/>
              <a:gd name="csX37" fmla="*/ 81392 w 141772"/>
              <a:gd name="csY37" fmla="*/ 31321 h 134740"/>
              <a:gd name="csX38" fmla="*/ 70759 w 141772"/>
              <a:gd name="csY38" fmla="*/ 77394 h 134740"/>
              <a:gd name="csX39" fmla="*/ 65586 w 141772"/>
              <a:gd name="csY39" fmla="*/ 81512 h 134740"/>
              <a:gd name="csX40" fmla="*/ 64378 w 141772"/>
              <a:gd name="csY40" fmla="*/ 81379 h 134740"/>
              <a:gd name="csX41" fmla="*/ 60381 w 141772"/>
              <a:gd name="csY41" fmla="*/ 74999 h 134740"/>
              <a:gd name="csX42" fmla="*/ 71014 w 141772"/>
              <a:gd name="csY42" fmla="*/ 28926 h 134740"/>
              <a:gd name="csX43" fmla="*/ 76322 w 141772"/>
              <a:gd name="csY43" fmla="*/ 24814 h 134740"/>
              <a:gd name="csX44" fmla="*/ 47433 w 141772"/>
              <a:gd name="csY44" fmla="*/ 35453 h 134740"/>
              <a:gd name="csX45" fmla="*/ 51313 w 141772"/>
              <a:gd name="csY45" fmla="*/ 36720 h 134740"/>
              <a:gd name="csX46" fmla="*/ 51891 w 141772"/>
              <a:gd name="csY46" fmla="*/ 44217 h 134740"/>
              <a:gd name="csX47" fmla="*/ 44218 w 141772"/>
              <a:gd name="csY47" fmla="*/ 53160 h 134740"/>
              <a:gd name="csX48" fmla="*/ 51891 w 141772"/>
              <a:gd name="csY48" fmla="*/ 62102 h 134740"/>
              <a:gd name="csX49" fmla="*/ 51313 w 141772"/>
              <a:gd name="csY49" fmla="*/ 69599 h 134740"/>
              <a:gd name="csX50" fmla="*/ 47842 w 141772"/>
              <a:gd name="csY50" fmla="*/ 70880 h 134740"/>
              <a:gd name="csX51" fmla="*/ 43810 w 141772"/>
              <a:gd name="csY51" fmla="*/ 69024 h 134740"/>
              <a:gd name="csX52" fmla="*/ 33176 w 141772"/>
              <a:gd name="csY52" fmla="*/ 56621 h 134740"/>
              <a:gd name="csX53" fmla="*/ 33176 w 141772"/>
              <a:gd name="csY53" fmla="*/ 49698 h 134740"/>
              <a:gd name="csX54" fmla="*/ 43810 w 141772"/>
              <a:gd name="csY54" fmla="*/ 37295 h 134740"/>
              <a:gd name="csX55" fmla="*/ 47433 w 141772"/>
              <a:gd name="csY55" fmla="*/ 35453 h 134740"/>
              <a:gd name="csX56" fmla="*/ 94340 w 141772"/>
              <a:gd name="csY56" fmla="*/ 35461 h 134740"/>
              <a:gd name="csX57" fmla="*/ 97963 w 141772"/>
              <a:gd name="csY57" fmla="*/ 37295 h 134740"/>
              <a:gd name="csX58" fmla="*/ 108597 w 141772"/>
              <a:gd name="csY58" fmla="*/ 49698 h 134740"/>
              <a:gd name="csX59" fmla="*/ 108597 w 141772"/>
              <a:gd name="csY59" fmla="*/ 56621 h 134740"/>
              <a:gd name="csX60" fmla="*/ 97963 w 141772"/>
              <a:gd name="csY60" fmla="*/ 69024 h 134740"/>
              <a:gd name="csX61" fmla="*/ 93931 w 141772"/>
              <a:gd name="csY61" fmla="*/ 70880 h 134740"/>
              <a:gd name="csX62" fmla="*/ 90460 w 141772"/>
              <a:gd name="csY62" fmla="*/ 69599 h 134740"/>
              <a:gd name="csX63" fmla="*/ 89899 w 141772"/>
              <a:gd name="csY63" fmla="*/ 62102 h 134740"/>
              <a:gd name="csX64" fmla="*/ 97555 w 141772"/>
              <a:gd name="csY64" fmla="*/ 53160 h 134740"/>
              <a:gd name="csX65" fmla="*/ 89899 w 141772"/>
              <a:gd name="csY65" fmla="*/ 44217 h 134740"/>
              <a:gd name="csX66" fmla="*/ 90460 w 141772"/>
              <a:gd name="csY66" fmla="*/ 36720 h 134740"/>
              <a:gd name="csX67" fmla="*/ 94340 w 141772"/>
              <a:gd name="csY67" fmla="*/ 35461 h 134740"/>
              <a:gd name="csX68" fmla="*/ 56706 w 141772"/>
              <a:gd name="csY68" fmla="*/ 106319 h 134740"/>
              <a:gd name="csX69" fmla="*/ 85067 w 141772"/>
              <a:gd name="csY69" fmla="*/ 106319 h 134740"/>
              <a:gd name="csX70" fmla="*/ 85067 w 141772"/>
              <a:gd name="csY70" fmla="*/ 124045 h 134740"/>
              <a:gd name="csX71" fmla="*/ 56706 w 141772"/>
              <a:gd name="csY71" fmla="*/ 124045 h 134740"/>
              <a:gd name="csX72" fmla="*/ 56706 w 141772"/>
              <a:gd name="csY72" fmla="*/ 106319 h 134740"/>
            </a:gdLst>
            <a:ahLst/>
            <a:cxnLst/>
            <a:rect l="l" t="t" r="r" b="b"/>
            <a:pathLst>
              <a:path w="100000" h="100000">
                <a:moveTo>
                  <a:pt x="11245" y="2480"/>
                </a:moveTo>
                <a:cubicBezTo>
                  <a:pt x="5052" y="2480"/>
                  <a:pt x="0" y="7527"/>
                  <a:pt x="0" y="13729"/>
                </a:cubicBezTo>
                <a:lnTo>
                  <a:pt x="0" y="66224"/>
                </a:lnTo>
                <a:cubicBezTo>
                  <a:pt x="0" y="72427"/>
                  <a:pt x="5052" y="77473"/>
                  <a:pt x="11245" y="77473"/>
                </a:cubicBezTo>
                <a:lnTo>
                  <a:pt x="32497" y="77473"/>
                </a:lnTo>
                <a:lnTo>
                  <a:pt x="32497" y="89976"/>
                </a:lnTo>
                <a:lnTo>
                  <a:pt x="23749" y="89976"/>
                </a:lnTo>
                <a:cubicBezTo>
                  <a:pt x="23257" y="89964"/>
                  <a:pt x="22765" y="90060"/>
                  <a:pt x="22297" y="90240"/>
                </a:cubicBezTo>
                <a:cubicBezTo>
                  <a:pt x="21841" y="90432"/>
                  <a:pt x="21421" y="90708"/>
                  <a:pt x="21061" y="91056"/>
                </a:cubicBezTo>
                <a:cubicBezTo>
                  <a:pt x="20713" y="91404"/>
                  <a:pt x="20425" y="91812"/>
                  <a:pt x="20232" y="92280"/>
                </a:cubicBezTo>
                <a:cubicBezTo>
                  <a:pt x="20041" y="92736"/>
                  <a:pt x="19945" y="93228"/>
                  <a:pt x="19945" y="93719"/>
                </a:cubicBezTo>
                <a:cubicBezTo>
                  <a:pt x="19945" y="94224"/>
                  <a:pt x="20041" y="94715"/>
                  <a:pt x="20232" y="95172"/>
                </a:cubicBezTo>
                <a:cubicBezTo>
                  <a:pt x="20425" y="95627"/>
                  <a:pt x="20713" y="96048"/>
                  <a:pt x="21061" y="96396"/>
                </a:cubicBezTo>
                <a:cubicBezTo>
                  <a:pt x="21421" y="96743"/>
                  <a:pt x="21841" y="97019"/>
                  <a:pt x="22297" y="97200"/>
                </a:cubicBezTo>
                <a:cubicBezTo>
                  <a:pt x="22765" y="97392"/>
                  <a:pt x="23257" y="97476"/>
                  <a:pt x="23749" y="97476"/>
                </a:cubicBezTo>
                <a:lnTo>
                  <a:pt x="35642" y="97476"/>
                </a:lnTo>
                <a:cubicBezTo>
                  <a:pt x="36037" y="97535"/>
                  <a:pt x="36446" y="97535"/>
                  <a:pt x="36854" y="97476"/>
                </a:cubicBezTo>
                <a:lnTo>
                  <a:pt x="63134" y="97476"/>
                </a:lnTo>
                <a:cubicBezTo>
                  <a:pt x="63543" y="97535"/>
                  <a:pt x="63951" y="97535"/>
                  <a:pt x="64359" y="97476"/>
                </a:cubicBezTo>
                <a:lnTo>
                  <a:pt x="76251" y="97476"/>
                </a:lnTo>
                <a:cubicBezTo>
                  <a:pt x="76756" y="97476"/>
                  <a:pt x="77248" y="97392"/>
                  <a:pt x="77704" y="97200"/>
                </a:cubicBezTo>
                <a:cubicBezTo>
                  <a:pt x="78172" y="97019"/>
                  <a:pt x="78592" y="96743"/>
                  <a:pt x="78939" y="96396"/>
                </a:cubicBezTo>
                <a:cubicBezTo>
                  <a:pt x="79300" y="96048"/>
                  <a:pt x="79576" y="95627"/>
                  <a:pt x="79768" y="95172"/>
                </a:cubicBezTo>
                <a:cubicBezTo>
                  <a:pt x="79959" y="94715"/>
                  <a:pt x="80055" y="94224"/>
                  <a:pt x="80055" y="93719"/>
                </a:cubicBezTo>
                <a:cubicBezTo>
                  <a:pt x="80055" y="93228"/>
                  <a:pt x="79959" y="92736"/>
                  <a:pt x="79768" y="92280"/>
                </a:cubicBezTo>
                <a:cubicBezTo>
                  <a:pt x="79576" y="91812"/>
                  <a:pt x="79300" y="91404"/>
                  <a:pt x="78939" y="91056"/>
                </a:cubicBezTo>
                <a:cubicBezTo>
                  <a:pt x="78592" y="90708"/>
                  <a:pt x="78172" y="90432"/>
                  <a:pt x="77704" y="90240"/>
                </a:cubicBezTo>
                <a:cubicBezTo>
                  <a:pt x="77248" y="90060"/>
                  <a:pt x="76756" y="89964"/>
                  <a:pt x="76251" y="89976"/>
                </a:cubicBezTo>
                <a:lnTo>
                  <a:pt x="67503" y="89976"/>
                </a:lnTo>
                <a:lnTo>
                  <a:pt x="67503" y="77473"/>
                </a:lnTo>
                <a:lnTo>
                  <a:pt x="88756" y="77473"/>
                </a:lnTo>
                <a:cubicBezTo>
                  <a:pt x="94960" y="77473"/>
                  <a:pt x="100001" y="72427"/>
                  <a:pt x="100001" y="66224"/>
                </a:cubicBezTo>
                <a:lnTo>
                  <a:pt x="100001" y="13729"/>
                </a:lnTo>
                <a:cubicBezTo>
                  <a:pt x="100001" y="7527"/>
                  <a:pt x="94960" y="2480"/>
                  <a:pt x="88756" y="2480"/>
                </a:cubicBezTo>
                <a:lnTo>
                  <a:pt x="11245" y="2480"/>
                </a:lnTo>
                <a:close/>
                <a:moveTo>
                  <a:pt x="53834" y="19983"/>
                </a:moveTo>
                <a:cubicBezTo>
                  <a:pt x="54086" y="19989"/>
                  <a:pt x="54351" y="20015"/>
                  <a:pt x="54602" y="20072"/>
                </a:cubicBezTo>
                <a:cubicBezTo>
                  <a:pt x="56619" y="20539"/>
                  <a:pt x="57867" y="22555"/>
                  <a:pt x="57410" y="24573"/>
                </a:cubicBezTo>
                <a:lnTo>
                  <a:pt x="49910" y="57071"/>
                </a:lnTo>
                <a:cubicBezTo>
                  <a:pt x="49502" y="58804"/>
                  <a:pt x="47966" y="59975"/>
                  <a:pt x="46262" y="59975"/>
                </a:cubicBezTo>
                <a:cubicBezTo>
                  <a:pt x="45974" y="59975"/>
                  <a:pt x="45698" y="59944"/>
                  <a:pt x="45410" y="59881"/>
                </a:cubicBezTo>
                <a:cubicBezTo>
                  <a:pt x="43394" y="59415"/>
                  <a:pt x="42122" y="57398"/>
                  <a:pt x="42590" y="55381"/>
                </a:cubicBezTo>
                <a:lnTo>
                  <a:pt x="50090" y="22883"/>
                </a:lnTo>
                <a:cubicBezTo>
                  <a:pt x="50499" y="21116"/>
                  <a:pt x="52094" y="19947"/>
                  <a:pt x="53834" y="19983"/>
                </a:cubicBezTo>
                <a:close/>
                <a:moveTo>
                  <a:pt x="33457" y="27487"/>
                </a:moveTo>
                <a:cubicBezTo>
                  <a:pt x="34418" y="27414"/>
                  <a:pt x="35413" y="27705"/>
                  <a:pt x="36194" y="28381"/>
                </a:cubicBezTo>
                <a:cubicBezTo>
                  <a:pt x="37766" y="29728"/>
                  <a:pt x="37946" y="32096"/>
                  <a:pt x="36602" y="33669"/>
                </a:cubicBezTo>
                <a:lnTo>
                  <a:pt x="31190" y="39977"/>
                </a:lnTo>
                <a:lnTo>
                  <a:pt x="36602" y="46284"/>
                </a:lnTo>
                <a:cubicBezTo>
                  <a:pt x="37946" y="47858"/>
                  <a:pt x="37766" y="50225"/>
                  <a:pt x="36194" y="51572"/>
                </a:cubicBezTo>
                <a:cubicBezTo>
                  <a:pt x="35485" y="52180"/>
                  <a:pt x="34622" y="52476"/>
                  <a:pt x="33746" y="52476"/>
                </a:cubicBezTo>
                <a:cubicBezTo>
                  <a:pt x="32702" y="52476"/>
                  <a:pt x="31646" y="52029"/>
                  <a:pt x="30902" y="51167"/>
                </a:cubicBezTo>
                <a:lnTo>
                  <a:pt x="23401" y="42418"/>
                </a:lnTo>
                <a:cubicBezTo>
                  <a:pt x="22201" y="41011"/>
                  <a:pt x="22201" y="38940"/>
                  <a:pt x="23401" y="37535"/>
                </a:cubicBezTo>
                <a:lnTo>
                  <a:pt x="30902" y="28786"/>
                </a:lnTo>
                <a:cubicBezTo>
                  <a:pt x="31573" y="28002"/>
                  <a:pt x="32509" y="27561"/>
                  <a:pt x="33457" y="27487"/>
                </a:cubicBezTo>
                <a:close/>
                <a:moveTo>
                  <a:pt x="66543" y="27493"/>
                </a:moveTo>
                <a:cubicBezTo>
                  <a:pt x="67503" y="27565"/>
                  <a:pt x="68427" y="28002"/>
                  <a:pt x="69099" y="28786"/>
                </a:cubicBezTo>
                <a:lnTo>
                  <a:pt x="76600" y="37535"/>
                </a:lnTo>
                <a:cubicBezTo>
                  <a:pt x="77800" y="38940"/>
                  <a:pt x="77800" y="41011"/>
                  <a:pt x="76600" y="42418"/>
                </a:cubicBezTo>
                <a:lnTo>
                  <a:pt x="69099" y="51167"/>
                </a:lnTo>
                <a:cubicBezTo>
                  <a:pt x="68355" y="52029"/>
                  <a:pt x="67311" y="52476"/>
                  <a:pt x="66255" y="52476"/>
                </a:cubicBezTo>
                <a:cubicBezTo>
                  <a:pt x="65391" y="52476"/>
                  <a:pt x="64515" y="52180"/>
                  <a:pt x="63807" y="51572"/>
                </a:cubicBezTo>
                <a:cubicBezTo>
                  <a:pt x="62234" y="50225"/>
                  <a:pt x="62055" y="47858"/>
                  <a:pt x="63411" y="46284"/>
                </a:cubicBezTo>
                <a:lnTo>
                  <a:pt x="68811" y="39977"/>
                </a:lnTo>
                <a:lnTo>
                  <a:pt x="63411" y="33669"/>
                </a:lnTo>
                <a:cubicBezTo>
                  <a:pt x="62055" y="32096"/>
                  <a:pt x="62234" y="29728"/>
                  <a:pt x="63807" y="28381"/>
                </a:cubicBezTo>
                <a:cubicBezTo>
                  <a:pt x="64599" y="27709"/>
                  <a:pt x="65583" y="27420"/>
                  <a:pt x="66543" y="27493"/>
                </a:cubicBezTo>
                <a:close/>
                <a:moveTo>
                  <a:pt x="39998" y="77473"/>
                </a:moveTo>
                <a:lnTo>
                  <a:pt x="60003" y="77473"/>
                </a:lnTo>
                <a:lnTo>
                  <a:pt x="60003" y="89976"/>
                </a:lnTo>
                <a:lnTo>
                  <a:pt x="39998" y="89976"/>
                </a:lnTo>
                <a:lnTo>
                  <a:pt x="39998" y="7747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7" name="Белый — SVG 27">
            <a:extLst>
              <a:ext uri="{FF2B5EF4-FFF2-40B4-BE49-F238E27FC236}">
                <a16:creationId xmlns:a16="http://schemas.microsoft.com/office/drawing/2014/main" id="{D03C0140-4EE3-7144-BF54-B69398E7A105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96194 w 115199"/>
              <a:gd name="csY0" fmla="*/ 2 h 141821"/>
              <a:gd name="csX1" fmla="*/ 93199 w 115199"/>
              <a:gd name="csY1" fmla="*/ 827 h 141821"/>
              <a:gd name="csX2" fmla="*/ 91175 w 115199"/>
              <a:gd name="csY2" fmla="*/ 3185 h 141821"/>
              <a:gd name="csX3" fmla="*/ 90817 w 115199"/>
              <a:gd name="csY3" fmla="*/ 6269 h 141821"/>
              <a:gd name="csX4" fmla="*/ 92247 w 115199"/>
              <a:gd name="csY4" fmla="*/ 9028 h 141821"/>
              <a:gd name="csX5" fmla="*/ 104735 w 115199"/>
              <a:gd name="csY5" fmla="*/ 31510 h 141821"/>
              <a:gd name="csX6" fmla="*/ 105636 w 115199"/>
              <a:gd name="csY6" fmla="*/ 33380 h 141821"/>
              <a:gd name="csX7" fmla="*/ 107184 w 115199"/>
              <a:gd name="csY7" fmla="*/ 34763 h 141821"/>
              <a:gd name="csX8" fmla="*/ 109141 w 115199"/>
              <a:gd name="csY8" fmla="*/ 35448 h 141821"/>
              <a:gd name="csX9" fmla="*/ 111199 w 115199"/>
              <a:gd name="csY9" fmla="*/ 35331 h 141821"/>
              <a:gd name="csX10" fmla="*/ 113071 w 115199"/>
              <a:gd name="csY10" fmla="*/ 34431 h 141821"/>
              <a:gd name="csX11" fmla="*/ 114466 w 115199"/>
              <a:gd name="csY11" fmla="*/ 32883 h 141821"/>
              <a:gd name="csX12" fmla="*/ 115147 w 115199"/>
              <a:gd name="csY12" fmla="*/ 30925 h 141821"/>
              <a:gd name="csX13" fmla="*/ 115027 w 115199"/>
              <a:gd name="csY13" fmla="*/ 28853 h 141821"/>
              <a:gd name="csX14" fmla="*/ 99970 w 115199"/>
              <a:gd name="csY14" fmla="*/ 1718 h 141821"/>
              <a:gd name="csX15" fmla="*/ 98252 w 115199"/>
              <a:gd name="csY15" fmla="*/ 480 h 141821"/>
              <a:gd name="csX16" fmla="*/ 96194 w 115199"/>
              <a:gd name="csY16" fmla="*/ 2 h 141821"/>
              <a:gd name="csX17" fmla="*/ 44303 w 115199"/>
              <a:gd name="csY17" fmla="*/ 58 h 141821"/>
              <a:gd name="csX18" fmla="*/ 0 w 115199"/>
              <a:gd name="csY18" fmla="*/ 44357 h 141821"/>
              <a:gd name="csX19" fmla="*/ 0 w 115199"/>
              <a:gd name="csY19" fmla="*/ 97516 h 141821"/>
              <a:gd name="csX20" fmla="*/ 44303 w 115199"/>
              <a:gd name="csY20" fmla="*/ 141822 h 141821"/>
              <a:gd name="csX21" fmla="*/ 54936 w 115199"/>
              <a:gd name="csY21" fmla="*/ 141822 h 141821"/>
              <a:gd name="csX22" fmla="*/ 99239 w 115199"/>
              <a:gd name="csY22" fmla="*/ 97516 h 141821"/>
              <a:gd name="csX23" fmla="*/ 99239 w 115199"/>
              <a:gd name="csY23" fmla="*/ 44357 h 141821"/>
              <a:gd name="csX24" fmla="*/ 54936 w 115199"/>
              <a:gd name="csY24" fmla="*/ 58 h 141821"/>
              <a:gd name="csX25" fmla="*/ 44303 w 115199"/>
              <a:gd name="csY25" fmla="*/ 58 h 141821"/>
              <a:gd name="csX26" fmla="*/ 44303 w 115199"/>
              <a:gd name="csY26" fmla="*/ 10690 h 141821"/>
              <a:gd name="csX27" fmla="*/ 54936 w 115199"/>
              <a:gd name="csY27" fmla="*/ 10690 h 141821"/>
              <a:gd name="csX28" fmla="*/ 88554 w 115199"/>
              <a:gd name="csY28" fmla="*/ 46794 h 141821"/>
              <a:gd name="csX29" fmla="*/ 49628 w 115199"/>
              <a:gd name="csY29" fmla="*/ 60582 h 141821"/>
              <a:gd name="csX30" fmla="*/ 10633 w 115199"/>
              <a:gd name="csY30" fmla="*/ 46752 h 141821"/>
              <a:gd name="csX31" fmla="*/ 10633 w 115199"/>
              <a:gd name="csY31" fmla="*/ 44357 h 141821"/>
              <a:gd name="csX32" fmla="*/ 44303 w 115199"/>
              <a:gd name="csY32" fmla="*/ 10690 h 141821"/>
              <a:gd name="csX33" fmla="*/ 49543 w 115199"/>
              <a:gd name="csY33" fmla="*/ 21246 h 141821"/>
              <a:gd name="csX34" fmla="*/ 45800 w 115199"/>
              <a:gd name="csY34" fmla="*/ 22858 h 141821"/>
              <a:gd name="csX35" fmla="*/ 44303 w 115199"/>
              <a:gd name="csY35" fmla="*/ 26638 h 141821"/>
              <a:gd name="csX36" fmla="*/ 44303 w 115199"/>
              <a:gd name="csY36" fmla="*/ 40813 h 141821"/>
              <a:gd name="csX37" fmla="*/ 44694 w 115199"/>
              <a:gd name="csY37" fmla="*/ 42872 h 141821"/>
              <a:gd name="csX38" fmla="*/ 45834 w 115199"/>
              <a:gd name="csY38" fmla="*/ 44622 h 141821"/>
              <a:gd name="csX39" fmla="*/ 47569 w 115199"/>
              <a:gd name="csY39" fmla="*/ 45793 h 141821"/>
              <a:gd name="csX40" fmla="*/ 49628 w 115199"/>
              <a:gd name="csY40" fmla="*/ 46206 h 141821"/>
              <a:gd name="csX41" fmla="*/ 51670 w 115199"/>
              <a:gd name="csY41" fmla="*/ 45793 h 141821"/>
              <a:gd name="csX42" fmla="*/ 53405 w 115199"/>
              <a:gd name="csY42" fmla="*/ 44622 h 141821"/>
              <a:gd name="csX43" fmla="*/ 54562 w 115199"/>
              <a:gd name="csY43" fmla="*/ 42872 h 141821"/>
              <a:gd name="csX44" fmla="*/ 54936 w 115199"/>
              <a:gd name="csY44" fmla="*/ 40813 h 141821"/>
              <a:gd name="csX45" fmla="*/ 54936 w 115199"/>
              <a:gd name="csY45" fmla="*/ 26638 h 141821"/>
              <a:gd name="csX46" fmla="*/ 54545 w 115199"/>
              <a:gd name="csY46" fmla="*/ 24561 h 141821"/>
              <a:gd name="csX47" fmla="*/ 53388 w 115199"/>
              <a:gd name="csY47" fmla="*/ 22800 h 141821"/>
              <a:gd name="csX48" fmla="*/ 51618 w 115199"/>
              <a:gd name="csY48" fmla="*/ 21633 h 141821"/>
              <a:gd name="csX49" fmla="*/ 49543 w 115199"/>
              <a:gd name="csY49" fmla="*/ 21246 h 141821"/>
            </a:gdLst>
            <a:ahLst/>
            <a:cxnLst/>
            <a:rect l="l" t="t" r="r" b="b"/>
            <a:pathLst>
              <a:path w="100000" h="100000">
                <a:moveTo>
                  <a:pt x="77214" y="1"/>
                </a:moveTo>
                <a:cubicBezTo>
                  <a:pt x="76470" y="-19"/>
                  <a:pt x="75738" y="184"/>
                  <a:pt x="75102" y="583"/>
                </a:cubicBezTo>
                <a:cubicBezTo>
                  <a:pt x="74478" y="982"/>
                  <a:pt x="73974" y="1562"/>
                  <a:pt x="73675" y="2246"/>
                </a:cubicBezTo>
                <a:cubicBezTo>
                  <a:pt x="73374" y="2929"/>
                  <a:pt x="73290" y="3686"/>
                  <a:pt x="73422" y="4420"/>
                </a:cubicBezTo>
                <a:cubicBezTo>
                  <a:pt x="73555" y="5154"/>
                  <a:pt x="73914" y="5832"/>
                  <a:pt x="74430" y="6366"/>
                </a:cubicBezTo>
                <a:cubicBezTo>
                  <a:pt x="78593" y="10762"/>
                  <a:pt x="81675" y="16192"/>
                  <a:pt x="83236" y="22218"/>
                </a:cubicBezTo>
                <a:cubicBezTo>
                  <a:pt x="83356" y="22696"/>
                  <a:pt x="83572" y="23143"/>
                  <a:pt x="83871" y="23537"/>
                </a:cubicBezTo>
                <a:cubicBezTo>
                  <a:pt x="84160" y="23929"/>
                  <a:pt x="84531" y="24262"/>
                  <a:pt x="84963" y="24512"/>
                </a:cubicBezTo>
                <a:cubicBezTo>
                  <a:pt x="85383" y="24762"/>
                  <a:pt x="85851" y="24926"/>
                  <a:pt x="86343" y="24995"/>
                </a:cubicBezTo>
                <a:cubicBezTo>
                  <a:pt x="86822" y="25063"/>
                  <a:pt x="87326" y="25036"/>
                  <a:pt x="87794" y="24912"/>
                </a:cubicBezTo>
                <a:cubicBezTo>
                  <a:pt x="88274" y="24790"/>
                  <a:pt x="88730" y="24574"/>
                  <a:pt x="89114" y="24278"/>
                </a:cubicBezTo>
                <a:cubicBezTo>
                  <a:pt x="89510" y="23982"/>
                  <a:pt x="89846" y="23611"/>
                  <a:pt x="90097" y="23186"/>
                </a:cubicBezTo>
                <a:cubicBezTo>
                  <a:pt x="90337" y="22762"/>
                  <a:pt x="90506" y="22292"/>
                  <a:pt x="90578" y="21806"/>
                </a:cubicBezTo>
                <a:cubicBezTo>
                  <a:pt x="90649" y="21317"/>
                  <a:pt x="90614" y="20821"/>
                  <a:pt x="90493" y="20345"/>
                </a:cubicBezTo>
                <a:cubicBezTo>
                  <a:pt x="88610" y="13058"/>
                  <a:pt x="84891" y="6507"/>
                  <a:pt x="79876" y="1211"/>
                </a:cubicBezTo>
                <a:cubicBezTo>
                  <a:pt x="79529" y="843"/>
                  <a:pt x="79121" y="546"/>
                  <a:pt x="78665" y="338"/>
                </a:cubicBezTo>
                <a:cubicBezTo>
                  <a:pt x="78209" y="130"/>
                  <a:pt x="77717" y="16"/>
                  <a:pt x="77214" y="1"/>
                </a:cubicBezTo>
                <a:close/>
                <a:moveTo>
                  <a:pt x="40624" y="41"/>
                </a:moveTo>
                <a:cubicBezTo>
                  <a:pt x="23398" y="41"/>
                  <a:pt x="9386" y="14052"/>
                  <a:pt x="9386" y="31277"/>
                </a:cubicBezTo>
                <a:lnTo>
                  <a:pt x="9386" y="68760"/>
                </a:lnTo>
                <a:cubicBezTo>
                  <a:pt x="9386" y="85991"/>
                  <a:pt x="23398" y="100001"/>
                  <a:pt x="40624" y="100001"/>
                </a:cubicBezTo>
                <a:lnTo>
                  <a:pt x="48122" y="100001"/>
                </a:lnTo>
                <a:cubicBezTo>
                  <a:pt x="65349" y="100001"/>
                  <a:pt x="79361" y="85991"/>
                  <a:pt x="79361" y="68760"/>
                </a:cubicBezTo>
                <a:lnTo>
                  <a:pt x="79361" y="31277"/>
                </a:lnTo>
                <a:cubicBezTo>
                  <a:pt x="79361" y="14052"/>
                  <a:pt x="65349" y="41"/>
                  <a:pt x="48122" y="41"/>
                </a:cubicBezTo>
                <a:lnTo>
                  <a:pt x="40624" y="41"/>
                </a:lnTo>
                <a:close/>
                <a:moveTo>
                  <a:pt x="40624" y="7538"/>
                </a:moveTo>
                <a:lnTo>
                  <a:pt x="48122" y="7538"/>
                </a:lnTo>
                <a:cubicBezTo>
                  <a:pt x="60935" y="7538"/>
                  <a:pt x="71384" y="17760"/>
                  <a:pt x="71826" y="32995"/>
                </a:cubicBezTo>
                <a:cubicBezTo>
                  <a:pt x="65889" y="37741"/>
                  <a:pt x="56724" y="42717"/>
                  <a:pt x="44379" y="42717"/>
                </a:cubicBezTo>
                <a:cubicBezTo>
                  <a:pt x="31999" y="42717"/>
                  <a:pt x="22822" y="37719"/>
                  <a:pt x="16883" y="32965"/>
                </a:cubicBezTo>
                <a:lnTo>
                  <a:pt x="16883" y="31277"/>
                </a:lnTo>
                <a:cubicBezTo>
                  <a:pt x="16883" y="18188"/>
                  <a:pt x="27536" y="7538"/>
                  <a:pt x="40624" y="7538"/>
                </a:cubicBezTo>
                <a:close/>
                <a:moveTo>
                  <a:pt x="44319" y="14981"/>
                </a:moveTo>
                <a:cubicBezTo>
                  <a:pt x="43324" y="14996"/>
                  <a:pt x="42376" y="15405"/>
                  <a:pt x="41680" y="16118"/>
                </a:cubicBezTo>
                <a:cubicBezTo>
                  <a:pt x="40996" y="16831"/>
                  <a:pt x="40612" y="17789"/>
                  <a:pt x="40624" y="18783"/>
                </a:cubicBezTo>
                <a:lnTo>
                  <a:pt x="40624" y="28778"/>
                </a:lnTo>
                <a:cubicBezTo>
                  <a:pt x="40624" y="29275"/>
                  <a:pt x="40708" y="29768"/>
                  <a:pt x="40900" y="30230"/>
                </a:cubicBezTo>
                <a:cubicBezTo>
                  <a:pt x="41080" y="30690"/>
                  <a:pt x="41356" y="31110"/>
                  <a:pt x="41704" y="31464"/>
                </a:cubicBezTo>
                <a:cubicBezTo>
                  <a:pt x="42052" y="31816"/>
                  <a:pt x="42472" y="32098"/>
                  <a:pt x="42927" y="32289"/>
                </a:cubicBezTo>
                <a:cubicBezTo>
                  <a:pt x="43384" y="32481"/>
                  <a:pt x="43876" y="32581"/>
                  <a:pt x="44379" y="32581"/>
                </a:cubicBezTo>
                <a:cubicBezTo>
                  <a:pt x="44871" y="32581"/>
                  <a:pt x="45364" y="32481"/>
                  <a:pt x="45819" y="32289"/>
                </a:cubicBezTo>
                <a:cubicBezTo>
                  <a:pt x="46275" y="32098"/>
                  <a:pt x="46695" y="31816"/>
                  <a:pt x="47042" y="31464"/>
                </a:cubicBezTo>
                <a:cubicBezTo>
                  <a:pt x="47391" y="31110"/>
                  <a:pt x="47666" y="30690"/>
                  <a:pt x="47858" y="30230"/>
                </a:cubicBezTo>
                <a:cubicBezTo>
                  <a:pt x="48039" y="29768"/>
                  <a:pt x="48134" y="29275"/>
                  <a:pt x="48122" y="28778"/>
                </a:cubicBezTo>
                <a:lnTo>
                  <a:pt x="48122" y="18783"/>
                </a:lnTo>
                <a:cubicBezTo>
                  <a:pt x="48134" y="18280"/>
                  <a:pt x="48039" y="17782"/>
                  <a:pt x="47846" y="17318"/>
                </a:cubicBezTo>
                <a:cubicBezTo>
                  <a:pt x="47654" y="16853"/>
                  <a:pt x="47378" y="16431"/>
                  <a:pt x="47030" y="16077"/>
                </a:cubicBezTo>
                <a:cubicBezTo>
                  <a:pt x="46671" y="15722"/>
                  <a:pt x="46251" y="15442"/>
                  <a:pt x="45782" y="15254"/>
                </a:cubicBezTo>
                <a:cubicBezTo>
                  <a:pt x="45315" y="15065"/>
                  <a:pt x="44823" y="14972"/>
                  <a:pt x="44319" y="1498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8" name="Белый — SVG 28">
            <a:extLst>
              <a:ext uri="{FF2B5EF4-FFF2-40B4-BE49-F238E27FC236}">
                <a16:creationId xmlns:a16="http://schemas.microsoft.com/office/drawing/2014/main" id="{9B54C8B9-6AAA-0C49-9CFE-89DB4C4FCDDE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37208 w 127600"/>
              <a:gd name="csY0" fmla="*/ 67345 h 138232"/>
              <a:gd name="csX1" fmla="*/ 31900 w 127600"/>
              <a:gd name="csY1" fmla="*/ 72661 h 138232"/>
              <a:gd name="csX2" fmla="*/ 37208 w 127600"/>
              <a:gd name="csY2" fmla="*/ 77977 h 138232"/>
              <a:gd name="csX3" fmla="*/ 42534 w 127600"/>
              <a:gd name="csY3" fmla="*/ 72661 h 138232"/>
              <a:gd name="csX4" fmla="*/ 37208 w 127600"/>
              <a:gd name="csY4" fmla="*/ 67345 h 138232"/>
              <a:gd name="csX5" fmla="*/ 37208 w 127600"/>
              <a:gd name="csY5" fmla="*/ 67345 h 138232"/>
              <a:gd name="csX6" fmla="*/ 31900 w 127600"/>
              <a:gd name="csY6" fmla="*/ 72661 h 138232"/>
              <a:gd name="csX7" fmla="*/ 37208 w 127600"/>
              <a:gd name="csY7" fmla="*/ 77977 h 138232"/>
              <a:gd name="csX8" fmla="*/ 42534 w 127600"/>
              <a:gd name="csY8" fmla="*/ 72661 h 138232"/>
              <a:gd name="csX9" fmla="*/ 37208 w 127600"/>
              <a:gd name="csY9" fmla="*/ 67345 h 138232"/>
              <a:gd name="csX10" fmla="*/ 117461 w 127600"/>
              <a:gd name="csY10" fmla="*/ 40835 h 138232"/>
              <a:gd name="csX11" fmla="*/ 67101 w 127600"/>
              <a:gd name="csY11" fmla="*/ 1143 h 138232"/>
              <a:gd name="csX12" fmla="*/ 60500 w 127600"/>
              <a:gd name="csY12" fmla="*/ 1143 h 138232"/>
              <a:gd name="csX13" fmla="*/ 10140 w 127600"/>
              <a:gd name="csY13" fmla="*/ 40835 h 138232"/>
              <a:gd name="csX14" fmla="*/ 0 w 127600"/>
              <a:gd name="csY14" fmla="*/ 61709 h 138232"/>
              <a:gd name="csX15" fmla="*/ 0 w 127600"/>
              <a:gd name="csY15" fmla="*/ 129369 h 138232"/>
              <a:gd name="csX16" fmla="*/ 8864 w 127600"/>
              <a:gd name="csY16" fmla="*/ 138232 h 138232"/>
              <a:gd name="csX17" fmla="*/ 118737 w 127600"/>
              <a:gd name="csY17" fmla="*/ 138232 h 138232"/>
              <a:gd name="csX18" fmla="*/ 127601 w 127600"/>
              <a:gd name="csY18" fmla="*/ 129369 h 138232"/>
              <a:gd name="csX19" fmla="*/ 127601 w 127600"/>
              <a:gd name="csY19" fmla="*/ 61709 h 138232"/>
              <a:gd name="csX20" fmla="*/ 117461 w 127600"/>
              <a:gd name="csY20" fmla="*/ 40835 h 138232"/>
              <a:gd name="csX21" fmla="*/ 106334 w 127600"/>
              <a:gd name="csY21" fmla="*/ 113413 h 138232"/>
              <a:gd name="csX22" fmla="*/ 99239 w 127600"/>
              <a:gd name="csY22" fmla="*/ 120507 h 138232"/>
              <a:gd name="csX23" fmla="*/ 28361 w 127600"/>
              <a:gd name="csY23" fmla="*/ 120507 h 138232"/>
              <a:gd name="csX24" fmla="*/ 21267 w 127600"/>
              <a:gd name="csY24" fmla="*/ 113413 h 138232"/>
              <a:gd name="csX25" fmla="*/ 21267 w 127600"/>
              <a:gd name="csY25" fmla="*/ 102781 h 138232"/>
              <a:gd name="csX26" fmla="*/ 28361 w 127600"/>
              <a:gd name="csY26" fmla="*/ 95696 h 138232"/>
              <a:gd name="csX27" fmla="*/ 99239 w 127600"/>
              <a:gd name="csY27" fmla="*/ 95696 h 138232"/>
              <a:gd name="csX28" fmla="*/ 106334 w 127600"/>
              <a:gd name="csY28" fmla="*/ 102781 h 138232"/>
              <a:gd name="csX29" fmla="*/ 106334 w 127600"/>
              <a:gd name="csY29" fmla="*/ 113413 h 138232"/>
              <a:gd name="csX30" fmla="*/ 106334 w 127600"/>
              <a:gd name="csY30" fmla="*/ 77977 h 138232"/>
              <a:gd name="csX31" fmla="*/ 99239 w 127600"/>
              <a:gd name="csY31" fmla="*/ 85064 h 138232"/>
              <a:gd name="csX32" fmla="*/ 28361 w 127600"/>
              <a:gd name="csY32" fmla="*/ 85064 h 138232"/>
              <a:gd name="csX33" fmla="*/ 21267 w 127600"/>
              <a:gd name="csY33" fmla="*/ 77977 h 138232"/>
              <a:gd name="csX34" fmla="*/ 21267 w 127600"/>
              <a:gd name="csY34" fmla="*/ 67345 h 138232"/>
              <a:gd name="csX35" fmla="*/ 28361 w 127600"/>
              <a:gd name="csY35" fmla="*/ 60257 h 138232"/>
              <a:gd name="csX36" fmla="*/ 99239 w 127600"/>
              <a:gd name="csY36" fmla="*/ 60257 h 138232"/>
              <a:gd name="csX37" fmla="*/ 106334 w 127600"/>
              <a:gd name="csY37" fmla="*/ 67345 h 138232"/>
              <a:gd name="csX38" fmla="*/ 106334 w 127600"/>
              <a:gd name="csY38" fmla="*/ 77977 h 138232"/>
              <a:gd name="csX39" fmla="*/ 37208 w 127600"/>
              <a:gd name="csY39" fmla="*/ 67345 h 138232"/>
              <a:gd name="csX40" fmla="*/ 31900 w 127600"/>
              <a:gd name="csY40" fmla="*/ 72661 h 138232"/>
              <a:gd name="csX41" fmla="*/ 37208 w 127600"/>
              <a:gd name="csY41" fmla="*/ 77977 h 138232"/>
              <a:gd name="csX42" fmla="*/ 42534 w 127600"/>
              <a:gd name="csY42" fmla="*/ 72661 h 138232"/>
              <a:gd name="csX43" fmla="*/ 37208 w 127600"/>
              <a:gd name="csY43" fmla="*/ 67345 h 138232"/>
              <a:gd name="csX44" fmla="*/ 37208 w 127600"/>
              <a:gd name="csY44" fmla="*/ 102781 h 138232"/>
              <a:gd name="csX45" fmla="*/ 31900 w 127600"/>
              <a:gd name="csY45" fmla="*/ 108106 h 138232"/>
              <a:gd name="csX46" fmla="*/ 37208 w 127600"/>
              <a:gd name="csY46" fmla="*/ 113413 h 138232"/>
              <a:gd name="csX47" fmla="*/ 42534 w 127600"/>
              <a:gd name="csY47" fmla="*/ 108106 h 138232"/>
              <a:gd name="csX48" fmla="*/ 37208 w 127600"/>
              <a:gd name="csY48" fmla="*/ 102781 h 138232"/>
              <a:gd name="csX49" fmla="*/ 37208 w 127600"/>
              <a:gd name="csY49" fmla="*/ 67345 h 138232"/>
              <a:gd name="csX50" fmla="*/ 31900 w 127600"/>
              <a:gd name="csY50" fmla="*/ 72661 h 138232"/>
              <a:gd name="csX51" fmla="*/ 37208 w 127600"/>
              <a:gd name="csY51" fmla="*/ 77977 h 138232"/>
              <a:gd name="csX52" fmla="*/ 42534 w 127600"/>
              <a:gd name="csY52" fmla="*/ 72661 h 138232"/>
              <a:gd name="csX53" fmla="*/ 37208 w 127600"/>
              <a:gd name="csY53" fmla="*/ 67345 h 138232"/>
              <a:gd name="csX54" fmla="*/ 37208 w 127600"/>
              <a:gd name="csY54" fmla="*/ 67345 h 138232"/>
              <a:gd name="csX55" fmla="*/ 31900 w 127600"/>
              <a:gd name="csY55" fmla="*/ 72661 h 138232"/>
              <a:gd name="csX56" fmla="*/ 37208 w 127600"/>
              <a:gd name="csY56" fmla="*/ 77977 h 138232"/>
              <a:gd name="csX57" fmla="*/ 42534 w 127600"/>
              <a:gd name="csY57" fmla="*/ 72661 h 138232"/>
              <a:gd name="csX58" fmla="*/ 37208 w 127600"/>
              <a:gd name="csY58" fmla="*/ 67345 h 138232"/>
              <a:gd name="csX59" fmla="*/ 37208 w 127600"/>
              <a:gd name="csY59" fmla="*/ 102781 h 138232"/>
              <a:gd name="csX60" fmla="*/ 31900 w 127600"/>
              <a:gd name="csY60" fmla="*/ 108106 h 138232"/>
              <a:gd name="csX61" fmla="*/ 37208 w 127600"/>
              <a:gd name="csY61" fmla="*/ 113413 h 138232"/>
              <a:gd name="csX62" fmla="*/ 42534 w 127600"/>
              <a:gd name="csY62" fmla="*/ 108106 h 138232"/>
              <a:gd name="csX63" fmla="*/ 37208 w 127600"/>
              <a:gd name="csY63" fmla="*/ 102781 h 138232"/>
              <a:gd name="csX64" fmla="*/ 37208 w 127600"/>
              <a:gd name="csY64" fmla="*/ 102781 h 138232"/>
              <a:gd name="csX65" fmla="*/ 31900 w 127600"/>
              <a:gd name="csY65" fmla="*/ 108106 h 138232"/>
              <a:gd name="csX66" fmla="*/ 37208 w 127600"/>
              <a:gd name="csY66" fmla="*/ 113413 h 138232"/>
              <a:gd name="csX67" fmla="*/ 42534 w 127600"/>
              <a:gd name="csY67" fmla="*/ 108106 h 138232"/>
              <a:gd name="csX68" fmla="*/ 37208 w 127600"/>
              <a:gd name="csY68" fmla="*/ 102781 h 138232"/>
            </a:gdLst>
            <a:ahLst/>
            <a:cxnLst/>
            <a:rect l="l" t="t" r="r" b="b"/>
            <a:pathLst>
              <a:path w="100000" h="100000"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88820" y="29541"/>
                </a:moveTo>
                <a:lnTo>
                  <a:pt x="52388" y="827"/>
                </a:lnTo>
                <a:cubicBezTo>
                  <a:pt x="50972" y="-276"/>
                  <a:pt x="49028" y="-276"/>
                  <a:pt x="47613" y="827"/>
                </a:cubicBezTo>
                <a:lnTo>
                  <a:pt x="11181" y="29541"/>
                </a:lnTo>
                <a:cubicBezTo>
                  <a:pt x="6541" y="33183"/>
                  <a:pt x="3846" y="38745"/>
                  <a:pt x="3846" y="44642"/>
                </a:cubicBezTo>
                <a:lnTo>
                  <a:pt x="3846" y="93588"/>
                </a:lnTo>
                <a:cubicBezTo>
                  <a:pt x="3846" y="97121"/>
                  <a:pt x="6713" y="100000"/>
                  <a:pt x="10258" y="100000"/>
                </a:cubicBezTo>
                <a:lnTo>
                  <a:pt x="89743" y="100000"/>
                </a:lnTo>
                <a:cubicBezTo>
                  <a:pt x="93287" y="100000"/>
                  <a:pt x="96155" y="97121"/>
                  <a:pt x="96155" y="93588"/>
                </a:cubicBezTo>
                <a:lnTo>
                  <a:pt x="96155" y="44642"/>
                </a:lnTo>
                <a:cubicBezTo>
                  <a:pt x="96155" y="38745"/>
                  <a:pt x="93460" y="33183"/>
                  <a:pt x="88820" y="29541"/>
                </a:cubicBezTo>
                <a:close/>
                <a:moveTo>
                  <a:pt x="80770" y="82045"/>
                </a:moveTo>
                <a:cubicBezTo>
                  <a:pt x="80770" y="84864"/>
                  <a:pt x="78456" y="87177"/>
                  <a:pt x="75637" y="87177"/>
                </a:cubicBezTo>
                <a:lnTo>
                  <a:pt x="24363" y="87177"/>
                </a:lnTo>
                <a:cubicBezTo>
                  <a:pt x="21532" y="87177"/>
                  <a:pt x="19231" y="84864"/>
                  <a:pt x="19231" y="82045"/>
                </a:cubicBezTo>
                <a:lnTo>
                  <a:pt x="19231" y="74354"/>
                </a:lnTo>
                <a:cubicBezTo>
                  <a:pt x="19231" y="71536"/>
                  <a:pt x="21532" y="69229"/>
                  <a:pt x="24363" y="69229"/>
                </a:cubicBezTo>
                <a:lnTo>
                  <a:pt x="75637" y="69229"/>
                </a:lnTo>
                <a:cubicBezTo>
                  <a:pt x="78456" y="69229"/>
                  <a:pt x="80770" y="71536"/>
                  <a:pt x="80770" y="74354"/>
                </a:cubicBezTo>
                <a:lnTo>
                  <a:pt x="80770" y="82045"/>
                </a:lnTo>
                <a:close/>
                <a:moveTo>
                  <a:pt x="80770" y="56410"/>
                </a:moveTo>
                <a:cubicBezTo>
                  <a:pt x="80770" y="59229"/>
                  <a:pt x="78456" y="61537"/>
                  <a:pt x="75637" y="61537"/>
                </a:cubicBezTo>
                <a:lnTo>
                  <a:pt x="24363" y="61537"/>
                </a:lnTo>
                <a:cubicBezTo>
                  <a:pt x="21532" y="61537"/>
                  <a:pt x="19231" y="59229"/>
                  <a:pt x="19231" y="56410"/>
                </a:cubicBezTo>
                <a:lnTo>
                  <a:pt x="19231" y="48719"/>
                </a:lnTo>
                <a:cubicBezTo>
                  <a:pt x="19231" y="45898"/>
                  <a:pt x="21532" y="43591"/>
                  <a:pt x="24363" y="43591"/>
                </a:cubicBezTo>
                <a:lnTo>
                  <a:pt x="75637" y="43591"/>
                </a:lnTo>
                <a:cubicBezTo>
                  <a:pt x="78456" y="43591"/>
                  <a:pt x="80770" y="45898"/>
                  <a:pt x="80770" y="48719"/>
                </a:cubicBezTo>
                <a:lnTo>
                  <a:pt x="80770" y="56410"/>
                </a:ln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74354"/>
                </a:moveTo>
                <a:cubicBezTo>
                  <a:pt x="28646" y="74354"/>
                  <a:pt x="26923" y="76077"/>
                  <a:pt x="26923" y="78206"/>
                </a:cubicBezTo>
                <a:cubicBezTo>
                  <a:pt x="26923" y="80335"/>
                  <a:pt x="28646" y="82045"/>
                  <a:pt x="30763" y="82045"/>
                </a:cubicBezTo>
                <a:cubicBezTo>
                  <a:pt x="32893" y="82045"/>
                  <a:pt x="34616" y="80335"/>
                  <a:pt x="34616" y="78206"/>
                </a:cubicBezTo>
                <a:cubicBezTo>
                  <a:pt x="34616" y="76077"/>
                  <a:pt x="32893" y="74354"/>
                  <a:pt x="30763" y="74354"/>
                </a:cubicBez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74354"/>
                </a:moveTo>
                <a:cubicBezTo>
                  <a:pt x="28646" y="74354"/>
                  <a:pt x="26923" y="76077"/>
                  <a:pt x="26923" y="78206"/>
                </a:cubicBezTo>
                <a:cubicBezTo>
                  <a:pt x="26923" y="80335"/>
                  <a:pt x="28646" y="82045"/>
                  <a:pt x="30763" y="82045"/>
                </a:cubicBezTo>
                <a:cubicBezTo>
                  <a:pt x="32893" y="82045"/>
                  <a:pt x="34616" y="80335"/>
                  <a:pt x="34616" y="78206"/>
                </a:cubicBezTo>
                <a:cubicBezTo>
                  <a:pt x="34616" y="76077"/>
                  <a:pt x="32893" y="74354"/>
                  <a:pt x="30763" y="74354"/>
                </a:cubicBezTo>
                <a:close/>
                <a:moveTo>
                  <a:pt x="30763" y="74354"/>
                </a:moveTo>
                <a:cubicBezTo>
                  <a:pt x="28646" y="74354"/>
                  <a:pt x="26923" y="76077"/>
                  <a:pt x="26923" y="78206"/>
                </a:cubicBezTo>
                <a:cubicBezTo>
                  <a:pt x="26923" y="80335"/>
                  <a:pt x="28646" y="82045"/>
                  <a:pt x="30763" y="82045"/>
                </a:cubicBezTo>
                <a:cubicBezTo>
                  <a:pt x="32893" y="82045"/>
                  <a:pt x="34616" y="80335"/>
                  <a:pt x="34616" y="78206"/>
                </a:cubicBezTo>
                <a:cubicBezTo>
                  <a:pt x="34616" y="76077"/>
                  <a:pt x="32893" y="74354"/>
                  <a:pt x="30763" y="7435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9" name="Белый — SVG 29">
            <a:extLst>
              <a:ext uri="{FF2B5EF4-FFF2-40B4-BE49-F238E27FC236}">
                <a16:creationId xmlns:a16="http://schemas.microsoft.com/office/drawing/2014/main" id="{481334FC-F75E-A040-B6B0-D39FC486E5B2}"/>
              </a:ext>
            </a:extLst>
          </p:cNvPr>
          <p:cNvSpPr>
            <a:spLocks noGrp="1"/>
          </p:cNvSpPr>
          <p:nvPr/>
        </p:nvSpPr>
        <p:spPr>
          <a:xfrm>
            <a:off x="6420000" y="5010000"/>
            <a:ext cx="220000" cy="220000"/>
          </a:xfrm>
          <a:custGeom>
            <a:avLst/>
            <a:gdLst>
              <a:gd name="csX0" fmla="*/ 19497 w 106333"/>
              <a:gd name="csY0" fmla="*/ 0 h 145308"/>
              <a:gd name="csX1" fmla="*/ 0 w 106333"/>
              <a:gd name="csY1" fmla="*/ 19491 h 145308"/>
              <a:gd name="csX2" fmla="*/ 0 w 106333"/>
              <a:gd name="csY2" fmla="*/ 125814 h 145308"/>
              <a:gd name="csX3" fmla="*/ 19497 w 106333"/>
              <a:gd name="csY3" fmla="*/ 145309 h 145308"/>
              <a:gd name="csX4" fmla="*/ 86837 w 106333"/>
              <a:gd name="csY4" fmla="*/ 145309 h 145308"/>
              <a:gd name="csX5" fmla="*/ 106334 w 106333"/>
              <a:gd name="csY5" fmla="*/ 125814 h 145308"/>
              <a:gd name="csX6" fmla="*/ 106334 w 106333"/>
              <a:gd name="csY6" fmla="*/ 19491 h 145308"/>
              <a:gd name="csX7" fmla="*/ 86837 w 106333"/>
              <a:gd name="csY7" fmla="*/ 0 h 145308"/>
              <a:gd name="csX8" fmla="*/ 19497 w 106333"/>
              <a:gd name="csY8" fmla="*/ 0 h 145308"/>
              <a:gd name="csX9" fmla="*/ 24805 w 106333"/>
              <a:gd name="csY9" fmla="*/ 21264 h 145308"/>
              <a:gd name="csX10" fmla="*/ 81528 w 106333"/>
              <a:gd name="csY10" fmla="*/ 21264 h 145308"/>
              <a:gd name="csX11" fmla="*/ 88606 w 106333"/>
              <a:gd name="csY11" fmla="*/ 28352 h 145308"/>
              <a:gd name="csX12" fmla="*/ 88606 w 106333"/>
              <a:gd name="csY12" fmla="*/ 35439 h 145308"/>
              <a:gd name="csX13" fmla="*/ 81528 w 106333"/>
              <a:gd name="csY13" fmla="*/ 42528 h 145308"/>
              <a:gd name="csX14" fmla="*/ 24805 w 106333"/>
              <a:gd name="csY14" fmla="*/ 42528 h 145308"/>
              <a:gd name="csX15" fmla="*/ 17728 w 106333"/>
              <a:gd name="csY15" fmla="*/ 35439 h 145308"/>
              <a:gd name="csX16" fmla="*/ 17728 w 106333"/>
              <a:gd name="csY16" fmla="*/ 28352 h 145308"/>
              <a:gd name="csX17" fmla="*/ 24805 w 106333"/>
              <a:gd name="csY17" fmla="*/ 21264 h 145308"/>
              <a:gd name="csX18" fmla="*/ 24805 w 106333"/>
              <a:gd name="csY18" fmla="*/ 53160 h 145308"/>
              <a:gd name="csX19" fmla="*/ 81528 w 106333"/>
              <a:gd name="csY19" fmla="*/ 53160 h 145308"/>
              <a:gd name="csX20" fmla="*/ 88606 w 106333"/>
              <a:gd name="csY20" fmla="*/ 60248 h 145308"/>
              <a:gd name="csX21" fmla="*/ 88606 w 106333"/>
              <a:gd name="csY21" fmla="*/ 67335 h 145308"/>
              <a:gd name="csX22" fmla="*/ 81528 w 106333"/>
              <a:gd name="csY22" fmla="*/ 74424 h 145308"/>
              <a:gd name="csX23" fmla="*/ 24805 w 106333"/>
              <a:gd name="csY23" fmla="*/ 74424 h 145308"/>
              <a:gd name="csX24" fmla="*/ 17728 w 106333"/>
              <a:gd name="csY24" fmla="*/ 67335 h 145308"/>
              <a:gd name="csX25" fmla="*/ 17728 w 106333"/>
              <a:gd name="csY25" fmla="*/ 60248 h 145308"/>
              <a:gd name="csX26" fmla="*/ 24805 w 106333"/>
              <a:gd name="csY26" fmla="*/ 53160 h 145308"/>
              <a:gd name="csX27" fmla="*/ 53167 w 106333"/>
              <a:gd name="csY27" fmla="*/ 99231 h 145308"/>
              <a:gd name="csX28" fmla="*/ 63800 w 106333"/>
              <a:gd name="csY28" fmla="*/ 109858 h 145308"/>
              <a:gd name="csX29" fmla="*/ 53167 w 106333"/>
              <a:gd name="csY29" fmla="*/ 120490 h 145308"/>
              <a:gd name="csX30" fmla="*/ 42534 w 106333"/>
              <a:gd name="csY30" fmla="*/ 109858 h 145308"/>
              <a:gd name="csX31" fmla="*/ 53167 w 106333"/>
              <a:gd name="csY31" fmla="*/ 99231 h 145308"/>
            </a:gdLst>
            <a:ahLst/>
            <a:cxnLst/>
            <a:rect l="l" t="t" r="r" b="b"/>
            <a:pathLst>
              <a:path w="100000" h="100000">
                <a:moveTo>
                  <a:pt x="26829" y="0"/>
                </a:moveTo>
                <a:cubicBezTo>
                  <a:pt x="19465" y="0"/>
                  <a:pt x="13411" y="6049"/>
                  <a:pt x="13411" y="13414"/>
                </a:cubicBezTo>
                <a:lnTo>
                  <a:pt x="13411" y="86584"/>
                </a:lnTo>
                <a:cubicBezTo>
                  <a:pt x="13411" y="93948"/>
                  <a:pt x="19465" y="100001"/>
                  <a:pt x="26829" y="100001"/>
                </a:cubicBezTo>
                <a:lnTo>
                  <a:pt x="73172" y="100001"/>
                </a:lnTo>
                <a:cubicBezTo>
                  <a:pt x="80536" y="100001"/>
                  <a:pt x="86590" y="93948"/>
                  <a:pt x="86590" y="86584"/>
                </a:cubicBezTo>
                <a:lnTo>
                  <a:pt x="86590" y="13414"/>
                </a:lnTo>
                <a:cubicBezTo>
                  <a:pt x="86590" y="6049"/>
                  <a:pt x="80536" y="0"/>
                  <a:pt x="73172" y="0"/>
                </a:cubicBezTo>
                <a:lnTo>
                  <a:pt x="26829" y="0"/>
                </a:lnTo>
                <a:close/>
                <a:moveTo>
                  <a:pt x="30482" y="14634"/>
                </a:moveTo>
                <a:lnTo>
                  <a:pt x="69518" y="14634"/>
                </a:lnTo>
                <a:cubicBezTo>
                  <a:pt x="72199" y="14634"/>
                  <a:pt x="74389" y="16828"/>
                  <a:pt x="74389" y="19512"/>
                </a:cubicBezTo>
                <a:lnTo>
                  <a:pt x="74389" y="24389"/>
                </a:lnTo>
                <a:cubicBezTo>
                  <a:pt x="74389" y="27072"/>
                  <a:pt x="72199" y="29267"/>
                  <a:pt x="69518" y="29267"/>
                </a:cubicBezTo>
                <a:lnTo>
                  <a:pt x="30482" y="29267"/>
                </a:lnTo>
                <a:cubicBezTo>
                  <a:pt x="27801" y="29267"/>
                  <a:pt x="25611" y="27072"/>
                  <a:pt x="25611" y="24389"/>
                </a:cubicBezTo>
                <a:lnTo>
                  <a:pt x="25611" y="19512"/>
                </a:lnTo>
                <a:cubicBezTo>
                  <a:pt x="25611" y="16828"/>
                  <a:pt x="27801" y="14634"/>
                  <a:pt x="30482" y="14634"/>
                </a:cubicBezTo>
                <a:close/>
                <a:moveTo>
                  <a:pt x="30482" y="36584"/>
                </a:moveTo>
                <a:lnTo>
                  <a:pt x="69518" y="36584"/>
                </a:lnTo>
                <a:cubicBezTo>
                  <a:pt x="72199" y="36584"/>
                  <a:pt x="74389" y="38779"/>
                  <a:pt x="74389" y="41462"/>
                </a:cubicBezTo>
                <a:lnTo>
                  <a:pt x="74389" y="46339"/>
                </a:lnTo>
                <a:cubicBezTo>
                  <a:pt x="74389" y="49023"/>
                  <a:pt x="72199" y="51218"/>
                  <a:pt x="69518" y="51218"/>
                </a:cubicBezTo>
                <a:lnTo>
                  <a:pt x="30482" y="51218"/>
                </a:lnTo>
                <a:cubicBezTo>
                  <a:pt x="27801" y="51218"/>
                  <a:pt x="25611" y="49023"/>
                  <a:pt x="25611" y="46339"/>
                </a:cubicBezTo>
                <a:lnTo>
                  <a:pt x="25611" y="41462"/>
                </a:lnTo>
                <a:cubicBezTo>
                  <a:pt x="25611" y="38779"/>
                  <a:pt x="27801" y="36584"/>
                  <a:pt x="30482" y="36584"/>
                </a:cubicBezTo>
                <a:close/>
                <a:moveTo>
                  <a:pt x="50000" y="68290"/>
                </a:moveTo>
                <a:cubicBezTo>
                  <a:pt x="54051" y="68290"/>
                  <a:pt x="57318" y="71553"/>
                  <a:pt x="57318" y="75604"/>
                </a:cubicBezTo>
                <a:cubicBezTo>
                  <a:pt x="57318" y="79654"/>
                  <a:pt x="54051" y="82920"/>
                  <a:pt x="50000" y="82920"/>
                </a:cubicBezTo>
                <a:cubicBezTo>
                  <a:pt x="45949" y="82920"/>
                  <a:pt x="42683" y="79654"/>
                  <a:pt x="42683" y="75604"/>
                </a:cubicBezTo>
                <a:cubicBezTo>
                  <a:pt x="42683" y="71553"/>
                  <a:pt x="45949" y="68290"/>
                  <a:pt x="50000" y="6829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0" name="Белый — SVG 30">
            <a:extLst>
              <a:ext uri="{FF2B5EF4-FFF2-40B4-BE49-F238E27FC236}">
                <a16:creationId xmlns:a16="http://schemas.microsoft.com/office/drawing/2014/main" id="{DBB2BD31-9A20-384F-A6A5-2327A79BFD7C}"/>
              </a:ext>
            </a:extLst>
          </p:cNvPr>
          <p:cNvSpPr>
            <a:spLocks noGrp="1"/>
          </p:cNvSpPr>
          <p:nvPr/>
        </p:nvSpPr>
        <p:spPr>
          <a:xfrm>
            <a:off x="7020000" y="5010000"/>
            <a:ext cx="220000" cy="220000"/>
          </a:xfrm>
          <a:custGeom>
            <a:avLst/>
            <a:gdLst>
              <a:gd name="csX0" fmla="*/ 75114 w 132157"/>
              <a:gd name="csY0" fmla="*/ 62 h 141616"/>
              <a:gd name="csX1" fmla="*/ 68938 w 132157"/>
              <a:gd name="csY1" fmla="*/ 734 h 141616"/>
              <a:gd name="csX2" fmla="*/ 23496 w 132157"/>
              <a:gd name="csY2" fmla="*/ 14937 h 141616"/>
              <a:gd name="csX3" fmla="*/ 14121 w 132157"/>
              <a:gd name="csY3" fmla="*/ 22759 h 141616"/>
              <a:gd name="csX4" fmla="*/ 13032 w 132157"/>
              <a:gd name="csY4" fmla="*/ 34913 h 141616"/>
              <a:gd name="csX5" fmla="*/ 42908 w 132157"/>
              <a:gd name="csY5" fmla="*/ 130424 h 141616"/>
              <a:gd name="csX6" fmla="*/ 50734 w 132157"/>
              <a:gd name="csY6" fmla="*/ 139797 h 141616"/>
              <a:gd name="csX7" fmla="*/ 58101 w 132157"/>
              <a:gd name="csY7" fmla="*/ 141617 h 141616"/>
              <a:gd name="csX8" fmla="*/ 62882 w 132157"/>
              <a:gd name="csY8" fmla="*/ 140885 h 141616"/>
              <a:gd name="csX9" fmla="*/ 108324 w 132157"/>
              <a:gd name="csY9" fmla="*/ 126681 h 141616"/>
              <a:gd name="csX10" fmla="*/ 117699 w 132157"/>
              <a:gd name="csY10" fmla="*/ 118856 h 141616"/>
              <a:gd name="csX11" fmla="*/ 118788 w 132157"/>
              <a:gd name="csY11" fmla="*/ 106693 h 141616"/>
              <a:gd name="csX12" fmla="*/ 88912 w 132157"/>
              <a:gd name="csY12" fmla="*/ 11193 h 141616"/>
              <a:gd name="csX13" fmla="*/ 81086 w 132157"/>
              <a:gd name="csY13" fmla="*/ 1820 h 141616"/>
              <a:gd name="csX14" fmla="*/ 75114 w 132157"/>
              <a:gd name="csY14" fmla="*/ 62 h 141616"/>
              <a:gd name="csX15" fmla="*/ 110587 w 132157"/>
              <a:gd name="csY15" fmla="*/ 22745 h 141616"/>
              <a:gd name="csX16" fmla="*/ 108188 w 132157"/>
              <a:gd name="csY16" fmla="*/ 23359 h 141616"/>
              <a:gd name="csX17" fmla="*/ 106351 w 132157"/>
              <a:gd name="csY17" fmla="*/ 24980 h 141616"/>
              <a:gd name="csX18" fmla="*/ 105415 w 132157"/>
              <a:gd name="csY18" fmla="*/ 27261 h 141616"/>
              <a:gd name="csX19" fmla="*/ 105619 w 132157"/>
              <a:gd name="csY19" fmla="*/ 29716 h 141616"/>
              <a:gd name="csX20" fmla="*/ 121748 w 132157"/>
              <a:gd name="csY20" fmla="*/ 81234 h 141616"/>
              <a:gd name="csX21" fmla="*/ 122718 w 132157"/>
              <a:gd name="csY21" fmla="*/ 83094 h 141616"/>
              <a:gd name="csX22" fmla="*/ 124334 w 132157"/>
              <a:gd name="csY22" fmla="*/ 84431 h 141616"/>
              <a:gd name="csX23" fmla="*/ 126342 w 132157"/>
              <a:gd name="csY23" fmla="*/ 85038 h 141616"/>
              <a:gd name="csX24" fmla="*/ 128434 w 132157"/>
              <a:gd name="csY24" fmla="*/ 84820 h 141616"/>
              <a:gd name="csX25" fmla="*/ 130272 w 132157"/>
              <a:gd name="csY25" fmla="*/ 83811 h 141616"/>
              <a:gd name="csX26" fmla="*/ 131582 w 132157"/>
              <a:gd name="csY26" fmla="*/ 82168 h 141616"/>
              <a:gd name="csX27" fmla="*/ 132143 w 132157"/>
              <a:gd name="csY27" fmla="*/ 80147 h 141616"/>
              <a:gd name="csX28" fmla="*/ 131888 w 132157"/>
              <a:gd name="csY28" fmla="*/ 78065 h 141616"/>
              <a:gd name="csX29" fmla="*/ 115776 w 132157"/>
              <a:gd name="csY29" fmla="*/ 26545 h 141616"/>
              <a:gd name="csX30" fmla="*/ 113820 w 132157"/>
              <a:gd name="csY30" fmla="*/ 23771 h 141616"/>
              <a:gd name="csX31" fmla="*/ 110587 w 132157"/>
              <a:gd name="csY31" fmla="*/ 22745 h 141616"/>
              <a:gd name="csX32" fmla="*/ 5223 w 132157"/>
              <a:gd name="csY32" fmla="*/ 55976 h 141616"/>
              <a:gd name="csX33" fmla="*/ 2841 w 132157"/>
              <a:gd name="csY33" fmla="*/ 56590 h 141616"/>
              <a:gd name="csX34" fmla="*/ 987 w 132157"/>
              <a:gd name="csY34" fmla="*/ 58213 h 141616"/>
              <a:gd name="csX35" fmla="*/ 68 w 132157"/>
              <a:gd name="csY35" fmla="*/ 60498 h 141616"/>
              <a:gd name="csX36" fmla="*/ 272 w 132157"/>
              <a:gd name="csY36" fmla="*/ 62954 h 141616"/>
              <a:gd name="csX37" fmla="*/ 16231 w 132157"/>
              <a:gd name="csY37" fmla="*/ 113974 h 141616"/>
              <a:gd name="csX38" fmla="*/ 17201 w 132157"/>
              <a:gd name="csY38" fmla="*/ 115828 h 141616"/>
              <a:gd name="csX39" fmla="*/ 18817 w 132157"/>
              <a:gd name="csY39" fmla="*/ 117172 h 141616"/>
              <a:gd name="csX40" fmla="*/ 20824 w 132157"/>
              <a:gd name="csY40" fmla="*/ 117767 h 141616"/>
              <a:gd name="csX41" fmla="*/ 22917 w 132157"/>
              <a:gd name="csY41" fmla="*/ 117546 h 141616"/>
              <a:gd name="csX42" fmla="*/ 24755 w 132157"/>
              <a:gd name="csY42" fmla="*/ 116543 h 141616"/>
              <a:gd name="csX43" fmla="*/ 26065 w 132157"/>
              <a:gd name="csY43" fmla="*/ 114909 h 141616"/>
              <a:gd name="csX44" fmla="*/ 26626 w 132157"/>
              <a:gd name="csY44" fmla="*/ 112885 h 141616"/>
              <a:gd name="csX45" fmla="*/ 26371 w 132157"/>
              <a:gd name="csY45" fmla="*/ 110793 h 141616"/>
              <a:gd name="csX46" fmla="*/ 10412 w 132157"/>
              <a:gd name="csY46" fmla="*/ 59777 h 141616"/>
              <a:gd name="csX47" fmla="*/ 8456 w 132157"/>
              <a:gd name="csY47" fmla="*/ 57002 h 141616"/>
              <a:gd name="csX48" fmla="*/ 5223 w 132157"/>
              <a:gd name="csY48" fmla="*/ 55976 h 141616"/>
              <a:gd name="csX49" fmla="*/ 86343 w 132157"/>
              <a:gd name="csY49" fmla="*/ 105434 h 141616"/>
              <a:gd name="csX50" fmla="*/ 91958 w 132157"/>
              <a:gd name="csY50" fmla="*/ 109126 h 141616"/>
              <a:gd name="csX51" fmla="*/ 88470 w 132157"/>
              <a:gd name="csY51" fmla="*/ 115794 h 141616"/>
              <a:gd name="csX52" fmla="*/ 72817 w 132157"/>
              <a:gd name="csY52" fmla="*/ 120676 h 141616"/>
              <a:gd name="csX53" fmla="*/ 71218 w 132157"/>
              <a:gd name="csY53" fmla="*/ 120931 h 141616"/>
              <a:gd name="csX54" fmla="*/ 66148 w 132157"/>
              <a:gd name="csY54" fmla="*/ 117206 h 141616"/>
              <a:gd name="csX55" fmla="*/ 69636 w 132157"/>
              <a:gd name="csY55" fmla="*/ 110538 h 141616"/>
              <a:gd name="csX56" fmla="*/ 85288 w 132157"/>
              <a:gd name="csY56" fmla="*/ 105638 h 141616"/>
              <a:gd name="csX57" fmla="*/ 86343 w 132157"/>
              <a:gd name="csY57" fmla="*/ 105434 h 141616"/>
            </a:gdLst>
            <a:ahLst/>
            <a:cxnLst/>
            <a:rect l="l" t="t" r="r" b="b"/>
            <a:pathLst>
              <a:path w="100000" h="100000">
                <a:moveTo>
                  <a:pt x="56380" y="44"/>
                </a:moveTo>
                <a:cubicBezTo>
                  <a:pt x="54926" y="-85"/>
                  <a:pt x="53449" y="71"/>
                  <a:pt x="52019" y="518"/>
                </a:cubicBezTo>
                <a:lnTo>
                  <a:pt x="19931" y="10548"/>
                </a:lnTo>
                <a:cubicBezTo>
                  <a:pt x="17059" y="11446"/>
                  <a:pt x="14705" y="13405"/>
                  <a:pt x="13311" y="16071"/>
                </a:cubicBezTo>
                <a:cubicBezTo>
                  <a:pt x="11917" y="18736"/>
                  <a:pt x="11641" y="21784"/>
                  <a:pt x="12542" y="24653"/>
                </a:cubicBezTo>
                <a:lnTo>
                  <a:pt x="33639" y="92097"/>
                </a:lnTo>
                <a:cubicBezTo>
                  <a:pt x="34528" y="94967"/>
                  <a:pt x="36498" y="97322"/>
                  <a:pt x="39165" y="98716"/>
                </a:cubicBezTo>
                <a:cubicBezTo>
                  <a:pt x="40799" y="99569"/>
                  <a:pt x="42577" y="100001"/>
                  <a:pt x="44367" y="100001"/>
                </a:cubicBezTo>
                <a:cubicBezTo>
                  <a:pt x="45496" y="100001"/>
                  <a:pt x="46637" y="99833"/>
                  <a:pt x="47743" y="99484"/>
                </a:cubicBezTo>
                <a:lnTo>
                  <a:pt x="79831" y="89454"/>
                </a:lnTo>
                <a:cubicBezTo>
                  <a:pt x="82703" y="88553"/>
                  <a:pt x="85057" y="86595"/>
                  <a:pt x="86451" y="83928"/>
                </a:cubicBezTo>
                <a:cubicBezTo>
                  <a:pt x="87844" y="81262"/>
                  <a:pt x="88121" y="78211"/>
                  <a:pt x="87220" y="75340"/>
                </a:cubicBezTo>
                <a:lnTo>
                  <a:pt x="66124" y="7904"/>
                </a:lnTo>
                <a:cubicBezTo>
                  <a:pt x="65223" y="5033"/>
                  <a:pt x="63264" y="2682"/>
                  <a:pt x="60597" y="1285"/>
                </a:cubicBezTo>
                <a:cubicBezTo>
                  <a:pt x="59264" y="587"/>
                  <a:pt x="57834" y="174"/>
                  <a:pt x="56380" y="44"/>
                </a:cubicBezTo>
                <a:close/>
                <a:moveTo>
                  <a:pt x="81429" y="16061"/>
                </a:moveTo>
                <a:cubicBezTo>
                  <a:pt x="80841" y="16072"/>
                  <a:pt x="80264" y="16220"/>
                  <a:pt x="79735" y="16495"/>
                </a:cubicBezTo>
                <a:cubicBezTo>
                  <a:pt x="79219" y="16769"/>
                  <a:pt x="78774" y="17160"/>
                  <a:pt x="78438" y="17639"/>
                </a:cubicBezTo>
                <a:cubicBezTo>
                  <a:pt x="78089" y="18117"/>
                  <a:pt x="77873" y="18670"/>
                  <a:pt x="77777" y="19250"/>
                </a:cubicBezTo>
                <a:cubicBezTo>
                  <a:pt x="77693" y="19832"/>
                  <a:pt x="77741" y="20425"/>
                  <a:pt x="77921" y="20984"/>
                </a:cubicBezTo>
                <a:lnTo>
                  <a:pt x="89310" y="57362"/>
                </a:lnTo>
                <a:cubicBezTo>
                  <a:pt x="89442" y="57842"/>
                  <a:pt x="89683" y="58289"/>
                  <a:pt x="89995" y="58676"/>
                </a:cubicBezTo>
                <a:cubicBezTo>
                  <a:pt x="90307" y="59063"/>
                  <a:pt x="90691" y="59384"/>
                  <a:pt x="91136" y="59620"/>
                </a:cubicBezTo>
                <a:cubicBezTo>
                  <a:pt x="91580" y="59856"/>
                  <a:pt x="92061" y="60002"/>
                  <a:pt x="92554" y="60048"/>
                </a:cubicBezTo>
                <a:cubicBezTo>
                  <a:pt x="93046" y="60095"/>
                  <a:pt x="93551" y="60043"/>
                  <a:pt x="94031" y="59894"/>
                </a:cubicBezTo>
                <a:cubicBezTo>
                  <a:pt x="94500" y="59745"/>
                  <a:pt x="94944" y="59503"/>
                  <a:pt x="95329" y="59182"/>
                </a:cubicBezTo>
                <a:cubicBezTo>
                  <a:pt x="95713" y="58861"/>
                  <a:pt x="96026" y="58467"/>
                  <a:pt x="96254" y="58022"/>
                </a:cubicBezTo>
                <a:cubicBezTo>
                  <a:pt x="96482" y="57578"/>
                  <a:pt x="96614" y="57092"/>
                  <a:pt x="96650" y="56595"/>
                </a:cubicBezTo>
                <a:cubicBezTo>
                  <a:pt x="96686" y="56097"/>
                  <a:pt x="96626" y="55598"/>
                  <a:pt x="96470" y="55124"/>
                </a:cubicBezTo>
                <a:lnTo>
                  <a:pt x="85093" y="18744"/>
                </a:lnTo>
                <a:cubicBezTo>
                  <a:pt x="84853" y="17958"/>
                  <a:pt x="84372" y="17269"/>
                  <a:pt x="83712" y="16786"/>
                </a:cubicBezTo>
                <a:cubicBezTo>
                  <a:pt x="83051" y="16301"/>
                  <a:pt x="82246" y="16047"/>
                  <a:pt x="81429" y="16061"/>
                </a:cubicBezTo>
                <a:close/>
                <a:moveTo>
                  <a:pt x="7028" y="39527"/>
                </a:moveTo>
                <a:cubicBezTo>
                  <a:pt x="6440" y="39537"/>
                  <a:pt x="5863" y="39686"/>
                  <a:pt x="5346" y="39960"/>
                </a:cubicBezTo>
                <a:cubicBezTo>
                  <a:pt x="4818" y="40234"/>
                  <a:pt x="4373" y="40627"/>
                  <a:pt x="4037" y="41106"/>
                </a:cubicBezTo>
                <a:cubicBezTo>
                  <a:pt x="3688" y="41586"/>
                  <a:pt x="3472" y="42138"/>
                  <a:pt x="3388" y="42720"/>
                </a:cubicBezTo>
                <a:cubicBezTo>
                  <a:pt x="3292" y="43301"/>
                  <a:pt x="3340" y="43895"/>
                  <a:pt x="3532" y="44454"/>
                </a:cubicBezTo>
                <a:lnTo>
                  <a:pt x="14801" y="80481"/>
                </a:lnTo>
                <a:cubicBezTo>
                  <a:pt x="14933" y="80961"/>
                  <a:pt x="15173" y="81406"/>
                  <a:pt x="15486" y="81790"/>
                </a:cubicBezTo>
                <a:cubicBezTo>
                  <a:pt x="15798" y="82174"/>
                  <a:pt x="16182" y="82499"/>
                  <a:pt x="16627" y="82739"/>
                </a:cubicBezTo>
                <a:cubicBezTo>
                  <a:pt x="17071" y="82967"/>
                  <a:pt x="17552" y="83111"/>
                  <a:pt x="18044" y="83159"/>
                </a:cubicBezTo>
                <a:cubicBezTo>
                  <a:pt x="18537" y="83207"/>
                  <a:pt x="19042" y="83159"/>
                  <a:pt x="19522" y="83003"/>
                </a:cubicBezTo>
                <a:cubicBezTo>
                  <a:pt x="19991" y="82859"/>
                  <a:pt x="20435" y="82619"/>
                  <a:pt x="20820" y="82295"/>
                </a:cubicBezTo>
                <a:cubicBezTo>
                  <a:pt x="21204" y="81970"/>
                  <a:pt x="21516" y="81586"/>
                  <a:pt x="21745" y="81141"/>
                </a:cubicBezTo>
                <a:cubicBezTo>
                  <a:pt x="21973" y="80697"/>
                  <a:pt x="22105" y="80205"/>
                  <a:pt x="22141" y="79712"/>
                </a:cubicBezTo>
                <a:cubicBezTo>
                  <a:pt x="22177" y="79208"/>
                  <a:pt x="22117" y="78715"/>
                  <a:pt x="21961" y="78235"/>
                </a:cubicBezTo>
                <a:lnTo>
                  <a:pt x="10692" y="42211"/>
                </a:lnTo>
                <a:cubicBezTo>
                  <a:pt x="10464" y="41425"/>
                  <a:pt x="9971" y="40736"/>
                  <a:pt x="9311" y="40251"/>
                </a:cubicBezTo>
                <a:cubicBezTo>
                  <a:pt x="8650" y="39767"/>
                  <a:pt x="7845" y="39512"/>
                  <a:pt x="7028" y="39527"/>
                </a:cubicBezTo>
                <a:close/>
                <a:moveTo>
                  <a:pt x="64309" y="74451"/>
                </a:moveTo>
                <a:cubicBezTo>
                  <a:pt x="66040" y="74271"/>
                  <a:pt x="67722" y="75328"/>
                  <a:pt x="68274" y="77058"/>
                </a:cubicBezTo>
                <a:cubicBezTo>
                  <a:pt x="68887" y="79040"/>
                  <a:pt x="67782" y="81141"/>
                  <a:pt x="65811" y="81766"/>
                </a:cubicBezTo>
                <a:lnTo>
                  <a:pt x="54758" y="85214"/>
                </a:lnTo>
                <a:cubicBezTo>
                  <a:pt x="54386" y="85334"/>
                  <a:pt x="54001" y="85394"/>
                  <a:pt x="53629" y="85394"/>
                </a:cubicBezTo>
                <a:cubicBezTo>
                  <a:pt x="52031" y="85394"/>
                  <a:pt x="50554" y="84361"/>
                  <a:pt x="50049" y="82763"/>
                </a:cubicBezTo>
                <a:cubicBezTo>
                  <a:pt x="49437" y="80781"/>
                  <a:pt x="50530" y="78679"/>
                  <a:pt x="52512" y="78055"/>
                </a:cubicBezTo>
                <a:lnTo>
                  <a:pt x="63564" y="74595"/>
                </a:lnTo>
                <a:cubicBezTo>
                  <a:pt x="63817" y="74523"/>
                  <a:pt x="64057" y="74475"/>
                  <a:pt x="64309" y="7445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1" name="Белый — SVG 31">
            <a:extLst>
              <a:ext uri="{FF2B5EF4-FFF2-40B4-BE49-F238E27FC236}">
                <a16:creationId xmlns:a16="http://schemas.microsoft.com/office/drawing/2014/main" id="{A46CDB76-8D1E-4D4E-8F09-43F440039685}"/>
              </a:ext>
            </a:extLst>
          </p:cNvPr>
          <p:cNvSpPr>
            <a:spLocks noGrp="1"/>
          </p:cNvSpPr>
          <p:nvPr/>
        </p:nvSpPr>
        <p:spPr>
          <a:xfrm>
            <a:off x="7620000" y="5010000"/>
            <a:ext cx="220000" cy="220000"/>
          </a:xfrm>
          <a:custGeom>
            <a:avLst/>
            <a:gdLst>
              <a:gd name="csX0" fmla="*/ 16027 w 127751"/>
              <a:gd name="csY0" fmla="*/ 0 h 127659"/>
              <a:gd name="csX1" fmla="*/ 77 w 127751"/>
              <a:gd name="csY1" fmla="*/ 15948 h 127659"/>
              <a:gd name="csX2" fmla="*/ 77 w 127751"/>
              <a:gd name="csY2" fmla="*/ 90371 h 127659"/>
              <a:gd name="csX3" fmla="*/ 16027 w 127751"/>
              <a:gd name="csY3" fmla="*/ 106319 h 127659"/>
              <a:gd name="csX4" fmla="*/ 58560 w 127751"/>
              <a:gd name="csY4" fmla="*/ 106319 h 127659"/>
              <a:gd name="csX5" fmla="*/ 58560 w 127751"/>
              <a:gd name="csY5" fmla="*/ 116951 h 127659"/>
              <a:gd name="csX6" fmla="*/ 5393 w 127751"/>
              <a:gd name="csY6" fmla="*/ 116951 h 127659"/>
              <a:gd name="csX7" fmla="*/ 3335 w 127751"/>
              <a:gd name="csY7" fmla="*/ 117343 h 127659"/>
              <a:gd name="csX8" fmla="*/ 1584 w 127751"/>
              <a:gd name="csY8" fmla="*/ 118482 h 127659"/>
              <a:gd name="csX9" fmla="*/ 412 w 127751"/>
              <a:gd name="csY9" fmla="*/ 120217 h 127659"/>
              <a:gd name="csX10" fmla="*/ 0 w 127751"/>
              <a:gd name="csY10" fmla="*/ 122259 h 127659"/>
              <a:gd name="csX11" fmla="*/ 412 w 127751"/>
              <a:gd name="csY11" fmla="*/ 124317 h 127659"/>
              <a:gd name="csX12" fmla="*/ 1584 w 127751"/>
              <a:gd name="csY12" fmla="*/ 126052 h 127659"/>
              <a:gd name="csX13" fmla="*/ 3335 w 127751"/>
              <a:gd name="csY13" fmla="*/ 127192 h 127659"/>
              <a:gd name="csX14" fmla="*/ 5393 w 127751"/>
              <a:gd name="csY14" fmla="*/ 127583 h 127659"/>
              <a:gd name="csX15" fmla="*/ 63004 w 127751"/>
              <a:gd name="csY15" fmla="*/ 127583 h 127659"/>
              <a:gd name="csX16" fmla="*/ 64728 w 127751"/>
              <a:gd name="csY16" fmla="*/ 127583 h 127659"/>
              <a:gd name="csX17" fmla="*/ 122360 w 127751"/>
              <a:gd name="csY17" fmla="*/ 127583 h 127659"/>
              <a:gd name="csX18" fmla="*/ 124417 w 127751"/>
              <a:gd name="csY18" fmla="*/ 127192 h 127659"/>
              <a:gd name="csX19" fmla="*/ 126168 w 127751"/>
              <a:gd name="csY19" fmla="*/ 126052 h 127659"/>
              <a:gd name="csX20" fmla="*/ 127340 w 127751"/>
              <a:gd name="csY20" fmla="*/ 124317 h 127659"/>
              <a:gd name="csX21" fmla="*/ 127752 w 127751"/>
              <a:gd name="csY21" fmla="*/ 122259 h 127659"/>
              <a:gd name="csX22" fmla="*/ 127340 w 127751"/>
              <a:gd name="csY22" fmla="*/ 120217 h 127659"/>
              <a:gd name="csX23" fmla="*/ 126168 w 127751"/>
              <a:gd name="csY23" fmla="*/ 118482 h 127659"/>
              <a:gd name="csX24" fmla="*/ 124417 w 127751"/>
              <a:gd name="csY24" fmla="*/ 117343 h 127659"/>
              <a:gd name="csX25" fmla="*/ 122360 w 127751"/>
              <a:gd name="csY25" fmla="*/ 116951 h 127659"/>
              <a:gd name="csX26" fmla="*/ 69194 w 127751"/>
              <a:gd name="csY26" fmla="*/ 116951 h 127659"/>
              <a:gd name="csX27" fmla="*/ 69194 w 127751"/>
              <a:gd name="csY27" fmla="*/ 106319 h 127659"/>
              <a:gd name="csX28" fmla="*/ 111727 w 127751"/>
              <a:gd name="csY28" fmla="*/ 106319 h 127659"/>
              <a:gd name="csX29" fmla="*/ 127677 w 127751"/>
              <a:gd name="csY29" fmla="*/ 90371 h 127659"/>
              <a:gd name="csX30" fmla="*/ 127677 w 127751"/>
              <a:gd name="csY30" fmla="*/ 33668 h 127659"/>
              <a:gd name="csX31" fmla="*/ 111727 w 127751"/>
              <a:gd name="csY31" fmla="*/ 17720 h 127659"/>
              <a:gd name="csX32" fmla="*/ 67572 w 127751"/>
              <a:gd name="csY32" fmla="*/ 17720 h 127659"/>
              <a:gd name="csX33" fmla="*/ 50744 w 127751"/>
              <a:gd name="csY33" fmla="*/ 3696 h 127659"/>
              <a:gd name="csX34" fmla="*/ 40533 w 127751"/>
              <a:gd name="csY34" fmla="*/ 0 h 127659"/>
              <a:gd name="csX35" fmla="*/ 16027 w 127751"/>
              <a:gd name="csY35" fmla="*/ 0 h 127659"/>
            </a:gdLst>
            <a:ahLst/>
            <a:cxnLst/>
            <a:rect l="l" t="t" r="r" b="b"/>
            <a:pathLst>
              <a:path w="100000" h="100000">
                <a:moveTo>
                  <a:pt x="12545" y="36"/>
                </a:moveTo>
                <a:cubicBezTo>
                  <a:pt x="5661" y="36"/>
                  <a:pt x="60" y="5637"/>
                  <a:pt x="60" y="12520"/>
                </a:cubicBezTo>
                <a:lnTo>
                  <a:pt x="60" y="70776"/>
                </a:lnTo>
                <a:cubicBezTo>
                  <a:pt x="60" y="77660"/>
                  <a:pt x="5661" y="83260"/>
                  <a:pt x="12545" y="83260"/>
                </a:cubicBezTo>
                <a:lnTo>
                  <a:pt x="45839" y="83260"/>
                </a:lnTo>
                <a:lnTo>
                  <a:pt x="45839" y="91582"/>
                </a:lnTo>
                <a:lnTo>
                  <a:pt x="4221" y="91582"/>
                </a:lnTo>
                <a:cubicBezTo>
                  <a:pt x="3669" y="91569"/>
                  <a:pt x="3122" y="91675"/>
                  <a:pt x="2611" y="91889"/>
                </a:cubicBezTo>
                <a:cubicBezTo>
                  <a:pt x="2099" y="92089"/>
                  <a:pt x="1633" y="92395"/>
                  <a:pt x="1240" y="92780"/>
                </a:cubicBezTo>
                <a:cubicBezTo>
                  <a:pt x="847" y="93167"/>
                  <a:pt x="535" y="93633"/>
                  <a:pt x="323" y="94139"/>
                </a:cubicBezTo>
                <a:cubicBezTo>
                  <a:pt x="110" y="94645"/>
                  <a:pt x="0" y="95191"/>
                  <a:pt x="0" y="95737"/>
                </a:cubicBezTo>
                <a:cubicBezTo>
                  <a:pt x="0" y="96296"/>
                  <a:pt x="110" y="96842"/>
                  <a:pt x="323" y="97348"/>
                </a:cubicBezTo>
                <a:cubicBezTo>
                  <a:pt x="535" y="97854"/>
                  <a:pt x="847" y="98320"/>
                  <a:pt x="1240" y="98706"/>
                </a:cubicBezTo>
                <a:cubicBezTo>
                  <a:pt x="1633" y="99093"/>
                  <a:pt x="2099" y="99399"/>
                  <a:pt x="2611" y="99598"/>
                </a:cubicBezTo>
                <a:cubicBezTo>
                  <a:pt x="3122" y="99811"/>
                  <a:pt x="3669" y="99918"/>
                  <a:pt x="4221" y="99905"/>
                </a:cubicBezTo>
                <a:lnTo>
                  <a:pt x="49318" y="99905"/>
                </a:lnTo>
                <a:cubicBezTo>
                  <a:pt x="49764" y="99984"/>
                  <a:pt x="50221" y="99984"/>
                  <a:pt x="50667" y="99905"/>
                </a:cubicBezTo>
                <a:lnTo>
                  <a:pt x="95780" y="99905"/>
                </a:lnTo>
                <a:cubicBezTo>
                  <a:pt x="96332" y="99918"/>
                  <a:pt x="96879" y="99811"/>
                  <a:pt x="97390" y="99598"/>
                </a:cubicBezTo>
                <a:cubicBezTo>
                  <a:pt x="97902" y="99399"/>
                  <a:pt x="98368" y="99093"/>
                  <a:pt x="98761" y="98706"/>
                </a:cubicBezTo>
                <a:cubicBezTo>
                  <a:pt x="99154" y="98320"/>
                  <a:pt x="99465" y="97854"/>
                  <a:pt x="99678" y="97348"/>
                </a:cubicBezTo>
                <a:cubicBezTo>
                  <a:pt x="99891" y="96842"/>
                  <a:pt x="100001" y="96296"/>
                  <a:pt x="100001" y="95737"/>
                </a:cubicBezTo>
                <a:cubicBezTo>
                  <a:pt x="100001" y="95191"/>
                  <a:pt x="99891" y="94645"/>
                  <a:pt x="99678" y="94139"/>
                </a:cubicBezTo>
                <a:cubicBezTo>
                  <a:pt x="99465" y="93633"/>
                  <a:pt x="99154" y="93167"/>
                  <a:pt x="98761" y="92780"/>
                </a:cubicBezTo>
                <a:cubicBezTo>
                  <a:pt x="98368" y="92395"/>
                  <a:pt x="97902" y="92089"/>
                  <a:pt x="97390" y="91889"/>
                </a:cubicBezTo>
                <a:cubicBezTo>
                  <a:pt x="96879" y="91675"/>
                  <a:pt x="96332" y="91569"/>
                  <a:pt x="95780" y="91582"/>
                </a:cubicBezTo>
                <a:lnTo>
                  <a:pt x="54163" y="91582"/>
                </a:lnTo>
                <a:lnTo>
                  <a:pt x="54163" y="83260"/>
                </a:lnTo>
                <a:lnTo>
                  <a:pt x="87457" y="83260"/>
                </a:lnTo>
                <a:cubicBezTo>
                  <a:pt x="94340" y="83260"/>
                  <a:pt x="99942" y="77660"/>
                  <a:pt x="99942" y="70776"/>
                </a:cubicBezTo>
                <a:lnTo>
                  <a:pt x="99942" y="26390"/>
                </a:lnTo>
                <a:cubicBezTo>
                  <a:pt x="99942" y="19507"/>
                  <a:pt x="94340" y="13907"/>
                  <a:pt x="87457" y="13907"/>
                </a:cubicBezTo>
                <a:lnTo>
                  <a:pt x="52894" y="13907"/>
                </a:lnTo>
                <a:lnTo>
                  <a:pt x="39721" y="2929"/>
                </a:lnTo>
                <a:cubicBezTo>
                  <a:pt x="37482" y="1065"/>
                  <a:pt x="34643" y="36"/>
                  <a:pt x="31728" y="36"/>
                </a:cubicBezTo>
                <a:lnTo>
                  <a:pt x="12545" y="3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2" name="Белый — SVG 32">
            <a:extLst>
              <a:ext uri="{FF2B5EF4-FFF2-40B4-BE49-F238E27FC236}">
                <a16:creationId xmlns:a16="http://schemas.microsoft.com/office/drawing/2014/main" id="{6376A67B-25E4-234A-A4E5-7A0AFAA1F32A}"/>
              </a:ext>
            </a:extLst>
          </p:cNvPr>
          <p:cNvSpPr>
            <a:spLocks noGrp="1"/>
          </p:cNvSpPr>
          <p:nvPr/>
        </p:nvSpPr>
        <p:spPr>
          <a:xfrm>
            <a:off x="8220000" y="5010000"/>
            <a:ext cx="220000" cy="220000"/>
          </a:xfrm>
          <a:custGeom>
            <a:avLst/>
            <a:gdLst>
              <a:gd name="csX0" fmla="*/ 69108 w 85067"/>
              <a:gd name="csY0" fmla="*/ 0 h 141753"/>
              <a:gd name="csX1" fmla="*/ 15942 w 85067"/>
              <a:gd name="csY1" fmla="*/ 0 h 141753"/>
              <a:gd name="csX2" fmla="*/ 0 w 85067"/>
              <a:gd name="csY2" fmla="*/ 15948 h 141753"/>
              <a:gd name="csX3" fmla="*/ 0 w 85067"/>
              <a:gd name="csY3" fmla="*/ 125814 h 141753"/>
              <a:gd name="csX4" fmla="*/ 15942 w 85067"/>
              <a:gd name="csY4" fmla="*/ 141753 h 141753"/>
              <a:gd name="csX5" fmla="*/ 69108 w 85067"/>
              <a:gd name="csY5" fmla="*/ 141753 h 141753"/>
              <a:gd name="csX6" fmla="*/ 85067 w 85067"/>
              <a:gd name="csY6" fmla="*/ 125814 h 141753"/>
              <a:gd name="csX7" fmla="*/ 85067 w 85067"/>
              <a:gd name="csY7" fmla="*/ 15948 h 141753"/>
              <a:gd name="csX8" fmla="*/ 69108 w 85067"/>
              <a:gd name="csY8" fmla="*/ 0 h 141753"/>
              <a:gd name="csX9" fmla="*/ 42534 w 85067"/>
              <a:gd name="csY9" fmla="*/ 17720 h 141753"/>
              <a:gd name="csX10" fmla="*/ 47842 w 85067"/>
              <a:gd name="csY10" fmla="*/ 23036 h 141753"/>
              <a:gd name="csX11" fmla="*/ 42534 w 85067"/>
              <a:gd name="csY11" fmla="*/ 28352 h 141753"/>
              <a:gd name="csX12" fmla="*/ 37208 w 85067"/>
              <a:gd name="csY12" fmla="*/ 23036 h 141753"/>
              <a:gd name="csX13" fmla="*/ 42534 w 85067"/>
              <a:gd name="csY13" fmla="*/ 17720 h 141753"/>
              <a:gd name="csX14" fmla="*/ 51397 w 85067"/>
              <a:gd name="csY14" fmla="*/ 124045 h 141753"/>
              <a:gd name="csX15" fmla="*/ 33670 w 85067"/>
              <a:gd name="csY15" fmla="*/ 124045 h 141753"/>
              <a:gd name="csX16" fmla="*/ 28361 w 85067"/>
              <a:gd name="csY16" fmla="*/ 118720 h 141753"/>
              <a:gd name="csX17" fmla="*/ 33670 w 85067"/>
              <a:gd name="csY17" fmla="*/ 113413 h 141753"/>
              <a:gd name="csX18" fmla="*/ 51397 w 85067"/>
              <a:gd name="csY18" fmla="*/ 113413 h 141753"/>
              <a:gd name="csX19" fmla="*/ 56706 w 85067"/>
              <a:gd name="csY19" fmla="*/ 118720 h 141753"/>
              <a:gd name="csX20" fmla="*/ 51397 w 85067"/>
              <a:gd name="csY20" fmla="*/ 124045 h 141753"/>
            </a:gdLst>
            <a:ahLst/>
            <a:cxnLst/>
            <a:rect l="l" t="t" r="r" b="b"/>
            <a:pathLst>
              <a:path w="100000" h="100000">
                <a:moveTo>
                  <a:pt x="68747" y="0"/>
                </a:moveTo>
                <a:lnTo>
                  <a:pt x="31241" y="0"/>
                </a:lnTo>
                <a:cubicBezTo>
                  <a:pt x="25048" y="0"/>
                  <a:pt x="19995" y="5048"/>
                  <a:pt x="19995" y="11251"/>
                </a:cubicBezTo>
                <a:lnTo>
                  <a:pt x="19995" y="88756"/>
                </a:lnTo>
                <a:cubicBezTo>
                  <a:pt x="19995" y="94960"/>
                  <a:pt x="25048" y="100000"/>
                  <a:pt x="31241" y="100000"/>
                </a:cubicBezTo>
                <a:lnTo>
                  <a:pt x="68747" y="100000"/>
                </a:lnTo>
                <a:cubicBezTo>
                  <a:pt x="74952" y="100000"/>
                  <a:pt x="80005" y="94960"/>
                  <a:pt x="80005" y="88756"/>
                </a:cubicBezTo>
                <a:lnTo>
                  <a:pt x="80005" y="11251"/>
                </a:lnTo>
                <a:cubicBezTo>
                  <a:pt x="80005" y="5048"/>
                  <a:pt x="74952" y="0"/>
                  <a:pt x="68747" y="0"/>
                </a:cubicBezTo>
                <a:close/>
                <a:moveTo>
                  <a:pt x="50000" y="12501"/>
                </a:moveTo>
                <a:cubicBezTo>
                  <a:pt x="52065" y="12501"/>
                  <a:pt x="53745" y="14181"/>
                  <a:pt x="53745" y="16251"/>
                </a:cubicBezTo>
                <a:cubicBezTo>
                  <a:pt x="53745" y="18321"/>
                  <a:pt x="52065" y="20001"/>
                  <a:pt x="50000" y="20001"/>
                </a:cubicBezTo>
                <a:cubicBezTo>
                  <a:pt x="47924" y="20001"/>
                  <a:pt x="46243" y="18321"/>
                  <a:pt x="46243" y="16251"/>
                </a:cubicBezTo>
                <a:cubicBezTo>
                  <a:pt x="46243" y="14181"/>
                  <a:pt x="47924" y="12501"/>
                  <a:pt x="50000" y="12501"/>
                </a:cubicBezTo>
                <a:close/>
                <a:moveTo>
                  <a:pt x="56253" y="87508"/>
                </a:moveTo>
                <a:lnTo>
                  <a:pt x="43747" y="87508"/>
                </a:lnTo>
                <a:cubicBezTo>
                  <a:pt x="41670" y="87508"/>
                  <a:pt x="40002" y="85827"/>
                  <a:pt x="40002" y="83751"/>
                </a:cubicBezTo>
                <a:cubicBezTo>
                  <a:pt x="40002" y="81676"/>
                  <a:pt x="41670" y="80007"/>
                  <a:pt x="43747" y="80007"/>
                </a:cubicBezTo>
                <a:lnTo>
                  <a:pt x="56253" y="80007"/>
                </a:lnTo>
                <a:cubicBezTo>
                  <a:pt x="58330" y="80007"/>
                  <a:pt x="59998" y="81676"/>
                  <a:pt x="59998" y="83751"/>
                </a:cubicBezTo>
                <a:cubicBezTo>
                  <a:pt x="59998" y="85827"/>
                  <a:pt x="58330" y="87508"/>
                  <a:pt x="56253" y="8750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3" name="Белый — SVG 33">
            <a:extLst>
              <a:ext uri="{FF2B5EF4-FFF2-40B4-BE49-F238E27FC236}">
                <a16:creationId xmlns:a16="http://schemas.microsoft.com/office/drawing/2014/main" id="{95F35846-72E6-F344-AD92-BAC8440C9005}"/>
              </a:ext>
            </a:extLst>
          </p:cNvPr>
          <p:cNvSpPr>
            <a:spLocks noGrp="1"/>
          </p:cNvSpPr>
          <p:nvPr/>
        </p:nvSpPr>
        <p:spPr>
          <a:xfrm>
            <a:off x="8820000" y="5010000"/>
            <a:ext cx="220000" cy="220000"/>
          </a:xfrm>
          <a:custGeom>
            <a:avLst/>
            <a:gdLst>
              <a:gd name="csX0" fmla="*/ 15942 w 109532"/>
              <a:gd name="csY0" fmla="*/ 0 h 141753"/>
              <a:gd name="csX1" fmla="*/ 0 w 109532"/>
              <a:gd name="csY1" fmla="*/ 15948 h 141753"/>
              <a:gd name="csX2" fmla="*/ 0 w 109532"/>
              <a:gd name="csY2" fmla="*/ 125814 h 141753"/>
              <a:gd name="csX3" fmla="*/ 15942 w 109532"/>
              <a:gd name="csY3" fmla="*/ 141753 h 141753"/>
              <a:gd name="csX4" fmla="*/ 69109 w 109532"/>
              <a:gd name="csY4" fmla="*/ 141753 h 141753"/>
              <a:gd name="csX5" fmla="*/ 85067 w 109532"/>
              <a:gd name="csY5" fmla="*/ 125814 h 141753"/>
              <a:gd name="csX6" fmla="*/ 85067 w 109532"/>
              <a:gd name="csY6" fmla="*/ 100774 h 141753"/>
              <a:gd name="csX7" fmla="*/ 83604 w 109532"/>
              <a:gd name="csY7" fmla="*/ 101556 h 141753"/>
              <a:gd name="csX8" fmla="*/ 77887 w 109532"/>
              <a:gd name="csY8" fmla="*/ 102764 h 141753"/>
              <a:gd name="csX9" fmla="*/ 68377 w 109532"/>
              <a:gd name="csY9" fmla="*/ 99107 h 141753"/>
              <a:gd name="csX10" fmla="*/ 56638 w 109532"/>
              <a:gd name="csY10" fmla="*/ 88599 h 141753"/>
              <a:gd name="csX11" fmla="*/ 45936 w 109532"/>
              <a:gd name="csY11" fmla="*/ 88599 h 141753"/>
              <a:gd name="csX12" fmla="*/ 28361 w 109532"/>
              <a:gd name="csY12" fmla="*/ 71025 h 141753"/>
              <a:gd name="csX13" fmla="*/ 28361 w 109532"/>
              <a:gd name="csY13" fmla="*/ 56703 h 141753"/>
              <a:gd name="csX14" fmla="*/ 45936 w 109532"/>
              <a:gd name="csY14" fmla="*/ 39129 h 141753"/>
              <a:gd name="csX15" fmla="*/ 56689 w 109532"/>
              <a:gd name="csY15" fmla="*/ 39129 h 141753"/>
              <a:gd name="csX16" fmla="*/ 68428 w 109532"/>
              <a:gd name="csY16" fmla="*/ 28574 h 141753"/>
              <a:gd name="csX17" fmla="*/ 83587 w 109532"/>
              <a:gd name="csY17" fmla="*/ 26158 h 141753"/>
              <a:gd name="csX18" fmla="*/ 85067 w 109532"/>
              <a:gd name="csY18" fmla="*/ 26947 h 141753"/>
              <a:gd name="csX19" fmla="*/ 85067 w 109532"/>
              <a:gd name="csY19" fmla="*/ 15948 h 141753"/>
              <a:gd name="csX20" fmla="*/ 69109 w 109532"/>
              <a:gd name="csY20" fmla="*/ 0 h 141753"/>
              <a:gd name="csX21" fmla="*/ 15942 w 109532"/>
              <a:gd name="csY21" fmla="*/ 0 h 141753"/>
              <a:gd name="csX22" fmla="*/ 78755 w 109532"/>
              <a:gd name="csY22" fmla="*/ 32103 h 141753"/>
              <a:gd name="csX23" fmla="*/ 73175 w 109532"/>
              <a:gd name="csY23" fmla="*/ 33847 h 141753"/>
              <a:gd name="csX24" fmla="*/ 59411 w 109532"/>
              <a:gd name="csY24" fmla="*/ 46217 h 141753"/>
              <a:gd name="csX25" fmla="*/ 45936 w 109532"/>
              <a:gd name="csY25" fmla="*/ 46217 h 141753"/>
              <a:gd name="csX26" fmla="*/ 35439 w 109532"/>
              <a:gd name="csY26" fmla="*/ 56703 h 141753"/>
              <a:gd name="csX27" fmla="*/ 35439 w 109532"/>
              <a:gd name="csY27" fmla="*/ 71025 h 141753"/>
              <a:gd name="csX28" fmla="*/ 45936 w 109532"/>
              <a:gd name="csY28" fmla="*/ 81512 h 141753"/>
              <a:gd name="csX29" fmla="*/ 59411 w 109532"/>
              <a:gd name="csY29" fmla="*/ 81512 h 141753"/>
              <a:gd name="csX30" fmla="*/ 59411 w 109532"/>
              <a:gd name="csY30" fmla="*/ 81553 h 141753"/>
              <a:gd name="csX31" fmla="*/ 73141 w 109532"/>
              <a:gd name="csY31" fmla="*/ 93850 h 141753"/>
              <a:gd name="csX32" fmla="*/ 77887 w 109532"/>
              <a:gd name="csY32" fmla="*/ 95687 h 141753"/>
              <a:gd name="csX33" fmla="*/ 80729 w 109532"/>
              <a:gd name="csY33" fmla="*/ 95092 h 141753"/>
              <a:gd name="csX34" fmla="*/ 84914 w 109532"/>
              <a:gd name="csY34" fmla="*/ 88648 h 141753"/>
              <a:gd name="csX35" fmla="*/ 84914 w 109532"/>
              <a:gd name="csY35" fmla="*/ 39088 h 141753"/>
              <a:gd name="csX36" fmla="*/ 80729 w 109532"/>
              <a:gd name="csY36" fmla="*/ 32651 h 141753"/>
              <a:gd name="csX37" fmla="*/ 78755 w 109532"/>
              <a:gd name="csY37" fmla="*/ 32103 h 141753"/>
              <a:gd name="csX38" fmla="*/ 99205 w 109532"/>
              <a:gd name="csY38" fmla="*/ 42465 h 141753"/>
              <a:gd name="csX39" fmla="*/ 96466 w 109532"/>
              <a:gd name="csY39" fmla="*/ 43254 h 141753"/>
              <a:gd name="csX40" fmla="*/ 94544 w 109532"/>
              <a:gd name="csY40" fmla="*/ 45343 h 141753"/>
              <a:gd name="csX41" fmla="*/ 93948 w 109532"/>
              <a:gd name="csY41" fmla="*/ 48131 h 141753"/>
              <a:gd name="csX42" fmla="*/ 94901 w 109532"/>
              <a:gd name="csY42" fmla="*/ 50821 h 141753"/>
              <a:gd name="csX43" fmla="*/ 98899 w 109532"/>
              <a:gd name="csY43" fmla="*/ 63792 h 141753"/>
              <a:gd name="csX44" fmla="*/ 94901 w 109532"/>
              <a:gd name="csY44" fmla="*/ 76763 h 141753"/>
              <a:gd name="csX45" fmla="*/ 94101 w 109532"/>
              <a:gd name="csY45" fmla="*/ 78676 h 141753"/>
              <a:gd name="csX46" fmla="*/ 94084 w 109532"/>
              <a:gd name="csY46" fmla="*/ 80750 h 141753"/>
              <a:gd name="csX47" fmla="*/ 94867 w 109532"/>
              <a:gd name="csY47" fmla="*/ 82672 h 141753"/>
              <a:gd name="csX48" fmla="*/ 96330 w 109532"/>
              <a:gd name="csY48" fmla="*/ 84145 h 141753"/>
              <a:gd name="csX49" fmla="*/ 98235 w 109532"/>
              <a:gd name="csY49" fmla="*/ 84950 h 141753"/>
              <a:gd name="csX50" fmla="*/ 100311 w 109532"/>
              <a:gd name="csY50" fmla="*/ 84960 h 141753"/>
              <a:gd name="csX51" fmla="*/ 102234 w 109532"/>
              <a:gd name="csY51" fmla="*/ 84176 h 141753"/>
              <a:gd name="csX52" fmla="*/ 103714 w 109532"/>
              <a:gd name="csY52" fmla="*/ 82716 h 141753"/>
              <a:gd name="csX53" fmla="*/ 109532 w 109532"/>
              <a:gd name="csY53" fmla="*/ 63792 h 141753"/>
              <a:gd name="csX54" fmla="*/ 103714 w 109532"/>
              <a:gd name="csY54" fmla="*/ 44867 h 141753"/>
              <a:gd name="csX55" fmla="*/ 101774 w 109532"/>
              <a:gd name="csY55" fmla="*/ 43091 h 141753"/>
              <a:gd name="csX56" fmla="*/ 99205 w 109532"/>
              <a:gd name="csY56" fmla="*/ 42465 h 141753"/>
              <a:gd name="csX57" fmla="*/ 33670 w 109532"/>
              <a:gd name="csY57" fmla="*/ 113413 h 141753"/>
              <a:gd name="csX58" fmla="*/ 51397 w 109532"/>
              <a:gd name="csY58" fmla="*/ 113413 h 141753"/>
              <a:gd name="csX59" fmla="*/ 56706 w 109532"/>
              <a:gd name="csY59" fmla="*/ 118720 h 141753"/>
              <a:gd name="csX60" fmla="*/ 51397 w 109532"/>
              <a:gd name="csY60" fmla="*/ 124045 h 141753"/>
              <a:gd name="csX61" fmla="*/ 33670 w 109532"/>
              <a:gd name="csY61" fmla="*/ 124045 h 141753"/>
              <a:gd name="csX62" fmla="*/ 28361 w 109532"/>
              <a:gd name="csY62" fmla="*/ 118720 h 141753"/>
              <a:gd name="csX63" fmla="*/ 33670 w 109532"/>
              <a:gd name="csY63" fmla="*/ 113413 h 141753"/>
            </a:gdLst>
            <a:ahLst/>
            <a:cxnLst/>
            <a:rect l="l" t="t" r="r" b="b"/>
            <a:pathLst>
              <a:path w="100000" h="100000">
                <a:moveTo>
                  <a:pt x="22612" y="0"/>
                </a:moveTo>
                <a:cubicBezTo>
                  <a:pt x="16418" y="0"/>
                  <a:pt x="11365" y="5048"/>
                  <a:pt x="11365" y="11251"/>
                </a:cubicBezTo>
                <a:lnTo>
                  <a:pt x="11365" y="88756"/>
                </a:lnTo>
                <a:cubicBezTo>
                  <a:pt x="11365" y="94960"/>
                  <a:pt x="16418" y="100000"/>
                  <a:pt x="22612" y="100000"/>
                </a:cubicBezTo>
                <a:lnTo>
                  <a:pt x="60118" y="100000"/>
                </a:lnTo>
                <a:cubicBezTo>
                  <a:pt x="66323" y="100000"/>
                  <a:pt x="71376" y="94960"/>
                  <a:pt x="71376" y="88756"/>
                </a:cubicBezTo>
                <a:lnTo>
                  <a:pt x="71376" y="71091"/>
                </a:lnTo>
                <a:cubicBezTo>
                  <a:pt x="71040" y="71295"/>
                  <a:pt x="70704" y="71487"/>
                  <a:pt x="70344" y="71643"/>
                </a:cubicBezTo>
                <a:cubicBezTo>
                  <a:pt x="69060" y="72219"/>
                  <a:pt x="67703" y="72495"/>
                  <a:pt x="66311" y="72495"/>
                </a:cubicBezTo>
                <a:cubicBezTo>
                  <a:pt x="63827" y="72495"/>
                  <a:pt x="61438" y="71583"/>
                  <a:pt x="59602" y="69915"/>
                </a:cubicBezTo>
                <a:lnTo>
                  <a:pt x="51321" y="62502"/>
                </a:lnTo>
                <a:lnTo>
                  <a:pt x="43771" y="62502"/>
                </a:lnTo>
                <a:cubicBezTo>
                  <a:pt x="36930" y="62502"/>
                  <a:pt x="31373" y="56940"/>
                  <a:pt x="31373" y="50105"/>
                </a:cubicBezTo>
                <a:lnTo>
                  <a:pt x="31373" y="40001"/>
                </a:lnTo>
                <a:cubicBezTo>
                  <a:pt x="31373" y="33163"/>
                  <a:pt x="36930" y="27604"/>
                  <a:pt x="43771" y="27604"/>
                </a:cubicBezTo>
                <a:lnTo>
                  <a:pt x="51357" y="27604"/>
                </a:lnTo>
                <a:lnTo>
                  <a:pt x="59638" y="20158"/>
                </a:lnTo>
                <a:cubicBezTo>
                  <a:pt x="62518" y="17542"/>
                  <a:pt x="66719" y="16868"/>
                  <a:pt x="70332" y="18453"/>
                </a:cubicBezTo>
                <a:cubicBezTo>
                  <a:pt x="70692" y="18615"/>
                  <a:pt x="71028" y="18809"/>
                  <a:pt x="71376" y="19010"/>
                </a:cubicBezTo>
                <a:lnTo>
                  <a:pt x="71376" y="11251"/>
                </a:lnTo>
                <a:cubicBezTo>
                  <a:pt x="71376" y="5048"/>
                  <a:pt x="66323" y="0"/>
                  <a:pt x="60118" y="0"/>
                </a:cubicBezTo>
                <a:lnTo>
                  <a:pt x="22612" y="0"/>
                </a:lnTo>
                <a:close/>
                <a:moveTo>
                  <a:pt x="66923" y="22647"/>
                </a:moveTo>
                <a:cubicBezTo>
                  <a:pt x="65507" y="22469"/>
                  <a:pt x="64067" y="22900"/>
                  <a:pt x="62987" y="23877"/>
                </a:cubicBezTo>
                <a:lnTo>
                  <a:pt x="53277" y="32604"/>
                </a:lnTo>
                <a:lnTo>
                  <a:pt x="43771" y="32604"/>
                </a:lnTo>
                <a:cubicBezTo>
                  <a:pt x="39691" y="32604"/>
                  <a:pt x="36366" y="35921"/>
                  <a:pt x="36366" y="40001"/>
                </a:cubicBezTo>
                <a:lnTo>
                  <a:pt x="36366" y="50105"/>
                </a:lnTo>
                <a:cubicBezTo>
                  <a:pt x="36366" y="54182"/>
                  <a:pt x="39691" y="57503"/>
                  <a:pt x="43771" y="57503"/>
                </a:cubicBezTo>
                <a:lnTo>
                  <a:pt x="53277" y="57503"/>
                </a:lnTo>
                <a:lnTo>
                  <a:pt x="53277" y="57532"/>
                </a:lnTo>
                <a:lnTo>
                  <a:pt x="62963" y="66207"/>
                </a:lnTo>
                <a:cubicBezTo>
                  <a:pt x="63899" y="67059"/>
                  <a:pt x="65099" y="67503"/>
                  <a:pt x="66311" y="67503"/>
                </a:cubicBezTo>
                <a:cubicBezTo>
                  <a:pt x="66995" y="67503"/>
                  <a:pt x="67667" y="67359"/>
                  <a:pt x="68316" y="67083"/>
                </a:cubicBezTo>
                <a:cubicBezTo>
                  <a:pt x="70116" y="66279"/>
                  <a:pt x="71268" y="64503"/>
                  <a:pt x="71268" y="62537"/>
                </a:cubicBezTo>
                <a:lnTo>
                  <a:pt x="71268" y="27575"/>
                </a:lnTo>
                <a:cubicBezTo>
                  <a:pt x="71268" y="25609"/>
                  <a:pt x="70116" y="23828"/>
                  <a:pt x="68316" y="23034"/>
                </a:cubicBezTo>
                <a:cubicBezTo>
                  <a:pt x="67859" y="22835"/>
                  <a:pt x="67404" y="22707"/>
                  <a:pt x="66923" y="22647"/>
                </a:cubicBezTo>
                <a:close/>
                <a:moveTo>
                  <a:pt x="81350" y="29957"/>
                </a:moveTo>
                <a:cubicBezTo>
                  <a:pt x="80665" y="29964"/>
                  <a:pt x="80006" y="30156"/>
                  <a:pt x="79417" y="30514"/>
                </a:cubicBezTo>
                <a:cubicBezTo>
                  <a:pt x="78841" y="30871"/>
                  <a:pt x="78373" y="31381"/>
                  <a:pt x="78061" y="31987"/>
                </a:cubicBezTo>
                <a:cubicBezTo>
                  <a:pt x="77737" y="32593"/>
                  <a:pt x="77605" y="33274"/>
                  <a:pt x="77641" y="33954"/>
                </a:cubicBezTo>
                <a:cubicBezTo>
                  <a:pt x="77689" y="34636"/>
                  <a:pt x="77917" y="35291"/>
                  <a:pt x="78313" y="35852"/>
                </a:cubicBezTo>
                <a:cubicBezTo>
                  <a:pt x="80102" y="38506"/>
                  <a:pt x="81134" y="41620"/>
                  <a:pt x="81134" y="45002"/>
                </a:cubicBezTo>
                <a:cubicBezTo>
                  <a:pt x="81134" y="48383"/>
                  <a:pt x="80102" y="51498"/>
                  <a:pt x="78313" y="54153"/>
                </a:cubicBezTo>
                <a:cubicBezTo>
                  <a:pt x="78038" y="54560"/>
                  <a:pt x="77845" y="55019"/>
                  <a:pt x="77749" y="55502"/>
                </a:cubicBezTo>
                <a:cubicBezTo>
                  <a:pt x="77641" y="55985"/>
                  <a:pt x="77641" y="56481"/>
                  <a:pt x="77737" y="56965"/>
                </a:cubicBezTo>
                <a:cubicBezTo>
                  <a:pt x="77833" y="57449"/>
                  <a:pt x="78014" y="57910"/>
                  <a:pt x="78289" y="58321"/>
                </a:cubicBezTo>
                <a:cubicBezTo>
                  <a:pt x="78565" y="58732"/>
                  <a:pt x="78914" y="59086"/>
                  <a:pt x="79321" y="59360"/>
                </a:cubicBezTo>
                <a:cubicBezTo>
                  <a:pt x="79729" y="59637"/>
                  <a:pt x="80186" y="59830"/>
                  <a:pt x="80665" y="59928"/>
                </a:cubicBezTo>
                <a:cubicBezTo>
                  <a:pt x="81146" y="60027"/>
                  <a:pt x="81650" y="60029"/>
                  <a:pt x="82130" y="59935"/>
                </a:cubicBezTo>
                <a:cubicBezTo>
                  <a:pt x="82622" y="59842"/>
                  <a:pt x="83078" y="59653"/>
                  <a:pt x="83486" y="59382"/>
                </a:cubicBezTo>
                <a:cubicBezTo>
                  <a:pt x="83894" y="59110"/>
                  <a:pt x="84254" y="58761"/>
                  <a:pt x="84530" y="58352"/>
                </a:cubicBezTo>
                <a:cubicBezTo>
                  <a:pt x="87111" y="54531"/>
                  <a:pt x="88635" y="49926"/>
                  <a:pt x="88635" y="45002"/>
                </a:cubicBezTo>
                <a:cubicBezTo>
                  <a:pt x="88635" y="40078"/>
                  <a:pt x="87111" y="35472"/>
                  <a:pt x="84530" y="31652"/>
                </a:cubicBezTo>
                <a:cubicBezTo>
                  <a:pt x="84182" y="31126"/>
                  <a:pt x="83714" y="30695"/>
                  <a:pt x="83162" y="30399"/>
                </a:cubicBezTo>
                <a:cubicBezTo>
                  <a:pt x="82598" y="30103"/>
                  <a:pt x="81986" y="29951"/>
                  <a:pt x="81350" y="29957"/>
                </a:cubicBezTo>
                <a:close/>
                <a:moveTo>
                  <a:pt x="35118" y="80007"/>
                </a:moveTo>
                <a:lnTo>
                  <a:pt x="47623" y="80007"/>
                </a:lnTo>
                <a:cubicBezTo>
                  <a:pt x="49700" y="80007"/>
                  <a:pt x="51369" y="81676"/>
                  <a:pt x="51369" y="83751"/>
                </a:cubicBezTo>
                <a:cubicBezTo>
                  <a:pt x="51369" y="85827"/>
                  <a:pt x="49700" y="87508"/>
                  <a:pt x="47623" y="87508"/>
                </a:cubicBezTo>
                <a:lnTo>
                  <a:pt x="35118" y="87508"/>
                </a:lnTo>
                <a:cubicBezTo>
                  <a:pt x="33041" y="87508"/>
                  <a:pt x="31373" y="85827"/>
                  <a:pt x="31373" y="83751"/>
                </a:cubicBezTo>
                <a:cubicBezTo>
                  <a:pt x="31373" y="81676"/>
                  <a:pt x="33041" y="80007"/>
                  <a:pt x="35118" y="8000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4" name="Белый — SVG 34">
            <a:extLst>
              <a:ext uri="{FF2B5EF4-FFF2-40B4-BE49-F238E27FC236}">
                <a16:creationId xmlns:a16="http://schemas.microsoft.com/office/drawing/2014/main" id="{3BE9DB34-709F-D545-AB8A-1D70385D5D51}"/>
              </a:ext>
            </a:extLst>
          </p:cNvPr>
          <p:cNvSpPr>
            <a:spLocks noGrp="1"/>
          </p:cNvSpPr>
          <p:nvPr/>
        </p:nvSpPr>
        <p:spPr>
          <a:xfrm>
            <a:off x="9420000" y="5010000"/>
            <a:ext cx="220000" cy="220000"/>
          </a:xfrm>
          <a:custGeom>
            <a:avLst/>
            <a:gdLst>
              <a:gd name="csX0" fmla="*/ 19497 w 113428"/>
              <a:gd name="csY0" fmla="*/ 0 h 141830"/>
              <a:gd name="csX1" fmla="*/ 0 w 113428"/>
              <a:gd name="csY1" fmla="*/ 19491 h 141830"/>
              <a:gd name="csX2" fmla="*/ 0 w 113428"/>
              <a:gd name="csY2" fmla="*/ 122259 h 141830"/>
              <a:gd name="csX3" fmla="*/ 19497 w 113428"/>
              <a:gd name="csY3" fmla="*/ 141754 h 141830"/>
              <a:gd name="csX4" fmla="*/ 25707 w 113428"/>
              <a:gd name="csY4" fmla="*/ 141754 h 141830"/>
              <a:gd name="csX5" fmla="*/ 27443 w 113428"/>
              <a:gd name="csY5" fmla="*/ 141754 h 141830"/>
              <a:gd name="csX6" fmla="*/ 43435 w 113428"/>
              <a:gd name="csY6" fmla="*/ 141754 h 141830"/>
              <a:gd name="csX7" fmla="*/ 45154 w 113428"/>
              <a:gd name="csY7" fmla="*/ 141754 h 141830"/>
              <a:gd name="csX8" fmla="*/ 61163 w 113428"/>
              <a:gd name="csY8" fmla="*/ 141754 h 141830"/>
              <a:gd name="csX9" fmla="*/ 62881 w 113428"/>
              <a:gd name="csY9" fmla="*/ 141754 h 141830"/>
              <a:gd name="csX10" fmla="*/ 93931 w 113428"/>
              <a:gd name="csY10" fmla="*/ 141754 h 141830"/>
              <a:gd name="csX11" fmla="*/ 113428 w 113428"/>
              <a:gd name="csY11" fmla="*/ 122259 h 141830"/>
              <a:gd name="csX12" fmla="*/ 113428 w 113428"/>
              <a:gd name="csY12" fmla="*/ 19491 h 141830"/>
              <a:gd name="csX13" fmla="*/ 93931 w 113428"/>
              <a:gd name="csY13" fmla="*/ 0 h 141830"/>
              <a:gd name="csX14" fmla="*/ 19497 w 113428"/>
              <a:gd name="csY14" fmla="*/ 0 h 141830"/>
              <a:gd name="csX15" fmla="*/ 19497 w 113428"/>
              <a:gd name="csY15" fmla="*/ 106319 h 141830"/>
              <a:gd name="csX16" fmla="*/ 93931 w 113428"/>
              <a:gd name="csY16" fmla="*/ 106319 h 141830"/>
              <a:gd name="csX17" fmla="*/ 102795 w 113428"/>
              <a:gd name="csY17" fmla="*/ 115182 h 141830"/>
              <a:gd name="csX18" fmla="*/ 102795 w 113428"/>
              <a:gd name="csY18" fmla="*/ 122259 h 141830"/>
              <a:gd name="csX19" fmla="*/ 93931 w 113428"/>
              <a:gd name="csY19" fmla="*/ 131122 h 141830"/>
              <a:gd name="csX20" fmla="*/ 67339 w 113428"/>
              <a:gd name="csY20" fmla="*/ 131122 h 141830"/>
              <a:gd name="csX21" fmla="*/ 67339 w 113428"/>
              <a:gd name="csY21" fmla="*/ 122259 h 141830"/>
              <a:gd name="csX22" fmla="*/ 66948 w 113428"/>
              <a:gd name="csY22" fmla="*/ 120183 h 141830"/>
              <a:gd name="csX23" fmla="*/ 65791 w 113428"/>
              <a:gd name="csY23" fmla="*/ 118431 h 141830"/>
              <a:gd name="csX24" fmla="*/ 64021 w 113428"/>
              <a:gd name="csY24" fmla="*/ 117258 h 141830"/>
              <a:gd name="csX25" fmla="*/ 61946 w 113428"/>
              <a:gd name="csY25" fmla="*/ 116883 h 141830"/>
              <a:gd name="csX26" fmla="*/ 58220 w 113428"/>
              <a:gd name="csY26" fmla="*/ 118482 h 141830"/>
              <a:gd name="csX27" fmla="*/ 56706 w 113428"/>
              <a:gd name="csY27" fmla="*/ 122259 h 141830"/>
              <a:gd name="csX28" fmla="*/ 56706 w 113428"/>
              <a:gd name="csY28" fmla="*/ 131122 h 141830"/>
              <a:gd name="csX29" fmla="*/ 49628 w 113428"/>
              <a:gd name="csY29" fmla="*/ 131122 h 141830"/>
              <a:gd name="csX30" fmla="*/ 49628 w 113428"/>
              <a:gd name="csY30" fmla="*/ 122259 h 141830"/>
              <a:gd name="csX31" fmla="*/ 49237 w 113428"/>
              <a:gd name="csY31" fmla="*/ 120183 h 141830"/>
              <a:gd name="csX32" fmla="*/ 48063 w 113428"/>
              <a:gd name="csY32" fmla="*/ 118431 h 141830"/>
              <a:gd name="csX33" fmla="*/ 46293 w 113428"/>
              <a:gd name="csY33" fmla="*/ 117258 h 141830"/>
              <a:gd name="csX34" fmla="*/ 44218 w 113428"/>
              <a:gd name="csY34" fmla="*/ 116883 h 141830"/>
              <a:gd name="csX35" fmla="*/ 40492 w 113428"/>
              <a:gd name="csY35" fmla="*/ 118482 h 141830"/>
              <a:gd name="csX36" fmla="*/ 38995 w 113428"/>
              <a:gd name="csY36" fmla="*/ 122259 h 141830"/>
              <a:gd name="csX37" fmla="*/ 38995 w 113428"/>
              <a:gd name="csY37" fmla="*/ 131122 h 141830"/>
              <a:gd name="csX38" fmla="*/ 31900 w 113428"/>
              <a:gd name="csY38" fmla="*/ 131122 h 141830"/>
              <a:gd name="csX39" fmla="*/ 31900 w 113428"/>
              <a:gd name="csY39" fmla="*/ 122259 h 141830"/>
              <a:gd name="csX40" fmla="*/ 31509 w 113428"/>
              <a:gd name="csY40" fmla="*/ 120183 h 141830"/>
              <a:gd name="csX41" fmla="*/ 30335 w 113428"/>
              <a:gd name="csY41" fmla="*/ 118431 h 141830"/>
              <a:gd name="csX42" fmla="*/ 28583 w 113428"/>
              <a:gd name="csY42" fmla="*/ 117258 h 141830"/>
              <a:gd name="csX43" fmla="*/ 26507 w 113428"/>
              <a:gd name="csY43" fmla="*/ 116883 h 141830"/>
              <a:gd name="csX44" fmla="*/ 22764 w 113428"/>
              <a:gd name="csY44" fmla="*/ 118482 h 141830"/>
              <a:gd name="csX45" fmla="*/ 21267 w 113428"/>
              <a:gd name="csY45" fmla="*/ 122259 h 141830"/>
              <a:gd name="csX46" fmla="*/ 21267 w 113428"/>
              <a:gd name="csY46" fmla="*/ 131122 h 141830"/>
              <a:gd name="csX47" fmla="*/ 19497 w 113428"/>
              <a:gd name="csY47" fmla="*/ 131122 h 141830"/>
              <a:gd name="csX48" fmla="*/ 10633 w 113428"/>
              <a:gd name="csY48" fmla="*/ 122259 h 141830"/>
              <a:gd name="csX49" fmla="*/ 10633 w 113428"/>
              <a:gd name="csY49" fmla="*/ 115182 h 141830"/>
              <a:gd name="csX50" fmla="*/ 19497 w 113428"/>
              <a:gd name="csY50" fmla="*/ 106319 h 141830"/>
              <a:gd name="csX51" fmla="*/ 90375 w 113428"/>
              <a:gd name="csY51" fmla="*/ 113413 h 141830"/>
              <a:gd name="csX52" fmla="*/ 86632 w 113428"/>
              <a:gd name="csY52" fmla="*/ 114961 h 141830"/>
              <a:gd name="csX53" fmla="*/ 85067 w 113428"/>
              <a:gd name="csY53" fmla="*/ 118720 h 141830"/>
              <a:gd name="csX54" fmla="*/ 86632 w 113428"/>
              <a:gd name="csY54" fmla="*/ 122480 h 141830"/>
              <a:gd name="csX55" fmla="*/ 90375 w 113428"/>
              <a:gd name="csY55" fmla="*/ 124045 h 141830"/>
              <a:gd name="csX56" fmla="*/ 94135 w 113428"/>
              <a:gd name="csY56" fmla="*/ 122480 h 141830"/>
              <a:gd name="csX57" fmla="*/ 95700 w 113428"/>
              <a:gd name="csY57" fmla="*/ 118720 h 141830"/>
              <a:gd name="csX58" fmla="*/ 94135 w 113428"/>
              <a:gd name="csY58" fmla="*/ 114961 h 141830"/>
              <a:gd name="csX59" fmla="*/ 90375 w 113428"/>
              <a:gd name="csY59" fmla="*/ 113413 h 141830"/>
            </a:gdLst>
            <a:ahLst/>
            <a:cxnLst/>
            <a:rect l="l" t="t" r="r" b="b"/>
            <a:pathLst>
              <a:path w="100000" h="100000">
                <a:moveTo>
                  <a:pt x="23759" y="0"/>
                </a:moveTo>
                <a:cubicBezTo>
                  <a:pt x="16179" y="0"/>
                  <a:pt x="10013" y="6165"/>
                  <a:pt x="10013" y="13743"/>
                </a:cubicBezTo>
                <a:lnTo>
                  <a:pt x="10013" y="86201"/>
                </a:lnTo>
                <a:cubicBezTo>
                  <a:pt x="10013" y="93781"/>
                  <a:pt x="16179" y="99946"/>
                  <a:pt x="23759" y="99946"/>
                </a:cubicBezTo>
                <a:lnTo>
                  <a:pt x="28138" y="99946"/>
                </a:lnTo>
                <a:cubicBezTo>
                  <a:pt x="28546" y="100018"/>
                  <a:pt x="28954" y="100018"/>
                  <a:pt x="29362" y="99946"/>
                </a:cubicBezTo>
                <a:lnTo>
                  <a:pt x="40637" y="99946"/>
                </a:lnTo>
                <a:cubicBezTo>
                  <a:pt x="41034" y="100018"/>
                  <a:pt x="41453" y="100018"/>
                  <a:pt x="41849" y="99946"/>
                </a:cubicBezTo>
                <a:lnTo>
                  <a:pt x="53137" y="99946"/>
                </a:lnTo>
                <a:cubicBezTo>
                  <a:pt x="53533" y="100018"/>
                  <a:pt x="53941" y="100018"/>
                  <a:pt x="54348" y="99946"/>
                </a:cubicBezTo>
                <a:lnTo>
                  <a:pt x="76241" y="99946"/>
                </a:lnTo>
                <a:cubicBezTo>
                  <a:pt x="83822" y="99946"/>
                  <a:pt x="89987" y="93781"/>
                  <a:pt x="89987" y="86201"/>
                </a:cubicBezTo>
                <a:lnTo>
                  <a:pt x="89987" y="13743"/>
                </a:lnTo>
                <a:cubicBezTo>
                  <a:pt x="89987" y="6165"/>
                  <a:pt x="83822" y="0"/>
                  <a:pt x="76241" y="0"/>
                </a:cubicBezTo>
                <a:lnTo>
                  <a:pt x="23759" y="0"/>
                </a:lnTo>
                <a:close/>
                <a:moveTo>
                  <a:pt x="23759" y="74962"/>
                </a:moveTo>
                <a:lnTo>
                  <a:pt x="76241" y="74962"/>
                </a:lnTo>
                <a:cubicBezTo>
                  <a:pt x="79683" y="74962"/>
                  <a:pt x="82490" y="77769"/>
                  <a:pt x="82490" y="81211"/>
                </a:cubicBezTo>
                <a:lnTo>
                  <a:pt x="82490" y="86201"/>
                </a:lnTo>
                <a:cubicBezTo>
                  <a:pt x="82490" y="89655"/>
                  <a:pt x="79683" y="92450"/>
                  <a:pt x="76241" y="92450"/>
                </a:cubicBezTo>
                <a:lnTo>
                  <a:pt x="57491" y="92450"/>
                </a:lnTo>
                <a:lnTo>
                  <a:pt x="57491" y="86201"/>
                </a:lnTo>
                <a:cubicBezTo>
                  <a:pt x="57503" y="85709"/>
                  <a:pt x="57407" y="85206"/>
                  <a:pt x="57216" y="84737"/>
                </a:cubicBezTo>
                <a:cubicBezTo>
                  <a:pt x="57035" y="84282"/>
                  <a:pt x="56748" y="83850"/>
                  <a:pt x="56400" y="83502"/>
                </a:cubicBezTo>
                <a:cubicBezTo>
                  <a:pt x="56040" y="83142"/>
                  <a:pt x="55620" y="82867"/>
                  <a:pt x="55152" y="82675"/>
                </a:cubicBezTo>
                <a:cubicBezTo>
                  <a:pt x="54684" y="82495"/>
                  <a:pt x="54192" y="82399"/>
                  <a:pt x="53689" y="82411"/>
                </a:cubicBezTo>
                <a:cubicBezTo>
                  <a:pt x="52693" y="82423"/>
                  <a:pt x="51746" y="82831"/>
                  <a:pt x="51062" y="83538"/>
                </a:cubicBezTo>
                <a:cubicBezTo>
                  <a:pt x="50366" y="84258"/>
                  <a:pt x="49982" y="85218"/>
                  <a:pt x="49994" y="86201"/>
                </a:cubicBezTo>
                <a:lnTo>
                  <a:pt x="49994" y="92450"/>
                </a:lnTo>
                <a:lnTo>
                  <a:pt x="45004" y="92450"/>
                </a:lnTo>
                <a:lnTo>
                  <a:pt x="45004" y="86201"/>
                </a:lnTo>
                <a:cubicBezTo>
                  <a:pt x="45004" y="85709"/>
                  <a:pt x="44908" y="85206"/>
                  <a:pt x="44728" y="84737"/>
                </a:cubicBezTo>
                <a:cubicBezTo>
                  <a:pt x="44536" y="84282"/>
                  <a:pt x="44260" y="83850"/>
                  <a:pt x="43900" y="83502"/>
                </a:cubicBezTo>
                <a:cubicBezTo>
                  <a:pt x="43540" y="83142"/>
                  <a:pt x="43121" y="82867"/>
                  <a:pt x="42652" y="82675"/>
                </a:cubicBezTo>
                <a:cubicBezTo>
                  <a:pt x="42197" y="82495"/>
                  <a:pt x="41693" y="82399"/>
                  <a:pt x="41189" y="82411"/>
                </a:cubicBezTo>
                <a:cubicBezTo>
                  <a:pt x="40194" y="82423"/>
                  <a:pt x="39258" y="82831"/>
                  <a:pt x="38562" y="83538"/>
                </a:cubicBezTo>
                <a:cubicBezTo>
                  <a:pt x="37866" y="84258"/>
                  <a:pt x="37483" y="85218"/>
                  <a:pt x="37507" y="86201"/>
                </a:cubicBezTo>
                <a:lnTo>
                  <a:pt x="37507" y="92450"/>
                </a:lnTo>
                <a:lnTo>
                  <a:pt x="32504" y="92450"/>
                </a:lnTo>
                <a:lnTo>
                  <a:pt x="32504" y="86201"/>
                </a:lnTo>
                <a:cubicBezTo>
                  <a:pt x="32516" y="85709"/>
                  <a:pt x="32421" y="85206"/>
                  <a:pt x="32229" y="84737"/>
                </a:cubicBezTo>
                <a:cubicBezTo>
                  <a:pt x="32037" y="84282"/>
                  <a:pt x="31761" y="83850"/>
                  <a:pt x="31401" y="83502"/>
                </a:cubicBezTo>
                <a:cubicBezTo>
                  <a:pt x="31053" y="83142"/>
                  <a:pt x="30633" y="82867"/>
                  <a:pt x="30166" y="82675"/>
                </a:cubicBezTo>
                <a:cubicBezTo>
                  <a:pt x="29698" y="82495"/>
                  <a:pt x="29193" y="82399"/>
                  <a:pt x="28702" y="82411"/>
                </a:cubicBezTo>
                <a:cubicBezTo>
                  <a:pt x="27706" y="82423"/>
                  <a:pt x="26759" y="82831"/>
                  <a:pt x="26063" y="83538"/>
                </a:cubicBezTo>
                <a:cubicBezTo>
                  <a:pt x="25379" y="84258"/>
                  <a:pt x="24995" y="85218"/>
                  <a:pt x="25007" y="86201"/>
                </a:cubicBezTo>
                <a:lnTo>
                  <a:pt x="25007" y="92450"/>
                </a:lnTo>
                <a:lnTo>
                  <a:pt x="23759" y="92450"/>
                </a:lnTo>
                <a:cubicBezTo>
                  <a:pt x="20317" y="92450"/>
                  <a:pt x="17510" y="89655"/>
                  <a:pt x="17510" y="86201"/>
                </a:cubicBezTo>
                <a:lnTo>
                  <a:pt x="17510" y="81211"/>
                </a:lnTo>
                <a:cubicBezTo>
                  <a:pt x="17510" y="77769"/>
                  <a:pt x="20317" y="74962"/>
                  <a:pt x="23759" y="74962"/>
                </a:cubicBezTo>
                <a:close/>
                <a:moveTo>
                  <a:pt x="73733" y="79964"/>
                </a:moveTo>
                <a:cubicBezTo>
                  <a:pt x="72750" y="79964"/>
                  <a:pt x="71790" y="80360"/>
                  <a:pt x="71094" y="81055"/>
                </a:cubicBezTo>
                <a:cubicBezTo>
                  <a:pt x="70386" y="81763"/>
                  <a:pt x="69991" y="82711"/>
                  <a:pt x="69991" y="83706"/>
                </a:cubicBezTo>
                <a:cubicBezTo>
                  <a:pt x="69991" y="84701"/>
                  <a:pt x="70386" y="85661"/>
                  <a:pt x="71094" y="86357"/>
                </a:cubicBezTo>
                <a:cubicBezTo>
                  <a:pt x="71790" y="87065"/>
                  <a:pt x="72750" y="87460"/>
                  <a:pt x="73733" y="87460"/>
                </a:cubicBezTo>
                <a:cubicBezTo>
                  <a:pt x="74729" y="87460"/>
                  <a:pt x="75689" y="87065"/>
                  <a:pt x="76384" y="86357"/>
                </a:cubicBezTo>
                <a:cubicBezTo>
                  <a:pt x="77092" y="85661"/>
                  <a:pt x="77488" y="84701"/>
                  <a:pt x="77488" y="83706"/>
                </a:cubicBezTo>
                <a:cubicBezTo>
                  <a:pt x="77488" y="82711"/>
                  <a:pt x="77092" y="81763"/>
                  <a:pt x="76384" y="81055"/>
                </a:cubicBezTo>
                <a:cubicBezTo>
                  <a:pt x="75689" y="80360"/>
                  <a:pt x="74729" y="79964"/>
                  <a:pt x="73733" y="7996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5" name="Белый — SVG 35">
            <a:extLst>
              <a:ext uri="{FF2B5EF4-FFF2-40B4-BE49-F238E27FC236}">
                <a16:creationId xmlns:a16="http://schemas.microsoft.com/office/drawing/2014/main" id="{A05CB2B6-7C93-414A-AE94-385BB5CC83B4}"/>
              </a:ext>
            </a:extLst>
          </p:cNvPr>
          <p:cNvSpPr>
            <a:spLocks noGrp="1"/>
          </p:cNvSpPr>
          <p:nvPr/>
        </p:nvSpPr>
        <p:spPr>
          <a:xfrm>
            <a:off x="10020000" y="5010000"/>
            <a:ext cx="220000" cy="220000"/>
          </a:xfrm>
          <a:custGeom>
            <a:avLst/>
            <a:gdLst>
              <a:gd name="csX0" fmla="*/ 0 w 127600"/>
              <a:gd name="csY0" fmla="*/ 115182 h 127583"/>
              <a:gd name="csX1" fmla="*/ 12406 w 127600"/>
              <a:gd name="csY1" fmla="*/ 127583 h 127583"/>
              <a:gd name="csX2" fmla="*/ 115194 w 127600"/>
              <a:gd name="csY2" fmla="*/ 127583 h 127583"/>
              <a:gd name="csX3" fmla="*/ 127601 w 127600"/>
              <a:gd name="csY3" fmla="*/ 115182 h 127583"/>
              <a:gd name="csX4" fmla="*/ 127601 w 127600"/>
              <a:gd name="csY4" fmla="*/ 92144 h 127583"/>
              <a:gd name="csX5" fmla="*/ 0 w 127600"/>
              <a:gd name="csY5" fmla="*/ 92144 h 127583"/>
              <a:gd name="csX6" fmla="*/ 0 w 127600"/>
              <a:gd name="csY6" fmla="*/ 115182 h 127583"/>
              <a:gd name="csX7" fmla="*/ 0 w 127600"/>
              <a:gd name="csY7" fmla="*/ 81512 h 127583"/>
              <a:gd name="csX8" fmla="*/ 127601 w 127600"/>
              <a:gd name="csY8" fmla="*/ 81512 h 127583"/>
              <a:gd name="csX9" fmla="*/ 127601 w 127600"/>
              <a:gd name="csY9" fmla="*/ 46071 h 127583"/>
              <a:gd name="csX10" fmla="*/ 0 w 127600"/>
              <a:gd name="csY10" fmla="*/ 46071 h 127583"/>
              <a:gd name="csX11" fmla="*/ 0 w 127600"/>
              <a:gd name="csY11" fmla="*/ 81512 h 127583"/>
              <a:gd name="csX12" fmla="*/ 115194 w 127600"/>
              <a:gd name="csY12" fmla="*/ 0 h 127583"/>
              <a:gd name="csX13" fmla="*/ 12406 w 127600"/>
              <a:gd name="csY13" fmla="*/ 0 h 127583"/>
              <a:gd name="csX14" fmla="*/ 0 w 127600"/>
              <a:gd name="csY14" fmla="*/ 12404 h 127583"/>
              <a:gd name="csX15" fmla="*/ 0 w 127600"/>
              <a:gd name="csY15" fmla="*/ 35439 h 127583"/>
              <a:gd name="csX16" fmla="*/ 127601 w 127600"/>
              <a:gd name="csY16" fmla="*/ 35439 h 127583"/>
              <a:gd name="csX17" fmla="*/ 127601 w 127600"/>
              <a:gd name="csY17" fmla="*/ 12404 h 127583"/>
              <a:gd name="csX18" fmla="*/ 115194 w 127600"/>
              <a:gd name="csY18" fmla="*/ 0 h 127583"/>
              <a:gd name="csX19" fmla="*/ 109878 w 127600"/>
              <a:gd name="csY19" fmla="*/ 17720 h 127583"/>
              <a:gd name="csX20" fmla="*/ 102790 w 127600"/>
              <a:gd name="csY20" fmla="*/ 24807 h 127583"/>
              <a:gd name="csX21" fmla="*/ 95700 w 127600"/>
              <a:gd name="csY21" fmla="*/ 17720 h 127583"/>
              <a:gd name="csX22" fmla="*/ 102790 w 127600"/>
              <a:gd name="csY22" fmla="*/ 10632 h 127583"/>
              <a:gd name="csX23" fmla="*/ 109878 w 127600"/>
              <a:gd name="csY23" fmla="*/ 17720 h 127583"/>
              <a:gd name="csX24" fmla="*/ 54940 w 127600"/>
              <a:gd name="csY24" fmla="*/ 23036 h 127583"/>
              <a:gd name="csX25" fmla="*/ 23040 w 127600"/>
              <a:gd name="csY25" fmla="*/ 23036 h 127583"/>
              <a:gd name="csX26" fmla="*/ 17723 w 127600"/>
              <a:gd name="csY26" fmla="*/ 17720 h 127583"/>
              <a:gd name="csX27" fmla="*/ 23040 w 127600"/>
              <a:gd name="csY27" fmla="*/ 12404 h 127583"/>
              <a:gd name="csX28" fmla="*/ 54940 w 127600"/>
              <a:gd name="csY28" fmla="*/ 12404 h 127583"/>
              <a:gd name="csX29" fmla="*/ 60256 w 127600"/>
              <a:gd name="csY29" fmla="*/ 17720 h 127583"/>
              <a:gd name="csX30" fmla="*/ 54940 w 127600"/>
              <a:gd name="csY30" fmla="*/ 23036 h 127583"/>
              <a:gd name="csX31" fmla="*/ 109878 w 127600"/>
              <a:gd name="csY31" fmla="*/ 63792 h 127583"/>
              <a:gd name="csX32" fmla="*/ 102790 w 127600"/>
              <a:gd name="csY32" fmla="*/ 70880 h 127583"/>
              <a:gd name="csX33" fmla="*/ 95700 w 127600"/>
              <a:gd name="csY33" fmla="*/ 63792 h 127583"/>
              <a:gd name="csX34" fmla="*/ 102790 w 127600"/>
              <a:gd name="csY34" fmla="*/ 56703 h 127583"/>
              <a:gd name="csX35" fmla="*/ 109878 w 127600"/>
              <a:gd name="csY35" fmla="*/ 63792 h 127583"/>
              <a:gd name="csX36" fmla="*/ 54940 w 127600"/>
              <a:gd name="csY36" fmla="*/ 69108 h 127583"/>
              <a:gd name="csX37" fmla="*/ 23040 w 127600"/>
              <a:gd name="csY37" fmla="*/ 69108 h 127583"/>
              <a:gd name="csX38" fmla="*/ 17723 w 127600"/>
              <a:gd name="csY38" fmla="*/ 63792 h 127583"/>
              <a:gd name="csX39" fmla="*/ 23040 w 127600"/>
              <a:gd name="csY39" fmla="*/ 58476 h 127583"/>
              <a:gd name="csX40" fmla="*/ 54940 w 127600"/>
              <a:gd name="csY40" fmla="*/ 58476 h 127583"/>
              <a:gd name="csX41" fmla="*/ 60256 w 127600"/>
              <a:gd name="csY41" fmla="*/ 63792 h 127583"/>
              <a:gd name="csX42" fmla="*/ 54940 w 127600"/>
              <a:gd name="csY42" fmla="*/ 69108 h 127583"/>
              <a:gd name="csX43" fmla="*/ 109878 w 127600"/>
              <a:gd name="csY43" fmla="*/ 109858 h 127583"/>
              <a:gd name="csX44" fmla="*/ 102790 w 127600"/>
              <a:gd name="csY44" fmla="*/ 116951 h 127583"/>
              <a:gd name="csX45" fmla="*/ 95700 w 127600"/>
              <a:gd name="csY45" fmla="*/ 109858 h 127583"/>
              <a:gd name="csX46" fmla="*/ 102790 w 127600"/>
              <a:gd name="csY46" fmla="*/ 102776 h 127583"/>
              <a:gd name="csX47" fmla="*/ 109878 w 127600"/>
              <a:gd name="csY47" fmla="*/ 109858 h 127583"/>
              <a:gd name="csX48" fmla="*/ 54940 w 127600"/>
              <a:gd name="csY48" fmla="*/ 115182 h 127583"/>
              <a:gd name="csX49" fmla="*/ 23040 w 127600"/>
              <a:gd name="csY49" fmla="*/ 115182 h 127583"/>
              <a:gd name="csX50" fmla="*/ 17723 w 127600"/>
              <a:gd name="csY50" fmla="*/ 109858 h 127583"/>
              <a:gd name="csX51" fmla="*/ 23040 w 127600"/>
              <a:gd name="csY51" fmla="*/ 104547 h 127583"/>
              <a:gd name="csX52" fmla="*/ 54940 w 127600"/>
              <a:gd name="csY52" fmla="*/ 104547 h 127583"/>
              <a:gd name="csX53" fmla="*/ 60256 w 127600"/>
              <a:gd name="csY53" fmla="*/ 109858 h 127583"/>
              <a:gd name="csX54" fmla="*/ 54940 w 127600"/>
              <a:gd name="csY54" fmla="*/ 115182 h 127583"/>
            </a:gdLst>
            <a:ahLst/>
            <a:cxnLst/>
            <a:rect l="l" t="t" r="r" b="b"/>
            <a:pathLst>
              <a:path w="100000" h="100000">
                <a:moveTo>
                  <a:pt x="0" y="90275"/>
                </a:moveTo>
                <a:cubicBezTo>
                  <a:pt x="0" y="95634"/>
                  <a:pt x="4361" y="99993"/>
                  <a:pt x="9723" y="99993"/>
                </a:cubicBezTo>
                <a:lnTo>
                  <a:pt x="90277" y="99993"/>
                </a:lnTo>
                <a:cubicBezTo>
                  <a:pt x="95639" y="99993"/>
                  <a:pt x="100001" y="95634"/>
                  <a:pt x="100001" y="90275"/>
                </a:cubicBezTo>
                <a:lnTo>
                  <a:pt x="100001" y="72220"/>
                </a:lnTo>
                <a:lnTo>
                  <a:pt x="0" y="72220"/>
                </a:lnTo>
                <a:lnTo>
                  <a:pt x="0" y="90275"/>
                </a:lnTo>
                <a:close/>
                <a:moveTo>
                  <a:pt x="0" y="63888"/>
                </a:moveTo>
                <a:lnTo>
                  <a:pt x="100001" y="63888"/>
                </a:lnTo>
                <a:lnTo>
                  <a:pt x="100001" y="36112"/>
                </a:lnTo>
                <a:lnTo>
                  <a:pt x="0" y="36112"/>
                </a:lnTo>
                <a:lnTo>
                  <a:pt x="0" y="63888"/>
                </a:lnTo>
                <a:close/>
                <a:moveTo>
                  <a:pt x="90277" y="7"/>
                </a:moveTo>
                <a:lnTo>
                  <a:pt x="9723" y="7"/>
                </a:lnTo>
                <a:cubicBezTo>
                  <a:pt x="4361" y="7"/>
                  <a:pt x="0" y="4367"/>
                  <a:pt x="0" y="9728"/>
                </a:cubicBezTo>
                <a:lnTo>
                  <a:pt x="0" y="27780"/>
                </a:lnTo>
                <a:lnTo>
                  <a:pt x="100001" y="27780"/>
                </a:lnTo>
                <a:lnTo>
                  <a:pt x="100001" y="9728"/>
                </a:lnTo>
                <a:cubicBezTo>
                  <a:pt x="100001" y="4367"/>
                  <a:pt x="95639" y="7"/>
                  <a:pt x="90277" y="7"/>
                </a:cubicBezTo>
                <a:close/>
                <a:moveTo>
                  <a:pt x="86111" y="13894"/>
                </a:moveTo>
                <a:cubicBezTo>
                  <a:pt x="86111" y="16963"/>
                  <a:pt x="83625" y="19448"/>
                  <a:pt x="80556" y="19448"/>
                </a:cubicBezTo>
                <a:cubicBezTo>
                  <a:pt x="77487" y="19448"/>
                  <a:pt x="75000" y="16963"/>
                  <a:pt x="75000" y="13894"/>
                </a:cubicBezTo>
                <a:cubicBezTo>
                  <a:pt x="75000" y="10825"/>
                  <a:pt x="77487" y="8339"/>
                  <a:pt x="80556" y="8339"/>
                </a:cubicBezTo>
                <a:cubicBezTo>
                  <a:pt x="83625" y="8339"/>
                  <a:pt x="86111" y="10825"/>
                  <a:pt x="86111" y="13894"/>
                </a:cubicBezTo>
                <a:close/>
                <a:moveTo>
                  <a:pt x="43056" y="18060"/>
                </a:moveTo>
                <a:lnTo>
                  <a:pt x="18056" y="18060"/>
                </a:lnTo>
                <a:cubicBezTo>
                  <a:pt x="15756" y="18060"/>
                  <a:pt x="13889" y="16196"/>
                  <a:pt x="13889" y="13894"/>
                </a:cubicBezTo>
                <a:cubicBezTo>
                  <a:pt x="13889" y="11592"/>
                  <a:pt x="15756" y="9728"/>
                  <a:pt x="18056" y="9728"/>
                </a:cubicBezTo>
                <a:lnTo>
                  <a:pt x="43056" y="9728"/>
                </a:lnTo>
                <a:cubicBezTo>
                  <a:pt x="45357" y="9728"/>
                  <a:pt x="47223" y="11592"/>
                  <a:pt x="47223" y="13894"/>
                </a:cubicBezTo>
                <a:cubicBezTo>
                  <a:pt x="47223" y="16196"/>
                  <a:pt x="45357" y="18060"/>
                  <a:pt x="43056" y="18060"/>
                </a:cubicBezTo>
                <a:close/>
                <a:moveTo>
                  <a:pt x="86111" y="50000"/>
                </a:moveTo>
                <a:cubicBezTo>
                  <a:pt x="86111" y="53069"/>
                  <a:pt x="83625" y="55555"/>
                  <a:pt x="80556" y="55555"/>
                </a:cubicBezTo>
                <a:cubicBezTo>
                  <a:pt x="77487" y="55555"/>
                  <a:pt x="75000" y="53069"/>
                  <a:pt x="75000" y="50000"/>
                </a:cubicBezTo>
                <a:cubicBezTo>
                  <a:pt x="75000" y="46931"/>
                  <a:pt x="77487" y="44445"/>
                  <a:pt x="80556" y="44445"/>
                </a:cubicBezTo>
                <a:cubicBezTo>
                  <a:pt x="83625" y="44445"/>
                  <a:pt x="86111" y="46931"/>
                  <a:pt x="86111" y="50000"/>
                </a:cubicBezTo>
                <a:close/>
                <a:moveTo>
                  <a:pt x="43056" y="54167"/>
                </a:moveTo>
                <a:lnTo>
                  <a:pt x="18056" y="54167"/>
                </a:lnTo>
                <a:cubicBezTo>
                  <a:pt x="15756" y="54167"/>
                  <a:pt x="13889" y="52302"/>
                  <a:pt x="13889" y="50000"/>
                </a:cubicBezTo>
                <a:cubicBezTo>
                  <a:pt x="13889" y="47698"/>
                  <a:pt x="15756" y="45834"/>
                  <a:pt x="18056" y="45834"/>
                </a:cubicBezTo>
                <a:lnTo>
                  <a:pt x="43056" y="45834"/>
                </a:lnTo>
                <a:cubicBezTo>
                  <a:pt x="45357" y="45834"/>
                  <a:pt x="47223" y="47698"/>
                  <a:pt x="47223" y="50000"/>
                </a:cubicBezTo>
                <a:cubicBezTo>
                  <a:pt x="47223" y="52302"/>
                  <a:pt x="45357" y="54167"/>
                  <a:pt x="43056" y="54167"/>
                </a:cubicBezTo>
                <a:close/>
                <a:moveTo>
                  <a:pt x="86111" y="86102"/>
                </a:moveTo>
                <a:cubicBezTo>
                  <a:pt x="86111" y="89181"/>
                  <a:pt x="83625" y="91661"/>
                  <a:pt x="80556" y="91661"/>
                </a:cubicBezTo>
                <a:cubicBezTo>
                  <a:pt x="77487" y="91661"/>
                  <a:pt x="75000" y="89181"/>
                  <a:pt x="75000" y="86102"/>
                </a:cubicBezTo>
                <a:cubicBezTo>
                  <a:pt x="75000" y="83037"/>
                  <a:pt x="77487" y="80552"/>
                  <a:pt x="80556" y="80552"/>
                </a:cubicBezTo>
                <a:cubicBezTo>
                  <a:pt x="83625" y="80552"/>
                  <a:pt x="86111" y="83037"/>
                  <a:pt x="86111" y="86102"/>
                </a:cubicBezTo>
                <a:close/>
                <a:moveTo>
                  <a:pt x="43056" y="90275"/>
                </a:moveTo>
                <a:lnTo>
                  <a:pt x="18056" y="90275"/>
                </a:lnTo>
                <a:cubicBezTo>
                  <a:pt x="15756" y="90275"/>
                  <a:pt x="13889" y="88409"/>
                  <a:pt x="13889" y="86102"/>
                </a:cubicBezTo>
                <a:cubicBezTo>
                  <a:pt x="13889" y="83804"/>
                  <a:pt x="15756" y="81940"/>
                  <a:pt x="18056" y="81940"/>
                </a:cubicBezTo>
                <a:lnTo>
                  <a:pt x="43056" y="81940"/>
                </a:lnTo>
                <a:cubicBezTo>
                  <a:pt x="45357" y="81940"/>
                  <a:pt x="47223" y="83804"/>
                  <a:pt x="47223" y="86102"/>
                </a:cubicBezTo>
                <a:cubicBezTo>
                  <a:pt x="47223" y="88409"/>
                  <a:pt x="45357" y="90275"/>
                  <a:pt x="43056" y="9027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6" name="Белый — SVG 36">
            <a:extLst>
              <a:ext uri="{FF2B5EF4-FFF2-40B4-BE49-F238E27FC236}">
                <a16:creationId xmlns:a16="http://schemas.microsoft.com/office/drawing/2014/main" id="{91E0F283-FDA3-5E4D-92C3-A9254F61E13F}"/>
              </a:ext>
            </a:extLst>
          </p:cNvPr>
          <p:cNvSpPr>
            <a:spLocks noGrp="1"/>
          </p:cNvSpPr>
          <p:nvPr/>
        </p:nvSpPr>
        <p:spPr>
          <a:xfrm>
            <a:off x="10620000" y="5010000"/>
            <a:ext cx="220000" cy="220000"/>
          </a:xfrm>
          <a:custGeom>
            <a:avLst/>
            <a:gdLst>
              <a:gd name="csX0" fmla="*/ 11825 w 127604"/>
              <a:gd name="csY0" fmla="*/ 37 h 127974"/>
              <a:gd name="csX1" fmla="*/ 8643 w 127604"/>
              <a:gd name="csY1" fmla="*/ 1560 h 127974"/>
              <a:gd name="csX2" fmla="*/ 1566 w 127604"/>
              <a:gd name="csY2" fmla="*/ 8648 h 127974"/>
              <a:gd name="csX3" fmla="*/ 834 w 127604"/>
              <a:gd name="csY3" fmla="*/ 15259 h 127974"/>
              <a:gd name="csX4" fmla="*/ 14496 w 127604"/>
              <a:gd name="csY4" fmla="*/ 36696 h 127974"/>
              <a:gd name="csX5" fmla="*/ 23615 w 127604"/>
              <a:gd name="csY5" fmla="*/ 42448 h 127974"/>
              <a:gd name="csX6" fmla="*/ 25027 w 127604"/>
              <a:gd name="csY6" fmla="*/ 42531 h 127974"/>
              <a:gd name="csX7" fmla="*/ 32462 w 127604"/>
              <a:gd name="csY7" fmla="*/ 39976 h 127974"/>
              <a:gd name="csX8" fmla="*/ 58492 w 127604"/>
              <a:gd name="csY8" fmla="*/ 66003 h 127974"/>
              <a:gd name="csX9" fmla="*/ 61402 w 127604"/>
              <a:gd name="csY9" fmla="*/ 87730 h 127974"/>
              <a:gd name="csX10" fmla="*/ 96449 w 127604"/>
              <a:gd name="csY10" fmla="*/ 122582 h 127974"/>
              <a:gd name="csX11" fmla="*/ 109312 w 127604"/>
              <a:gd name="csY11" fmla="*/ 127975 h 127974"/>
              <a:gd name="csX12" fmla="*/ 109380 w 127604"/>
              <a:gd name="csY12" fmla="*/ 127975 h 127974"/>
              <a:gd name="csX13" fmla="*/ 122225 w 127604"/>
              <a:gd name="csY13" fmla="*/ 122684 h 127974"/>
              <a:gd name="csX14" fmla="*/ 127601 w 127604"/>
              <a:gd name="csY14" fmla="*/ 109824 h 127974"/>
              <a:gd name="csX15" fmla="*/ 122327 w 127604"/>
              <a:gd name="csY15" fmla="*/ 96929 h 127974"/>
              <a:gd name="csX16" fmla="*/ 87296 w 127604"/>
              <a:gd name="csY16" fmla="*/ 62113 h 127974"/>
              <a:gd name="csX17" fmla="*/ 74434 w 127604"/>
              <a:gd name="csY17" fmla="*/ 56707 h 127974"/>
              <a:gd name="csX18" fmla="*/ 74349 w 127604"/>
              <a:gd name="csY18" fmla="*/ 56707 h 127974"/>
              <a:gd name="csX19" fmla="*/ 66217 w 127604"/>
              <a:gd name="csY19" fmla="*/ 58700 h 127974"/>
              <a:gd name="csX20" fmla="*/ 39965 w 127604"/>
              <a:gd name="csY20" fmla="*/ 32445 h 127974"/>
              <a:gd name="csX21" fmla="*/ 42449 w 127604"/>
              <a:gd name="csY21" fmla="*/ 23593 h 127974"/>
              <a:gd name="csX22" fmla="*/ 36733 w 127604"/>
              <a:gd name="csY22" fmla="*/ 14511 h 127974"/>
              <a:gd name="csX23" fmla="*/ 15262 w 127604"/>
              <a:gd name="csY23" fmla="*/ 834 h 127974"/>
              <a:gd name="csX24" fmla="*/ 11825 w 127604"/>
              <a:gd name="csY24" fmla="*/ 37 h 127974"/>
              <a:gd name="csX25" fmla="*/ 92587 w 127604"/>
              <a:gd name="csY25" fmla="*/ 65 h 127974"/>
              <a:gd name="csX26" fmla="*/ 82328 w 127604"/>
              <a:gd name="csY26" fmla="*/ 861 h 127974"/>
              <a:gd name="csX27" fmla="*/ 53661 w 127604"/>
              <a:gd name="csY27" fmla="*/ 31027 h 127974"/>
              <a:gd name="csX28" fmla="*/ 53201 w 127604"/>
              <a:gd name="csY28" fmla="*/ 35657 h 127974"/>
              <a:gd name="csX29" fmla="*/ 68003 w 127604"/>
              <a:gd name="csY29" fmla="*/ 50463 h 127974"/>
              <a:gd name="csX30" fmla="*/ 74349 w 127604"/>
              <a:gd name="csY30" fmla="*/ 49618 h 127974"/>
              <a:gd name="csX31" fmla="*/ 92349 w 127604"/>
              <a:gd name="csY31" fmla="*/ 57122 h 127974"/>
              <a:gd name="csX32" fmla="*/ 106181 w 127604"/>
              <a:gd name="csY32" fmla="*/ 70868 h 127974"/>
              <a:gd name="csX33" fmla="*/ 127210 w 127604"/>
              <a:gd name="csY33" fmla="*/ 42635 h 127974"/>
              <a:gd name="csX34" fmla="*/ 125746 w 127604"/>
              <a:gd name="csY34" fmla="*/ 25648 h 127974"/>
              <a:gd name="csX35" fmla="*/ 116985 w 127604"/>
              <a:gd name="csY35" fmla="*/ 23724 h 127974"/>
              <a:gd name="csX36" fmla="*/ 101179 w 127604"/>
              <a:gd name="csY36" fmla="*/ 39527 h 127974"/>
              <a:gd name="csX37" fmla="*/ 87620 w 127604"/>
              <a:gd name="csY37" fmla="*/ 39755 h 127974"/>
              <a:gd name="csX38" fmla="*/ 85085 w 127604"/>
              <a:gd name="csY38" fmla="*/ 33415 h 127974"/>
              <a:gd name="csX39" fmla="*/ 87773 w 127604"/>
              <a:gd name="csY39" fmla="*/ 26915 h 127974"/>
              <a:gd name="csX40" fmla="*/ 104020 w 127604"/>
              <a:gd name="csY40" fmla="*/ 10669 h 127974"/>
              <a:gd name="csX41" fmla="*/ 102115 w 127604"/>
              <a:gd name="csY41" fmla="*/ 1914 h 127974"/>
              <a:gd name="csX42" fmla="*/ 92587 w 127604"/>
              <a:gd name="csY42" fmla="*/ 65 h 127974"/>
              <a:gd name="csX43" fmla="*/ 42126 w 127604"/>
              <a:gd name="csY43" fmla="*/ 59655 h 127974"/>
              <a:gd name="csX44" fmla="*/ 5258 w 127604"/>
              <a:gd name="csY44" fmla="*/ 96708 h 127974"/>
              <a:gd name="csX45" fmla="*/ 1 w 127604"/>
              <a:gd name="csY45" fmla="*/ 109535 h 127974"/>
              <a:gd name="csX46" fmla="*/ 5360 w 127604"/>
              <a:gd name="csY46" fmla="*/ 122327 h 127974"/>
              <a:gd name="csX47" fmla="*/ 18120 w 127604"/>
              <a:gd name="csY47" fmla="*/ 127583 h 127974"/>
              <a:gd name="csX48" fmla="*/ 18188 w 127604"/>
              <a:gd name="csY48" fmla="*/ 127583 h 127974"/>
              <a:gd name="csX49" fmla="*/ 30982 w 127604"/>
              <a:gd name="csY49" fmla="*/ 122225 h 127974"/>
              <a:gd name="csX50" fmla="*/ 58374 w 127604"/>
              <a:gd name="csY50" fmla="*/ 94718 h 127974"/>
              <a:gd name="csX51" fmla="*/ 56400 w 127604"/>
              <a:gd name="csY51" fmla="*/ 92755 h 127974"/>
              <a:gd name="csX52" fmla="*/ 50190 w 127604"/>
              <a:gd name="csY52" fmla="*/ 67720 h 127974"/>
              <a:gd name="csX53" fmla="*/ 42126 w 127604"/>
              <a:gd name="csY53" fmla="*/ 59655 h 127974"/>
            </a:gdLst>
            <a:ahLst/>
            <a:cxnLst/>
            <a:rect l="l" t="t" r="r" b="b"/>
            <a:pathLst>
              <a:path w="100000" h="100000">
                <a:moveTo>
                  <a:pt x="9385" y="29"/>
                </a:moveTo>
                <a:cubicBezTo>
                  <a:pt x="8467" y="130"/>
                  <a:pt x="7590" y="533"/>
                  <a:pt x="6898" y="1219"/>
                </a:cubicBezTo>
                <a:lnTo>
                  <a:pt x="1368" y="6758"/>
                </a:lnTo>
                <a:cubicBezTo>
                  <a:pt x="-15" y="8136"/>
                  <a:pt x="-254" y="10280"/>
                  <a:pt x="796" y="11924"/>
                </a:cubicBezTo>
                <a:lnTo>
                  <a:pt x="11472" y="28675"/>
                </a:lnTo>
                <a:cubicBezTo>
                  <a:pt x="13040" y="31196"/>
                  <a:pt x="15646" y="32834"/>
                  <a:pt x="18598" y="33169"/>
                </a:cubicBezTo>
                <a:cubicBezTo>
                  <a:pt x="18969" y="33211"/>
                  <a:pt x="19342" y="33234"/>
                  <a:pt x="19701" y="33234"/>
                </a:cubicBezTo>
                <a:cubicBezTo>
                  <a:pt x="21815" y="33234"/>
                  <a:pt x="23836" y="32515"/>
                  <a:pt x="25511" y="31238"/>
                </a:cubicBezTo>
                <a:lnTo>
                  <a:pt x="45851" y="51575"/>
                </a:lnTo>
                <a:cubicBezTo>
                  <a:pt x="42820" y="56973"/>
                  <a:pt x="43564" y="63944"/>
                  <a:pt x="48125" y="68553"/>
                </a:cubicBezTo>
                <a:lnTo>
                  <a:pt x="75511" y="95787"/>
                </a:lnTo>
                <a:cubicBezTo>
                  <a:pt x="78196" y="98485"/>
                  <a:pt x="81760" y="99987"/>
                  <a:pt x="85562" y="100001"/>
                </a:cubicBezTo>
                <a:lnTo>
                  <a:pt x="85615" y="100001"/>
                </a:lnTo>
                <a:cubicBezTo>
                  <a:pt x="89403" y="100001"/>
                  <a:pt x="92967" y="98525"/>
                  <a:pt x="95652" y="95866"/>
                </a:cubicBezTo>
                <a:cubicBezTo>
                  <a:pt x="98351" y="93181"/>
                  <a:pt x="99840" y="89619"/>
                  <a:pt x="99853" y="85817"/>
                </a:cubicBezTo>
                <a:cubicBezTo>
                  <a:pt x="99866" y="82016"/>
                  <a:pt x="98404" y="78427"/>
                  <a:pt x="95732" y="75741"/>
                </a:cubicBezTo>
                <a:lnTo>
                  <a:pt x="68358" y="48536"/>
                </a:lnTo>
                <a:cubicBezTo>
                  <a:pt x="65687" y="45830"/>
                  <a:pt x="62124" y="44329"/>
                  <a:pt x="58308" y="44311"/>
                </a:cubicBezTo>
                <a:lnTo>
                  <a:pt x="58242" y="44311"/>
                </a:lnTo>
                <a:cubicBezTo>
                  <a:pt x="55995" y="44311"/>
                  <a:pt x="53855" y="44886"/>
                  <a:pt x="51887" y="45869"/>
                </a:cubicBezTo>
                <a:lnTo>
                  <a:pt x="31374" y="25353"/>
                </a:lnTo>
                <a:cubicBezTo>
                  <a:pt x="32876" y="23379"/>
                  <a:pt x="33607" y="20940"/>
                  <a:pt x="33315" y="18436"/>
                </a:cubicBezTo>
                <a:cubicBezTo>
                  <a:pt x="32982" y="15486"/>
                  <a:pt x="31347" y="12895"/>
                  <a:pt x="28848" y="11339"/>
                </a:cubicBezTo>
                <a:lnTo>
                  <a:pt x="12070" y="652"/>
                </a:lnTo>
                <a:cubicBezTo>
                  <a:pt x="11246" y="129"/>
                  <a:pt x="10289" y="-72"/>
                  <a:pt x="9385" y="29"/>
                </a:cubicBezTo>
                <a:close/>
                <a:moveTo>
                  <a:pt x="72493" y="51"/>
                </a:moveTo>
                <a:cubicBezTo>
                  <a:pt x="69901" y="-102"/>
                  <a:pt x="67215" y="88"/>
                  <a:pt x="64476" y="673"/>
                </a:cubicBezTo>
                <a:cubicBezTo>
                  <a:pt x="52977" y="3129"/>
                  <a:pt x="43950" y="12644"/>
                  <a:pt x="42076" y="24245"/>
                </a:cubicBezTo>
                <a:cubicBezTo>
                  <a:pt x="41889" y="25466"/>
                  <a:pt x="41770" y="26669"/>
                  <a:pt x="41716" y="27863"/>
                </a:cubicBezTo>
                <a:lnTo>
                  <a:pt x="53283" y="39432"/>
                </a:lnTo>
                <a:cubicBezTo>
                  <a:pt x="54918" y="38995"/>
                  <a:pt x="56566" y="38772"/>
                  <a:pt x="58242" y="38772"/>
                </a:cubicBezTo>
                <a:cubicBezTo>
                  <a:pt x="63626" y="38797"/>
                  <a:pt x="68585" y="40880"/>
                  <a:pt x="72307" y="44636"/>
                </a:cubicBezTo>
                <a:lnTo>
                  <a:pt x="83115" y="55377"/>
                </a:lnTo>
                <a:cubicBezTo>
                  <a:pt x="91730" y="51292"/>
                  <a:pt x="98151" y="43068"/>
                  <a:pt x="99548" y="33315"/>
                </a:cubicBezTo>
                <a:cubicBezTo>
                  <a:pt x="100226" y="28630"/>
                  <a:pt x="99760" y="24135"/>
                  <a:pt x="98404" y="20042"/>
                </a:cubicBezTo>
                <a:cubicBezTo>
                  <a:pt x="97447" y="17162"/>
                  <a:pt x="93711" y="16396"/>
                  <a:pt x="91558" y="18538"/>
                </a:cubicBezTo>
                <a:lnTo>
                  <a:pt x="79207" y="30887"/>
                </a:lnTo>
                <a:cubicBezTo>
                  <a:pt x="76335" y="33753"/>
                  <a:pt x="71404" y="34000"/>
                  <a:pt x="68612" y="31065"/>
                </a:cubicBezTo>
                <a:cubicBezTo>
                  <a:pt x="67335" y="29725"/>
                  <a:pt x="66631" y="27969"/>
                  <a:pt x="66631" y="26111"/>
                </a:cubicBezTo>
                <a:cubicBezTo>
                  <a:pt x="66631" y="24192"/>
                  <a:pt x="67375" y="22391"/>
                  <a:pt x="68731" y="21032"/>
                </a:cubicBezTo>
                <a:lnTo>
                  <a:pt x="81427" y="8337"/>
                </a:lnTo>
                <a:cubicBezTo>
                  <a:pt x="83568" y="6197"/>
                  <a:pt x="82810" y="2459"/>
                  <a:pt x="79938" y="1496"/>
                </a:cubicBezTo>
                <a:cubicBezTo>
                  <a:pt x="77572" y="702"/>
                  <a:pt x="75072" y="205"/>
                  <a:pt x="72493" y="51"/>
                </a:cubicBezTo>
                <a:close/>
                <a:moveTo>
                  <a:pt x="33062" y="46615"/>
                </a:moveTo>
                <a:lnTo>
                  <a:pt x="4253" y="75568"/>
                </a:lnTo>
                <a:cubicBezTo>
                  <a:pt x="1594" y="78240"/>
                  <a:pt x="132" y="81803"/>
                  <a:pt x="145" y="85592"/>
                </a:cubicBezTo>
                <a:cubicBezTo>
                  <a:pt x="159" y="89380"/>
                  <a:pt x="1647" y="92929"/>
                  <a:pt x="4333" y="95587"/>
                </a:cubicBezTo>
                <a:cubicBezTo>
                  <a:pt x="6991" y="98246"/>
                  <a:pt x="10541" y="99694"/>
                  <a:pt x="14304" y="99694"/>
                </a:cubicBezTo>
                <a:lnTo>
                  <a:pt x="14357" y="99694"/>
                </a:lnTo>
                <a:cubicBezTo>
                  <a:pt x="18146" y="99681"/>
                  <a:pt x="21695" y="98193"/>
                  <a:pt x="24354" y="95508"/>
                </a:cubicBezTo>
                <a:lnTo>
                  <a:pt x="45759" y="74013"/>
                </a:lnTo>
                <a:lnTo>
                  <a:pt x="44216" y="72480"/>
                </a:lnTo>
                <a:cubicBezTo>
                  <a:pt x="39085" y="67300"/>
                  <a:pt x="37343" y="59726"/>
                  <a:pt x="39363" y="52917"/>
                </a:cubicBezTo>
                <a:lnTo>
                  <a:pt x="33062" y="4661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7" name="Белый — SVG 37">
            <a:extLst>
              <a:ext uri="{FF2B5EF4-FFF2-40B4-BE49-F238E27FC236}">
                <a16:creationId xmlns:a16="http://schemas.microsoft.com/office/drawing/2014/main" id="{0A8FEDC9-AC35-C548-B449-2FED044F5905}"/>
              </a:ext>
            </a:extLst>
          </p:cNvPr>
          <p:cNvSpPr>
            <a:spLocks noGrp="1"/>
          </p:cNvSpPr>
          <p:nvPr/>
        </p:nvSpPr>
        <p:spPr>
          <a:xfrm>
            <a:off x="420000" y="5270000"/>
            <a:ext cx="220000" cy="220000"/>
          </a:xfrm>
          <a:custGeom>
            <a:avLst/>
            <a:gdLst>
              <a:gd name="csX0" fmla="*/ 127958 w 141772"/>
              <a:gd name="csY0" fmla="*/ 17720 h 106319"/>
              <a:gd name="csX1" fmla="*/ 13815 w 141772"/>
              <a:gd name="csY1" fmla="*/ 17720 h 106319"/>
              <a:gd name="csX2" fmla="*/ 27817 w 141772"/>
              <a:gd name="csY2" fmla="*/ 5032 h 106319"/>
              <a:gd name="csX3" fmla="*/ 40900 w 141772"/>
              <a:gd name="csY3" fmla="*/ 0 h 106319"/>
              <a:gd name="csX4" fmla="*/ 100873 w 141772"/>
              <a:gd name="csY4" fmla="*/ 0 h 106319"/>
              <a:gd name="csX5" fmla="*/ 113956 w 141772"/>
              <a:gd name="csY5" fmla="*/ 5032 h 106319"/>
              <a:gd name="csX6" fmla="*/ 127958 w 141772"/>
              <a:gd name="csY6" fmla="*/ 17720 h 106319"/>
              <a:gd name="csX7" fmla="*/ 141773 w 141772"/>
              <a:gd name="csY7" fmla="*/ 35936 h 106319"/>
              <a:gd name="csX8" fmla="*/ 141773 w 141772"/>
              <a:gd name="csY8" fmla="*/ 95194 h 106319"/>
              <a:gd name="csX9" fmla="*/ 130867 w 141772"/>
              <a:gd name="csY9" fmla="*/ 106319 h 106319"/>
              <a:gd name="csX10" fmla="*/ 101009 w 141772"/>
              <a:gd name="csY10" fmla="*/ 106319 h 106319"/>
              <a:gd name="csX11" fmla="*/ 84353 w 141772"/>
              <a:gd name="csY11" fmla="*/ 98443 h 106319"/>
              <a:gd name="csX12" fmla="*/ 78653 w 141772"/>
              <a:gd name="csY12" fmla="*/ 91612 h 106319"/>
              <a:gd name="csX13" fmla="*/ 70895 w 141772"/>
              <a:gd name="csY13" fmla="*/ 87927 h 106319"/>
              <a:gd name="csX14" fmla="*/ 63120 w 141772"/>
              <a:gd name="csY14" fmla="*/ 91612 h 106319"/>
              <a:gd name="csX15" fmla="*/ 57420 w 141772"/>
              <a:gd name="csY15" fmla="*/ 98443 h 106319"/>
              <a:gd name="csX16" fmla="*/ 40764 w 141772"/>
              <a:gd name="csY16" fmla="*/ 106319 h 106319"/>
              <a:gd name="csX17" fmla="*/ 10922 w 141772"/>
              <a:gd name="csY17" fmla="*/ 106319 h 106319"/>
              <a:gd name="csX18" fmla="*/ 0 w 141772"/>
              <a:gd name="csY18" fmla="*/ 95194 h 106319"/>
              <a:gd name="csX19" fmla="*/ 0 w 141772"/>
              <a:gd name="csY19" fmla="*/ 35936 h 106319"/>
              <a:gd name="csX20" fmla="*/ 10922 w 141772"/>
              <a:gd name="csY20" fmla="*/ 24807 h 106319"/>
              <a:gd name="csX21" fmla="*/ 130867 w 141772"/>
              <a:gd name="csY21" fmla="*/ 24807 h 106319"/>
              <a:gd name="csX22" fmla="*/ 141773 w 141772"/>
              <a:gd name="csY22" fmla="*/ 35936 h 106319"/>
              <a:gd name="csX23" fmla="*/ 38110 w 141772"/>
              <a:gd name="csY23" fmla="*/ 46071 h 106319"/>
              <a:gd name="csX24" fmla="*/ 21267 w 141772"/>
              <a:gd name="csY24" fmla="*/ 62905 h 106319"/>
              <a:gd name="csX25" fmla="*/ 38110 w 141772"/>
              <a:gd name="csY25" fmla="*/ 79740 h 106319"/>
              <a:gd name="csX26" fmla="*/ 54936 w 141772"/>
              <a:gd name="csY26" fmla="*/ 62905 h 106319"/>
              <a:gd name="csX27" fmla="*/ 38110 w 141772"/>
              <a:gd name="csY27" fmla="*/ 46071 h 106319"/>
              <a:gd name="csX28" fmla="*/ 103680 w 141772"/>
              <a:gd name="csY28" fmla="*/ 46071 h 106319"/>
              <a:gd name="csX29" fmla="*/ 86837 w 141772"/>
              <a:gd name="csY29" fmla="*/ 62905 h 106319"/>
              <a:gd name="csX30" fmla="*/ 103680 w 141772"/>
              <a:gd name="csY30" fmla="*/ 79740 h 106319"/>
              <a:gd name="csX31" fmla="*/ 120506 w 141772"/>
              <a:gd name="csY31" fmla="*/ 62905 h 106319"/>
              <a:gd name="csX32" fmla="*/ 103680 w 141772"/>
              <a:gd name="csY32" fmla="*/ 46071 h 106319"/>
            </a:gdLst>
            <a:ahLst/>
            <a:cxnLst/>
            <a:rect l="l" t="t" r="r" b="b"/>
            <a:pathLst>
              <a:path w="100000" h="100000">
                <a:moveTo>
                  <a:pt x="90256" y="25002"/>
                </a:moveTo>
                <a:lnTo>
                  <a:pt x="9745" y="25002"/>
                </a:lnTo>
                <a:lnTo>
                  <a:pt x="19621" y="16053"/>
                </a:lnTo>
                <a:cubicBezTo>
                  <a:pt x="22153" y="13754"/>
                  <a:pt x="25429" y="12504"/>
                  <a:pt x="28849" y="12504"/>
                </a:cubicBezTo>
                <a:lnTo>
                  <a:pt x="71152" y="12504"/>
                </a:lnTo>
                <a:cubicBezTo>
                  <a:pt x="74583" y="12504"/>
                  <a:pt x="77860" y="13754"/>
                  <a:pt x="80380" y="16053"/>
                </a:cubicBezTo>
                <a:lnTo>
                  <a:pt x="90256" y="25002"/>
                </a:lnTo>
                <a:close/>
                <a:moveTo>
                  <a:pt x="100001" y="37851"/>
                </a:moveTo>
                <a:lnTo>
                  <a:pt x="100001" y="79649"/>
                </a:lnTo>
                <a:cubicBezTo>
                  <a:pt x="100001" y="83993"/>
                  <a:pt x="96556" y="87496"/>
                  <a:pt x="92308" y="87496"/>
                </a:cubicBezTo>
                <a:lnTo>
                  <a:pt x="71247" y="87496"/>
                </a:lnTo>
                <a:cubicBezTo>
                  <a:pt x="66699" y="87496"/>
                  <a:pt x="62427" y="85469"/>
                  <a:pt x="59499" y="81941"/>
                </a:cubicBezTo>
                <a:lnTo>
                  <a:pt x="55479" y="77123"/>
                </a:lnTo>
                <a:cubicBezTo>
                  <a:pt x="54050" y="75373"/>
                  <a:pt x="52022" y="74524"/>
                  <a:pt x="50006" y="74524"/>
                </a:cubicBezTo>
                <a:cubicBezTo>
                  <a:pt x="47978" y="74524"/>
                  <a:pt x="45950" y="75373"/>
                  <a:pt x="44522" y="77123"/>
                </a:cubicBezTo>
                <a:lnTo>
                  <a:pt x="40502" y="81941"/>
                </a:lnTo>
                <a:cubicBezTo>
                  <a:pt x="37574" y="85469"/>
                  <a:pt x="33301" y="87496"/>
                  <a:pt x="28753" y="87496"/>
                </a:cubicBezTo>
                <a:lnTo>
                  <a:pt x="7704" y="87496"/>
                </a:lnTo>
                <a:cubicBezTo>
                  <a:pt x="3444" y="87496"/>
                  <a:pt x="0" y="83993"/>
                  <a:pt x="0" y="79649"/>
                </a:cubicBezTo>
                <a:lnTo>
                  <a:pt x="0" y="37851"/>
                </a:lnTo>
                <a:cubicBezTo>
                  <a:pt x="0" y="33501"/>
                  <a:pt x="3444" y="30001"/>
                  <a:pt x="7704" y="30001"/>
                </a:cubicBezTo>
                <a:lnTo>
                  <a:pt x="92308" y="30001"/>
                </a:lnTo>
                <a:cubicBezTo>
                  <a:pt x="96556" y="30001"/>
                  <a:pt x="100001" y="33501"/>
                  <a:pt x="100001" y="37851"/>
                </a:cubicBezTo>
                <a:close/>
                <a:moveTo>
                  <a:pt x="26881" y="45000"/>
                </a:moveTo>
                <a:cubicBezTo>
                  <a:pt x="20317" y="45000"/>
                  <a:pt x="15001" y="50318"/>
                  <a:pt x="15001" y="56874"/>
                </a:cubicBezTo>
                <a:cubicBezTo>
                  <a:pt x="15001" y="63432"/>
                  <a:pt x="20317" y="68749"/>
                  <a:pt x="26881" y="68749"/>
                </a:cubicBezTo>
                <a:cubicBezTo>
                  <a:pt x="33433" y="68749"/>
                  <a:pt x="38750" y="63432"/>
                  <a:pt x="38750" y="56874"/>
                </a:cubicBezTo>
                <a:cubicBezTo>
                  <a:pt x="38750" y="50318"/>
                  <a:pt x="33433" y="45000"/>
                  <a:pt x="26881" y="45000"/>
                </a:cubicBezTo>
                <a:close/>
                <a:moveTo>
                  <a:pt x="73132" y="45000"/>
                </a:moveTo>
                <a:cubicBezTo>
                  <a:pt x="66567" y="45000"/>
                  <a:pt x="61251" y="50318"/>
                  <a:pt x="61251" y="56874"/>
                </a:cubicBezTo>
                <a:cubicBezTo>
                  <a:pt x="61251" y="63432"/>
                  <a:pt x="66567" y="68749"/>
                  <a:pt x="73132" y="68749"/>
                </a:cubicBezTo>
                <a:cubicBezTo>
                  <a:pt x="79684" y="68749"/>
                  <a:pt x="85000" y="63432"/>
                  <a:pt x="85000" y="56874"/>
                </a:cubicBezTo>
                <a:cubicBezTo>
                  <a:pt x="85000" y="50318"/>
                  <a:pt x="79684" y="45000"/>
                  <a:pt x="73132" y="450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8" name="Белый — SVG 38">
            <a:extLst>
              <a:ext uri="{FF2B5EF4-FFF2-40B4-BE49-F238E27FC236}">
                <a16:creationId xmlns:a16="http://schemas.microsoft.com/office/drawing/2014/main" id="{C39267CE-FA9D-694F-B53E-4098D1357904}"/>
              </a:ext>
            </a:extLst>
          </p:cNvPr>
          <p:cNvSpPr>
            <a:spLocks noGrp="1"/>
          </p:cNvSpPr>
          <p:nvPr/>
        </p:nvSpPr>
        <p:spPr>
          <a:xfrm>
            <a:off x="1020000" y="5270000"/>
            <a:ext cx="220000" cy="220000"/>
          </a:xfrm>
          <a:custGeom>
            <a:avLst/>
            <a:gdLst>
              <a:gd name="csX0" fmla="*/ 19497 w 141772"/>
              <a:gd name="csY0" fmla="*/ 0 h 113413"/>
              <a:gd name="csX1" fmla="*/ 0 w 141772"/>
              <a:gd name="csY1" fmla="*/ 19491 h 113413"/>
              <a:gd name="csX2" fmla="*/ 0 w 141772"/>
              <a:gd name="csY2" fmla="*/ 93918 h 113413"/>
              <a:gd name="csX3" fmla="*/ 19497 w 141772"/>
              <a:gd name="csY3" fmla="*/ 113413 h 113413"/>
              <a:gd name="csX4" fmla="*/ 122276 w 141772"/>
              <a:gd name="csY4" fmla="*/ 113413 h 113413"/>
              <a:gd name="csX5" fmla="*/ 141773 w 141772"/>
              <a:gd name="csY5" fmla="*/ 93918 h 113413"/>
              <a:gd name="csX6" fmla="*/ 141773 w 141772"/>
              <a:gd name="csY6" fmla="*/ 19491 h 113413"/>
              <a:gd name="csX7" fmla="*/ 122276 w 141772"/>
              <a:gd name="csY7" fmla="*/ 0 h 113413"/>
              <a:gd name="csX8" fmla="*/ 19497 w 141772"/>
              <a:gd name="csY8" fmla="*/ 0 h 113413"/>
              <a:gd name="csX9" fmla="*/ 22270 w 141772"/>
              <a:gd name="csY9" fmla="*/ 35439 h 113413"/>
              <a:gd name="csX10" fmla="*/ 26269 w 141772"/>
              <a:gd name="csY10" fmla="*/ 38243 h 113413"/>
              <a:gd name="csX11" fmla="*/ 35439 w 141772"/>
              <a:gd name="csY11" fmla="*/ 61473 h 113413"/>
              <a:gd name="csX12" fmla="*/ 44610 w 141772"/>
              <a:gd name="csY12" fmla="*/ 38243 h 113413"/>
              <a:gd name="csX13" fmla="*/ 48743 w 141772"/>
              <a:gd name="csY13" fmla="*/ 35439 h 113413"/>
              <a:gd name="csX14" fmla="*/ 50360 w 141772"/>
              <a:gd name="csY14" fmla="*/ 35751 h 113413"/>
              <a:gd name="csX15" fmla="*/ 52860 w 141772"/>
              <a:gd name="csY15" fmla="*/ 41497 h 113413"/>
              <a:gd name="csX16" fmla="*/ 39556 w 141772"/>
              <a:gd name="csY16" fmla="*/ 75164 h 113413"/>
              <a:gd name="csX17" fmla="*/ 35439 w 141772"/>
              <a:gd name="csY17" fmla="*/ 77967 h 113413"/>
              <a:gd name="csX18" fmla="*/ 31322 w 141772"/>
              <a:gd name="csY18" fmla="*/ 75164 h 113413"/>
              <a:gd name="csX19" fmla="*/ 18034 w 141772"/>
              <a:gd name="csY19" fmla="*/ 41497 h 113413"/>
              <a:gd name="csX20" fmla="*/ 20518 w 141772"/>
              <a:gd name="csY20" fmla="*/ 35751 h 113413"/>
              <a:gd name="csX21" fmla="*/ 22270 w 141772"/>
              <a:gd name="csY21" fmla="*/ 35439 h 113413"/>
              <a:gd name="csX22" fmla="*/ 61146 w 141772"/>
              <a:gd name="csY22" fmla="*/ 35439 h 113413"/>
              <a:gd name="csX23" fmla="*/ 72664 w 141772"/>
              <a:gd name="csY23" fmla="*/ 35439 h 113413"/>
              <a:gd name="csX24" fmla="*/ 88606 w 141772"/>
              <a:gd name="csY24" fmla="*/ 51387 h 113413"/>
              <a:gd name="csX25" fmla="*/ 72664 w 141772"/>
              <a:gd name="csY25" fmla="*/ 67335 h 113413"/>
              <a:gd name="csX26" fmla="*/ 65570 w 141772"/>
              <a:gd name="csY26" fmla="*/ 67335 h 113413"/>
              <a:gd name="csX27" fmla="*/ 65570 w 141772"/>
              <a:gd name="csY27" fmla="*/ 73537 h 113413"/>
              <a:gd name="csX28" fmla="*/ 61146 w 141772"/>
              <a:gd name="csY28" fmla="*/ 77967 h 113413"/>
              <a:gd name="csX29" fmla="*/ 56706 w 141772"/>
              <a:gd name="csY29" fmla="*/ 73537 h 113413"/>
              <a:gd name="csX30" fmla="*/ 56706 w 141772"/>
              <a:gd name="csY30" fmla="*/ 39869 h 113413"/>
              <a:gd name="csX31" fmla="*/ 61146 w 141772"/>
              <a:gd name="csY31" fmla="*/ 35439 h 113413"/>
              <a:gd name="csX32" fmla="*/ 96687 w 141772"/>
              <a:gd name="csY32" fmla="*/ 35439 h 113413"/>
              <a:gd name="csX33" fmla="*/ 100243 w 141772"/>
              <a:gd name="csY33" fmla="*/ 37372 h 113413"/>
              <a:gd name="csX34" fmla="*/ 115181 w 141772"/>
              <a:gd name="csY34" fmla="*/ 59223 h 113413"/>
              <a:gd name="csX35" fmla="*/ 115181 w 141772"/>
              <a:gd name="csY35" fmla="*/ 39869 h 113413"/>
              <a:gd name="csX36" fmla="*/ 119621 w 141772"/>
              <a:gd name="csY36" fmla="*/ 35439 h 113413"/>
              <a:gd name="csX37" fmla="*/ 124062 w 141772"/>
              <a:gd name="csY37" fmla="*/ 39869 h 113413"/>
              <a:gd name="csX38" fmla="*/ 124062 w 141772"/>
              <a:gd name="csY38" fmla="*/ 73537 h 113413"/>
              <a:gd name="csX39" fmla="*/ 120931 w 141772"/>
              <a:gd name="csY39" fmla="*/ 77766 h 113413"/>
              <a:gd name="csX40" fmla="*/ 119621 w 141772"/>
              <a:gd name="csY40" fmla="*/ 77967 h 113413"/>
              <a:gd name="csX41" fmla="*/ 115964 w 141772"/>
              <a:gd name="csY41" fmla="*/ 76036 h 113413"/>
              <a:gd name="csX42" fmla="*/ 101009 w 141772"/>
              <a:gd name="csY42" fmla="*/ 54191 h 113413"/>
              <a:gd name="csX43" fmla="*/ 101009 w 141772"/>
              <a:gd name="csY43" fmla="*/ 73537 h 113413"/>
              <a:gd name="csX44" fmla="*/ 96585 w 141772"/>
              <a:gd name="csY44" fmla="*/ 77967 h 113413"/>
              <a:gd name="csX45" fmla="*/ 92162 w 141772"/>
              <a:gd name="csY45" fmla="*/ 73537 h 113413"/>
              <a:gd name="csX46" fmla="*/ 92162 w 141772"/>
              <a:gd name="csY46" fmla="*/ 39869 h 113413"/>
              <a:gd name="csX47" fmla="*/ 95275 w 141772"/>
              <a:gd name="csY47" fmla="*/ 35640 h 113413"/>
              <a:gd name="csX48" fmla="*/ 96687 w 141772"/>
              <a:gd name="csY48" fmla="*/ 35439 h 113413"/>
              <a:gd name="csX49" fmla="*/ 65570 w 141772"/>
              <a:gd name="csY49" fmla="*/ 44300 h 113413"/>
              <a:gd name="csX50" fmla="*/ 65570 w 141772"/>
              <a:gd name="csY50" fmla="*/ 58476 h 113413"/>
              <a:gd name="csX51" fmla="*/ 72664 w 141772"/>
              <a:gd name="csY51" fmla="*/ 58476 h 113413"/>
              <a:gd name="csX52" fmla="*/ 79742 w 141772"/>
              <a:gd name="csY52" fmla="*/ 51387 h 113413"/>
              <a:gd name="csX53" fmla="*/ 72664 w 141772"/>
              <a:gd name="csY53" fmla="*/ 44300 h 113413"/>
              <a:gd name="csX54" fmla="*/ 65570 w 141772"/>
              <a:gd name="csY54" fmla="*/ 44300 h 113413"/>
            </a:gdLst>
            <a:ahLst/>
            <a:cxnLst/>
            <a:rect l="l" t="t" r="r" b="b"/>
            <a:pathLst>
              <a:path w="100000" h="100000">
                <a:moveTo>
                  <a:pt x="13752" y="10002"/>
                </a:moveTo>
                <a:cubicBezTo>
                  <a:pt x="6168" y="10002"/>
                  <a:pt x="0" y="16171"/>
                  <a:pt x="0" y="23750"/>
                </a:cubicBezTo>
                <a:lnTo>
                  <a:pt x="0" y="76247"/>
                </a:lnTo>
                <a:cubicBezTo>
                  <a:pt x="0" y="83819"/>
                  <a:pt x="6168" y="89998"/>
                  <a:pt x="13752" y="89998"/>
                </a:cubicBezTo>
                <a:lnTo>
                  <a:pt x="86248" y="89998"/>
                </a:lnTo>
                <a:cubicBezTo>
                  <a:pt x="93832" y="89998"/>
                  <a:pt x="100001" y="83819"/>
                  <a:pt x="100001" y="76247"/>
                </a:cubicBezTo>
                <a:lnTo>
                  <a:pt x="100001" y="23750"/>
                </a:lnTo>
                <a:cubicBezTo>
                  <a:pt x="100001" y="16171"/>
                  <a:pt x="93832" y="10002"/>
                  <a:pt x="86248" y="10002"/>
                </a:cubicBezTo>
                <a:lnTo>
                  <a:pt x="13752" y="10002"/>
                </a:lnTo>
                <a:close/>
                <a:moveTo>
                  <a:pt x="15708" y="34999"/>
                </a:moveTo>
                <a:cubicBezTo>
                  <a:pt x="16921" y="35029"/>
                  <a:pt x="18061" y="35773"/>
                  <a:pt x="18529" y="36977"/>
                </a:cubicBezTo>
                <a:lnTo>
                  <a:pt x="24997" y="53362"/>
                </a:lnTo>
                <a:lnTo>
                  <a:pt x="31466" y="36977"/>
                </a:lnTo>
                <a:cubicBezTo>
                  <a:pt x="31958" y="35749"/>
                  <a:pt x="33133" y="34999"/>
                  <a:pt x="34381" y="34999"/>
                </a:cubicBezTo>
                <a:cubicBezTo>
                  <a:pt x="34766" y="34999"/>
                  <a:pt x="35149" y="35069"/>
                  <a:pt x="35522" y="35219"/>
                </a:cubicBezTo>
                <a:cubicBezTo>
                  <a:pt x="37129" y="35852"/>
                  <a:pt x="37909" y="37666"/>
                  <a:pt x="37285" y="39272"/>
                </a:cubicBezTo>
                <a:lnTo>
                  <a:pt x="27901" y="63019"/>
                </a:lnTo>
                <a:cubicBezTo>
                  <a:pt x="27433" y="64214"/>
                  <a:pt x="26281" y="64996"/>
                  <a:pt x="24997" y="64996"/>
                </a:cubicBezTo>
                <a:cubicBezTo>
                  <a:pt x="23713" y="64996"/>
                  <a:pt x="22573" y="64214"/>
                  <a:pt x="22093" y="63019"/>
                </a:cubicBezTo>
                <a:lnTo>
                  <a:pt x="12720" y="39272"/>
                </a:lnTo>
                <a:cubicBezTo>
                  <a:pt x="12084" y="37666"/>
                  <a:pt x="12876" y="35854"/>
                  <a:pt x="14473" y="35219"/>
                </a:cubicBezTo>
                <a:cubicBezTo>
                  <a:pt x="14880" y="35060"/>
                  <a:pt x="15301" y="34990"/>
                  <a:pt x="15708" y="34999"/>
                </a:cubicBezTo>
                <a:close/>
                <a:moveTo>
                  <a:pt x="43130" y="34999"/>
                </a:moveTo>
                <a:lnTo>
                  <a:pt x="51254" y="34999"/>
                </a:lnTo>
                <a:cubicBezTo>
                  <a:pt x="57458" y="34999"/>
                  <a:pt x="62499" y="40047"/>
                  <a:pt x="62499" y="46248"/>
                </a:cubicBezTo>
                <a:cubicBezTo>
                  <a:pt x="62499" y="52450"/>
                  <a:pt x="57458" y="57497"/>
                  <a:pt x="51254" y="57497"/>
                </a:cubicBezTo>
                <a:lnTo>
                  <a:pt x="46250" y="57497"/>
                </a:lnTo>
                <a:lnTo>
                  <a:pt x="46250" y="61872"/>
                </a:lnTo>
                <a:cubicBezTo>
                  <a:pt x="46250" y="63597"/>
                  <a:pt x="44846" y="64996"/>
                  <a:pt x="43130" y="64996"/>
                </a:cubicBezTo>
                <a:cubicBezTo>
                  <a:pt x="41402" y="64996"/>
                  <a:pt x="39998" y="63597"/>
                  <a:pt x="39998" y="61872"/>
                </a:cubicBezTo>
                <a:lnTo>
                  <a:pt x="39998" y="38124"/>
                </a:lnTo>
                <a:cubicBezTo>
                  <a:pt x="39998" y="36399"/>
                  <a:pt x="41402" y="34999"/>
                  <a:pt x="43130" y="34999"/>
                </a:cubicBezTo>
                <a:close/>
                <a:moveTo>
                  <a:pt x="68199" y="34999"/>
                </a:moveTo>
                <a:cubicBezTo>
                  <a:pt x="69183" y="35021"/>
                  <a:pt x="70131" y="35514"/>
                  <a:pt x="70707" y="36362"/>
                </a:cubicBezTo>
                <a:lnTo>
                  <a:pt x="81244" y="51775"/>
                </a:lnTo>
                <a:lnTo>
                  <a:pt x="81244" y="38124"/>
                </a:lnTo>
                <a:cubicBezTo>
                  <a:pt x="81244" y="36399"/>
                  <a:pt x="82648" y="34999"/>
                  <a:pt x="84376" y="34999"/>
                </a:cubicBezTo>
                <a:cubicBezTo>
                  <a:pt x="86104" y="34999"/>
                  <a:pt x="87508" y="36399"/>
                  <a:pt x="87508" y="38124"/>
                </a:cubicBezTo>
                <a:lnTo>
                  <a:pt x="87508" y="61872"/>
                </a:lnTo>
                <a:cubicBezTo>
                  <a:pt x="87508" y="63242"/>
                  <a:pt x="86608" y="64450"/>
                  <a:pt x="85300" y="64854"/>
                </a:cubicBezTo>
                <a:cubicBezTo>
                  <a:pt x="85000" y="64950"/>
                  <a:pt x="84687" y="64996"/>
                  <a:pt x="84376" y="64996"/>
                </a:cubicBezTo>
                <a:cubicBezTo>
                  <a:pt x="83368" y="64996"/>
                  <a:pt x="82396" y="64502"/>
                  <a:pt x="81796" y="63634"/>
                </a:cubicBezTo>
                <a:lnTo>
                  <a:pt x="71247" y="48226"/>
                </a:lnTo>
                <a:lnTo>
                  <a:pt x="71247" y="61872"/>
                </a:lnTo>
                <a:cubicBezTo>
                  <a:pt x="71247" y="63597"/>
                  <a:pt x="69855" y="64996"/>
                  <a:pt x="68127" y="64996"/>
                </a:cubicBezTo>
                <a:cubicBezTo>
                  <a:pt x="66399" y="64996"/>
                  <a:pt x="65007" y="63597"/>
                  <a:pt x="65007" y="61872"/>
                </a:cubicBezTo>
                <a:lnTo>
                  <a:pt x="65007" y="38124"/>
                </a:lnTo>
                <a:cubicBezTo>
                  <a:pt x="65007" y="36754"/>
                  <a:pt x="65895" y="35546"/>
                  <a:pt x="67203" y="35141"/>
                </a:cubicBezTo>
                <a:cubicBezTo>
                  <a:pt x="67527" y="35038"/>
                  <a:pt x="67862" y="34993"/>
                  <a:pt x="68199" y="34999"/>
                </a:cubicBezTo>
                <a:close/>
                <a:moveTo>
                  <a:pt x="46250" y="41249"/>
                </a:moveTo>
                <a:lnTo>
                  <a:pt x="46250" y="51248"/>
                </a:lnTo>
                <a:lnTo>
                  <a:pt x="51254" y="51248"/>
                </a:lnTo>
                <a:cubicBezTo>
                  <a:pt x="54014" y="51248"/>
                  <a:pt x="56247" y="49005"/>
                  <a:pt x="56247" y="46248"/>
                </a:cubicBezTo>
                <a:cubicBezTo>
                  <a:pt x="56247" y="43491"/>
                  <a:pt x="54014" y="41249"/>
                  <a:pt x="51254" y="41249"/>
                </a:cubicBezTo>
                <a:lnTo>
                  <a:pt x="46250" y="4124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9" name="Белый — SVG 39">
            <a:extLst>
              <a:ext uri="{FF2B5EF4-FFF2-40B4-BE49-F238E27FC236}">
                <a16:creationId xmlns:a16="http://schemas.microsoft.com/office/drawing/2014/main" id="{40A4E591-CC2E-5544-9AB8-0A0E6CF7E113}"/>
              </a:ext>
            </a:extLst>
          </p:cNvPr>
          <p:cNvSpPr>
            <a:spLocks noGrp="1"/>
          </p:cNvSpPr>
          <p:nvPr/>
        </p:nvSpPr>
        <p:spPr>
          <a:xfrm>
            <a:off x="1620000" y="5270000"/>
            <a:ext cx="220000" cy="220000"/>
          </a:xfrm>
          <a:custGeom>
            <a:avLst/>
            <a:gdLst>
              <a:gd name="csX0" fmla="*/ 15942 w 141772"/>
              <a:gd name="csY0" fmla="*/ 0 h 127583"/>
              <a:gd name="csX1" fmla="*/ 0 w 141772"/>
              <a:gd name="csY1" fmla="*/ 15948 h 127583"/>
              <a:gd name="csX2" fmla="*/ 0 w 141772"/>
              <a:gd name="csY2" fmla="*/ 90371 h 127583"/>
              <a:gd name="csX3" fmla="*/ 15942 w 141772"/>
              <a:gd name="csY3" fmla="*/ 106319 h 127583"/>
              <a:gd name="csX4" fmla="*/ 83025 w 141772"/>
              <a:gd name="csY4" fmla="*/ 106319 h 127583"/>
              <a:gd name="csX5" fmla="*/ 63307 w 141772"/>
              <a:gd name="csY5" fmla="*/ 86336 h 127583"/>
              <a:gd name="csX6" fmla="*/ 62099 w 141772"/>
              <a:gd name="csY6" fmla="*/ 84979 h 127583"/>
              <a:gd name="csX7" fmla="*/ 44303 w 141772"/>
              <a:gd name="csY7" fmla="*/ 85056 h 127583"/>
              <a:gd name="csX8" fmla="*/ 38995 w 141772"/>
              <a:gd name="csY8" fmla="*/ 79740 h 127583"/>
              <a:gd name="csX9" fmla="*/ 38995 w 141772"/>
              <a:gd name="csY9" fmla="*/ 26580 h 127583"/>
              <a:gd name="csX10" fmla="*/ 44303 w 141772"/>
              <a:gd name="csY10" fmla="*/ 21264 h 127583"/>
              <a:gd name="csX11" fmla="*/ 115198 w 141772"/>
              <a:gd name="csY11" fmla="*/ 21264 h 127583"/>
              <a:gd name="csX12" fmla="*/ 120506 w 141772"/>
              <a:gd name="csY12" fmla="*/ 26580 h 127583"/>
              <a:gd name="csX13" fmla="*/ 120642 w 141772"/>
              <a:gd name="csY13" fmla="*/ 76063 h 127583"/>
              <a:gd name="csX14" fmla="*/ 138047 w 141772"/>
              <a:gd name="csY14" fmla="*/ 93459 h 127583"/>
              <a:gd name="csX15" fmla="*/ 140582 w 141772"/>
              <a:gd name="csY15" fmla="*/ 96385 h 127583"/>
              <a:gd name="csX16" fmla="*/ 141773 w 141772"/>
              <a:gd name="csY16" fmla="*/ 90371 h 127583"/>
              <a:gd name="csX17" fmla="*/ 141773 w 141772"/>
              <a:gd name="csY17" fmla="*/ 15948 h 127583"/>
              <a:gd name="csX18" fmla="*/ 125831 w 141772"/>
              <a:gd name="csY18" fmla="*/ 0 h 127583"/>
              <a:gd name="csX19" fmla="*/ 15942 w 141772"/>
              <a:gd name="csY19" fmla="*/ 0 h 127583"/>
              <a:gd name="csX20" fmla="*/ 19497 w 141772"/>
              <a:gd name="csY20" fmla="*/ 21264 h 127583"/>
              <a:gd name="csX21" fmla="*/ 24806 w 141772"/>
              <a:gd name="csY21" fmla="*/ 26580 h 127583"/>
              <a:gd name="csX22" fmla="*/ 24806 w 141772"/>
              <a:gd name="csY22" fmla="*/ 37212 h 127583"/>
              <a:gd name="csX23" fmla="*/ 19497 w 141772"/>
              <a:gd name="csY23" fmla="*/ 42528 h 127583"/>
              <a:gd name="csX24" fmla="*/ 14172 w 141772"/>
              <a:gd name="csY24" fmla="*/ 37212 h 127583"/>
              <a:gd name="csX25" fmla="*/ 14172 w 141772"/>
              <a:gd name="csY25" fmla="*/ 26580 h 127583"/>
              <a:gd name="csX26" fmla="*/ 19497 w 141772"/>
              <a:gd name="csY26" fmla="*/ 21264 h 127583"/>
              <a:gd name="csX27" fmla="*/ 19497 w 141772"/>
              <a:gd name="csY27" fmla="*/ 47844 h 127583"/>
              <a:gd name="csX28" fmla="*/ 24806 w 141772"/>
              <a:gd name="csY28" fmla="*/ 53160 h 127583"/>
              <a:gd name="csX29" fmla="*/ 19497 w 141772"/>
              <a:gd name="csY29" fmla="*/ 58476 h 127583"/>
              <a:gd name="csX30" fmla="*/ 14172 w 141772"/>
              <a:gd name="csY30" fmla="*/ 53160 h 127583"/>
              <a:gd name="csX31" fmla="*/ 19497 w 141772"/>
              <a:gd name="csY31" fmla="*/ 47844 h 127583"/>
              <a:gd name="csX32" fmla="*/ 72630 w 141772"/>
              <a:gd name="csY32" fmla="*/ 53167 h 127583"/>
              <a:gd name="csX33" fmla="*/ 66489 w 141772"/>
              <a:gd name="csY33" fmla="*/ 55839 h 127583"/>
              <a:gd name="csX34" fmla="*/ 63817 w 141772"/>
              <a:gd name="csY34" fmla="*/ 61951 h 127583"/>
              <a:gd name="csX35" fmla="*/ 64396 w 141772"/>
              <a:gd name="csY35" fmla="*/ 65557 h 127583"/>
              <a:gd name="csX36" fmla="*/ 64413 w 141772"/>
              <a:gd name="csY36" fmla="*/ 65542 h 127583"/>
              <a:gd name="csX37" fmla="*/ 68309 w 141772"/>
              <a:gd name="csY37" fmla="*/ 79297 h 127583"/>
              <a:gd name="csX38" fmla="*/ 71609 w 141772"/>
              <a:gd name="csY38" fmla="*/ 84889 h 127583"/>
              <a:gd name="csX39" fmla="*/ 71711 w 141772"/>
              <a:gd name="csY39" fmla="*/ 84993 h 127583"/>
              <a:gd name="csX40" fmla="*/ 95871 w 141772"/>
              <a:gd name="csY40" fmla="*/ 61299 h 127583"/>
              <a:gd name="csX41" fmla="*/ 95548 w 141772"/>
              <a:gd name="csY41" fmla="*/ 60975 h 127583"/>
              <a:gd name="csX42" fmla="*/ 89933 w 141772"/>
              <a:gd name="csY42" fmla="*/ 57666 h 127583"/>
              <a:gd name="csX43" fmla="*/ 75982 w 141772"/>
              <a:gd name="csY43" fmla="*/ 53665 h 127583"/>
              <a:gd name="csX44" fmla="*/ 72630 w 141772"/>
              <a:gd name="csY44" fmla="*/ 53167 h 127583"/>
              <a:gd name="csX45" fmla="*/ 19497 w 141772"/>
              <a:gd name="csY45" fmla="*/ 63792 h 127583"/>
              <a:gd name="csX46" fmla="*/ 24806 w 141772"/>
              <a:gd name="csY46" fmla="*/ 69108 h 127583"/>
              <a:gd name="csX47" fmla="*/ 24806 w 141772"/>
              <a:gd name="csY47" fmla="*/ 79740 h 127583"/>
              <a:gd name="csX48" fmla="*/ 19497 w 141772"/>
              <a:gd name="csY48" fmla="*/ 85056 h 127583"/>
              <a:gd name="csX49" fmla="*/ 14172 w 141772"/>
              <a:gd name="csY49" fmla="*/ 79740 h 127583"/>
              <a:gd name="csX50" fmla="*/ 14172 w 141772"/>
              <a:gd name="csY50" fmla="*/ 69108 h 127583"/>
              <a:gd name="csX51" fmla="*/ 19497 w 141772"/>
              <a:gd name="csY51" fmla="*/ 63792 h 127583"/>
              <a:gd name="csX52" fmla="*/ 103391 w 141772"/>
              <a:gd name="csY52" fmla="*/ 68817 h 127583"/>
              <a:gd name="csX53" fmla="*/ 79231 w 141772"/>
              <a:gd name="csY53" fmla="*/ 92510 h 127583"/>
              <a:gd name="csX54" fmla="*/ 109124 w 141772"/>
              <a:gd name="csY54" fmla="*/ 122378 h 127583"/>
              <a:gd name="csX55" fmla="*/ 118227 w 141772"/>
              <a:gd name="csY55" fmla="*/ 127294 h 127583"/>
              <a:gd name="csX56" fmla="*/ 121339 w 141772"/>
              <a:gd name="csY56" fmla="*/ 127583 h 127583"/>
              <a:gd name="csX57" fmla="*/ 133283 w 141772"/>
              <a:gd name="csY57" fmla="*/ 122616 h 127583"/>
              <a:gd name="csX58" fmla="*/ 138234 w 141772"/>
              <a:gd name="csY58" fmla="*/ 110657 h 127583"/>
              <a:gd name="csX59" fmla="*/ 137961 w 141772"/>
              <a:gd name="csY59" fmla="*/ 107578 h 127583"/>
              <a:gd name="csX60" fmla="*/ 133045 w 141772"/>
              <a:gd name="csY60" fmla="*/ 98477 h 127583"/>
              <a:gd name="csX61" fmla="*/ 103391 w 141772"/>
              <a:gd name="csY61" fmla="*/ 68817 h 127583"/>
              <a:gd name="csX62" fmla="*/ 62984 w 141772"/>
              <a:gd name="csY62" fmla="*/ 84945 h 127583"/>
              <a:gd name="csX63" fmla="*/ 62950 w 141772"/>
              <a:gd name="csY63" fmla="*/ 85056 h 127583"/>
              <a:gd name="csX64" fmla="*/ 63068 w 141772"/>
              <a:gd name="csY64" fmla="*/ 85056 h 127583"/>
              <a:gd name="csX65" fmla="*/ 62984 w 141772"/>
              <a:gd name="csY65" fmla="*/ 84945 h 127583"/>
            </a:gdLst>
            <a:ahLst/>
            <a:cxnLst/>
            <a:rect l="l" t="t" r="r" b="b"/>
            <a:pathLst>
              <a:path w="100000" h="100000">
                <a:moveTo>
                  <a:pt x="11245" y="5004"/>
                </a:moveTo>
                <a:cubicBezTo>
                  <a:pt x="5052" y="5004"/>
                  <a:pt x="0" y="10051"/>
                  <a:pt x="0" y="16253"/>
                </a:cubicBezTo>
                <a:lnTo>
                  <a:pt x="0" y="68748"/>
                </a:lnTo>
                <a:cubicBezTo>
                  <a:pt x="0" y="74946"/>
                  <a:pt x="5052" y="79997"/>
                  <a:pt x="11245" y="79997"/>
                </a:cubicBezTo>
                <a:lnTo>
                  <a:pt x="58562" y="79997"/>
                </a:lnTo>
                <a:lnTo>
                  <a:pt x="44654" y="65902"/>
                </a:lnTo>
                <a:cubicBezTo>
                  <a:pt x="44354" y="65600"/>
                  <a:pt x="44078" y="65270"/>
                  <a:pt x="43802" y="64945"/>
                </a:cubicBezTo>
                <a:lnTo>
                  <a:pt x="31249" y="64999"/>
                </a:lnTo>
                <a:cubicBezTo>
                  <a:pt x="29185" y="64999"/>
                  <a:pt x="27505" y="63321"/>
                  <a:pt x="27505" y="61249"/>
                </a:cubicBezTo>
                <a:lnTo>
                  <a:pt x="27505" y="23753"/>
                </a:lnTo>
                <a:cubicBezTo>
                  <a:pt x="27505" y="21680"/>
                  <a:pt x="29185" y="20003"/>
                  <a:pt x="31249" y="20003"/>
                </a:cubicBezTo>
                <a:lnTo>
                  <a:pt x="81256" y="20003"/>
                </a:lnTo>
                <a:cubicBezTo>
                  <a:pt x="83320" y="20003"/>
                  <a:pt x="85000" y="21680"/>
                  <a:pt x="85000" y="23753"/>
                </a:cubicBezTo>
                <a:lnTo>
                  <a:pt x="85096" y="58656"/>
                </a:lnTo>
                <a:lnTo>
                  <a:pt x="97373" y="70926"/>
                </a:lnTo>
                <a:cubicBezTo>
                  <a:pt x="98032" y="71574"/>
                  <a:pt x="98620" y="72270"/>
                  <a:pt x="99161" y="72990"/>
                </a:cubicBezTo>
                <a:cubicBezTo>
                  <a:pt x="99701" y="71682"/>
                  <a:pt x="100001" y="70250"/>
                  <a:pt x="100001" y="68748"/>
                </a:cubicBezTo>
                <a:lnTo>
                  <a:pt x="100001" y="16253"/>
                </a:lnTo>
                <a:cubicBezTo>
                  <a:pt x="100001" y="10051"/>
                  <a:pt x="94960" y="5004"/>
                  <a:pt x="88756" y="5004"/>
                </a:cubicBezTo>
                <a:lnTo>
                  <a:pt x="11245" y="5004"/>
                </a:lnTo>
                <a:close/>
                <a:moveTo>
                  <a:pt x="13752" y="20003"/>
                </a:moveTo>
                <a:cubicBezTo>
                  <a:pt x="15817" y="20003"/>
                  <a:pt x="17497" y="21680"/>
                  <a:pt x="17497" y="23753"/>
                </a:cubicBezTo>
                <a:lnTo>
                  <a:pt x="17497" y="31252"/>
                </a:lnTo>
                <a:cubicBezTo>
                  <a:pt x="17497" y="33324"/>
                  <a:pt x="15817" y="35002"/>
                  <a:pt x="13752" y="35002"/>
                </a:cubicBezTo>
                <a:cubicBezTo>
                  <a:pt x="11676" y="35002"/>
                  <a:pt x="9996" y="33324"/>
                  <a:pt x="9996" y="31252"/>
                </a:cubicBezTo>
                <a:lnTo>
                  <a:pt x="9996" y="23753"/>
                </a:lnTo>
                <a:cubicBezTo>
                  <a:pt x="9996" y="21680"/>
                  <a:pt x="11676" y="20003"/>
                  <a:pt x="13752" y="20003"/>
                </a:cubicBezTo>
                <a:close/>
                <a:moveTo>
                  <a:pt x="13752" y="38751"/>
                </a:moveTo>
                <a:cubicBezTo>
                  <a:pt x="15817" y="38751"/>
                  <a:pt x="17497" y="40431"/>
                  <a:pt x="17497" y="42501"/>
                </a:cubicBezTo>
                <a:cubicBezTo>
                  <a:pt x="17497" y="44571"/>
                  <a:pt x="15817" y="46251"/>
                  <a:pt x="13752" y="46251"/>
                </a:cubicBezTo>
                <a:cubicBezTo>
                  <a:pt x="11676" y="46251"/>
                  <a:pt x="9996" y="44571"/>
                  <a:pt x="9996" y="42501"/>
                </a:cubicBezTo>
                <a:cubicBezTo>
                  <a:pt x="9996" y="40431"/>
                  <a:pt x="11676" y="38751"/>
                  <a:pt x="13752" y="38751"/>
                </a:cubicBezTo>
                <a:close/>
                <a:moveTo>
                  <a:pt x="51230" y="42506"/>
                </a:moveTo>
                <a:cubicBezTo>
                  <a:pt x="49599" y="42563"/>
                  <a:pt x="48050" y="43232"/>
                  <a:pt x="46899" y="44391"/>
                </a:cubicBezTo>
                <a:cubicBezTo>
                  <a:pt x="45746" y="45545"/>
                  <a:pt x="45074" y="47079"/>
                  <a:pt x="45014" y="48702"/>
                </a:cubicBezTo>
                <a:cubicBezTo>
                  <a:pt x="44978" y="49569"/>
                  <a:pt x="45122" y="50425"/>
                  <a:pt x="45422" y="51245"/>
                </a:cubicBezTo>
                <a:lnTo>
                  <a:pt x="45434" y="51235"/>
                </a:lnTo>
                <a:cubicBezTo>
                  <a:pt x="45758" y="52455"/>
                  <a:pt x="46490" y="55034"/>
                  <a:pt x="48182" y="60937"/>
                </a:cubicBezTo>
                <a:cubicBezTo>
                  <a:pt x="48614" y="62426"/>
                  <a:pt x="49419" y="63792"/>
                  <a:pt x="50510" y="64881"/>
                </a:cubicBezTo>
                <a:lnTo>
                  <a:pt x="50582" y="64955"/>
                </a:lnTo>
                <a:lnTo>
                  <a:pt x="67623" y="48242"/>
                </a:lnTo>
                <a:lnTo>
                  <a:pt x="67396" y="48013"/>
                </a:lnTo>
                <a:cubicBezTo>
                  <a:pt x="66291" y="46915"/>
                  <a:pt x="64935" y="46109"/>
                  <a:pt x="63435" y="45679"/>
                </a:cubicBezTo>
                <a:lnTo>
                  <a:pt x="53595" y="42857"/>
                </a:lnTo>
                <a:cubicBezTo>
                  <a:pt x="52838" y="42597"/>
                  <a:pt x="52034" y="42481"/>
                  <a:pt x="51230" y="42506"/>
                </a:cubicBezTo>
                <a:close/>
                <a:moveTo>
                  <a:pt x="13752" y="50000"/>
                </a:moveTo>
                <a:cubicBezTo>
                  <a:pt x="15817" y="50000"/>
                  <a:pt x="17497" y="51678"/>
                  <a:pt x="17497" y="53750"/>
                </a:cubicBezTo>
                <a:lnTo>
                  <a:pt x="17497" y="61249"/>
                </a:lnTo>
                <a:cubicBezTo>
                  <a:pt x="17497" y="63321"/>
                  <a:pt x="15817" y="64999"/>
                  <a:pt x="13752" y="64999"/>
                </a:cubicBezTo>
                <a:cubicBezTo>
                  <a:pt x="11676" y="64999"/>
                  <a:pt x="9996" y="63321"/>
                  <a:pt x="9996" y="61249"/>
                </a:cubicBezTo>
                <a:lnTo>
                  <a:pt x="9996" y="53750"/>
                </a:lnTo>
                <a:cubicBezTo>
                  <a:pt x="9996" y="51678"/>
                  <a:pt x="11676" y="50000"/>
                  <a:pt x="13752" y="50000"/>
                </a:cubicBezTo>
                <a:close/>
                <a:moveTo>
                  <a:pt x="72928" y="53545"/>
                </a:moveTo>
                <a:lnTo>
                  <a:pt x="55886" y="70257"/>
                </a:lnTo>
                <a:lnTo>
                  <a:pt x="76971" y="91324"/>
                </a:lnTo>
                <a:cubicBezTo>
                  <a:pt x="78808" y="93172"/>
                  <a:pt x="81028" y="94372"/>
                  <a:pt x="83392" y="94792"/>
                </a:cubicBezTo>
                <a:cubicBezTo>
                  <a:pt x="84112" y="94924"/>
                  <a:pt x="84748" y="94936"/>
                  <a:pt x="85587" y="94996"/>
                </a:cubicBezTo>
                <a:cubicBezTo>
                  <a:pt x="88769" y="94996"/>
                  <a:pt x="91756" y="93748"/>
                  <a:pt x="94012" y="91492"/>
                </a:cubicBezTo>
                <a:cubicBezTo>
                  <a:pt x="96269" y="89237"/>
                  <a:pt x="97504" y="86237"/>
                  <a:pt x="97504" y="83057"/>
                </a:cubicBezTo>
                <a:cubicBezTo>
                  <a:pt x="97504" y="82349"/>
                  <a:pt x="97444" y="81617"/>
                  <a:pt x="97312" y="80885"/>
                </a:cubicBezTo>
                <a:cubicBezTo>
                  <a:pt x="96880" y="78521"/>
                  <a:pt x="95680" y="76290"/>
                  <a:pt x="93844" y="74466"/>
                </a:cubicBezTo>
                <a:lnTo>
                  <a:pt x="72928" y="53545"/>
                </a:lnTo>
                <a:close/>
                <a:moveTo>
                  <a:pt x="44426" y="64921"/>
                </a:moveTo>
                <a:cubicBezTo>
                  <a:pt x="44414" y="64922"/>
                  <a:pt x="44402" y="64950"/>
                  <a:pt x="44402" y="64999"/>
                </a:cubicBezTo>
                <a:lnTo>
                  <a:pt x="44486" y="64999"/>
                </a:lnTo>
                <a:cubicBezTo>
                  <a:pt x="44462" y="64943"/>
                  <a:pt x="44438" y="64919"/>
                  <a:pt x="44426" y="6492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0" name="Белый — SVG 40">
            <a:extLst>
              <a:ext uri="{FF2B5EF4-FFF2-40B4-BE49-F238E27FC236}">
                <a16:creationId xmlns:a16="http://schemas.microsoft.com/office/drawing/2014/main" id="{565C75C9-7B10-C646-A153-FE316C9E508B}"/>
              </a:ext>
            </a:extLst>
          </p:cNvPr>
          <p:cNvSpPr>
            <a:spLocks noGrp="1"/>
          </p:cNvSpPr>
          <p:nvPr/>
        </p:nvSpPr>
        <p:spPr>
          <a:xfrm>
            <a:off x="2220000" y="5270000"/>
            <a:ext cx="220000" cy="220000"/>
          </a:xfrm>
          <a:custGeom>
            <a:avLst/>
            <a:gdLst>
              <a:gd name="csX0" fmla="*/ 67526 w 134695"/>
              <a:gd name="csY0" fmla="*/ 3 h 159478"/>
              <a:gd name="csX1" fmla="*/ 63800 w 134695"/>
              <a:gd name="csY1" fmla="*/ 1365 h 159478"/>
              <a:gd name="csX2" fmla="*/ 5308 w 134695"/>
              <a:gd name="csY2" fmla="*/ 24810 h 159478"/>
              <a:gd name="csX3" fmla="*/ 1565 w 134695"/>
              <a:gd name="csY3" fmla="*/ 26367 h 159478"/>
              <a:gd name="csX4" fmla="*/ 0 w 134695"/>
              <a:gd name="csY4" fmla="*/ 30126 h 159478"/>
              <a:gd name="csX5" fmla="*/ 0 w 134695"/>
              <a:gd name="csY5" fmla="*/ 73574 h 159478"/>
              <a:gd name="csX6" fmla="*/ 65281 w 134695"/>
              <a:gd name="csY6" fmla="*/ 159070 h 159478"/>
              <a:gd name="csX7" fmla="*/ 67339 w 134695"/>
              <a:gd name="csY7" fmla="*/ 159478 h 159478"/>
              <a:gd name="csX8" fmla="*/ 69414 w 134695"/>
              <a:gd name="csY8" fmla="*/ 159070 h 159478"/>
              <a:gd name="csX9" fmla="*/ 134695 w 134695"/>
              <a:gd name="csY9" fmla="*/ 73574 h 159478"/>
              <a:gd name="csX10" fmla="*/ 134695 w 134695"/>
              <a:gd name="csY10" fmla="*/ 30126 h 159478"/>
              <a:gd name="csX11" fmla="*/ 133130 w 134695"/>
              <a:gd name="csY11" fmla="*/ 26367 h 159478"/>
              <a:gd name="csX12" fmla="*/ 129370 w 134695"/>
              <a:gd name="csY12" fmla="*/ 24810 h 159478"/>
              <a:gd name="csX13" fmla="*/ 70895 w 134695"/>
              <a:gd name="csY13" fmla="*/ 1365 h 159478"/>
              <a:gd name="csX14" fmla="*/ 67526 w 134695"/>
              <a:gd name="csY14" fmla="*/ 3 h 159478"/>
              <a:gd name="csX15" fmla="*/ 67339 w 134695"/>
              <a:gd name="csY15" fmla="*/ 42531 h 159478"/>
              <a:gd name="csX16" fmla="*/ 76339 w 134695"/>
              <a:gd name="csY16" fmla="*/ 60249 h 159478"/>
              <a:gd name="csX17" fmla="*/ 58339 w 134695"/>
              <a:gd name="csY17" fmla="*/ 60249 h 159478"/>
              <a:gd name="csX18" fmla="*/ 67339 w 134695"/>
              <a:gd name="csY18" fmla="*/ 42531 h 159478"/>
              <a:gd name="csX19" fmla="*/ 56076 w 134695"/>
              <a:gd name="csY19" fmla="*/ 44371 h 159478"/>
              <a:gd name="csX20" fmla="*/ 51108 w 134695"/>
              <a:gd name="csY20" fmla="*/ 60249 h 159478"/>
              <a:gd name="csX21" fmla="*/ 36647 w 134695"/>
              <a:gd name="csY21" fmla="*/ 60249 h 159478"/>
              <a:gd name="csX22" fmla="*/ 56076 w 134695"/>
              <a:gd name="csY22" fmla="*/ 44371 h 159478"/>
              <a:gd name="csX23" fmla="*/ 78619 w 134695"/>
              <a:gd name="csY23" fmla="*/ 44371 h 159478"/>
              <a:gd name="csX24" fmla="*/ 98048 w 134695"/>
              <a:gd name="csY24" fmla="*/ 60249 h 159478"/>
              <a:gd name="csX25" fmla="*/ 83587 w 134695"/>
              <a:gd name="csY25" fmla="*/ 60249 h 159478"/>
              <a:gd name="csX26" fmla="*/ 78619 w 134695"/>
              <a:gd name="csY26" fmla="*/ 44371 h 159478"/>
              <a:gd name="csX27" fmla="*/ 33533 w 134695"/>
              <a:gd name="csY27" fmla="*/ 67338 h 159478"/>
              <a:gd name="csX28" fmla="*/ 50155 w 134695"/>
              <a:gd name="csY28" fmla="*/ 67338 h 159478"/>
              <a:gd name="csX29" fmla="*/ 49628 w 134695"/>
              <a:gd name="csY29" fmla="*/ 77970 h 159478"/>
              <a:gd name="csX30" fmla="*/ 50155 w 134695"/>
              <a:gd name="csY30" fmla="*/ 88602 h 159478"/>
              <a:gd name="csX31" fmla="*/ 33533 w 134695"/>
              <a:gd name="csY31" fmla="*/ 88602 h 159478"/>
              <a:gd name="csX32" fmla="*/ 31900 w 134695"/>
              <a:gd name="csY32" fmla="*/ 77970 h 159478"/>
              <a:gd name="csX33" fmla="*/ 33533 w 134695"/>
              <a:gd name="csY33" fmla="*/ 67338 h 159478"/>
              <a:gd name="csX34" fmla="*/ 57284 w 134695"/>
              <a:gd name="csY34" fmla="*/ 67338 h 159478"/>
              <a:gd name="csX35" fmla="*/ 77411 w 134695"/>
              <a:gd name="csY35" fmla="*/ 67338 h 159478"/>
              <a:gd name="csX36" fmla="*/ 77973 w 134695"/>
              <a:gd name="csY36" fmla="*/ 77970 h 159478"/>
              <a:gd name="csX37" fmla="*/ 77411 w 134695"/>
              <a:gd name="csY37" fmla="*/ 88602 h 159478"/>
              <a:gd name="csX38" fmla="*/ 57284 w 134695"/>
              <a:gd name="csY38" fmla="*/ 88602 h 159478"/>
              <a:gd name="csX39" fmla="*/ 56706 w 134695"/>
              <a:gd name="csY39" fmla="*/ 77970 h 159478"/>
              <a:gd name="csX40" fmla="*/ 57284 w 134695"/>
              <a:gd name="csY40" fmla="*/ 67338 h 159478"/>
              <a:gd name="csX41" fmla="*/ 84540 w 134695"/>
              <a:gd name="csY41" fmla="*/ 67338 h 159478"/>
              <a:gd name="csX42" fmla="*/ 101162 w 134695"/>
              <a:gd name="csY42" fmla="*/ 67338 h 159478"/>
              <a:gd name="csX43" fmla="*/ 102795 w 134695"/>
              <a:gd name="csY43" fmla="*/ 77970 h 159478"/>
              <a:gd name="csX44" fmla="*/ 101162 w 134695"/>
              <a:gd name="csY44" fmla="*/ 88602 h 159478"/>
              <a:gd name="csX45" fmla="*/ 84540 w 134695"/>
              <a:gd name="csY45" fmla="*/ 88602 h 159478"/>
              <a:gd name="csX46" fmla="*/ 85067 w 134695"/>
              <a:gd name="csY46" fmla="*/ 77970 h 159478"/>
              <a:gd name="csX47" fmla="*/ 84540 w 134695"/>
              <a:gd name="csY47" fmla="*/ 67338 h 159478"/>
              <a:gd name="csX48" fmla="*/ 36647 w 134695"/>
              <a:gd name="csY48" fmla="*/ 95690 h 159478"/>
              <a:gd name="csX49" fmla="*/ 51108 w 134695"/>
              <a:gd name="csY49" fmla="*/ 95690 h 159478"/>
              <a:gd name="csX50" fmla="*/ 56076 w 134695"/>
              <a:gd name="csY50" fmla="*/ 111575 h 159478"/>
              <a:gd name="csX51" fmla="*/ 36647 w 134695"/>
              <a:gd name="csY51" fmla="*/ 95690 h 159478"/>
              <a:gd name="csX52" fmla="*/ 58339 w 134695"/>
              <a:gd name="csY52" fmla="*/ 95690 h 159478"/>
              <a:gd name="csX53" fmla="*/ 76339 w 134695"/>
              <a:gd name="csY53" fmla="*/ 95690 h 159478"/>
              <a:gd name="csX54" fmla="*/ 67339 w 134695"/>
              <a:gd name="csY54" fmla="*/ 113412 h 159478"/>
              <a:gd name="csX55" fmla="*/ 58339 w 134695"/>
              <a:gd name="csY55" fmla="*/ 95690 h 159478"/>
              <a:gd name="csX56" fmla="*/ 83587 w 134695"/>
              <a:gd name="csY56" fmla="*/ 95690 h 159478"/>
              <a:gd name="csX57" fmla="*/ 98048 w 134695"/>
              <a:gd name="csY57" fmla="*/ 95690 h 159478"/>
              <a:gd name="csX58" fmla="*/ 78619 w 134695"/>
              <a:gd name="csY58" fmla="*/ 111575 h 159478"/>
              <a:gd name="csX59" fmla="*/ 83587 w 134695"/>
              <a:gd name="csY59" fmla="*/ 95690 h 159478"/>
            </a:gdLst>
            <a:ahLst/>
            <a:cxnLst/>
            <a:rect l="l" t="t" r="r" b="b"/>
            <a:pathLst>
              <a:path w="100000" h="100000">
                <a:moveTo>
                  <a:pt x="50112" y="2"/>
                </a:moveTo>
                <a:cubicBezTo>
                  <a:pt x="49248" y="-26"/>
                  <a:pt x="48405" y="281"/>
                  <a:pt x="47776" y="856"/>
                </a:cubicBezTo>
                <a:cubicBezTo>
                  <a:pt x="47776" y="856"/>
                  <a:pt x="31080" y="15557"/>
                  <a:pt x="11098" y="15557"/>
                </a:cubicBezTo>
                <a:cubicBezTo>
                  <a:pt x="10224" y="15557"/>
                  <a:pt x="9370" y="15908"/>
                  <a:pt x="8751" y="16533"/>
                </a:cubicBezTo>
                <a:cubicBezTo>
                  <a:pt x="8122" y="17158"/>
                  <a:pt x="7770" y="18006"/>
                  <a:pt x="7770" y="18890"/>
                </a:cubicBezTo>
                <a:lnTo>
                  <a:pt x="7770" y="46134"/>
                </a:lnTo>
                <a:cubicBezTo>
                  <a:pt x="7770" y="60975"/>
                  <a:pt x="14641" y="85397"/>
                  <a:pt x="48704" y="99744"/>
                </a:cubicBezTo>
                <a:cubicBezTo>
                  <a:pt x="49109" y="99915"/>
                  <a:pt x="49557" y="100000"/>
                  <a:pt x="49995" y="100000"/>
                </a:cubicBezTo>
                <a:cubicBezTo>
                  <a:pt x="50443" y="100000"/>
                  <a:pt x="50880" y="99915"/>
                  <a:pt x="51296" y="99744"/>
                </a:cubicBezTo>
                <a:cubicBezTo>
                  <a:pt x="85359" y="85397"/>
                  <a:pt x="92230" y="60975"/>
                  <a:pt x="92230" y="46134"/>
                </a:cubicBezTo>
                <a:lnTo>
                  <a:pt x="92230" y="18890"/>
                </a:lnTo>
                <a:cubicBezTo>
                  <a:pt x="92230" y="18006"/>
                  <a:pt x="91878" y="17158"/>
                  <a:pt x="91249" y="16533"/>
                </a:cubicBezTo>
                <a:cubicBezTo>
                  <a:pt x="90630" y="15908"/>
                  <a:pt x="89776" y="15557"/>
                  <a:pt x="88891" y="15557"/>
                </a:cubicBezTo>
                <a:cubicBezTo>
                  <a:pt x="68910" y="15557"/>
                  <a:pt x="52224" y="856"/>
                  <a:pt x="52224" y="856"/>
                </a:cubicBezTo>
                <a:cubicBezTo>
                  <a:pt x="51638" y="330"/>
                  <a:pt x="50891" y="28"/>
                  <a:pt x="50112" y="2"/>
                </a:cubicBezTo>
                <a:close/>
                <a:moveTo>
                  <a:pt x="49995" y="26669"/>
                </a:moveTo>
                <a:cubicBezTo>
                  <a:pt x="51819" y="26669"/>
                  <a:pt x="54284" y="30846"/>
                  <a:pt x="55638" y="37779"/>
                </a:cubicBezTo>
                <a:lnTo>
                  <a:pt x="44351" y="37779"/>
                </a:lnTo>
                <a:cubicBezTo>
                  <a:pt x="45706" y="30846"/>
                  <a:pt x="48171" y="26669"/>
                  <a:pt x="49995" y="26669"/>
                </a:cubicBezTo>
                <a:close/>
                <a:moveTo>
                  <a:pt x="42932" y="27823"/>
                </a:moveTo>
                <a:cubicBezTo>
                  <a:pt x="41535" y="30512"/>
                  <a:pt x="40511" y="33957"/>
                  <a:pt x="39817" y="37779"/>
                </a:cubicBezTo>
                <a:lnTo>
                  <a:pt x="30749" y="37779"/>
                </a:lnTo>
                <a:cubicBezTo>
                  <a:pt x="33438" y="33135"/>
                  <a:pt x="37748" y="29556"/>
                  <a:pt x="42932" y="27823"/>
                </a:cubicBezTo>
                <a:close/>
                <a:moveTo>
                  <a:pt x="57068" y="27823"/>
                </a:moveTo>
                <a:cubicBezTo>
                  <a:pt x="62242" y="29556"/>
                  <a:pt x="66552" y="33135"/>
                  <a:pt x="69251" y="37779"/>
                </a:cubicBezTo>
                <a:lnTo>
                  <a:pt x="60183" y="37779"/>
                </a:lnTo>
                <a:cubicBezTo>
                  <a:pt x="59489" y="33957"/>
                  <a:pt x="58465" y="30512"/>
                  <a:pt x="57068" y="27823"/>
                </a:cubicBezTo>
                <a:close/>
                <a:moveTo>
                  <a:pt x="28797" y="42224"/>
                </a:moveTo>
                <a:lnTo>
                  <a:pt x="39220" y="42224"/>
                </a:lnTo>
                <a:cubicBezTo>
                  <a:pt x="38996" y="44402"/>
                  <a:pt x="38889" y="46647"/>
                  <a:pt x="38889" y="48891"/>
                </a:cubicBezTo>
                <a:cubicBezTo>
                  <a:pt x="38889" y="51135"/>
                  <a:pt x="38996" y="53379"/>
                  <a:pt x="39220" y="55558"/>
                </a:cubicBezTo>
                <a:lnTo>
                  <a:pt x="28797" y="55558"/>
                </a:lnTo>
                <a:cubicBezTo>
                  <a:pt x="28135" y="53446"/>
                  <a:pt x="27773" y="51223"/>
                  <a:pt x="27773" y="48891"/>
                </a:cubicBezTo>
                <a:cubicBezTo>
                  <a:pt x="27773" y="46557"/>
                  <a:pt x="28135" y="44335"/>
                  <a:pt x="28797" y="42224"/>
                </a:cubicBezTo>
                <a:close/>
                <a:moveTo>
                  <a:pt x="43690" y="42224"/>
                </a:moveTo>
                <a:lnTo>
                  <a:pt x="56310" y="42224"/>
                </a:lnTo>
                <a:cubicBezTo>
                  <a:pt x="56534" y="44290"/>
                  <a:pt x="56663" y="46513"/>
                  <a:pt x="56663" y="48891"/>
                </a:cubicBezTo>
                <a:cubicBezTo>
                  <a:pt x="56663" y="51269"/>
                  <a:pt x="56534" y="53490"/>
                  <a:pt x="56310" y="55558"/>
                </a:cubicBezTo>
                <a:lnTo>
                  <a:pt x="43690" y="55558"/>
                </a:lnTo>
                <a:cubicBezTo>
                  <a:pt x="43466" y="53490"/>
                  <a:pt x="43327" y="51269"/>
                  <a:pt x="43327" y="48891"/>
                </a:cubicBezTo>
                <a:cubicBezTo>
                  <a:pt x="43327" y="46513"/>
                  <a:pt x="43466" y="44290"/>
                  <a:pt x="43690" y="42224"/>
                </a:cubicBezTo>
                <a:close/>
                <a:moveTo>
                  <a:pt x="60780" y="42224"/>
                </a:moveTo>
                <a:lnTo>
                  <a:pt x="71203" y="42224"/>
                </a:lnTo>
                <a:cubicBezTo>
                  <a:pt x="71865" y="44335"/>
                  <a:pt x="72227" y="46557"/>
                  <a:pt x="72227" y="48891"/>
                </a:cubicBezTo>
                <a:cubicBezTo>
                  <a:pt x="72227" y="51223"/>
                  <a:pt x="71865" y="53446"/>
                  <a:pt x="71203" y="55558"/>
                </a:cubicBezTo>
                <a:lnTo>
                  <a:pt x="60780" y="55558"/>
                </a:lnTo>
                <a:cubicBezTo>
                  <a:pt x="61004" y="53379"/>
                  <a:pt x="61111" y="51135"/>
                  <a:pt x="61111" y="48891"/>
                </a:cubicBezTo>
                <a:cubicBezTo>
                  <a:pt x="61111" y="46647"/>
                  <a:pt x="61004" y="44402"/>
                  <a:pt x="60780" y="42224"/>
                </a:cubicBezTo>
                <a:close/>
                <a:moveTo>
                  <a:pt x="30749" y="60002"/>
                </a:moveTo>
                <a:lnTo>
                  <a:pt x="39817" y="60002"/>
                </a:lnTo>
                <a:cubicBezTo>
                  <a:pt x="40511" y="63824"/>
                  <a:pt x="41535" y="67264"/>
                  <a:pt x="42932" y="69963"/>
                </a:cubicBezTo>
                <a:cubicBezTo>
                  <a:pt x="37748" y="68224"/>
                  <a:pt x="33438" y="64647"/>
                  <a:pt x="30749" y="60002"/>
                </a:cubicBezTo>
                <a:close/>
                <a:moveTo>
                  <a:pt x="44351" y="60002"/>
                </a:moveTo>
                <a:lnTo>
                  <a:pt x="55638" y="60002"/>
                </a:lnTo>
                <a:cubicBezTo>
                  <a:pt x="54284" y="66933"/>
                  <a:pt x="51819" y="71115"/>
                  <a:pt x="49995" y="71115"/>
                </a:cubicBezTo>
                <a:cubicBezTo>
                  <a:pt x="48171" y="71115"/>
                  <a:pt x="45706" y="66933"/>
                  <a:pt x="44351" y="60002"/>
                </a:cubicBezTo>
                <a:close/>
                <a:moveTo>
                  <a:pt x="60183" y="60002"/>
                </a:moveTo>
                <a:lnTo>
                  <a:pt x="69251" y="60002"/>
                </a:lnTo>
                <a:cubicBezTo>
                  <a:pt x="66552" y="64647"/>
                  <a:pt x="62242" y="68224"/>
                  <a:pt x="57068" y="69963"/>
                </a:cubicBezTo>
                <a:cubicBezTo>
                  <a:pt x="58465" y="67264"/>
                  <a:pt x="59489" y="63824"/>
                  <a:pt x="60183" y="6000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1" name="Белый — SVG 41">
            <a:extLst>
              <a:ext uri="{FF2B5EF4-FFF2-40B4-BE49-F238E27FC236}">
                <a16:creationId xmlns:a16="http://schemas.microsoft.com/office/drawing/2014/main" id="{9C16F50E-DDB9-2345-B5BD-D96FB789386B}"/>
              </a:ext>
            </a:extLst>
          </p:cNvPr>
          <p:cNvSpPr>
            <a:spLocks noGrp="1"/>
          </p:cNvSpPr>
          <p:nvPr/>
        </p:nvSpPr>
        <p:spPr>
          <a:xfrm>
            <a:off x="2820000" y="5270000"/>
            <a:ext cx="220000" cy="220000"/>
          </a:xfrm>
          <a:custGeom>
            <a:avLst/>
            <a:gdLst>
              <a:gd name="csX0" fmla="*/ 80457 w 160914"/>
              <a:gd name="csY0" fmla="*/ 0 h 123653"/>
              <a:gd name="csX1" fmla="*/ 2178 w 160914"/>
              <a:gd name="csY1" fmla="*/ 32374 h 123653"/>
              <a:gd name="csX2" fmla="*/ 579 w 160914"/>
              <a:gd name="csY2" fmla="*/ 34674 h 123653"/>
              <a:gd name="csX3" fmla="*/ 1 w 160914"/>
              <a:gd name="csY3" fmla="*/ 37414 h 123653"/>
              <a:gd name="csX4" fmla="*/ 529 w 160914"/>
              <a:gd name="csY4" fmla="*/ 40167 h 123653"/>
              <a:gd name="csX5" fmla="*/ 2077 w 160914"/>
              <a:gd name="csY5" fmla="*/ 42499 h 123653"/>
              <a:gd name="csX6" fmla="*/ 4407 w 160914"/>
              <a:gd name="csY6" fmla="*/ 44050 h 123653"/>
              <a:gd name="csX7" fmla="*/ 7164 w 160914"/>
              <a:gd name="csY7" fmla="*/ 44576 h 123653"/>
              <a:gd name="csX8" fmla="*/ 9903 w 160914"/>
              <a:gd name="csY8" fmla="*/ 43994 h 123653"/>
              <a:gd name="csX9" fmla="*/ 12200 w 160914"/>
              <a:gd name="csY9" fmla="*/ 42397 h 123653"/>
              <a:gd name="csX10" fmla="*/ 148715 w 160914"/>
              <a:gd name="csY10" fmla="*/ 42397 h 123653"/>
              <a:gd name="csX11" fmla="*/ 151012 w 160914"/>
              <a:gd name="csY11" fmla="*/ 43994 h 123653"/>
              <a:gd name="csX12" fmla="*/ 153751 w 160914"/>
              <a:gd name="csY12" fmla="*/ 44576 h 123653"/>
              <a:gd name="csX13" fmla="*/ 156508 w 160914"/>
              <a:gd name="csY13" fmla="*/ 44050 h 123653"/>
              <a:gd name="csX14" fmla="*/ 158838 w 160914"/>
              <a:gd name="csY14" fmla="*/ 42499 h 123653"/>
              <a:gd name="csX15" fmla="*/ 160386 w 160914"/>
              <a:gd name="csY15" fmla="*/ 40167 h 123653"/>
              <a:gd name="csX16" fmla="*/ 160914 w 160914"/>
              <a:gd name="csY16" fmla="*/ 37414 h 123653"/>
              <a:gd name="csX17" fmla="*/ 160336 w 160914"/>
              <a:gd name="csY17" fmla="*/ 34674 h 123653"/>
              <a:gd name="csX18" fmla="*/ 158736 w 160914"/>
              <a:gd name="csY18" fmla="*/ 32374 h 123653"/>
              <a:gd name="csX19" fmla="*/ 80457 w 160914"/>
              <a:gd name="csY19" fmla="*/ 0 h 123653"/>
              <a:gd name="csX20" fmla="*/ 80457 w 160914"/>
              <a:gd name="csY20" fmla="*/ 31605 h 123653"/>
              <a:gd name="csX21" fmla="*/ 24534 w 160914"/>
              <a:gd name="csY21" fmla="*/ 54725 h 123653"/>
              <a:gd name="csX22" fmla="*/ 22935 w 160914"/>
              <a:gd name="csY22" fmla="*/ 57025 h 123653"/>
              <a:gd name="csX23" fmla="*/ 22357 w 160914"/>
              <a:gd name="csY23" fmla="*/ 59765 h 123653"/>
              <a:gd name="csX24" fmla="*/ 22884 w 160914"/>
              <a:gd name="csY24" fmla="*/ 62517 h 123653"/>
              <a:gd name="csX25" fmla="*/ 24432 w 160914"/>
              <a:gd name="csY25" fmla="*/ 64850 h 123653"/>
              <a:gd name="csX26" fmla="*/ 26763 w 160914"/>
              <a:gd name="csY26" fmla="*/ 66399 h 123653"/>
              <a:gd name="csX27" fmla="*/ 29519 w 160914"/>
              <a:gd name="csY27" fmla="*/ 66925 h 123653"/>
              <a:gd name="csX28" fmla="*/ 32258 w 160914"/>
              <a:gd name="csY28" fmla="*/ 66345 h 123653"/>
              <a:gd name="csX29" fmla="*/ 34555 w 160914"/>
              <a:gd name="csY29" fmla="*/ 64748 h 123653"/>
              <a:gd name="csX30" fmla="*/ 126360 w 160914"/>
              <a:gd name="csY30" fmla="*/ 64748 h 123653"/>
              <a:gd name="csX31" fmla="*/ 128657 w 160914"/>
              <a:gd name="csY31" fmla="*/ 66345 h 123653"/>
              <a:gd name="csX32" fmla="*/ 131396 w 160914"/>
              <a:gd name="csY32" fmla="*/ 66925 h 123653"/>
              <a:gd name="csX33" fmla="*/ 134152 w 160914"/>
              <a:gd name="csY33" fmla="*/ 66399 h 123653"/>
              <a:gd name="csX34" fmla="*/ 136483 w 160914"/>
              <a:gd name="csY34" fmla="*/ 64850 h 123653"/>
              <a:gd name="csX35" fmla="*/ 138031 w 160914"/>
              <a:gd name="csY35" fmla="*/ 62517 h 123653"/>
              <a:gd name="csX36" fmla="*/ 138558 w 160914"/>
              <a:gd name="csY36" fmla="*/ 59765 h 123653"/>
              <a:gd name="csX37" fmla="*/ 137980 w 160914"/>
              <a:gd name="csY37" fmla="*/ 57025 h 123653"/>
              <a:gd name="csX38" fmla="*/ 136381 w 160914"/>
              <a:gd name="csY38" fmla="*/ 54725 h 123653"/>
              <a:gd name="csX39" fmla="*/ 80457 w 160914"/>
              <a:gd name="csY39" fmla="*/ 31605 h 123653"/>
              <a:gd name="csX40" fmla="*/ 80457 w 160914"/>
              <a:gd name="csY40" fmla="*/ 63217 h 123653"/>
              <a:gd name="csX41" fmla="*/ 46873 w 160914"/>
              <a:gd name="csY41" fmla="*/ 77074 h 123653"/>
              <a:gd name="csX42" fmla="*/ 45342 w 160914"/>
              <a:gd name="csY42" fmla="*/ 79376 h 123653"/>
              <a:gd name="csX43" fmla="*/ 44797 w 160914"/>
              <a:gd name="csY43" fmla="*/ 82089 h 123653"/>
              <a:gd name="csX44" fmla="*/ 45342 w 160914"/>
              <a:gd name="csY44" fmla="*/ 84802 h 123653"/>
              <a:gd name="csX45" fmla="*/ 46890 w 160914"/>
              <a:gd name="csY45" fmla="*/ 87102 h 123653"/>
              <a:gd name="csX46" fmla="*/ 49187 w 160914"/>
              <a:gd name="csY46" fmla="*/ 88638 h 123653"/>
              <a:gd name="csX47" fmla="*/ 51892 w 160914"/>
              <a:gd name="csY47" fmla="*/ 89177 h 123653"/>
              <a:gd name="csX48" fmla="*/ 54614 w 160914"/>
              <a:gd name="csY48" fmla="*/ 88636 h 123653"/>
              <a:gd name="csX49" fmla="*/ 56911 w 160914"/>
              <a:gd name="csY49" fmla="*/ 87097 h 123653"/>
              <a:gd name="csX50" fmla="*/ 104004 w 160914"/>
              <a:gd name="csY50" fmla="*/ 87097 h 123653"/>
              <a:gd name="csX51" fmla="*/ 106301 w 160914"/>
              <a:gd name="csY51" fmla="*/ 88694 h 123653"/>
              <a:gd name="csX52" fmla="*/ 109057 w 160914"/>
              <a:gd name="csY52" fmla="*/ 89276 h 123653"/>
              <a:gd name="csX53" fmla="*/ 111796 w 160914"/>
              <a:gd name="csY53" fmla="*/ 88750 h 123653"/>
              <a:gd name="csX54" fmla="*/ 114127 w 160914"/>
              <a:gd name="csY54" fmla="*/ 87201 h 123653"/>
              <a:gd name="csX55" fmla="*/ 115692 w 160914"/>
              <a:gd name="csY55" fmla="*/ 84867 h 123653"/>
              <a:gd name="csX56" fmla="*/ 116202 w 160914"/>
              <a:gd name="csY56" fmla="*/ 82116 h 123653"/>
              <a:gd name="csX57" fmla="*/ 115624 w 160914"/>
              <a:gd name="csY57" fmla="*/ 79376 h 123653"/>
              <a:gd name="csX58" fmla="*/ 114025 w 160914"/>
              <a:gd name="csY58" fmla="*/ 77074 h 123653"/>
              <a:gd name="csX59" fmla="*/ 80457 w 160914"/>
              <a:gd name="csY59" fmla="*/ 63217 h 123653"/>
              <a:gd name="csX60" fmla="*/ 81121 w 160914"/>
              <a:gd name="csY60" fmla="*/ 95296 h 123653"/>
              <a:gd name="csX61" fmla="*/ 71100 w 160914"/>
              <a:gd name="csY61" fmla="*/ 99447 h 123653"/>
              <a:gd name="csX62" fmla="*/ 66949 w 160914"/>
              <a:gd name="csY62" fmla="*/ 109483 h 123653"/>
              <a:gd name="csX63" fmla="*/ 71100 w 160914"/>
              <a:gd name="csY63" fmla="*/ 119503 h 123653"/>
              <a:gd name="csX64" fmla="*/ 81121 w 160914"/>
              <a:gd name="csY64" fmla="*/ 123654 h 123653"/>
              <a:gd name="csX65" fmla="*/ 91159 w 160914"/>
              <a:gd name="csY65" fmla="*/ 119503 h 123653"/>
              <a:gd name="csX66" fmla="*/ 95310 w 160914"/>
              <a:gd name="csY66" fmla="*/ 109483 h 123653"/>
              <a:gd name="csX67" fmla="*/ 91159 w 160914"/>
              <a:gd name="csY67" fmla="*/ 99447 h 123653"/>
              <a:gd name="csX68" fmla="*/ 81121 w 160914"/>
              <a:gd name="csY68" fmla="*/ 95296 h 123653"/>
            </a:gdLst>
            <a:ahLst/>
            <a:cxnLst/>
            <a:rect l="l" t="t" r="r" b="b"/>
            <a:pathLst>
              <a:path w="100000" h="100000">
                <a:moveTo>
                  <a:pt x="50000" y="11578"/>
                </a:moveTo>
                <a:cubicBezTo>
                  <a:pt x="32386" y="11578"/>
                  <a:pt x="14771" y="18283"/>
                  <a:pt x="1354" y="31697"/>
                </a:cubicBezTo>
                <a:cubicBezTo>
                  <a:pt x="931" y="32103"/>
                  <a:pt x="593" y="32589"/>
                  <a:pt x="360" y="33126"/>
                </a:cubicBezTo>
                <a:cubicBezTo>
                  <a:pt x="127" y="33664"/>
                  <a:pt x="11" y="34243"/>
                  <a:pt x="1" y="34829"/>
                </a:cubicBezTo>
                <a:cubicBezTo>
                  <a:pt x="-10" y="35416"/>
                  <a:pt x="106" y="35996"/>
                  <a:pt x="329" y="36540"/>
                </a:cubicBezTo>
                <a:cubicBezTo>
                  <a:pt x="551" y="37082"/>
                  <a:pt x="878" y="37574"/>
                  <a:pt x="1291" y="37989"/>
                </a:cubicBezTo>
                <a:cubicBezTo>
                  <a:pt x="1703" y="38403"/>
                  <a:pt x="2200" y="38731"/>
                  <a:pt x="2739" y="38953"/>
                </a:cubicBezTo>
                <a:cubicBezTo>
                  <a:pt x="3289" y="39174"/>
                  <a:pt x="3870" y="39285"/>
                  <a:pt x="4452" y="39280"/>
                </a:cubicBezTo>
                <a:cubicBezTo>
                  <a:pt x="5033" y="39273"/>
                  <a:pt x="5615" y="39150"/>
                  <a:pt x="6154" y="38918"/>
                </a:cubicBezTo>
                <a:cubicBezTo>
                  <a:pt x="6694" y="38686"/>
                  <a:pt x="7180" y="38348"/>
                  <a:pt x="7582" y="37926"/>
                </a:cubicBezTo>
                <a:cubicBezTo>
                  <a:pt x="31043" y="14466"/>
                  <a:pt x="68958" y="14466"/>
                  <a:pt x="92419" y="37926"/>
                </a:cubicBezTo>
                <a:cubicBezTo>
                  <a:pt x="92821" y="38348"/>
                  <a:pt x="93307" y="38686"/>
                  <a:pt x="93846" y="38918"/>
                </a:cubicBezTo>
                <a:cubicBezTo>
                  <a:pt x="94386" y="39150"/>
                  <a:pt x="94967" y="39273"/>
                  <a:pt x="95549" y="39280"/>
                </a:cubicBezTo>
                <a:cubicBezTo>
                  <a:pt x="96141" y="39285"/>
                  <a:pt x="96722" y="39174"/>
                  <a:pt x="97262" y="38953"/>
                </a:cubicBezTo>
                <a:cubicBezTo>
                  <a:pt x="97801" y="38731"/>
                  <a:pt x="98298" y="38403"/>
                  <a:pt x="98710" y="37989"/>
                </a:cubicBezTo>
                <a:cubicBezTo>
                  <a:pt x="99123" y="37574"/>
                  <a:pt x="99450" y="37082"/>
                  <a:pt x="99672" y="36540"/>
                </a:cubicBezTo>
                <a:cubicBezTo>
                  <a:pt x="99894" y="35996"/>
                  <a:pt x="100011" y="35416"/>
                  <a:pt x="100000" y="34829"/>
                </a:cubicBezTo>
                <a:cubicBezTo>
                  <a:pt x="100000" y="34243"/>
                  <a:pt x="99873" y="33664"/>
                  <a:pt x="99641" y="33126"/>
                </a:cubicBezTo>
                <a:cubicBezTo>
                  <a:pt x="99408" y="32589"/>
                  <a:pt x="99070" y="32103"/>
                  <a:pt x="98646" y="31697"/>
                </a:cubicBezTo>
                <a:cubicBezTo>
                  <a:pt x="85229" y="18283"/>
                  <a:pt x="67615" y="11578"/>
                  <a:pt x="50000" y="11578"/>
                </a:cubicBezTo>
                <a:close/>
                <a:moveTo>
                  <a:pt x="50000" y="31219"/>
                </a:moveTo>
                <a:cubicBezTo>
                  <a:pt x="37408" y="31219"/>
                  <a:pt x="24826" y="36009"/>
                  <a:pt x="15247" y="45587"/>
                </a:cubicBezTo>
                <a:cubicBezTo>
                  <a:pt x="14824" y="45993"/>
                  <a:pt x="14486" y="46478"/>
                  <a:pt x="14253" y="47016"/>
                </a:cubicBezTo>
                <a:cubicBezTo>
                  <a:pt x="14020" y="47554"/>
                  <a:pt x="13894" y="48133"/>
                  <a:pt x="13894" y="48719"/>
                </a:cubicBezTo>
                <a:cubicBezTo>
                  <a:pt x="13883" y="49305"/>
                  <a:pt x="13999" y="49886"/>
                  <a:pt x="14221" y="50429"/>
                </a:cubicBezTo>
                <a:cubicBezTo>
                  <a:pt x="14444" y="50972"/>
                  <a:pt x="14771" y="51464"/>
                  <a:pt x="15183" y="51879"/>
                </a:cubicBezTo>
                <a:cubicBezTo>
                  <a:pt x="15596" y="52293"/>
                  <a:pt x="16093" y="52621"/>
                  <a:pt x="16632" y="52842"/>
                </a:cubicBezTo>
                <a:cubicBezTo>
                  <a:pt x="17171" y="53064"/>
                  <a:pt x="17753" y="53175"/>
                  <a:pt x="18345" y="53168"/>
                </a:cubicBezTo>
                <a:cubicBezTo>
                  <a:pt x="18926" y="53163"/>
                  <a:pt x="19508" y="53040"/>
                  <a:pt x="20047" y="52808"/>
                </a:cubicBezTo>
                <a:cubicBezTo>
                  <a:pt x="20586" y="52576"/>
                  <a:pt x="21073" y="52237"/>
                  <a:pt x="21474" y="51816"/>
                </a:cubicBezTo>
                <a:cubicBezTo>
                  <a:pt x="37270" y="36027"/>
                  <a:pt x="62740" y="36027"/>
                  <a:pt x="78526" y="51816"/>
                </a:cubicBezTo>
                <a:cubicBezTo>
                  <a:pt x="78928" y="52237"/>
                  <a:pt x="79414" y="52576"/>
                  <a:pt x="79954" y="52808"/>
                </a:cubicBezTo>
                <a:cubicBezTo>
                  <a:pt x="80493" y="53040"/>
                  <a:pt x="81074" y="53163"/>
                  <a:pt x="81656" y="53168"/>
                </a:cubicBezTo>
                <a:cubicBezTo>
                  <a:pt x="82248" y="53175"/>
                  <a:pt x="82829" y="53064"/>
                  <a:pt x="83369" y="52842"/>
                </a:cubicBezTo>
                <a:cubicBezTo>
                  <a:pt x="83919" y="52621"/>
                  <a:pt x="84405" y="52293"/>
                  <a:pt x="84817" y="51879"/>
                </a:cubicBezTo>
                <a:cubicBezTo>
                  <a:pt x="85240" y="51464"/>
                  <a:pt x="85568" y="50972"/>
                  <a:pt x="85779" y="50429"/>
                </a:cubicBezTo>
                <a:cubicBezTo>
                  <a:pt x="86001" y="49886"/>
                  <a:pt x="86118" y="49305"/>
                  <a:pt x="86107" y="48719"/>
                </a:cubicBezTo>
                <a:cubicBezTo>
                  <a:pt x="86107" y="48133"/>
                  <a:pt x="85980" y="47554"/>
                  <a:pt x="85748" y="47016"/>
                </a:cubicBezTo>
                <a:cubicBezTo>
                  <a:pt x="85515" y="46478"/>
                  <a:pt x="85177" y="45993"/>
                  <a:pt x="84754" y="45587"/>
                </a:cubicBezTo>
                <a:cubicBezTo>
                  <a:pt x="75175" y="36009"/>
                  <a:pt x="62593" y="31219"/>
                  <a:pt x="50000" y="31219"/>
                </a:cubicBezTo>
                <a:close/>
                <a:moveTo>
                  <a:pt x="50000" y="50864"/>
                </a:moveTo>
                <a:cubicBezTo>
                  <a:pt x="42441" y="50864"/>
                  <a:pt x="34881" y="53734"/>
                  <a:pt x="29129" y="59476"/>
                </a:cubicBezTo>
                <a:cubicBezTo>
                  <a:pt x="28727" y="59886"/>
                  <a:pt x="28400" y="60371"/>
                  <a:pt x="28178" y="60906"/>
                </a:cubicBezTo>
                <a:cubicBezTo>
                  <a:pt x="27955" y="61441"/>
                  <a:pt x="27839" y="62014"/>
                  <a:pt x="27839" y="62592"/>
                </a:cubicBezTo>
                <a:cubicBezTo>
                  <a:pt x="27839" y="63170"/>
                  <a:pt x="27955" y="63743"/>
                  <a:pt x="28178" y="64278"/>
                </a:cubicBezTo>
                <a:cubicBezTo>
                  <a:pt x="28400" y="64813"/>
                  <a:pt x="28727" y="65299"/>
                  <a:pt x="29140" y="65707"/>
                </a:cubicBezTo>
                <a:cubicBezTo>
                  <a:pt x="29541" y="66116"/>
                  <a:pt x="30028" y="66441"/>
                  <a:pt x="30567" y="66662"/>
                </a:cubicBezTo>
                <a:cubicBezTo>
                  <a:pt x="31096" y="66883"/>
                  <a:pt x="31677" y="66997"/>
                  <a:pt x="32248" y="66997"/>
                </a:cubicBezTo>
                <a:cubicBezTo>
                  <a:pt x="32829" y="66996"/>
                  <a:pt x="33400" y="66882"/>
                  <a:pt x="33940" y="66661"/>
                </a:cubicBezTo>
                <a:cubicBezTo>
                  <a:pt x="34469" y="66439"/>
                  <a:pt x="34955" y="66115"/>
                  <a:pt x="35367" y="65704"/>
                </a:cubicBezTo>
                <a:cubicBezTo>
                  <a:pt x="43487" y="57588"/>
                  <a:pt x="56513" y="57588"/>
                  <a:pt x="64633" y="65704"/>
                </a:cubicBezTo>
                <a:cubicBezTo>
                  <a:pt x="65046" y="66127"/>
                  <a:pt x="65532" y="66464"/>
                  <a:pt x="66061" y="66697"/>
                </a:cubicBezTo>
                <a:cubicBezTo>
                  <a:pt x="66600" y="66929"/>
                  <a:pt x="67181" y="67053"/>
                  <a:pt x="67773" y="67058"/>
                </a:cubicBezTo>
                <a:cubicBezTo>
                  <a:pt x="68355" y="67065"/>
                  <a:pt x="68937" y="66954"/>
                  <a:pt x="69476" y="66732"/>
                </a:cubicBezTo>
                <a:cubicBezTo>
                  <a:pt x="70026" y="66511"/>
                  <a:pt x="70512" y="66183"/>
                  <a:pt x="70924" y="65769"/>
                </a:cubicBezTo>
                <a:cubicBezTo>
                  <a:pt x="71347" y="65354"/>
                  <a:pt x="71675" y="64862"/>
                  <a:pt x="71897" y="64319"/>
                </a:cubicBezTo>
                <a:cubicBezTo>
                  <a:pt x="72119" y="63776"/>
                  <a:pt x="72225" y="63194"/>
                  <a:pt x="72214" y="62609"/>
                </a:cubicBezTo>
                <a:cubicBezTo>
                  <a:pt x="72214" y="62024"/>
                  <a:pt x="72088" y="61444"/>
                  <a:pt x="71855" y="60906"/>
                </a:cubicBezTo>
                <a:cubicBezTo>
                  <a:pt x="71622" y="60368"/>
                  <a:pt x="71283" y="59881"/>
                  <a:pt x="70861" y="59476"/>
                </a:cubicBezTo>
                <a:cubicBezTo>
                  <a:pt x="65119" y="53734"/>
                  <a:pt x="57560" y="50864"/>
                  <a:pt x="50000" y="50864"/>
                </a:cubicBezTo>
                <a:close/>
                <a:moveTo>
                  <a:pt x="50413" y="70800"/>
                </a:moveTo>
                <a:cubicBezTo>
                  <a:pt x="48076" y="70800"/>
                  <a:pt x="45834" y="71730"/>
                  <a:pt x="44185" y="73379"/>
                </a:cubicBezTo>
                <a:cubicBezTo>
                  <a:pt x="42536" y="75039"/>
                  <a:pt x="41605" y="77280"/>
                  <a:pt x="41605" y="79616"/>
                </a:cubicBezTo>
                <a:cubicBezTo>
                  <a:pt x="41605" y="81953"/>
                  <a:pt x="42536" y="84194"/>
                  <a:pt x="44185" y="85843"/>
                </a:cubicBezTo>
                <a:cubicBezTo>
                  <a:pt x="45834" y="87492"/>
                  <a:pt x="48076" y="88423"/>
                  <a:pt x="50413" y="88423"/>
                </a:cubicBezTo>
                <a:cubicBezTo>
                  <a:pt x="52749" y="88423"/>
                  <a:pt x="54990" y="87492"/>
                  <a:pt x="56651" y="85843"/>
                </a:cubicBezTo>
                <a:cubicBezTo>
                  <a:pt x="58300" y="84194"/>
                  <a:pt x="59230" y="81953"/>
                  <a:pt x="59230" y="79616"/>
                </a:cubicBezTo>
                <a:cubicBezTo>
                  <a:pt x="59230" y="77280"/>
                  <a:pt x="58300" y="75039"/>
                  <a:pt x="56651" y="73379"/>
                </a:cubicBezTo>
                <a:cubicBezTo>
                  <a:pt x="54990" y="71730"/>
                  <a:pt x="52749" y="70800"/>
                  <a:pt x="50413" y="708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2" name="Белый — SVG 42">
            <a:extLst>
              <a:ext uri="{FF2B5EF4-FFF2-40B4-BE49-F238E27FC236}">
                <a16:creationId xmlns:a16="http://schemas.microsoft.com/office/drawing/2014/main" id="{E6949AB4-944A-1843-A464-CAAD267D46E5}"/>
              </a:ext>
            </a:extLst>
          </p:cNvPr>
          <p:cNvSpPr>
            <a:spLocks noGrp="1"/>
          </p:cNvSpPr>
          <p:nvPr/>
        </p:nvSpPr>
        <p:spPr>
          <a:xfrm>
            <a:off x="3420000" y="5270000"/>
            <a:ext cx="220000" cy="220000"/>
          </a:xfrm>
          <a:custGeom>
            <a:avLst/>
            <a:gdLst>
              <a:gd name="csX0" fmla="*/ 19497 w 145328"/>
              <a:gd name="csY0" fmla="*/ 0 h 141753"/>
              <a:gd name="csX1" fmla="*/ 0 w 145328"/>
              <a:gd name="csY1" fmla="*/ 19491 h 141753"/>
              <a:gd name="csX2" fmla="*/ 0 w 145328"/>
              <a:gd name="csY2" fmla="*/ 106319 h 141753"/>
              <a:gd name="csX3" fmla="*/ 21267 w 145328"/>
              <a:gd name="csY3" fmla="*/ 127583 h 141753"/>
              <a:gd name="csX4" fmla="*/ 82379 w 145328"/>
              <a:gd name="csY4" fmla="*/ 127583 h 141753"/>
              <a:gd name="csX5" fmla="*/ 76169 w 145328"/>
              <a:gd name="csY5" fmla="*/ 113413 h 141753"/>
              <a:gd name="csX6" fmla="*/ 21267 w 145328"/>
              <a:gd name="csY6" fmla="*/ 113413 h 141753"/>
              <a:gd name="csX7" fmla="*/ 14172 w 145328"/>
              <a:gd name="csY7" fmla="*/ 106319 h 141753"/>
              <a:gd name="csX8" fmla="*/ 14172 w 145328"/>
              <a:gd name="csY8" fmla="*/ 31896 h 141753"/>
              <a:gd name="csX9" fmla="*/ 120506 w 145328"/>
              <a:gd name="csY9" fmla="*/ 31896 h 141753"/>
              <a:gd name="csX10" fmla="*/ 120506 w 145328"/>
              <a:gd name="csY10" fmla="*/ 55853 h 141753"/>
              <a:gd name="csX11" fmla="*/ 121935 w 145328"/>
              <a:gd name="csY11" fmla="*/ 57341 h 141753"/>
              <a:gd name="csX12" fmla="*/ 134695 w 145328"/>
              <a:gd name="csY12" fmla="*/ 65910 h 141753"/>
              <a:gd name="csX13" fmla="*/ 134695 w 145328"/>
              <a:gd name="csY13" fmla="*/ 19491 h 141753"/>
              <a:gd name="csX14" fmla="*/ 115198 w 145328"/>
              <a:gd name="csY14" fmla="*/ 0 h 141753"/>
              <a:gd name="csX15" fmla="*/ 19497 w 145328"/>
              <a:gd name="csY15" fmla="*/ 0 h 141753"/>
              <a:gd name="csX16" fmla="*/ 19497 w 145328"/>
              <a:gd name="csY16" fmla="*/ 10632 h 141753"/>
              <a:gd name="csX17" fmla="*/ 24806 w 145328"/>
              <a:gd name="csY17" fmla="*/ 15948 h 141753"/>
              <a:gd name="csX18" fmla="*/ 19497 w 145328"/>
              <a:gd name="csY18" fmla="*/ 21264 h 141753"/>
              <a:gd name="csX19" fmla="*/ 14172 w 145328"/>
              <a:gd name="csY19" fmla="*/ 15948 h 141753"/>
              <a:gd name="csX20" fmla="*/ 19497 w 145328"/>
              <a:gd name="csY20" fmla="*/ 10632 h 141753"/>
              <a:gd name="csX21" fmla="*/ 37209 w 145328"/>
              <a:gd name="csY21" fmla="*/ 10632 h 141753"/>
              <a:gd name="csX22" fmla="*/ 42534 w 145328"/>
              <a:gd name="csY22" fmla="*/ 15948 h 141753"/>
              <a:gd name="csX23" fmla="*/ 37209 w 145328"/>
              <a:gd name="csY23" fmla="*/ 21264 h 141753"/>
              <a:gd name="csX24" fmla="*/ 31900 w 145328"/>
              <a:gd name="csY24" fmla="*/ 15948 h 141753"/>
              <a:gd name="csX25" fmla="*/ 37209 w 145328"/>
              <a:gd name="csY25" fmla="*/ 10632 h 141753"/>
              <a:gd name="csX26" fmla="*/ 113428 w 145328"/>
              <a:gd name="csY26" fmla="*/ 60248 h 141753"/>
              <a:gd name="csX27" fmla="*/ 110587 w 145328"/>
              <a:gd name="csY27" fmla="*/ 61590 h 141753"/>
              <a:gd name="csX28" fmla="*/ 85067 w 145328"/>
              <a:gd name="csY28" fmla="*/ 74347 h 141753"/>
              <a:gd name="csX29" fmla="*/ 81528 w 145328"/>
              <a:gd name="csY29" fmla="*/ 77892 h 141753"/>
              <a:gd name="csX30" fmla="*/ 81528 w 145328"/>
              <a:gd name="csY30" fmla="*/ 99226 h 141753"/>
              <a:gd name="csX31" fmla="*/ 112561 w 145328"/>
              <a:gd name="csY31" fmla="*/ 141652 h 141753"/>
              <a:gd name="csX32" fmla="*/ 113428 w 145328"/>
              <a:gd name="csY32" fmla="*/ 141753 h 141753"/>
              <a:gd name="csX33" fmla="*/ 114279 w 145328"/>
              <a:gd name="csY33" fmla="*/ 141652 h 141753"/>
              <a:gd name="csX34" fmla="*/ 145328 w 145328"/>
              <a:gd name="csY34" fmla="*/ 99226 h 141753"/>
              <a:gd name="csX35" fmla="*/ 145328 w 145328"/>
              <a:gd name="csY35" fmla="*/ 77892 h 141753"/>
              <a:gd name="csX36" fmla="*/ 141789 w 145328"/>
              <a:gd name="csY36" fmla="*/ 74347 h 141753"/>
              <a:gd name="csX37" fmla="*/ 116253 w 145328"/>
              <a:gd name="csY37" fmla="*/ 61590 h 141753"/>
              <a:gd name="csX38" fmla="*/ 113428 w 145328"/>
              <a:gd name="csY38" fmla="*/ 60248 h 141753"/>
            </a:gdLst>
            <a:ahLst/>
            <a:cxnLst/>
            <a:rect l="l" t="t" r="r" b="b"/>
            <a:pathLst>
              <a:path w="100000" h="100000">
                <a:moveTo>
                  <a:pt x="13416" y="1230"/>
                </a:moveTo>
                <a:cubicBezTo>
                  <a:pt x="6017" y="1230"/>
                  <a:pt x="0" y="7249"/>
                  <a:pt x="0" y="14642"/>
                </a:cubicBezTo>
                <a:lnTo>
                  <a:pt x="0" y="74388"/>
                </a:lnTo>
                <a:cubicBezTo>
                  <a:pt x="0" y="82453"/>
                  <a:pt x="6567" y="89020"/>
                  <a:pt x="14634" y="89020"/>
                </a:cubicBezTo>
                <a:lnTo>
                  <a:pt x="56685" y="89020"/>
                </a:lnTo>
                <a:cubicBezTo>
                  <a:pt x="54882" y="86269"/>
                  <a:pt x="53383" y="83050"/>
                  <a:pt x="52412" y="79269"/>
                </a:cubicBezTo>
                <a:lnTo>
                  <a:pt x="14634" y="79269"/>
                </a:lnTo>
                <a:cubicBezTo>
                  <a:pt x="11941" y="79269"/>
                  <a:pt x="9752" y="77080"/>
                  <a:pt x="9752" y="74388"/>
                </a:cubicBezTo>
                <a:lnTo>
                  <a:pt x="9752" y="23178"/>
                </a:lnTo>
                <a:lnTo>
                  <a:pt x="82920" y="23178"/>
                </a:lnTo>
                <a:lnTo>
                  <a:pt x="82920" y="39662"/>
                </a:lnTo>
                <a:cubicBezTo>
                  <a:pt x="83283" y="39975"/>
                  <a:pt x="83611" y="40306"/>
                  <a:pt x="83903" y="40686"/>
                </a:cubicBezTo>
                <a:cubicBezTo>
                  <a:pt x="86385" y="44000"/>
                  <a:pt x="89851" y="45705"/>
                  <a:pt x="92683" y="46583"/>
                </a:cubicBezTo>
                <a:lnTo>
                  <a:pt x="92683" y="14642"/>
                </a:lnTo>
                <a:cubicBezTo>
                  <a:pt x="92683" y="7249"/>
                  <a:pt x="86654" y="1230"/>
                  <a:pt x="79268" y="1230"/>
                </a:cubicBezTo>
                <a:lnTo>
                  <a:pt x="13416" y="1230"/>
                </a:lnTo>
                <a:close/>
                <a:moveTo>
                  <a:pt x="13416" y="8546"/>
                </a:moveTo>
                <a:cubicBezTo>
                  <a:pt x="15430" y="8546"/>
                  <a:pt x="17069" y="10185"/>
                  <a:pt x="17069" y="12204"/>
                </a:cubicBezTo>
                <a:cubicBezTo>
                  <a:pt x="17069" y="14223"/>
                  <a:pt x="15430" y="15862"/>
                  <a:pt x="13416" y="15862"/>
                </a:cubicBezTo>
                <a:cubicBezTo>
                  <a:pt x="11391" y="15862"/>
                  <a:pt x="9752" y="14223"/>
                  <a:pt x="9752" y="12204"/>
                </a:cubicBezTo>
                <a:cubicBezTo>
                  <a:pt x="9752" y="10185"/>
                  <a:pt x="11391" y="8546"/>
                  <a:pt x="13416" y="8546"/>
                </a:cubicBezTo>
                <a:close/>
                <a:moveTo>
                  <a:pt x="25603" y="8546"/>
                </a:moveTo>
                <a:cubicBezTo>
                  <a:pt x="27629" y="8546"/>
                  <a:pt x="29268" y="10185"/>
                  <a:pt x="29268" y="12204"/>
                </a:cubicBezTo>
                <a:cubicBezTo>
                  <a:pt x="29268" y="14223"/>
                  <a:pt x="27629" y="15862"/>
                  <a:pt x="25603" y="15862"/>
                </a:cubicBezTo>
                <a:cubicBezTo>
                  <a:pt x="23589" y="15862"/>
                  <a:pt x="21950" y="14223"/>
                  <a:pt x="21950" y="12204"/>
                </a:cubicBezTo>
                <a:cubicBezTo>
                  <a:pt x="21950" y="10185"/>
                  <a:pt x="23589" y="8546"/>
                  <a:pt x="25603" y="8546"/>
                </a:cubicBezTo>
                <a:close/>
                <a:moveTo>
                  <a:pt x="78050" y="42687"/>
                </a:moveTo>
                <a:cubicBezTo>
                  <a:pt x="77300" y="42687"/>
                  <a:pt x="76552" y="42995"/>
                  <a:pt x="76095" y="43610"/>
                </a:cubicBezTo>
                <a:cubicBezTo>
                  <a:pt x="69633" y="52229"/>
                  <a:pt x="58640" y="52388"/>
                  <a:pt x="58534" y="52388"/>
                </a:cubicBezTo>
                <a:cubicBezTo>
                  <a:pt x="57189" y="52388"/>
                  <a:pt x="56099" y="53481"/>
                  <a:pt x="56099" y="54827"/>
                </a:cubicBezTo>
                <a:lnTo>
                  <a:pt x="56099" y="69507"/>
                </a:lnTo>
                <a:cubicBezTo>
                  <a:pt x="56099" y="93093"/>
                  <a:pt x="77242" y="98653"/>
                  <a:pt x="77453" y="98701"/>
                </a:cubicBezTo>
                <a:cubicBezTo>
                  <a:pt x="77652" y="98747"/>
                  <a:pt x="77851" y="98770"/>
                  <a:pt x="78050" y="98770"/>
                </a:cubicBezTo>
                <a:cubicBezTo>
                  <a:pt x="78249" y="98770"/>
                  <a:pt x="78436" y="98747"/>
                  <a:pt x="78635" y="98701"/>
                </a:cubicBezTo>
                <a:cubicBezTo>
                  <a:pt x="78846" y="98653"/>
                  <a:pt x="100000" y="93093"/>
                  <a:pt x="100000" y="69507"/>
                </a:cubicBezTo>
                <a:lnTo>
                  <a:pt x="100000" y="54827"/>
                </a:lnTo>
                <a:cubicBezTo>
                  <a:pt x="100000" y="53486"/>
                  <a:pt x="98912" y="52395"/>
                  <a:pt x="97565" y="52388"/>
                </a:cubicBezTo>
                <a:cubicBezTo>
                  <a:pt x="97460" y="52388"/>
                  <a:pt x="86467" y="52229"/>
                  <a:pt x="79994" y="43610"/>
                </a:cubicBezTo>
                <a:cubicBezTo>
                  <a:pt x="79537" y="42995"/>
                  <a:pt x="78787" y="42687"/>
                  <a:pt x="78050" y="4268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3" name="Белый — SVG 43">
            <a:extLst>
              <a:ext uri="{FF2B5EF4-FFF2-40B4-BE49-F238E27FC236}">
                <a16:creationId xmlns:a16="http://schemas.microsoft.com/office/drawing/2014/main" id="{63C79681-3B99-4A42-BFAB-0D31B9D9BAED}"/>
              </a:ext>
            </a:extLst>
          </p:cNvPr>
          <p:cNvSpPr>
            <a:spLocks noGrp="1"/>
          </p:cNvSpPr>
          <p:nvPr/>
        </p:nvSpPr>
        <p:spPr>
          <a:xfrm>
            <a:off x="4020000" y="5270000"/>
            <a:ext cx="220000" cy="220000"/>
          </a:xfrm>
          <a:custGeom>
            <a:avLst/>
            <a:gdLst>
              <a:gd name="csX0" fmla="*/ 7094 w 152406"/>
              <a:gd name="csY0" fmla="*/ 0 h 127651"/>
              <a:gd name="csX1" fmla="*/ 0 w 152406"/>
              <a:gd name="csY1" fmla="*/ 7089 h 127651"/>
              <a:gd name="csX2" fmla="*/ 0 w 152406"/>
              <a:gd name="csY2" fmla="*/ 35439 h 127651"/>
              <a:gd name="csX3" fmla="*/ 7094 w 152406"/>
              <a:gd name="csY3" fmla="*/ 42528 h 127651"/>
              <a:gd name="csX4" fmla="*/ 14172 w 152406"/>
              <a:gd name="csY4" fmla="*/ 42528 h 127651"/>
              <a:gd name="csX5" fmla="*/ 14172 w 152406"/>
              <a:gd name="csY5" fmla="*/ 122259 h 127651"/>
              <a:gd name="csX6" fmla="*/ 14564 w 152406"/>
              <a:gd name="csY6" fmla="*/ 124317 h 127651"/>
              <a:gd name="csX7" fmla="*/ 15703 w 152406"/>
              <a:gd name="csY7" fmla="*/ 126069 h 127651"/>
              <a:gd name="csX8" fmla="*/ 17439 w 152406"/>
              <a:gd name="csY8" fmla="*/ 127243 h 127651"/>
              <a:gd name="csX9" fmla="*/ 19497 w 152406"/>
              <a:gd name="csY9" fmla="*/ 127651 h 127651"/>
              <a:gd name="csX10" fmla="*/ 21539 w 152406"/>
              <a:gd name="csY10" fmla="*/ 127243 h 127651"/>
              <a:gd name="csX11" fmla="*/ 23275 w 152406"/>
              <a:gd name="csY11" fmla="*/ 126069 h 127651"/>
              <a:gd name="csX12" fmla="*/ 24431 w 152406"/>
              <a:gd name="csY12" fmla="*/ 124317 h 127651"/>
              <a:gd name="csX13" fmla="*/ 24806 w 152406"/>
              <a:gd name="csY13" fmla="*/ 122259 h 127651"/>
              <a:gd name="csX14" fmla="*/ 24806 w 152406"/>
              <a:gd name="csY14" fmla="*/ 42528 h 127651"/>
              <a:gd name="csX15" fmla="*/ 31900 w 152406"/>
              <a:gd name="csY15" fmla="*/ 42528 h 127651"/>
              <a:gd name="csX16" fmla="*/ 38995 w 152406"/>
              <a:gd name="csY16" fmla="*/ 35439 h 127651"/>
              <a:gd name="csX17" fmla="*/ 38995 w 152406"/>
              <a:gd name="csY17" fmla="*/ 7089 h 127651"/>
              <a:gd name="csX18" fmla="*/ 31900 w 152406"/>
              <a:gd name="csY18" fmla="*/ 0 h 127651"/>
              <a:gd name="csX19" fmla="*/ 24806 w 152406"/>
              <a:gd name="csY19" fmla="*/ 0 h 127651"/>
              <a:gd name="csX20" fmla="*/ 24806 w 152406"/>
              <a:gd name="csY20" fmla="*/ 12404 h 127651"/>
              <a:gd name="csX21" fmla="*/ 19497 w 152406"/>
              <a:gd name="csY21" fmla="*/ 17720 h 127651"/>
              <a:gd name="csX22" fmla="*/ 14172 w 152406"/>
              <a:gd name="csY22" fmla="*/ 12404 h 127651"/>
              <a:gd name="csX23" fmla="*/ 14172 w 152406"/>
              <a:gd name="csY23" fmla="*/ 0 h 127651"/>
              <a:gd name="csX24" fmla="*/ 7094 w 152406"/>
              <a:gd name="csY24" fmla="*/ 0 h 127651"/>
              <a:gd name="csX25" fmla="*/ 48165 w 152406"/>
              <a:gd name="csY25" fmla="*/ 0 h 127651"/>
              <a:gd name="csX26" fmla="*/ 49628 w 152406"/>
              <a:gd name="csY26" fmla="*/ 7089 h 127651"/>
              <a:gd name="csX27" fmla="*/ 49628 w 152406"/>
              <a:gd name="csY27" fmla="*/ 35439 h 127651"/>
              <a:gd name="csX28" fmla="*/ 35439 w 152406"/>
              <a:gd name="csY28" fmla="*/ 52806 h 127651"/>
              <a:gd name="csX29" fmla="*/ 35439 w 152406"/>
              <a:gd name="csY29" fmla="*/ 99226 h 127651"/>
              <a:gd name="csX30" fmla="*/ 56706 w 152406"/>
              <a:gd name="csY30" fmla="*/ 99226 h 127651"/>
              <a:gd name="csX31" fmla="*/ 56706 w 152406"/>
              <a:gd name="csY31" fmla="*/ 116951 h 127651"/>
              <a:gd name="csX32" fmla="*/ 44303 w 152406"/>
              <a:gd name="csY32" fmla="*/ 116951 h 127651"/>
              <a:gd name="csX33" fmla="*/ 42244 w 152406"/>
              <a:gd name="csY33" fmla="*/ 117343 h 127651"/>
              <a:gd name="csX34" fmla="*/ 40492 w 152406"/>
              <a:gd name="csY34" fmla="*/ 118482 h 127651"/>
              <a:gd name="csX35" fmla="*/ 39318 w 152406"/>
              <a:gd name="csY35" fmla="*/ 120217 h 127651"/>
              <a:gd name="csX36" fmla="*/ 38910 w 152406"/>
              <a:gd name="csY36" fmla="*/ 122259 h 127651"/>
              <a:gd name="csX37" fmla="*/ 39318 w 152406"/>
              <a:gd name="csY37" fmla="*/ 124317 h 127651"/>
              <a:gd name="csX38" fmla="*/ 40492 w 152406"/>
              <a:gd name="csY38" fmla="*/ 126052 h 127651"/>
              <a:gd name="csX39" fmla="*/ 42244 w 152406"/>
              <a:gd name="csY39" fmla="*/ 127192 h 127651"/>
              <a:gd name="csX40" fmla="*/ 44303 w 152406"/>
              <a:gd name="csY40" fmla="*/ 127583 h 127651"/>
              <a:gd name="csX41" fmla="*/ 118737 w 152406"/>
              <a:gd name="csY41" fmla="*/ 127583 h 127651"/>
              <a:gd name="csX42" fmla="*/ 120795 w 152406"/>
              <a:gd name="csY42" fmla="*/ 127192 h 127651"/>
              <a:gd name="csX43" fmla="*/ 122547 w 152406"/>
              <a:gd name="csY43" fmla="*/ 126052 h 127651"/>
              <a:gd name="csX44" fmla="*/ 123722 w 152406"/>
              <a:gd name="csY44" fmla="*/ 124317 h 127651"/>
              <a:gd name="csX45" fmla="*/ 124130 w 152406"/>
              <a:gd name="csY45" fmla="*/ 122259 h 127651"/>
              <a:gd name="csX46" fmla="*/ 123722 w 152406"/>
              <a:gd name="csY46" fmla="*/ 120217 h 127651"/>
              <a:gd name="csX47" fmla="*/ 122547 w 152406"/>
              <a:gd name="csY47" fmla="*/ 118482 h 127651"/>
              <a:gd name="csX48" fmla="*/ 120795 w 152406"/>
              <a:gd name="csY48" fmla="*/ 117343 h 127651"/>
              <a:gd name="csX49" fmla="*/ 118737 w 152406"/>
              <a:gd name="csY49" fmla="*/ 116951 h 127651"/>
              <a:gd name="csX50" fmla="*/ 106334 w 152406"/>
              <a:gd name="csY50" fmla="*/ 116951 h 127651"/>
              <a:gd name="csX51" fmla="*/ 106334 w 152406"/>
              <a:gd name="csY51" fmla="*/ 99226 h 127651"/>
              <a:gd name="csX52" fmla="*/ 136464 w 152406"/>
              <a:gd name="csY52" fmla="*/ 99226 h 127651"/>
              <a:gd name="csX53" fmla="*/ 152406 w 152406"/>
              <a:gd name="csY53" fmla="*/ 83283 h 127651"/>
              <a:gd name="csX54" fmla="*/ 152406 w 152406"/>
              <a:gd name="csY54" fmla="*/ 15948 h 127651"/>
              <a:gd name="csX55" fmla="*/ 136464 w 152406"/>
              <a:gd name="csY55" fmla="*/ 0 h 127651"/>
              <a:gd name="csX56" fmla="*/ 48165 w 152406"/>
              <a:gd name="csY56" fmla="*/ 0 h 127651"/>
              <a:gd name="csX57" fmla="*/ 67339 w 152406"/>
              <a:gd name="csY57" fmla="*/ 99226 h 127651"/>
              <a:gd name="csX58" fmla="*/ 95700 w 152406"/>
              <a:gd name="csY58" fmla="*/ 99226 h 127651"/>
              <a:gd name="csX59" fmla="*/ 95700 w 152406"/>
              <a:gd name="csY59" fmla="*/ 116951 h 127651"/>
              <a:gd name="csX60" fmla="*/ 67339 w 152406"/>
              <a:gd name="csY60" fmla="*/ 116951 h 127651"/>
              <a:gd name="csX61" fmla="*/ 67339 w 152406"/>
              <a:gd name="csY61" fmla="*/ 99226 h 127651"/>
            </a:gdLst>
            <a:ahLst/>
            <a:cxnLst/>
            <a:rect l="l" t="t" r="r" b="b"/>
            <a:pathLst>
              <a:path w="100000" h="100000">
                <a:moveTo>
                  <a:pt x="4655" y="8121"/>
                </a:moveTo>
                <a:cubicBezTo>
                  <a:pt x="2088" y="8121"/>
                  <a:pt x="0" y="10214"/>
                  <a:pt x="0" y="12773"/>
                </a:cubicBezTo>
                <a:lnTo>
                  <a:pt x="0" y="31374"/>
                </a:lnTo>
                <a:cubicBezTo>
                  <a:pt x="0" y="33933"/>
                  <a:pt x="2088" y="36026"/>
                  <a:pt x="4655" y="36026"/>
                </a:cubicBezTo>
                <a:lnTo>
                  <a:pt x="9299" y="36026"/>
                </a:lnTo>
                <a:lnTo>
                  <a:pt x="9299" y="88341"/>
                </a:lnTo>
                <a:cubicBezTo>
                  <a:pt x="9299" y="88809"/>
                  <a:pt x="9377" y="89267"/>
                  <a:pt x="9556" y="89691"/>
                </a:cubicBezTo>
                <a:cubicBezTo>
                  <a:pt x="9723" y="90127"/>
                  <a:pt x="9980" y="90517"/>
                  <a:pt x="10303" y="90841"/>
                </a:cubicBezTo>
                <a:cubicBezTo>
                  <a:pt x="10628" y="91176"/>
                  <a:pt x="11018" y="91432"/>
                  <a:pt x="11442" y="91611"/>
                </a:cubicBezTo>
                <a:cubicBezTo>
                  <a:pt x="11866" y="91789"/>
                  <a:pt x="12324" y="91879"/>
                  <a:pt x="12793" y="91879"/>
                </a:cubicBezTo>
                <a:cubicBezTo>
                  <a:pt x="13251" y="91879"/>
                  <a:pt x="13708" y="91789"/>
                  <a:pt x="14133" y="91611"/>
                </a:cubicBezTo>
                <a:cubicBezTo>
                  <a:pt x="14568" y="91432"/>
                  <a:pt x="14948" y="91176"/>
                  <a:pt x="15272" y="90841"/>
                </a:cubicBezTo>
                <a:cubicBezTo>
                  <a:pt x="15595" y="90517"/>
                  <a:pt x="15852" y="90127"/>
                  <a:pt x="16030" y="89691"/>
                </a:cubicBezTo>
                <a:cubicBezTo>
                  <a:pt x="16198" y="89267"/>
                  <a:pt x="16287" y="88809"/>
                  <a:pt x="16276" y="88341"/>
                </a:cubicBezTo>
                <a:lnTo>
                  <a:pt x="16276" y="36026"/>
                </a:lnTo>
                <a:lnTo>
                  <a:pt x="20931" y="36026"/>
                </a:lnTo>
                <a:cubicBezTo>
                  <a:pt x="23487" y="36026"/>
                  <a:pt x="25586" y="33933"/>
                  <a:pt x="25586" y="31374"/>
                </a:cubicBezTo>
                <a:lnTo>
                  <a:pt x="25586" y="12773"/>
                </a:lnTo>
                <a:cubicBezTo>
                  <a:pt x="25586" y="10214"/>
                  <a:pt x="23487" y="8121"/>
                  <a:pt x="20931" y="8121"/>
                </a:cubicBezTo>
                <a:lnTo>
                  <a:pt x="16276" y="8121"/>
                </a:lnTo>
                <a:lnTo>
                  <a:pt x="16276" y="16260"/>
                </a:lnTo>
                <a:cubicBezTo>
                  <a:pt x="16276" y="18191"/>
                  <a:pt x="14724" y="19748"/>
                  <a:pt x="12793" y="19748"/>
                </a:cubicBezTo>
                <a:cubicBezTo>
                  <a:pt x="10862" y="19748"/>
                  <a:pt x="9299" y="18191"/>
                  <a:pt x="9299" y="16260"/>
                </a:cubicBezTo>
                <a:lnTo>
                  <a:pt x="9299" y="8121"/>
                </a:lnTo>
                <a:lnTo>
                  <a:pt x="4655" y="8121"/>
                </a:lnTo>
                <a:close/>
                <a:moveTo>
                  <a:pt x="31603" y="8121"/>
                </a:moveTo>
                <a:cubicBezTo>
                  <a:pt x="32206" y="9540"/>
                  <a:pt x="32563" y="11121"/>
                  <a:pt x="32563" y="12773"/>
                </a:cubicBezTo>
                <a:lnTo>
                  <a:pt x="32563" y="31374"/>
                </a:lnTo>
                <a:cubicBezTo>
                  <a:pt x="32563" y="36979"/>
                  <a:pt x="28555" y="41677"/>
                  <a:pt x="23253" y="42770"/>
                </a:cubicBezTo>
                <a:lnTo>
                  <a:pt x="23253" y="73228"/>
                </a:lnTo>
                <a:lnTo>
                  <a:pt x="37207" y="73228"/>
                </a:lnTo>
                <a:lnTo>
                  <a:pt x="37207" y="84858"/>
                </a:lnTo>
                <a:lnTo>
                  <a:pt x="29069" y="84858"/>
                </a:lnTo>
                <a:cubicBezTo>
                  <a:pt x="28611" y="84847"/>
                  <a:pt x="28154" y="84936"/>
                  <a:pt x="27718" y="85115"/>
                </a:cubicBezTo>
                <a:cubicBezTo>
                  <a:pt x="27294" y="85282"/>
                  <a:pt x="26903" y="85539"/>
                  <a:pt x="26569" y="85862"/>
                </a:cubicBezTo>
                <a:cubicBezTo>
                  <a:pt x="26244" y="86187"/>
                  <a:pt x="25977" y="86577"/>
                  <a:pt x="25798" y="87001"/>
                </a:cubicBezTo>
                <a:cubicBezTo>
                  <a:pt x="25620" y="87425"/>
                  <a:pt x="25530" y="87883"/>
                  <a:pt x="25530" y="88341"/>
                </a:cubicBezTo>
                <a:cubicBezTo>
                  <a:pt x="25530" y="88809"/>
                  <a:pt x="25620" y="89267"/>
                  <a:pt x="25798" y="89691"/>
                </a:cubicBezTo>
                <a:cubicBezTo>
                  <a:pt x="25977" y="90116"/>
                  <a:pt x="26244" y="90506"/>
                  <a:pt x="26569" y="90829"/>
                </a:cubicBezTo>
                <a:cubicBezTo>
                  <a:pt x="26903" y="91154"/>
                  <a:pt x="27294" y="91410"/>
                  <a:pt x="27718" y="91577"/>
                </a:cubicBezTo>
                <a:cubicBezTo>
                  <a:pt x="28154" y="91756"/>
                  <a:pt x="28611" y="91845"/>
                  <a:pt x="29069" y="91834"/>
                </a:cubicBezTo>
                <a:lnTo>
                  <a:pt x="77908" y="91834"/>
                </a:lnTo>
                <a:cubicBezTo>
                  <a:pt x="78377" y="91845"/>
                  <a:pt x="78835" y="91756"/>
                  <a:pt x="79259" y="91577"/>
                </a:cubicBezTo>
                <a:cubicBezTo>
                  <a:pt x="79694" y="91410"/>
                  <a:pt x="80085" y="91154"/>
                  <a:pt x="80408" y="90829"/>
                </a:cubicBezTo>
                <a:cubicBezTo>
                  <a:pt x="80744" y="90506"/>
                  <a:pt x="81000" y="90116"/>
                  <a:pt x="81179" y="89691"/>
                </a:cubicBezTo>
                <a:cubicBezTo>
                  <a:pt x="81358" y="89267"/>
                  <a:pt x="81447" y="88809"/>
                  <a:pt x="81447" y="88341"/>
                </a:cubicBezTo>
                <a:cubicBezTo>
                  <a:pt x="81447" y="87883"/>
                  <a:pt x="81358" y="87425"/>
                  <a:pt x="81179" y="87001"/>
                </a:cubicBezTo>
                <a:cubicBezTo>
                  <a:pt x="81000" y="86577"/>
                  <a:pt x="80744" y="86187"/>
                  <a:pt x="80408" y="85862"/>
                </a:cubicBezTo>
                <a:cubicBezTo>
                  <a:pt x="80085" y="85539"/>
                  <a:pt x="79694" y="85282"/>
                  <a:pt x="79259" y="85115"/>
                </a:cubicBezTo>
                <a:cubicBezTo>
                  <a:pt x="78835" y="84936"/>
                  <a:pt x="78377" y="84847"/>
                  <a:pt x="77908" y="84858"/>
                </a:cubicBezTo>
                <a:lnTo>
                  <a:pt x="69770" y="84858"/>
                </a:lnTo>
                <a:lnTo>
                  <a:pt x="69770" y="73228"/>
                </a:lnTo>
                <a:lnTo>
                  <a:pt x="89540" y="73228"/>
                </a:lnTo>
                <a:cubicBezTo>
                  <a:pt x="95301" y="73228"/>
                  <a:pt x="100000" y="68528"/>
                  <a:pt x="100000" y="62767"/>
                </a:cubicBezTo>
                <a:lnTo>
                  <a:pt x="100000" y="18586"/>
                </a:lnTo>
                <a:cubicBezTo>
                  <a:pt x="100000" y="12818"/>
                  <a:pt x="95301" y="8121"/>
                  <a:pt x="89540" y="8121"/>
                </a:cubicBezTo>
                <a:lnTo>
                  <a:pt x="31603" y="8121"/>
                </a:lnTo>
                <a:close/>
                <a:moveTo>
                  <a:pt x="44184" y="73228"/>
                </a:moveTo>
                <a:lnTo>
                  <a:pt x="62793" y="73228"/>
                </a:lnTo>
                <a:lnTo>
                  <a:pt x="62793" y="84858"/>
                </a:lnTo>
                <a:lnTo>
                  <a:pt x="44184" y="84858"/>
                </a:lnTo>
                <a:lnTo>
                  <a:pt x="44184" y="7322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4" name="Белый — SVG 44">
            <a:extLst>
              <a:ext uri="{FF2B5EF4-FFF2-40B4-BE49-F238E27FC236}">
                <a16:creationId xmlns:a16="http://schemas.microsoft.com/office/drawing/2014/main" id="{5CFE2337-CCE5-9349-8A14-DD317F19835D}"/>
              </a:ext>
            </a:extLst>
          </p:cNvPr>
          <p:cNvSpPr>
            <a:spLocks noGrp="1"/>
          </p:cNvSpPr>
          <p:nvPr/>
        </p:nvSpPr>
        <p:spPr>
          <a:xfrm>
            <a:off x="4620000" y="5270000"/>
            <a:ext cx="220000" cy="220000"/>
          </a:xfrm>
          <a:custGeom>
            <a:avLst/>
            <a:gdLst>
              <a:gd name="csX0" fmla="*/ 15942 w 134695"/>
              <a:gd name="csY0" fmla="*/ 0 h 127659"/>
              <a:gd name="csX1" fmla="*/ 0 w 134695"/>
              <a:gd name="csY1" fmla="*/ 15948 h 127659"/>
              <a:gd name="csX2" fmla="*/ 0 w 134695"/>
              <a:gd name="csY2" fmla="*/ 111627 h 127659"/>
              <a:gd name="csX3" fmla="*/ 15942 w 134695"/>
              <a:gd name="csY3" fmla="*/ 127583 h 127659"/>
              <a:gd name="csX4" fmla="*/ 54936 w 134695"/>
              <a:gd name="csY4" fmla="*/ 127583 h 127659"/>
              <a:gd name="csX5" fmla="*/ 70895 w 134695"/>
              <a:gd name="csY5" fmla="*/ 111627 h 127659"/>
              <a:gd name="csX6" fmla="*/ 70895 w 134695"/>
              <a:gd name="csY6" fmla="*/ 15948 h 127659"/>
              <a:gd name="csX7" fmla="*/ 54936 w 134695"/>
              <a:gd name="csY7" fmla="*/ 0 h 127659"/>
              <a:gd name="csX8" fmla="*/ 15942 w 134695"/>
              <a:gd name="csY8" fmla="*/ 0 h 127659"/>
              <a:gd name="csX9" fmla="*/ 71524 w 134695"/>
              <a:gd name="csY9" fmla="*/ 0 h 127659"/>
              <a:gd name="csX10" fmla="*/ 77972 w 134695"/>
              <a:gd name="csY10" fmla="*/ 15948 h 127659"/>
              <a:gd name="csX11" fmla="*/ 77972 w 134695"/>
              <a:gd name="csY11" fmla="*/ 99231 h 127659"/>
              <a:gd name="csX12" fmla="*/ 85067 w 134695"/>
              <a:gd name="csY12" fmla="*/ 99231 h 127659"/>
              <a:gd name="csX13" fmla="*/ 85067 w 134695"/>
              <a:gd name="csY13" fmla="*/ 116951 h 127659"/>
              <a:gd name="csX14" fmla="*/ 77326 w 134695"/>
              <a:gd name="csY14" fmla="*/ 116951 h 127659"/>
              <a:gd name="csX15" fmla="*/ 71524 w 134695"/>
              <a:gd name="csY15" fmla="*/ 127583 h 127659"/>
              <a:gd name="csX16" fmla="*/ 89508 w 134695"/>
              <a:gd name="csY16" fmla="*/ 127583 h 127659"/>
              <a:gd name="csX17" fmla="*/ 91243 w 134695"/>
              <a:gd name="csY17" fmla="*/ 127583 h 127659"/>
              <a:gd name="csX18" fmla="*/ 104564 w 134695"/>
              <a:gd name="csY18" fmla="*/ 127583 h 127659"/>
              <a:gd name="csX19" fmla="*/ 109873 w 134695"/>
              <a:gd name="csY19" fmla="*/ 122259 h 127659"/>
              <a:gd name="csX20" fmla="*/ 104564 w 134695"/>
              <a:gd name="csY20" fmla="*/ 116951 h 127659"/>
              <a:gd name="csX21" fmla="*/ 95700 w 134695"/>
              <a:gd name="csY21" fmla="*/ 116951 h 127659"/>
              <a:gd name="csX22" fmla="*/ 95700 w 134695"/>
              <a:gd name="csY22" fmla="*/ 99231 h 127659"/>
              <a:gd name="csX23" fmla="*/ 118737 w 134695"/>
              <a:gd name="csY23" fmla="*/ 99231 h 127659"/>
              <a:gd name="csX24" fmla="*/ 134695 w 134695"/>
              <a:gd name="csY24" fmla="*/ 83283 h 127659"/>
              <a:gd name="csX25" fmla="*/ 134695 w 134695"/>
              <a:gd name="csY25" fmla="*/ 15948 h 127659"/>
              <a:gd name="csX26" fmla="*/ 118737 w 134695"/>
              <a:gd name="csY26" fmla="*/ 0 h 127659"/>
              <a:gd name="csX27" fmla="*/ 71524 w 134695"/>
              <a:gd name="csY27" fmla="*/ 0 h 127659"/>
              <a:gd name="csX28" fmla="*/ 19497 w 134695"/>
              <a:gd name="csY28" fmla="*/ 14175 h 127659"/>
              <a:gd name="csX29" fmla="*/ 51397 w 134695"/>
              <a:gd name="csY29" fmla="*/ 14175 h 127659"/>
              <a:gd name="csX30" fmla="*/ 56706 w 134695"/>
              <a:gd name="csY30" fmla="*/ 19491 h 127659"/>
              <a:gd name="csX31" fmla="*/ 56706 w 134695"/>
              <a:gd name="csY31" fmla="*/ 62019 h 127659"/>
              <a:gd name="csX32" fmla="*/ 51397 w 134695"/>
              <a:gd name="csY32" fmla="*/ 67335 h 127659"/>
              <a:gd name="csX33" fmla="*/ 19497 w 134695"/>
              <a:gd name="csY33" fmla="*/ 67335 h 127659"/>
              <a:gd name="csX34" fmla="*/ 14172 w 134695"/>
              <a:gd name="csY34" fmla="*/ 62019 h 127659"/>
              <a:gd name="csX35" fmla="*/ 14172 w 134695"/>
              <a:gd name="csY35" fmla="*/ 19491 h 127659"/>
              <a:gd name="csX36" fmla="*/ 19497 w 134695"/>
              <a:gd name="csY36" fmla="*/ 14175 h 127659"/>
              <a:gd name="csX37" fmla="*/ 24805 w 134695"/>
              <a:gd name="csY37" fmla="*/ 24807 h 127659"/>
              <a:gd name="csX38" fmla="*/ 24805 w 134695"/>
              <a:gd name="csY38" fmla="*/ 35439 h 127659"/>
              <a:gd name="csX39" fmla="*/ 46072 w 134695"/>
              <a:gd name="csY39" fmla="*/ 35439 h 127659"/>
              <a:gd name="csX40" fmla="*/ 46072 w 134695"/>
              <a:gd name="csY40" fmla="*/ 24807 h 127659"/>
              <a:gd name="csX41" fmla="*/ 24805 w 134695"/>
              <a:gd name="csY41" fmla="*/ 24807 h 127659"/>
              <a:gd name="csX42" fmla="*/ 24805 w 134695"/>
              <a:gd name="csY42" fmla="*/ 46071 h 127659"/>
              <a:gd name="csX43" fmla="*/ 24805 w 134695"/>
              <a:gd name="csY43" fmla="*/ 56703 h 127659"/>
              <a:gd name="csX44" fmla="*/ 46072 w 134695"/>
              <a:gd name="csY44" fmla="*/ 56703 h 127659"/>
              <a:gd name="csX45" fmla="*/ 46072 w 134695"/>
              <a:gd name="csY45" fmla="*/ 46071 h 127659"/>
              <a:gd name="csX46" fmla="*/ 24805 w 134695"/>
              <a:gd name="csY46" fmla="*/ 46071 h 127659"/>
              <a:gd name="csX47" fmla="*/ 35439 w 134695"/>
              <a:gd name="csY47" fmla="*/ 95687 h 127659"/>
              <a:gd name="csX48" fmla="*/ 42534 w 134695"/>
              <a:gd name="csY48" fmla="*/ 102776 h 127659"/>
              <a:gd name="csX49" fmla="*/ 35439 w 134695"/>
              <a:gd name="csY49" fmla="*/ 109858 h 127659"/>
              <a:gd name="csX50" fmla="*/ 28361 w 134695"/>
              <a:gd name="csY50" fmla="*/ 102776 h 127659"/>
              <a:gd name="csX51" fmla="*/ 35439 w 134695"/>
              <a:gd name="csY51" fmla="*/ 95687 h 127659"/>
            </a:gdLst>
            <a:ahLst/>
            <a:cxnLst/>
            <a:rect l="l" t="t" r="r" b="b"/>
            <a:pathLst>
              <a:path w="100000" h="100000">
                <a:moveTo>
                  <a:pt x="11836" y="2612"/>
                </a:moveTo>
                <a:cubicBezTo>
                  <a:pt x="5318" y="2612"/>
                  <a:pt x="0" y="7924"/>
                  <a:pt x="0" y="14452"/>
                </a:cubicBezTo>
                <a:lnTo>
                  <a:pt x="0" y="85486"/>
                </a:lnTo>
                <a:cubicBezTo>
                  <a:pt x="0" y="92015"/>
                  <a:pt x="5318" y="97332"/>
                  <a:pt x="11836" y="97332"/>
                </a:cubicBezTo>
                <a:lnTo>
                  <a:pt x="40785" y="97332"/>
                </a:lnTo>
                <a:cubicBezTo>
                  <a:pt x="47316" y="97332"/>
                  <a:pt x="52634" y="92015"/>
                  <a:pt x="52634" y="85486"/>
                </a:cubicBezTo>
                <a:lnTo>
                  <a:pt x="52634" y="14452"/>
                </a:lnTo>
                <a:cubicBezTo>
                  <a:pt x="52634" y="7924"/>
                  <a:pt x="47316" y="2612"/>
                  <a:pt x="40785" y="2612"/>
                </a:cubicBezTo>
                <a:lnTo>
                  <a:pt x="11836" y="2612"/>
                </a:lnTo>
                <a:close/>
                <a:moveTo>
                  <a:pt x="53101" y="2612"/>
                </a:moveTo>
                <a:cubicBezTo>
                  <a:pt x="56057" y="5687"/>
                  <a:pt x="57888" y="9857"/>
                  <a:pt x="57888" y="14452"/>
                </a:cubicBezTo>
                <a:lnTo>
                  <a:pt x="57888" y="76283"/>
                </a:lnTo>
                <a:lnTo>
                  <a:pt x="63155" y="76283"/>
                </a:lnTo>
                <a:lnTo>
                  <a:pt x="63155" y="89438"/>
                </a:lnTo>
                <a:lnTo>
                  <a:pt x="57408" y="89438"/>
                </a:lnTo>
                <a:cubicBezTo>
                  <a:pt x="56701" y="92457"/>
                  <a:pt x="55185" y="95172"/>
                  <a:pt x="53101" y="97332"/>
                </a:cubicBezTo>
                <a:lnTo>
                  <a:pt x="66452" y="97332"/>
                </a:lnTo>
                <a:cubicBezTo>
                  <a:pt x="66881" y="97407"/>
                  <a:pt x="67311" y="97407"/>
                  <a:pt x="67740" y="97332"/>
                </a:cubicBezTo>
                <a:lnTo>
                  <a:pt x="77630" y="97332"/>
                </a:lnTo>
                <a:cubicBezTo>
                  <a:pt x="79816" y="97332"/>
                  <a:pt x="81572" y="95564"/>
                  <a:pt x="81572" y="93379"/>
                </a:cubicBezTo>
                <a:cubicBezTo>
                  <a:pt x="81572" y="91207"/>
                  <a:pt x="79816" y="89438"/>
                  <a:pt x="77630" y="89438"/>
                </a:cubicBezTo>
                <a:lnTo>
                  <a:pt x="71049" y="89438"/>
                </a:lnTo>
                <a:lnTo>
                  <a:pt x="71049" y="76283"/>
                </a:lnTo>
                <a:lnTo>
                  <a:pt x="88152" y="76283"/>
                </a:lnTo>
                <a:cubicBezTo>
                  <a:pt x="94682" y="76283"/>
                  <a:pt x="100000" y="70971"/>
                  <a:pt x="100000" y="64443"/>
                </a:cubicBezTo>
                <a:lnTo>
                  <a:pt x="100000" y="14452"/>
                </a:lnTo>
                <a:cubicBezTo>
                  <a:pt x="100000" y="7924"/>
                  <a:pt x="94682" y="2612"/>
                  <a:pt x="88152" y="2612"/>
                </a:cubicBezTo>
                <a:lnTo>
                  <a:pt x="53101" y="2612"/>
                </a:lnTo>
                <a:close/>
                <a:moveTo>
                  <a:pt x="14475" y="13136"/>
                </a:moveTo>
                <a:lnTo>
                  <a:pt x="38158" y="13136"/>
                </a:lnTo>
                <a:cubicBezTo>
                  <a:pt x="40344" y="13136"/>
                  <a:pt x="42100" y="14902"/>
                  <a:pt x="42100" y="17082"/>
                </a:cubicBezTo>
                <a:lnTo>
                  <a:pt x="42100" y="48656"/>
                </a:lnTo>
                <a:cubicBezTo>
                  <a:pt x="42100" y="50837"/>
                  <a:pt x="40344" y="52603"/>
                  <a:pt x="38158" y="52603"/>
                </a:cubicBezTo>
                <a:lnTo>
                  <a:pt x="14475" y="52603"/>
                </a:lnTo>
                <a:cubicBezTo>
                  <a:pt x="12290" y="52603"/>
                  <a:pt x="10522" y="50837"/>
                  <a:pt x="10522" y="48656"/>
                </a:cubicBezTo>
                <a:lnTo>
                  <a:pt x="10522" y="17082"/>
                </a:lnTo>
                <a:cubicBezTo>
                  <a:pt x="10522" y="14902"/>
                  <a:pt x="12290" y="13136"/>
                  <a:pt x="14475" y="13136"/>
                </a:cubicBezTo>
                <a:close/>
                <a:moveTo>
                  <a:pt x="18416" y="21029"/>
                </a:moveTo>
                <a:lnTo>
                  <a:pt x="18416" y="28922"/>
                </a:lnTo>
                <a:lnTo>
                  <a:pt x="34205" y="28922"/>
                </a:lnTo>
                <a:lnTo>
                  <a:pt x="34205" y="21029"/>
                </a:lnTo>
                <a:lnTo>
                  <a:pt x="18416" y="21029"/>
                </a:lnTo>
                <a:close/>
                <a:moveTo>
                  <a:pt x="18416" y="36816"/>
                </a:moveTo>
                <a:lnTo>
                  <a:pt x="18416" y="44709"/>
                </a:lnTo>
                <a:lnTo>
                  <a:pt x="34205" y="44709"/>
                </a:lnTo>
                <a:lnTo>
                  <a:pt x="34205" y="36816"/>
                </a:lnTo>
                <a:lnTo>
                  <a:pt x="18416" y="36816"/>
                </a:lnTo>
                <a:close/>
                <a:moveTo>
                  <a:pt x="26311" y="73652"/>
                </a:moveTo>
                <a:cubicBezTo>
                  <a:pt x="29228" y="73652"/>
                  <a:pt x="31578" y="76007"/>
                  <a:pt x="31578" y="78915"/>
                </a:cubicBezTo>
                <a:cubicBezTo>
                  <a:pt x="31578" y="81822"/>
                  <a:pt x="29228" y="84172"/>
                  <a:pt x="26311" y="84172"/>
                </a:cubicBezTo>
                <a:cubicBezTo>
                  <a:pt x="23405" y="84172"/>
                  <a:pt x="21056" y="81822"/>
                  <a:pt x="21056" y="78915"/>
                </a:cubicBezTo>
                <a:cubicBezTo>
                  <a:pt x="21056" y="76007"/>
                  <a:pt x="23405" y="73652"/>
                  <a:pt x="26311" y="7365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5" name="Белый — SVG 45">
            <a:extLst>
              <a:ext uri="{FF2B5EF4-FFF2-40B4-BE49-F238E27FC236}">
                <a16:creationId xmlns:a16="http://schemas.microsoft.com/office/drawing/2014/main" id="{926D59B4-1591-764A-8297-9AF6B88AE93D}"/>
              </a:ext>
            </a:extLst>
          </p:cNvPr>
          <p:cNvSpPr>
            <a:spLocks noGrp="1"/>
          </p:cNvSpPr>
          <p:nvPr/>
        </p:nvSpPr>
        <p:spPr>
          <a:xfrm>
            <a:off x="5220000" y="5270000"/>
            <a:ext cx="220000" cy="220000"/>
          </a:xfrm>
          <a:custGeom>
            <a:avLst/>
            <a:gdLst>
              <a:gd name="csX0" fmla="*/ 19494 w 138230"/>
              <a:gd name="csY0" fmla="*/ 0 h 141753"/>
              <a:gd name="csX1" fmla="*/ 0 w 138230"/>
              <a:gd name="csY1" fmla="*/ 19491 h 141753"/>
              <a:gd name="csX2" fmla="*/ 0 w 138230"/>
              <a:gd name="csY2" fmla="*/ 30123 h 141753"/>
              <a:gd name="csX3" fmla="*/ 6154 w 138230"/>
              <a:gd name="csY3" fmla="*/ 44300 h 141753"/>
              <a:gd name="csX4" fmla="*/ 0 w 138230"/>
              <a:gd name="csY4" fmla="*/ 58476 h 141753"/>
              <a:gd name="csX5" fmla="*/ 0 w 138230"/>
              <a:gd name="csY5" fmla="*/ 69108 h 141753"/>
              <a:gd name="csX6" fmla="*/ 6154 w 138230"/>
              <a:gd name="csY6" fmla="*/ 83283 h 141753"/>
              <a:gd name="csX7" fmla="*/ 0 w 138230"/>
              <a:gd name="csY7" fmla="*/ 97460 h 141753"/>
              <a:gd name="csX8" fmla="*/ 0 w 138230"/>
              <a:gd name="csY8" fmla="*/ 108089 h 141753"/>
              <a:gd name="csX9" fmla="*/ 19494 w 138230"/>
              <a:gd name="csY9" fmla="*/ 127583 h 141753"/>
              <a:gd name="csX10" fmla="*/ 74524 w 138230"/>
              <a:gd name="csY10" fmla="*/ 127583 h 141753"/>
              <a:gd name="csX11" fmla="*/ 65053 w 138230"/>
              <a:gd name="csY11" fmla="*/ 116951 h 141753"/>
              <a:gd name="csX12" fmla="*/ 19494 w 138230"/>
              <a:gd name="csY12" fmla="*/ 116951 h 141753"/>
              <a:gd name="csX13" fmla="*/ 10633 w 138230"/>
              <a:gd name="csY13" fmla="*/ 108089 h 141753"/>
              <a:gd name="csX14" fmla="*/ 10633 w 138230"/>
              <a:gd name="csY14" fmla="*/ 106319 h 141753"/>
              <a:gd name="csX15" fmla="*/ 60969 w 138230"/>
              <a:gd name="csY15" fmla="*/ 106319 h 141753"/>
              <a:gd name="csX16" fmla="*/ 60256 w 138230"/>
              <a:gd name="csY16" fmla="*/ 99231 h 141753"/>
              <a:gd name="csX17" fmla="*/ 67414 w 138230"/>
              <a:gd name="csY17" fmla="*/ 77967 h 141753"/>
              <a:gd name="csX18" fmla="*/ 19494 w 138230"/>
              <a:gd name="csY18" fmla="*/ 77967 h 141753"/>
              <a:gd name="csX19" fmla="*/ 10633 w 138230"/>
              <a:gd name="csY19" fmla="*/ 69108 h 141753"/>
              <a:gd name="csX20" fmla="*/ 10633 w 138230"/>
              <a:gd name="csY20" fmla="*/ 67335 h 141753"/>
              <a:gd name="csX21" fmla="*/ 80353 w 138230"/>
              <a:gd name="csY21" fmla="*/ 67335 h 141753"/>
              <a:gd name="csX22" fmla="*/ 95700 w 138230"/>
              <a:gd name="csY22" fmla="*/ 63792 h 141753"/>
              <a:gd name="csX23" fmla="*/ 119992 w 138230"/>
              <a:gd name="csY23" fmla="*/ 73497 h 141753"/>
              <a:gd name="csX24" fmla="*/ 120511 w 138230"/>
              <a:gd name="csY24" fmla="*/ 69108 h 141753"/>
              <a:gd name="csX25" fmla="*/ 120511 w 138230"/>
              <a:gd name="csY25" fmla="*/ 58476 h 141753"/>
              <a:gd name="csX26" fmla="*/ 114357 w 138230"/>
              <a:gd name="csY26" fmla="*/ 44300 h 141753"/>
              <a:gd name="csX27" fmla="*/ 120511 w 138230"/>
              <a:gd name="csY27" fmla="*/ 30123 h 141753"/>
              <a:gd name="csX28" fmla="*/ 120511 w 138230"/>
              <a:gd name="csY28" fmla="*/ 19491 h 141753"/>
              <a:gd name="csX29" fmla="*/ 101017 w 138230"/>
              <a:gd name="csY29" fmla="*/ 0 h 141753"/>
              <a:gd name="csX30" fmla="*/ 19494 w 138230"/>
              <a:gd name="csY30" fmla="*/ 0 h 141753"/>
              <a:gd name="csX31" fmla="*/ 10633 w 138230"/>
              <a:gd name="csY31" fmla="*/ 28352 h 141753"/>
              <a:gd name="csX32" fmla="*/ 109878 w 138230"/>
              <a:gd name="csY32" fmla="*/ 28352 h 141753"/>
              <a:gd name="csX33" fmla="*/ 109878 w 138230"/>
              <a:gd name="csY33" fmla="*/ 30123 h 141753"/>
              <a:gd name="csX34" fmla="*/ 101017 w 138230"/>
              <a:gd name="csY34" fmla="*/ 38984 h 141753"/>
              <a:gd name="csX35" fmla="*/ 19494 w 138230"/>
              <a:gd name="csY35" fmla="*/ 38984 h 141753"/>
              <a:gd name="csX36" fmla="*/ 10633 w 138230"/>
              <a:gd name="csY36" fmla="*/ 30123 h 141753"/>
              <a:gd name="csX37" fmla="*/ 10633 w 138230"/>
              <a:gd name="csY37" fmla="*/ 28352 h 141753"/>
              <a:gd name="csX38" fmla="*/ 95700 w 138230"/>
              <a:gd name="csY38" fmla="*/ 70880 h 141753"/>
              <a:gd name="csX39" fmla="*/ 67344 w 138230"/>
              <a:gd name="csY39" fmla="*/ 99231 h 141753"/>
              <a:gd name="csX40" fmla="*/ 95700 w 138230"/>
              <a:gd name="csY40" fmla="*/ 127583 h 141753"/>
              <a:gd name="csX41" fmla="*/ 111623 w 138230"/>
              <a:gd name="csY41" fmla="*/ 122667 h 141753"/>
              <a:gd name="csX42" fmla="*/ 129159 w 138230"/>
              <a:gd name="csY42" fmla="*/ 140206 h 141753"/>
              <a:gd name="csX43" fmla="*/ 132917 w 138230"/>
              <a:gd name="csY43" fmla="*/ 141754 h 141753"/>
              <a:gd name="csX44" fmla="*/ 136675 w 138230"/>
              <a:gd name="csY44" fmla="*/ 140206 h 141753"/>
              <a:gd name="csX45" fmla="*/ 136675 w 138230"/>
              <a:gd name="csY45" fmla="*/ 132687 h 141753"/>
              <a:gd name="csX46" fmla="*/ 119148 w 138230"/>
              <a:gd name="csY46" fmla="*/ 115148 h 141753"/>
              <a:gd name="csX47" fmla="*/ 124057 w 138230"/>
              <a:gd name="csY47" fmla="*/ 99231 h 141753"/>
              <a:gd name="csX48" fmla="*/ 95700 w 138230"/>
              <a:gd name="csY48" fmla="*/ 70880 h 141753"/>
              <a:gd name="csX49" fmla="*/ 95700 w 138230"/>
              <a:gd name="csY49" fmla="*/ 81512 h 141753"/>
              <a:gd name="csX50" fmla="*/ 113423 w 138230"/>
              <a:gd name="csY50" fmla="*/ 99231 h 141753"/>
              <a:gd name="csX51" fmla="*/ 95700 w 138230"/>
              <a:gd name="csY51" fmla="*/ 116951 h 141753"/>
              <a:gd name="csX52" fmla="*/ 77978 w 138230"/>
              <a:gd name="csY52" fmla="*/ 99231 h 141753"/>
              <a:gd name="csX53" fmla="*/ 95700 w 138230"/>
              <a:gd name="csY53" fmla="*/ 81512 h 141753"/>
            </a:gdLst>
            <a:ahLst/>
            <a:cxnLst/>
            <a:rect l="l" t="t" r="r" b="b"/>
            <a:pathLst>
              <a:path w="100000" h="100000">
                <a:moveTo>
                  <a:pt x="14995" y="0"/>
                </a:moveTo>
                <a:cubicBezTo>
                  <a:pt x="7412" y="0"/>
                  <a:pt x="1243" y="6168"/>
                  <a:pt x="1243" y="13750"/>
                </a:cubicBezTo>
                <a:lnTo>
                  <a:pt x="1243" y="21250"/>
                </a:lnTo>
                <a:cubicBezTo>
                  <a:pt x="1243" y="25194"/>
                  <a:pt x="2916" y="28742"/>
                  <a:pt x="5584" y="31252"/>
                </a:cubicBezTo>
                <a:cubicBezTo>
                  <a:pt x="2916" y="33761"/>
                  <a:pt x="1243" y="37310"/>
                  <a:pt x="1243" y="41252"/>
                </a:cubicBezTo>
                <a:lnTo>
                  <a:pt x="1243" y="48752"/>
                </a:lnTo>
                <a:cubicBezTo>
                  <a:pt x="1243" y="52694"/>
                  <a:pt x="2916" y="56243"/>
                  <a:pt x="5584" y="58752"/>
                </a:cubicBezTo>
                <a:cubicBezTo>
                  <a:pt x="2916" y="61263"/>
                  <a:pt x="1243" y="64810"/>
                  <a:pt x="1243" y="68753"/>
                </a:cubicBezTo>
                <a:lnTo>
                  <a:pt x="1243" y="76252"/>
                </a:lnTo>
                <a:cubicBezTo>
                  <a:pt x="1243" y="83836"/>
                  <a:pt x="7412" y="90004"/>
                  <a:pt x="14995" y="90004"/>
                </a:cubicBezTo>
                <a:lnTo>
                  <a:pt x="53816" y="90004"/>
                </a:lnTo>
                <a:cubicBezTo>
                  <a:pt x="51112" y="87976"/>
                  <a:pt x="48837" y="85432"/>
                  <a:pt x="47134" y="82503"/>
                </a:cubicBezTo>
                <a:lnTo>
                  <a:pt x="14995" y="82503"/>
                </a:lnTo>
                <a:cubicBezTo>
                  <a:pt x="11549" y="82503"/>
                  <a:pt x="8744" y="79696"/>
                  <a:pt x="8744" y="76252"/>
                </a:cubicBezTo>
                <a:lnTo>
                  <a:pt x="8744" y="75003"/>
                </a:lnTo>
                <a:lnTo>
                  <a:pt x="44253" y="75003"/>
                </a:lnTo>
                <a:cubicBezTo>
                  <a:pt x="43923" y="73383"/>
                  <a:pt x="43750" y="71715"/>
                  <a:pt x="43750" y="70003"/>
                </a:cubicBezTo>
                <a:cubicBezTo>
                  <a:pt x="43750" y="64373"/>
                  <a:pt x="45647" y="59187"/>
                  <a:pt x="48800" y="55002"/>
                </a:cubicBezTo>
                <a:lnTo>
                  <a:pt x="14995" y="55002"/>
                </a:lnTo>
                <a:cubicBezTo>
                  <a:pt x="11549" y="55002"/>
                  <a:pt x="8744" y="52197"/>
                  <a:pt x="8744" y="48752"/>
                </a:cubicBezTo>
                <a:lnTo>
                  <a:pt x="8744" y="47502"/>
                </a:lnTo>
                <a:lnTo>
                  <a:pt x="57928" y="47502"/>
                </a:lnTo>
                <a:cubicBezTo>
                  <a:pt x="61208" y="45916"/>
                  <a:pt x="64872" y="45002"/>
                  <a:pt x="68754" y="45002"/>
                </a:cubicBezTo>
                <a:cubicBezTo>
                  <a:pt x="75391" y="45002"/>
                  <a:pt x="81411" y="47618"/>
                  <a:pt x="85891" y="51849"/>
                </a:cubicBezTo>
                <a:cubicBezTo>
                  <a:pt x="86124" y="50853"/>
                  <a:pt x="86257" y="49820"/>
                  <a:pt x="86257" y="48752"/>
                </a:cubicBezTo>
                <a:lnTo>
                  <a:pt x="86257" y="41252"/>
                </a:lnTo>
                <a:cubicBezTo>
                  <a:pt x="86257" y="37310"/>
                  <a:pt x="84584" y="33761"/>
                  <a:pt x="81916" y="31252"/>
                </a:cubicBezTo>
                <a:cubicBezTo>
                  <a:pt x="84584" y="28742"/>
                  <a:pt x="86257" y="25194"/>
                  <a:pt x="86257" y="21250"/>
                </a:cubicBezTo>
                <a:lnTo>
                  <a:pt x="86257" y="13750"/>
                </a:lnTo>
                <a:cubicBezTo>
                  <a:pt x="86257" y="6168"/>
                  <a:pt x="80090" y="0"/>
                  <a:pt x="72505" y="0"/>
                </a:cubicBezTo>
                <a:lnTo>
                  <a:pt x="14995" y="0"/>
                </a:lnTo>
                <a:close/>
                <a:moveTo>
                  <a:pt x="8744" y="20001"/>
                </a:moveTo>
                <a:lnTo>
                  <a:pt x="78756" y="20001"/>
                </a:lnTo>
                <a:lnTo>
                  <a:pt x="78756" y="21250"/>
                </a:lnTo>
                <a:cubicBezTo>
                  <a:pt x="78756" y="24696"/>
                  <a:pt x="75951" y="27501"/>
                  <a:pt x="72505" y="27501"/>
                </a:cubicBezTo>
                <a:lnTo>
                  <a:pt x="14995" y="27501"/>
                </a:lnTo>
                <a:cubicBezTo>
                  <a:pt x="11549" y="27501"/>
                  <a:pt x="8744" y="24696"/>
                  <a:pt x="8744" y="21250"/>
                </a:cubicBezTo>
                <a:lnTo>
                  <a:pt x="8744" y="20001"/>
                </a:lnTo>
                <a:close/>
                <a:moveTo>
                  <a:pt x="68754" y="50002"/>
                </a:moveTo>
                <a:cubicBezTo>
                  <a:pt x="57725" y="50002"/>
                  <a:pt x="48751" y="58975"/>
                  <a:pt x="48751" y="70003"/>
                </a:cubicBezTo>
                <a:cubicBezTo>
                  <a:pt x="48751" y="81028"/>
                  <a:pt x="57725" y="90004"/>
                  <a:pt x="68754" y="90004"/>
                </a:cubicBezTo>
                <a:cubicBezTo>
                  <a:pt x="72918" y="90004"/>
                  <a:pt x="76782" y="88720"/>
                  <a:pt x="79987" y="86536"/>
                </a:cubicBezTo>
                <a:lnTo>
                  <a:pt x="92358" y="98909"/>
                </a:lnTo>
                <a:cubicBezTo>
                  <a:pt x="93090" y="99640"/>
                  <a:pt x="94049" y="100001"/>
                  <a:pt x="95009" y="100001"/>
                </a:cubicBezTo>
                <a:cubicBezTo>
                  <a:pt x="95969" y="100001"/>
                  <a:pt x="96929" y="99640"/>
                  <a:pt x="97660" y="98909"/>
                </a:cubicBezTo>
                <a:cubicBezTo>
                  <a:pt x="99123" y="97444"/>
                  <a:pt x="99123" y="95068"/>
                  <a:pt x="97660" y="93604"/>
                </a:cubicBezTo>
                <a:lnTo>
                  <a:pt x="85296" y="81231"/>
                </a:lnTo>
                <a:cubicBezTo>
                  <a:pt x="87478" y="78027"/>
                  <a:pt x="88759" y="74164"/>
                  <a:pt x="88759" y="70003"/>
                </a:cubicBezTo>
                <a:cubicBezTo>
                  <a:pt x="88759" y="58975"/>
                  <a:pt x="79785" y="50002"/>
                  <a:pt x="68754" y="50002"/>
                </a:cubicBezTo>
                <a:close/>
                <a:moveTo>
                  <a:pt x="68754" y="57503"/>
                </a:moveTo>
                <a:cubicBezTo>
                  <a:pt x="75649" y="57503"/>
                  <a:pt x="81257" y="63110"/>
                  <a:pt x="81257" y="70003"/>
                </a:cubicBezTo>
                <a:cubicBezTo>
                  <a:pt x="81257" y="76899"/>
                  <a:pt x="75649" y="82503"/>
                  <a:pt x="68754" y="82503"/>
                </a:cubicBezTo>
                <a:cubicBezTo>
                  <a:pt x="61861" y="82503"/>
                  <a:pt x="56252" y="76899"/>
                  <a:pt x="56252" y="70003"/>
                </a:cubicBezTo>
                <a:cubicBezTo>
                  <a:pt x="56252" y="63110"/>
                  <a:pt x="61861" y="57503"/>
                  <a:pt x="68754" y="575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6" name="Белый — SVG 46">
            <a:extLst>
              <a:ext uri="{FF2B5EF4-FFF2-40B4-BE49-F238E27FC236}">
                <a16:creationId xmlns:a16="http://schemas.microsoft.com/office/drawing/2014/main" id="{EC7D1AC6-0118-744D-9F4C-73C7EF2F7BE8}"/>
              </a:ext>
            </a:extLst>
          </p:cNvPr>
          <p:cNvSpPr>
            <a:spLocks noGrp="1"/>
          </p:cNvSpPr>
          <p:nvPr/>
        </p:nvSpPr>
        <p:spPr>
          <a:xfrm>
            <a:off x="5820000" y="5270000"/>
            <a:ext cx="220000" cy="220000"/>
          </a:xfrm>
          <a:custGeom>
            <a:avLst/>
            <a:gdLst>
              <a:gd name="csX0" fmla="*/ 138234 w 170134"/>
              <a:gd name="csY0" fmla="*/ 46066 h 109857"/>
              <a:gd name="csX1" fmla="*/ 136189 w 170134"/>
              <a:gd name="csY1" fmla="*/ 46066 h 109857"/>
              <a:gd name="csX2" fmla="*/ 85067 w 170134"/>
              <a:gd name="csY2" fmla="*/ 0 h 109857"/>
              <a:gd name="csX3" fmla="*/ 33945 w 170134"/>
              <a:gd name="csY3" fmla="*/ 46066 h 109857"/>
              <a:gd name="csX4" fmla="*/ 31900 w 170134"/>
              <a:gd name="csY4" fmla="*/ 46066 h 109857"/>
              <a:gd name="csX5" fmla="*/ 0 w 170134"/>
              <a:gd name="csY5" fmla="*/ 77962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2 h 109857"/>
              <a:gd name="csX9" fmla="*/ 138234 w 170134"/>
              <a:gd name="csY9" fmla="*/ 46066 h 109857"/>
            </a:gdLst>
            <a:ahLst/>
            <a:cxnLst/>
            <a:rect l="l" t="t" r="r" b="b"/>
            <a:pathLst>
              <a:path w="100000" h="100000">
                <a:moveTo>
                  <a:pt x="81250" y="44791"/>
                </a:moveTo>
                <a:lnTo>
                  <a:pt x="80048" y="44791"/>
                </a:lnTo>
                <a:cubicBezTo>
                  <a:pt x="78479" y="29603"/>
                  <a:pt x="65602" y="17715"/>
                  <a:pt x="50000" y="17715"/>
                </a:cubicBezTo>
                <a:cubicBezTo>
                  <a:pt x="34398" y="17715"/>
                  <a:pt x="21521" y="29603"/>
                  <a:pt x="19952" y="44791"/>
                </a:cubicBezTo>
                <a:lnTo>
                  <a:pt x="18750" y="44791"/>
                </a:lnTo>
                <a:cubicBezTo>
                  <a:pt x="8412" y="44791"/>
                  <a:pt x="0" y="53210"/>
                  <a:pt x="0" y="63538"/>
                </a:cubicBezTo>
                <a:cubicBezTo>
                  <a:pt x="0" y="73877"/>
                  <a:pt x="8412" y="82286"/>
                  <a:pt x="18750" y="82286"/>
                </a:cubicBezTo>
                <a:lnTo>
                  <a:pt x="81250" y="82286"/>
                </a:lnTo>
                <a:cubicBezTo>
                  <a:pt x="91590" y="82286"/>
                  <a:pt x="100000" y="73877"/>
                  <a:pt x="100000" y="63538"/>
                </a:cubicBezTo>
                <a:cubicBezTo>
                  <a:pt x="100000" y="53210"/>
                  <a:pt x="91590" y="44791"/>
                  <a:pt x="81250" y="4479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7" name="Белый — SVG 47">
            <a:extLst>
              <a:ext uri="{FF2B5EF4-FFF2-40B4-BE49-F238E27FC236}">
                <a16:creationId xmlns:a16="http://schemas.microsoft.com/office/drawing/2014/main" id="{B2AE4B0B-BC91-684F-A7F6-236CD938E2FE}"/>
              </a:ext>
            </a:extLst>
          </p:cNvPr>
          <p:cNvSpPr>
            <a:spLocks noGrp="1"/>
          </p:cNvSpPr>
          <p:nvPr/>
        </p:nvSpPr>
        <p:spPr>
          <a:xfrm>
            <a:off x="6420000" y="5270000"/>
            <a:ext cx="220000" cy="220000"/>
          </a:xfrm>
          <a:custGeom>
            <a:avLst/>
            <a:gdLst>
              <a:gd name="csX0" fmla="*/ 74434 w 148867"/>
              <a:gd name="csY0" fmla="*/ 0 h 134744"/>
              <a:gd name="csX1" fmla="*/ 32053 w 148867"/>
              <a:gd name="csY1" fmla="*/ 38989 h 134744"/>
              <a:gd name="csX2" fmla="*/ 30131 w 148867"/>
              <a:gd name="csY2" fmla="*/ 38989 h 134744"/>
              <a:gd name="csX3" fmla="*/ 0 w 148867"/>
              <a:gd name="csY3" fmla="*/ 69099 h 134744"/>
              <a:gd name="csX4" fmla="*/ 30131 w 148867"/>
              <a:gd name="csY4" fmla="*/ 99226 h 134744"/>
              <a:gd name="csX5" fmla="*/ 44303 w 148867"/>
              <a:gd name="csY5" fmla="*/ 99226 h 134744"/>
              <a:gd name="csX6" fmla="*/ 44303 w 148867"/>
              <a:gd name="csY6" fmla="*/ 65561 h 134744"/>
              <a:gd name="csX7" fmla="*/ 56706 w 148867"/>
              <a:gd name="csY7" fmla="*/ 53160 h 134744"/>
              <a:gd name="csX8" fmla="*/ 68972 w 148867"/>
              <a:gd name="csY8" fmla="*/ 64115 h 134744"/>
              <a:gd name="csX9" fmla="*/ 83383 w 148867"/>
              <a:gd name="csY9" fmla="*/ 49706 h 134744"/>
              <a:gd name="csX10" fmla="*/ 100923 w 148867"/>
              <a:gd name="csY10" fmla="*/ 49706 h 134744"/>
              <a:gd name="csX11" fmla="*/ 116882 w 148867"/>
              <a:gd name="csY11" fmla="*/ 65646 h 134744"/>
              <a:gd name="csX12" fmla="*/ 116882 w 148867"/>
              <a:gd name="csY12" fmla="*/ 83201 h 134744"/>
              <a:gd name="csX13" fmla="*/ 108103 w 148867"/>
              <a:gd name="csY13" fmla="*/ 86825 h 134744"/>
              <a:gd name="csX14" fmla="*/ 104564 w 148867"/>
              <a:gd name="csY14" fmla="*/ 86246 h 134744"/>
              <a:gd name="csX15" fmla="*/ 104564 w 148867"/>
              <a:gd name="csY15" fmla="*/ 99226 h 134744"/>
              <a:gd name="csX16" fmla="*/ 118737 w 148867"/>
              <a:gd name="csY16" fmla="*/ 99226 h 134744"/>
              <a:gd name="csX17" fmla="*/ 148867 w 148867"/>
              <a:gd name="csY17" fmla="*/ 69099 h 134744"/>
              <a:gd name="csX18" fmla="*/ 118737 w 148867"/>
              <a:gd name="csY18" fmla="*/ 38989 h 134744"/>
              <a:gd name="csX19" fmla="*/ 116814 w 148867"/>
              <a:gd name="csY19" fmla="*/ 38989 h 134744"/>
              <a:gd name="csX20" fmla="*/ 74434 w 148867"/>
              <a:gd name="csY20" fmla="*/ 0 h 134744"/>
              <a:gd name="csX21" fmla="*/ 92077 w 148867"/>
              <a:gd name="csY21" fmla="*/ 53092 h 134744"/>
              <a:gd name="csX22" fmla="*/ 89746 w 148867"/>
              <a:gd name="csY22" fmla="*/ 53670 h 134744"/>
              <a:gd name="csX23" fmla="*/ 87908 w 148867"/>
              <a:gd name="csY23" fmla="*/ 55201 h 134744"/>
              <a:gd name="csX24" fmla="*/ 72443 w 148867"/>
              <a:gd name="csY24" fmla="*/ 70664 h 134744"/>
              <a:gd name="csX25" fmla="*/ 71252 w 148867"/>
              <a:gd name="csY25" fmla="*/ 72399 h 134744"/>
              <a:gd name="csX26" fmla="*/ 70810 w 148867"/>
              <a:gd name="csY26" fmla="*/ 74441 h 134744"/>
              <a:gd name="csX27" fmla="*/ 71201 w 148867"/>
              <a:gd name="csY27" fmla="*/ 76516 h 134744"/>
              <a:gd name="csX28" fmla="*/ 72375 w 148867"/>
              <a:gd name="csY28" fmla="*/ 78251 h 134744"/>
              <a:gd name="csX29" fmla="*/ 74127 w 148867"/>
              <a:gd name="csY29" fmla="*/ 79425 h 134744"/>
              <a:gd name="csX30" fmla="*/ 76186 w 148867"/>
              <a:gd name="csY30" fmla="*/ 79816 h 134744"/>
              <a:gd name="csX31" fmla="*/ 78245 w 148867"/>
              <a:gd name="csY31" fmla="*/ 79374 h 134744"/>
              <a:gd name="csX32" fmla="*/ 79963 w 148867"/>
              <a:gd name="csY32" fmla="*/ 78183 h 134744"/>
              <a:gd name="csX33" fmla="*/ 86837 w 148867"/>
              <a:gd name="csY33" fmla="*/ 71310 h 134744"/>
              <a:gd name="csX34" fmla="*/ 86837 w 148867"/>
              <a:gd name="csY34" fmla="*/ 122259 h 134744"/>
              <a:gd name="csX35" fmla="*/ 87228 w 148867"/>
              <a:gd name="csY35" fmla="*/ 124317 h 134744"/>
              <a:gd name="csX36" fmla="*/ 88368 w 148867"/>
              <a:gd name="csY36" fmla="*/ 126069 h 134744"/>
              <a:gd name="csX37" fmla="*/ 90103 w 148867"/>
              <a:gd name="csY37" fmla="*/ 127243 h 134744"/>
              <a:gd name="csX38" fmla="*/ 92162 w 148867"/>
              <a:gd name="csY38" fmla="*/ 127651 h 134744"/>
              <a:gd name="csX39" fmla="*/ 94203 w 148867"/>
              <a:gd name="csY39" fmla="*/ 127243 h 134744"/>
              <a:gd name="csX40" fmla="*/ 95939 w 148867"/>
              <a:gd name="csY40" fmla="*/ 126069 h 134744"/>
              <a:gd name="csX41" fmla="*/ 97095 w 148867"/>
              <a:gd name="csY41" fmla="*/ 124317 h 134744"/>
              <a:gd name="csX42" fmla="*/ 97470 w 148867"/>
              <a:gd name="csY42" fmla="*/ 122259 h 134744"/>
              <a:gd name="csX43" fmla="*/ 97470 w 148867"/>
              <a:gd name="csY43" fmla="*/ 71310 h 134744"/>
              <a:gd name="csX44" fmla="*/ 104343 w 148867"/>
              <a:gd name="csY44" fmla="*/ 78183 h 134744"/>
              <a:gd name="csX45" fmla="*/ 106079 w 148867"/>
              <a:gd name="csY45" fmla="*/ 79374 h 134744"/>
              <a:gd name="csX46" fmla="*/ 108120 w 148867"/>
              <a:gd name="csY46" fmla="*/ 79816 h 134744"/>
              <a:gd name="csX47" fmla="*/ 110196 w 148867"/>
              <a:gd name="csY47" fmla="*/ 79425 h 134744"/>
              <a:gd name="csX48" fmla="*/ 111948 w 148867"/>
              <a:gd name="csY48" fmla="*/ 78251 h 134744"/>
              <a:gd name="csX49" fmla="*/ 113105 w 148867"/>
              <a:gd name="csY49" fmla="*/ 76516 h 134744"/>
              <a:gd name="csX50" fmla="*/ 113496 w 148867"/>
              <a:gd name="csY50" fmla="*/ 74441 h 134744"/>
              <a:gd name="csX51" fmla="*/ 113071 w 148867"/>
              <a:gd name="csY51" fmla="*/ 72399 h 134744"/>
              <a:gd name="csX52" fmla="*/ 111863 w 148867"/>
              <a:gd name="csY52" fmla="*/ 70664 h 134744"/>
              <a:gd name="csX53" fmla="*/ 96364 w 148867"/>
              <a:gd name="csY53" fmla="*/ 55167 h 134744"/>
              <a:gd name="csX54" fmla="*/ 94476 w 148867"/>
              <a:gd name="csY54" fmla="*/ 53619 h 134744"/>
              <a:gd name="csX55" fmla="*/ 92077 w 148867"/>
              <a:gd name="csY55" fmla="*/ 53092 h 134744"/>
              <a:gd name="csX56" fmla="*/ 56621 w 148867"/>
              <a:gd name="csY56" fmla="*/ 60168 h 134744"/>
              <a:gd name="csX57" fmla="*/ 52895 w 148867"/>
              <a:gd name="csY57" fmla="*/ 61784 h 134744"/>
              <a:gd name="csX58" fmla="*/ 51397 w 148867"/>
              <a:gd name="csY58" fmla="*/ 65561 h 134744"/>
              <a:gd name="csX59" fmla="*/ 51397 w 148867"/>
              <a:gd name="csY59" fmla="*/ 116526 h 134744"/>
              <a:gd name="csX60" fmla="*/ 44524 w 148867"/>
              <a:gd name="csY60" fmla="*/ 109654 h 134744"/>
              <a:gd name="csX61" fmla="*/ 42789 w 148867"/>
              <a:gd name="csY61" fmla="*/ 108446 h 134744"/>
              <a:gd name="csX62" fmla="*/ 40747 w 148867"/>
              <a:gd name="csY62" fmla="*/ 108021 h 134744"/>
              <a:gd name="csX63" fmla="*/ 38671 w 148867"/>
              <a:gd name="csY63" fmla="*/ 108412 h 134744"/>
              <a:gd name="csX64" fmla="*/ 36919 w 148867"/>
              <a:gd name="csY64" fmla="*/ 109568 h 134744"/>
              <a:gd name="csX65" fmla="*/ 35762 w 148867"/>
              <a:gd name="csY65" fmla="*/ 111321 h 134744"/>
              <a:gd name="csX66" fmla="*/ 35371 w 148867"/>
              <a:gd name="csY66" fmla="*/ 113379 h 134744"/>
              <a:gd name="csX67" fmla="*/ 35796 w 148867"/>
              <a:gd name="csY67" fmla="*/ 115438 h 134744"/>
              <a:gd name="csX68" fmla="*/ 37004 w 148867"/>
              <a:gd name="csY68" fmla="*/ 117172 h 134744"/>
              <a:gd name="csX69" fmla="*/ 52503 w 148867"/>
              <a:gd name="csY69" fmla="*/ 132653 h 134744"/>
              <a:gd name="csX70" fmla="*/ 54375 w 148867"/>
              <a:gd name="csY70" fmla="*/ 134200 h 134744"/>
              <a:gd name="csX71" fmla="*/ 56740 w 148867"/>
              <a:gd name="csY71" fmla="*/ 134745 h 134744"/>
              <a:gd name="csX72" fmla="*/ 59088 w 148867"/>
              <a:gd name="csY72" fmla="*/ 134183 h 134744"/>
              <a:gd name="csX73" fmla="*/ 60959 w 148867"/>
              <a:gd name="csY73" fmla="*/ 132636 h 134744"/>
              <a:gd name="csX74" fmla="*/ 76424 w 148867"/>
              <a:gd name="csY74" fmla="*/ 117172 h 134744"/>
              <a:gd name="csX75" fmla="*/ 77615 w 148867"/>
              <a:gd name="csY75" fmla="*/ 115438 h 134744"/>
              <a:gd name="csX76" fmla="*/ 78058 w 148867"/>
              <a:gd name="csY76" fmla="*/ 113379 h 134744"/>
              <a:gd name="csX77" fmla="*/ 77666 w 148867"/>
              <a:gd name="csY77" fmla="*/ 111321 h 134744"/>
              <a:gd name="csX78" fmla="*/ 76492 w 148867"/>
              <a:gd name="csY78" fmla="*/ 109568 h 134744"/>
              <a:gd name="csX79" fmla="*/ 74740 w 148867"/>
              <a:gd name="csY79" fmla="*/ 108412 h 134744"/>
              <a:gd name="csX80" fmla="*/ 72681 w 148867"/>
              <a:gd name="csY80" fmla="*/ 108021 h 134744"/>
              <a:gd name="csX81" fmla="*/ 70623 w 148867"/>
              <a:gd name="csY81" fmla="*/ 108446 h 134744"/>
              <a:gd name="csX82" fmla="*/ 68904 w 148867"/>
              <a:gd name="csY82" fmla="*/ 109654 h 134744"/>
              <a:gd name="csX83" fmla="*/ 62031 w 148867"/>
              <a:gd name="csY83" fmla="*/ 116526 h 134744"/>
              <a:gd name="csX84" fmla="*/ 62031 w 148867"/>
              <a:gd name="csY84" fmla="*/ 65561 h 134744"/>
              <a:gd name="csX85" fmla="*/ 61640 w 148867"/>
              <a:gd name="csY85" fmla="*/ 63486 h 134744"/>
              <a:gd name="csX86" fmla="*/ 60466 w 148867"/>
              <a:gd name="csY86" fmla="*/ 61733 h 134744"/>
              <a:gd name="csX87" fmla="*/ 58713 w 148867"/>
              <a:gd name="csY87" fmla="*/ 60560 h 134744"/>
              <a:gd name="csX88" fmla="*/ 56621 w 148867"/>
              <a:gd name="csY88" fmla="*/ 60168 h 134744"/>
            </a:gdLst>
            <a:ahLst/>
            <a:cxnLst/>
            <a:rect l="l" t="t" r="r" b="b"/>
            <a:pathLst>
              <a:path w="100000" h="100000">
                <a:moveTo>
                  <a:pt x="50000" y="4743"/>
                </a:moveTo>
                <a:cubicBezTo>
                  <a:pt x="35051" y="4743"/>
                  <a:pt x="22743" y="16285"/>
                  <a:pt x="21531" y="30934"/>
                </a:cubicBezTo>
                <a:lnTo>
                  <a:pt x="20240" y="30934"/>
                </a:lnTo>
                <a:cubicBezTo>
                  <a:pt x="9075" y="30934"/>
                  <a:pt x="0" y="40007"/>
                  <a:pt x="0" y="51160"/>
                </a:cubicBezTo>
                <a:cubicBezTo>
                  <a:pt x="0" y="62324"/>
                  <a:pt x="9075" y="71398"/>
                  <a:pt x="20240" y="71398"/>
                </a:cubicBezTo>
                <a:lnTo>
                  <a:pt x="29760" y="71398"/>
                </a:lnTo>
                <a:lnTo>
                  <a:pt x="29760" y="48783"/>
                </a:lnTo>
                <a:cubicBezTo>
                  <a:pt x="29760" y="44178"/>
                  <a:pt x="33497" y="40453"/>
                  <a:pt x="38092" y="40453"/>
                </a:cubicBezTo>
                <a:cubicBezTo>
                  <a:pt x="42366" y="40453"/>
                  <a:pt x="45840" y="43676"/>
                  <a:pt x="46331" y="47812"/>
                </a:cubicBezTo>
                <a:lnTo>
                  <a:pt x="56012" y="38133"/>
                </a:lnTo>
                <a:cubicBezTo>
                  <a:pt x="59269" y="34876"/>
                  <a:pt x="64537" y="34876"/>
                  <a:pt x="67794" y="38133"/>
                </a:cubicBezTo>
                <a:lnTo>
                  <a:pt x="78514" y="48841"/>
                </a:lnTo>
                <a:cubicBezTo>
                  <a:pt x="81772" y="52097"/>
                  <a:pt x="81772" y="57376"/>
                  <a:pt x="78514" y="60633"/>
                </a:cubicBezTo>
                <a:cubicBezTo>
                  <a:pt x="76880" y="62256"/>
                  <a:pt x="74755" y="63067"/>
                  <a:pt x="72617" y="63067"/>
                </a:cubicBezTo>
                <a:cubicBezTo>
                  <a:pt x="71817" y="63067"/>
                  <a:pt x="71017" y="62918"/>
                  <a:pt x="70240" y="62678"/>
                </a:cubicBezTo>
                <a:lnTo>
                  <a:pt x="70240" y="71398"/>
                </a:lnTo>
                <a:lnTo>
                  <a:pt x="79760" y="71398"/>
                </a:lnTo>
                <a:cubicBezTo>
                  <a:pt x="90926" y="71398"/>
                  <a:pt x="100000" y="62324"/>
                  <a:pt x="100000" y="51160"/>
                </a:cubicBezTo>
                <a:cubicBezTo>
                  <a:pt x="100000" y="40007"/>
                  <a:pt x="90926" y="30934"/>
                  <a:pt x="79760" y="30934"/>
                </a:cubicBezTo>
                <a:lnTo>
                  <a:pt x="78469" y="30934"/>
                </a:lnTo>
                <a:cubicBezTo>
                  <a:pt x="77258" y="16285"/>
                  <a:pt x="64949" y="4743"/>
                  <a:pt x="50000" y="4743"/>
                </a:cubicBezTo>
                <a:close/>
                <a:moveTo>
                  <a:pt x="61852" y="40408"/>
                </a:moveTo>
                <a:cubicBezTo>
                  <a:pt x="61303" y="40408"/>
                  <a:pt x="60766" y="40545"/>
                  <a:pt x="60286" y="40796"/>
                </a:cubicBezTo>
                <a:cubicBezTo>
                  <a:pt x="59806" y="41036"/>
                  <a:pt x="59383" y="41390"/>
                  <a:pt x="59051" y="41824"/>
                </a:cubicBezTo>
                <a:lnTo>
                  <a:pt x="48663" y="52211"/>
                </a:lnTo>
                <a:cubicBezTo>
                  <a:pt x="48320" y="52543"/>
                  <a:pt x="48046" y="52931"/>
                  <a:pt x="47863" y="53377"/>
                </a:cubicBezTo>
                <a:cubicBezTo>
                  <a:pt x="47669" y="53811"/>
                  <a:pt x="47577" y="54280"/>
                  <a:pt x="47566" y="54749"/>
                </a:cubicBezTo>
                <a:cubicBezTo>
                  <a:pt x="47566" y="55228"/>
                  <a:pt x="47657" y="55697"/>
                  <a:pt x="47829" y="56142"/>
                </a:cubicBezTo>
                <a:cubicBezTo>
                  <a:pt x="48011" y="56577"/>
                  <a:pt x="48275" y="56977"/>
                  <a:pt x="48617" y="57308"/>
                </a:cubicBezTo>
                <a:cubicBezTo>
                  <a:pt x="48948" y="57651"/>
                  <a:pt x="49349" y="57914"/>
                  <a:pt x="49794" y="58096"/>
                </a:cubicBezTo>
                <a:cubicBezTo>
                  <a:pt x="50229" y="58279"/>
                  <a:pt x="50697" y="58359"/>
                  <a:pt x="51177" y="58359"/>
                </a:cubicBezTo>
                <a:cubicBezTo>
                  <a:pt x="51645" y="58359"/>
                  <a:pt x="52114" y="58256"/>
                  <a:pt x="52560" y="58062"/>
                </a:cubicBezTo>
                <a:cubicBezTo>
                  <a:pt x="52994" y="57880"/>
                  <a:pt x="53383" y="57605"/>
                  <a:pt x="53714" y="57262"/>
                </a:cubicBezTo>
                <a:lnTo>
                  <a:pt x="58332" y="52645"/>
                </a:lnTo>
                <a:lnTo>
                  <a:pt x="58332" y="86870"/>
                </a:lnTo>
                <a:cubicBezTo>
                  <a:pt x="58332" y="87349"/>
                  <a:pt x="58412" y="87818"/>
                  <a:pt x="58595" y="88252"/>
                </a:cubicBezTo>
                <a:cubicBezTo>
                  <a:pt x="58766" y="88698"/>
                  <a:pt x="59029" y="89098"/>
                  <a:pt x="59360" y="89429"/>
                </a:cubicBezTo>
                <a:cubicBezTo>
                  <a:pt x="59692" y="89772"/>
                  <a:pt x="60091" y="90035"/>
                  <a:pt x="60526" y="90218"/>
                </a:cubicBezTo>
                <a:cubicBezTo>
                  <a:pt x="60960" y="90400"/>
                  <a:pt x="61429" y="90492"/>
                  <a:pt x="61909" y="90492"/>
                </a:cubicBezTo>
                <a:cubicBezTo>
                  <a:pt x="62377" y="90492"/>
                  <a:pt x="62846" y="90400"/>
                  <a:pt x="63280" y="90218"/>
                </a:cubicBezTo>
                <a:cubicBezTo>
                  <a:pt x="63715" y="90035"/>
                  <a:pt x="64114" y="89772"/>
                  <a:pt x="64446" y="89429"/>
                </a:cubicBezTo>
                <a:cubicBezTo>
                  <a:pt x="64777" y="89098"/>
                  <a:pt x="65040" y="88698"/>
                  <a:pt x="65223" y="88252"/>
                </a:cubicBezTo>
                <a:cubicBezTo>
                  <a:pt x="65395" y="87818"/>
                  <a:pt x="65486" y="87349"/>
                  <a:pt x="65475" y="86870"/>
                </a:cubicBezTo>
                <a:lnTo>
                  <a:pt x="65475" y="52645"/>
                </a:lnTo>
                <a:lnTo>
                  <a:pt x="70091" y="57262"/>
                </a:lnTo>
                <a:cubicBezTo>
                  <a:pt x="70423" y="57605"/>
                  <a:pt x="70823" y="57880"/>
                  <a:pt x="71258" y="58062"/>
                </a:cubicBezTo>
                <a:cubicBezTo>
                  <a:pt x="71692" y="58256"/>
                  <a:pt x="72160" y="58359"/>
                  <a:pt x="72629" y="58359"/>
                </a:cubicBezTo>
                <a:cubicBezTo>
                  <a:pt x="73109" y="58359"/>
                  <a:pt x="73577" y="58279"/>
                  <a:pt x="74023" y="58096"/>
                </a:cubicBezTo>
                <a:cubicBezTo>
                  <a:pt x="74457" y="57914"/>
                  <a:pt x="74857" y="57651"/>
                  <a:pt x="75200" y="57308"/>
                </a:cubicBezTo>
                <a:cubicBezTo>
                  <a:pt x="75532" y="56977"/>
                  <a:pt x="75795" y="56577"/>
                  <a:pt x="75977" y="56142"/>
                </a:cubicBezTo>
                <a:cubicBezTo>
                  <a:pt x="76160" y="55697"/>
                  <a:pt x="76251" y="55228"/>
                  <a:pt x="76240" y="54749"/>
                </a:cubicBezTo>
                <a:cubicBezTo>
                  <a:pt x="76240" y="54280"/>
                  <a:pt x="76137" y="53811"/>
                  <a:pt x="75954" y="53377"/>
                </a:cubicBezTo>
                <a:cubicBezTo>
                  <a:pt x="75760" y="52931"/>
                  <a:pt x="75486" y="52543"/>
                  <a:pt x="75143" y="52211"/>
                </a:cubicBezTo>
                <a:lnTo>
                  <a:pt x="64732" y="41801"/>
                </a:lnTo>
                <a:cubicBezTo>
                  <a:pt x="64400" y="41367"/>
                  <a:pt x="63966" y="41001"/>
                  <a:pt x="63463" y="40762"/>
                </a:cubicBezTo>
                <a:cubicBezTo>
                  <a:pt x="62960" y="40522"/>
                  <a:pt x="62411" y="40396"/>
                  <a:pt x="61852" y="40408"/>
                </a:cubicBezTo>
                <a:close/>
                <a:moveTo>
                  <a:pt x="38035" y="45161"/>
                </a:moveTo>
                <a:cubicBezTo>
                  <a:pt x="37097" y="45172"/>
                  <a:pt x="36195" y="45573"/>
                  <a:pt x="35532" y="46246"/>
                </a:cubicBezTo>
                <a:cubicBezTo>
                  <a:pt x="34869" y="46921"/>
                  <a:pt x="34514" y="47835"/>
                  <a:pt x="34525" y="48783"/>
                </a:cubicBezTo>
                <a:lnTo>
                  <a:pt x="34525" y="83019"/>
                </a:lnTo>
                <a:lnTo>
                  <a:pt x="29909" y="78403"/>
                </a:lnTo>
                <a:cubicBezTo>
                  <a:pt x="29577" y="78059"/>
                  <a:pt x="29177" y="77785"/>
                  <a:pt x="28743" y="77591"/>
                </a:cubicBezTo>
                <a:cubicBezTo>
                  <a:pt x="28308" y="77408"/>
                  <a:pt x="27840" y="77306"/>
                  <a:pt x="27371" y="77306"/>
                </a:cubicBezTo>
                <a:cubicBezTo>
                  <a:pt x="26892" y="77293"/>
                  <a:pt x="26423" y="77386"/>
                  <a:pt x="25977" y="77568"/>
                </a:cubicBezTo>
                <a:cubicBezTo>
                  <a:pt x="25543" y="77751"/>
                  <a:pt x="25143" y="78014"/>
                  <a:pt x="24800" y="78345"/>
                </a:cubicBezTo>
                <a:cubicBezTo>
                  <a:pt x="24469" y="78688"/>
                  <a:pt x="24205" y="79088"/>
                  <a:pt x="24023" y="79522"/>
                </a:cubicBezTo>
                <a:cubicBezTo>
                  <a:pt x="23840" y="79968"/>
                  <a:pt x="23749" y="80437"/>
                  <a:pt x="23760" y="80905"/>
                </a:cubicBezTo>
                <a:cubicBezTo>
                  <a:pt x="23760" y="81385"/>
                  <a:pt x="23863" y="81853"/>
                  <a:pt x="24046" y="82288"/>
                </a:cubicBezTo>
                <a:cubicBezTo>
                  <a:pt x="24240" y="82722"/>
                  <a:pt x="24514" y="83122"/>
                  <a:pt x="24857" y="83453"/>
                </a:cubicBezTo>
                <a:lnTo>
                  <a:pt x="35268" y="93852"/>
                </a:lnTo>
                <a:cubicBezTo>
                  <a:pt x="35600" y="94286"/>
                  <a:pt x="36034" y="94640"/>
                  <a:pt x="36526" y="94891"/>
                </a:cubicBezTo>
                <a:cubicBezTo>
                  <a:pt x="37017" y="95132"/>
                  <a:pt x="37554" y="95257"/>
                  <a:pt x="38115" y="95257"/>
                </a:cubicBezTo>
                <a:cubicBezTo>
                  <a:pt x="38663" y="95246"/>
                  <a:pt x="39200" y="95120"/>
                  <a:pt x="39692" y="94880"/>
                </a:cubicBezTo>
                <a:cubicBezTo>
                  <a:pt x="40183" y="94628"/>
                  <a:pt x="40617" y="94274"/>
                  <a:pt x="40949" y="93840"/>
                </a:cubicBezTo>
                <a:lnTo>
                  <a:pt x="51337" y="83453"/>
                </a:lnTo>
                <a:cubicBezTo>
                  <a:pt x="51680" y="83122"/>
                  <a:pt x="51954" y="82722"/>
                  <a:pt x="52137" y="82288"/>
                </a:cubicBezTo>
                <a:cubicBezTo>
                  <a:pt x="52331" y="81853"/>
                  <a:pt x="52423" y="81385"/>
                  <a:pt x="52435" y="80905"/>
                </a:cubicBezTo>
                <a:cubicBezTo>
                  <a:pt x="52435" y="80437"/>
                  <a:pt x="52343" y="79968"/>
                  <a:pt x="52171" y="79522"/>
                </a:cubicBezTo>
                <a:cubicBezTo>
                  <a:pt x="51989" y="79088"/>
                  <a:pt x="51726" y="78688"/>
                  <a:pt x="51383" y="78345"/>
                </a:cubicBezTo>
                <a:cubicBezTo>
                  <a:pt x="51052" y="78014"/>
                  <a:pt x="50651" y="77751"/>
                  <a:pt x="50206" y="77568"/>
                </a:cubicBezTo>
                <a:cubicBezTo>
                  <a:pt x="49771" y="77386"/>
                  <a:pt x="49303" y="77293"/>
                  <a:pt x="48823" y="77306"/>
                </a:cubicBezTo>
                <a:cubicBezTo>
                  <a:pt x="48355" y="77306"/>
                  <a:pt x="47886" y="77408"/>
                  <a:pt x="47440" y="77591"/>
                </a:cubicBezTo>
                <a:cubicBezTo>
                  <a:pt x="47006" y="77785"/>
                  <a:pt x="46617" y="78059"/>
                  <a:pt x="46286" y="78403"/>
                </a:cubicBezTo>
                <a:lnTo>
                  <a:pt x="41669" y="83019"/>
                </a:lnTo>
                <a:lnTo>
                  <a:pt x="41669" y="48783"/>
                </a:lnTo>
                <a:cubicBezTo>
                  <a:pt x="41669" y="48304"/>
                  <a:pt x="41589" y="47835"/>
                  <a:pt x="41406" y="47390"/>
                </a:cubicBezTo>
                <a:cubicBezTo>
                  <a:pt x="41223" y="46944"/>
                  <a:pt x="40960" y="46544"/>
                  <a:pt x="40617" y="46212"/>
                </a:cubicBezTo>
                <a:cubicBezTo>
                  <a:pt x="40286" y="45869"/>
                  <a:pt x="39875" y="45607"/>
                  <a:pt x="39440" y="45424"/>
                </a:cubicBezTo>
                <a:cubicBezTo>
                  <a:pt x="38995" y="45241"/>
                  <a:pt x="38514" y="45161"/>
                  <a:pt x="38035" y="4516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8" name="Белый — SVG 48">
            <a:extLst>
              <a:ext uri="{FF2B5EF4-FFF2-40B4-BE49-F238E27FC236}">
                <a16:creationId xmlns:a16="http://schemas.microsoft.com/office/drawing/2014/main" id="{CD801FA6-88B5-A141-B979-6D3ABFED08CE}"/>
              </a:ext>
            </a:extLst>
          </p:cNvPr>
          <p:cNvSpPr>
            <a:spLocks noGrp="1"/>
          </p:cNvSpPr>
          <p:nvPr/>
        </p:nvSpPr>
        <p:spPr>
          <a:xfrm>
            <a:off x="7020000" y="5270000"/>
            <a:ext cx="220000" cy="220000"/>
          </a:xfrm>
          <a:custGeom>
            <a:avLst/>
            <a:gdLst>
              <a:gd name="csX0" fmla="*/ 74434 w 148867"/>
              <a:gd name="csY0" fmla="*/ 0 h 127584"/>
              <a:gd name="csX1" fmla="*/ 30471 w 148867"/>
              <a:gd name="csY1" fmla="*/ 39006 h 127584"/>
              <a:gd name="csX2" fmla="*/ 0 w 148867"/>
              <a:gd name="csY2" fmla="*/ 71038 h 127584"/>
              <a:gd name="csX3" fmla="*/ 31747 w 148867"/>
              <a:gd name="csY3" fmla="*/ 102781 h 127584"/>
              <a:gd name="csX4" fmla="*/ 69108 w 148867"/>
              <a:gd name="csY4" fmla="*/ 102781 h 127584"/>
              <a:gd name="csX5" fmla="*/ 69108 w 148867"/>
              <a:gd name="csY5" fmla="*/ 116951 h 127584"/>
              <a:gd name="csX6" fmla="*/ 15942 w 148867"/>
              <a:gd name="csY6" fmla="*/ 116951 h 127584"/>
              <a:gd name="csX7" fmla="*/ 13900 w 148867"/>
              <a:gd name="csY7" fmla="*/ 117343 h 127584"/>
              <a:gd name="csX8" fmla="*/ 12148 w 148867"/>
              <a:gd name="csY8" fmla="*/ 118482 h 127584"/>
              <a:gd name="csX9" fmla="*/ 10974 w 148867"/>
              <a:gd name="csY9" fmla="*/ 120217 h 127584"/>
              <a:gd name="csX10" fmla="*/ 10565 w 148867"/>
              <a:gd name="csY10" fmla="*/ 122259 h 127584"/>
              <a:gd name="csX11" fmla="*/ 10974 w 148867"/>
              <a:gd name="csY11" fmla="*/ 124317 h 127584"/>
              <a:gd name="csX12" fmla="*/ 12148 w 148867"/>
              <a:gd name="csY12" fmla="*/ 126052 h 127584"/>
              <a:gd name="csX13" fmla="*/ 13900 w 148867"/>
              <a:gd name="csY13" fmla="*/ 127192 h 127584"/>
              <a:gd name="csX14" fmla="*/ 15942 w 148867"/>
              <a:gd name="csY14" fmla="*/ 127583 h 127584"/>
              <a:gd name="csX15" fmla="*/ 132909 w 148867"/>
              <a:gd name="csY15" fmla="*/ 127583 h 127584"/>
              <a:gd name="csX16" fmla="*/ 134967 w 148867"/>
              <a:gd name="csY16" fmla="*/ 127192 h 127584"/>
              <a:gd name="csX17" fmla="*/ 136720 w 148867"/>
              <a:gd name="csY17" fmla="*/ 126052 h 127584"/>
              <a:gd name="csX18" fmla="*/ 137894 w 148867"/>
              <a:gd name="csY18" fmla="*/ 124317 h 127584"/>
              <a:gd name="csX19" fmla="*/ 138302 w 148867"/>
              <a:gd name="csY19" fmla="*/ 122259 h 127584"/>
              <a:gd name="csX20" fmla="*/ 137894 w 148867"/>
              <a:gd name="csY20" fmla="*/ 120217 h 127584"/>
              <a:gd name="csX21" fmla="*/ 136720 w 148867"/>
              <a:gd name="csY21" fmla="*/ 118482 h 127584"/>
              <a:gd name="csX22" fmla="*/ 134967 w 148867"/>
              <a:gd name="csY22" fmla="*/ 117343 h 127584"/>
              <a:gd name="csX23" fmla="*/ 132909 w 148867"/>
              <a:gd name="csY23" fmla="*/ 116951 h 127584"/>
              <a:gd name="csX24" fmla="*/ 79742 w 148867"/>
              <a:gd name="csY24" fmla="*/ 116951 h 127584"/>
              <a:gd name="csX25" fmla="*/ 79742 w 148867"/>
              <a:gd name="csY25" fmla="*/ 102781 h 127584"/>
              <a:gd name="csX26" fmla="*/ 117120 w 148867"/>
              <a:gd name="csY26" fmla="*/ 102781 h 127584"/>
              <a:gd name="csX27" fmla="*/ 148867 w 148867"/>
              <a:gd name="csY27" fmla="*/ 71038 h 127584"/>
              <a:gd name="csX28" fmla="*/ 118396 w 148867"/>
              <a:gd name="csY28" fmla="*/ 39006 h 127584"/>
              <a:gd name="csX29" fmla="*/ 74434 w 148867"/>
              <a:gd name="csY29" fmla="*/ 0 h 127584"/>
            </a:gdLst>
            <a:ahLst/>
            <a:cxnLst/>
            <a:rect l="l" t="t" r="r" b="b"/>
            <a:pathLst>
              <a:path w="100000" h="100000">
                <a:moveTo>
                  <a:pt x="50000" y="7148"/>
                </a:moveTo>
                <a:cubicBezTo>
                  <a:pt x="35006" y="7148"/>
                  <a:pt x="22240" y="18575"/>
                  <a:pt x="20469" y="33350"/>
                </a:cubicBezTo>
                <a:cubicBezTo>
                  <a:pt x="9109" y="33808"/>
                  <a:pt x="0" y="43281"/>
                  <a:pt x="0" y="54867"/>
                </a:cubicBezTo>
                <a:cubicBezTo>
                  <a:pt x="0" y="66615"/>
                  <a:pt x="9566" y="76190"/>
                  <a:pt x="21326" y="76190"/>
                </a:cubicBezTo>
                <a:lnTo>
                  <a:pt x="46423" y="76190"/>
                </a:lnTo>
                <a:lnTo>
                  <a:pt x="46423" y="85709"/>
                </a:lnTo>
                <a:lnTo>
                  <a:pt x="10709" y="85709"/>
                </a:lnTo>
                <a:cubicBezTo>
                  <a:pt x="10240" y="85698"/>
                  <a:pt x="9772" y="85790"/>
                  <a:pt x="9337" y="85972"/>
                </a:cubicBezTo>
                <a:cubicBezTo>
                  <a:pt x="8891" y="86144"/>
                  <a:pt x="8491" y="86406"/>
                  <a:pt x="8160" y="86737"/>
                </a:cubicBezTo>
                <a:cubicBezTo>
                  <a:pt x="7817" y="87069"/>
                  <a:pt x="7554" y="87469"/>
                  <a:pt x="7372" y="87903"/>
                </a:cubicBezTo>
                <a:cubicBezTo>
                  <a:pt x="7189" y="88338"/>
                  <a:pt x="7097" y="88806"/>
                  <a:pt x="7097" y="89275"/>
                </a:cubicBezTo>
                <a:cubicBezTo>
                  <a:pt x="7097" y="89754"/>
                  <a:pt x="7189" y="90223"/>
                  <a:pt x="7372" y="90657"/>
                </a:cubicBezTo>
                <a:cubicBezTo>
                  <a:pt x="7554" y="91092"/>
                  <a:pt x="7817" y="91491"/>
                  <a:pt x="8160" y="91823"/>
                </a:cubicBezTo>
                <a:cubicBezTo>
                  <a:pt x="8491" y="92154"/>
                  <a:pt x="8891" y="92417"/>
                  <a:pt x="9337" y="92588"/>
                </a:cubicBezTo>
                <a:cubicBezTo>
                  <a:pt x="9772" y="92771"/>
                  <a:pt x="10240" y="92862"/>
                  <a:pt x="10709" y="92851"/>
                </a:cubicBezTo>
                <a:lnTo>
                  <a:pt x="89280" y="92851"/>
                </a:lnTo>
                <a:cubicBezTo>
                  <a:pt x="89760" y="92862"/>
                  <a:pt x="90229" y="92771"/>
                  <a:pt x="90663" y="92588"/>
                </a:cubicBezTo>
                <a:cubicBezTo>
                  <a:pt x="91109" y="92417"/>
                  <a:pt x="91509" y="92154"/>
                  <a:pt x="91840" y="91823"/>
                </a:cubicBezTo>
                <a:cubicBezTo>
                  <a:pt x="92183" y="91491"/>
                  <a:pt x="92446" y="91092"/>
                  <a:pt x="92629" y="90657"/>
                </a:cubicBezTo>
                <a:cubicBezTo>
                  <a:pt x="92812" y="90223"/>
                  <a:pt x="92903" y="89754"/>
                  <a:pt x="92903" y="89275"/>
                </a:cubicBezTo>
                <a:cubicBezTo>
                  <a:pt x="92903" y="88806"/>
                  <a:pt x="92812" y="88338"/>
                  <a:pt x="92629" y="87903"/>
                </a:cubicBezTo>
                <a:cubicBezTo>
                  <a:pt x="92446" y="87469"/>
                  <a:pt x="92183" y="87069"/>
                  <a:pt x="91840" y="86737"/>
                </a:cubicBezTo>
                <a:cubicBezTo>
                  <a:pt x="91509" y="86406"/>
                  <a:pt x="91109" y="86144"/>
                  <a:pt x="90663" y="85972"/>
                </a:cubicBezTo>
                <a:cubicBezTo>
                  <a:pt x="90229" y="85790"/>
                  <a:pt x="89760" y="85698"/>
                  <a:pt x="89280" y="85709"/>
                </a:cubicBezTo>
                <a:lnTo>
                  <a:pt x="53566" y="85709"/>
                </a:lnTo>
                <a:lnTo>
                  <a:pt x="53566" y="76190"/>
                </a:lnTo>
                <a:lnTo>
                  <a:pt x="78674" y="76190"/>
                </a:lnTo>
                <a:cubicBezTo>
                  <a:pt x="90434" y="76190"/>
                  <a:pt x="100000" y="66615"/>
                  <a:pt x="100000" y="54867"/>
                </a:cubicBezTo>
                <a:cubicBezTo>
                  <a:pt x="100000" y="43281"/>
                  <a:pt x="90892" y="33808"/>
                  <a:pt x="79531" y="33350"/>
                </a:cubicBezTo>
                <a:cubicBezTo>
                  <a:pt x="77760" y="18575"/>
                  <a:pt x="64994" y="7148"/>
                  <a:pt x="50000" y="714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9" name="Белый — SVG 49">
            <a:extLst>
              <a:ext uri="{FF2B5EF4-FFF2-40B4-BE49-F238E27FC236}">
                <a16:creationId xmlns:a16="http://schemas.microsoft.com/office/drawing/2014/main" id="{089DA3C5-C090-F142-B6C1-AA83923E0763}"/>
              </a:ext>
            </a:extLst>
          </p:cNvPr>
          <p:cNvSpPr>
            <a:spLocks noGrp="1"/>
          </p:cNvSpPr>
          <p:nvPr/>
        </p:nvSpPr>
        <p:spPr>
          <a:xfrm>
            <a:off x="7620000" y="5270000"/>
            <a:ext cx="220000" cy="220000"/>
          </a:xfrm>
          <a:custGeom>
            <a:avLst/>
            <a:gdLst>
              <a:gd name="csX0" fmla="*/ 138234 w 170134"/>
              <a:gd name="csY0" fmla="*/ 46066 h 109857"/>
              <a:gd name="csX1" fmla="*/ 136175 w 170134"/>
              <a:gd name="csY1" fmla="*/ 46066 h 109857"/>
              <a:gd name="csX2" fmla="*/ 85067 w 170134"/>
              <a:gd name="csY2" fmla="*/ 0 h 109857"/>
              <a:gd name="csX3" fmla="*/ 33959 w 170134"/>
              <a:gd name="csY3" fmla="*/ 46066 h 109857"/>
              <a:gd name="csX4" fmla="*/ 31900 w 170134"/>
              <a:gd name="csY4" fmla="*/ 46066 h 109857"/>
              <a:gd name="csX5" fmla="*/ 0 w 170134"/>
              <a:gd name="csY5" fmla="*/ 77962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2 h 109857"/>
              <a:gd name="csX9" fmla="*/ 138234 w 170134"/>
              <a:gd name="csY9" fmla="*/ 46066 h 109857"/>
              <a:gd name="csX10" fmla="*/ 70895 w 170134"/>
              <a:gd name="csY10" fmla="*/ 40572 h 109857"/>
              <a:gd name="csX11" fmla="*/ 62099 w 170134"/>
              <a:gd name="csY11" fmla="*/ 79357 h 109857"/>
              <a:gd name="csX12" fmla="*/ 63800 w 170134"/>
              <a:gd name="csY12" fmla="*/ 85056 h 109857"/>
              <a:gd name="csX13" fmla="*/ 53167 w 170134"/>
              <a:gd name="csY13" fmla="*/ 95687 h 109857"/>
              <a:gd name="csX14" fmla="*/ 42534 w 170134"/>
              <a:gd name="csY14" fmla="*/ 85056 h 109857"/>
              <a:gd name="csX15" fmla="*/ 52673 w 170134"/>
              <a:gd name="csY15" fmla="*/ 74458 h 109857"/>
              <a:gd name="csX16" fmla="*/ 60262 w 170134"/>
              <a:gd name="csY16" fmla="*/ 40572 h 109857"/>
              <a:gd name="csX17" fmla="*/ 60262 w 170134"/>
              <a:gd name="csY17" fmla="*/ 33665 h 109857"/>
              <a:gd name="csX18" fmla="*/ 65570 w 170134"/>
              <a:gd name="csY18" fmla="*/ 28357 h 109857"/>
              <a:gd name="csX19" fmla="*/ 70895 w 170134"/>
              <a:gd name="csY19" fmla="*/ 33665 h 109857"/>
              <a:gd name="csX20" fmla="*/ 70895 w 170134"/>
              <a:gd name="csY20" fmla="*/ 40572 h 109857"/>
              <a:gd name="csX21" fmla="*/ 85067 w 170134"/>
              <a:gd name="csY21" fmla="*/ 95687 h 109857"/>
              <a:gd name="csX22" fmla="*/ 74434 w 170134"/>
              <a:gd name="csY22" fmla="*/ 85056 h 109857"/>
              <a:gd name="csX23" fmla="*/ 79742 w 170134"/>
              <a:gd name="csY23" fmla="*/ 75904 h 109857"/>
              <a:gd name="csX24" fmla="*/ 79742 w 170134"/>
              <a:gd name="csY24" fmla="*/ 33665 h 109857"/>
              <a:gd name="csX25" fmla="*/ 85067 w 170134"/>
              <a:gd name="csY25" fmla="*/ 28357 h 109857"/>
              <a:gd name="csX26" fmla="*/ 90375 w 170134"/>
              <a:gd name="csY26" fmla="*/ 33665 h 109857"/>
              <a:gd name="csX27" fmla="*/ 90375 w 170134"/>
              <a:gd name="csY27" fmla="*/ 75904 h 109857"/>
              <a:gd name="csX28" fmla="*/ 95700 w 170134"/>
              <a:gd name="csY28" fmla="*/ 85056 h 109857"/>
              <a:gd name="csX29" fmla="*/ 85067 w 170134"/>
              <a:gd name="csY29" fmla="*/ 95687 h 109857"/>
              <a:gd name="csX30" fmla="*/ 116967 w 170134"/>
              <a:gd name="csY30" fmla="*/ 95687 h 109857"/>
              <a:gd name="csX31" fmla="*/ 106334 w 170134"/>
              <a:gd name="csY31" fmla="*/ 85056 h 109857"/>
              <a:gd name="csX32" fmla="*/ 108035 w 170134"/>
              <a:gd name="csY32" fmla="*/ 79357 h 109857"/>
              <a:gd name="csX33" fmla="*/ 99239 w 170134"/>
              <a:gd name="csY33" fmla="*/ 40572 h 109857"/>
              <a:gd name="csX34" fmla="*/ 99239 w 170134"/>
              <a:gd name="csY34" fmla="*/ 33665 h 109857"/>
              <a:gd name="csX35" fmla="*/ 104564 w 170134"/>
              <a:gd name="csY35" fmla="*/ 28357 h 109857"/>
              <a:gd name="csX36" fmla="*/ 109873 w 170134"/>
              <a:gd name="csY36" fmla="*/ 33665 h 109857"/>
              <a:gd name="csX37" fmla="*/ 109873 w 170134"/>
              <a:gd name="csY37" fmla="*/ 40572 h 109857"/>
              <a:gd name="csX38" fmla="*/ 117461 w 170134"/>
              <a:gd name="csY38" fmla="*/ 74458 h 109857"/>
              <a:gd name="csX39" fmla="*/ 127601 w 170134"/>
              <a:gd name="csY39" fmla="*/ 85056 h 109857"/>
              <a:gd name="csX40" fmla="*/ 116967 w 170134"/>
              <a:gd name="csY40" fmla="*/ 95687 h 109857"/>
            </a:gdLst>
            <a:ahLst/>
            <a:cxnLst/>
            <a:rect l="l" t="t" r="r" b="b"/>
            <a:pathLst>
              <a:path w="100000" h="100000">
                <a:moveTo>
                  <a:pt x="81250" y="44791"/>
                </a:moveTo>
                <a:lnTo>
                  <a:pt x="80040" y="44791"/>
                </a:lnTo>
                <a:cubicBezTo>
                  <a:pt x="78480" y="29613"/>
                  <a:pt x="65600" y="17715"/>
                  <a:pt x="50000" y="17715"/>
                </a:cubicBezTo>
                <a:cubicBezTo>
                  <a:pt x="34400" y="17715"/>
                  <a:pt x="21520" y="29613"/>
                  <a:pt x="19960" y="44791"/>
                </a:cubicBezTo>
                <a:lnTo>
                  <a:pt x="18750" y="44791"/>
                </a:lnTo>
                <a:cubicBezTo>
                  <a:pt x="8420" y="44791"/>
                  <a:pt x="0" y="53210"/>
                  <a:pt x="0" y="63538"/>
                </a:cubicBezTo>
                <a:cubicBezTo>
                  <a:pt x="0" y="73877"/>
                  <a:pt x="8420" y="82286"/>
                  <a:pt x="18750" y="82286"/>
                </a:cubicBezTo>
                <a:lnTo>
                  <a:pt x="81250" y="82286"/>
                </a:lnTo>
                <a:cubicBezTo>
                  <a:pt x="91580" y="82286"/>
                  <a:pt x="100000" y="73877"/>
                  <a:pt x="100000" y="63538"/>
                </a:cubicBezTo>
                <a:cubicBezTo>
                  <a:pt x="100000" y="53210"/>
                  <a:pt x="91580" y="44791"/>
                  <a:pt x="81250" y="44791"/>
                </a:cubicBezTo>
                <a:close/>
                <a:moveTo>
                  <a:pt x="41670" y="41562"/>
                </a:moveTo>
                <a:cubicBezTo>
                  <a:pt x="41670" y="49440"/>
                  <a:pt x="39870" y="57249"/>
                  <a:pt x="36500" y="64358"/>
                </a:cubicBezTo>
                <a:cubicBezTo>
                  <a:pt x="37120" y="65328"/>
                  <a:pt x="37500" y="66478"/>
                  <a:pt x="37500" y="67708"/>
                </a:cubicBezTo>
                <a:cubicBezTo>
                  <a:pt x="37500" y="71167"/>
                  <a:pt x="34710" y="73957"/>
                  <a:pt x="31250" y="73957"/>
                </a:cubicBezTo>
                <a:cubicBezTo>
                  <a:pt x="27790" y="73957"/>
                  <a:pt x="25000" y="71167"/>
                  <a:pt x="25000" y="67708"/>
                </a:cubicBezTo>
                <a:cubicBezTo>
                  <a:pt x="25000" y="64358"/>
                  <a:pt x="27650" y="61649"/>
                  <a:pt x="30960" y="61479"/>
                </a:cubicBezTo>
                <a:cubicBezTo>
                  <a:pt x="33870" y="55270"/>
                  <a:pt x="35420" y="48440"/>
                  <a:pt x="35420" y="41562"/>
                </a:cubicBezTo>
                <a:lnTo>
                  <a:pt x="35420" y="37502"/>
                </a:lnTo>
                <a:cubicBezTo>
                  <a:pt x="35420" y="35772"/>
                  <a:pt x="36810" y="34382"/>
                  <a:pt x="38540" y="34382"/>
                </a:cubicBezTo>
                <a:cubicBezTo>
                  <a:pt x="40270" y="34382"/>
                  <a:pt x="41670" y="35772"/>
                  <a:pt x="41670" y="37502"/>
                </a:cubicBezTo>
                <a:lnTo>
                  <a:pt x="41670" y="41562"/>
                </a:lnTo>
                <a:close/>
                <a:moveTo>
                  <a:pt x="50000" y="73957"/>
                </a:moveTo>
                <a:cubicBezTo>
                  <a:pt x="46540" y="73957"/>
                  <a:pt x="43750" y="71167"/>
                  <a:pt x="43750" y="67708"/>
                </a:cubicBezTo>
                <a:cubicBezTo>
                  <a:pt x="43750" y="65398"/>
                  <a:pt x="45020" y="63419"/>
                  <a:pt x="46870" y="62329"/>
                </a:cubicBezTo>
                <a:lnTo>
                  <a:pt x="46870" y="37502"/>
                </a:lnTo>
                <a:cubicBezTo>
                  <a:pt x="46870" y="35772"/>
                  <a:pt x="48270" y="34382"/>
                  <a:pt x="50000" y="34382"/>
                </a:cubicBezTo>
                <a:cubicBezTo>
                  <a:pt x="51730" y="34382"/>
                  <a:pt x="53120" y="35772"/>
                  <a:pt x="53120" y="37502"/>
                </a:cubicBezTo>
                <a:lnTo>
                  <a:pt x="53120" y="62329"/>
                </a:lnTo>
                <a:cubicBezTo>
                  <a:pt x="54980" y="63419"/>
                  <a:pt x="56250" y="65398"/>
                  <a:pt x="56250" y="67708"/>
                </a:cubicBezTo>
                <a:cubicBezTo>
                  <a:pt x="56250" y="71167"/>
                  <a:pt x="53460" y="73957"/>
                  <a:pt x="50000" y="73957"/>
                </a:cubicBezTo>
                <a:close/>
                <a:moveTo>
                  <a:pt x="68750" y="73957"/>
                </a:moveTo>
                <a:cubicBezTo>
                  <a:pt x="65290" y="73957"/>
                  <a:pt x="62500" y="71167"/>
                  <a:pt x="62500" y="67708"/>
                </a:cubicBezTo>
                <a:cubicBezTo>
                  <a:pt x="62500" y="66478"/>
                  <a:pt x="62870" y="65328"/>
                  <a:pt x="63500" y="64358"/>
                </a:cubicBezTo>
                <a:cubicBezTo>
                  <a:pt x="60120" y="57249"/>
                  <a:pt x="58330" y="49440"/>
                  <a:pt x="58330" y="41562"/>
                </a:cubicBezTo>
                <a:lnTo>
                  <a:pt x="58330" y="37502"/>
                </a:lnTo>
                <a:cubicBezTo>
                  <a:pt x="58330" y="35772"/>
                  <a:pt x="59730" y="34382"/>
                  <a:pt x="61460" y="34382"/>
                </a:cubicBezTo>
                <a:cubicBezTo>
                  <a:pt x="63190" y="34382"/>
                  <a:pt x="64580" y="35772"/>
                  <a:pt x="64580" y="37502"/>
                </a:cubicBezTo>
                <a:lnTo>
                  <a:pt x="64580" y="41562"/>
                </a:lnTo>
                <a:cubicBezTo>
                  <a:pt x="64580" y="48440"/>
                  <a:pt x="66120" y="55270"/>
                  <a:pt x="69040" y="61479"/>
                </a:cubicBezTo>
                <a:cubicBezTo>
                  <a:pt x="72350" y="61649"/>
                  <a:pt x="75000" y="64358"/>
                  <a:pt x="75000" y="67708"/>
                </a:cubicBezTo>
                <a:cubicBezTo>
                  <a:pt x="75000" y="71167"/>
                  <a:pt x="72210" y="73957"/>
                  <a:pt x="68750" y="7395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0" name="Белый — SVG 50">
            <a:extLst>
              <a:ext uri="{FF2B5EF4-FFF2-40B4-BE49-F238E27FC236}">
                <a16:creationId xmlns:a16="http://schemas.microsoft.com/office/drawing/2014/main" id="{E0E51ED4-9447-4044-8D30-C204BCE5FBC8}"/>
              </a:ext>
            </a:extLst>
          </p:cNvPr>
          <p:cNvSpPr>
            <a:spLocks noGrp="1"/>
          </p:cNvSpPr>
          <p:nvPr/>
        </p:nvSpPr>
        <p:spPr>
          <a:xfrm>
            <a:off x="8220000" y="5270000"/>
            <a:ext cx="220000" cy="220000"/>
          </a:xfrm>
          <a:custGeom>
            <a:avLst/>
            <a:gdLst>
              <a:gd name="csX0" fmla="*/ 138234 w 170134"/>
              <a:gd name="csY0" fmla="*/ 46066 h 109857"/>
              <a:gd name="csX1" fmla="*/ 136175 w 170134"/>
              <a:gd name="csY1" fmla="*/ 46066 h 109857"/>
              <a:gd name="csX2" fmla="*/ 85067 w 170134"/>
              <a:gd name="csY2" fmla="*/ 0 h 109857"/>
              <a:gd name="csX3" fmla="*/ 33959 w 170134"/>
              <a:gd name="csY3" fmla="*/ 46066 h 109857"/>
              <a:gd name="csX4" fmla="*/ 31900 w 170134"/>
              <a:gd name="csY4" fmla="*/ 46066 h 109857"/>
              <a:gd name="csX5" fmla="*/ 0 w 170134"/>
              <a:gd name="csY5" fmla="*/ 77962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2 h 109857"/>
              <a:gd name="csX9" fmla="*/ 138234 w 170134"/>
              <a:gd name="csY9" fmla="*/ 46066 h 109857"/>
              <a:gd name="csX10" fmla="*/ 115266 w 170134"/>
              <a:gd name="csY10" fmla="*/ 65918 h 109857"/>
              <a:gd name="csX11" fmla="*/ 88674 w 170134"/>
              <a:gd name="csY11" fmla="*/ 90720 h 109857"/>
              <a:gd name="csX12" fmla="*/ 85067 w 170134"/>
              <a:gd name="csY12" fmla="*/ 92149 h 109857"/>
              <a:gd name="csX13" fmla="*/ 81443 w 170134"/>
              <a:gd name="csY13" fmla="*/ 90720 h 109857"/>
              <a:gd name="csX14" fmla="*/ 54868 w 170134"/>
              <a:gd name="csY14" fmla="*/ 65918 h 109857"/>
              <a:gd name="csX15" fmla="*/ 54579 w 170134"/>
              <a:gd name="csY15" fmla="*/ 58399 h 109857"/>
              <a:gd name="csX16" fmla="*/ 62099 w 170134"/>
              <a:gd name="csY16" fmla="*/ 58127 h 109857"/>
              <a:gd name="csX17" fmla="*/ 79742 w 170134"/>
              <a:gd name="csY17" fmla="*/ 74594 h 109857"/>
              <a:gd name="csX18" fmla="*/ 79742 w 170134"/>
              <a:gd name="csY18" fmla="*/ 33665 h 109857"/>
              <a:gd name="csX19" fmla="*/ 85067 w 170134"/>
              <a:gd name="csY19" fmla="*/ 28357 h 109857"/>
              <a:gd name="csX20" fmla="*/ 90375 w 170134"/>
              <a:gd name="csY20" fmla="*/ 33665 h 109857"/>
              <a:gd name="csX21" fmla="*/ 90375 w 170134"/>
              <a:gd name="csY21" fmla="*/ 74594 h 109857"/>
              <a:gd name="csX22" fmla="*/ 108035 w 170134"/>
              <a:gd name="csY22" fmla="*/ 58127 h 109857"/>
              <a:gd name="csX23" fmla="*/ 115555 w 170134"/>
              <a:gd name="csY23" fmla="*/ 58399 h 109857"/>
              <a:gd name="csX24" fmla="*/ 115266 w 170134"/>
              <a:gd name="csY24" fmla="*/ 65918 h 109857"/>
            </a:gdLst>
            <a:ahLst/>
            <a:cxnLst/>
            <a:rect l="l" t="t" r="r" b="b"/>
            <a:pathLst>
              <a:path w="100000" h="100000">
                <a:moveTo>
                  <a:pt x="81250" y="44791"/>
                </a:moveTo>
                <a:lnTo>
                  <a:pt x="80040" y="44791"/>
                </a:lnTo>
                <a:cubicBezTo>
                  <a:pt x="78480" y="29613"/>
                  <a:pt x="65600" y="17715"/>
                  <a:pt x="50000" y="17715"/>
                </a:cubicBezTo>
                <a:cubicBezTo>
                  <a:pt x="34400" y="17715"/>
                  <a:pt x="21520" y="29613"/>
                  <a:pt x="19960" y="44791"/>
                </a:cubicBezTo>
                <a:lnTo>
                  <a:pt x="18750" y="44791"/>
                </a:lnTo>
                <a:cubicBezTo>
                  <a:pt x="8420" y="44791"/>
                  <a:pt x="0" y="53210"/>
                  <a:pt x="0" y="63538"/>
                </a:cubicBezTo>
                <a:cubicBezTo>
                  <a:pt x="0" y="73877"/>
                  <a:pt x="8420" y="82286"/>
                  <a:pt x="18750" y="82286"/>
                </a:cubicBezTo>
                <a:lnTo>
                  <a:pt x="81250" y="82286"/>
                </a:lnTo>
                <a:cubicBezTo>
                  <a:pt x="91580" y="82286"/>
                  <a:pt x="100000" y="73877"/>
                  <a:pt x="100000" y="63538"/>
                </a:cubicBezTo>
                <a:cubicBezTo>
                  <a:pt x="100000" y="53210"/>
                  <a:pt x="91580" y="44791"/>
                  <a:pt x="81250" y="44791"/>
                </a:cubicBezTo>
                <a:close/>
                <a:moveTo>
                  <a:pt x="67750" y="56459"/>
                </a:moveTo>
                <a:lnTo>
                  <a:pt x="52120" y="71037"/>
                </a:lnTo>
                <a:cubicBezTo>
                  <a:pt x="51540" y="71607"/>
                  <a:pt x="50770" y="71877"/>
                  <a:pt x="50000" y="71877"/>
                </a:cubicBezTo>
                <a:cubicBezTo>
                  <a:pt x="49230" y="71877"/>
                  <a:pt x="48460" y="71607"/>
                  <a:pt x="47870" y="71037"/>
                </a:cubicBezTo>
                <a:lnTo>
                  <a:pt x="32250" y="56459"/>
                </a:lnTo>
                <a:cubicBezTo>
                  <a:pt x="30980" y="55270"/>
                  <a:pt x="30920" y="53290"/>
                  <a:pt x="32080" y="52040"/>
                </a:cubicBezTo>
                <a:cubicBezTo>
                  <a:pt x="33270" y="50770"/>
                  <a:pt x="35250" y="50710"/>
                  <a:pt x="36500" y="51880"/>
                </a:cubicBezTo>
                <a:lnTo>
                  <a:pt x="46870" y="61559"/>
                </a:lnTo>
                <a:lnTo>
                  <a:pt x="46870" y="37502"/>
                </a:lnTo>
                <a:cubicBezTo>
                  <a:pt x="46870" y="35772"/>
                  <a:pt x="48270" y="34382"/>
                  <a:pt x="50000" y="34382"/>
                </a:cubicBezTo>
                <a:cubicBezTo>
                  <a:pt x="51730" y="34382"/>
                  <a:pt x="53120" y="35772"/>
                  <a:pt x="53120" y="37502"/>
                </a:cubicBezTo>
                <a:lnTo>
                  <a:pt x="53120" y="61559"/>
                </a:lnTo>
                <a:lnTo>
                  <a:pt x="63500" y="51880"/>
                </a:lnTo>
                <a:cubicBezTo>
                  <a:pt x="64750" y="50710"/>
                  <a:pt x="66730" y="50770"/>
                  <a:pt x="67920" y="52040"/>
                </a:cubicBezTo>
                <a:cubicBezTo>
                  <a:pt x="69080" y="53290"/>
                  <a:pt x="69020" y="55270"/>
                  <a:pt x="67750" y="5645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1" name="Белый — SVG 51">
            <a:extLst>
              <a:ext uri="{FF2B5EF4-FFF2-40B4-BE49-F238E27FC236}">
                <a16:creationId xmlns:a16="http://schemas.microsoft.com/office/drawing/2014/main" id="{9867F85D-4F27-A648-BD7D-F19F6E3E56C1}"/>
              </a:ext>
            </a:extLst>
          </p:cNvPr>
          <p:cNvSpPr>
            <a:spLocks noGrp="1"/>
          </p:cNvSpPr>
          <p:nvPr/>
        </p:nvSpPr>
        <p:spPr>
          <a:xfrm>
            <a:off x="8820000" y="5270000"/>
            <a:ext cx="220000" cy="220000"/>
          </a:xfrm>
          <a:custGeom>
            <a:avLst/>
            <a:gdLst>
              <a:gd name="csX0" fmla="*/ 58033 w 130748"/>
              <a:gd name="csY0" fmla="*/ 0 h 141753"/>
              <a:gd name="csX1" fmla="*/ 0 w 130748"/>
              <a:gd name="csY1" fmla="*/ 57991 h 141753"/>
              <a:gd name="csX2" fmla="*/ 10004 w 130748"/>
              <a:gd name="csY2" fmla="*/ 92370 h 141753"/>
              <a:gd name="csX3" fmla="*/ 20995 w 130748"/>
              <a:gd name="csY3" fmla="*/ 125865 h 141753"/>
              <a:gd name="csX4" fmla="*/ 20995 w 130748"/>
              <a:gd name="csY4" fmla="*/ 134677 h 141753"/>
              <a:gd name="csX5" fmla="*/ 28089 w 130748"/>
              <a:gd name="csY5" fmla="*/ 141754 h 141753"/>
              <a:gd name="csX6" fmla="*/ 77700 w 130748"/>
              <a:gd name="csY6" fmla="*/ 141754 h 141753"/>
              <a:gd name="csX7" fmla="*/ 84795 w 130748"/>
              <a:gd name="csY7" fmla="*/ 134677 h 141753"/>
              <a:gd name="csX8" fmla="*/ 91889 w 130748"/>
              <a:gd name="csY8" fmla="*/ 127583 h 141753"/>
              <a:gd name="csX9" fmla="*/ 95428 w 130748"/>
              <a:gd name="csY9" fmla="*/ 127583 h 141753"/>
              <a:gd name="csX10" fmla="*/ 113156 w 130748"/>
              <a:gd name="csY10" fmla="*/ 109858 h 141753"/>
              <a:gd name="csX11" fmla="*/ 113156 w 130748"/>
              <a:gd name="csY11" fmla="*/ 93935 h 141753"/>
              <a:gd name="csX12" fmla="*/ 117784 w 130748"/>
              <a:gd name="csY12" fmla="*/ 87284 h 141753"/>
              <a:gd name="csX13" fmla="*/ 126120 w 130748"/>
              <a:gd name="csY13" fmla="*/ 84222 h 141753"/>
              <a:gd name="csX14" fmla="*/ 129608 w 130748"/>
              <a:gd name="csY14" fmla="*/ 73709 h 141753"/>
              <a:gd name="csX15" fmla="*/ 116134 w 130748"/>
              <a:gd name="csY15" fmla="*/ 52871 h 141753"/>
              <a:gd name="csX16" fmla="*/ 115079 w 130748"/>
              <a:gd name="csY16" fmla="*/ 49962 h 141753"/>
              <a:gd name="csX17" fmla="*/ 58033 w 130748"/>
              <a:gd name="csY17" fmla="*/ 0 h 141753"/>
              <a:gd name="csX18" fmla="*/ 51125 w 130748"/>
              <a:gd name="csY18" fmla="*/ 28357 h 141753"/>
              <a:gd name="csX19" fmla="*/ 56433 w 130748"/>
              <a:gd name="csY19" fmla="*/ 33665 h 141753"/>
              <a:gd name="csX20" fmla="*/ 51125 w 130748"/>
              <a:gd name="csY20" fmla="*/ 38989 h 141753"/>
              <a:gd name="csX21" fmla="*/ 45800 w 130748"/>
              <a:gd name="csY21" fmla="*/ 33665 h 141753"/>
              <a:gd name="csX22" fmla="*/ 51125 w 130748"/>
              <a:gd name="csY22" fmla="*/ 28357 h 141753"/>
              <a:gd name="csX23" fmla="*/ 68853 w 130748"/>
              <a:gd name="csY23" fmla="*/ 28357 h 141753"/>
              <a:gd name="csX24" fmla="*/ 74162 w 130748"/>
              <a:gd name="csY24" fmla="*/ 33665 h 141753"/>
              <a:gd name="csX25" fmla="*/ 68853 w 130748"/>
              <a:gd name="csY25" fmla="*/ 38989 h 141753"/>
              <a:gd name="csX26" fmla="*/ 63528 w 130748"/>
              <a:gd name="csY26" fmla="*/ 33665 h 141753"/>
              <a:gd name="csX27" fmla="*/ 68853 w 130748"/>
              <a:gd name="csY27" fmla="*/ 28357 h 141753"/>
              <a:gd name="csX28" fmla="*/ 50683 w 130748"/>
              <a:gd name="csY28" fmla="*/ 46066 h 141753"/>
              <a:gd name="csX29" fmla="*/ 69296 w 130748"/>
              <a:gd name="csY29" fmla="*/ 46066 h 141753"/>
              <a:gd name="csX30" fmla="*/ 77700 w 130748"/>
              <a:gd name="csY30" fmla="*/ 54487 h 141753"/>
              <a:gd name="csX31" fmla="*/ 77700 w 130748"/>
              <a:gd name="csY31" fmla="*/ 73097 h 141753"/>
              <a:gd name="csX32" fmla="*/ 69296 w 130748"/>
              <a:gd name="csY32" fmla="*/ 81517 h 141753"/>
              <a:gd name="csX33" fmla="*/ 50683 w 130748"/>
              <a:gd name="csY33" fmla="*/ 81517 h 141753"/>
              <a:gd name="csX34" fmla="*/ 42261 w 130748"/>
              <a:gd name="csY34" fmla="*/ 73097 h 141753"/>
              <a:gd name="csX35" fmla="*/ 42261 w 130748"/>
              <a:gd name="csY35" fmla="*/ 54487 h 141753"/>
              <a:gd name="csX36" fmla="*/ 50683 w 130748"/>
              <a:gd name="csY36" fmla="*/ 46066 h 141753"/>
              <a:gd name="csX37" fmla="*/ 29859 w 130748"/>
              <a:gd name="csY37" fmla="*/ 49621 h 141753"/>
              <a:gd name="csX38" fmla="*/ 35167 w 130748"/>
              <a:gd name="csY38" fmla="*/ 54929 h 141753"/>
              <a:gd name="csX39" fmla="*/ 29859 w 130748"/>
              <a:gd name="csY39" fmla="*/ 60253 h 141753"/>
              <a:gd name="csX40" fmla="*/ 24533 w 130748"/>
              <a:gd name="csY40" fmla="*/ 54929 h 141753"/>
              <a:gd name="csX41" fmla="*/ 29859 w 130748"/>
              <a:gd name="csY41" fmla="*/ 49621 h 141753"/>
              <a:gd name="csX42" fmla="*/ 90120 w 130748"/>
              <a:gd name="csY42" fmla="*/ 49621 h 141753"/>
              <a:gd name="csX43" fmla="*/ 95428 w 130748"/>
              <a:gd name="csY43" fmla="*/ 54929 h 141753"/>
              <a:gd name="csX44" fmla="*/ 90120 w 130748"/>
              <a:gd name="csY44" fmla="*/ 60253 h 141753"/>
              <a:gd name="csX45" fmla="*/ 84795 w 130748"/>
              <a:gd name="csY45" fmla="*/ 54929 h 141753"/>
              <a:gd name="csX46" fmla="*/ 90120 w 130748"/>
              <a:gd name="csY46" fmla="*/ 49621 h 141753"/>
              <a:gd name="csX47" fmla="*/ 52895 w 130748"/>
              <a:gd name="csY47" fmla="*/ 56698 h 141753"/>
              <a:gd name="csX48" fmla="*/ 52895 w 130748"/>
              <a:gd name="csY48" fmla="*/ 70885 h 141753"/>
              <a:gd name="csX49" fmla="*/ 67067 w 130748"/>
              <a:gd name="csY49" fmla="*/ 70885 h 141753"/>
              <a:gd name="csX50" fmla="*/ 67067 w 130748"/>
              <a:gd name="csY50" fmla="*/ 56698 h 141753"/>
              <a:gd name="csX51" fmla="*/ 52895 w 130748"/>
              <a:gd name="csY51" fmla="*/ 56698 h 141753"/>
              <a:gd name="csX52" fmla="*/ 29859 w 130748"/>
              <a:gd name="csY52" fmla="*/ 67330 h 141753"/>
              <a:gd name="csX53" fmla="*/ 35167 w 130748"/>
              <a:gd name="csY53" fmla="*/ 72654 h 141753"/>
              <a:gd name="csX54" fmla="*/ 29859 w 130748"/>
              <a:gd name="csY54" fmla="*/ 77962 h 141753"/>
              <a:gd name="csX55" fmla="*/ 24533 w 130748"/>
              <a:gd name="csY55" fmla="*/ 72654 h 141753"/>
              <a:gd name="csX56" fmla="*/ 29859 w 130748"/>
              <a:gd name="csY56" fmla="*/ 67330 h 141753"/>
              <a:gd name="csX57" fmla="*/ 90120 w 130748"/>
              <a:gd name="csY57" fmla="*/ 67330 h 141753"/>
              <a:gd name="csX58" fmla="*/ 95428 w 130748"/>
              <a:gd name="csY58" fmla="*/ 72654 h 141753"/>
              <a:gd name="csX59" fmla="*/ 90120 w 130748"/>
              <a:gd name="csY59" fmla="*/ 77962 h 141753"/>
              <a:gd name="csX60" fmla="*/ 84795 w 130748"/>
              <a:gd name="csY60" fmla="*/ 72654 h 141753"/>
              <a:gd name="csX61" fmla="*/ 90120 w 130748"/>
              <a:gd name="csY61" fmla="*/ 67330 h 141753"/>
              <a:gd name="csX62" fmla="*/ 51125 w 130748"/>
              <a:gd name="csY62" fmla="*/ 88594 h 141753"/>
              <a:gd name="csX63" fmla="*/ 56433 w 130748"/>
              <a:gd name="csY63" fmla="*/ 93918 h 141753"/>
              <a:gd name="csX64" fmla="*/ 51125 w 130748"/>
              <a:gd name="csY64" fmla="*/ 99226 h 141753"/>
              <a:gd name="csX65" fmla="*/ 45800 w 130748"/>
              <a:gd name="csY65" fmla="*/ 93918 h 141753"/>
              <a:gd name="csX66" fmla="*/ 51125 w 130748"/>
              <a:gd name="csY66" fmla="*/ 88594 h 141753"/>
              <a:gd name="csX67" fmla="*/ 68853 w 130748"/>
              <a:gd name="csY67" fmla="*/ 88594 h 141753"/>
              <a:gd name="csX68" fmla="*/ 74162 w 130748"/>
              <a:gd name="csY68" fmla="*/ 93918 h 141753"/>
              <a:gd name="csX69" fmla="*/ 68853 w 130748"/>
              <a:gd name="csY69" fmla="*/ 99226 h 141753"/>
              <a:gd name="csX70" fmla="*/ 63528 w 130748"/>
              <a:gd name="csY70" fmla="*/ 93918 h 141753"/>
              <a:gd name="csX71" fmla="*/ 68853 w 130748"/>
              <a:gd name="csY71" fmla="*/ 88594 h 141753"/>
            </a:gdLst>
            <a:ahLst/>
            <a:cxnLst/>
            <a:rect l="l" t="t" r="r" b="b"/>
            <a:pathLst>
              <a:path w="100000" h="100000">
                <a:moveTo>
                  <a:pt x="44821" y="0"/>
                </a:moveTo>
                <a:cubicBezTo>
                  <a:pt x="16064" y="0"/>
                  <a:pt x="3882" y="19045"/>
                  <a:pt x="3882" y="40910"/>
                </a:cubicBezTo>
                <a:cubicBezTo>
                  <a:pt x="3882" y="49646"/>
                  <a:pt x="6414" y="58502"/>
                  <a:pt x="10939" y="65163"/>
                </a:cubicBezTo>
                <a:cubicBezTo>
                  <a:pt x="15452" y="71812"/>
                  <a:pt x="18693" y="80680"/>
                  <a:pt x="18693" y="88792"/>
                </a:cubicBezTo>
                <a:lnTo>
                  <a:pt x="18693" y="95008"/>
                </a:lnTo>
                <a:cubicBezTo>
                  <a:pt x="18693" y="97768"/>
                  <a:pt x="20937" y="100001"/>
                  <a:pt x="23697" y="100001"/>
                </a:cubicBezTo>
                <a:lnTo>
                  <a:pt x="58695" y="100001"/>
                </a:lnTo>
                <a:cubicBezTo>
                  <a:pt x="61468" y="100001"/>
                  <a:pt x="63701" y="97768"/>
                  <a:pt x="63701" y="95008"/>
                </a:cubicBezTo>
                <a:cubicBezTo>
                  <a:pt x="63701" y="92236"/>
                  <a:pt x="65945" y="90004"/>
                  <a:pt x="68705" y="90004"/>
                </a:cubicBezTo>
                <a:lnTo>
                  <a:pt x="71202" y="90004"/>
                </a:lnTo>
                <a:cubicBezTo>
                  <a:pt x="78103" y="90004"/>
                  <a:pt x="83708" y="84412"/>
                  <a:pt x="83708" y="77500"/>
                </a:cubicBezTo>
                <a:lnTo>
                  <a:pt x="83708" y="66267"/>
                </a:lnTo>
                <a:cubicBezTo>
                  <a:pt x="83708" y="64167"/>
                  <a:pt x="85005" y="62294"/>
                  <a:pt x="86973" y="61575"/>
                </a:cubicBezTo>
                <a:lnTo>
                  <a:pt x="92853" y="59415"/>
                </a:lnTo>
                <a:cubicBezTo>
                  <a:pt x="95854" y="58299"/>
                  <a:pt x="97054" y="54699"/>
                  <a:pt x="95314" y="51998"/>
                </a:cubicBezTo>
                <a:lnTo>
                  <a:pt x="85809" y="37298"/>
                </a:lnTo>
                <a:cubicBezTo>
                  <a:pt x="85412" y="36686"/>
                  <a:pt x="85160" y="35977"/>
                  <a:pt x="85065" y="35246"/>
                </a:cubicBezTo>
                <a:cubicBezTo>
                  <a:pt x="82568" y="16357"/>
                  <a:pt x="73038" y="0"/>
                  <a:pt x="44821" y="0"/>
                </a:cubicBezTo>
                <a:close/>
                <a:moveTo>
                  <a:pt x="39948" y="20005"/>
                </a:moveTo>
                <a:cubicBezTo>
                  <a:pt x="42013" y="20005"/>
                  <a:pt x="43693" y="21685"/>
                  <a:pt x="43693" y="23749"/>
                </a:cubicBezTo>
                <a:cubicBezTo>
                  <a:pt x="43693" y="25825"/>
                  <a:pt x="42013" y="27505"/>
                  <a:pt x="39948" y="27505"/>
                </a:cubicBezTo>
                <a:cubicBezTo>
                  <a:pt x="37872" y="27505"/>
                  <a:pt x="36191" y="25825"/>
                  <a:pt x="36191" y="23749"/>
                </a:cubicBezTo>
                <a:cubicBezTo>
                  <a:pt x="36191" y="21685"/>
                  <a:pt x="37872" y="20005"/>
                  <a:pt x="39948" y="20005"/>
                </a:cubicBezTo>
                <a:close/>
                <a:moveTo>
                  <a:pt x="52454" y="20005"/>
                </a:moveTo>
                <a:cubicBezTo>
                  <a:pt x="54518" y="20005"/>
                  <a:pt x="56200" y="21685"/>
                  <a:pt x="56200" y="23749"/>
                </a:cubicBezTo>
                <a:cubicBezTo>
                  <a:pt x="56200" y="25825"/>
                  <a:pt x="54518" y="27505"/>
                  <a:pt x="52454" y="27505"/>
                </a:cubicBezTo>
                <a:cubicBezTo>
                  <a:pt x="50378" y="27505"/>
                  <a:pt x="48698" y="25825"/>
                  <a:pt x="48698" y="23749"/>
                </a:cubicBezTo>
                <a:cubicBezTo>
                  <a:pt x="48698" y="21685"/>
                  <a:pt x="50378" y="20005"/>
                  <a:pt x="52454" y="20005"/>
                </a:cubicBezTo>
                <a:close/>
                <a:moveTo>
                  <a:pt x="39636" y="32497"/>
                </a:moveTo>
                <a:lnTo>
                  <a:pt x="52767" y="32497"/>
                </a:lnTo>
                <a:cubicBezTo>
                  <a:pt x="56043" y="32497"/>
                  <a:pt x="58695" y="35162"/>
                  <a:pt x="58695" y="38438"/>
                </a:cubicBezTo>
                <a:lnTo>
                  <a:pt x="58695" y="51566"/>
                </a:lnTo>
                <a:cubicBezTo>
                  <a:pt x="58695" y="54843"/>
                  <a:pt x="56043" y="57506"/>
                  <a:pt x="52767" y="57506"/>
                </a:cubicBezTo>
                <a:lnTo>
                  <a:pt x="39636" y="57506"/>
                </a:lnTo>
                <a:cubicBezTo>
                  <a:pt x="36359" y="57506"/>
                  <a:pt x="33695" y="54843"/>
                  <a:pt x="33695" y="51566"/>
                </a:cubicBezTo>
                <a:lnTo>
                  <a:pt x="33695" y="38438"/>
                </a:lnTo>
                <a:cubicBezTo>
                  <a:pt x="33695" y="35162"/>
                  <a:pt x="36359" y="32497"/>
                  <a:pt x="39636" y="32497"/>
                </a:cubicBezTo>
                <a:close/>
                <a:moveTo>
                  <a:pt x="24946" y="35005"/>
                </a:moveTo>
                <a:cubicBezTo>
                  <a:pt x="27010" y="35005"/>
                  <a:pt x="28690" y="36686"/>
                  <a:pt x="28690" y="38750"/>
                </a:cubicBezTo>
                <a:cubicBezTo>
                  <a:pt x="28690" y="40826"/>
                  <a:pt x="27010" y="42506"/>
                  <a:pt x="24946" y="42506"/>
                </a:cubicBezTo>
                <a:cubicBezTo>
                  <a:pt x="22869" y="42506"/>
                  <a:pt x="21189" y="40826"/>
                  <a:pt x="21189" y="38750"/>
                </a:cubicBezTo>
                <a:cubicBezTo>
                  <a:pt x="21189" y="36686"/>
                  <a:pt x="22869" y="35005"/>
                  <a:pt x="24946" y="35005"/>
                </a:cubicBezTo>
                <a:close/>
                <a:moveTo>
                  <a:pt x="67457" y="35005"/>
                </a:moveTo>
                <a:cubicBezTo>
                  <a:pt x="69521" y="35005"/>
                  <a:pt x="71202" y="36686"/>
                  <a:pt x="71202" y="38750"/>
                </a:cubicBezTo>
                <a:cubicBezTo>
                  <a:pt x="71202" y="40826"/>
                  <a:pt x="69521" y="42506"/>
                  <a:pt x="67457" y="42506"/>
                </a:cubicBezTo>
                <a:cubicBezTo>
                  <a:pt x="65381" y="42506"/>
                  <a:pt x="63701" y="40826"/>
                  <a:pt x="63701" y="38750"/>
                </a:cubicBezTo>
                <a:cubicBezTo>
                  <a:pt x="63701" y="36686"/>
                  <a:pt x="65381" y="35005"/>
                  <a:pt x="67457" y="35005"/>
                </a:cubicBezTo>
                <a:close/>
                <a:moveTo>
                  <a:pt x="41197" y="39998"/>
                </a:moveTo>
                <a:lnTo>
                  <a:pt x="41197" y="50006"/>
                </a:lnTo>
                <a:lnTo>
                  <a:pt x="51194" y="50006"/>
                </a:lnTo>
                <a:lnTo>
                  <a:pt x="51194" y="39998"/>
                </a:lnTo>
                <a:lnTo>
                  <a:pt x="41197" y="39998"/>
                </a:lnTo>
                <a:close/>
                <a:moveTo>
                  <a:pt x="24946" y="47498"/>
                </a:moveTo>
                <a:cubicBezTo>
                  <a:pt x="27010" y="47498"/>
                  <a:pt x="28690" y="49178"/>
                  <a:pt x="28690" y="51254"/>
                </a:cubicBezTo>
                <a:cubicBezTo>
                  <a:pt x="28690" y="53318"/>
                  <a:pt x="27010" y="54998"/>
                  <a:pt x="24946" y="54998"/>
                </a:cubicBezTo>
                <a:cubicBezTo>
                  <a:pt x="22869" y="54998"/>
                  <a:pt x="21189" y="53318"/>
                  <a:pt x="21189" y="51254"/>
                </a:cubicBezTo>
                <a:cubicBezTo>
                  <a:pt x="21189" y="49178"/>
                  <a:pt x="22869" y="47498"/>
                  <a:pt x="24946" y="47498"/>
                </a:cubicBezTo>
                <a:close/>
                <a:moveTo>
                  <a:pt x="67457" y="47498"/>
                </a:moveTo>
                <a:cubicBezTo>
                  <a:pt x="69521" y="47498"/>
                  <a:pt x="71202" y="49178"/>
                  <a:pt x="71202" y="51254"/>
                </a:cubicBezTo>
                <a:cubicBezTo>
                  <a:pt x="71202" y="53318"/>
                  <a:pt x="69521" y="54998"/>
                  <a:pt x="67457" y="54998"/>
                </a:cubicBezTo>
                <a:cubicBezTo>
                  <a:pt x="65381" y="54998"/>
                  <a:pt x="63701" y="53318"/>
                  <a:pt x="63701" y="51254"/>
                </a:cubicBezTo>
                <a:cubicBezTo>
                  <a:pt x="63701" y="49178"/>
                  <a:pt x="65381" y="47498"/>
                  <a:pt x="67457" y="47498"/>
                </a:cubicBezTo>
                <a:close/>
                <a:moveTo>
                  <a:pt x="39948" y="62499"/>
                </a:moveTo>
                <a:cubicBezTo>
                  <a:pt x="42013" y="62499"/>
                  <a:pt x="43693" y="64179"/>
                  <a:pt x="43693" y="66255"/>
                </a:cubicBezTo>
                <a:cubicBezTo>
                  <a:pt x="43693" y="68319"/>
                  <a:pt x="42013" y="69999"/>
                  <a:pt x="39948" y="69999"/>
                </a:cubicBezTo>
                <a:cubicBezTo>
                  <a:pt x="37872" y="69999"/>
                  <a:pt x="36191" y="68319"/>
                  <a:pt x="36191" y="66255"/>
                </a:cubicBezTo>
                <a:cubicBezTo>
                  <a:pt x="36191" y="64179"/>
                  <a:pt x="37872" y="62499"/>
                  <a:pt x="39948" y="62499"/>
                </a:cubicBezTo>
                <a:close/>
                <a:moveTo>
                  <a:pt x="52454" y="62499"/>
                </a:moveTo>
                <a:cubicBezTo>
                  <a:pt x="54518" y="62499"/>
                  <a:pt x="56200" y="64179"/>
                  <a:pt x="56200" y="66255"/>
                </a:cubicBezTo>
                <a:cubicBezTo>
                  <a:pt x="56200" y="68319"/>
                  <a:pt x="54518" y="69999"/>
                  <a:pt x="52454" y="69999"/>
                </a:cubicBezTo>
                <a:cubicBezTo>
                  <a:pt x="50378" y="69999"/>
                  <a:pt x="48698" y="68319"/>
                  <a:pt x="48698" y="66255"/>
                </a:cubicBezTo>
                <a:cubicBezTo>
                  <a:pt x="48698" y="64179"/>
                  <a:pt x="50378" y="62499"/>
                  <a:pt x="52454" y="6249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2" name="Белый — SVG 52">
            <a:extLst>
              <a:ext uri="{FF2B5EF4-FFF2-40B4-BE49-F238E27FC236}">
                <a16:creationId xmlns:a16="http://schemas.microsoft.com/office/drawing/2014/main" id="{9F09D8A4-A9A5-BC49-8DC2-8C0D55CAC05F}"/>
              </a:ext>
            </a:extLst>
          </p:cNvPr>
          <p:cNvSpPr>
            <a:spLocks noGrp="1"/>
          </p:cNvSpPr>
          <p:nvPr/>
        </p:nvSpPr>
        <p:spPr>
          <a:xfrm>
            <a:off x="9420000" y="5270000"/>
            <a:ext cx="220000" cy="220000"/>
          </a:xfrm>
          <a:custGeom>
            <a:avLst/>
            <a:gdLst>
              <a:gd name="csX0" fmla="*/ 54936 w 127600"/>
              <a:gd name="csY0" fmla="*/ 0 h 141753"/>
              <a:gd name="csX1" fmla="*/ 35439 w 127600"/>
              <a:gd name="csY1" fmla="*/ 19495 h 141753"/>
              <a:gd name="csX2" fmla="*/ 35439 w 127600"/>
              <a:gd name="csY2" fmla="*/ 44297 h 141753"/>
              <a:gd name="csX3" fmla="*/ 35830 w 127600"/>
              <a:gd name="csY3" fmla="*/ 46355 h 141753"/>
              <a:gd name="csX4" fmla="*/ 36970 w 127600"/>
              <a:gd name="csY4" fmla="*/ 48107 h 141753"/>
              <a:gd name="csX5" fmla="*/ 38706 w 127600"/>
              <a:gd name="csY5" fmla="*/ 49281 h 141753"/>
              <a:gd name="csX6" fmla="*/ 40764 w 127600"/>
              <a:gd name="csY6" fmla="*/ 49689 h 141753"/>
              <a:gd name="csX7" fmla="*/ 42806 w 127600"/>
              <a:gd name="csY7" fmla="*/ 49281 h 141753"/>
              <a:gd name="csX8" fmla="*/ 44541 w 127600"/>
              <a:gd name="csY8" fmla="*/ 48107 h 141753"/>
              <a:gd name="csX9" fmla="*/ 45698 w 127600"/>
              <a:gd name="csY9" fmla="*/ 46355 h 141753"/>
              <a:gd name="csX10" fmla="*/ 46072 w 127600"/>
              <a:gd name="csY10" fmla="*/ 44297 h 141753"/>
              <a:gd name="csX11" fmla="*/ 46072 w 127600"/>
              <a:gd name="csY11" fmla="*/ 19495 h 141753"/>
              <a:gd name="csX12" fmla="*/ 54936 w 127600"/>
              <a:gd name="csY12" fmla="*/ 10632 h 141753"/>
              <a:gd name="csX13" fmla="*/ 86837 w 127600"/>
              <a:gd name="csY13" fmla="*/ 10632 h 141753"/>
              <a:gd name="csX14" fmla="*/ 115351 w 127600"/>
              <a:gd name="csY14" fmla="*/ 31045 h 141753"/>
              <a:gd name="csX15" fmla="*/ 104564 w 127600"/>
              <a:gd name="csY15" fmla="*/ 28357 h 141753"/>
              <a:gd name="csX16" fmla="*/ 53167 w 127600"/>
              <a:gd name="csY16" fmla="*/ 28357 h 141753"/>
              <a:gd name="csX17" fmla="*/ 53167 w 127600"/>
              <a:gd name="csY17" fmla="*/ 42528 h 141753"/>
              <a:gd name="csX18" fmla="*/ 104564 w 127600"/>
              <a:gd name="csY18" fmla="*/ 42528 h 141753"/>
              <a:gd name="csX19" fmla="*/ 113428 w 127600"/>
              <a:gd name="csY19" fmla="*/ 51390 h 141753"/>
              <a:gd name="csX20" fmla="*/ 113428 w 127600"/>
              <a:gd name="csY20" fmla="*/ 118721 h 141753"/>
              <a:gd name="csX21" fmla="*/ 104564 w 127600"/>
              <a:gd name="csY21" fmla="*/ 127583 h 141753"/>
              <a:gd name="csX22" fmla="*/ 23036 w 127600"/>
              <a:gd name="csY22" fmla="*/ 127583 h 141753"/>
              <a:gd name="csX23" fmla="*/ 14172 w 127600"/>
              <a:gd name="csY23" fmla="*/ 118721 h 141753"/>
              <a:gd name="csX24" fmla="*/ 14172 w 127600"/>
              <a:gd name="csY24" fmla="*/ 51390 h 141753"/>
              <a:gd name="csX25" fmla="*/ 23036 w 127600"/>
              <a:gd name="csY25" fmla="*/ 42528 h 141753"/>
              <a:gd name="csX26" fmla="*/ 28361 w 127600"/>
              <a:gd name="csY26" fmla="*/ 42528 h 141753"/>
              <a:gd name="csX27" fmla="*/ 28361 w 127600"/>
              <a:gd name="csY27" fmla="*/ 28357 h 141753"/>
              <a:gd name="csX28" fmla="*/ 23036 w 127600"/>
              <a:gd name="csY28" fmla="*/ 28357 h 141753"/>
              <a:gd name="csX29" fmla="*/ 0 w 127600"/>
              <a:gd name="csY29" fmla="*/ 51390 h 141753"/>
              <a:gd name="csX30" fmla="*/ 0 w 127600"/>
              <a:gd name="csY30" fmla="*/ 118721 h 141753"/>
              <a:gd name="csX31" fmla="*/ 23036 w 127600"/>
              <a:gd name="csY31" fmla="*/ 141754 h 141753"/>
              <a:gd name="csX32" fmla="*/ 104564 w 127600"/>
              <a:gd name="csY32" fmla="*/ 141754 h 141753"/>
              <a:gd name="csX33" fmla="*/ 127601 w 127600"/>
              <a:gd name="csY33" fmla="*/ 118721 h 141753"/>
              <a:gd name="csX34" fmla="*/ 127601 w 127600"/>
              <a:gd name="csY34" fmla="*/ 51390 h 141753"/>
              <a:gd name="csX35" fmla="*/ 127601 w 127600"/>
              <a:gd name="csY35" fmla="*/ 40759 h 141753"/>
              <a:gd name="csX36" fmla="*/ 86837 w 127600"/>
              <a:gd name="csY36" fmla="*/ 0 h 141753"/>
              <a:gd name="csX37" fmla="*/ 54936 w 127600"/>
              <a:gd name="csY37" fmla="*/ 0 h 141753"/>
              <a:gd name="csX38" fmla="*/ 63800 w 127600"/>
              <a:gd name="csY38" fmla="*/ 53160 h 141753"/>
              <a:gd name="csX39" fmla="*/ 61827 w 127600"/>
              <a:gd name="csY39" fmla="*/ 53534 h 141753"/>
              <a:gd name="csX40" fmla="*/ 37378 w 127600"/>
              <a:gd name="csY40" fmla="*/ 63315 h 141753"/>
              <a:gd name="csX41" fmla="*/ 63800 w 127600"/>
              <a:gd name="csY41" fmla="*/ 75648 h 141753"/>
              <a:gd name="csX42" fmla="*/ 90222 w 127600"/>
              <a:gd name="csY42" fmla="*/ 63315 h 141753"/>
              <a:gd name="csX43" fmla="*/ 65774 w 127600"/>
              <a:gd name="csY43" fmla="*/ 53534 h 141753"/>
              <a:gd name="csX44" fmla="*/ 63800 w 127600"/>
              <a:gd name="csY44" fmla="*/ 53160 h 141753"/>
              <a:gd name="csX45" fmla="*/ 31900 w 127600"/>
              <a:gd name="csY45" fmla="*/ 72485 h 141753"/>
              <a:gd name="csX46" fmla="*/ 31900 w 127600"/>
              <a:gd name="csY46" fmla="*/ 99226 h 141753"/>
              <a:gd name="csX47" fmla="*/ 34963 w 127600"/>
              <a:gd name="csY47" fmla="*/ 104057 h 141753"/>
              <a:gd name="csX48" fmla="*/ 58475 w 127600"/>
              <a:gd name="csY48" fmla="*/ 115012 h 141753"/>
              <a:gd name="csX49" fmla="*/ 58475 w 127600"/>
              <a:gd name="csY49" fmla="*/ 84902 h 141753"/>
              <a:gd name="csX50" fmla="*/ 31900 w 127600"/>
              <a:gd name="csY50" fmla="*/ 72485 h 141753"/>
              <a:gd name="csX51" fmla="*/ 95700 w 127600"/>
              <a:gd name="csY51" fmla="*/ 72502 h 141753"/>
              <a:gd name="csX52" fmla="*/ 69109 w 127600"/>
              <a:gd name="csY52" fmla="*/ 84902 h 141753"/>
              <a:gd name="csX53" fmla="*/ 69109 w 127600"/>
              <a:gd name="csY53" fmla="*/ 115029 h 141753"/>
              <a:gd name="csX54" fmla="*/ 92621 w 127600"/>
              <a:gd name="csY54" fmla="*/ 104125 h 141753"/>
              <a:gd name="csX55" fmla="*/ 95700 w 127600"/>
              <a:gd name="csY55" fmla="*/ 99311 h 141753"/>
              <a:gd name="csX56" fmla="*/ 95700 w 127600"/>
              <a:gd name="csY56" fmla="*/ 72502 h 141753"/>
            </a:gdLst>
            <a:ahLst/>
            <a:cxnLst/>
            <a:rect l="l" t="t" r="r" b="b"/>
            <a:pathLst>
              <a:path w="100000" h="100000">
                <a:moveTo>
                  <a:pt x="43747" y="0"/>
                </a:moveTo>
                <a:cubicBezTo>
                  <a:pt x="36198" y="0"/>
                  <a:pt x="29993" y="6204"/>
                  <a:pt x="29993" y="13753"/>
                </a:cubicBezTo>
                <a:lnTo>
                  <a:pt x="29993" y="31249"/>
                </a:lnTo>
                <a:cubicBezTo>
                  <a:pt x="29993" y="31753"/>
                  <a:pt x="30077" y="32246"/>
                  <a:pt x="30268" y="32701"/>
                </a:cubicBezTo>
                <a:cubicBezTo>
                  <a:pt x="30448" y="33170"/>
                  <a:pt x="30725" y="33589"/>
                  <a:pt x="31073" y="33937"/>
                </a:cubicBezTo>
                <a:cubicBezTo>
                  <a:pt x="31421" y="34298"/>
                  <a:pt x="31841" y="34574"/>
                  <a:pt x="32297" y="34765"/>
                </a:cubicBezTo>
                <a:cubicBezTo>
                  <a:pt x="32753" y="34957"/>
                  <a:pt x="33246" y="35053"/>
                  <a:pt x="33749" y="35053"/>
                </a:cubicBezTo>
                <a:cubicBezTo>
                  <a:pt x="34242" y="35053"/>
                  <a:pt x="34733" y="34957"/>
                  <a:pt x="35190" y="34765"/>
                </a:cubicBezTo>
                <a:cubicBezTo>
                  <a:pt x="35657" y="34574"/>
                  <a:pt x="36066" y="34298"/>
                  <a:pt x="36414" y="33937"/>
                </a:cubicBezTo>
                <a:cubicBezTo>
                  <a:pt x="36761" y="33589"/>
                  <a:pt x="37038" y="33170"/>
                  <a:pt x="37230" y="32701"/>
                </a:cubicBezTo>
                <a:cubicBezTo>
                  <a:pt x="37410" y="32246"/>
                  <a:pt x="37506" y="31753"/>
                  <a:pt x="37494" y="31249"/>
                </a:cubicBezTo>
                <a:lnTo>
                  <a:pt x="37494" y="13753"/>
                </a:lnTo>
                <a:cubicBezTo>
                  <a:pt x="37494" y="10261"/>
                  <a:pt x="40254" y="7500"/>
                  <a:pt x="43747" y="7500"/>
                </a:cubicBezTo>
                <a:lnTo>
                  <a:pt x="66252" y="7500"/>
                </a:lnTo>
                <a:cubicBezTo>
                  <a:pt x="75637" y="7500"/>
                  <a:pt x="83534" y="13513"/>
                  <a:pt x="86367" y="21901"/>
                </a:cubicBezTo>
                <a:cubicBezTo>
                  <a:pt x="84098" y="20689"/>
                  <a:pt x="81506" y="20005"/>
                  <a:pt x="78757" y="20005"/>
                </a:cubicBezTo>
                <a:lnTo>
                  <a:pt x="42499" y="20005"/>
                </a:lnTo>
                <a:lnTo>
                  <a:pt x="42499" y="30001"/>
                </a:lnTo>
                <a:lnTo>
                  <a:pt x="78757" y="30001"/>
                </a:lnTo>
                <a:cubicBezTo>
                  <a:pt x="82202" y="30001"/>
                  <a:pt x="85010" y="32810"/>
                  <a:pt x="85010" y="36253"/>
                </a:cubicBezTo>
                <a:lnTo>
                  <a:pt x="85010" y="83752"/>
                </a:lnTo>
                <a:cubicBezTo>
                  <a:pt x="85010" y="87196"/>
                  <a:pt x="82202" y="90004"/>
                  <a:pt x="78757" y="90004"/>
                </a:cubicBezTo>
                <a:lnTo>
                  <a:pt x="21243" y="90004"/>
                </a:lnTo>
                <a:cubicBezTo>
                  <a:pt x="17798" y="90004"/>
                  <a:pt x="14990" y="87196"/>
                  <a:pt x="14990" y="83752"/>
                </a:cubicBezTo>
                <a:lnTo>
                  <a:pt x="14990" y="36253"/>
                </a:lnTo>
                <a:cubicBezTo>
                  <a:pt x="14990" y="32810"/>
                  <a:pt x="17798" y="30001"/>
                  <a:pt x="21243" y="30001"/>
                </a:cubicBezTo>
                <a:lnTo>
                  <a:pt x="24999" y="30001"/>
                </a:lnTo>
                <a:lnTo>
                  <a:pt x="24999" y="20005"/>
                </a:lnTo>
                <a:lnTo>
                  <a:pt x="21243" y="20005"/>
                </a:lnTo>
                <a:cubicBezTo>
                  <a:pt x="12277" y="20005"/>
                  <a:pt x="4992" y="27289"/>
                  <a:pt x="4992" y="36253"/>
                </a:cubicBezTo>
                <a:lnTo>
                  <a:pt x="4992" y="83752"/>
                </a:lnTo>
                <a:cubicBezTo>
                  <a:pt x="4992" y="92716"/>
                  <a:pt x="12277" y="100001"/>
                  <a:pt x="21243" y="100001"/>
                </a:cubicBezTo>
                <a:lnTo>
                  <a:pt x="78757" y="100001"/>
                </a:lnTo>
                <a:cubicBezTo>
                  <a:pt x="87711" y="100001"/>
                  <a:pt x="95009" y="92716"/>
                  <a:pt x="95009" y="83752"/>
                </a:cubicBezTo>
                <a:lnTo>
                  <a:pt x="95009" y="36253"/>
                </a:lnTo>
                <a:lnTo>
                  <a:pt x="95009" y="28754"/>
                </a:lnTo>
                <a:cubicBezTo>
                  <a:pt x="95009" y="12913"/>
                  <a:pt x="82094" y="0"/>
                  <a:pt x="66252" y="0"/>
                </a:cubicBezTo>
                <a:lnTo>
                  <a:pt x="43747" y="0"/>
                </a:lnTo>
                <a:close/>
                <a:moveTo>
                  <a:pt x="50000" y="37502"/>
                </a:moveTo>
                <a:cubicBezTo>
                  <a:pt x="49532" y="37502"/>
                  <a:pt x="49052" y="37586"/>
                  <a:pt x="48608" y="37766"/>
                </a:cubicBezTo>
                <a:lnTo>
                  <a:pt x="31361" y="44666"/>
                </a:lnTo>
                <a:lnTo>
                  <a:pt x="50000" y="53366"/>
                </a:lnTo>
                <a:lnTo>
                  <a:pt x="68639" y="44666"/>
                </a:lnTo>
                <a:lnTo>
                  <a:pt x="51393" y="37766"/>
                </a:lnTo>
                <a:cubicBezTo>
                  <a:pt x="50948" y="37586"/>
                  <a:pt x="50468" y="37502"/>
                  <a:pt x="50000" y="37502"/>
                </a:cubicBezTo>
                <a:close/>
                <a:moveTo>
                  <a:pt x="27496" y="51135"/>
                </a:moveTo>
                <a:lnTo>
                  <a:pt x="27496" y="69999"/>
                </a:lnTo>
                <a:cubicBezTo>
                  <a:pt x="27496" y="71463"/>
                  <a:pt x="28336" y="72783"/>
                  <a:pt x="29657" y="73407"/>
                </a:cubicBezTo>
                <a:lnTo>
                  <a:pt x="46243" y="81135"/>
                </a:lnTo>
                <a:lnTo>
                  <a:pt x="46243" y="59894"/>
                </a:lnTo>
                <a:lnTo>
                  <a:pt x="27496" y="51135"/>
                </a:lnTo>
                <a:close/>
                <a:moveTo>
                  <a:pt x="72504" y="51147"/>
                </a:moveTo>
                <a:lnTo>
                  <a:pt x="53745" y="59894"/>
                </a:lnTo>
                <a:lnTo>
                  <a:pt x="53745" y="81147"/>
                </a:lnTo>
                <a:lnTo>
                  <a:pt x="70332" y="73455"/>
                </a:lnTo>
                <a:cubicBezTo>
                  <a:pt x="71652" y="72843"/>
                  <a:pt x="72504" y="71511"/>
                  <a:pt x="72504" y="70059"/>
                </a:cubicBezTo>
                <a:lnTo>
                  <a:pt x="72504" y="5114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3" name="Белый — SVG 53">
            <a:extLst>
              <a:ext uri="{FF2B5EF4-FFF2-40B4-BE49-F238E27FC236}">
                <a16:creationId xmlns:a16="http://schemas.microsoft.com/office/drawing/2014/main" id="{6D1BEEA2-4696-6843-A7D3-D8DD8B499CDF}"/>
              </a:ext>
            </a:extLst>
          </p:cNvPr>
          <p:cNvSpPr>
            <a:spLocks noGrp="1"/>
          </p:cNvSpPr>
          <p:nvPr/>
        </p:nvSpPr>
        <p:spPr>
          <a:xfrm>
            <a:off x="10020000" y="5270000"/>
            <a:ext cx="220000" cy="220000"/>
          </a:xfrm>
          <a:custGeom>
            <a:avLst/>
            <a:gdLst>
              <a:gd name="csX0" fmla="*/ 42091 w 170134"/>
              <a:gd name="csY0" fmla="*/ 2 h 122466"/>
              <a:gd name="csX1" fmla="*/ 26116 w 170134"/>
              <a:gd name="csY1" fmla="*/ 6977 h 122466"/>
              <a:gd name="csX2" fmla="*/ 26626 w 170134"/>
              <a:gd name="csY2" fmla="*/ 14394 h 122466"/>
              <a:gd name="csX3" fmla="*/ 34112 w 170134"/>
              <a:gd name="csY3" fmla="*/ 13968 h 122466"/>
              <a:gd name="csX4" fmla="*/ 42091 w 170134"/>
              <a:gd name="csY4" fmla="*/ 10634 h 122466"/>
              <a:gd name="csX5" fmla="*/ 47859 w 170134"/>
              <a:gd name="csY5" fmla="*/ 15057 h 122466"/>
              <a:gd name="csX6" fmla="*/ 42602 w 170134"/>
              <a:gd name="csY6" fmla="*/ 19497 h 122466"/>
              <a:gd name="csX7" fmla="*/ 40764 w 170134"/>
              <a:gd name="csY7" fmla="*/ 19497 h 122466"/>
              <a:gd name="csX8" fmla="*/ 35456 w 170134"/>
              <a:gd name="csY8" fmla="*/ 24805 h 122466"/>
              <a:gd name="csX9" fmla="*/ 40764 w 170134"/>
              <a:gd name="csY9" fmla="*/ 30129 h 122466"/>
              <a:gd name="csX10" fmla="*/ 49628 w 170134"/>
              <a:gd name="csY10" fmla="*/ 34552 h 122466"/>
              <a:gd name="csX11" fmla="*/ 43010 w 170134"/>
              <a:gd name="csY11" fmla="*/ 38992 h 122466"/>
              <a:gd name="csX12" fmla="*/ 34163 w 170134"/>
              <a:gd name="csY12" fmla="*/ 35692 h 122466"/>
              <a:gd name="csX13" fmla="*/ 26660 w 170134"/>
              <a:gd name="csY13" fmla="*/ 35147 h 122466"/>
              <a:gd name="csX14" fmla="*/ 26099 w 170134"/>
              <a:gd name="csY14" fmla="*/ 42649 h 122466"/>
              <a:gd name="csX15" fmla="*/ 43010 w 170134"/>
              <a:gd name="csY15" fmla="*/ 49624 h 122466"/>
              <a:gd name="csX16" fmla="*/ 60261 w 170134"/>
              <a:gd name="csY16" fmla="*/ 34552 h 122466"/>
              <a:gd name="csX17" fmla="*/ 55430 w 170134"/>
              <a:gd name="csY17" fmla="*/ 24090 h 122466"/>
              <a:gd name="csX18" fmla="*/ 58492 w 170134"/>
              <a:gd name="csY18" fmla="*/ 15057 h 122466"/>
              <a:gd name="csX19" fmla="*/ 42091 w 170134"/>
              <a:gd name="csY19" fmla="*/ 2 h 122466"/>
              <a:gd name="csX20" fmla="*/ 127601 w 170134"/>
              <a:gd name="csY20" fmla="*/ 2 h 122466"/>
              <a:gd name="csX21" fmla="*/ 109873 w 170134"/>
              <a:gd name="csY21" fmla="*/ 17728 h 122466"/>
              <a:gd name="csX22" fmla="*/ 109873 w 170134"/>
              <a:gd name="csY22" fmla="*/ 31898 h 122466"/>
              <a:gd name="csX23" fmla="*/ 127601 w 170134"/>
              <a:gd name="csY23" fmla="*/ 49624 h 122466"/>
              <a:gd name="csX24" fmla="*/ 145328 w 170134"/>
              <a:gd name="csY24" fmla="*/ 31898 h 122466"/>
              <a:gd name="csX25" fmla="*/ 145328 w 170134"/>
              <a:gd name="csY25" fmla="*/ 17728 h 122466"/>
              <a:gd name="csX26" fmla="*/ 127601 w 170134"/>
              <a:gd name="csY26" fmla="*/ 2 h 122466"/>
              <a:gd name="csX27" fmla="*/ 91906 w 170134"/>
              <a:gd name="csY27" fmla="*/ 2 h 122466"/>
              <a:gd name="csX28" fmla="*/ 67339 w 170134"/>
              <a:gd name="csY28" fmla="*/ 30962 h 122466"/>
              <a:gd name="csX29" fmla="*/ 67373 w 170134"/>
              <a:gd name="csY29" fmla="*/ 31269 h 122466"/>
              <a:gd name="csX30" fmla="*/ 67339 w 170134"/>
              <a:gd name="csY30" fmla="*/ 31898 h 122466"/>
              <a:gd name="csX31" fmla="*/ 85067 w 170134"/>
              <a:gd name="csY31" fmla="*/ 49624 h 122466"/>
              <a:gd name="csX32" fmla="*/ 102795 w 170134"/>
              <a:gd name="csY32" fmla="*/ 31898 h 122466"/>
              <a:gd name="csX33" fmla="*/ 85067 w 170134"/>
              <a:gd name="csY33" fmla="*/ 14173 h 122466"/>
              <a:gd name="csX34" fmla="*/ 84148 w 170134"/>
              <a:gd name="csY34" fmla="*/ 14224 h 122466"/>
              <a:gd name="csX35" fmla="*/ 92434 w 170134"/>
              <a:gd name="csY35" fmla="*/ 10634 h 122466"/>
              <a:gd name="csX36" fmla="*/ 97470 w 170134"/>
              <a:gd name="csY36" fmla="*/ 5072 h 122466"/>
              <a:gd name="csX37" fmla="*/ 91906 w 170134"/>
              <a:gd name="csY37" fmla="*/ 2 h 122466"/>
              <a:gd name="csX38" fmla="*/ 127601 w 170134"/>
              <a:gd name="csY38" fmla="*/ 10634 h 122466"/>
              <a:gd name="csX39" fmla="*/ 134695 w 170134"/>
              <a:gd name="csY39" fmla="*/ 17728 h 122466"/>
              <a:gd name="csX40" fmla="*/ 134695 w 170134"/>
              <a:gd name="csY40" fmla="*/ 31898 h 122466"/>
              <a:gd name="csX41" fmla="*/ 127601 w 170134"/>
              <a:gd name="csY41" fmla="*/ 38992 h 122466"/>
              <a:gd name="csX42" fmla="*/ 120506 w 170134"/>
              <a:gd name="csY42" fmla="*/ 31898 h 122466"/>
              <a:gd name="csX43" fmla="*/ 120506 w 170134"/>
              <a:gd name="csY43" fmla="*/ 17728 h 122466"/>
              <a:gd name="csX44" fmla="*/ 127601 w 170134"/>
              <a:gd name="csY44" fmla="*/ 10634 h 122466"/>
              <a:gd name="csX45" fmla="*/ 85067 w 170134"/>
              <a:gd name="csY45" fmla="*/ 24805 h 122466"/>
              <a:gd name="csX46" fmla="*/ 92162 w 170134"/>
              <a:gd name="csY46" fmla="*/ 31898 h 122466"/>
              <a:gd name="csX47" fmla="*/ 85067 w 170134"/>
              <a:gd name="csY47" fmla="*/ 38992 h 122466"/>
              <a:gd name="csX48" fmla="*/ 77973 w 170134"/>
              <a:gd name="csY48" fmla="*/ 31898 h 122466"/>
              <a:gd name="csX49" fmla="*/ 85067 w 170134"/>
              <a:gd name="csY49" fmla="*/ 24805 h 122466"/>
              <a:gd name="csX50" fmla="*/ 18494 w 170134"/>
              <a:gd name="csY50" fmla="*/ 53672 h 122466"/>
              <a:gd name="csX51" fmla="*/ 0 w 170134"/>
              <a:gd name="csY51" fmla="*/ 74528 h 122466"/>
              <a:gd name="csX52" fmla="*/ 75250 w 170134"/>
              <a:gd name="csY52" fmla="*/ 106203 h 122466"/>
              <a:gd name="csX53" fmla="*/ 71201 w 170134"/>
              <a:gd name="csY53" fmla="*/ 110268 h 122466"/>
              <a:gd name="csX54" fmla="*/ 69602 w 170134"/>
              <a:gd name="csY54" fmla="*/ 112565 h 122466"/>
              <a:gd name="csX55" fmla="*/ 69006 w 170134"/>
              <a:gd name="csY55" fmla="*/ 115304 h 122466"/>
              <a:gd name="csX56" fmla="*/ 69534 w 170134"/>
              <a:gd name="csY56" fmla="*/ 118059 h 122466"/>
              <a:gd name="csX57" fmla="*/ 71099 w 170134"/>
              <a:gd name="csY57" fmla="*/ 120390 h 122466"/>
              <a:gd name="csX58" fmla="*/ 73430 w 170134"/>
              <a:gd name="csY58" fmla="*/ 121938 h 122466"/>
              <a:gd name="csX59" fmla="*/ 76169 w 170134"/>
              <a:gd name="csY59" fmla="*/ 122465 h 122466"/>
              <a:gd name="csX60" fmla="*/ 78908 w 170134"/>
              <a:gd name="csY60" fmla="*/ 121887 h 122466"/>
              <a:gd name="csX61" fmla="*/ 81222 w 170134"/>
              <a:gd name="csY61" fmla="*/ 120288 h 122466"/>
              <a:gd name="csX62" fmla="*/ 97164 w 170134"/>
              <a:gd name="csY62" fmla="*/ 104349 h 122466"/>
              <a:gd name="csX63" fmla="*/ 99239 w 170134"/>
              <a:gd name="csY63" fmla="*/ 99330 h 122466"/>
              <a:gd name="csX64" fmla="*/ 97164 w 170134"/>
              <a:gd name="csY64" fmla="*/ 94312 h 122466"/>
              <a:gd name="csX65" fmla="*/ 81222 w 170134"/>
              <a:gd name="csY65" fmla="*/ 78373 h 122466"/>
              <a:gd name="csX66" fmla="*/ 78891 w 170134"/>
              <a:gd name="csY66" fmla="*/ 76790 h 122466"/>
              <a:gd name="csX67" fmla="*/ 76135 w 170134"/>
              <a:gd name="csY67" fmla="*/ 76229 h 122466"/>
              <a:gd name="csX68" fmla="*/ 72171 w 170134"/>
              <a:gd name="csY68" fmla="*/ 77437 h 122466"/>
              <a:gd name="csX69" fmla="*/ 69568 w 170134"/>
              <a:gd name="csY69" fmla="*/ 80652 h 122466"/>
              <a:gd name="csX70" fmla="*/ 69193 w 170134"/>
              <a:gd name="csY70" fmla="*/ 84769 h 122466"/>
              <a:gd name="csX71" fmla="*/ 71201 w 170134"/>
              <a:gd name="csY71" fmla="*/ 88392 h 122466"/>
              <a:gd name="csX72" fmla="*/ 74808 w 170134"/>
              <a:gd name="csY72" fmla="*/ 92016 h 122466"/>
              <a:gd name="csX73" fmla="*/ 14172 w 170134"/>
              <a:gd name="csY73" fmla="*/ 74528 h 122466"/>
              <a:gd name="csX74" fmla="*/ 38348 w 170134"/>
              <a:gd name="csY74" fmla="*/ 61923 h 122466"/>
              <a:gd name="csX75" fmla="*/ 18494 w 170134"/>
              <a:gd name="csY75" fmla="*/ 53672 h 122466"/>
              <a:gd name="csX76" fmla="*/ 151640 w 170134"/>
              <a:gd name="csY76" fmla="*/ 53672 h 122466"/>
              <a:gd name="csX77" fmla="*/ 131803 w 170134"/>
              <a:gd name="csY77" fmla="*/ 61923 h 122466"/>
              <a:gd name="csX78" fmla="*/ 155962 w 170134"/>
              <a:gd name="csY78" fmla="*/ 74528 h 122466"/>
              <a:gd name="csX79" fmla="*/ 123245 w 170134"/>
              <a:gd name="csY79" fmla="*/ 88953 h 122466"/>
              <a:gd name="csX80" fmla="*/ 117580 w 170134"/>
              <a:gd name="csY80" fmla="*/ 97221 h 122466"/>
              <a:gd name="csX81" fmla="*/ 125848 w 170134"/>
              <a:gd name="csY81" fmla="*/ 102885 h 122466"/>
              <a:gd name="csX82" fmla="*/ 170134 w 170134"/>
              <a:gd name="csY82" fmla="*/ 74528 h 122466"/>
              <a:gd name="csX83" fmla="*/ 151640 w 170134"/>
              <a:gd name="csY83" fmla="*/ 53672 h 122466"/>
            </a:gdLst>
            <a:ahLst/>
            <a:cxnLst/>
            <a:rect l="l" t="t" r="r" b="b"/>
            <a:pathLst>
              <a:path w="100000" h="100000">
                <a:moveTo>
                  <a:pt x="24740" y="14010"/>
                </a:moveTo>
                <a:cubicBezTo>
                  <a:pt x="19050" y="14010"/>
                  <a:pt x="15710" y="17690"/>
                  <a:pt x="15350" y="18110"/>
                </a:cubicBezTo>
                <a:cubicBezTo>
                  <a:pt x="14230" y="19399"/>
                  <a:pt x="14380" y="21340"/>
                  <a:pt x="15650" y="22469"/>
                </a:cubicBezTo>
                <a:cubicBezTo>
                  <a:pt x="16930" y="23599"/>
                  <a:pt x="18890" y="23479"/>
                  <a:pt x="20050" y="22219"/>
                </a:cubicBezTo>
                <a:cubicBezTo>
                  <a:pt x="20120" y="22139"/>
                  <a:pt x="21870" y="20259"/>
                  <a:pt x="24740" y="20259"/>
                </a:cubicBezTo>
                <a:cubicBezTo>
                  <a:pt x="26990" y="20259"/>
                  <a:pt x="28130" y="21129"/>
                  <a:pt x="28130" y="22859"/>
                </a:cubicBezTo>
                <a:cubicBezTo>
                  <a:pt x="28130" y="24989"/>
                  <a:pt x="25840" y="25469"/>
                  <a:pt x="25040" y="25469"/>
                </a:cubicBezTo>
                <a:lnTo>
                  <a:pt x="23960" y="25469"/>
                </a:lnTo>
                <a:cubicBezTo>
                  <a:pt x="22240" y="25469"/>
                  <a:pt x="20840" y="26869"/>
                  <a:pt x="20840" y="28589"/>
                </a:cubicBezTo>
                <a:cubicBezTo>
                  <a:pt x="20840" y="30318"/>
                  <a:pt x="22240" y="31718"/>
                  <a:pt x="23960" y="31718"/>
                </a:cubicBezTo>
                <a:cubicBezTo>
                  <a:pt x="25900" y="31718"/>
                  <a:pt x="29170" y="32268"/>
                  <a:pt x="29170" y="34318"/>
                </a:cubicBezTo>
                <a:cubicBezTo>
                  <a:pt x="29170" y="36588"/>
                  <a:pt x="26730" y="36927"/>
                  <a:pt x="25280" y="36927"/>
                </a:cubicBezTo>
                <a:cubicBezTo>
                  <a:pt x="21910" y="36927"/>
                  <a:pt x="20120" y="35038"/>
                  <a:pt x="20080" y="34988"/>
                </a:cubicBezTo>
                <a:cubicBezTo>
                  <a:pt x="18950" y="33688"/>
                  <a:pt x="16970" y="33548"/>
                  <a:pt x="15670" y="34667"/>
                </a:cubicBezTo>
                <a:cubicBezTo>
                  <a:pt x="14360" y="35798"/>
                  <a:pt x="14220" y="37767"/>
                  <a:pt x="15340" y="39077"/>
                </a:cubicBezTo>
                <a:cubicBezTo>
                  <a:pt x="15710" y="39497"/>
                  <a:pt x="19060" y="43177"/>
                  <a:pt x="25280" y="43177"/>
                </a:cubicBezTo>
                <a:cubicBezTo>
                  <a:pt x="31340" y="43177"/>
                  <a:pt x="35420" y="39617"/>
                  <a:pt x="35420" y="34318"/>
                </a:cubicBezTo>
                <a:cubicBezTo>
                  <a:pt x="35420" y="31818"/>
                  <a:pt x="34390" y="29708"/>
                  <a:pt x="32580" y="28168"/>
                </a:cubicBezTo>
                <a:cubicBezTo>
                  <a:pt x="33690" y="26769"/>
                  <a:pt x="34380" y="24979"/>
                  <a:pt x="34380" y="22859"/>
                </a:cubicBezTo>
                <a:cubicBezTo>
                  <a:pt x="34380" y="17650"/>
                  <a:pt x="30420" y="14010"/>
                  <a:pt x="24740" y="14010"/>
                </a:cubicBezTo>
                <a:close/>
                <a:moveTo>
                  <a:pt x="75000" y="14010"/>
                </a:moveTo>
                <a:cubicBezTo>
                  <a:pt x="69260" y="14010"/>
                  <a:pt x="64580" y="18679"/>
                  <a:pt x="64580" y="24429"/>
                </a:cubicBezTo>
                <a:lnTo>
                  <a:pt x="64580" y="32758"/>
                </a:lnTo>
                <a:cubicBezTo>
                  <a:pt x="64580" y="38497"/>
                  <a:pt x="69260" y="43177"/>
                  <a:pt x="75000" y="43177"/>
                </a:cubicBezTo>
                <a:cubicBezTo>
                  <a:pt x="80740" y="43177"/>
                  <a:pt x="85420" y="38497"/>
                  <a:pt x="85420" y="32758"/>
                </a:cubicBezTo>
                <a:lnTo>
                  <a:pt x="85420" y="24429"/>
                </a:lnTo>
                <a:cubicBezTo>
                  <a:pt x="85420" y="18679"/>
                  <a:pt x="80740" y="14010"/>
                  <a:pt x="75000" y="14010"/>
                </a:cubicBezTo>
                <a:close/>
                <a:moveTo>
                  <a:pt x="54020" y="14010"/>
                </a:moveTo>
                <a:cubicBezTo>
                  <a:pt x="49030" y="14241"/>
                  <a:pt x="39580" y="18340"/>
                  <a:pt x="39580" y="32208"/>
                </a:cubicBezTo>
                <a:cubicBezTo>
                  <a:pt x="39580" y="32278"/>
                  <a:pt x="39600" y="32328"/>
                  <a:pt x="39600" y="32388"/>
                </a:cubicBezTo>
                <a:cubicBezTo>
                  <a:pt x="39600" y="32508"/>
                  <a:pt x="39580" y="32628"/>
                  <a:pt x="39580" y="32758"/>
                </a:cubicBezTo>
                <a:cubicBezTo>
                  <a:pt x="39580" y="38497"/>
                  <a:pt x="44260" y="43177"/>
                  <a:pt x="50000" y="43177"/>
                </a:cubicBezTo>
                <a:cubicBezTo>
                  <a:pt x="55740" y="43177"/>
                  <a:pt x="60420" y="38497"/>
                  <a:pt x="60420" y="32758"/>
                </a:cubicBezTo>
                <a:cubicBezTo>
                  <a:pt x="60420" y="27019"/>
                  <a:pt x="55740" y="22339"/>
                  <a:pt x="50000" y="22339"/>
                </a:cubicBezTo>
                <a:cubicBezTo>
                  <a:pt x="49820" y="22339"/>
                  <a:pt x="49640" y="22359"/>
                  <a:pt x="49460" y="22369"/>
                </a:cubicBezTo>
                <a:cubicBezTo>
                  <a:pt x="51560" y="20550"/>
                  <a:pt x="53870" y="20289"/>
                  <a:pt x="54330" y="20259"/>
                </a:cubicBezTo>
                <a:cubicBezTo>
                  <a:pt x="56040" y="20159"/>
                  <a:pt x="57360" y="18709"/>
                  <a:pt x="57290" y="16990"/>
                </a:cubicBezTo>
                <a:cubicBezTo>
                  <a:pt x="57210" y="15270"/>
                  <a:pt x="55760" y="13960"/>
                  <a:pt x="54020" y="14010"/>
                </a:cubicBezTo>
                <a:close/>
                <a:moveTo>
                  <a:pt x="75000" y="20259"/>
                </a:moveTo>
                <a:cubicBezTo>
                  <a:pt x="77300" y="20259"/>
                  <a:pt x="79170" y="22130"/>
                  <a:pt x="79170" y="24429"/>
                </a:cubicBezTo>
                <a:lnTo>
                  <a:pt x="79170" y="32758"/>
                </a:lnTo>
                <a:cubicBezTo>
                  <a:pt x="79170" y="35058"/>
                  <a:pt x="77300" y="36927"/>
                  <a:pt x="75000" y="36927"/>
                </a:cubicBezTo>
                <a:cubicBezTo>
                  <a:pt x="72700" y="36927"/>
                  <a:pt x="70830" y="35058"/>
                  <a:pt x="70830" y="32758"/>
                </a:cubicBezTo>
                <a:lnTo>
                  <a:pt x="70830" y="24429"/>
                </a:lnTo>
                <a:cubicBezTo>
                  <a:pt x="70830" y="22130"/>
                  <a:pt x="72700" y="20259"/>
                  <a:pt x="75000" y="20259"/>
                </a:cubicBezTo>
                <a:close/>
                <a:moveTo>
                  <a:pt x="50000" y="28589"/>
                </a:moveTo>
                <a:cubicBezTo>
                  <a:pt x="52300" y="28589"/>
                  <a:pt x="54170" y="30458"/>
                  <a:pt x="54170" y="32758"/>
                </a:cubicBezTo>
                <a:cubicBezTo>
                  <a:pt x="54170" y="35058"/>
                  <a:pt x="52300" y="36927"/>
                  <a:pt x="50000" y="36927"/>
                </a:cubicBezTo>
                <a:cubicBezTo>
                  <a:pt x="47700" y="36927"/>
                  <a:pt x="45830" y="35058"/>
                  <a:pt x="45830" y="32758"/>
                </a:cubicBezTo>
                <a:cubicBezTo>
                  <a:pt x="45830" y="30458"/>
                  <a:pt x="47700" y="28589"/>
                  <a:pt x="50000" y="28589"/>
                </a:cubicBezTo>
                <a:close/>
                <a:moveTo>
                  <a:pt x="10870" y="45556"/>
                </a:moveTo>
                <a:cubicBezTo>
                  <a:pt x="4240" y="48546"/>
                  <a:pt x="0" y="52605"/>
                  <a:pt x="0" y="57814"/>
                </a:cubicBezTo>
                <a:cubicBezTo>
                  <a:pt x="0" y="69673"/>
                  <a:pt x="21960" y="75562"/>
                  <a:pt x="44230" y="76432"/>
                </a:cubicBezTo>
                <a:lnTo>
                  <a:pt x="41850" y="78821"/>
                </a:lnTo>
                <a:cubicBezTo>
                  <a:pt x="41450" y="79202"/>
                  <a:pt x="41130" y="79661"/>
                  <a:pt x="40910" y="80172"/>
                </a:cubicBezTo>
                <a:cubicBezTo>
                  <a:pt x="40690" y="80681"/>
                  <a:pt x="40570" y="81231"/>
                  <a:pt x="40560" y="81781"/>
                </a:cubicBezTo>
                <a:cubicBezTo>
                  <a:pt x="40560" y="82341"/>
                  <a:pt x="40660" y="82891"/>
                  <a:pt x="40870" y="83401"/>
                </a:cubicBezTo>
                <a:cubicBezTo>
                  <a:pt x="41080" y="83911"/>
                  <a:pt x="41390" y="84381"/>
                  <a:pt x="41790" y="84771"/>
                </a:cubicBezTo>
                <a:cubicBezTo>
                  <a:pt x="42180" y="85161"/>
                  <a:pt x="42640" y="85471"/>
                  <a:pt x="43160" y="85681"/>
                </a:cubicBezTo>
                <a:cubicBezTo>
                  <a:pt x="43670" y="85891"/>
                  <a:pt x="44220" y="86000"/>
                  <a:pt x="44770" y="85990"/>
                </a:cubicBezTo>
                <a:cubicBezTo>
                  <a:pt x="45330" y="85990"/>
                  <a:pt x="45880" y="85871"/>
                  <a:pt x="46380" y="85651"/>
                </a:cubicBezTo>
                <a:cubicBezTo>
                  <a:pt x="46890" y="85431"/>
                  <a:pt x="47350" y="85111"/>
                  <a:pt x="47740" y="84711"/>
                </a:cubicBezTo>
                <a:lnTo>
                  <a:pt x="57110" y="75342"/>
                </a:lnTo>
                <a:cubicBezTo>
                  <a:pt x="57890" y="74552"/>
                  <a:pt x="58330" y="73502"/>
                  <a:pt x="58330" y="72392"/>
                </a:cubicBezTo>
                <a:cubicBezTo>
                  <a:pt x="58330" y="71293"/>
                  <a:pt x="57890" y="70233"/>
                  <a:pt x="57110" y="69443"/>
                </a:cubicBezTo>
                <a:lnTo>
                  <a:pt x="47740" y="60074"/>
                </a:lnTo>
                <a:cubicBezTo>
                  <a:pt x="47350" y="59674"/>
                  <a:pt x="46880" y="59354"/>
                  <a:pt x="46370" y="59144"/>
                </a:cubicBezTo>
                <a:cubicBezTo>
                  <a:pt x="45860" y="58924"/>
                  <a:pt x="45300" y="58814"/>
                  <a:pt x="44750" y="58814"/>
                </a:cubicBezTo>
                <a:cubicBezTo>
                  <a:pt x="43920" y="58814"/>
                  <a:pt x="43110" y="59065"/>
                  <a:pt x="42420" y="59524"/>
                </a:cubicBezTo>
                <a:cubicBezTo>
                  <a:pt x="41740" y="59984"/>
                  <a:pt x="41200" y="60644"/>
                  <a:pt x="40890" y="61414"/>
                </a:cubicBezTo>
                <a:cubicBezTo>
                  <a:pt x="40580" y="62184"/>
                  <a:pt x="40500" y="63024"/>
                  <a:pt x="40670" y="63834"/>
                </a:cubicBezTo>
                <a:cubicBezTo>
                  <a:pt x="40840" y="64643"/>
                  <a:pt x="41250" y="65383"/>
                  <a:pt x="41850" y="65963"/>
                </a:cubicBezTo>
                <a:lnTo>
                  <a:pt x="43970" y="68093"/>
                </a:lnTo>
                <a:cubicBezTo>
                  <a:pt x="20460" y="67124"/>
                  <a:pt x="8330" y="60684"/>
                  <a:pt x="8330" y="57814"/>
                </a:cubicBezTo>
                <a:cubicBezTo>
                  <a:pt x="8330" y="56005"/>
                  <a:pt x="13150" y="52785"/>
                  <a:pt x="22540" y="50406"/>
                </a:cubicBezTo>
                <a:cubicBezTo>
                  <a:pt x="17670" y="49095"/>
                  <a:pt x="13690" y="47436"/>
                  <a:pt x="10870" y="45556"/>
                </a:cubicBezTo>
                <a:close/>
                <a:moveTo>
                  <a:pt x="89130" y="45556"/>
                </a:moveTo>
                <a:cubicBezTo>
                  <a:pt x="86310" y="47436"/>
                  <a:pt x="82330" y="49095"/>
                  <a:pt x="77470" y="50406"/>
                </a:cubicBezTo>
                <a:cubicBezTo>
                  <a:pt x="86860" y="52785"/>
                  <a:pt x="91670" y="56005"/>
                  <a:pt x="91670" y="57814"/>
                </a:cubicBezTo>
                <a:cubicBezTo>
                  <a:pt x="91670" y="59115"/>
                  <a:pt x="87110" y="63553"/>
                  <a:pt x="72440" y="66293"/>
                </a:cubicBezTo>
                <a:cubicBezTo>
                  <a:pt x="70180" y="66713"/>
                  <a:pt x="68690" y="68893"/>
                  <a:pt x="69110" y="71153"/>
                </a:cubicBezTo>
                <a:cubicBezTo>
                  <a:pt x="69540" y="73412"/>
                  <a:pt x="71720" y="74912"/>
                  <a:pt x="73970" y="74482"/>
                </a:cubicBezTo>
                <a:cubicBezTo>
                  <a:pt x="90760" y="71343"/>
                  <a:pt x="100000" y="65423"/>
                  <a:pt x="100000" y="57814"/>
                </a:cubicBezTo>
                <a:cubicBezTo>
                  <a:pt x="100000" y="52605"/>
                  <a:pt x="95770" y="48546"/>
                  <a:pt x="89130" y="4555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4" name="Белый — SVG 54">
            <a:extLst>
              <a:ext uri="{FF2B5EF4-FFF2-40B4-BE49-F238E27FC236}">
                <a16:creationId xmlns:a16="http://schemas.microsoft.com/office/drawing/2014/main" id="{25C4CDD5-E290-4B4F-AF61-4FE289550395}"/>
              </a:ext>
            </a:extLst>
          </p:cNvPr>
          <p:cNvSpPr>
            <a:spLocks noGrp="1"/>
          </p:cNvSpPr>
          <p:nvPr/>
        </p:nvSpPr>
        <p:spPr>
          <a:xfrm>
            <a:off x="10620000" y="5270000"/>
            <a:ext cx="220000" cy="220000"/>
          </a:xfrm>
          <a:custGeom>
            <a:avLst/>
            <a:gdLst>
              <a:gd name="csX0" fmla="*/ 26575 w 127600"/>
              <a:gd name="csY0" fmla="*/ 0 h 127583"/>
              <a:gd name="csX1" fmla="*/ 0 w 127600"/>
              <a:gd name="csY1" fmla="*/ 26572 h 127583"/>
              <a:gd name="csX2" fmla="*/ 0 w 127600"/>
              <a:gd name="csY2" fmla="*/ 100995 h 127583"/>
              <a:gd name="csX3" fmla="*/ 26575 w 127600"/>
              <a:gd name="csY3" fmla="*/ 127583 h 127583"/>
              <a:gd name="csX4" fmla="*/ 101009 w 127600"/>
              <a:gd name="csY4" fmla="*/ 127583 h 127583"/>
              <a:gd name="csX5" fmla="*/ 127601 w 127600"/>
              <a:gd name="csY5" fmla="*/ 100995 h 127583"/>
              <a:gd name="csX6" fmla="*/ 127601 w 127600"/>
              <a:gd name="csY6" fmla="*/ 26572 h 127583"/>
              <a:gd name="csX7" fmla="*/ 101009 w 127600"/>
              <a:gd name="csY7" fmla="*/ 0 h 127583"/>
              <a:gd name="csX8" fmla="*/ 26575 w 127600"/>
              <a:gd name="csY8" fmla="*/ 0 h 127583"/>
              <a:gd name="csX9" fmla="*/ 53167 w 127600"/>
              <a:gd name="csY9" fmla="*/ 31896 h 127583"/>
              <a:gd name="csX10" fmla="*/ 58271 w 127600"/>
              <a:gd name="csY10" fmla="*/ 35689 h 127583"/>
              <a:gd name="csX11" fmla="*/ 74213 w 127600"/>
              <a:gd name="csY11" fmla="*/ 88849 h 127583"/>
              <a:gd name="csX12" fmla="*/ 70640 w 127600"/>
              <a:gd name="csY12" fmla="*/ 95467 h 127583"/>
              <a:gd name="csX13" fmla="*/ 69109 w 127600"/>
              <a:gd name="csY13" fmla="*/ 95687 h 127583"/>
              <a:gd name="csX14" fmla="*/ 64021 w 127600"/>
              <a:gd name="csY14" fmla="*/ 91894 h 127583"/>
              <a:gd name="csX15" fmla="*/ 61963 w 127600"/>
              <a:gd name="csY15" fmla="*/ 85056 h 127583"/>
              <a:gd name="csX16" fmla="*/ 44371 w 127600"/>
              <a:gd name="csY16" fmla="*/ 85056 h 127583"/>
              <a:gd name="csX17" fmla="*/ 42313 w 127600"/>
              <a:gd name="csY17" fmla="*/ 91894 h 127583"/>
              <a:gd name="csX18" fmla="*/ 35694 w 127600"/>
              <a:gd name="csY18" fmla="*/ 95467 h 127583"/>
              <a:gd name="csX19" fmla="*/ 32121 w 127600"/>
              <a:gd name="csY19" fmla="*/ 88849 h 127583"/>
              <a:gd name="csX20" fmla="*/ 48063 w 127600"/>
              <a:gd name="csY20" fmla="*/ 35689 h 127583"/>
              <a:gd name="csX21" fmla="*/ 53167 w 127600"/>
              <a:gd name="csY21" fmla="*/ 31896 h 127583"/>
              <a:gd name="csX22" fmla="*/ 86837 w 127600"/>
              <a:gd name="csY22" fmla="*/ 37203 h 127583"/>
              <a:gd name="csX23" fmla="*/ 93931 w 127600"/>
              <a:gd name="csY23" fmla="*/ 44297 h 127583"/>
              <a:gd name="csX24" fmla="*/ 86837 w 127600"/>
              <a:gd name="csY24" fmla="*/ 51390 h 127583"/>
              <a:gd name="csX25" fmla="*/ 79742 w 127600"/>
              <a:gd name="csY25" fmla="*/ 44297 h 127583"/>
              <a:gd name="csX26" fmla="*/ 86837 w 127600"/>
              <a:gd name="csY26" fmla="*/ 37203 h 127583"/>
              <a:gd name="csX27" fmla="*/ 53167 w 127600"/>
              <a:gd name="csY27" fmla="*/ 55711 h 127583"/>
              <a:gd name="csX28" fmla="*/ 47569 w 127600"/>
              <a:gd name="csY28" fmla="*/ 74424 h 127583"/>
              <a:gd name="csX29" fmla="*/ 58764 w 127600"/>
              <a:gd name="csY29" fmla="*/ 74424 h 127583"/>
              <a:gd name="csX30" fmla="*/ 53167 w 127600"/>
              <a:gd name="csY30" fmla="*/ 55711 h 127583"/>
              <a:gd name="csX31" fmla="*/ 86837 w 127600"/>
              <a:gd name="csY31" fmla="*/ 56698 h 127583"/>
              <a:gd name="csX32" fmla="*/ 92162 w 127600"/>
              <a:gd name="csY32" fmla="*/ 62022 h 127583"/>
              <a:gd name="csX33" fmla="*/ 92162 w 127600"/>
              <a:gd name="csY33" fmla="*/ 90363 h 127583"/>
              <a:gd name="csX34" fmla="*/ 86837 w 127600"/>
              <a:gd name="csY34" fmla="*/ 95687 h 127583"/>
              <a:gd name="csX35" fmla="*/ 81528 w 127600"/>
              <a:gd name="csY35" fmla="*/ 90363 h 127583"/>
              <a:gd name="csX36" fmla="*/ 81528 w 127600"/>
              <a:gd name="csY36" fmla="*/ 62022 h 127583"/>
              <a:gd name="csX37" fmla="*/ 86837 w 127600"/>
              <a:gd name="csY37" fmla="*/ 56698 h 127583"/>
            </a:gdLst>
            <a:ahLst/>
            <a:cxnLst/>
            <a:rect l="l" t="t" r="r" b="b"/>
            <a:pathLst>
              <a:path w="100000" h="100000">
                <a:moveTo>
                  <a:pt x="20827" y="7"/>
                </a:moveTo>
                <a:cubicBezTo>
                  <a:pt x="9373" y="7"/>
                  <a:pt x="0" y="9379"/>
                  <a:pt x="0" y="20831"/>
                </a:cubicBezTo>
                <a:lnTo>
                  <a:pt x="0" y="79156"/>
                </a:lnTo>
                <a:cubicBezTo>
                  <a:pt x="0" y="90621"/>
                  <a:pt x="9373" y="99993"/>
                  <a:pt x="20827" y="99993"/>
                </a:cubicBezTo>
                <a:lnTo>
                  <a:pt x="79161" y="99993"/>
                </a:lnTo>
                <a:cubicBezTo>
                  <a:pt x="90627" y="99993"/>
                  <a:pt x="100001" y="90621"/>
                  <a:pt x="100001" y="79156"/>
                </a:cubicBezTo>
                <a:lnTo>
                  <a:pt x="100001" y="20831"/>
                </a:lnTo>
                <a:cubicBezTo>
                  <a:pt x="100001" y="9379"/>
                  <a:pt x="90627" y="7"/>
                  <a:pt x="79161" y="7"/>
                </a:cubicBezTo>
                <a:lnTo>
                  <a:pt x="20827" y="7"/>
                </a:lnTo>
                <a:close/>
                <a:moveTo>
                  <a:pt x="41667" y="25004"/>
                </a:moveTo>
                <a:cubicBezTo>
                  <a:pt x="43494" y="25004"/>
                  <a:pt x="45134" y="26203"/>
                  <a:pt x="45667" y="27976"/>
                </a:cubicBezTo>
                <a:lnTo>
                  <a:pt x="58161" y="69638"/>
                </a:lnTo>
                <a:cubicBezTo>
                  <a:pt x="58800" y="71837"/>
                  <a:pt x="57560" y="74157"/>
                  <a:pt x="55361" y="74824"/>
                </a:cubicBezTo>
                <a:cubicBezTo>
                  <a:pt x="54973" y="74943"/>
                  <a:pt x="54560" y="74996"/>
                  <a:pt x="54161" y="74996"/>
                </a:cubicBezTo>
                <a:cubicBezTo>
                  <a:pt x="52361" y="74996"/>
                  <a:pt x="50720" y="73824"/>
                  <a:pt x="50173" y="72024"/>
                </a:cubicBezTo>
                <a:lnTo>
                  <a:pt x="48560" y="66665"/>
                </a:lnTo>
                <a:lnTo>
                  <a:pt x="34774" y="66665"/>
                </a:lnTo>
                <a:lnTo>
                  <a:pt x="33161" y="72024"/>
                </a:lnTo>
                <a:cubicBezTo>
                  <a:pt x="32494" y="74224"/>
                  <a:pt x="30200" y="75464"/>
                  <a:pt x="27973" y="74824"/>
                </a:cubicBezTo>
                <a:cubicBezTo>
                  <a:pt x="25774" y="74157"/>
                  <a:pt x="24534" y="71837"/>
                  <a:pt x="25173" y="69638"/>
                </a:cubicBezTo>
                <a:lnTo>
                  <a:pt x="37667" y="27976"/>
                </a:lnTo>
                <a:cubicBezTo>
                  <a:pt x="38200" y="26203"/>
                  <a:pt x="39827" y="25004"/>
                  <a:pt x="41667" y="25004"/>
                </a:cubicBezTo>
                <a:close/>
                <a:moveTo>
                  <a:pt x="68054" y="29163"/>
                </a:moveTo>
                <a:cubicBezTo>
                  <a:pt x="71107" y="29163"/>
                  <a:pt x="73614" y="31669"/>
                  <a:pt x="73614" y="34722"/>
                </a:cubicBezTo>
                <a:cubicBezTo>
                  <a:pt x="73614" y="37775"/>
                  <a:pt x="71107" y="40281"/>
                  <a:pt x="68054" y="40281"/>
                </a:cubicBezTo>
                <a:cubicBezTo>
                  <a:pt x="65000" y="40281"/>
                  <a:pt x="62494" y="37775"/>
                  <a:pt x="62494" y="34722"/>
                </a:cubicBezTo>
                <a:cubicBezTo>
                  <a:pt x="62494" y="31669"/>
                  <a:pt x="65000" y="29163"/>
                  <a:pt x="68054" y="29163"/>
                </a:cubicBezTo>
                <a:close/>
                <a:moveTo>
                  <a:pt x="41667" y="43667"/>
                </a:moveTo>
                <a:lnTo>
                  <a:pt x="37280" y="58333"/>
                </a:lnTo>
                <a:lnTo>
                  <a:pt x="46053" y="58333"/>
                </a:lnTo>
                <a:lnTo>
                  <a:pt x="41667" y="43667"/>
                </a:lnTo>
                <a:close/>
                <a:moveTo>
                  <a:pt x="68054" y="44441"/>
                </a:moveTo>
                <a:cubicBezTo>
                  <a:pt x="70361" y="44441"/>
                  <a:pt x="72227" y="46308"/>
                  <a:pt x="72227" y="48613"/>
                </a:cubicBezTo>
                <a:lnTo>
                  <a:pt x="72227" y="70824"/>
                </a:lnTo>
                <a:cubicBezTo>
                  <a:pt x="72227" y="73130"/>
                  <a:pt x="70361" y="74996"/>
                  <a:pt x="68054" y="74996"/>
                </a:cubicBezTo>
                <a:cubicBezTo>
                  <a:pt x="65747" y="74996"/>
                  <a:pt x="63893" y="73130"/>
                  <a:pt x="63893" y="70824"/>
                </a:cubicBezTo>
                <a:lnTo>
                  <a:pt x="63893" y="48613"/>
                </a:lnTo>
                <a:cubicBezTo>
                  <a:pt x="63893" y="46308"/>
                  <a:pt x="65747" y="44441"/>
                  <a:pt x="68054" y="4444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5" name="Белый — SVG 55">
            <a:extLst>
              <a:ext uri="{FF2B5EF4-FFF2-40B4-BE49-F238E27FC236}">
                <a16:creationId xmlns:a16="http://schemas.microsoft.com/office/drawing/2014/main" id="{78079E57-3E99-184C-A131-E8F3E310C989}"/>
              </a:ext>
            </a:extLst>
          </p:cNvPr>
          <p:cNvSpPr>
            <a:spLocks noGrp="1"/>
          </p:cNvSpPr>
          <p:nvPr/>
        </p:nvSpPr>
        <p:spPr>
          <a:xfrm>
            <a:off x="420000" y="5530000"/>
            <a:ext cx="220000" cy="220000"/>
          </a:xfrm>
          <a:custGeom>
            <a:avLst/>
            <a:gdLst>
              <a:gd name="csX0" fmla="*/ 63644 w 141641"/>
              <a:gd name="csY0" fmla="*/ 4491 h 141621"/>
              <a:gd name="csX1" fmla="*/ 70340 w 141641"/>
              <a:gd name="csY1" fmla="*/ 18984 h 141621"/>
              <a:gd name="csX2" fmla="*/ 94233 w 141641"/>
              <a:gd name="csY2" fmla="*/ 42885 h 141621"/>
              <a:gd name="csX3" fmla="*/ 108726 w 141641"/>
              <a:gd name="csY3" fmla="*/ 49570 h 141621"/>
              <a:gd name="csX4" fmla="*/ 108726 w 141641"/>
              <a:gd name="csY4" fmla="*/ 63638 h 141621"/>
              <a:gd name="csX5" fmla="*/ 94233 w 141641"/>
              <a:gd name="csY5" fmla="*/ 70324 h 141621"/>
              <a:gd name="csX6" fmla="*/ 70340 w 141641"/>
              <a:gd name="csY6" fmla="*/ 94224 h 141621"/>
              <a:gd name="csX7" fmla="*/ 63644 w 141641"/>
              <a:gd name="csY7" fmla="*/ 108718 h 141621"/>
              <a:gd name="csX8" fmla="*/ 49580 w 141641"/>
              <a:gd name="csY8" fmla="*/ 108718 h 141621"/>
              <a:gd name="csX9" fmla="*/ 42885 w 141641"/>
              <a:gd name="csY9" fmla="*/ 94224 h 141621"/>
              <a:gd name="csX10" fmla="*/ 18991 w 141641"/>
              <a:gd name="csY10" fmla="*/ 70324 h 141621"/>
              <a:gd name="csX11" fmla="*/ 4498 w 141641"/>
              <a:gd name="csY11" fmla="*/ 63638 h 141621"/>
              <a:gd name="csX12" fmla="*/ 4498 w 141641"/>
              <a:gd name="csY12" fmla="*/ 49570 h 141621"/>
              <a:gd name="csX13" fmla="*/ 18991 w 141641"/>
              <a:gd name="csY13" fmla="*/ 42885 h 141621"/>
              <a:gd name="csX14" fmla="*/ 42885 w 141641"/>
              <a:gd name="csY14" fmla="*/ 18984 h 141621"/>
              <a:gd name="csX15" fmla="*/ 49580 w 141641"/>
              <a:gd name="csY15" fmla="*/ 4491 h 141621"/>
              <a:gd name="csX16" fmla="*/ 63644 w 141641"/>
              <a:gd name="csY16" fmla="*/ 4491 h 141621"/>
              <a:gd name="csX17" fmla="*/ 112246 w 141641"/>
              <a:gd name="csY17" fmla="*/ 138368 h 141621"/>
              <a:gd name="csX18" fmla="*/ 110658 w 141641"/>
              <a:gd name="csY18" fmla="*/ 133979 h 141621"/>
              <a:gd name="csX19" fmla="*/ 99748 w 141641"/>
              <a:gd name="csY19" fmla="*/ 123058 h 141621"/>
              <a:gd name="csX20" fmla="*/ 95346 w 141641"/>
              <a:gd name="csY20" fmla="*/ 121476 h 141621"/>
              <a:gd name="csX21" fmla="*/ 95346 w 141641"/>
              <a:gd name="csY21" fmla="*/ 112222 h 141621"/>
              <a:gd name="csX22" fmla="*/ 99748 w 141641"/>
              <a:gd name="csY22" fmla="*/ 110640 h 141621"/>
              <a:gd name="csX23" fmla="*/ 110658 w 141641"/>
              <a:gd name="csY23" fmla="*/ 99736 h 141621"/>
              <a:gd name="csX24" fmla="*/ 112246 w 141641"/>
              <a:gd name="csY24" fmla="*/ 95330 h 141621"/>
              <a:gd name="csX25" fmla="*/ 121493 w 141641"/>
              <a:gd name="csY25" fmla="*/ 95330 h 141621"/>
              <a:gd name="csX26" fmla="*/ 123081 w 141641"/>
              <a:gd name="csY26" fmla="*/ 99736 h 141621"/>
              <a:gd name="csX27" fmla="*/ 133991 w 141641"/>
              <a:gd name="csY27" fmla="*/ 110640 h 141621"/>
              <a:gd name="csX28" fmla="*/ 138394 w 141641"/>
              <a:gd name="csY28" fmla="*/ 112222 h 141621"/>
              <a:gd name="csX29" fmla="*/ 138394 w 141641"/>
              <a:gd name="csY29" fmla="*/ 121476 h 141621"/>
              <a:gd name="csX30" fmla="*/ 133991 w 141641"/>
              <a:gd name="csY30" fmla="*/ 123058 h 141621"/>
              <a:gd name="csX31" fmla="*/ 123081 w 141641"/>
              <a:gd name="csY31" fmla="*/ 133979 h 141621"/>
              <a:gd name="csX32" fmla="*/ 121493 w 141641"/>
              <a:gd name="csY32" fmla="*/ 138368 h 141621"/>
              <a:gd name="csX33" fmla="*/ 112246 w 141641"/>
              <a:gd name="csY33" fmla="*/ 138368 h 141621"/>
            </a:gdLst>
            <a:ahLst/>
            <a:cxnLst/>
            <a:rect l="l" t="t" r="r" b="b"/>
            <a:pathLst>
              <a:path w="100000" h="100000">
                <a:moveTo>
                  <a:pt x="44933" y="3178"/>
                </a:moveTo>
                <a:lnTo>
                  <a:pt x="49661" y="13410"/>
                </a:lnTo>
                <a:cubicBezTo>
                  <a:pt x="53101" y="20856"/>
                  <a:pt x="59082" y="26838"/>
                  <a:pt x="66529" y="30284"/>
                </a:cubicBezTo>
                <a:lnTo>
                  <a:pt x="76762" y="35004"/>
                </a:lnTo>
                <a:cubicBezTo>
                  <a:pt x="80996" y="36962"/>
                  <a:pt x="80996" y="42979"/>
                  <a:pt x="76762" y="44936"/>
                </a:cubicBezTo>
                <a:lnTo>
                  <a:pt x="66529" y="49657"/>
                </a:lnTo>
                <a:cubicBezTo>
                  <a:pt x="59080" y="53103"/>
                  <a:pt x="53099" y="59084"/>
                  <a:pt x="49661" y="66530"/>
                </a:cubicBezTo>
                <a:lnTo>
                  <a:pt x="44933" y="76763"/>
                </a:lnTo>
                <a:cubicBezTo>
                  <a:pt x="42977" y="80991"/>
                  <a:pt x="36958" y="80991"/>
                  <a:pt x="35004" y="76763"/>
                </a:cubicBezTo>
                <a:lnTo>
                  <a:pt x="30277" y="66530"/>
                </a:lnTo>
                <a:cubicBezTo>
                  <a:pt x="26836" y="59084"/>
                  <a:pt x="20856" y="53103"/>
                  <a:pt x="13408" y="49657"/>
                </a:cubicBezTo>
                <a:lnTo>
                  <a:pt x="3176" y="44936"/>
                </a:lnTo>
                <a:cubicBezTo>
                  <a:pt x="-1058" y="42979"/>
                  <a:pt x="-1058" y="36962"/>
                  <a:pt x="3176" y="35004"/>
                </a:cubicBezTo>
                <a:lnTo>
                  <a:pt x="13408" y="30284"/>
                </a:lnTo>
                <a:cubicBezTo>
                  <a:pt x="20858" y="26838"/>
                  <a:pt x="26838" y="20856"/>
                  <a:pt x="30277" y="13410"/>
                </a:cubicBezTo>
                <a:lnTo>
                  <a:pt x="35004" y="3178"/>
                </a:lnTo>
                <a:cubicBezTo>
                  <a:pt x="36958" y="-1050"/>
                  <a:pt x="42979" y="-1050"/>
                  <a:pt x="44933" y="3178"/>
                </a:cubicBezTo>
                <a:close/>
                <a:moveTo>
                  <a:pt x="79247" y="97696"/>
                </a:moveTo>
                <a:lnTo>
                  <a:pt x="78126" y="94598"/>
                </a:lnTo>
                <a:cubicBezTo>
                  <a:pt x="76832" y="91007"/>
                  <a:pt x="74009" y="88184"/>
                  <a:pt x="70423" y="86887"/>
                </a:cubicBezTo>
                <a:lnTo>
                  <a:pt x="67315" y="85770"/>
                </a:lnTo>
                <a:cubicBezTo>
                  <a:pt x="64258" y="84665"/>
                  <a:pt x="64258" y="80342"/>
                  <a:pt x="67315" y="79237"/>
                </a:cubicBezTo>
                <a:lnTo>
                  <a:pt x="70423" y="78120"/>
                </a:lnTo>
                <a:cubicBezTo>
                  <a:pt x="74009" y="76823"/>
                  <a:pt x="76832" y="74000"/>
                  <a:pt x="78126" y="70422"/>
                </a:cubicBezTo>
                <a:lnTo>
                  <a:pt x="79247" y="67311"/>
                </a:lnTo>
                <a:cubicBezTo>
                  <a:pt x="80350" y="64260"/>
                  <a:pt x="84672" y="64260"/>
                  <a:pt x="85775" y="67311"/>
                </a:cubicBezTo>
                <a:lnTo>
                  <a:pt x="86896" y="70422"/>
                </a:lnTo>
                <a:cubicBezTo>
                  <a:pt x="88191" y="74000"/>
                  <a:pt x="91013" y="76823"/>
                  <a:pt x="94599" y="78120"/>
                </a:cubicBezTo>
                <a:lnTo>
                  <a:pt x="97708" y="79237"/>
                </a:lnTo>
                <a:cubicBezTo>
                  <a:pt x="100765" y="80342"/>
                  <a:pt x="100765" y="84665"/>
                  <a:pt x="97708" y="85770"/>
                </a:cubicBezTo>
                <a:lnTo>
                  <a:pt x="94599" y="86887"/>
                </a:lnTo>
                <a:cubicBezTo>
                  <a:pt x="91013" y="88184"/>
                  <a:pt x="88191" y="91007"/>
                  <a:pt x="86896" y="94598"/>
                </a:cubicBezTo>
                <a:lnTo>
                  <a:pt x="85775" y="97696"/>
                </a:lnTo>
                <a:cubicBezTo>
                  <a:pt x="84672" y="100759"/>
                  <a:pt x="80348" y="100759"/>
                  <a:pt x="79247" y="9769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6" name="Белый — SVG 56">
            <a:extLst>
              <a:ext uri="{FF2B5EF4-FFF2-40B4-BE49-F238E27FC236}">
                <a16:creationId xmlns:a16="http://schemas.microsoft.com/office/drawing/2014/main" id="{347F88B9-045F-834B-A3F5-38D1D9BE7E88}"/>
              </a:ext>
            </a:extLst>
          </p:cNvPr>
          <p:cNvSpPr>
            <a:spLocks noGrp="1"/>
          </p:cNvSpPr>
          <p:nvPr/>
        </p:nvSpPr>
        <p:spPr>
          <a:xfrm>
            <a:off x="1020000" y="5530000"/>
            <a:ext cx="220000" cy="220000"/>
          </a:xfrm>
          <a:custGeom>
            <a:avLst/>
            <a:gdLst>
              <a:gd name="csX0" fmla="*/ 95700 w 145315"/>
              <a:gd name="csY0" fmla="*/ 0 h 145240"/>
              <a:gd name="csX1" fmla="*/ 91736 w 145315"/>
              <a:gd name="csY1" fmla="*/ 3011 h 145240"/>
              <a:gd name="csX2" fmla="*/ 91396 w 145315"/>
              <a:gd name="csY2" fmla="*/ 4236 h 145240"/>
              <a:gd name="csX3" fmla="*/ 78721 w 145315"/>
              <a:gd name="csY3" fmla="*/ 16909 h 145240"/>
              <a:gd name="csX4" fmla="*/ 77513 w 145315"/>
              <a:gd name="csY4" fmla="*/ 17249 h 145240"/>
              <a:gd name="csX5" fmla="*/ 77513 w 145315"/>
              <a:gd name="csY5" fmla="*/ 25177 h 145240"/>
              <a:gd name="csX6" fmla="*/ 78721 w 145315"/>
              <a:gd name="csY6" fmla="*/ 25500 h 145240"/>
              <a:gd name="csX7" fmla="*/ 91396 w 145315"/>
              <a:gd name="csY7" fmla="*/ 38173 h 145240"/>
              <a:gd name="csX8" fmla="*/ 91736 w 145315"/>
              <a:gd name="csY8" fmla="*/ 39398 h 145240"/>
              <a:gd name="csX9" fmla="*/ 99664 w 145315"/>
              <a:gd name="csY9" fmla="*/ 39398 h 145240"/>
              <a:gd name="csX10" fmla="*/ 100005 w 145315"/>
              <a:gd name="csY10" fmla="*/ 38173 h 145240"/>
              <a:gd name="csX11" fmla="*/ 112680 w 145315"/>
              <a:gd name="csY11" fmla="*/ 25500 h 145240"/>
              <a:gd name="csX12" fmla="*/ 113888 w 145315"/>
              <a:gd name="csY12" fmla="*/ 25177 h 145240"/>
              <a:gd name="csX13" fmla="*/ 113888 w 145315"/>
              <a:gd name="csY13" fmla="*/ 17249 h 145240"/>
              <a:gd name="csX14" fmla="*/ 112680 w 145315"/>
              <a:gd name="csY14" fmla="*/ 16909 h 145240"/>
              <a:gd name="csX15" fmla="*/ 100005 w 145315"/>
              <a:gd name="csY15" fmla="*/ 4236 h 145240"/>
              <a:gd name="csX16" fmla="*/ 99664 w 145315"/>
              <a:gd name="csY16" fmla="*/ 3011 h 145240"/>
              <a:gd name="csX17" fmla="*/ 95700 w 145315"/>
              <a:gd name="csY17" fmla="*/ 0 h 145240"/>
              <a:gd name="csX18" fmla="*/ 19497 w 145315"/>
              <a:gd name="csY18" fmla="*/ 17657 h 145240"/>
              <a:gd name="csX19" fmla="*/ 0 w 145315"/>
              <a:gd name="csY19" fmla="*/ 37152 h 145240"/>
              <a:gd name="csX20" fmla="*/ 0 w 145315"/>
              <a:gd name="csY20" fmla="*/ 119928 h 145240"/>
              <a:gd name="csX21" fmla="*/ 31951 w 145315"/>
              <a:gd name="csY21" fmla="*/ 89036 h 145240"/>
              <a:gd name="csX22" fmla="*/ 51891 w 145315"/>
              <a:gd name="csY22" fmla="*/ 89036 h 145240"/>
              <a:gd name="csX23" fmla="*/ 59156 w 145315"/>
              <a:gd name="csY23" fmla="*/ 96062 h 145240"/>
              <a:gd name="csX24" fmla="*/ 81052 w 145315"/>
              <a:gd name="csY24" fmla="*/ 74866 h 145240"/>
              <a:gd name="csX25" fmla="*/ 100992 w 145315"/>
              <a:gd name="csY25" fmla="*/ 74866 h 145240"/>
              <a:gd name="csX26" fmla="*/ 127601 w 145315"/>
              <a:gd name="csY26" fmla="*/ 100603 h 145240"/>
              <a:gd name="csX27" fmla="*/ 127601 w 145315"/>
              <a:gd name="csY27" fmla="*/ 59522 h 145240"/>
              <a:gd name="csX28" fmla="*/ 121731 w 145315"/>
              <a:gd name="csY28" fmla="*/ 52394 h 145240"/>
              <a:gd name="csX29" fmla="*/ 121391 w 145315"/>
              <a:gd name="csY29" fmla="*/ 50625 h 145240"/>
              <a:gd name="csX30" fmla="*/ 119451 w 145315"/>
              <a:gd name="csY30" fmla="*/ 48703 h 145240"/>
              <a:gd name="csX31" fmla="*/ 117682 w 145315"/>
              <a:gd name="csY31" fmla="*/ 48345 h 145240"/>
              <a:gd name="csX32" fmla="*/ 109873 w 145315"/>
              <a:gd name="csY32" fmla="*/ 38921 h 145240"/>
              <a:gd name="csX33" fmla="*/ 111217 w 145315"/>
              <a:gd name="csY33" fmla="*/ 34005 h 145240"/>
              <a:gd name="csX34" fmla="*/ 106844 w 145315"/>
              <a:gd name="csY34" fmla="*/ 40061 h 145240"/>
              <a:gd name="csX35" fmla="*/ 106504 w 145315"/>
              <a:gd name="csY35" fmla="*/ 41286 h 145240"/>
              <a:gd name="csX36" fmla="*/ 95700 w 145315"/>
              <a:gd name="csY36" fmla="*/ 49520 h 145240"/>
              <a:gd name="csX37" fmla="*/ 84897 w 145315"/>
              <a:gd name="csY37" fmla="*/ 41286 h 145240"/>
              <a:gd name="csX38" fmla="*/ 84574 w 145315"/>
              <a:gd name="csY38" fmla="*/ 40061 h 145240"/>
              <a:gd name="csX39" fmla="*/ 76850 w 145315"/>
              <a:gd name="csY39" fmla="*/ 32338 h 145240"/>
              <a:gd name="csX40" fmla="*/ 75625 w 145315"/>
              <a:gd name="csY40" fmla="*/ 32015 h 145240"/>
              <a:gd name="csX41" fmla="*/ 67407 w 145315"/>
              <a:gd name="csY41" fmla="*/ 21213 h 145240"/>
              <a:gd name="csX42" fmla="*/ 67968 w 145315"/>
              <a:gd name="csY42" fmla="*/ 17657 h 145240"/>
              <a:gd name="csX43" fmla="*/ 19497 w 145315"/>
              <a:gd name="csY43" fmla="*/ 17657 h 145240"/>
              <a:gd name="csX44" fmla="*/ 131139 w 145315"/>
              <a:gd name="csY44" fmla="*/ 24751 h 145240"/>
              <a:gd name="csX45" fmla="*/ 128689 w 145315"/>
              <a:gd name="csY45" fmla="*/ 26775 h 145240"/>
              <a:gd name="csX46" fmla="*/ 128349 w 145315"/>
              <a:gd name="csY46" fmla="*/ 28562 h 145240"/>
              <a:gd name="csX47" fmla="*/ 120778 w 145315"/>
              <a:gd name="csY47" fmla="*/ 36132 h 145240"/>
              <a:gd name="csX48" fmla="*/ 119009 w 145315"/>
              <a:gd name="csY48" fmla="*/ 36472 h 145240"/>
              <a:gd name="csX49" fmla="*/ 119009 w 145315"/>
              <a:gd name="csY49" fmla="*/ 41371 h 145240"/>
              <a:gd name="csX50" fmla="*/ 120778 w 145315"/>
              <a:gd name="csY50" fmla="*/ 41711 h 145240"/>
              <a:gd name="csX51" fmla="*/ 128349 w 145315"/>
              <a:gd name="csY51" fmla="*/ 49281 h 145240"/>
              <a:gd name="csX52" fmla="*/ 128689 w 145315"/>
              <a:gd name="csY52" fmla="*/ 51067 h 145240"/>
              <a:gd name="csX53" fmla="*/ 133606 w 145315"/>
              <a:gd name="csY53" fmla="*/ 51067 h 145240"/>
              <a:gd name="csX54" fmla="*/ 133947 w 145315"/>
              <a:gd name="csY54" fmla="*/ 49281 h 145240"/>
              <a:gd name="csX55" fmla="*/ 141501 w 145315"/>
              <a:gd name="csY55" fmla="*/ 41711 h 145240"/>
              <a:gd name="csX56" fmla="*/ 143287 w 145315"/>
              <a:gd name="csY56" fmla="*/ 41371 h 145240"/>
              <a:gd name="csX57" fmla="*/ 143287 w 145315"/>
              <a:gd name="csY57" fmla="*/ 36472 h 145240"/>
              <a:gd name="csX58" fmla="*/ 141501 w 145315"/>
              <a:gd name="csY58" fmla="*/ 36132 h 145240"/>
              <a:gd name="csX59" fmla="*/ 133947 w 145315"/>
              <a:gd name="csY59" fmla="*/ 28562 h 145240"/>
              <a:gd name="csX60" fmla="*/ 133606 w 145315"/>
              <a:gd name="csY60" fmla="*/ 26775 h 145240"/>
              <a:gd name="csX61" fmla="*/ 131139 w 145315"/>
              <a:gd name="csY61" fmla="*/ 24751 h 145240"/>
              <a:gd name="csX62" fmla="*/ 40764 w 145315"/>
              <a:gd name="csY62" fmla="*/ 42477 h 145240"/>
              <a:gd name="csX63" fmla="*/ 56706 w 145315"/>
              <a:gd name="csY63" fmla="*/ 58416 h 145240"/>
              <a:gd name="csX64" fmla="*/ 40764 w 145315"/>
              <a:gd name="csY64" fmla="*/ 74373 h 145240"/>
              <a:gd name="csX65" fmla="*/ 24805 w 145315"/>
              <a:gd name="csY65" fmla="*/ 58416 h 145240"/>
              <a:gd name="csX66" fmla="*/ 40764 w 145315"/>
              <a:gd name="csY66" fmla="*/ 42477 h 145240"/>
              <a:gd name="csX67" fmla="*/ 40764 w 145315"/>
              <a:gd name="csY67" fmla="*/ 53109 h 145240"/>
              <a:gd name="csX68" fmla="*/ 37004 w 145315"/>
              <a:gd name="csY68" fmla="*/ 54656 h 145240"/>
              <a:gd name="csX69" fmla="*/ 35439 w 145315"/>
              <a:gd name="csY69" fmla="*/ 58416 h 145240"/>
              <a:gd name="csX70" fmla="*/ 37004 w 145315"/>
              <a:gd name="csY70" fmla="*/ 62176 h 145240"/>
              <a:gd name="csX71" fmla="*/ 40764 w 145315"/>
              <a:gd name="csY71" fmla="*/ 63741 h 145240"/>
              <a:gd name="csX72" fmla="*/ 44524 w 145315"/>
              <a:gd name="csY72" fmla="*/ 62176 h 145240"/>
              <a:gd name="csX73" fmla="*/ 46072 w 145315"/>
              <a:gd name="csY73" fmla="*/ 58416 h 145240"/>
              <a:gd name="csX74" fmla="*/ 44524 w 145315"/>
              <a:gd name="csY74" fmla="*/ 54656 h 145240"/>
              <a:gd name="csX75" fmla="*/ 40764 w 145315"/>
              <a:gd name="csY75" fmla="*/ 53109 h 145240"/>
              <a:gd name="csX76" fmla="*/ 91022 w 145315"/>
              <a:gd name="csY76" fmla="*/ 81483 h 145240"/>
              <a:gd name="csX77" fmla="*/ 88453 w 145315"/>
              <a:gd name="csY77" fmla="*/ 82521 h 145240"/>
              <a:gd name="csX78" fmla="*/ 66795 w 145315"/>
              <a:gd name="csY78" fmla="*/ 103462 h 145240"/>
              <a:gd name="csX79" fmla="*/ 109907 w 145315"/>
              <a:gd name="csY79" fmla="*/ 145156 h 145240"/>
              <a:gd name="csX80" fmla="*/ 127601 w 145315"/>
              <a:gd name="csY80" fmla="*/ 125763 h 145240"/>
              <a:gd name="csX81" fmla="*/ 127601 w 145315"/>
              <a:gd name="csY81" fmla="*/ 115386 h 145240"/>
              <a:gd name="csX82" fmla="*/ 93608 w 145315"/>
              <a:gd name="csY82" fmla="*/ 82521 h 145240"/>
              <a:gd name="csX83" fmla="*/ 91022 w 145315"/>
              <a:gd name="csY83" fmla="*/ 81483 h 145240"/>
              <a:gd name="csX84" fmla="*/ 41921 w 145315"/>
              <a:gd name="csY84" fmla="*/ 95670 h 145240"/>
              <a:gd name="csX85" fmla="*/ 39335 w 145315"/>
              <a:gd name="csY85" fmla="*/ 96674 h 145240"/>
              <a:gd name="csX86" fmla="*/ 1514 w 145315"/>
              <a:gd name="csY86" fmla="*/ 133265 h 145240"/>
              <a:gd name="csX87" fmla="*/ 19497 w 145315"/>
              <a:gd name="csY87" fmla="*/ 145241 h 145240"/>
              <a:gd name="csX88" fmla="*/ 94714 w 145315"/>
              <a:gd name="csY88" fmla="*/ 145241 h 145240"/>
              <a:gd name="csX89" fmla="*/ 44490 w 145315"/>
              <a:gd name="csY89" fmla="*/ 96674 h 145240"/>
              <a:gd name="csX90" fmla="*/ 41921 w 145315"/>
              <a:gd name="csY90" fmla="*/ 95670 h 145240"/>
            </a:gdLst>
            <a:ahLst/>
            <a:cxnLst/>
            <a:rect l="l" t="t" r="r" b="b"/>
            <a:pathLst>
              <a:path w="100000" h="100000">
                <a:moveTo>
                  <a:pt x="65857" y="26"/>
                </a:moveTo>
                <a:cubicBezTo>
                  <a:pt x="64686" y="26"/>
                  <a:pt x="63504" y="717"/>
                  <a:pt x="63129" y="2098"/>
                </a:cubicBezTo>
                <a:lnTo>
                  <a:pt x="62895" y="2941"/>
                </a:lnTo>
                <a:cubicBezTo>
                  <a:pt x="61736" y="7179"/>
                  <a:pt x="58423" y="10491"/>
                  <a:pt x="54173" y="11662"/>
                </a:cubicBezTo>
                <a:lnTo>
                  <a:pt x="53341" y="11896"/>
                </a:lnTo>
                <a:cubicBezTo>
                  <a:pt x="50567" y="12657"/>
                  <a:pt x="50567" y="16591"/>
                  <a:pt x="53341" y="17352"/>
                </a:cubicBezTo>
                <a:lnTo>
                  <a:pt x="54173" y="17574"/>
                </a:lnTo>
                <a:cubicBezTo>
                  <a:pt x="58423" y="18744"/>
                  <a:pt x="61736" y="22057"/>
                  <a:pt x="62895" y="26295"/>
                </a:cubicBezTo>
                <a:lnTo>
                  <a:pt x="63129" y="27138"/>
                </a:lnTo>
                <a:cubicBezTo>
                  <a:pt x="63890" y="29912"/>
                  <a:pt x="67824" y="29912"/>
                  <a:pt x="68585" y="27138"/>
                </a:cubicBezTo>
                <a:lnTo>
                  <a:pt x="68819" y="26295"/>
                </a:lnTo>
                <a:cubicBezTo>
                  <a:pt x="69978" y="22057"/>
                  <a:pt x="73292" y="18744"/>
                  <a:pt x="77542" y="17574"/>
                </a:cubicBezTo>
                <a:lnTo>
                  <a:pt x="78373" y="17352"/>
                </a:lnTo>
                <a:cubicBezTo>
                  <a:pt x="81148" y="16591"/>
                  <a:pt x="81148" y="12657"/>
                  <a:pt x="78373" y="11896"/>
                </a:cubicBezTo>
                <a:lnTo>
                  <a:pt x="77542" y="11662"/>
                </a:lnTo>
                <a:cubicBezTo>
                  <a:pt x="73292" y="10491"/>
                  <a:pt x="69978" y="7179"/>
                  <a:pt x="68819" y="2941"/>
                </a:cubicBezTo>
                <a:lnTo>
                  <a:pt x="68585" y="2098"/>
                </a:lnTo>
                <a:cubicBezTo>
                  <a:pt x="68210" y="717"/>
                  <a:pt x="67028" y="26"/>
                  <a:pt x="65857" y="26"/>
                </a:cubicBezTo>
                <a:close/>
                <a:moveTo>
                  <a:pt x="13417" y="12177"/>
                </a:moveTo>
                <a:cubicBezTo>
                  <a:pt x="6006" y="12177"/>
                  <a:pt x="0" y="18182"/>
                  <a:pt x="0" y="25592"/>
                </a:cubicBezTo>
                <a:lnTo>
                  <a:pt x="0" y="82555"/>
                </a:lnTo>
                <a:lnTo>
                  <a:pt x="21987" y="61297"/>
                </a:lnTo>
                <a:cubicBezTo>
                  <a:pt x="25687" y="57715"/>
                  <a:pt x="32010" y="57715"/>
                  <a:pt x="35709" y="61297"/>
                </a:cubicBezTo>
                <a:lnTo>
                  <a:pt x="40709" y="66132"/>
                </a:lnTo>
                <a:lnTo>
                  <a:pt x="55777" y="51546"/>
                </a:lnTo>
                <a:cubicBezTo>
                  <a:pt x="59488" y="47963"/>
                  <a:pt x="65787" y="47951"/>
                  <a:pt x="69499" y="51546"/>
                </a:cubicBezTo>
                <a:lnTo>
                  <a:pt x="87810" y="69257"/>
                </a:lnTo>
                <a:lnTo>
                  <a:pt x="87810" y="40986"/>
                </a:lnTo>
                <a:cubicBezTo>
                  <a:pt x="85761" y="40179"/>
                  <a:pt x="84204" y="38387"/>
                  <a:pt x="83770" y="36081"/>
                </a:cubicBezTo>
                <a:lnTo>
                  <a:pt x="83536" y="34864"/>
                </a:lnTo>
                <a:cubicBezTo>
                  <a:pt x="83408" y="34185"/>
                  <a:pt x="82881" y="33658"/>
                  <a:pt x="82201" y="33541"/>
                </a:cubicBezTo>
                <a:lnTo>
                  <a:pt x="80984" y="33295"/>
                </a:lnTo>
                <a:cubicBezTo>
                  <a:pt x="77823" y="32698"/>
                  <a:pt x="75610" y="30029"/>
                  <a:pt x="75610" y="26810"/>
                </a:cubicBezTo>
                <a:cubicBezTo>
                  <a:pt x="75610" y="25569"/>
                  <a:pt x="75949" y="24410"/>
                  <a:pt x="76535" y="23427"/>
                </a:cubicBezTo>
                <a:cubicBezTo>
                  <a:pt x="75106" y="24422"/>
                  <a:pt x="73994" y="25874"/>
                  <a:pt x="73526" y="27594"/>
                </a:cubicBezTo>
                <a:lnTo>
                  <a:pt x="73292" y="28437"/>
                </a:lnTo>
                <a:cubicBezTo>
                  <a:pt x="72367" y="31820"/>
                  <a:pt x="69369" y="34103"/>
                  <a:pt x="65857" y="34103"/>
                </a:cubicBezTo>
                <a:cubicBezTo>
                  <a:pt x="62345" y="34103"/>
                  <a:pt x="59359" y="31820"/>
                  <a:pt x="58423" y="28437"/>
                </a:cubicBezTo>
                <a:lnTo>
                  <a:pt x="58200" y="27594"/>
                </a:lnTo>
                <a:cubicBezTo>
                  <a:pt x="57486" y="25031"/>
                  <a:pt x="55461" y="22994"/>
                  <a:pt x="52885" y="22280"/>
                </a:cubicBezTo>
                <a:lnTo>
                  <a:pt x="52042" y="22057"/>
                </a:lnTo>
                <a:cubicBezTo>
                  <a:pt x="48658" y="21121"/>
                  <a:pt x="46387" y="18135"/>
                  <a:pt x="46387" y="14624"/>
                </a:cubicBezTo>
                <a:cubicBezTo>
                  <a:pt x="46387" y="13769"/>
                  <a:pt x="46516" y="12949"/>
                  <a:pt x="46773" y="12177"/>
                </a:cubicBezTo>
                <a:lnTo>
                  <a:pt x="13417" y="12177"/>
                </a:lnTo>
                <a:close/>
                <a:moveTo>
                  <a:pt x="90245" y="17058"/>
                </a:moveTo>
                <a:cubicBezTo>
                  <a:pt x="89495" y="17058"/>
                  <a:pt x="88735" y="17527"/>
                  <a:pt x="88559" y="18451"/>
                </a:cubicBezTo>
                <a:lnTo>
                  <a:pt x="88325" y="19681"/>
                </a:lnTo>
                <a:cubicBezTo>
                  <a:pt x="87822" y="22326"/>
                  <a:pt x="85761" y="24387"/>
                  <a:pt x="83115" y="24890"/>
                </a:cubicBezTo>
                <a:lnTo>
                  <a:pt x="81897" y="25124"/>
                </a:lnTo>
                <a:cubicBezTo>
                  <a:pt x="80024" y="25475"/>
                  <a:pt x="80024" y="28145"/>
                  <a:pt x="81897" y="28496"/>
                </a:cubicBezTo>
                <a:lnTo>
                  <a:pt x="83115" y="28730"/>
                </a:lnTo>
                <a:cubicBezTo>
                  <a:pt x="85761" y="29233"/>
                  <a:pt x="87822" y="31305"/>
                  <a:pt x="88325" y="33939"/>
                </a:cubicBezTo>
                <a:lnTo>
                  <a:pt x="88559" y="35168"/>
                </a:lnTo>
                <a:cubicBezTo>
                  <a:pt x="88910" y="37030"/>
                  <a:pt x="91580" y="37030"/>
                  <a:pt x="91942" y="35168"/>
                </a:cubicBezTo>
                <a:lnTo>
                  <a:pt x="92177" y="33939"/>
                </a:lnTo>
                <a:cubicBezTo>
                  <a:pt x="92680" y="31305"/>
                  <a:pt x="94741" y="29233"/>
                  <a:pt x="97375" y="28730"/>
                </a:cubicBezTo>
                <a:lnTo>
                  <a:pt x="98604" y="28496"/>
                </a:lnTo>
                <a:cubicBezTo>
                  <a:pt x="100466" y="28145"/>
                  <a:pt x="100466" y="25475"/>
                  <a:pt x="98604" y="25124"/>
                </a:cubicBezTo>
                <a:lnTo>
                  <a:pt x="97375" y="24890"/>
                </a:lnTo>
                <a:cubicBezTo>
                  <a:pt x="94741" y="24387"/>
                  <a:pt x="92680" y="22326"/>
                  <a:pt x="92177" y="19681"/>
                </a:cubicBezTo>
                <a:lnTo>
                  <a:pt x="91942" y="18451"/>
                </a:lnTo>
                <a:cubicBezTo>
                  <a:pt x="91767" y="17527"/>
                  <a:pt x="91006" y="17058"/>
                  <a:pt x="90245" y="17058"/>
                </a:cubicBezTo>
                <a:close/>
                <a:moveTo>
                  <a:pt x="28052" y="29257"/>
                </a:moveTo>
                <a:cubicBezTo>
                  <a:pt x="34105" y="29257"/>
                  <a:pt x="39023" y="34173"/>
                  <a:pt x="39023" y="40225"/>
                </a:cubicBezTo>
                <a:cubicBezTo>
                  <a:pt x="39023" y="46278"/>
                  <a:pt x="34105" y="51206"/>
                  <a:pt x="28052" y="51206"/>
                </a:cubicBezTo>
                <a:cubicBezTo>
                  <a:pt x="21999" y="51206"/>
                  <a:pt x="17070" y="46278"/>
                  <a:pt x="17070" y="40225"/>
                </a:cubicBezTo>
                <a:cubicBezTo>
                  <a:pt x="17070" y="34173"/>
                  <a:pt x="21999" y="29257"/>
                  <a:pt x="28052" y="29257"/>
                </a:cubicBezTo>
                <a:close/>
                <a:moveTo>
                  <a:pt x="28052" y="36573"/>
                </a:moveTo>
                <a:cubicBezTo>
                  <a:pt x="27080" y="36573"/>
                  <a:pt x="26144" y="36959"/>
                  <a:pt x="25465" y="37638"/>
                </a:cubicBezTo>
                <a:cubicBezTo>
                  <a:pt x="24774" y="38329"/>
                  <a:pt x="24388" y="39254"/>
                  <a:pt x="24388" y="40225"/>
                </a:cubicBezTo>
                <a:cubicBezTo>
                  <a:pt x="24388" y="41197"/>
                  <a:pt x="24774" y="42134"/>
                  <a:pt x="25465" y="42813"/>
                </a:cubicBezTo>
                <a:cubicBezTo>
                  <a:pt x="26144" y="43503"/>
                  <a:pt x="27080" y="43890"/>
                  <a:pt x="28052" y="43890"/>
                </a:cubicBezTo>
                <a:cubicBezTo>
                  <a:pt x="29024" y="43890"/>
                  <a:pt x="29949" y="43503"/>
                  <a:pt x="30640" y="42813"/>
                </a:cubicBezTo>
                <a:cubicBezTo>
                  <a:pt x="31319" y="42134"/>
                  <a:pt x="31705" y="41197"/>
                  <a:pt x="31705" y="40225"/>
                </a:cubicBezTo>
                <a:cubicBezTo>
                  <a:pt x="31705" y="39254"/>
                  <a:pt x="31319" y="38329"/>
                  <a:pt x="30640" y="37638"/>
                </a:cubicBezTo>
                <a:cubicBezTo>
                  <a:pt x="29949" y="36959"/>
                  <a:pt x="29024" y="36573"/>
                  <a:pt x="28052" y="36573"/>
                </a:cubicBezTo>
                <a:close/>
                <a:moveTo>
                  <a:pt x="62638" y="56099"/>
                </a:moveTo>
                <a:cubicBezTo>
                  <a:pt x="61994" y="56099"/>
                  <a:pt x="61349" y="56346"/>
                  <a:pt x="60870" y="56813"/>
                </a:cubicBezTo>
                <a:lnTo>
                  <a:pt x="45966" y="71224"/>
                </a:lnTo>
                <a:lnTo>
                  <a:pt x="75634" y="99916"/>
                </a:lnTo>
                <a:cubicBezTo>
                  <a:pt x="82459" y="99296"/>
                  <a:pt x="87810" y="93548"/>
                  <a:pt x="87810" y="86571"/>
                </a:cubicBezTo>
                <a:lnTo>
                  <a:pt x="87810" y="79430"/>
                </a:lnTo>
                <a:lnTo>
                  <a:pt x="64417" y="56813"/>
                </a:lnTo>
                <a:cubicBezTo>
                  <a:pt x="63925" y="56346"/>
                  <a:pt x="63282" y="56099"/>
                  <a:pt x="62638" y="56099"/>
                </a:cubicBezTo>
                <a:close/>
                <a:moveTo>
                  <a:pt x="28848" y="65862"/>
                </a:moveTo>
                <a:cubicBezTo>
                  <a:pt x="28193" y="65862"/>
                  <a:pt x="27549" y="66097"/>
                  <a:pt x="27069" y="66553"/>
                </a:cubicBezTo>
                <a:lnTo>
                  <a:pt x="1042" y="91733"/>
                </a:lnTo>
                <a:cubicBezTo>
                  <a:pt x="3068" y="96580"/>
                  <a:pt x="7844" y="99975"/>
                  <a:pt x="13417" y="99975"/>
                </a:cubicBezTo>
                <a:lnTo>
                  <a:pt x="65178" y="99975"/>
                </a:lnTo>
                <a:lnTo>
                  <a:pt x="30616" y="66553"/>
                </a:lnTo>
                <a:cubicBezTo>
                  <a:pt x="30136" y="66097"/>
                  <a:pt x="29492" y="65862"/>
                  <a:pt x="28848" y="6586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7" name="Белый — SVG 57">
            <a:extLst>
              <a:ext uri="{FF2B5EF4-FFF2-40B4-BE49-F238E27FC236}">
                <a16:creationId xmlns:a16="http://schemas.microsoft.com/office/drawing/2014/main" id="{456FFB0B-C954-1C4C-9283-873A0EB7AA6B}"/>
              </a:ext>
            </a:extLst>
          </p:cNvPr>
          <p:cNvSpPr>
            <a:spLocks noGrp="1"/>
          </p:cNvSpPr>
          <p:nvPr/>
        </p:nvSpPr>
        <p:spPr>
          <a:xfrm>
            <a:off x="1620000" y="5530000"/>
            <a:ext cx="220000" cy="220000"/>
          </a:xfrm>
          <a:custGeom>
            <a:avLst/>
            <a:gdLst>
              <a:gd name="csX0" fmla="*/ 47774 w 141630"/>
              <a:gd name="csY0" fmla="*/ 32013 h 149219"/>
              <a:gd name="csX1" fmla="*/ 54825 w 141630"/>
              <a:gd name="csY1" fmla="*/ 35568 h 149219"/>
              <a:gd name="csX2" fmla="*/ 67270 w 141630"/>
              <a:gd name="csY2" fmla="*/ 35568 h 149219"/>
              <a:gd name="csX3" fmla="*/ 67270 w 141630"/>
              <a:gd name="csY3" fmla="*/ 8742 h 149219"/>
              <a:gd name="csX4" fmla="*/ 62399 w 141630"/>
              <a:gd name="csY4" fmla="*/ 1682 h 149219"/>
              <a:gd name="csX5" fmla="*/ 57177 w 141630"/>
              <a:gd name="csY5" fmla="*/ 406 h 149219"/>
              <a:gd name="csX6" fmla="*/ 39198 w 141630"/>
              <a:gd name="csY6" fmla="*/ 4710 h 149219"/>
              <a:gd name="csX7" fmla="*/ 31873 w 141630"/>
              <a:gd name="csY7" fmla="*/ 23116 h 149219"/>
              <a:gd name="csX8" fmla="*/ 16 w 141630"/>
              <a:gd name="csY8" fmla="*/ 58550 h 149219"/>
              <a:gd name="csX9" fmla="*/ 5368 w 141630"/>
              <a:gd name="csY9" fmla="*/ 81634 h 149219"/>
              <a:gd name="csX10" fmla="*/ 17647 w 141630"/>
              <a:gd name="csY10" fmla="*/ 81634 h 149219"/>
              <a:gd name="csX11" fmla="*/ 17647 w 141630"/>
              <a:gd name="csY11" fmla="*/ 72772 h 149219"/>
              <a:gd name="csX12" fmla="*/ 22964 w 141630"/>
              <a:gd name="csY12" fmla="*/ 67464 h 149219"/>
              <a:gd name="csX13" fmla="*/ 37180 w 141630"/>
              <a:gd name="csY13" fmla="*/ 67464 h 149219"/>
              <a:gd name="csX14" fmla="*/ 44230 w 141630"/>
              <a:gd name="csY14" fmla="*/ 63909 h 149219"/>
              <a:gd name="csX15" fmla="*/ 53091 w 141630"/>
              <a:gd name="csY15" fmla="*/ 72772 h 149219"/>
              <a:gd name="csX16" fmla="*/ 44230 w 141630"/>
              <a:gd name="csY16" fmla="*/ 81634 h 149219"/>
              <a:gd name="csX17" fmla="*/ 37180 w 141630"/>
              <a:gd name="csY17" fmla="*/ 78096 h 149219"/>
              <a:gd name="csX18" fmla="*/ 28280 w 141630"/>
              <a:gd name="csY18" fmla="*/ 78096 h 149219"/>
              <a:gd name="csX19" fmla="*/ 28280 w 141630"/>
              <a:gd name="csY19" fmla="*/ 86959 h 149219"/>
              <a:gd name="csX20" fmla="*/ 22964 w 141630"/>
              <a:gd name="csY20" fmla="*/ 92266 h 149219"/>
              <a:gd name="csX21" fmla="*/ 5472 w 141630"/>
              <a:gd name="csY21" fmla="*/ 92266 h 149219"/>
              <a:gd name="csX22" fmla="*/ 5174 w 141630"/>
              <a:gd name="csY22" fmla="*/ 96315 h 149219"/>
              <a:gd name="csX23" fmla="*/ 32033 w 141630"/>
              <a:gd name="csY23" fmla="*/ 130830 h 149219"/>
              <a:gd name="csX24" fmla="*/ 56519 w 141630"/>
              <a:gd name="csY24" fmla="*/ 149219 h 149219"/>
              <a:gd name="csX25" fmla="*/ 56752 w 141630"/>
              <a:gd name="csY25" fmla="*/ 149219 h 149219"/>
              <a:gd name="csX26" fmla="*/ 61616 w 141630"/>
              <a:gd name="csY26" fmla="*/ 148709 h 149219"/>
              <a:gd name="csX27" fmla="*/ 67270 w 141630"/>
              <a:gd name="csY27" fmla="*/ 141428 h 149219"/>
              <a:gd name="csX28" fmla="*/ 67270 w 141630"/>
              <a:gd name="csY28" fmla="*/ 117069 h 149219"/>
              <a:gd name="csX29" fmla="*/ 54825 w 141630"/>
              <a:gd name="csY29" fmla="*/ 117069 h 149219"/>
              <a:gd name="csX30" fmla="*/ 47774 w 141630"/>
              <a:gd name="csY30" fmla="*/ 120624 h 149219"/>
              <a:gd name="csX31" fmla="*/ 38914 w 141630"/>
              <a:gd name="csY31" fmla="*/ 111761 h 149219"/>
              <a:gd name="csX32" fmla="*/ 47774 w 141630"/>
              <a:gd name="csY32" fmla="*/ 102898 h 149219"/>
              <a:gd name="csX33" fmla="*/ 54825 w 141630"/>
              <a:gd name="csY33" fmla="*/ 106437 h 149219"/>
              <a:gd name="csX34" fmla="*/ 67270 w 141630"/>
              <a:gd name="csY34" fmla="*/ 106437 h 149219"/>
              <a:gd name="csX35" fmla="*/ 67270 w 141630"/>
              <a:gd name="csY35" fmla="*/ 46200 h 149219"/>
              <a:gd name="csX36" fmla="*/ 54825 w 141630"/>
              <a:gd name="csY36" fmla="*/ 46200 h 149219"/>
              <a:gd name="csX37" fmla="*/ 47774 w 141630"/>
              <a:gd name="csY37" fmla="*/ 49738 h 149219"/>
              <a:gd name="csX38" fmla="*/ 38914 w 141630"/>
              <a:gd name="csY38" fmla="*/ 40876 h 149219"/>
              <a:gd name="csX39" fmla="*/ 47774 w 141630"/>
              <a:gd name="csY39" fmla="*/ 32013 h 149219"/>
              <a:gd name="csX40" fmla="*/ 141615 w 141630"/>
              <a:gd name="csY40" fmla="*/ 58414 h 149219"/>
              <a:gd name="csX41" fmla="*/ 120437 w 141630"/>
              <a:gd name="csY41" fmla="*/ 28066 h 149219"/>
              <a:gd name="csX42" fmla="*/ 120437 w 141630"/>
              <a:gd name="csY42" fmla="*/ 55063 h 149219"/>
              <a:gd name="csX43" fmla="*/ 115120 w 141630"/>
              <a:gd name="csY43" fmla="*/ 60370 h 149219"/>
              <a:gd name="csX44" fmla="*/ 100902 w 141630"/>
              <a:gd name="csY44" fmla="*/ 60370 h 149219"/>
              <a:gd name="csX45" fmla="*/ 93853 w 141630"/>
              <a:gd name="csY45" fmla="*/ 63909 h 149219"/>
              <a:gd name="csX46" fmla="*/ 84991 w 141630"/>
              <a:gd name="csY46" fmla="*/ 55063 h 149219"/>
              <a:gd name="csX47" fmla="*/ 93853 w 141630"/>
              <a:gd name="csY47" fmla="*/ 46200 h 149219"/>
              <a:gd name="csX48" fmla="*/ 100902 w 141630"/>
              <a:gd name="csY48" fmla="*/ 49738 h 149219"/>
              <a:gd name="csX49" fmla="*/ 109803 w 141630"/>
              <a:gd name="csY49" fmla="*/ 49738 h 149219"/>
              <a:gd name="csX50" fmla="*/ 109803 w 141630"/>
              <a:gd name="csY50" fmla="*/ 23014 h 149219"/>
              <a:gd name="csX51" fmla="*/ 109752 w 141630"/>
              <a:gd name="csY51" fmla="*/ 22997 h 149219"/>
              <a:gd name="csX52" fmla="*/ 102430 w 141630"/>
              <a:gd name="csY52" fmla="*/ 4591 h 149219"/>
              <a:gd name="csX53" fmla="*/ 84453 w 141630"/>
              <a:gd name="csY53" fmla="*/ 287 h 149219"/>
              <a:gd name="csX54" fmla="*/ 79229 w 141630"/>
              <a:gd name="csY54" fmla="*/ 1563 h 149219"/>
              <a:gd name="csX55" fmla="*/ 74358 w 141630"/>
              <a:gd name="csY55" fmla="*/ 8606 h 149219"/>
              <a:gd name="csX56" fmla="*/ 74358 w 141630"/>
              <a:gd name="csY56" fmla="*/ 95805 h 149219"/>
              <a:gd name="csX57" fmla="*/ 99170 w 141630"/>
              <a:gd name="csY57" fmla="*/ 95805 h 149219"/>
              <a:gd name="csX58" fmla="*/ 99170 w 141630"/>
              <a:gd name="csY58" fmla="*/ 90463 h 149219"/>
              <a:gd name="csX59" fmla="*/ 95624 w 141630"/>
              <a:gd name="csY59" fmla="*/ 83404 h 149219"/>
              <a:gd name="csX60" fmla="*/ 104487 w 141630"/>
              <a:gd name="csY60" fmla="*/ 74541 h 149219"/>
              <a:gd name="csX61" fmla="*/ 113347 w 141630"/>
              <a:gd name="csY61" fmla="*/ 83404 h 149219"/>
              <a:gd name="csX62" fmla="*/ 109803 w 141630"/>
              <a:gd name="csY62" fmla="*/ 90463 h 149219"/>
              <a:gd name="csX63" fmla="*/ 109803 w 141630"/>
              <a:gd name="csY63" fmla="*/ 101129 h 149219"/>
              <a:gd name="csX64" fmla="*/ 104487 w 141630"/>
              <a:gd name="csY64" fmla="*/ 106437 h 149219"/>
              <a:gd name="csX65" fmla="*/ 74358 w 141630"/>
              <a:gd name="csY65" fmla="*/ 106437 h 149219"/>
              <a:gd name="csX66" fmla="*/ 74358 w 141630"/>
              <a:gd name="csY66" fmla="*/ 141292 h 149219"/>
              <a:gd name="csX67" fmla="*/ 80011 w 141630"/>
              <a:gd name="csY67" fmla="*/ 148590 h 149219"/>
              <a:gd name="csX68" fmla="*/ 84879 w 141630"/>
              <a:gd name="csY68" fmla="*/ 149100 h 149219"/>
              <a:gd name="csX69" fmla="*/ 85112 w 141630"/>
              <a:gd name="csY69" fmla="*/ 149100 h 149219"/>
              <a:gd name="csX70" fmla="*/ 109598 w 141630"/>
              <a:gd name="csY70" fmla="*/ 130712 h 149219"/>
              <a:gd name="csX71" fmla="*/ 136457 w 141630"/>
              <a:gd name="csY71" fmla="*/ 96196 h 149219"/>
              <a:gd name="csX72" fmla="*/ 134415 w 141630"/>
              <a:gd name="csY72" fmla="*/ 84816 h 149219"/>
              <a:gd name="csX73" fmla="*/ 141615 w 141630"/>
              <a:gd name="csY73" fmla="*/ 58414 h 149219"/>
            </a:gdLst>
            <a:ahLst/>
            <a:cxnLst/>
            <a:rect l="l" t="t" r="r" b="b"/>
            <a:pathLst>
              <a:path w="100000" h="100000">
                <a:moveTo>
                  <a:pt x="34559" y="21454"/>
                </a:moveTo>
                <a:cubicBezTo>
                  <a:pt x="36495" y="21454"/>
                  <a:pt x="38199" y="22400"/>
                  <a:pt x="39284" y="23836"/>
                </a:cubicBezTo>
                <a:lnTo>
                  <a:pt x="47624" y="23836"/>
                </a:lnTo>
                <a:lnTo>
                  <a:pt x="47624" y="5859"/>
                </a:lnTo>
                <a:cubicBezTo>
                  <a:pt x="47624" y="3761"/>
                  <a:pt x="46324" y="1868"/>
                  <a:pt x="44360" y="1127"/>
                </a:cubicBezTo>
                <a:cubicBezTo>
                  <a:pt x="43217" y="706"/>
                  <a:pt x="42040" y="409"/>
                  <a:pt x="40860" y="272"/>
                </a:cubicBezTo>
                <a:cubicBezTo>
                  <a:pt x="37514" y="-115"/>
                  <a:pt x="32616" y="-241"/>
                  <a:pt x="28812" y="3156"/>
                </a:cubicBezTo>
                <a:cubicBezTo>
                  <a:pt x="25882" y="5767"/>
                  <a:pt x="24265" y="9814"/>
                  <a:pt x="23903" y="15491"/>
                </a:cubicBezTo>
                <a:cubicBezTo>
                  <a:pt x="17853" y="17772"/>
                  <a:pt x="3048" y="24817"/>
                  <a:pt x="2554" y="39238"/>
                </a:cubicBezTo>
                <a:cubicBezTo>
                  <a:pt x="2443" y="42510"/>
                  <a:pt x="3167" y="48826"/>
                  <a:pt x="6140" y="54708"/>
                </a:cubicBezTo>
                <a:lnTo>
                  <a:pt x="14369" y="54708"/>
                </a:lnTo>
                <a:lnTo>
                  <a:pt x="14369" y="48769"/>
                </a:lnTo>
                <a:cubicBezTo>
                  <a:pt x="14369" y="46796"/>
                  <a:pt x="15965" y="45211"/>
                  <a:pt x="17932" y="45211"/>
                </a:cubicBezTo>
                <a:lnTo>
                  <a:pt x="27459" y="45211"/>
                </a:lnTo>
                <a:cubicBezTo>
                  <a:pt x="28542" y="43775"/>
                  <a:pt x="30246" y="42829"/>
                  <a:pt x="32184" y="42829"/>
                </a:cubicBezTo>
                <a:cubicBezTo>
                  <a:pt x="35464" y="42829"/>
                  <a:pt x="38122" y="45485"/>
                  <a:pt x="38122" y="48769"/>
                </a:cubicBezTo>
                <a:cubicBezTo>
                  <a:pt x="38122" y="52052"/>
                  <a:pt x="35464" y="54708"/>
                  <a:pt x="32184" y="54708"/>
                </a:cubicBezTo>
                <a:cubicBezTo>
                  <a:pt x="30248" y="54708"/>
                  <a:pt x="28545" y="53773"/>
                  <a:pt x="27459" y="52336"/>
                </a:cubicBezTo>
                <a:lnTo>
                  <a:pt x="21495" y="52336"/>
                </a:lnTo>
                <a:lnTo>
                  <a:pt x="21495" y="58276"/>
                </a:lnTo>
                <a:cubicBezTo>
                  <a:pt x="21495" y="60237"/>
                  <a:pt x="19899" y="61833"/>
                  <a:pt x="17932" y="61833"/>
                </a:cubicBezTo>
                <a:lnTo>
                  <a:pt x="6210" y="61833"/>
                </a:lnTo>
                <a:cubicBezTo>
                  <a:pt x="6094" y="62699"/>
                  <a:pt x="6010" y="63600"/>
                  <a:pt x="6010" y="64546"/>
                </a:cubicBezTo>
                <a:cubicBezTo>
                  <a:pt x="6010" y="79913"/>
                  <a:pt x="16463" y="86058"/>
                  <a:pt x="24010" y="87677"/>
                </a:cubicBezTo>
                <a:cubicBezTo>
                  <a:pt x="25547" y="99863"/>
                  <a:pt x="36215" y="99966"/>
                  <a:pt x="40419" y="100000"/>
                </a:cubicBezTo>
                <a:cubicBezTo>
                  <a:pt x="40472" y="100000"/>
                  <a:pt x="40527" y="100000"/>
                  <a:pt x="40576" y="100000"/>
                </a:cubicBezTo>
                <a:cubicBezTo>
                  <a:pt x="41709" y="100000"/>
                  <a:pt x="42799" y="99887"/>
                  <a:pt x="43835" y="99658"/>
                </a:cubicBezTo>
                <a:cubicBezTo>
                  <a:pt x="46085" y="99168"/>
                  <a:pt x="47624" y="97081"/>
                  <a:pt x="47624" y="94779"/>
                </a:cubicBezTo>
                <a:lnTo>
                  <a:pt x="47624" y="78454"/>
                </a:lnTo>
                <a:lnTo>
                  <a:pt x="39284" y="78454"/>
                </a:lnTo>
                <a:cubicBezTo>
                  <a:pt x="38201" y="79891"/>
                  <a:pt x="36497" y="80837"/>
                  <a:pt x="34559" y="80837"/>
                </a:cubicBezTo>
                <a:cubicBezTo>
                  <a:pt x="31279" y="80837"/>
                  <a:pt x="28621" y="78180"/>
                  <a:pt x="28621" y="74897"/>
                </a:cubicBezTo>
                <a:cubicBezTo>
                  <a:pt x="28621" y="71614"/>
                  <a:pt x="31279" y="68958"/>
                  <a:pt x="34559" y="68958"/>
                </a:cubicBezTo>
                <a:cubicBezTo>
                  <a:pt x="36495" y="68958"/>
                  <a:pt x="38199" y="69904"/>
                  <a:pt x="39284" y="71329"/>
                </a:cubicBezTo>
                <a:lnTo>
                  <a:pt x="47624" y="71329"/>
                </a:lnTo>
                <a:lnTo>
                  <a:pt x="47624" y="30961"/>
                </a:lnTo>
                <a:lnTo>
                  <a:pt x="39284" y="30961"/>
                </a:lnTo>
                <a:cubicBezTo>
                  <a:pt x="38201" y="32397"/>
                  <a:pt x="36497" y="33332"/>
                  <a:pt x="34559" y="33332"/>
                </a:cubicBezTo>
                <a:cubicBezTo>
                  <a:pt x="31279" y="33332"/>
                  <a:pt x="28621" y="30676"/>
                  <a:pt x="28621" y="27393"/>
                </a:cubicBezTo>
                <a:cubicBezTo>
                  <a:pt x="28621" y="24110"/>
                  <a:pt x="31279" y="21454"/>
                  <a:pt x="34559" y="21454"/>
                </a:cubicBezTo>
                <a:close/>
                <a:moveTo>
                  <a:pt x="97447" y="39146"/>
                </a:moveTo>
                <a:cubicBezTo>
                  <a:pt x="97099" y="29035"/>
                  <a:pt x="89722" y="22559"/>
                  <a:pt x="83254" y="18809"/>
                </a:cubicBezTo>
                <a:lnTo>
                  <a:pt x="83254" y="36901"/>
                </a:lnTo>
                <a:cubicBezTo>
                  <a:pt x="83254" y="38862"/>
                  <a:pt x="81658" y="40457"/>
                  <a:pt x="79691" y="40457"/>
                </a:cubicBezTo>
                <a:lnTo>
                  <a:pt x="70163" y="40457"/>
                </a:lnTo>
                <a:cubicBezTo>
                  <a:pt x="69080" y="41894"/>
                  <a:pt x="67378" y="42829"/>
                  <a:pt x="65439" y="42829"/>
                </a:cubicBezTo>
                <a:cubicBezTo>
                  <a:pt x="62159" y="42829"/>
                  <a:pt x="59500" y="40172"/>
                  <a:pt x="59500" y="36901"/>
                </a:cubicBezTo>
                <a:cubicBezTo>
                  <a:pt x="59500" y="33618"/>
                  <a:pt x="62159" y="30961"/>
                  <a:pt x="65439" y="30961"/>
                </a:cubicBezTo>
                <a:cubicBezTo>
                  <a:pt x="67375" y="30961"/>
                  <a:pt x="69077" y="31896"/>
                  <a:pt x="70163" y="33332"/>
                </a:cubicBezTo>
                <a:lnTo>
                  <a:pt x="76128" y="33332"/>
                </a:lnTo>
                <a:lnTo>
                  <a:pt x="76128" y="15423"/>
                </a:lnTo>
                <a:cubicBezTo>
                  <a:pt x="76118" y="15412"/>
                  <a:pt x="76107" y="15412"/>
                  <a:pt x="76094" y="15412"/>
                </a:cubicBezTo>
                <a:cubicBezTo>
                  <a:pt x="75734" y="9735"/>
                  <a:pt x="74116" y="5688"/>
                  <a:pt x="71187" y="3077"/>
                </a:cubicBezTo>
                <a:cubicBezTo>
                  <a:pt x="67378" y="-320"/>
                  <a:pt x="62486" y="-195"/>
                  <a:pt x="59140" y="192"/>
                </a:cubicBezTo>
                <a:cubicBezTo>
                  <a:pt x="57963" y="329"/>
                  <a:pt x="56781" y="626"/>
                  <a:pt x="55639" y="1047"/>
                </a:cubicBezTo>
                <a:cubicBezTo>
                  <a:pt x="53674" y="1777"/>
                  <a:pt x="52374" y="3670"/>
                  <a:pt x="52374" y="5767"/>
                </a:cubicBezTo>
                <a:lnTo>
                  <a:pt x="52374" y="64204"/>
                </a:lnTo>
                <a:lnTo>
                  <a:pt x="69002" y="64204"/>
                </a:lnTo>
                <a:lnTo>
                  <a:pt x="69002" y="60624"/>
                </a:lnTo>
                <a:cubicBezTo>
                  <a:pt x="67567" y="59541"/>
                  <a:pt x="66626" y="57831"/>
                  <a:pt x="66626" y="55894"/>
                </a:cubicBezTo>
                <a:cubicBezTo>
                  <a:pt x="66626" y="52610"/>
                  <a:pt x="69285" y="49954"/>
                  <a:pt x="72565" y="49954"/>
                </a:cubicBezTo>
                <a:cubicBezTo>
                  <a:pt x="75845" y="49954"/>
                  <a:pt x="78503" y="52610"/>
                  <a:pt x="78503" y="55894"/>
                </a:cubicBezTo>
                <a:cubicBezTo>
                  <a:pt x="78503" y="57831"/>
                  <a:pt x="77563" y="59530"/>
                  <a:pt x="76128" y="60624"/>
                </a:cubicBezTo>
                <a:lnTo>
                  <a:pt x="76128" y="67772"/>
                </a:lnTo>
                <a:cubicBezTo>
                  <a:pt x="76128" y="69744"/>
                  <a:pt x="74532" y="71329"/>
                  <a:pt x="72565" y="71329"/>
                </a:cubicBezTo>
                <a:lnTo>
                  <a:pt x="52374" y="71329"/>
                </a:lnTo>
                <a:lnTo>
                  <a:pt x="52374" y="94688"/>
                </a:lnTo>
                <a:cubicBezTo>
                  <a:pt x="52374" y="96991"/>
                  <a:pt x="53913" y="99088"/>
                  <a:pt x="56163" y="99578"/>
                </a:cubicBezTo>
                <a:cubicBezTo>
                  <a:pt x="57199" y="99795"/>
                  <a:pt x="58289" y="99920"/>
                  <a:pt x="59425" y="99920"/>
                </a:cubicBezTo>
                <a:cubicBezTo>
                  <a:pt x="59474" y="99920"/>
                  <a:pt x="59529" y="99920"/>
                  <a:pt x="59581" y="99920"/>
                </a:cubicBezTo>
                <a:cubicBezTo>
                  <a:pt x="63788" y="99875"/>
                  <a:pt x="74453" y="99784"/>
                  <a:pt x="75991" y="87597"/>
                </a:cubicBezTo>
                <a:cubicBezTo>
                  <a:pt x="83537" y="85978"/>
                  <a:pt x="93990" y="79834"/>
                  <a:pt x="93990" y="64466"/>
                </a:cubicBezTo>
                <a:cubicBezTo>
                  <a:pt x="93990" y="61502"/>
                  <a:pt x="93328" y="58880"/>
                  <a:pt x="92622" y="56840"/>
                </a:cubicBezTo>
                <a:cubicBezTo>
                  <a:pt x="96652" y="50398"/>
                  <a:pt x="97570" y="42840"/>
                  <a:pt x="97447" y="3914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8" name="Белый — SVG 58">
            <a:extLst>
              <a:ext uri="{FF2B5EF4-FFF2-40B4-BE49-F238E27FC236}">
                <a16:creationId xmlns:a16="http://schemas.microsoft.com/office/drawing/2014/main" id="{BEE26651-D4A0-A540-8CD2-6CB962649455}"/>
              </a:ext>
            </a:extLst>
          </p:cNvPr>
          <p:cNvSpPr>
            <a:spLocks noGrp="1"/>
          </p:cNvSpPr>
          <p:nvPr/>
        </p:nvSpPr>
        <p:spPr>
          <a:xfrm>
            <a:off x="2220000" y="5530000"/>
            <a:ext cx="220000" cy="220000"/>
          </a:xfrm>
          <a:custGeom>
            <a:avLst/>
            <a:gdLst>
              <a:gd name="csX0" fmla="*/ 56629 w 113423"/>
              <a:gd name="csY0" fmla="*/ 1 h 141839"/>
              <a:gd name="csX1" fmla="*/ 52896 w 113423"/>
              <a:gd name="csY1" fmla="*/ 1617 h 141839"/>
              <a:gd name="csX2" fmla="*/ 51394 w 113423"/>
              <a:gd name="csY2" fmla="*/ 5394 h 141839"/>
              <a:gd name="csX3" fmla="*/ 51394 w 113423"/>
              <a:gd name="csY3" fmla="*/ 10719 h 141839"/>
              <a:gd name="csX4" fmla="*/ 26583 w 113423"/>
              <a:gd name="csY4" fmla="*/ 10719 h 141839"/>
              <a:gd name="csX5" fmla="*/ 10633 w 113423"/>
              <a:gd name="csY5" fmla="*/ 26658 h 141839"/>
              <a:gd name="csX6" fmla="*/ 10633 w 113423"/>
              <a:gd name="csY6" fmla="*/ 58554 h 141839"/>
              <a:gd name="csX7" fmla="*/ 26583 w 113423"/>
              <a:gd name="csY7" fmla="*/ 74510 h 141839"/>
              <a:gd name="csX8" fmla="*/ 86840 w 113423"/>
              <a:gd name="csY8" fmla="*/ 74510 h 141839"/>
              <a:gd name="csX9" fmla="*/ 102790 w 113423"/>
              <a:gd name="csY9" fmla="*/ 58554 h 141839"/>
              <a:gd name="csX10" fmla="*/ 102790 w 113423"/>
              <a:gd name="csY10" fmla="*/ 26658 h 141839"/>
              <a:gd name="csX11" fmla="*/ 86840 w 113423"/>
              <a:gd name="csY11" fmla="*/ 10719 h 141839"/>
              <a:gd name="csX12" fmla="*/ 62027 w 113423"/>
              <a:gd name="csY12" fmla="*/ 10719 h 141839"/>
              <a:gd name="csX13" fmla="*/ 62027 w 113423"/>
              <a:gd name="csY13" fmla="*/ 5394 h 141839"/>
              <a:gd name="csX14" fmla="*/ 61638 w 113423"/>
              <a:gd name="csY14" fmla="*/ 3319 h 141839"/>
              <a:gd name="csX15" fmla="*/ 60469 w 113423"/>
              <a:gd name="csY15" fmla="*/ 1549 h 141839"/>
              <a:gd name="csX16" fmla="*/ 58706 w 113423"/>
              <a:gd name="csY16" fmla="*/ 393 h 141839"/>
              <a:gd name="csX17" fmla="*/ 56629 w 113423"/>
              <a:gd name="csY17" fmla="*/ 1 h 141839"/>
              <a:gd name="csX18" fmla="*/ 40761 w 113423"/>
              <a:gd name="csY18" fmla="*/ 31982 h 141839"/>
              <a:gd name="csX19" fmla="*/ 49623 w 113423"/>
              <a:gd name="csY19" fmla="*/ 40828 h 141839"/>
              <a:gd name="csX20" fmla="*/ 40761 w 113423"/>
              <a:gd name="csY20" fmla="*/ 49691 h 141839"/>
              <a:gd name="csX21" fmla="*/ 31900 w 113423"/>
              <a:gd name="csY21" fmla="*/ 40828 h 141839"/>
              <a:gd name="csX22" fmla="*/ 40761 w 113423"/>
              <a:gd name="csY22" fmla="*/ 31982 h 141839"/>
              <a:gd name="csX23" fmla="*/ 72661 w 113423"/>
              <a:gd name="csY23" fmla="*/ 31982 h 141839"/>
              <a:gd name="csX24" fmla="*/ 81523 w 113423"/>
              <a:gd name="csY24" fmla="*/ 40828 h 141839"/>
              <a:gd name="csX25" fmla="*/ 72661 w 113423"/>
              <a:gd name="csY25" fmla="*/ 49691 h 141839"/>
              <a:gd name="csX26" fmla="*/ 63800 w 113423"/>
              <a:gd name="csY26" fmla="*/ 40828 h 141839"/>
              <a:gd name="csX27" fmla="*/ 72661 w 113423"/>
              <a:gd name="csY27" fmla="*/ 31982 h 141839"/>
              <a:gd name="csX28" fmla="*/ 15950 w 113423"/>
              <a:gd name="csY28" fmla="*/ 85142 h 141839"/>
              <a:gd name="csX29" fmla="*/ 0 w 113423"/>
              <a:gd name="csY29" fmla="*/ 101081 h 141839"/>
              <a:gd name="csX30" fmla="*/ 0 w 113423"/>
              <a:gd name="csY30" fmla="*/ 103786 h 141839"/>
              <a:gd name="csX31" fmla="*/ 9526 w 113423"/>
              <a:gd name="csY31" fmla="*/ 125781 h 141839"/>
              <a:gd name="csX32" fmla="*/ 56711 w 113423"/>
              <a:gd name="csY32" fmla="*/ 141840 h 141839"/>
              <a:gd name="csX33" fmla="*/ 103897 w 113423"/>
              <a:gd name="csY33" fmla="*/ 125781 h 141839"/>
              <a:gd name="csX34" fmla="*/ 113423 w 113423"/>
              <a:gd name="csY34" fmla="*/ 103786 h 141839"/>
              <a:gd name="csX35" fmla="*/ 113423 w 113423"/>
              <a:gd name="csY35" fmla="*/ 101081 h 141839"/>
              <a:gd name="csX36" fmla="*/ 97473 w 113423"/>
              <a:gd name="csY36" fmla="*/ 85142 h 141839"/>
              <a:gd name="csX37" fmla="*/ 15950 w 113423"/>
              <a:gd name="csY37" fmla="*/ 85142 h 141839"/>
            </a:gdLst>
            <a:ahLst/>
            <a:cxnLst/>
            <a:rect l="l" t="t" r="r" b="b"/>
            <a:pathLst>
              <a:path w="100000" h="100000">
                <a:moveTo>
                  <a:pt x="49942" y="1"/>
                </a:moveTo>
                <a:cubicBezTo>
                  <a:pt x="48948" y="13"/>
                  <a:pt x="48001" y="421"/>
                  <a:pt x="47310" y="1140"/>
                </a:cubicBezTo>
                <a:cubicBezTo>
                  <a:pt x="46618" y="1848"/>
                  <a:pt x="46237" y="2807"/>
                  <a:pt x="46251" y="3803"/>
                </a:cubicBezTo>
                <a:lnTo>
                  <a:pt x="46251" y="7557"/>
                </a:lnTo>
                <a:lnTo>
                  <a:pt x="28759" y="7557"/>
                </a:lnTo>
                <a:cubicBezTo>
                  <a:pt x="22559" y="7557"/>
                  <a:pt x="17514" y="12594"/>
                  <a:pt x="17514" y="18795"/>
                </a:cubicBezTo>
                <a:lnTo>
                  <a:pt x="17514" y="41282"/>
                </a:lnTo>
                <a:cubicBezTo>
                  <a:pt x="17514" y="47483"/>
                  <a:pt x="22559" y="52531"/>
                  <a:pt x="28759" y="52531"/>
                </a:cubicBezTo>
                <a:lnTo>
                  <a:pt x="71241" y="52531"/>
                </a:lnTo>
                <a:cubicBezTo>
                  <a:pt x="77440" y="52531"/>
                  <a:pt x="82486" y="47483"/>
                  <a:pt x="82486" y="41282"/>
                </a:cubicBezTo>
                <a:lnTo>
                  <a:pt x="82486" y="18795"/>
                </a:lnTo>
                <a:cubicBezTo>
                  <a:pt x="82486" y="12594"/>
                  <a:pt x="77440" y="7557"/>
                  <a:pt x="71241" y="7557"/>
                </a:cubicBezTo>
                <a:lnTo>
                  <a:pt x="53748" y="7557"/>
                </a:lnTo>
                <a:lnTo>
                  <a:pt x="53748" y="3803"/>
                </a:lnTo>
                <a:cubicBezTo>
                  <a:pt x="53755" y="3299"/>
                  <a:pt x="53662" y="2807"/>
                  <a:pt x="53473" y="2340"/>
                </a:cubicBezTo>
                <a:cubicBezTo>
                  <a:pt x="53284" y="1872"/>
                  <a:pt x="53004" y="1452"/>
                  <a:pt x="52649" y="1092"/>
                </a:cubicBezTo>
                <a:cubicBezTo>
                  <a:pt x="52294" y="745"/>
                  <a:pt x="51872" y="469"/>
                  <a:pt x="51406" y="277"/>
                </a:cubicBezTo>
                <a:cubicBezTo>
                  <a:pt x="50941" y="85"/>
                  <a:pt x="50443" y="-11"/>
                  <a:pt x="49942" y="1"/>
                </a:cubicBezTo>
                <a:close/>
                <a:moveTo>
                  <a:pt x="38755" y="22548"/>
                </a:moveTo>
                <a:cubicBezTo>
                  <a:pt x="42205" y="22548"/>
                  <a:pt x="45002" y="25343"/>
                  <a:pt x="45002" y="28785"/>
                </a:cubicBezTo>
                <a:cubicBezTo>
                  <a:pt x="45002" y="32239"/>
                  <a:pt x="42205" y="35033"/>
                  <a:pt x="38755" y="35033"/>
                </a:cubicBezTo>
                <a:cubicBezTo>
                  <a:pt x="35303" y="35033"/>
                  <a:pt x="32507" y="32239"/>
                  <a:pt x="32507" y="28785"/>
                </a:cubicBezTo>
                <a:cubicBezTo>
                  <a:pt x="32507" y="25343"/>
                  <a:pt x="35303" y="22548"/>
                  <a:pt x="38755" y="22548"/>
                </a:cubicBezTo>
                <a:close/>
                <a:moveTo>
                  <a:pt x="61245" y="22548"/>
                </a:moveTo>
                <a:cubicBezTo>
                  <a:pt x="64696" y="22548"/>
                  <a:pt x="67493" y="25343"/>
                  <a:pt x="67493" y="28785"/>
                </a:cubicBezTo>
                <a:cubicBezTo>
                  <a:pt x="67493" y="32239"/>
                  <a:pt x="64696" y="35033"/>
                  <a:pt x="61245" y="35033"/>
                </a:cubicBezTo>
                <a:cubicBezTo>
                  <a:pt x="57794" y="35033"/>
                  <a:pt x="54998" y="32239"/>
                  <a:pt x="54998" y="28785"/>
                </a:cubicBezTo>
                <a:cubicBezTo>
                  <a:pt x="54998" y="25343"/>
                  <a:pt x="57794" y="22548"/>
                  <a:pt x="61245" y="22548"/>
                </a:cubicBezTo>
                <a:close/>
                <a:moveTo>
                  <a:pt x="21262" y="60027"/>
                </a:moveTo>
                <a:cubicBezTo>
                  <a:pt x="15062" y="60027"/>
                  <a:pt x="10017" y="65065"/>
                  <a:pt x="10017" y="71265"/>
                </a:cubicBezTo>
                <a:lnTo>
                  <a:pt x="10017" y="73172"/>
                </a:lnTo>
                <a:cubicBezTo>
                  <a:pt x="10017" y="79048"/>
                  <a:pt x="12465" y="84709"/>
                  <a:pt x="16733" y="88679"/>
                </a:cubicBezTo>
                <a:cubicBezTo>
                  <a:pt x="22278" y="93836"/>
                  <a:pt x="32550" y="100001"/>
                  <a:pt x="50000" y="100001"/>
                </a:cubicBezTo>
                <a:cubicBezTo>
                  <a:pt x="67450" y="100001"/>
                  <a:pt x="77725" y="93836"/>
                  <a:pt x="83267" y="88679"/>
                </a:cubicBezTo>
                <a:cubicBezTo>
                  <a:pt x="87537" y="84709"/>
                  <a:pt x="89983" y="79048"/>
                  <a:pt x="89983" y="73172"/>
                </a:cubicBezTo>
                <a:lnTo>
                  <a:pt x="89983" y="71265"/>
                </a:lnTo>
                <a:cubicBezTo>
                  <a:pt x="89983" y="65065"/>
                  <a:pt x="84937" y="60027"/>
                  <a:pt x="78738" y="60027"/>
                </a:cubicBezTo>
                <a:lnTo>
                  <a:pt x="21262" y="6002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9" name="Белый — SVG 59">
            <a:extLst>
              <a:ext uri="{FF2B5EF4-FFF2-40B4-BE49-F238E27FC236}">
                <a16:creationId xmlns:a16="http://schemas.microsoft.com/office/drawing/2014/main" id="{82B795E8-5C2A-B144-A189-0B141D25CB63}"/>
              </a:ext>
            </a:extLst>
          </p:cNvPr>
          <p:cNvSpPr>
            <a:spLocks noGrp="1"/>
          </p:cNvSpPr>
          <p:nvPr/>
        </p:nvSpPr>
        <p:spPr>
          <a:xfrm>
            <a:off x="2820000" y="5530000"/>
            <a:ext cx="220000" cy="220000"/>
          </a:xfrm>
          <a:custGeom>
            <a:avLst/>
            <a:gdLst>
              <a:gd name="csX0" fmla="*/ 115113 w 141857"/>
              <a:gd name="csY0" fmla="*/ 0 h 134744"/>
              <a:gd name="csX1" fmla="*/ 114347 w 141857"/>
              <a:gd name="csY1" fmla="*/ 68 h 134744"/>
              <a:gd name="csX2" fmla="*/ 93931 w 141857"/>
              <a:gd name="csY2" fmla="*/ 68 h 134744"/>
              <a:gd name="csX3" fmla="*/ 91872 w 141857"/>
              <a:gd name="csY3" fmla="*/ 459 h 134744"/>
              <a:gd name="csX4" fmla="*/ 90120 w 141857"/>
              <a:gd name="csY4" fmla="*/ 1599 h 134744"/>
              <a:gd name="csX5" fmla="*/ 88946 w 141857"/>
              <a:gd name="csY5" fmla="*/ 3334 h 134744"/>
              <a:gd name="csX6" fmla="*/ 88538 w 141857"/>
              <a:gd name="csY6" fmla="*/ 5392 h 134744"/>
              <a:gd name="csX7" fmla="*/ 88946 w 141857"/>
              <a:gd name="csY7" fmla="*/ 7451 h 134744"/>
              <a:gd name="csX8" fmla="*/ 90120 w 141857"/>
              <a:gd name="csY8" fmla="*/ 9186 h 134744"/>
              <a:gd name="csX9" fmla="*/ 91872 w 141857"/>
              <a:gd name="csY9" fmla="*/ 10326 h 134744"/>
              <a:gd name="csX10" fmla="*/ 93931 w 141857"/>
              <a:gd name="csY10" fmla="*/ 10700 h 134744"/>
              <a:gd name="csX11" fmla="*/ 109873 w 141857"/>
              <a:gd name="csY11" fmla="*/ 10700 h 134744"/>
              <a:gd name="csX12" fmla="*/ 109873 w 141857"/>
              <a:gd name="csY12" fmla="*/ 29650 h 134744"/>
              <a:gd name="csX13" fmla="*/ 84148 w 141857"/>
              <a:gd name="csY13" fmla="*/ 32951 h 134744"/>
              <a:gd name="csX14" fmla="*/ 36613 w 141857"/>
              <a:gd name="csY14" fmla="*/ 60475 h 134744"/>
              <a:gd name="csX15" fmla="*/ 74434 w 141857"/>
              <a:gd name="csY15" fmla="*/ 101080 h 134744"/>
              <a:gd name="csX16" fmla="*/ 70368 w 141857"/>
              <a:gd name="csY16" fmla="*/ 118738 h 134744"/>
              <a:gd name="csX17" fmla="*/ 117886 w 141857"/>
              <a:gd name="csY17" fmla="*/ 91230 h 134744"/>
              <a:gd name="csX18" fmla="*/ 130170 w 141857"/>
              <a:gd name="csY18" fmla="*/ 45233 h 134744"/>
              <a:gd name="csX19" fmla="*/ 120506 w 141857"/>
              <a:gd name="csY19" fmla="*/ 34685 h 134744"/>
              <a:gd name="csX20" fmla="*/ 120506 w 141857"/>
              <a:gd name="csY20" fmla="*/ 10700 h 134744"/>
              <a:gd name="csX21" fmla="*/ 136464 w 141857"/>
              <a:gd name="csY21" fmla="*/ 10700 h 134744"/>
              <a:gd name="csX22" fmla="*/ 138523 w 141857"/>
              <a:gd name="csY22" fmla="*/ 10326 h 134744"/>
              <a:gd name="csX23" fmla="*/ 140275 w 141857"/>
              <a:gd name="csY23" fmla="*/ 9186 h 134744"/>
              <a:gd name="csX24" fmla="*/ 141449 w 141857"/>
              <a:gd name="csY24" fmla="*/ 7451 h 134744"/>
              <a:gd name="csX25" fmla="*/ 141858 w 141857"/>
              <a:gd name="csY25" fmla="*/ 5392 h 134744"/>
              <a:gd name="csX26" fmla="*/ 141449 w 141857"/>
              <a:gd name="csY26" fmla="*/ 3334 h 134744"/>
              <a:gd name="csX27" fmla="*/ 140275 w 141857"/>
              <a:gd name="csY27" fmla="*/ 1599 h 134744"/>
              <a:gd name="csX28" fmla="*/ 138523 w 141857"/>
              <a:gd name="csY28" fmla="*/ 459 h 134744"/>
              <a:gd name="csX29" fmla="*/ 136464 w 141857"/>
              <a:gd name="csY29" fmla="*/ 68 h 134744"/>
              <a:gd name="csX30" fmla="*/ 116065 w 141857"/>
              <a:gd name="csY30" fmla="*/ 68 h 134744"/>
              <a:gd name="csX31" fmla="*/ 115113 w 141857"/>
              <a:gd name="csY31" fmla="*/ 0 h 134744"/>
              <a:gd name="csX32" fmla="*/ 33670 w 141857"/>
              <a:gd name="csY32" fmla="*/ 67415 h 134744"/>
              <a:gd name="csX33" fmla="*/ 0 w 141857"/>
              <a:gd name="csY33" fmla="*/ 101080 h 134744"/>
              <a:gd name="csX34" fmla="*/ 33670 w 141857"/>
              <a:gd name="csY34" fmla="*/ 134745 h 134744"/>
              <a:gd name="csX35" fmla="*/ 67339 w 141857"/>
              <a:gd name="csY35" fmla="*/ 101080 h 134744"/>
              <a:gd name="csX36" fmla="*/ 33670 w 141857"/>
              <a:gd name="csY36" fmla="*/ 67415 h 134744"/>
              <a:gd name="csX37" fmla="*/ 33670 w 141857"/>
              <a:gd name="csY37" fmla="*/ 78047 h 134744"/>
              <a:gd name="csX38" fmla="*/ 56706 w 141857"/>
              <a:gd name="csY38" fmla="*/ 101080 h 134744"/>
              <a:gd name="csX39" fmla="*/ 33670 w 141857"/>
              <a:gd name="csY39" fmla="*/ 124113 h 134744"/>
              <a:gd name="csX40" fmla="*/ 10633 w 141857"/>
              <a:gd name="csY40" fmla="*/ 101080 h 134744"/>
              <a:gd name="csX41" fmla="*/ 33670 w 141857"/>
              <a:gd name="csY41" fmla="*/ 78047 h 134744"/>
              <a:gd name="csX42" fmla="*/ 33670 w 141857"/>
              <a:gd name="csY42" fmla="*/ 92217 h 134744"/>
              <a:gd name="csX43" fmla="*/ 27409 w 141857"/>
              <a:gd name="csY43" fmla="*/ 94820 h 134744"/>
              <a:gd name="csX44" fmla="*/ 24806 w 141857"/>
              <a:gd name="csY44" fmla="*/ 101080 h 134744"/>
              <a:gd name="csX45" fmla="*/ 27409 w 141857"/>
              <a:gd name="csY45" fmla="*/ 107340 h 134744"/>
              <a:gd name="csX46" fmla="*/ 33670 w 141857"/>
              <a:gd name="csY46" fmla="*/ 109943 h 134744"/>
              <a:gd name="csX47" fmla="*/ 39930 w 141857"/>
              <a:gd name="csY47" fmla="*/ 107340 h 134744"/>
              <a:gd name="csX48" fmla="*/ 42534 w 141857"/>
              <a:gd name="csY48" fmla="*/ 101080 h 134744"/>
              <a:gd name="csX49" fmla="*/ 39930 w 141857"/>
              <a:gd name="csY49" fmla="*/ 94820 h 134744"/>
              <a:gd name="csX50" fmla="*/ 33670 w 141857"/>
              <a:gd name="csY50" fmla="*/ 92217 h 134744"/>
            </a:gdLst>
            <a:ahLst/>
            <a:cxnLst/>
            <a:rect l="l" t="t" r="r" b="b"/>
            <a:pathLst>
              <a:path w="100000" h="100000">
                <a:moveTo>
                  <a:pt x="81147" y="2507"/>
                </a:moveTo>
                <a:cubicBezTo>
                  <a:pt x="80967" y="2507"/>
                  <a:pt x="80788" y="2531"/>
                  <a:pt x="80607" y="2555"/>
                </a:cubicBezTo>
                <a:lnTo>
                  <a:pt x="66215" y="2555"/>
                </a:lnTo>
                <a:cubicBezTo>
                  <a:pt x="65712" y="2555"/>
                  <a:pt x="65220" y="2651"/>
                  <a:pt x="64764" y="2831"/>
                </a:cubicBezTo>
                <a:cubicBezTo>
                  <a:pt x="64296" y="3010"/>
                  <a:pt x="63876" y="3287"/>
                  <a:pt x="63529" y="3634"/>
                </a:cubicBezTo>
                <a:cubicBezTo>
                  <a:pt x="63169" y="3994"/>
                  <a:pt x="62893" y="4402"/>
                  <a:pt x="62701" y="4857"/>
                </a:cubicBezTo>
                <a:cubicBezTo>
                  <a:pt x="62509" y="5325"/>
                  <a:pt x="62414" y="5817"/>
                  <a:pt x="62414" y="6308"/>
                </a:cubicBezTo>
                <a:cubicBezTo>
                  <a:pt x="62414" y="6800"/>
                  <a:pt x="62509" y="7291"/>
                  <a:pt x="62701" y="7760"/>
                </a:cubicBezTo>
                <a:cubicBezTo>
                  <a:pt x="62893" y="8215"/>
                  <a:pt x="63169" y="8623"/>
                  <a:pt x="63529" y="8983"/>
                </a:cubicBezTo>
                <a:cubicBezTo>
                  <a:pt x="63876" y="9330"/>
                  <a:pt x="64296" y="9606"/>
                  <a:pt x="64764" y="9786"/>
                </a:cubicBezTo>
                <a:cubicBezTo>
                  <a:pt x="65220" y="9966"/>
                  <a:pt x="65712" y="10062"/>
                  <a:pt x="66215" y="10050"/>
                </a:cubicBezTo>
                <a:lnTo>
                  <a:pt x="77453" y="10050"/>
                </a:lnTo>
                <a:lnTo>
                  <a:pt x="77453" y="23408"/>
                </a:lnTo>
                <a:cubicBezTo>
                  <a:pt x="71552" y="21790"/>
                  <a:pt x="65028" y="22438"/>
                  <a:pt x="59319" y="25735"/>
                </a:cubicBezTo>
                <a:lnTo>
                  <a:pt x="25810" y="45138"/>
                </a:lnTo>
                <a:cubicBezTo>
                  <a:pt x="40681" y="46205"/>
                  <a:pt x="52471" y="58616"/>
                  <a:pt x="52471" y="73762"/>
                </a:cubicBezTo>
                <a:cubicBezTo>
                  <a:pt x="52471" y="78223"/>
                  <a:pt x="51427" y="82444"/>
                  <a:pt x="49605" y="86210"/>
                </a:cubicBezTo>
                <a:lnTo>
                  <a:pt x="83102" y="66818"/>
                </a:lnTo>
                <a:cubicBezTo>
                  <a:pt x="94424" y="60271"/>
                  <a:pt x="98310" y="45713"/>
                  <a:pt x="91761" y="34393"/>
                </a:cubicBezTo>
                <a:cubicBezTo>
                  <a:pt x="89998" y="31347"/>
                  <a:pt x="87647" y="28865"/>
                  <a:pt x="84949" y="26958"/>
                </a:cubicBezTo>
                <a:lnTo>
                  <a:pt x="84949" y="10050"/>
                </a:lnTo>
                <a:lnTo>
                  <a:pt x="96198" y="10050"/>
                </a:lnTo>
                <a:cubicBezTo>
                  <a:pt x="96690" y="10062"/>
                  <a:pt x="97182" y="9966"/>
                  <a:pt x="97650" y="9786"/>
                </a:cubicBezTo>
                <a:cubicBezTo>
                  <a:pt x="98106" y="9606"/>
                  <a:pt x="98525" y="9330"/>
                  <a:pt x="98885" y="8983"/>
                </a:cubicBezTo>
                <a:cubicBezTo>
                  <a:pt x="99233" y="8623"/>
                  <a:pt x="99521" y="8215"/>
                  <a:pt x="99712" y="7760"/>
                </a:cubicBezTo>
                <a:cubicBezTo>
                  <a:pt x="99905" y="7291"/>
                  <a:pt x="100001" y="6800"/>
                  <a:pt x="100001" y="6308"/>
                </a:cubicBezTo>
                <a:cubicBezTo>
                  <a:pt x="100001" y="5817"/>
                  <a:pt x="99905" y="5325"/>
                  <a:pt x="99712" y="4857"/>
                </a:cubicBezTo>
                <a:cubicBezTo>
                  <a:pt x="99521" y="4402"/>
                  <a:pt x="99233" y="3994"/>
                  <a:pt x="98885" y="3634"/>
                </a:cubicBezTo>
                <a:cubicBezTo>
                  <a:pt x="98525" y="3287"/>
                  <a:pt x="98106" y="3010"/>
                  <a:pt x="97650" y="2831"/>
                </a:cubicBezTo>
                <a:cubicBezTo>
                  <a:pt x="97182" y="2651"/>
                  <a:pt x="96690" y="2555"/>
                  <a:pt x="96198" y="2555"/>
                </a:cubicBezTo>
                <a:lnTo>
                  <a:pt x="81818" y="2555"/>
                </a:lnTo>
                <a:cubicBezTo>
                  <a:pt x="81603" y="2519"/>
                  <a:pt x="81375" y="2507"/>
                  <a:pt x="81147" y="2507"/>
                </a:cubicBezTo>
                <a:close/>
                <a:moveTo>
                  <a:pt x="23735" y="50030"/>
                </a:moveTo>
                <a:cubicBezTo>
                  <a:pt x="10674" y="50030"/>
                  <a:pt x="0" y="60703"/>
                  <a:pt x="0" y="73762"/>
                </a:cubicBezTo>
                <a:cubicBezTo>
                  <a:pt x="0" y="86821"/>
                  <a:pt x="10674" y="97494"/>
                  <a:pt x="23735" y="97494"/>
                </a:cubicBezTo>
                <a:cubicBezTo>
                  <a:pt x="36807" y="97494"/>
                  <a:pt x="47470" y="86821"/>
                  <a:pt x="47470" y="73762"/>
                </a:cubicBezTo>
                <a:cubicBezTo>
                  <a:pt x="47470" y="60703"/>
                  <a:pt x="36807" y="50030"/>
                  <a:pt x="23735" y="50030"/>
                </a:cubicBezTo>
                <a:close/>
                <a:moveTo>
                  <a:pt x="23735" y="57525"/>
                </a:moveTo>
                <a:cubicBezTo>
                  <a:pt x="32754" y="57525"/>
                  <a:pt x="39974" y="64744"/>
                  <a:pt x="39974" y="73762"/>
                </a:cubicBezTo>
                <a:cubicBezTo>
                  <a:pt x="39974" y="82779"/>
                  <a:pt x="32754" y="89999"/>
                  <a:pt x="23735" y="89999"/>
                </a:cubicBezTo>
                <a:cubicBezTo>
                  <a:pt x="14728" y="89999"/>
                  <a:pt x="7496" y="82779"/>
                  <a:pt x="7496" y="73762"/>
                </a:cubicBezTo>
                <a:cubicBezTo>
                  <a:pt x="7496" y="64744"/>
                  <a:pt x="14728" y="57525"/>
                  <a:pt x="23735" y="57525"/>
                </a:cubicBezTo>
                <a:close/>
                <a:moveTo>
                  <a:pt x="23735" y="67514"/>
                </a:moveTo>
                <a:cubicBezTo>
                  <a:pt x="22080" y="67514"/>
                  <a:pt x="20497" y="68174"/>
                  <a:pt x="19322" y="69349"/>
                </a:cubicBezTo>
                <a:cubicBezTo>
                  <a:pt x="18146" y="70512"/>
                  <a:pt x="17487" y="72107"/>
                  <a:pt x="17487" y="73762"/>
                </a:cubicBezTo>
                <a:cubicBezTo>
                  <a:pt x="17487" y="75417"/>
                  <a:pt x="18146" y="77012"/>
                  <a:pt x="19322" y="78175"/>
                </a:cubicBezTo>
                <a:cubicBezTo>
                  <a:pt x="20497" y="79350"/>
                  <a:pt x="22080" y="80010"/>
                  <a:pt x="23735" y="80010"/>
                </a:cubicBezTo>
                <a:cubicBezTo>
                  <a:pt x="25390" y="80010"/>
                  <a:pt x="26985" y="79350"/>
                  <a:pt x="28148" y="78175"/>
                </a:cubicBezTo>
                <a:cubicBezTo>
                  <a:pt x="29324" y="77012"/>
                  <a:pt x="29984" y="75417"/>
                  <a:pt x="29984" y="73762"/>
                </a:cubicBezTo>
                <a:cubicBezTo>
                  <a:pt x="29984" y="72107"/>
                  <a:pt x="29324" y="70512"/>
                  <a:pt x="28148" y="69349"/>
                </a:cubicBezTo>
                <a:cubicBezTo>
                  <a:pt x="26985" y="68174"/>
                  <a:pt x="25390" y="67514"/>
                  <a:pt x="23735" y="6751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0" name="Белый — SVG 60">
            <a:extLst>
              <a:ext uri="{FF2B5EF4-FFF2-40B4-BE49-F238E27FC236}">
                <a16:creationId xmlns:a16="http://schemas.microsoft.com/office/drawing/2014/main" id="{A7E1E794-F91D-874F-83F5-04C71B1D4A98}"/>
              </a:ext>
            </a:extLst>
          </p:cNvPr>
          <p:cNvSpPr>
            <a:spLocks noGrp="1"/>
          </p:cNvSpPr>
          <p:nvPr/>
        </p:nvSpPr>
        <p:spPr>
          <a:xfrm>
            <a:off x="3420000" y="5530000"/>
            <a:ext cx="220000" cy="220000"/>
          </a:xfrm>
          <a:custGeom>
            <a:avLst/>
            <a:gdLst>
              <a:gd name="csX0" fmla="*/ 58390 w 141772"/>
              <a:gd name="csY0" fmla="*/ 0 h 134676"/>
              <a:gd name="csX1" fmla="*/ 44609 w 141772"/>
              <a:gd name="csY1" fmla="*/ 7910 h 134676"/>
              <a:gd name="csX2" fmla="*/ 36817 w 141772"/>
              <a:gd name="csY2" fmla="*/ 21264 h 134676"/>
              <a:gd name="csX3" fmla="*/ 23036 w 141772"/>
              <a:gd name="csY3" fmla="*/ 21264 h 134676"/>
              <a:gd name="csX4" fmla="*/ 0 w 141772"/>
              <a:gd name="csY4" fmla="*/ 44297 h 134676"/>
              <a:gd name="csX5" fmla="*/ 0 w 141772"/>
              <a:gd name="csY5" fmla="*/ 111627 h 134676"/>
              <a:gd name="csX6" fmla="*/ 23036 w 141772"/>
              <a:gd name="csY6" fmla="*/ 134677 h 134676"/>
              <a:gd name="csX7" fmla="*/ 118737 w 141772"/>
              <a:gd name="csY7" fmla="*/ 134677 h 134676"/>
              <a:gd name="csX8" fmla="*/ 141773 w 141772"/>
              <a:gd name="csY8" fmla="*/ 111627 h 134676"/>
              <a:gd name="csX9" fmla="*/ 141773 w 141772"/>
              <a:gd name="csY9" fmla="*/ 44297 h 134676"/>
              <a:gd name="csX10" fmla="*/ 118737 w 141772"/>
              <a:gd name="csY10" fmla="*/ 21264 h 134676"/>
              <a:gd name="csX11" fmla="*/ 104956 w 141772"/>
              <a:gd name="csY11" fmla="*/ 21264 h 134676"/>
              <a:gd name="csX12" fmla="*/ 97164 w 141772"/>
              <a:gd name="csY12" fmla="*/ 7910 h 134676"/>
              <a:gd name="csX13" fmla="*/ 83400 w 141772"/>
              <a:gd name="csY13" fmla="*/ 0 h 134676"/>
              <a:gd name="csX14" fmla="*/ 58390 w 141772"/>
              <a:gd name="csY14" fmla="*/ 0 h 134676"/>
              <a:gd name="csX15" fmla="*/ 70895 w 141772"/>
              <a:gd name="csY15" fmla="*/ 42528 h 134676"/>
              <a:gd name="csX16" fmla="*/ 102795 w 141772"/>
              <a:gd name="csY16" fmla="*/ 74424 h 134676"/>
              <a:gd name="csX17" fmla="*/ 70895 w 141772"/>
              <a:gd name="csY17" fmla="*/ 106319 h 134676"/>
              <a:gd name="csX18" fmla="*/ 38995 w 141772"/>
              <a:gd name="csY18" fmla="*/ 74424 h 134676"/>
              <a:gd name="csX19" fmla="*/ 70895 w 141772"/>
              <a:gd name="csY19" fmla="*/ 42528 h 134676"/>
              <a:gd name="csX20" fmla="*/ 70895 w 141772"/>
              <a:gd name="csY20" fmla="*/ 53160 h 134676"/>
              <a:gd name="csX21" fmla="*/ 55855 w 141772"/>
              <a:gd name="csY21" fmla="*/ 59386 h 134676"/>
              <a:gd name="csX22" fmla="*/ 49628 w 141772"/>
              <a:gd name="csY22" fmla="*/ 74424 h 134676"/>
              <a:gd name="csX23" fmla="*/ 55855 w 141772"/>
              <a:gd name="csY23" fmla="*/ 89462 h 134676"/>
              <a:gd name="csX24" fmla="*/ 70895 w 141772"/>
              <a:gd name="csY24" fmla="*/ 95687 h 134676"/>
              <a:gd name="csX25" fmla="*/ 85935 w 141772"/>
              <a:gd name="csY25" fmla="*/ 89462 h 134676"/>
              <a:gd name="csX26" fmla="*/ 92162 w 141772"/>
              <a:gd name="csY26" fmla="*/ 74424 h 134676"/>
              <a:gd name="csX27" fmla="*/ 85935 w 141772"/>
              <a:gd name="csY27" fmla="*/ 59386 h 134676"/>
              <a:gd name="csX28" fmla="*/ 70895 w 141772"/>
              <a:gd name="csY28" fmla="*/ 53160 h 134676"/>
            </a:gdLst>
            <a:ahLst/>
            <a:cxnLst/>
            <a:rect l="l" t="t" r="r" b="b"/>
            <a:pathLst>
              <a:path w="100000" h="100000">
                <a:moveTo>
                  <a:pt x="41186" y="2503"/>
                </a:moveTo>
                <a:cubicBezTo>
                  <a:pt x="37202" y="2503"/>
                  <a:pt x="33469" y="4638"/>
                  <a:pt x="31465" y="8082"/>
                </a:cubicBezTo>
                <a:lnTo>
                  <a:pt x="25969" y="17501"/>
                </a:lnTo>
                <a:lnTo>
                  <a:pt x="16249" y="17501"/>
                </a:lnTo>
                <a:cubicBezTo>
                  <a:pt x="7284" y="17501"/>
                  <a:pt x="0" y="24785"/>
                  <a:pt x="0" y="33748"/>
                </a:cubicBezTo>
                <a:lnTo>
                  <a:pt x="0" y="81240"/>
                </a:lnTo>
                <a:cubicBezTo>
                  <a:pt x="0" y="90203"/>
                  <a:pt x="7284" y="97498"/>
                  <a:pt x="16249" y="97498"/>
                </a:cubicBezTo>
                <a:lnTo>
                  <a:pt x="83752" y="97498"/>
                </a:lnTo>
                <a:cubicBezTo>
                  <a:pt x="92716" y="97498"/>
                  <a:pt x="100001" y="90203"/>
                  <a:pt x="100001" y="81240"/>
                </a:cubicBezTo>
                <a:lnTo>
                  <a:pt x="100001" y="33748"/>
                </a:lnTo>
                <a:cubicBezTo>
                  <a:pt x="100001" y="24785"/>
                  <a:pt x="92716" y="17501"/>
                  <a:pt x="83752" y="17501"/>
                </a:cubicBezTo>
                <a:lnTo>
                  <a:pt x="74032" y="17501"/>
                </a:lnTo>
                <a:lnTo>
                  <a:pt x="68535" y="8082"/>
                </a:lnTo>
                <a:cubicBezTo>
                  <a:pt x="66531" y="4638"/>
                  <a:pt x="62811" y="2503"/>
                  <a:pt x="58827" y="2503"/>
                </a:cubicBezTo>
                <a:lnTo>
                  <a:pt x="41186" y="2503"/>
                </a:lnTo>
                <a:close/>
                <a:moveTo>
                  <a:pt x="50006" y="32500"/>
                </a:moveTo>
                <a:cubicBezTo>
                  <a:pt x="62403" y="32500"/>
                  <a:pt x="72507" y="42591"/>
                  <a:pt x="72507" y="54998"/>
                </a:cubicBezTo>
                <a:cubicBezTo>
                  <a:pt x="72507" y="67405"/>
                  <a:pt x="62403" y="77496"/>
                  <a:pt x="50006" y="77496"/>
                </a:cubicBezTo>
                <a:cubicBezTo>
                  <a:pt x="37598" y="77496"/>
                  <a:pt x="27505" y="67405"/>
                  <a:pt x="27505" y="54998"/>
                </a:cubicBezTo>
                <a:cubicBezTo>
                  <a:pt x="27505" y="42591"/>
                  <a:pt x="37598" y="32500"/>
                  <a:pt x="50006" y="32500"/>
                </a:cubicBezTo>
                <a:close/>
                <a:moveTo>
                  <a:pt x="50006" y="39999"/>
                </a:moveTo>
                <a:cubicBezTo>
                  <a:pt x="46022" y="39999"/>
                  <a:pt x="42206" y="41583"/>
                  <a:pt x="39398" y="44391"/>
                </a:cubicBezTo>
                <a:cubicBezTo>
                  <a:pt x="36578" y="47210"/>
                  <a:pt x="35006" y="51014"/>
                  <a:pt x="35006" y="54998"/>
                </a:cubicBezTo>
                <a:cubicBezTo>
                  <a:pt x="35006" y="58981"/>
                  <a:pt x="36578" y="62785"/>
                  <a:pt x="39398" y="65605"/>
                </a:cubicBezTo>
                <a:cubicBezTo>
                  <a:pt x="42206" y="68413"/>
                  <a:pt x="46022" y="69996"/>
                  <a:pt x="50006" y="69996"/>
                </a:cubicBezTo>
                <a:cubicBezTo>
                  <a:pt x="53978" y="69996"/>
                  <a:pt x="57794" y="68413"/>
                  <a:pt x="60615" y="65605"/>
                </a:cubicBezTo>
                <a:cubicBezTo>
                  <a:pt x="63423" y="62785"/>
                  <a:pt x="65007" y="58981"/>
                  <a:pt x="65007" y="54998"/>
                </a:cubicBezTo>
                <a:cubicBezTo>
                  <a:pt x="65007" y="51014"/>
                  <a:pt x="63423" y="47210"/>
                  <a:pt x="60615" y="44391"/>
                </a:cubicBezTo>
                <a:cubicBezTo>
                  <a:pt x="57794" y="41583"/>
                  <a:pt x="53978" y="39999"/>
                  <a:pt x="50006" y="3999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1" name="Белый — SVG 61">
            <a:extLst>
              <a:ext uri="{FF2B5EF4-FFF2-40B4-BE49-F238E27FC236}">
                <a16:creationId xmlns:a16="http://schemas.microsoft.com/office/drawing/2014/main" id="{AA06742E-76C3-074A-A36E-EB492BA484CE}"/>
              </a:ext>
            </a:extLst>
          </p:cNvPr>
          <p:cNvSpPr>
            <a:spLocks noGrp="1"/>
          </p:cNvSpPr>
          <p:nvPr/>
        </p:nvSpPr>
        <p:spPr>
          <a:xfrm>
            <a:off x="4020000" y="5530000"/>
            <a:ext cx="220000" cy="220000"/>
          </a:xfrm>
          <a:custGeom>
            <a:avLst/>
            <a:gdLst>
              <a:gd name="csX0" fmla="*/ 19497 w 134695"/>
              <a:gd name="csY0" fmla="*/ 0 h 134676"/>
              <a:gd name="csX1" fmla="*/ 0 w 134695"/>
              <a:gd name="csY1" fmla="*/ 19495 h 134676"/>
              <a:gd name="csX2" fmla="*/ 0 w 134695"/>
              <a:gd name="csY2" fmla="*/ 115182 h 134676"/>
              <a:gd name="csX3" fmla="*/ 19497 w 134695"/>
              <a:gd name="csY3" fmla="*/ 134677 h 134676"/>
              <a:gd name="csX4" fmla="*/ 115198 w 134695"/>
              <a:gd name="csY4" fmla="*/ 134677 h 134676"/>
              <a:gd name="csX5" fmla="*/ 124691 w 134695"/>
              <a:gd name="csY5" fmla="*/ 132193 h 134676"/>
              <a:gd name="csX6" fmla="*/ 103425 w 134695"/>
              <a:gd name="csY6" fmla="*/ 110929 h 134676"/>
              <a:gd name="csX7" fmla="*/ 93931 w 134695"/>
              <a:gd name="csY7" fmla="*/ 113413 h 134676"/>
              <a:gd name="csX8" fmla="*/ 74434 w 134695"/>
              <a:gd name="csY8" fmla="*/ 93918 h 134676"/>
              <a:gd name="csX9" fmla="*/ 93931 w 134695"/>
              <a:gd name="csY9" fmla="*/ 74424 h 134676"/>
              <a:gd name="csX10" fmla="*/ 113428 w 134695"/>
              <a:gd name="csY10" fmla="*/ 93918 h 134676"/>
              <a:gd name="csX11" fmla="*/ 110944 w 134695"/>
              <a:gd name="csY11" fmla="*/ 103411 h 134676"/>
              <a:gd name="csX12" fmla="*/ 132211 w 134695"/>
              <a:gd name="csY12" fmla="*/ 124674 h 134676"/>
              <a:gd name="csX13" fmla="*/ 134695 w 134695"/>
              <a:gd name="csY13" fmla="*/ 115182 h 134676"/>
              <a:gd name="csX14" fmla="*/ 134695 w 134695"/>
              <a:gd name="csY14" fmla="*/ 19495 h 134676"/>
              <a:gd name="csX15" fmla="*/ 115198 w 134695"/>
              <a:gd name="csY15" fmla="*/ 0 h 134676"/>
              <a:gd name="csX16" fmla="*/ 92468 w 134695"/>
              <a:gd name="csY16" fmla="*/ 0 h 134676"/>
              <a:gd name="csX17" fmla="*/ 92179 w 134695"/>
              <a:gd name="csY17" fmla="*/ 408 h 134676"/>
              <a:gd name="csX18" fmla="*/ 57880 w 134695"/>
              <a:gd name="csY18" fmla="*/ 31436 h 134676"/>
              <a:gd name="csX19" fmla="*/ 60262 w 134695"/>
              <a:gd name="csY19" fmla="*/ 40759 h 134676"/>
              <a:gd name="csX20" fmla="*/ 40764 w 134695"/>
              <a:gd name="csY20" fmla="*/ 60253 h 134676"/>
              <a:gd name="csX21" fmla="*/ 21267 w 134695"/>
              <a:gd name="csY21" fmla="*/ 40759 h 134676"/>
              <a:gd name="csX22" fmla="*/ 40764 w 134695"/>
              <a:gd name="csY22" fmla="*/ 21264 h 134676"/>
              <a:gd name="csX23" fmla="*/ 50411 w 134695"/>
              <a:gd name="csY23" fmla="*/ 23850 h 134676"/>
              <a:gd name="csX24" fmla="*/ 76782 w 134695"/>
              <a:gd name="csY24" fmla="*/ 0 h 134676"/>
              <a:gd name="csX25" fmla="*/ 19497 w 134695"/>
              <a:gd name="csY25" fmla="*/ 0 h 134676"/>
              <a:gd name="csX26" fmla="*/ 97470 w 134695"/>
              <a:gd name="csY26" fmla="*/ 17725 h 134676"/>
              <a:gd name="csX27" fmla="*/ 116967 w 134695"/>
              <a:gd name="csY27" fmla="*/ 37220 h 134676"/>
              <a:gd name="csX28" fmla="*/ 97470 w 134695"/>
              <a:gd name="csY28" fmla="*/ 56715 h 134676"/>
              <a:gd name="csX29" fmla="*/ 87976 w 134695"/>
              <a:gd name="csY29" fmla="*/ 54231 h 134676"/>
              <a:gd name="csX30" fmla="*/ 54239 w 134695"/>
              <a:gd name="csY30" fmla="*/ 87964 h 134676"/>
              <a:gd name="csX31" fmla="*/ 56706 w 134695"/>
              <a:gd name="csY31" fmla="*/ 97474 h 134676"/>
              <a:gd name="csX32" fmla="*/ 37208 w 134695"/>
              <a:gd name="csY32" fmla="*/ 116951 h 134676"/>
              <a:gd name="csX33" fmla="*/ 17728 w 134695"/>
              <a:gd name="csY33" fmla="*/ 97474 h 134676"/>
              <a:gd name="csX34" fmla="*/ 37208 w 134695"/>
              <a:gd name="csY34" fmla="*/ 77979 h 134676"/>
              <a:gd name="csX35" fmla="*/ 46702 w 134695"/>
              <a:gd name="csY35" fmla="*/ 80463 h 134676"/>
              <a:gd name="csX36" fmla="*/ 80456 w 134695"/>
              <a:gd name="csY36" fmla="*/ 46712 h 134676"/>
              <a:gd name="csX37" fmla="*/ 77972 w 134695"/>
              <a:gd name="csY37" fmla="*/ 37220 h 134676"/>
              <a:gd name="csX38" fmla="*/ 97470 w 134695"/>
              <a:gd name="csY38" fmla="*/ 17725 h 134676"/>
              <a:gd name="csX39" fmla="*/ 97470 w 134695"/>
              <a:gd name="csY39" fmla="*/ 28357 h 134676"/>
              <a:gd name="csX40" fmla="*/ 91209 w 134695"/>
              <a:gd name="csY40" fmla="*/ 30960 h 134676"/>
              <a:gd name="csX41" fmla="*/ 88606 w 134695"/>
              <a:gd name="csY41" fmla="*/ 37220 h 134676"/>
              <a:gd name="csX42" fmla="*/ 91209 w 134695"/>
              <a:gd name="csY42" fmla="*/ 43480 h 134676"/>
              <a:gd name="csX43" fmla="*/ 97470 w 134695"/>
              <a:gd name="csY43" fmla="*/ 46083 h 134676"/>
              <a:gd name="csX44" fmla="*/ 103731 w 134695"/>
              <a:gd name="csY44" fmla="*/ 43480 h 134676"/>
              <a:gd name="csX45" fmla="*/ 106334 w 134695"/>
              <a:gd name="csY45" fmla="*/ 37220 h 134676"/>
              <a:gd name="csX46" fmla="*/ 103731 w 134695"/>
              <a:gd name="csY46" fmla="*/ 30960 h 134676"/>
              <a:gd name="csX47" fmla="*/ 97470 w 134695"/>
              <a:gd name="csY47" fmla="*/ 28357 h 134676"/>
              <a:gd name="csX48" fmla="*/ 40764 w 134695"/>
              <a:gd name="csY48" fmla="*/ 31896 h 134676"/>
              <a:gd name="csX49" fmla="*/ 34503 w 134695"/>
              <a:gd name="csY49" fmla="*/ 34499 h 134676"/>
              <a:gd name="csX50" fmla="*/ 31900 w 134695"/>
              <a:gd name="csY50" fmla="*/ 40759 h 134676"/>
              <a:gd name="csX51" fmla="*/ 34503 w 134695"/>
              <a:gd name="csY51" fmla="*/ 47036 h 134676"/>
              <a:gd name="csX52" fmla="*/ 40764 w 134695"/>
              <a:gd name="csY52" fmla="*/ 49621 h 134676"/>
              <a:gd name="csX53" fmla="*/ 47025 w 134695"/>
              <a:gd name="csY53" fmla="*/ 47036 h 134676"/>
              <a:gd name="csX54" fmla="*/ 49628 w 134695"/>
              <a:gd name="csY54" fmla="*/ 40759 h 134676"/>
              <a:gd name="csX55" fmla="*/ 47025 w 134695"/>
              <a:gd name="csY55" fmla="*/ 34499 h 134676"/>
              <a:gd name="csX56" fmla="*/ 40764 w 134695"/>
              <a:gd name="csY56" fmla="*/ 31896 h 134676"/>
              <a:gd name="csX57" fmla="*/ 93931 w 134695"/>
              <a:gd name="csY57" fmla="*/ 85056 h 134676"/>
              <a:gd name="csX58" fmla="*/ 87670 w 134695"/>
              <a:gd name="csY58" fmla="*/ 87658 h 134676"/>
              <a:gd name="csX59" fmla="*/ 85067 w 134695"/>
              <a:gd name="csY59" fmla="*/ 93918 h 134676"/>
              <a:gd name="csX60" fmla="*/ 87670 w 134695"/>
              <a:gd name="csY60" fmla="*/ 100195 h 134676"/>
              <a:gd name="csX61" fmla="*/ 93931 w 134695"/>
              <a:gd name="csY61" fmla="*/ 102781 h 134676"/>
              <a:gd name="csX62" fmla="*/ 100192 w 134695"/>
              <a:gd name="csY62" fmla="*/ 100195 h 134676"/>
              <a:gd name="csX63" fmla="*/ 102795 w 134695"/>
              <a:gd name="csY63" fmla="*/ 93918 h 134676"/>
              <a:gd name="csX64" fmla="*/ 100192 w 134695"/>
              <a:gd name="csY64" fmla="*/ 87658 h 134676"/>
              <a:gd name="csX65" fmla="*/ 93931 w 134695"/>
              <a:gd name="csY65" fmla="*/ 85056 h 134676"/>
              <a:gd name="csX66" fmla="*/ 37208 w 134695"/>
              <a:gd name="csY66" fmla="*/ 88611 h 134676"/>
              <a:gd name="csX67" fmla="*/ 30947 w 134695"/>
              <a:gd name="csY67" fmla="*/ 91197 h 134676"/>
              <a:gd name="csX68" fmla="*/ 28361 w 134695"/>
              <a:gd name="csY68" fmla="*/ 97474 h 134676"/>
              <a:gd name="csX69" fmla="*/ 30947 w 134695"/>
              <a:gd name="csY69" fmla="*/ 103734 h 134676"/>
              <a:gd name="csX70" fmla="*/ 37208 w 134695"/>
              <a:gd name="csY70" fmla="*/ 106319 h 134676"/>
              <a:gd name="csX71" fmla="*/ 43486 w 134695"/>
              <a:gd name="csY71" fmla="*/ 103734 h 134676"/>
              <a:gd name="csX72" fmla="*/ 46072 w 134695"/>
              <a:gd name="csY72" fmla="*/ 97474 h 134676"/>
              <a:gd name="csX73" fmla="*/ 43486 w 134695"/>
              <a:gd name="csY73" fmla="*/ 91197 h 134676"/>
              <a:gd name="csX74" fmla="*/ 37208 w 134695"/>
              <a:gd name="csY74" fmla="*/ 88611 h 134676"/>
            </a:gdLst>
            <a:ahLst/>
            <a:cxnLst/>
            <a:rect l="l" t="t" r="r" b="b"/>
            <a:pathLst>
              <a:path w="100000" h="100000">
                <a:moveTo>
                  <a:pt x="14475" y="7"/>
                </a:moveTo>
                <a:cubicBezTo>
                  <a:pt x="6492" y="7"/>
                  <a:pt x="0" y="6499"/>
                  <a:pt x="0" y="14480"/>
                </a:cubicBezTo>
                <a:lnTo>
                  <a:pt x="0" y="85520"/>
                </a:lnTo>
                <a:cubicBezTo>
                  <a:pt x="0" y="93502"/>
                  <a:pt x="6492" y="99994"/>
                  <a:pt x="14475" y="99994"/>
                </a:cubicBezTo>
                <a:lnTo>
                  <a:pt x="85525" y="99994"/>
                </a:lnTo>
                <a:cubicBezTo>
                  <a:pt x="88076" y="99994"/>
                  <a:pt x="90476" y="99324"/>
                  <a:pt x="92573" y="98150"/>
                </a:cubicBezTo>
                <a:lnTo>
                  <a:pt x="76785" y="82363"/>
                </a:lnTo>
                <a:cubicBezTo>
                  <a:pt x="74687" y="83537"/>
                  <a:pt x="72288" y="84207"/>
                  <a:pt x="69736" y="84207"/>
                </a:cubicBezTo>
                <a:cubicBezTo>
                  <a:pt x="61754" y="84207"/>
                  <a:pt x="55261" y="77715"/>
                  <a:pt x="55261" y="69733"/>
                </a:cubicBezTo>
                <a:cubicBezTo>
                  <a:pt x="55261" y="61764"/>
                  <a:pt x="61754" y="55261"/>
                  <a:pt x="69736" y="55261"/>
                </a:cubicBezTo>
                <a:cubicBezTo>
                  <a:pt x="77719" y="55261"/>
                  <a:pt x="84211" y="61764"/>
                  <a:pt x="84211" y="69733"/>
                </a:cubicBezTo>
                <a:cubicBezTo>
                  <a:pt x="84211" y="72298"/>
                  <a:pt x="83529" y="74697"/>
                  <a:pt x="82367" y="76781"/>
                </a:cubicBezTo>
                <a:lnTo>
                  <a:pt x="98156" y="92567"/>
                </a:lnTo>
                <a:cubicBezTo>
                  <a:pt x="99318" y="90483"/>
                  <a:pt x="100000" y="88084"/>
                  <a:pt x="100000" y="85520"/>
                </a:cubicBezTo>
                <a:lnTo>
                  <a:pt x="100000" y="14480"/>
                </a:lnTo>
                <a:cubicBezTo>
                  <a:pt x="100000" y="6499"/>
                  <a:pt x="93508" y="7"/>
                  <a:pt x="85525" y="7"/>
                </a:cubicBezTo>
                <a:lnTo>
                  <a:pt x="68650" y="7"/>
                </a:lnTo>
                <a:cubicBezTo>
                  <a:pt x="68574" y="95"/>
                  <a:pt x="68536" y="222"/>
                  <a:pt x="68435" y="310"/>
                </a:cubicBezTo>
                <a:lnTo>
                  <a:pt x="42971" y="23346"/>
                </a:lnTo>
                <a:cubicBezTo>
                  <a:pt x="44095" y="25405"/>
                  <a:pt x="44740" y="27766"/>
                  <a:pt x="44740" y="30267"/>
                </a:cubicBezTo>
                <a:cubicBezTo>
                  <a:pt x="44740" y="38249"/>
                  <a:pt x="38247" y="44740"/>
                  <a:pt x="30264" y="44740"/>
                </a:cubicBezTo>
                <a:cubicBezTo>
                  <a:pt x="22281" y="44740"/>
                  <a:pt x="15789" y="38249"/>
                  <a:pt x="15789" y="30267"/>
                </a:cubicBezTo>
                <a:cubicBezTo>
                  <a:pt x="15789" y="22297"/>
                  <a:pt x="22281" y="15794"/>
                  <a:pt x="30264" y="15794"/>
                </a:cubicBezTo>
                <a:cubicBezTo>
                  <a:pt x="32866" y="15794"/>
                  <a:pt x="35316" y="16501"/>
                  <a:pt x="37426" y="17714"/>
                </a:cubicBezTo>
                <a:lnTo>
                  <a:pt x="57004" y="7"/>
                </a:lnTo>
                <a:lnTo>
                  <a:pt x="14475" y="7"/>
                </a:lnTo>
                <a:close/>
                <a:moveTo>
                  <a:pt x="72363" y="13166"/>
                </a:moveTo>
                <a:cubicBezTo>
                  <a:pt x="80346" y="13166"/>
                  <a:pt x="86838" y="19658"/>
                  <a:pt x="86838" y="27640"/>
                </a:cubicBezTo>
                <a:cubicBezTo>
                  <a:pt x="86838" y="35622"/>
                  <a:pt x="80346" y="42113"/>
                  <a:pt x="72363" y="42113"/>
                </a:cubicBezTo>
                <a:cubicBezTo>
                  <a:pt x="69812" y="42113"/>
                  <a:pt x="67412" y="41432"/>
                  <a:pt x="65315" y="40269"/>
                </a:cubicBezTo>
                <a:lnTo>
                  <a:pt x="40268" y="65313"/>
                </a:lnTo>
                <a:cubicBezTo>
                  <a:pt x="41430" y="67410"/>
                  <a:pt x="42100" y="69809"/>
                  <a:pt x="42100" y="72374"/>
                </a:cubicBezTo>
                <a:cubicBezTo>
                  <a:pt x="42100" y="80343"/>
                  <a:pt x="35607" y="86834"/>
                  <a:pt x="27624" y="86834"/>
                </a:cubicBezTo>
                <a:cubicBezTo>
                  <a:pt x="19654" y="86834"/>
                  <a:pt x="13162" y="80343"/>
                  <a:pt x="13162" y="72374"/>
                </a:cubicBezTo>
                <a:cubicBezTo>
                  <a:pt x="13162" y="64392"/>
                  <a:pt x="19654" y="57900"/>
                  <a:pt x="27624" y="57900"/>
                </a:cubicBezTo>
                <a:cubicBezTo>
                  <a:pt x="30188" y="57900"/>
                  <a:pt x="32588" y="58570"/>
                  <a:pt x="34672" y="59744"/>
                </a:cubicBezTo>
                <a:lnTo>
                  <a:pt x="59732" y="34687"/>
                </a:lnTo>
                <a:cubicBezTo>
                  <a:pt x="58570" y="32604"/>
                  <a:pt x="57888" y="30191"/>
                  <a:pt x="57888" y="27640"/>
                </a:cubicBezTo>
                <a:cubicBezTo>
                  <a:pt x="57888" y="19658"/>
                  <a:pt x="64380" y="13166"/>
                  <a:pt x="72363" y="13166"/>
                </a:cubicBezTo>
                <a:close/>
                <a:moveTo>
                  <a:pt x="72363" y="21060"/>
                </a:moveTo>
                <a:cubicBezTo>
                  <a:pt x="70620" y="21060"/>
                  <a:pt x="68953" y="21755"/>
                  <a:pt x="67715" y="22992"/>
                </a:cubicBezTo>
                <a:cubicBezTo>
                  <a:pt x="66478" y="24217"/>
                  <a:pt x="65783" y="25897"/>
                  <a:pt x="65783" y="27640"/>
                </a:cubicBezTo>
                <a:cubicBezTo>
                  <a:pt x="65783" y="29383"/>
                  <a:pt x="66478" y="31062"/>
                  <a:pt x="67715" y="32287"/>
                </a:cubicBezTo>
                <a:cubicBezTo>
                  <a:pt x="68953" y="33526"/>
                  <a:pt x="70620" y="34220"/>
                  <a:pt x="72363" y="34220"/>
                </a:cubicBezTo>
                <a:cubicBezTo>
                  <a:pt x="74107" y="34220"/>
                  <a:pt x="75786" y="33526"/>
                  <a:pt x="77012" y="32287"/>
                </a:cubicBezTo>
                <a:cubicBezTo>
                  <a:pt x="78249" y="31062"/>
                  <a:pt x="78944" y="29383"/>
                  <a:pt x="78944" y="27640"/>
                </a:cubicBezTo>
                <a:cubicBezTo>
                  <a:pt x="78944" y="25897"/>
                  <a:pt x="78249" y="24217"/>
                  <a:pt x="77012" y="22992"/>
                </a:cubicBezTo>
                <a:cubicBezTo>
                  <a:pt x="75786" y="21755"/>
                  <a:pt x="74107" y="21060"/>
                  <a:pt x="72363" y="21060"/>
                </a:cubicBezTo>
                <a:close/>
                <a:moveTo>
                  <a:pt x="30264" y="23687"/>
                </a:moveTo>
                <a:cubicBezTo>
                  <a:pt x="28521" y="23687"/>
                  <a:pt x="26841" y="24382"/>
                  <a:pt x="25616" y="25620"/>
                </a:cubicBezTo>
                <a:cubicBezTo>
                  <a:pt x="24378" y="26857"/>
                  <a:pt x="23683" y="28524"/>
                  <a:pt x="23683" y="30267"/>
                </a:cubicBezTo>
                <a:cubicBezTo>
                  <a:pt x="23683" y="32010"/>
                  <a:pt x="24378" y="33689"/>
                  <a:pt x="25616" y="34927"/>
                </a:cubicBezTo>
                <a:cubicBezTo>
                  <a:pt x="26841" y="36152"/>
                  <a:pt x="28521" y="36847"/>
                  <a:pt x="30264" y="36847"/>
                </a:cubicBezTo>
                <a:cubicBezTo>
                  <a:pt x="32007" y="36847"/>
                  <a:pt x="33675" y="36152"/>
                  <a:pt x="34912" y="34927"/>
                </a:cubicBezTo>
                <a:cubicBezTo>
                  <a:pt x="36150" y="33689"/>
                  <a:pt x="36845" y="32010"/>
                  <a:pt x="36845" y="30267"/>
                </a:cubicBezTo>
                <a:cubicBezTo>
                  <a:pt x="36845" y="28524"/>
                  <a:pt x="36150" y="26857"/>
                  <a:pt x="34912" y="25620"/>
                </a:cubicBezTo>
                <a:cubicBezTo>
                  <a:pt x="33675" y="24382"/>
                  <a:pt x="32007" y="23687"/>
                  <a:pt x="30264" y="23687"/>
                </a:cubicBezTo>
                <a:close/>
                <a:moveTo>
                  <a:pt x="69736" y="63154"/>
                </a:moveTo>
                <a:cubicBezTo>
                  <a:pt x="67993" y="63154"/>
                  <a:pt x="66313" y="63848"/>
                  <a:pt x="65088" y="65086"/>
                </a:cubicBezTo>
                <a:cubicBezTo>
                  <a:pt x="63850" y="66324"/>
                  <a:pt x="63155" y="67991"/>
                  <a:pt x="63155" y="69733"/>
                </a:cubicBezTo>
                <a:cubicBezTo>
                  <a:pt x="63155" y="71477"/>
                  <a:pt x="63850" y="73156"/>
                  <a:pt x="65088" y="74394"/>
                </a:cubicBezTo>
                <a:cubicBezTo>
                  <a:pt x="66313" y="75619"/>
                  <a:pt x="67993" y="76314"/>
                  <a:pt x="69736" y="76314"/>
                </a:cubicBezTo>
                <a:cubicBezTo>
                  <a:pt x="71479" y="76314"/>
                  <a:pt x="73147" y="75619"/>
                  <a:pt x="74384" y="74394"/>
                </a:cubicBezTo>
                <a:cubicBezTo>
                  <a:pt x="75622" y="73156"/>
                  <a:pt x="76317" y="71477"/>
                  <a:pt x="76317" y="69733"/>
                </a:cubicBezTo>
                <a:cubicBezTo>
                  <a:pt x="76317" y="67991"/>
                  <a:pt x="75622" y="66324"/>
                  <a:pt x="74384" y="65086"/>
                </a:cubicBezTo>
                <a:cubicBezTo>
                  <a:pt x="73147" y="63848"/>
                  <a:pt x="71479" y="63154"/>
                  <a:pt x="69736" y="63154"/>
                </a:cubicBezTo>
                <a:close/>
                <a:moveTo>
                  <a:pt x="27624" y="65793"/>
                </a:moveTo>
                <a:cubicBezTo>
                  <a:pt x="25881" y="65793"/>
                  <a:pt x="24214" y="66488"/>
                  <a:pt x="22976" y="67713"/>
                </a:cubicBezTo>
                <a:cubicBezTo>
                  <a:pt x="21751" y="68951"/>
                  <a:pt x="21056" y="70618"/>
                  <a:pt x="21056" y="72374"/>
                </a:cubicBezTo>
                <a:cubicBezTo>
                  <a:pt x="21056" y="74116"/>
                  <a:pt x="21751" y="75783"/>
                  <a:pt x="22976" y="77021"/>
                </a:cubicBezTo>
                <a:cubicBezTo>
                  <a:pt x="24214" y="78259"/>
                  <a:pt x="25881" y="78940"/>
                  <a:pt x="27624" y="78940"/>
                </a:cubicBezTo>
                <a:cubicBezTo>
                  <a:pt x="29380" y="78940"/>
                  <a:pt x="31047" y="78259"/>
                  <a:pt x="32285" y="77021"/>
                </a:cubicBezTo>
                <a:cubicBezTo>
                  <a:pt x="33511" y="75783"/>
                  <a:pt x="34205" y="74116"/>
                  <a:pt x="34205" y="72374"/>
                </a:cubicBezTo>
                <a:cubicBezTo>
                  <a:pt x="34205" y="70618"/>
                  <a:pt x="33511" y="68951"/>
                  <a:pt x="32285" y="67713"/>
                </a:cubicBezTo>
                <a:cubicBezTo>
                  <a:pt x="31047" y="66488"/>
                  <a:pt x="29380" y="65793"/>
                  <a:pt x="27624" y="6579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2" name="Белый — SVG 62">
            <a:extLst>
              <a:ext uri="{FF2B5EF4-FFF2-40B4-BE49-F238E27FC236}">
                <a16:creationId xmlns:a16="http://schemas.microsoft.com/office/drawing/2014/main" id="{5BC2228B-9040-934F-9736-382791CB685E}"/>
              </a:ext>
            </a:extLst>
          </p:cNvPr>
          <p:cNvSpPr>
            <a:spLocks noGrp="1"/>
          </p:cNvSpPr>
          <p:nvPr/>
        </p:nvSpPr>
        <p:spPr>
          <a:xfrm>
            <a:off x="4620000" y="5530000"/>
            <a:ext cx="220000" cy="220000"/>
          </a:xfrm>
          <a:custGeom>
            <a:avLst/>
            <a:gdLst>
              <a:gd name="csX0" fmla="*/ 30121 w 134841"/>
              <a:gd name="csY0" fmla="*/ 1 h 134831"/>
              <a:gd name="csX1" fmla="*/ 26388 w 134841"/>
              <a:gd name="csY1" fmla="*/ 1617 h 134831"/>
              <a:gd name="csX2" fmla="*/ 24887 w 134841"/>
              <a:gd name="csY2" fmla="*/ 5394 h 134831"/>
              <a:gd name="csX3" fmla="*/ 24887 w 134841"/>
              <a:gd name="csY3" fmla="*/ 15192 h 134831"/>
              <a:gd name="csX4" fmla="*/ 18950 w 134841"/>
              <a:gd name="csY4" fmla="*/ 18952 h 134831"/>
              <a:gd name="csX5" fmla="*/ 15195 w 134841"/>
              <a:gd name="csY5" fmla="*/ 24888 h 134831"/>
              <a:gd name="csX6" fmla="*/ 5393 w 134841"/>
              <a:gd name="csY6" fmla="*/ 24888 h 134831"/>
              <a:gd name="csX7" fmla="*/ 3335 w 134841"/>
              <a:gd name="csY7" fmla="*/ 25263 h 134831"/>
              <a:gd name="csX8" fmla="*/ 1584 w 134841"/>
              <a:gd name="csY8" fmla="*/ 26420 h 134831"/>
              <a:gd name="csX9" fmla="*/ 412 w 134841"/>
              <a:gd name="csY9" fmla="*/ 28155 h 134831"/>
              <a:gd name="csX10" fmla="*/ 0 w 134841"/>
              <a:gd name="csY10" fmla="*/ 30196 h 134831"/>
              <a:gd name="csX11" fmla="*/ 412 w 134841"/>
              <a:gd name="csY11" fmla="*/ 32254 h 134831"/>
              <a:gd name="csX12" fmla="*/ 1584 w 134841"/>
              <a:gd name="csY12" fmla="*/ 33990 h 134831"/>
              <a:gd name="csX13" fmla="*/ 3335 w 134841"/>
              <a:gd name="csY13" fmla="*/ 35129 h 134831"/>
              <a:gd name="csX14" fmla="*/ 5393 w 134841"/>
              <a:gd name="csY14" fmla="*/ 35520 h 134831"/>
              <a:gd name="csX15" fmla="*/ 14254 w 134841"/>
              <a:gd name="csY15" fmla="*/ 35520 h 134831"/>
              <a:gd name="csX16" fmla="*/ 14254 w 134841"/>
              <a:gd name="csY16" fmla="*/ 49691 h 134831"/>
              <a:gd name="csX17" fmla="*/ 5393 w 134841"/>
              <a:gd name="csY17" fmla="*/ 49691 h 134831"/>
              <a:gd name="csX18" fmla="*/ 3335 w 134841"/>
              <a:gd name="csY18" fmla="*/ 50082 h 134831"/>
              <a:gd name="csX19" fmla="*/ 1584 w 134841"/>
              <a:gd name="csY19" fmla="*/ 51222 h 134831"/>
              <a:gd name="csX20" fmla="*/ 412 w 134841"/>
              <a:gd name="csY20" fmla="*/ 52957 h 134831"/>
              <a:gd name="csX21" fmla="*/ 0 w 134841"/>
              <a:gd name="csY21" fmla="*/ 55015 h 134831"/>
              <a:gd name="csX22" fmla="*/ 412 w 134841"/>
              <a:gd name="csY22" fmla="*/ 57057 h 134831"/>
              <a:gd name="csX23" fmla="*/ 1584 w 134841"/>
              <a:gd name="csY23" fmla="*/ 58792 h 134831"/>
              <a:gd name="csX24" fmla="*/ 3335 w 134841"/>
              <a:gd name="csY24" fmla="*/ 59949 h 134831"/>
              <a:gd name="csX25" fmla="*/ 5393 w 134841"/>
              <a:gd name="csY25" fmla="*/ 60323 h 134831"/>
              <a:gd name="csX26" fmla="*/ 14254 w 134841"/>
              <a:gd name="csY26" fmla="*/ 60323 h 134831"/>
              <a:gd name="csX27" fmla="*/ 14254 w 134841"/>
              <a:gd name="csY27" fmla="*/ 74510 h 134831"/>
              <a:gd name="csX28" fmla="*/ 5393 w 134841"/>
              <a:gd name="csY28" fmla="*/ 74510 h 134831"/>
              <a:gd name="csX29" fmla="*/ 3335 w 134841"/>
              <a:gd name="csY29" fmla="*/ 74884 h 134831"/>
              <a:gd name="csX30" fmla="*/ 1584 w 134841"/>
              <a:gd name="csY30" fmla="*/ 76024 h 134831"/>
              <a:gd name="csX31" fmla="*/ 412 w 134841"/>
              <a:gd name="csY31" fmla="*/ 77759 h 134831"/>
              <a:gd name="csX32" fmla="*/ 0 w 134841"/>
              <a:gd name="csY32" fmla="*/ 79817 h 134831"/>
              <a:gd name="csX33" fmla="*/ 412 w 134841"/>
              <a:gd name="csY33" fmla="*/ 81876 h 134831"/>
              <a:gd name="csX34" fmla="*/ 1584 w 134841"/>
              <a:gd name="csY34" fmla="*/ 83611 h 134831"/>
              <a:gd name="csX35" fmla="*/ 3335 w 134841"/>
              <a:gd name="csY35" fmla="*/ 84751 h 134831"/>
              <a:gd name="csX36" fmla="*/ 5393 w 134841"/>
              <a:gd name="csY36" fmla="*/ 85142 h 134831"/>
              <a:gd name="csX37" fmla="*/ 14254 w 134841"/>
              <a:gd name="csY37" fmla="*/ 85142 h 134831"/>
              <a:gd name="csX38" fmla="*/ 14254 w 134841"/>
              <a:gd name="csY38" fmla="*/ 99312 h 134831"/>
              <a:gd name="csX39" fmla="*/ 5393 w 134841"/>
              <a:gd name="csY39" fmla="*/ 99312 h 134831"/>
              <a:gd name="csX40" fmla="*/ 3335 w 134841"/>
              <a:gd name="csY40" fmla="*/ 99687 h 134831"/>
              <a:gd name="csX41" fmla="*/ 1584 w 134841"/>
              <a:gd name="csY41" fmla="*/ 100843 h 134831"/>
              <a:gd name="csX42" fmla="*/ 412 w 134841"/>
              <a:gd name="csY42" fmla="*/ 102578 h 134831"/>
              <a:gd name="csX43" fmla="*/ 0 w 134841"/>
              <a:gd name="csY43" fmla="*/ 104620 h 134831"/>
              <a:gd name="csX44" fmla="*/ 412 w 134841"/>
              <a:gd name="csY44" fmla="*/ 106678 h 134831"/>
              <a:gd name="csX45" fmla="*/ 1584 w 134841"/>
              <a:gd name="csY45" fmla="*/ 108413 h 134831"/>
              <a:gd name="csX46" fmla="*/ 3335 w 134841"/>
              <a:gd name="csY46" fmla="*/ 109553 h 134831"/>
              <a:gd name="csX47" fmla="*/ 5393 w 134841"/>
              <a:gd name="csY47" fmla="*/ 109944 h 134831"/>
              <a:gd name="csX48" fmla="*/ 15195 w 134841"/>
              <a:gd name="csY48" fmla="*/ 109944 h 134831"/>
              <a:gd name="csX49" fmla="*/ 18950 w 134841"/>
              <a:gd name="csY49" fmla="*/ 115881 h 134831"/>
              <a:gd name="csX50" fmla="*/ 24887 w 134841"/>
              <a:gd name="csY50" fmla="*/ 119641 h 134831"/>
              <a:gd name="csX51" fmla="*/ 24887 w 134841"/>
              <a:gd name="csY51" fmla="*/ 129439 h 134831"/>
              <a:gd name="csX52" fmla="*/ 25270 w 134841"/>
              <a:gd name="csY52" fmla="*/ 131497 h 134831"/>
              <a:gd name="csX53" fmla="*/ 26417 w 134841"/>
              <a:gd name="csY53" fmla="*/ 133250 h 134831"/>
              <a:gd name="csX54" fmla="*/ 28152 w 134841"/>
              <a:gd name="csY54" fmla="*/ 134406 h 134831"/>
              <a:gd name="csX55" fmla="*/ 30204 w 134841"/>
              <a:gd name="csY55" fmla="*/ 134831 h 134831"/>
              <a:gd name="csX56" fmla="*/ 32256 w 134841"/>
              <a:gd name="csY56" fmla="*/ 134406 h 134831"/>
              <a:gd name="csX57" fmla="*/ 33989 w 134841"/>
              <a:gd name="csY57" fmla="*/ 133250 h 134831"/>
              <a:gd name="csX58" fmla="*/ 35138 w 134841"/>
              <a:gd name="csY58" fmla="*/ 131497 h 134831"/>
              <a:gd name="csX59" fmla="*/ 35521 w 134841"/>
              <a:gd name="csY59" fmla="*/ 129439 h 134831"/>
              <a:gd name="csX60" fmla="*/ 35521 w 134841"/>
              <a:gd name="csY60" fmla="*/ 120576 h 134831"/>
              <a:gd name="csX61" fmla="*/ 49698 w 134841"/>
              <a:gd name="csY61" fmla="*/ 120576 h 134831"/>
              <a:gd name="csX62" fmla="*/ 49698 w 134841"/>
              <a:gd name="csY62" fmla="*/ 129439 h 134831"/>
              <a:gd name="csX63" fmla="*/ 50081 w 134841"/>
              <a:gd name="csY63" fmla="*/ 131497 h 134831"/>
              <a:gd name="csX64" fmla="*/ 51229 w 134841"/>
              <a:gd name="csY64" fmla="*/ 133250 h 134831"/>
              <a:gd name="csX65" fmla="*/ 52963 w 134841"/>
              <a:gd name="csY65" fmla="*/ 134406 h 134831"/>
              <a:gd name="csX66" fmla="*/ 55015 w 134841"/>
              <a:gd name="csY66" fmla="*/ 134831 h 134831"/>
              <a:gd name="csX67" fmla="*/ 57066 w 134841"/>
              <a:gd name="csY67" fmla="*/ 134406 h 134831"/>
              <a:gd name="csX68" fmla="*/ 58802 w 134841"/>
              <a:gd name="csY68" fmla="*/ 133250 h 134831"/>
              <a:gd name="csX69" fmla="*/ 59948 w 134841"/>
              <a:gd name="csY69" fmla="*/ 131497 h 134831"/>
              <a:gd name="csX70" fmla="*/ 60331 w 134841"/>
              <a:gd name="csY70" fmla="*/ 129439 h 134831"/>
              <a:gd name="csX71" fmla="*/ 60331 w 134841"/>
              <a:gd name="csY71" fmla="*/ 120576 h 134831"/>
              <a:gd name="csX72" fmla="*/ 74510 w 134841"/>
              <a:gd name="csY72" fmla="*/ 120576 h 134831"/>
              <a:gd name="csX73" fmla="*/ 74510 w 134841"/>
              <a:gd name="csY73" fmla="*/ 129439 h 134831"/>
              <a:gd name="csX74" fmla="*/ 74893 w 134841"/>
              <a:gd name="csY74" fmla="*/ 131497 h 134831"/>
              <a:gd name="csX75" fmla="*/ 76040 w 134841"/>
              <a:gd name="csY75" fmla="*/ 133250 h 134831"/>
              <a:gd name="csX76" fmla="*/ 77773 w 134841"/>
              <a:gd name="csY76" fmla="*/ 134406 h 134831"/>
              <a:gd name="csX77" fmla="*/ 79827 w 134841"/>
              <a:gd name="csY77" fmla="*/ 134831 h 134831"/>
              <a:gd name="csX78" fmla="*/ 81879 w 134841"/>
              <a:gd name="csY78" fmla="*/ 134406 h 134831"/>
              <a:gd name="csX79" fmla="*/ 83612 w 134841"/>
              <a:gd name="csY79" fmla="*/ 133250 h 134831"/>
              <a:gd name="csX80" fmla="*/ 84759 w 134841"/>
              <a:gd name="csY80" fmla="*/ 131497 h 134831"/>
              <a:gd name="csX81" fmla="*/ 85144 w 134841"/>
              <a:gd name="csY81" fmla="*/ 129439 h 134831"/>
              <a:gd name="csX82" fmla="*/ 85144 w 134841"/>
              <a:gd name="csY82" fmla="*/ 120576 h 134831"/>
              <a:gd name="csX83" fmla="*/ 99321 w 134841"/>
              <a:gd name="csY83" fmla="*/ 120576 h 134831"/>
              <a:gd name="csX84" fmla="*/ 99321 w 134841"/>
              <a:gd name="csY84" fmla="*/ 129439 h 134831"/>
              <a:gd name="csX85" fmla="*/ 99704 w 134841"/>
              <a:gd name="csY85" fmla="*/ 131497 h 134831"/>
              <a:gd name="csX86" fmla="*/ 100850 w 134841"/>
              <a:gd name="csY86" fmla="*/ 133250 h 134831"/>
              <a:gd name="csX87" fmla="*/ 102586 w 134841"/>
              <a:gd name="csY87" fmla="*/ 134406 h 134831"/>
              <a:gd name="csX88" fmla="*/ 104638 w 134841"/>
              <a:gd name="csY88" fmla="*/ 134831 h 134831"/>
              <a:gd name="csX89" fmla="*/ 106689 w 134841"/>
              <a:gd name="csY89" fmla="*/ 134406 h 134831"/>
              <a:gd name="csX90" fmla="*/ 108423 w 134841"/>
              <a:gd name="csY90" fmla="*/ 133250 h 134831"/>
              <a:gd name="csX91" fmla="*/ 109571 w 134841"/>
              <a:gd name="csY91" fmla="*/ 131497 h 134831"/>
              <a:gd name="csX92" fmla="*/ 109954 w 134841"/>
              <a:gd name="csY92" fmla="*/ 129439 h 134831"/>
              <a:gd name="csX93" fmla="*/ 109954 w 134841"/>
              <a:gd name="csY93" fmla="*/ 119641 h 134831"/>
              <a:gd name="csX94" fmla="*/ 115892 w 134841"/>
              <a:gd name="csY94" fmla="*/ 115881 h 134831"/>
              <a:gd name="csX95" fmla="*/ 119645 w 134841"/>
              <a:gd name="csY95" fmla="*/ 109944 h 134831"/>
              <a:gd name="csX96" fmla="*/ 129448 w 134841"/>
              <a:gd name="csY96" fmla="*/ 109944 h 134831"/>
              <a:gd name="csX97" fmla="*/ 131507 w 134841"/>
              <a:gd name="csY97" fmla="*/ 109553 h 134831"/>
              <a:gd name="csX98" fmla="*/ 133258 w 134841"/>
              <a:gd name="csY98" fmla="*/ 108413 h 134831"/>
              <a:gd name="csX99" fmla="*/ 134430 w 134841"/>
              <a:gd name="csY99" fmla="*/ 106678 h 134831"/>
              <a:gd name="csX100" fmla="*/ 134841 w 134841"/>
              <a:gd name="csY100" fmla="*/ 104620 h 134831"/>
              <a:gd name="csX101" fmla="*/ 134430 w 134841"/>
              <a:gd name="csY101" fmla="*/ 102578 h 134831"/>
              <a:gd name="csX102" fmla="*/ 133258 w 134841"/>
              <a:gd name="csY102" fmla="*/ 100843 h 134831"/>
              <a:gd name="csX103" fmla="*/ 131507 w 134841"/>
              <a:gd name="csY103" fmla="*/ 99687 h 134831"/>
              <a:gd name="csX104" fmla="*/ 129448 w 134841"/>
              <a:gd name="csY104" fmla="*/ 99312 h 134831"/>
              <a:gd name="csX105" fmla="*/ 120588 w 134841"/>
              <a:gd name="csY105" fmla="*/ 99312 h 134831"/>
              <a:gd name="csX106" fmla="*/ 120588 w 134841"/>
              <a:gd name="csY106" fmla="*/ 85142 h 134831"/>
              <a:gd name="csX107" fmla="*/ 129448 w 134841"/>
              <a:gd name="csY107" fmla="*/ 85142 h 134831"/>
              <a:gd name="csX108" fmla="*/ 131507 w 134841"/>
              <a:gd name="csY108" fmla="*/ 84751 h 134831"/>
              <a:gd name="csX109" fmla="*/ 133258 w 134841"/>
              <a:gd name="csY109" fmla="*/ 83611 h 134831"/>
              <a:gd name="csX110" fmla="*/ 134430 w 134841"/>
              <a:gd name="csY110" fmla="*/ 81876 h 134831"/>
              <a:gd name="csX111" fmla="*/ 134841 w 134841"/>
              <a:gd name="csY111" fmla="*/ 79817 h 134831"/>
              <a:gd name="csX112" fmla="*/ 134430 w 134841"/>
              <a:gd name="csY112" fmla="*/ 77759 h 134831"/>
              <a:gd name="csX113" fmla="*/ 133258 w 134841"/>
              <a:gd name="csY113" fmla="*/ 76024 h 134831"/>
              <a:gd name="csX114" fmla="*/ 131507 w 134841"/>
              <a:gd name="csY114" fmla="*/ 74884 h 134831"/>
              <a:gd name="csX115" fmla="*/ 129448 w 134841"/>
              <a:gd name="csY115" fmla="*/ 74510 h 134831"/>
              <a:gd name="csX116" fmla="*/ 120588 w 134841"/>
              <a:gd name="csY116" fmla="*/ 74510 h 134831"/>
              <a:gd name="csX117" fmla="*/ 120588 w 134841"/>
              <a:gd name="csY117" fmla="*/ 60323 h 134831"/>
              <a:gd name="csX118" fmla="*/ 129448 w 134841"/>
              <a:gd name="csY118" fmla="*/ 60323 h 134831"/>
              <a:gd name="csX119" fmla="*/ 131507 w 134841"/>
              <a:gd name="csY119" fmla="*/ 59949 h 134831"/>
              <a:gd name="csX120" fmla="*/ 133258 w 134841"/>
              <a:gd name="csY120" fmla="*/ 58792 h 134831"/>
              <a:gd name="csX121" fmla="*/ 134430 w 134841"/>
              <a:gd name="csY121" fmla="*/ 57057 h 134831"/>
              <a:gd name="csX122" fmla="*/ 134841 w 134841"/>
              <a:gd name="csY122" fmla="*/ 55015 h 134831"/>
              <a:gd name="csX123" fmla="*/ 134430 w 134841"/>
              <a:gd name="csY123" fmla="*/ 52957 h 134831"/>
              <a:gd name="csX124" fmla="*/ 133258 w 134841"/>
              <a:gd name="csY124" fmla="*/ 51222 h 134831"/>
              <a:gd name="csX125" fmla="*/ 131507 w 134841"/>
              <a:gd name="csY125" fmla="*/ 50082 h 134831"/>
              <a:gd name="csX126" fmla="*/ 129448 w 134841"/>
              <a:gd name="csY126" fmla="*/ 49691 h 134831"/>
              <a:gd name="csX127" fmla="*/ 120588 w 134841"/>
              <a:gd name="csY127" fmla="*/ 49691 h 134831"/>
              <a:gd name="csX128" fmla="*/ 120588 w 134841"/>
              <a:gd name="csY128" fmla="*/ 35520 h 134831"/>
              <a:gd name="csX129" fmla="*/ 129448 w 134841"/>
              <a:gd name="csY129" fmla="*/ 35520 h 134831"/>
              <a:gd name="csX130" fmla="*/ 131507 w 134841"/>
              <a:gd name="csY130" fmla="*/ 35129 h 134831"/>
              <a:gd name="csX131" fmla="*/ 133258 w 134841"/>
              <a:gd name="csY131" fmla="*/ 33990 h 134831"/>
              <a:gd name="csX132" fmla="*/ 134430 w 134841"/>
              <a:gd name="csY132" fmla="*/ 32254 h 134831"/>
              <a:gd name="csX133" fmla="*/ 134841 w 134841"/>
              <a:gd name="csY133" fmla="*/ 30196 h 134831"/>
              <a:gd name="csX134" fmla="*/ 134430 w 134841"/>
              <a:gd name="csY134" fmla="*/ 28155 h 134831"/>
              <a:gd name="csX135" fmla="*/ 133258 w 134841"/>
              <a:gd name="csY135" fmla="*/ 26420 h 134831"/>
              <a:gd name="csX136" fmla="*/ 131507 w 134841"/>
              <a:gd name="csY136" fmla="*/ 25263 h 134831"/>
              <a:gd name="csX137" fmla="*/ 129448 w 134841"/>
              <a:gd name="csY137" fmla="*/ 24888 h 134831"/>
              <a:gd name="csX138" fmla="*/ 119645 w 134841"/>
              <a:gd name="csY138" fmla="*/ 24888 h 134831"/>
              <a:gd name="csX139" fmla="*/ 115892 w 134841"/>
              <a:gd name="csY139" fmla="*/ 18952 h 134831"/>
              <a:gd name="csX140" fmla="*/ 109954 w 134841"/>
              <a:gd name="csY140" fmla="*/ 15192 h 134831"/>
              <a:gd name="csX141" fmla="*/ 109954 w 134841"/>
              <a:gd name="csY141" fmla="*/ 5394 h 134831"/>
              <a:gd name="csX142" fmla="*/ 109563 w 134841"/>
              <a:gd name="csY142" fmla="*/ 3319 h 134831"/>
              <a:gd name="csX143" fmla="*/ 108394 w 134841"/>
              <a:gd name="csY143" fmla="*/ 1549 h 134831"/>
              <a:gd name="csX144" fmla="*/ 106632 w 134841"/>
              <a:gd name="csY144" fmla="*/ 393 h 134831"/>
              <a:gd name="csX145" fmla="*/ 104554 w 134841"/>
              <a:gd name="csY145" fmla="*/ 1 h 134831"/>
              <a:gd name="csX146" fmla="*/ 100821 w 134841"/>
              <a:gd name="csY146" fmla="*/ 1617 h 134831"/>
              <a:gd name="csX147" fmla="*/ 99321 w 134841"/>
              <a:gd name="csY147" fmla="*/ 5394 h 134831"/>
              <a:gd name="csX148" fmla="*/ 99321 w 134841"/>
              <a:gd name="csY148" fmla="*/ 14257 h 134831"/>
              <a:gd name="csX149" fmla="*/ 85144 w 134841"/>
              <a:gd name="csY149" fmla="*/ 14257 h 134831"/>
              <a:gd name="csX150" fmla="*/ 85144 w 134841"/>
              <a:gd name="csY150" fmla="*/ 5394 h 134831"/>
              <a:gd name="csX151" fmla="*/ 84752 w 134841"/>
              <a:gd name="csY151" fmla="*/ 3319 h 134831"/>
              <a:gd name="csX152" fmla="*/ 83583 w 134841"/>
              <a:gd name="csY152" fmla="*/ 1549 h 134831"/>
              <a:gd name="csX153" fmla="*/ 81821 w 134841"/>
              <a:gd name="csY153" fmla="*/ 393 h 134831"/>
              <a:gd name="csX154" fmla="*/ 79744 w 134841"/>
              <a:gd name="csY154" fmla="*/ 1 h 134831"/>
              <a:gd name="csX155" fmla="*/ 76011 w 134841"/>
              <a:gd name="csY155" fmla="*/ 1617 h 134831"/>
              <a:gd name="csX156" fmla="*/ 74510 w 134841"/>
              <a:gd name="csY156" fmla="*/ 5394 h 134831"/>
              <a:gd name="csX157" fmla="*/ 74510 w 134841"/>
              <a:gd name="csY157" fmla="*/ 14257 h 134831"/>
              <a:gd name="csX158" fmla="*/ 60331 w 134841"/>
              <a:gd name="csY158" fmla="*/ 14257 h 134831"/>
              <a:gd name="csX159" fmla="*/ 60331 w 134841"/>
              <a:gd name="csY159" fmla="*/ 5394 h 134831"/>
              <a:gd name="csX160" fmla="*/ 59942 w 134841"/>
              <a:gd name="csY160" fmla="*/ 3319 h 134831"/>
              <a:gd name="csX161" fmla="*/ 58773 w 134841"/>
              <a:gd name="csY161" fmla="*/ 1549 h 134831"/>
              <a:gd name="csX162" fmla="*/ 57010 w 134841"/>
              <a:gd name="csY162" fmla="*/ 393 h 134831"/>
              <a:gd name="csX163" fmla="*/ 54931 w 134841"/>
              <a:gd name="csY163" fmla="*/ 1 h 134831"/>
              <a:gd name="csX164" fmla="*/ 51198 w 134841"/>
              <a:gd name="csY164" fmla="*/ 1617 h 134831"/>
              <a:gd name="csX165" fmla="*/ 49698 w 134841"/>
              <a:gd name="csY165" fmla="*/ 5394 h 134831"/>
              <a:gd name="csX166" fmla="*/ 49698 w 134841"/>
              <a:gd name="csY166" fmla="*/ 14257 h 134831"/>
              <a:gd name="csX167" fmla="*/ 35521 w 134841"/>
              <a:gd name="csY167" fmla="*/ 14257 h 134831"/>
              <a:gd name="csX168" fmla="*/ 35521 w 134841"/>
              <a:gd name="csY168" fmla="*/ 5394 h 134831"/>
              <a:gd name="csX169" fmla="*/ 35129 w 134841"/>
              <a:gd name="csY169" fmla="*/ 3319 h 134831"/>
              <a:gd name="csX170" fmla="*/ 33960 w 134841"/>
              <a:gd name="csY170" fmla="*/ 1549 h 134831"/>
              <a:gd name="csX171" fmla="*/ 32198 w 134841"/>
              <a:gd name="csY171" fmla="*/ 393 h 134831"/>
              <a:gd name="csX172" fmla="*/ 30121 w 134841"/>
              <a:gd name="csY172" fmla="*/ 1 h 134831"/>
              <a:gd name="csX173" fmla="*/ 51471 w 134841"/>
              <a:gd name="csY173" fmla="*/ 46152 h 134831"/>
              <a:gd name="csX174" fmla="*/ 83371 w 134841"/>
              <a:gd name="csY174" fmla="*/ 46152 h 134831"/>
              <a:gd name="csX175" fmla="*/ 87131 w 134841"/>
              <a:gd name="csY175" fmla="*/ 47701 h 134831"/>
              <a:gd name="csX176" fmla="*/ 88687 w 134841"/>
              <a:gd name="csY176" fmla="*/ 51460 h 134831"/>
              <a:gd name="csX177" fmla="*/ 88687 w 134841"/>
              <a:gd name="csY177" fmla="*/ 83356 h 134831"/>
              <a:gd name="csX178" fmla="*/ 87131 w 134841"/>
              <a:gd name="csY178" fmla="*/ 87115 h 134831"/>
              <a:gd name="csX179" fmla="*/ 83371 w 134841"/>
              <a:gd name="csY179" fmla="*/ 88680 h 134831"/>
              <a:gd name="csX180" fmla="*/ 51471 w 134841"/>
              <a:gd name="csY180" fmla="*/ 88680 h 134831"/>
              <a:gd name="csX181" fmla="*/ 47711 w 134841"/>
              <a:gd name="csY181" fmla="*/ 87115 h 134831"/>
              <a:gd name="csX182" fmla="*/ 46154 w 134841"/>
              <a:gd name="csY182" fmla="*/ 83356 h 134831"/>
              <a:gd name="csX183" fmla="*/ 46154 w 134841"/>
              <a:gd name="csY183" fmla="*/ 51460 h 134831"/>
              <a:gd name="csX184" fmla="*/ 47711 w 134841"/>
              <a:gd name="csY184" fmla="*/ 47701 h 134831"/>
              <a:gd name="csX185" fmla="*/ 51471 w 134841"/>
              <a:gd name="csY185" fmla="*/ 46152 h 134831"/>
            </a:gdLst>
            <a:ahLst/>
            <a:cxnLst/>
            <a:rect l="l" t="t" r="r" b="b"/>
            <a:pathLst>
              <a:path w="100000" h="100000">
                <a:moveTo>
                  <a:pt x="22338" y="4"/>
                </a:moveTo>
                <a:cubicBezTo>
                  <a:pt x="21293" y="17"/>
                  <a:pt x="20297" y="446"/>
                  <a:pt x="19570" y="1203"/>
                </a:cubicBezTo>
                <a:cubicBezTo>
                  <a:pt x="18841" y="1947"/>
                  <a:pt x="18442" y="2957"/>
                  <a:pt x="18457" y="4004"/>
                </a:cubicBezTo>
                <a:lnTo>
                  <a:pt x="18457" y="11270"/>
                </a:lnTo>
                <a:cubicBezTo>
                  <a:pt x="16800" y="11864"/>
                  <a:pt x="15296" y="12810"/>
                  <a:pt x="14054" y="14059"/>
                </a:cubicBezTo>
                <a:cubicBezTo>
                  <a:pt x="12811" y="15295"/>
                  <a:pt x="11859" y="16809"/>
                  <a:pt x="11269" y="18461"/>
                </a:cubicBezTo>
                <a:lnTo>
                  <a:pt x="4000" y="18461"/>
                </a:lnTo>
                <a:cubicBezTo>
                  <a:pt x="3476" y="18449"/>
                  <a:pt x="2958" y="18550"/>
                  <a:pt x="2473" y="18739"/>
                </a:cubicBezTo>
                <a:cubicBezTo>
                  <a:pt x="1988" y="18941"/>
                  <a:pt x="1547" y="19231"/>
                  <a:pt x="1175" y="19597"/>
                </a:cubicBezTo>
                <a:cubicBezTo>
                  <a:pt x="802" y="19963"/>
                  <a:pt x="507" y="20404"/>
                  <a:pt x="306" y="20884"/>
                </a:cubicBezTo>
                <a:cubicBezTo>
                  <a:pt x="103" y="21363"/>
                  <a:pt x="0" y="21881"/>
                  <a:pt x="0" y="22397"/>
                </a:cubicBezTo>
                <a:cubicBezTo>
                  <a:pt x="0" y="22927"/>
                  <a:pt x="103" y="23445"/>
                  <a:pt x="306" y="23924"/>
                </a:cubicBezTo>
                <a:cubicBezTo>
                  <a:pt x="507" y="24404"/>
                  <a:pt x="802" y="24845"/>
                  <a:pt x="1175" y="25211"/>
                </a:cubicBezTo>
                <a:cubicBezTo>
                  <a:pt x="1547" y="25577"/>
                  <a:pt x="1988" y="25867"/>
                  <a:pt x="2473" y="26056"/>
                </a:cubicBezTo>
                <a:cubicBezTo>
                  <a:pt x="2958" y="26258"/>
                  <a:pt x="3476" y="26346"/>
                  <a:pt x="4000" y="26346"/>
                </a:cubicBezTo>
                <a:lnTo>
                  <a:pt x="10571" y="26346"/>
                </a:lnTo>
                <a:lnTo>
                  <a:pt x="10571" y="36855"/>
                </a:lnTo>
                <a:lnTo>
                  <a:pt x="4000" y="36855"/>
                </a:lnTo>
                <a:cubicBezTo>
                  <a:pt x="3476" y="36855"/>
                  <a:pt x="2958" y="36944"/>
                  <a:pt x="2473" y="37145"/>
                </a:cubicBezTo>
                <a:cubicBezTo>
                  <a:pt x="1988" y="37334"/>
                  <a:pt x="1547" y="37625"/>
                  <a:pt x="1175" y="37991"/>
                </a:cubicBezTo>
                <a:cubicBezTo>
                  <a:pt x="802" y="38356"/>
                  <a:pt x="507" y="38798"/>
                  <a:pt x="306" y="39277"/>
                </a:cubicBezTo>
                <a:cubicBezTo>
                  <a:pt x="103" y="39756"/>
                  <a:pt x="0" y="40274"/>
                  <a:pt x="0" y="40804"/>
                </a:cubicBezTo>
                <a:cubicBezTo>
                  <a:pt x="0" y="41321"/>
                  <a:pt x="103" y="41838"/>
                  <a:pt x="306" y="42318"/>
                </a:cubicBezTo>
                <a:cubicBezTo>
                  <a:pt x="507" y="42810"/>
                  <a:pt x="802" y="43239"/>
                  <a:pt x="1175" y="43605"/>
                </a:cubicBezTo>
                <a:cubicBezTo>
                  <a:pt x="1547" y="43970"/>
                  <a:pt x="1988" y="44261"/>
                  <a:pt x="2473" y="44463"/>
                </a:cubicBezTo>
                <a:cubicBezTo>
                  <a:pt x="2958" y="44652"/>
                  <a:pt x="3476" y="44753"/>
                  <a:pt x="4000" y="44740"/>
                </a:cubicBezTo>
                <a:lnTo>
                  <a:pt x="10571" y="44740"/>
                </a:lnTo>
                <a:lnTo>
                  <a:pt x="10571" y="55261"/>
                </a:lnTo>
                <a:lnTo>
                  <a:pt x="4000" y="55261"/>
                </a:lnTo>
                <a:cubicBezTo>
                  <a:pt x="3476" y="55249"/>
                  <a:pt x="2958" y="55350"/>
                  <a:pt x="2473" y="55539"/>
                </a:cubicBezTo>
                <a:cubicBezTo>
                  <a:pt x="1988" y="55728"/>
                  <a:pt x="1547" y="56019"/>
                  <a:pt x="1175" y="56384"/>
                </a:cubicBezTo>
                <a:cubicBezTo>
                  <a:pt x="802" y="56762"/>
                  <a:pt x="507" y="57192"/>
                  <a:pt x="306" y="57671"/>
                </a:cubicBezTo>
                <a:cubicBezTo>
                  <a:pt x="103" y="58163"/>
                  <a:pt x="0" y="58680"/>
                  <a:pt x="0" y="59197"/>
                </a:cubicBezTo>
                <a:cubicBezTo>
                  <a:pt x="0" y="59715"/>
                  <a:pt x="103" y="60232"/>
                  <a:pt x="306" y="60724"/>
                </a:cubicBezTo>
                <a:cubicBezTo>
                  <a:pt x="507" y="61203"/>
                  <a:pt x="802" y="61633"/>
                  <a:pt x="1175" y="62011"/>
                </a:cubicBezTo>
                <a:cubicBezTo>
                  <a:pt x="1547" y="62376"/>
                  <a:pt x="1988" y="62666"/>
                  <a:pt x="2473" y="62856"/>
                </a:cubicBezTo>
                <a:cubicBezTo>
                  <a:pt x="2958" y="63045"/>
                  <a:pt x="3476" y="63146"/>
                  <a:pt x="4000" y="63146"/>
                </a:cubicBezTo>
                <a:lnTo>
                  <a:pt x="10571" y="63146"/>
                </a:lnTo>
                <a:lnTo>
                  <a:pt x="10571" y="73655"/>
                </a:lnTo>
                <a:lnTo>
                  <a:pt x="4000" y="73655"/>
                </a:lnTo>
                <a:cubicBezTo>
                  <a:pt x="3476" y="73642"/>
                  <a:pt x="2958" y="73743"/>
                  <a:pt x="2473" y="73933"/>
                </a:cubicBezTo>
                <a:cubicBezTo>
                  <a:pt x="1988" y="74135"/>
                  <a:pt x="1547" y="74425"/>
                  <a:pt x="1175" y="74790"/>
                </a:cubicBezTo>
                <a:cubicBezTo>
                  <a:pt x="802" y="75157"/>
                  <a:pt x="507" y="75598"/>
                  <a:pt x="306" y="76077"/>
                </a:cubicBezTo>
                <a:cubicBezTo>
                  <a:pt x="103" y="76557"/>
                  <a:pt x="0" y="77074"/>
                  <a:pt x="0" y="77591"/>
                </a:cubicBezTo>
                <a:cubicBezTo>
                  <a:pt x="0" y="78121"/>
                  <a:pt x="103" y="78639"/>
                  <a:pt x="306" y="79118"/>
                </a:cubicBezTo>
                <a:cubicBezTo>
                  <a:pt x="507" y="79597"/>
                  <a:pt x="802" y="80039"/>
                  <a:pt x="1175" y="80404"/>
                </a:cubicBezTo>
                <a:cubicBezTo>
                  <a:pt x="1547" y="80771"/>
                  <a:pt x="1988" y="81061"/>
                  <a:pt x="2473" y="81250"/>
                </a:cubicBezTo>
                <a:cubicBezTo>
                  <a:pt x="2958" y="81451"/>
                  <a:pt x="3476" y="81540"/>
                  <a:pt x="4000" y="81540"/>
                </a:cubicBezTo>
                <a:lnTo>
                  <a:pt x="11269" y="81540"/>
                </a:lnTo>
                <a:cubicBezTo>
                  <a:pt x="11859" y="83193"/>
                  <a:pt x="12811" y="84694"/>
                  <a:pt x="14054" y="85943"/>
                </a:cubicBezTo>
                <a:cubicBezTo>
                  <a:pt x="15296" y="87179"/>
                  <a:pt x="16800" y="88138"/>
                  <a:pt x="18457" y="88731"/>
                </a:cubicBezTo>
                <a:lnTo>
                  <a:pt x="18457" y="95998"/>
                </a:lnTo>
                <a:cubicBezTo>
                  <a:pt x="18449" y="96514"/>
                  <a:pt x="18545" y="97032"/>
                  <a:pt x="18741" y="97524"/>
                </a:cubicBezTo>
                <a:cubicBezTo>
                  <a:pt x="18935" y="98004"/>
                  <a:pt x="19225" y="98445"/>
                  <a:pt x="19591" y="98824"/>
                </a:cubicBezTo>
                <a:cubicBezTo>
                  <a:pt x="19958" y="99189"/>
                  <a:pt x="20396" y="99479"/>
                  <a:pt x="20878" y="99681"/>
                </a:cubicBezTo>
                <a:cubicBezTo>
                  <a:pt x="21360" y="99883"/>
                  <a:pt x="21878" y="99996"/>
                  <a:pt x="22400" y="99996"/>
                </a:cubicBezTo>
                <a:cubicBezTo>
                  <a:pt x="22922" y="99996"/>
                  <a:pt x="23439" y="99883"/>
                  <a:pt x="23922" y="99681"/>
                </a:cubicBezTo>
                <a:cubicBezTo>
                  <a:pt x="24404" y="99479"/>
                  <a:pt x="24841" y="99189"/>
                  <a:pt x="25207" y="98824"/>
                </a:cubicBezTo>
                <a:cubicBezTo>
                  <a:pt x="25574" y="98445"/>
                  <a:pt x="25863" y="98004"/>
                  <a:pt x="26059" y="97524"/>
                </a:cubicBezTo>
                <a:cubicBezTo>
                  <a:pt x="26253" y="97032"/>
                  <a:pt x="26350" y="96514"/>
                  <a:pt x="26343" y="95998"/>
                </a:cubicBezTo>
                <a:lnTo>
                  <a:pt x="26343" y="89425"/>
                </a:lnTo>
                <a:lnTo>
                  <a:pt x="36857" y="89425"/>
                </a:lnTo>
                <a:lnTo>
                  <a:pt x="36857" y="95998"/>
                </a:lnTo>
                <a:cubicBezTo>
                  <a:pt x="36849" y="96514"/>
                  <a:pt x="36946" y="97032"/>
                  <a:pt x="37141" y="97524"/>
                </a:cubicBezTo>
                <a:cubicBezTo>
                  <a:pt x="37336" y="98004"/>
                  <a:pt x="37625" y="98445"/>
                  <a:pt x="37992" y="98824"/>
                </a:cubicBezTo>
                <a:cubicBezTo>
                  <a:pt x="38358" y="99189"/>
                  <a:pt x="38796" y="99479"/>
                  <a:pt x="39278" y="99681"/>
                </a:cubicBezTo>
                <a:cubicBezTo>
                  <a:pt x="39760" y="99883"/>
                  <a:pt x="40277" y="99996"/>
                  <a:pt x="40800" y="99996"/>
                </a:cubicBezTo>
                <a:cubicBezTo>
                  <a:pt x="41322" y="99996"/>
                  <a:pt x="41839" y="99883"/>
                  <a:pt x="42321" y="99681"/>
                </a:cubicBezTo>
                <a:cubicBezTo>
                  <a:pt x="42803" y="99479"/>
                  <a:pt x="43241" y="99189"/>
                  <a:pt x="43608" y="98824"/>
                </a:cubicBezTo>
                <a:cubicBezTo>
                  <a:pt x="43974" y="98445"/>
                  <a:pt x="44264" y="98004"/>
                  <a:pt x="44458" y="97524"/>
                </a:cubicBezTo>
                <a:cubicBezTo>
                  <a:pt x="44654" y="97032"/>
                  <a:pt x="44750" y="96514"/>
                  <a:pt x="44742" y="95998"/>
                </a:cubicBezTo>
                <a:lnTo>
                  <a:pt x="44742" y="89425"/>
                </a:lnTo>
                <a:lnTo>
                  <a:pt x="55258" y="89425"/>
                </a:lnTo>
                <a:lnTo>
                  <a:pt x="55258" y="95998"/>
                </a:lnTo>
                <a:cubicBezTo>
                  <a:pt x="55250" y="96514"/>
                  <a:pt x="55346" y="97032"/>
                  <a:pt x="55542" y="97524"/>
                </a:cubicBezTo>
                <a:cubicBezTo>
                  <a:pt x="55736" y="98004"/>
                  <a:pt x="56025" y="98445"/>
                  <a:pt x="56392" y="98824"/>
                </a:cubicBezTo>
                <a:cubicBezTo>
                  <a:pt x="56759" y="99189"/>
                  <a:pt x="57196" y="99479"/>
                  <a:pt x="57678" y="99681"/>
                </a:cubicBezTo>
                <a:cubicBezTo>
                  <a:pt x="58160" y="99883"/>
                  <a:pt x="58677" y="99996"/>
                  <a:pt x="59201" y="99996"/>
                </a:cubicBezTo>
                <a:cubicBezTo>
                  <a:pt x="59723" y="99996"/>
                  <a:pt x="60241" y="99883"/>
                  <a:pt x="60723" y="99681"/>
                </a:cubicBezTo>
                <a:cubicBezTo>
                  <a:pt x="61205" y="99479"/>
                  <a:pt x="61641" y="99189"/>
                  <a:pt x="62008" y="98824"/>
                </a:cubicBezTo>
                <a:cubicBezTo>
                  <a:pt x="62375" y="98445"/>
                  <a:pt x="62664" y="98004"/>
                  <a:pt x="62858" y="97524"/>
                </a:cubicBezTo>
                <a:cubicBezTo>
                  <a:pt x="63054" y="97032"/>
                  <a:pt x="63150" y="96514"/>
                  <a:pt x="63144" y="95998"/>
                </a:cubicBezTo>
                <a:lnTo>
                  <a:pt x="63144" y="89425"/>
                </a:lnTo>
                <a:lnTo>
                  <a:pt x="73658" y="89425"/>
                </a:lnTo>
                <a:lnTo>
                  <a:pt x="73658" y="95998"/>
                </a:lnTo>
                <a:cubicBezTo>
                  <a:pt x="73650" y="96514"/>
                  <a:pt x="73746" y="97032"/>
                  <a:pt x="73942" y="97524"/>
                </a:cubicBezTo>
                <a:cubicBezTo>
                  <a:pt x="74136" y="98004"/>
                  <a:pt x="74426" y="98445"/>
                  <a:pt x="74792" y="98824"/>
                </a:cubicBezTo>
                <a:cubicBezTo>
                  <a:pt x="75159" y="99189"/>
                  <a:pt x="75597" y="99479"/>
                  <a:pt x="76079" y="99681"/>
                </a:cubicBezTo>
                <a:cubicBezTo>
                  <a:pt x="76561" y="99883"/>
                  <a:pt x="77078" y="99996"/>
                  <a:pt x="77601" y="99996"/>
                </a:cubicBezTo>
                <a:cubicBezTo>
                  <a:pt x="78123" y="99996"/>
                  <a:pt x="78641" y="99883"/>
                  <a:pt x="79122" y="99681"/>
                </a:cubicBezTo>
                <a:cubicBezTo>
                  <a:pt x="79604" y="99479"/>
                  <a:pt x="80042" y="99189"/>
                  <a:pt x="80408" y="98824"/>
                </a:cubicBezTo>
                <a:cubicBezTo>
                  <a:pt x="80775" y="98445"/>
                  <a:pt x="81064" y="98004"/>
                  <a:pt x="81259" y="97524"/>
                </a:cubicBezTo>
                <a:cubicBezTo>
                  <a:pt x="81454" y="97032"/>
                  <a:pt x="81551" y="96514"/>
                  <a:pt x="81543" y="95998"/>
                </a:cubicBezTo>
                <a:lnTo>
                  <a:pt x="81543" y="88731"/>
                </a:lnTo>
                <a:cubicBezTo>
                  <a:pt x="83199" y="88138"/>
                  <a:pt x="84703" y="87179"/>
                  <a:pt x="85947" y="85943"/>
                </a:cubicBezTo>
                <a:cubicBezTo>
                  <a:pt x="87190" y="84694"/>
                  <a:pt x="88142" y="83193"/>
                  <a:pt x="88730" y="81540"/>
                </a:cubicBezTo>
                <a:lnTo>
                  <a:pt x="96000" y="81540"/>
                </a:lnTo>
                <a:cubicBezTo>
                  <a:pt x="96523" y="81540"/>
                  <a:pt x="97042" y="81451"/>
                  <a:pt x="97527" y="81250"/>
                </a:cubicBezTo>
                <a:cubicBezTo>
                  <a:pt x="98012" y="81061"/>
                  <a:pt x="98454" y="80771"/>
                  <a:pt x="98826" y="80404"/>
                </a:cubicBezTo>
                <a:cubicBezTo>
                  <a:pt x="99198" y="80039"/>
                  <a:pt x="99493" y="79597"/>
                  <a:pt x="99695" y="79118"/>
                </a:cubicBezTo>
                <a:cubicBezTo>
                  <a:pt x="99895" y="78639"/>
                  <a:pt x="100000" y="78121"/>
                  <a:pt x="100000" y="77591"/>
                </a:cubicBezTo>
                <a:cubicBezTo>
                  <a:pt x="100000" y="77074"/>
                  <a:pt x="99895" y="76557"/>
                  <a:pt x="99695" y="76077"/>
                </a:cubicBezTo>
                <a:cubicBezTo>
                  <a:pt x="99493" y="75598"/>
                  <a:pt x="99198" y="75157"/>
                  <a:pt x="98826" y="74790"/>
                </a:cubicBezTo>
                <a:cubicBezTo>
                  <a:pt x="98454" y="74425"/>
                  <a:pt x="98012" y="74135"/>
                  <a:pt x="97527" y="73933"/>
                </a:cubicBezTo>
                <a:cubicBezTo>
                  <a:pt x="97042" y="73743"/>
                  <a:pt x="96523" y="73642"/>
                  <a:pt x="96000" y="73655"/>
                </a:cubicBezTo>
                <a:lnTo>
                  <a:pt x="89430" y="73655"/>
                </a:lnTo>
                <a:lnTo>
                  <a:pt x="89430" y="63146"/>
                </a:lnTo>
                <a:lnTo>
                  <a:pt x="96000" y="63146"/>
                </a:lnTo>
                <a:cubicBezTo>
                  <a:pt x="96523" y="63146"/>
                  <a:pt x="97042" y="63045"/>
                  <a:pt x="97527" y="62856"/>
                </a:cubicBezTo>
                <a:cubicBezTo>
                  <a:pt x="98012" y="62666"/>
                  <a:pt x="98454" y="62376"/>
                  <a:pt x="98826" y="62011"/>
                </a:cubicBezTo>
                <a:cubicBezTo>
                  <a:pt x="99198" y="61633"/>
                  <a:pt x="99493" y="61203"/>
                  <a:pt x="99695" y="60724"/>
                </a:cubicBezTo>
                <a:cubicBezTo>
                  <a:pt x="99895" y="60232"/>
                  <a:pt x="100000" y="59715"/>
                  <a:pt x="100000" y="59197"/>
                </a:cubicBezTo>
                <a:cubicBezTo>
                  <a:pt x="100000" y="58680"/>
                  <a:pt x="99895" y="58163"/>
                  <a:pt x="99695" y="57671"/>
                </a:cubicBezTo>
                <a:cubicBezTo>
                  <a:pt x="99493" y="57192"/>
                  <a:pt x="99198" y="56762"/>
                  <a:pt x="98826" y="56384"/>
                </a:cubicBezTo>
                <a:cubicBezTo>
                  <a:pt x="98454" y="56019"/>
                  <a:pt x="98012" y="55728"/>
                  <a:pt x="97527" y="55539"/>
                </a:cubicBezTo>
                <a:cubicBezTo>
                  <a:pt x="97042" y="55350"/>
                  <a:pt x="96523" y="55249"/>
                  <a:pt x="96000" y="55261"/>
                </a:cubicBezTo>
                <a:lnTo>
                  <a:pt x="89430" y="55261"/>
                </a:lnTo>
                <a:lnTo>
                  <a:pt x="89430" y="44740"/>
                </a:lnTo>
                <a:lnTo>
                  <a:pt x="96000" y="44740"/>
                </a:lnTo>
                <a:cubicBezTo>
                  <a:pt x="96523" y="44753"/>
                  <a:pt x="97042" y="44652"/>
                  <a:pt x="97527" y="44463"/>
                </a:cubicBezTo>
                <a:cubicBezTo>
                  <a:pt x="98012" y="44261"/>
                  <a:pt x="98454" y="43970"/>
                  <a:pt x="98826" y="43605"/>
                </a:cubicBezTo>
                <a:cubicBezTo>
                  <a:pt x="99198" y="43239"/>
                  <a:pt x="99493" y="42810"/>
                  <a:pt x="99695" y="42318"/>
                </a:cubicBezTo>
                <a:cubicBezTo>
                  <a:pt x="99895" y="41838"/>
                  <a:pt x="100000" y="41321"/>
                  <a:pt x="100000" y="40804"/>
                </a:cubicBezTo>
                <a:cubicBezTo>
                  <a:pt x="100000" y="40274"/>
                  <a:pt x="99895" y="39756"/>
                  <a:pt x="99695" y="39277"/>
                </a:cubicBezTo>
                <a:cubicBezTo>
                  <a:pt x="99493" y="38798"/>
                  <a:pt x="99198" y="38356"/>
                  <a:pt x="98826" y="37991"/>
                </a:cubicBezTo>
                <a:cubicBezTo>
                  <a:pt x="98454" y="37625"/>
                  <a:pt x="98012" y="37334"/>
                  <a:pt x="97527" y="37145"/>
                </a:cubicBezTo>
                <a:cubicBezTo>
                  <a:pt x="97042" y="36944"/>
                  <a:pt x="96523" y="36855"/>
                  <a:pt x="96000" y="36855"/>
                </a:cubicBezTo>
                <a:lnTo>
                  <a:pt x="89430" y="36855"/>
                </a:lnTo>
                <a:lnTo>
                  <a:pt x="89430" y="26346"/>
                </a:lnTo>
                <a:lnTo>
                  <a:pt x="96000" y="26346"/>
                </a:lnTo>
                <a:cubicBezTo>
                  <a:pt x="96523" y="26346"/>
                  <a:pt x="97042" y="26258"/>
                  <a:pt x="97527" y="26056"/>
                </a:cubicBezTo>
                <a:cubicBezTo>
                  <a:pt x="98012" y="25867"/>
                  <a:pt x="98454" y="25577"/>
                  <a:pt x="98826" y="25211"/>
                </a:cubicBezTo>
                <a:cubicBezTo>
                  <a:pt x="99198" y="24845"/>
                  <a:pt x="99493" y="24404"/>
                  <a:pt x="99695" y="23924"/>
                </a:cubicBezTo>
                <a:cubicBezTo>
                  <a:pt x="99895" y="23445"/>
                  <a:pt x="100000" y="22927"/>
                  <a:pt x="100000" y="22397"/>
                </a:cubicBezTo>
                <a:cubicBezTo>
                  <a:pt x="100000" y="21881"/>
                  <a:pt x="99895" y="21363"/>
                  <a:pt x="99695" y="20884"/>
                </a:cubicBezTo>
                <a:cubicBezTo>
                  <a:pt x="99493" y="20404"/>
                  <a:pt x="99198" y="19963"/>
                  <a:pt x="98826" y="19597"/>
                </a:cubicBezTo>
                <a:cubicBezTo>
                  <a:pt x="98454" y="19231"/>
                  <a:pt x="98012" y="18941"/>
                  <a:pt x="97527" y="18739"/>
                </a:cubicBezTo>
                <a:cubicBezTo>
                  <a:pt x="97042" y="18550"/>
                  <a:pt x="96523" y="18449"/>
                  <a:pt x="96000" y="18461"/>
                </a:cubicBezTo>
                <a:lnTo>
                  <a:pt x="88730" y="18461"/>
                </a:lnTo>
                <a:cubicBezTo>
                  <a:pt x="88142" y="16809"/>
                  <a:pt x="87190" y="15295"/>
                  <a:pt x="85947" y="14059"/>
                </a:cubicBezTo>
                <a:cubicBezTo>
                  <a:pt x="84703" y="12810"/>
                  <a:pt x="83199" y="11864"/>
                  <a:pt x="81543" y="11270"/>
                </a:cubicBezTo>
                <a:lnTo>
                  <a:pt x="81543" y="4004"/>
                </a:lnTo>
                <a:cubicBezTo>
                  <a:pt x="81551" y="3474"/>
                  <a:pt x="81453" y="2957"/>
                  <a:pt x="81253" y="2465"/>
                </a:cubicBezTo>
                <a:cubicBezTo>
                  <a:pt x="81055" y="1973"/>
                  <a:pt x="80760" y="1531"/>
                  <a:pt x="80387" y="1152"/>
                </a:cubicBezTo>
                <a:cubicBezTo>
                  <a:pt x="80013" y="787"/>
                  <a:pt x="79569" y="497"/>
                  <a:pt x="79080" y="295"/>
                </a:cubicBezTo>
                <a:cubicBezTo>
                  <a:pt x="78591" y="93"/>
                  <a:pt x="78066" y="-8"/>
                  <a:pt x="77539" y="4"/>
                </a:cubicBezTo>
                <a:cubicBezTo>
                  <a:pt x="76494" y="17"/>
                  <a:pt x="75499" y="446"/>
                  <a:pt x="74770" y="1203"/>
                </a:cubicBezTo>
                <a:cubicBezTo>
                  <a:pt x="74043" y="1947"/>
                  <a:pt x="73643" y="2957"/>
                  <a:pt x="73658" y="4004"/>
                </a:cubicBezTo>
                <a:lnTo>
                  <a:pt x="73658" y="10577"/>
                </a:lnTo>
                <a:lnTo>
                  <a:pt x="63144" y="10577"/>
                </a:lnTo>
                <a:lnTo>
                  <a:pt x="63144" y="4004"/>
                </a:lnTo>
                <a:cubicBezTo>
                  <a:pt x="63151" y="3474"/>
                  <a:pt x="63051" y="2957"/>
                  <a:pt x="62853" y="2465"/>
                </a:cubicBezTo>
                <a:cubicBezTo>
                  <a:pt x="62655" y="1973"/>
                  <a:pt x="62360" y="1531"/>
                  <a:pt x="61986" y="1152"/>
                </a:cubicBezTo>
                <a:cubicBezTo>
                  <a:pt x="61613" y="787"/>
                  <a:pt x="61169" y="497"/>
                  <a:pt x="60680" y="295"/>
                </a:cubicBezTo>
                <a:cubicBezTo>
                  <a:pt x="60190" y="93"/>
                  <a:pt x="59667" y="-8"/>
                  <a:pt x="59139" y="4"/>
                </a:cubicBezTo>
                <a:cubicBezTo>
                  <a:pt x="58094" y="17"/>
                  <a:pt x="57098" y="446"/>
                  <a:pt x="56371" y="1203"/>
                </a:cubicBezTo>
                <a:cubicBezTo>
                  <a:pt x="55643" y="1947"/>
                  <a:pt x="55243" y="2957"/>
                  <a:pt x="55258" y="4004"/>
                </a:cubicBezTo>
                <a:lnTo>
                  <a:pt x="55258" y="10577"/>
                </a:lnTo>
                <a:lnTo>
                  <a:pt x="44742" y="10577"/>
                </a:lnTo>
                <a:lnTo>
                  <a:pt x="44742" y="4004"/>
                </a:lnTo>
                <a:cubicBezTo>
                  <a:pt x="44750" y="3474"/>
                  <a:pt x="44652" y="2957"/>
                  <a:pt x="44454" y="2465"/>
                </a:cubicBezTo>
                <a:cubicBezTo>
                  <a:pt x="44254" y="1973"/>
                  <a:pt x="43960" y="1531"/>
                  <a:pt x="43587" y="1152"/>
                </a:cubicBezTo>
                <a:cubicBezTo>
                  <a:pt x="43213" y="787"/>
                  <a:pt x="42768" y="497"/>
                  <a:pt x="42279" y="295"/>
                </a:cubicBezTo>
                <a:cubicBezTo>
                  <a:pt x="41790" y="93"/>
                  <a:pt x="41266" y="-8"/>
                  <a:pt x="40738" y="4"/>
                </a:cubicBezTo>
                <a:cubicBezTo>
                  <a:pt x="39693" y="17"/>
                  <a:pt x="38697" y="446"/>
                  <a:pt x="37969" y="1203"/>
                </a:cubicBezTo>
                <a:cubicBezTo>
                  <a:pt x="37243" y="1947"/>
                  <a:pt x="36841" y="2957"/>
                  <a:pt x="36857" y="4004"/>
                </a:cubicBezTo>
                <a:lnTo>
                  <a:pt x="36857" y="10577"/>
                </a:lnTo>
                <a:lnTo>
                  <a:pt x="26343" y="10577"/>
                </a:lnTo>
                <a:lnTo>
                  <a:pt x="26343" y="4004"/>
                </a:lnTo>
                <a:cubicBezTo>
                  <a:pt x="26350" y="3474"/>
                  <a:pt x="26252" y="2957"/>
                  <a:pt x="26052" y="2465"/>
                </a:cubicBezTo>
                <a:cubicBezTo>
                  <a:pt x="25854" y="1973"/>
                  <a:pt x="25559" y="1531"/>
                  <a:pt x="25185" y="1152"/>
                </a:cubicBezTo>
                <a:cubicBezTo>
                  <a:pt x="24812" y="787"/>
                  <a:pt x="24368" y="497"/>
                  <a:pt x="23878" y="295"/>
                </a:cubicBezTo>
                <a:cubicBezTo>
                  <a:pt x="23391" y="93"/>
                  <a:pt x="22865" y="-8"/>
                  <a:pt x="22338" y="4"/>
                </a:cubicBezTo>
                <a:close/>
                <a:moveTo>
                  <a:pt x="38172" y="34231"/>
                </a:moveTo>
                <a:lnTo>
                  <a:pt x="61829" y="34231"/>
                </a:lnTo>
                <a:cubicBezTo>
                  <a:pt x="62875" y="34231"/>
                  <a:pt x="63877" y="34647"/>
                  <a:pt x="64618" y="35379"/>
                </a:cubicBezTo>
                <a:cubicBezTo>
                  <a:pt x="65357" y="36123"/>
                  <a:pt x="65772" y="37120"/>
                  <a:pt x="65772" y="38167"/>
                </a:cubicBezTo>
                <a:lnTo>
                  <a:pt x="65772" y="61822"/>
                </a:lnTo>
                <a:cubicBezTo>
                  <a:pt x="65772" y="62869"/>
                  <a:pt x="65357" y="63877"/>
                  <a:pt x="64618" y="64609"/>
                </a:cubicBezTo>
                <a:cubicBezTo>
                  <a:pt x="63877" y="65354"/>
                  <a:pt x="62875" y="65770"/>
                  <a:pt x="61829" y="65770"/>
                </a:cubicBezTo>
                <a:lnTo>
                  <a:pt x="38172" y="65770"/>
                </a:lnTo>
                <a:cubicBezTo>
                  <a:pt x="37125" y="65770"/>
                  <a:pt x="36123" y="65354"/>
                  <a:pt x="35383" y="64609"/>
                </a:cubicBezTo>
                <a:cubicBezTo>
                  <a:pt x="34644" y="63877"/>
                  <a:pt x="34228" y="62869"/>
                  <a:pt x="34228" y="61822"/>
                </a:cubicBezTo>
                <a:lnTo>
                  <a:pt x="34228" y="38167"/>
                </a:lnTo>
                <a:cubicBezTo>
                  <a:pt x="34228" y="37120"/>
                  <a:pt x="34644" y="36123"/>
                  <a:pt x="35383" y="35379"/>
                </a:cubicBezTo>
                <a:cubicBezTo>
                  <a:pt x="36123" y="34647"/>
                  <a:pt x="37125" y="34231"/>
                  <a:pt x="38172" y="3423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3" name="Белый — SVG 63">
            <a:extLst>
              <a:ext uri="{FF2B5EF4-FFF2-40B4-BE49-F238E27FC236}">
                <a16:creationId xmlns:a16="http://schemas.microsoft.com/office/drawing/2014/main" id="{726B2EE5-7F77-8E40-8E19-0B0DBF304FC9}"/>
              </a:ext>
            </a:extLst>
          </p:cNvPr>
          <p:cNvSpPr>
            <a:spLocks noGrp="1"/>
          </p:cNvSpPr>
          <p:nvPr/>
        </p:nvSpPr>
        <p:spPr>
          <a:xfrm>
            <a:off x="5220000" y="5530000"/>
            <a:ext cx="220000" cy="220000"/>
          </a:xfrm>
          <a:custGeom>
            <a:avLst/>
            <a:gdLst>
              <a:gd name="csX0" fmla="*/ 19499 w 141775"/>
              <a:gd name="csY0" fmla="*/ 1 h 141756"/>
              <a:gd name="csX1" fmla="*/ 1 w 141775"/>
              <a:gd name="csY1" fmla="*/ 19496 h 141756"/>
              <a:gd name="csX2" fmla="*/ 1 w 141775"/>
              <a:gd name="csY2" fmla="*/ 44298 h 141756"/>
              <a:gd name="csX3" fmla="*/ 393 w 141775"/>
              <a:gd name="csY3" fmla="*/ 46357 h 141756"/>
              <a:gd name="csX4" fmla="*/ 1532 w 141775"/>
              <a:gd name="csY4" fmla="*/ 48109 h 141756"/>
              <a:gd name="csX5" fmla="*/ 3268 w 141775"/>
              <a:gd name="csY5" fmla="*/ 49283 h 141756"/>
              <a:gd name="csX6" fmla="*/ 5326 w 141775"/>
              <a:gd name="csY6" fmla="*/ 49691 h 141756"/>
              <a:gd name="csX7" fmla="*/ 7368 w 141775"/>
              <a:gd name="csY7" fmla="*/ 49283 h 141756"/>
              <a:gd name="csX8" fmla="*/ 9104 w 141775"/>
              <a:gd name="csY8" fmla="*/ 48109 h 141756"/>
              <a:gd name="csX9" fmla="*/ 10260 w 141775"/>
              <a:gd name="csY9" fmla="*/ 46357 h 141756"/>
              <a:gd name="csX10" fmla="*/ 10635 w 141775"/>
              <a:gd name="csY10" fmla="*/ 44298 h 141756"/>
              <a:gd name="csX11" fmla="*/ 10635 w 141775"/>
              <a:gd name="csY11" fmla="*/ 19496 h 141756"/>
              <a:gd name="csX12" fmla="*/ 19499 w 141775"/>
              <a:gd name="csY12" fmla="*/ 10633 h 141756"/>
              <a:gd name="csX13" fmla="*/ 44304 w 141775"/>
              <a:gd name="csY13" fmla="*/ 10633 h 141756"/>
              <a:gd name="csX14" fmla="*/ 46363 w 141775"/>
              <a:gd name="csY14" fmla="*/ 10259 h 141756"/>
              <a:gd name="csX15" fmla="*/ 48115 w 141775"/>
              <a:gd name="csY15" fmla="*/ 9103 h 141756"/>
              <a:gd name="csX16" fmla="*/ 49290 w 141775"/>
              <a:gd name="csY16" fmla="*/ 7367 h 141756"/>
              <a:gd name="csX17" fmla="*/ 49697 w 141775"/>
              <a:gd name="csY17" fmla="*/ 5326 h 141756"/>
              <a:gd name="csX18" fmla="*/ 49290 w 141775"/>
              <a:gd name="csY18" fmla="*/ 3267 h 141756"/>
              <a:gd name="csX19" fmla="*/ 48115 w 141775"/>
              <a:gd name="csY19" fmla="*/ 1532 h 141756"/>
              <a:gd name="csX20" fmla="*/ 46363 w 141775"/>
              <a:gd name="csY20" fmla="*/ 393 h 141756"/>
              <a:gd name="csX21" fmla="*/ 44304 w 141775"/>
              <a:gd name="csY21" fmla="*/ 1 h 141756"/>
              <a:gd name="csX22" fmla="*/ 19499 w 141775"/>
              <a:gd name="csY22" fmla="*/ 1 h 141756"/>
              <a:gd name="csX23" fmla="*/ 97471 w 141775"/>
              <a:gd name="csY23" fmla="*/ 1 h 141756"/>
              <a:gd name="csX24" fmla="*/ 95413 w 141775"/>
              <a:gd name="csY24" fmla="*/ 393 h 141756"/>
              <a:gd name="csX25" fmla="*/ 93660 w 141775"/>
              <a:gd name="csY25" fmla="*/ 1532 h 141756"/>
              <a:gd name="csX26" fmla="*/ 92486 w 141775"/>
              <a:gd name="csY26" fmla="*/ 3267 h 141756"/>
              <a:gd name="csX27" fmla="*/ 92078 w 141775"/>
              <a:gd name="csY27" fmla="*/ 5326 h 141756"/>
              <a:gd name="csX28" fmla="*/ 92486 w 141775"/>
              <a:gd name="csY28" fmla="*/ 7367 h 141756"/>
              <a:gd name="csX29" fmla="*/ 93660 w 141775"/>
              <a:gd name="csY29" fmla="*/ 9103 h 141756"/>
              <a:gd name="csX30" fmla="*/ 95413 w 141775"/>
              <a:gd name="csY30" fmla="*/ 10259 h 141756"/>
              <a:gd name="csX31" fmla="*/ 97471 w 141775"/>
              <a:gd name="csY31" fmla="*/ 10633 h 141756"/>
              <a:gd name="csX32" fmla="*/ 122294 w 141775"/>
              <a:gd name="csY32" fmla="*/ 10633 h 141756"/>
              <a:gd name="csX33" fmla="*/ 131141 w 141775"/>
              <a:gd name="csY33" fmla="*/ 19496 h 141756"/>
              <a:gd name="csX34" fmla="*/ 131141 w 141775"/>
              <a:gd name="csY34" fmla="*/ 44298 h 141756"/>
              <a:gd name="csX35" fmla="*/ 131532 w 141775"/>
              <a:gd name="csY35" fmla="*/ 46357 h 141756"/>
              <a:gd name="csX36" fmla="*/ 132672 w 141775"/>
              <a:gd name="csY36" fmla="*/ 48109 h 141756"/>
              <a:gd name="csX37" fmla="*/ 134407 w 141775"/>
              <a:gd name="csY37" fmla="*/ 49283 h 141756"/>
              <a:gd name="csX38" fmla="*/ 136466 w 141775"/>
              <a:gd name="csY38" fmla="*/ 49691 h 141756"/>
              <a:gd name="csX39" fmla="*/ 138508 w 141775"/>
              <a:gd name="csY39" fmla="*/ 49283 h 141756"/>
              <a:gd name="csX40" fmla="*/ 140243 w 141775"/>
              <a:gd name="csY40" fmla="*/ 48109 h 141756"/>
              <a:gd name="csX41" fmla="*/ 141400 w 141775"/>
              <a:gd name="csY41" fmla="*/ 46357 h 141756"/>
              <a:gd name="csX42" fmla="*/ 141774 w 141775"/>
              <a:gd name="csY42" fmla="*/ 44298 h 141756"/>
              <a:gd name="csX43" fmla="*/ 141774 w 141775"/>
              <a:gd name="csY43" fmla="*/ 19496 h 141756"/>
              <a:gd name="csX44" fmla="*/ 122294 w 141775"/>
              <a:gd name="csY44" fmla="*/ 1 h 141756"/>
              <a:gd name="csX45" fmla="*/ 97471 w 141775"/>
              <a:gd name="csY45" fmla="*/ 1 h 141756"/>
              <a:gd name="csX46" fmla="*/ 35338 w 141775"/>
              <a:gd name="csY46" fmla="*/ 31795 h 141756"/>
              <a:gd name="csX47" fmla="*/ 30370 w 141775"/>
              <a:gd name="csY47" fmla="*/ 33956 h 141756"/>
              <a:gd name="csX48" fmla="*/ 28363 w 141775"/>
              <a:gd name="csY48" fmla="*/ 38991 h 141756"/>
              <a:gd name="csX49" fmla="*/ 28363 w 141775"/>
              <a:gd name="csY49" fmla="*/ 49623 h 141756"/>
              <a:gd name="csX50" fmla="*/ 28873 w 141775"/>
              <a:gd name="csY50" fmla="*/ 52362 h 141756"/>
              <a:gd name="csX51" fmla="*/ 30405 w 141775"/>
              <a:gd name="csY51" fmla="*/ 54692 h 141756"/>
              <a:gd name="csX52" fmla="*/ 32718 w 141775"/>
              <a:gd name="csY52" fmla="*/ 56257 h 141756"/>
              <a:gd name="csX53" fmla="*/ 35440 w 141775"/>
              <a:gd name="csY53" fmla="*/ 56801 h 141756"/>
              <a:gd name="csX54" fmla="*/ 38179 w 141775"/>
              <a:gd name="csY54" fmla="*/ 56257 h 141756"/>
              <a:gd name="csX55" fmla="*/ 40493 w 141775"/>
              <a:gd name="csY55" fmla="*/ 54692 h 141756"/>
              <a:gd name="csX56" fmla="*/ 42025 w 141775"/>
              <a:gd name="csY56" fmla="*/ 52362 h 141756"/>
              <a:gd name="csX57" fmla="*/ 42535 w 141775"/>
              <a:gd name="csY57" fmla="*/ 49623 h 141756"/>
              <a:gd name="csX58" fmla="*/ 42535 w 141775"/>
              <a:gd name="csY58" fmla="*/ 38991 h 141756"/>
              <a:gd name="csX59" fmla="*/ 42007 w 141775"/>
              <a:gd name="csY59" fmla="*/ 36218 h 141756"/>
              <a:gd name="csX60" fmla="*/ 40459 w 141775"/>
              <a:gd name="csY60" fmla="*/ 33870 h 141756"/>
              <a:gd name="csX61" fmla="*/ 38111 w 141775"/>
              <a:gd name="csY61" fmla="*/ 32323 h 141756"/>
              <a:gd name="csX62" fmla="*/ 35338 w 141775"/>
              <a:gd name="csY62" fmla="*/ 31795 h 141756"/>
              <a:gd name="csX63" fmla="*/ 70794 w 141775"/>
              <a:gd name="csY63" fmla="*/ 31795 h 141756"/>
              <a:gd name="csX64" fmla="*/ 65810 w 141775"/>
              <a:gd name="csY64" fmla="*/ 33956 h 141756"/>
              <a:gd name="csX65" fmla="*/ 63802 w 141775"/>
              <a:gd name="csY65" fmla="*/ 38991 h 141756"/>
              <a:gd name="csX66" fmla="*/ 63802 w 141775"/>
              <a:gd name="csY66" fmla="*/ 67332 h 141756"/>
              <a:gd name="csX67" fmla="*/ 60263 w 141775"/>
              <a:gd name="csY67" fmla="*/ 70887 h 141756"/>
              <a:gd name="csX68" fmla="*/ 57506 w 141775"/>
              <a:gd name="csY68" fmla="*/ 71397 h 141756"/>
              <a:gd name="csX69" fmla="*/ 55176 w 141775"/>
              <a:gd name="csY69" fmla="*/ 72928 h 141756"/>
              <a:gd name="csX70" fmla="*/ 53610 w 141775"/>
              <a:gd name="csY70" fmla="*/ 75242 h 141756"/>
              <a:gd name="csX71" fmla="*/ 53066 w 141775"/>
              <a:gd name="csY71" fmla="*/ 77963 h 141756"/>
              <a:gd name="csX72" fmla="*/ 53610 w 141775"/>
              <a:gd name="csY72" fmla="*/ 80702 h 141756"/>
              <a:gd name="csX73" fmla="*/ 55176 w 141775"/>
              <a:gd name="csY73" fmla="*/ 83016 h 141756"/>
              <a:gd name="csX74" fmla="*/ 57506 w 141775"/>
              <a:gd name="csY74" fmla="*/ 84547 h 141756"/>
              <a:gd name="csX75" fmla="*/ 60263 w 141775"/>
              <a:gd name="csY75" fmla="*/ 85057 h 141756"/>
              <a:gd name="csX76" fmla="*/ 77974 w 141775"/>
              <a:gd name="csY76" fmla="*/ 67332 h 141756"/>
              <a:gd name="csX77" fmla="*/ 77974 w 141775"/>
              <a:gd name="csY77" fmla="*/ 38991 h 141756"/>
              <a:gd name="csX78" fmla="*/ 77463 w 141775"/>
              <a:gd name="csY78" fmla="*/ 36218 h 141756"/>
              <a:gd name="csX79" fmla="*/ 75898 w 141775"/>
              <a:gd name="csY79" fmla="*/ 33870 h 141756"/>
              <a:gd name="csX80" fmla="*/ 73550 w 141775"/>
              <a:gd name="csY80" fmla="*/ 32323 h 141756"/>
              <a:gd name="csX81" fmla="*/ 70794 w 141775"/>
              <a:gd name="csY81" fmla="*/ 31795 h 141756"/>
              <a:gd name="csX82" fmla="*/ 106233 w 141775"/>
              <a:gd name="csY82" fmla="*/ 31795 h 141756"/>
              <a:gd name="csX83" fmla="*/ 101248 w 141775"/>
              <a:gd name="csY83" fmla="*/ 33956 h 141756"/>
              <a:gd name="csX84" fmla="*/ 99241 w 141775"/>
              <a:gd name="csY84" fmla="*/ 38991 h 141756"/>
              <a:gd name="csX85" fmla="*/ 99241 w 141775"/>
              <a:gd name="csY85" fmla="*/ 49623 h 141756"/>
              <a:gd name="csX86" fmla="*/ 99751 w 141775"/>
              <a:gd name="csY86" fmla="*/ 52362 h 141756"/>
              <a:gd name="csX87" fmla="*/ 101282 w 141775"/>
              <a:gd name="csY87" fmla="*/ 54692 h 141756"/>
              <a:gd name="csX88" fmla="*/ 103596 w 141775"/>
              <a:gd name="csY88" fmla="*/ 56257 h 141756"/>
              <a:gd name="csX89" fmla="*/ 106335 w 141775"/>
              <a:gd name="csY89" fmla="*/ 56801 h 141756"/>
              <a:gd name="csX90" fmla="*/ 109074 w 141775"/>
              <a:gd name="csY90" fmla="*/ 56257 h 141756"/>
              <a:gd name="csX91" fmla="*/ 111389 w 141775"/>
              <a:gd name="csY91" fmla="*/ 54692 h 141756"/>
              <a:gd name="csX92" fmla="*/ 112920 w 141775"/>
              <a:gd name="csY92" fmla="*/ 52362 h 141756"/>
              <a:gd name="csX93" fmla="*/ 113430 w 141775"/>
              <a:gd name="csY93" fmla="*/ 49623 h 141756"/>
              <a:gd name="csX94" fmla="*/ 113430 w 141775"/>
              <a:gd name="csY94" fmla="*/ 38991 h 141756"/>
              <a:gd name="csX95" fmla="*/ 112902 w 141775"/>
              <a:gd name="csY95" fmla="*/ 36218 h 141756"/>
              <a:gd name="csX96" fmla="*/ 111354 w 141775"/>
              <a:gd name="csY96" fmla="*/ 33870 h 141756"/>
              <a:gd name="csX97" fmla="*/ 109006 w 141775"/>
              <a:gd name="csY97" fmla="*/ 32323 h 141756"/>
              <a:gd name="csX98" fmla="*/ 106233 w 141775"/>
              <a:gd name="csY98" fmla="*/ 31795 h 141756"/>
              <a:gd name="csX99" fmla="*/ 5242 w 141775"/>
              <a:gd name="csY99" fmla="*/ 92066 h 141756"/>
              <a:gd name="csX100" fmla="*/ 1498 w 141775"/>
              <a:gd name="csY100" fmla="*/ 93682 h 141756"/>
              <a:gd name="csX101" fmla="*/ 1 w 141775"/>
              <a:gd name="csY101" fmla="*/ 97458 h 141756"/>
              <a:gd name="csX102" fmla="*/ 1 w 141775"/>
              <a:gd name="csY102" fmla="*/ 122277 h 141756"/>
              <a:gd name="csX103" fmla="*/ 19499 w 141775"/>
              <a:gd name="csY103" fmla="*/ 141755 h 141756"/>
              <a:gd name="csX104" fmla="*/ 44304 w 141775"/>
              <a:gd name="csY104" fmla="*/ 141755 h 141756"/>
              <a:gd name="csX105" fmla="*/ 46363 w 141775"/>
              <a:gd name="csY105" fmla="*/ 141381 h 141756"/>
              <a:gd name="csX106" fmla="*/ 48115 w 141775"/>
              <a:gd name="csY106" fmla="*/ 140224 h 141756"/>
              <a:gd name="csX107" fmla="*/ 49290 w 141775"/>
              <a:gd name="csY107" fmla="*/ 138489 h 141756"/>
              <a:gd name="csX108" fmla="*/ 49697 w 141775"/>
              <a:gd name="csY108" fmla="*/ 136447 h 141756"/>
              <a:gd name="csX109" fmla="*/ 49290 w 141775"/>
              <a:gd name="csY109" fmla="*/ 134389 h 141756"/>
              <a:gd name="csX110" fmla="*/ 48115 w 141775"/>
              <a:gd name="csY110" fmla="*/ 132654 h 141756"/>
              <a:gd name="csX111" fmla="*/ 46363 w 141775"/>
              <a:gd name="csY111" fmla="*/ 131514 h 141756"/>
              <a:gd name="csX112" fmla="*/ 44304 w 141775"/>
              <a:gd name="csY112" fmla="*/ 131123 h 141756"/>
              <a:gd name="csX113" fmla="*/ 19499 w 141775"/>
              <a:gd name="csY113" fmla="*/ 131123 h 141756"/>
              <a:gd name="csX114" fmla="*/ 10635 w 141775"/>
              <a:gd name="csY114" fmla="*/ 122277 h 141756"/>
              <a:gd name="csX115" fmla="*/ 10635 w 141775"/>
              <a:gd name="csY115" fmla="*/ 97458 h 141756"/>
              <a:gd name="csX116" fmla="*/ 10243 w 141775"/>
              <a:gd name="csY116" fmla="*/ 95383 h 141756"/>
              <a:gd name="csX117" fmla="*/ 9070 w 141775"/>
              <a:gd name="csY117" fmla="*/ 93631 h 141756"/>
              <a:gd name="csX118" fmla="*/ 7317 w 141775"/>
              <a:gd name="csY118" fmla="*/ 92457 h 141756"/>
              <a:gd name="csX119" fmla="*/ 5242 w 141775"/>
              <a:gd name="csY119" fmla="*/ 92066 h 141756"/>
              <a:gd name="csX120" fmla="*/ 136381 w 141775"/>
              <a:gd name="csY120" fmla="*/ 92066 h 141756"/>
              <a:gd name="csX121" fmla="*/ 132655 w 141775"/>
              <a:gd name="csY121" fmla="*/ 93682 h 141756"/>
              <a:gd name="csX122" fmla="*/ 131141 w 141775"/>
              <a:gd name="csY122" fmla="*/ 97458 h 141756"/>
              <a:gd name="csX123" fmla="*/ 131141 w 141775"/>
              <a:gd name="csY123" fmla="*/ 122277 h 141756"/>
              <a:gd name="csX124" fmla="*/ 122294 w 141775"/>
              <a:gd name="csY124" fmla="*/ 131123 h 141756"/>
              <a:gd name="csX125" fmla="*/ 97471 w 141775"/>
              <a:gd name="csY125" fmla="*/ 131123 h 141756"/>
              <a:gd name="csX126" fmla="*/ 95413 w 141775"/>
              <a:gd name="csY126" fmla="*/ 131514 h 141756"/>
              <a:gd name="csX127" fmla="*/ 93660 w 141775"/>
              <a:gd name="csY127" fmla="*/ 132654 h 141756"/>
              <a:gd name="csX128" fmla="*/ 92486 w 141775"/>
              <a:gd name="csY128" fmla="*/ 134389 h 141756"/>
              <a:gd name="csX129" fmla="*/ 92078 w 141775"/>
              <a:gd name="csY129" fmla="*/ 136447 h 141756"/>
              <a:gd name="csX130" fmla="*/ 92486 w 141775"/>
              <a:gd name="csY130" fmla="*/ 138489 h 141756"/>
              <a:gd name="csX131" fmla="*/ 93660 w 141775"/>
              <a:gd name="csY131" fmla="*/ 140224 h 141756"/>
              <a:gd name="csX132" fmla="*/ 95413 w 141775"/>
              <a:gd name="csY132" fmla="*/ 141381 h 141756"/>
              <a:gd name="csX133" fmla="*/ 97471 w 141775"/>
              <a:gd name="csY133" fmla="*/ 141755 h 141756"/>
              <a:gd name="csX134" fmla="*/ 122294 w 141775"/>
              <a:gd name="csY134" fmla="*/ 141755 h 141756"/>
              <a:gd name="csX135" fmla="*/ 141774 w 141775"/>
              <a:gd name="csY135" fmla="*/ 122277 h 141756"/>
              <a:gd name="csX136" fmla="*/ 141774 w 141775"/>
              <a:gd name="csY136" fmla="*/ 97458 h 141756"/>
              <a:gd name="csX137" fmla="*/ 141383 w 141775"/>
              <a:gd name="csY137" fmla="*/ 95383 h 141756"/>
              <a:gd name="csX138" fmla="*/ 140226 w 141775"/>
              <a:gd name="csY138" fmla="*/ 93631 h 141756"/>
              <a:gd name="csX139" fmla="*/ 138456 w 141775"/>
              <a:gd name="csY139" fmla="*/ 92457 h 141756"/>
              <a:gd name="csX140" fmla="*/ 136381 w 141775"/>
              <a:gd name="csY140" fmla="*/ 92066 h 141756"/>
              <a:gd name="csX141" fmla="*/ 51194 w 141775"/>
              <a:gd name="csY141" fmla="*/ 95621 h 141756"/>
              <a:gd name="csX142" fmla="*/ 47248 w 141775"/>
              <a:gd name="csY142" fmla="*/ 96897 h 141756"/>
              <a:gd name="csX143" fmla="*/ 44712 w 141775"/>
              <a:gd name="csY143" fmla="*/ 100163 h 141756"/>
              <a:gd name="csX144" fmla="*/ 44407 w 141775"/>
              <a:gd name="csY144" fmla="*/ 104297 h 141756"/>
              <a:gd name="csX145" fmla="*/ 46482 w 141775"/>
              <a:gd name="csY145" fmla="*/ 107886 h 141756"/>
              <a:gd name="csX146" fmla="*/ 70896 w 141775"/>
              <a:gd name="csY146" fmla="*/ 116953 h 141756"/>
              <a:gd name="csX147" fmla="*/ 95293 w 141775"/>
              <a:gd name="csY147" fmla="*/ 107886 h 141756"/>
              <a:gd name="csX148" fmla="*/ 96893 w 141775"/>
              <a:gd name="csY148" fmla="*/ 105624 h 141756"/>
              <a:gd name="csX149" fmla="*/ 97505 w 141775"/>
              <a:gd name="csY149" fmla="*/ 102902 h 141756"/>
              <a:gd name="csX150" fmla="*/ 97028 w 141775"/>
              <a:gd name="csY150" fmla="*/ 100163 h 141756"/>
              <a:gd name="csX151" fmla="*/ 95531 w 141775"/>
              <a:gd name="csY151" fmla="*/ 97832 h 141756"/>
              <a:gd name="csX152" fmla="*/ 93252 w 141775"/>
              <a:gd name="csY152" fmla="*/ 96250 h 141756"/>
              <a:gd name="csX153" fmla="*/ 90530 w 141775"/>
              <a:gd name="csY153" fmla="*/ 95655 h 141756"/>
              <a:gd name="csX154" fmla="*/ 87807 w 141775"/>
              <a:gd name="csY154" fmla="*/ 96165 h 141756"/>
              <a:gd name="csX155" fmla="*/ 85477 w 141775"/>
              <a:gd name="csY155" fmla="*/ 97662 h 141756"/>
              <a:gd name="csX156" fmla="*/ 70896 w 141775"/>
              <a:gd name="csY156" fmla="*/ 102782 h 141756"/>
              <a:gd name="csX157" fmla="*/ 56316 w 141775"/>
              <a:gd name="csY157" fmla="*/ 97662 h 141756"/>
              <a:gd name="csX158" fmla="*/ 53951 w 141775"/>
              <a:gd name="csY158" fmla="*/ 96131 h 141756"/>
              <a:gd name="csX159" fmla="*/ 51194 w 141775"/>
              <a:gd name="csY159" fmla="*/ 95621 h 141756"/>
            </a:gdLst>
            <a:ahLst/>
            <a:cxnLst/>
            <a:rect l="l" t="t" r="r" b="b"/>
            <a:pathLst>
              <a:path w="100000" h="100000">
                <a:moveTo>
                  <a:pt x="13753" y="7"/>
                </a:moveTo>
                <a:cubicBezTo>
                  <a:pt x="6205" y="7"/>
                  <a:pt x="1" y="6211"/>
                  <a:pt x="1" y="13758"/>
                </a:cubicBezTo>
                <a:lnTo>
                  <a:pt x="1" y="31252"/>
                </a:lnTo>
                <a:cubicBezTo>
                  <a:pt x="-11" y="31756"/>
                  <a:pt x="85" y="32248"/>
                  <a:pt x="277" y="32704"/>
                </a:cubicBezTo>
                <a:cubicBezTo>
                  <a:pt x="457" y="33172"/>
                  <a:pt x="733" y="33592"/>
                  <a:pt x="1081" y="33940"/>
                </a:cubicBezTo>
                <a:cubicBezTo>
                  <a:pt x="1429" y="34300"/>
                  <a:pt x="1849" y="34576"/>
                  <a:pt x="2305" y="34768"/>
                </a:cubicBezTo>
                <a:cubicBezTo>
                  <a:pt x="2761" y="34960"/>
                  <a:pt x="3253" y="35056"/>
                  <a:pt x="3757" y="35056"/>
                </a:cubicBezTo>
                <a:cubicBezTo>
                  <a:pt x="4249" y="35056"/>
                  <a:pt x="4741" y="34960"/>
                  <a:pt x="5197" y="34768"/>
                </a:cubicBezTo>
                <a:cubicBezTo>
                  <a:pt x="5653" y="34576"/>
                  <a:pt x="6073" y="34300"/>
                  <a:pt x="6421" y="33940"/>
                </a:cubicBezTo>
                <a:cubicBezTo>
                  <a:pt x="6769" y="33592"/>
                  <a:pt x="7045" y="33172"/>
                  <a:pt x="7237" y="32704"/>
                </a:cubicBezTo>
                <a:cubicBezTo>
                  <a:pt x="7417" y="32248"/>
                  <a:pt x="7513" y="31756"/>
                  <a:pt x="7501" y="31252"/>
                </a:cubicBezTo>
                <a:lnTo>
                  <a:pt x="7501" y="13758"/>
                </a:lnTo>
                <a:cubicBezTo>
                  <a:pt x="7501" y="10267"/>
                  <a:pt x="10261" y="7507"/>
                  <a:pt x="13753" y="7507"/>
                </a:cubicBezTo>
                <a:lnTo>
                  <a:pt x="31250" y="7507"/>
                </a:lnTo>
                <a:cubicBezTo>
                  <a:pt x="31754" y="7519"/>
                  <a:pt x="32246" y="7423"/>
                  <a:pt x="32702" y="7243"/>
                </a:cubicBezTo>
                <a:cubicBezTo>
                  <a:pt x="33170" y="7051"/>
                  <a:pt x="33590" y="6775"/>
                  <a:pt x="33938" y="6427"/>
                </a:cubicBezTo>
                <a:cubicBezTo>
                  <a:pt x="34298" y="6079"/>
                  <a:pt x="34574" y="5659"/>
                  <a:pt x="34766" y="5203"/>
                </a:cubicBezTo>
                <a:cubicBezTo>
                  <a:pt x="34958" y="4747"/>
                  <a:pt x="35053" y="4255"/>
                  <a:pt x="35053" y="3763"/>
                </a:cubicBezTo>
                <a:cubicBezTo>
                  <a:pt x="35053" y="3259"/>
                  <a:pt x="34958" y="2767"/>
                  <a:pt x="34766" y="2311"/>
                </a:cubicBezTo>
                <a:cubicBezTo>
                  <a:pt x="34574" y="1855"/>
                  <a:pt x="34298" y="1436"/>
                  <a:pt x="33938" y="1087"/>
                </a:cubicBezTo>
                <a:cubicBezTo>
                  <a:pt x="33590" y="740"/>
                  <a:pt x="33170" y="464"/>
                  <a:pt x="32702" y="284"/>
                </a:cubicBezTo>
                <a:cubicBezTo>
                  <a:pt x="32246" y="92"/>
                  <a:pt x="31754" y="-5"/>
                  <a:pt x="31250" y="7"/>
                </a:cubicBezTo>
                <a:lnTo>
                  <a:pt x="13753" y="7"/>
                </a:lnTo>
                <a:close/>
                <a:moveTo>
                  <a:pt x="68750" y="7"/>
                </a:moveTo>
                <a:cubicBezTo>
                  <a:pt x="68258" y="-5"/>
                  <a:pt x="67767" y="92"/>
                  <a:pt x="67299" y="284"/>
                </a:cubicBezTo>
                <a:cubicBezTo>
                  <a:pt x="66843" y="464"/>
                  <a:pt x="66423" y="740"/>
                  <a:pt x="66062" y="1087"/>
                </a:cubicBezTo>
                <a:cubicBezTo>
                  <a:pt x="65714" y="1436"/>
                  <a:pt x="65427" y="1855"/>
                  <a:pt x="65234" y="2311"/>
                </a:cubicBezTo>
                <a:cubicBezTo>
                  <a:pt x="65042" y="2767"/>
                  <a:pt x="64947" y="3259"/>
                  <a:pt x="64947" y="3763"/>
                </a:cubicBezTo>
                <a:cubicBezTo>
                  <a:pt x="64947" y="4255"/>
                  <a:pt x="65042" y="4747"/>
                  <a:pt x="65234" y="5203"/>
                </a:cubicBezTo>
                <a:cubicBezTo>
                  <a:pt x="65427" y="5659"/>
                  <a:pt x="65714" y="6079"/>
                  <a:pt x="66062" y="6427"/>
                </a:cubicBezTo>
                <a:cubicBezTo>
                  <a:pt x="66423" y="6775"/>
                  <a:pt x="66843" y="7051"/>
                  <a:pt x="67299" y="7243"/>
                </a:cubicBezTo>
                <a:cubicBezTo>
                  <a:pt x="67767" y="7423"/>
                  <a:pt x="68258" y="7519"/>
                  <a:pt x="68750" y="7507"/>
                </a:cubicBezTo>
                <a:lnTo>
                  <a:pt x="86259" y="7507"/>
                </a:lnTo>
                <a:cubicBezTo>
                  <a:pt x="89751" y="7507"/>
                  <a:pt x="92499" y="10267"/>
                  <a:pt x="92499" y="13758"/>
                </a:cubicBezTo>
                <a:lnTo>
                  <a:pt x="92499" y="31252"/>
                </a:lnTo>
                <a:cubicBezTo>
                  <a:pt x="92499" y="31756"/>
                  <a:pt x="92583" y="32248"/>
                  <a:pt x="92775" y="32704"/>
                </a:cubicBezTo>
                <a:cubicBezTo>
                  <a:pt x="92955" y="33172"/>
                  <a:pt x="93231" y="33592"/>
                  <a:pt x="93579" y="33940"/>
                </a:cubicBezTo>
                <a:cubicBezTo>
                  <a:pt x="93927" y="34300"/>
                  <a:pt x="94347" y="34576"/>
                  <a:pt x="94803" y="34768"/>
                </a:cubicBezTo>
                <a:cubicBezTo>
                  <a:pt x="95259" y="34960"/>
                  <a:pt x="95751" y="35056"/>
                  <a:pt x="96255" y="35056"/>
                </a:cubicBezTo>
                <a:cubicBezTo>
                  <a:pt x="96748" y="35056"/>
                  <a:pt x="97239" y="34960"/>
                  <a:pt x="97696" y="34768"/>
                </a:cubicBezTo>
                <a:cubicBezTo>
                  <a:pt x="98163" y="34576"/>
                  <a:pt x="98572" y="34300"/>
                  <a:pt x="98919" y="33940"/>
                </a:cubicBezTo>
                <a:cubicBezTo>
                  <a:pt x="99268" y="33592"/>
                  <a:pt x="99544" y="33172"/>
                  <a:pt x="99735" y="32704"/>
                </a:cubicBezTo>
                <a:cubicBezTo>
                  <a:pt x="99915" y="32248"/>
                  <a:pt x="100011" y="31756"/>
                  <a:pt x="99999" y="31252"/>
                </a:cubicBezTo>
                <a:lnTo>
                  <a:pt x="99999" y="13758"/>
                </a:lnTo>
                <a:cubicBezTo>
                  <a:pt x="99999" y="6211"/>
                  <a:pt x="93807" y="7"/>
                  <a:pt x="86259" y="7"/>
                </a:cubicBezTo>
                <a:lnTo>
                  <a:pt x="68750" y="7"/>
                </a:lnTo>
                <a:close/>
                <a:moveTo>
                  <a:pt x="24925" y="22433"/>
                </a:moveTo>
                <a:cubicBezTo>
                  <a:pt x="23606" y="22457"/>
                  <a:pt x="22346" y="22997"/>
                  <a:pt x="21421" y="23957"/>
                </a:cubicBezTo>
                <a:cubicBezTo>
                  <a:pt x="20497" y="24905"/>
                  <a:pt x="19982" y="26177"/>
                  <a:pt x="20006" y="27509"/>
                </a:cubicBezTo>
                <a:lnTo>
                  <a:pt x="20006" y="35008"/>
                </a:lnTo>
                <a:cubicBezTo>
                  <a:pt x="19994" y="35667"/>
                  <a:pt x="20113" y="36328"/>
                  <a:pt x="20365" y="36940"/>
                </a:cubicBezTo>
                <a:cubicBezTo>
                  <a:pt x="20605" y="37551"/>
                  <a:pt x="20978" y="38116"/>
                  <a:pt x="21446" y="38583"/>
                </a:cubicBezTo>
                <a:cubicBezTo>
                  <a:pt x="21902" y="39052"/>
                  <a:pt x="22466" y="39435"/>
                  <a:pt x="23077" y="39687"/>
                </a:cubicBezTo>
                <a:cubicBezTo>
                  <a:pt x="23678" y="39939"/>
                  <a:pt x="24337" y="40071"/>
                  <a:pt x="24997" y="40071"/>
                </a:cubicBezTo>
                <a:cubicBezTo>
                  <a:pt x="25670" y="40071"/>
                  <a:pt x="26318" y="39939"/>
                  <a:pt x="26929" y="39687"/>
                </a:cubicBezTo>
                <a:cubicBezTo>
                  <a:pt x="27542" y="39435"/>
                  <a:pt x="28094" y="39052"/>
                  <a:pt x="28561" y="38583"/>
                </a:cubicBezTo>
                <a:cubicBezTo>
                  <a:pt x="29030" y="38116"/>
                  <a:pt x="29390" y="37551"/>
                  <a:pt x="29642" y="36940"/>
                </a:cubicBezTo>
                <a:cubicBezTo>
                  <a:pt x="29894" y="36328"/>
                  <a:pt x="30014" y="35667"/>
                  <a:pt x="30002" y="35008"/>
                </a:cubicBezTo>
                <a:lnTo>
                  <a:pt x="30002" y="27509"/>
                </a:lnTo>
                <a:cubicBezTo>
                  <a:pt x="30014" y="26837"/>
                  <a:pt x="29882" y="26177"/>
                  <a:pt x="29629" y="25553"/>
                </a:cubicBezTo>
                <a:cubicBezTo>
                  <a:pt x="29378" y="24929"/>
                  <a:pt x="29006" y="24377"/>
                  <a:pt x="28537" y="23897"/>
                </a:cubicBezTo>
                <a:cubicBezTo>
                  <a:pt x="28058" y="23429"/>
                  <a:pt x="27506" y="23057"/>
                  <a:pt x="26881" y="22806"/>
                </a:cubicBezTo>
                <a:cubicBezTo>
                  <a:pt x="26258" y="22553"/>
                  <a:pt x="25598" y="22433"/>
                  <a:pt x="24925" y="22433"/>
                </a:cubicBezTo>
                <a:close/>
                <a:moveTo>
                  <a:pt x="49934" y="22433"/>
                </a:moveTo>
                <a:cubicBezTo>
                  <a:pt x="48602" y="22457"/>
                  <a:pt x="47343" y="22997"/>
                  <a:pt x="46419" y="23957"/>
                </a:cubicBezTo>
                <a:cubicBezTo>
                  <a:pt x="45494" y="24905"/>
                  <a:pt x="44990" y="26177"/>
                  <a:pt x="45002" y="27509"/>
                </a:cubicBezTo>
                <a:lnTo>
                  <a:pt x="45002" y="47499"/>
                </a:lnTo>
                <a:cubicBezTo>
                  <a:pt x="45002" y="48938"/>
                  <a:pt x="43946" y="50006"/>
                  <a:pt x="42506" y="50006"/>
                </a:cubicBezTo>
                <a:cubicBezTo>
                  <a:pt x="41834" y="49994"/>
                  <a:pt x="41186" y="50114"/>
                  <a:pt x="40561" y="50366"/>
                </a:cubicBezTo>
                <a:cubicBezTo>
                  <a:pt x="39950" y="50606"/>
                  <a:pt x="39398" y="50978"/>
                  <a:pt x="38918" y="51446"/>
                </a:cubicBezTo>
                <a:cubicBezTo>
                  <a:pt x="38450" y="51902"/>
                  <a:pt x="38078" y="52466"/>
                  <a:pt x="37813" y="53078"/>
                </a:cubicBezTo>
                <a:cubicBezTo>
                  <a:pt x="37562" y="53678"/>
                  <a:pt x="37430" y="54338"/>
                  <a:pt x="37430" y="54997"/>
                </a:cubicBezTo>
                <a:cubicBezTo>
                  <a:pt x="37430" y="55670"/>
                  <a:pt x="37562" y="56317"/>
                  <a:pt x="37813" y="56929"/>
                </a:cubicBezTo>
                <a:cubicBezTo>
                  <a:pt x="38078" y="57542"/>
                  <a:pt x="38450" y="58093"/>
                  <a:pt x="38918" y="58561"/>
                </a:cubicBezTo>
                <a:cubicBezTo>
                  <a:pt x="39398" y="59029"/>
                  <a:pt x="39950" y="59389"/>
                  <a:pt x="40561" y="59641"/>
                </a:cubicBezTo>
                <a:cubicBezTo>
                  <a:pt x="41186" y="59893"/>
                  <a:pt x="41834" y="60013"/>
                  <a:pt x="42506" y="60001"/>
                </a:cubicBezTo>
                <a:cubicBezTo>
                  <a:pt x="49346" y="60001"/>
                  <a:pt x="54998" y="54350"/>
                  <a:pt x="54998" y="47499"/>
                </a:cubicBezTo>
                <a:lnTo>
                  <a:pt x="54998" y="27509"/>
                </a:lnTo>
                <a:cubicBezTo>
                  <a:pt x="55010" y="26837"/>
                  <a:pt x="54890" y="26177"/>
                  <a:pt x="54638" y="25553"/>
                </a:cubicBezTo>
                <a:cubicBezTo>
                  <a:pt x="54386" y="24929"/>
                  <a:pt x="54014" y="24377"/>
                  <a:pt x="53534" y="23897"/>
                </a:cubicBezTo>
                <a:cubicBezTo>
                  <a:pt x="53066" y="23429"/>
                  <a:pt x="52502" y="23057"/>
                  <a:pt x="51878" y="22806"/>
                </a:cubicBezTo>
                <a:cubicBezTo>
                  <a:pt x="51266" y="22553"/>
                  <a:pt x="50594" y="22433"/>
                  <a:pt x="49934" y="22433"/>
                </a:cubicBezTo>
                <a:close/>
                <a:moveTo>
                  <a:pt x="74931" y="22433"/>
                </a:moveTo>
                <a:cubicBezTo>
                  <a:pt x="73599" y="22457"/>
                  <a:pt x="72339" y="22997"/>
                  <a:pt x="71415" y="23957"/>
                </a:cubicBezTo>
                <a:cubicBezTo>
                  <a:pt x="70491" y="24905"/>
                  <a:pt x="69986" y="26177"/>
                  <a:pt x="69999" y="27509"/>
                </a:cubicBezTo>
                <a:lnTo>
                  <a:pt x="69999" y="35008"/>
                </a:lnTo>
                <a:cubicBezTo>
                  <a:pt x="69999" y="35667"/>
                  <a:pt x="70119" y="36328"/>
                  <a:pt x="70359" y="36940"/>
                </a:cubicBezTo>
                <a:cubicBezTo>
                  <a:pt x="70610" y="37551"/>
                  <a:pt x="70983" y="38116"/>
                  <a:pt x="71439" y="38583"/>
                </a:cubicBezTo>
                <a:cubicBezTo>
                  <a:pt x="71907" y="39052"/>
                  <a:pt x="72458" y="39435"/>
                  <a:pt x="73071" y="39687"/>
                </a:cubicBezTo>
                <a:cubicBezTo>
                  <a:pt x="73683" y="39939"/>
                  <a:pt x="74343" y="40071"/>
                  <a:pt x="75003" y="40071"/>
                </a:cubicBezTo>
                <a:cubicBezTo>
                  <a:pt x="75663" y="40071"/>
                  <a:pt x="76323" y="39939"/>
                  <a:pt x="76935" y="39687"/>
                </a:cubicBezTo>
                <a:cubicBezTo>
                  <a:pt x="77547" y="39435"/>
                  <a:pt x="78099" y="39052"/>
                  <a:pt x="78567" y="38583"/>
                </a:cubicBezTo>
                <a:cubicBezTo>
                  <a:pt x="79034" y="38116"/>
                  <a:pt x="79395" y="37551"/>
                  <a:pt x="79647" y="36940"/>
                </a:cubicBezTo>
                <a:cubicBezTo>
                  <a:pt x="79886" y="36328"/>
                  <a:pt x="80007" y="35667"/>
                  <a:pt x="80007" y="35008"/>
                </a:cubicBezTo>
                <a:lnTo>
                  <a:pt x="80007" y="27509"/>
                </a:lnTo>
                <a:cubicBezTo>
                  <a:pt x="80007" y="26837"/>
                  <a:pt x="79886" y="26177"/>
                  <a:pt x="79635" y="25553"/>
                </a:cubicBezTo>
                <a:cubicBezTo>
                  <a:pt x="79383" y="24929"/>
                  <a:pt x="79010" y="24377"/>
                  <a:pt x="78543" y="23897"/>
                </a:cubicBezTo>
                <a:cubicBezTo>
                  <a:pt x="78062" y="23429"/>
                  <a:pt x="77499" y="23057"/>
                  <a:pt x="76887" y="22806"/>
                </a:cubicBezTo>
                <a:cubicBezTo>
                  <a:pt x="76262" y="22553"/>
                  <a:pt x="75603" y="22433"/>
                  <a:pt x="74931" y="22433"/>
                </a:cubicBezTo>
                <a:close/>
                <a:moveTo>
                  <a:pt x="3697" y="64945"/>
                </a:moveTo>
                <a:cubicBezTo>
                  <a:pt x="2701" y="64968"/>
                  <a:pt x="1753" y="65376"/>
                  <a:pt x="1057" y="66085"/>
                </a:cubicBezTo>
                <a:cubicBezTo>
                  <a:pt x="373" y="66792"/>
                  <a:pt x="-11" y="67752"/>
                  <a:pt x="1" y="68748"/>
                </a:cubicBezTo>
                <a:lnTo>
                  <a:pt x="1" y="86254"/>
                </a:lnTo>
                <a:cubicBezTo>
                  <a:pt x="1" y="93801"/>
                  <a:pt x="6205" y="99993"/>
                  <a:pt x="13753" y="99993"/>
                </a:cubicBezTo>
                <a:lnTo>
                  <a:pt x="31250" y="99993"/>
                </a:lnTo>
                <a:cubicBezTo>
                  <a:pt x="31754" y="100005"/>
                  <a:pt x="32246" y="99909"/>
                  <a:pt x="32702" y="99729"/>
                </a:cubicBezTo>
                <a:cubicBezTo>
                  <a:pt x="33170" y="99536"/>
                  <a:pt x="33590" y="99260"/>
                  <a:pt x="33938" y="98913"/>
                </a:cubicBezTo>
                <a:cubicBezTo>
                  <a:pt x="34298" y="98564"/>
                  <a:pt x="34574" y="98157"/>
                  <a:pt x="34766" y="97689"/>
                </a:cubicBezTo>
                <a:cubicBezTo>
                  <a:pt x="34958" y="97233"/>
                  <a:pt x="35053" y="96741"/>
                  <a:pt x="35053" y="96249"/>
                </a:cubicBezTo>
                <a:cubicBezTo>
                  <a:pt x="35053" y="95745"/>
                  <a:pt x="34958" y="95253"/>
                  <a:pt x="34766" y="94797"/>
                </a:cubicBezTo>
                <a:cubicBezTo>
                  <a:pt x="34574" y="94341"/>
                  <a:pt x="34298" y="93921"/>
                  <a:pt x="33938" y="93573"/>
                </a:cubicBezTo>
                <a:cubicBezTo>
                  <a:pt x="33590" y="93226"/>
                  <a:pt x="33170" y="92949"/>
                  <a:pt x="32702" y="92769"/>
                </a:cubicBezTo>
                <a:cubicBezTo>
                  <a:pt x="32246" y="92577"/>
                  <a:pt x="31754" y="92493"/>
                  <a:pt x="31250" y="92493"/>
                </a:cubicBezTo>
                <a:lnTo>
                  <a:pt x="13753" y="92493"/>
                </a:lnTo>
                <a:cubicBezTo>
                  <a:pt x="10261" y="92493"/>
                  <a:pt x="7501" y="89746"/>
                  <a:pt x="7501" y="86254"/>
                </a:cubicBezTo>
                <a:lnTo>
                  <a:pt x="7501" y="68748"/>
                </a:lnTo>
                <a:cubicBezTo>
                  <a:pt x="7513" y="68244"/>
                  <a:pt x="7417" y="67752"/>
                  <a:pt x="7225" y="67284"/>
                </a:cubicBezTo>
                <a:cubicBezTo>
                  <a:pt x="7033" y="66816"/>
                  <a:pt x="6757" y="66396"/>
                  <a:pt x="6397" y="66049"/>
                </a:cubicBezTo>
                <a:cubicBezTo>
                  <a:pt x="6049" y="65688"/>
                  <a:pt x="5629" y="65412"/>
                  <a:pt x="5161" y="65221"/>
                </a:cubicBezTo>
                <a:cubicBezTo>
                  <a:pt x="4693" y="65029"/>
                  <a:pt x="4189" y="64945"/>
                  <a:pt x="3697" y="64945"/>
                </a:cubicBezTo>
                <a:close/>
                <a:moveTo>
                  <a:pt x="96195" y="64945"/>
                </a:moveTo>
                <a:cubicBezTo>
                  <a:pt x="95199" y="64968"/>
                  <a:pt x="94251" y="65376"/>
                  <a:pt x="93567" y="66085"/>
                </a:cubicBezTo>
                <a:cubicBezTo>
                  <a:pt x="92871" y="66792"/>
                  <a:pt x="92487" y="67752"/>
                  <a:pt x="92499" y="68748"/>
                </a:cubicBezTo>
                <a:lnTo>
                  <a:pt x="92499" y="86254"/>
                </a:lnTo>
                <a:cubicBezTo>
                  <a:pt x="92499" y="89746"/>
                  <a:pt x="89751" y="92493"/>
                  <a:pt x="86259" y="92493"/>
                </a:cubicBezTo>
                <a:lnTo>
                  <a:pt x="68750" y="92493"/>
                </a:lnTo>
                <a:cubicBezTo>
                  <a:pt x="68258" y="92493"/>
                  <a:pt x="67767" y="92577"/>
                  <a:pt x="67299" y="92769"/>
                </a:cubicBezTo>
                <a:cubicBezTo>
                  <a:pt x="66843" y="92949"/>
                  <a:pt x="66423" y="93226"/>
                  <a:pt x="66062" y="93573"/>
                </a:cubicBezTo>
                <a:cubicBezTo>
                  <a:pt x="65714" y="93921"/>
                  <a:pt x="65427" y="94341"/>
                  <a:pt x="65234" y="94797"/>
                </a:cubicBezTo>
                <a:cubicBezTo>
                  <a:pt x="65042" y="95253"/>
                  <a:pt x="64947" y="95745"/>
                  <a:pt x="64947" y="96249"/>
                </a:cubicBezTo>
                <a:cubicBezTo>
                  <a:pt x="64947" y="96741"/>
                  <a:pt x="65042" y="97233"/>
                  <a:pt x="65234" y="97689"/>
                </a:cubicBezTo>
                <a:cubicBezTo>
                  <a:pt x="65427" y="98157"/>
                  <a:pt x="65714" y="98564"/>
                  <a:pt x="66062" y="98913"/>
                </a:cubicBezTo>
                <a:cubicBezTo>
                  <a:pt x="66423" y="99260"/>
                  <a:pt x="66843" y="99536"/>
                  <a:pt x="67299" y="99729"/>
                </a:cubicBezTo>
                <a:cubicBezTo>
                  <a:pt x="67767" y="99909"/>
                  <a:pt x="68258" y="100005"/>
                  <a:pt x="68750" y="99993"/>
                </a:cubicBezTo>
                <a:lnTo>
                  <a:pt x="86259" y="99993"/>
                </a:lnTo>
                <a:cubicBezTo>
                  <a:pt x="93807" y="99993"/>
                  <a:pt x="99999" y="93801"/>
                  <a:pt x="99999" y="86254"/>
                </a:cubicBezTo>
                <a:lnTo>
                  <a:pt x="99999" y="68748"/>
                </a:lnTo>
                <a:cubicBezTo>
                  <a:pt x="100011" y="68244"/>
                  <a:pt x="99915" y="67752"/>
                  <a:pt x="99724" y="67284"/>
                </a:cubicBezTo>
                <a:cubicBezTo>
                  <a:pt x="99544" y="66816"/>
                  <a:pt x="99255" y="66396"/>
                  <a:pt x="98907" y="66049"/>
                </a:cubicBezTo>
                <a:cubicBezTo>
                  <a:pt x="98548" y="65688"/>
                  <a:pt x="98127" y="65412"/>
                  <a:pt x="97659" y="65221"/>
                </a:cubicBezTo>
                <a:cubicBezTo>
                  <a:pt x="97191" y="65029"/>
                  <a:pt x="96700" y="64945"/>
                  <a:pt x="96195" y="64945"/>
                </a:cubicBezTo>
                <a:close/>
                <a:moveTo>
                  <a:pt x="36109" y="67452"/>
                </a:moveTo>
                <a:cubicBezTo>
                  <a:pt x="35113" y="67476"/>
                  <a:pt x="34142" y="67788"/>
                  <a:pt x="33326" y="68352"/>
                </a:cubicBezTo>
                <a:cubicBezTo>
                  <a:pt x="32509" y="68928"/>
                  <a:pt x="31886" y="69732"/>
                  <a:pt x="31537" y="70656"/>
                </a:cubicBezTo>
                <a:cubicBezTo>
                  <a:pt x="31178" y="71592"/>
                  <a:pt x="31106" y="72600"/>
                  <a:pt x="31322" y="73572"/>
                </a:cubicBezTo>
                <a:cubicBezTo>
                  <a:pt x="31550" y="74544"/>
                  <a:pt x="32054" y="75419"/>
                  <a:pt x="32786" y="76103"/>
                </a:cubicBezTo>
                <a:cubicBezTo>
                  <a:pt x="32786" y="76103"/>
                  <a:pt x="39494" y="82499"/>
                  <a:pt x="50006" y="82499"/>
                </a:cubicBezTo>
                <a:cubicBezTo>
                  <a:pt x="60506" y="82499"/>
                  <a:pt x="67214" y="76103"/>
                  <a:pt x="67214" y="76103"/>
                </a:cubicBezTo>
                <a:cubicBezTo>
                  <a:pt x="67695" y="75647"/>
                  <a:pt x="68078" y="75107"/>
                  <a:pt x="68343" y="74508"/>
                </a:cubicBezTo>
                <a:cubicBezTo>
                  <a:pt x="68619" y="73896"/>
                  <a:pt x="68762" y="73247"/>
                  <a:pt x="68774" y="72588"/>
                </a:cubicBezTo>
                <a:cubicBezTo>
                  <a:pt x="68786" y="71928"/>
                  <a:pt x="68679" y="71279"/>
                  <a:pt x="68438" y="70656"/>
                </a:cubicBezTo>
                <a:cubicBezTo>
                  <a:pt x="68199" y="70044"/>
                  <a:pt x="67838" y="69492"/>
                  <a:pt x="67382" y="69012"/>
                </a:cubicBezTo>
                <a:cubicBezTo>
                  <a:pt x="66926" y="68532"/>
                  <a:pt x="66375" y="68160"/>
                  <a:pt x="65775" y="67896"/>
                </a:cubicBezTo>
                <a:cubicBezTo>
                  <a:pt x="65162" y="67632"/>
                  <a:pt x="64514" y="67488"/>
                  <a:pt x="63855" y="67476"/>
                </a:cubicBezTo>
                <a:cubicBezTo>
                  <a:pt x="63194" y="67464"/>
                  <a:pt x="62546" y="67584"/>
                  <a:pt x="61934" y="67836"/>
                </a:cubicBezTo>
                <a:cubicBezTo>
                  <a:pt x="61323" y="68076"/>
                  <a:pt x="60758" y="68436"/>
                  <a:pt x="60291" y="68892"/>
                </a:cubicBezTo>
                <a:cubicBezTo>
                  <a:pt x="60291" y="68892"/>
                  <a:pt x="56619" y="72503"/>
                  <a:pt x="50006" y="72503"/>
                </a:cubicBezTo>
                <a:cubicBezTo>
                  <a:pt x="43394" y="72503"/>
                  <a:pt x="39722" y="68892"/>
                  <a:pt x="39722" y="68892"/>
                </a:cubicBezTo>
                <a:cubicBezTo>
                  <a:pt x="39242" y="68424"/>
                  <a:pt x="38678" y="68052"/>
                  <a:pt x="38054" y="67812"/>
                </a:cubicBezTo>
                <a:cubicBezTo>
                  <a:pt x="37442" y="67560"/>
                  <a:pt x="36770" y="67440"/>
                  <a:pt x="36109" y="6745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4" name="Белый — SVG 64">
            <a:extLst>
              <a:ext uri="{FF2B5EF4-FFF2-40B4-BE49-F238E27FC236}">
                <a16:creationId xmlns:a16="http://schemas.microsoft.com/office/drawing/2014/main" id="{703D9A38-2935-224B-ADCF-0FE5BE46304D}"/>
              </a:ext>
            </a:extLst>
          </p:cNvPr>
          <p:cNvSpPr>
            <a:spLocks noGrp="1"/>
          </p:cNvSpPr>
          <p:nvPr/>
        </p:nvSpPr>
        <p:spPr>
          <a:xfrm>
            <a:off x="5820000" y="5530000"/>
            <a:ext cx="220000" cy="220000"/>
          </a:xfrm>
          <a:custGeom>
            <a:avLst/>
            <a:gdLst>
              <a:gd name="csX0" fmla="*/ 70991 w 148979"/>
              <a:gd name="csY0" fmla="*/ 0 h 152385"/>
              <a:gd name="csX1" fmla="*/ 36436 w 148979"/>
              <a:gd name="csY1" fmla="*/ 6753 h 152385"/>
              <a:gd name="csX2" fmla="*/ 34123 w 148979"/>
              <a:gd name="csY2" fmla="*/ 8268 h 152385"/>
              <a:gd name="csX3" fmla="*/ 32574 w 148979"/>
              <a:gd name="csY3" fmla="*/ 10564 h 152385"/>
              <a:gd name="csX4" fmla="*/ 32524 w 148979"/>
              <a:gd name="csY4" fmla="*/ 15990 h 152385"/>
              <a:gd name="csX5" fmla="*/ 34055 w 148979"/>
              <a:gd name="csY5" fmla="*/ 18287 h 152385"/>
              <a:gd name="csX6" fmla="*/ 36334 w 148979"/>
              <a:gd name="csY6" fmla="*/ 19852 h 152385"/>
              <a:gd name="csX7" fmla="*/ 41761 w 148979"/>
              <a:gd name="csY7" fmla="*/ 19886 h 152385"/>
              <a:gd name="csX8" fmla="*/ 70991 w 148979"/>
              <a:gd name="csY8" fmla="*/ 14170 h 152385"/>
              <a:gd name="csX9" fmla="*/ 103452 w 148979"/>
              <a:gd name="csY9" fmla="*/ 21451 h 152385"/>
              <a:gd name="csX10" fmla="*/ 106141 w 148979"/>
              <a:gd name="csY10" fmla="*/ 22131 h 152385"/>
              <a:gd name="csX11" fmla="*/ 108896 w 148979"/>
              <a:gd name="csY11" fmla="*/ 21740 h 152385"/>
              <a:gd name="csX12" fmla="*/ 111279 w 148979"/>
              <a:gd name="csY12" fmla="*/ 20294 h 152385"/>
              <a:gd name="csX13" fmla="*/ 112928 w 148979"/>
              <a:gd name="csY13" fmla="*/ 18049 h 152385"/>
              <a:gd name="csX14" fmla="*/ 113592 w 148979"/>
              <a:gd name="csY14" fmla="*/ 15344 h 152385"/>
              <a:gd name="csX15" fmla="*/ 113167 w 148979"/>
              <a:gd name="csY15" fmla="*/ 12605 h 152385"/>
              <a:gd name="csX16" fmla="*/ 111704 w 148979"/>
              <a:gd name="csY16" fmla="*/ 10224 h 152385"/>
              <a:gd name="csX17" fmla="*/ 109441 w 148979"/>
              <a:gd name="csY17" fmla="*/ 8608 h 152385"/>
              <a:gd name="csX18" fmla="*/ 70991 w 148979"/>
              <a:gd name="csY18" fmla="*/ 0 h 152385"/>
              <a:gd name="csX19" fmla="*/ 17756 w 148979"/>
              <a:gd name="csY19" fmla="*/ 18661 h 152385"/>
              <a:gd name="csX20" fmla="*/ 13400 w 148979"/>
              <a:gd name="csY20" fmla="*/ 20294 h 152385"/>
              <a:gd name="csX21" fmla="*/ 1882 w 148979"/>
              <a:gd name="csY21" fmla="*/ 31283 h 152385"/>
              <a:gd name="csX22" fmla="*/ 419 w 148979"/>
              <a:gd name="csY22" fmla="*/ 33682 h 152385"/>
              <a:gd name="csX23" fmla="*/ 10 w 148979"/>
              <a:gd name="csY23" fmla="*/ 36455 h 152385"/>
              <a:gd name="csX24" fmla="*/ 692 w 148979"/>
              <a:gd name="csY24" fmla="*/ 39177 h 152385"/>
              <a:gd name="csX25" fmla="*/ 2393 w 148979"/>
              <a:gd name="csY25" fmla="*/ 41422 h 152385"/>
              <a:gd name="csX26" fmla="*/ 4825 w 148979"/>
              <a:gd name="csY26" fmla="*/ 42817 h 152385"/>
              <a:gd name="csX27" fmla="*/ 7616 w 148979"/>
              <a:gd name="csY27" fmla="*/ 43174 h 152385"/>
              <a:gd name="csX28" fmla="*/ 10321 w 148979"/>
              <a:gd name="csY28" fmla="*/ 42409 h 152385"/>
              <a:gd name="csX29" fmla="*/ 12515 w 148979"/>
              <a:gd name="csY29" fmla="*/ 40656 h 152385"/>
              <a:gd name="csX30" fmla="*/ 22264 w 148979"/>
              <a:gd name="csY30" fmla="*/ 31334 h 152385"/>
              <a:gd name="csX31" fmla="*/ 24714 w 148979"/>
              <a:gd name="csY31" fmla="*/ 27728 h 152385"/>
              <a:gd name="csX32" fmla="*/ 24578 w 148979"/>
              <a:gd name="csY32" fmla="*/ 23373 h 152385"/>
              <a:gd name="csX33" fmla="*/ 21941 w 148979"/>
              <a:gd name="csY33" fmla="*/ 19920 h 152385"/>
              <a:gd name="csX34" fmla="*/ 17756 w 148979"/>
              <a:gd name="csY34" fmla="*/ 18661 h 152385"/>
              <a:gd name="csX35" fmla="*/ 77439 w 148979"/>
              <a:gd name="csY35" fmla="*/ 21706 h 152385"/>
              <a:gd name="csX36" fmla="*/ 71041 w 148979"/>
              <a:gd name="csY36" fmla="*/ 28000 h 152385"/>
              <a:gd name="csX37" fmla="*/ 77303 w 148979"/>
              <a:gd name="csY37" fmla="*/ 35825 h 152385"/>
              <a:gd name="csX38" fmla="*/ 122779 w 148979"/>
              <a:gd name="csY38" fmla="*/ 69150 h 152385"/>
              <a:gd name="csX39" fmla="*/ 140609 w 148979"/>
              <a:gd name="csY39" fmla="*/ 78965 h 152385"/>
              <a:gd name="csX40" fmla="*/ 78868 w 148979"/>
              <a:gd name="csY40" fmla="*/ 21723 h 152385"/>
              <a:gd name="csX41" fmla="*/ 77439 w 148979"/>
              <a:gd name="csY41" fmla="*/ 21706 h 152385"/>
              <a:gd name="csX42" fmla="*/ 53195 w 148979"/>
              <a:gd name="csY42" fmla="*/ 23799 h 152385"/>
              <a:gd name="csX43" fmla="*/ 51306 w 148979"/>
              <a:gd name="csY43" fmla="*/ 24105 h 152385"/>
              <a:gd name="csX44" fmla="*/ 112 w 148979"/>
              <a:gd name="csY44" fmla="*/ 92149 h 152385"/>
              <a:gd name="csX45" fmla="*/ 1031 w 148979"/>
              <a:gd name="csY45" fmla="*/ 107136 h 152385"/>
              <a:gd name="csX46" fmla="*/ 1848 w 148979"/>
              <a:gd name="csY46" fmla="*/ 109824 h 152385"/>
              <a:gd name="csX47" fmla="*/ 3651 w 148979"/>
              <a:gd name="csY47" fmla="*/ 111967 h 152385"/>
              <a:gd name="csX48" fmla="*/ 6135 w 148979"/>
              <a:gd name="csY48" fmla="*/ 113260 h 152385"/>
              <a:gd name="csX49" fmla="*/ 8909 w 148979"/>
              <a:gd name="csY49" fmla="*/ 113481 h 152385"/>
              <a:gd name="csX50" fmla="*/ 11580 w 148979"/>
              <a:gd name="csY50" fmla="*/ 112613 h 152385"/>
              <a:gd name="csX51" fmla="*/ 13689 w 148979"/>
              <a:gd name="csY51" fmla="*/ 110793 h 152385"/>
              <a:gd name="csX52" fmla="*/ 14931 w 148979"/>
              <a:gd name="csY52" fmla="*/ 108293 h 152385"/>
              <a:gd name="csX53" fmla="*/ 15119 w 148979"/>
              <a:gd name="csY53" fmla="*/ 105503 h 152385"/>
              <a:gd name="csX54" fmla="*/ 14285 w 148979"/>
              <a:gd name="csY54" fmla="*/ 92149 h 152385"/>
              <a:gd name="csX55" fmla="*/ 55253 w 148979"/>
              <a:gd name="csY55" fmla="*/ 37713 h 152385"/>
              <a:gd name="csX56" fmla="*/ 59320 w 148979"/>
              <a:gd name="csY56" fmla="*/ 34754 h 152385"/>
              <a:gd name="csX57" fmla="*/ 60408 w 148979"/>
              <a:gd name="csY57" fmla="*/ 29838 h 152385"/>
              <a:gd name="csX58" fmla="*/ 57941 w 148979"/>
              <a:gd name="csY58" fmla="*/ 25449 h 152385"/>
              <a:gd name="csX59" fmla="*/ 53195 w 148979"/>
              <a:gd name="csY59" fmla="*/ 23799 h 152385"/>
              <a:gd name="csX60" fmla="*/ 70991 w 148979"/>
              <a:gd name="csY60" fmla="*/ 42528 h 152385"/>
              <a:gd name="csX61" fmla="*/ 21379 w 148979"/>
              <a:gd name="csY61" fmla="*/ 92149 h 152385"/>
              <a:gd name="csX62" fmla="*/ 27964 w 148979"/>
              <a:gd name="csY62" fmla="*/ 129880 h 152385"/>
              <a:gd name="csX63" fmla="*/ 34667 w 148979"/>
              <a:gd name="csY63" fmla="*/ 134677 h 152385"/>
              <a:gd name="csX64" fmla="*/ 36981 w 148979"/>
              <a:gd name="csY64" fmla="*/ 134286 h 152385"/>
              <a:gd name="csX65" fmla="*/ 41370 w 148979"/>
              <a:gd name="csY65" fmla="*/ 125287 h 152385"/>
              <a:gd name="csX66" fmla="*/ 35552 w 148979"/>
              <a:gd name="csY66" fmla="*/ 92149 h 152385"/>
              <a:gd name="csX67" fmla="*/ 70991 w 148979"/>
              <a:gd name="csY67" fmla="*/ 56698 h 152385"/>
              <a:gd name="csX68" fmla="*/ 97685 w 148979"/>
              <a:gd name="csY68" fmla="*/ 68963 h 152385"/>
              <a:gd name="csX69" fmla="*/ 112537 w 148979"/>
              <a:gd name="csY69" fmla="*/ 67432 h 152385"/>
              <a:gd name="csX70" fmla="*/ 111193 w 148979"/>
              <a:gd name="csY70" fmla="*/ 63196 h 152385"/>
              <a:gd name="csX71" fmla="*/ 70991 w 148979"/>
              <a:gd name="csY71" fmla="*/ 42528 h 152385"/>
              <a:gd name="csX72" fmla="*/ 70991 w 148979"/>
              <a:gd name="csY72" fmla="*/ 63792 h 152385"/>
              <a:gd name="csX73" fmla="*/ 42646 w 148979"/>
              <a:gd name="csY73" fmla="*/ 92149 h 152385"/>
              <a:gd name="csX74" fmla="*/ 57703 w 148979"/>
              <a:gd name="csY74" fmla="*/ 142264 h 152385"/>
              <a:gd name="csX75" fmla="*/ 63521 w 148979"/>
              <a:gd name="csY75" fmla="*/ 145309 h 152385"/>
              <a:gd name="csX76" fmla="*/ 67554 w 148979"/>
              <a:gd name="csY76" fmla="*/ 144033 h 152385"/>
              <a:gd name="csX77" fmla="*/ 69323 w 148979"/>
              <a:gd name="csY77" fmla="*/ 134167 h 152385"/>
              <a:gd name="csX78" fmla="*/ 56818 w 148979"/>
              <a:gd name="csY78" fmla="*/ 92149 h 152385"/>
              <a:gd name="csX79" fmla="*/ 70991 w 148979"/>
              <a:gd name="csY79" fmla="*/ 77962 h 152385"/>
              <a:gd name="csX80" fmla="*/ 78272 w 148979"/>
              <a:gd name="csY80" fmla="*/ 79986 h 152385"/>
              <a:gd name="csX81" fmla="*/ 90522 w 148979"/>
              <a:gd name="csY81" fmla="*/ 71634 h 152385"/>
              <a:gd name="csX82" fmla="*/ 70991 w 148979"/>
              <a:gd name="csY82" fmla="*/ 63792 h 152385"/>
              <a:gd name="csX83" fmla="*/ 109985 w 148979"/>
              <a:gd name="csY83" fmla="*/ 74424 h 152385"/>
              <a:gd name="csX84" fmla="*/ 70991 w 148979"/>
              <a:gd name="csY84" fmla="*/ 113413 h 152385"/>
              <a:gd name="csX85" fmla="*/ 109985 w 148979"/>
              <a:gd name="csY85" fmla="*/ 152386 h 152385"/>
              <a:gd name="csX86" fmla="*/ 148980 w 148979"/>
              <a:gd name="csY86" fmla="*/ 113413 h 152385"/>
              <a:gd name="csX87" fmla="*/ 109985 w 148979"/>
              <a:gd name="csY87" fmla="*/ 74424 h 152385"/>
              <a:gd name="csX88" fmla="*/ 131252 w 148979"/>
              <a:gd name="csY88" fmla="*/ 95687 h 152385"/>
              <a:gd name="csX89" fmla="*/ 133753 w 148979"/>
              <a:gd name="csY89" fmla="*/ 96725 h 152385"/>
              <a:gd name="csX90" fmla="*/ 133753 w 148979"/>
              <a:gd name="csY90" fmla="*/ 101744 h 152385"/>
              <a:gd name="csX91" fmla="*/ 105409 w 148979"/>
              <a:gd name="csY91" fmla="*/ 130084 h 152385"/>
              <a:gd name="csX92" fmla="*/ 102891 w 148979"/>
              <a:gd name="csY92" fmla="*/ 131122 h 152385"/>
              <a:gd name="csX93" fmla="*/ 100389 w 148979"/>
              <a:gd name="csY93" fmla="*/ 130084 h 152385"/>
              <a:gd name="csX94" fmla="*/ 86218 w 148979"/>
              <a:gd name="csY94" fmla="*/ 115913 h 152385"/>
              <a:gd name="csX95" fmla="*/ 86218 w 148979"/>
              <a:gd name="csY95" fmla="*/ 110895 h 152385"/>
              <a:gd name="csX96" fmla="*/ 91220 w 148979"/>
              <a:gd name="csY96" fmla="*/ 110895 h 152385"/>
              <a:gd name="csX97" fmla="*/ 102891 w 148979"/>
              <a:gd name="csY97" fmla="*/ 122565 h 152385"/>
              <a:gd name="csX98" fmla="*/ 128751 w 148979"/>
              <a:gd name="csY98" fmla="*/ 96725 h 152385"/>
              <a:gd name="csX99" fmla="*/ 131252 w 148979"/>
              <a:gd name="csY99" fmla="*/ 95687 h 152385"/>
            </a:gdLst>
            <a:ahLst/>
            <a:cxnLst/>
            <a:rect l="l" t="t" r="r" b="b"/>
            <a:pathLst>
              <a:path w="100000" h="100000">
                <a:moveTo>
                  <a:pt x="47704" y="0"/>
                </a:moveTo>
                <a:cubicBezTo>
                  <a:pt x="39699" y="0"/>
                  <a:pt x="32029" y="1585"/>
                  <a:pt x="25028" y="4432"/>
                </a:cubicBezTo>
                <a:cubicBezTo>
                  <a:pt x="24459" y="4655"/>
                  <a:pt x="23945" y="5001"/>
                  <a:pt x="23510" y="5426"/>
                </a:cubicBezTo>
                <a:cubicBezTo>
                  <a:pt x="23074" y="5850"/>
                  <a:pt x="22728" y="6363"/>
                  <a:pt x="22494" y="6932"/>
                </a:cubicBezTo>
                <a:cubicBezTo>
                  <a:pt x="22014" y="8060"/>
                  <a:pt x="22003" y="9343"/>
                  <a:pt x="22461" y="10493"/>
                </a:cubicBezTo>
                <a:cubicBezTo>
                  <a:pt x="22695" y="11052"/>
                  <a:pt x="23030" y="11565"/>
                  <a:pt x="23466" y="12001"/>
                </a:cubicBezTo>
                <a:cubicBezTo>
                  <a:pt x="23889" y="12436"/>
                  <a:pt x="24403" y="12782"/>
                  <a:pt x="24961" y="13028"/>
                </a:cubicBezTo>
                <a:cubicBezTo>
                  <a:pt x="26100" y="13508"/>
                  <a:pt x="27384" y="13519"/>
                  <a:pt x="28522" y="13050"/>
                </a:cubicBezTo>
                <a:cubicBezTo>
                  <a:pt x="34451" y="10639"/>
                  <a:pt x="40915" y="9299"/>
                  <a:pt x="47704" y="9299"/>
                </a:cubicBezTo>
                <a:cubicBezTo>
                  <a:pt x="55273" y="9299"/>
                  <a:pt x="62464" y="11029"/>
                  <a:pt x="69006" y="14077"/>
                </a:cubicBezTo>
                <a:cubicBezTo>
                  <a:pt x="69553" y="14345"/>
                  <a:pt x="70156" y="14501"/>
                  <a:pt x="70771" y="14523"/>
                </a:cubicBezTo>
                <a:cubicBezTo>
                  <a:pt x="71384" y="14557"/>
                  <a:pt x="71999" y="14467"/>
                  <a:pt x="72579" y="14266"/>
                </a:cubicBezTo>
                <a:cubicBezTo>
                  <a:pt x="73159" y="14055"/>
                  <a:pt x="73695" y="13731"/>
                  <a:pt x="74142" y="13318"/>
                </a:cubicBezTo>
                <a:cubicBezTo>
                  <a:pt x="74600" y="12905"/>
                  <a:pt x="74968" y="12403"/>
                  <a:pt x="75225" y="11844"/>
                </a:cubicBezTo>
                <a:cubicBezTo>
                  <a:pt x="75493" y="11286"/>
                  <a:pt x="75638" y="10683"/>
                  <a:pt x="75660" y="10069"/>
                </a:cubicBezTo>
                <a:cubicBezTo>
                  <a:pt x="75683" y="9455"/>
                  <a:pt x="75593" y="8841"/>
                  <a:pt x="75381" y="8272"/>
                </a:cubicBezTo>
                <a:cubicBezTo>
                  <a:pt x="75158" y="7691"/>
                  <a:pt x="74834" y="7167"/>
                  <a:pt x="74421" y="6709"/>
                </a:cubicBezTo>
                <a:cubicBezTo>
                  <a:pt x="73997" y="6262"/>
                  <a:pt x="73495" y="5905"/>
                  <a:pt x="72936" y="5649"/>
                </a:cubicBezTo>
                <a:cubicBezTo>
                  <a:pt x="65244" y="2065"/>
                  <a:pt x="56691" y="0"/>
                  <a:pt x="47704" y="0"/>
                </a:cubicBezTo>
                <a:close/>
                <a:moveTo>
                  <a:pt x="12770" y="12246"/>
                </a:moveTo>
                <a:cubicBezTo>
                  <a:pt x="11731" y="12268"/>
                  <a:pt x="10715" y="12648"/>
                  <a:pt x="9911" y="13318"/>
                </a:cubicBezTo>
                <a:cubicBezTo>
                  <a:pt x="7187" y="15494"/>
                  <a:pt x="4653" y="17917"/>
                  <a:pt x="2353" y="20529"/>
                </a:cubicBezTo>
                <a:cubicBezTo>
                  <a:pt x="1929" y="20987"/>
                  <a:pt x="1604" y="21522"/>
                  <a:pt x="1393" y="22103"/>
                </a:cubicBezTo>
                <a:cubicBezTo>
                  <a:pt x="1181" y="22684"/>
                  <a:pt x="1091" y="23309"/>
                  <a:pt x="1124" y="23923"/>
                </a:cubicBezTo>
                <a:cubicBezTo>
                  <a:pt x="1146" y="24548"/>
                  <a:pt x="1303" y="25151"/>
                  <a:pt x="1572" y="25709"/>
                </a:cubicBezTo>
                <a:cubicBezTo>
                  <a:pt x="1851" y="26267"/>
                  <a:pt x="2219" y="26770"/>
                  <a:pt x="2688" y="27182"/>
                </a:cubicBezTo>
                <a:cubicBezTo>
                  <a:pt x="3156" y="27595"/>
                  <a:pt x="3693" y="27908"/>
                  <a:pt x="4284" y="28098"/>
                </a:cubicBezTo>
                <a:cubicBezTo>
                  <a:pt x="4876" y="28299"/>
                  <a:pt x="5501" y="28377"/>
                  <a:pt x="6115" y="28332"/>
                </a:cubicBezTo>
                <a:cubicBezTo>
                  <a:pt x="6729" y="28288"/>
                  <a:pt x="7332" y="28109"/>
                  <a:pt x="7891" y="27830"/>
                </a:cubicBezTo>
                <a:cubicBezTo>
                  <a:pt x="8438" y="27551"/>
                  <a:pt x="8929" y="27160"/>
                  <a:pt x="9330" y="26680"/>
                </a:cubicBezTo>
                <a:cubicBezTo>
                  <a:pt x="11285" y="24458"/>
                  <a:pt x="13428" y="22416"/>
                  <a:pt x="15728" y="20562"/>
                </a:cubicBezTo>
                <a:cubicBezTo>
                  <a:pt x="16498" y="19971"/>
                  <a:pt x="17056" y="19134"/>
                  <a:pt x="17336" y="18196"/>
                </a:cubicBezTo>
                <a:cubicBezTo>
                  <a:pt x="17604" y="17258"/>
                  <a:pt x="17581" y="16265"/>
                  <a:pt x="17246" y="15338"/>
                </a:cubicBezTo>
                <a:cubicBezTo>
                  <a:pt x="16923" y="14423"/>
                  <a:pt x="16320" y="13630"/>
                  <a:pt x="15516" y="13072"/>
                </a:cubicBezTo>
                <a:cubicBezTo>
                  <a:pt x="14712" y="12514"/>
                  <a:pt x="13752" y="12235"/>
                  <a:pt x="12770" y="12246"/>
                </a:cubicBezTo>
                <a:close/>
                <a:moveTo>
                  <a:pt x="51936" y="14244"/>
                </a:moveTo>
                <a:cubicBezTo>
                  <a:pt x="49792" y="14445"/>
                  <a:pt x="47994" y="16131"/>
                  <a:pt x="47737" y="18375"/>
                </a:cubicBezTo>
                <a:cubicBezTo>
                  <a:pt x="47458" y="20931"/>
                  <a:pt x="49289" y="23231"/>
                  <a:pt x="51846" y="23510"/>
                </a:cubicBezTo>
                <a:cubicBezTo>
                  <a:pt x="65333" y="25028"/>
                  <a:pt x="76509" y="33579"/>
                  <a:pt x="81689" y="45378"/>
                </a:cubicBezTo>
                <a:cubicBezTo>
                  <a:pt x="86133" y="46651"/>
                  <a:pt x="90085" y="48906"/>
                  <a:pt x="93390" y="51819"/>
                </a:cubicBezTo>
                <a:cubicBezTo>
                  <a:pt x="89672" y="31949"/>
                  <a:pt x="73461" y="16567"/>
                  <a:pt x="52873" y="14255"/>
                </a:cubicBezTo>
                <a:cubicBezTo>
                  <a:pt x="52561" y="14222"/>
                  <a:pt x="52248" y="14222"/>
                  <a:pt x="51936" y="14244"/>
                </a:cubicBezTo>
                <a:close/>
                <a:moveTo>
                  <a:pt x="36026" y="15618"/>
                </a:moveTo>
                <a:cubicBezTo>
                  <a:pt x="35601" y="15629"/>
                  <a:pt x="35189" y="15696"/>
                  <a:pt x="34786" y="15818"/>
                </a:cubicBezTo>
                <a:cubicBezTo>
                  <a:pt x="15393" y="21433"/>
                  <a:pt x="1191" y="39339"/>
                  <a:pt x="1191" y="60471"/>
                </a:cubicBezTo>
                <a:cubicBezTo>
                  <a:pt x="1191" y="62626"/>
                  <a:pt x="1303" y="66053"/>
                  <a:pt x="1794" y="70306"/>
                </a:cubicBezTo>
                <a:cubicBezTo>
                  <a:pt x="1861" y="70932"/>
                  <a:pt x="2040" y="71523"/>
                  <a:pt x="2330" y="72070"/>
                </a:cubicBezTo>
                <a:cubicBezTo>
                  <a:pt x="2631" y="72606"/>
                  <a:pt x="3034" y="73086"/>
                  <a:pt x="3513" y="73476"/>
                </a:cubicBezTo>
                <a:cubicBezTo>
                  <a:pt x="3994" y="73867"/>
                  <a:pt x="4541" y="74146"/>
                  <a:pt x="5144" y="74325"/>
                </a:cubicBezTo>
                <a:cubicBezTo>
                  <a:pt x="5735" y="74492"/>
                  <a:pt x="6350" y="74548"/>
                  <a:pt x="6964" y="74470"/>
                </a:cubicBezTo>
                <a:cubicBezTo>
                  <a:pt x="7578" y="74403"/>
                  <a:pt x="8181" y="74213"/>
                  <a:pt x="8717" y="73900"/>
                </a:cubicBezTo>
                <a:cubicBezTo>
                  <a:pt x="9253" y="73599"/>
                  <a:pt x="9721" y="73197"/>
                  <a:pt x="10101" y="72706"/>
                </a:cubicBezTo>
                <a:cubicBezTo>
                  <a:pt x="10481" y="72215"/>
                  <a:pt x="10760" y="71657"/>
                  <a:pt x="10916" y="71065"/>
                </a:cubicBezTo>
                <a:cubicBezTo>
                  <a:pt x="11084" y="70462"/>
                  <a:pt x="11117" y="69838"/>
                  <a:pt x="11039" y="69235"/>
                </a:cubicBezTo>
                <a:cubicBezTo>
                  <a:pt x="10592" y="65383"/>
                  <a:pt x="10492" y="62302"/>
                  <a:pt x="10492" y="60471"/>
                </a:cubicBezTo>
                <a:cubicBezTo>
                  <a:pt x="10492" y="43503"/>
                  <a:pt x="21880" y="29236"/>
                  <a:pt x="37376" y="24748"/>
                </a:cubicBezTo>
                <a:cubicBezTo>
                  <a:pt x="38470" y="24447"/>
                  <a:pt x="39420" y="23767"/>
                  <a:pt x="40045" y="22807"/>
                </a:cubicBezTo>
                <a:cubicBezTo>
                  <a:pt x="40670" y="21858"/>
                  <a:pt x="40927" y="20708"/>
                  <a:pt x="40759" y="19581"/>
                </a:cubicBezTo>
                <a:cubicBezTo>
                  <a:pt x="40592" y="18453"/>
                  <a:pt x="40011" y="17426"/>
                  <a:pt x="39140" y="16700"/>
                </a:cubicBezTo>
                <a:cubicBezTo>
                  <a:pt x="38270" y="15964"/>
                  <a:pt x="37153" y="15584"/>
                  <a:pt x="36026" y="15618"/>
                </a:cubicBezTo>
                <a:close/>
                <a:moveTo>
                  <a:pt x="47704" y="27908"/>
                </a:moveTo>
                <a:cubicBezTo>
                  <a:pt x="29751" y="27908"/>
                  <a:pt x="15147" y="42509"/>
                  <a:pt x="15147" y="60471"/>
                </a:cubicBezTo>
                <a:cubicBezTo>
                  <a:pt x="15147" y="63329"/>
                  <a:pt x="15449" y="73610"/>
                  <a:pt x="19468" y="85231"/>
                </a:cubicBezTo>
                <a:cubicBezTo>
                  <a:pt x="20149" y="87163"/>
                  <a:pt x="21936" y="88379"/>
                  <a:pt x="23867" y="88379"/>
                </a:cubicBezTo>
                <a:cubicBezTo>
                  <a:pt x="24380" y="88379"/>
                  <a:pt x="24894" y="88312"/>
                  <a:pt x="25386" y="88123"/>
                </a:cubicBezTo>
                <a:cubicBezTo>
                  <a:pt x="27820" y="87285"/>
                  <a:pt x="29103" y="84628"/>
                  <a:pt x="28266" y="82217"/>
                </a:cubicBezTo>
                <a:cubicBezTo>
                  <a:pt x="24638" y="71679"/>
                  <a:pt x="24448" y="62257"/>
                  <a:pt x="24448" y="60471"/>
                </a:cubicBezTo>
                <a:cubicBezTo>
                  <a:pt x="24448" y="47656"/>
                  <a:pt x="34898" y="37207"/>
                  <a:pt x="47704" y="37207"/>
                </a:cubicBezTo>
                <a:cubicBezTo>
                  <a:pt x="54403" y="37207"/>
                  <a:pt x="60822" y="40188"/>
                  <a:pt x="65222" y="45256"/>
                </a:cubicBezTo>
                <a:cubicBezTo>
                  <a:pt x="68336" y="44418"/>
                  <a:pt x="71619" y="44050"/>
                  <a:pt x="74968" y="44251"/>
                </a:cubicBezTo>
                <a:cubicBezTo>
                  <a:pt x="74990" y="43280"/>
                  <a:pt x="74689" y="42309"/>
                  <a:pt x="74086" y="41471"/>
                </a:cubicBezTo>
                <a:cubicBezTo>
                  <a:pt x="67968" y="32976"/>
                  <a:pt x="58087" y="27908"/>
                  <a:pt x="47704" y="27908"/>
                </a:cubicBezTo>
                <a:close/>
                <a:moveTo>
                  <a:pt x="47704" y="41862"/>
                </a:moveTo>
                <a:cubicBezTo>
                  <a:pt x="37454" y="41862"/>
                  <a:pt x="29103" y="50212"/>
                  <a:pt x="29103" y="60471"/>
                </a:cubicBezTo>
                <a:cubicBezTo>
                  <a:pt x="29103" y="63586"/>
                  <a:pt x="29594" y="79817"/>
                  <a:pt x="38984" y="93358"/>
                </a:cubicBezTo>
                <a:cubicBezTo>
                  <a:pt x="39888" y="94653"/>
                  <a:pt x="41340" y="95356"/>
                  <a:pt x="42802" y="95356"/>
                </a:cubicBezTo>
                <a:cubicBezTo>
                  <a:pt x="43729" y="95356"/>
                  <a:pt x="44634" y="95077"/>
                  <a:pt x="45449" y="94519"/>
                </a:cubicBezTo>
                <a:cubicBezTo>
                  <a:pt x="47570" y="93057"/>
                  <a:pt x="48083" y="90166"/>
                  <a:pt x="46610" y="88045"/>
                </a:cubicBezTo>
                <a:cubicBezTo>
                  <a:pt x="38638" y="76557"/>
                  <a:pt x="38403" y="62068"/>
                  <a:pt x="38403" y="60471"/>
                </a:cubicBezTo>
                <a:cubicBezTo>
                  <a:pt x="38403" y="55325"/>
                  <a:pt x="42568" y="51161"/>
                  <a:pt x="47704" y="51161"/>
                </a:cubicBezTo>
                <a:cubicBezTo>
                  <a:pt x="49456" y="51161"/>
                  <a:pt x="51086" y="51630"/>
                  <a:pt x="52482" y="52489"/>
                </a:cubicBezTo>
                <a:cubicBezTo>
                  <a:pt x="54849" y="50257"/>
                  <a:pt x="57573" y="48404"/>
                  <a:pt x="60521" y="47009"/>
                </a:cubicBezTo>
                <a:cubicBezTo>
                  <a:pt x="57172" y="43816"/>
                  <a:pt x="52684" y="41862"/>
                  <a:pt x="47704" y="41862"/>
                </a:cubicBezTo>
                <a:close/>
                <a:moveTo>
                  <a:pt x="73293" y="48839"/>
                </a:moveTo>
                <a:cubicBezTo>
                  <a:pt x="59170" y="48839"/>
                  <a:pt x="47704" y="60293"/>
                  <a:pt x="47704" y="74425"/>
                </a:cubicBezTo>
                <a:cubicBezTo>
                  <a:pt x="47704" y="88547"/>
                  <a:pt x="59170" y="100001"/>
                  <a:pt x="73293" y="100001"/>
                </a:cubicBezTo>
                <a:cubicBezTo>
                  <a:pt x="87428" y="100001"/>
                  <a:pt x="98883" y="88547"/>
                  <a:pt x="98883" y="74425"/>
                </a:cubicBezTo>
                <a:cubicBezTo>
                  <a:pt x="98883" y="60293"/>
                  <a:pt x="87428" y="48839"/>
                  <a:pt x="73293" y="48839"/>
                </a:cubicBezTo>
                <a:close/>
                <a:moveTo>
                  <a:pt x="87249" y="62793"/>
                </a:moveTo>
                <a:cubicBezTo>
                  <a:pt x="87841" y="62793"/>
                  <a:pt x="88444" y="63017"/>
                  <a:pt x="88891" y="63474"/>
                </a:cubicBezTo>
                <a:cubicBezTo>
                  <a:pt x="89806" y="64378"/>
                  <a:pt x="89806" y="65852"/>
                  <a:pt x="88891" y="66768"/>
                </a:cubicBezTo>
                <a:lnTo>
                  <a:pt x="70290" y="85365"/>
                </a:lnTo>
                <a:cubicBezTo>
                  <a:pt x="69832" y="85823"/>
                  <a:pt x="69241" y="86047"/>
                  <a:pt x="68638" y="86047"/>
                </a:cubicBezTo>
                <a:cubicBezTo>
                  <a:pt x="68046" y="86047"/>
                  <a:pt x="67454" y="85823"/>
                  <a:pt x="66996" y="85365"/>
                </a:cubicBezTo>
                <a:lnTo>
                  <a:pt x="57697" y="76066"/>
                </a:lnTo>
                <a:cubicBezTo>
                  <a:pt x="56781" y="75162"/>
                  <a:pt x="56781" y="73688"/>
                  <a:pt x="57697" y="72773"/>
                </a:cubicBezTo>
                <a:cubicBezTo>
                  <a:pt x="58601" y="71869"/>
                  <a:pt x="60075" y="71869"/>
                  <a:pt x="60979" y="72773"/>
                </a:cubicBezTo>
                <a:lnTo>
                  <a:pt x="68638" y="80431"/>
                </a:lnTo>
                <a:lnTo>
                  <a:pt x="85608" y="63474"/>
                </a:lnTo>
                <a:cubicBezTo>
                  <a:pt x="86066" y="63017"/>
                  <a:pt x="86658" y="62793"/>
                  <a:pt x="87249" y="6279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5" name="Белый — SVG 65">
            <a:extLst>
              <a:ext uri="{FF2B5EF4-FFF2-40B4-BE49-F238E27FC236}">
                <a16:creationId xmlns:a16="http://schemas.microsoft.com/office/drawing/2014/main" id="{B2B3503C-7D41-8E49-AA2E-9F54A04E2F1A}"/>
              </a:ext>
            </a:extLst>
          </p:cNvPr>
          <p:cNvSpPr>
            <a:spLocks noGrp="1"/>
          </p:cNvSpPr>
          <p:nvPr/>
        </p:nvSpPr>
        <p:spPr>
          <a:xfrm>
            <a:off x="6420000" y="5530000"/>
            <a:ext cx="220000" cy="220000"/>
          </a:xfrm>
          <a:custGeom>
            <a:avLst/>
            <a:gdLst>
              <a:gd name="csX0" fmla="*/ 85135 w 170287"/>
              <a:gd name="csY0" fmla="*/ 0 h 145308"/>
              <a:gd name="csX1" fmla="*/ 50581 w 170287"/>
              <a:gd name="csY1" fmla="*/ 6753 h 145308"/>
              <a:gd name="csX2" fmla="*/ 48267 w 170287"/>
              <a:gd name="csY2" fmla="*/ 8268 h 145308"/>
              <a:gd name="csX3" fmla="*/ 46719 w 170287"/>
              <a:gd name="csY3" fmla="*/ 10564 h 145308"/>
              <a:gd name="csX4" fmla="*/ 46668 w 170287"/>
              <a:gd name="csY4" fmla="*/ 15990 h 145308"/>
              <a:gd name="csX5" fmla="*/ 48199 w 170287"/>
              <a:gd name="csY5" fmla="*/ 18287 h 145308"/>
              <a:gd name="csX6" fmla="*/ 50479 w 170287"/>
              <a:gd name="csY6" fmla="*/ 19852 h 145308"/>
              <a:gd name="csX7" fmla="*/ 55906 w 170287"/>
              <a:gd name="csY7" fmla="*/ 19886 h 145308"/>
              <a:gd name="csX8" fmla="*/ 85135 w 170287"/>
              <a:gd name="csY8" fmla="*/ 14170 h 145308"/>
              <a:gd name="csX9" fmla="*/ 117597 w 170287"/>
              <a:gd name="csY9" fmla="*/ 21451 h 145308"/>
              <a:gd name="csX10" fmla="*/ 120285 w 170287"/>
              <a:gd name="csY10" fmla="*/ 22131 h 145308"/>
              <a:gd name="csX11" fmla="*/ 123041 w 170287"/>
              <a:gd name="csY11" fmla="*/ 21740 h 145308"/>
              <a:gd name="csX12" fmla="*/ 125423 w 170287"/>
              <a:gd name="csY12" fmla="*/ 20294 h 145308"/>
              <a:gd name="csX13" fmla="*/ 127073 w 170287"/>
              <a:gd name="csY13" fmla="*/ 18049 h 145308"/>
              <a:gd name="csX14" fmla="*/ 127737 w 170287"/>
              <a:gd name="csY14" fmla="*/ 15344 h 145308"/>
              <a:gd name="csX15" fmla="*/ 127311 w 170287"/>
              <a:gd name="csY15" fmla="*/ 12605 h 145308"/>
              <a:gd name="csX16" fmla="*/ 125848 w 170287"/>
              <a:gd name="csY16" fmla="*/ 10224 h 145308"/>
              <a:gd name="csX17" fmla="*/ 123585 w 170287"/>
              <a:gd name="csY17" fmla="*/ 8608 h 145308"/>
              <a:gd name="csX18" fmla="*/ 85135 w 170287"/>
              <a:gd name="csY18" fmla="*/ 0 h 145308"/>
              <a:gd name="csX19" fmla="*/ 31900 w 170287"/>
              <a:gd name="csY19" fmla="*/ 18661 h 145308"/>
              <a:gd name="csX20" fmla="*/ 27545 w 170287"/>
              <a:gd name="csY20" fmla="*/ 20294 h 145308"/>
              <a:gd name="csX21" fmla="*/ 16026 w 170287"/>
              <a:gd name="csY21" fmla="*/ 31283 h 145308"/>
              <a:gd name="csX22" fmla="*/ 14564 w 170287"/>
              <a:gd name="csY22" fmla="*/ 33682 h 145308"/>
              <a:gd name="csX23" fmla="*/ 14155 w 170287"/>
              <a:gd name="csY23" fmla="*/ 36455 h 145308"/>
              <a:gd name="csX24" fmla="*/ 14836 w 170287"/>
              <a:gd name="csY24" fmla="*/ 39177 h 145308"/>
              <a:gd name="csX25" fmla="*/ 16537 w 170287"/>
              <a:gd name="csY25" fmla="*/ 41422 h 145308"/>
              <a:gd name="csX26" fmla="*/ 18970 w 170287"/>
              <a:gd name="csY26" fmla="*/ 42817 h 145308"/>
              <a:gd name="csX27" fmla="*/ 21760 w 170287"/>
              <a:gd name="csY27" fmla="*/ 43174 h 145308"/>
              <a:gd name="csX28" fmla="*/ 24465 w 170287"/>
              <a:gd name="csY28" fmla="*/ 42409 h 145308"/>
              <a:gd name="csX29" fmla="*/ 26660 w 170287"/>
              <a:gd name="csY29" fmla="*/ 40656 h 145308"/>
              <a:gd name="csX30" fmla="*/ 36409 w 170287"/>
              <a:gd name="csY30" fmla="*/ 31334 h 145308"/>
              <a:gd name="csX31" fmla="*/ 38859 w 170287"/>
              <a:gd name="csY31" fmla="*/ 27728 h 145308"/>
              <a:gd name="csX32" fmla="*/ 38723 w 170287"/>
              <a:gd name="csY32" fmla="*/ 23373 h 145308"/>
              <a:gd name="csX33" fmla="*/ 36085 w 170287"/>
              <a:gd name="csY33" fmla="*/ 19920 h 145308"/>
              <a:gd name="csX34" fmla="*/ 31900 w 170287"/>
              <a:gd name="csY34" fmla="*/ 18661 h 145308"/>
              <a:gd name="csX35" fmla="*/ 91583 w 170287"/>
              <a:gd name="csY35" fmla="*/ 21706 h 145308"/>
              <a:gd name="csX36" fmla="*/ 85169 w 170287"/>
              <a:gd name="csY36" fmla="*/ 28000 h 145308"/>
              <a:gd name="csX37" fmla="*/ 91447 w 170287"/>
              <a:gd name="csY37" fmla="*/ 35825 h 145308"/>
              <a:gd name="csX38" fmla="*/ 134219 w 170287"/>
              <a:gd name="csY38" fmla="*/ 63792 h 145308"/>
              <a:gd name="csX39" fmla="*/ 125661 w 170287"/>
              <a:gd name="csY39" fmla="*/ 63792 h 145308"/>
              <a:gd name="csX40" fmla="*/ 125338 w 170287"/>
              <a:gd name="csY40" fmla="*/ 63196 h 145308"/>
              <a:gd name="csX41" fmla="*/ 85135 w 170287"/>
              <a:gd name="csY41" fmla="*/ 42528 h 145308"/>
              <a:gd name="csX42" fmla="*/ 44490 w 170287"/>
              <a:gd name="csY42" fmla="*/ 63792 h 145308"/>
              <a:gd name="csX43" fmla="*/ 36171 w 170287"/>
              <a:gd name="csY43" fmla="*/ 63792 h 145308"/>
              <a:gd name="csX44" fmla="*/ 69415 w 170287"/>
              <a:gd name="csY44" fmla="*/ 37713 h 145308"/>
              <a:gd name="csX45" fmla="*/ 74229 w 170287"/>
              <a:gd name="csY45" fmla="*/ 28919 h 145308"/>
              <a:gd name="csX46" fmla="*/ 65434 w 170287"/>
              <a:gd name="csY46" fmla="*/ 24105 h 145308"/>
              <a:gd name="csX47" fmla="*/ 20297 w 170287"/>
              <a:gd name="csY47" fmla="*/ 63792 h 145308"/>
              <a:gd name="csX48" fmla="*/ 5393 w 170287"/>
              <a:gd name="csY48" fmla="*/ 63792 h 145308"/>
              <a:gd name="csX49" fmla="*/ 3335 w 170287"/>
              <a:gd name="csY49" fmla="*/ 64183 h 145308"/>
              <a:gd name="csX50" fmla="*/ 1582 w 170287"/>
              <a:gd name="csY50" fmla="*/ 65322 h 145308"/>
              <a:gd name="csX51" fmla="*/ 408 w 170287"/>
              <a:gd name="csY51" fmla="*/ 67058 h 145308"/>
              <a:gd name="csX52" fmla="*/ 0 w 170287"/>
              <a:gd name="csY52" fmla="*/ 69099 h 145308"/>
              <a:gd name="csX53" fmla="*/ 408 w 170287"/>
              <a:gd name="csY53" fmla="*/ 71158 h 145308"/>
              <a:gd name="csX54" fmla="*/ 1582 w 170287"/>
              <a:gd name="csY54" fmla="*/ 72893 h 145308"/>
              <a:gd name="csX55" fmla="*/ 3335 w 170287"/>
              <a:gd name="csY55" fmla="*/ 74032 h 145308"/>
              <a:gd name="csX56" fmla="*/ 5393 w 170287"/>
              <a:gd name="csY56" fmla="*/ 74424 h 145308"/>
              <a:gd name="csX57" fmla="*/ 164894 w 170287"/>
              <a:gd name="csY57" fmla="*/ 74424 h 145308"/>
              <a:gd name="csX58" fmla="*/ 166952 w 170287"/>
              <a:gd name="csY58" fmla="*/ 74032 h 145308"/>
              <a:gd name="csX59" fmla="*/ 168705 w 170287"/>
              <a:gd name="csY59" fmla="*/ 72893 h 145308"/>
              <a:gd name="csX60" fmla="*/ 169879 w 170287"/>
              <a:gd name="csY60" fmla="*/ 71158 h 145308"/>
              <a:gd name="csX61" fmla="*/ 170287 w 170287"/>
              <a:gd name="csY61" fmla="*/ 69099 h 145308"/>
              <a:gd name="csX62" fmla="*/ 169879 w 170287"/>
              <a:gd name="csY62" fmla="*/ 67058 h 145308"/>
              <a:gd name="csX63" fmla="*/ 168705 w 170287"/>
              <a:gd name="csY63" fmla="*/ 65322 h 145308"/>
              <a:gd name="csX64" fmla="*/ 166952 w 170287"/>
              <a:gd name="csY64" fmla="*/ 64183 h 145308"/>
              <a:gd name="csX65" fmla="*/ 164894 w 170287"/>
              <a:gd name="csY65" fmla="*/ 63792 h 145308"/>
              <a:gd name="csX66" fmla="*/ 150058 w 170287"/>
              <a:gd name="csY66" fmla="*/ 63792 h 145308"/>
              <a:gd name="csX67" fmla="*/ 93012 w 170287"/>
              <a:gd name="csY67" fmla="*/ 21723 h 145308"/>
              <a:gd name="csX68" fmla="*/ 91583 w 170287"/>
              <a:gd name="csY68" fmla="*/ 21706 h 145308"/>
              <a:gd name="csX69" fmla="*/ 85135 w 170287"/>
              <a:gd name="csY69" fmla="*/ 56698 h 145308"/>
              <a:gd name="csX70" fmla="*/ 106181 w 170287"/>
              <a:gd name="csY70" fmla="*/ 63792 h 145308"/>
              <a:gd name="csX71" fmla="*/ 64021 w 170287"/>
              <a:gd name="csY71" fmla="*/ 63792 h 145308"/>
              <a:gd name="csX72" fmla="*/ 85135 w 170287"/>
              <a:gd name="csY72" fmla="*/ 56698 h 145308"/>
              <a:gd name="csX73" fmla="*/ 14615 w 170287"/>
              <a:gd name="csY73" fmla="*/ 85056 h 145308"/>
              <a:gd name="csX74" fmla="*/ 14257 w 170287"/>
              <a:gd name="csY74" fmla="*/ 92149 h 145308"/>
              <a:gd name="csX75" fmla="*/ 15176 w 170287"/>
              <a:gd name="csY75" fmla="*/ 107136 h 145308"/>
              <a:gd name="csX76" fmla="*/ 22237 w 170287"/>
              <a:gd name="csY76" fmla="*/ 113413 h 145308"/>
              <a:gd name="csX77" fmla="*/ 23053 w 170287"/>
              <a:gd name="csY77" fmla="*/ 113379 h 145308"/>
              <a:gd name="csX78" fmla="*/ 29246 w 170287"/>
              <a:gd name="csY78" fmla="*/ 105503 h 145308"/>
              <a:gd name="csX79" fmla="*/ 28429 w 170287"/>
              <a:gd name="csY79" fmla="*/ 92149 h 145308"/>
              <a:gd name="csX80" fmla="*/ 28855 w 170287"/>
              <a:gd name="csY80" fmla="*/ 85056 h 145308"/>
              <a:gd name="csX81" fmla="*/ 14615 w 170287"/>
              <a:gd name="csY81" fmla="*/ 85056 h 145308"/>
              <a:gd name="csX82" fmla="*/ 36017 w 170287"/>
              <a:gd name="csY82" fmla="*/ 85056 h 145308"/>
              <a:gd name="csX83" fmla="*/ 35524 w 170287"/>
              <a:gd name="csY83" fmla="*/ 92149 h 145308"/>
              <a:gd name="csX84" fmla="*/ 42108 w 170287"/>
              <a:gd name="csY84" fmla="*/ 129880 h 145308"/>
              <a:gd name="csX85" fmla="*/ 48811 w 170287"/>
              <a:gd name="csY85" fmla="*/ 134677 h 145308"/>
              <a:gd name="csX86" fmla="*/ 51125 w 170287"/>
              <a:gd name="csY86" fmla="*/ 134286 h 145308"/>
              <a:gd name="csX87" fmla="*/ 55515 w 170287"/>
              <a:gd name="csY87" fmla="*/ 125287 h 145308"/>
              <a:gd name="csX88" fmla="*/ 49696 w 170287"/>
              <a:gd name="csY88" fmla="*/ 92149 h 145308"/>
              <a:gd name="csX89" fmla="*/ 50411 w 170287"/>
              <a:gd name="csY89" fmla="*/ 85056 h 145308"/>
              <a:gd name="csX90" fmla="*/ 36017 w 170287"/>
              <a:gd name="csY90" fmla="*/ 85056 h 145308"/>
              <a:gd name="csX91" fmla="*/ 57675 w 170287"/>
              <a:gd name="csY91" fmla="*/ 85056 h 145308"/>
              <a:gd name="csX92" fmla="*/ 56791 w 170287"/>
              <a:gd name="csY92" fmla="*/ 92149 h 145308"/>
              <a:gd name="csX93" fmla="*/ 71848 w 170287"/>
              <a:gd name="csY93" fmla="*/ 142264 h 145308"/>
              <a:gd name="csX94" fmla="*/ 77666 w 170287"/>
              <a:gd name="csY94" fmla="*/ 145309 h 145308"/>
              <a:gd name="csX95" fmla="*/ 81698 w 170287"/>
              <a:gd name="csY95" fmla="*/ 144033 h 145308"/>
              <a:gd name="csX96" fmla="*/ 83468 w 170287"/>
              <a:gd name="csY96" fmla="*/ 134167 h 145308"/>
              <a:gd name="csX97" fmla="*/ 70963 w 170287"/>
              <a:gd name="csY97" fmla="*/ 92149 h 145308"/>
              <a:gd name="csX98" fmla="*/ 72869 w 170287"/>
              <a:gd name="csY98" fmla="*/ 85056 h 145308"/>
              <a:gd name="csX99" fmla="*/ 57675 w 170287"/>
              <a:gd name="csY99" fmla="*/ 85056 h 145308"/>
              <a:gd name="csX100" fmla="*/ 85135 w 170287"/>
              <a:gd name="csY100" fmla="*/ 85056 h 145308"/>
              <a:gd name="csX101" fmla="*/ 78057 w 170287"/>
              <a:gd name="csY101" fmla="*/ 92149 h 145308"/>
              <a:gd name="csX102" fmla="*/ 94322 w 170287"/>
              <a:gd name="csY102" fmla="*/ 136123 h 145308"/>
              <a:gd name="csX103" fmla="*/ 97861 w 170287"/>
              <a:gd name="csY103" fmla="*/ 139661 h 145308"/>
              <a:gd name="csX104" fmla="*/ 102863 w 170287"/>
              <a:gd name="csY104" fmla="*/ 141754 h 145308"/>
              <a:gd name="csX105" fmla="*/ 107865 w 170287"/>
              <a:gd name="csY105" fmla="*/ 139661 h 145308"/>
              <a:gd name="csX106" fmla="*/ 107865 w 170287"/>
              <a:gd name="csY106" fmla="*/ 129676 h 145308"/>
              <a:gd name="csX107" fmla="*/ 104326 w 170287"/>
              <a:gd name="csY107" fmla="*/ 126137 h 145308"/>
              <a:gd name="csX108" fmla="*/ 92230 w 170287"/>
              <a:gd name="csY108" fmla="*/ 92149 h 145308"/>
              <a:gd name="csX109" fmla="*/ 85135 w 170287"/>
              <a:gd name="csY109" fmla="*/ 85056 h 145308"/>
              <a:gd name="csX110" fmla="*/ 97402 w 170287"/>
              <a:gd name="csY110" fmla="*/ 85056 h 145308"/>
              <a:gd name="csX111" fmla="*/ 99324 w 170287"/>
              <a:gd name="csY111" fmla="*/ 92149 h 145308"/>
              <a:gd name="csX112" fmla="*/ 108256 w 170287"/>
              <a:gd name="csY112" fmla="*/ 119741 h 145308"/>
              <a:gd name="csX113" fmla="*/ 117648 w 170287"/>
              <a:gd name="csY113" fmla="*/ 129353 h 145308"/>
              <a:gd name="csX114" fmla="*/ 127635 w 170287"/>
              <a:gd name="csY114" fmla="*/ 128757 h 145308"/>
              <a:gd name="csX115" fmla="*/ 127039 w 170287"/>
              <a:gd name="csY115" fmla="*/ 118721 h 145308"/>
              <a:gd name="csX116" fmla="*/ 119485 w 170287"/>
              <a:gd name="csY116" fmla="*/ 111100 h 145308"/>
              <a:gd name="csX117" fmla="*/ 113496 w 170287"/>
              <a:gd name="csY117" fmla="*/ 92013 h 145308"/>
              <a:gd name="csX118" fmla="*/ 112612 w 170287"/>
              <a:gd name="csY118" fmla="*/ 85056 h 145308"/>
              <a:gd name="csX119" fmla="*/ 97402 w 170287"/>
              <a:gd name="csY119" fmla="*/ 85056 h 145308"/>
              <a:gd name="csX120" fmla="*/ 127430 w 170287"/>
              <a:gd name="csY120" fmla="*/ 85056 h 145308"/>
              <a:gd name="csX121" fmla="*/ 120591 w 170287"/>
              <a:gd name="csY121" fmla="*/ 92387 h 145308"/>
              <a:gd name="csX122" fmla="*/ 122394 w 170287"/>
              <a:gd name="csY122" fmla="*/ 101778 h 145308"/>
              <a:gd name="csX123" fmla="*/ 138880 w 170287"/>
              <a:gd name="csY123" fmla="*/ 118091 h 145308"/>
              <a:gd name="csX124" fmla="*/ 141858 w 170287"/>
              <a:gd name="csY124" fmla="*/ 118721 h 145308"/>
              <a:gd name="csX125" fmla="*/ 148272 w 170287"/>
              <a:gd name="csY125" fmla="*/ 114604 h 145308"/>
              <a:gd name="csX126" fmla="*/ 144835 w 170287"/>
              <a:gd name="csY126" fmla="*/ 105214 h 145308"/>
              <a:gd name="csX127" fmla="*/ 135614 w 170287"/>
              <a:gd name="csY127" fmla="*/ 96640 h 145308"/>
              <a:gd name="csX128" fmla="*/ 134763 w 170287"/>
              <a:gd name="csY128" fmla="*/ 91894 h 145308"/>
              <a:gd name="csX129" fmla="*/ 127754 w 170287"/>
              <a:gd name="csY129" fmla="*/ 85056 h 145308"/>
              <a:gd name="csX130" fmla="*/ 127430 w 170287"/>
              <a:gd name="csY130" fmla="*/ 85056 h 145308"/>
              <a:gd name="csX131" fmla="*/ 141313 w 170287"/>
              <a:gd name="csY131" fmla="*/ 85056 h 145308"/>
              <a:gd name="csX132" fmla="*/ 141722 w 170287"/>
              <a:gd name="csY132" fmla="*/ 88985 h 145308"/>
              <a:gd name="csX133" fmla="*/ 148765 w 170287"/>
              <a:gd name="csY133" fmla="*/ 95687 h 145308"/>
              <a:gd name="csX134" fmla="*/ 149190 w 170287"/>
              <a:gd name="csY134" fmla="*/ 95687 h 145308"/>
              <a:gd name="csX135" fmla="*/ 155860 w 170287"/>
              <a:gd name="csY135" fmla="*/ 88220 h 145308"/>
              <a:gd name="csX136" fmla="*/ 155605 w 170287"/>
              <a:gd name="csY136" fmla="*/ 85056 h 145308"/>
              <a:gd name="csX137" fmla="*/ 141313 w 170287"/>
              <a:gd name="csY137" fmla="*/ 85056 h 145308"/>
            </a:gdLst>
            <a:ahLst/>
            <a:cxnLst/>
            <a:rect l="l" t="t" r="r" b="b"/>
            <a:pathLst>
              <a:path w="100000" h="100000">
                <a:moveTo>
                  <a:pt x="49995" y="7334"/>
                </a:moveTo>
                <a:cubicBezTo>
                  <a:pt x="42832" y="7334"/>
                  <a:pt x="35968" y="8753"/>
                  <a:pt x="29703" y="11300"/>
                </a:cubicBezTo>
                <a:cubicBezTo>
                  <a:pt x="29194" y="11500"/>
                  <a:pt x="28734" y="11810"/>
                  <a:pt x="28345" y="12190"/>
                </a:cubicBezTo>
                <a:cubicBezTo>
                  <a:pt x="27955" y="12569"/>
                  <a:pt x="27645" y="13028"/>
                  <a:pt x="27435" y="13538"/>
                </a:cubicBezTo>
                <a:cubicBezTo>
                  <a:pt x="27006" y="14547"/>
                  <a:pt x="26996" y="15696"/>
                  <a:pt x="27405" y="16724"/>
                </a:cubicBezTo>
                <a:cubicBezTo>
                  <a:pt x="27615" y="17224"/>
                  <a:pt x="27915" y="17684"/>
                  <a:pt x="28305" y="18073"/>
                </a:cubicBezTo>
                <a:cubicBezTo>
                  <a:pt x="28684" y="18463"/>
                  <a:pt x="29144" y="18773"/>
                  <a:pt x="29643" y="18992"/>
                </a:cubicBezTo>
                <a:cubicBezTo>
                  <a:pt x="30662" y="19422"/>
                  <a:pt x="31812" y="19432"/>
                  <a:pt x="32830" y="19012"/>
                </a:cubicBezTo>
                <a:cubicBezTo>
                  <a:pt x="38136" y="16855"/>
                  <a:pt x="43921" y="15656"/>
                  <a:pt x="49995" y="15656"/>
                </a:cubicBezTo>
                <a:cubicBezTo>
                  <a:pt x="56769" y="15656"/>
                  <a:pt x="63203" y="17204"/>
                  <a:pt x="69058" y="19931"/>
                </a:cubicBezTo>
                <a:cubicBezTo>
                  <a:pt x="69548" y="20171"/>
                  <a:pt x="70087" y="20311"/>
                  <a:pt x="70637" y="20331"/>
                </a:cubicBezTo>
                <a:cubicBezTo>
                  <a:pt x="71186" y="20361"/>
                  <a:pt x="71735" y="20281"/>
                  <a:pt x="72255" y="20101"/>
                </a:cubicBezTo>
                <a:cubicBezTo>
                  <a:pt x="72775" y="19911"/>
                  <a:pt x="73254" y="19622"/>
                  <a:pt x="73654" y="19252"/>
                </a:cubicBezTo>
                <a:cubicBezTo>
                  <a:pt x="74063" y="18883"/>
                  <a:pt x="74393" y="18433"/>
                  <a:pt x="74623" y="17934"/>
                </a:cubicBezTo>
                <a:cubicBezTo>
                  <a:pt x="74862" y="17434"/>
                  <a:pt x="74993" y="16895"/>
                  <a:pt x="75013" y="16345"/>
                </a:cubicBezTo>
                <a:cubicBezTo>
                  <a:pt x="75033" y="15795"/>
                  <a:pt x="74953" y="15246"/>
                  <a:pt x="74763" y="14737"/>
                </a:cubicBezTo>
                <a:cubicBezTo>
                  <a:pt x="74563" y="14217"/>
                  <a:pt x="74273" y="13748"/>
                  <a:pt x="73903" y="13338"/>
                </a:cubicBezTo>
                <a:cubicBezTo>
                  <a:pt x="73524" y="12938"/>
                  <a:pt x="73074" y="12619"/>
                  <a:pt x="72575" y="12389"/>
                </a:cubicBezTo>
                <a:cubicBezTo>
                  <a:pt x="65691" y="9182"/>
                  <a:pt x="58038" y="7334"/>
                  <a:pt x="49995" y="7334"/>
                </a:cubicBezTo>
                <a:close/>
                <a:moveTo>
                  <a:pt x="18733" y="18293"/>
                </a:moveTo>
                <a:cubicBezTo>
                  <a:pt x="17804" y="18313"/>
                  <a:pt x="16895" y="18653"/>
                  <a:pt x="16176" y="19252"/>
                </a:cubicBezTo>
                <a:cubicBezTo>
                  <a:pt x="13737" y="21200"/>
                  <a:pt x="11469" y="23368"/>
                  <a:pt x="9411" y="25705"/>
                </a:cubicBezTo>
                <a:cubicBezTo>
                  <a:pt x="9032" y="26115"/>
                  <a:pt x="8742" y="26594"/>
                  <a:pt x="8553" y="27114"/>
                </a:cubicBezTo>
                <a:cubicBezTo>
                  <a:pt x="8362" y="27634"/>
                  <a:pt x="8282" y="28193"/>
                  <a:pt x="8312" y="28742"/>
                </a:cubicBezTo>
                <a:cubicBezTo>
                  <a:pt x="8332" y="29301"/>
                  <a:pt x="8472" y="29841"/>
                  <a:pt x="8712" y="30341"/>
                </a:cubicBezTo>
                <a:cubicBezTo>
                  <a:pt x="8962" y="30840"/>
                  <a:pt x="9292" y="31290"/>
                  <a:pt x="9711" y="31659"/>
                </a:cubicBezTo>
                <a:cubicBezTo>
                  <a:pt x="10131" y="32029"/>
                  <a:pt x="10610" y="32309"/>
                  <a:pt x="11140" y="32478"/>
                </a:cubicBezTo>
                <a:cubicBezTo>
                  <a:pt x="11670" y="32658"/>
                  <a:pt x="12229" y="32728"/>
                  <a:pt x="12778" y="32688"/>
                </a:cubicBezTo>
                <a:cubicBezTo>
                  <a:pt x="13328" y="32648"/>
                  <a:pt x="13867" y="32488"/>
                  <a:pt x="14367" y="32239"/>
                </a:cubicBezTo>
                <a:cubicBezTo>
                  <a:pt x="14857" y="31989"/>
                  <a:pt x="15297" y="31639"/>
                  <a:pt x="15656" y="31209"/>
                </a:cubicBezTo>
                <a:cubicBezTo>
                  <a:pt x="17404" y="29222"/>
                  <a:pt x="19323" y="27393"/>
                  <a:pt x="21381" y="25735"/>
                </a:cubicBezTo>
                <a:cubicBezTo>
                  <a:pt x="22070" y="25206"/>
                  <a:pt x="22570" y="24457"/>
                  <a:pt x="22820" y="23617"/>
                </a:cubicBezTo>
                <a:cubicBezTo>
                  <a:pt x="23059" y="22778"/>
                  <a:pt x="23039" y="21889"/>
                  <a:pt x="22740" y="21060"/>
                </a:cubicBezTo>
                <a:cubicBezTo>
                  <a:pt x="22450" y="20241"/>
                  <a:pt x="21910" y="19531"/>
                  <a:pt x="21191" y="19032"/>
                </a:cubicBezTo>
                <a:cubicBezTo>
                  <a:pt x="20471" y="18533"/>
                  <a:pt x="19612" y="18283"/>
                  <a:pt x="18733" y="18293"/>
                </a:cubicBezTo>
                <a:close/>
                <a:moveTo>
                  <a:pt x="53782" y="20081"/>
                </a:moveTo>
                <a:cubicBezTo>
                  <a:pt x="51863" y="20261"/>
                  <a:pt x="50255" y="21769"/>
                  <a:pt x="50015" y="23777"/>
                </a:cubicBezTo>
                <a:cubicBezTo>
                  <a:pt x="49765" y="26065"/>
                  <a:pt x="51414" y="28123"/>
                  <a:pt x="53702" y="28372"/>
                </a:cubicBezTo>
                <a:cubicBezTo>
                  <a:pt x="64552" y="29592"/>
                  <a:pt x="73694" y="35875"/>
                  <a:pt x="78819" y="44796"/>
                </a:cubicBezTo>
                <a:lnTo>
                  <a:pt x="73794" y="44796"/>
                </a:lnTo>
                <a:cubicBezTo>
                  <a:pt x="73724" y="44675"/>
                  <a:pt x="73684" y="44556"/>
                  <a:pt x="73604" y="44446"/>
                </a:cubicBezTo>
                <a:cubicBezTo>
                  <a:pt x="68129" y="36844"/>
                  <a:pt x="59287" y="32309"/>
                  <a:pt x="49995" y="32309"/>
                </a:cubicBezTo>
                <a:cubicBezTo>
                  <a:pt x="40114" y="32309"/>
                  <a:pt x="31382" y="37253"/>
                  <a:pt x="26126" y="44796"/>
                </a:cubicBezTo>
                <a:lnTo>
                  <a:pt x="21241" y="44796"/>
                </a:lnTo>
                <a:cubicBezTo>
                  <a:pt x="25457" y="37553"/>
                  <a:pt x="32331" y="31919"/>
                  <a:pt x="40764" y="29481"/>
                </a:cubicBezTo>
                <a:cubicBezTo>
                  <a:pt x="42962" y="28832"/>
                  <a:pt x="44230" y="26524"/>
                  <a:pt x="43591" y="24317"/>
                </a:cubicBezTo>
                <a:cubicBezTo>
                  <a:pt x="42942" y="22109"/>
                  <a:pt x="40633" y="20840"/>
                  <a:pt x="38426" y="21490"/>
                </a:cubicBezTo>
                <a:cubicBezTo>
                  <a:pt x="26376" y="24996"/>
                  <a:pt x="16795" y="33737"/>
                  <a:pt x="11919" y="44796"/>
                </a:cubicBezTo>
                <a:lnTo>
                  <a:pt x="3167" y="44796"/>
                </a:lnTo>
                <a:cubicBezTo>
                  <a:pt x="2758" y="44786"/>
                  <a:pt x="2338" y="44866"/>
                  <a:pt x="1958" y="45025"/>
                </a:cubicBezTo>
                <a:cubicBezTo>
                  <a:pt x="1579" y="45175"/>
                  <a:pt x="1229" y="45405"/>
                  <a:pt x="929" y="45694"/>
                </a:cubicBezTo>
                <a:cubicBezTo>
                  <a:pt x="640" y="45984"/>
                  <a:pt x="399" y="46334"/>
                  <a:pt x="240" y="46714"/>
                </a:cubicBezTo>
                <a:cubicBezTo>
                  <a:pt x="80" y="47093"/>
                  <a:pt x="0" y="47503"/>
                  <a:pt x="0" y="47912"/>
                </a:cubicBezTo>
                <a:cubicBezTo>
                  <a:pt x="0" y="48332"/>
                  <a:pt x="80" y="48742"/>
                  <a:pt x="240" y="49121"/>
                </a:cubicBezTo>
                <a:cubicBezTo>
                  <a:pt x="399" y="49501"/>
                  <a:pt x="640" y="49850"/>
                  <a:pt x="929" y="50140"/>
                </a:cubicBezTo>
                <a:cubicBezTo>
                  <a:pt x="1229" y="50430"/>
                  <a:pt x="1579" y="50659"/>
                  <a:pt x="1958" y="50809"/>
                </a:cubicBezTo>
                <a:cubicBezTo>
                  <a:pt x="2338" y="50969"/>
                  <a:pt x="2758" y="51049"/>
                  <a:pt x="3167" y="51039"/>
                </a:cubicBezTo>
                <a:lnTo>
                  <a:pt x="96833" y="51039"/>
                </a:lnTo>
                <a:cubicBezTo>
                  <a:pt x="97243" y="51049"/>
                  <a:pt x="97652" y="50969"/>
                  <a:pt x="98042" y="50809"/>
                </a:cubicBezTo>
                <a:cubicBezTo>
                  <a:pt x="98421" y="50659"/>
                  <a:pt x="98771" y="50430"/>
                  <a:pt x="99071" y="50140"/>
                </a:cubicBezTo>
                <a:cubicBezTo>
                  <a:pt x="99360" y="49850"/>
                  <a:pt x="99601" y="49501"/>
                  <a:pt x="99760" y="49121"/>
                </a:cubicBezTo>
                <a:cubicBezTo>
                  <a:pt x="99920" y="48742"/>
                  <a:pt x="100000" y="48332"/>
                  <a:pt x="100000" y="47912"/>
                </a:cubicBezTo>
                <a:cubicBezTo>
                  <a:pt x="100000" y="47503"/>
                  <a:pt x="99920" y="47093"/>
                  <a:pt x="99760" y="46714"/>
                </a:cubicBezTo>
                <a:cubicBezTo>
                  <a:pt x="99601" y="46334"/>
                  <a:pt x="99360" y="45984"/>
                  <a:pt x="99071" y="45694"/>
                </a:cubicBezTo>
                <a:cubicBezTo>
                  <a:pt x="98771" y="45405"/>
                  <a:pt x="98421" y="45175"/>
                  <a:pt x="98042" y="45025"/>
                </a:cubicBezTo>
                <a:cubicBezTo>
                  <a:pt x="97652" y="44866"/>
                  <a:pt x="97243" y="44786"/>
                  <a:pt x="96833" y="44796"/>
                </a:cubicBezTo>
                <a:lnTo>
                  <a:pt x="88121" y="44796"/>
                </a:lnTo>
                <a:cubicBezTo>
                  <a:pt x="82336" y="31480"/>
                  <a:pt x="69807" y="21789"/>
                  <a:pt x="54621" y="20091"/>
                </a:cubicBezTo>
                <a:cubicBezTo>
                  <a:pt x="54341" y="20061"/>
                  <a:pt x="54062" y="20061"/>
                  <a:pt x="53782" y="20081"/>
                </a:cubicBezTo>
                <a:close/>
                <a:moveTo>
                  <a:pt x="49995" y="40630"/>
                </a:moveTo>
                <a:cubicBezTo>
                  <a:pt x="54481" y="40630"/>
                  <a:pt x="58807" y="42149"/>
                  <a:pt x="62354" y="44796"/>
                </a:cubicBezTo>
                <a:lnTo>
                  <a:pt x="37596" y="44796"/>
                </a:lnTo>
                <a:cubicBezTo>
                  <a:pt x="41063" y="42208"/>
                  <a:pt x="45349" y="40630"/>
                  <a:pt x="49995" y="40630"/>
                </a:cubicBezTo>
                <a:close/>
                <a:moveTo>
                  <a:pt x="8583" y="57283"/>
                </a:moveTo>
                <a:cubicBezTo>
                  <a:pt x="8432" y="58651"/>
                  <a:pt x="8372" y="60050"/>
                  <a:pt x="8372" y="61448"/>
                </a:cubicBezTo>
                <a:cubicBezTo>
                  <a:pt x="8372" y="63336"/>
                  <a:pt x="8452" y="66423"/>
                  <a:pt x="8912" y="70249"/>
                </a:cubicBezTo>
                <a:cubicBezTo>
                  <a:pt x="9162" y="72377"/>
                  <a:pt x="10970" y="73935"/>
                  <a:pt x="13059" y="73935"/>
                </a:cubicBezTo>
                <a:cubicBezTo>
                  <a:pt x="13198" y="73935"/>
                  <a:pt x="13368" y="73935"/>
                  <a:pt x="13538" y="73916"/>
                </a:cubicBezTo>
                <a:cubicBezTo>
                  <a:pt x="15826" y="73646"/>
                  <a:pt x="17444" y="71558"/>
                  <a:pt x="17175" y="69290"/>
                </a:cubicBezTo>
                <a:cubicBezTo>
                  <a:pt x="16785" y="65834"/>
                  <a:pt x="16695" y="63107"/>
                  <a:pt x="16695" y="61448"/>
                </a:cubicBezTo>
                <a:cubicBezTo>
                  <a:pt x="16695" y="60050"/>
                  <a:pt x="16775" y="58651"/>
                  <a:pt x="16945" y="57283"/>
                </a:cubicBezTo>
                <a:lnTo>
                  <a:pt x="8583" y="57283"/>
                </a:lnTo>
                <a:close/>
                <a:moveTo>
                  <a:pt x="21151" y="57283"/>
                </a:moveTo>
                <a:cubicBezTo>
                  <a:pt x="20961" y="58631"/>
                  <a:pt x="20861" y="60030"/>
                  <a:pt x="20861" y="61448"/>
                </a:cubicBezTo>
                <a:cubicBezTo>
                  <a:pt x="20861" y="64006"/>
                  <a:pt x="21131" y="73206"/>
                  <a:pt x="24728" y="83606"/>
                </a:cubicBezTo>
                <a:cubicBezTo>
                  <a:pt x="25337" y="85334"/>
                  <a:pt x="26936" y="86423"/>
                  <a:pt x="28664" y="86423"/>
                </a:cubicBezTo>
                <a:cubicBezTo>
                  <a:pt x="29124" y="86423"/>
                  <a:pt x="29584" y="86333"/>
                  <a:pt x="30023" y="86193"/>
                </a:cubicBezTo>
                <a:cubicBezTo>
                  <a:pt x="32201" y="85444"/>
                  <a:pt x="33350" y="83066"/>
                  <a:pt x="32601" y="80908"/>
                </a:cubicBezTo>
                <a:cubicBezTo>
                  <a:pt x="29353" y="71478"/>
                  <a:pt x="29184" y="63047"/>
                  <a:pt x="29184" y="61448"/>
                </a:cubicBezTo>
                <a:cubicBezTo>
                  <a:pt x="29184" y="60010"/>
                  <a:pt x="29334" y="58611"/>
                  <a:pt x="29604" y="57283"/>
                </a:cubicBezTo>
                <a:lnTo>
                  <a:pt x="21151" y="57283"/>
                </a:lnTo>
                <a:close/>
                <a:moveTo>
                  <a:pt x="33869" y="57283"/>
                </a:moveTo>
                <a:cubicBezTo>
                  <a:pt x="33540" y="58611"/>
                  <a:pt x="33350" y="60010"/>
                  <a:pt x="33350" y="61448"/>
                </a:cubicBezTo>
                <a:cubicBezTo>
                  <a:pt x="33350" y="64235"/>
                  <a:pt x="33789" y="78760"/>
                  <a:pt x="42192" y="90878"/>
                </a:cubicBezTo>
                <a:cubicBezTo>
                  <a:pt x="43002" y="92037"/>
                  <a:pt x="44301" y="92666"/>
                  <a:pt x="45609" y="92666"/>
                </a:cubicBezTo>
                <a:cubicBezTo>
                  <a:pt x="46438" y="92666"/>
                  <a:pt x="47247" y="92416"/>
                  <a:pt x="47977" y="91917"/>
                </a:cubicBezTo>
                <a:cubicBezTo>
                  <a:pt x="49875" y="90609"/>
                  <a:pt x="50334" y="88021"/>
                  <a:pt x="49016" y="86123"/>
                </a:cubicBezTo>
                <a:cubicBezTo>
                  <a:pt x="41882" y="75843"/>
                  <a:pt x="41673" y="62877"/>
                  <a:pt x="41673" y="61448"/>
                </a:cubicBezTo>
                <a:cubicBezTo>
                  <a:pt x="41673" y="59930"/>
                  <a:pt x="42092" y="58512"/>
                  <a:pt x="42792" y="57283"/>
                </a:cubicBezTo>
                <a:lnTo>
                  <a:pt x="33869" y="57283"/>
                </a:lnTo>
                <a:close/>
                <a:moveTo>
                  <a:pt x="49995" y="57283"/>
                </a:moveTo>
                <a:cubicBezTo>
                  <a:pt x="47707" y="57283"/>
                  <a:pt x="45838" y="59151"/>
                  <a:pt x="45838" y="61448"/>
                </a:cubicBezTo>
                <a:cubicBezTo>
                  <a:pt x="45838" y="62108"/>
                  <a:pt x="45939" y="77842"/>
                  <a:pt x="55390" y="87272"/>
                </a:cubicBezTo>
                <a:lnTo>
                  <a:pt x="57468" y="89349"/>
                </a:lnTo>
                <a:cubicBezTo>
                  <a:pt x="58287" y="90169"/>
                  <a:pt x="59346" y="90579"/>
                  <a:pt x="60406" y="90579"/>
                </a:cubicBezTo>
                <a:cubicBezTo>
                  <a:pt x="61465" y="90579"/>
                  <a:pt x="62534" y="90169"/>
                  <a:pt x="63343" y="89349"/>
                </a:cubicBezTo>
                <a:cubicBezTo>
                  <a:pt x="64981" y="87731"/>
                  <a:pt x="64981" y="85104"/>
                  <a:pt x="63343" y="83486"/>
                </a:cubicBezTo>
                <a:lnTo>
                  <a:pt x="61265" y="81408"/>
                </a:lnTo>
                <a:cubicBezTo>
                  <a:pt x="54331" y="74455"/>
                  <a:pt x="54162" y="61678"/>
                  <a:pt x="54162" y="61448"/>
                </a:cubicBezTo>
                <a:cubicBezTo>
                  <a:pt x="54162" y="59131"/>
                  <a:pt x="52293" y="57283"/>
                  <a:pt x="49995" y="57283"/>
                </a:cubicBezTo>
                <a:close/>
                <a:moveTo>
                  <a:pt x="57199" y="57283"/>
                </a:moveTo>
                <a:cubicBezTo>
                  <a:pt x="57908" y="58492"/>
                  <a:pt x="58327" y="59930"/>
                  <a:pt x="58327" y="61448"/>
                </a:cubicBezTo>
                <a:cubicBezTo>
                  <a:pt x="58387" y="65395"/>
                  <a:pt x="60056" y="73076"/>
                  <a:pt x="63573" y="77652"/>
                </a:cubicBezTo>
                <a:cubicBezTo>
                  <a:pt x="65321" y="79919"/>
                  <a:pt x="68688" y="82946"/>
                  <a:pt x="69088" y="83296"/>
                </a:cubicBezTo>
                <a:cubicBezTo>
                  <a:pt x="70796" y="84814"/>
                  <a:pt x="73434" y="84654"/>
                  <a:pt x="74953" y="82946"/>
                </a:cubicBezTo>
                <a:cubicBezTo>
                  <a:pt x="76471" y="81218"/>
                  <a:pt x="76331" y="78591"/>
                  <a:pt x="74603" y="77053"/>
                </a:cubicBezTo>
                <a:cubicBezTo>
                  <a:pt x="73794" y="76343"/>
                  <a:pt x="71246" y="73975"/>
                  <a:pt x="70167" y="72577"/>
                </a:cubicBezTo>
                <a:cubicBezTo>
                  <a:pt x="67899" y="69620"/>
                  <a:pt x="66690" y="63756"/>
                  <a:pt x="66650" y="61368"/>
                </a:cubicBezTo>
                <a:cubicBezTo>
                  <a:pt x="66650" y="59950"/>
                  <a:pt x="66460" y="58591"/>
                  <a:pt x="66131" y="57283"/>
                </a:cubicBezTo>
                <a:lnTo>
                  <a:pt x="57199" y="57283"/>
                </a:lnTo>
                <a:close/>
                <a:moveTo>
                  <a:pt x="74832" y="57283"/>
                </a:moveTo>
                <a:cubicBezTo>
                  <a:pt x="72545" y="57363"/>
                  <a:pt x="70726" y="59301"/>
                  <a:pt x="70816" y="61588"/>
                </a:cubicBezTo>
                <a:cubicBezTo>
                  <a:pt x="70836" y="62108"/>
                  <a:pt x="70976" y="64835"/>
                  <a:pt x="71875" y="67103"/>
                </a:cubicBezTo>
                <a:cubicBezTo>
                  <a:pt x="74224" y="73146"/>
                  <a:pt x="80827" y="76323"/>
                  <a:pt x="81556" y="76683"/>
                </a:cubicBezTo>
                <a:cubicBezTo>
                  <a:pt x="82116" y="76932"/>
                  <a:pt x="82716" y="77053"/>
                  <a:pt x="83305" y="77053"/>
                </a:cubicBezTo>
                <a:cubicBezTo>
                  <a:pt x="84864" y="77053"/>
                  <a:pt x="86362" y="76163"/>
                  <a:pt x="87072" y="74635"/>
                </a:cubicBezTo>
                <a:cubicBezTo>
                  <a:pt x="88031" y="72557"/>
                  <a:pt x="87132" y="70100"/>
                  <a:pt x="85053" y="69121"/>
                </a:cubicBezTo>
                <a:cubicBezTo>
                  <a:pt x="83945" y="68601"/>
                  <a:pt x="80597" y="66563"/>
                  <a:pt x="79638" y="64086"/>
                </a:cubicBezTo>
                <a:cubicBezTo>
                  <a:pt x="79368" y="63416"/>
                  <a:pt x="79179" y="62128"/>
                  <a:pt x="79139" y="61299"/>
                </a:cubicBezTo>
                <a:cubicBezTo>
                  <a:pt x="79059" y="59051"/>
                  <a:pt x="77291" y="57283"/>
                  <a:pt x="75023" y="57283"/>
                </a:cubicBezTo>
                <a:lnTo>
                  <a:pt x="74832" y="57283"/>
                </a:lnTo>
                <a:close/>
                <a:moveTo>
                  <a:pt x="82985" y="57283"/>
                </a:moveTo>
                <a:cubicBezTo>
                  <a:pt x="83115" y="58052"/>
                  <a:pt x="83175" y="58821"/>
                  <a:pt x="83225" y="59590"/>
                </a:cubicBezTo>
                <a:cubicBezTo>
                  <a:pt x="83345" y="61818"/>
                  <a:pt x="85173" y="63526"/>
                  <a:pt x="87361" y="63526"/>
                </a:cubicBezTo>
                <a:lnTo>
                  <a:pt x="87611" y="63526"/>
                </a:lnTo>
                <a:cubicBezTo>
                  <a:pt x="89899" y="63397"/>
                  <a:pt x="91648" y="61428"/>
                  <a:pt x="91528" y="59141"/>
                </a:cubicBezTo>
                <a:cubicBezTo>
                  <a:pt x="91478" y="58512"/>
                  <a:pt x="91448" y="57882"/>
                  <a:pt x="91378" y="57283"/>
                </a:cubicBezTo>
                <a:lnTo>
                  <a:pt x="82985" y="5728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6" name="Белый — SVG 66">
            <a:extLst>
              <a:ext uri="{FF2B5EF4-FFF2-40B4-BE49-F238E27FC236}">
                <a16:creationId xmlns:a16="http://schemas.microsoft.com/office/drawing/2014/main" id="{7E9E406E-90B8-0746-8CA2-B46FAC926849}"/>
              </a:ext>
            </a:extLst>
          </p:cNvPr>
          <p:cNvSpPr>
            <a:spLocks noGrp="1"/>
          </p:cNvSpPr>
          <p:nvPr/>
        </p:nvSpPr>
        <p:spPr>
          <a:xfrm>
            <a:off x="7020000" y="5530000"/>
            <a:ext cx="220000" cy="220000"/>
          </a:xfrm>
          <a:custGeom>
            <a:avLst/>
            <a:gdLst>
              <a:gd name="csX0" fmla="*/ 58475 w 141772"/>
              <a:gd name="csY0" fmla="*/ 0 h 141753"/>
              <a:gd name="csX1" fmla="*/ 53167 w 141772"/>
              <a:gd name="csY1" fmla="*/ 5308 h 141753"/>
              <a:gd name="csX2" fmla="*/ 53167 w 141772"/>
              <a:gd name="csY2" fmla="*/ 7434 h 141753"/>
              <a:gd name="csX3" fmla="*/ 47774 w 141772"/>
              <a:gd name="csY3" fmla="*/ 15276 h 141753"/>
              <a:gd name="csX4" fmla="*/ 38552 w 141772"/>
              <a:gd name="csY4" fmla="*/ 13490 h 141753"/>
              <a:gd name="csX5" fmla="*/ 37055 w 141772"/>
              <a:gd name="csY5" fmla="*/ 11993 h 141753"/>
              <a:gd name="csX6" fmla="*/ 33295 w 141772"/>
              <a:gd name="csY6" fmla="*/ 10428 h 141753"/>
              <a:gd name="csX7" fmla="*/ 29535 w 141772"/>
              <a:gd name="csY7" fmla="*/ 11993 h 141753"/>
              <a:gd name="csX8" fmla="*/ 11995 w 141772"/>
              <a:gd name="csY8" fmla="*/ 29531 h 141753"/>
              <a:gd name="csX9" fmla="*/ 10429 w 141772"/>
              <a:gd name="csY9" fmla="*/ 33291 h 141753"/>
              <a:gd name="csX10" fmla="*/ 11995 w 141772"/>
              <a:gd name="csY10" fmla="*/ 37050 h 141753"/>
              <a:gd name="csX11" fmla="*/ 13492 w 141772"/>
              <a:gd name="csY11" fmla="*/ 38547 h 141753"/>
              <a:gd name="csX12" fmla="*/ 15210 w 141772"/>
              <a:gd name="csY12" fmla="*/ 47954 h 141753"/>
              <a:gd name="csX13" fmla="*/ 7435 w 141772"/>
              <a:gd name="csY13" fmla="*/ 53160 h 141753"/>
              <a:gd name="csX14" fmla="*/ 5308 w 141772"/>
              <a:gd name="csY14" fmla="*/ 53160 h 141753"/>
              <a:gd name="csX15" fmla="*/ 0 w 141772"/>
              <a:gd name="csY15" fmla="*/ 58467 h 141753"/>
              <a:gd name="csX16" fmla="*/ 0 w 141772"/>
              <a:gd name="csY16" fmla="*/ 83286 h 141753"/>
              <a:gd name="csX17" fmla="*/ 5308 w 141772"/>
              <a:gd name="csY17" fmla="*/ 88594 h 141753"/>
              <a:gd name="csX18" fmla="*/ 7435 w 141772"/>
              <a:gd name="csY18" fmla="*/ 88594 h 141753"/>
              <a:gd name="csX19" fmla="*/ 15278 w 141772"/>
              <a:gd name="csY19" fmla="*/ 93986 h 141753"/>
              <a:gd name="csX20" fmla="*/ 13492 w 141772"/>
              <a:gd name="csY20" fmla="*/ 103223 h 141753"/>
              <a:gd name="csX21" fmla="*/ 11995 w 141772"/>
              <a:gd name="csY21" fmla="*/ 104720 h 141753"/>
              <a:gd name="csX22" fmla="*/ 10429 w 141772"/>
              <a:gd name="csY22" fmla="*/ 108480 h 141753"/>
              <a:gd name="csX23" fmla="*/ 11995 w 141772"/>
              <a:gd name="csY23" fmla="*/ 112239 h 141753"/>
              <a:gd name="csX24" fmla="*/ 29535 w 141772"/>
              <a:gd name="csY24" fmla="*/ 129778 h 141753"/>
              <a:gd name="csX25" fmla="*/ 33295 w 141772"/>
              <a:gd name="csY25" fmla="*/ 131343 h 141753"/>
              <a:gd name="csX26" fmla="*/ 37055 w 141772"/>
              <a:gd name="csY26" fmla="*/ 129778 h 141753"/>
              <a:gd name="csX27" fmla="*/ 38552 w 141772"/>
              <a:gd name="csY27" fmla="*/ 128281 h 141753"/>
              <a:gd name="csX28" fmla="*/ 47961 w 141772"/>
              <a:gd name="csY28" fmla="*/ 126562 h 141753"/>
              <a:gd name="csX29" fmla="*/ 53167 w 141772"/>
              <a:gd name="csY29" fmla="*/ 134337 h 141753"/>
              <a:gd name="csX30" fmla="*/ 53167 w 141772"/>
              <a:gd name="csY30" fmla="*/ 136446 h 141753"/>
              <a:gd name="csX31" fmla="*/ 58475 w 141772"/>
              <a:gd name="csY31" fmla="*/ 141754 h 141753"/>
              <a:gd name="csX32" fmla="*/ 83298 w 141772"/>
              <a:gd name="csY32" fmla="*/ 141754 h 141753"/>
              <a:gd name="csX33" fmla="*/ 88606 w 141772"/>
              <a:gd name="csY33" fmla="*/ 136446 h 141753"/>
              <a:gd name="csX34" fmla="*/ 88606 w 141772"/>
              <a:gd name="csY34" fmla="*/ 134337 h 141753"/>
              <a:gd name="csX35" fmla="*/ 93999 w 141772"/>
              <a:gd name="csY35" fmla="*/ 126478 h 141753"/>
              <a:gd name="csX36" fmla="*/ 103220 w 141772"/>
              <a:gd name="csY36" fmla="*/ 128264 h 141753"/>
              <a:gd name="csX37" fmla="*/ 104718 w 141772"/>
              <a:gd name="csY37" fmla="*/ 129761 h 141753"/>
              <a:gd name="csX38" fmla="*/ 108478 w 141772"/>
              <a:gd name="csY38" fmla="*/ 131326 h 141753"/>
              <a:gd name="csX39" fmla="*/ 112237 w 141772"/>
              <a:gd name="csY39" fmla="*/ 129778 h 141753"/>
              <a:gd name="csX40" fmla="*/ 129795 w 141772"/>
              <a:gd name="csY40" fmla="*/ 112222 h 141753"/>
              <a:gd name="csX41" fmla="*/ 131343 w 141772"/>
              <a:gd name="csY41" fmla="*/ 108463 h 141753"/>
              <a:gd name="csX42" fmla="*/ 129778 w 141772"/>
              <a:gd name="csY42" fmla="*/ 104703 h 141753"/>
              <a:gd name="csX43" fmla="*/ 128298 w 141772"/>
              <a:gd name="csY43" fmla="*/ 103206 h 141753"/>
              <a:gd name="csX44" fmla="*/ 126563 w 141772"/>
              <a:gd name="csY44" fmla="*/ 93799 h 141753"/>
              <a:gd name="csX45" fmla="*/ 134355 w 141772"/>
              <a:gd name="csY45" fmla="*/ 88594 h 141753"/>
              <a:gd name="csX46" fmla="*/ 136464 w 141772"/>
              <a:gd name="csY46" fmla="*/ 88594 h 141753"/>
              <a:gd name="csX47" fmla="*/ 141773 w 141772"/>
              <a:gd name="csY47" fmla="*/ 83286 h 141753"/>
              <a:gd name="csX48" fmla="*/ 141773 w 141772"/>
              <a:gd name="csY48" fmla="*/ 58467 h 141753"/>
              <a:gd name="csX49" fmla="*/ 136464 w 141772"/>
              <a:gd name="csY49" fmla="*/ 53160 h 141753"/>
              <a:gd name="csX50" fmla="*/ 134355 w 141772"/>
              <a:gd name="csY50" fmla="*/ 53160 h 141753"/>
              <a:gd name="csX51" fmla="*/ 126495 w 141772"/>
              <a:gd name="csY51" fmla="*/ 47767 h 141753"/>
              <a:gd name="csX52" fmla="*/ 128298 w 141772"/>
              <a:gd name="csY52" fmla="*/ 38547 h 141753"/>
              <a:gd name="csX53" fmla="*/ 129778 w 141772"/>
              <a:gd name="csY53" fmla="*/ 37050 h 141753"/>
              <a:gd name="csX54" fmla="*/ 131343 w 141772"/>
              <a:gd name="csY54" fmla="*/ 33291 h 141753"/>
              <a:gd name="csX55" fmla="*/ 129795 w 141772"/>
              <a:gd name="csY55" fmla="*/ 29514 h 141753"/>
              <a:gd name="csX56" fmla="*/ 112237 w 141772"/>
              <a:gd name="csY56" fmla="*/ 11976 h 141753"/>
              <a:gd name="csX57" fmla="*/ 108478 w 141772"/>
              <a:gd name="csY57" fmla="*/ 10428 h 141753"/>
              <a:gd name="csX58" fmla="*/ 104718 w 141772"/>
              <a:gd name="csY58" fmla="*/ 11993 h 141753"/>
              <a:gd name="csX59" fmla="*/ 103220 w 141772"/>
              <a:gd name="csY59" fmla="*/ 13473 h 141753"/>
              <a:gd name="csX60" fmla="*/ 93812 w 141772"/>
              <a:gd name="csY60" fmla="*/ 15208 h 141753"/>
              <a:gd name="csX61" fmla="*/ 88606 w 141772"/>
              <a:gd name="csY61" fmla="*/ 7434 h 141753"/>
              <a:gd name="csX62" fmla="*/ 88606 w 141772"/>
              <a:gd name="csY62" fmla="*/ 5308 h 141753"/>
              <a:gd name="csX63" fmla="*/ 83298 w 141772"/>
              <a:gd name="csY63" fmla="*/ 0 h 141753"/>
              <a:gd name="csX64" fmla="*/ 58475 w 141772"/>
              <a:gd name="csY64" fmla="*/ 0 h 141753"/>
              <a:gd name="csX65" fmla="*/ 65570 w 141772"/>
              <a:gd name="csY65" fmla="*/ 34090 h 141753"/>
              <a:gd name="csX66" fmla="*/ 65570 w 141772"/>
              <a:gd name="csY66" fmla="*/ 54248 h 141753"/>
              <a:gd name="csX67" fmla="*/ 57607 w 141772"/>
              <a:gd name="csY67" fmla="*/ 58825 h 141753"/>
              <a:gd name="csX68" fmla="*/ 53167 w 141772"/>
              <a:gd name="csY68" fmla="*/ 70885 h 141753"/>
              <a:gd name="csX69" fmla="*/ 53813 w 141772"/>
              <a:gd name="csY69" fmla="*/ 74730 h 141753"/>
              <a:gd name="csX70" fmla="*/ 36358 w 141772"/>
              <a:gd name="csY70" fmla="*/ 84732 h 141753"/>
              <a:gd name="csX71" fmla="*/ 33670 w 141772"/>
              <a:gd name="csY71" fmla="*/ 70885 h 141753"/>
              <a:gd name="csX72" fmla="*/ 65570 w 141772"/>
              <a:gd name="csY72" fmla="*/ 34090 h 141753"/>
              <a:gd name="csX73" fmla="*/ 76203 w 141772"/>
              <a:gd name="csY73" fmla="*/ 34090 h 141753"/>
              <a:gd name="csX74" fmla="*/ 108103 w 141772"/>
              <a:gd name="csY74" fmla="*/ 70885 h 141753"/>
              <a:gd name="csX75" fmla="*/ 105415 w 141772"/>
              <a:gd name="csY75" fmla="*/ 84732 h 141753"/>
              <a:gd name="csX76" fmla="*/ 87959 w 141772"/>
              <a:gd name="csY76" fmla="*/ 74764 h 141753"/>
              <a:gd name="csX77" fmla="*/ 88606 w 141772"/>
              <a:gd name="csY77" fmla="*/ 70885 h 141753"/>
              <a:gd name="csX78" fmla="*/ 84165 w 141772"/>
              <a:gd name="csY78" fmla="*/ 58825 h 141753"/>
              <a:gd name="csX79" fmla="*/ 76203 w 141772"/>
              <a:gd name="csY79" fmla="*/ 54248 h 141753"/>
              <a:gd name="csX80" fmla="*/ 76203 w 141772"/>
              <a:gd name="csY80" fmla="*/ 34090 h 141753"/>
              <a:gd name="csX81" fmla="*/ 70895 w 141772"/>
              <a:gd name="csY81" fmla="*/ 63792 h 141753"/>
              <a:gd name="csX82" fmla="*/ 76220 w 141772"/>
              <a:gd name="csY82" fmla="*/ 65884 h 141753"/>
              <a:gd name="csX83" fmla="*/ 77972 w 141772"/>
              <a:gd name="csY83" fmla="*/ 70885 h 141753"/>
              <a:gd name="csX84" fmla="*/ 76220 w 141772"/>
              <a:gd name="csY84" fmla="*/ 75870 h 141753"/>
              <a:gd name="csX85" fmla="*/ 70895 w 141772"/>
              <a:gd name="csY85" fmla="*/ 77962 h 141753"/>
              <a:gd name="csX86" fmla="*/ 65553 w 141772"/>
              <a:gd name="csY86" fmla="*/ 75870 h 141753"/>
              <a:gd name="csX87" fmla="*/ 63800 w 141772"/>
              <a:gd name="csY87" fmla="*/ 70885 h 141753"/>
              <a:gd name="csX88" fmla="*/ 65553 w 141772"/>
              <a:gd name="csY88" fmla="*/ 65884 h 141753"/>
              <a:gd name="csX89" fmla="*/ 70895 w 141772"/>
              <a:gd name="csY89" fmla="*/ 63792 h 141753"/>
              <a:gd name="csX90" fmla="*/ 59053 w 141772"/>
              <a:gd name="csY90" fmla="*/ 83984 h 141753"/>
              <a:gd name="csX91" fmla="*/ 70895 w 141772"/>
              <a:gd name="csY91" fmla="*/ 88594 h 141753"/>
              <a:gd name="csX92" fmla="*/ 82685 w 141772"/>
              <a:gd name="csY92" fmla="*/ 84001 h 141753"/>
              <a:gd name="csX93" fmla="*/ 100073 w 141772"/>
              <a:gd name="csY93" fmla="*/ 93935 h 141753"/>
              <a:gd name="csX94" fmla="*/ 70895 w 141772"/>
              <a:gd name="csY94" fmla="*/ 108089 h 141753"/>
              <a:gd name="csX95" fmla="*/ 41700 w 141772"/>
              <a:gd name="csY95" fmla="*/ 93918 h 141753"/>
              <a:gd name="csX96" fmla="*/ 59053 w 141772"/>
              <a:gd name="csY96" fmla="*/ 83984 h 141753"/>
            </a:gdLst>
            <a:ahLst/>
            <a:cxnLst/>
            <a:rect l="l" t="t" r="r" b="b"/>
            <a:pathLst>
              <a:path w="100000" h="100000">
                <a:moveTo>
                  <a:pt x="41246" y="7"/>
                </a:moveTo>
                <a:cubicBezTo>
                  <a:pt x="39182" y="7"/>
                  <a:pt x="37502" y="1686"/>
                  <a:pt x="37502" y="3751"/>
                </a:cubicBezTo>
                <a:lnTo>
                  <a:pt x="37502" y="5250"/>
                </a:lnTo>
                <a:cubicBezTo>
                  <a:pt x="37502" y="7662"/>
                  <a:pt x="36061" y="9810"/>
                  <a:pt x="33698" y="10782"/>
                </a:cubicBezTo>
                <a:cubicBezTo>
                  <a:pt x="31453" y="11730"/>
                  <a:pt x="28897" y="11226"/>
                  <a:pt x="27193" y="9522"/>
                </a:cubicBezTo>
                <a:lnTo>
                  <a:pt x="26137" y="8466"/>
                </a:lnTo>
                <a:cubicBezTo>
                  <a:pt x="25441" y="7758"/>
                  <a:pt x="24481" y="7362"/>
                  <a:pt x="23485" y="7362"/>
                </a:cubicBezTo>
                <a:cubicBezTo>
                  <a:pt x="22489" y="7362"/>
                  <a:pt x="21541" y="7758"/>
                  <a:pt x="20833" y="8466"/>
                </a:cubicBezTo>
                <a:lnTo>
                  <a:pt x="8461" y="20837"/>
                </a:lnTo>
                <a:cubicBezTo>
                  <a:pt x="7753" y="21533"/>
                  <a:pt x="7356" y="22493"/>
                  <a:pt x="7356" y="23489"/>
                </a:cubicBezTo>
                <a:cubicBezTo>
                  <a:pt x="7356" y="24484"/>
                  <a:pt x="7753" y="25432"/>
                  <a:pt x="8461" y="26140"/>
                </a:cubicBezTo>
                <a:lnTo>
                  <a:pt x="9517" y="27196"/>
                </a:lnTo>
                <a:cubicBezTo>
                  <a:pt x="11220" y="28912"/>
                  <a:pt x="11724" y="31456"/>
                  <a:pt x="10728" y="33831"/>
                </a:cubicBezTo>
                <a:cubicBezTo>
                  <a:pt x="9804" y="36063"/>
                  <a:pt x="7657" y="37504"/>
                  <a:pt x="5244" y="37504"/>
                </a:cubicBezTo>
                <a:lnTo>
                  <a:pt x="3744" y="37504"/>
                </a:lnTo>
                <a:cubicBezTo>
                  <a:pt x="1680" y="37504"/>
                  <a:pt x="0" y="39183"/>
                  <a:pt x="0" y="41247"/>
                </a:cubicBezTo>
                <a:lnTo>
                  <a:pt x="0" y="58753"/>
                </a:lnTo>
                <a:cubicBezTo>
                  <a:pt x="0" y="60817"/>
                  <a:pt x="1680" y="62497"/>
                  <a:pt x="3744" y="62497"/>
                </a:cubicBezTo>
                <a:lnTo>
                  <a:pt x="5244" y="62497"/>
                </a:lnTo>
                <a:cubicBezTo>
                  <a:pt x="7657" y="62497"/>
                  <a:pt x="9804" y="63937"/>
                  <a:pt x="10776" y="66300"/>
                </a:cubicBezTo>
                <a:cubicBezTo>
                  <a:pt x="11724" y="68545"/>
                  <a:pt x="11220" y="71100"/>
                  <a:pt x="9517" y="72816"/>
                </a:cubicBezTo>
                <a:lnTo>
                  <a:pt x="8461" y="73872"/>
                </a:lnTo>
                <a:cubicBezTo>
                  <a:pt x="7753" y="74568"/>
                  <a:pt x="7356" y="75516"/>
                  <a:pt x="7356" y="76524"/>
                </a:cubicBezTo>
                <a:cubicBezTo>
                  <a:pt x="7356" y="77508"/>
                  <a:pt x="7753" y="78467"/>
                  <a:pt x="8461" y="79175"/>
                </a:cubicBezTo>
                <a:lnTo>
                  <a:pt x="20833" y="91547"/>
                </a:lnTo>
                <a:cubicBezTo>
                  <a:pt x="21529" y="92254"/>
                  <a:pt x="22489" y="92651"/>
                  <a:pt x="23485" y="92651"/>
                </a:cubicBezTo>
                <a:cubicBezTo>
                  <a:pt x="24481" y="92651"/>
                  <a:pt x="25429" y="92243"/>
                  <a:pt x="26137" y="91547"/>
                </a:cubicBezTo>
                <a:lnTo>
                  <a:pt x="27193" y="90491"/>
                </a:lnTo>
                <a:cubicBezTo>
                  <a:pt x="28909" y="88787"/>
                  <a:pt x="31453" y="88283"/>
                  <a:pt x="33830" y="89278"/>
                </a:cubicBezTo>
                <a:cubicBezTo>
                  <a:pt x="36061" y="90190"/>
                  <a:pt x="37502" y="92338"/>
                  <a:pt x="37502" y="94762"/>
                </a:cubicBezTo>
                <a:lnTo>
                  <a:pt x="37502" y="96250"/>
                </a:lnTo>
                <a:cubicBezTo>
                  <a:pt x="37502" y="98314"/>
                  <a:pt x="39182" y="99994"/>
                  <a:pt x="41246" y="99994"/>
                </a:cubicBezTo>
                <a:lnTo>
                  <a:pt x="58755" y="99994"/>
                </a:lnTo>
                <a:cubicBezTo>
                  <a:pt x="60831" y="99994"/>
                  <a:pt x="62499" y="98314"/>
                  <a:pt x="62499" y="96250"/>
                </a:cubicBezTo>
                <a:lnTo>
                  <a:pt x="62499" y="94762"/>
                </a:lnTo>
                <a:cubicBezTo>
                  <a:pt x="62499" y="92338"/>
                  <a:pt x="63951" y="90190"/>
                  <a:pt x="66303" y="89219"/>
                </a:cubicBezTo>
                <a:cubicBezTo>
                  <a:pt x="68559" y="88283"/>
                  <a:pt x="71103" y="88775"/>
                  <a:pt x="72807" y="90479"/>
                </a:cubicBezTo>
                <a:lnTo>
                  <a:pt x="73864" y="91535"/>
                </a:lnTo>
                <a:cubicBezTo>
                  <a:pt x="74571" y="92243"/>
                  <a:pt x="75519" y="92639"/>
                  <a:pt x="76516" y="92639"/>
                </a:cubicBezTo>
                <a:cubicBezTo>
                  <a:pt x="77512" y="92639"/>
                  <a:pt x="78472" y="92243"/>
                  <a:pt x="79167" y="91547"/>
                </a:cubicBezTo>
                <a:lnTo>
                  <a:pt x="91552" y="79163"/>
                </a:lnTo>
                <a:cubicBezTo>
                  <a:pt x="92248" y="78467"/>
                  <a:pt x="92644" y="77508"/>
                  <a:pt x="92644" y="76512"/>
                </a:cubicBezTo>
                <a:cubicBezTo>
                  <a:pt x="92644" y="75516"/>
                  <a:pt x="92248" y="74568"/>
                  <a:pt x="91540" y="73860"/>
                </a:cubicBezTo>
                <a:lnTo>
                  <a:pt x="90496" y="72804"/>
                </a:lnTo>
                <a:cubicBezTo>
                  <a:pt x="88780" y="71100"/>
                  <a:pt x="88288" y="68545"/>
                  <a:pt x="89272" y="66169"/>
                </a:cubicBezTo>
                <a:cubicBezTo>
                  <a:pt x="90196" y="63937"/>
                  <a:pt x="92356" y="62497"/>
                  <a:pt x="94768" y="62497"/>
                </a:cubicBezTo>
                <a:lnTo>
                  <a:pt x="96256" y="62497"/>
                </a:lnTo>
                <a:cubicBezTo>
                  <a:pt x="98333" y="62497"/>
                  <a:pt x="100001" y="60817"/>
                  <a:pt x="100001" y="58753"/>
                </a:cubicBezTo>
                <a:lnTo>
                  <a:pt x="100001" y="41247"/>
                </a:lnTo>
                <a:cubicBezTo>
                  <a:pt x="100001" y="39183"/>
                  <a:pt x="98333" y="37504"/>
                  <a:pt x="96256" y="37504"/>
                </a:cubicBezTo>
                <a:lnTo>
                  <a:pt x="94768" y="37504"/>
                </a:lnTo>
                <a:cubicBezTo>
                  <a:pt x="92356" y="37504"/>
                  <a:pt x="90196" y="36063"/>
                  <a:pt x="89224" y="33700"/>
                </a:cubicBezTo>
                <a:cubicBezTo>
                  <a:pt x="88288" y="31456"/>
                  <a:pt x="88792" y="28900"/>
                  <a:pt x="90496" y="27196"/>
                </a:cubicBezTo>
                <a:lnTo>
                  <a:pt x="91540" y="26140"/>
                </a:lnTo>
                <a:cubicBezTo>
                  <a:pt x="92248" y="25432"/>
                  <a:pt x="92644" y="24484"/>
                  <a:pt x="92644" y="23489"/>
                </a:cubicBezTo>
                <a:cubicBezTo>
                  <a:pt x="92644" y="22493"/>
                  <a:pt x="92248" y="21533"/>
                  <a:pt x="91552" y="20825"/>
                </a:cubicBezTo>
                <a:lnTo>
                  <a:pt x="79167" y="8454"/>
                </a:lnTo>
                <a:cubicBezTo>
                  <a:pt x="78472" y="7758"/>
                  <a:pt x="77512" y="7362"/>
                  <a:pt x="76516" y="7362"/>
                </a:cubicBezTo>
                <a:cubicBezTo>
                  <a:pt x="75519" y="7362"/>
                  <a:pt x="74571" y="7758"/>
                  <a:pt x="73864" y="8466"/>
                </a:cubicBezTo>
                <a:lnTo>
                  <a:pt x="72807" y="9510"/>
                </a:lnTo>
                <a:cubicBezTo>
                  <a:pt x="71103" y="11226"/>
                  <a:pt x="68547" y="11730"/>
                  <a:pt x="66171" y="10734"/>
                </a:cubicBezTo>
                <a:cubicBezTo>
                  <a:pt x="63951" y="9810"/>
                  <a:pt x="62499" y="7662"/>
                  <a:pt x="62499" y="5250"/>
                </a:cubicBezTo>
                <a:lnTo>
                  <a:pt x="62499" y="3751"/>
                </a:lnTo>
                <a:cubicBezTo>
                  <a:pt x="62499" y="1686"/>
                  <a:pt x="60831" y="7"/>
                  <a:pt x="58755" y="7"/>
                </a:cubicBezTo>
                <a:lnTo>
                  <a:pt x="41246" y="7"/>
                </a:lnTo>
                <a:close/>
                <a:moveTo>
                  <a:pt x="46250" y="24052"/>
                </a:moveTo>
                <a:lnTo>
                  <a:pt x="46250" y="38271"/>
                </a:lnTo>
                <a:cubicBezTo>
                  <a:pt x="44042" y="38931"/>
                  <a:pt x="42026" y="39939"/>
                  <a:pt x="40634" y="41499"/>
                </a:cubicBezTo>
                <a:cubicBezTo>
                  <a:pt x="38486" y="43911"/>
                  <a:pt x="37502" y="46982"/>
                  <a:pt x="37502" y="50006"/>
                </a:cubicBezTo>
                <a:cubicBezTo>
                  <a:pt x="37502" y="50918"/>
                  <a:pt x="37778" y="51818"/>
                  <a:pt x="37957" y="52718"/>
                </a:cubicBezTo>
                <a:lnTo>
                  <a:pt x="25645" y="59773"/>
                </a:lnTo>
                <a:cubicBezTo>
                  <a:pt x="24433" y="56750"/>
                  <a:pt x="23749" y="53462"/>
                  <a:pt x="23749" y="50006"/>
                </a:cubicBezTo>
                <a:cubicBezTo>
                  <a:pt x="23749" y="36783"/>
                  <a:pt x="33529" y="25876"/>
                  <a:pt x="46250" y="24052"/>
                </a:cubicBezTo>
                <a:close/>
                <a:moveTo>
                  <a:pt x="53750" y="24052"/>
                </a:moveTo>
                <a:cubicBezTo>
                  <a:pt x="66471" y="25876"/>
                  <a:pt x="76251" y="36783"/>
                  <a:pt x="76251" y="50006"/>
                </a:cubicBezTo>
                <a:cubicBezTo>
                  <a:pt x="76251" y="53462"/>
                  <a:pt x="75567" y="56750"/>
                  <a:pt x="74355" y="59773"/>
                </a:cubicBezTo>
                <a:lnTo>
                  <a:pt x="62043" y="52742"/>
                </a:lnTo>
                <a:cubicBezTo>
                  <a:pt x="62222" y="51830"/>
                  <a:pt x="62499" y="50918"/>
                  <a:pt x="62499" y="50006"/>
                </a:cubicBezTo>
                <a:cubicBezTo>
                  <a:pt x="62499" y="46982"/>
                  <a:pt x="61515" y="43911"/>
                  <a:pt x="59366" y="41499"/>
                </a:cubicBezTo>
                <a:cubicBezTo>
                  <a:pt x="57975" y="39939"/>
                  <a:pt x="55971" y="38931"/>
                  <a:pt x="53750" y="38271"/>
                </a:cubicBezTo>
                <a:lnTo>
                  <a:pt x="53750" y="24052"/>
                </a:lnTo>
                <a:close/>
                <a:moveTo>
                  <a:pt x="50006" y="45003"/>
                </a:moveTo>
                <a:cubicBezTo>
                  <a:pt x="51986" y="45003"/>
                  <a:pt x="52994" y="45614"/>
                  <a:pt x="53762" y="46479"/>
                </a:cubicBezTo>
                <a:cubicBezTo>
                  <a:pt x="54531" y="47343"/>
                  <a:pt x="54998" y="48650"/>
                  <a:pt x="54998" y="50006"/>
                </a:cubicBezTo>
                <a:cubicBezTo>
                  <a:pt x="54998" y="51362"/>
                  <a:pt x="54531" y="52658"/>
                  <a:pt x="53762" y="53522"/>
                </a:cubicBezTo>
                <a:cubicBezTo>
                  <a:pt x="52994" y="54398"/>
                  <a:pt x="51986" y="54998"/>
                  <a:pt x="50006" y="54998"/>
                </a:cubicBezTo>
                <a:cubicBezTo>
                  <a:pt x="48026" y="54998"/>
                  <a:pt x="47018" y="54398"/>
                  <a:pt x="46238" y="53522"/>
                </a:cubicBezTo>
                <a:cubicBezTo>
                  <a:pt x="45470" y="52658"/>
                  <a:pt x="45002" y="51362"/>
                  <a:pt x="45002" y="50006"/>
                </a:cubicBezTo>
                <a:cubicBezTo>
                  <a:pt x="45002" y="48650"/>
                  <a:pt x="45470" y="47343"/>
                  <a:pt x="46238" y="46479"/>
                </a:cubicBezTo>
                <a:cubicBezTo>
                  <a:pt x="47018" y="45614"/>
                  <a:pt x="48026" y="45003"/>
                  <a:pt x="50006" y="45003"/>
                </a:cubicBezTo>
                <a:close/>
                <a:moveTo>
                  <a:pt x="41653" y="59245"/>
                </a:moveTo>
                <a:cubicBezTo>
                  <a:pt x="43790" y="61153"/>
                  <a:pt x="46634" y="62497"/>
                  <a:pt x="50006" y="62497"/>
                </a:cubicBezTo>
                <a:cubicBezTo>
                  <a:pt x="53355" y="62497"/>
                  <a:pt x="56187" y="61153"/>
                  <a:pt x="58323" y="59257"/>
                </a:cubicBezTo>
                <a:lnTo>
                  <a:pt x="70587" y="66264"/>
                </a:lnTo>
                <a:cubicBezTo>
                  <a:pt x="65775" y="72336"/>
                  <a:pt x="58358" y="76248"/>
                  <a:pt x="50006" y="76248"/>
                </a:cubicBezTo>
                <a:cubicBezTo>
                  <a:pt x="41653" y="76248"/>
                  <a:pt x="34225" y="72336"/>
                  <a:pt x="29413" y="66253"/>
                </a:cubicBezTo>
                <a:lnTo>
                  <a:pt x="41653" y="5924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7" name="Белый — SVG 67">
            <a:extLst>
              <a:ext uri="{FF2B5EF4-FFF2-40B4-BE49-F238E27FC236}">
                <a16:creationId xmlns:a16="http://schemas.microsoft.com/office/drawing/2014/main" id="{677D4DEC-7B52-3F42-8F47-F7C03C823869}"/>
              </a:ext>
            </a:extLst>
          </p:cNvPr>
          <p:cNvSpPr>
            <a:spLocks noGrp="1"/>
          </p:cNvSpPr>
          <p:nvPr/>
        </p:nvSpPr>
        <p:spPr>
          <a:xfrm>
            <a:off x="7620000" y="5530000"/>
            <a:ext cx="220000" cy="220000"/>
          </a:xfrm>
          <a:custGeom>
            <a:avLst/>
            <a:gdLst>
              <a:gd name="csX0" fmla="*/ 36647 w 148563"/>
              <a:gd name="csY0" fmla="*/ 92149 h 148031"/>
              <a:gd name="csX1" fmla="*/ 3266 w 148563"/>
              <a:gd name="csY1" fmla="*/ 92149 h 148031"/>
              <a:gd name="csX2" fmla="*/ 0 w 148563"/>
              <a:gd name="csY2" fmla="*/ 70885 h 148031"/>
              <a:gd name="csX3" fmla="*/ 3266 w 148563"/>
              <a:gd name="csY3" fmla="*/ 49621 h 148031"/>
              <a:gd name="csX4" fmla="*/ 36647 w 148563"/>
              <a:gd name="csY4" fmla="*/ 49621 h 148031"/>
              <a:gd name="csX5" fmla="*/ 35439 w 148563"/>
              <a:gd name="csY5" fmla="*/ 70885 h 148031"/>
              <a:gd name="csX6" fmla="*/ 36647 w 148563"/>
              <a:gd name="csY6" fmla="*/ 92149 h 148031"/>
              <a:gd name="csX7" fmla="*/ 38178 w 148563"/>
              <a:gd name="csY7" fmla="*/ 102781 h 148031"/>
              <a:gd name="csX8" fmla="*/ 50683 w 148563"/>
              <a:gd name="csY8" fmla="*/ 138811 h 148031"/>
              <a:gd name="csX9" fmla="*/ 7588 w 148563"/>
              <a:gd name="csY9" fmla="*/ 102781 h 148031"/>
              <a:gd name="csX10" fmla="*/ 38178 w 148563"/>
              <a:gd name="csY10" fmla="*/ 102781 h 148031"/>
              <a:gd name="csX11" fmla="*/ 38178 w 148563"/>
              <a:gd name="csY11" fmla="*/ 38989 h 148031"/>
              <a:gd name="csX12" fmla="*/ 7588 w 148563"/>
              <a:gd name="csY12" fmla="*/ 38989 h 148031"/>
              <a:gd name="csX13" fmla="*/ 50683 w 148563"/>
              <a:gd name="csY13" fmla="*/ 2943 h 148031"/>
              <a:gd name="csX14" fmla="*/ 38178 w 148563"/>
              <a:gd name="csY14" fmla="*/ 38989 h 148031"/>
              <a:gd name="csX15" fmla="*/ 86088 w 148563"/>
              <a:gd name="csY15" fmla="*/ 102781 h 148031"/>
              <a:gd name="csX16" fmla="*/ 86088 w 148563"/>
              <a:gd name="csY16" fmla="*/ 125355 h 148031"/>
              <a:gd name="csX17" fmla="*/ 71661 w 148563"/>
              <a:gd name="csY17" fmla="*/ 141720 h 148031"/>
              <a:gd name="csX18" fmla="*/ 70895 w 148563"/>
              <a:gd name="csY18" fmla="*/ 141754 h 148031"/>
              <a:gd name="csX19" fmla="*/ 70112 w 148563"/>
              <a:gd name="csY19" fmla="*/ 141720 h 148031"/>
              <a:gd name="csX20" fmla="*/ 48982 w 148563"/>
              <a:gd name="csY20" fmla="*/ 102781 h 148031"/>
              <a:gd name="csX21" fmla="*/ 86088 w 148563"/>
              <a:gd name="csY21" fmla="*/ 102781 h 148031"/>
              <a:gd name="csX22" fmla="*/ 48982 w 148563"/>
              <a:gd name="csY22" fmla="*/ 38989 h 148031"/>
              <a:gd name="csX23" fmla="*/ 70112 w 148563"/>
              <a:gd name="csY23" fmla="*/ 34 h 148031"/>
              <a:gd name="csX24" fmla="*/ 70895 w 148563"/>
              <a:gd name="csY24" fmla="*/ 0 h 148031"/>
              <a:gd name="csX25" fmla="*/ 71661 w 148563"/>
              <a:gd name="csY25" fmla="*/ 34 h 148031"/>
              <a:gd name="csX26" fmla="*/ 92791 w 148563"/>
              <a:gd name="csY26" fmla="*/ 38989 h 148031"/>
              <a:gd name="csX27" fmla="*/ 48982 w 148563"/>
              <a:gd name="csY27" fmla="*/ 38989 h 148031"/>
              <a:gd name="csX28" fmla="*/ 95173 w 148563"/>
              <a:gd name="csY28" fmla="*/ 57276 h 148031"/>
              <a:gd name="csX29" fmla="*/ 92366 w 148563"/>
              <a:gd name="csY29" fmla="*/ 58127 h 148031"/>
              <a:gd name="csX30" fmla="*/ 86088 w 148563"/>
              <a:gd name="csY30" fmla="*/ 67908 h 148031"/>
              <a:gd name="csX31" fmla="*/ 86088 w 148563"/>
              <a:gd name="csY31" fmla="*/ 92149 h 148031"/>
              <a:gd name="csX32" fmla="*/ 47314 w 148563"/>
              <a:gd name="csY32" fmla="*/ 92149 h 148031"/>
              <a:gd name="csX33" fmla="*/ 46072 w 148563"/>
              <a:gd name="csY33" fmla="*/ 70885 h 148031"/>
              <a:gd name="csX34" fmla="*/ 47314 w 148563"/>
              <a:gd name="csY34" fmla="*/ 49621 h 148031"/>
              <a:gd name="csX35" fmla="*/ 94458 w 148563"/>
              <a:gd name="csY35" fmla="*/ 49621 h 148031"/>
              <a:gd name="csX36" fmla="*/ 95173 w 148563"/>
              <a:gd name="csY36" fmla="*/ 57276 h 148031"/>
              <a:gd name="csX37" fmla="*/ 103611 w 148563"/>
              <a:gd name="csY37" fmla="*/ 38989 h 148031"/>
              <a:gd name="csX38" fmla="*/ 91090 w 148563"/>
              <a:gd name="csY38" fmla="*/ 2943 h 148031"/>
              <a:gd name="csX39" fmla="*/ 134185 w 148563"/>
              <a:gd name="csY39" fmla="*/ 38989 h 148031"/>
              <a:gd name="csX40" fmla="*/ 103611 w 148563"/>
              <a:gd name="csY40" fmla="*/ 38989 h 148031"/>
              <a:gd name="csX41" fmla="*/ 141773 w 148563"/>
              <a:gd name="csY41" fmla="*/ 70885 h 148031"/>
              <a:gd name="csX42" fmla="*/ 139255 w 148563"/>
              <a:gd name="csY42" fmla="*/ 89631 h 148031"/>
              <a:gd name="csX43" fmla="*/ 106113 w 148563"/>
              <a:gd name="csY43" fmla="*/ 61597 h 148031"/>
              <a:gd name="csX44" fmla="*/ 105126 w 148563"/>
              <a:gd name="csY44" fmla="*/ 49621 h 148031"/>
              <a:gd name="csX45" fmla="*/ 138523 w 148563"/>
              <a:gd name="csY45" fmla="*/ 49621 h 148031"/>
              <a:gd name="csX46" fmla="*/ 141773 w 148563"/>
              <a:gd name="csY46" fmla="*/ 70885 h 148031"/>
              <a:gd name="csX47" fmla="*/ 148340 w 148563"/>
              <a:gd name="csY47" fmla="*/ 109790 h 148031"/>
              <a:gd name="csX48" fmla="*/ 144869 w 148563"/>
              <a:gd name="csY48" fmla="*/ 112205 h 148031"/>
              <a:gd name="csX49" fmla="*/ 127005 w 148563"/>
              <a:gd name="csY49" fmla="*/ 112205 h 148031"/>
              <a:gd name="csX50" fmla="*/ 138013 w 148563"/>
              <a:gd name="csY50" fmla="*/ 136446 h 148031"/>
              <a:gd name="csX51" fmla="*/ 134457 w 148563"/>
              <a:gd name="csY51" fmla="*/ 145836 h 148031"/>
              <a:gd name="csX52" fmla="*/ 130952 w 148563"/>
              <a:gd name="csY52" fmla="*/ 147418 h 148031"/>
              <a:gd name="csX53" fmla="*/ 121595 w 148563"/>
              <a:gd name="csY53" fmla="*/ 143880 h 148031"/>
              <a:gd name="csX54" fmla="*/ 110689 w 148563"/>
              <a:gd name="csY54" fmla="*/ 119860 h 148031"/>
              <a:gd name="csX55" fmla="*/ 99699 w 148563"/>
              <a:gd name="csY55" fmla="*/ 133044 h 148031"/>
              <a:gd name="csX56" fmla="*/ 95632 w 148563"/>
              <a:gd name="csY56" fmla="*/ 134133 h 148031"/>
              <a:gd name="csX57" fmla="*/ 93182 w 148563"/>
              <a:gd name="csY57" fmla="*/ 130662 h 148031"/>
              <a:gd name="csX58" fmla="*/ 93182 w 148563"/>
              <a:gd name="csY58" fmla="*/ 67908 h 148031"/>
              <a:gd name="csX59" fmla="*/ 95309 w 148563"/>
              <a:gd name="csY59" fmla="*/ 64574 h 148031"/>
              <a:gd name="csX60" fmla="*/ 99273 w 148563"/>
              <a:gd name="csY60" fmla="*/ 65102 h 148031"/>
              <a:gd name="csX61" fmla="*/ 147268 w 148563"/>
              <a:gd name="csY61" fmla="*/ 105724 h 148031"/>
              <a:gd name="csX62" fmla="*/ 148340 w 148563"/>
              <a:gd name="csY62" fmla="*/ 109790 h 148031"/>
            </a:gdLst>
            <a:ahLst/>
            <a:cxnLst/>
            <a:rect l="l" t="t" r="r" b="b"/>
            <a:pathLst>
              <a:path w="100000" h="100000">
                <a:moveTo>
                  <a:pt x="24668" y="62206"/>
                </a:moveTo>
                <a:lnTo>
                  <a:pt x="2198" y="62206"/>
                </a:lnTo>
                <a:cubicBezTo>
                  <a:pt x="767" y="57672"/>
                  <a:pt x="0" y="52874"/>
                  <a:pt x="0" y="47893"/>
                </a:cubicBezTo>
                <a:cubicBezTo>
                  <a:pt x="0" y="42901"/>
                  <a:pt x="767" y="38103"/>
                  <a:pt x="2198" y="33580"/>
                </a:cubicBezTo>
                <a:lnTo>
                  <a:pt x="24668" y="33580"/>
                </a:lnTo>
                <a:cubicBezTo>
                  <a:pt x="24118" y="38275"/>
                  <a:pt x="23855" y="43118"/>
                  <a:pt x="23855" y="47893"/>
                </a:cubicBezTo>
                <a:cubicBezTo>
                  <a:pt x="23855" y="52656"/>
                  <a:pt x="24118" y="57500"/>
                  <a:pt x="24668" y="62206"/>
                </a:cubicBezTo>
                <a:close/>
                <a:moveTo>
                  <a:pt x="25698" y="69362"/>
                </a:moveTo>
                <a:cubicBezTo>
                  <a:pt x="27370" y="78901"/>
                  <a:pt x="30199" y="87535"/>
                  <a:pt x="34115" y="93615"/>
                </a:cubicBezTo>
                <a:cubicBezTo>
                  <a:pt x="21427" y="89870"/>
                  <a:pt x="10948" y="80973"/>
                  <a:pt x="5108" y="69362"/>
                </a:cubicBezTo>
                <a:lnTo>
                  <a:pt x="25698" y="69362"/>
                </a:lnTo>
                <a:close/>
                <a:moveTo>
                  <a:pt x="25698" y="26423"/>
                </a:moveTo>
                <a:lnTo>
                  <a:pt x="5108" y="26423"/>
                </a:lnTo>
                <a:cubicBezTo>
                  <a:pt x="10948" y="14801"/>
                  <a:pt x="21427" y="5905"/>
                  <a:pt x="34115" y="2160"/>
                </a:cubicBezTo>
                <a:cubicBezTo>
                  <a:pt x="30199" y="8240"/>
                  <a:pt x="27370" y="16874"/>
                  <a:pt x="25698" y="26423"/>
                </a:cubicBezTo>
                <a:close/>
                <a:moveTo>
                  <a:pt x="57947" y="69362"/>
                </a:moveTo>
                <a:lnTo>
                  <a:pt x="57947" y="84557"/>
                </a:lnTo>
                <a:cubicBezTo>
                  <a:pt x="55084" y="91164"/>
                  <a:pt x="51603" y="95195"/>
                  <a:pt x="48236" y="95573"/>
                </a:cubicBezTo>
                <a:cubicBezTo>
                  <a:pt x="48075" y="95596"/>
                  <a:pt x="47881" y="95596"/>
                  <a:pt x="47720" y="95596"/>
                </a:cubicBezTo>
                <a:cubicBezTo>
                  <a:pt x="47549" y="95596"/>
                  <a:pt x="47354" y="95596"/>
                  <a:pt x="47193" y="95573"/>
                </a:cubicBezTo>
                <a:cubicBezTo>
                  <a:pt x="41708" y="94954"/>
                  <a:pt x="35925" y="84695"/>
                  <a:pt x="32971" y="69362"/>
                </a:cubicBezTo>
                <a:lnTo>
                  <a:pt x="57947" y="69362"/>
                </a:lnTo>
                <a:close/>
                <a:moveTo>
                  <a:pt x="32971" y="26423"/>
                </a:moveTo>
                <a:cubicBezTo>
                  <a:pt x="35925" y="11080"/>
                  <a:pt x="41708" y="821"/>
                  <a:pt x="47193" y="202"/>
                </a:cubicBezTo>
                <a:cubicBezTo>
                  <a:pt x="47354" y="179"/>
                  <a:pt x="47549" y="179"/>
                  <a:pt x="47720" y="179"/>
                </a:cubicBezTo>
                <a:cubicBezTo>
                  <a:pt x="47881" y="179"/>
                  <a:pt x="48075" y="179"/>
                  <a:pt x="48236" y="202"/>
                </a:cubicBezTo>
                <a:cubicBezTo>
                  <a:pt x="53733" y="821"/>
                  <a:pt x="59505" y="11080"/>
                  <a:pt x="62459" y="26423"/>
                </a:cubicBezTo>
                <a:lnTo>
                  <a:pt x="32971" y="26423"/>
                </a:lnTo>
                <a:close/>
                <a:moveTo>
                  <a:pt x="64062" y="38732"/>
                </a:moveTo>
                <a:cubicBezTo>
                  <a:pt x="63409" y="38824"/>
                  <a:pt x="62769" y="39042"/>
                  <a:pt x="62173" y="39305"/>
                </a:cubicBezTo>
                <a:cubicBezTo>
                  <a:pt x="59596" y="40519"/>
                  <a:pt x="57947" y="43096"/>
                  <a:pt x="57947" y="45889"/>
                </a:cubicBezTo>
                <a:lnTo>
                  <a:pt x="57947" y="62206"/>
                </a:lnTo>
                <a:lnTo>
                  <a:pt x="31848" y="62206"/>
                </a:lnTo>
                <a:cubicBezTo>
                  <a:pt x="31321" y="57718"/>
                  <a:pt x="31012" y="52920"/>
                  <a:pt x="31012" y="47893"/>
                </a:cubicBezTo>
                <a:cubicBezTo>
                  <a:pt x="31012" y="42855"/>
                  <a:pt x="31321" y="38057"/>
                  <a:pt x="31848" y="33580"/>
                </a:cubicBezTo>
                <a:lnTo>
                  <a:pt x="63581" y="33580"/>
                </a:lnTo>
                <a:cubicBezTo>
                  <a:pt x="63776" y="35240"/>
                  <a:pt x="63937" y="36958"/>
                  <a:pt x="64062" y="38732"/>
                </a:cubicBezTo>
                <a:close/>
                <a:moveTo>
                  <a:pt x="69742" y="26423"/>
                </a:moveTo>
                <a:cubicBezTo>
                  <a:pt x="68071" y="16874"/>
                  <a:pt x="65230" y="8240"/>
                  <a:pt x="61314" y="2160"/>
                </a:cubicBezTo>
                <a:cubicBezTo>
                  <a:pt x="74003" y="5905"/>
                  <a:pt x="84481" y="14801"/>
                  <a:pt x="90322" y="26423"/>
                </a:cubicBezTo>
                <a:lnTo>
                  <a:pt x="69742" y="26423"/>
                </a:lnTo>
                <a:close/>
                <a:moveTo>
                  <a:pt x="95430" y="47893"/>
                </a:moveTo>
                <a:cubicBezTo>
                  <a:pt x="95430" y="52255"/>
                  <a:pt x="94834" y="56480"/>
                  <a:pt x="93735" y="60511"/>
                </a:cubicBezTo>
                <a:lnTo>
                  <a:pt x="71426" y="41641"/>
                </a:lnTo>
                <a:cubicBezTo>
                  <a:pt x="71288" y="38916"/>
                  <a:pt x="71071" y="36225"/>
                  <a:pt x="70762" y="33580"/>
                </a:cubicBezTo>
                <a:lnTo>
                  <a:pt x="93242" y="33580"/>
                </a:lnTo>
                <a:cubicBezTo>
                  <a:pt x="94674" y="38103"/>
                  <a:pt x="95430" y="42901"/>
                  <a:pt x="95430" y="47893"/>
                </a:cubicBezTo>
                <a:close/>
                <a:moveTo>
                  <a:pt x="99850" y="74080"/>
                </a:moveTo>
                <a:cubicBezTo>
                  <a:pt x="99484" y="75064"/>
                  <a:pt x="98556" y="75706"/>
                  <a:pt x="97514" y="75706"/>
                </a:cubicBezTo>
                <a:lnTo>
                  <a:pt x="85489" y="75706"/>
                </a:lnTo>
                <a:lnTo>
                  <a:pt x="92899" y="92023"/>
                </a:lnTo>
                <a:cubicBezTo>
                  <a:pt x="93998" y="94428"/>
                  <a:pt x="92922" y="97267"/>
                  <a:pt x="90505" y="98343"/>
                </a:cubicBezTo>
                <a:lnTo>
                  <a:pt x="88146" y="99408"/>
                </a:lnTo>
                <a:cubicBezTo>
                  <a:pt x="85752" y="100473"/>
                  <a:pt x="82935" y="99408"/>
                  <a:pt x="81847" y="97027"/>
                </a:cubicBezTo>
                <a:lnTo>
                  <a:pt x="74506" y="80859"/>
                </a:lnTo>
                <a:lnTo>
                  <a:pt x="67109" y="89733"/>
                </a:lnTo>
                <a:cubicBezTo>
                  <a:pt x="66445" y="90546"/>
                  <a:pt x="65345" y="90832"/>
                  <a:pt x="64371" y="90466"/>
                </a:cubicBezTo>
                <a:cubicBezTo>
                  <a:pt x="63387" y="90111"/>
                  <a:pt x="62722" y="89183"/>
                  <a:pt x="62722" y="88130"/>
                </a:cubicBezTo>
                <a:lnTo>
                  <a:pt x="62722" y="45889"/>
                </a:lnTo>
                <a:cubicBezTo>
                  <a:pt x="62722" y="44928"/>
                  <a:pt x="63295" y="44046"/>
                  <a:pt x="64154" y="43645"/>
                </a:cubicBezTo>
                <a:cubicBezTo>
                  <a:pt x="65036" y="43233"/>
                  <a:pt x="66089" y="43382"/>
                  <a:pt x="66822" y="44000"/>
                </a:cubicBezTo>
                <a:lnTo>
                  <a:pt x="99128" y="71343"/>
                </a:lnTo>
                <a:cubicBezTo>
                  <a:pt x="99919" y="72008"/>
                  <a:pt x="100205" y="73107"/>
                  <a:pt x="99850" y="7408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8" name="Белый — SVG 68">
            <a:extLst>
              <a:ext uri="{FF2B5EF4-FFF2-40B4-BE49-F238E27FC236}">
                <a16:creationId xmlns:a16="http://schemas.microsoft.com/office/drawing/2014/main" id="{B8F42458-46A4-844C-A519-673D8E2576E5}"/>
              </a:ext>
            </a:extLst>
          </p:cNvPr>
          <p:cNvSpPr>
            <a:spLocks noGrp="1"/>
          </p:cNvSpPr>
          <p:nvPr/>
        </p:nvSpPr>
        <p:spPr>
          <a:xfrm>
            <a:off x="8220000" y="5530000"/>
            <a:ext cx="220000" cy="220000"/>
          </a:xfrm>
          <a:custGeom>
            <a:avLst/>
            <a:gdLst>
              <a:gd name="csX0" fmla="*/ 67339 w 134695"/>
              <a:gd name="csY0" fmla="*/ 0 h 134676"/>
              <a:gd name="csX1" fmla="*/ 46072 w 134695"/>
              <a:gd name="csY1" fmla="*/ 21264 h 134676"/>
              <a:gd name="csX2" fmla="*/ 62031 w 134695"/>
              <a:gd name="csY2" fmla="*/ 41830 h 134676"/>
              <a:gd name="csX3" fmla="*/ 62031 w 134695"/>
              <a:gd name="csY3" fmla="*/ 77962 h 134676"/>
              <a:gd name="csX4" fmla="*/ 72664 w 134695"/>
              <a:gd name="csY4" fmla="*/ 77962 h 134676"/>
              <a:gd name="csX5" fmla="*/ 72664 w 134695"/>
              <a:gd name="csY5" fmla="*/ 41830 h 134676"/>
              <a:gd name="csX6" fmla="*/ 88606 w 134695"/>
              <a:gd name="csY6" fmla="*/ 21264 h 134676"/>
              <a:gd name="csX7" fmla="*/ 67339 w 134695"/>
              <a:gd name="csY7" fmla="*/ 0 h 134676"/>
              <a:gd name="csX8" fmla="*/ 26575 w 134695"/>
              <a:gd name="csY8" fmla="*/ 70885 h 134676"/>
              <a:gd name="csX9" fmla="*/ 21267 w 134695"/>
              <a:gd name="csY9" fmla="*/ 76193 h 134676"/>
              <a:gd name="csX10" fmla="*/ 26575 w 134695"/>
              <a:gd name="csY10" fmla="*/ 81517 h 134676"/>
              <a:gd name="csX11" fmla="*/ 37208 w 134695"/>
              <a:gd name="csY11" fmla="*/ 81517 h 134676"/>
              <a:gd name="csX12" fmla="*/ 42534 w 134695"/>
              <a:gd name="csY12" fmla="*/ 76193 h 134676"/>
              <a:gd name="csX13" fmla="*/ 37208 w 134695"/>
              <a:gd name="csY13" fmla="*/ 70885 h 134676"/>
              <a:gd name="csX14" fmla="*/ 26575 w 134695"/>
              <a:gd name="csY14" fmla="*/ 70885 h 134676"/>
              <a:gd name="csX15" fmla="*/ 14172 w 134695"/>
              <a:gd name="csY15" fmla="*/ 88594 h 134676"/>
              <a:gd name="csX16" fmla="*/ 0 w 134695"/>
              <a:gd name="csY16" fmla="*/ 102781 h 134676"/>
              <a:gd name="csX17" fmla="*/ 0 w 134695"/>
              <a:gd name="csY17" fmla="*/ 120490 h 134676"/>
              <a:gd name="csX18" fmla="*/ 14172 w 134695"/>
              <a:gd name="csY18" fmla="*/ 134677 h 134676"/>
              <a:gd name="csX19" fmla="*/ 120506 w 134695"/>
              <a:gd name="csY19" fmla="*/ 134677 h 134676"/>
              <a:gd name="csX20" fmla="*/ 134695 w 134695"/>
              <a:gd name="csY20" fmla="*/ 120490 h 134676"/>
              <a:gd name="csX21" fmla="*/ 134695 w 134695"/>
              <a:gd name="csY21" fmla="*/ 102781 h 134676"/>
              <a:gd name="csX22" fmla="*/ 120506 w 134695"/>
              <a:gd name="csY22" fmla="*/ 88594 h 134676"/>
              <a:gd name="csX23" fmla="*/ 14172 w 134695"/>
              <a:gd name="csY23" fmla="*/ 88594 h 134676"/>
            </a:gdLst>
            <a:ahLst/>
            <a:cxnLst/>
            <a:rect l="l" t="t" r="r" b="b"/>
            <a:pathLst>
              <a:path w="100000" h="100000">
                <a:moveTo>
                  <a:pt x="49994" y="7"/>
                </a:moveTo>
                <a:cubicBezTo>
                  <a:pt x="41278" y="7"/>
                  <a:pt x="34205" y="7079"/>
                  <a:pt x="34205" y="15794"/>
                </a:cubicBezTo>
                <a:cubicBezTo>
                  <a:pt x="34205" y="23144"/>
                  <a:pt x="39245" y="29307"/>
                  <a:pt x="46053" y="31062"/>
                </a:cubicBezTo>
                <a:lnTo>
                  <a:pt x="46053" y="57887"/>
                </a:lnTo>
                <a:lnTo>
                  <a:pt x="53947" y="57887"/>
                </a:lnTo>
                <a:lnTo>
                  <a:pt x="53947" y="31062"/>
                </a:lnTo>
                <a:cubicBezTo>
                  <a:pt x="60755" y="29307"/>
                  <a:pt x="65783" y="23144"/>
                  <a:pt x="65783" y="15794"/>
                </a:cubicBezTo>
                <a:cubicBezTo>
                  <a:pt x="65783" y="7079"/>
                  <a:pt x="58722" y="7"/>
                  <a:pt x="49994" y="7"/>
                </a:cubicBezTo>
                <a:close/>
                <a:moveTo>
                  <a:pt x="19730" y="52633"/>
                </a:moveTo>
                <a:cubicBezTo>
                  <a:pt x="17557" y="52633"/>
                  <a:pt x="15789" y="54402"/>
                  <a:pt x="15789" y="56574"/>
                </a:cubicBezTo>
                <a:cubicBezTo>
                  <a:pt x="15789" y="58759"/>
                  <a:pt x="17557" y="60527"/>
                  <a:pt x="19730" y="60527"/>
                </a:cubicBezTo>
                <a:lnTo>
                  <a:pt x="27624" y="60527"/>
                </a:lnTo>
                <a:cubicBezTo>
                  <a:pt x="29810" y="60527"/>
                  <a:pt x="31578" y="58759"/>
                  <a:pt x="31578" y="56574"/>
                </a:cubicBezTo>
                <a:cubicBezTo>
                  <a:pt x="31578" y="54402"/>
                  <a:pt x="29810" y="52633"/>
                  <a:pt x="27624" y="52633"/>
                </a:cubicBezTo>
                <a:lnTo>
                  <a:pt x="19730" y="52633"/>
                </a:lnTo>
                <a:close/>
                <a:moveTo>
                  <a:pt x="10522" y="65781"/>
                </a:moveTo>
                <a:cubicBezTo>
                  <a:pt x="4711" y="65781"/>
                  <a:pt x="0" y="70491"/>
                  <a:pt x="0" y="76314"/>
                </a:cubicBezTo>
                <a:lnTo>
                  <a:pt x="0" y="89461"/>
                </a:lnTo>
                <a:cubicBezTo>
                  <a:pt x="0" y="95283"/>
                  <a:pt x="4711" y="99994"/>
                  <a:pt x="10522" y="99994"/>
                </a:cubicBezTo>
                <a:lnTo>
                  <a:pt x="89466" y="99994"/>
                </a:lnTo>
                <a:cubicBezTo>
                  <a:pt x="95289" y="99994"/>
                  <a:pt x="100000" y="95283"/>
                  <a:pt x="100000" y="89461"/>
                </a:cubicBezTo>
                <a:lnTo>
                  <a:pt x="100000" y="76314"/>
                </a:lnTo>
                <a:cubicBezTo>
                  <a:pt x="100000" y="70491"/>
                  <a:pt x="95289" y="65781"/>
                  <a:pt x="89466" y="65781"/>
                </a:cubicBezTo>
                <a:lnTo>
                  <a:pt x="10522" y="6578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9" name="Белый — SVG 69">
            <a:extLst>
              <a:ext uri="{FF2B5EF4-FFF2-40B4-BE49-F238E27FC236}">
                <a16:creationId xmlns:a16="http://schemas.microsoft.com/office/drawing/2014/main" id="{02280339-4FAD-EB43-B3EF-99A4119A0BB0}"/>
              </a:ext>
            </a:extLst>
          </p:cNvPr>
          <p:cNvSpPr>
            <a:spLocks noGrp="1"/>
          </p:cNvSpPr>
          <p:nvPr/>
        </p:nvSpPr>
        <p:spPr>
          <a:xfrm>
            <a:off x="8820000" y="5530000"/>
            <a:ext cx="220000" cy="220000"/>
          </a:xfrm>
          <a:custGeom>
            <a:avLst/>
            <a:gdLst>
              <a:gd name="csX0" fmla="*/ 51397 w 148867"/>
              <a:gd name="csY0" fmla="*/ 0 h 141753"/>
              <a:gd name="csX1" fmla="*/ 35541 w 148867"/>
              <a:gd name="csY1" fmla="*/ 14170 h 141753"/>
              <a:gd name="csX2" fmla="*/ 113326 w 148867"/>
              <a:gd name="csY2" fmla="*/ 14170 h 141753"/>
              <a:gd name="csX3" fmla="*/ 97470 w 148867"/>
              <a:gd name="csY3" fmla="*/ 0 h 141753"/>
              <a:gd name="csX4" fmla="*/ 51397 w 148867"/>
              <a:gd name="csY4" fmla="*/ 0 h 141753"/>
              <a:gd name="csX5" fmla="*/ 35439 w 148867"/>
              <a:gd name="csY5" fmla="*/ 24802 h 141753"/>
              <a:gd name="csX6" fmla="*/ 35439 w 148867"/>
              <a:gd name="csY6" fmla="*/ 62022 h 141753"/>
              <a:gd name="csX7" fmla="*/ 38501 w 148867"/>
              <a:gd name="csY7" fmla="*/ 71327 h 141753"/>
              <a:gd name="csX8" fmla="*/ 20161 w 148867"/>
              <a:gd name="csY8" fmla="*/ 99226 h 141753"/>
              <a:gd name="csX9" fmla="*/ 10633 w 148867"/>
              <a:gd name="csY9" fmla="*/ 99226 h 141753"/>
              <a:gd name="csX10" fmla="*/ 0 w 148867"/>
              <a:gd name="csY10" fmla="*/ 109858 h 141753"/>
              <a:gd name="csX11" fmla="*/ 0 w 148867"/>
              <a:gd name="csY11" fmla="*/ 131122 h 141753"/>
              <a:gd name="csX12" fmla="*/ 10633 w 148867"/>
              <a:gd name="csY12" fmla="*/ 141754 h 141753"/>
              <a:gd name="csX13" fmla="*/ 31900 w 148867"/>
              <a:gd name="csY13" fmla="*/ 141754 h 141753"/>
              <a:gd name="csX14" fmla="*/ 42534 w 148867"/>
              <a:gd name="csY14" fmla="*/ 131122 h 141753"/>
              <a:gd name="csX15" fmla="*/ 42534 w 148867"/>
              <a:gd name="csY15" fmla="*/ 109858 h 141753"/>
              <a:gd name="csX16" fmla="*/ 32836 w 148867"/>
              <a:gd name="csY16" fmla="*/ 99328 h 141753"/>
              <a:gd name="csX17" fmla="*/ 47280 w 148867"/>
              <a:gd name="csY17" fmla="*/ 77366 h 141753"/>
              <a:gd name="csX18" fmla="*/ 51397 w 148867"/>
              <a:gd name="csY18" fmla="*/ 77962 h 141753"/>
              <a:gd name="csX19" fmla="*/ 69108 w 148867"/>
              <a:gd name="csY19" fmla="*/ 77962 h 141753"/>
              <a:gd name="csX20" fmla="*/ 69108 w 148867"/>
              <a:gd name="csY20" fmla="*/ 99226 h 141753"/>
              <a:gd name="csX21" fmla="*/ 63800 w 148867"/>
              <a:gd name="csY21" fmla="*/ 99226 h 141753"/>
              <a:gd name="csX22" fmla="*/ 53167 w 148867"/>
              <a:gd name="csY22" fmla="*/ 109858 h 141753"/>
              <a:gd name="csX23" fmla="*/ 53167 w 148867"/>
              <a:gd name="csY23" fmla="*/ 131122 h 141753"/>
              <a:gd name="csX24" fmla="*/ 63800 w 148867"/>
              <a:gd name="csY24" fmla="*/ 141754 h 141753"/>
              <a:gd name="csX25" fmla="*/ 85067 w 148867"/>
              <a:gd name="csY25" fmla="*/ 141754 h 141753"/>
              <a:gd name="csX26" fmla="*/ 95700 w 148867"/>
              <a:gd name="csY26" fmla="*/ 131122 h 141753"/>
              <a:gd name="csX27" fmla="*/ 95700 w 148867"/>
              <a:gd name="csY27" fmla="*/ 109858 h 141753"/>
              <a:gd name="csX28" fmla="*/ 85067 w 148867"/>
              <a:gd name="csY28" fmla="*/ 99226 h 141753"/>
              <a:gd name="csX29" fmla="*/ 79742 w 148867"/>
              <a:gd name="csY29" fmla="*/ 99226 h 141753"/>
              <a:gd name="csX30" fmla="*/ 79742 w 148867"/>
              <a:gd name="csY30" fmla="*/ 77962 h 141753"/>
              <a:gd name="csX31" fmla="*/ 97470 w 148867"/>
              <a:gd name="csY31" fmla="*/ 77962 h 141753"/>
              <a:gd name="csX32" fmla="*/ 101587 w 148867"/>
              <a:gd name="csY32" fmla="*/ 77366 h 141753"/>
              <a:gd name="csX33" fmla="*/ 116031 w 148867"/>
              <a:gd name="csY33" fmla="*/ 99328 h 141753"/>
              <a:gd name="csX34" fmla="*/ 106334 w 148867"/>
              <a:gd name="csY34" fmla="*/ 109858 h 141753"/>
              <a:gd name="csX35" fmla="*/ 106334 w 148867"/>
              <a:gd name="csY35" fmla="*/ 131122 h 141753"/>
              <a:gd name="csX36" fmla="*/ 116967 w 148867"/>
              <a:gd name="csY36" fmla="*/ 141754 h 141753"/>
              <a:gd name="csX37" fmla="*/ 138234 w 148867"/>
              <a:gd name="csY37" fmla="*/ 141754 h 141753"/>
              <a:gd name="csX38" fmla="*/ 148867 w 148867"/>
              <a:gd name="csY38" fmla="*/ 131122 h 141753"/>
              <a:gd name="csX39" fmla="*/ 148867 w 148867"/>
              <a:gd name="csY39" fmla="*/ 109858 h 141753"/>
              <a:gd name="csX40" fmla="*/ 138234 w 148867"/>
              <a:gd name="csY40" fmla="*/ 99226 h 141753"/>
              <a:gd name="csX41" fmla="*/ 128706 w 148867"/>
              <a:gd name="csY41" fmla="*/ 99226 h 141753"/>
              <a:gd name="csX42" fmla="*/ 110366 w 148867"/>
              <a:gd name="csY42" fmla="*/ 71327 h 141753"/>
              <a:gd name="csX43" fmla="*/ 113428 w 148867"/>
              <a:gd name="csY43" fmla="*/ 62022 h 141753"/>
              <a:gd name="csX44" fmla="*/ 113428 w 148867"/>
              <a:gd name="csY44" fmla="*/ 24802 h 141753"/>
              <a:gd name="csX45" fmla="*/ 35439 w 148867"/>
              <a:gd name="csY45" fmla="*/ 24802 h 141753"/>
              <a:gd name="csX46" fmla="*/ 54936 w 148867"/>
              <a:gd name="csY46" fmla="*/ 35434 h 141753"/>
              <a:gd name="csX47" fmla="*/ 60262 w 148867"/>
              <a:gd name="csY47" fmla="*/ 40759 h 141753"/>
              <a:gd name="csX48" fmla="*/ 54936 w 148867"/>
              <a:gd name="csY48" fmla="*/ 46066 h 141753"/>
              <a:gd name="csX49" fmla="*/ 49628 w 148867"/>
              <a:gd name="csY49" fmla="*/ 40759 h 141753"/>
              <a:gd name="csX50" fmla="*/ 54936 w 148867"/>
              <a:gd name="csY50" fmla="*/ 35434 h 141753"/>
              <a:gd name="csX51" fmla="*/ 76203 w 148867"/>
              <a:gd name="csY51" fmla="*/ 35434 h 141753"/>
              <a:gd name="csX52" fmla="*/ 93931 w 148867"/>
              <a:gd name="csY52" fmla="*/ 35434 h 141753"/>
              <a:gd name="csX53" fmla="*/ 99239 w 148867"/>
              <a:gd name="csY53" fmla="*/ 40759 h 141753"/>
              <a:gd name="csX54" fmla="*/ 93931 w 148867"/>
              <a:gd name="csY54" fmla="*/ 46066 h 141753"/>
              <a:gd name="csX55" fmla="*/ 76203 w 148867"/>
              <a:gd name="csY55" fmla="*/ 46066 h 141753"/>
              <a:gd name="csX56" fmla="*/ 70895 w 148867"/>
              <a:gd name="csY56" fmla="*/ 40759 h 141753"/>
              <a:gd name="csX57" fmla="*/ 76203 w 148867"/>
              <a:gd name="csY57" fmla="*/ 35434 h 141753"/>
              <a:gd name="csX58" fmla="*/ 54936 w 148867"/>
              <a:gd name="csY58" fmla="*/ 53160 h 141753"/>
              <a:gd name="csX59" fmla="*/ 60262 w 148867"/>
              <a:gd name="csY59" fmla="*/ 58467 h 141753"/>
              <a:gd name="csX60" fmla="*/ 54936 w 148867"/>
              <a:gd name="csY60" fmla="*/ 63792 h 141753"/>
              <a:gd name="csX61" fmla="*/ 49628 w 148867"/>
              <a:gd name="csY61" fmla="*/ 58467 h 141753"/>
              <a:gd name="csX62" fmla="*/ 54936 w 148867"/>
              <a:gd name="csY62" fmla="*/ 53160 h 141753"/>
              <a:gd name="csX63" fmla="*/ 76203 w 148867"/>
              <a:gd name="csY63" fmla="*/ 53160 h 141753"/>
              <a:gd name="csX64" fmla="*/ 93931 w 148867"/>
              <a:gd name="csY64" fmla="*/ 53160 h 141753"/>
              <a:gd name="csX65" fmla="*/ 99239 w 148867"/>
              <a:gd name="csY65" fmla="*/ 58467 h 141753"/>
              <a:gd name="csX66" fmla="*/ 93931 w 148867"/>
              <a:gd name="csY66" fmla="*/ 63792 h 141753"/>
              <a:gd name="csX67" fmla="*/ 76203 w 148867"/>
              <a:gd name="csY67" fmla="*/ 63792 h 141753"/>
              <a:gd name="csX68" fmla="*/ 70895 w 148867"/>
              <a:gd name="csY68" fmla="*/ 58467 h 141753"/>
              <a:gd name="csX69" fmla="*/ 76203 w 148867"/>
              <a:gd name="csY69" fmla="*/ 53160 h 141753"/>
            </a:gdLst>
            <a:ahLst/>
            <a:cxnLst/>
            <a:rect l="l" t="t" r="r" b="b"/>
            <a:pathLst>
              <a:path w="100000" h="100000">
                <a:moveTo>
                  <a:pt x="34525" y="2389"/>
                </a:moveTo>
                <a:cubicBezTo>
                  <a:pt x="29029" y="2389"/>
                  <a:pt x="24480" y="6560"/>
                  <a:pt x="23874" y="11908"/>
                </a:cubicBezTo>
                <a:lnTo>
                  <a:pt x="76126" y="11908"/>
                </a:lnTo>
                <a:cubicBezTo>
                  <a:pt x="75520" y="6560"/>
                  <a:pt x="70971" y="2389"/>
                  <a:pt x="65475" y="2389"/>
                </a:cubicBezTo>
                <a:lnTo>
                  <a:pt x="34525" y="2389"/>
                </a:lnTo>
                <a:close/>
                <a:moveTo>
                  <a:pt x="23806" y="19050"/>
                </a:moveTo>
                <a:lnTo>
                  <a:pt x="23806" y="44052"/>
                </a:lnTo>
                <a:cubicBezTo>
                  <a:pt x="23806" y="46395"/>
                  <a:pt x="24583" y="48543"/>
                  <a:pt x="25863" y="50303"/>
                </a:cubicBezTo>
                <a:lnTo>
                  <a:pt x="13543" y="69044"/>
                </a:lnTo>
                <a:lnTo>
                  <a:pt x="7143" y="69044"/>
                </a:lnTo>
                <a:cubicBezTo>
                  <a:pt x="3200" y="69044"/>
                  <a:pt x="0" y="72243"/>
                  <a:pt x="0" y="76185"/>
                </a:cubicBezTo>
                <a:lnTo>
                  <a:pt x="0" y="90469"/>
                </a:lnTo>
                <a:cubicBezTo>
                  <a:pt x="0" y="94423"/>
                  <a:pt x="3200" y="97611"/>
                  <a:pt x="7143" y="97611"/>
                </a:cubicBezTo>
                <a:lnTo>
                  <a:pt x="21429" y="97611"/>
                </a:lnTo>
                <a:cubicBezTo>
                  <a:pt x="25372" y="97611"/>
                  <a:pt x="28572" y="94423"/>
                  <a:pt x="28572" y="90469"/>
                </a:cubicBezTo>
                <a:lnTo>
                  <a:pt x="28572" y="76185"/>
                </a:lnTo>
                <a:cubicBezTo>
                  <a:pt x="28572" y="72460"/>
                  <a:pt x="25703" y="69432"/>
                  <a:pt x="22057" y="69112"/>
                </a:cubicBezTo>
                <a:lnTo>
                  <a:pt x="31760" y="54359"/>
                </a:lnTo>
                <a:cubicBezTo>
                  <a:pt x="32640" y="54588"/>
                  <a:pt x="33566" y="54760"/>
                  <a:pt x="34525" y="54760"/>
                </a:cubicBezTo>
                <a:lnTo>
                  <a:pt x="46423" y="54760"/>
                </a:lnTo>
                <a:lnTo>
                  <a:pt x="46423" y="69044"/>
                </a:lnTo>
                <a:lnTo>
                  <a:pt x="42857" y="69044"/>
                </a:lnTo>
                <a:cubicBezTo>
                  <a:pt x="38915" y="69044"/>
                  <a:pt x="35714" y="72243"/>
                  <a:pt x="35714" y="76185"/>
                </a:cubicBezTo>
                <a:lnTo>
                  <a:pt x="35714" y="90469"/>
                </a:lnTo>
                <a:cubicBezTo>
                  <a:pt x="35714" y="94423"/>
                  <a:pt x="38915" y="97611"/>
                  <a:pt x="42857" y="97611"/>
                </a:cubicBezTo>
                <a:lnTo>
                  <a:pt x="57143" y="97611"/>
                </a:lnTo>
                <a:cubicBezTo>
                  <a:pt x="61086" y="97611"/>
                  <a:pt x="64286" y="94423"/>
                  <a:pt x="64286" y="90469"/>
                </a:cubicBezTo>
                <a:lnTo>
                  <a:pt x="64286" y="76185"/>
                </a:lnTo>
                <a:cubicBezTo>
                  <a:pt x="64286" y="72243"/>
                  <a:pt x="61086" y="69044"/>
                  <a:pt x="57143" y="69044"/>
                </a:cubicBezTo>
                <a:lnTo>
                  <a:pt x="53566" y="69044"/>
                </a:lnTo>
                <a:lnTo>
                  <a:pt x="53566" y="54760"/>
                </a:lnTo>
                <a:lnTo>
                  <a:pt x="65475" y="54760"/>
                </a:lnTo>
                <a:cubicBezTo>
                  <a:pt x="66434" y="54760"/>
                  <a:pt x="67360" y="54588"/>
                  <a:pt x="68240" y="54359"/>
                </a:cubicBezTo>
                <a:lnTo>
                  <a:pt x="77943" y="69112"/>
                </a:lnTo>
                <a:cubicBezTo>
                  <a:pt x="74297" y="69432"/>
                  <a:pt x="71429" y="72460"/>
                  <a:pt x="71429" y="76185"/>
                </a:cubicBezTo>
                <a:lnTo>
                  <a:pt x="71429" y="90469"/>
                </a:lnTo>
                <a:cubicBezTo>
                  <a:pt x="71429" y="94423"/>
                  <a:pt x="74629" y="97611"/>
                  <a:pt x="78571" y="97611"/>
                </a:cubicBezTo>
                <a:lnTo>
                  <a:pt x="92857" y="97611"/>
                </a:lnTo>
                <a:cubicBezTo>
                  <a:pt x="96800" y="97611"/>
                  <a:pt x="100000" y="94423"/>
                  <a:pt x="100000" y="90469"/>
                </a:cubicBezTo>
                <a:lnTo>
                  <a:pt x="100000" y="76185"/>
                </a:lnTo>
                <a:cubicBezTo>
                  <a:pt x="100000" y="72243"/>
                  <a:pt x="96800" y="69044"/>
                  <a:pt x="92857" y="69044"/>
                </a:cubicBezTo>
                <a:lnTo>
                  <a:pt x="86457" y="69044"/>
                </a:lnTo>
                <a:lnTo>
                  <a:pt x="74137" y="50303"/>
                </a:lnTo>
                <a:cubicBezTo>
                  <a:pt x="75417" y="48543"/>
                  <a:pt x="76194" y="46395"/>
                  <a:pt x="76194" y="44052"/>
                </a:cubicBezTo>
                <a:lnTo>
                  <a:pt x="76194" y="19050"/>
                </a:lnTo>
                <a:lnTo>
                  <a:pt x="23806" y="19050"/>
                </a:lnTo>
                <a:close/>
                <a:moveTo>
                  <a:pt x="36903" y="26192"/>
                </a:moveTo>
                <a:cubicBezTo>
                  <a:pt x="38880" y="26192"/>
                  <a:pt x="40480" y="27792"/>
                  <a:pt x="40480" y="29769"/>
                </a:cubicBezTo>
                <a:cubicBezTo>
                  <a:pt x="40480" y="31734"/>
                  <a:pt x="38880" y="33334"/>
                  <a:pt x="36903" y="33334"/>
                </a:cubicBezTo>
                <a:cubicBezTo>
                  <a:pt x="34937" y="33334"/>
                  <a:pt x="33337" y="31734"/>
                  <a:pt x="33337" y="29769"/>
                </a:cubicBezTo>
                <a:cubicBezTo>
                  <a:pt x="33337" y="27792"/>
                  <a:pt x="34937" y="26192"/>
                  <a:pt x="36903" y="26192"/>
                </a:cubicBezTo>
                <a:close/>
                <a:moveTo>
                  <a:pt x="51189" y="26192"/>
                </a:moveTo>
                <a:lnTo>
                  <a:pt x="63097" y="26192"/>
                </a:lnTo>
                <a:cubicBezTo>
                  <a:pt x="65063" y="26192"/>
                  <a:pt x="66663" y="27792"/>
                  <a:pt x="66663" y="29769"/>
                </a:cubicBezTo>
                <a:cubicBezTo>
                  <a:pt x="66663" y="31734"/>
                  <a:pt x="65063" y="33334"/>
                  <a:pt x="63097" y="33334"/>
                </a:cubicBezTo>
                <a:lnTo>
                  <a:pt x="51189" y="33334"/>
                </a:lnTo>
                <a:cubicBezTo>
                  <a:pt x="49223" y="33334"/>
                  <a:pt x="47623" y="31734"/>
                  <a:pt x="47623" y="29769"/>
                </a:cubicBezTo>
                <a:cubicBezTo>
                  <a:pt x="47623" y="27792"/>
                  <a:pt x="49223" y="26192"/>
                  <a:pt x="51189" y="26192"/>
                </a:cubicBezTo>
                <a:close/>
                <a:moveTo>
                  <a:pt x="36903" y="38099"/>
                </a:moveTo>
                <a:cubicBezTo>
                  <a:pt x="38880" y="38099"/>
                  <a:pt x="40480" y="39699"/>
                  <a:pt x="40480" y="41664"/>
                </a:cubicBezTo>
                <a:cubicBezTo>
                  <a:pt x="40480" y="43641"/>
                  <a:pt x="38880" y="45241"/>
                  <a:pt x="36903" y="45241"/>
                </a:cubicBezTo>
                <a:cubicBezTo>
                  <a:pt x="34937" y="45241"/>
                  <a:pt x="33337" y="43641"/>
                  <a:pt x="33337" y="41664"/>
                </a:cubicBezTo>
                <a:cubicBezTo>
                  <a:pt x="33337" y="39699"/>
                  <a:pt x="34937" y="38099"/>
                  <a:pt x="36903" y="38099"/>
                </a:cubicBezTo>
                <a:close/>
                <a:moveTo>
                  <a:pt x="51189" y="38099"/>
                </a:moveTo>
                <a:lnTo>
                  <a:pt x="63097" y="38099"/>
                </a:lnTo>
                <a:cubicBezTo>
                  <a:pt x="65063" y="38099"/>
                  <a:pt x="66663" y="39699"/>
                  <a:pt x="66663" y="41664"/>
                </a:cubicBezTo>
                <a:cubicBezTo>
                  <a:pt x="66663" y="43641"/>
                  <a:pt x="65063" y="45241"/>
                  <a:pt x="63097" y="45241"/>
                </a:cubicBezTo>
                <a:lnTo>
                  <a:pt x="51189" y="45241"/>
                </a:lnTo>
                <a:cubicBezTo>
                  <a:pt x="49223" y="45241"/>
                  <a:pt x="47623" y="43641"/>
                  <a:pt x="47623" y="41664"/>
                </a:cubicBezTo>
                <a:cubicBezTo>
                  <a:pt x="47623" y="39699"/>
                  <a:pt x="49223" y="38099"/>
                  <a:pt x="51189" y="3809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0" name="Белый — SVG 70">
            <a:extLst>
              <a:ext uri="{FF2B5EF4-FFF2-40B4-BE49-F238E27FC236}">
                <a16:creationId xmlns:a16="http://schemas.microsoft.com/office/drawing/2014/main" id="{AC65894C-FBFF-C14B-87F4-FAD7217E651F}"/>
              </a:ext>
            </a:extLst>
          </p:cNvPr>
          <p:cNvSpPr>
            <a:spLocks noGrp="1"/>
          </p:cNvSpPr>
          <p:nvPr/>
        </p:nvSpPr>
        <p:spPr>
          <a:xfrm>
            <a:off x="9420000" y="5530000"/>
            <a:ext cx="220000" cy="220000"/>
          </a:xfrm>
          <a:custGeom>
            <a:avLst/>
            <a:gdLst>
              <a:gd name="csX0" fmla="*/ 146996 w 155945"/>
              <a:gd name="csY0" fmla="*/ 16620 h 127515"/>
              <a:gd name="csX1" fmla="*/ 138438 w 155945"/>
              <a:gd name="csY1" fmla="*/ 13524 h 127515"/>
              <a:gd name="csX2" fmla="*/ 138166 w 155945"/>
              <a:gd name="csY2" fmla="*/ 4406 h 127515"/>
              <a:gd name="csX3" fmla="*/ 132909 w 155945"/>
              <a:gd name="csY3" fmla="*/ 0 h 127515"/>
              <a:gd name="csX4" fmla="*/ 23036 w 155945"/>
              <a:gd name="csY4" fmla="*/ 0 h 127515"/>
              <a:gd name="csX5" fmla="*/ 17796 w 155945"/>
              <a:gd name="csY5" fmla="*/ 4406 h 127515"/>
              <a:gd name="csX6" fmla="*/ 17507 w 155945"/>
              <a:gd name="csY6" fmla="*/ 13473 h 127515"/>
              <a:gd name="csX7" fmla="*/ 8949 w 155945"/>
              <a:gd name="csY7" fmla="*/ 16569 h 127515"/>
              <a:gd name="csX8" fmla="*/ 0 w 155945"/>
              <a:gd name="csY8" fmla="*/ 36285 h 127515"/>
              <a:gd name="csX9" fmla="*/ 17268 w 155945"/>
              <a:gd name="csY9" fmla="*/ 60661 h 127515"/>
              <a:gd name="csX10" fmla="*/ 66471 w 155945"/>
              <a:gd name="csY10" fmla="*/ 124691 h 127515"/>
              <a:gd name="csX11" fmla="*/ 77989 w 155945"/>
              <a:gd name="csY11" fmla="*/ 127515 h 127515"/>
              <a:gd name="csX12" fmla="*/ 89473 w 155945"/>
              <a:gd name="csY12" fmla="*/ 124709 h 127515"/>
              <a:gd name="csX13" fmla="*/ 138676 w 155945"/>
              <a:gd name="csY13" fmla="*/ 60713 h 127515"/>
              <a:gd name="csX14" fmla="*/ 155945 w 155945"/>
              <a:gd name="csY14" fmla="*/ 36336 h 127515"/>
              <a:gd name="csX15" fmla="*/ 146996 w 155945"/>
              <a:gd name="csY15" fmla="*/ 16620 h 127515"/>
              <a:gd name="csX16" fmla="*/ 63800 w 155945"/>
              <a:gd name="csY16" fmla="*/ 60253 h 127515"/>
              <a:gd name="csX17" fmla="*/ 86700 w 155945"/>
              <a:gd name="csY17" fmla="*/ 60253 h 127515"/>
              <a:gd name="csX18" fmla="*/ 74740 w 155945"/>
              <a:gd name="csY18" fmla="*/ 33342 h 127515"/>
              <a:gd name="csX19" fmla="*/ 76544 w 155945"/>
              <a:gd name="csY19" fmla="*/ 28664 h 127515"/>
              <a:gd name="csX20" fmla="*/ 81222 w 155945"/>
              <a:gd name="csY20" fmla="*/ 30450 h 127515"/>
              <a:gd name="csX21" fmla="*/ 95394 w 155945"/>
              <a:gd name="csY21" fmla="*/ 62346 h 127515"/>
              <a:gd name="csX22" fmla="*/ 95122 w 155945"/>
              <a:gd name="csY22" fmla="*/ 65714 h 127515"/>
              <a:gd name="csX23" fmla="*/ 92162 w 155945"/>
              <a:gd name="csY23" fmla="*/ 67330 h 127515"/>
              <a:gd name="csX24" fmla="*/ 63800 w 155945"/>
              <a:gd name="csY24" fmla="*/ 67330 h 127515"/>
              <a:gd name="csX25" fmla="*/ 60261 w 155945"/>
              <a:gd name="csY25" fmla="*/ 63792 h 127515"/>
              <a:gd name="csX26" fmla="*/ 63800 w 155945"/>
              <a:gd name="csY26" fmla="*/ 60253 h 127515"/>
              <a:gd name="csX27" fmla="*/ 49628 w 155945"/>
              <a:gd name="csY27" fmla="*/ 35434 h 127515"/>
              <a:gd name="csX28" fmla="*/ 42534 w 155945"/>
              <a:gd name="csY28" fmla="*/ 28357 h 127515"/>
              <a:gd name="csX29" fmla="*/ 49628 w 155945"/>
              <a:gd name="csY29" fmla="*/ 21264 h 127515"/>
              <a:gd name="csX30" fmla="*/ 56706 w 155945"/>
              <a:gd name="csY30" fmla="*/ 28357 h 127515"/>
              <a:gd name="csX31" fmla="*/ 49628 w 155945"/>
              <a:gd name="csY31" fmla="*/ 35434 h 127515"/>
              <a:gd name="csX32" fmla="*/ 95700 w 155945"/>
              <a:gd name="csY32" fmla="*/ 88594 h 127515"/>
              <a:gd name="csX33" fmla="*/ 60261 w 155945"/>
              <a:gd name="csY33" fmla="*/ 88594 h 127515"/>
              <a:gd name="csX34" fmla="*/ 56706 w 155945"/>
              <a:gd name="csY34" fmla="*/ 85056 h 127515"/>
              <a:gd name="csX35" fmla="*/ 60261 w 155945"/>
              <a:gd name="csY35" fmla="*/ 81517 h 127515"/>
              <a:gd name="csX36" fmla="*/ 95700 w 155945"/>
              <a:gd name="csY36" fmla="*/ 81517 h 127515"/>
              <a:gd name="csX37" fmla="*/ 99239 w 155945"/>
              <a:gd name="csY37" fmla="*/ 85056 h 127515"/>
              <a:gd name="csX38" fmla="*/ 95700 w 155945"/>
              <a:gd name="csY38" fmla="*/ 88594 h 127515"/>
              <a:gd name="csX39" fmla="*/ 106334 w 155945"/>
              <a:gd name="csY39" fmla="*/ 35434 h 127515"/>
              <a:gd name="csX40" fmla="*/ 99239 w 155945"/>
              <a:gd name="csY40" fmla="*/ 28357 h 127515"/>
              <a:gd name="csX41" fmla="*/ 106334 w 155945"/>
              <a:gd name="csY41" fmla="*/ 21264 h 127515"/>
              <a:gd name="csX42" fmla="*/ 113428 w 155945"/>
              <a:gd name="csY42" fmla="*/ 28357 h 127515"/>
              <a:gd name="csX43" fmla="*/ 106334 w 155945"/>
              <a:gd name="csY43" fmla="*/ 35434 h 127515"/>
            </a:gdLst>
            <a:ahLst/>
            <a:cxnLst/>
            <a:rect l="l" t="t" r="r" b="b"/>
            <a:pathLst>
              <a:path w="100000" h="100000">
                <a:moveTo>
                  <a:pt x="94261" y="19773"/>
                </a:moveTo>
                <a:cubicBezTo>
                  <a:pt x="92614" y="18595"/>
                  <a:pt x="90749" y="17918"/>
                  <a:pt x="88774" y="17788"/>
                </a:cubicBezTo>
                <a:cubicBezTo>
                  <a:pt x="88839" y="15420"/>
                  <a:pt x="88828" y="13282"/>
                  <a:pt x="88599" y="11941"/>
                </a:cubicBezTo>
                <a:cubicBezTo>
                  <a:pt x="88316" y="10304"/>
                  <a:pt x="86897" y="9115"/>
                  <a:pt x="85228" y="9115"/>
                </a:cubicBezTo>
                <a:lnTo>
                  <a:pt x="14772" y="9115"/>
                </a:lnTo>
                <a:cubicBezTo>
                  <a:pt x="13114" y="9115"/>
                  <a:pt x="11696" y="10304"/>
                  <a:pt x="11412" y="11941"/>
                </a:cubicBezTo>
                <a:cubicBezTo>
                  <a:pt x="11183" y="13282"/>
                  <a:pt x="11161" y="15398"/>
                  <a:pt x="11226" y="17755"/>
                </a:cubicBezTo>
                <a:cubicBezTo>
                  <a:pt x="9251" y="17886"/>
                  <a:pt x="7375" y="18551"/>
                  <a:pt x="5739" y="19740"/>
                </a:cubicBezTo>
                <a:cubicBezTo>
                  <a:pt x="2139" y="22326"/>
                  <a:pt x="0" y="27060"/>
                  <a:pt x="0" y="32383"/>
                </a:cubicBezTo>
                <a:cubicBezTo>
                  <a:pt x="0" y="40139"/>
                  <a:pt x="4779" y="46607"/>
                  <a:pt x="11073" y="48014"/>
                </a:cubicBezTo>
                <a:cubicBezTo>
                  <a:pt x="15863" y="71839"/>
                  <a:pt x="32751" y="83925"/>
                  <a:pt x="42625" y="89074"/>
                </a:cubicBezTo>
                <a:cubicBezTo>
                  <a:pt x="44938" y="90284"/>
                  <a:pt x="47469" y="90885"/>
                  <a:pt x="50011" y="90885"/>
                </a:cubicBezTo>
                <a:cubicBezTo>
                  <a:pt x="52542" y="90885"/>
                  <a:pt x="55073" y="90284"/>
                  <a:pt x="57375" y="89085"/>
                </a:cubicBezTo>
                <a:cubicBezTo>
                  <a:pt x="67249" y="83936"/>
                  <a:pt x="84137" y="71871"/>
                  <a:pt x="88926" y="48048"/>
                </a:cubicBezTo>
                <a:cubicBezTo>
                  <a:pt x="95221" y="46640"/>
                  <a:pt x="100000" y="40172"/>
                  <a:pt x="100000" y="32416"/>
                </a:cubicBezTo>
                <a:cubicBezTo>
                  <a:pt x="100000" y="27092"/>
                  <a:pt x="97851" y="22358"/>
                  <a:pt x="94261" y="19773"/>
                </a:cubicBezTo>
                <a:close/>
                <a:moveTo>
                  <a:pt x="40912" y="47753"/>
                </a:moveTo>
                <a:lnTo>
                  <a:pt x="55597" y="47753"/>
                </a:lnTo>
                <a:lnTo>
                  <a:pt x="47927" y="30496"/>
                </a:lnTo>
                <a:cubicBezTo>
                  <a:pt x="47414" y="29340"/>
                  <a:pt x="47938" y="27998"/>
                  <a:pt x="49084" y="27496"/>
                </a:cubicBezTo>
                <a:cubicBezTo>
                  <a:pt x="50229" y="26983"/>
                  <a:pt x="51571" y="27496"/>
                  <a:pt x="52084" y="28642"/>
                </a:cubicBezTo>
                <a:lnTo>
                  <a:pt x="61172" y="49095"/>
                </a:lnTo>
                <a:cubicBezTo>
                  <a:pt x="61488" y="49804"/>
                  <a:pt x="61422" y="50611"/>
                  <a:pt x="60997" y="51255"/>
                </a:cubicBezTo>
                <a:cubicBezTo>
                  <a:pt x="60582" y="51898"/>
                  <a:pt x="59863" y="52291"/>
                  <a:pt x="59099" y="52291"/>
                </a:cubicBezTo>
                <a:lnTo>
                  <a:pt x="40912" y="52291"/>
                </a:lnTo>
                <a:cubicBezTo>
                  <a:pt x="39658" y="52291"/>
                  <a:pt x="38642" y="51276"/>
                  <a:pt x="38642" y="50022"/>
                </a:cubicBezTo>
                <a:cubicBezTo>
                  <a:pt x="38642" y="48768"/>
                  <a:pt x="39658" y="47753"/>
                  <a:pt x="40912" y="47753"/>
                </a:cubicBezTo>
                <a:close/>
                <a:moveTo>
                  <a:pt x="31824" y="31838"/>
                </a:moveTo>
                <a:cubicBezTo>
                  <a:pt x="29304" y="31838"/>
                  <a:pt x="27275" y="29809"/>
                  <a:pt x="27275" y="27299"/>
                </a:cubicBezTo>
                <a:cubicBezTo>
                  <a:pt x="27275" y="24780"/>
                  <a:pt x="29304" y="22751"/>
                  <a:pt x="31824" y="22751"/>
                </a:cubicBezTo>
                <a:cubicBezTo>
                  <a:pt x="34334" y="22751"/>
                  <a:pt x="36363" y="24780"/>
                  <a:pt x="36363" y="27299"/>
                </a:cubicBezTo>
                <a:cubicBezTo>
                  <a:pt x="36363" y="29809"/>
                  <a:pt x="34334" y="31838"/>
                  <a:pt x="31824" y="31838"/>
                </a:cubicBezTo>
                <a:close/>
                <a:moveTo>
                  <a:pt x="61368" y="65926"/>
                </a:moveTo>
                <a:lnTo>
                  <a:pt x="38642" y="65926"/>
                </a:lnTo>
                <a:cubicBezTo>
                  <a:pt x="37377" y="65926"/>
                  <a:pt x="36363" y="64912"/>
                  <a:pt x="36363" y="63658"/>
                </a:cubicBezTo>
                <a:cubicBezTo>
                  <a:pt x="36363" y="62403"/>
                  <a:pt x="37377" y="61388"/>
                  <a:pt x="38642" y="61388"/>
                </a:cubicBezTo>
                <a:lnTo>
                  <a:pt x="61368" y="61388"/>
                </a:lnTo>
                <a:cubicBezTo>
                  <a:pt x="62623" y="61388"/>
                  <a:pt x="63637" y="62403"/>
                  <a:pt x="63637" y="63658"/>
                </a:cubicBezTo>
                <a:cubicBezTo>
                  <a:pt x="63637" y="64912"/>
                  <a:pt x="62623" y="65926"/>
                  <a:pt x="61368" y="65926"/>
                </a:cubicBezTo>
                <a:close/>
                <a:moveTo>
                  <a:pt x="68187" y="31838"/>
                </a:moveTo>
                <a:cubicBezTo>
                  <a:pt x="65678" y="31838"/>
                  <a:pt x="63637" y="29809"/>
                  <a:pt x="63637" y="27299"/>
                </a:cubicBezTo>
                <a:cubicBezTo>
                  <a:pt x="63637" y="24780"/>
                  <a:pt x="65678" y="22751"/>
                  <a:pt x="68187" y="22751"/>
                </a:cubicBezTo>
                <a:cubicBezTo>
                  <a:pt x="70696" y="22751"/>
                  <a:pt x="72736" y="24780"/>
                  <a:pt x="72736" y="27299"/>
                </a:cubicBezTo>
                <a:cubicBezTo>
                  <a:pt x="72736" y="29809"/>
                  <a:pt x="70696" y="31838"/>
                  <a:pt x="68187" y="3183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1" name="Белый — SVG 71">
            <a:extLst>
              <a:ext uri="{FF2B5EF4-FFF2-40B4-BE49-F238E27FC236}">
                <a16:creationId xmlns:a16="http://schemas.microsoft.com/office/drawing/2014/main" id="{63552F5D-0B8E-A64D-832C-2BBFBD6374D7}"/>
              </a:ext>
            </a:extLst>
          </p:cNvPr>
          <p:cNvSpPr>
            <a:spLocks noGrp="1"/>
          </p:cNvSpPr>
          <p:nvPr/>
        </p:nvSpPr>
        <p:spPr>
          <a:xfrm>
            <a:off x="10020000" y="5530000"/>
            <a:ext cx="220000" cy="220000"/>
          </a:xfrm>
          <a:custGeom>
            <a:avLst/>
            <a:gdLst>
              <a:gd name="csX0" fmla="*/ 124109 w 148820"/>
              <a:gd name="csY0" fmla="*/ 2 h 102495"/>
              <a:gd name="csX1" fmla="*/ 120111 w 148820"/>
              <a:gd name="csY1" fmla="*/ 1125 h 102495"/>
              <a:gd name="csX2" fmla="*/ 117439 w 148820"/>
              <a:gd name="csY2" fmla="*/ 4289 h 102495"/>
              <a:gd name="csX3" fmla="*/ 116980 w 148820"/>
              <a:gd name="csY3" fmla="*/ 8405 h 102495"/>
              <a:gd name="csX4" fmla="*/ 118919 w 148820"/>
              <a:gd name="csY4" fmla="*/ 12080 h 102495"/>
              <a:gd name="csX5" fmla="*/ 118919 w 148820"/>
              <a:gd name="csY5" fmla="*/ 90501 h 102495"/>
              <a:gd name="csX6" fmla="*/ 117422 w 148820"/>
              <a:gd name="csY6" fmla="*/ 92832 h 102495"/>
              <a:gd name="csX7" fmla="*/ 116946 w 148820"/>
              <a:gd name="csY7" fmla="*/ 95553 h 102495"/>
              <a:gd name="csX8" fmla="*/ 117541 w 148820"/>
              <a:gd name="csY8" fmla="*/ 98258 h 102495"/>
              <a:gd name="csX9" fmla="*/ 119124 w 148820"/>
              <a:gd name="csY9" fmla="*/ 100521 h 102495"/>
              <a:gd name="csX10" fmla="*/ 121455 w 148820"/>
              <a:gd name="csY10" fmla="*/ 102018 h 102495"/>
              <a:gd name="csX11" fmla="*/ 124177 w 148820"/>
              <a:gd name="csY11" fmla="*/ 102494 h 102495"/>
              <a:gd name="csX12" fmla="*/ 126882 w 148820"/>
              <a:gd name="csY12" fmla="*/ 101898 h 102495"/>
              <a:gd name="csX13" fmla="*/ 129145 w 148820"/>
              <a:gd name="csY13" fmla="*/ 100316 h 102495"/>
              <a:gd name="csX14" fmla="*/ 129145 w 148820"/>
              <a:gd name="csY14" fmla="*/ 2265 h 102495"/>
              <a:gd name="csX15" fmla="*/ 126848 w 148820"/>
              <a:gd name="csY15" fmla="*/ 615 h 102495"/>
              <a:gd name="csX16" fmla="*/ 124109 w 148820"/>
              <a:gd name="csY16" fmla="*/ 2 h 102495"/>
              <a:gd name="csX17" fmla="*/ 24495 w 148820"/>
              <a:gd name="csY17" fmla="*/ 19 h 102495"/>
              <a:gd name="csX18" fmla="*/ 19663 w 148820"/>
              <a:gd name="csY18" fmla="*/ 2265 h 102495"/>
              <a:gd name="csX19" fmla="*/ 19663 w 148820"/>
              <a:gd name="csY19" fmla="*/ 100316 h 102495"/>
              <a:gd name="csX20" fmla="*/ 24631 w 148820"/>
              <a:gd name="csY20" fmla="*/ 102494 h 102495"/>
              <a:gd name="csX21" fmla="*/ 29685 w 148820"/>
              <a:gd name="csY21" fmla="*/ 100521 h 102495"/>
              <a:gd name="csX22" fmla="*/ 31879 w 148820"/>
              <a:gd name="csY22" fmla="*/ 95553 h 102495"/>
              <a:gd name="csX23" fmla="*/ 29906 w 148820"/>
              <a:gd name="csY23" fmla="*/ 90501 h 102495"/>
              <a:gd name="csX24" fmla="*/ 29906 w 148820"/>
              <a:gd name="csY24" fmla="*/ 12080 h 102495"/>
              <a:gd name="csX25" fmla="*/ 31828 w 148820"/>
              <a:gd name="csY25" fmla="*/ 8354 h 102495"/>
              <a:gd name="csX26" fmla="*/ 31334 w 148820"/>
              <a:gd name="csY26" fmla="*/ 4187 h 102495"/>
              <a:gd name="csX27" fmla="*/ 28561 w 148820"/>
              <a:gd name="csY27" fmla="*/ 1040 h 102495"/>
              <a:gd name="csX28" fmla="*/ 24495 w 148820"/>
              <a:gd name="csY28" fmla="*/ 19 h 102495"/>
              <a:gd name="csX29" fmla="*/ 48909 w 148820"/>
              <a:gd name="csY29" fmla="*/ 19327 h 102495"/>
              <a:gd name="csX30" fmla="*/ 44044 w 148820"/>
              <a:gd name="csY30" fmla="*/ 21504 h 102495"/>
              <a:gd name="csX31" fmla="*/ 44044 w 148820"/>
              <a:gd name="csY31" fmla="*/ 81060 h 102495"/>
              <a:gd name="csX32" fmla="*/ 46341 w 148820"/>
              <a:gd name="csY32" fmla="*/ 82710 h 102495"/>
              <a:gd name="csX33" fmla="*/ 49096 w 148820"/>
              <a:gd name="csY33" fmla="*/ 83339 h 102495"/>
              <a:gd name="csX34" fmla="*/ 51870 w 148820"/>
              <a:gd name="csY34" fmla="*/ 82846 h 102495"/>
              <a:gd name="csX35" fmla="*/ 54234 w 148820"/>
              <a:gd name="csY35" fmla="*/ 81315 h 102495"/>
              <a:gd name="csX36" fmla="*/ 55817 w 148820"/>
              <a:gd name="csY36" fmla="*/ 78967 h 102495"/>
              <a:gd name="csX37" fmla="*/ 56344 w 148820"/>
              <a:gd name="csY37" fmla="*/ 76195 h 102495"/>
              <a:gd name="csX38" fmla="*/ 55765 w 148820"/>
              <a:gd name="csY38" fmla="*/ 73439 h 102495"/>
              <a:gd name="csX39" fmla="*/ 54150 w 148820"/>
              <a:gd name="csY39" fmla="*/ 71126 h 102495"/>
              <a:gd name="csX40" fmla="*/ 54150 w 148820"/>
              <a:gd name="csY40" fmla="*/ 31456 h 102495"/>
              <a:gd name="csX41" fmla="*/ 56123 w 148820"/>
              <a:gd name="csY41" fmla="*/ 27764 h 102495"/>
              <a:gd name="csX42" fmla="*/ 55681 w 148820"/>
              <a:gd name="csY42" fmla="*/ 23597 h 102495"/>
              <a:gd name="csX43" fmla="*/ 52942 w 148820"/>
              <a:gd name="csY43" fmla="*/ 20415 h 102495"/>
              <a:gd name="csX44" fmla="*/ 48909 w 148820"/>
              <a:gd name="csY44" fmla="*/ 19327 h 102495"/>
              <a:gd name="csX45" fmla="*/ 99695 w 148820"/>
              <a:gd name="csY45" fmla="*/ 19327 h 102495"/>
              <a:gd name="csX46" fmla="*/ 95730 w 148820"/>
              <a:gd name="csY46" fmla="*/ 20501 h 102495"/>
              <a:gd name="csX47" fmla="*/ 93094 w 148820"/>
              <a:gd name="csY47" fmla="*/ 23698 h 102495"/>
              <a:gd name="csX48" fmla="*/ 92702 w 148820"/>
              <a:gd name="csY48" fmla="*/ 27815 h 102495"/>
              <a:gd name="csX49" fmla="*/ 94659 w 148820"/>
              <a:gd name="csY49" fmla="*/ 31456 h 102495"/>
              <a:gd name="csX50" fmla="*/ 94659 w 148820"/>
              <a:gd name="csY50" fmla="*/ 71126 h 102495"/>
              <a:gd name="csX51" fmla="*/ 93042 w 148820"/>
              <a:gd name="csY51" fmla="*/ 73439 h 102495"/>
              <a:gd name="csX52" fmla="*/ 92464 w 148820"/>
              <a:gd name="csY52" fmla="*/ 76195 h 102495"/>
              <a:gd name="csX53" fmla="*/ 93008 w 148820"/>
              <a:gd name="csY53" fmla="*/ 78967 h 102495"/>
              <a:gd name="csX54" fmla="*/ 94573 w 148820"/>
              <a:gd name="csY54" fmla="*/ 81315 h 102495"/>
              <a:gd name="csX55" fmla="*/ 96938 w 148820"/>
              <a:gd name="csY55" fmla="*/ 82846 h 102495"/>
              <a:gd name="csX56" fmla="*/ 99729 w 148820"/>
              <a:gd name="csY56" fmla="*/ 83339 h 102495"/>
              <a:gd name="csX57" fmla="*/ 102468 w 148820"/>
              <a:gd name="csY57" fmla="*/ 82710 h 102495"/>
              <a:gd name="csX58" fmla="*/ 104765 w 148820"/>
              <a:gd name="csY58" fmla="*/ 81060 h 102495"/>
              <a:gd name="csX59" fmla="*/ 104765 w 148820"/>
              <a:gd name="csY59" fmla="*/ 21504 h 102495"/>
              <a:gd name="csX60" fmla="*/ 102451 w 148820"/>
              <a:gd name="csY60" fmla="*/ 19905 h 102495"/>
              <a:gd name="csX61" fmla="*/ 99695 w 148820"/>
              <a:gd name="csY61" fmla="*/ 19327 h 102495"/>
              <a:gd name="csX62" fmla="*/ 74413 w 148820"/>
              <a:gd name="csY62" fmla="*/ 40658 h 102495"/>
              <a:gd name="csX63" fmla="*/ 66892 w 148820"/>
              <a:gd name="csY63" fmla="*/ 43772 h 102495"/>
              <a:gd name="csX64" fmla="*/ 63780 w 148820"/>
              <a:gd name="csY64" fmla="*/ 51290 h 102495"/>
              <a:gd name="csX65" fmla="*/ 66892 w 148820"/>
              <a:gd name="csY65" fmla="*/ 58810 h 102495"/>
              <a:gd name="csX66" fmla="*/ 74413 w 148820"/>
              <a:gd name="csY66" fmla="*/ 61922 h 102495"/>
              <a:gd name="csX67" fmla="*/ 81933 w 148820"/>
              <a:gd name="csY67" fmla="*/ 58810 h 102495"/>
              <a:gd name="csX68" fmla="*/ 85046 w 148820"/>
              <a:gd name="csY68" fmla="*/ 51290 h 102495"/>
              <a:gd name="csX69" fmla="*/ 81933 w 148820"/>
              <a:gd name="csY69" fmla="*/ 43772 h 102495"/>
              <a:gd name="csX70" fmla="*/ 74413 w 148820"/>
              <a:gd name="csY70" fmla="*/ 40658 h 102495"/>
            </a:gdLst>
            <a:ahLst/>
            <a:cxnLst/>
            <a:rect l="l" t="t" r="r" b="b"/>
            <a:pathLst>
              <a:path w="100000" h="100000">
                <a:moveTo>
                  <a:pt x="83395" y="15565"/>
                </a:moveTo>
                <a:cubicBezTo>
                  <a:pt x="82447" y="15543"/>
                  <a:pt x="81509" y="15805"/>
                  <a:pt x="80709" y="16320"/>
                </a:cubicBezTo>
                <a:cubicBezTo>
                  <a:pt x="79920" y="16834"/>
                  <a:pt x="79291" y="17577"/>
                  <a:pt x="78913" y="18446"/>
                </a:cubicBezTo>
                <a:cubicBezTo>
                  <a:pt x="78536" y="19315"/>
                  <a:pt x="78434" y="20286"/>
                  <a:pt x="78605" y="21212"/>
                </a:cubicBezTo>
                <a:cubicBezTo>
                  <a:pt x="78788" y="22149"/>
                  <a:pt x="79234" y="23007"/>
                  <a:pt x="79908" y="23681"/>
                </a:cubicBezTo>
                <a:cubicBezTo>
                  <a:pt x="94050" y="38415"/>
                  <a:pt x="94050" y="61643"/>
                  <a:pt x="79908" y="76376"/>
                </a:cubicBezTo>
                <a:cubicBezTo>
                  <a:pt x="79474" y="76823"/>
                  <a:pt x="79131" y="77360"/>
                  <a:pt x="78902" y="77943"/>
                </a:cubicBezTo>
                <a:cubicBezTo>
                  <a:pt x="78674" y="78525"/>
                  <a:pt x="78559" y="79143"/>
                  <a:pt x="78582" y="79771"/>
                </a:cubicBezTo>
                <a:cubicBezTo>
                  <a:pt x="78594" y="80400"/>
                  <a:pt x="78731" y="81018"/>
                  <a:pt x="78982" y="81589"/>
                </a:cubicBezTo>
                <a:cubicBezTo>
                  <a:pt x="79234" y="82161"/>
                  <a:pt x="79588" y="82675"/>
                  <a:pt x="80046" y="83109"/>
                </a:cubicBezTo>
                <a:cubicBezTo>
                  <a:pt x="80492" y="83544"/>
                  <a:pt x="81029" y="83886"/>
                  <a:pt x="81612" y="84115"/>
                </a:cubicBezTo>
                <a:cubicBezTo>
                  <a:pt x="82195" y="84344"/>
                  <a:pt x="82812" y="84447"/>
                  <a:pt x="83441" y="84435"/>
                </a:cubicBezTo>
                <a:cubicBezTo>
                  <a:pt x="84070" y="84424"/>
                  <a:pt x="84687" y="84287"/>
                  <a:pt x="85259" y="84035"/>
                </a:cubicBezTo>
                <a:cubicBezTo>
                  <a:pt x="85831" y="83783"/>
                  <a:pt x="86345" y="83418"/>
                  <a:pt x="86779" y="82972"/>
                </a:cubicBezTo>
                <a:cubicBezTo>
                  <a:pt x="104407" y="64615"/>
                  <a:pt x="104407" y="35443"/>
                  <a:pt x="86779" y="17086"/>
                </a:cubicBezTo>
                <a:cubicBezTo>
                  <a:pt x="86345" y="16617"/>
                  <a:pt x="85818" y="16240"/>
                  <a:pt x="85236" y="15977"/>
                </a:cubicBezTo>
                <a:cubicBezTo>
                  <a:pt x="84653" y="15725"/>
                  <a:pt x="84024" y="15577"/>
                  <a:pt x="83395" y="15565"/>
                </a:cubicBezTo>
                <a:close/>
                <a:moveTo>
                  <a:pt x="16459" y="15577"/>
                </a:moveTo>
                <a:cubicBezTo>
                  <a:pt x="15224" y="15634"/>
                  <a:pt x="14059" y="16172"/>
                  <a:pt x="13213" y="17086"/>
                </a:cubicBezTo>
                <a:cubicBezTo>
                  <a:pt x="-4404" y="35443"/>
                  <a:pt x="-4404" y="64615"/>
                  <a:pt x="13213" y="82972"/>
                </a:cubicBezTo>
                <a:cubicBezTo>
                  <a:pt x="14094" y="83886"/>
                  <a:pt x="15294" y="84412"/>
                  <a:pt x="16551" y="84435"/>
                </a:cubicBezTo>
                <a:cubicBezTo>
                  <a:pt x="17820" y="84458"/>
                  <a:pt x="19043" y="83990"/>
                  <a:pt x="19947" y="83109"/>
                </a:cubicBezTo>
                <a:cubicBezTo>
                  <a:pt x="20861" y="82241"/>
                  <a:pt x="21387" y="81041"/>
                  <a:pt x="21421" y="79771"/>
                </a:cubicBezTo>
                <a:cubicBezTo>
                  <a:pt x="21444" y="78514"/>
                  <a:pt x="20964" y="77291"/>
                  <a:pt x="20095" y="76376"/>
                </a:cubicBezTo>
                <a:cubicBezTo>
                  <a:pt x="5942" y="61643"/>
                  <a:pt x="5942" y="38415"/>
                  <a:pt x="20095" y="23681"/>
                </a:cubicBezTo>
                <a:cubicBezTo>
                  <a:pt x="20769" y="22995"/>
                  <a:pt x="21216" y="22126"/>
                  <a:pt x="21387" y="21178"/>
                </a:cubicBezTo>
                <a:cubicBezTo>
                  <a:pt x="21558" y="20229"/>
                  <a:pt x="21444" y="19258"/>
                  <a:pt x="21055" y="18378"/>
                </a:cubicBezTo>
                <a:cubicBezTo>
                  <a:pt x="20655" y="17509"/>
                  <a:pt x="20015" y="16766"/>
                  <a:pt x="19192" y="16263"/>
                </a:cubicBezTo>
                <a:cubicBezTo>
                  <a:pt x="18368" y="15760"/>
                  <a:pt x="17420" y="15520"/>
                  <a:pt x="16459" y="15577"/>
                </a:cubicBezTo>
                <a:close/>
                <a:moveTo>
                  <a:pt x="32865" y="28551"/>
                </a:moveTo>
                <a:cubicBezTo>
                  <a:pt x="31619" y="28597"/>
                  <a:pt x="30453" y="29122"/>
                  <a:pt x="29595" y="30014"/>
                </a:cubicBezTo>
                <a:cubicBezTo>
                  <a:pt x="18712" y="41079"/>
                  <a:pt x="18712" y="58979"/>
                  <a:pt x="29595" y="70033"/>
                </a:cubicBezTo>
                <a:cubicBezTo>
                  <a:pt x="30030" y="70502"/>
                  <a:pt x="30556" y="70879"/>
                  <a:pt x="31139" y="71141"/>
                </a:cubicBezTo>
                <a:cubicBezTo>
                  <a:pt x="31722" y="71404"/>
                  <a:pt x="32350" y="71553"/>
                  <a:pt x="32990" y="71564"/>
                </a:cubicBezTo>
                <a:cubicBezTo>
                  <a:pt x="33620" y="71587"/>
                  <a:pt x="34260" y="71473"/>
                  <a:pt x="34854" y="71233"/>
                </a:cubicBezTo>
                <a:cubicBezTo>
                  <a:pt x="35448" y="71004"/>
                  <a:pt x="35986" y="70649"/>
                  <a:pt x="36443" y="70204"/>
                </a:cubicBezTo>
                <a:cubicBezTo>
                  <a:pt x="36900" y="69758"/>
                  <a:pt x="37254" y="69221"/>
                  <a:pt x="37506" y="68626"/>
                </a:cubicBezTo>
                <a:cubicBezTo>
                  <a:pt x="37746" y="68044"/>
                  <a:pt x="37872" y="67404"/>
                  <a:pt x="37861" y="66764"/>
                </a:cubicBezTo>
                <a:cubicBezTo>
                  <a:pt x="37861" y="66135"/>
                  <a:pt x="37723" y="65494"/>
                  <a:pt x="37471" y="64912"/>
                </a:cubicBezTo>
                <a:cubicBezTo>
                  <a:pt x="37221" y="64328"/>
                  <a:pt x="36843" y="63803"/>
                  <a:pt x="36386" y="63357"/>
                </a:cubicBezTo>
                <a:cubicBezTo>
                  <a:pt x="29081" y="55938"/>
                  <a:pt x="29081" y="44119"/>
                  <a:pt x="36386" y="36701"/>
                </a:cubicBezTo>
                <a:cubicBezTo>
                  <a:pt x="37072" y="36026"/>
                  <a:pt x="37529" y="35158"/>
                  <a:pt x="37712" y="34220"/>
                </a:cubicBezTo>
                <a:cubicBezTo>
                  <a:pt x="37895" y="33271"/>
                  <a:pt x="37792" y="32300"/>
                  <a:pt x="37415" y="31420"/>
                </a:cubicBezTo>
                <a:cubicBezTo>
                  <a:pt x="37027" y="30540"/>
                  <a:pt x="36386" y="29785"/>
                  <a:pt x="35575" y="29282"/>
                </a:cubicBezTo>
                <a:cubicBezTo>
                  <a:pt x="34763" y="28768"/>
                  <a:pt x="33825" y="28517"/>
                  <a:pt x="32865" y="28551"/>
                </a:cubicBezTo>
                <a:close/>
                <a:moveTo>
                  <a:pt x="66990" y="28551"/>
                </a:moveTo>
                <a:cubicBezTo>
                  <a:pt x="66041" y="28540"/>
                  <a:pt x="65115" y="28814"/>
                  <a:pt x="64326" y="29340"/>
                </a:cubicBezTo>
                <a:cubicBezTo>
                  <a:pt x="63538" y="29865"/>
                  <a:pt x="62920" y="30608"/>
                  <a:pt x="62555" y="31488"/>
                </a:cubicBezTo>
                <a:cubicBezTo>
                  <a:pt x="62200" y="32357"/>
                  <a:pt x="62096" y="33329"/>
                  <a:pt x="62291" y="34254"/>
                </a:cubicBezTo>
                <a:cubicBezTo>
                  <a:pt x="62474" y="35180"/>
                  <a:pt x="62931" y="36026"/>
                  <a:pt x="63606" y="36701"/>
                </a:cubicBezTo>
                <a:cubicBezTo>
                  <a:pt x="70911" y="44119"/>
                  <a:pt x="70911" y="55938"/>
                  <a:pt x="63606" y="63357"/>
                </a:cubicBezTo>
                <a:cubicBezTo>
                  <a:pt x="63149" y="63803"/>
                  <a:pt x="62772" y="64328"/>
                  <a:pt x="62520" y="64912"/>
                </a:cubicBezTo>
                <a:cubicBezTo>
                  <a:pt x="62269" y="65494"/>
                  <a:pt x="62131" y="66135"/>
                  <a:pt x="62131" y="66764"/>
                </a:cubicBezTo>
                <a:cubicBezTo>
                  <a:pt x="62119" y="67404"/>
                  <a:pt x="62246" y="68044"/>
                  <a:pt x="62497" y="68626"/>
                </a:cubicBezTo>
                <a:cubicBezTo>
                  <a:pt x="62737" y="69221"/>
                  <a:pt x="63092" y="69758"/>
                  <a:pt x="63549" y="70204"/>
                </a:cubicBezTo>
                <a:cubicBezTo>
                  <a:pt x="64006" y="70649"/>
                  <a:pt x="64543" y="71004"/>
                  <a:pt x="65138" y="71233"/>
                </a:cubicBezTo>
                <a:cubicBezTo>
                  <a:pt x="65732" y="71473"/>
                  <a:pt x="66373" y="71587"/>
                  <a:pt x="67013" y="71564"/>
                </a:cubicBezTo>
                <a:cubicBezTo>
                  <a:pt x="67641" y="71553"/>
                  <a:pt x="68270" y="71404"/>
                  <a:pt x="68854" y="71141"/>
                </a:cubicBezTo>
                <a:cubicBezTo>
                  <a:pt x="69437" y="70879"/>
                  <a:pt x="69962" y="70502"/>
                  <a:pt x="70397" y="70033"/>
                </a:cubicBezTo>
                <a:cubicBezTo>
                  <a:pt x="81280" y="58979"/>
                  <a:pt x="81280" y="41079"/>
                  <a:pt x="70397" y="30014"/>
                </a:cubicBezTo>
                <a:cubicBezTo>
                  <a:pt x="69951" y="29557"/>
                  <a:pt x="69425" y="29191"/>
                  <a:pt x="68842" y="28939"/>
                </a:cubicBezTo>
                <a:cubicBezTo>
                  <a:pt x="68259" y="28688"/>
                  <a:pt x="67630" y="28551"/>
                  <a:pt x="66990" y="28551"/>
                </a:cubicBezTo>
                <a:close/>
                <a:moveTo>
                  <a:pt x="50002" y="42884"/>
                </a:moveTo>
                <a:cubicBezTo>
                  <a:pt x="48104" y="42884"/>
                  <a:pt x="46287" y="43639"/>
                  <a:pt x="44948" y="44977"/>
                </a:cubicBezTo>
                <a:cubicBezTo>
                  <a:pt x="43600" y="46314"/>
                  <a:pt x="42857" y="48132"/>
                  <a:pt x="42857" y="50029"/>
                </a:cubicBezTo>
                <a:cubicBezTo>
                  <a:pt x="42857" y="51926"/>
                  <a:pt x="43600" y="53744"/>
                  <a:pt x="44948" y="55082"/>
                </a:cubicBezTo>
                <a:cubicBezTo>
                  <a:pt x="46287" y="56419"/>
                  <a:pt x="48104" y="57173"/>
                  <a:pt x="50002" y="57173"/>
                </a:cubicBezTo>
                <a:cubicBezTo>
                  <a:pt x="51888" y="57173"/>
                  <a:pt x="53706" y="56419"/>
                  <a:pt x="55055" y="55082"/>
                </a:cubicBezTo>
                <a:cubicBezTo>
                  <a:pt x="56392" y="53744"/>
                  <a:pt x="57147" y="51926"/>
                  <a:pt x="57147" y="50029"/>
                </a:cubicBezTo>
                <a:cubicBezTo>
                  <a:pt x="57147" y="48132"/>
                  <a:pt x="56392" y="46314"/>
                  <a:pt x="55055" y="44977"/>
                </a:cubicBezTo>
                <a:cubicBezTo>
                  <a:pt x="53706" y="43639"/>
                  <a:pt x="51888" y="42884"/>
                  <a:pt x="50002" y="4288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2" name="Белый — SVG 72">
            <a:extLst>
              <a:ext uri="{FF2B5EF4-FFF2-40B4-BE49-F238E27FC236}">
                <a16:creationId xmlns:a16="http://schemas.microsoft.com/office/drawing/2014/main" id="{E7A2D48D-1B0B-9D49-89BD-59BD1C0BF58D}"/>
              </a:ext>
            </a:extLst>
          </p:cNvPr>
          <p:cNvSpPr>
            <a:spLocks noGrp="1"/>
          </p:cNvSpPr>
          <p:nvPr/>
        </p:nvSpPr>
        <p:spPr>
          <a:xfrm>
            <a:off x="10620000" y="5530000"/>
            <a:ext cx="220000" cy="220000"/>
          </a:xfrm>
          <a:custGeom>
            <a:avLst/>
            <a:gdLst>
              <a:gd name="csX0" fmla="*/ 58475 w 148867"/>
              <a:gd name="csY0" fmla="*/ 0 h 141753"/>
              <a:gd name="csX1" fmla="*/ 42534 w 148867"/>
              <a:gd name="csY1" fmla="*/ 15940 h 141753"/>
              <a:gd name="csX2" fmla="*/ 42534 w 148867"/>
              <a:gd name="csY2" fmla="*/ 46066 h 141753"/>
              <a:gd name="csX3" fmla="*/ 60261 w 148867"/>
              <a:gd name="csY3" fmla="*/ 46066 h 141753"/>
              <a:gd name="csX4" fmla="*/ 60261 w 148867"/>
              <a:gd name="csY4" fmla="*/ 42528 h 141753"/>
              <a:gd name="csX5" fmla="*/ 63800 w 148867"/>
              <a:gd name="csY5" fmla="*/ 38989 h 141753"/>
              <a:gd name="csX6" fmla="*/ 67339 w 148867"/>
              <a:gd name="csY6" fmla="*/ 38989 h 141753"/>
              <a:gd name="csX7" fmla="*/ 70895 w 148867"/>
              <a:gd name="csY7" fmla="*/ 42528 h 141753"/>
              <a:gd name="csX8" fmla="*/ 70895 w 148867"/>
              <a:gd name="csY8" fmla="*/ 46066 h 141753"/>
              <a:gd name="csX9" fmla="*/ 90375 w 148867"/>
              <a:gd name="csY9" fmla="*/ 46066 h 141753"/>
              <a:gd name="csX10" fmla="*/ 113428 w 148867"/>
              <a:gd name="csY10" fmla="*/ 69099 h 141753"/>
              <a:gd name="csX11" fmla="*/ 113428 w 148867"/>
              <a:gd name="csY11" fmla="*/ 88594 h 141753"/>
              <a:gd name="csX12" fmla="*/ 132909 w 148867"/>
              <a:gd name="csY12" fmla="*/ 88594 h 141753"/>
              <a:gd name="csX13" fmla="*/ 148867 w 148867"/>
              <a:gd name="csY13" fmla="*/ 72654 h 141753"/>
              <a:gd name="csX14" fmla="*/ 148867 w 148867"/>
              <a:gd name="csY14" fmla="*/ 15940 h 141753"/>
              <a:gd name="csX15" fmla="*/ 132909 w 148867"/>
              <a:gd name="csY15" fmla="*/ 0 h 141753"/>
              <a:gd name="csX16" fmla="*/ 58475 w 148867"/>
              <a:gd name="csY16" fmla="*/ 0 h 141753"/>
              <a:gd name="csX17" fmla="*/ 63800 w 148867"/>
              <a:gd name="csY17" fmla="*/ 17725 h 141753"/>
              <a:gd name="csX18" fmla="*/ 67339 w 148867"/>
              <a:gd name="csY18" fmla="*/ 17725 h 141753"/>
              <a:gd name="csX19" fmla="*/ 70895 w 148867"/>
              <a:gd name="csY19" fmla="*/ 21264 h 141753"/>
              <a:gd name="csX20" fmla="*/ 70895 w 148867"/>
              <a:gd name="csY20" fmla="*/ 24802 h 141753"/>
              <a:gd name="csX21" fmla="*/ 67339 w 148867"/>
              <a:gd name="csY21" fmla="*/ 28357 h 141753"/>
              <a:gd name="csX22" fmla="*/ 63800 w 148867"/>
              <a:gd name="csY22" fmla="*/ 28357 h 141753"/>
              <a:gd name="csX23" fmla="*/ 60261 w 148867"/>
              <a:gd name="csY23" fmla="*/ 24802 h 141753"/>
              <a:gd name="csX24" fmla="*/ 60261 w 148867"/>
              <a:gd name="csY24" fmla="*/ 21264 h 141753"/>
              <a:gd name="csX25" fmla="*/ 63800 w 148867"/>
              <a:gd name="csY25" fmla="*/ 17725 h 141753"/>
              <a:gd name="csX26" fmla="*/ 124062 w 148867"/>
              <a:gd name="csY26" fmla="*/ 17725 h 141753"/>
              <a:gd name="csX27" fmla="*/ 127601 w 148867"/>
              <a:gd name="csY27" fmla="*/ 17725 h 141753"/>
              <a:gd name="csX28" fmla="*/ 131139 w 148867"/>
              <a:gd name="csY28" fmla="*/ 21264 h 141753"/>
              <a:gd name="csX29" fmla="*/ 131139 w 148867"/>
              <a:gd name="csY29" fmla="*/ 24802 h 141753"/>
              <a:gd name="csX30" fmla="*/ 127601 w 148867"/>
              <a:gd name="csY30" fmla="*/ 28357 h 141753"/>
              <a:gd name="csX31" fmla="*/ 124062 w 148867"/>
              <a:gd name="csY31" fmla="*/ 28357 h 141753"/>
              <a:gd name="csX32" fmla="*/ 120506 w 148867"/>
              <a:gd name="csY32" fmla="*/ 24802 h 141753"/>
              <a:gd name="csX33" fmla="*/ 120506 w 148867"/>
              <a:gd name="csY33" fmla="*/ 21264 h 141753"/>
              <a:gd name="csX34" fmla="*/ 124062 w 148867"/>
              <a:gd name="csY34" fmla="*/ 17725 h 141753"/>
              <a:gd name="csX35" fmla="*/ 124062 w 148867"/>
              <a:gd name="csY35" fmla="*/ 38989 h 141753"/>
              <a:gd name="csX36" fmla="*/ 127601 w 148867"/>
              <a:gd name="csY36" fmla="*/ 38989 h 141753"/>
              <a:gd name="csX37" fmla="*/ 131139 w 148867"/>
              <a:gd name="csY37" fmla="*/ 42528 h 141753"/>
              <a:gd name="csX38" fmla="*/ 131139 w 148867"/>
              <a:gd name="csY38" fmla="*/ 46066 h 141753"/>
              <a:gd name="csX39" fmla="*/ 127601 w 148867"/>
              <a:gd name="csY39" fmla="*/ 49621 h 141753"/>
              <a:gd name="csX40" fmla="*/ 124062 w 148867"/>
              <a:gd name="csY40" fmla="*/ 49621 h 141753"/>
              <a:gd name="csX41" fmla="*/ 120506 w 148867"/>
              <a:gd name="csY41" fmla="*/ 46066 h 141753"/>
              <a:gd name="csX42" fmla="*/ 120506 w 148867"/>
              <a:gd name="csY42" fmla="*/ 42528 h 141753"/>
              <a:gd name="csX43" fmla="*/ 124062 w 148867"/>
              <a:gd name="csY43" fmla="*/ 38989 h 141753"/>
              <a:gd name="csX44" fmla="*/ 15942 w 148867"/>
              <a:gd name="csY44" fmla="*/ 53160 h 141753"/>
              <a:gd name="csX45" fmla="*/ 0 w 148867"/>
              <a:gd name="csY45" fmla="*/ 69099 h 141753"/>
              <a:gd name="csX46" fmla="*/ 0 w 148867"/>
              <a:gd name="csY46" fmla="*/ 117530 h 141753"/>
              <a:gd name="csX47" fmla="*/ 26575 w 148867"/>
              <a:gd name="csY47" fmla="*/ 91826 h 141753"/>
              <a:gd name="csX48" fmla="*/ 42534 w 148867"/>
              <a:gd name="csY48" fmla="*/ 91826 h 141753"/>
              <a:gd name="csX49" fmla="*/ 55106 w 148867"/>
              <a:gd name="csY49" fmla="*/ 104006 h 141753"/>
              <a:gd name="csX50" fmla="*/ 60364 w 148867"/>
              <a:gd name="csY50" fmla="*/ 98919 h 141753"/>
              <a:gd name="csX51" fmla="*/ 76322 w 148867"/>
              <a:gd name="csY51" fmla="*/ 98919 h 141753"/>
              <a:gd name="csX52" fmla="*/ 106146 w 148867"/>
              <a:gd name="csY52" fmla="*/ 127754 h 141753"/>
              <a:gd name="csX53" fmla="*/ 106334 w 148867"/>
              <a:gd name="csY53" fmla="*/ 125814 h 141753"/>
              <a:gd name="csX54" fmla="*/ 106334 w 148867"/>
              <a:gd name="csY54" fmla="*/ 69099 h 141753"/>
              <a:gd name="csX55" fmla="*/ 90375 w 148867"/>
              <a:gd name="csY55" fmla="*/ 53160 h 141753"/>
              <a:gd name="csX56" fmla="*/ 15942 w 148867"/>
              <a:gd name="csY56" fmla="*/ 53160 h 141753"/>
              <a:gd name="csX57" fmla="*/ 124062 w 148867"/>
              <a:gd name="csY57" fmla="*/ 60253 h 141753"/>
              <a:gd name="csX58" fmla="*/ 127601 w 148867"/>
              <a:gd name="csY58" fmla="*/ 60253 h 141753"/>
              <a:gd name="csX59" fmla="*/ 131139 w 148867"/>
              <a:gd name="csY59" fmla="*/ 63792 h 141753"/>
              <a:gd name="csX60" fmla="*/ 131139 w 148867"/>
              <a:gd name="csY60" fmla="*/ 67330 h 141753"/>
              <a:gd name="csX61" fmla="*/ 127601 w 148867"/>
              <a:gd name="csY61" fmla="*/ 70885 h 141753"/>
              <a:gd name="csX62" fmla="*/ 124062 w 148867"/>
              <a:gd name="csY62" fmla="*/ 70885 h 141753"/>
              <a:gd name="csX63" fmla="*/ 120506 w 148867"/>
              <a:gd name="csY63" fmla="*/ 67330 h 141753"/>
              <a:gd name="csX64" fmla="*/ 120506 w 148867"/>
              <a:gd name="csY64" fmla="*/ 63792 h 141753"/>
              <a:gd name="csX65" fmla="*/ 124062 w 148867"/>
              <a:gd name="csY65" fmla="*/ 60253 h 141753"/>
              <a:gd name="csX66" fmla="*/ 81528 w 148867"/>
              <a:gd name="csY66" fmla="*/ 70885 h 141753"/>
              <a:gd name="csX67" fmla="*/ 88606 w 148867"/>
              <a:gd name="csY67" fmla="*/ 77962 h 141753"/>
              <a:gd name="csX68" fmla="*/ 81528 w 148867"/>
              <a:gd name="csY68" fmla="*/ 85056 h 141753"/>
              <a:gd name="csX69" fmla="*/ 74434 w 148867"/>
              <a:gd name="csY69" fmla="*/ 77962 h 141753"/>
              <a:gd name="csX70" fmla="*/ 81528 w 148867"/>
              <a:gd name="csY70" fmla="*/ 70885 h 141753"/>
              <a:gd name="csX71" fmla="*/ 34554 w 148867"/>
              <a:gd name="csY71" fmla="*/ 99226 h 141753"/>
              <a:gd name="csX72" fmla="*/ 33976 w 148867"/>
              <a:gd name="csY72" fmla="*/ 99464 h 141753"/>
              <a:gd name="csX73" fmla="*/ 1038 w 148867"/>
              <a:gd name="csY73" fmla="*/ 131326 h 141753"/>
              <a:gd name="csX74" fmla="*/ 15942 w 148867"/>
              <a:gd name="csY74" fmla="*/ 141754 h 141753"/>
              <a:gd name="csX75" fmla="*/ 16061 w 148867"/>
              <a:gd name="csY75" fmla="*/ 141754 h 141753"/>
              <a:gd name="csX76" fmla="*/ 47467 w 148867"/>
              <a:gd name="csY76" fmla="*/ 111389 h 141753"/>
              <a:gd name="csX77" fmla="*/ 35133 w 148867"/>
              <a:gd name="csY77" fmla="*/ 99464 h 141753"/>
              <a:gd name="csX78" fmla="*/ 34554 w 148867"/>
              <a:gd name="csY78" fmla="*/ 99226 h 141753"/>
              <a:gd name="csX79" fmla="*/ 68343 w 148867"/>
              <a:gd name="csY79" fmla="*/ 106319 h 141753"/>
              <a:gd name="csX80" fmla="*/ 67765 w 148867"/>
              <a:gd name="csY80" fmla="*/ 106557 h 141753"/>
              <a:gd name="csX81" fmla="*/ 31373 w 148867"/>
              <a:gd name="csY81" fmla="*/ 141754 h 141753"/>
              <a:gd name="csX82" fmla="*/ 90375 w 148867"/>
              <a:gd name="csY82" fmla="*/ 141754 h 141753"/>
              <a:gd name="csX83" fmla="*/ 101025 w 148867"/>
              <a:gd name="csY83" fmla="*/ 137603 h 141753"/>
              <a:gd name="csX84" fmla="*/ 68938 w 148867"/>
              <a:gd name="csY84" fmla="*/ 106557 h 141753"/>
              <a:gd name="csX85" fmla="*/ 68343 w 148867"/>
              <a:gd name="csY85" fmla="*/ 106319 h 141753"/>
            </a:gdLst>
            <a:ahLst/>
            <a:cxnLst/>
            <a:rect l="l" t="t" r="r" b="b"/>
            <a:pathLst>
              <a:path w="100000" h="100000">
                <a:moveTo>
                  <a:pt x="39280" y="2389"/>
                </a:moveTo>
                <a:cubicBezTo>
                  <a:pt x="33383" y="2389"/>
                  <a:pt x="28572" y="7200"/>
                  <a:pt x="28572" y="13097"/>
                </a:cubicBezTo>
                <a:lnTo>
                  <a:pt x="28572" y="33334"/>
                </a:lnTo>
                <a:lnTo>
                  <a:pt x="40480" y="33334"/>
                </a:lnTo>
                <a:lnTo>
                  <a:pt x="40480" y="30957"/>
                </a:lnTo>
                <a:cubicBezTo>
                  <a:pt x="40480" y="29643"/>
                  <a:pt x="41543" y="28580"/>
                  <a:pt x="42857" y="28580"/>
                </a:cubicBezTo>
                <a:lnTo>
                  <a:pt x="45234" y="28580"/>
                </a:lnTo>
                <a:cubicBezTo>
                  <a:pt x="46549" y="28580"/>
                  <a:pt x="47623" y="29643"/>
                  <a:pt x="47623" y="30957"/>
                </a:cubicBezTo>
                <a:lnTo>
                  <a:pt x="47623" y="33334"/>
                </a:lnTo>
                <a:lnTo>
                  <a:pt x="60709" y="33334"/>
                </a:lnTo>
                <a:cubicBezTo>
                  <a:pt x="69246" y="33334"/>
                  <a:pt x="76194" y="40282"/>
                  <a:pt x="76194" y="48806"/>
                </a:cubicBezTo>
                <a:lnTo>
                  <a:pt x="76194" y="61902"/>
                </a:lnTo>
                <a:lnTo>
                  <a:pt x="89280" y="61902"/>
                </a:lnTo>
                <a:cubicBezTo>
                  <a:pt x="95189" y="61902"/>
                  <a:pt x="100000" y="57102"/>
                  <a:pt x="100000" y="51194"/>
                </a:cubicBezTo>
                <a:lnTo>
                  <a:pt x="100000" y="13097"/>
                </a:lnTo>
                <a:cubicBezTo>
                  <a:pt x="100000" y="7200"/>
                  <a:pt x="95189" y="2389"/>
                  <a:pt x="89280" y="2389"/>
                </a:cubicBezTo>
                <a:lnTo>
                  <a:pt x="39280" y="2389"/>
                </a:lnTo>
                <a:close/>
                <a:moveTo>
                  <a:pt x="42857" y="14296"/>
                </a:moveTo>
                <a:lnTo>
                  <a:pt x="45234" y="14296"/>
                </a:lnTo>
                <a:cubicBezTo>
                  <a:pt x="46549" y="14296"/>
                  <a:pt x="47623" y="15359"/>
                  <a:pt x="47623" y="16673"/>
                </a:cubicBezTo>
                <a:lnTo>
                  <a:pt x="47623" y="19050"/>
                </a:lnTo>
                <a:cubicBezTo>
                  <a:pt x="47623" y="20364"/>
                  <a:pt x="46549" y="21438"/>
                  <a:pt x="45234" y="21438"/>
                </a:cubicBezTo>
                <a:lnTo>
                  <a:pt x="42857" y="21438"/>
                </a:lnTo>
                <a:cubicBezTo>
                  <a:pt x="41543" y="21438"/>
                  <a:pt x="40480" y="20364"/>
                  <a:pt x="40480" y="19050"/>
                </a:cubicBezTo>
                <a:lnTo>
                  <a:pt x="40480" y="16673"/>
                </a:lnTo>
                <a:cubicBezTo>
                  <a:pt x="40480" y="15359"/>
                  <a:pt x="41543" y="14296"/>
                  <a:pt x="42857" y="14296"/>
                </a:cubicBezTo>
                <a:close/>
                <a:moveTo>
                  <a:pt x="83337" y="14296"/>
                </a:moveTo>
                <a:lnTo>
                  <a:pt x="85715" y="14296"/>
                </a:lnTo>
                <a:cubicBezTo>
                  <a:pt x="87029" y="14296"/>
                  <a:pt x="88091" y="15359"/>
                  <a:pt x="88091" y="16673"/>
                </a:cubicBezTo>
                <a:lnTo>
                  <a:pt x="88091" y="19050"/>
                </a:lnTo>
                <a:cubicBezTo>
                  <a:pt x="88091" y="20364"/>
                  <a:pt x="87029" y="21438"/>
                  <a:pt x="85715" y="21438"/>
                </a:cubicBezTo>
                <a:lnTo>
                  <a:pt x="83337" y="21438"/>
                </a:lnTo>
                <a:cubicBezTo>
                  <a:pt x="82023" y="21438"/>
                  <a:pt x="80949" y="20364"/>
                  <a:pt x="80949" y="19050"/>
                </a:cubicBezTo>
                <a:lnTo>
                  <a:pt x="80949" y="16673"/>
                </a:lnTo>
                <a:cubicBezTo>
                  <a:pt x="80949" y="15359"/>
                  <a:pt x="82023" y="14296"/>
                  <a:pt x="83337" y="14296"/>
                </a:cubicBezTo>
                <a:close/>
                <a:moveTo>
                  <a:pt x="83337" y="28580"/>
                </a:moveTo>
                <a:lnTo>
                  <a:pt x="85715" y="28580"/>
                </a:lnTo>
                <a:cubicBezTo>
                  <a:pt x="87029" y="28580"/>
                  <a:pt x="88091" y="29643"/>
                  <a:pt x="88091" y="30957"/>
                </a:cubicBezTo>
                <a:lnTo>
                  <a:pt x="88091" y="33334"/>
                </a:lnTo>
                <a:cubicBezTo>
                  <a:pt x="88091" y="34648"/>
                  <a:pt x="87029" y="35722"/>
                  <a:pt x="85715" y="35722"/>
                </a:cubicBezTo>
                <a:lnTo>
                  <a:pt x="83337" y="35722"/>
                </a:lnTo>
                <a:cubicBezTo>
                  <a:pt x="82023" y="35722"/>
                  <a:pt x="80949" y="34648"/>
                  <a:pt x="80949" y="33334"/>
                </a:cubicBezTo>
                <a:lnTo>
                  <a:pt x="80949" y="30957"/>
                </a:lnTo>
                <a:cubicBezTo>
                  <a:pt x="80949" y="29643"/>
                  <a:pt x="82023" y="28580"/>
                  <a:pt x="83337" y="28580"/>
                </a:cubicBezTo>
                <a:close/>
                <a:moveTo>
                  <a:pt x="10709" y="38099"/>
                </a:moveTo>
                <a:cubicBezTo>
                  <a:pt x="4812" y="38099"/>
                  <a:pt x="0" y="42909"/>
                  <a:pt x="0" y="48806"/>
                </a:cubicBezTo>
                <a:lnTo>
                  <a:pt x="0" y="81339"/>
                </a:lnTo>
                <a:lnTo>
                  <a:pt x="17852" y="64073"/>
                </a:lnTo>
                <a:cubicBezTo>
                  <a:pt x="20857" y="61170"/>
                  <a:pt x="25566" y="61170"/>
                  <a:pt x="28572" y="64073"/>
                </a:cubicBezTo>
                <a:lnTo>
                  <a:pt x="37017" y="72254"/>
                </a:lnTo>
                <a:lnTo>
                  <a:pt x="40549" y="68837"/>
                </a:lnTo>
                <a:cubicBezTo>
                  <a:pt x="43554" y="65924"/>
                  <a:pt x="48263" y="65924"/>
                  <a:pt x="51269" y="68837"/>
                </a:cubicBezTo>
                <a:lnTo>
                  <a:pt x="71303" y="88207"/>
                </a:lnTo>
                <a:cubicBezTo>
                  <a:pt x="71349" y="87772"/>
                  <a:pt x="71429" y="87350"/>
                  <a:pt x="71429" y="86904"/>
                </a:cubicBezTo>
                <a:lnTo>
                  <a:pt x="71429" y="48806"/>
                </a:lnTo>
                <a:cubicBezTo>
                  <a:pt x="71429" y="42909"/>
                  <a:pt x="66617" y="38099"/>
                  <a:pt x="60709" y="38099"/>
                </a:cubicBezTo>
                <a:lnTo>
                  <a:pt x="10709" y="38099"/>
                </a:lnTo>
                <a:close/>
                <a:moveTo>
                  <a:pt x="83337" y="42864"/>
                </a:moveTo>
                <a:lnTo>
                  <a:pt x="85715" y="42864"/>
                </a:lnTo>
                <a:cubicBezTo>
                  <a:pt x="87029" y="42864"/>
                  <a:pt x="88091" y="43927"/>
                  <a:pt x="88091" y="45241"/>
                </a:cubicBezTo>
                <a:lnTo>
                  <a:pt x="88091" y="47618"/>
                </a:lnTo>
                <a:cubicBezTo>
                  <a:pt x="88091" y="48932"/>
                  <a:pt x="87029" y="50006"/>
                  <a:pt x="85715" y="50006"/>
                </a:cubicBezTo>
                <a:lnTo>
                  <a:pt x="83337" y="50006"/>
                </a:lnTo>
                <a:cubicBezTo>
                  <a:pt x="82023" y="50006"/>
                  <a:pt x="80949" y="48932"/>
                  <a:pt x="80949" y="47618"/>
                </a:cubicBezTo>
                <a:lnTo>
                  <a:pt x="80949" y="45241"/>
                </a:lnTo>
                <a:cubicBezTo>
                  <a:pt x="80949" y="43927"/>
                  <a:pt x="82023" y="42864"/>
                  <a:pt x="83337" y="42864"/>
                </a:cubicBezTo>
                <a:close/>
                <a:moveTo>
                  <a:pt x="54766" y="50006"/>
                </a:moveTo>
                <a:cubicBezTo>
                  <a:pt x="57394" y="50006"/>
                  <a:pt x="59520" y="52131"/>
                  <a:pt x="59520" y="54760"/>
                </a:cubicBezTo>
                <a:cubicBezTo>
                  <a:pt x="59520" y="57387"/>
                  <a:pt x="57394" y="59525"/>
                  <a:pt x="54766" y="59525"/>
                </a:cubicBezTo>
                <a:cubicBezTo>
                  <a:pt x="52126" y="59525"/>
                  <a:pt x="50000" y="57387"/>
                  <a:pt x="50000" y="54760"/>
                </a:cubicBezTo>
                <a:cubicBezTo>
                  <a:pt x="50000" y="52131"/>
                  <a:pt x="52126" y="50006"/>
                  <a:pt x="54766" y="50006"/>
                </a:cubicBezTo>
                <a:close/>
                <a:moveTo>
                  <a:pt x="23211" y="69044"/>
                </a:moveTo>
                <a:cubicBezTo>
                  <a:pt x="23074" y="69044"/>
                  <a:pt x="22926" y="69101"/>
                  <a:pt x="22823" y="69203"/>
                </a:cubicBezTo>
                <a:lnTo>
                  <a:pt x="697" y="90606"/>
                </a:lnTo>
                <a:cubicBezTo>
                  <a:pt x="2205" y="94686"/>
                  <a:pt x="6114" y="97611"/>
                  <a:pt x="10709" y="97611"/>
                </a:cubicBezTo>
                <a:lnTo>
                  <a:pt x="10789" y="97611"/>
                </a:lnTo>
                <a:lnTo>
                  <a:pt x="31886" y="77214"/>
                </a:lnTo>
                <a:lnTo>
                  <a:pt x="23600" y="69203"/>
                </a:lnTo>
                <a:cubicBezTo>
                  <a:pt x="23486" y="69101"/>
                  <a:pt x="23348" y="69044"/>
                  <a:pt x="23211" y="69044"/>
                </a:cubicBezTo>
                <a:close/>
                <a:moveTo>
                  <a:pt x="45909" y="73808"/>
                </a:moveTo>
                <a:cubicBezTo>
                  <a:pt x="45772" y="73808"/>
                  <a:pt x="45623" y="73855"/>
                  <a:pt x="45520" y="73968"/>
                </a:cubicBezTo>
                <a:lnTo>
                  <a:pt x="21075" y="97611"/>
                </a:lnTo>
                <a:lnTo>
                  <a:pt x="60709" y="97611"/>
                </a:lnTo>
                <a:cubicBezTo>
                  <a:pt x="63475" y="97611"/>
                  <a:pt x="65966" y="96537"/>
                  <a:pt x="67863" y="94823"/>
                </a:cubicBezTo>
                <a:lnTo>
                  <a:pt x="46308" y="73968"/>
                </a:lnTo>
                <a:cubicBezTo>
                  <a:pt x="46194" y="73855"/>
                  <a:pt x="46046" y="73808"/>
                  <a:pt x="45909" y="7380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3" name="Белый — SVG 73">
            <a:extLst>
              <a:ext uri="{FF2B5EF4-FFF2-40B4-BE49-F238E27FC236}">
                <a16:creationId xmlns:a16="http://schemas.microsoft.com/office/drawing/2014/main" id="{50E2E3CF-2AE4-BD4D-B63E-649CDC6DA6C7}"/>
              </a:ext>
            </a:extLst>
          </p:cNvPr>
          <p:cNvSpPr>
            <a:spLocks noGrp="1"/>
          </p:cNvSpPr>
          <p:nvPr/>
        </p:nvSpPr>
        <p:spPr>
          <a:xfrm>
            <a:off x="420000" y="579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65570 w 141772"/>
              <a:gd name="csY5" fmla="*/ 22727 h 141753"/>
              <a:gd name="csX6" fmla="*/ 70895 w 141772"/>
              <a:gd name="csY6" fmla="*/ 17419 h 141753"/>
              <a:gd name="csX7" fmla="*/ 76203 w 141772"/>
              <a:gd name="csY7" fmla="*/ 22727 h 141753"/>
              <a:gd name="csX8" fmla="*/ 76203 w 141772"/>
              <a:gd name="csY8" fmla="*/ 69099 h 141753"/>
              <a:gd name="csX9" fmla="*/ 70895 w 141772"/>
              <a:gd name="csY9" fmla="*/ 74424 h 141753"/>
              <a:gd name="csX10" fmla="*/ 65570 w 141772"/>
              <a:gd name="csY10" fmla="*/ 69099 h 141753"/>
              <a:gd name="csX11" fmla="*/ 65570 w 141772"/>
              <a:gd name="csY11" fmla="*/ 22727 h 141753"/>
              <a:gd name="csX12" fmla="*/ 70895 w 141772"/>
              <a:gd name="csY12" fmla="*/ 120490 h 141753"/>
              <a:gd name="csX13" fmla="*/ 21267 w 141772"/>
              <a:gd name="csY13" fmla="*/ 70885 h 141753"/>
              <a:gd name="csX14" fmla="*/ 45086 w 141772"/>
              <a:gd name="csY14" fmla="*/ 28494 h 141753"/>
              <a:gd name="csX15" fmla="*/ 52384 w 141772"/>
              <a:gd name="csY15" fmla="*/ 30263 h 141753"/>
              <a:gd name="csX16" fmla="*/ 50615 w 141772"/>
              <a:gd name="csY16" fmla="*/ 37578 h 141753"/>
              <a:gd name="csX17" fmla="*/ 31900 w 141772"/>
              <a:gd name="csY17" fmla="*/ 70885 h 141753"/>
              <a:gd name="csX18" fmla="*/ 70895 w 141772"/>
              <a:gd name="csY18" fmla="*/ 109858 h 141753"/>
              <a:gd name="csX19" fmla="*/ 109873 w 141772"/>
              <a:gd name="csY19" fmla="*/ 70885 h 141753"/>
              <a:gd name="csX20" fmla="*/ 91158 w 141772"/>
              <a:gd name="csY20" fmla="*/ 37578 h 141753"/>
              <a:gd name="csX21" fmla="*/ 89389 w 141772"/>
              <a:gd name="csY21" fmla="*/ 30263 h 141753"/>
              <a:gd name="csX22" fmla="*/ 96704 w 141772"/>
              <a:gd name="csY22" fmla="*/ 28494 h 141753"/>
              <a:gd name="csX23" fmla="*/ 120506 w 141772"/>
              <a:gd name="csY23" fmla="*/ 70885 h 141753"/>
              <a:gd name="csX24" fmla="*/ 70895 w 141772"/>
              <a:gd name="csY24" fmla="*/ 120490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2" y="99994"/>
                  <a:pt x="100001" y="77568"/>
                  <a:pt x="100001" y="50006"/>
                </a:cubicBezTo>
                <a:cubicBezTo>
                  <a:pt x="100001" y="22433"/>
                  <a:pt x="77572" y="7"/>
                  <a:pt x="50006" y="7"/>
                </a:cubicBezTo>
                <a:close/>
                <a:moveTo>
                  <a:pt x="46250" y="16037"/>
                </a:moveTo>
                <a:cubicBezTo>
                  <a:pt x="46250" y="13962"/>
                  <a:pt x="47930" y="12293"/>
                  <a:pt x="50006" y="12293"/>
                </a:cubicBezTo>
                <a:cubicBezTo>
                  <a:pt x="52070" y="12293"/>
                  <a:pt x="53750" y="13962"/>
                  <a:pt x="53750" y="16037"/>
                </a:cubicBezTo>
                <a:lnTo>
                  <a:pt x="53750" y="48746"/>
                </a:lnTo>
                <a:cubicBezTo>
                  <a:pt x="53750" y="50822"/>
                  <a:pt x="52070" y="52502"/>
                  <a:pt x="50006" y="52502"/>
                </a:cubicBezTo>
                <a:cubicBezTo>
                  <a:pt x="47930" y="52502"/>
                  <a:pt x="46250" y="50822"/>
                  <a:pt x="46250" y="48746"/>
                </a:cubicBezTo>
                <a:lnTo>
                  <a:pt x="46250" y="16037"/>
                </a:lnTo>
                <a:close/>
                <a:moveTo>
                  <a:pt x="50006" y="84995"/>
                </a:moveTo>
                <a:cubicBezTo>
                  <a:pt x="30697" y="84995"/>
                  <a:pt x="15001" y="69300"/>
                  <a:pt x="15001" y="50006"/>
                </a:cubicBezTo>
                <a:cubicBezTo>
                  <a:pt x="15001" y="37695"/>
                  <a:pt x="21277" y="26525"/>
                  <a:pt x="31802" y="20105"/>
                </a:cubicBezTo>
                <a:cubicBezTo>
                  <a:pt x="33565" y="19025"/>
                  <a:pt x="35870" y="19589"/>
                  <a:pt x="36949" y="21353"/>
                </a:cubicBezTo>
                <a:cubicBezTo>
                  <a:pt x="38029" y="23128"/>
                  <a:pt x="37478" y="25432"/>
                  <a:pt x="35702" y="26513"/>
                </a:cubicBezTo>
                <a:cubicBezTo>
                  <a:pt x="27433" y="31552"/>
                  <a:pt x="22501" y="40336"/>
                  <a:pt x="22501" y="50006"/>
                </a:cubicBezTo>
                <a:cubicBezTo>
                  <a:pt x="22501" y="65161"/>
                  <a:pt x="34838" y="77496"/>
                  <a:pt x="50006" y="77496"/>
                </a:cubicBezTo>
                <a:cubicBezTo>
                  <a:pt x="65163" y="77496"/>
                  <a:pt x="77500" y="65161"/>
                  <a:pt x="77500" y="50006"/>
                </a:cubicBezTo>
                <a:cubicBezTo>
                  <a:pt x="77500" y="40336"/>
                  <a:pt x="72567" y="31552"/>
                  <a:pt x="64299" y="26513"/>
                </a:cubicBezTo>
                <a:cubicBezTo>
                  <a:pt x="62535" y="25432"/>
                  <a:pt x="61971" y="23128"/>
                  <a:pt x="63051" y="21353"/>
                </a:cubicBezTo>
                <a:cubicBezTo>
                  <a:pt x="64131" y="19589"/>
                  <a:pt x="66435" y="19025"/>
                  <a:pt x="68211" y="20105"/>
                </a:cubicBezTo>
                <a:cubicBezTo>
                  <a:pt x="78724" y="26525"/>
                  <a:pt x="85000" y="37695"/>
                  <a:pt x="85000" y="50006"/>
                </a:cubicBezTo>
                <a:cubicBezTo>
                  <a:pt x="85000" y="69300"/>
                  <a:pt x="69303" y="84995"/>
                  <a:pt x="50006" y="8499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4" name="Белый — SVG 74">
            <a:extLst>
              <a:ext uri="{FF2B5EF4-FFF2-40B4-BE49-F238E27FC236}">
                <a16:creationId xmlns:a16="http://schemas.microsoft.com/office/drawing/2014/main" id="{12EB3AF3-0FE4-AF45-8A7D-D2D887FC4449}"/>
              </a:ext>
            </a:extLst>
          </p:cNvPr>
          <p:cNvSpPr>
            <a:spLocks noGrp="1"/>
          </p:cNvSpPr>
          <p:nvPr/>
        </p:nvSpPr>
        <p:spPr>
          <a:xfrm>
            <a:off x="1020000" y="5790000"/>
            <a:ext cx="220000" cy="220000"/>
          </a:xfrm>
          <a:custGeom>
            <a:avLst/>
            <a:gdLst>
              <a:gd name="csX0" fmla="*/ 15942 w 127600"/>
              <a:gd name="csY0" fmla="*/ 0 h 127583"/>
              <a:gd name="csX1" fmla="*/ 0 w 127600"/>
              <a:gd name="csY1" fmla="*/ 15940 h 127583"/>
              <a:gd name="csX2" fmla="*/ 0 w 127600"/>
              <a:gd name="csY2" fmla="*/ 40759 h 127583"/>
              <a:gd name="csX3" fmla="*/ 15942 w 127600"/>
              <a:gd name="csY3" fmla="*/ 56698 h 127583"/>
              <a:gd name="csX4" fmla="*/ 40764 w 127600"/>
              <a:gd name="csY4" fmla="*/ 56698 h 127583"/>
              <a:gd name="csX5" fmla="*/ 56706 w 127600"/>
              <a:gd name="csY5" fmla="*/ 40759 h 127583"/>
              <a:gd name="csX6" fmla="*/ 56706 w 127600"/>
              <a:gd name="csY6" fmla="*/ 15940 h 127583"/>
              <a:gd name="csX7" fmla="*/ 40764 w 127600"/>
              <a:gd name="csY7" fmla="*/ 0 h 127583"/>
              <a:gd name="csX8" fmla="*/ 15942 w 127600"/>
              <a:gd name="csY8" fmla="*/ 0 h 127583"/>
              <a:gd name="csX9" fmla="*/ 86837 w 127600"/>
              <a:gd name="csY9" fmla="*/ 0 h 127583"/>
              <a:gd name="csX10" fmla="*/ 70895 w 127600"/>
              <a:gd name="csY10" fmla="*/ 15940 h 127583"/>
              <a:gd name="csX11" fmla="*/ 70895 w 127600"/>
              <a:gd name="csY11" fmla="*/ 40759 h 127583"/>
              <a:gd name="csX12" fmla="*/ 86837 w 127600"/>
              <a:gd name="csY12" fmla="*/ 56698 h 127583"/>
              <a:gd name="csX13" fmla="*/ 111642 w 127600"/>
              <a:gd name="csY13" fmla="*/ 56698 h 127583"/>
              <a:gd name="csX14" fmla="*/ 127601 w 127600"/>
              <a:gd name="csY14" fmla="*/ 40759 h 127583"/>
              <a:gd name="csX15" fmla="*/ 127601 w 127600"/>
              <a:gd name="csY15" fmla="*/ 15940 h 127583"/>
              <a:gd name="csX16" fmla="*/ 111642 w 127600"/>
              <a:gd name="csY16" fmla="*/ 0 h 127583"/>
              <a:gd name="csX17" fmla="*/ 86837 w 127600"/>
              <a:gd name="csY17" fmla="*/ 0 h 127583"/>
              <a:gd name="csX18" fmla="*/ 18426 w 127600"/>
              <a:gd name="csY18" fmla="*/ 14170 h 127583"/>
              <a:gd name="csX19" fmla="*/ 38280 w 127600"/>
              <a:gd name="csY19" fmla="*/ 14170 h 127583"/>
              <a:gd name="csX20" fmla="*/ 42534 w 127600"/>
              <a:gd name="csY20" fmla="*/ 18423 h 127583"/>
              <a:gd name="csX21" fmla="*/ 42534 w 127600"/>
              <a:gd name="csY21" fmla="*/ 38275 h 127583"/>
              <a:gd name="csX22" fmla="*/ 38280 w 127600"/>
              <a:gd name="csY22" fmla="*/ 42528 h 127583"/>
              <a:gd name="csX23" fmla="*/ 18426 w 127600"/>
              <a:gd name="csY23" fmla="*/ 42528 h 127583"/>
              <a:gd name="csX24" fmla="*/ 14172 w 127600"/>
              <a:gd name="csY24" fmla="*/ 38275 h 127583"/>
              <a:gd name="csX25" fmla="*/ 14172 w 127600"/>
              <a:gd name="csY25" fmla="*/ 18423 h 127583"/>
              <a:gd name="csX26" fmla="*/ 18426 w 127600"/>
              <a:gd name="csY26" fmla="*/ 14170 h 127583"/>
              <a:gd name="csX27" fmla="*/ 89320 w 127600"/>
              <a:gd name="csY27" fmla="*/ 14170 h 127583"/>
              <a:gd name="csX28" fmla="*/ 109175 w 127600"/>
              <a:gd name="csY28" fmla="*/ 14170 h 127583"/>
              <a:gd name="csX29" fmla="*/ 113428 w 127600"/>
              <a:gd name="csY29" fmla="*/ 18423 h 127583"/>
              <a:gd name="csX30" fmla="*/ 113428 w 127600"/>
              <a:gd name="csY30" fmla="*/ 38275 h 127583"/>
              <a:gd name="csX31" fmla="*/ 109175 w 127600"/>
              <a:gd name="csY31" fmla="*/ 42528 h 127583"/>
              <a:gd name="csX32" fmla="*/ 89320 w 127600"/>
              <a:gd name="csY32" fmla="*/ 42528 h 127583"/>
              <a:gd name="csX33" fmla="*/ 85067 w 127600"/>
              <a:gd name="csY33" fmla="*/ 38275 h 127583"/>
              <a:gd name="csX34" fmla="*/ 85067 w 127600"/>
              <a:gd name="csY34" fmla="*/ 18423 h 127583"/>
              <a:gd name="csX35" fmla="*/ 89320 w 127600"/>
              <a:gd name="csY35" fmla="*/ 14170 h 127583"/>
              <a:gd name="csX36" fmla="*/ 21267 w 127600"/>
              <a:gd name="csY36" fmla="*/ 21264 h 127583"/>
              <a:gd name="csX37" fmla="*/ 21267 w 127600"/>
              <a:gd name="csY37" fmla="*/ 35434 h 127583"/>
              <a:gd name="csX38" fmla="*/ 35439 w 127600"/>
              <a:gd name="csY38" fmla="*/ 35434 h 127583"/>
              <a:gd name="csX39" fmla="*/ 35439 w 127600"/>
              <a:gd name="csY39" fmla="*/ 21264 h 127583"/>
              <a:gd name="csX40" fmla="*/ 21267 w 127600"/>
              <a:gd name="csY40" fmla="*/ 21264 h 127583"/>
              <a:gd name="csX41" fmla="*/ 92162 w 127600"/>
              <a:gd name="csY41" fmla="*/ 21264 h 127583"/>
              <a:gd name="csX42" fmla="*/ 92162 w 127600"/>
              <a:gd name="csY42" fmla="*/ 35434 h 127583"/>
              <a:gd name="csX43" fmla="*/ 106334 w 127600"/>
              <a:gd name="csY43" fmla="*/ 35434 h 127583"/>
              <a:gd name="csX44" fmla="*/ 106334 w 127600"/>
              <a:gd name="csY44" fmla="*/ 21264 h 127583"/>
              <a:gd name="csX45" fmla="*/ 92162 w 127600"/>
              <a:gd name="csY45" fmla="*/ 21264 h 127583"/>
              <a:gd name="csX46" fmla="*/ 15942 w 127600"/>
              <a:gd name="csY46" fmla="*/ 70885 h 127583"/>
              <a:gd name="csX47" fmla="*/ 0 w 127600"/>
              <a:gd name="csY47" fmla="*/ 86825 h 127583"/>
              <a:gd name="csX48" fmla="*/ 0 w 127600"/>
              <a:gd name="csY48" fmla="*/ 111627 h 127583"/>
              <a:gd name="csX49" fmla="*/ 15942 w 127600"/>
              <a:gd name="csY49" fmla="*/ 127583 h 127583"/>
              <a:gd name="csX50" fmla="*/ 40764 w 127600"/>
              <a:gd name="csY50" fmla="*/ 127583 h 127583"/>
              <a:gd name="csX51" fmla="*/ 56706 w 127600"/>
              <a:gd name="csY51" fmla="*/ 111627 h 127583"/>
              <a:gd name="csX52" fmla="*/ 56706 w 127600"/>
              <a:gd name="csY52" fmla="*/ 86825 h 127583"/>
              <a:gd name="csX53" fmla="*/ 40764 w 127600"/>
              <a:gd name="csY53" fmla="*/ 70885 h 127583"/>
              <a:gd name="csX54" fmla="*/ 15942 w 127600"/>
              <a:gd name="csY54" fmla="*/ 70885 h 127583"/>
              <a:gd name="csX55" fmla="*/ 70895 w 127600"/>
              <a:gd name="csY55" fmla="*/ 70885 h 127583"/>
              <a:gd name="csX56" fmla="*/ 70895 w 127600"/>
              <a:gd name="csY56" fmla="*/ 90363 h 127583"/>
              <a:gd name="csX57" fmla="*/ 90375 w 127600"/>
              <a:gd name="csY57" fmla="*/ 90363 h 127583"/>
              <a:gd name="csX58" fmla="*/ 90375 w 127600"/>
              <a:gd name="csY58" fmla="*/ 70885 h 127583"/>
              <a:gd name="csX59" fmla="*/ 70895 w 127600"/>
              <a:gd name="csY59" fmla="*/ 70885 h 127583"/>
              <a:gd name="csX60" fmla="*/ 90375 w 127600"/>
              <a:gd name="csY60" fmla="*/ 90363 h 127583"/>
              <a:gd name="csX61" fmla="*/ 90375 w 127600"/>
              <a:gd name="csY61" fmla="*/ 108089 h 127583"/>
              <a:gd name="csX62" fmla="*/ 108103 w 127600"/>
              <a:gd name="csY62" fmla="*/ 108089 h 127583"/>
              <a:gd name="csX63" fmla="*/ 108103 w 127600"/>
              <a:gd name="csY63" fmla="*/ 90363 h 127583"/>
              <a:gd name="csX64" fmla="*/ 90375 w 127600"/>
              <a:gd name="csY64" fmla="*/ 90363 h 127583"/>
              <a:gd name="csX65" fmla="*/ 108103 w 127600"/>
              <a:gd name="csY65" fmla="*/ 90363 h 127583"/>
              <a:gd name="csX66" fmla="*/ 127601 w 127600"/>
              <a:gd name="csY66" fmla="*/ 90363 h 127583"/>
              <a:gd name="csX67" fmla="*/ 127601 w 127600"/>
              <a:gd name="csY67" fmla="*/ 70885 h 127583"/>
              <a:gd name="csX68" fmla="*/ 108103 w 127600"/>
              <a:gd name="csY68" fmla="*/ 70885 h 127583"/>
              <a:gd name="csX69" fmla="*/ 108103 w 127600"/>
              <a:gd name="csY69" fmla="*/ 90363 h 127583"/>
              <a:gd name="csX70" fmla="*/ 108103 w 127600"/>
              <a:gd name="csY70" fmla="*/ 108089 h 127583"/>
              <a:gd name="csX71" fmla="*/ 108103 w 127600"/>
              <a:gd name="csY71" fmla="*/ 127583 h 127583"/>
              <a:gd name="csX72" fmla="*/ 127601 w 127600"/>
              <a:gd name="csY72" fmla="*/ 127583 h 127583"/>
              <a:gd name="csX73" fmla="*/ 127601 w 127600"/>
              <a:gd name="csY73" fmla="*/ 108089 h 127583"/>
              <a:gd name="csX74" fmla="*/ 108103 w 127600"/>
              <a:gd name="csY74" fmla="*/ 108089 h 127583"/>
              <a:gd name="csX75" fmla="*/ 90375 w 127600"/>
              <a:gd name="csY75" fmla="*/ 108089 h 127583"/>
              <a:gd name="csX76" fmla="*/ 70895 w 127600"/>
              <a:gd name="csY76" fmla="*/ 108089 h 127583"/>
              <a:gd name="csX77" fmla="*/ 70895 w 127600"/>
              <a:gd name="csY77" fmla="*/ 127583 h 127583"/>
              <a:gd name="csX78" fmla="*/ 90375 w 127600"/>
              <a:gd name="csY78" fmla="*/ 127583 h 127583"/>
              <a:gd name="csX79" fmla="*/ 90375 w 127600"/>
              <a:gd name="csY79" fmla="*/ 108089 h 127583"/>
              <a:gd name="csX80" fmla="*/ 18426 w 127600"/>
              <a:gd name="csY80" fmla="*/ 85056 h 127583"/>
              <a:gd name="csX81" fmla="*/ 38280 w 127600"/>
              <a:gd name="csY81" fmla="*/ 85056 h 127583"/>
              <a:gd name="csX82" fmla="*/ 42534 w 127600"/>
              <a:gd name="csY82" fmla="*/ 89308 h 127583"/>
              <a:gd name="csX83" fmla="*/ 42534 w 127600"/>
              <a:gd name="csY83" fmla="*/ 109160 h 127583"/>
              <a:gd name="csX84" fmla="*/ 38280 w 127600"/>
              <a:gd name="csY84" fmla="*/ 113413 h 127583"/>
              <a:gd name="csX85" fmla="*/ 18426 w 127600"/>
              <a:gd name="csY85" fmla="*/ 113413 h 127583"/>
              <a:gd name="csX86" fmla="*/ 14172 w 127600"/>
              <a:gd name="csY86" fmla="*/ 109160 h 127583"/>
              <a:gd name="csX87" fmla="*/ 14172 w 127600"/>
              <a:gd name="csY87" fmla="*/ 89308 h 127583"/>
              <a:gd name="csX88" fmla="*/ 18426 w 127600"/>
              <a:gd name="csY88" fmla="*/ 85056 h 127583"/>
              <a:gd name="csX89" fmla="*/ 21267 w 127600"/>
              <a:gd name="csY89" fmla="*/ 92149 h 127583"/>
              <a:gd name="csX90" fmla="*/ 21267 w 127600"/>
              <a:gd name="csY90" fmla="*/ 106319 h 127583"/>
              <a:gd name="csX91" fmla="*/ 35439 w 127600"/>
              <a:gd name="csY91" fmla="*/ 106319 h 127583"/>
              <a:gd name="csX92" fmla="*/ 35439 w 127600"/>
              <a:gd name="csY92" fmla="*/ 92149 h 127583"/>
              <a:gd name="csX93" fmla="*/ 21267 w 127600"/>
              <a:gd name="csY93" fmla="*/ 92149 h 127583"/>
            </a:gdLst>
            <a:ahLst/>
            <a:cxnLst/>
            <a:rect l="l" t="t" r="r" b="b"/>
            <a:pathLst>
              <a:path w="100000" h="100000">
                <a:moveTo>
                  <a:pt x="12494" y="7"/>
                </a:moveTo>
                <a:cubicBezTo>
                  <a:pt x="5614" y="7"/>
                  <a:pt x="0" y="5620"/>
                  <a:pt x="0" y="12499"/>
                </a:cubicBezTo>
                <a:lnTo>
                  <a:pt x="0" y="31949"/>
                </a:lnTo>
                <a:cubicBezTo>
                  <a:pt x="0" y="38841"/>
                  <a:pt x="5614" y="44441"/>
                  <a:pt x="12494" y="44441"/>
                </a:cubicBezTo>
                <a:lnTo>
                  <a:pt x="31947" y="44441"/>
                </a:lnTo>
                <a:cubicBezTo>
                  <a:pt x="38840" y="44441"/>
                  <a:pt x="44440" y="38841"/>
                  <a:pt x="44440" y="31949"/>
                </a:cubicBezTo>
                <a:lnTo>
                  <a:pt x="44440" y="12499"/>
                </a:lnTo>
                <a:cubicBezTo>
                  <a:pt x="44440" y="5620"/>
                  <a:pt x="38840" y="7"/>
                  <a:pt x="31947" y="7"/>
                </a:cubicBezTo>
                <a:lnTo>
                  <a:pt x="12494" y="7"/>
                </a:lnTo>
                <a:close/>
                <a:moveTo>
                  <a:pt x="68054" y="7"/>
                </a:moveTo>
                <a:cubicBezTo>
                  <a:pt x="61161" y="7"/>
                  <a:pt x="55560" y="5620"/>
                  <a:pt x="55560" y="12499"/>
                </a:cubicBezTo>
                <a:lnTo>
                  <a:pt x="55560" y="31949"/>
                </a:lnTo>
                <a:cubicBezTo>
                  <a:pt x="55560" y="38841"/>
                  <a:pt x="61161" y="44441"/>
                  <a:pt x="68054" y="44441"/>
                </a:cubicBezTo>
                <a:lnTo>
                  <a:pt x="87494" y="44441"/>
                </a:lnTo>
                <a:cubicBezTo>
                  <a:pt x="94387" y="44441"/>
                  <a:pt x="100001" y="38841"/>
                  <a:pt x="100001" y="31949"/>
                </a:cubicBezTo>
                <a:lnTo>
                  <a:pt x="100001" y="12499"/>
                </a:lnTo>
                <a:cubicBezTo>
                  <a:pt x="100001" y="5620"/>
                  <a:pt x="94387" y="7"/>
                  <a:pt x="87494" y="7"/>
                </a:cubicBezTo>
                <a:lnTo>
                  <a:pt x="68054" y="7"/>
                </a:lnTo>
                <a:close/>
                <a:moveTo>
                  <a:pt x="14440" y="11112"/>
                </a:moveTo>
                <a:lnTo>
                  <a:pt x="30000" y="11112"/>
                </a:lnTo>
                <a:cubicBezTo>
                  <a:pt x="31840" y="11112"/>
                  <a:pt x="33334" y="12605"/>
                  <a:pt x="33334" y="14445"/>
                </a:cubicBezTo>
                <a:lnTo>
                  <a:pt x="33334" y="30003"/>
                </a:lnTo>
                <a:cubicBezTo>
                  <a:pt x="33334" y="31842"/>
                  <a:pt x="31840" y="33336"/>
                  <a:pt x="30000" y="33336"/>
                </a:cubicBezTo>
                <a:lnTo>
                  <a:pt x="14440" y="33336"/>
                </a:lnTo>
                <a:cubicBezTo>
                  <a:pt x="12600" y="33336"/>
                  <a:pt x="11107" y="31842"/>
                  <a:pt x="11107" y="30003"/>
                </a:cubicBezTo>
                <a:lnTo>
                  <a:pt x="11107" y="14445"/>
                </a:lnTo>
                <a:cubicBezTo>
                  <a:pt x="11107" y="12605"/>
                  <a:pt x="12600" y="11112"/>
                  <a:pt x="14440" y="11112"/>
                </a:cubicBezTo>
                <a:close/>
                <a:moveTo>
                  <a:pt x="70000" y="11112"/>
                </a:moveTo>
                <a:lnTo>
                  <a:pt x="85560" y="11112"/>
                </a:lnTo>
                <a:cubicBezTo>
                  <a:pt x="87400" y="11112"/>
                  <a:pt x="88893" y="12605"/>
                  <a:pt x="88893" y="14445"/>
                </a:cubicBezTo>
                <a:lnTo>
                  <a:pt x="88893" y="30003"/>
                </a:lnTo>
                <a:cubicBezTo>
                  <a:pt x="88893" y="31842"/>
                  <a:pt x="87400" y="33336"/>
                  <a:pt x="85560" y="33336"/>
                </a:cubicBezTo>
                <a:lnTo>
                  <a:pt x="70000" y="33336"/>
                </a:lnTo>
                <a:cubicBezTo>
                  <a:pt x="68161" y="33336"/>
                  <a:pt x="66667" y="31842"/>
                  <a:pt x="66667" y="30003"/>
                </a:cubicBezTo>
                <a:lnTo>
                  <a:pt x="66667" y="14445"/>
                </a:lnTo>
                <a:cubicBezTo>
                  <a:pt x="66667" y="12605"/>
                  <a:pt x="68161" y="11112"/>
                  <a:pt x="70000" y="11112"/>
                </a:cubicBezTo>
                <a:close/>
                <a:moveTo>
                  <a:pt x="16667" y="16671"/>
                </a:moveTo>
                <a:lnTo>
                  <a:pt x="16667" y="27776"/>
                </a:lnTo>
                <a:lnTo>
                  <a:pt x="27774" y="27776"/>
                </a:lnTo>
                <a:lnTo>
                  <a:pt x="27774" y="16671"/>
                </a:lnTo>
                <a:lnTo>
                  <a:pt x="16667" y="16671"/>
                </a:lnTo>
                <a:close/>
                <a:moveTo>
                  <a:pt x="72227" y="16671"/>
                </a:moveTo>
                <a:lnTo>
                  <a:pt x="72227" y="27776"/>
                </a:lnTo>
                <a:lnTo>
                  <a:pt x="83334" y="27776"/>
                </a:lnTo>
                <a:lnTo>
                  <a:pt x="83334" y="16671"/>
                </a:lnTo>
                <a:lnTo>
                  <a:pt x="72227" y="16671"/>
                </a:lnTo>
                <a:close/>
                <a:moveTo>
                  <a:pt x="12494" y="55559"/>
                </a:moveTo>
                <a:cubicBezTo>
                  <a:pt x="5614" y="55559"/>
                  <a:pt x="0" y="61159"/>
                  <a:pt x="0" y="68051"/>
                </a:cubicBezTo>
                <a:lnTo>
                  <a:pt x="0" y="87489"/>
                </a:lnTo>
                <a:cubicBezTo>
                  <a:pt x="0" y="94381"/>
                  <a:pt x="5614" y="99993"/>
                  <a:pt x="12494" y="99993"/>
                </a:cubicBezTo>
                <a:lnTo>
                  <a:pt x="31947" y="99993"/>
                </a:lnTo>
                <a:cubicBezTo>
                  <a:pt x="38840" y="99993"/>
                  <a:pt x="44440" y="94381"/>
                  <a:pt x="44440" y="87489"/>
                </a:cubicBezTo>
                <a:lnTo>
                  <a:pt x="44440" y="68051"/>
                </a:lnTo>
                <a:cubicBezTo>
                  <a:pt x="44440" y="61159"/>
                  <a:pt x="38840" y="55559"/>
                  <a:pt x="31947" y="55559"/>
                </a:cubicBezTo>
                <a:lnTo>
                  <a:pt x="12494" y="55559"/>
                </a:lnTo>
                <a:close/>
                <a:moveTo>
                  <a:pt x="55560" y="55559"/>
                </a:moveTo>
                <a:lnTo>
                  <a:pt x="55560" y="70824"/>
                </a:lnTo>
                <a:lnTo>
                  <a:pt x="70827" y="70824"/>
                </a:lnTo>
                <a:lnTo>
                  <a:pt x="70827" y="55559"/>
                </a:lnTo>
                <a:lnTo>
                  <a:pt x="55560" y="55559"/>
                </a:lnTo>
                <a:close/>
                <a:moveTo>
                  <a:pt x="70827" y="70824"/>
                </a:moveTo>
                <a:lnTo>
                  <a:pt x="70827" y="84716"/>
                </a:lnTo>
                <a:lnTo>
                  <a:pt x="84720" y="84716"/>
                </a:lnTo>
                <a:lnTo>
                  <a:pt x="84720" y="70824"/>
                </a:lnTo>
                <a:lnTo>
                  <a:pt x="70827" y="70824"/>
                </a:lnTo>
                <a:close/>
                <a:moveTo>
                  <a:pt x="84720" y="70824"/>
                </a:moveTo>
                <a:lnTo>
                  <a:pt x="100001" y="70824"/>
                </a:lnTo>
                <a:lnTo>
                  <a:pt x="100001" y="55559"/>
                </a:lnTo>
                <a:lnTo>
                  <a:pt x="84720" y="55559"/>
                </a:lnTo>
                <a:lnTo>
                  <a:pt x="84720" y="70824"/>
                </a:lnTo>
                <a:close/>
                <a:moveTo>
                  <a:pt x="84720" y="84716"/>
                </a:moveTo>
                <a:lnTo>
                  <a:pt x="84720" y="99993"/>
                </a:lnTo>
                <a:lnTo>
                  <a:pt x="100001" y="99993"/>
                </a:lnTo>
                <a:lnTo>
                  <a:pt x="100001" y="84716"/>
                </a:lnTo>
                <a:lnTo>
                  <a:pt x="84720" y="84716"/>
                </a:lnTo>
                <a:close/>
                <a:moveTo>
                  <a:pt x="70827" y="84716"/>
                </a:moveTo>
                <a:lnTo>
                  <a:pt x="55560" y="84716"/>
                </a:lnTo>
                <a:lnTo>
                  <a:pt x="55560" y="99993"/>
                </a:lnTo>
                <a:lnTo>
                  <a:pt x="70827" y="99993"/>
                </a:lnTo>
                <a:lnTo>
                  <a:pt x="70827" y="84716"/>
                </a:lnTo>
                <a:close/>
                <a:moveTo>
                  <a:pt x="14440" y="66665"/>
                </a:moveTo>
                <a:lnTo>
                  <a:pt x="30000" y="66665"/>
                </a:lnTo>
                <a:cubicBezTo>
                  <a:pt x="31840" y="66665"/>
                  <a:pt x="33334" y="68158"/>
                  <a:pt x="33334" y="69997"/>
                </a:cubicBezTo>
                <a:lnTo>
                  <a:pt x="33334" y="85555"/>
                </a:lnTo>
                <a:cubicBezTo>
                  <a:pt x="33334" y="87395"/>
                  <a:pt x="31840" y="88888"/>
                  <a:pt x="30000" y="88888"/>
                </a:cubicBezTo>
                <a:lnTo>
                  <a:pt x="14440" y="88888"/>
                </a:lnTo>
                <a:cubicBezTo>
                  <a:pt x="12600" y="88888"/>
                  <a:pt x="11107" y="87395"/>
                  <a:pt x="11107" y="85555"/>
                </a:cubicBezTo>
                <a:lnTo>
                  <a:pt x="11107" y="69997"/>
                </a:lnTo>
                <a:cubicBezTo>
                  <a:pt x="11107" y="68158"/>
                  <a:pt x="12600" y="66665"/>
                  <a:pt x="14440" y="66665"/>
                </a:cubicBezTo>
                <a:close/>
                <a:moveTo>
                  <a:pt x="16667" y="72224"/>
                </a:moveTo>
                <a:lnTo>
                  <a:pt x="16667" y="83329"/>
                </a:lnTo>
                <a:lnTo>
                  <a:pt x="27774" y="83329"/>
                </a:lnTo>
                <a:lnTo>
                  <a:pt x="27774" y="72224"/>
                </a:lnTo>
                <a:lnTo>
                  <a:pt x="16667" y="7222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5" name="Белый — SVG 75">
            <a:extLst>
              <a:ext uri="{FF2B5EF4-FFF2-40B4-BE49-F238E27FC236}">
                <a16:creationId xmlns:a16="http://schemas.microsoft.com/office/drawing/2014/main" id="{A2A79027-EC33-524C-B047-8B602C7EA843}"/>
              </a:ext>
            </a:extLst>
          </p:cNvPr>
          <p:cNvSpPr>
            <a:spLocks noGrp="1"/>
          </p:cNvSpPr>
          <p:nvPr/>
        </p:nvSpPr>
        <p:spPr>
          <a:xfrm>
            <a:off x="1620000" y="5790000"/>
            <a:ext cx="220000" cy="220000"/>
          </a:xfrm>
          <a:custGeom>
            <a:avLst/>
            <a:gdLst>
              <a:gd name="csX0" fmla="*/ 22900 w 148867"/>
              <a:gd name="csY0" fmla="*/ 2 h 134954"/>
              <a:gd name="csX1" fmla="*/ 19940 w 148867"/>
              <a:gd name="csY1" fmla="*/ 733 h 134954"/>
              <a:gd name="csX2" fmla="*/ 17541 w 148867"/>
              <a:gd name="csY2" fmla="*/ 2639 h 134954"/>
              <a:gd name="csX3" fmla="*/ 0 w 148867"/>
              <a:gd name="csY3" fmla="*/ 51290 h 134954"/>
              <a:gd name="csX4" fmla="*/ 17575 w 148867"/>
              <a:gd name="csY4" fmla="*/ 100283 h 134954"/>
              <a:gd name="csX5" fmla="*/ 19718 w 148867"/>
              <a:gd name="csY5" fmla="*/ 102035 h 134954"/>
              <a:gd name="csX6" fmla="*/ 22356 w 148867"/>
              <a:gd name="csY6" fmla="*/ 102834 h 134954"/>
              <a:gd name="csX7" fmla="*/ 25112 w 148867"/>
              <a:gd name="csY7" fmla="*/ 102545 h 134954"/>
              <a:gd name="csX8" fmla="*/ 27562 w 148867"/>
              <a:gd name="csY8" fmla="*/ 101235 h 134954"/>
              <a:gd name="csX9" fmla="*/ 29298 w 148867"/>
              <a:gd name="csY9" fmla="*/ 99092 h 134954"/>
              <a:gd name="csX10" fmla="*/ 30097 w 148867"/>
              <a:gd name="csY10" fmla="*/ 96438 h 134954"/>
              <a:gd name="csX11" fmla="*/ 29824 w 148867"/>
              <a:gd name="csY11" fmla="*/ 93682 h 134954"/>
              <a:gd name="csX12" fmla="*/ 28514 w 148867"/>
              <a:gd name="csY12" fmla="*/ 91250 h 134954"/>
              <a:gd name="csX13" fmla="*/ 14172 w 148867"/>
              <a:gd name="csY13" fmla="*/ 51307 h 134954"/>
              <a:gd name="csX14" fmla="*/ 14172 w 148867"/>
              <a:gd name="csY14" fmla="*/ 51290 h 134954"/>
              <a:gd name="csX15" fmla="*/ 14172 w 148867"/>
              <a:gd name="csY15" fmla="*/ 51290 h 134954"/>
              <a:gd name="csX16" fmla="*/ 28464 w 148867"/>
              <a:gd name="csY16" fmla="*/ 11689 h 134954"/>
              <a:gd name="csX17" fmla="*/ 30097 w 148867"/>
              <a:gd name="csY17" fmla="*/ 8014 h 134954"/>
              <a:gd name="csX18" fmla="*/ 29467 w 148867"/>
              <a:gd name="csY18" fmla="*/ 4051 h 134954"/>
              <a:gd name="csX19" fmla="*/ 26796 w 148867"/>
              <a:gd name="csY19" fmla="*/ 1057 h 134954"/>
              <a:gd name="csX20" fmla="*/ 22900 w 148867"/>
              <a:gd name="csY20" fmla="*/ 2 h 134954"/>
              <a:gd name="csX21" fmla="*/ 125747 w 148867"/>
              <a:gd name="csY21" fmla="*/ 2 h 134954"/>
              <a:gd name="csX22" fmla="*/ 121935 w 148867"/>
              <a:gd name="csY22" fmla="*/ 1142 h 134954"/>
              <a:gd name="csX23" fmla="*/ 119349 w 148867"/>
              <a:gd name="csY23" fmla="*/ 4153 h 134954"/>
              <a:gd name="csX24" fmla="*/ 118771 w 148867"/>
              <a:gd name="csY24" fmla="*/ 8082 h 134954"/>
              <a:gd name="csX25" fmla="*/ 120404 w 148867"/>
              <a:gd name="csY25" fmla="*/ 11689 h 134954"/>
              <a:gd name="csX26" fmla="*/ 134695 w 148867"/>
              <a:gd name="csY26" fmla="*/ 51290 h 134954"/>
              <a:gd name="csX27" fmla="*/ 134695 w 148867"/>
              <a:gd name="csY27" fmla="*/ 51290 h 134954"/>
              <a:gd name="csX28" fmla="*/ 134695 w 148867"/>
              <a:gd name="csY28" fmla="*/ 51307 h 134954"/>
              <a:gd name="csX29" fmla="*/ 120353 w 148867"/>
              <a:gd name="csY29" fmla="*/ 91250 h 134954"/>
              <a:gd name="csX30" fmla="*/ 118771 w 148867"/>
              <a:gd name="csY30" fmla="*/ 96438 h 134954"/>
              <a:gd name="csX31" fmla="*/ 121323 w 148867"/>
              <a:gd name="csY31" fmla="*/ 101235 h 134954"/>
              <a:gd name="csX32" fmla="*/ 123756 w 148867"/>
              <a:gd name="csY32" fmla="*/ 102545 h 134954"/>
              <a:gd name="csX33" fmla="*/ 126512 w 148867"/>
              <a:gd name="csY33" fmla="*/ 102817 h 134954"/>
              <a:gd name="csX34" fmla="*/ 131292 w 148867"/>
              <a:gd name="csY34" fmla="*/ 100283 h 134954"/>
              <a:gd name="csX35" fmla="*/ 148867 w 148867"/>
              <a:gd name="csY35" fmla="*/ 51290 h 134954"/>
              <a:gd name="csX36" fmla="*/ 131327 w 148867"/>
              <a:gd name="csY36" fmla="*/ 2639 h 134954"/>
              <a:gd name="csX37" fmla="*/ 128826 w 148867"/>
              <a:gd name="csY37" fmla="*/ 682 h 134954"/>
              <a:gd name="csX38" fmla="*/ 125747 w 148867"/>
              <a:gd name="csY38" fmla="*/ 2 h 134954"/>
              <a:gd name="csX39" fmla="*/ 40900 w 148867"/>
              <a:gd name="csY39" fmla="*/ 17728 h 134954"/>
              <a:gd name="csX40" fmla="*/ 37582 w 148867"/>
              <a:gd name="csY40" fmla="*/ 18459 h 134954"/>
              <a:gd name="csX41" fmla="*/ 34980 w 148867"/>
              <a:gd name="csY41" fmla="*/ 20636 h 134954"/>
              <a:gd name="csX42" fmla="*/ 34980 w 148867"/>
              <a:gd name="csY42" fmla="*/ 82285 h 134954"/>
              <a:gd name="csX43" fmla="*/ 37021 w 148867"/>
              <a:gd name="csY43" fmla="*/ 84207 h 134954"/>
              <a:gd name="csX44" fmla="*/ 39658 w 148867"/>
              <a:gd name="csY44" fmla="*/ 85194 h 134954"/>
              <a:gd name="csX45" fmla="*/ 42466 w 148867"/>
              <a:gd name="csY45" fmla="*/ 85058 h 134954"/>
              <a:gd name="csX46" fmla="*/ 45001 w 148867"/>
              <a:gd name="csY46" fmla="*/ 83867 h 134954"/>
              <a:gd name="csX47" fmla="*/ 46872 w 148867"/>
              <a:gd name="csY47" fmla="*/ 81775 h 134954"/>
              <a:gd name="csX48" fmla="*/ 47791 w 148867"/>
              <a:gd name="csY48" fmla="*/ 79121 h 134954"/>
              <a:gd name="csX49" fmla="*/ 47604 w 148867"/>
              <a:gd name="csY49" fmla="*/ 76314 h 134954"/>
              <a:gd name="csX50" fmla="*/ 46328 w 148867"/>
              <a:gd name="csY50" fmla="*/ 73796 h 134954"/>
              <a:gd name="csX51" fmla="*/ 46328 w 148867"/>
              <a:gd name="csY51" fmla="*/ 29125 h 134954"/>
              <a:gd name="csX52" fmla="*/ 47756 w 148867"/>
              <a:gd name="csY52" fmla="*/ 25553 h 134954"/>
              <a:gd name="csX53" fmla="*/ 47110 w 148867"/>
              <a:gd name="csY53" fmla="*/ 21759 h 134954"/>
              <a:gd name="csX54" fmla="*/ 44576 w 148867"/>
              <a:gd name="csY54" fmla="*/ 18868 h 134954"/>
              <a:gd name="csX55" fmla="*/ 40900 w 148867"/>
              <a:gd name="csY55" fmla="*/ 17728 h 134954"/>
              <a:gd name="csX56" fmla="*/ 108461 w 148867"/>
              <a:gd name="csY56" fmla="*/ 17728 h 134954"/>
              <a:gd name="csX57" fmla="*/ 104599 w 148867"/>
              <a:gd name="csY57" fmla="*/ 18663 h 134954"/>
              <a:gd name="csX58" fmla="*/ 101860 w 148867"/>
              <a:gd name="csY58" fmla="*/ 21538 h 134954"/>
              <a:gd name="csX59" fmla="*/ 101094 w 148867"/>
              <a:gd name="csY59" fmla="*/ 25434 h 134954"/>
              <a:gd name="csX60" fmla="*/ 102540 w 148867"/>
              <a:gd name="csY60" fmla="*/ 29125 h 134954"/>
              <a:gd name="csX61" fmla="*/ 102540 w 148867"/>
              <a:gd name="csY61" fmla="*/ 73796 h 134954"/>
              <a:gd name="csX62" fmla="*/ 101264 w 148867"/>
              <a:gd name="csY62" fmla="*/ 76314 h 134954"/>
              <a:gd name="csX63" fmla="*/ 101077 w 148867"/>
              <a:gd name="csY63" fmla="*/ 79121 h 134954"/>
              <a:gd name="csX64" fmla="*/ 101996 w 148867"/>
              <a:gd name="csY64" fmla="*/ 81775 h 134954"/>
              <a:gd name="csX65" fmla="*/ 103867 w 148867"/>
              <a:gd name="csY65" fmla="*/ 83867 h 134954"/>
              <a:gd name="csX66" fmla="*/ 106402 w 148867"/>
              <a:gd name="csY66" fmla="*/ 85058 h 134954"/>
              <a:gd name="csX67" fmla="*/ 109209 w 148867"/>
              <a:gd name="csY67" fmla="*/ 85194 h 134954"/>
              <a:gd name="csX68" fmla="*/ 111847 w 148867"/>
              <a:gd name="csY68" fmla="*/ 84207 h 134954"/>
              <a:gd name="csX69" fmla="*/ 113888 w 148867"/>
              <a:gd name="csY69" fmla="*/ 82285 h 134954"/>
              <a:gd name="csX70" fmla="*/ 113888 w 148867"/>
              <a:gd name="csY70" fmla="*/ 20636 h 134954"/>
              <a:gd name="csX71" fmla="*/ 111506 w 148867"/>
              <a:gd name="csY71" fmla="*/ 18561 h 134954"/>
              <a:gd name="csX72" fmla="*/ 108461 w 148867"/>
              <a:gd name="csY72" fmla="*/ 17728 h 134954"/>
              <a:gd name="csX73" fmla="*/ 74434 w 148867"/>
              <a:gd name="csY73" fmla="*/ 39060 h 134954"/>
              <a:gd name="csX74" fmla="*/ 66727 w 148867"/>
              <a:gd name="csY74" fmla="*/ 41339 h 134954"/>
              <a:gd name="csX75" fmla="*/ 61503 w 148867"/>
              <a:gd name="csY75" fmla="*/ 47429 h 134954"/>
              <a:gd name="csX76" fmla="*/ 60414 w 148867"/>
              <a:gd name="csY76" fmla="*/ 55373 h 134954"/>
              <a:gd name="csX77" fmla="*/ 63834 w 148867"/>
              <a:gd name="csY77" fmla="*/ 62654 h 134954"/>
              <a:gd name="csX78" fmla="*/ 42908 w 148867"/>
              <a:gd name="csY78" fmla="*/ 125425 h 134954"/>
              <a:gd name="csX79" fmla="*/ 42466 w 148867"/>
              <a:gd name="csY79" fmla="*/ 128215 h 134954"/>
              <a:gd name="csX80" fmla="*/ 43163 w 148867"/>
              <a:gd name="csY80" fmla="*/ 130937 h 134954"/>
              <a:gd name="csX81" fmla="*/ 44865 w 148867"/>
              <a:gd name="csY81" fmla="*/ 133182 h 134954"/>
              <a:gd name="csX82" fmla="*/ 47315 w 148867"/>
              <a:gd name="csY82" fmla="*/ 134594 h 134954"/>
              <a:gd name="csX83" fmla="*/ 50105 w 148867"/>
              <a:gd name="csY83" fmla="*/ 134934 h 134954"/>
              <a:gd name="csX84" fmla="*/ 52826 w 148867"/>
              <a:gd name="csY84" fmla="*/ 134152 h 134954"/>
              <a:gd name="csX85" fmla="*/ 55021 w 148867"/>
              <a:gd name="csY85" fmla="*/ 132383 h 134954"/>
              <a:gd name="csX86" fmla="*/ 56349 w 148867"/>
              <a:gd name="csY86" fmla="*/ 129899 h 134954"/>
              <a:gd name="csX87" fmla="*/ 74434 w 148867"/>
              <a:gd name="csY87" fmla="*/ 75650 h 134954"/>
              <a:gd name="csX88" fmla="*/ 92519 w 148867"/>
              <a:gd name="csY88" fmla="*/ 129899 h 134954"/>
              <a:gd name="csX89" fmla="*/ 93846 w 148867"/>
              <a:gd name="csY89" fmla="*/ 132383 h 134954"/>
              <a:gd name="csX90" fmla="*/ 96041 w 148867"/>
              <a:gd name="csY90" fmla="*/ 134152 h 134954"/>
              <a:gd name="csX91" fmla="*/ 98763 w 148867"/>
              <a:gd name="csY91" fmla="*/ 134934 h 134954"/>
              <a:gd name="csX92" fmla="*/ 101553 w 148867"/>
              <a:gd name="csY92" fmla="*/ 134594 h 134954"/>
              <a:gd name="csX93" fmla="*/ 104003 w 148867"/>
              <a:gd name="csY93" fmla="*/ 133182 h 134954"/>
              <a:gd name="csX94" fmla="*/ 105704 w 148867"/>
              <a:gd name="csY94" fmla="*/ 130937 h 134954"/>
              <a:gd name="csX95" fmla="*/ 106402 w 148867"/>
              <a:gd name="csY95" fmla="*/ 128215 h 134954"/>
              <a:gd name="csX96" fmla="*/ 105959 w 148867"/>
              <a:gd name="csY96" fmla="*/ 125425 h 134954"/>
              <a:gd name="csX97" fmla="*/ 85033 w 148867"/>
              <a:gd name="csY97" fmla="*/ 62620 h 134954"/>
              <a:gd name="csX98" fmla="*/ 88419 w 148867"/>
              <a:gd name="csY98" fmla="*/ 55373 h 134954"/>
              <a:gd name="csX99" fmla="*/ 87330 w 148867"/>
              <a:gd name="csY99" fmla="*/ 47429 h 134954"/>
              <a:gd name="csX100" fmla="*/ 82124 w 148867"/>
              <a:gd name="csY100" fmla="*/ 41339 h 134954"/>
              <a:gd name="csX101" fmla="*/ 74434 w 148867"/>
              <a:gd name="csY101" fmla="*/ 39060 h 134954"/>
            </a:gdLst>
            <a:ahLst/>
            <a:cxnLst/>
            <a:rect l="l" t="t" r="r" b="b"/>
            <a:pathLst>
              <a:path w="100000" h="100000">
                <a:moveTo>
                  <a:pt x="15383" y="4674"/>
                </a:moveTo>
                <a:cubicBezTo>
                  <a:pt x="14697" y="4686"/>
                  <a:pt x="14011" y="4857"/>
                  <a:pt x="13395" y="5165"/>
                </a:cubicBezTo>
                <a:cubicBezTo>
                  <a:pt x="12766" y="5474"/>
                  <a:pt x="12229" y="5908"/>
                  <a:pt x="11783" y="6446"/>
                </a:cubicBezTo>
                <a:cubicBezTo>
                  <a:pt x="4160" y="15633"/>
                  <a:pt x="-11" y="27197"/>
                  <a:pt x="0" y="39127"/>
                </a:cubicBezTo>
                <a:cubicBezTo>
                  <a:pt x="-23" y="51137"/>
                  <a:pt x="4160" y="62781"/>
                  <a:pt x="11806" y="72037"/>
                </a:cubicBezTo>
                <a:cubicBezTo>
                  <a:pt x="12206" y="72517"/>
                  <a:pt x="12686" y="72916"/>
                  <a:pt x="13245" y="73214"/>
                </a:cubicBezTo>
                <a:cubicBezTo>
                  <a:pt x="13794" y="73499"/>
                  <a:pt x="14400" y="73682"/>
                  <a:pt x="15017" y="73751"/>
                </a:cubicBezTo>
                <a:cubicBezTo>
                  <a:pt x="15646" y="73808"/>
                  <a:pt x="16275" y="73739"/>
                  <a:pt x="16869" y="73557"/>
                </a:cubicBezTo>
                <a:cubicBezTo>
                  <a:pt x="17475" y="73374"/>
                  <a:pt x="18023" y="73077"/>
                  <a:pt x="18515" y="72677"/>
                </a:cubicBezTo>
                <a:cubicBezTo>
                  <a:pt x="18995" y="72277"/>
                  <a:pt x="19394" y="71785"/>
                  <a:pt x="19681" y="71237"/>
                </a:cubicBezTo>
                <a:cubicBezTo>
                  <a:pt x="19978" y="70688"/>
                  <a:pt x="20160" y="70083"/>
                  <a:pt x="20217" y="69454"/>
                </a:cubicBezTo>
                <a:cubicBezTo>
                  <a:pt x="20274" y="68837"/>
                  <a:pt x="20217" y="68209"/>
                  <a:pt x="20034" y="67603"/>
                </a:cubicBezTo>
                <a:cubicBezTo>
                  <a:pt x="19852" y="67009"/>
                  <a:pt x="19543" y="66449"/>
                  <a:pt x="19154" y="65969"/>
                </a:cubicBezTo>
                <a:cubicBezTo>
                  <a:pt x="12914" y="58416"/>
                  <a:pt x="9508" y="48931"/>
                  <a:pt x="9520" y="39138"/>
                </a:cubicBezTo>
                <a:lnTo>
                  <a:pt x="9520" y="39127"/>
                </a:lnTo>
                <a:lnTo>
                  <a:pt x="9520" y="39127"/>
                </a:lnTo>
                <a:cubicBezTo>
                  <a:pt x="9520" y="29414"/>
                  <a:pt x="12914" y="19998"/>
                  <a:pt x="19120" y="12525"/>
                </a:cubicBezTo>
                <a:cubicBezTo>
                  <a:pt x="19714" y="11828"/>
                  <a:pt x="20092" y="10971"/>
                  <a:pt x="20217" y="10056"/>
                </a:cubicBezTo>
                <a:cubicBezTo>
                  <a:pt x="20343" y="9153"/>
                  <a:pt x="20195" y="8228"/>
                  <a:pt x="19794" y="7394"/>
                </a:cubicBezTo>
                <a:cubicBezTo>
                  <a:pt x="19406" y="6560"/>
                  <a:pt x="18777" y="5863"/>
                  <a:pt x="18000" y="5383"/>
                </a:cubicBezTo>
                <a:cubicBezTo>
                  <a:pt x="17211" y="4903"/>
                  <a:pt x="16309" y="4651"/>
                  <a:pt x="15383" y="4674"/>
                </a:cubicBezTo>
                <a:close/>
                <a:moveTo>
                  <a:pt x="84469" y="4674"/>
                </a:moveTo>
                <a:cubicBezTo>
                  <a:pt x="83566" y="4686"/>
                  <a:pt x="82674" y="4948"/>
                  <a:pt x="81909" y="5440"/>
                </a:cubicBezTo>
                <a:cubicBezTo>
                  <a:pt x="81154" y="5932"/>
                  <a:pt x="80549" y="6640"/>
                  <a:pt x="80172" y="7463"/>
                </a:cubicBezTo>
                <a:cubicBezTo>
                  <a:pt x="79794" y="8285"/>
                  <a:pt x="79658" y="9199"/>
                  <a:pt x="79783" y="10102"/>
                </a:cubicBezTo>
                <a:cubicBezTo>
                  <a:pt x="79909" y="10993"/>
                  <a:pt x="80297" y="11839"/>
                  <a:pt x="80880" y="12525"/>
                </a:cubicBezTo>
                <a:cubicBezTo>
                  <a:pt x="87086" y="19998"/>
                  <a:pt x="90480" y="29414"/>
                  <a:pt x="90480" y="39127"/>
                </a:cubicBezTo>
                <a:lnTo>
                  <a:pt x="90480" y="39127"/>
                </a:lnTo>
                <a:lnTo>
                  <a:pt x="90480" y="39138"/>
                </a:lnTo>
                <a:cubicBezTo>
                  <a:pt x="90492" y="48931"/>
                  <a:pt x="87086" y="58416"/>
                  <a:pt x="80846" y="65969"/>
                </a:cubicBezTo>
                <a:cubicBezTo>
                  <a:pt x="80046" y="66952"/>
                  <a:pt x="79658" y="68197"/>
                  <a:pt x="79783" y="69454"/>
                </a:cubicBezTo>
                <a:cubicBezTo>
                  <a:pt x="79897" y="70711"/>
                  <a:pt x="80515" y="71877"/>
                  <a:pt x="81498" y="72677"/>
                </a:cubicBezTo>
                <a:cubicBezTo>
                  <a:pt x="81977" y="73077"/>
                  <a:pt x="82526" y="73374"/>
                  <a:pt x="83132" y="73557"/>
                </a:cubicBezTo>
                <a:cubicBezTo>
                  <a:pt x="83726" y="73739"/>
                  <a:pt x="84354" y="73808"/>
                  <a:pt x="84983" y="73739"/>
                </a:cubicBezTo>
                <a:cubicBezTo>
                  <a:pt x="86240" y="73625"/>
                  <a:pt x="87395" y="73008"/>
                  <a:pt x="88194" y="72037"/>
                </a:cubicBezTo>
                <a:cubicBezTo>
                  <a:pt x="95840" y="62770"/>
                  <a:pt x="100024" y="51137"/>
                  <a:pt x="100000" y="39127"/>
                </a:cubicBezTo>
                <a:cubicBezTo>
                  <a:pt x="100011" y="27186"/>
                  <a:pt x="95840" y="15633"/>
                  <a:pt x="88218" y="6446"/>
                </a:cubicBezTo>
                <a:cubicBezTo>
                  <a:pt x="87760" y="5885"/>
                  <a:pt x="87189" y="5440"/>
                  <a:pt x="86538" y="5131"/>
                </a:cubicBezTo>
                <a:cubicBezTo>
                  <a:pt x="85897" y="4823"/>
                  <a:pt x="85189" y="4674"/>
                  <a:pt x="84469" y="4674"/>
                </a:cubicBezTo>
                <a:close/>
                <a:moveTo>
                  <a:pt x="27474" y="16582"/>
                </a:moveTo>
                <a:cubicBezTo>
                  <a:pt x="26709" y="16559"/>
                  <a:pt x="25943" y="16730"/>
                  <a:pt x="25245" y="17073"/>
                </a:cubicBezTo>
                <a:cubicBezTo>
                  <a:pt x="24549" y="17404"/>
                  <a:pt x="23954" y="17918"/>
                  <a:pt x="23497" y="18535"/>
                </a:cubicBezTo>
                <a:cubicBezTo>
                  <a:pt x="14320" y="30797"/>
                  <a:pt x="14320" y="47686"/>
                  <a:pt x="23497" y="59947"/>
                </a:cubicBezTo>
                <a:cubicBezTo>
                  <a:pt x="23863" y="60472"/>
                  <a:pt x="24332" y="60907"/>
                  <a:pt x="24869" y="61238"/>
                </a:cubicBezTo>
                <a:cubicBezTo>
                  <a:pt x="25417" y="61581"/>
                  <a:pt x="26011" y="61798"/>
                  <a:pt x="26640" y="61901"/>
                </a:cubicBezTo>
                <a:cubicBezTo>
                  <a:pt x="27269" y="61993"/>
                  <a:pt x="27909" y="61970"/>
                  <a:pt x="28526" y="61810"/>
                </a:cubicBezTo>
                <a:cubicBezTo>
                  <a:pt x="29143" y="61661"/>
                  <a:pt x="29726" y="61387"/>
                  <a:pt x="30229" y="61010"/>
                </a:cubicBezTo>
                <a:cubicBezTo>
                  <a:pt x="30743" y="60621"/>
                  <a:pt x="31166" y="60153"/>
                  <a:pt x="31486" y="59605"/>
                </a:cubicBezTo>
                <a:cubicBezTo>
                  <a:pt x="31806" y="59056"/>
                  <a:pt x="32023" y="58450"/>
                  <a:pt x="32103" y="57822"/>
                </a:cubicBezTo>
                <a:cubicBezTo>
                  <a:pt x="32183" y="57182"/>
                  <a:pt x="32137" y="56541"/>
                  <a:pt x="31978" y="55936"/>
                </a:cubicBezTo>
                <a:cubicBezTo>
                  <a:pt x="31806" y="55319"/>
                  <a:pt x="31520" y="54748"/>
                  <a:pt x="31120" y="54245"/>
                </a:cubicBezTo>
                <a:cubicBezTo>
                  <a:pt x="24457" y="45343"/>
                  <a:pt x="24457" y="33151"/>
                  <a:pt x="31120" y="24237"/>
                </a:cubicBezTo>
                <a:cubicBezTo>
                  <a:pt x="31658" y="23540"/>
                  <a:pt x="31989" y="22718"/>
                  <a:pt x="32080" y="21838"/>
                </a:cubicBezTo>
                <a:cubicBezTo>
                  <a:pt x="32183" y="20969"/>
                  <a:pt x="32023" y="20089"/>
                  <a:pt x="31646" y="19289"/>
                </a:cubicBezTo>
                <a:cubicBezTo>
                  <a:pt x="31269" y="18501"/>
                  <a:pt x="30686" y="17827"/>
                  <a:pt x="29944" y="17347"/>
                </a:cubicBezTo>
                <a:cubicBezTo>
                  <a:pt x="29212" y="16867"/>
                  <a:pt x="28355" y="16604"/>
                  <a:pt x="27474" y="16582"/>
                </a:cubicBezTo>
                <a:close/>
                <a:moveTo>
                  <a:pt x="72858" y="16582"/>
                </a:moveTo>
                <a:cubicBezTo>
                  <a:pt x="71943" y="16535"/>
                  <a:pt x="71051" y="16764"/>
                  <a:pt x="70263" y="17210"/>
                </a:cubicBezTo>
                <a:cubicBezTo>
                  <a:pt x="69475" y="17667"/>
                  <a:pt x="68835" y="18341"/>
                  <a:pt x="68423" y="19141"/>
                </a:cubicBezTo>
                <a:cubicBezTo>
                  <a:pt x="68000" y="19952"/>
                  <a:pt x="67829" y="20855"/>
                  <a:pt x="67909" y="21758"/>
                </a:cubicBezTo>
                <a:cubicBezTo>
                  <a:pt x="67989" y="22661"/>
                  <a:pt x="68320" y="23517"/>
                  <a:pt x="68880" y="24237"/>
                </a:cubicBezTo>
                <a:cubicBezTo>
                  <a:pt x="75543" y="33151"/>
                  <a:pt x="75543" y="45343"/>
                  <a:pt x="68880" y="54245"/>
                </a:cubicBezTo>
                <a:cubicBezTo>
                  <a:pt x="68480" y="54748"/>
                  <a:pt x="68194" y="55319"/>
                  <a:pt x="68023" y="55936"/>
                </a:cubicBezTo>
                <a:cubicBezTo>
                  <a:pt x="67863" y="56541"/>
                  <a:pt x="67817" y="57182"/>
                  <a:pt x="67898" y="57822"/>
                </a:cubicBezTo>
                <a:cubicBezTo>
                  <a:pt x="67977" y="58450"/>
                  <a:pt x="68194" y="59056"/>
                  <a:pt x="68515" y="59605"/>
                </a:cubicBezTo>
                <a:cubicBezTo>
                  <a:pt x="68835" y="60153"/>
                  <a:pt x="69258" y="60621"/>
                  <a:pt x="69772" y="61010"/>
                </a:cubicBezTo>
                <a:cubicBezTo>
                  <a:pt x="70275" y="61387"/>
                  <a:pt x="70857" y="61661"/>
                  <a:pt x="71475" y="61810"/>
                </a:cubicBezTo>
                <a:cubicBezTo>
                  <a:pt x="72092" y="61970"/>
                  <a:pt x="72732" y="61993"/>
                  <a:pt x="73360" y="61901"/>
                </a:cubicBezTo>
                <a:cubicBezTo>
                  <a:pt x="73989" y="61798"/>
                  <a:pt x="74583" y="61581"/>
                  <a:pt x="75132" y="61238"/>
                </a:cubicBezTo>
                <a:cubicBezTo>
                  <a:pt x="75669" y="60907"/>
                  <a:pt x="76138" y="60472"/>
                  <a:pt x="76503" y="59947"/>
                </a:cubicBezTo>
                <a:cubicBezTo>
                  <a:pt x="85681" y="47686"/>
                  <a:pt x="85681" y="30797"/>
                  <a:pt x="76503" y="18535"/>
                </a:cubicBezTo>
                <a:cubicBezTo>
                  <a:pt x="76080" y="17964"/>
                  <a:pt x="75531" y="17484"/>
                  <a:pt x="74903" y="17141"/>
                </a:cubicBezTo>
                <a:cubicBezTo>
                  <a:pt x="74275" y="16799"/>
                  <a:pt x="73566" y="16604"/>
                  <a:pt x="72858" y="16582"/>
                </a:cubicBezTo>
                <a:close/>
                <a:moveTo>
                  <a:pt x="50000" y="30911"/>
                </a:moveTo>
                <a:cubicBezTo>
                  <a:pt x="48160" y="30911"/>
                  <a:pt x="46366" y="31448"/>
                  <a:pt x="44823" y="32442"/>
                </a:cubicBezTo>
                <a:cubicBezTo>
                  <a:pt x="43292" y="33436"/>
                  <a:pt x="42069" y="34853"/>
                  <a:pt x="41314" y="36533"/>
                </a:cubicBezTo>
                <a:cubicBezTo>
                  <a:pt x="40560" y="38202"/>
                  <a:pt x="40308" y="40064"/>
                  <a:pt x="40583" y="41869"/>
                </a:cubicBezTo>
                <a:cubicBezTo>
                  <a:pt x="40869" y="43686"/>
                  <a:pt x="41657" y="45378"/>
                  <a:pt x="42880" y="46760"/>
                </a:cubicBezTo>
                <a:lnTo>
                  <a:pt x="28823" y="88926"/>
                </a:lnTo>
                <a:cubicBezTo>
                  <a:pt x="28595" y="89521"/>
                  <a:pt x="28503" y="90160"/>
                  <a:pt x="28526" y="90800"/>
                </a:cubicBezTo>
                <a:cubicBezTo>
                  <a:pt x="28560" y="91428"/>
                  <a:pt x="28720" y="92057"/>
                  <a:pt x="28994" y="92629"/>
                </a:cubicBezTo>
                <a:cubicBezTo>
                  <a:pt x="29268" y="93200"/>
                  <a:pt x="29657" y="93714"/>
                  <a:pt x="30138" y="94137"/>
                </a:cubicBezTo>
                <a:cubicBezTo>
                  <a:pt x="30617" y="94559"/>
                  <a:pt x="31177" y="94880"/>
                  <a:pt x="31783" y="95085"/>
                </a:cubicBezTo>
                <a:cubicBezTo>
                  <a:pt x="32389" y="95291"/>
                  <a:pt x="33029" y="95359"/>
                  <a:pt x="33658" y="95314"/>
                </a:cubicBezTo>
                <a:cubicBezTo>
                  <a:pt x="34297" y="95268"/>
                  <a:pt x="34914" y="95085"/>
                  <a:pt x="35485" y="94788"/>
                </a:cubicBezTo>
                <a:cubicBezTo>
                  <a:pt x="36046" y="94503"/>
                  <a:pt x="36549" y="94091"/>
                  <a:pt x="36960" y="93600"/>
                </a:cubicBezTo>
                <a:cubicBezTo>
                  <a:pt x="37360" y="93120"/>
                  <a:pt x="37669" y="92548"/>
                  <a:pt x="37852" y="91931"/>
                </a:cubicBezTo>
                <a:lnTo>
                  <a:pt x="50000" y="55490"/>
                </a:lnTo>
                <a:lnTo>
                  <a:pt x="62149" y="91931"/>
                </a:lnTo>
                <a:cubicBezTo>
                  <a:pt x="62331" y="92548"/>
                  <a:pt x="62640" y="93120"/>
                  <a:pt x="63040" y="93600"/>
                </a:cubicBezTo>
                <a:cubicBezTo>
                  <a:pt x="63452" y="94091"/>
                  <a:pt x="63954" y="94503"/>
                  <a:pt x="64515" y="94788"/>
                </a:cubicBezTo>
                <a:cubicBezTo>
                  <a:pt x="65086" y="95085"/>
                  <a:pt x="65704" y="95268"/>
                  <a:pt x="66343" y="95314"/>
                </a:cubicBezTo>
                <a:cubicBezTo>
                  <a:pt x="66972" y="95359"/>
                  <a:pt x="67612" y="95291"/>
                  <a:pt x="68217" y="95085"/>
                </a:cubicBezTo>
                <a:cubicBezTo>
                  <a:pt x="68823" y="94880"/>
                  <a:pt x="69383" y="94559"/>
                  <a:pt x="69863" y="94137"/>
                </a:cubicBezTo>
                <a:cubicBezTo>
                  <a:pt x="70343" y="93714"/>
                  <a:pt x="70732" y="93200"/>
                  <a:pt x="71006" y="92629"/>
                </a:cubicBezTo>
                <a:cubicBezTo>
                  <a:pt x="71280" y="92057"/>
                  <a:pt x="71440" y="91428"/>
                  <a:pt x="71475" y="90800"/>
                </a:cubicBezTo>
                <a:cubicBezTo>
                  <a:pt x="71497" y="90160"/>
                  <a:pt x="71406" y="89521"/>
                  <a:pt x="71177" y="88926"/>
                </a:cubicBezTo>
                <a:lnTo>
                  <a:pt x="57120" y="46737"/>
                </a:lnTo>
                <a:cubicBezTo>
                  <a:pt x="58332" y="45366"/>
                  <a:pt x="59120" y="43675"/>
                  <a:pt x="59395" y="41869"/>
                </a:cubicBezTo>
                <a:cubicBezTo>
                  <a:pt x="59669" y="40052"/>
                  <a:pt x="59417" y="38202"/>
                  <a:pt x="58663" y="36533"/>
                </a:cubicBezTo>
                <a:cubicBezTo>
                  <a:pt x="57920" y="34864"/>
                  <a:pt x="56697" y="33436"/>
                  <a:pt x="55166" y="32442"/>
                </a:cubicBezTo>
                <a:cubicBezTo>
                  <a:pt x="53623" y="31448"/>
                  <a:pt x="51829" y="30923"/>
                  <a:pt x="50000" y="3091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6" name="Белый — SVG 76">
            <a:extLst>
              <a:ext uri="{FF2B5EF4-FFF2-40B4-BE49-F238E27FC236}">
                <a16:creationId xmlns:a16="http://schemas.microsoft.com/office/drawing/2014/main" id="{E7333CA9-9530-9448-A862-47D9FBE2FBCC}"/>
              </a:ext>
            </a:extLst>
          </p:cNvPr>
          <p:cNvSpPr>
            <a:spLocks noGrp="1"/>
          </p:cNvSpPr>
          <p:nvPr/>
        </p:nvSpPr>
        <p:spPr>
          <a:xfrm>
            <a:off x="2220000" y="5790000"/>
            <a:ext cx="220000" cy="220000"/>
          </a:xfrm>
          <a:custGeom>
            <a:avLst/>
            <a:gdLst>
              <a:gd name="csX0" fmla="*/ 101017 w 127677"/>
              <a:gd name="csY0" fmla="*/ 1 h 131123"/>
              <a:gd name="csX1" fmla="*/ 98069 w 127677"/>
              <a:gd name="csY1" fmla="*/ 903 h 131123"/>
              <a:gd name="csX2" fmla="*/ 85067 w 127677"/>
              <a:gd name="csY2" fmla="*/ 9562 h 131123"/>
              <a:gd name="csX3" fmla="*/ 85067 w 127677"/>
              <a:gd name="csY3" fmla="*/ 8864 h 131123"/>
              <a:gd name="csX4" fmla="*/ 84684 w 127677"/>
              <a:gd name="csY4" fmla="*/ 6806 h 131123"/>
              <a:gd name="csX5" fmla="*/ 83536 w 127677"/>
              <a:gd name="csY5" fmla="*/ 5054 h 131123"/>
              <a:gd name="csX6" fmla="*/ 81802 w 127677"/>
              <a:gd name="csY6" fmla="*/ 3880 h 131123"/>
              <a:gd name="csX7" fmla="*/ 79750 w 127677"/>
              <a:gd name="csY7" fmla="*/ 3472 h 131123"/>
              <a:gd name="csX8" fmla="*/ 77699 w 127677"/>
              <a:gd name="csY8" fmla="*/ 3880 h 131123"/>
              <a:gd name="csX9" fmla="*/ 75963 w 127677"/>
              <a:gd name="csY9" fmla="*/ 5054 h 131123"/>
              <a:gd name="csX10" fmla="*/ 74816 w 127677"/>
              <a:gd name="csY10" fmla="*/ 6806 h 131123"/>
              <a:gd name="csX11" fmla="*/ 74434 w 127677"/>
              <a:gd name="csY11" fmla="*/ 8864 h 131123"/>
              <a:gd name="csX12" fmla="*/ 74434 w 127677"/>
              <a:gd name="csY12" fmla="*/ 14172 h 131123"/>
              <a:gd name="csX13" fmla="*/ 37494 w 127677"/>
              <a:gd name="csY13" fmla="*/ 14172 h 131123"/>
              <a:gd name="csX14" fmla="*/ 21267 w 127677"/>
              <a:gd name="csY14" fmla="*/ 3540 h 131123"/>
              <a:gd name="csX15" fmla="*/ 3544 w 127677"/>
              <a:gd name="csY15" fmla="*/ 21265 h 131123"/>
              <a:gd name="csX16" fmla="*/ 13873 w 127677"/>
              <a:gd name="csY16" fmla="*/ 37324 h 131123"/>
              <a:gd name="csX17" fmla="*/ 37646 w 127677"/>
              <a:gd name="csY17" fmla="*/ 80906 h 131123"/>
              <a:gd name="csX18" fmla="*/ 62596 w 127677"/>
              <a:gd name="csY18" fmla="*/ 67416 h 131123"/>
              <a:gd name="csX19" fmla="*/ 39355 w 127677"/>
              <a:gd name="csY19" fmla="*/ 24804 h 131123"/>
              <a:gd name="csX20" fmla="*/ 74434 w 127677"/>
              <a:gd name="csY20" fmla="*/ 24804 h 131123"/>
              <a:gd name="csX21" fmla="*/ 74434 w 127677"/>
              <a:gd name="csY21" fmla="*/ 30128 h 131123"/>
              <a:gd name="csX22" fmla="*/ 74816 w 127677"/>
              <a:gd name="csY22" fmla="*/ 32186 h 131123"/>
              <a:gd name="csX23" fmla="*/ 75963 w 127677"/>
              <a:gd name="csY23" fmla="*/ 33938 h 131123"/>
              <a:gd name="csX24" fmla="*/ 77699 w 127677"/>
              <a:gd name="csY24" fmla="*/ 35112 h 131123"/>
              <a:gd name="csX25" fmla="*/ 79750 w 127677"/>
              <a:gd name="csY25" fmla="*/ 35520 h 131123"/>
              <a:gd name="csX26" fmla="*/ 81802 w 127677"/>
              <a:gd name="csY26" fmla="*/ 35112 h 131123"/>
              <a:gd name="csX27" fmla="*/ 83536 w 127677"/>
              <a:gd name="csY27" fmla="*/ 33938 h 131123"/>
              <a:gd name="csX28" fmla="*/ 84684 w 127677"/>
              <a:gd name="csY28" fmla="*/ 32186 h 131123"/>
              <a:gd name="csX29" fmla="*/ 85067 w 127677"/>
              <a:gd name="csY29" fmla="*/ 30128 h 131123"/>
              <a:gd name="csX30" fmla="*/ 85067 w 127677"/>
              <a:gd name="csY30" fmla="*/ 29431 h 131123"/>
              <a:gd name="csX31" fmla="*/ 98069 w 127677"/>
              <a:gd name="csY31" fmla="*/ 38089 h 131123"/>
              <a:gd name="csX32" fmla="*/ 101017 w 127677"/>
              <a:gd name="csY32" fmla="*/ 38991 h 131123"/>
              <a:gd name="csX33" fmla="*/ 122284 w 127677"/>
              <a:gd name="csY33" fmla="*/ 38991 h 131123"/>
              <a:gd name="csX34" fmla="*/ 124343 w 127677"/>
              <a:gd name="csY34" fmla="*/ 38600 h 131123"/>
              <a:gd name="csX35" fmla="*/ 126091 w 127677"/>
              <a:gd name="csY35" fmla="*/ 37460 h 131123"/>
              <a:gd name="csX36" fmla="*/ 127264 w 127677"/>
              <a:gd name="csY36" fmla="*/ 35725 h 131123"/>
              <a:gd name="csX37" fmla="*/ 127677 w 127677"/>
              <a:gd name="csY37" fmla="*/ 33666 h 131123"/>
              <a:gd name="csX38" fmla="*/ 127264 w 127677"/>
              <a:gd name="csY38" fmla="*/ 31625 h 131123"/>
              <a:gd name="csX39" fmla="*/ 126091 w 127677"/>
              <a:gd name="csY39" fmla="*/ 29890 h 131123"/>
              <a:gd name="csX40" fmla="*/ 124343 w 127677"/>
              <a:gd name="csY40" fmla="*/ 28733 h 131123"/>
              <a:gd name="csX41" fmla="*/ 122284 w 127677"/>
              <a:gd name="csY41" fmla="*/ 28359 h 131123"/>
              <a:gd name="csX42" fmla="*/ 102630 w 127677"/>
              <a:gd name="csY42" fmla="*/ 28359 h 131123"/>
              <a:gd name="csX43" fmla="*/ 89339 w 127677"/>
              <a:gd name="csY43" fmla="*/ 19496 h 131123"/>
              <a:gd name="csX44" fmla="*/ 102630 w 127677"/>
              <a:gd name="csY44" fmla="*/ 10633 h 131123"/>
              <a:gd name="csX45" fmla="*/ 122284 w 127677"/>
              <a:gd name="csY45" fmla="*/ 10633 h 131123"/>
              <a:gd name="csX46" fmla="*/ 124343 w 127677"/>
              <a:gd name="csY46" fmla="*/ 10259 h 131123"/>
              <a:gd name="csX47" fmla="*/ 126091 w 127677"/>
              <a:gd name="csY47" fmla="*/ 9103 h 131123"/>
              <a:gd name="csX48" fmla="*/ 127264 w 127677"/>
              <a:gd name="csY48" fmla="*/ 7367 h 131123"/>
              <a:gd name="csX49" fmla="*/ 127677 w 127677"/>
              <a:gd name="csY49" fmla="*/ 5326 h 131123"/>
              <a:gd name="csX50" fmla="*/ 127264 w 127677"/>
              <a:gd name="csY50" fmla="*/ 3267 h 131123"/>
              <a:gd name="csX51" fmla="*/ 126091 w 127677"/>
              <a:gd name="csY51" fmla="*/ 1532 h 131123"/>
              <a:gd name="csX52" fmla="*/ 124343 w 127677"/>
              <a:gd name="csY52" fmla="*/ 393 h 131123"/>
              <a:gd name="csX53" fmla="*/ 122284 w 127677"/>
              <a:gd name="csY53" fmla="*/ 1 h 131123"/>
              <a:gd name="csX54" fmla="*/ 101017 w 127677"/>
              <a:gd name="csY54" fmla="*/ 1 h 131123"/>
              <a:gd name="csX55" fmla="*/ 21267 w 127677"/>
              <a:gd name="csY55" fmla="*/ 14172 h 131123"/>
              <a:gd name="csX56" fmla="*/ 28356 w 127677"/>
              <a:gd name="csY56" fmla="*/ 21265 h 131123"/>
              <a:gd name="csX57" fmla="*/ 21267 w 127677"/>
              <a:gd name="csY57" fmla="*/ 28359 h 131123"/>
              <a:gd name="csX58" fmla="*/ 14177 w 127677"/>
              <a:gd name="csY58" fmla="*/ 21265 h 131123"/>
              <a:gd name="csX59" fmla="*/ 21267 w 127677"/>
              <a:gd name="csY59" fmla="*/ 14172 h 131123"/>
              <a:gd name="csX60" fmla="*/ 63800 w 127677"/>
              <a:gd name="csY60" fmla="*/ 74425 h 131123"/>
              <a:gd name="csX61" fmla="*/ 40014 w 127677"/>
              <a:gd name="csY61" fmla="*/ 92150 h 131123"/>
              <a:gd name="csX62" fmla="*/ 19494 w 127677"/>
              <a:gd name="csY62" fmla="*/ 92150 h 131123"/>
              <a:gd name="csX63" fmla="*/ 0 w 127677"/>
              <a:gd name="csY63" fmla="*/ 111645 h 131123"/>
              <a:gd name="csX64" fmla="*/ 0 w 127677"/>
              <a:gd name="csY64" fmla="*/ 118722 h 131123"/>
              <a:gd name="csX65" fmla="*/ 12406 w 127677"/>
              <a:gd name="csY65" fmla="*/ 131123 h 131123"/>
              <a:gd name="csX66" fmla="*/ 115194 w 127677"/>
              <a:gd name="csY66" fmla="*/ 131123 h 131123"/>
              <a:gd name="csX67" fmla="*/ 127601 w 127677"/>
              <a:gd name="csY67" fmla="*/ 118722 h 131123"/>
              <a:gd name="csX68" fmla="*/ 127601 w 127677"/>
              <a:gd name="csY68" fmla="*/ 111645 h 131123"/>
              <a:gd name="csX69" fmla="*/ 108107 w 127677"/>
              <a:gd name="csY69" fmla="*/ 92150 h 131123"/>
              <a:gd name="csX70" fmla="*/ 87587 w 127677"/>
              <a:gd name="csY70" fmla="*/ 92150 h 131123"/>
              <a:gd name="csX71" fmla="*/ 63800 w 127677"/>
              <a:gd name="csY71" fmla="*/ 74425 h 131123"/>
              <a:gd name="csX72" fmla="*/ 63800 w 127677"/>
              <a:gd name="csY72" fmla="*/ 92150 h 131123"/>
              <a:gd name="csX73" fmla="*/ 70890 w 127677"/>
              <a:gd name="csY73" fmla="*/ 99227 h 131123"/>
              <a:gd name="csX74" fmla="*/ 63800 w 127677"/>
              <a:gd name="csY74" fmla="*/ 106321 h 131123"/>
              <a:gd name="csX75" fmla="*/ 56711 w 127677"/>
              <a:gd name="csY75" fmla="*/ 99227 h 131123"/>
              <a:gd name="csX76" fmla="*/ 63800 w 127677"/>
              <a:gd name="csY76" fmla="*/ 92150 h 131123"/>
            </a:gdLst>
            <a:ahLst/>
            <a:cxnLst/>
            <a:rect l="l" t="t" r="r" b="b"/>
            <a:pathLst>
              <a:path w="100000" h="100000">
                <a:moveTo>
                  <a:pt x="78354" y="1"/>
                </a:moveTo>
                <a:cubicBezTo>
                  <a:pt x="77553" y="1"/>
                  <a:pt x="76771" y="235"/>
                  <a:pt x="76106" y="689"/>
                </a:cubicBezTo>
                <a:lnTo>
                  <a:pt x="66190" y="7292"/>
                </a:lnTo>
                <a:lnTo>
                  <a:pt x="66190" y="6760"/>
                </a:lnTo>
                <a:cubicBezTo>
                  <a:pt x="66197" y="6216"/>
                  <a:pt x="66097" y="5683"/>
                  <a:pt x="65898" y="5191"/>
                </a:cubicBezTo>
                <a:cubicBezTo>
                  <a:pt x="65698" y="4685"/>
                  <a:pt x="65400" y="4243"/>
                  <a:pt x="65022" y="3854"/>
                </a:cubicBezTo>
                <a:cubicBezTo>
                  <a:pt x="64645" y="3478"/>
                  <a:pt x="64195" y="3166"/>
                  <a:pt x="63700" y="2959"/>
                </a:cubicBezTo>
                <a:cubicBezTo>
                  <a:pt x="63204" y="2752"/>
                  <a:pt x="62672" y="2648"/>
                  <a:pt x="62135" y="2648"/>
                </a:cubicBezTo>
                <a:cubicBezTo>
                  <a:pt x="61598" y="2648"/>
                  <a:pt x="61066" y="2752"/>
                  <a:pt x="60571" y="2959"/>
                </a:cubicBezTo>
                <a:cubicBezTo>
                  <a:pt x="60075" y="3166"/>
                  <a:pt x="59624" y="3478"/>
                  <a:pt x="59247" y="3854"/>
                </a:cubicBezTo>
                <a:cubicBezTo>
                  <a:pt x="58871" y="4243"/>
                  <a:pt x="58572" y="4685"/>
                  <a:pt x="58372" y="5191"/>
                </a:cubicBezTo>
                <a:cubicBezTo>
                  <a:pt x="58172" y="5683"/>
                  <a:pt x="58072" y="6216"/>
                  <a:pt x="58081" y="6760"/>
                </a:cubicBezTo>
                <a:lnTo>
                  <a:pt x="58081" y="10808"/>
                </a:lnTo>
                <a:lnTo>
                  <a:pt x="29909" y="10808"/>
                </a:lnTo>
                <a:cubicBezTo>
                  <a:pt x="27817" y="6046"/>
                  <a:pt x="23063" y="2700"/>
                  <a:pt x="17533" y="2700"/>
                </a:cubicBezTo>
                <a:cubicBezTo>
                  <a:pt x="10080" y="2700"/>
                  <a:pt x="4017" y="8771"/>
                  <a:pt x="4017" y="16218"/>
                </a:cubicBezTo>
                <a:cubicBezTo>
                  <a:pt x="4017" y="21654"/>
                  <a:pt x="7260" y="26311"/>
                  <a:pt x="11894" y="28465"/>
                </a:cubicBezTo>
                <a:lnTo>
                  <a:pt x="30024" y="61702"/>
                </a:lnTo>
                <a:cubicBezTo>
                  <a:pt x="34288" y="55566"/>
                  <a:pt x="41235" y="51700"/>
                  <a:pt x="49052" y="51414"/>
                </a:cubicBezTo>
                <a:lnTo>
                  <a:pt x="31328" y="18917"/>
                </a:lnTo>
                <a:lnTo>
                  <a:pt x="58081" y="18917"/>
                </a:lnTo>
                <a:lnTo>
                  <a:pt x="58081" y="22977"/>
                </a:lnTo>
                <a:cubicBezTo>
                  <a:pt x="58072" y="23509"/>
                  <a:pt x="58172" y="24041"/>
                  <a:pt x="58372" y="24546"/>
                </a:cubicBezTo>
                <a:cubicBezTo>
                  <a:pt x="58572" y="25040"/>
                  <a:pt x="58871" y="25494"/>
                  <a:pt x="59247" y="25883"/>
                </a:cubicBezTo>
                <a:cubicBezTo>
                  <a:pt x="59624" y="26259"/>
                  <a:pt x="60075" y="26570"/>
                  <a:pt x="60571" y="26778"/>
                </a:cubicBezTo>
                <a:cubicBezTo>
                  <a:pt x="61066" y="26986"/>
                  <a:pt x="61598" y="27089"/>
                  <a:pt x="62135" y="27089"/>
                </a:cubicBezTo>
                <a:cubicBezTo>
                  <a:pt x="62672" y="27089"/>
                  <a:pt x="63204" y="26986"/>
                  <a:pt x="63700" y="26778"/>
                </a:cubicBezTo>
                <a:cubicBezTo>
                  <a:pt x="64195" y="26570"/>
                  <a:pt x="64645" y="26259"/>
                  <a:pt x="65022" y="25883"/>
                </a:cubicBezTo>
                <a:cubicBezTo>
                  <a:pt x="65400" y="25494"/>
                  <a:pt x="65698" y="25040"/>
                  <a:pt x="65898" y="24546"/>
                </a:cubicBezTo>
                <a:cubicBezTo>
                  <a:pt x="66097" y="24041"/>
                  <a:pt x="66197" y="23509"/>
                  <a:pt x="66190" y="22977"/>
                </a:cubicBezTo>
                <a:lnTo>
                  <a:pt x="66190" y="22445"/>
                </a:lnTo>
                <a:lnTo>
                  <a:pt x="76106" y="29048"/>
                </a:lnTo>
                <a:cubicBezTo>
                  <a:pt x="76771" y="29490"/>
                  <a:pt x="77553" y="29736"/>
                  <a:pt x="78354" y="29736"/>
                </a:cubicBezTo>
                <a:lnTo>
                  <a:pt x="94573" y="29736"/>
                </a:lnTo>
                <a:cubicBezTo>
                  <a:pt x="95110" y="29736"/>
                  <a:pt x="95644" y="29645"/>
                  <a:pt x="96143" y="29438"/>
                </a:cubicBezTo>
                <a:cubicBezTo>
                  <a:pt x="96641" y="29244"/>
                  <a:pt x="97095" y="28945"/>
                  <a:pt x="97476" y="28569"/>
                </a:cubicBezTo>
                <a:cubicBezTo>
                  <a:pt x="97859" y="28193"/>
                  <a:pt x="98164" y="27738"/>
                  <a:pt x="98371" y="27245"/>
                </a:cubicBezTo>
                <a:cubicBezTo>
                  <a:pt x="98578" y="26753"/>
                  <a:pt x="98686" y="26220"/>
                  <a:pt x="98686" y="25675"/>
                </a:cubicBezTo>
                <a:cubicBezTo>
                  <a:pt x="98686" y="25144"/>
                  <a:pt x="98578" y="24611"/>
                  <a:pt x="98371" y="24119"/>
                </a:cubicBezTo>
                <a:cubicBezTo>
                  <a:pt x="98164" y="23613"/>
                  <a:pt x="97859" y="23171"/>
                  <a:pt x="97476" y="22795"/>
                </a:cubicBezTo>
                <a:cubicBezTo>
                  <a:pt x="97095" y="22419"/>
                  <a:pt x="96641" y="22120"/>
                  <a:pt x="96143" y="21913"/>
                </a:cubicBezTo>
                <a:cubicBezTo>
                  <a:pt x="95644" y="21719"/>
                  <a:pt x="95110" y="21615"/>
                  <a:pt x="94573" y="21628"/>
                </a:cubicBezTo>
                <a:lnTo>
                  <a:pt x="79584" y="21628"/>
                </a:lnTo>
                <a:lnTo>
                  <a:pt x="69448" y="14868"/>
                </a:lnTo>
                <a:lnTo>
                  <a:pt x="79584" y="8109"/>
                </a:lnTo>
                <a:lnTo>
                  <a:pt x="94573" y="8109"/>
                </a:lnTo>
                <a:cubicBezTo>
                  <a:pt x="95110" y="8122"/>
                  <a:pt x="95644" y="8018"/>
                  <a:pt x="96143" y="7824"/>
                </a:cubicBezTo>
                <a:cubicBezTo>
                  <a:pt x="96641" y="7617"/>
                  <a:pt x="97095" y="7318"/>
                  <a:pt x="97476" y="6942"/>
                </a:cubicBezTo>
                <a:cubicBezTo>
                  <a:pt x="97859" y="6566"/>
                  <a:pt x="98164" y="6112"/>
                  <a:pt x="98371" y="5618"/>
                </a:cubicBezTo>
                <a:cubicBezTo>
                  <a:pt x="98578" y="5126"/>
                  <a:pt x="98686" y="4593"/>
                  <a:pt x="98686" y="4062"/>
                </a:cubicBezTo>
                <a:cubicBezTo>
                  <a:pt x="98686" y="3517"/>
                  <a:pt x="98578" y="2985"/>
                  <a:pt x="98371" y="2492"/>
                </a:cubicBezTo>
                <a:cubicBezTo>
                  <a:pt x="98164" y="1999"/>
                  <a:pt x="97859" y="1545"/>
                  <a:pt x="97476" y="1168"/>
                </a:cubicBezTo>
                <a:cubicBezTo>
                  <a:pt x="97095" y="792"/>
                  <a:pt x="96641" y="494"/>
                  <a:pt x="96143" y="300"/>
                </a:cubicBezTo>
                <a:cubicBezTo>
                  <a:pt x="95644" y="92"/>
                  <a:pt x="95110" y="-12"/>
                  <a:pt x="94573" y="1"/>
                </a:cubicBezTo>
                <a:lnTo>
                  <a:pt x="78354" y="1"/>
                </a:lnTo>
                <a:close/>
                <a:moveTo>
                  <a:pt x="17533" y="10808"/>
                </a:moveTo>
                <a:cubicBezTo>
                  <a:pt x="20520" y="10808"/>
                  <a:pt x="22940" y="13234"/>
                  <a:pt x="22940" y="16218"/>
                </a:cubicBezTo>
                <a:cubicBezTo>
                  <a:pt x="22940" y="19202"/>
                  <a:pt x="20520" y="21628"/>
                  <a:pt x="17533" y="21628"/>
                </a:cubicBezTo>
                <a:cubicBezTo>
                  <a:pt x="14546" y="21628"/>
                  <a:pt x="12126" y="19202"/>
                  <a:pt x="12126" y="16218"/>
                </a:cubicBezTo>
                <a:cubicBezTo>
                  <a:pt x="12126" y="13234"/>
                  <a:pt x="14546" y="10808"/>
                  <a:pt x="17533" y="10808"/>
                </a:cubicBezTo>
                <a:close/>
                <a:moveTo>
                  <a:pt x="49971" y="56760"/>
                </a:moveTo>
                <a:cubicBezTo>
                  <a:pt x="41397" y="56760"/>
                  <a:pt x="34149" y="62351"/>
                  <a:pt x="31830" y="70278"/>
                </a:cubicBezTo>
                <a:lnTo>
                  <a:pt x="16181" y="70278"/>
                </a:lnTo>
                <a:cubicBezTo>
                  <a:pt x="7986" y="70278"/>
                  <a:pt x="1314" y="76946"/>
                  <a:pt x="1314" y="85145"/>
                </a:cubicBezTo>
                <a:lnTo>
                  <a:pt x="1314" y="90542"/>
                </a:lnTo>
                <a:cubicBezTo>
                  <a:pt x="1314" y="95757"/>
                  <a:pt x="5558" y="100000"/>
                  <a:pt x="10775" y="100000"/>
                </a:cubicBezTo>
                <a:lnTo>
                  <a:pt x="89166" y="100000"/>
                </a:lnTo>
                <a:cubicBezTo>
                  <a:pt x="94383" y="100000"/>
                  <a:pt x="98628" y="95757"/>
                  <a:pt x="98628" y="90542"/>
                </a:cubicBezTo>
                <a:lnTo>
                  <a:pt x="98628" y="85145"/>
                </a:lnTo>
                <a:cubicBezTo>
                  <a:pt x="98628" y="76946"/>
                  <a:pt x="91956" y="70278"/>
                  <a:pt x="83761" y="70278"/>
                </a:cubicBezTo>
                <a:lnTo>
                  <a:pt x="68112" y="70278"/>
                </a:lnTo>
                <a:cubicBezTo>
                  <a:pt x="65792" y="62351"/>
                  <a:pt x="58545" y="56760"/>
                  <a:pt x="49971" y="56760"/>
                </a:cubicBezTo>
                <a:close/>
                <a:moveTo>
                  <a:pt x="49971" y="70278"/>
                </a:moveTo>
                <a:cubicBezTo>
                  <a:pt x="52958" y="70278"/>
                  <a:pt x="55378" y="72691"/>
                  <a:pt x="55378" y="75675"/>
                </a:cubicBezTo>
                <a:cubicBezTo>
                  <a:pt x="55378" y="78672"/>
                  <a:pt x="52958" y="81085"/>
                  <a:pt x="49971" y="81085"/>
                </a:cubicBezTo>
                <a:cubicBezTo>
                  <a:pt x="46984" y="81085"/>
                  <a:pt x="44564" y="78672"/>
                  <a:pt x="44564" y="75675"/>
                </a:cubicBezTo>
                <a:cubicBezTo>
                  <a:pt x="44564" y="72691"/>
                  <a:pt x="46984" y="70278"/>
                  <a:pt x="49971" y="7027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7" name="Белый — SVG 77">
            <a:extLst>
              <a:ext uri="{FF2B5EF4-FFF2-40B4-BE49-F238E27FC236}">
                <a16:creationId xmlns:a16="http://schemas.microsoft.com/office/drawing/2014/main" id="{DA39A5C0-4D03-A340-8EC6-3133DDBE330B}"/>
              </a:ext>
            </a:extLst>
          </p:cNvPr>
          <p:cNvSpPr>
            <a:spLocks noGrp="1"/>
          </p:cNvSpPr>
          <p:nvPr/>
        </p:nvSpPr>
        <p:spPr>
          <a:xfrm>
            <a:off x="2820000" y="5790000"/>
            <a:ext cx="220000" cy="220000"/>
          </a:xfrm>
          <a:custGeom>
            <a:avLst/>
            <a:gdLst>
              <a:gd name="csX0" fmla="*/ 51396 w 141780"/>
              <a:gd name="csY0" fmla="*/ 0 h 152487"/>
              <a:gd name="csX1" fmla="*/ 42624 w 141780"/>
              <a:gd name="csY1" fmla="*/ 3640 h 152487"/>
              <a:gd name="csX2" fmla="*/ 38990 w 141780"/>
              <a:gd name="csY2" fmla="*/ 12401 h 152487"/>
              <a:gd name="csX3" fmla="*/ 38990 w 141780"/>
              <a:gd name="csY3" fmla="*/ 30127 h 152487"/>
              <a:gd name="csX4" fmla="*/ 42624 w 141780"/>
              <a:gd name="csY4" fmla="*/ 38888 h 152487"/>
              <a:gd name="csX5" fmla="*/ 51396 w 141780"/>
              <a:gd name="csY5" fmla="*/ 42528 h 152487"/>
              <a:gd name="csX6" fmla="*/ 65574 w 141780"/>
              <a:gd name="csY6" fmla="*/ 42528 h 152487"/>
              <a:gd name="csX7" fmla="*/ 65574 w 141780"/>
              <a:gd name="csY7" fmla="*/ 49587 h 152487"/>
              <a:gd name="csX8" fmla="*/ 42888 w 141780"/>
              <a:gd name="csY8" fmla="*/ 49587 h 152487"/>
              <a:gd name="csX9" fmla="*/ 36937 w 141780"/>
              <a:gd name="csY9" fmla="*/ 51118 h 152487"/>
              <a:gd name="csX10" fmla="*/ 32449 w 141780"/>
              <a:gd name="csY10" fmla="*/ 55320 h 152487"/>
              <a:gd name="csX11" fmla="*/ 24813 w 141780"/>
              <a:gd name="csY11" fmla="*/ 53143 h 152487"/>
              <a:gd name="csX12" fmla="*/ 14193 w 141780"/>
              <a:gd name="csY12" fmla="*/ 57702 h 152487"/>
              <a:gd name="csX13" fmla="*/ 10634 w 141780"/>
              <a:gd name="csY13" fmla="*/ 67313 h 152487"/>
              <a:gd name="csX14" fmla="*/ 14193 w 141780"/>
              <a:gd name="csY14" fmla="*/ 76941 h 152487"/>
              <a:gd name="csX15" fmla="*/ 16582 w 141780"/>
              <a:gd name="csY15" fmla="*/ 78642 h 152487"/>
              <a:gd name="csX16" fmla="*/ 11527 w 141780"/>
              <a:gd name="csY16" fmla="*/ 103206 h 152487"/>
              <a:gd name="csX17" fmla="*/ 4557 w 141780"/>
              <a:gd name="csY17" fmla="*/ 106319 h 152487"/>
              <a:gd name="csX18" fmla="*/ 1 w 141780"/>
              <a:gd name="csY18" fmla="*/ 116934 h 152487"/>
              <a:gd name="csX19" fmla="*/ 383 w 141780"/>
              <a:gd name="csY19" fmla="*/ 118993 h 152487"/>
              <a:gd name="csX20" fmla="*/ 1532 w 141780"/>
              <a:gd name="csY20" fmla="*/ 120745 h 152487"/>
              <a:gd name="csX21" fmla="*/ 3265 w 141780"/>
              <a:gd name="csY21" fmla="*/ 121918 h 152487"/>
              <a:gd name="csX22" fmla="*/ 5317 w 141780"/>
              <a:gd name="csY22" fmla="*/ 122327 h 152487"/>
              <a:gd name="csX23" fmla="*/ 7371 w 141780"/>
              <a:gd name="csY23" fmla="*/ 121918 h 152487"/>
              <a:gd name="csX24" fmla="*/ 9104 w 141780"/>
              <a:gd name="csY24" fmla="*/ 120745 h 152487"/>
              <a:gd name="csX25" fmla="*/ 10251 w 141780"/>
              <a:gd name="csY25" fmla="*/ 118993 h 152487"/>
              <a:gd name="csX26" fmla="*/ 10634 w 141780"/>
              <a:gd name="csY26" fmla="*/ 116934 h 152487"/>
              <a:gd name="csX27" fmla="*/ 11617 w 141780"/>
              <a:gd name="csY27" fmla="*/ 114263 h 152487"/>
              <a:gd name="csX28" fmla="*/ 14179 w 141780"/>
              <a:gd name="csY28" fmla="*/ 113379 h 152487"/>
              <a:gd name="csX29" fmla="*/ 16740 w 141780"/>
              <a:gd name="csY29" fmla="*/ 114263 h 152487"/>
              <a:gd name="csX30" fmla="*/ 17723 w 141780"/>
              <a:gd name="csY30" fmla="*/ 116934 h 152487"/>
              <a:gd name="csX31" fmla="*/ 18106 w 141780"/>
              <a:gd name="csY31" fmla="*/ 118993 h 152487"/>
              <a:gd name="csX32" fmla="*/ 19253 w 141780"/>
              <a:gd name="csY32" fmla="*/ 120745 h 152487"/>
              <a:gd name="csX33" fmla="*/ 20988 w 141780"/>
              <a:gd name="csY33" fmla="*/ 121918 h 152487"/>
              <a:gd name="csX34" fmla="*/ 23040 w 141780"/>
              <a:gd name="csY34" fmla="*/ 122327 h 152487"/>
              <a:gd name="csX35" fmla="*/ 25092 w 141780"/>
              <a:gd name="csY35" fmla="*/ 121918 h 152487"/>
              <a:gd name="csX36" fmla="*/ 26826 w 141780"/>
              <a:gd name="csY36" fmla="*/ 120745 h 152487"/>
              <a:gd name="csX37" fmla="*/ 27974 w 141780"/>
              <a:gd name="csY37" fmla="*/ 118993 h 152487"/>
              <a:gd name="csX38" fmla="*/ 28357 w 141780"/>
              <a:gd name="csY38" fmla="*/ 116934 h 152487"/>
              <a:gd name="csX39" fmla="*/ 23802 w 141780"/>
              <a:gd name="csY39" fmla="*/ 106319 h 152487"/>
              <a:gd name="csX40" fmla="*/ 21960 w 141780"/>
              <a:gd name="csY40" fmla="*/ 105231 h 152487"/>
              <a:gd name="csX41" fmla="*/ 26938 w 141780"/>
              <a:gd name="csY41" fmla="*/ 81041 h 152487"/>
              <a:gd name="csX42" fmla="*/ 34310 w 141780"/>
              <a:gd name="csY42" fmla="*/ 77945 h 152487"/>
              <a:gd name="csX43" fmla="*/ 41302 w 141780"/>
              <a:gd name="csY43" fmla="*/ 104176 h 152487"/>
              <a:gd name="csX44" fmla="*/ 45734 w 141780"/>
              <a:gd name="csY44" fmla="*/ 110827 h 152487"/>
              <a:gd name="csX45" fmla="*/ 53300 w 141780"/>
              <a:gd name="csY45" fmla="*/ 113379 h 152487"/>
              <a:gd name="csX46" fmla="*/ 88480 w 141780"/>
              <a:gd name="csY46" fmla="*/ 113379 h 152487"/>
              <a:gd name="csX47" fmla="*/ 96043 w 141780"/>
              <a:gd name="csY47" fmla="*/ 110810 h 152487"/>
              <a:gd name="csX48" fmla="*/ 100472 w 141780"/>
              <a:gd name="csY48" fmla="*/ 104176 h 152487"/>
              <a:gd name="csX49" fmla="*/ 107464 w 141780"/>
              <a:gd name="csY49" fmla="*/ 77945 h 152487"/>
              <a:gd name="csX50" fmla="*/ 114843 w 141780"/>
              <a:gd name="csY50" fmla="*/ 81041 h 152487"/>
              <a:gd name="csX51" fmla="*/ 119821 w 141780"/>
              <a:gd name="csY51" fmla="*/ 105231 h 152487"/>
              <a:gd name="csX52" fmla="*/ 117978 w 141780"/>
              <a:gd name="csY52" fmla="*/ 106319 h 152487"/>
              <a:gd name="csX53" fmla="*/ 113424 w 141780"/>
              <a:gd name="csY53" fmla="*/ 116934 h 152487"/>
              <a:gd name="csX54" fmla="*/ 113807 w 141780"/>
              <a:gd name="csY54" fmla="*/ 118993 h 152487"/>
              <a:gd name="csX55" fmla="*/ 114953 w 141780"/>
              <a:gd name="csY55" fmla="*/ 120745 h 152487"/>
              <a:gd name="csX56" fmla="*/ 116689 w 141780"/>
              <a:gd name="csY56" fmla="*/ 121918 h 152487"/>
              <a:gd name="csX57" fmla="*/ 118741 w 141780"/>
              <a:gd name="csY57" fmla="*/ 122327 h 152487"/>
              <a:gd name="csX58" fmla="*/ 120792 w 141780"/>
              <a:gd name="csY58" fmla="*/ 121918 h 152487"/>
              <a:gd name="csX59" fmla="*/ 122526 w 141780"/>
              <a:gd name="csY59" fmla="*/ 120745 h 152487"/>
              <a:gd name="csX60" fmla="*/ 123674 w 141780"/>
              <a:gd name="csY60" fmla="*/ 118993 h 152487"/>
              <a:gd name="csX61" fmla="*/ 124057 w 141780"/>
              <a:gd name="csY61" fmla="*/ 116934 h 152487"/>
              <a:gd name="csX62" fmla="*/ 125041 w 141780"/>
              <a:gd name="csY62" fmla="*/ 114263 h 152487"/>
              <a:gd name="csX63" fmla="*/ 127601 w 141780"/>
              <a:gd name="csY63" fmla="*/ 113379 h 152487"/>
              <a:gd name="csX64" fmla="*/ 130163 w 141780"/>
              <a:gd name="csY64" fmla="*/ 114263 h 152487"/>
              <a:gd name="csX65" fmla="*/ 131147 w 141780"/>
              <a:gd name="csY65" fmla="*/ 116934 h 152487"/>
              <a:gd name="csX66" fmla="*/ 131530 w 141780"/>
              <a:gd name="csY66" fmla="*/ 118993 h 152487"/>
              <a:gd name="csX67" fmla="*/ 132676 w 141780"/>
              <a:gd name="csY67" fmla="*/ 120745 h 152487"/>
              <a:gd name="csX68" fmla="*/ 134410 w 141780"/>
              <a:gd name="csY68" fmla="*/ 121918 h 152487"/>
              <a:gd name="csX69" fmla="*/ 136463 w 141780"/>
              <a:gd name="csY69" fmla="*/ 122327 h 152487"/>
              <a:gd name="csX70" fmla="*/ 138515 w 141780"/>
              <a:gd name="csY70" fmla="*/ 121918 h 152487"/>
              <a:gd name="csX71" fmla="*/ 140249 w 141780"/>
              <a:gd name="csY71" fmla="*/ 120745 h 152487"/>
              <a:gd name="csX72" fmla="*/ 141397 w 141780"/>
              <a:gd name="csY72" fmla="*/ 118993 h 152487"/>
              <a:gd name="csX73" fmla="*/ 141780 w 141780"/>
              <a:gd name="csY73" fmla="*/ 116934 h 152487"/>
              <a:gd name="csX74" fmla="*/ 137224 w 141780"/>
              <a:gd name="csY74" fmla="*/ 106319 h 152487"/>
              <a:gd name="csX75" fmla="*/ 130254 w 141780"/>
              <a:gd name="csY75" fmla="*/ 103206 h 152487"/>
              <a:gd name="csX76" fmla="*/ 125199 w 141780"/>
              <a:gd name="csY76" fmla="*/ 78642 h 152487"/>
              <a:gd name="csX77" fmla="*/ 127588 w 141780"/>
              <a:gd name="csY77" fmla="*/ 76941 h 152487"/>
              <a:gd name="csX78" fmla="*/ 131147 w 141780"/>
              <a:gd name="csY78" fmla="*/ 67313 h 152487"/>
              <a:gd name="csX79" fmla="*/ 127588 w 141780"/>
              <a:gd name="csY79" fmla="*/ 57702 h 152487"/>
              <a:gd name="csX80" fmla="*/ 116968 w 141780"/>
              <a:gd name="csY80" fmla="*/ 53143 h 152487"/>
              <a:gd name="csX81" fmla="*/ 109319 w 141780"/>
              <a:gd name="csY81" fmla="*/ 55320 h 152487"/>
              <a:gd name="csX82" fmla="*/ 108716 w 141780"/>
              <a:gd name="csY82" fmla="*/ 54436 h 152487"/>
              <a:gd name="csX83" fmla="*/ 104373 w 141780"/>
              <a:gd name="csY83" fmla="*/ 50863 h 152487"/>
              <a:gd name="csX84" fmla="*/ 98893 w 141780"/>
              <a:gd name="csY84" fmla="*/ 49587 h 152487"/>
              <a:gd name="csX85" fmla="*/ 76207 w 141780"/>
              <a:gd name="csY85" fmla="*/ 49587 h 152487"/>
              <a:gd name="csX86" fmla="*/ 76207 w 141780"/>
              <a:gd name="csY86" fmla="*/ 42528 h 152487"/>
              <a:gd name="csX87" fmla="*/ 90384 w 141780"/>
              <a:gd name="csY87" fmla="*/ 42528 h 152487"/>
              <a:gd name="csX88" fmla="*/ 99156 w 141780"/>
              <a:gd name="csY88" fmla="*/ 38888 h 152487"/>
              <a:gd name="csX89" fmla="*/ 102790 w 141780"/>
              <a:gd name="csY89" fmla="*/ 30127 h 152487"/>
              <a:gd name="csX90" fmla="*/ 102790 w 141780"/>
              <a:gd name="csY90" fmla="*/ 12401 h 152487"/>
              <a:gd name="csX91" fmla="*/ 99156 w 141780"/>
              <a:gd name="csY91" fmla="*/ 3640 h 152487"/>
              <a:gd name="csX92" fmla="*/ 90384 w 141780"/>
              <a:gd name="csY92" fmla="*/ 0 h 152487"/>
              <a:gd name="csX93" fmla="*/ 51396 w 141780"/>
              <a:gd name="csY93" fmla="*/ 0 h 152487"/>
              <a:gd name="csX94" fmla="*/ 60112 w 141780"/>
              <a:gd name="csY94" fmla="*/ 17725 h 152487"/>
              <a:gd name="csX95" fmla="*/ 61511 w 141780"/>
              <a:gd name="csY95" fmla="*/ 17947 h 152487"/>
              <a:gd name="csX96" fmla="*/ 62710 w 141780"/>
              <a:gd name="csY96" fmla="*/ 18712 h 152487"/>
              <a:gd name="csX97" fmla="*/ 63517 w 141780"/>
              <a:gd name="csY97" fmla="*/ 19869 h 152487"/>
              <a:gd name="csX98" fmla="*/ 63801 w 141780"/>
              <a:gd name="csY98" fmla="*/ 21264 h 152487"/>
              <a:gd name="csX99" fmla="*/ 62763 w 141780"/>
              <a:gd name="csY99" fmla="*/ 23764 h 152487"/>
              <a:gd name="csX100" fmla="*/ 60257 w 141780"/>
              <a:gd name="csY100" fmla="*/ 24802 h 152487"/>
              <a:gd name="csX101" fmla="*/ 57819 w 141780"/>
              <a:gd name="csY101" fmla="*/ 23764 h 152487"/>
              <a:gd name="csX102" fmla="*/ 56779 w 141780"/>
              <a:gd name="csY102" fmla="*/ 21332 h 152487"/>
              <a:gd name="csX103" fmla="*/ 57719 w 141780"/>
              <a:gd name="csY103" fmla="*/ 18865 h 152487"/>
              <a:gd name="csX104" fmla="*/ 60112 w 141780"/>
              <a:gd name="csY104" fmla="*/ 17725 h 152487"/>
              <a:gd name="csX105" fmla="*/ 81379 w 141780"/>
              <a:gd name="csY105" fmla="*/ 17725 h 152487"/>
              <a:gd name="csX106" fmla="*/ 82778 w 141780"/>
              <a:gd name="csY106" fmla="*/ 17947 h 152487"/>
              <a:gd name="csX107" fmla="*/ 83977 w 141780"/>
              <a:gd name="csY107" fmla="*/ 18712 h 152487"/>
              <a:gd name="csX108" fmla="*/ 84783 w 141780"/>
              <a:gd name="csY108" fmla="*/ 19869 h 152487"/>
              <a:gd name="csX109" fmla="*/ 85068 w 141780"/>
              <a:gd name="csY109" fmla="*/ 21264 h 152487"/>
              <a:gd name="csX110" fmla="*/ 84030 w 141780"/>
              <a:gd name="csY110" fmla="*/ 23764 h 152487"/>
              <a:gd name="csX111" fmla="*/ 81524 w 141780"/>
              <a:gd name="csY111" fmla="*/ 24802 h 152487"/>
              <a:gd name="csX112" fmla="*/ 79086 w 141780"/>
              <a:gd name="csY112" fmla="*/ 23764 h 152487"/>
              <a:gd name="csX113" fmla="*/ 78046 w 141780"/>
              <a:gd name="csY113" fmla="*/ 21332 h 152487"/>
              <a:gd name="csX114" fmla="*/ 78985 w 141780"/>
              <a:gd name="csY114" fmla="*/ 18865 h 152487"/>
              <a:gd name="csX115" fmla="*/ 81379 w 141780"/>
              <a:gd name="csY115" fmla="*/ 17725 h 152487"/>
              <a:gd name="csX116" fmla="*/ 24813 w 141780"/>
              <a:gd name="csY116" fmla="*/ 63775 h 152487"/>
              <a:gd name="csX117" fmla="*/ 27484 w 141780"/>
              <a:gd name="csY117" fmla="*/ 64761 h 152487"/>
              <a:gd name="csX118" fmla="*/ 28357 w 141780"/>
              <a:gd name="csY118" fmla="*/ 67313 h 152487"/>
              <a:gd name="csX119" fmla="*/ 27484 w 141780"/>
              <a:gd name="csY119" fmla="*/ 69882 h 152487"/>
              <a:gd name="csX120" fmla="*/ 24813 w 141780"/>
              <a:gd name="csY120" fmla="*/ 70851 h 152487"/>
              <a:gd name="csX121" fmla="*/ 22140 w 141780"/>
              <a:gd name="csY121" fmla="*/ 69882 h 152487"/>
              <a:gd name="csX122" fmla="*/ 21267 w 141780"/>
              <a:gd name="csY122" fmla="*/ 67313 h 152487"/>
              <a:gd name="csX123" fmla="*/ 22140 w 141780"/>
              <a:gd name="csY123" fmla="*/ 64761 h 152487"/>
              <a:gd name="csX124" fmla="*/ 24813 w 141780"/>
              <a:gd name="csY124" fmla="*/ 63775 h 152487"/>
              <a:gd name="csX125" fmla="*/ 116968 w 141780"/>
              <a:gd name="csY125" fmla="*/ 63775 h 152487"/>
              <a:gd name="csX126" fmla="*/ 119641 w 141780"/>
              <a:gd name="csY126" fmla="*/ 64761 h 152487"/>
              <a:gd name="csX127" fmla="*/ 120513 w 141780"/>
              <a:gd name="csY127" fmla="*/ 67313 h 152487"/>
              <a:gd name="csX128" fmla="*/ 119641 w 141780"/>
              <a:gd name="csY128" fmla="*/ 69882 h 152487"/>
              <a:gd name="csX129" fmla="*/ 116968 w 141780"/>
              <a:gd name="csY129" fmla="*/ 70851 h 152487"/>
              <a:gd name="csX130" fmla="*/ 114297 w 141780"/>
              <a:gd name="csY130" fmla="*/ 69882 h 152487"/>
              <a:gd name="csX131" fmla="*/ 113424 w 141780"/>
              <a:gd name="csY131" fmla="*/ 67313 h 152487"/>
              <a:gd name="csX132" fmla="*/ 114297 w 141780"/>
              <a:gd name="csY132" fmla="*/ 64761 h 152487"/>
              <a:gd name="csX133" fmla="*/ 116968 w 141780"/>
              <a:gd name="csY133" fmla="*/ 63775 h 152487"/>
              <a:gd name="csX134" fmla="*/ 53167 w 141780"/>
              <a:gd name="csY134" fmla="*/ 120592 h 152487"/>
              <a:gd name="csX135" fmla="*/ 53167 w 141780"/>
              <a:gd name="csY135" fmla="*/ 131223 h 152487"/>
              <a:gd name="csX136" fmla="*/ 60257 w 141780"/>
              <a:gd name="csY136" fmla="*/ 131223 h 152487"/>
              <a:gd name="csX137" fmla="*/ 62763 w 141780"/>
              <a:gd name="csY137" fmla="*/ 132261 h 152487"/>
              <a:gd name="csX138" fmla="*/ 63801 w 141780"/>
              <a:gd name="csY138" fmla="*/ 134762 h 152487"/>
              <a:gd name="csX139" fmla="*/ 62763 w 141780"/>
              <a:gd name="csY139" fmla="*/ 137280 h 152487"/>
              <a:gd name="csX140" fmla="*/ 60257 w 141780"/>
              <a:gd name="csY140" fmla="*/ 138317 h 152487"/>
              <a:gd name="csX141" fmla="*/ 53167 w 141780"/>
              <a:gd name="csY141" fmla="*/ 138317 h 152487"/>
              <a:gd name="csX142" fmla="*/ 53167 w 141780"/>
              <a:gd name="csY142" fmla="*/ 140087 h 152487"/>
              <a:gd name="csX143" fmla="*/ 56801 w 141780"/>
              <a:gd name="csY143" fmla="*/ 148847 h 152487"/>
              <a:gd name="csX144" fmla="*/ 65574 w 141780"/>
              <a:gd name="csY144" fmla="*/ 152487 h 152487"/>
              <a:gd name="csX145" fmla="*/ 76207 w 141780"/>
              <a:gd name="csY145" fmla="*/ 152487 h 152487"/>
              <a:gd name="csX146" fmla="*/ 84979 w 141780"/>
              <a:gd name="csY146" fmla="*/ 148847 h 152487"/>
              <a:gd name="csX147" fmla="*/ 88613 w 141780"/>
              <a:gd name="csY147" fmla="*/ 140087 h 152487"/>
              <a:gd name="csX148" fmla="*/ 88613 w 141780"/>
              <a:gd name="csY148" fmla="*/ 138317 h 152487"/>
              <a:gd name="csX149" fmla="*/ 81524 w 141780"/>
              <a:gd name="csY149" fmla="*/ 138317 h 152487"/>
              <a:gd name="csX150" fmla="*/ 79018 w 141780"/>
              <a:gd name="csY150" fmla="*/ 137280 h 152487"/>
              <a:gd name="csX151" fmla="*/ 77980 w 141780"/>
              <a:gd name="csY151" fmla="*/ 134762 h 152487"/>
              <a:gd name="csX152" fmla="*/ 79018 w 141780"/>
              <a:gd name="csY152" fmla="*/ 132261 h 152487"/>
              <a:gd name="csX153" fmla="*/ 81524 w 141780"/>
              <a:gd name="csY153" fmla="*/ 131223 h 152487"/>
              <a:gd name="csX154" fmla="*/ 88613 w 141780"/>
              <a:gd name="csY154" fmla="*/ 131223 h 152487"/>
              <a:gd name="csX155" fmla="*/ 88613 w 141780"/>
              <a:gd name="csY155" fmla="*/ 120592 h 152487"/>
              <a:gd name="csX156" fmla="*/ 53167 w 141780"/>
              <a:gd name="csY156" fmla="*/ 120592 h 152487"/>
            </a:gdLst>
            <a:ahLst/>
            <a:cxnLst/>
            <a:rect l="l" t="t" r="r" b="b"/>
            <a:pathLst>
              <a:path w="100000" h="100000">
                <a:moveTo>
                  <a:pt x="37216" y="0"/>
                </a:moveTo>
                <a:cubicBezTo>
                  <a:pt x="35058" y="0"/>
                  <a:pt x="32989" y="859"/>
                  <a:pt x="31463" y="2387"/>
                </a:cubicBezTo>
                <a:cubicBezTo>
                  <a:pt x="29937" y="3905"/>
                  <a:pt x="29080" y="5980"/>
                  <a:pt x="29080" y="8132"/>
                </a:cubicBezTo>
                <a:lnTo>
                  <a:pt x="29080" y="19757"/>
                </a:lnTo>
                <a:cubicBezTo>
                  <a:pt x="29080" y="21910"/>
                  <a:pt x="29937" y="23985"/>
                  <a:pt x="31463" y="25503"/>
                </a:cubicBezTo>
                <a:cubicBezTo>
                  <a:pt x="32989" y="27031"/>
                  <a:pt x="35058" y="27890"/>
                  <a:pt x="37216" y="27890"/>
                </a:cubicBezTo>
                <a:lnTo>
                  <a:pt x="46514" y="27890"/>
                </a:lnTo>
                <a:lnTo>
                  <a:pt x="46514" y="32519"/>
                </a:lnTo>
                <a:lnTo>
                  <a:pt x="31636" y="32519"/>
                </a:lnTo>
                <a:cubicBezTo>
                  <a:pt x="30272" y="32530"/>
                  <a:pt x="28931" y="32865"/>
                  <a:pt x="27734" y="33523"/>
                </a:cubicBezTo>
                <a:cubicBezTo>
                  <a:pt x="26538" y="34181"/>
                  <a:pt x="25526" y="35130"/>
                  <a:pt x="24791" y="36279"/>
                </a:cubicBezTo>
                <a:cubicBezTo>
                  <a:pt x="23356" y="35397"/>
                  <a:pt x="21642" y="34851"/>
                  <a:pt x="19783" y="34851"/>
                </a:cubicBezTo>
                <a:cubicBezTo>
                  <a:pt x="16974" y="34851"/>
                  <a:pt x="14426" y="36022"/>
                  <a:pt x="12818" y="37841"/>
                </a:cubicBezTo>
                <a:cubicBezTo>
                  <a:pt x="11211" y="39648"/>
                  <a:pt x="10485" y="41912"/>
                  <a:pt x="10485" y="44143"/>
                </a:cubicBezTo>
                <a:cubicBezTo>
                  <a:pt x="10485" y="46374"/>
                  <a:pt x="11211" y="48651"/>
                  <a:pt x="12818" y="50457"/>
                </a:cubicBezTo>
                <a:cubicBezTo>
                  <a:pt x="13234" y="50926"/>
                  <a:pt x="13856" y="51205"/>
                  <a:pt x="14385" y="51573"/>
                </a:cubicBezTo>
                <a:lnTo>
                  <a:pt x="11070" y="67682"/>
                </a:lnTo>
                <a:cubicBezTo>
                  <a:pt x="9435" y="67972"/>
                  <a:pt x="7832" y="68530"/>
                  <a:pt x="6499" y="69723"/>
                </a:cubicBezTo>
                <a:cubicBezTo>
                  <a:pt x="4691" y="71330"/>
                  <a:pt x="3511" y="73873"/>
                  <a:pt x="3511" y="76685"/>
                </a:cubicBezTo>
                <a:cubicBezTo>
                  <a:pt x="3504" y="77142"/>
                  <a:pt x="3590" y="77599"/>
                  <a:pt x="3762" y="78035"/>
                </a:cubicBezTo>
                <a:cubicBezTo>
                  <a:pt x="3935" y="78458"/>
                  <a:pt x="4191" y="78849"/>
                  <a:pt x="4515" y="79184"/>
                </a:cubicBezTo>
                <a:cubicBezTo>
                  <a:pt x="4840" y="79507"/>
                  <a:pt x="5226" y="79775"/>
                  <a:pt x="5652" y="79953"/>
                </a:cubicBezTo>
                <a:cubicBezTo>
                  <a:pt x="6078" y="80121"/>
                  <a:pt x="6536" y="80221"/>
                  <a:pt x="6998" y="80221"/>
                </a:cubicBezTo>
                <a:cubicBezTo>
                  <a:pt x="7460" y="80221"/>
                  <a:pt x="7917" y="80121"/>
                  <a:pt x="8345" y="79953"/>
                </a:cubicBezTo>
                <a:cubicBezTo>
                  <a:pt x="8771" y="79775"/>
                  <a:pt x="9157" y="79507"/>
                  <a:pt x="9481" y="79184"/>
                </a:cubicBezTo>
                <a:cubicBezTo>
                  <a:pt x="9806" y="78849"/>
                  <a:pt x="10062" y="78458"/>
                  <a:pt x="10233" y="78035"/>
                </a:cubicBezTo>
                <a:cubicBezTo>
                  <a:pt x="10406" y="77599"/>
                  <a:pt x="10491" y="77142"/>
                  <a:pt x="10485" y="76685"/>
                </a:cubicBezTo>
                <a:cubicBezTo>
                  <a:pt x="10485" y="75614"/>
                  <a:pt x="10759" y="75257"/>
                  <a:pt x="11129" y="74933"/>
                </a:cubicBezTo>
                <a:cubicBezTo>
                  <a:pt x="11500" y="74598"/>
                  <a:pt x="12131" y="74353"/>
                  <a:pt x="12809" y="74353"/>
                </a:cubicBezTo>
                <a:cubicBezTo>
                  <a:pt x="13487" y="74353"/>
                  <a:pt x="14118" y="74598"/>
                  <a:pt x="14489" y="74933"/>
                </a:cubicBezTo>
                <a:cubicBezTo>
                  <a:pt x="14859" y="75257"/>
                  <a:pt x="15133" y="75614"/>
                  <a:pt x="15133" y="76685"/>
                </a:cubicBezTo>
                <a:cubicBezTo>
                  <a:pt x="15127" y="77142"/>
                  <a:pt x="15213" y="77599"/>
                  <a:pt x="15385" y="78035"/>
                </a:cubicBezTo>
                <a:cubicBezTo>
                  <a:pt x="15556" y="78458"/>
                  <a:pt x="15813" y="78849"/>
                  <a:pt x="16137" y="79184"/>
                </a:cubicBezTo>
                <a:cubicBezTo>
                  <a:pt x="16461" y="79507"/>
                  <a:pt x="16848" y="79775"/>
                  <a:pt x="17275" y="79953"/>
                </a:cubicBezTo>
                <a:cubicBezTo>
                  <a:pt x="17701" y="80121"/>
                  <a:pt x="18159" y="80221"/>
                  <a:pt x="18620" y="80221"/>
                </a:cubicBezTo>
                <a:cubicBezTo>
                  <a:pt x="19082" y="80221"/>
                  <a:pt x="19540" y="80121"/>
                  <a:pt x="19966" y="79953"/>
                </a:cubicBezTo>
                <a:cubicBezTo>
                  <a:pt x="20392" y="79775"/>
                  <a:pt x="20779" y="79507"/>
                  <a:pt x="21103" y="79184"/>
                </a:cubicBezTo>
                <a:cubicBezTo>
                  <a:pt x="21428" y="78849"/>
                  <a:pt x="21683" y="78458"/>
                  <a:pt x="21856" y="78035"/>
                </a:cubicBezTo>
                <a:cubicBezTo>
                  <a:pt x="22028" y="77599"/>
                  <a:pt x="22114" y="77142"/>
                  <a:pt x="22107" y="76685"/>
                </a:cubicBezTo>
                <a:cubicBezTo>
                  <a:pt x="22107" y="73873"/>
                  <a:pt x="20927" y="71330"/>
                  <a:pt x="19120" y="69723"/>
                </a:cubicBezTo>
                <a:cubicBezTo>
                  <a:pt x="18755" y="69400"/>
                  <a:pt x="18310" y="69255"/>
                  <a:pt x="17912" y="69010"/>
                </a:cubicBezTo>
                <a:lnTo>
                  <a:pt x="21177" y="53146"/>
                </a:lnTo>
                <a:cubicBezTo>
                  <a:pt x="23027" y="52878"/>
                  <a:pt x="24723" y="52198"/>
                  <a:pt x="26011" y="51116"/>
                </a:cubicBezTo>
                <a:lnTo>
                  <a:pt x="30596" y="68318"/>
                </a:lnTo>
                <a:cubicBezTo>
                  <a:pt x="31059" y="70047"/>
                  <a:pt x="32079" y="71586"/>
                  <a:pt x="33503" y="72680"/>
                </a:cubicBezTo>
                <a:cubicBezTo>
                  <a:pt x="34926" y="73773"/>
                  <a:pt x="36670" y="74364"/>
                  <a:pt x="38465" y="74353"/>
                </a:cubicBezTo>
                <a:lnTo>
                  <a:pt x="61535" y="74353"/>
                </a:lnTo>
                <a:cubicBezTo>
                  <a:pt x="63330" y="74353"/>
                  <a:pt x="65073" y="73762"/>
                  <a:pt x="66495" y="72668"/>
                </a:cubicBezTo>
                <a:cubicBezTo>
                  <a:pt x="67916" y="71586"/>
                  <a:pt x="68937" y="70047"/>
                  <a:pt x="69400" y="68318"/>
                </a:cubicBezTo>
                <a:lnTo>
                  <a:pt x="73985" y="51116"/>
                </a:lnTo>
                <a:cubicBezTo>
                  <a:pt x="75272" y="52187"/>
                  <a:pt x="76970" y="52878"/>
                  <a:pt x="78824" y="53146"/>
                </a:cubicBezTo>
                <a:lnTo>
                  <a:pt x="82089" y="69010"/>
                </a:lnTo>
                <a:cubicBezTo>
                  <a:pt x="81691" y="69255"/>
                  <a:pt x="81245" y="69400"/>
                  <a:pt x="80880" y="69723"/>
                </a:cubicBezTo>
                <a:cubicBezTo>
                  <a:pt x="79073" y="71330"/>
                  <a:pt x="77894" y="73873"/>
                  <a:pt x="77894" y="76685"/>
                </a:cubicBezTo>
                <a:cubicBezTo>
                  <a:pt x="77887" y="77142"/>
                  <a:pt x="77973" y="77599"/>
                  <a:pt x="78145" y="78035"/>
                </a:cubicBezTo>
                <a:cubicBezTo>
                  <a:pt x="78317" y="78458"/>
                  <a:pt x="78573" y="78849"/>
                  <a:pt x="78896" y="79184"/>
                </a:cubicBezTo>
                <a:cubicBezTo>
                  <a:pt x="79221" y="79507"/>
                  <a:pt x="79608" y="79775"/>
                  <a:pt x="80035" y="79953"/>
                </a:cubicBezTo>
                <a:cubicBezTo>
                  <a:pt x="80461" y="80121"/>
                  <a:pt x="80918" y="80221"/>
                  <a:pt x="81380" y="80221"/>
                </a:cubicBezTo>
                <a:cubicBezTo>
                  <a:pt x="81842" y="80221"/>
                  <a:pt x="82299" y="80121"/>
                  <a:pt x="82725" y="79953"/>
                </a:cubicBezTo>
                <a:cubicBezTo>
                  <a:pt x="83152" y="79775"/>
                  <a:pt x="83539" y="79507"/>
                  <a:pt x="83863" y="79184"/>
                </a:cubicBezTo>
                <a:cubicBezTo>
                  <a:pt x="84187" y="78849"/>
                  <a:pt x="84443" y="78458"/>
                  <a:pt x="84615" y="78035"/>
                </a:cubicBezTo>
                <a:cubicBezTo>
                  <a:pt x="84787" y="77599"/>
                  <a:pt x="84873" y="77142"/>
                  <a:pt x="84867" y="76685"/>
                </a:cubicBezTo>
                <a:cubicBezTo>
                  <a:pt x="84867" y="75614"/>
                  <a:pt x="85141" y="75257"/>
                  <a:pt x="85512" y="74933"/>
                </a:cubicBezTo>
                <a:cubicBezTo>
                  <a:pt x="85882" y="74598"/>
                  <a:pt x="86513" y="74353"/>
                  <a:pt x="87191" y="74353"/>
                </a:cubicBezTo>
                <a:cubicBezTo>
                  <a:pt x="87869" y="74353"/>
                  <a:pt x="88501" y="74598"/>
                  <a:pt x="88871" y="74933"/>
                </a:cubicBezTo>
                <a:cubicBezTo>
                  <a:pt x="89241" y="75257"/>
                  <a:pt x="89516" y="75614"/>
                  <a:pt x="89516" y="76685"/>
                </a:cubicBezTo>
                <a:cubicBezTo>
                  <a:pt x="89510" y="77142"/>
                  <a:pt x="89594" y="77599"/>
                  <a:pt x="89767" y="78035"/>
                </a:cubicBezTo>
                <a:cubicBezTo>
                  <a:pt x="89939" y="78458"/>
                  <a:pt x="90194" y="78849"/>
                  <a:pt x="90519" y="79184"/>
                </a:cubicBezTo>
                <a:cubicBezTo>
                  <a:pt x="90843" y="79507"/>
                  <a:pt x="91230" y="79775"/>
                  <a:pt x="91656" y="79953"/>
                </a:cubicBezTo>
                <a:cubicBezTo>
                  <a:pt x="92082" y="80121"/>
                  <a:pt x="92539" y="80221"/>
                  <a:pt x="93002" y="80221"/>
                </a:cubicBezTo>
                <a:cubicBezTo>
                  <a:pt x="93465" y="80221"/>
                  <a:pt x="93922" y="80121"/>
                  <a:pt x="94348" y="79953"/>
                </a:cubicBezTo>
                <a:cubicBezTo>
                  <a:pt x="94774" y="79775"/>
                  <a:pt x="95161" y="79507"/>
                  <a:pt x="95485" y="79184"/>
                </a:cubicBezTo>
                <a:cubicBezTo>
                  <a:pt x="95810" y="78849"/>
                  <a:pt x="96066" y="78458"/>
                  <a:pt x="96238" y="78035"/>
                </a:cubicBezTo>
                <a:cubicBezTo>
                  <a:pt x="96410" y="77599"/>
                  <a:pt x="96495" y="77142"/>
                  <a:pt x="96489" y="76685"/>
                </a:cubicBezTo>
                <a:cubicBezTo>
                  <a:pt x="96489" y="73873"/>
                  <a:pt x="95310" y="71330"/>
                  <a:pt x="93501" y="69723"/>
                </a:cubicBezTo>
                <a:cubicBezTo>
                  <a:pt x="92168" y="68530"/>
                  <a:pt x="90566" y="67972"/>
                  <a:pt x="88931" y="67682"/>
                </a:cubicBezTo>
                <a:lnTo>
                  <a:pt x="85615" y="51573"/>
                </a:lnTo>
                <a:cubicBezTo>
                  <a:pt x="86144" y="51205"/>
                  <a:pt x="86767" y="50926"/>
                  <a:pt x="87182" y="50457"/>
                </a:cubicBezTo>
                <a:cubicBezTo>
                  <a:pt x="88790" y="48651"/>
                  <a:pt x="89516" y="46374"/>
                  <a:pt x="89516" y="44143"/>
                </a:cubicBezTo>
                <a:cubicBezTo>
                  <a:pt x="89516" y="41912"/>
                  <a:pt x="88790" y="39648"/>
                  <a:pt x="87182" y="37841"/>
                </a:cubicBezTo>
                <a:cubicBezTo>
                  <a:pt x="85574" y="36022"/>
                  <a:pt x="83027" y="34851"/>
                  <a:pt x="80218" y="34851"/>
                </a:cubicBezTo>
                <a:cubicBezTo>
                  <a:pt x="78355" y="34851"/>
                  <a:pt x="76636" y="35397"/>
                  <a:pt x="75201" y="36279"/>
                </a:cubicBezTo>
                <a:cubicBezTo>
                  <a:pt x="75078" y="36078"/>
                  <a:pt x="74946" y="35888"/>
                  <a:pt x="74806" y="35699"/>
                </a:cubicBezTo>
                <a:cubicBezTo>
                  <a:pt x="74051" y="34706"/>
                  <a:pt x="73075" y="33914"/>
                  <a:pt x="71958" y="33356"/>
                </a:cubicBezTo>
                <a:cubicBezTo>
                  <a:pt x="70841" y="32809"/>
                  <a:pt x="69610" y="32519"/>
                  <a:pt x="68364" y="32519"/>
                </a:cubicBezTo>
                <a:lnTo>
                  <a:pt x="53487" y="32519"/>
                </a:lnTo>
                <a:lnTo>
                  <a:pt x="53487" y="27890"/>
                </a:lnTo>
                <a:lnTo>
                  <a:pt x="62784" y="27890"/>
                </a:lnTo>
                <a:cubicBezTo>
                  <a:pt x="64942" y="27890"/>
                  <a:pt x="67012" y="27031"/>
                  <a:pt x="68537" y="25503"/>
                </a:cubicBezTo>
                <a:cubicBezTo>
                  <a:pt x="70063" y="23985"/>
                  <a:pt x="70920" y="21910"/>
                  <a:pt x="70920" y="19757"/>
                </a:cubicBezTo>
                <a:lnTo>
                  <a:pt x="70920" y="8132"/>
                </a:lnTo>
                <a:cubicBezTo>
                  <a:pt x="70920" y="5980"/>
                  <a:pt x="70063" y="3905"/>
                  <a:pt x="68537" y="2387"/>
                </a:cubicBezTo>
                <a:cubicBezTo>
                  <a:pt x="67012" y="859"/>
                  <a:pt x="64942" y="0"/>
                  <a:pt x="62784" y="0"/>
                </a:cubicBezTo>
                <a:lnTo>
                  <a:pt x="37216" y="0"/>
                </a:lnTo>
                <a:close/>
                <a:moveTo>
                  <a:pt x="42932" y="11624"/>
                </a:moveTo>
                <a:cubicBezTo>
                  <a:pt x="43245" y="11613"/>
                  <a:pt x="43557" y="11658"/>
                  <a:pt x="43849" y="11770"/>
                </a:cubicBezTo>
                <a:cubicBezTo>
                  <a:pt x="44142" y="11881"/>
                  <a:pt x="44409" y="12048"/>
                  <a:pt x="44636" y="12271"/>
                </a:cubicBezTo>
                <a:cubicBezTo>
                  <a:pt x="44861" y="12483"/>
                  <a:pt x="45042" y="12751"/>
                  <a:pt x="45165" y="13030"/>
                </a:cubicBezTo>
                <a:cubicBezTo>
                  <a:pt x="45287" y="13320"/>
                  <a:pt x="45351" y="13633"/>
                  <a:pt x="45351" y="13945"/>
                </a:cubicBezTo>
                <a:cubicBezTo>
                  <a:pt x="45351" y="14559"/>
                  <a:pt x="45106" y="15149"/>
                  <a:pt x="44670" y="15584"/>
                </a:cubicBezTo>
                <a:cubicBezTo>
                  <a:pt x="44234" y="16020"/>
                  <a:pt x="43644" y="16265"/>
                  <a:pt x="43027" y="16265"/>
                </a:cubicBezTo>
                <a:cubicBezTo>
                  <a:pt x="42427" y="16254"/>
                  <a:pt x="41853" y="16020"/>
                  <a:pt x="41428" y="15584"/>
                </a:cubicBezTo>
                <a:cubicBezTo>
                  <a:pt x="41003" y="15161"/>
                  <a:pt x="40759" y="14592"/>
                  <a:pt x="40746" y="13989"/>
                </a:cubicBezTo>
                <a:cubicBezTo>
                  <a:pt x="40734" y="13387"/>
                  <a:pt x="40955" y="12807"/>
                  <a:pt x="41363" y="12372"/>
                </a:cubicBezTo>
                <a:cubicBezTo>
                  <a:pt x="41769" y="11926"/>
                  <a:pt x="42332" y="11658"/>
                  <a:pt x="42932" y="11624"/>
                </a:cubicBezTo>
                <a:close/>
                <a:moveTo>
                  <a:pt x="56879" y="11624"/>
                </a:moveTo>
                <a:cubicBezTo>
                  <a:pt x="57191" y="11613"/>
                  <a:pt x="57504" y="11658"/>
                  <a:pt x="57796" y="11770"/>
                </a:cubicBezTo>
                <a:cubicBezTo>
                  <a:pt x="58089" y="11881"/>
                  <a:pt x="58356" y="12048"/>
                  <a:pt x="58582" y="12271"/>
                </a:cubicBezTo>
                <a:cubicBezTo>
                  <a:pt x="58808" y="12483"/>
                  <a:pt x="58988" y="12751"/>
                  <a:pt x="59111" y="13030"/>
                </a:cubicBezTo>
                <a:cubicBezTo>
                  <a:pt x="59234" y="13320"/>
                  <a:pt x="59298" y="13633"/>
                  <a:pt x="59298" y="13945"/>
                </a:cubicBezTo>
                <a:cubicBezTo>
                  <a:pt x="59298" y="14559"/>
                  <a:pt x="59053" y="15149"/>
                  <a:pt x="58617" y="15584"/>
                </a:cubicBezTo>
                <a:cubicBezTo>
                  <a:pt x="58181" y="16020"/>
                  <a:pt x="57590" y="16265"/>
                  <a:pt x="56974" y="16265"/>
                </a:cubicBezTo>
                <a:cubicBezTo>
                  <a:pt x="56373" y="16254"/>
                  <a:pt x="55800" y="16020"/>
                  <a:pt x="55375" y="15584"/>
                </a:cubicBezTo>
                <a:cubicBezTo>
                  <a:pt x="54950" y="15161"/>
                  <a:pt x="54705" y="14592"/>
                  <a:pt x="54693" y="13989"/>
                </a:cubicBezTo>
                <a:cubicBezTo>
                  <a:pt x="54680" y="13387"/>
                  <a:pt x="54901" y="12807"/>
                  <a:pt x="55309" y="12372"/>
                </a:cubicBezTo>
                <a:cubicBezTo>
                  <a:pt x="55716" y="11926"/>
                  <a:pt x="56279" y="11658"/>
                  <a:pt x="56879" y="11624"/>
                </a:cubicBezTo>
                <a:close/>
                <a:moveTo>
                  <a:pt x="19783" y="41823"/>
                </a:moveTo>
                <a:cubicBezTo>
                  <a:pt x="20849" y="41823"/>
                  <a:pt x="21205" y="42091"/>
                  <a:pt x="21535" y="42470"/>
                </a:cubicBezTo>
                <a:cubicBezTo>
                  <a:pt x="21865" y="42838"/>
                  <a:pt x="22107" y="43463"/>
                  <a:pt x="22107" y="44143"/>
                </a:cubicBezTo>
                <a:cubicBezTo>
                  <a:pt x="22107" y="44824"/>
                  <a:pt x="21865" y="45448"/>
                  <a:pt x="21535" y="45828"/>
                </a:cubicBezTo>
                <a:cubicBezTo>
                  <a:pt x="21205" y="46196"/>
                  <a:pt x="20849" y="46464"/>
                  <a:pt x="19783" y="46464"/>
                </a:cubicBezTo>
                <a:cubicBezTo>
                  <a:pt x="18717" y="46464"/>
                  <a:pt x="18359" y="46196"/>
                  <a:pt x="18030" y="45828"/>
                </a:cubicBezTo>
                <a:cubicBezTo>
                  <a:pt x="17701" y="45448"/>
                  <a:pt x="17458" y="44824"/>
                  <a:pt x="17458" y="44143"/>
                </a:cubicBezTo>
                <a:cubicBezTo>
                  <a:pt x="17458" y="43463"/>
                  <a:pt x="17701" y="42838"/>
                  <a:pt x="18030" y="42470"/>
                </a:cubicBezTo>
                <a:cubicBezTo>
                  <a:pt x="18359" y="42091"/>
                  <a:pt x="18717" y="41823"/>
                  <a:pt x="19783" y="41823"/>
                </a:cubicBezTo>
                <a:close/>
                <a:moveTo>
                  <a:pt x="80218" y="41823"/>
                </a:moveTo>
                <a:cubicBezTo>
                  <a:pt x="81283" y="41823"/>
                  <a:pt x="81641" y="42091"/>
                  <a:pt x="81971" y="42470"/>
                </a:cubicBezTo>
                <a:cubicBezTo>
                  <a:pt x="82299" y="42838"/>
                  <a:pt x="82542" y="43463"/>
                  <a:pt x="82542" y="44143"/>
                </a:cubicBezTo>
                <a:cubicBezTo>
                  <a:pt x="82542" y="44824"/>
                  <a:pt x="82299" y="45448"/>
                  <a:pt x="81971" y="45828"/>
                </a:cubicBezTo>
                <a:cubicBezTo>
                  <a:pt x="81641" y="46196"/>
                  <a:pt x="81283" y="46464"/>
                  <a:pt x="80218" y="46464"/>
                </a:cubicBezTo>
                <a:cubicBezTo>
                  <a:pt x="79152" y="46464"/>
                  <a:pt x="78795" y="46196"/>
                  <a:pt x="78466" y="45828"/>
                </a:cubicBezTo>
                <a:cubicBezTo>
                  <a:pt x="78136" y="45448"/>
                  <a:pt x="77894" y="44824"/>
                  <a:pt x="77894" y="44143"/>
                </a:cubicBezTo>
                <a:cubicBezTo>
                  <a:pt x="77894" y="43463"/>
                  <a:pt x="78136" y="42838"/>
                  <a:pt x="78466" y="42470"/>
                </a:cubicBezTo>
                <a:cubicBezTo>
                  <a:pt x="78795" y="42091"/>
                  <a:pt x="79152" y="41823"/>
                  <a:pt x="80218" y="41823"/>
                </a:cubicBezTo>
                <a:close/>
                <a:moveTo>
                  <a:pt x="38377" y="79083"/>
                </a:moveTo>
                <a:lnTo>
                  <a:pt x="38377" y="86055"/>
                </a:lnTo>
                <a:lnTo>
                  <a:pt x="43027" y="86055"/>
                </a:lnTo>
                <a:cubicBezTo>
                  <a:pt x="43644" y="86055"/>
                  <a:pt x="44234" y="86301"/>
                  <a:pt x="44670" y="86736"/>
                </a:cubicBezTo>
                <a:cubicBezTo>
                  <a:pt x="45106" y="87171"/>
                  <a:pt x="45351" y="87762"/>
                  <a:pt x="45351" y="88376"/>
                </a:cubicBezTo>
                <a:cubicBezTo>
                  <a:pt x="45351" y="89001"/>
                  <a:pt x="45106" y="89592"/>
                  <a:pt x="44670" y="90027"/>
                </a:cubicBezTo>
                <a:cubicBezTo>
                  <a:pt x="44234" y="90462"/>
                  <a:pt x="43644" y="90707"/>
                  <a:pt x="43027" y="90707"/>
                </a:cubicBezTo>
                <a:lnTo>
                  <a:pt x="38377" y="90707"/>
                </a:lnTo>
                <a:lnTo>
                  <a:pt x="38377" y="91868"/>
                </a:lnTo>
                <a:cubicBezTo>
                  <a:pt x="38377" y="94021"/>
                  <a:pt x="39236" y="96095"/>
                  <a:pt x="40761" y="97613"/>
                </a:cubicBezTo>
                <a:cubicBezTo>
                  <a:pt x="42286" y="99142"/>
                  <a:pt x="44356" y="100000"/>
                  <a:pt x="46514" y="100000"/>
                </a:cubicBezTo>
                <a:lnTo>
                  <a:pt x="53487" y="100000"/>
                </a:lnTo>
                <a:cubicBezTo>
                  <a:pt x="55644" y="100000"/>
                  <a:pt x="57714" y="99142"/>
                  <a:pt x="59239" y="97613"/>
                </a:cubicBezTo>
                <a:cubicBezTo>
                  <a:pt x="60765" y="96095"/>
                  <a:pt x="61623" y="94021"/>
                  <a:pt x="61623" y="91868"/>
                </a:cubicBezTo>
                <a:lnTo>
                  <a:pt x="61623" y="90707"/>
                </a:lnTo>
                <a:lnTo>
                  <a:pt x="56974" y="90707"/>
                </a:lnTo>
                <a:cubicBezTo>
                  <a:pt x="56357" y="90707"/>
                  <a:pt x="55766" y="90462"/>
                  <a:pt x="55330" y="90027"/>
                </a:cubicBezTo>
                <a:cubicBezTo>
                  <a:pt x="54894" y="89592"/>
                  <a:pt x="54650" y="89001"/>
                  <a:pt x="54650" y="88376"/>
                </a:cubicBezTo>
                <a:cubicBezTo>
                  <a:pt x="54650" y="87762"/>
                  <a:pt x="54894" y="87171"/>
                  <a:pt x="55330" y="86736"/>
                </a:cubicBezTo>
                <a:cubicBezTo>
                  <a:pt x="55766" y="86301"/>
                  <a:pt x="56357" y="86055"/>
                  <a:pt x="56974" y="86055"/>
                </a:cubicBezTo>
                <a:lnTo>
                  <a:pt x="61623" y="86055"/>
                </a:lnTo>
                <a:lnTo>
                  <a:pt x="61623" y="79083"/>
                </a:lnTo>
                <a:lnTo>
                  <a:pt x="38377" y="7908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8" name="Белый — SVG 78">
            <a:extLst>
              <a:ext uri="{FF2B5EF4-FFF2-40B4-BE49-F238E27FC236}">
                <a16:creationId xmlns:a16="http://schemas.microsoft.com/office/drawing/2014/main" id="{B38DCFC2-B741-F147-8828-78146B08BCA0}"/>
              </a:ext>
            </a:extLst>
          </p:cNvPr>
          <p:cNvSpPr>
            <a:spLocks noGrp="1"/>
          </p:cNvSpPr>
          <p:nvPr/>
        </p:nvSpPr>
        <p:spPr>
          <a:xfrm>
            <a:off x="3420000" y="5790000"/>
            <a:ext cx="220000" cy="220000"/>
          </a:xfrm>
          <a:custGeom>
            <a:avLst/>
            <a:gdLst>
              <a:gd name="csX0" fmla="*/ 26216 w 131157"/>
              <a:gd name="csY0" fmla="*/ 0 h 120489"/>
              <a:gd name="csX1" fmla="*/ 7587 w 131157"/>
              <a:gd name="csY1" fmla="*/ 13762 h 120489"/>
              <a:gd name="csX2" fmla="*/ 713 w 131157"/>
              <a:gd name="csY2" fmla="*/ 36063 h 120489"/>
              <a:gd name="csX3" fmla="*/ 3129 w 131157"/>
              <a:gd name="csY3" fmla="*/ 50234 h 120489"/>
              <a:gd name="csX4" fmla="*/ 15974 w 131157"/>
              <a:gd name="csY4" fmla="*/ 56698 h 120489"/>
              <a:gd name="csX5" fmla="*/ 104937 w 131157"/>
              <a:gd name="csY5" fmla="*/ 56698 h 120489"/>
              <a:gd name="csX6" fmla="*/ 123567 w 131157"/>
              <a:gd name="csY6" fmla="*/ 42936 h 120489"/>
              <a:gd name="csX7" fmla="*/ 130440 w 131157"/>
              <a:gd name="csY7" fmla="*/ 20634 h 120489"/>
              <a:gd name="csX8" fmla="*/ 128025 w 131157"/>
              <a:gd name="csY8" fmla="*/ 6464 h 120489"/>
              <a:gd name="csX9" fmla="*/ 115197 w 131157"/>
              <a:gd name="csY9" fmla="*/ 0 h 120489"/>
              <a:gd name="csX10" fmla="*/ 26216 w 131157"/>
              <a:gd name="csY10" fmla="*/ 0 h 120489"/>
              <a:gd name="csX11" fmla="*/ 127599 w 131157"/>
              <a:gd name="csY11" fmla="*/ 51153 h 120489"/>
              <a:gd name="csX12" fmla="*/ 112764 w 131157"/>
              <a:gd name="csY12" fmla="*/ 62635 h 120489"/>
              <a:gd name="csX13" fmla="*/ 104937 w 131157"/>
              <a:gd name="csY13" fmla="*/ 67330 h 120489"/>
              <a:gd name="csX14" fmla="*/ 15974 w 131157"/>
              <a:gd name="csY14" fmla="*/ 67330 h 120489"/>
              <a:gd name="csX15" fmla="*/ 11687 w 131157"/>
              <a:gd name="csY15" fmla="*/ 65170 h 120489"/>
              <a:gd name="csX16" fmla="*/ 10768 w 131157"/>
              <a:gd name="csY16" fmla="*/ 63213 h 120489"/>
              <a:gd name="csX17" fmla="*/ 560 w 131157"/>
              <a:gd name="csY17" fmla="*/ 57906 h 120489"/>
              <a:gd name="csX18" fmla="*/ 3129 w 131157"/>
              <a:gd name="csY18" fmla="*/ 71498 h 120489"/>
              <a:gd name="csX19" fmla="*/ 15974 w 131157"/>
              <a:gd name="csY19" fmla="*/ 77962 h 120489"/>
              <a:gd name="csX20" fmla="*/ 104937 w 131157"/>
              <a:gd name="csY20" fmla="*/ 77962 h 120489"/>
              <a:gd name="csX21" fmla="*/ 123567 w 131157"/>
              <a:gd name="csY21" fmla="*/ 64200 h 120489"/>
              <a:gd name="csX22" fmla="*/ 127599 w 131157"/>
              <a:gd name="csY22" fmla="*/ 51153 h 120489"/>
              <a:gd name="csX23" fmla="*/ 127599 w 131157"/>
              <a:gd name="csY23" fmla="*/ 72416 h 120489"/>
              <a:gd name="csX24" fmla="*/ 112764 w 131157"/>
              <a:gd name="csY24" fmla="*/ 83899 h 120489"/>
              <a:gd name="csX25" fmla="*/ 104937 w 131157"/>
              <a:gd name="csY25" fmla="*/ 88594 h 120489"/>
              <a:gd name="csX26" fmla="*/ 15974 w 131157"/>
              <a:gd name="csY26" fmla="*/ 88594 h 120489"/>
              <a:gd name="csX27" fmla="*/ 11687 w 131157"/>
              <a:gd name="csY27" fmla="*/ 86434 h 120489"/>
              <a:gd name="csX28" fmla="*/ 10768 w 131157"/>
              <a:gd name="csY28" fmla="*/ 84477 h 120489"/>
              <a:gd name="csX29" fmla="*/ 560 w 131157"/>
              <a:gd name="csY29" fmla="*/ 79170 h 120489"/>
              <a:gd name="csX30" fmla="*/ 3129 w 131157"/>
              <a:gd name="csY30" fmla="*/ 92762 h 120489"/>
              <a:gd name="csX31" fmla="*/ 15974 w 131157"/>
              <a:gd name="csY31" fmla="*/ 99226 h 120489"/>
              <a:gd name="csX32" fmla="*/ 104937 w 131157"/>
              <a:gd name="csY32" fmla="*/ 99226 h 120489"/>
              <a:gd name="csX33" fmla="*/ 123567 w 131157"/>
              <a:gd name="csY33" fmla="*/ 85464 h 120489"/>
              <a:gd name="csX34" fmla="*/ 127599 w 131157"/>
              <a:gd name="csY34" fmla="*/ 72416 h 120489"/>
              <a:gd name="csX35" fmla="*/ 127599 w 131157"/>
              <a:gd name="csY35" fmla="*/ 93680 h 120489"/>
              <a:gd name="csX36" fmla="*/ 112764 w 131157"/>
              <a:gd name="csY36" fmla="*/ 105163 h 120489"/>
              <a:gd name="csX37" fmla="*/ 104937 w 131157"/>
              <a:gd name="csY37" fmla="*/ 109858 h 120489"/>
              <a:gd name="csX38" fmla="*/ 15974 w 131157"/>
              <a:gd name="csY38" fmla="*/ 109858 h 120489"/>
              <a:gd name="csX39" fmla="*/ 11687 w 131157"/>
              <a:gd name="csY39" fmla="*/ 107697 h 120489"/>
              <a:gd name="csX40" fmla="*/ 10768 w 131157"/>
              <a:gd name="csY40" fmla="*/ 105741 h 120489"/>
              <a:gd name="csX41" fmla="*/ 560 w 131157"/>
              <a:gd name="csY41" fmla="*/ 100434 h 120489"/>
              <a:gd name="csX42" fmla="*/ 3129 w 131157"/>
              <a:gd name="csY42" fmla="*/ 114025 h 120489"/>
              <a:gd name="csX43" fmla="*/ 15974 w 131157"/>
              <a:gd name="csY43" fmla="*/ 120490 h 120489"/>
              <a:gd name="csX44" fmla="*/ 104937 w 131157"/>
              <a:gd name="csY44" fmla="*/ 120490 h 120489"/>
              <a:gd name="csX45" fmla="*/ 123567 w 131157"/>
              <a:gd name="csY45" fmla="*/ 106728 h 120489"/>
              <a:gd name="csX46" fmla="*/ 127599 w 131157"/>
              <a:gd name="csY46" fmla="*/ 93680 h 120489"/>
            </a:gdLst>
            <a:ahLst/>
            <a:cxnLst/>
            <a:rect l="l" t="t" r="r" b="b"/>
            <a:pathLst>
              <a:path w="100000" h="100000">
                <a:moveTo>
                  <a:pt x="19988" y="4067"/>
                </a:moveTo>
                <a:cubicBezTo>
                  <a:pt x="13425" y="4067"/>
                  <a:pt x="7717" y="8282"/>
                  <a:pt x="5785" y="14560"/>
                </a:cubicBezTo>
                <a:lnTo>
                  <a:pt x="544" y="31563"/>
                </a:lnTo>
                <a:cubicBezTo>
                  <a:pt x="-598" y="35299"/>
                  <a:pt x="77" y="39229"/>
                  <a:pt x="2386" y="42368"/>
                </a:cubicBezTo>
                <a:cubicBezTo>
                  <a:pt x="4707" y="45506"/>
                  <a:pt x="8275" y="47296"/>
                  <a:pt x="12179" y="47296"/>
                </a:cubicBezTo>
                <a:lnTo>
                  <a:pt x="80009" y="47296"/>
                </a:lnTo>
                <a:cubicBezTo>
                  <a:pt x="86573" y="47296"/>
                  <a:pt x="92280" y="43081"/>
                  <a:pt x="94213" y="36803"/>
                </a:cubicBezTo>
                <a:lnTo>
                  <a:pt x="99453" y="19799"/>
                </a:lnTo>
                <a:cubicBezTo>
                  <a:pt x="100595" y="16077"/>
                  <a:pt x="99934" y="12134"/>
                  <a:pt x="97612" y="8995"/>
                </a:cubicBezTo>
                <a:cubicBezTo>
                  <a:pt x="95303" y="5869"/>
                  <a:pt x="91736" y="4067"/>
                  <a:pt x="87831" y="4067"/>
                </a:cubicBezTo>
                <a:lnTo>
                  <a:pt x="19988" y="4067"/>
                </a:lnTo>
                <a:close/>
                <a:moveTo>
                  <a:pt x="97287" y="43068"/>
                </a:moveTo>
                <a:cubicBezTo>
                  <a:pt x="94706" y="47283"/>
                  <a:pt x="90684" y="50383"/>
                  <a:pt x="85976" y="51823"/>
                </a:cubicBezTo>
                <a:cubicBezTo>
                  <a:pt x="84821" y="54002"/>
                  <a:pt x="82564" y="55402"/>
                  <a:pt x="80009" y="55402"/>
                </a:cubicBezTo>
                <a:lnTo>
                  <a:pt x="12179" y="55402"/>
                </a:lnTo>
                <a:cubicBezTo>
                  <a:pt x="10869" y="55402"/>
                  <a:pt x="9689" y="54806"/>
                  <a:pt x="8911" y="53755"/>
                </a:cubicBezTo>
                <a:cubicBezTo>
                  <a:pt x="8574" y="53301"/>
                  <a:pt x="8340" y="52796"/>
                  <a:pt x="8210" y="52263"/>
                </a:cubicBezTo>
                <a:cubicBezTo>
                  <a:pt x="5304" y="51602"/>
                  <a:pt x="2633" y="50215"/>
                  <a:pt x="427" y="48217"/>
                </a:cubicBezTo>
                <a:cubicBezTo>
                  <a:pt x="-546" y="51810"/>
                  <a:pt x="168" y="55558"/>
                  <a:pt x="2386" y="58580"/>
                </a:cubicBezTo>
                <a:cubicBezTo>
                  <a:pt x="4707" y="61718"/>
                  <a:pt x="8275" y="63509"/>
                  <a:pt x="12179" y="63509"/>
                </a:cubicBezTo>
                <a:lnTo>
                  <a:pt x="80009" y="63509"/>
                </a:lnTo>
                <a:cubicBezTo>
                  <a:pt x="86586" y="63509"/>
                  <a:pt x="92293" y="59293"/>
                  <a:pt x="94213" y="53016"/>
                </a:cubicBezTo>
                <a:lnTo>
                  <a:pt x="97287" y="43068"/>
                </a:lnTo>
                <a:close/>
                <a:moveTo>
                  <a:pt x="97287" y="59280"/>
                </a:moveTo>
                <a:cubicBezTo>
                  <a:pt x="94706" y="63496"/>
                  <a:pt x="90684" y="66595"/>
                  <a:pt x="85976" y="68035"/>
                </a:cubicBezTo>
                <a:cubicBezTo>
                  <a:pt x="84821" y="70214"/>
                  <a:pt x="82564" y="71615"/>
                  <a:pt x="80009" y="71615"/>
                </a:cubicBezTo>
                <a:lnTo>
                  <a:pt x="12179" y="71615"/>
                </a:lnTo>
                <a:cubicBezTo>
                  <a:pt x="10869" y="71615"/>
                  <a:pt x="9689" y="71019"/>
                  <a:pt x="8911" y="69968"/>
                </a:cubicBezTo>
                <a:cubicBezTo>
                  <a:pt x="8574" y="69514"/>
                  <a:pt x="8340" y="69008"/>
                  <a:pt x="8210" y="68476"/>
                </a:cubicBezTo>
                <a:cubicBezTo>
                  <a:pt x="5304" y="67814"/>
                  <a:pt x="2633" y="66427"/>
                  <a:pt x="427" y="64430"/>
                </a:cubicBezTo>
                <a:cubicBezTo>
                  <a:pt x="-546" y="68022"/>
                  <a:pt x="168" y="71770"/>
                  <a:pt x="2386" y="74793"/>
                </a:cubicBezTo>
                <a:cubicBezTo>
                  <a:pt x="4707" y="77931"/>
                  <a:pt x="8275" y="79721"/>
                  <a:pt x="12179" y="79721"/>
                </a:cubicBezTo>
                <a:lnTo>
                  <a:pt x="80009" y="79721"/>
                </a:lnTo>
                <a:cubicBezTo>
                  <a:pt x="86586" y="79721"/>
                  <a:pt x="92293" y="75506"/>
                  <a:pt x="94213" y="69228"/>
                </a:cubicBezTo>
                <a:lnTo>
                  <a:pt x="97287" y="59280"/>
                </a:lnTo>
                <a:close/>
                <a:moveTo>
                  <a:pt x="97287" y="75493"/>
                </a:moveTo>
                <a:cubicBezTo>
                  <a:pt x="94706" y="79708"/>
                  <a:pt x="90684" y="82808"/>
                  <a:pt x="85976" y="84248"/>
                </a:cubicBezTo>
                <a:cubicBezTo>
                  <a:pt x="84821" y="86427"/>
                  <a:pt x="82564" y="87828"/>
                  <a:pt x="80009" y="87828"/>
                </a:cubicBezTo>
                <a:lnTo>
                  <a:pt x="12179" y="87828"/>
                </a:lnTo>
                <a:cubicBezTo>
                  <a:pt x="10869" y="87828"/>
                  <a:pt x="9689" y="87231"/>
                  <a:pt x="8911" y="86180"/>
                </a:cubicBezTo>
                <a:cubicBezTo>
                  <a:pt x="8574" y="85726"/>
                  <a:pt x="8340" y="85221"/>
                  <a:pt x="8210" y="84689"/>
                </a:cubicBezTo>
                <a:cubicBezTo>
                  <a:pt x="5304" y="84027"/>
                  <a:pt x="2633" y="82639"/>
                  <a:pt x="427" y="80642"/>
                </a:cubicBezTo>
                <a:cubicBezTo>
                  <a:pt x="-546" y="84235"/>
                  <a:pt x="168" y="87983"/>
                  <a:pt x="2386" y="91005"/>
                </a:cubicBezTo>
                <a:cubicBezTo>
                  <a:pt x="4707" y="94144"/>
                  <a:pt x="8275" y="95934"/>
                  <a:pt x="12179" y="95934"/>
                </a:cubicBezTo>
                <a:lnTo>
                  <a:pt x="80009" y="95934"/>
                </a:lnTo>
                <a:cubicBezTo>
                  <a:pt x="86586" y="95934"/>
                  <a:pt x="92293" y="91718"/>
                  <a:pt x="94213" y="85441"/>
                </a:cubicBezTo>
                <a:lnTo>
                  <a:pt x="97287" y="7549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9" name="Белый — SVG 79">
            <a:extLst>
              <a:ext uri="{FF2B5EF4-FFF2-40B4-BE49-F238E27FC236}">
                <a16:creationId xmlns:a16="http://schemas.microsoft.com/office/drawing/2014/main" id="{DADEFB46-D808-4747-8279-C0F19FC066F3}"/>
              </a:ext>
            </a:extLst>
          </p:cNvPr>
          <p:cNvSpPr>
            <a:spLocks noGrp="1"/>
          </p:cNvSpPr>
          <p:nvPr/>
        </p:nvSpPr>
        <p:spPr>
          <a:xfrm>
            <a:off x="4020000" y="5790000"/>
            <a:ext cx="220000" cy="220000"/>
          </a:xfrm>
          <a:custGeom>
            <a:avLst/>
            <a:gdLst>
              <a:gd name="csX0" fmla="*/ 83127 w 141772"/>
              <a:gd name="csY0" fmla="*/ 1 h 127567"/>
              <a:gd name="csX1" fmla="*/ 77275 w 141772"/>
              <a:gd name="csY1" fmla="*/ 2348 h 127567"/>
              <a:gd name="csX2" fmla="*/ 47280 w 141772"/>
              <a:gd name="csY2" fmla="*/ 30451 h 127567"/>
              <a:gd name="csX3" fmla="*/ 43657 w 141772"/>
              <a:gd name="csY3" fmla="*/ 31880 h 127567"/>
              <a:gd name="csX4" fmla="*/ 15942 w 141772"/>
              <a:gd name="csY4" fmla="*/ 31880 h 127567"/>
              <a:gd name="csX5" fmla="*/ 0 w 141772"/>
              <a:gd name="csY5" fmla="*/ 47836 h 127567"/>
              <a:gd name="csX6" fmla="*/ 0 w 141772"/>
              <a:gd name="csY6" fmla="*/ 79732 h 127567"/>
              <a:gd name="csX7" fmla="*/ 15942 w 141772"/>
              <a:gd name="csY7" fmla="*/ 95671 h 127567"/>
              <a:gd name="csX8" fmla="*/ 43657 w 141772"/>
              <a:gd name="csY8" fmla="*/ 95671 h 127567"/>
              <a:gd name="csX9" fmla="*/ 47280 w 141772"/>
              <a:gd name="csY9" fmla="*/ 97117 h 127567"/>
              <a:gd name="csX10" fmla="*/ 77326 w 141772"/>
              <a:gd name="csY10" fmla="*/ 125253 h 127567"/>
              <a:gd name="csX11" fmla="*/ 83298 w 141772"/>
              <a:gd name="csY11" fmla="*/ 127567 h 127567"/>
              <a:gd name="csX12" fmla="*/ 86887 w 141772"/>
              <a:gd name="csY12" fmla="*/ 126802 h 127567"/>
              <a:gd name="csX13" fmla="*/ 92162 w 141772"/>
              <a:gd name="csY13" fmla="*/ 118704 h 127567"/>
              <a:gd name="csX14" fmla="*/ 92162 w 141772"/>
              <a:gd name="csY14" fmla="*/ 8864 h 127567"/>
              <a:gd name="csX15" fmla="*/ 86887 w 141772"/>
              <a:gd name="csY15" fmla="*/ 749 h 127567"/>
              <a:gd name="csX16" fmla="*/ 83127 w 141772"/>
              <a:gd name="csY16" fmla="*/ 1 h 127567"/>
              <a:gd name="csX17" fmla="*/ 124930 w 141772"/>
              <a:gd name="csY17" fmla="*/ 19734 h 127567"/>
              <a:gd name="csX18" fmla="*/ 122190 w 141772"/>
              <a:gd name="csY18" fmla="*/ 20482 h 127567"/>
              <a:gd name="csX19" fmla="*/ 120217 w 141772"/>
              <a:gd name="csY19" fmla="*/ 22541 h 127567"/>
              <a:gd name="csX20" fmla="*/ 119587 w 141772"/>
              <a:gd name="csY20" fmla="*/ 25313 h 127567"/>
              <a:gd name="csX21" fmla="*/ 120489 w 141772"/>
              <a:gd name="csY21" fmla="*/ 28018 h 127567"/>
              <a:gd name="csX22" fmla="*/ 131139 w 141772"/>
              <a:gd name="csY22" fmla="*/ 63775 h 127567"/>
              <a:gd name="csX23" fmla="*/ 120489 w 141772"/>
              <a:gd name="csY23" fmla="*/ 99533 h 127567"/>
              <a:gd name="csX24" fmla="*/ 119655 w 141772"/>
              <a:gd name="csY24" fmla="*/ 101472 h 127567"/>
              <a:gd name="csX25" fmla="*/ 119638 w 141772"/>
              <a:gd name="csY25" fmla="*/ 103598 h 127567"/>
              <a:gd name="csX26" fmla="*/ 120438 w 141772"/>
              <a:gd name="csY26" fmla="*/ 105538 h 127567"/>
              <a:gd name="csX27" fmla="*/ 121952 w 141772"/>
              <a:gd name="csY27" fmla="*/ 107035 h 127567"/>
              <a:gd name="csX28" fmla="*/ 123909 w 141772"/>
              <a:gd name="csY28" fmla="*/ 107800 h 127567"/>
              <a:gd name="csX29" fmla="*/ 126035 w 141772"/>
              <a:gd name="csY29" fmla="*/ 107766 h 127567"/>
              <a:gd name="csX30" fmla="*/ 127958 w 141772"/>
              <a:gd name="csY30" fmla="*/ 106899 h 127567"/>
              <a:gd name="csX31" fmla="*/ 129387 w 141772"/>
              <a:gd name="csY31" fmla="*/ 105351 h 127567"/>
              <a:gd name="csX32" fmla="*/ 141773 w 141772"/>
              <a:gd name="csY32" fmla="*/ 63775 h 127567"/>
              <a:gd name="csX33" fmla="*/ 129387 w 141772"/>
              <a:gd name="csY33" fmla="*/ 22217 h 127567"/>
              <a:gd name="csX34" fmla="*/ 127482 w 141772"/>
              <a:gd name="csY34" fmla="*/ 20414 h 127567"/>
              <a:gd name="csX35" fmla="*/ 124930 w 141772"/>
              <a:gd name="csY35" fmla="*/ 19734 h 127567"/>
              <a:gd name="csX36" fmla="*/ 109923 w 141772"/>
              <a:gd name="csY36" fmla="*/ 36337 h 127567"/>
              <a:gd name="csX37" fmla="*/ 107287 w 141772"/>
              <a:gd name="csY37" fmla="*/ 37000 h 127567"/>
              <a:gd name="csX38" fmla="*/ 105313 w 141772"/>
              <a:gd name="csY38" fmla="*/ 38888 h 127567"/>
              <a:gd name="csX39" fmla="*/ 104530 w 141772"/>
              <a:gd name="csY39" fmla="*/ 41491 h 127567"/>
              <a:gd name="csX40" fmla="*/ 105143 w 141772"/>
              <a:gd name="csY40" fmla="*/ 44145 h 127567"/>
              <a:gd name="csX41" fmla="*/ 109873 w 141772"/>
              <a:gd name="csY41" fmla="*/ 63775 h 127567"/>
              <a:gd name="csX42" fmla="*/ 105143 w 141772"/>
              <a:gd name="csY42" fmla="*/ 83423 h 127567"/>
              <a:gd name="csX43" fmla="*/ 104514 w 141772"/>
              <a:gd name="csY43" fmla="*/ 85448 h 127567"/>
              <a:gd name="csX44" fmla="*/ 104717 w 141772"/>
              <a:gd name="csY44" fmla="*/ 87557 h 127567"/>
              <a:gd name="csX45" fmla="*/ 105722 w 141772"/>
              <a:gd name="csY45" fmla="*/ 89411 h 127567"/>
              <a:gd name="csX46" fmla="*/ 107389 w 141772"/>
              <a:gd name="csY46" fmla="*/ 90721 h 127567"/>
              <a:gd name="csX47" fmla="*/ 109430 w 141772"/>
              <a:gd name="csY47" fmla="*/ 91299 h 127567"/>
              <a:gd name="csX48" fmla="*/ 111523 w 141772"/>
              <a:gd name="csY48" fmla="*/ 91027 h 127567"/>
              <a:gd name="csX49" fmla="*/ 113344 w 141772"/>
              <a:gd name="csY49" fmla="*/ 89955 h 127567"/>
              <a:gd name="csX50" fmla="*/ 114620 w 141772"/>
              <a:gd name="csY50" fmla="*/ 88254 h 127567"/>
              <a:gd name="csX51" fmla="*/ 120506 w 141772"/>
              <a:gd name="csY51" fmla="*/ 63775 h 127567"/>
              <a:gd name="csX52" fmla="*/ 114620 w 141772"/>
              <a:gd name="csY52" fmla="*/ 39314 h 127567"/>
              <a:gd name="csX53" fmla="*/ 112680 w 141772"/>
              <a:gd name="csY53" fmla="*/ 37170 h 127567"/>
              <a:gd name="csX54" fmla="*/ 109923 w 141772"/>
              <a:gd name="csY54" fmla="*/ 36337 h 127567"/>
            </a:gdLst>
            <a:ahLst/>
            <a:cxnLst/>
            <a:rect l="l" t="t" r="r" b="b"/>
            <a:pathLst>
              <a:path w="100000" h="100000">
                <a:moveTo>
                  <a:pt x="58634" y="5011"/>
                </a:moveTo>
                <a:cubicBezTo>
                  <a:pt x="57147" y="5046"/>
                  <a:pt x="55670" y="5610"/>
                  <a:pt x="54507" y="6666"/>
                </a:cubicBezTo>
                <a:lnTo>
                  <a:pt x="33349" y="26489"/>
                </a:lnTo>
                <a:cubicBezTo>
                  <a:pt x="32653" y="27136"/>
                  <a:pt x="31742" y="27497"/>
                  <a:pt x="30794" y="27497"/>
                </a:cubicBezTo>
                <a:lnTo>
                  <a:pt x="11245" y="27497"/>
                </a:lnTo>
                <a:cubicBezTo>
                  <a:pt x="5052" y="27497"/>
                  <a:pt x="0" y="32548"/>
                  <a:pt x="0" y="38751"/>
                </a:cubicBezTo>
                <a:lnTo>
                  <a:pt x="0" y="61249"/>
                </a:lnTo>
                <a:cubicBezTo>
                  <a:pt x="0" y="67453"/>
                  <a:pt x="5052" y="72492"/>
                  <a:pt x="11245" y="72492"/>
                </a:cubicBezTo>
                <a:lnTo>
                  <a:pt x="30794" y="72492"/>
                </a:lnTo>
                <a:cubicBezTo>
                  <a:pt x="31742" y="72492"/>
                  <a:pt x="32653" y="72853"/>
                  <a:pt x="33349" y="73512"/>
                </a:cubicBezTo>
                <a:lnTo>
                  <a:pt x="54543" y="93358"/>
                </a:lnTo>
                <a:cubicBezTo>
                  <a:pt x="55719" y="94427"/>
                  <a:pt x="57231" y="94990"/>
                  <a:pt x="58755" y="94990"/>
                </a:cubicBezTo>
                <a:cubicBezTo>
                  <a:pt x="59606" y="94990"/>
                  <a:pt x="60471" y="94810"/>
                  <a:pt x="61286" y="94451"/>
                </a:cubicBezTo>
                <a:cubicBezTo>
                  <a:pt x="63543" y="93455"/>
                  <a:pt x="65007" y="91211"/>
                  <a:pt x="65007" y="88739"/>
                </a:cubicBezTo>
                <a:lnTo>
                  <a:pt x="65007" y="11262"/>
                </a:lnTo>
                <a:cubicBezTo>
                  <a:pt x="65007" y="8778"/>
                  <a:pt x="63543" y="6546"/>
                  <a:pt x="61286" y="5538"/>
                </a:cubicBezTo>
                <a:cubicBezTo>
                  <a:pt x="60434" y="5166"/>
                  <a:pt x="59534" y="4999"/>
                  <a:pt x="58634" y="5011"/>
                </a:cubicBezTo>
                <a:close/>
                <a:moveTo>
                  <a:pt x="88120" y="18929"/>
                </a:moveTo>
                <a:cubicBezTo>
                  <a:pt x="87435" y="18929"/>
                  <a:pt x="86776" y="19109"/>
                  <a:pt x="86188" y="19457"/>
                </a:cubicBezTo>
                <a:cubicBezTo>
                  <a:pt x="85600" y="19805"/>
                  <a:pt x="85120" y="20309"/>
                  <a:pt x="84796" y="20909"/>
                </a:cubicBezTo>
                <a:cubicBezTo>
                  <a:pt x="84472" y="21509"/>
                  <a:pt x="84316" y="22193"/>
                  <a:pt x="84352" y="22865"/>
                </a:cubicBezTo>
                <a:cubicBezTo>
                  <a:pt x="84388" y="23549"/>
                  <a:pt x="84604" y="24209"/>
                  <a:pt x="84988" y="24773"/>
                </a:cubicBezTo>
                <a:cubicBezTo>
                  <a:pt x="89728" y="32044"/>
                  <a:pt x="92500" y="40671"/>
                  <a:pt x="92500" y="49994"/>
                </a:cubicBezTo>
                <a:cubicBezTo>
                  <a:pt x="92500" y="59317"/>
                  <a:pt x="89728" y="67957"/>
                  <a:pt x="84988" y="75216"/>
                </a:cubicBezTo>
                <a:cubicBezTo>
                  <a:pt x="84700" y="75636"/>
                  <a:pt x="84508" y="76092"/>
                  <a:pt x="84400" y="76584"/>
                </a:cubicBezTo>
                <a:cubicBezTo>
                  <a:pt x="84292" y="77076"/>
                  <a:pt x="84292" y="77592"/>
                  <a:pt x="84388" y="78083"/>
                </a:cubicBezTo>
                <a:cubicBezTo>
                  <a:pt x="84484" y="78576"/>
                  <a:pt x="84676" y="79043"/>
                  <a:pt x="84952" y="79452"/>
                </a:cubicBezTo>
                <a:cubicBezTo>
                  <a:pt x="85240" y="79872"/>
                  <a:pt x="85600" y="80231"/>
                  <a:pt x="86020" y="80508"/>
                </a:cubicBezTo>
                <a:cubicBezTo>
                  <a:pt x="86439" y="80772"/>
                  <a:pt x="86908" y="80963"/>
                  <a:pt x="87400" y="81047"/>
                </a:cubicBezTo>
                <a:cubicBezTo>
                  <a:pt x="87904" y="81143"/>
                  <a:pt x="88408" y="81131"/>
                  <a:pt x="88900" y="81023"/>
                </a:cubicBezTo>
                <a:cubicBezTo>
                  <a:pt x="89380" y="80903"/>
                  <a:pt x="89848" y="80700"/>
                  <a:pt x="90256" y="80412"/>
                </a:cubicBezTo>
                <a:cubicBezTo>
                  <a:pt x="90664" y="80112"/>
                  <a:pt x="91012" y="79740"/>
                  <a:pt x="91264" y="79320"/>
                </a:cubicBezTo>
                <a:cubicBezTo>
                  <a:pt x="96772" y="70897"/>
                  <a:pt x="100001" y="60818"/>
                  <a:pt x="100001" y="49994"/>
                </a:cubicBezTo>
                <a:cubicBezTo>
                  <a:pt x="100001" y="39183"/>
                  <a:pt x="96772" y="29104"/>
                  <a:pt x="91264" y="20681"/>
                </a:cubicBezTo>
                <a:cubicBezTo>
                  <a:pt x="90928" y="20153"/>
                  <a:pt x="90472" y="19709"/>
                  <a:pt x="89920" y="19409"/>
                </a:cubicBezTo>
                <a:cubicBezTo>
                  <a:pt x="89368" y="19097"/>
                  <a:pt x="88756" y="18941"/>
                  <a:pt x="88120" y="18929"/>
                </a:cubicBezTo>
                <a:close/>
                <a:moveTo>
                  <a:pt x="77535" y="30640"/>
                </a:moveTo>
                <a:cubicBezTo>
                  <a:pt x="76888" y="30640"/>
                  <a:pt x="76239" y="30796"/>
                  <a:pt x="75676" y="31108"/>
                </a:cubicBezTo>
                <a:cubicBezTo>
                  <a:pt x="75099" y="31420"/>
                  <a:pt x="74620" y="31876"/>
                  <a:pt x="74283" y="32440"/>
                </a:cubicBezTo>
                <a:cubicBezTo>
                  <a:pt x="73948" y="32992"/>
                  <a:pt x="73755" y="33628"/>
                  <a:pt x="73731" y="34276"/>
                </a:cubicBezTo>
                <a:cubicBezTo>
                  <a:pt x="73707" y="34923"/>
                  <a:pt x="73863" y="35572"/>
                  <a:pt x="74163" y="36148"/>
                </a:cubicBezTo>
                <a:cubicBezTo>
                  <a:pt x="76287" y="40323"/>
                  <a:pt x="77500" y="45003"/>
                  <a:pt x="77500" y="49994"/>
                </a:cubicBezTo>
                <a:cubicBezTo>
                  <a:pt x="77500" y="54986"/>
                  <a:pt x="76287" y="59678"/>
                  <a:pt x="74163" y="63853"/>
                </a:cubicBezTo>
                <a:cubicBezTo>
                  <a:pt x="73924" y="64297"/>
                  <a:pt x="73768" y="64777"/>
                  <a:pt x="73720" y="65281"/>
                </a:cubicBezTo>
                <a:cubicBezTo>
                  <a:pt x="73659" y="65785"/>
                  <a:pt x="73720" y="66289"/>
                  <a:pt x="73863" y="66769"/>
                </a:cubicBezTo>
                <a:cubicBezTo>
                  <a:pt x="74008" y="67249"/>
                  <a:pt x="74247" y="67693"/>
                  <a:pt x="74572" y="68077"/>
                </a:cubicBezTo>
                <a:cubicBezTo>
                  <a:pt x="74896" y="68460"/>
                  <a:pt x="75292" y="68773"/>
                  <a:pt x="75748" y="69001"/>
                </a:cubicBezTo>
                <a:cubicBezTo>
                  <a:pt x="76192" y="69240"/>
                  <a:pt x="76684" y="69372"/>
                  <a:pt x="77187" y="69408"/>
                </a:cubicBezTo>
                <a:cubicBezTo>
                  <a:pt x="77692" y="69444"/>
                  <a:pt x="78183" y="69372"/>
                  <a:pt x="78664" y="69216"/>
                </a:cubicBezTo>
                <a:cubicBezTo>
                  <a:pt x="79144" y="69049"/>
                  <a:pt x="79576" y="68797"/>
                  <a:pt x="79948" y="68460"/>
                </a:cubicBezTo>
                <a:cubicBezTo>
                  <a:pt x="80332" y="68125"/>
                  <a:pt x="80632" y="67717"/>
                  <a:pt x="80848" y="67260"/>
                </a:cubicBezTo>
                <a:cubicBezTo>
                  <a:pt x="83476" y="62089"/>
                  <a:pt x="85000" y="56210"/>
                  <a:pt x="85000" y="49994"/>
                </a:cubicBezTo>
                <a:cubicBezTo>
                  <a:pt x="85000" y="43779"/>
                  <a:pt x="83476" y="37911"/>
                  <a:pt x="80848" y="32740"/>
                </a:cubicBezTo>
                <a:cubicBezTo>
                  <a:pt x="80536" y="32116"/>
                  <a:pt x="80068" y="31600"/>
                  <a:pt x="79480" y="31228"/>
                </a:cubicBezTo>
                <a:cubicBezTo>
                  <a:pt x="78903" y="30856"/>
                  <a:pt x="78220" y="30652"/>
                  <a:pt x="77535" y="3064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0" name="Белый — SVG 80">
            <a:extLst>
              <a:ext uri="{FF2B5EF4-FFF2-40B4-BE49-F238E27FC236}">
                <a16:creationId xmlns:a16="http://schemas.microsoft.com/office/drawing/2014/main" id="{1C71C1FF-A2DE-5F4D-8D0C-EB1AD94E5A6C}"/>
              </a:ext>
            </a:extLst>
          </p:cNvPr>
          <p:cNvSpPr>
            <a:spLocks noGrp="1"/>
          </p:cNvSpPr>
          <p:nvPr/>
        </p:nvSpPr>
        <p:spPr>
          <a:xfrm>
            <a:off x="4620000" y="579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5 h 127583"/>
              <a:gd name="csX2" fmla="*/ 0 w 127600"/>
              <a:gd name="csY2" fmla="*/ 90363 h 127583"/>
              <a:gd name="csX3" fmla="*/ 19497 w 127600"/>
              <a:gd name="csY3" fmla="*/ 109858 h 127583"/>
              <a:gd name="csX4" fmla="*/ 21335 w 127600"/>
              <a:gd name="csY4" fmla="*/ 109858 h 127583"/>
              <a:gd name="csX5" fmla="*/ 40764 w 127600"/>
              <a:gd name="csY5" fmla="*/ 127583 h 127583"/>
              <a:gd name="csX6" fmla="*/ 108103 w 127600"/>
              <a:gd name="csY6" fmla="*/ 127583 h 127583"/>
              <a:gd name="csX7" fmla="*/ 127601 w 127600"/>
              <a:gd name="csY7" fmla="*/ 108089 h 127583"/>
              <a:gd name="csX8" fmla="*/ 127601 w 127600"/>
              <a:gd name="csY8" fmla="*/ 37203 h 127583"/>
              <a:gd name="csX9" fmla="*/ 108103 w 127600"/>
              <a:gd name="csY9" fmla="*/ 17725 h 127583"/>
              <a:gd name="csX10" fmla="*/ 106266 w 127600"/>
              <a:gd name="csY10" fmla="*/ 17725 h 127583"/>
              <a:gd name="csX11" fmla="*/ 86837 w 127600"/>
              <a:gd name="csY11" fmla="*/ 0 h 127583"/>
              <a:gd name="csX12" fmla="*/ 19497 w 127600"/>
              <a:gd name="csY12" fmla="*/ 0 h 127583"/>
              <a:gd name="csX13" fmla="*/ 40764 w 127600"/>
              <a:gd name="csY13" fmla="*/ 17708 h 127583"/>
              <a:gd name="csX14" fmla="*/ 46072 w 127600"/>
              <a:gd name="csY14" fmla="*/ 23033 h 127583"/>
              <a:gd name="csX15" fmla="*/ 46072 w 127600"/>
              <a:gd name="csY15" fmla="*/ 24802 h 127583"/>
              <a:gd name="csX16" fmla="*/ 58475 w 127600"/>
              <a:gd name="csY16" fmla="*/ 24802 h 127583"/>
              <a:gd name="csX17" fmla="*/ 63800 w 127600"/>
              <a:gd name="csY17" fmla="*/ 30127 h 127583"/>
              <a:gd name="csX18" fmla="*/ 58475 w 127600"/>
              <a:gd name="csY18" fmla="*/ 35434 h 127583"/>
              <a:gd name="csX19" fmla="*/ 56417 w 127600"/>
              <a:gd name="csY19" fmla="*/ 35434 h 127583"/>
              <a:gd name="csX20" fmla="*/ 48675 w 127600"/>
              <a:gd name="csY20" fmla="*/ 54419 h 127583"/>
              <a:gd name="csX21" fmla="*/ 47331 w 127600"/>
              <a:gd name="csY21" fmla="*/ 55762 h 127583"/>
              <a:gd name="csX22" fmla="*/ 23036 w 127600"/>
              <a:gd name="csY22" fmla="*/ 63792 h 127583"/>
              <a:gd name="csX23" fmla="*/ 17728 w 127600"/>
              <a:gd name="csY23" fmla="*/ 58467 h 127583"/>
              <a:gd name="csX24" fmla="*/ 23036 w 127600"/>
              <a:gd name="csY24" fmla="*/ 53160 h 127583"/>
              <a:gd name="csX25" fmla="*/ 31611 w 127600"/>
              <a:gd name="csY25" fmla="*/ 52275 h 127583"/>
              <a:gd name="csX26" fmla="*/ 26371 w 127600"/>
              <a:gd name="csY26" fmla="*/ 48056 h 127583"/>
              <a:gd name="csX27" fmla="*/ 26371 w 127600"/>
              <a:gd name="csY27" fmla="*/ 40538 h 127583"/>
              <a:gd name="csX28" fmla="*/ 33874 w 127600"/>
              <a:gd name="csY28" fmla="*/ 40521 h 127583"/>
              <a:gd name="csX29" fmla="*/ 42142 w 127600"/>
              <a:gd name="csY29" fmla="*/ 45726 h 127583"/>
              <a:gd name="csX30" fmla="*/ 45749 w 127600"/>
              <a:gd name="csY30" fmla="*/ 35434 h 127583"/>
              <a:gd name="csX31" fmla="*/ 23036 w 127600"/>
              <a:gd name="csY31" fmla="*/ 35434 h 127583"/>
              <a:gd name="csX32" fmla="*/ 17728 w 127600"/>
              <a:gd name="csY32" fmla="*/ 30110 h 127583"/>
              <a:gd name="csX33" fmla="*/ 23036 w 127600"/>
              <a:gd name="csY33" fmla="*/ 24802 h 127583"/>
              <a:gd name="csX34" fmla="*/ 35439 w 127600"/>
              <a:gd name="csY34" fmla="*/ 24802 h 127583"/>
              <a:gd name="csX35" fmla="*/ 35439 w 127600"/>
              <a:gd name="csY35" fmla="*/ 23033 h 127583"/>
              <a:gd name="csX36" fmla="*/ 40764 w 127600"/>
              <a:gd name="csY36" fmla="*/ 17708 h 127583"/>
              <a:gd name="csX37" fmla="*/ 83298 w 127600"/>
              <a:gd name="csY37" fmla="*/ 31896 h 127583"/>
              <a:gd name="csX38" fmla="*/ 88606 w 127600"/>
              <a:gd name="csY38" fmla="*/ 37203 h 127583"/>
              <a:gd name="csX39" fmla="*/ 83298 w 127600"/>
              <a:gd name="csY39" fmla="*/ 42528 h 127583"/>
              <a:gd name="csX40" fmla="*/ 77973 w 127600"/>
              <a:gd name="csY40" fmla="*/ 37203 h 127583"/>
              <a:gd name="csX41" fmla="*/ 83298 w 127600"/>
              <a:gd name="csY41" fmla="*/ 31896 h 127583"/>
              <a:gd name="csX42" fmla="*/ 69109 w 127600"/>
              <a:gd name="csY42" fmla="*/ 49621 h 127583"/>
              <a:gd name="csX43" fmla="*/ 74434 w 127600"/>
              <a:gd name="csY43" fmla="*/ 54929 h 127583"/>
              <a:gd name="csX44" fmla="*/ 69109 w 127600"/>
              <a:gd name="csY44" fmla="*/ 60253 h 127583"/>
              <a:gd name="csX45" fmla="*/ 63800 w 127600"/>
              <a:gd name="csY45" fmla="*/ 54929 h 127583"/>
              <a:gd name="csX46" fmla="*/ 69109 w 127600"/>
              <a:gd name="csY46" fmla="*/ 49621 h 127583"/>
              <a:gd name="csX47" fmla="*/ 85067 w 127600"/>
              <a:gd name="csY47" fmla="*/ 60253 h 127583"/>
              <a:gd name="csX48" fmla="*/ 89916 w 127600"/>
              <a:gd name="csY48" fmla="*/ 63383 h 127583"/>
              <a:gd name="csX49" fmla="*/ 105858 w 127600"/>
              <a:gd name="csY49" fmla="*/ 98818 h 127583"/>
              <a:gd name="csX50" fmla="*/ 103204 w 127600"/>
              <a:gd name="csY50" fmla="*/ 105843 h 127583"/>
              <a:gd name="csX51" fmla="*/ 101025 w 127600"/>
              <a:gd name="csY51" fmla="*/ 106319 h 127583"/>
              <a:gd name="csX52" fmla="*/ 96176 w 127600"/>
              <a:gd name="csY52" fmla="*/ 103189 h 127583"/>
              <a:gd name="csX53" fmla="*/ 94782 w 127600"/>
              <a:gd name="csY53" fmla="*/ 100111 h 127583"/>
              <a:gd name="csX54" fmla="*/ 75352 w 127600"/>
              <a:gd name="csY54" fmla="*/ 100111 h 127583"/>
              <a:gd name="csX55" fmla="*/ 73958 w 127600"/>
              <a:gd name="csY55" fmla="*/ 103189 h 127583"/>
              <a:gd name="csX56" fmla="*/ 66930 w 127600"/>
              <a:gd name="csY56" fmla="*/ 105843 h 127583"/>
              <a:gd name="csX57" fmla="*/ 64276 w 127600"/>
              <a:gd name="csY57" fmla="*/ 98818 h 127583"/>
              <a:gd name="csX58" fmla="*/ 80218 w 127600"/>
              <a:gd name="csY58" fmla="*/ 63383 h 127583"/>
              <a:gd name="csX59" fmla="*/ 85067 w 127600"/>
              <a:gd name="csY59" fmla="*/ 60253 h 127583"/>
              <a:gd name="csX60" fmla="*/ 54936 w 127600"/>
              <a:gd name="csY60" fmla="*/ 67330 h 127583"/>
              <a:gd name="csX61" fmla="*/ 60261 w 127600"/>
              <a:gd name="csY61" fmla="*/ 72654 h 127583"/>
              <a:gd name="csX62" fmla="*/ 54936 w 127600"/>
              <a:gd name="csY62" fmla="*/ 77962 h 127583"/>
              <a:gd name="csX63" fmla="*/ 49628 w 127600"/>
              <a:gd name="csY63" fmla="*/ 72654 h 127583"/>
              <a:gd name="csX64" fmla="*/ 54936 w 127600"/>
              <a:gd name="csY64" fmla="*/ 67330 h 127583"/>
              <a:gd name="csX65" fmla="*/ 85067 w 127600"/>
              <a:gd name="csY65" fmla="*/ 78506 h 127583"/>
              <a:gd name="csX66" fmla="*/ 80133 w 127600"/>
              <a:gd name="csY66" fmla="*/ 89479 h 127583"/>
              <a:gd name="csX67" fmla="*/ 90001 w 127600"/>
              <a:gd name="csY67" fmla="*/ 89479 h 127583"/>
              <a:gd name="csX68" fmla="*/ 85067 w 127600"/>
              <a:gd name="csY68" fmla="*/ 78506 h 127583"/>
              <a:gd name="csX69" fmla="*/ 40764 w 127600"/>
              <a:gd name="csY69" fmla="*/ 85056 h 127583"/>
              <a:gd name="csX70" fmla="*/ 46072 w 127600"/>
              <a:gd name="csY70" fmla="*/ 90363 h 127583"/>
              <a:gd name="csX71" fmla="*/ 40764 w 127600"/>
              <a:gd name="csY71" fmla="*/ 95687 h 127583"/>
              <a:gd name="csX72" fmla="*/ 35439 w 127600"/>
              <a:gd name="csY72" fmla="*/ 90363 h 127583"/>
              <a:gd name="csX73" fmla="*/ 40764 w 127600"/>
              <a:gd name="csY73" fmla="*/ 85056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53" y="7"/>
                  <a:pt x="0" y="6859"/>
                  <a:pt x="0" y="15285"/>
                </a:cubicBezTo>
                <a:lnTo>
                  <a:pt x="0" y="70824"/>
                </a:lnTo>
                <a:cubicBezTo>
                  <a:pt x="0" y="79250"/>
                  <a:pt x="6853" y="86102"/>
                  <a:pt x="15280" y="86102"/>
                </a:cubicBezTo>
                <a:lnTo>
                  <a:pt x="16720" y="86102"/>
                </a:lnTo>
                <a:cubicBezTo>
                  <a:pt x="17426" y="93874"/>
                  <a:pt x="23987" y="99993"/>
                  <a:pt x="31947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29163"/>
                </a:lnTo>
                <a:cubicBezTo>
                  <a:pt x="100001" y="20750"/>
                  <a:pt x="93147" y="13898"/>
                  <a:pt x="84720" y="13898"/>
                </a:cubicBezTo>
                <a:lnTo>
                  <a:pt x="83281" y="13898"/>
                </a:lnTo>
                <a:cubicBezTo>
                  <a:pt x="82574" y="6126"/>
                  <a:pt x="76013" y="7"/>
                  <a:pt x="68054" y="7"/>
                </a:cubicBezTo>
                <a:lnTo>
                  <a:pt x="15280" y="7"/>
                </a:lnTo>
                <a:close/>
                <a:moveTo>
                  <a:pt x="31947" y="13884"/>
                </a:moveTo>
                <a:cubicBezTo>
                  <a:pt x="34253" y="13884"/>
                  <a:pt x="36107" y="15751"/>
                  <a:pt x="36107" y="18058"/>
                </a:cubicBezTo>
                <a:lnTo>
                  <a:pt x="36107" y="19444"/>
                </a:lnTo>
                <a:lnTo>
                  <a:pt x="45827" y="19444"/>
                </a:lnTo>
                <a:cubicBezTo>
                  <a:pt x="48134" y="19444"/>
                  <a:pt x="50000" y="21311"/>
                  <a:pt x="50000" y="23617"/>
                </a:cubicBezTo>
                <a:cubicBezTo>
                  <a:pt x="50000" y="25923"/>
                  <a:pt x="48134" y="27776"/>
                  <a:pt x="45827" y="27776"/>
                </a:cubicBezTo>
                <a:lnTo>
                  <a:pt x="44214" y="27776"/>
                </a:lnTo>
                <a:cubicBezTo>
                  <a:pt x="43587" y="33989"/>
                  <a:pt x="41547" y="38988"/>
                  <a:pt x="38147" y="42655"/>
                </a:cubicBezTo>
                <a:cubicBezTo>
                  <a:pt x="37853" y="43068"/>
                  <a:pt x="37507" y="43414"/>
                  <a:pt x="37093" y="43707"/>
                </a:cubicBezTo>
                <a:cubicBezTo>
                  <a:pt x="32640" y="47841"/>
                  <a:pt x="26226" y="50000"/>
                  <a:pt x="18053" y="50000"/>
                </a:cubicBezTo>
                <a:cubicBezTo>
                  <a:pt x="15747" y="50000"/>
                  <a:pt x="13893" y="48134"/>
                  <a:pt x="13893" y="45827"/>
                </a:cubicBezTo>
                <a:cubicBezTo>
                  <a:pt x="13893" y="43534"/>
                  <a:pt x="15747" y="41668"/>
                  <a:pt x="18053" y="41668"/>
                </a:cubicBezTo>
                <a:cubicBezTo>
                  <a:pt x="20574" y="41668"/>
                  <a:pt x="22813" y="41442"/>
                  <a:pt x="24774" y="40975"/>
                </a:cubicBezTo>
                <a:cubicBezTo>
                  <a:pt x="22520" y="39482"/>
                  <a:pt x="20987" y="37989"/>
                  <a:pt x="20667" y="37668"/>
                </a:cubicBezTo>
                <a:cubicBezTo>
                  <a:pt x="19040" y="36042"/>
                  <a:pt x="19040" y="33402"/>
                  <a:pt x="20667" y="31776"/>
                </a:cubicBezTo>
                <a:cubicBezTo>
                  <a:pt x="22294" y="30149"/>
                  <a:pt x="24920" y="30149"/>
                  <a:pt x="26547" y="31763"/>
                </a:cubicBezTo>
                <a:cubicBezTo>
                  <a:pt x="27494" y="32696"/>
                  <a:pt x="30334" y="35042"/>
                  <a:pt x="33027" y="35842"/>
                </a:cubicBezTo>
                <a:cubicBezTo>
                  <a:pt x="34534" y="33749"/>
                  <a:pt x="35440" y="31056"/>
                  <a:pt x="35853" y="27776"/>
                </a:cubicBezTo>
                <a:lnTo>
                  <a:pt x="18053" y="27776"/>
                </a:lnTo>
                <a:cubicBezTo>
                  <a:pt x="15747" y="27776"/>
                  <a:pt x="13893" y="25909"/>
                  <a:pt x="13893" y="23604"/>
                </a:cubicBezTo>
                <a:cubicBezTo>
                  <a:pt x="13893" y="21311"/>
                  <a:pt x="15747" y="19444"/>
                  <a:pt x="18053" y="19444"/>
                </a:cubicBezTo>
                <a:lnTo>
                  <a:pt x="27774" y="19444"/>
                </a:lnTo>
                <a:lnTo>
                  <a:pt x="27774" y="18058"/>
                </a:lnTo>
                <a:cubicBezTo>
                  <a:pt x="27774" y="15751"/>
                  <a:pt x="29640" y="13884"/>
                  <a:pt x="31947" y="13884"/>
                </a:cubicBezTo>
                <a:close/>
                <a:moveTo>
                  <a:pt x="65281" y="25004"/>
                </a:moveTo>
                <a:cubicBezTo>
                  <a:pt x="67574" y="25004"/>
                  <a:pt x="69440" y="26870"/>
                  <a:pt x="69440" y="29163"/>
                </a:cubicBezTo>
                <a:cubicBezTo>
                  <a:pt x="69440" y="31469"/>
                  <a:pt x="67574" y="33336"/>
                  <a:pt x="65281" y="33336"/>
                </a:cubicBezTo>
                <a:cubicBezTo>
                  <a:pt x="62973" y="33336"/>
                  <a:pt x="61107" y="31469"/>
                  <a:pt x="61107" y="29163"/>
                </a:cubicBezTo>
                <a:cubicBezTo>
                  <a:pt x="61107" y="26870"/>
                  <a:pt x="62973" y="25004"/>
                  <a:pt x="65281" y="25004"/>
                </a:cubicBezTo>
                <a:close/>
                <a:moveTo>
                  <a:pt x="54161" y="38895"/>
                </a:moveTo>
                <a:cubicBezTo>
                  <a:pt x="56467" y="38895"/>
                  <a:pt x="58334" y="40761"/>
                  <a:pt x="58334" y="43054"/>
                </a:cubicBezTo>
                <a:cubicBezTo>
                  <a:pt x="58334" y="45361"/>
                  <a:pt x="56467" y="47227"/>
                  <a:pt x="54161" y="47227"/>
                </a:cubicBezTo>
                <a:cubicBezTo>
                  <a:pt x="51867" y="47227"/>
                  <a:pt x="50000" y="45361"/>
                  <a:pt x="50000" y="43054"/>
                </a:cubicBezTo>
                <a:cubicBezTo>
                  <a:pt x="50000" y="40761"/>
                  <a:pt x="51867" y="38895"/>
                  <a:pt x="54161" y="38895"/>
                </a:cubicBezTo>
                <a:close/>
                <a:moveTo>
                  <a:pt x="66667" y="47227"/>
                </a:moveTo>
                <a:cubicBezTo>
                  <a:pt x="68307" y="47227"/>
                  <a:pt x="69787" y="48187"/>
                  <a:pt x="70467" y="49680"/>
                </a:cubicBezTo>
                <a:lnTo>
                  <a:pt x="82961" y="77450"/>
                </a:lnTo>
                <a:cubicBezTo>
                  <a:pt x="83908" y="79556"/>
                  <a:pt x="82973" y="82009"/>
                  <a:pt x="80881" y="82956"/>
                </a:cubicBezTo>
                <a:cubicBezTo>
                  <a:pt x="80321" y="83209"/>
                  <a:pt x="79747" y="83329"/>
                  <a:pt x="79173" y="83329"/>
                </a:cubicBezTo>
                <a:cubicBezTo>
                  <a:pt x="77587" y="83329"/>
                  <a:pt x="76067" y="82423"/>
                  <a:pt x="75373" y="80876"/>
                </a:cubicBezTo>
                <a:lnTo>
                  <a:pt x="74281" y="78464"/>
                </a:lnTo>
                <a:lnTo>
                  <a:pt x="59053" y="78464"/>
                </a:lnTo>
                <a:lnTo>
                  <a:pt x="57961" y="80876"/>
                </a:lnTo>
                <a:cubicBezTo>
                  <a:pt x="57027" y="82969"/>
                  <a:pt x="54560" y="83916"/>
                  <a:pt x="52453" y="82956"/>
                </a:cubicBezTo>
                <a:cubicBezTo>
                  <a:pt x="50361" y="82009"/>
                  <a:pt x="49426" y="79556"/>
                  <a:pt x="50373" y="77450"/>
                </a:cubicBezTo>
                <a:lnTo>
                  <a:pt x="62867" y="49680"/>
                </a:lnTo>
                <a:cubicBezTo>
                  <a:pt x="63547" y="48187"/>
                  <a:pt x="65027" y="47227"/>
                  <a:pt x="66667" y="47227"/>
                </a:cubicBezTo>
                <a:close/>
                <a:moveTo>
                  <a:pt x="43053" y="52773"/>
                </a:moveTo>
                <a:cubicBezTo>
                  <a:pt x="45361" y="52773"/>
                  <a:pt x="47226" y="54639"/>
                  <a:pt x="47226" y="56946"/>
                </a:cubicBezTo>
                <a:cubicBezTo>
                  <a:pt x="47226" y="59239"/>
                  <a:pt x="45361" y="61105"/>
                  <a:pt x="43053" y="61105"/>
                </a:cubicBezTo>
                <a:cubicBezTo>
                  <a:pt x="40760" y="61105"/>
                  <a:pt x="38893" y="59239"/>
                  <a:pt x="38893" y="56946"/>
                </a:cubicBezTo>
                <a:cubicBezTo>
                  <a:pt x="38893" y="54639"/>
                  <a:pt x="40760" y="52773"/>
                  <a:pt x="43053" y="52773"/>
                </a:cubicBezTo>
                <a:close/>
                <a:moveTo>
                  <a:pt x="66667" y="61532"/>
                </a:moveTo>
                <a:lnTo>
                  <a:pt x="62800" y="70131"/>
                </a:lnTo>
                <a:lnTo>
                  <a:pt x="70534" y="70131"/>
                </a:lnTo>
                <a:lnTo>
                  <a:pt x="66667" y="61532"/>
                </a:lnTo>
                <a:close/>
                <a:moveTo>
                  <a:pt x="31947" y="66665"/>
                </a:moveTo>
                <a:cubicBezTo>
                  <a:pt x="34241" y="66665"/>
                  <a:pt x="36107" y="68531"/>
                  <a:pt x="36107" y="70824"/>
                </a:cubicBezTo>
                <a:cubicBezTo>
                  <a:pt x="36107" y="73130"/>
                  <a:pt x="34241" y="74996"/>
                  <a:pt x="31947" y="74996"/>
                </a:cubicBezTo>
                <a:cubicBezTo>
                  <a:pt x="29640" y="74996"/>
                  <a:pt x="27774" y="73130"/>
                  <a:pt x="27774" y="70824"/>
                </a:cubicBezTo>
                <a:cubicBezTo>
                  <a:pt x="27774" y="68531"/>
                  <a:pt x="29640" y="66665"/>
                  <a:pt x="31947" y="6666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1" name="Белый — SVG 81">
            <a:extLst>
              <a:ext uri="{FF2B5EF4-FFF2-40B4-BE49-F238E27FC236}">
                <a16:creationId xmlns:a16="http://schemas.microsoft.com/office/drawing/2014/main" id="{00161AFC-ADC0-8E4D-ABE7-9E443585C8B4}"/>
              </a:ext>
            </a:extLst>
          </p:cNvPr>
          <p:cNvSpPr>
            <a:spLocks noGrp="1"/>
          </p:cNvSpPr>
          <p:nvPr/>
        </p:nvSpPr>
        <p:spPr>
          <a:xfrm>
            <a:off x="5220000" y="5790000"/>
            <a:ext cx="220000" cy="220000"/>
          </a:xfrm>
          <a:custGeom>
            <a:avLst/>
            <a:gdLst>
              <a:gd name="csX0" fmla="*/ 46072 w 163175"/>
              <a:gd name="csY0" fmla="*/ 0 h 145376"/>
              <a:gd name="csX1" fmla="*/ 0 w 163175"/>
              <a:gd name="csY1" fmla="*/ 46066 h 145376"/>
              <a:gd name="csX2" fmla="*/ 4781 w 163175"/>
              <a:gd name="csY2" fmla="*/ 66480 h 145376"/>
              <a:gd name="csX3" fmla="*/ 272 w 163175"/>
              <a:gd name="csY3" fmla="*/ 82606 h 145376"/>
              <a:gd name="csX4" fmla="*/ 2229 w 163175"/>
              <a:gd name="csY4" fmla="*/ 89955 h 145376"/>
              <a:gd name="csX5" fmla="*/ 7554 w 163175"/>
              <a:gd name="csY5" fmla="*/ 92149 h 145376"/>
              <a:gd name="csX6" fmla="*/ 9562 w 163175"/>
              <a:gd name="csY6" fmla="*/ 91860 h 145376"/>
              <a:gd name="csX7" fmla="*/ 25690 w 163175"/>
              <a:gd name="csY7" fmla="*/ 87352 h 145376"/>
              <a:gd name="csX8" fmla="*/ 46072 w 163175"/>
              <a:gd name="csY8" fmla="*/ 92149 h 145376"/>
              <a:gd name="csX9" fmla="*/ 92162 w 163175"/>
              <a:gd name="csY9" fmla="*/ 46066 h 145376"/>
              <a:gd name="csX10" fmla="*/ 46072 w 163175"/>
              <a:gd name="csY10" fmla="*/ 0 h 145376"/>
              <a:gd name="csX11" fmla="*/ 46208 w 163175"/>
              <a:gd name="csY11" fmla="*/ 21400 h 145376"/>
              <a:gd name="csX12" fmla="*/ 51534 w 163175"/>
              <a:gd name="csY12" fmla="*/ 26724 h 145376"/>
              <a:gd name="csX13" fmla="*/ 51534 w 163175"/>
              <a:gd name="csY13" fmla="*/ 28494 h 145376"/>
              <a:gd name="csX14" fmla="*/ 62167 w 163175"/>
              <a:gd name="csY14" fmla="*/ 28494 h 145376"/>
              <a:gd name="csX15" fmla="*/ 67475 w 163175"/>
              <a:gd name="csY15" fmla="*/ 33801 h 145376"/>
              <a:gd name="csX16" fmla="*/ 62167 w 163175"/>
              <a:gd name="csY16" fmla="*/ 39126 h 145376"/>
              <a:gd name="csX17" fmla="*/ 60143 w 163175"/>
              <a:gd name="csY17" fmla="*/ 39126 h 145376"/>
              <a:gd name="csX18" fmla="*/ 54868 w 163175"/>
              <a:gd name="csY18" fmla="*/ 56239 h 145376"/>
              <a:gd name="csX19" fmla="*/ 58628 w 163175"/>
              <a:gd name="csY19" fmla="*/ 56834 h 145376"/>
              <a:gd name="csX20" fmla="*/ 63937 w 163175"/>
              <a:gd name="csY20" fmla="*/ 62159 h 145376"/>
              <a:gd name="csX21" fmla="*/ 58628 w 163175"/>
              <a:gd name="csY21" fmla="*/ 67466 h 145376"/>
              <a:gd name="csX22" fmla="*/ 46327 w 163175"/>
              <a:gd name="csY22" fmla="*/ 64013 h 145376"/>
              <a:gd name="csX23" fmla="*/ 30624 w 163175"/>
              <a:gd name="csY23" fmla="*/ 67466 h 145376"/>
              <a:gd name="csX24" fmla="*/ 25299 w 163175"/>
              <a:gd name="csY24" fmla="*/ 62159 h 145376"/>
              <a:gd name="csX25" fmla="*/ 30624 w 163175"/>
              <a:gd name="csY25" fmla="*/ 56834 h 145376"/>
              <a:gd name="csX26" fmla="*/ 36970 w 163175"/>
              <a:gd name="csY26" fmla="*/ 56205 h 145376"/>
              <a:gd name="csX27" fmla="*/ 32819 w 163175"/>
              <a:gd name="csY27" fmla="*/ 50744 h 145376"/>
              <a:gd name="csX28" fmla="*/ 34588 w 163175"/>
              <a:gd name="csY28" fmla="*/ 43446 h 145376"/>
              <a:gd name="csX29" fmla="*/ 41887 w 163175"/>
              <a:gd name="csY29" fmla="*/ 45216 h 145376"/>
              <a:gd name="csX30" fmla="*/ 46004 w 163175"/>
              <a:gd name="csY30" fmla="*/ 50370 h 145376"/>
              <a:gd name="csX31" fmla="*/ 49509 w 163175"/>
              <a:gd name="csY31" fmla="*/ 39126 h 145376"/>
              <a:gd name="csX32" fmla="*/ 30267 w 163175"/>
              <a:gd name="csY32" fmla="*/ 39126 h 145376"/>
              <a:gd name="csX33" fmla="*/ 24942 w 163175"/>
              <a:gd name="csY33" fmla="*/ 33801 h 145376"/>
              <a:gd name="csX34" fmla="*/ 30267 w 163175"/>
              <a:gd name="csY34" fmla="*/ 28494 h 145376"/>
              <a:gd name="csX35" fmla="*/ 40900 w 163175"/>
              <a:gd name="csY35" fmla="*/ 28494 h 145376"/>
              <a:gd name="csX36" fmla="*/ 40900 w 163175"/>
              <a:gd name="csY36" fmla="*/ 26724 h 145376"/>
              <a:gd name="csX37" fmla="*/ 46208 w 163175"/>
              <a:gd name="csY37" fmla="*/ 21400 h 145376"/>
              <a:gd name="csX38" fmla="*/ 115334 w 163175"/>
              <a:gd name="csY38" fmla="*/ 42528 h 145376"/>
              <a:gd name="csX39" fmla="*/ 102744 w 163175"/>
              <a:gd name="csY39" fmla="*/ 44059 h 145376"/>
              <a:gd name="csX40" fmla="*/ 102795 w 163175"/>
              <a:gd name="csY40" fmla="*/ 46066 h 145376"/>
              <a:gd name="csX41" fmla="*/ 67526 w 163175"/>
              <a:gd name="csY41" fmla="*/ 98562 h 145376"/>
              <a:gd name="csX42" fmla="*/ 67475 w 163175"/>
              <a:gd name="csY42" fmla="*/ 99481 h 145376"/>
              <a:gd name="csX43" fmla="*/ 78262 w 163175"/>
              <a:gd name="csY43" fmla="*/ 113583 h 145376"/>
              <a:gd name="csX44" fmla="*/ 115334 w 163175"/>
              <a:gd name="csY44" fmla="*/ 145377 h 145376"/>
              <a:gd name="csX45" fmla="*/ 152406 w 163175"/>
              <a:gd name="csY45" fmla="*/ 113583 h 145376"/>
              <a:gd name="csX46" fmla="*/ 163176 w 163175"/>
              <a:gd name="csY46" fmla="*/ 99481 h 145376"/>
              <a:gd name="csX47" fmla="*/ 158123 w 163175"/>
              <a:gd name="csY47" fmla="*/ 88067 h 145376"/>
              <a:gd name="csX48" fmla="*/ 157681 w 163175"/>
              <a:gd name="csY48" fmla="*/ 82402 h 145376"/>
              <a:gd name="csX49" fmla="*/ 115334 w 163175"/>
              <a:gd name="csY49" fmla="*/ 42528 h 145376"/>
              <a:gd name="csX50" fmla="*/ 115334 w 163175"/>
              <a:gd name="csY50" fmla="*/ 67330 h 145376"/>
              <a:gd name="csX51" fmla="*/ 120268 w 163175"/>
              <a:gd name="csY51" fmla="*/ 70664 h 145376"/>
              <a:gd name="csX52" fmla="*/ 134440 w 163175"/>
              <a:gd name="csY52" fmla="*/ 106098 h 145376"/>
              <a:gd name="csX53" fmla="*/ 131497 w 163175"/>
              <a:gd name="csY53" fmla="*/ 113022 h 145376"/>
              <a:gd name="csX54" fmla="*/ 129506 w 163175"/>
              <a:gd name="csY54" fmla="*/ 113413 h 145376"/>
              <a:gd name="csX55" fmla="*/ 124589 w 163175"/>
              <a:gd name="csY55" fmla="*/ 110079 h 145376"/>
              <a:gd name="csX56" fmla="*/ 123058 w 163175"/>
              <a:gd name="csY56" fmla="*/ 106319 h 145376"/>
              <a:gd name="csX57" fmla="*/ 107610 w 163175"/>
              <a:gd name="csY57" fmla="*/ 106319 h 145376"/>
              <a:gd name="csX58" fmla="*/ 106079 w 163175"/>
              <a:gd name="csY58" fmla="*/ 110079 h 145376"/>
              <a:gd name="csX59" fmla="*/ 99171 w 163175"/>
              <a:gd name="csY59" fmla="*/ 113022 h 145376"/>
              <a:gd name="csX60" fmla="*/ 96228 w 163175"/>
              <a:gd name="csY60" fmla="*/ 106098 h 145376"/>
              <a:gd name="csX61" fmla="*/ 110400 w 163175"/>
              <a:gd name="csY61" fmla="*/ 70664 h 145376"/>
              <a:gd name="csX62" fmla="*/ 115334 w 163175"/>
              <a:gd name="csY62" fmla="*/ 67330 h 145376"/>
              <a:gd name="csX63" fmla="*/ 115334 w 163175"/>
              <a:gd name="csY63" fmla="*/ 86961 h 145376"/>
              <a:gd name="csX64" fmla="*/ 111863 w 163175"/>
              <a:gd name="csY64" fmla="*/ 95687 h 145376"/>
              <a:gd name="csX65" fmla="*/ 118805 w 163175"/>
              <a:gd name="csY65" fmla="*/ 95687 h 145376"/>
              <a:gd name="csX66" fmla="*/ 115334 w 163175"/>
              <a:gd name="csY66" fmla="*/ 86961 h 145376"/>
            </a:gdLst>
            <a:ahLst/>
            <a:cxnLst/>
            <a:rect l="l" t="t" r="r" b="b"/>
            <a:pathLst>
              <a:path w="100000" h="100000">
                <a:moveTo>
                  <a:pt x="28235" y="5454"/>
                </a:moveTo>
                <a:cubicBezTo>
                  <a:pt x="12689" y="5454"/>
                  <a:pt x="0" y="18120"/>
                  <a:pt x="0" y="33685"/>
                </a:cubicBezTo>
                <a:cubicBezTo>
                  <a:pt x="0" y="38032"/>
                  <a:pt x="1022" y="42306"/>
                  <a:pt x="2930" y="46195"/>
                </a:cubicBezTo>
                <a:lnTo>
                  <a:pt x="167" y="56078"/>
                </a:lnTo>
                <a:cubicBezTo>
                  <a:pt x="-260" y="57694"/>
                  <a:pt x="198" y="59403"/>
                  <a:pt x="1366" y="60582"/>
                </a:cubicBezTo>
                <a:cubicBezTo>
                  <a:pt x="2231" y="61447"/>
                  <a:pt x="3409" y="61926"/>
                  <a:pt x="4629" y="61926"/>
                </a:cubicBezTo>
                <a:cubicBezTo>
                  <a:pt x="5036" y="61926"/>
                  <a:pt x="5453" y="61854"/>
                  <a:pt x="5860" y="61749"/>
                </a:cubicBezTo>
                <a:lnTo>
                  <a:pt x="15744" y="58987"/>
                </a:lnTo>
                <a:cubicBezTo>
                  <a:pt x="19612" y="60926"/>
                  <a:pt x="23918" y="61926"/>
                  <a:pt x="28235" y="61926"/>
                </a:cubicBezTo>
                <a:cubicBezTo>
                  <a:pt x="43812" y="61926"/>
                  <a:pt x="56480" y="49260"/>
                  <a:pt x="56480" y="33685"/>
                </a:cubicBezTo>
                <a:cubicBezTo>
                  <a:pt x="56480" y="18120"/>
                  <a:pt x="43812" y="5454"/>
                  <a:pt x="28235" y="5454"/>
                </a:cubicBezTo>
                <a:close/>
                <a:moveTo>
                  <a:pt x="28318" y="18569"/>
                </a:moveTo>
                <a:cubicBezTo>
                  <a:pt x="30122" y="18569"/>
                  <a:pt x="31582" y="20028"/>
                  <a:pt x="31582" y="21831"/>
                </a:cubicBezTo>
                <a:lnTo>
                  <a:pt x="31582" y="22916"/>
                </a:lnTo>
                <a:lnTo>
                  <a:pt x="38098" y="22916"/>
                </a:lnTo>
                <a:cubicBezTo>
                  <a:pt x="39902" y="22916"/>
                  <a:pt x="41351" y="24365"/>
                  <a:pt x="41351" y="26169"/>
                </a:cubicBezTo>
                <a:cubicBezTo>
                  <a:pt x="41351" y="27972"/>
                  <a:pt x="39902" y="29432"/>
                  <a:pt x="38098" y="29432"/>
                </a:cubicBezTo>
                <a:lnTo>
                  <a:pt x="36858" y="29432"/>
                </a:lnTo>
                <a:cubicBezTo>
                  <a:pt x="36493" y="33967"/>
                  <a:pt x="35315" y="37396"/>
                  <a:pt x="33625" y="39919"/>
                </a:cubicBezTo>
                <a:cubicBezTo>
                  <a:pt x="34366" y="40159"/>
                  <a:pt x="35127" y="40284"/>
                  <a:pt x="35930" y="40284"/>
                </a:cubicBezTo>
                <a:cubicBezTo>
                  <a:pt x="37733" y="40284"/>
                  <a:pt x="39183" y="41744"/>
                  <a:pt x="39183" y="43547"/>
                </a:cubicBezTo>
                <a:cubicBezTo>
                  <a:pt x="39183" y="45351"/>
                  <a:pt x="37733" y="46800"/>
                  <a:pt x="35930" y="46800"/>
                </a:cubicBezTo>
                <a:cubicBezTo>
                  <a:pt x="33104" y="46800"/>
                  <a:pt x="30560" y="45914"/>
                  <a:pt x="28391" y="44684"/>
                </a:cubicBezTo>
                <a:cubicBezTo>
                  <a:pt x="25389" y="46289"/>
                  <a:pt x="21958" y="46800"/>
                  <a:pt x="18768" y="46800"/>
                </a:cubicBezTo>
                <a:cubicBezTo>
                  <a:pt x="16964" y="46800"/>
                  <a:pt x="15504" y="45351"/>
                  <a:pt x="15504" y="43547"/>
                </a:cubicBezTo>
                <a:cubicBezTo>
                  <a:pt x="15504" y="41744"/>
                  <a:pt x="16964" y="40284"/>
                  <a:pt x="18768" y="40284"/>
                </a:cubicBezTo>
                <a:cubicBezTo>
                  <a:pt x="20196" y="40284"/>
                  <a:pt x="21500" y="40159"/>
                  <a:pt x="22657" y="39899"/>
                </a:cubicBezTo>
                <a:cubicBezTo>
                  <a:pt x="21093" y="38157"/>
                  <a:pt x="20196" y="36729"/>
                  <a:pt x="20113" y="36552"/>
                </a:cubicBezTo>
                <a:cubicBezTo>
                  <a:pt x="19185" y="35040"/>
                  <a:pt x="19654" y="33018"/>
                  <a:pt x="21197" y="32079"/>
                </a:cubicBezTo>
                <a:cubicBezTo>
                  <a:pt x="22719" y="31152"/>
                  <a:pt x="24711" y="31621"/>
                  <a:pt x="25670" y="33164"/>
                </a:cubicBezTo>
                <a:cubicBezTo>
                  <a:pt x="25691" y="33185"/>
                  <a:pt x="26629" y="34686"/>
                  <a:pt x="28193" y="36323"/>
                </a:cubicBezTo>
                <a:cubicBezTo>
                  <a:pt x="29361" y="34602"/>
                  <a:pt x="30060" y="32340"/>
                  <a:pt x="30341" y="29432"/>
                </a:cubicBezTo>
                <a:lnTo>
                  <a:pt x="18549" y="29432"/>
                </a:lnTo>
                <a:cubicBezTo>
                  <a:pt x="16745" y="29432"/>
                  <a:pt x="15285" y="27972"/>
                  <a:pt x="15285" y="26169"/>
                </a:cubicBezTo>
                <a:cubicBezTo>
                  <a:pt x="15285" y="24365"/>
                  <a:pt x="16745" y="22916"/>
                  <a:pt x="18549" y="22916"/>
                </a:cubicBezTo>
                <a:lnTo>
                  <a:pt x="25065" y="22916"/>
                </a:lnTo>
                <a:lnTo>
                  <a:pt x="25065" y="21831"/>
                </a:lnTo>
                <a:cubicBezTo>
                  <a:pt x="25065" y="20028"/>
                  <a:pt x="26525" y="18569"/>
                  <a:pt x="28318" y="18569"/>
                </a:cubicBezTo>
                <a:close/>
                <a:moveTo>
                  <a:pt x="70681" y="31517"/>
                </a:moveTo>
                <a:cubicBezTo>
                  <a:pt x="67939" y="31517"/>
                  <a:pt x="65353" y="31840"/>
                  <a:pt x="62966" y="32455"/>
                </a:cubicBezTo>
                <a:cubicBezTo>
                  <a:pt x="62986" y="32861"/>
                  <a:pt x="62997" y="33279"/>
                  <a:pt x="62997" y="33685"/>
                </a:cubicBezTo>
                <a:cubicBezTo>
                  <a:pt x="62997" y="48197"/>
                  <a:pt x="54041" y="60665"/>
                  <a:pt x="41383" y="65857"/>
                </a:cubicBezTo>
                <a:cubicBezTo>
                  <a:pt x="41351" y="66034"/>
                  <a:pt x="41351" y="66222"/>
                  <a:pt x="41351" y="66420"/>
                </a:cubicBezTo>
                <a:cubicBezTo>
                  <a:pt x="41351" y="70527"/>
                  <a:pt x="44156" y="73978"/>
                  <a:pt x="47962" y="75062"/>
                </a:cubicBezTo>
                <a:cubicBezTo>
                  <a:pt x="51330" y="87145"/>
                  <a:pt x="59858" y="94547"/>
                  <a:pt x="70681" y="94547"/>
                </a:cubicBezTo>
                <a:cubicBezTo>
                  <a:pt x="81493" y="94547"/>
                  <a:pt x="90033" y="87145"/>
                  <a:pt x="93400" y="75062"/>
                </a:cubicBezTo>
                <a:cubicBezTo>
                  <a:pt x="97206" y="73978"/>
                  <a:pt x="100001" y="70527"/>
                  <a:pt x="100001" y="66420"/>
                </a:cubicBezTo>
                <a:cubicBezTo>
                  <a:pt x="100001" y="63532"/>
                  <a:pt x="98874" y="61030"/>
                  <a:pt x="96904" y="59425"/>
                </a:cubicBezTo>
                <a:lnTo>
                  <a:pt x="96633" y="55953"/>
                </a:lnTo>
                <a:cubicBezTo>
                  <a:pt x="96570" y="41546"/>
                  <a:pt x="85925" y="31517"/>
                  <a:pt x="70681" y="31517"/>
                </a:cubicBezTo>
                <a:close/>
                <a:moveTo>
                  <a:pt x="70681" y="46716"/>
                </a:moveTo>
                <a:cubicBezTo>
                  <a:pt x="72006" y="46716"/>
                  <a:pt x="73225" y="47519"/>
                  <a:pt x="73705" y="48760"/>
                </a:cubicBezTo>
                <a:lnTo>
                  <a:pt x="82390" y="70475"/>
                </a:lnTo>
                <a:cubicBezTo>
                  <a:pt x="83068" y="72154"/>
                  <a:pt x="82265" y="74040"/>
                  <a:pt x="80586" y="74718"/>
                </a:cubicBezTo>
                <a:cubicBezTo>
                  <a:pt x="80180" y="74895"/>
                  <a:pt x="79784" y="74958"/>
                  <a:pt x="79366" y="74958"/>
                </a:cubicBezTo>
                <a:cubicBezTo>
                  <a:pt x="78084" y="74958"/>
                  <a:pt x="76854" y="74176"/>
                  <a:pt x="76353" y="72915"/>
                </a:cubicBezTo>
                <a:lnTo>
                  <a:pt x="75415" y="70610"/>
                </a:lnTo>
                <a:lnTo>
                  <a:pt x="65948" y="70610"/>
                </a:lnTo>
                <a:lnTo>
                  <a:pt x="65009" y="72915"/>
                </a:lnTo>
                <a:cubicBezTo>
                  <a:pt x="64342" y="74583"/>
                  <a:pt x="62445" y="75386"/>
                  <a:pt x="60776" y="74718"/>
                </a:cubicBezTo>
                <a:cubicBezTo>
                  <a:pt x="59097" y="74040"/>
                  <a:pt x="58294" y="72154"/>
                  <a:pt x="58972" y="70475"/>
                </a:cubicBezTo>
                <a:lnTo>
                  <a:pt x="67657" y="48760"/>
                </a:lnTo>
                <a:cubicBezTo>
                  <a:pt x="68137" y="47519"/>
                  <a:pt x="69357" y="46716"/>
                  <a:pt x="70681" y="46716"/>
                </a:cubicBezTo>
                <a:close/>
                <a:moveTo>
                  <a:pt x="70681" y="58747"/>
                </a:moveTo>
                <a:lnTo>
                  <a:pt x="68554" y="64095"/>
                </a:lnTo>
                <a:lnTo>
                  <a:pt x="72808" y="64095"/>
                </a:lnTo>
                <a:lnTo>
                  <a:pt x="70681" y="5874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2" name="Белый — SVG 82">
            <a:extLst>
              <a:ext uri="{FF2B5EF4-FFF2-40B4-BE49-F238E27FC236}">
                <a16:creationId xmlns:a16="http://schemas.microsoft.com/office/drawing/2014/main" id="{8FFB7AD0-173A-CD49-AF27-0ED6009B5DBE}"/>
              </a:ext>
            </a:extLst>
          </p:cNvPr>
          <p:cNvSpPr>
            <a:spLocks noGrp="1"/>
          </p:cNvSpPr>
          <p:nvPr/>
        </p:nvSpPr>
        <p:spPr>
          <a:xfrm>
            <a:off x="5820000" y="5790000"/>
            <a:ext cx="220000" cy="220000"/>
          </a:xfrm>
          <a:custGeom>
            <a:avLst/>
            <a:gdLst>
              <a:gd name="csX0" fmla="*/ 99239 w 141772"/>
              <a:gd name="csY0" fmla="*/ 83286 h 106319"/>
              <a:gd name="csX1" fmla="*/ 76203 w 141772"/>
              <a:gd name="csY1" fmla="*/ 106319 h 106319"/>
              <a:gd name="csX2" fmla="*/ 23036 w 141772"/>
              <a:gd name="csY2" fmla="*/ 106319 h 106319"/>
              <a:gd name="csX3" fmla="*/ 0 w 141772"/>
              <a:gd name="csY3" fmla="*/ 83286 h 106319"/>
              <a:gd name="csX4" fmla="*/ 0 w 141772"/>
              <a:gd name="csY4" fmla="*/ 23033 h 106319"/>
              <a:gd name="csX5" fmla="*/ 23036 w 141772"/>
              <a:gd name="csY5" fmla="*/ 0 h 106319"/>
              <a:gd name="csX6" fmla="*/ 76203 w 141772"/>
              <a:gd name="csY6" fmla="*/ 0 h 106319"/>
              <a:gd name="csX7" fmla="*/ 99239 w 141772"/>
              <a:gd name="csY7" fmla="*/ 23033 h 106319"/>
              <a:gd name="csX8" fmla="*/ 99239 w 141772"/>
              <a:gd name="csY8" fmla="*/ 83286 h 106319"/>
              <a:gd name="csX9" fmla="*/ 139085 w 141772"/>
              <a:gd name="csY9" fmla="*/ 14868 h 106319"/>
              <a:gd name="csX10" fmla="*/ 133726 w 141772"/>
              <a:gd name="csY10" fmla="*/ 14936 h 106319"/>
              <a:gd name="csX11" fmla="*/ 106334 w 141772"/>
              <a:gd name="csY11" fmla="*/ 31368 h 106319"/>
              <a:gd name="csX12" fmla="*/ 106334 w 141772"/>
              <a:gd name="csY12" fmla="*/ 74951 h 106319"/>
              <a:gd name="csX13" fmla="*/ 133726 w 141772"/>
              <a:gd name="csY13" fmla="*/ 91384 h 106319"/>
              <a:gd name="csX14" fmla="*/ 136464 w 141772"/>
              <a:gd name="csY14" fmla="*/ 92149 h 106319"/>
              <a:gd name="csX15" fmla="*/ 139085 w 141772"/>
              <a:gd name="csY15" fmla="*/ 91452 h 106319"/>
              <a:gd name="csX16" fmla="*/ 141773 w 141772"/>
              <a:gd name="csY16" fmla="*/ 86825 h 106319"/>
              <a:gd name="csX17" fmla="*/ 141773 w 141772"/>
              <a:gd name="csY17" fmla="*/ 19495 h 106319"/>
              <a:gd name="csX18" fmla="*/ 139085 w 141772"/>
              <a:gd name="csY18" fmla="*/ 14868 h 106319"/>
            </a:gdLst>
            <a:ahLst/>
            <a:cxnLst/>
            <a:rect l="l" t="t" r="r" b="b"/>
            <a:pathLst>
              <a:path w="100000" h="100000">
                <a:moveTo>
                  <a:pt x="69999" y="71250"/>
                </a:moveTo>
                <a:cubicBezTo>
                  <a:pt x="69999" y="80226"/>
                  <a:pt x="62727" y="87496"/>
                  <a:pt x="53750" y="87496"/>
                </a:cubicBezTo>
                <a:lnTo>
                  <a:pt x="16249" y="87496"/>
                </a:lnTo>
                <a:cubicBezTo>
                  <a:pt x="7272" y="87496"/>
                  <a:pt x="0" y="80226"/>
                  <a:pt x="0" y="71250"/>
                </a:cubicBezTo>
                <a:lnTo>
                  <a:pt x="0" y="28750"/>
                </a:lnTo>
                <a:cubicBezTo>
                  <a:pt x="0" y="19775"/>
                  <a:pt x="7272" y="12504"/>
                  <a:pt x="16249" y="12504"/>
                </a:cubicBezTo>
                <a:lnTo>
                  <a:pt x="53750" y="12504"/>
                </a:lnTo>
                <a:cubicBezTo>
                  <a:pt x="62727" y="12504"/>
                  <a:pt x="69999" y="19775"/>
                  <a:pt x="69999" y="28750"/>
                </a:cubicBezTo>
                <a:lnTo>
                  <a:pt x="69999" y="71250"/>
                </a:lnTo>
                <a:close/>
                <a:moveTo>
                  <a:pt x="98105" y="22991"/>
                </a:moveTo>
                <a:cubicBezTo>
                  <a:pt x="96928" y="22331"/>
                  <a:pt x="95489" y="22343"/>
                  <a:pt x="94325" y="23039"/>
                </a:cubicBezTo>
                <a:lnTo>
                  <a:pt x="75004" y="34629"/>
                </a:lnTo>
                <a:lnTo>
                  <a:pt x="75004" y="65371"/>
                </a:lnTo>
                <a:lnTo>
                  <a:pt x="94325" y="76962"/>
                </a:lnTo>
                <a:cubicBezTo>
                  <a:pt x="94924" y="77322"/>
                  <a:pt x="95584" y="77502"/>
                  <a:pt x="96256" y="77502"/>
                </a:cubicBezTo>
                <a:cubicBezTo>
                  <a:pt x="96892" y="77502"/>
                  <a:pt x="97528" y="77334"/>
                  <a:pt x="98105" y="77010"/>
                </a:cubicBezTo>
                <a:cubicBezTo>
                  <a:pt x="99281" y="76350"/>
                  <a:pt x="100001" y="75102"/>
                  <a:pt x="100001" y="73746"/>
                </a:cubicBezTo>
                <a:lnTo>
                  <a:pt x="100001" y="26254"/>
                </a:lnTo>
                <a:cubicBezTo>
                  <a:pt x="100001" y="24899"/>
                  <a:pt x="99281" y="23650"/>
                  <a:pt x="98105" y="2299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3" name="Белый — SVG 83">
            <a:extLst>
              <a:ext uri="{FF2B5EF4-FFF2-40B4-BE49-F238E27FC236}">
                <a16:creationId xmlns:a16="http://schemas.microsoft.com/office/drawing/2014/main" id="{A9271498-77F2-C94D-B806-0931A090A74C}"/>
              </a:ext>
            </a:extLst>
          </p:cNvPr>
          <p:cNvSpPr>
            <a:spLocks noGrp="1"/>
          </p:cNvSpPr>
          <p:nvPr/>
        </p:nvSpPr>
        <p:spPr>
          <a:xfrm>
            <a:off x="6420000" y="5790000"/>
            <a:ext cx="220000" cy="220000"/>
          </a:xfrm>
          <a:custGeom>
            <a:avLst/>
            <a:gdLst>
              <a:gd name="csX0" fmla="*/ 129370 w 148867"/>
              <a:gd name="csY0" fmla="*/ 0 h 120489"/>
              <a:gd name="csX1" fmla="*/ 19497 w 148867"/>
              <a:gd name="csY1" fmla="*/ 0 h 120489"/>
              <a:gd name="csX2" fmla="*/ 0 w 148867"/>
              <a:gd name="csY2" fmla="*/ 19495 h 120489"/>
              <a:gd name="csX3" fmla="*/ 0 w 148867"/>
              <a:gd name="csY3" fmla="*/ 100995 h 120489"/>
              <a:gd name="csX4" fmla="*/ 19497 w 148867"/>
              <a:gd name="csY4" fmla="*/ 120490 h 120489"/>
              <a:gd name="csX5" fmla="*/ 129370 w 148867"/>
              <a:gd name="csY5" fmla="*/ 120490 h 120489"/>
              <a:gd name="csX6" fmla="*/ 148867 w 148867"/>
              <a:gd name="csY6" fmla="*/ 100995 h 120489"/>
              <a:gd name="csX7" fmla="*/ 148867 w 148867"/>
              <a:gd name="csY7" fmla="*/ 19495 h 120489"/>
              <a:gd name="csX8" fmla="*/ 129370 w 148867"/>
              <a:gd name="csY8" fmla="*/ 0 h 120489"/>
              <a:gd name="csX9" fmla="*/ 35439 w 148867"/>
              <a:gd name="csY9" fmla="*/ 70885 h 120489"/>
              <a:gd name="csX10" fmla="*/ 24806 w 148867"/>
              <a:gd name="csY10" fmla="*/ 60253 h 120489"/>
              <a:gd name="csX11" fmla="*/ 35439 w 148867"/>
              <a:gd name="csY11" fmla="*/ 49621 h 120489"/>
              <a:gd name="csX12" fmla="*/ 46072 w 148867"/>
              <a:gd name="csY12" fmla="*/ 60253 h 120489"/>
              <a:gd name="csX13" fmla="*/ 35439 w 148867"/>
              <a:gd name="csY13" fmla="*/ 70885 h 120489"/>
              <a:gd name="csX14" fmla="*/ 73719 w 148867"/>
              <a:gd name="csY14" fmla="*/ 68759 h 120489"/>
              <a:gd name="csX15" fmla="*/ 73021 w 148867"/>
              <a:gd name="csY15" fmla="*/ 73709 h 120489"/>
              <a:gd name="csX16" fmla="*/ 70895 w 148867"/>
              <a:gd name="csY16" fmla="*/ 74424 h 120489"/>
              <a:gd name="csX17" fmla="*/ 68054 w 148867"/>
              <a:gd name="csY17" fmla="*/ 73012 h 120489"/>
              <a:gd name="csX18" fmla="*/ 63800 w 148867"/>
              <a:gd name="csY18" fmla="*/ 67330 h 120489"/>
              <a:gd name="csX19" fmla="*/ 60261 w 148867"/>
              <a:gd name="csY19" fmla="*/ 67330 h 120489"/>
              <a:gd name="csX20" fmla="*/ 60261 w 148867"/>
              <a:gd name="csY20" fmla="*/ 70885 h 120489"/>
              <a:gd name="csX21" fmla="*/ 56706 w 148867"/>
              <a:gd name="csY21" fmla="*/ 74424 h 120489"/>
              <a:gd name="csX22" fmla="*/ 53167 w 148867"/>
              <a:gd name="csY22" fmla="*/ 70885 h 120489"/>
              <a:gd name="csX23" fmla="*/ 53167 w 148867"/>
              <a:gd name="csY23" fmla="*/ 49621 h 120489"/>
              <a:gd name="csX24" fmla="*/ 56706 w 148867"/>
              <a:gd name="csY24" fmla="*/ 46066 h 120489"/>
              <a:gd name="csX25" fmla="*/ 63800 w 148867"/>
              <a:gd name="csY25" fmla="*/ 46066 h 120489"/>
              <a:gd name="csX26" fmla="*/ 74434 w 148867"/>
              <a:gd name="csY26" fmla="*/ 56698 h 120489"/>
              <a:gd name="csX27" fmla="*/ 70708 w 148867"/>
              <a:gd name="csY27" fmla="*/ 64727 h 120489"/>
              <a:gd name="csX28" fmla="*/ 73719 w 148867"/>
              <a:gd name="csY28" fmla="*/ 68759 h 120489"/>
              <a:gd name="csX29" fmla="*/ 93931 w 148867"/>
              <a:gd name="csY29" fmla="*/ 56698 h 120489"/>
              <a:gd name="csX30" fmla="*/ 97470 w 148867"/>
              <a:gd name="csY30" fmla="*/ 60253 h 120489"/>
              <a:gd name="csX31" fmla="*/ 93931 w 148867"/>
              <a:gd name="csY31" fmla="*/ 63792 h 120489"/>
              <a:gd name="csX32" fmla="*/ 88606 w 148867"/>
              <a:gd name="csY32" fmla="*/ 63792 h 120489"/>
              <a:gd name="csX33" fmla="*/ 88606 w 148867"/>
              <a:gd name="csY33" fmla="*/ 67330 h 120489"/>
              <a:gd name="csX34" fmla="*/ 95700 w 148867"/>
              <a:gd name="csY34" fmla="*/ 67330 h 120489"/>
              <a:gd name="csX35" fmla="*/ 99239 w 148867"/>
              <a:gd name="csY35" fmla="*/ 70885 h 120489"/>
              <a:gd name="csX36" fmla="*/ 95700 w 148867"/>
              <a:gd name="csY36" fmla="*/ 74424 h 120489"/>
              <a:gd name="csX37" fmla="*/ 85067 w 148867"/>
              <a:gd name="csY37" fmla="*/ 74424 h 120489"/>
              <a:gd name="csX38" fmla="*/ 81528 w 148867"/>
              <a:gd name="csY38" fmla="*/ 70885 h 120489"/>
              <a:gd name="csX39" fmla="*/ 81528 w 148867"/>
              <a:gd name="csY39" fmla="*/ 49621 h 120489"/>
              <a:gd name="csX40" fmla="*/ 85067 w 148867"/>
              <a:gd name="csY40" fmla="*/ 46066 h 120489"/>
              <a:gd name="csX41" fmla="*/ 95700 w 148867"/>
              <a:gd name="csY41" fmla="*/ 46066 h 120489"/>
              <a:gd name="csX42" fmla="*/ 99239 w 148867"/>
              <a:gd name="csY42" fmla="*/ 49621 h 120489"/>
              <a:gd name="csX43" fmla="*/ 95700 w 148867"/>
              <a:gd name="csY43" fmla="*/ 53160 h 120489"/>
              <a:gd name="csX44" fmla="*/ 88606 w 148867"/>
              <a:gd name="csY44" fmla="*/ 53160 h 120489"/>
              <a:gd name="csX45" fmla="*/ 88606 w 148867"/>
              <a:gd name="csY45" fmla="*/ 56698 h 120489"/>
              <a:gd name="csX46" fmla="*/ 93931 w 148867"/>
              <a:gd name="csY46" fmla="*/ 56698 h 120489"/>
              <a:gd name="csX47" fmla="*/ 114449 w 148867"/>
              <a:gd name="csY47" fmla="*/ 67330 h 120489"/>
              <a:gd name="csX48" fmla="*/ 117290 w 148867"/>
              <a:gd name="csY48" fmla="*/ 65782 h 120489"/>
              <a:gd name="csX49" fmla="*/ 122037 w 148867"/>
              <a:gd name="csY49" fmla="*/ 64149 h 120489"/>
              <a:gd name="csX50" fmla="*/ 123654 w 148867"/>
              <a:gd name="csY50" fmla="*/ 68895 h 120489"/>
              <a:gd name="csX51" fmla="*/ 114449 w 148867"/>
              <a:gd name="csY51" fmla="*/ 74424 h 120489"/>
              <a:gd name="csX52" fmla="*/ 102795 w 148867"/>
              <a:gd name="csY52" fmla="*/ 60253 h 120489"/>
              <a:gd name="csX53" fmla="*/ 114449 w 148867"/>
              <a:gd name="csY53" fmla="*/ 46066 h 120489"/>
              <a:gd name="csX54" fmla="*/ 123654 w 148867"/>
              <a:gd name="csY54" fmla="*/ 51612 h 120489"/>
              <a:gd name="csX55" fmla="*/ 122037 w 148867"/>
              <a:gd name="csY55" fmla="*/ 56341 h 120489"/>
              <a:gd name="csX56" fmla="*/ 117324 w 148867"/>
              <a:gd name="csY56" fmla="*/ 54776 h 120489"/>
              <a:gd name="csX57" fmla="*/ 114449 w 148867"/>
              <a:gd name="csY57" fmla="*/ 53160 h 120489"/>
              <a:gd name="csX58" fmla="*/ 109873 w 148867"/>
              <a:gd name="csY58" fmla="*/ 60253 h 120489"/>
              <a:gd name="csX59" fmla="*/ 114449 w 148867"/>
              <a:gd name="csY59" fmla="*/ 67330 h 120489"/>
              <a:gd name="csX60" fmla="*/ 67339 w 148867"/>
              <a:gd name="csY60" fmla="*/ 56698 h 120489"/>
              <a:gd name="csX61" fmla="*/ 63800 w 148867"/>
              <a:gd name="csY61" fmla="*/ 60253 h 120489"/>
              <a:gd name="csX62" fmla="*/ 60261 w 148867"/>
              <a:gd name="csY62" fmla="*/ 60253 h 120489"/>
              <a:gd name="csX63" fmla="*/ 60261 w 148867"/>
              <a:gd name="csY63" fmla="*/ 53160 h 120489"/>
              <a:gd name="csX64" fmla="*/ 63800 w 148867"/>
              <a:gd name="csY64" fmla="*/ 53160 h 120489"/>
              <a:gd name="csX65" fmla="*/ 67339 w 148867"/>
              <a:gd name="csY65" fmla="*/ 56698 h 120489"/>
            </a:gdLst>
            <a:ahLst/>
            <a:cxnLst/>
            <a:rect l="l" t="t" r="r" b="b"/>
            <a:pathLst>
              <a:path w="100000" h="100000">
                <a:moveTo>
                  <a:pt x="86903" y="9531"/>
                </a:moveTo>
                <a:lnTo>
                  <a:pt x="13097" y="9531"/>
                </a:lnTo>
                <a:cubicBezTo>
                  <a:pt x="5874" y="9531"/>
                  <a:pt x="0" y="15405"/>
                  <a:pt x="0" y="22627"/>
                </a:cubicBezTo>
                <a:lnTo>
                  <a:pt x="0" y="77374"/>
                </a:lnTo>
                <a:cubicBezTo>
                  <a:pt x="0" y="84596"/>
                  <a:pt x="5874" y="90469"/>
                  <a:pt x="13097" y="90469"/>
                </a:cubicBezTo>
                <a:lnTo>
                  <a:pt x="86903" y="90469"/>
                </a:lnTo>
                <a:cubicBezTo>
                  <a:pt x="94126" y="90469"/>
                  <a:pt x="100000" y="84596"/>
                  <a:pt x="100000" y="77374"/>
                </a:cubicBezTo>
                <a:lnTo>
                  <a:pt x="100000" y="22627"/>
                </a:lnTo>
                <a:cubicBezTo>
                  <a:pt x="100000" y="15405"/>
                  <a:pt x="94126" y="9531"/>
                  <a:pt x="86903" y="9531"/>
                </a:cubicBezTo>
                <a:close/>
                <a:moveTo>
                  <a:pt x="23806" y="57148"/>
                </a:moveTo>
                <a:cubicBezTo>
                  <a:pt x="19863" y="57148"/>
                  <a:pt x="16663" y="53948"/>
                  <a:pt x="16663" y="50006"/>
                </a:cubicBezTo>
                <a:cubicBezTo>
                  <a:pt x="16663" y="46052"/>
                  <a:pt x="19863" y="42864"/>
                  <a:pt x="23806" y="42864"/>
                </a:cubicBezTo>
                <a:cubicBezTo>
                  <a:pt x="27760" y="42864"/>
                  <a:pt x="30948" y="46052"/>
                  <a:pt x="30948" y="50006"/>
                </a:cubicBezTo>
                <a:cubicBezTo>
                  <a:pt x="30948" y="53948"/>
                  <a:pt x="27760" y="57148"/>
                  <a:pt x="23806" y="57148"/>
                </a:cubicBezTo>
                <a:close/>
                <a:moveTo>
                  <a:pt x="49520" y="55720"/>
                </a:moveTo>
                <a:cubicBezTo>
                  <a:pt x="50309" y="56771"/>
                  <a:pt x="50103" y="58256"/>
                  <a:pt x="49051" y="59045"/>
                </a:cubicBezTo>
                <a:cubicBezTo>
                  <a:pt x="48617" y="59365"/>
                  <a:pt x="48115" y="59525"/>
                  <a:pt x="47623" y="59525"/>
                </a:cubicBezTo>
                <a:cubicBezTo>
                  <a:pt x="46903" y="59525"/>
                  <a:pt x="46183" y="59193"/>
                  <a:pt x="45715" y="58576"/>
                </a:cubicBezTo>
                <a:lnTo>
                  <a:pt x="42857" y="54760"/>
                </a:lnTo>
                <a:lnTo>
                  <a:pt x="40480" y="54760"/>
                </a:lnTo>
                <a:lnTo>
                  <a:pt x="40480" y="57148"/>
                </a:lnTo>
                <a:cubicBezTo>
                  <a:pt x="40480" y="58462"/>
                  <a:pt x="39406" y="59525"/>
                  <a:pt x="38092" y="59525"/>
                </a:cubicBezTo>
                <a:cubicBezTo>
                  <a:pt x="36777" y="59525"/>
                  <a:pt x="35714" y="58462"/>
                  <a:pt x="35714" y="57148"/>
                </a:cubicBezTo>
                <a:lnTo>
                  <a:pt x="35714" y="42864"/>
                </a:lnTo>
                <a:cubicBezTo>
                  <a:pt x="35714" y="41550"/>
                  <a:pt x="36777" y="40476"/>
                  <a:pt x="38092" y="40476"/>
                </a:cubicBezTo>
                <a:lnTo>
                  <a:pt x="42857" y="40476"/>
                </a:lnTo>
                <a:cubicBezTo>
                  <a:pt x="46800" y="40476"/>
                  <a:pt x="50000" y="43687"/>
                  <a:pt x="50000" y="47618"/>
                </a:cubicBezTo>
                <a:cubicBezTo>
                  <a:pt x="50000" y="49777"/>
                  <a:pt x="49018" y="51697"/>
                  <a:pt x="47497" y="53011"/>
                </a:cubicBezTo>
                <a:lnTo>
                  <a:pt x="49520" y="55720"/>
                </a:lnTo>
                <a:close/>
                <a:moveTo>
                  <a:pt x="63097" y="47618"/>
                </a:moveTo>
                <a:cubicBezTo>
                  <a:pt x="64411" y="47618"/>
                  <a:pt x="65475" y="48692"/>
                  <a:pt x="65475" y="50006"/>
                </a:cubicBezTo>
                <a:cubicBezTo>
                  <a:pt x="65475" y="51320"/>
                  <a:pt x="64411" y="52383"/>
                  <a:pt x="63097" y="52383"/>
                </a:cubicBezTo>
                <a:lnTo>
                  <a:pt x="59520" y="52383"/>
                </a:lnTo>
                <a:lnTo>
                  <a:pt x="59520" y="54760"/>
                </a:lnTo>
                <a:lnTo>
                  <a:pt x="64286" y="54760"/>
                </a:lnTo>
                <a:cubicBezTo>
                  <a:pt x="65600" y="54760"/>
                  <a:pt x="66663" y="55834"/>
                  <a:pt x="66663" y="57148"/>
                </a:cubicBezTo>
                <a:cubicBezTo>
                  <a:pt x="66663" y="58462"/>
                  <a:pt x="65600" y="59525"/>
                  <a:pt x="64286" y="59525"/>
                </a:cubicBezTo>
                <a:lnTo>
                  <a:pt x="57143" y="59525"/>
                </a:lnTo>
                <a:cubicBezTo>
                  <a:pt x="55829" y="59525"/>
                  <a:pt x="54766" y="58462"/>
                  <a:pt x="54766" y="57148"/>
                </a:cubicBezTo>
                <a:lnTo>
                  <a:pt x="54766" y="42864"/>
                </a:lnTo>
                <a:cubicBezTo>
                  <a:pt x="54766" y="41550"/>
                  <a:pt x="55829" y="40476"/>
                  <a:pt x="57143" y="40476"/>
                </a:cubicBezTo>
                <a:lnTo>
                  <a:pt x="64286" y="40476"/>
                </a:lnTo>
                <a:cubicBezTo>
                  <a:pt x="65600" y="40476"/>
                  <a:pt x="66663" y="41550"/>
                  <a:pt x="66663" y="42864"/>
                </a:cubicBezTo>
                <a:cubicBezTo>
                  <a:pt x="66663" y="44178"/>
                  <a:pt x="65600" y="45241"/>
                  <a:pt x="64286" y="45241"/>
                </a:cubicBezTo>
                <a:lnTo>
                  <a:pt x="59520" y="45241"/>
                </a:lnTo>
                <a:lnTo>
                  <a:pt x="59520" y="47618"/>
                </a:lnTo>
                <a:lnTo>
                  <a:pt x="63097" y="47618"/>
                </a:lnTo>
                <a:close/>
                <a:moveTo>
                  <a:pt x="76880" y="54760"/>
                </a:moveTo>
                <a:cubicBezTo>
                  <a:pt x="78217" y="54760"/>
                  <a:pt x="78788" y="53731"/>
                  <a:pt x="78788" y="53720"/>
                </a:cubicBezTo>
                <a:cubicBezTo>
                  <a:pt x="79360" y="52543"/>
                  <a:pt x="80789" y="52051"/>
                  <a:pt x="81977" y="52623"/>
                </a:cubicBezTo>
                <a:cubicBezTo>
                  <a:pt x="83154" y="53205"/>
                  <a:pt x="83646" y="54623"/>
                  <a:pt x="83063" y="55811"/>
                </a:cubicBezTo>
                <a:cubicBezTo>
                  <a:pt x="82388" y="57193"/>
                  <a:pt x="80331" y="59525"/>
                  <a:pt x="76880" y="59525"/>
                </a:cubicBezTo>
                <a:cubicBezTo>
                  <a:pt x="72561" y="59525"/>
                  <a:pt x="69052" y="55251"/>
                  <a:pt x="69052" y="50006"/>
                </a:cubicBezTo>
                <a:cubicBezTo>
                  <a:pt x="69052" y="44749"/>
                  <a:pt x="72561" y="40476"/>
                  <a:pt x="76880" y="40476"/>
                </a:cubicBezTo>
                <a:cubicBezTo>
                  <a:pt x="80331" y="40476"/>
                  <a:pt x="82388" y="42818"/>
                  <a:pt x="83063" y="44201"/>
                </a:cubicBezTo>
                <a:cubicBezTo>
                  <a:pt x="83646" y="45378"/>
                  <a:pt x="83154" y="46806"/>
                  <a:pt x="81977" y="47378"/>
                </a:cubicBezTo>
                <a:cubicBezTo>
                  <a:pt x="80800" y="47950"/>
                  <a:pt x="79395" y="47481"/>
                  <a:pt x="78811" y="46327"/>
                </a:cubicBezTo>
                <a:cubicBezTo>
                  <a:pt x="78697" y="46132"/>
                  <a:pt x="78125" y="45241"/>
                  <a:pt x="76880" y="45241"/>
                </a:cubicBezTo>
                <a:cubicBezTo>
                  <a:pt x="75246" y="45241"/>
                  <a:pt x="73806" y="47469"/>
                  <a:pt x="73806" y="50006"/>
                </a:cubicBezTo>
                <a:cubicBezTo>
                  <a:pt x="73806" y="52543"/>
                  <a:pt x="75246" y="54760"/>
                  <a:pt x="76880" y="54760"/>
                </a:cubicBezTo>
                <a:close/>
                <a:moveTo>
                  <a:pt x="45234" y="47618"/>
                </a:moveTo>
                <a:cubicBezTo>
                  <a:pt x="45234" y="48932"/>
                  <a:pt x="44172" y="50006"/>
                  <a:pt x="42857" y="50006"/>
                </a:cubicBezTo>
                <a:lnTo>
                  <a:pt x="40480" y="50006"/>
                </a:lnTo>
                <a:lnTo>
                  <a:pt x="40480" y="45241"/>
                </a:lnTo>
                <a:lnTo>
                  <a:pt x="42857" y="45241"/>
                </a:lnTo>
                <a:cubicBezTo>
                  <a:pt x="44172" y="45241"/>
                  <a:pt x="45234" y="46315"/>
                  <a:pt x="45234" y="4761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4" name="Белый — SVG 84">
            <a:extLst>
              <a:ext uri="{FF2B5EF4-FFF2-40B4-BE49-F238E27FC236}">
                <a16:creationId xmlns:a16="http://schemas.microsoft.com/office/drawing/2014/main" id="{EC8D5D34-C632-3842-B580-874D5FA35D9D}"/>
              </a:ext>
            </a:extLst>
          </p:cNvPr>
          <p:cNvSpPr>
            <a:spLocks noGrp="1"/>
          </p:cNvSpPr>
          <p:nvPr/>
        </p:nvSpPr>
        <p:spPr>
          <a:xfrm>
            <a:off x="7020000" y="5790000"/>
            <a:ext cx="220000" cy="220000"/>
          </a:xfrm>
          <a:custGeom>
            <a:avLst/>
            <a:gdLst>
              <a:gd name="csX0" fmla="*/ 70727 w 141437"/>
              <a:gd name="csY0" fmla="*/ 0 h 141753"/>
              <a:gd name="csX1" fmla="*/ 69945 w 141437"/>
              <a:gd name="csY1" fmla="*/ 34 h 141753"/>
              <a:gd name="csX2" fmla="*/ 48814 w 141437"/>
              <a:gd name="csY2" fmla="*/ 38989 h 141753"/>
              <a:gd name="csX3" fmla="*/ 92623 w 141437"/>
              <a:gd name="csY3" fmla="*/ 38989 h 141753"/>
              <a:gd name="csX4" fmla="*/ 71510 w 141437"/>
              <a:gd name="csY4" fmla="*/ 34 h 141753"/>
              <a:gd name="csX5" fmla="*/ 70727 w 141437"/>
              <a:gd name="csY5" fmla="*/ 0 h 141753"/>
              <a:gd name="csX6" fmla="*/ 50515 w 141437"/>
              <a:gd name="csY6" fmla="*/ 2943 h 141753"/>
              <a:gd name="csX7" fmla="*/ 7420 w 141437"/>
              <a:gd name="csY7" fmla="*/ 38989 h 141753"/>
              <a:gd name="csX8" fmla="*/ 38011 w 141437"/>
              <a:gd name="csY8" fmla="*/ 38989 h 141753"/>
              <a:gd name="csX9" fmla="*/ 50515 w 141437"/>
              <a:gd name="csY9" fmla="*/ 2943 h 141753"/>
              <a:gd name="csX10" fmla="*/ 90922 w 141437"/>
              <a:gd name="csY10" fmla="*/ 2943 h 141753"/>
              <a:gd name="csX11" fmla="*/ 103444 w 141437"/>
              <a:gd name="csY11" fmla="*/ 38989 h 141753"/>
              <a:gd name="csX12" fmla="*/ 134017 w 141437"/>
              <a:gd name="csY12" fmla="*/ 38989 h 141753"/>
              <a:gd name="csX13" fmla="*/ 90922 w 141437"/>
              <a:gd name="csY13" fmla="*/ 2943 h 141753"/>
              <a:gd name="csX14" fmla="*/ 37534 w 141437"/>
              <a:gd name="csY14" fmla="*/ 49706 h 141753"/>
              <a:gd name="csX15" fmla="*/ 34778 w 141437"/>
              <a:gd name="csY15" fmla="*/ 50863 h 141753"/>
              <a:gd name="csX16" fmla="*/ 33383 w 141437"/>
              <a:gd name="csY16" fmla="*/ 53534 h 141753"/>
              <a:gd name="csX17" fmla="*/ 30473 w 141437"/>
              <a:gd name="csY17" fmla="*/ 71804 h 141753"/>
              <a:gd name="csX18" fmla="*/ 25165 w 141437"/>
              <a:gd name="csY18" fmla="*/ 59556 h 141753"/>
              <a:gd name="csX19" fmla="*/ 23532 w 141437"/>
              <a:gd name="csY19" fmla="*/ 57617 h 141753"/>
              <a:gd name="csX20" fmla="*/ 21099 w 141437"/>
              <a:gd name="csY20" fmla="*/ 56885 h 141753"/>
              <a:gd name="csX21" fmla="*/ 18666 w 141437"/>
              <a:gd name="csY21" fmla="*/ 57617 h 141753"/>
              <a:gd name="csX22" fmla="*/ 17033 w 141437"/>
              <a:gd name="csY22" fmla="*/ 59556 h 141753"/>
              <a:gd name="csX23" fmla="*/ 11725 w 141437"/>
              <a:gd name="csY23" fmla="*/ 71804 h 141753"/>
              <a:gd name="csX24" fmla="*/ 8815 w 141437"/>
              <a:gd name="csY24" fmla="*/ 53534 h 141753"/>
              <a:gd name="csX25" fmla="*/ 7369 w 141437"/>
              <a:gd name="csY25" fmla="*/ 50846 h 141753"/>
              <a:gd name="csX26" fmla="*/ 4545 w 141437"/>
              <a:gd name="csY26" fmla="*/ 49740 h 141753"/>
              <a:gd name="csX27" fmla="*/ 2640 w 141437"/>
              <a:gd name="csY27" fmla="*/ 50115 h 141753"/>
              <a:gd name="csX28" fmla="*/ 1074 w 141437"/>
              <a:gd name="csY28" fmla="*/ 51271 h 141753"/>
              <a:gd name="csX29" fmla="*/ 156 w 141437"/>
              <a:gd name="csY29" fmla="*/ 52972 h 141753"/>
              <a:gd name="csX30" fmla="*/ 71 w 141437"/>
              <a:gd name="csY30" fmla="*/ 54912 h 141753"/>
              <a:gd name="csX31" fmla="*/ 5379 w 141437"/>
              <a:gd name="csY31" fmla="*/ 88237 h 141753"/>
              <a:gd name="csX32" fmla="*/ 6689 w 141437"/>
              <a:gd name="csY32" fmla="*/ 90720 h 141753"/>
              <a:gd name="csX33" fmla="*/ 9207 w 141437"/>
              <a:gd name="csY33" fmla="*/ 91928 h 141753"/>
              <a:gd name="csX34" fmla="*/ 11946 w 141437"/>
              <a:gd name="csY34" fmla="*/ 91384 h 141753"/>
              <a:gd name="csX35" fmla="*/ 13818 w 141437"/>
              <a:gd name="csY35" fmla="*/ 89291 h 141753"/>
              <a:gd name="csX36" fmla="*/ 21099 w 141437"/>
              <a:gd name="csY36" fmla="*/ 72467 h 141753"/>
              <a:gd name="csX37" fmla="*/ 28381 w 141437"/>
              <a:gd name="csY37" fmla="*/ 89291 h 141753"/>
              <a:gd name="csX38" fmla="*/ 30252 w 141437"/>
              <a:gd name="csY38" fmla="*/ 91384 h 141753"/>
              <a:gd name="csX39" fmla="*/ 32991 w 141437"/>
              <a:gd name="csY39" fmla="*/ 91928 h 141753"/>
              <a:gd name="csX40" fmla="*/ 35510 w 141437"/>
              <a:gd name="csY40" fmla="*/ 90720 h 141753"/>
              <a:gd name="csX41" fmla="*/ 36819 w 141437"/>
              <a:gd name="csY41" fmla="*/ 88237 h 141753"/>
              <a:gd name="csX42" fmla="*/ 42128 w 141437"/>
              <a:gd name="csY42" fmla="*/ 54912 h 141753"/>
              <a:gd name="csX43" fmla="*/ 42043 w 141437"/>
              <a:gd name="csY43" fmla="*/ 52939 h 141753"/>
              <a:gd name="csX44" fmla="*/ 41090 w 141437"/>
              <a:gd name="csY44" fmla="*/ 51204 h 141753"/>
              <a:gd name="csX45" fmla="*/ 39491 w 141437"/>
              <a:gd name="csY45" fmla="*/ 50047 h 141753"/>
              <a:gd name="csX46" fmla="*/ 37534 w 141437"/>
              <a:gd name="csY46" fmla="*/ 49706 h 141753"/>
              <a:gd name="csX47" fmla="*/ 87162 w 141437"/>
              <a:gd name="csY47" fmla="*/ 49706 h 141753"/>
              <a:gd name="csX48" fmla="*/ 84389 w 141437"/>
              <a:gd name="csY48" fmla="*/ 50863 h 141753"/>
              <a:gd name="csX49" fmla="*/ 82994 w 141437"/>
              <a:gd name="csY49" fmla="*/ 53534 h 141753"/>
              <a:gd name="csX50" fmla="*/ 80085 w 141437"/>
              <a:gd name="csY50" fmla="*/ 71804 h 141753"/>
              <a:gd name="csX51" fmla="*/ 74776 w 141437"/>
              <a:gd name="csY51" fmla="*/ 59556 h 141753"/>
              <a:gd name="csX52" fmla="*/ 73143 w 141437"/>
              <a:gd name="csY52" fmla="*/ 57617 h 141753"/>
              <a:gd name="csX53" fmla="*/ 70727 w 141437"/>
              <a:gd name="csY53" fmla="*/ 56885 h 141753"/>
              <a:gd name="csX54" fmla="*/ 68294 w 141437"/>
              <a:gd name="csY54" fmla="*/ 57617 h 141753"/>
              <a:gd name="csX55" fmla="*/ 66661 w 141437"/>
              <a:gd name="csY55" fmla="*/ 59556 h 141753"/>
              <a:gd name="csX56" fmla="*/ 61353 w 141437"/>
              <a:gd name="csY56" fmla="*/ 71804 h 141753"/>
              <a:gd name="csX57" fmla="*/ 58444 w 141437"/>
              <a:gd name="csY57" fmla="*/ 53534 h 141753"/>
              <a:gd name="csX58" fmla="*/ 56997 w 141437"/>
              <a:gd name="csY58" fmla="*/ 50846 h 141753"/>
              <a:gd name="csX59" fmla="*/ 54173 w 141437"/>
              <a:gd name="csY59" fmla="*/ 49740 h 141753"/>
              <a:gd name="csX60" fmla="*/ 52268 w 141437"/>
              <a:gd name="csY60" fmla="*/ 50115 h 141753"/>
              <a:gd name="csX61" fmla="*/ 50702 w 141437"/>
              <a:gd name="csY61" fmla="*/ 51271 h 141753"/>
              <a:gd name="csX62" fmla="*/ 49784 w 141437"/>
              <a:gd name="csY62" fmla="*/ 52972 h 141753"/>
              <a:gd name="csX63" fmla="*/ 49682 w 141437"/>
              <a:gd name="csY63" fmla="*/ 54912 h 141753"/>
              <a:gd name="csX64" fmla="*/ 55007 w 141437"/>
              <a:gd name="csY64" fmla="*/ 88237 h 141753"/>
              <a:gd name="csX65" fmla="*/ 56300 w 141437"/>
              <a:gd name="csY65" fmla="*/ 90720 h 141753"/>
              <a:gd name="csX66" fmla="*/ 58835 w 141437"/>
              <a:gd name="csY66" fmla="*/ 91928 h 141753"/>
              <a:gd name="csX67" fmla="*/ 61574 w 141437"/>
              <a:gd name="csY67" fmla="*/ 91384 h 141753"/>
              <a:gd name="csX68" fmla="*/ 63446 w 141437"/>
              <a:gd name="csY68" fmla="*/ 89291 h 141753"/>
              <a:gd name="csX69" fmla="*/ 70727 w 141437"/>
              <a:gd name="csY69" fmla="*/ 72467 h 141753"/>
              <a:gd name="csX70" fmla="*/ 77992 w 141437"/>
              <a:gd name="csY70" fmla="*/ 89291 h 141753"/>
              <a:gd name="csX71" fmla="*/ 79863 w 141437"/>
              <a:gd name="csY71" fmla="*/ 91384 h 141753"/>
              <a:gd name="csX72" fmla="*/ 82620 w 141437"/>
              <a:gd name="csY72" fmla="*/ 91928 h 141753"/>
              <a:gd name="csX73" fmla="*/ 85138 w 141437"/>
              <a:gd name="csY73" fmla="*/ 90720 h 141753"/>
              <a:gd name="csX74" fmla="*/ 86431 w 141437"/>
              <a:gd name="csY74" fmla="*/ 88237 h 141753"/>
              <a:gd name="csX75" fmla="*/ 91756 w 141437"/>
              <a:gd name="csY75" fmla="*/ 54912 h 141753"/>
              <a:gd name="csX76" fmla="*/ 91654 w 141437"/>
              <a:gd name="csY76" fmla="*/ 52939 h 141753"/>
              <a:gd name="csX77" fmla="*/ 90718 w 141437"/>
              <a:gd name="csY77" fmla="*/ 51204 h 141753"/>
              <a:gd name="csX78" fmla="*/ 89102 w 141437"/>
              <a:gd name="csY78" fmla="*/ 50047 h 141753"/>
              <a:gd name="csX79" fmla="*/ 87162 w 141437"/>
              <a:gd name="csY79" fmla="*/ 49706 h 141753"/>
              <a:gd name="csX80" fmla="*/ 136790 w 141437"/>
              <a:gd name="csY80" fmla="*/ 49706 h 141753"/>
              <a:gd name="csX81" fmla="*/ 134017 w 141437"/>
              <a:gd name="csY81" fmla="*/ 50863 h 141753"/>
              <a:gd name="csX82" fmla="*/ 132622 w 141437"/>
              <a:gd name="csY82" fmla="*/ 53534 h 141753"/>
              <a:gd name="csX83" fmla="*/ 129713 w 141437"/>
              <a:gd name="csY83" fmla="*/ 71804 h 141753"/>
              <a:gd name="csX84" fmla="*/ 124405 w 141437"/>
              <a:gd name="csY84" fmla="*/ 59556 h 141753"/>
              <a:gd name="csX85" fmla="*/ 122771 w 141437"/>
              <a:gd name="csY85" fmla="*/ 57617 h 141753"/>
              <a:gd name="csX86" fmla="*/ 120338 w 141437"/>
              <a:gd name="csY86" fmla="*/ 56885 h 141753"/>
              <a:gd name="csX87" fmla="*/ 117922 w 141437"/>
              <a:gd name="csY87" fmla="*/ 57617 h 141753"/>
              <a:gd name="csX88" fmla="*/ 116272 w 141437"/>
              <a:gd name="csY88" fmla="*/ 59556 h 141753"/>
              <a:gd name="csX89" fmla="*/ 110981 w 141437"/>
              <a:gd name="csY89" fmla="*/ 71804 h 141753"/>
              <a:gd name="csX90" fmla="*/ 108055 w 141437"/>
              <a:gd name="csY90" fmla="*/ 53534 h 141753"/>
              <a:gd name="csX91" fmla="*/ 106625 w 141437"/>
              <a:gd name="csY91" fmla="*/ 50846 h 141753"/>
              <a:gd name="csX92" fmla="*/ 103784 w 141437"/>
              <a:gd name="csY92" fmla="*/ 49740 h 141753"/>
              <a:gd name="csX93" fmla="*/ 101879 w 141437"/>
              <a:gd name="csY93" fmla="*/ 50115 h 141753"/>
              <a:gd name="csX94" fmla="*/ 100330 w 141437"/>
              <a:gd name="csY94" fmla="*/ 51271 h 141753"/>
              <a:gd name="csX95" fmla="*/ 99412 w 141437"/>
              <a:gd name="csY95" fmla="*/ 52972 h 141753"/>
              <a:gd name="csX96" fmla="*/ 99310 w 141437"/>
              <a:gd name="csY96" fmla="*/ 54912 h 141753"/>
              <a:gd name="csX97" fmla="*/ 104635 w 141437"/>
              <a:gd name="csY97" fmla="*/ 88237 h 141753"/>
              <a:gd name="csX98" fmla="*/ 105928 w 141437"/>
              <a:gd name="csY98" fmla="*/ 90720 h 141753"/>
              <a:gd name="csX99" fmla="*/ 108446 w 141437"/>
              <a:gd name="csY99" fmla="*/ 91928 h 141753"/>
              <a:gd name="csX100" fmla="*/ 111202 w 141437"/>
              <a:gd name="csY100" fmla="*/ 91384 h 141753"/>
              <a:gd name="csX101" fmla="*/ 113074 w 141437"/>
              <a:gd name="csY101" fmla="*/ 89291 h 141753"/>
              <a:gd name="csX102" fmla="*/ 120338 w 141437"/>
              <a:gd name="csY102" fmla="*/ 72467 h 141753"/>
              <a:gd name="csX103" fmla="*/ 127620 w 141437"/>
              <a:gd name="csY103" fmla="*/ 89291 h 141753"/>
              <a:gd name="csX104" fmla="*/ 129492 w 141437"/>
              <a:gd name="csY104" fmla="*/ 91384 h 141753"/>
              <a:gd name="csX105" fmla="*/ 132231 w 141437"/>
              <a:gd name="csY105" fmla="*/ 91928 h 141753"/>
              <a:gd name="csX106" fmla="*/ 134766 w 141437"/>
              <a:gd name="csY106" fmla="*/ 90720 h 141753"/>
              <a:gd name="csX107" fmla="*/ 136059 w 141437"/>
              <a:gd name="csY107" fmla="*/ 88237 h 141753"/>
              <a:gd name="csX108" fmla="*/ 141367 w 141437"/>
              <a:gd name="csY108" fmla="*/ 54912 h 141753"/>
              <a:gd name="csX109" fmla="*/ 141282 w 141437"/>
              <a:gd name="csY109" fmla="*/ 52939 h 141753"/>
              <a:gd name="csX110" fmla="*/ 140329 w 141437"/>
              <a:gd name="csY110" fmla="*/ 51204 h 141753"/>
              <a:gd name="csX111" fmla="*/ 138730 w 141437"/>
              <a:gd name="csY111" fmla="*/ 50047 h 141753"/>
              <a:gd name="csX112" fmla="*/ 136790 w 141437"/>
              <a:gd name="csY112" fmla="*/ 49706 h 141753"/>
              <a:gd name="csX113" fmla="*/ 7420 w 141437"/>
              <a:gd name="csY113" fmla="*/ 102781 h 141753"/>
              <a:gd name="csX114" fmla="*/ 50515 w 141437"/>
              <a:gd name="csY114" fmla="*/ 138811 h 141753"/>
              <a:gd name="csX115" fmla="*/ 38011 w 141437"/>
              <a:gd name="csY115" fmla="*/ 102781 h 141753"/>
              <a:gd name="csX116" fmla="*/ 7420 w 141437"/>
              <a:gd name="csY116" fmla="*/ 102781 h 141753"/>
              <a:gd name="csX117" fmla="*/ 48814 w 141437"/>
              <a:gd name="csY117" fmla="*/ 102781 h 141753"/>
              <a:gd name="csX118" fmla="*/ 69945 w 141437"/>
              <a:gd name="csY118" fmla="*/ 141720 h 141753"/>
              <a:gd name="csX119" fmla="*/ 70727 w 141437"/>
              <a:gd name="csY119" fmla="*/ 141754 h 141753"/>
              <a:gd name="csX120" fmla="*/ 71510 w 141437"/>
              <a:gd name="csY120" fmla="*/ 141720 h 141753"/>
              <a:gd name="csX121" fmla="*/ 92623 w 141437"/>
              <a:gd name="csY121" fmla="*/ 102781 h 141753"/>
              <a:gd name="csX122" fmla="*/ 48814 w 141437"/>
              <a:gd name="csY122" fmla="*/ 102781 h 141753"/>
              <a:gd name="csX123" fmla="*/ 103444 w 141437"/>
              <a:gd name="csY123" fmla="*/ 102781 h 141753"/>
              <a:gd name="csX124" fmla="*/ 90922 w 141437"/>
              <a:gd name="csY124" fmla="*/ 138811 h 141753"/>
              <a:gd name="csX125" fmla="*/ 134017 w 141437"/>
              <a:gd name="csY125" fmla="*/ 102781 h 141753"/>
              <a:gd name="csX126" fmla="*/ 103444 w 141437"/>
              <a:gd name="csY126" fmla="*/ 102781 h 141753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49826" y="0"/>
                  <a:pt x="49622" y="0"/>
                  <a:pt x="49454" y="24"/>
                </a:cubicBezTo>
                <a:cubicBezTo>
                  <a:pt x="43693" y="672"/>
                  <a:pt x="37656" y="11425"/>
                  <a:pt x="34547" y="27505"/>
                </a:cubicBezTo>
                <a:lnTo>
                  <a:pt x="65453" y="27505"/>
                </a:lnTo>
                <a:cubicBezTo>
                  <a:pt x="62356" y="11425"/>
                  <a:pt x="56307" y="672"/>
                  <a:pt x="50558" y="24"/>
                </a:cubicBezTo>
                <a:cubicBezTo>
                  <a:pt x="50378" y="0"/>
                  <a:pt x="50174" y="0"/>
                  <a:pt x="50006" y="0"/>
                </a:cubicBezTo>
                <a:close/>
                <a:moveTo>
                  <a:pt x="35747" y="2076"/>
                </a:moveTo>
                <a:cubicBezTo>
                  <a:pt x="22450" y="6001"/>
                  <a:pt x="11467" y="15325"/>
                  <a:pt x="5346" y="27505"/>
                </a:cubicBezTo>
                <a:lnTo>
                  <a:pt x="26926" y="27505"/>
                </a:lnTo>
                <a:cubicBezTo>
                  <a:pt x="28666" y="17497"/>
                  <a:pt x="31655" y="8448"/>
                  <a:pt x="35747" y="2076"/>
                </a:cubicBezTo>
                <a:close/>
                <a:moveTo>
                  <a:pt x="64253" y="2076"/>
                </a:moveTo>
                <a:cubicBezTo>
                  <a:pt x="68358" y="8448"/>
                  <a:pt x="71334" y="17497"/>
                  <a:pt x="73086" y="27505"/>
                </a:cubicBezTo>
                <a:lnTo>
                  <a:pt x="94654" y="27505"/>
                </a:lnTo>
                <a:cubicBezTo>
                  <a:pt x="88533" y="15325"/>
                  <a:pt x="77551" y="6001"/>
                  <a:pt x="64253" y="2076"/>
                </a:cubicBezTo>
                <a:close/>
                <a:moveTo>
                  <a:pt x="26590" y="35065"/>
                </a:moveTo>
                <a:cubicBezTo>
                  <a:pt x="25870" y="35101"/>
                  <a:pt x="25173" y="35402"/>
                  <a:pt x="24646" y="35881"/>
                </a:cubicBezTo>
                <a:cubicBezTo>
                  <a:pt x="24105" y="36374"/>
                  <a:pt x="23758" y="37045"/>
                  <a:pt x="23662" y="37766"/>
                </a:cubicBezTo>
                <a:lnTo>
                  <a:pt x="21609" y="50654"/>
                </a:lnTo>
                <a:lnTo>
                  <a:pt x="17864" y="42014"/>
                </a:lnTo>
                <a:cubicBezTo>
                  <a:pt x="17624" y="41450"/>
                  <a:pt x="17217" y="40982"/>
                  <a:pt x="16712" y="40646"/>
                </a:cubicBezTo>
                <a:cubicBezTo>
                  <a:pt x="16196" y="40310"/>
                  <a:pt x="15608" y="40130"/>
                  <a:pt x="14996" y="40130"/>
                </a:cubicBezTo>
                <a:cubicBezTo>
                  <a:pt x="14383" y="40130"/>
                  <a:pt x="13796" y="40310"/>
                  <a:pt x="13279" y="40646"/>
                </a:cubicBezTo>
                <a:cubicBezTo>
                  <a:pt x="12776" y="40982"/>
                  <a:pt x="12367" y="41450"/>
                  <a:pt x="12127" y="42014"/>
                </a:cubicBezTo>
                <a:lnTo>
                  <a:pt x="8383" y="50654"/>
                </a:lnTo>
                <a:lnTo>
                  <a:pt x="6330" y="37766"/>
                </a:lnTo>
                <a:cubicBezTo>
                  <a:pt x="6222" y="37033"/>
                  <a:pt x="5862" y="36362"/>
                  <a:pt x="5310" y="35869"/>
                </a:cubicBezTo>
                <a:cubicBezTo>
                  <a:pt x="4758" y="35378"/>
                  <a:pt x="4062" y="35101"/>
                  <a:pt x="3318" y="35089"/>
                </a:cubicBezTo>
                <a:cubicBezTo>
                  <a:pt x="2862" y="35077"/>
                  <a:pt x="2394" y="35162"/>
                  <a:pt x="1974" y="35354"/>
                </a:cubicBezTo>
                <a:cubicBezTo>
                  <a:pt x="1553" y="35534"/>
                  <a:pt x="1181" y="35821"/>
                  <a:pt x="869" y="36169"/>
                </a:cubicBezTo>
                <a:cubicBezTo>
                  <a:pt x="569" y="36518"/>
                  <a:pt x="353" y="36925"/>
                  <a:pt x="222" y="37369"/>
                </a:cubicBezTo>
                <a:cubicBezTo>
                  <a:pt x="101" y="37814"/>
                  <a:pt x="77" y="38281"/>
                  <a:pt x="162" y="38738"/>
                </a:cubicBezTo>
                <a:lnTo>
                  <a:pt x="3906" y="62247"/>
                </a:lnTo>
                <a:cubicBezTo>
                  <a:pt x="4014" y="62907"/>
                  <a:pt x="4338" y="63531"/>
                  <a:pt x="4830" y="63999"/>
                </a:cubicBezTo>
                <a:cubicBezTo>
                  <a:pt x="5310" y="64467"/>
                  <a:pt x="5934" y="64767"/>
                  <a:pt x="6607" y="64851"/>
                </a:cubicBezTo>
                <a:cubicBezTo>
                  <a:pt x="7278" y="64935"/>
                  <a:pt x="7962" y="64791"/>
                  <a:pt x="8539" y="64467"/>
                </a:cubicBezTo>
                <a:cubicBezTo>
                  <a:pt x="9127" y="64131"/>
                  <a:pt x="9595" y="63615"/>
                  <a:pt x="9859" y="62991"/>
                </a:cubicBezTo>
                <a:lnTo>
                  <a:pt x="14996" y="51122"/>
                </a:lnTo>
                <a:lnTo>
                  <a:pt x="20133" y="62991"/>
                </a:lnTo>
                <a:cubicBezTo>
                  <a:pt x="20397" y="63615"/>
                  <a:pt x="20865" y="64131"/>
                  <a:pt x="21453" y="64467"/>
                </a:cubicBezTo>
                <a:cubicBezTo>
                  <a:pt x="22029" y="64791"/>
                  <a:pt x="22713" y="64935"/>
                  <a:pt x="23385" y="64851"/>
                </a:cubicBezTo>
                <a:cubicBezTo>
                  <a:pt x="24057" y="64767"/>
                  <a:pt x="24682" y="64467"/>
                  <a:pt x="25162" y="63999"/>
                </a:cubicBezTo>
                <a:cubicBezTo>
                  <a:pt x="25654" y="63531"/>
                  <a:pt x="25978" y="62907"/>
                  <a:pt x="26086" y="62247"/>
                </a:cubicBezTo>
                <a:lnTo>
                  <a:pt x="29831" y="38738"/>
                </a:lnTo>
                <a:cubicBezTo>
                  <a:pt x="29915" y="38281"/>
                  <a:pt x="29891" y="37802"/>
                  <a:pt x="29771" y="37346"/>
                </a:cubicBezTo>
                <a:cubicBezTo>
                  <a:pt x="29639" y="36902"/>
                  <a:pt x="29410" y="36482"/>
                  <a:pt x="29099" y="36122"/>
                </a:cubicBezTo>
                <a:cubicBezTo>
                  <a:pt x="28786" y="35773"/>
                  <a:pt x="28402" y="35498"/>
                  <a:pt x="27970" y="35306"/>
                </a:cubicBezTo>
                <a:cubicBezTo>
                  <a:pt x="27538" y="35126"/>
                  <a:pt x="27070" y="35041"/>
                  <a:pt x="26590" y="35065"/>
                </a:cubicBezTo>
                <a:close/>
                <a:moveTo>
                  <a:pt x="61600" y="35065"/>
                </a:moveTo>
                <a:cubicBezTo>
                  <a:pt x="60880" y="35101"/>
                  <a:pt x="60184" y="35402"/>
                  <a:pt x="59644" y="35881"/>
                </a:cubicBezTo>
                <a:cubicBezTo>
                  <a:pt x="59116" y="36374"/>
                  <a:pt x="58768" y="37045"/>
                  <a:pt x="58660" y="37766"/>
                </a:cubicBezTo>
                <a:lnTo>
                  <a:pt x="56608" y="50654"/>
                </a:lnTo>
                <a:lnTo>
                  <a:pt x="52862" y="42014"/>
                </a:lnTo>
                <a:cubicBezTo>
                  <a:pt x="52623" y="41450"/>
                  <a:pt x="52227" y="40982"/>
                  <a:pt x="51710" y="40646"/>
                </a:cubicBezTo>
                <a:cubicBezTo>
                  <a:pt x="51207" y="40310"/>
                  <a:pt x="50606" y="40130"/>
                  <a:pt x="50006" y="40130"/>
                </a:cubicBezTo>
                <a:cubicBezTo>
                  <a:pt x="49394" y="40130"/>
                  <a:pt x="48794" y="40310"/>
                  <a:pt x="48290" y="40646"/>
                </a:cubicBezTo>
                <a:cubicBezTo>
                  <a:pt x="47774" y="40982"/>
                  <a:pt x="47377" y="41450"/>
                  <a:pt x="47138" y="42014"/>
                </a:cubicBezTo>
                <a:lnTo>
                  <a:pt x="43393" y="50654"/>
                </a:lnTo>
                <a:lnTo>
                  <a:pt x="41341" y="37766"/>
                </a:lnTo>
                <a:cubicBezTo>
                  <a:pt x="41232" y="37033"/>
                  <a:pt x="40873" y="36362"/>
                  <a:pt x="40320" y="35869"/>
                </a:cubicBezTo>
                <a:cubicBezTo>
                  <a:pt x="39768" y="35378"/>
                  <a:pt x="39060" y="35101"/>
                  <a:pt x="38328" y="35089"/>
                </a:cubicBezTo>
                <a:cubicBezTo>
                  <a:pt x="37860" y="35077"/>
                  <a:pt x="37404" y="35162"/>
                  <a:pt x="36984" y="35354"/>
                </a:cubicBezTo>
                <a:cubicBezTo>
                  <a:pt x="36564" y="35534"/>
                  <a:pt x="36180" y="35821"/>
                  <a:pt x="35879" y="36169"/>
                </a:cubicBezTo>
                <a:cubicBezTo>
                  <a:pt x="35579" y="36518"/>
                  <a:pt x="35352" y="36925"/>
                  <a:pt x="35232" y="37369"/>
                </a:cubicBezTo>
                <a:cubicBezTo>
                  <a:pt x="35111" y="37814"/>
                  <a:pt x="35087" y="38281"/>
                  <a:pt x="35160" y="38738"/>
                </a:cubicBezTo>
                <a:lnTo>
                  <a:pt x="38916" y="62247"/>
                </a:lnTo>
                <a:cubicBezTo>
                  <a:pt x="39024" y="62907"/>
                  <a:pt x="39348" y="63531"/>
                  <a:pt x="39828" y="63999"/>
                </a:cubicBezTo>
                <a:cubicBezTo>
                  <a:pt x="40320" y="64467"/>
                  <a:pt x="40944" y="64767"/>
                  <a:pt x="41617" y="64851"/>
                </a:cubicBezTo>
                <a:cubicBezTo>
                  <a:pt x="42288" y="64935"/>
                  <a:pt x="42961" y="64791"/>
                  <a:pt x="43549" y="64467"/>
                </a:cubicBezTo>
                <a:cubicBezTo>
                  <a:pt x="44137" y="64131"/>
                  <a:pt x="44605" y="63615"/>
                  <a:pt x="44870" y="62991"/>
                </a:cubicBezTo>
                <a:lnTo>
                  <a:pt x="50006" y="51122"/>
                </a:lnTo>
                <a:lnTo>
                  <a:pt x="55131" y="62991"/>
                </a:lnTo>
                <a:cubicBezTo>
                  <a:pt x="55407" y="63615"/>
                  <a:pt x="55863" y="64131"/>
                  <a:pt x="56451" y="64467"/>
                </a:cubicBezTo>
                <a:cubicBezTo>
                  <a:pt x="57039" y="64791"/>
                  <a:pt x="57724" y="64935"/>
                  <a:pt x="58396" y="64851"/>
                </a:cubicBezTo>
                <a:cubicBezTo>
                  <a:pt x="59056" y="64767"/>
                  <a:pt x="59692" y="64467"/>
                  <a:pt x="60172" y="63999"/>
                </a:cubicBezTo>
                <a:cubicBezTo>
                  <a:pt x="60664" y="63531"/>
                  <a:pt x="60976" y="62907"/>
                  <a:pt x="61084" y="62247"/>
                </a:cubicBezTo>
                <a:lnTo>
                  <a:pt x="64841" y="38738"/>
                </a:lnTo>
                <a:cubicBezTo>
                  <a:pt x="64925" y="38281"/>
                  <a:pt x="64901" y="37802"/>
                  <a:pt x="64769" y="37346"/>
                </a:cubicBezTo>
                <a:cubicBezTo>
                  <a:pt x="64649" y="36902"/>
                  <a:pt x="64421" y="36482"/>
                  <a:pt x="64109" y="36122"/>
                </a:cubicBezTo>
                <a:cubicBezTo>
                  <a:pt x="63797" y="35773"/>
                  <a:pt x="63412" y="35498"/>
                  <a:pt x="62969" y="35306"/>
                </a:cubicBezTo>
                <a:cubicBezTo>
                  <a:pt x="62536" y="35126"/>
                  <a:pt x="62069" y="35041"/>
                  <a:pt x="61600" y="35065"/>
                </a:cubicBezTo>
                <a:close/>
                <a:moveTo>
                  <a:pt x="96610" y="35065"/>
                </a:moveTo>
                <a:cubicBezTo>
                  <a:pt x="95879" y="35101"/>
                  <a:pt x="95194" y="35402"/>
                  <a:pt x="94654" y="35881"/>
                </a:cubicBezTo>
                <a:cubicBezTo>
                  <a:pt x="94114" y="36374"/>
                  <a:pt x="93778" y="37045"/>
                  <a:pt x="93670" y="37766"/>
                </a:cubicBezTo>
                <a:lnTo>
                  <a:pt x="91618" y="50654"/>
                </a:lnTo>
                <a:lnTo>
                  <a:pt x="87873" y="42014"/>
                </a:lnTo>
                <a:cubicBezTo>
                  <a:pt x="87633" y="41450"/>
                  <a:pt x="87237" y="40982"/>
                  <a:pt x="86721" y="40646"/>
                </a:cubicBezTo>
                <a:cubicBezTo>
                  <a:pt x="86217" y="40310"/>
                  <a:pt x="85617" y="40130"/>
                  <a:pt x="85004" y="40130"/>
                </a:cubicBezTo>
                <a:cubicBezTo>
                  <a:pt x="84405" y="40130"/>
                  <a:pt x="83804" y="40310"/>
                  <a:pt x="83300" y="40646"/>
                </a:cubicBezTo>
                <a:cubicBezTo>
                  <a:pt x="82784" y="40982"/>
                  <a:pt x="82388" y="41450"/>
                  <a:pt x="82136" y="42014"/>
                </a:cubicBezTo>
                <a:lnTo>
                  <a:pt x="78403" y="50654"/>
                </a:lnTo>
                <a:lnTo>
                  <a:pt x="76339" y="37766"/>
                </a:lnTo>
                <a:cubicBezTo>
                  <a:pt x="76242" y="37033"/>
                  <a:pt x="75883" y="36362"/>
                  <a:pt x="75330" y="35869"/>
                </a:cubicBezTo>
                <a:cubicBezTo>
                  <a:pt x="74779" y="35378"/>
                  <a:pt x="74070" y="35101"/>
                  <a:pt x="73326" y="35089"/>
                </a:cubicBezTo>
                <a:cubicBezTo>
                  <a:pt x="72870" y="35077"/>
                  <a:pt x="72414" y="35162"/>
                  <a:pt x="71982" y="35354"/>
                </a:cubicBezTo>
                <a:cubicBezTo>
                  <a:pt x="71562" y="35534"/>
                  <a:pt x="71190" y="35821"/>
                  <a:pt x="70890" y="36169"/>
                </a:cubicBezTo>
                <a:cubicBezTo>
                  <a:pt x="70590" y="36518"/>
                  <a:pt x="70362" y="36925"/>
                  <a:pt x="70242" y="37369"/>
                </a:cubicBezTo>
                <a:cubicBezTo>
                  <a:pt x="70122" y="37814"/>
                  <a:pt x="70098" y="38281"/>
                  <a:pt x="70170" y="38738"/>
                </a:cubicBezTo>
                <a:lnTo>
                  <a:pt x="73926" y="62247"/>
                </a:lnTo>
                <a:cubicBezTo>
                  <a:pt x="74034" y="62907"/>
                  <a:pt x="74347" y="63531"/>
                  <a:pt x="74839" y="63999"/>
                </a:cubicBezTo>
                <a:cubicBezTo>
                  <a:pt x="75318" y="64467"/>
                  <a:pt x="75943" y="64767"/>
                  <a:pt x="76615" y="64851"/>
                </a:cubicBezTo>
                <a:cubicBezTo>
                  <a:pt x="77287" y="64935"/>
                  <a:pt x="77972" y="64791"/>
                  <a:pt x="78559" y="64467"/>
                </a:cubicBezTo>
                <a:cubicBezTo>
                  <a:pt x="79148" y="64131"/>
                  <a:pt x="79603" y="63615"/>
                  <a:pt x="79880" y="62991"/>
                </a:cubicBezTo>
                <a:lnTo>
                  <a:pt x="85004" y="51122"/>
                </a:lnTo>
                <a:lnTo>
                  <a:pt x="90141" y="62991"/>
                </a:lnTo>
                <a:cubicBezTo>
                  <a:pt x="90405" y="63615"/>
                  <a:pt x="90874" y="64131"/>
                  <a:pt x="91462" y="64467"/>
                </a:cubicBezTo>
                <a:cubicBezTo>
                  <a:pt x="92050" y="64791"/>
                  <a:pt x="92722" y="64935"/>
                  <a:pt x="93394" y="64851"/>
                </a:cubicBezTo>
                <a:cubicBezTo>
                  <a:pt x="94066" y="64767"/>
                  <a:pt x="94690" y="64467"/>
                  <a:pt x="95182" y="63999"/>
                </a:cubicBezTo>
                <a:cubicBezTo>
                  <a:pt x="95662" y="63531"/>
                  <a:pt x="95986" y="62907"/>
                  <a:pt x="96095" y="62247"/>
                </a:cubicBezTo>
                <a:lnTo>
                  <a:pt x="99839" y="38738"/>
                </a:lnTo>
                <a:cubicBezTo>
                  <a:pt x="99923" y="38281"/>
                  <a:pt x="99899" y="37802"/>
                  <a:pt x="99779" y="37346"/>
                </a:cubicBezTo>
                <a:cubicBezTo>
                  <a:pt x="99647" y="36902"/>
                  <a:pt x="99419" y="36482"/>
                  <a:pt x="99107" y="36122"/>
                </a:cubicBezTo>
                <a:cubicBezTo>
                  <a:pt x="98807" y="35773"/>
                  <a:pt x="98411" y="35498"/>
                  <a:pt x="97979" y="35306"/>
                </a:cubicBezTo>
                <a:cubicBezTo>
                  <a:pt x="97546" y="35126"/>
                  <a:pt x="97079" y="35041"/>
                  <a:pt x="96610" y="35065"/>
                </a:cubicBezTo>
                <a:close/>
                <a:moveTo>
                  <a:pt x="5346" y="72507"/>
                </a:moveTo>
                <a:cubicBezTo>
                  <a:pt x="11467" y="84675"/>
                  <a:pt x="22450" y="94000"/>
                  <a:pt x="35747" y="97925"/>
                </a:cubicBezTo>
                <a:cubicBezTo>
                  <a:pt x="31655" y="91552"/>
                  <a:pt x="28666" y="82503"/>
                  <a:pt x="26926" y="72507"/>
                </a:cubicBezTo>
                <a:lnTo>
                  <a:pt x="5346" y="72507"/>
                </a:lnTo>
                <a:close/>
                <a:moveTo>
                  <a:pt x="34547" y="72507"/>
                </a:moveTo>
                <a:cubicBezTo>
                  <a:pt x="37656" y="88576"/>
                  <a:pt x="43693" y="99328"/>
                  <a:pt x="49454" y="99977"/>
                </a:cubicBezTo>
                <a:cubicBezTo>
                  <a:pt x="49622" y="100001"/>
                  <a:pt x="49826" y="100001"/>
                  <a:pt x="50006" y="100001"/>
                </a:cubicBezTo>
                <a:cubicBezTo>
                  <a:pt x="50174" y="100001"/>
                  <a:pt x="50378" y="100001"/>
                  <a:pt x="50558" y="99977"/>
                </a:cubicBezTo>
                <a:cubicBezTo>
                  <a:pt x="56307" y="99328"/>
                  <a:pt x="62356" y="88576"/>
                  <a:pt x="65453" y="72507"/>
                </a:cubicBezTo>
                <a:lnTo>
                  <a:pt x="34547" y="72507"/>
                </a:lnTo>
                <a:close/>
                <a:moveTo>
                  <a:pt x="73086" y="72507"/>
                </a:moveTo>
                <a:cubicBezTo>
                  <a:pt x="71334" y="82503"/>
                  <a:pt x="68358" y="91552"/>
                  <a:pt x="64253" y="97925"/>
                </a:cubicBezTo>
                <a:cubicBezTo>
                  <a:pt x="77551" y="94000"/>
                  <a:pt x="88533" y="84675"/>
                  <a:pt x="94654" y="72507"/>
                </a:cubicBezTo>
                <a:lnTo>
                  <a:pt x="73086" y="7250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5" name="Белый — SVG 85">
            <a:extLst>
              <a:ext uri="{FF2B5EF4-FFF2-40B4-BE49-F238E27FC236}">
                <a16:creationId xmlns:a16="http://schemas.microsoft.com/office/drawing/2014/main" id="{1AC0CDB2-B500-064A-9197-7DE789CA0182}"/>
              </a:ext>
            </a:extLst>
          </p:cNvPr>
          <p:cNvSpPr>
            <a:spLocks noGrp="1"/>
          </p:cNvSpPr>
          <p:nvPr/>
        </p:nvSpPr>
        <p:spPr>
          <a:xfrm>
            <a:off x="7620000" y="5790000"/>
            <a:ext cx="220000" cy="220000"/>
          </a:xfrm>
          <a:custGeom>
            <a:avLst/>
            <a:gdLst>
              <a:gd name="csX0" fmla="*/ 80457 w 160914"/>
              <a:gd name="csY0" fmla="*/ 0 h 123653"/>
              <a:gd name="csX1" fmla="*/ 2178 w 160914"/>
              <a:gd name="csY1" fmla="*/ 32372 h 123653"/>
              <a:gd name="csX2" fmla="*/ 579 w 160914"/>
              <a:gd name="csY2" fmla="*/ 34668 h 123653"/>
              <a:gd name="csX3" fmla="*/ 1 w 160914"/>
              <a:gd name="csY3" fmla="*/ 37407 h 123653"/>
              <a:gd name="csX4" fmla="*/ 529 w 160914"/>
              <a:gd name="csY4" fmla="*/ 40163 h 123653"/>
              <a:gd name="csX5" fmla="*/ 2077 w 160914"/>
              <a:gd name="csY5" fmla="*/ 42494 h 123653"/>
              <a:gd name="csX6" fmla="*/ 4407 w 160914"/>
              <a:gd name="csY6" fmla="*/ 44042 h 123653"/>
              <a:gd name="csX7" fmla="*/ 7164 w 160914"/>
              <a:gd name="csY7" fmla="*/ 44569 h 123653"/>
              <a:gd name="csX8" fmla="*/ 9903 w 160914"/>
              <a:gd name="csY8" fmla="*/ 43991 h 123653"/>
              <a:gd name="csX9" fmla="*/ 12200 w 160914"/>
              <a:gd name="csY9" fmla="*/ 42392 h 123653"/>
              <a:gd name="csX10" fmla="*/ 148715 w 160914"/>
              <a:gd name="csY10" fmla="*/ 42392 h 123653"/>
              <a:gd name="csX11" fmla="*/ 151012 w 160914"/>
              <a:gd name="csY11" fmla="*/ 43991 h 123653"/>
              <a:gd name="csX12" fmla="*/ 153751 w 160914"/>
              <a:gd name="csY12" fmla="*/ 44569 h 123653"/>
              <a:gd name="csX13" fmla="*/ 156508 w 160914"/>
              <a:gd name="csY13" fmla="*/ 44042 h 123653"/>
              <a:gd name="csX14" fmla="*/ 158838 w 160914"/>
              <a:gd name="csY14" fmla="*/ 42494 h 123653"/>
              <a:gd name="csX15" fmla="*/ 160386 w 160914"/>
              <a:gd name="csY15" fmla="*/ 40163 h 123653"/>
              <a:gd name="csX16" fmla="*/ 160914 w 160914"/>
              <a:gd name="csY16" fmla="*/ 37407 h 123653"/>
              <a:gd name="csX17" fmla="*/ 160336 w 160914"/>
              <a:gd name="csY17" fmla="*/ 34668 h 123653"/>
              <a:gd name="csX18" fmla="*/ 158736 w 160914"/>
              <a:gd name="csY18" fmla="*/ 32372 h 123653"/>
              <a:gd name="csX19" fmla="*/ 80457 w 160914"/>
              <a:gd name="csY19" fmla="*/ 0 h 123653"/>
              <a:gd name="csX20" fmla="*/ 80457 w 160914"/>
              <a:gd name="csY20" fmla="*/ 31607 h 123653"/>
              <a:gd name="csX21" fmla="*/ 24534 w 160914"/>
              <a:gd name="csY21" fmla="*/ 54725 h 123653"/>
              <a:gd name="csX22" fmla="*/ 22935 w 160914"/>
              <a:gd name="csY22" fmla="*/ 57021 h 123653"/>
              <a:gd name="csX23" fmla="*/ 22357 w 160914"/>
              <a:gd name="csY23" fmla="*/ 59760 h 123653"/>
              <a:gd name="csX24" fmla="*/ 22884 w 160914"/>
              <a:gd name="csY24" fmla="*/ 62516 h 123653"/>
              <a:gd name="csX25" fmla="*/ 24432 w 160914"/>
              <a:gd name="csY25" fmla="*/ 64847 h 123653"/>
              <a:gd name="csX26" fmla="*/ 26763 w 160914"/>
              <a:gd name="csY26" fmla="*/ 66394 h 123653"/>
              <a:gd name="csX27" fmla="*/ 29519 w 160914"/>
              <a:gd name="csY27" fmla="*/ 66922 h 123653"/>
              <a:gd name="csX28" fmla="*/ 32258 w 160914"/>
              <a:gd name="csY28" fmla="*/ 66343 h 123653"/>
              <a:gd name="csX29" fmla="*/ 34555 w 160914"/>
              <a:gd name="csY29" fmla="*/ 64744 h 123653"/>
              <a:gd name="csX30" fmla="*/ 126360 w 160914"/>
              <a:gd name="csY30" fmla="*/ 64744 h 123653"/>
              <a:gd name="csX31" fmla="*/ 128657 w 160914"/>
              <a:gd name="csY31" fmla="*/ 66343 h 123653"/>
              <a:gd name="csX32" fmla="*/ 131396 w 160914"/>
              <a:gd name="csY32" fmla="*/ 66922 h 123653"/>
              <a:gd name="csX33" fmla="*/ 134152 w 160914"/>
              <a:gd name="csY33" fmla="*/ 66394 h 123653"/>
              <a:gd name="csX34" fmla="*/ 136483 w 160914"/>
              <a:gd name="csY34" fmla="*/ 64847 h 123653"/>
              <a:gd name="csX35" fmla="*/ 138031 w 160914"/>
              <a:gd name="csY35" fmla="*/ 62516 h 123653"/>
              <a:gd name="csX36" fmla="*/ 138558 w 160914"/>
              <a:gd name="csY36" fmla="*/ 59760 h 123653"/>
              <a:gd name="csX37" fmla="*/ 137980 w 160914"/>
              <a:gd name="csY37" fmla="*/ 57021 h 123653"/>
              <a:gd name="csX38" fmla="*/ 136381 w 160914"/>
              <a:gd name="csY38" fmla="*/ 54725 h 123653"/>
              <a:gd name="csX39" fmla="*/ 80457 w 160914"/>
              <a:gd name="csY39" fmla="*/ 31607 h 123653"/>
              <a:gd name="csX40" fmla="*/ 80457 w 160914"/>
              <a:gd name="csY40" fmla="*/ 63213 h 123653"/>
              <a:gd name="csX41" fmla="*/ 46873 w 160914"/>
              <a:gd name="csY41" fmla="*/ 77077 h 123653"/>
              <a:gd name="csX42" fmla="*/ 45342 w 160914"/>
              <a:gd name="csY42" fmla="*/ 79374 h 123653"/>
              <a:gd name="csX43" fmla="*/ 44797 w 160914"/>
              <a:gd name="csY43" fmla="*/ 82096 h 123653"/>
              <a:gd name="csX44" fmla="*/ 45342 w 160914"/>
              <a:gd name="csY44" fmla="*/ 84801 h 123653"/>
              <a:gd name="csX45" fmla="*/ 46890 w 160914"/>
              <a:gd name="csY45" fmla="*/ 87097 h 123653"/>
              <a:gd name="csX46" fmla="*/ 49187 w 160914"/>
              <a:gd name="csY46" fmla="*/ 88645 h 123653"/>
              <a:gd name="csX47" fmla="*/ 51892 w 160914"/>
              <a:gd name="csY47" fmla="*/ 89172 h 123653"/>
              <a:gd name="csX48" fmla="*/ 54614 w 160914"/>
              <a:gd name="csY48" fmla="*/ 88628 h 123653"/>
              <a:gd name="csX49" fmla="*/ 56911 w 160914"/>
              <a:gd name="csY49" fmla="*/ 87097 h 123653"/>
              <a:gd name="csX50" fmla="*/ 104004 w 160914"/>
              <a:gd name="csY50" fmla="*/ 87097 h 123653"/>
              <a:gd name="csX51" fmla="*/ 106301 w 160914"/>
              <a:gd name="csY51" fmla="*/ 88696 h 123653"/>
              <a:gd name="csX52" fmla="*/ 109057 w 160914"/>
              <a:gd name="csY52" fmla="*/ 89274 h 123653"/>
              <a:gd name="csX53" fmla="*/ 111796 w 160914"/>
              <a:gd name="csY53" fmla="*/ 88747 h 123653"/>
              <a:gd name="csX54" fmla="*/ 114127 w 160914"/>
              <a:gd name="csY54" fmla="*/ 87199 h 123653"/>
              <a:gd name="csX55" fmla="*/ 115692 w 160914"/>
              <a:gd name="csY55" fmla="*/ 84868 h 123653"/>
              <a:gd name="csX56" fmla="*/ 116202 w 160914"/>
              <a:gd name="csY56" fmla="*/ 82113 h 123653"/>
              <a:gd name="csX57" fmla="*/ 115624 w 160914"/>
              <a:gd name="csY57" fmla="*/ 79374 h 123653"/>
              <a:gd name="csX58" fmla="*/ 114025 w 160914"/>
              <a:gd name="csY58" fmla="*/ 77077 h 123653"/>
              <a:gd name="csX59" fmla="*/ 80457 w 160914"/>
              <a:gd name="csY59" fmla="*/ 63213 h 123653"/>
              <a:gd name="csX60" fmla="*/ 81121 w 160914"/>
              <a:gd name="csY60" fmla="*/ 95296 h 123653"/>
              <a:gd name="csX61" fmla="*/ 71100 w 160914"/>
              <a:gd name="csY61" fmla="*/ 99447 h 123653"/>
              <a:gd name="csX62" fmla="*/ 66949 w 160914"/>
              <a:gd name="csY62" fmla="*/ 109484 h 123653"/>
              <a:gd name="csX63" fmla="*/ 71100 w 160914"/>
              <a:gd name="csY63" fmla="*/ 119503 h 123653"/>
              <a:gd name="csX64" fmla="*/ 81121 w 160914"/>
              <a:gd name="csY64" fmla="*/ 123654 h 123653"/>
              <a:gd name="csX65" fmla="*/ 91159 w 160914"/>
              <a:gd name="csY65" fmla="*/ 119503 h 123653"/>
              <a:gd name="csX66" fmla="*/ 95310 w 160914"/>
              <a:gd name="csY66" fmla="*/ 109484 h 123653"/>
              <a:gd name="csX67" fmla="*/ 91159 w 160914"/>
              <a:gd name="csY67" fmla="*/ 99447 h 123653"/>
              <a:gd name="csX68" fmla="*/ 81121 w 160914"/>
              <a:gd name="csY68" fmla="*/ 95296 h 123653"/>
            </a:gdLst>
            <a:ahLst/>
            <a:cxnLst/>
            <a:rect l="l" t="t" r="r" b="b"/>
            <a:pathLst>
              <a:path w="100000" h="100000">
                <a:moveTo>
                  <a:pt x="50000" y="11578"/>
                </a:moveTo>
                <a:cubicBezTo>
                  <a:pt x="32386" y="11578"/>
                  <a:pt x="14771" y="18280"/>
                  <a:pt x="1354" y="31696"/>
                </a:cubicBezTo>
                <a:cubicBezTo>
                  <a:pt x="931" y="32097"/>
                  <a:pt x="593" y="32584"/>
                  <a:pt x="360" y="33122"/>
                </a:cubicBezTo>
                <a:cubicBezTo>
                  <a:pt x="127" y="33662"/>
                  <a:pt x="11" y="34243"/>
                  <a:pt x="1" y="34825"/>
                </a:cubicBezTo>
                <a:cubicBezTo>
                  <a:pt x="-10" y="35417"/>
                  <a:pt x="106" y="35998"/>
                  <a:pt x="329" y="36537"/>
                </a:cubicBezTo>
                <a:cubicBezTo>
                  <a:pt x="551" y="37077"/>
                  <a:pt x="878" y="37573"/>
                  <a:pt x="1291" y="37986"/>
                </a:cubicBezTo>
                <a:cubicBezTo>
                  <a:pt x="1703" y="38408"/>
                  <a:pt x="2200" y="38736"/>
                  <a:pt x="2739" y="38948"/>
                </a:cubicBezTo>
                <a:cubicBezTo>
                  <a:pt x="3289" y="39170"/>
                  <a:pt x="3870" y="39286"/>
                  <a:pt x="4452" y="39275"/>
                </a:cubicBezTo>
                <a:cubicBezTo>
                  <a:pt x="5033" y="39275"/>
                  <a:pt x="5615" y="39149"/>
                  <a:pt x="6154" y="38916"/>
                </a:cubicBezTo>
                <a:cubicBezTo>
                  <a:pt x="6694" y="38683"/>
                  <a:pt x="7180" y="38345"/>
                  <a:pt x="7582" y="37922"/>
                </a:cubicBezTo>
                <a:cubicBezTo>
                  <a:pt x="31043" y="14464"/>
                  <a:pt x="68958" y="14464"/>
                  <a:pt x="92419" y="37922"/>
                </a:cubicBezTo>
                <a:cubicBezTo>
                  <a:pt x="92821" y="38345"/>
                  <a:pt x="93307" y="38683"/>
                  <a:pt x="93846" y="38916"/>
                </a:cubicBezTo>
                <a:cubicBezTo>
                  <a:pt x="94386" y="39149"/>
                  <a:pt x="94967" y="39275"/>
                  <a:pt x="95549" y="39275"/>
                </a:cubicBezTo>
                <a:cubicBezTo>
                  <a:pt x="96141" y="39286"/>
                  <a:pt x="96722" y="39170"/>
                  <a:pt x="97262" y="38948"/>
                </a:cubicBezTo>
                <a:cubicBezTo>
                  <a:pt x="97801" y="38736"/>
                  <a:pt x="98298" y="38408"/>
                  <a:pt x="98710" y="37986"/>
                </a:cubicBezTo>
                <a:cubicBezTo>
                  <a:pt x="99123" y="37573"/>
                  <a:pt x="99450" y="37077"/>
                  <a:pt x="99672" y="36537"/>
                </a:cubicBezTo>
                <a:cubicBezTo>
                  <a:pt x="99894" y="35998"/>
                  <a:pt x="100011" y="35417"/>
                  <a:pt x="100000" y="34825"/>
                </a:cubicBezTo>
                <a:cubicBezTo>
                  <a:pt x="100000" y="34243"/>
                  <a:pt x="99873" y="33662"/>
                  <a:pt x="99641" y="33122"/>
                </a:cubicBezTo>
                <a:cubicBezTo>
                  <a:pt x="99408" y="32584"/>
                  <a:pt x="99070" y="32097"/>
                  <a:pt x="98646" y="31696"/>
                </a:cubicBezTo>
                <a:cubicBezTo>
                  <a:pt x="85229" y="18280"/>
                  <a:pt x="67615" y="11578"/>
                  <a:pt x="50000" y="11578"/>
                </a:cubicBezTo>
                <a:close/>
                <a:moveTo>
                  <a:pt x="50000" y="31220"/>
                </a:moveTo>
                <a:cubicBezTo>
                  <a:pt x="37408" y="31220"/>
                  <a:pt x="24826" y="36009"/>
                  <a:pt x="15247" y="45587"/>
                </a:cubicBezTo>
                <a:cubicBezTo>
                  <a:pt x="14824" y="45988"/>
                  <a:pt x="14486" y="46475"/>
                  <a:pt x="14253" y="47014"/>
                </a:cubicBezTo>
                <a:cubicBezTo>
                  <a:pt x="14020" y="47553"/>
                  <a:pt x="13894" y="48135"/>
                  <a:pt x="13894" y="48716"/>
                </a:cubicBezTo>
                <a:cubicBezTo>
                  <a:pt x="13883" y="49308"/>
                  <a:pt x="13999" y="49889"/>
                  <a:pt x="14221" y="50428"/>
                </a:cubicBezTo>
                <a:cubicBezTo>
                  <a:pt x="14444" y="50967"/>
                  <a:pt x="14771" y="51464"/>
                  <a:pt x="15183" y="51877"/>
                </a:cubicBezTo>
                <a:cubicBezTo>
                  <a:pt x="15596" y="52289"/>
                  <a:pt x="16093" y="52617"/>
                  <a:pt x="16632" y="52838"/>
                </a:cubicBezTo>
                <a:cubicBezTo>
                  <a:pt x="17171" y="53061"/>
                  <a:pt x="17753" y="53177"/>
                  <a:pt x="18345" y="53167"/>
                </a:cubicBezTo>
                <a:cubicBezTo>
                  <a:pt x="18926" y="53167"/>
                  <a:pt x="19508" y="53040"/>
                  <a:pt x="20047" y="52807"/>
                </a:cubicBezTo>
                <a:cubicBezTo>
                  <a:pt x="20586" y="52574"/>
                  <a:pt x="21073" y="52236"/>
                  <a:pt x="21474" y="51813"/>
                </a:cubicBezTo>
                <a:cubicBezTo>
                  <a:pt x="37270" y="36029"/>
                  <a:pt x="62740" y="36029"/>
                  <a:pt x="78526" y="51813"/>
                </a:cubicBezTo>
                <a:cubicBezTo>
                  <a:pt x="78928" y="52236"/>
                  <a:pt x="79414" y="52574"/>
                  <a:pt x="79954" y="52807"/>
                </a:cubicBezTo>
                <a:cubicBezTo>
                  <a:pt x="80493" y="53040"/>
                  <a:pt x="81074" y="53167"/>
                  <a:pt x="81656" y="53167"/>
                </a:cubicBezTo>
                <a:cubicBezTo>
                  <a:pt x="82248" y="53177"/>
                  <a:pt x="82829" y="53061"/>
                  <a:pt x="83369" y="52838"/>
                </a:cubicBezTo>
                <a:cubicBezTo>
                  <a:pt x="83919" y="52617"/>
                  <a:pt x="84405" y="52289"/>
                  <a:pt x="84817" y="51877"/>
                </a:cubicBezTo>
                <a:cubicBezTo>
                  <a:pt x="85240" y="51464"/>
                  <a:pt x="85568" y="50967"/>
                  <a:pt x="85779" y="50428"/>
                </a:cubicBezTo>
                <a:cubicBezTo>
                  <a:pt x="86001" y="49889"/>
                  <a:pt x="86118" y="49308"/>
                  <a:pt x="86107" y="48716"/>
                </a:cubicBezTo>
                <a:cubicBezTo>
                  <a:pt x="86107" y="48135"/>
                  <a:pt x="85980" y="47553"/>
                  <a:pt x="85748" y="47014"/>
                </a:cubicBezTo>
                <a:cubicBezTo>
                  <a:pt x="85515" y="46475"/>
                  <a:pt x="85177" y="45988"/>
                  <a:pt x="84754" y="45587"/>
                </a:cubicBezTo>
                <a:cubicBezTo>
                  <a:pt x="75175" y="36009"/>
                  <a:pt x="62593" y="31220"/>
                  <a:pt x="50000" y="31220"/>
                </a:cubicBezTo>
                <a:close/>
                <a:moveTo>
                  <a:pt x="50000" y="50862"/>
                </a:moveTo>
                <a:cubicBezTo>
                  <a:pt x="42441" y="50862"/>
                  <a:pt x="34881" y="53737"/>
                  <a:pt x="29129" y="59477"/>
                </a:cubicBezTo>
                <a:cubicBezTo>
                  <a:pt x="28727" y="59890"/>
                  <a:pt x="28400" y="60376"/>
                  <a:pt x="28178" y="60905"/>
                </a:cubicBezTo>
                <a:cubicBezTo>
                  <a:pt x="27955" y="61444"/>
                  <a:pt x="27839" y="62015"/>
                  <a:pt x="27839" y="62596"/>
                </a:cubicBezTo>
                <a:cubicBezTo>
                  <a:pt x="27839" y="63167"/>
                  <a:pt x="27955" y="63749"/>
                  <a:pt x="28178" y="64278"/>
                </a:cubicBezTo>
                <a:cubicBezTo>
                  <a:pt x="28400" y="64816"/>
                  <a:pt x="28727" y="65303"/>
                  <a:pt x="29140" y="65704"/>
                </a:cubicBezTo>
                <a:cubicBezTo>
                  <a:pt x="29541" y="66116"/>
                  <a:pt x="30028" y="66444"/>
                  <a:pt x="30567" y="66666"/>
                </a:cubicBezTo>
                <a:cubicBezTo>
                  <a:pt x="31096" y="66888"/>
                  <a:pt x="31677" y="66994"/>
                  <a:pt x="32248" y="66994"/>
                </a:cubicBezTo>
                <a:cubicBezTo>
                  <a:pt x="32829" y="66994"/>
                  <a:pt x="33400" y="66878"/>
                  <a:pt x="33940" y="66656"/>
                </a:cubicBezTo>
                <a:cubicBezTo>
                  <a:pt x="34469" y="66433"/>
                  <a:pt x="34955" y="66116"/>
                  <a:pt x="35367" y="65704"/>
                </a:cubicBezTo>
                <a:cubicBezTo>
                  <a:pt x="43487" y="57585"/>
                  <a:pt x="56513" y="57585"/>
                  <a:pt x="64633" y="65704"/>
                </a:cubicBezTo>
                <a:cubicBezTo>
                  <a:pt x="65046" y="66127"/>
                  <a:pt x="65532" y="66466"/>
                  <a:pt x="66061" y="66698"/>
                </a:cubicBezTo>
                <a:cubicBezTo>
                  <a:pt x="66600" y="66930"/>
                  <a:pt x="67181" y="67057"/>
                  <a:pt x="67773" y="67057"/>
                </a:cubicBezTo>
                <a:cubicBezTo>
                  <a:pt x="68355" y="67068"/>
                  <a:pt x="68937" y="66952"/>
                  <a:pt x="69476" y="66730"/>
                </a:cubicBezTo>
                <a:cubicBezTo>
                  <a:pt x="70026" y="66508"/>
                  <a:pt x="70512" y="66180"/>
                  <a:pt x="70924" y="65768"/>
                </a:cubicBezTo>
                <a:cubicBezTo>
                  <a:pt x="71347" y="65356"/>
                  <a:pt x="71675" y="64859"/>
                  <a:pt x="71897" y="64319"/>
                </a:cubicBezTo>
                <a:cubicBezTo>
                  <a:pt x="72119" y="63780"/>
                  <a:pt x="72225" y="63199"/>
                  <a:pt x="72214" y="62607"/>
                </a:cubicBezTo>
                <a:cubicBezTo>
                  <a:pt x="72214" y="62025"/>
                  <a:pt x="72088" y="61444"/>
                  <a:pt x="71855" y="60905"/>
                </a:cubicBezTo>
                <a:cubicBezTo>
                  <a:pt x="71622" y="60365"/>
                  <a:pt x="71283" y="59880"/>
                  <a:pt x="70861" y="59477"/>
                </a:cubicBezTo>
                <a:cubicBezTo>
                  <a:pt x="65119" y="53737"/>
                  <a:pt x="57560" y="50862"/>
                  <a:pt x="50000" y="50862"/>
                </a:cubicBezTo>
                <a:close/>
                <a:moveTo>
                  <a:pt x="50413" y="70800"/>
                </a:moveTo>
                <a:cubicBezTo>
                  <a:pt x="48076" y="70800"/>
                  <a:pt x="45834" y="71730"/>
                  <a:pt x="44185" y="73379"/>
                </a:cubicBezTo>
                <a:cubicBezTo>
                  <a:pt x="42536" y="75039"/>
                  <a:pt x="41605" y="77280"/>
                  <a:pt x="41605" y="79617"/>
                </a:cubicBezTo>
                <a:cubicBezTo>
                  <a:pt x="41605" y="81953"/>
                  <a:pt x="42536" y="84194"/>
                  <a:pt x="44185" y="85843"/>
                </a:cubicBezTo>
                <a:cubicBezTo>
                  <a:pt x="45834" y="87492"/>
                  <a:pt x="48076" y="88423"/>
                  <a:pt x="50413" y="88423"/>
                </a:cubicBezTo>
                <a:cubicBezTo>
                  <a:pt x="52749" y="88423"/>
                  <a:pt x="54990" y="87492"/>
                  <a:pt x="56651" y="85843"/>
                </a:cubicBezTo>
                <a:cubicBezTo>
                  <a:pt x="58300" y="84194"/>
                  <a:pt x="59230" y="81953"/>
                  <a:pt x="59230" y="79617"/>
                </a:cubicBezTo>
                <a:cubicBezTo>
                  <a:pt x="59230" y="77280"/>
                  <a:pt x="58300" y="75039"/>
                  <a:pt x="56651" y="73379"/>
                </a:cubicBezTo>
                <a:cubicBezTo>
                  <a:pt x="54990" y="71730"/>
                  <a:pt x="52749" y="70800"/>
                  <a:pt x="50413" y="708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6" name="Белый — SVG 86">
            <a:extLst>
              <a:ext uri="{FF2B5EF4-FFF2-40B4-BE49-F238E27FC236}">
                <a16:creationId xmlns:a16="http://schemas.microsoft.com/office/drawing/2014/main" id="{73F717C0-A2D9-854B-A4C7-7E4D2F61EA53}"/>
              </a:ext>
            </a:extLst>
          </p:cNvPr>
          <p:cNvSpPr>
            <a:spLocks noGrp="1"/>
          </p:cNvSpPr>
          <p:nvPr/>
        </p:nvSpPr>
        <p:spPr>
          <a:xfrm>
            <a:off x="8220000" y="5790000"/>
            <a:ext cx="220000" cy="220000"/>
          </a:xfrm>
          <a:custGeom>
            <a:avLst/>
            <a:gdLst>
              <a:gd name="csX0" fmla="*/ 85067 w 170134"/>
              <a:gd name="csY0" fmla="*/ 0 h 127583"/>
              <a:gd name="csX1" fmla="*/ 34605 w 170134"/>
              <a:gd name="csY1" fmla="*/ 24802 h 127583"/>
              <a:gd name="csX2" fmla="*/ 30131 w 170134"/>
              <a:gd name="csY2" fmla="*/ 24802 h 127583"/>
              <a:gd name="csX3" fmla="*/ 0 w 170134"/>
              <a:gd name="csY3" fmla="*/ 54929 h 127583"/>
              <a:gd name="csX4" fmla="*/ 0 w 170134"/>
              <a:gd name="csY4" fmla="*/ 72654 h 127583"/>
              <a:gd name="csX5" fmla="*/ 30131 w 170134"/>
              <a:gd name="csY5" fmla="*/ 102781 h 127583"/>
              <a:gd name="csX6" fmla="*/ 34605 w 170134"/>
              <a:gd name="csY6" fmla="*/ 102781 h 127583"/>
              <a:gd name="csX7" fmla="*/ 85067 w 170134"/>
              <a:gd name="csY7" fmla="*/ 127583 h 127583"/>
              <a:gd name="csX8" fmla="*/ 135529 w 170134"/>
              <a:gd name="csY8" fmla="*/ 102781 h 127583"/>
              <a:gd name="csX9" fmla="*/ 140003 w 170134"/>
              <a:gd name="csY9" fmla="*/ 102781 h 127583"/>
              <a:gd name="csX10" fmla="*/ 170134 w 170134"/>
              <a:gd name="csY10" fmla="*/ 72654 h 127583"/>
              <a:gd name="csX11" fmla="*/ 170134 w 170134"/>
              <a:gd name="csY11" fmla="*/ 54929 h 127583"/>
              <a:gd name="csX12" fmla="*/ 140003 w 170134"/>
              <a:gd name="csY12" fmla="*/ 24802 h 127583"/>
              <a:gd name="csX13" fmla="*/ 135529 w 170134"/>
              <a:gd name="csY13" fmla="*/ 24802 h 127583"/>
              <a:gd name="csX14" fmla="*/ 85067 w 170134"/>
              <a:gd name="csY14" fmla="*/ 0 h 127583"/>
              <a:gd name="csX15" fmla="*/ 107950 w 170134"/>
              <a:gd name="csY15" fmla="*/ 35434 h 127583"/>
              <a:gd name="csX16" fmla="*/ 140003 w 170134"/>
              <a:gd name="csY16" fmla="*/ 35434 h 127583"/>
              <a:gd name="csX17" fmla="*/ 159501 w 170134"/>
              <a:gd name="csY17" fmla="*/ 54929 h 127583"/>
              <a:gd name="csX18" fmla="*/ 159501 w 170134"/>
              <a:gd name="csY18" fmla="*/ 72654 h 127583"/>
              <a:gd name="csX19" fmla="*/ 140003 w 170134"/>
              <a:gd name="csY19" fmla="*/ 92149 h 127583"/>
              <a:gd name="csX20" fmla="*/ 81222 w 170134"/>
              <a:gd name="csY20" fmla="*/ 92149 h 127583"/>
              <a:gd name="csX21" fmla="*/ 88453 w 170134"/>
              <a:gd name="csY21" fmla="*/ 72654 h 127583"/>
              <a:gd name="csX22" fmla="*/ 88453 w 170134"/>
              <a:gd name="csY22" fmla="*/ 54929 h 127583"/>
              <a:gd name="csX23" fmla="*/ 107950 w 170134"/>
              <a:gd name="csY23" fmla="*/ 35434 h 127583"/>
              <a:gd name="csX24" fmla="*/ 68411 w 170134"/>
              <a:gd name="csY24" fmla="*/ 44127 h 127583"/>
              <a:gd name="csX25" fmla="*/ 72835 w 170134"/>
              <a:gd name="csY25" fmla="*/ 48550 h 127583"/>
              <a:gd name="csX26" fmla="*/ 68411 w 170134"/>
              <a:gd name="csY26" fmla="*/ 52972 h 127583"/>
              <a:gd name="csX27" fmla="*/ 63987 w 170134"/>
              <a:gd name="csY27" fmla="*/ 48550 h 127583"/>
              <a:gd name="csX28" fmla="*/ 68411 w 170134"/>
              <a:gd name="csY28" fmla="*/ 44127 h 127583"/>
              <a:gd name="csX29" fmla="*/ 139306 w 170134"/>
              <a:gd name="csY29" fmla="*/ 44127 h 127583"/>
              <a:gd name="csX30" fmla="*/ 136175 w 170134"/>
              <a:gd name="csY30" fmla="*/ 45420 h 127583"/>
              <a:gd name="csX31" fmla="*/ 134865 w 170134"/>
              <a:gd name="csY31" fmla="*/ 48550 h 127583"/>
              <a:gd name="csX32" fmla="*/ 136175 w 170134"/>
              <a:gd name="csY32" fmla="*/ 51680 h 127583"/>
              <a:gd name="csX33" fmla="*/ 139306 w 170134"/>
              <a:gd name="csY33" fmla="*/ 52972 h 127583"/>
              <a:gd name="csX34" fmla="*/ 142437 w 170134"/>
              <a:gd name="csY34" fmla="*/ 51680 h 127583"/>
              <a:gd name="csX35" fmla="*/ 143729 w 170134"/>
              <a:gd name="csY35" fmla="*/ 48550 h 127583"/>
              <a:gd name="csX36" fmla="*/ 142437 w 170134"/>
              <a:gd name="csY36" fmla="*/ 45420 h 127583"/>
              <a:gd name="csX37" fmla="*/ 139306 w 170134"/>
              <a:gd name="csY37" fmla="*/ 44127 h 127583"/>
              <a:gd name="csX38" fmla="*/ 107405 w 170134"/>
              <a:gd name="csY38" fmla="*/ 46066 h 127583"/>
              <a:gd name="csX39" fmla="*/ 102965 w 170134"/>
              <a:gd name="csY39" fmla="*/ 50506 h 127583"/>
              <a:gd name="csX40" fmla="*/ 102965 w 170134"/>
              <a:gd name="csY40" fmla="*/ 77077 h 127583"/>
              <a:gd name="csX41" fmla="*/ 107405 w 170134"/>
              <a:gd name="csY41" fmla="*/ 81517 h 127583"/>
              <a:gd name="csX42" fmla="*/ 111829 w 170134"/>
              <a:gd name="csY42" fmla="*/ 77077 h 127583"/>
              <a:gd name="csX43" fmla="*/ 111829 w 170134"/>
              <a:gd name="csY43" fmla="*/ 71770 h 127583"/>
              <a:gd name="csX44" fmla="*/ 121578 w 170134"/>
              <a:gd name="csY44" fmla="*/ 71770 h 127583"/>
              <a:gd name="csX45" fmla="*/ 126001 w 170134"/>
              <a:gd name="csY45" fmla="*/ 67330 h 127583"/>
              <a:gd name="csX46" fmla="*/ 121578 w 170134"/>
              <a:gd name="csY46" fmla="*/ 62907 h 127583"/>
              <a:gd name="csX47" fmla="*/ 111829 w 170134"/>
              <a:gd name="csY47" fmla="*/ 62907 h 127583"/>
              <a:gd name="csX48" fmla="*/ 111829 w 170134"/>
              <a:gd name="csY48" fmla="*/ 54929 h 127583"/>
              <a:gd name="csX49" fmla="*/ 125117 w 170134"/>
              <a:gd name="csY49" fmla="*/ 54929 h 127583"/>
              <a:gd name="csX50" fmla="*/ 129557 w 170134"/>
              <a:gd name="csY50" fmla="*/ 50506 h 127583"/>
              <a:gd name="csX51" fmla="*/ 125117 w 170134"/>
              <a:gd name="csY51" fmla="*/ 46066 h 127583"/>
              <a:gd name="csX52" fmla="*/ 107405 w 170134"/>
              <a:gd name="csY52" fmla="*/ 46066 h 127583"/>
              <a:gd name="csX53" fmla="*/ 51976 w 170134"/>
              <a:gd name="csY53" fmla="*/ 46355 h 127583"/>
              <a:gd name="csX54" fmla="*/ 52878 w 170134"/>
              <a:gd name="csY54" fmla="*/ 46423 h 127583"/>
              <a:gd name="csX55" fmla="*/ 56467 w 170134"/>
              <a:gd name="csY55" fmla="*/ 51561 h 127583"/>
              <a:gd name="csX56" fmla="*/ 51840 w 170134"/>
              <a:gd name="csY56" fmla="*/ 77775 h 127583"/>
              <a:gd name="csX57" fmla="*/ 48284 w 170134"/>
              <a:gd name="csY57" fmla="*/ 81364 h 127583"/>
              <a:gd name="csX58" fmla="*/ 47467 w 170134"/>
              <a:gd name="csY58" fmla="*/ 81449 h 127583"/>
              <a:gd name="csX59" fmla="*/ 43691 w 170134"/>
              <a:gd name="csY59" fmla="*/ 79306 h 127583"/>
              <a:gd name="csX60" fmla="*/ 37209 w 170134"/>
              <a:gd name="csY60" fmla="*/ 68640 h 127583"/>
              <a:gd name="csX61" fmla="*/ 30743 w 170134"/>
              <a:gd name="csY61" fmla="*/ 79306 h 127583"/>
              <a:gd name="csX62" fmla="*/ 26150 w 170134"/>
              <a:gd name="csY62" fmla="*/ 81364 h 127583"/>
              <a:gd name="csX63" fmla="*/ 22611 w 170134"/>
              <a:gd name="csY63" fmla="*/ 77775 h 127583"/>
              <a:gd name="csX64" fmla="*/ 17966 w 170134"/>
              <a:gd name="csY64" fmla="*/ 51561 h 127583"/>
              <a:gd name="csX65" fmla="*/ 21556 w 170134"/>
              <a:gd name="csY65" fmla="*/ 46423 h 127583"/>
              <a:gd name="csX66" fmla="*/ 26694 w 170134"/>
              <a:gd name="csY66" fmla="*/ 50012 h 127583"/>
              <a:gd name="csX67" fmla="*/ 29280 w 170134"/>
              <a:gd name="csY67" fmla="*/ 64642 h 127583"/>
              <a:gd name="csX68" fmla="*/ 33431 w 170134"/>
              <a:gd name="csY68" fmla="*/ 57787 h 127583"/>
              <a:gd name="csX69" fmla="*/ 41002 w 170134"/>
              <a:gd name="csY69" fmla="*/ 57787 h 127583"/>
              <a:gd name="csX70" fmla="*/ 45154 w 170134"/>
              <a:gd name="csY70" fmla="*/ 64642 h 127583"/>
              <a:gd name="csX71" fmla="*/ 47740 w 170134"/>
              <a:gd name="csY71" fmla="*/ 50012 h 127583"/>
              <a:gd name="csX72" fmla="*/ 51976 w 170134"/>
              <a:gd name="csY72" fmla="*/ 46355 h 127583"/>
              <a:gd name="csX73" fmla="*/ 139237 w 170134"/>
              <a:gd name="csY73" fmla="*/ 56647 h 127583"/>
              <a:gd name="csX74" fmla="*/ 136124 w 170134"/>
              <a:gd name="csY74" fmla="*/ 57991 h 127583"/>
              <a:gd name="csX75" fmla="*/ 134865 w 170134"/>
              <a:gd name="csY75" fmla="*/ 61138 h 127583"/>
              <a:gd name="csX76" fmla="*/ 134865 w 170134"/>
              <a:gd name="csY76" fmla="*/ 77077 h 127583"/>
              <a:gd name="csX77" fmla="*/ 135188 w 170134"/>
              <a:gd name="csY77" fmla="*/ 78796 h 127583"/>
              <a:gd name="csX78" fmla="*/ 136141 w 170134"/>
              <a:gd name="csY78" fmla="*/ 80258 h 127583"/>
              <a:gd name="csX79" fmla="*/ 137588 w 170134"/>
              <a:gd name="csY79" fmla="*/ 81228 h 127583"/>
              <a:gd name="csX80" fmla="*/ 139306 w 170134"/>
              <a:gd name="csY80" fmla="*/ 81568 h 127583"/>
              <a:gd name="csX81" fmla="*/ 141007 w 170134"/>
              <a:gd name="csY81" fmla="*/ 81228 h 127583"/>
              <a:gd name="csX82" fmla="*/ 142453 w 170134"/>
              <a:gd name="csY82" fmla="*/ 80258 h 127583"/>
              <a:gd name="csX83" fmla="*/ 143406 w 170134"/>
              <a:gd name="csY83" fmla="*/ 78796 h 127583"/>
              <a:gd name="csX84" fmla="*/ 143729 w 170134"/>
              <a:gd name="csY84" fmla="*/ 77077 h 127583"/>
              <a:gd name="csX85" fmla="*/ 143729 w 170134"/>
              <a:gd name="csY85" fmla="*/ 61138 h 127583"/>
              <a:gd name="csX86" fmla="*/ 143406 w 170134"/>
              <a:gd name="csY86" fmla="*/ 59403 h 127583"/>
              <a:gd name="csX87" fmla="*/ 142437 w 170134"/>
              <a:gd name="csY87" fmla="*/ 57940 h 127583"/>
              <a:gd name="csX88" fmla="*/ 140956 w 170134"/>
              <a:gd name="csY88" fmla="*/ 56970 h 127583"/>
              <a:gd name="csX89" fmla="*/ 139237 w 170134"/>
              <a:gd name="csY89" fmla="*/ 56647 h 127583"/>
              <a:gd name="csX90" fmla="*/ 68411 w 170134"/>
              <a:gd name="csY90" fmla="*/ 56698 h 127583"/>
              <a:gd name="csX91" fmla="*/ 72835 w 170134"/>
              <a:gd name="csY91" fmla="*/ 61138 h 127583"/>
              <a:gd name="csX92" fmla="*/ 72835 w 170134"/>
              <a:gd name="csY92" fmla="*/ 77077 h 127583"/>
              <a:gd name="csX93" fmla="*/ 68411 w 170134"/>
              <a:gd name="csY93" fmla="*/ 81517 h 127583"/>
              <a:gd name="csX94" fmla="*/ 63987 w 170134"/>
              <a:gd name="csY94" fmla="*/ 77077 h 127583"/>
              <a:gd name="csX95" fmla="*/ 63987 w 170134"/>
              <a:gd name="csY95" fmla="*/ 61138 h 127583"/>
              <a:gd name="csX96" fmla="*/ 68411 w 170134"/>
              <a:gd name="csY96" fmla="*/ 56698 h 127583"/>
            </a:gdLst>
            <a:ahLst/>
            <a:cxnLst/>
            <a:rect l="l" t="t" r="r" b="b"/>
            <a:pathLst>
              <a:path w="100000" h="100000">
                <a:moveTo>
                  <a:pt x="50000" y="12505"/>
                </a:moveTo>
                <a:cubicBezTo>
                  <a:pt x="37950" y="12505"/>
                  <a:pt x="27200" y="18234"/>
                  <a:pt x="20340" y="27083"/>
                </a:cubicBezTo>
                <a:lnTo>
                  <a:pt x="17710" y="27083"/>
                </a:lnTo>
                <a:cubicBezTo>
                  <a:pt x="7970" y="27083"/>
                  <a:pt x="0" y="35052"/>
                  <a:pt x="0" y="44791"/>
                </a:cubicBezTo>
                <a:lnTo>
                  <a:pt x="0" y="55209"/>
                </a:lnTo>
                <a:cubicBezTo>
                  <a:pt x="0" y="64948"/>
                  <a:pt x="7970" y="72917"/>
                  <a:pt x="17710" y="72917"/>
                </a:cubicBezTo>
                <a:lnTo>
                  <a:pt x="20340" y="72917"/>
                </a:lnTo>
                <a:cubicBezTo>
                  <a:pt x="27200" y="81766"/>
                  <a:pt x="37950" y="87495"/>
                  <a:pt x="50000" y="87495"/>
                </a:cubicBezTo>
                <a:cubicBezTo>
                  <a:pt x="62050" y="87495"/>
                  <a:pt x="72800" y="81766"/>
                  <a:pt x="79660" y="72917"/>
                </a:cubicBezTo>
                <a:lnTo>
                  <a:pt x="82290" y="72917"/>
                </a:lnTo>
                <a:cubicBezTo>
                  <a:pt x="92030" y="72917"/>
                  <a:pt x="100000" y="64948"/>
                  <a:pt x="100000" y="55209"/>
                </a:cubicBezTo>
                <a:lnTo>
                  <a:pt x="100000" y="44791"/>
                </a:lnTo>
                <a:cubicBezTo>
                  <a:pt x="100000" y="35052"/>
                  <a:pt x="92030" y="27083"/>
                  <a:pt x="82290" y="27083"/>
                </a:cubicBezTo>
                <a:lnTo>
                  <a:pt x="79660" y="27083"/>
                </a:lnTo>
                <a:cubicBezTo>
                  <a:pt x="72800" y="18234"/>
                  <a:pt x="62050" y="12505"/>
                  <a:pt x="50000" y="12505"/>
                </a:cubicBezTo>
                <a:close/>
                <a:moveTo>
                  <a:pt x="63450" y="33332"/>
                </a:moveTo>
                <a:lnTo>
                  <a:pt x="82290" y="33332"/>
                </a:lnTo>
                <a:cubicBezTo>
                  <a:pt x="88660" y="33332"/>
                  <a:pt x="93750" y="38432"/>
                  <a:pt x="93750" y="44791"/>
                </a:cubicBezTo>
                <a:lnTo>
                  <a:pt x="93750" y="55209"/>
                </a:lnTo>
                <a:cubicBezTo>
                  <a:pt x="93750" y="61569"/>
                  <a:pt x="88660" y="66668"/>
                  <a:pt x="82290" y="66668"/>
                </a:cubicBezTo>
                <a:lnTo>
                  <a:pt x="47740" y="66668"/>
                </a:lnTo>
                <a:cubicBezTo>
                  <a:pt x="50380" y="63568"/>
                  <a:pt x="51990" y="59569"/>
                  <a:pt x="51990" y="55209"/>
                </a:cubicBezTo>
                <a:lnTo>
                  <a:pt x="51990" y="44791"/>
                </a:lnTo>
                <a:cubicBezTo>
                  <a:pt x="51990" y="38432"/>
                  <a:pt x="57080" y="33332"/>
                  <a:pt x="63450" y="33332"/>
                </a:cubicBezTo>
                <a:close/>
                <a:moveTo>
                  <a:pt x="40210" y="38442"/>
                </a:moveTo>
                <a:cubicBezTo>
                  <a:pt x="41650" y="38442"/>
                  <a:pt x="42810" y="39601"/>
                  <a:pt x="42810" y="41041"/>
                </a:cubicBezTo>
                <a:cubicBezTo>
                  <a:pt x="42810" y="42481"/>
                  <a:pt x="41650" y="43641"/>
                  <a:pt x="40210" y="43641"/>
                </a:cubicBezTo>
                <a:cubicBezTo>
                  <a:pt x="38770" y="43641"/>
                  <a:pt x="37610" y="42481"/>
                  <a:pt x="37610" y="41041"/>
                </a:cubicBezTo>
                <a:cubicBezTo>
                  <a:pt x="37610" y="39601"/>
                  <a:pt x="38770" y="38442"/>
                  <a:pt x="40210" y="38442"/>
                </a:cubicBezTo>
                <a:close/>
                <a:moveTo>
                  <a:pt x="81880" y="38442"/>
                </a:moveTo>
                <a:cubicBezTo>
                  <a:pt x="81190" y="38442"/>
                  <a:pt x="80520" y="38712"/>
                  <a:pt x="80040" y="39202"/>
                </a:cubicBezTo>
                <a:cubicBezTo>
                  <a:pt x="79550" y="39691"/>
                  <a:pt x="79270" y="40351"/>
                  <a:pt x="79270" y="41041"/>
                </a:cubicBezTo>
                <a:cubicBezTo>
                  <a:pt x="79270" y="41731"/>
                  <a:pt x="79550" y="42391"/>
                  <a:pt x="80040" y="42881"/>
                </a:cubicBezTo>
                <a:cubicBezTo>
                  <a:pt x="80520" y="43371"/>
                  <a:pt x="81190" y="43641"/>
                  <a:pt x="81880" y="43641"/>
                </a:cubicBezTo>
                <a:cubicBezTo>
                  <a:pt x="82570" y="43641"/>
                  <a:pt x="83230" y="43371"/>
                  <a:pt x="83720" y="42881"/>
                </a:cubicBezTo>
                <a:cubicBezTo>
                  <a:pt x="84210" y="42391"/>
                  <a:pt x="84480" y="41731"/>
                  <a:pt x="84480" y="41041"/>
                </a:cubicBezTo>
                <a:cubicBezTo>
                  <a:pt x="84480" y="40351"/>
                  <a:pt x="84210" y="39691"/>
                  <a:pt x="83720" y="39202"/>
                </a:cubicBezTo>
                <a:cubicBezTo>
                  <a:pt x="83230" y="38712"/>
                  <a:pt x="82570" y="38442"/>
                  <a:pt x="81880" y="38442"/>
                </a:cubicBezTo>
                <a:close/>
                <a:moveTo>
                  <a:pt x="63130" y="39581"/>
                </a:moveTo>
                <a:cubicBezTo>
                  <a:pt x="61690" y="39581"/>
                  <a:pt x="60520" y="40751"/>
                  <a:pt x="60520" y="42191"/>
                </a:cubicBezTo>
                <a:lnTo>
                  <a:pt x="60520" y="57809"/>
                </a:lnTo>
                <a:cubicBezTo>
                  <a:pt x="60520" y="59249"/>
                  <a:pt x="61690" y="60419"/>
                  <a:pt x="63130" y="60419"/>
                </a:cubicBezTo>
                <a:cubicBezTo>
                  <a:pt x="64560" y="60419"/>
                  <a:pt x="65730" y="59249"/>
                  <a:pt x="65730" y="57809"/>
                </a:cubicBezTo>
                <a:lnTo>
                  <a:pt x="65730" y="54690"/>
                </a:lnTo>
                <a:lnTo>
                  <a:pt x="71460" y="54690"/>
                </a:lnTo>
                <a:cubicBezTo>
                  <a:pt x="72900" y="54690"/>
                  <a:pt x="74060" y="53520"/>
                  <a:pt x="74060" y="52080"/>
                </a:cubicBezTo>
                <a:cubicBezTo>
                  <a:pt x="74060" y="50650"/>
                  <a:pt x="72900" y="49480"/>
                  <a:pt x="71460" y="49480"/>
                </a:cubicBezTo>
                <a:lnTo>
                  <a:pt x="65730" y="49480"/>
                </a:lnTo>
                <a:lnTo>
                  <a:pt x="65730" y="44791"/>
                </a:lnTo>
                <a:lnTo>
                  <a:pt x="73540" y="44791"/>
                </a:lnTo>
                <a:cubicBezTo>
                  <a:pt x="74980" y="44791"/>
                  <a:pt x="76150" y="43621"/>
                  <a:pt x="76150" y="42191"/>
                </a:cubicBezTo>
                <a:cubicBezTo>
                  <a:pt x="76150" y="40751"/>
                  <a:pt x="74980" y="39581"/>
                  <a:pt x="73540" y="39581"/>
                </a:cubicBezTo>
                <a:lnTo>
                  <a:pt x="63130" y="39581"/>
                </a:lnTo>
                <a:close/>
                <a:moveTo>
                  <a:pt x="30550" y="39751"/>
                </a:moveTo>
                <a:cubicBezTo>
                  <a:pt x="30730" y="39741"/>
                  <a:pt x="30900" y="39761"/>
                  <a:pt x="31080" y="39791"/>
                </a:cubicBezTo>
                <a:cubicBezTo>
                  <a:pt x="32500" y="40042"/>
                  <a:pt x="33440" y="41391"/>
                  <a:pt x="33190" y="42811"/>
                </a:cubicBezTo>
                <a:lnTo>
                  <a:pt x="30470" y="58219"/>
                </a:lnTo>
                <a:cubicBezTo>
                  <a:pt x="30280" y="59289"/>
                  <a:pt x="29450" y="60129"/>
                  <a:pt x="28380" y="60329"/>
                </a:cubicBezTo>
                <a:cubicBezTo>
                  <a:pt x="28220" y="60359"/>
                  <a:pt x="28060" y="60379"/>
                  <a:pt x="27900" y="60379"/>
                </a:cubicBezTo>
                <a:cubicBezTo>
                  <a:pt x="27000" y="60379"/>
                  <a:pt x="26150" y="59909"/>
                  <a:pt x="25680" y="59119"/>
                </a:cubicBezTo>
                <a:lnTo>
                  <a:pt x="21870" y="52850"/>
                </a:lnTo>
                <a:lnTo>
                  <a:pt x="18070" y="59119"/>
                </a:lnTo>
                <a:cubicBezTo>
                  <a:pt x="17510" y="60049"/>
                  <a:pt x="16430" y="60528"/>
                  <a:pt x="15370" y="60329"/>
                </a:cubicBezTo>
                <a:cubicBezTo>
                  <a:pt x="14300" y="60129"/>
                  <a:pt x="13470" y="59289"/>
                  <a:pt x="13290" y="58219"/>
                </a:cubicBezTo>
                <a:lnTo>
                  <a:pt x="10560" y="42811"/>
                </a:lnTo>
                <a:cubicBezTo>
                  <a:pt x="10310" y="41391"/>
                  <a:pt x="11250" y="40042"/>
                  <a:pt x="12670" y="39791"/>
                </a:cubicBezTo>
                <a:cubicBezTo>
                  <a:pt x="14080" y="39531"/>
                  <a:pt x="15440" y="40491"/>
                  <a:pt x="15690" y="41901"/>
                </a:cubicBezTo>
                <a:lnTo>
                  <a:pt x="17210" y="50500"/>
                </a:lnTo>
                <a:lnTo>
                  <a:pt x="19650" y="46471"/>
                </a:lnTo>
                <a:cubicBezTo>
                  <a:pt x="20590" y="44911"/>
                  <a:pt x="23160" y="44911"/>
                  <a:pt x="24100" y="46471"/>
                </a:cubicBezTo>
                <a:lnTo>
                  <a:pt x="26540" y="50500"/>
                </a:lnTo>
                <a:lnTo>
                  <a:pt x="28060" y="41901"/>
                </a:lnTo>
                <a:cubicBezTo>
                  <a:pt x="28280" y="40661"/>
                  <a:pt x="29350" y="39771"/>
                  <a:pt x="30550" y="39751"/>
                </a:cubicBezTo>
                <a:close/>
                <a:moveTo>
                  <a:pt x="81840" y="45801"/>
                </a:moveTo>
                <a:cubicBezTo>
                  <a:pt x="81150" y="45811"/>
                  <a:pt x="80490" y="46090"/>
                  <a:pt x="80010" y="46591"/>
                </a:cubicBezTo>
                <a:cubicBezTo>
                  <a:pt x="79530" y="47081"/>
                  <a:pt x="79260" y="47750"/>
                  <a:pt x="79270" y="48440"/>
                </a:cubicBezTo>
                <a:lnTo>
                  <a:pt x="79270" y="57809"/>
                </a:lnTo>
                <a:cubicBezTo>
                  <a:pt x="79270" y="58159"/>
                  <a:pt x="79330" y="58499"/>
                  <a:pt x="79460" y="58819"/>
                </a:cubicBezTo>
                <a:cubicBezTo>
                  <a:pt x="79590" y="59139"/>
                  <a:pt x="79780" y="59429"/>
                  <a:pt x="80020" y="59679"/>
                </a:cubicBezTo>
                <a:cubicBezTo>
                  <a:pt x="80260" y="59919"/>
                  <a:pt x="80550" y="60119"/>
                  <a:pt x="80870" y="60249"/>
                </a:cubicBezTo>
                <a:cubicBezTo>
                  <a:pt x="81190" y="60389"/>
                  <a:pt x="81530" y="60449"/>
                  <a:pt x="81880" y="60449"/>
                </a:cubicBezTo>
                <a:cubicBezTo>
                  <a:pt x="82220" y="60449"/>
                  <a:pt x="82560" y="60389"/>
                  <a:pt x="82880" y="60249"/>
                </a:cubicBezTo>
                <a:cubicBezTo>
                  <a:pt x="83200" y="60119"/>
                  <a:pt x="83490" y="59919"/>
                  <a:pt x="83730" y="59679"/>
                </a:cubicBezTo>
                <a:cubicBezTo>
                  <a:pt x="83970" y="59429"/>
                  <a:pt x="84160" y="59139"/>
                  <a:pt x="84290" y="58819"/>
                </a:cubicBezTo>
                <a:cubicBezTo>
                  <a:pt x="84420" y="58499"/>
                  <a:pt x="84490" y="58159"/>
                  <a:pt x="84480" y="57809"/>
                </a:cubicBezTo>
                <a:lnTo>
                  <a:pt x="84480" y="48440"/>
                </a:lnTo>
                <a:cubicBezTo>
                  <a:pt x="84490" y="48091"/>
                  <a:pt x="84420" y="47740"/>
                  <a:pt x="84290" y="47421"/>
                </a:cubicBezTo>
                <a:cubicBezTo>
                  <a:pt x="84160" y="47101"/>
                  <a:pt x="83960" y="46800"/>
                  <a:pt x="83720" y="46561"/>
                </a:cubicBezTo>
                <a:cubicBezTo>
                  <a:pt x="83470" y="46311"/>
                  <a:pt x="83180" y="46121"/>
                  <a:pt x="82850" y="45991"/>
                </a:cubicBezTo>
                <a:cubicBezTo>
                  <a:pt x="82530" y="45861"/>
                  <a:pt x="82180" y="45791"/>
                  <a:pt x="81840" y="45801"/>
                </a:cubicBezTo>
                <a:close/>
                <a:moveTo>
                  <a:pt x="40210" y="45831"/>
                </a:moveTo>
                <a:cubicBezTo>
                  <a:pt x="41650" y="45831"/>
                  <a:pt x="42810" y="47000"/>
                  <a:pt x="42810" y="48440"/>
                </a:cubicBezTo>
                <a:lnTo>
                  <a:pt x="42810" y="57809"/>
                </a:lnTo>
                <a:cubicBezTo>
                  <a:pt x="42810" y="59249"/>
                  <a:pt x="41650" y="60419"/>
                  <a:pt x="40210" y="60419"/>
                </a:cubicBezTo>
                <a:cubicBezTo>
                  <a:pt x="38770" y="60419"/>
                  <a:pt x="37610" y="59249"/>
                  <a:pt x="37610" y="57809"/>
                </a:cubicBezTo>
                <a:lnTo>
                  <a:pt x="37610" y="48440"/>
                </a:lnTo>
                <a:cubicBezTo>
                  <a:pt x="37610" y="47000"/>
                  <a:pt x="38770" y="45831"/>
                  <a:pt x="40210" y="4583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7" name="Белый — SVG 87">
            <a:extLst>
              <a:ext uri="{FF2B5EF4-FFF2-40B4-BE49-F238E27FC236}">
                <a16:creationId xmlns:a16="http://schemas.microsoft.com/office/drawing/2014/main" id="{628911D2-1935-CC4D-A52D-349A86D69A77}"/>
              </a:ext>
            </a:extLst>
          </p:cNvPr>
          <p:cNvSpPr>
            <a:spLocks noGrp="1"/>
          </p:cNvSpPr>
          <p:nvPr/>
        </p:nvSpPr>
        <p:spPr>
          <a:xfrm>
            <a:off x="8820000" y="5790000"/>
            <a:ext cx="220000" cy="220000"/>
          </a:xfrm>
          <a:custGeom>
            <a:avLst/>
            <a:gdLst>
              <a:gd name="csX0" fmla="*/ 47978 w 148867"/>
              <a:gd name="csY0" fmla="*/ 0 h 109861"/>
              <a:gd name="csX1" fmla="*/ 37753 w 148867"/>
              <a:gd name="csY1" fmla="*/ 1752 h 109861"/>
              <a:gd name="csX2" fmla="*/ 28633 w 148867"/>
              <a:gd name="csY2" fmla="*/ 9101 h 109861"/>
              <a:gd name="csX3" fmla="*/ 28651 w 148867"/>
              <a:gd name="csY3" fmla="*/ 10105 h 109861"/>
              <a:gd name="csX4" fmla="*/ 14631 w 148867"/>
              <a:gd name="csY4" fmla="*/ 30518 h 109861"/>
              <a:gd name="csX5" fmla="*/ 9562 w 148867"/>
              <a:gd name="csY5" fmla="*/ 45726 h 109861"/>
              <a:gd name="csX6" fmla="*/ 0 w 148867"/>
              <a:gd name="csY6" fmla="*/ 85311 h 109861"/>
              <a:gd name="csX7" fmla="*/ 17507 w 148867"/>
              <a:gd name="csY7" fmla="*/ 109381 h 109861"/>
              <a:gd name="csX8" fmla="*/ 23240 w 148867"/>
              <a:gd name="csY8" fmla="*/ 108531 h 109861"/>
              <a:gd name="csX9" fmla="*/ 49866 w 148867"/>
              <a:gd name="csY9" fmla="*/ 85056 h 109861"/>
              <a:gd name="csX10" fmla="*/ 99001 w 148867"/>
              <a:gd name="csY10" fmla="*/ 85056 h 109861"/>
              <a:gd name="csX11" fmla="*/ 125627 w 148867"/>
              <a:gd name="csY11" fmla="*/ 108531 h 109861"/>
              <a:gd name="csX12" fmla="*/ 129149 w 148867"/>
              <a:gd name="csY12" fmla="*/ 109858 h 109861"/>
              <a:gd name="csX13" fmla="*/ 131360 w 148867"/>
              <a:gd name="csY13" fmla="*/ 109381 h 109861"/>
              <a:gd name="csX14" fmla="*/ 148867 w 148867"/>
              <a:gd name="csY14" fmla="*/ 85311 h 109861"/>
              <a:gd name="csX15" fmla="*/ 139306 w 148867"/>
              <a:gd name="csY15" fmla="*/ 45726 h 109861"/>
              <a:gd name="csX16" fmla="*/ 134219 w 148867"/>
              <a:gd name="csY16" fmla="*/ 30518 h 109861"/>
              <a:gd name="csX17" fmla="*/ 120217 w 148867"/>
              <a:gd name="csY17" fmla="*/ 10105 h 109861"/>
              <a:gd name="csX18" fmla="*/ 120234 w 148867"/>
              <a:gd name="csY18" fmla="*/ 9101 h 109861"/>
              <a:gd name="csX19" fmla="*/ 111115 w 148867"/>
              <a:gd name="csY19" fmla="*/ 1752 h 109861"/>
              <a:gd name="csX20" fmla="*/ 100890 w 148867"/>
              <a:gd name="csY20" fmla="*/ 0 h 109861"/>
              <a:gd name="csX21" fmla="*/ 95564 w 148867"/>
              <a:gd name="csY21" fmla="*/ 3674 h 109861"/>
              <a:gd name="csX22" fmla="*/ 89933 w 148867"/>
              <a:gd name="csY22" fmla="*/ 3538 h 109861"/>
              <a:gd name="csX23" fmla="*/ 58934 w 148867"/>
              <a:gd name="csY23" fmla="*/ 3538 h 109861"/>
              <a:gd name="csX24" fmla="*/ 53303 w 148867"/>
              <a:gd name="csY24" fmla="*/ 3674 h 109861"/>
              <a:gd name="csX25" fmla="*/ 47978 w 148867"/>
              <a:gd name="csY25" fmla="*/ 0 h 109861"/>
              <a:gd name="csX26" fmla="*/ 74434 w 148867"/>
              <a:gd name="csY26" fmla="*/ 21264 h 109861"/>
              <a:gd name="csX27" fmla="*/ 79742 w 148867"/>
              <a:gd name="csY27" fmla="*/ 26588 h 109861"/>
              <a:gd name="csX28" fmla="*/ 74434 w 148867"/>
              <a:gd name="csY28" fmla="*/ 31896 h 109861"/>
              <a:gd name="csX29" fmla="*/ 69108 w 148867"/>
              <a:gd name="csY29" fmla="*/ 26588 h 109861"/>
              <a:gd name="csX30" fmla="*/ 74434 w 148867"/>
              <a:gd name="csY30" fmla="*/ 21264 h 109861"/>
              <a:gd name="csX31" fmla="*/ 106334 w 148867"/>
              <a:gd name="csY31" fmla="*/ 24802 h 109861"/>
              <a:gd name="csX32" fmla="*/ 109873 w 148867"/>
              <a:gd name="csY32" fmla="*/ 28357 h 109861"/>
              <a:gd name="csX33" fmla="*/ 106334 w 148867"/>
              <a:gd name="csY33" fmla="*/ 31896 h 109861"/>
              <a:gd name="csX34" fmla="*/ 102795 w 148867"/>
              <a:gd name="csY34" fmla="*/ 28357 h 109861"/>
              <a:gd name="csX35" fmla="*/ 106334 w 148867"/>
              <a:gd name="csY35" fmla="*/ 24802 h 109861"/>
              <a:gd name="csX36" fmla="*/ 42534 w 148867"/>
              <a:gd name="csY36" fmla="*/ 28357 h 109861"/>
              <a:gd name="csX37" fmla="*/ 49628 w 148867"/>
              <a:gd name="csY37" fmla="*/ 35434 h 109861"/>
              <a:gd name="csX38" fmla="*/ 42534 w 148867"/>
              <a:gd name="csY38" fmla="*/ 42528 h 109861"/>
              <a:gd name="csX39" fmla="*/ 35439 w 148867"/>
              <a:gd name="csY39" fmla="*/ 35434 h 109861"/>
              <a:gd name="csX40" fmla="*/ 42534 w 148867"/>
              <a:gd name="csY40" fmla="*/ 28357 h 109861"/>
              <a:gd name="csX41" fmla="*/ 99239 w 148867"/>
              <a:gd name="csY41" fmla="*/ 31896 h 109861"/>
              <a:gd name="csX42" fmla="*/ 102795 w 148867"/>
              <a:gd name="csY42" fmla="*/ 35434 h 109861"/>
              <a:gd name="csX43" fmla="*/ 99239 w 148867"/>
              <a:gd name="csY43" fmla="*/ 38989 h 109861"/>
              <a:gd name="csX44" fmla="*/ 95700 w 148867"/>
              <a:gd name="csY44" fmla="*/ 35434 h 109861"/>
              <a:gd name="csX45" fmla="*/ 99239 w 148867"/>
              <a:gd name="csY45" fmla="*/ 31896 h 109861"/>
              <a:gd name="csX46" fmla="*/ 113428 w 148867"/>
              <a:gd name="csY46" fmla="*/ 31896 h 109861"/>
              <a:gd name="csX47" fmla="*/ 116967 w 148867"/>
              <a:gd name="csY47" fmla="*/ 35434 h 109861"/>
              <a:gd name="csX48" fmla="*/ 113428 w 148867"/>
              <a:gd name="csY48" fmla="*/ 38989 h 109861"/>
              <a:gd name="csX49" fmla="*/ 109873 w 148867"/>
              <a:gd name="csY49" fmla="*/ 35434 h 109861"/>
              <a:gd name="csX50" fmla="*/ 113428 w 148867"/>
              <a:gd name="csY50" fmla="*/ 31896 h 109861"/>
              <a:gd name="csX51" fmla="*/ 106334 w 148867"/>
              <a:gd name="csY51" fmla="*/ 38989 h 109861"/>
              <a:gd name="csX52" fmla="*/ 109873 w 148867"/>
              <a:gd name="csY52" fmla="*/ 42528 h 109861"/>
              <a:gd name="csX53" fmla="*/ 106334 w 148867"/>
              <a:gd name="csY53" fmla="*/ 46066 h 109861"/>
              <a:gd name="csX54" fmla="*/ 102795 w 148867"/>
              <a:gd name="csY54" fmla="*/ 42528 h 109861"/>
              <a:gd name="csX55" fmla="*/ 106334 w 148867"/>
              <a:gd name="csY55" fmla="*/ 38989 h 109861"/>
              <a:gd name="csX56" fmla="*/ 88606 w 148867"/>
              <a:gd name="csY56" fmla="*/ 46066 h 109861"/>
              <a:gd name="csX57" fmla="*/ 95700 w 148867"/>
              <a:gd name="csY57" fmla="*/ 53160 h 109861"/>
              <a:gd name="csX58" fmla="*/ 88606 w 148867"/>
              <a:gd name="csY58" fmla="*/ 60253 h 109861"/>
              <a:gd name="csX59" fmla="*/ 81528 w 148867"/>
              <a:gd name="csY59" fmla="*/ 53160 h 109861"/>
              <a:gd name="csX60" fmla="*/ 88606 w 148867"/>
              <a:gd name="csY60" fmla="*/ 46066 h 109861"/>
              <a:gd name="csX61" fmla="*/ 58475 w 148867"/>
              <a:gd name="csY61" fmla="*/ 49621 h 109861"/>
              <a:gd name="csX62" fmla="*/ 67339 w 148867"/>
              <a:gd name="csY62" fmla="*/ 58484 h 109861"/>
              <a:gd name="csX63" fmla="*/ 58475 w 148867"/>
              <a:gd name="csY63" fmla="*/ 67330 h 109861"/>
              <a:gd name="csX64" fmla="*/ 49628 w 148867"/>
              <a:gd name="csY64" fmla="*/ 58484 h 109861"/>
              <a:gd name="csX65" fmla="*/ 58475 w 148867"/>
              <a:gd name="csY65" fmla="*/ 49621 h 109861"/>
            </a:gdLst>
            <a:ahLst/>
            <a:cxnLst/>
            <a:rect l="l" t="t" r="r" b="b"/>
            <a:pathLst>
              <a:path w="100000" h="100000">
                <a:moveTo>
                  <a:pt x="32229" y="13101"/>
                </a:moveTo>
                <a:cubicBezTo>
                  <a:pt x="31463" y="13101"/>
                  <a:pt x="29314" y="13090"/>
                  <a:pt x="25360" y="14278"/>
                </a:cubicBezTo>
                <a:cubicBezTo>
                  <a:pt x="21451" y="15466"/>
                  <a:pt x="19520" y="18038"/>
                  <a:pt x="19234" y="19214"/>
                </a:cubicBezTo>
                <a:cubicBezTo>
                  <a:pt x="19189" y="19397"/>
                  <a:pt x="19223" y="19648"/>
                  <a:pt x="19246" y="19889"/>
                </a:cubicBezTo>
                <a:cubicBezTo>
                  <a:pt x="14857" y="22757"/>
                  <a:pt x="11943" y="27179"/>
                  <a:pt x="9828" y="33601"/>
                </a:cubicBezTo>
                <a:cubicBezTo>
                  <a:pt x="8571" y="37441"/>
                  <a:pt x="7429" y="40812"/>
                  <a:pt x="6423" y="43817"/>
                </a:cubicBezTo>
                <a:cubicBezTo>
                  <a:pt x="2149" y="56478"/>
                  <a:pt x="0" y="62831"/>
                  <a:pt x="0" y="70408"/>
                </a:cubicBezTo>
                <a:cubicBezTo>
                  <a:pt x="0" y="81092"/>
                  <a:pt x="11280" y="86360"/>
                  <a:pt x="11760" y="86577"/>
                </a:cubicBezTo>
                <a:cubicBezTo>
                  <a:pt x="13051" y="87160"/>
                  <a:pt x="14549" y="86943"/>
                  <a:pt x="15611" y="86006"/>
                </a:cubicBezTo>
                <a:lnTo>
                  <a:pt x="33497" y="70237"/>
                </a:lnTo>
                <a:lnTo>
                  <a:pt x="66503" y="70237"/>
                </a:lnTo>
                <a:lnTo>
                  <a:pt x="84389" y="86006"/>
                </a:lnTo>
                <a:cubicBezTo>
                  <a:pt x="85063" y="86600"/>
                  <a:pt x="85897" y="86897"/>
                  <a:pt x="86755" y="86897"/>
                </a:cubicBezTo>
                <a:cubicBezTo>
                  <a:pt x="87257" y="86897"/>
                  <a:pt x="87760" y="86794"/>
                  <a:pt x="88240" y="86577"/>
                </a:cubicBezTo>
                <a:cubicBezTo>
                  <a:pt x="88720" y="86360"/>
                  <a:pt x="100000" y="81092"/>
                  <a:pt x="100000" y="70408"/>
                </a:cubicBezTo>
                <a:cubicBezTo>
                  <a:pt x="100000" y="62831"/>
                  <a:pt x="97852" y="56478"/>
                  <a:pt x="93577" y="43817"/>
                </a:cubicBezTo>
                <a:cubicBezTo>
                  <a:pt x="92572" y="40812"/>
                  <a:pt x="91429" y="37441"/>
                  <a:pt x="90160" y="33601"/>
                </a:cubicBezTo>
                <a:cubicBezTo>
                  <a:pt x="88057" y="27179"/>
                  <a:pt x="85143" y="22757"/>
                  <a:pt x="80755" y="19889"/>
                </a:cubicBezTo>
                <a:cubicBezTo>
                  <a:pt x="80777" y="19648"/>
                  <a:pt x="80812" y="19397"/>
                  <a:pt x="80766" y="19214"/>
                </a:cubicBezTo>
                <a:cubicBezTo>
                  <a:pt x="80481" y="18038"/>
                  <a:pt x="78549" y="15466"/>
                  <a:pt x="74640" y="14278"/>
                </a:cubicBezTo>
                <a:cubicBezTo>
                  <a:pt x="70686" y="13090"/>
                  <a:pt x="68537" y="13101"/>
                  <a:pt x="67772" y="13101"/>
                </a:cubicBezTo>
                <a:cubicBezTo>
                  <a:pt x="66823" y="13101"/>
                  <a:pt x="65486" y="14438"/>
                  <a:pt x="64194" y="15569"/>
                </a:cubicBezTo>
                <a:cubicBezTo>
                  <a:pt x="62983" y="15524"/>
                  <a:pt x="61737" y="15478"/>
                  <a:pt x="60412" y="15478"/>
                </a:cubicBezTo>
                <a:lnTo>
                  <a:pt x="39588" y="15478"/>
                </a:lnTo>
                <a:cubicBezTo>
                  <a:pt x="38263" y="15478"/>
                  <a:pt x="37017" y="15524"/>
                  <a:pt x="35806" y="15569"/>
                </a:cubicBezTo>
                <a:cubicBezTo>
                  <a:pt x="34514" y="14438"/>
                  <a:pt x="33177" y="13101"/>
                  <a:pt x="32229" y="13101"/>
                </a:cubicBezTo>
                <a:close/>
                <a:moveTo>
                  <a:pt x="50000" y="27385"/>
                </a:moveTo>
                <a:cubicBezTo>
                  <a:pt x="51966" y="27385"/>
                  <a:pt x="53566" y="28984"/>
                  <a:pt x="53566" y="30961"/>
                </a:cubicBezTo>
                <a:cubicBezTo>
                  <a:pt x="53566" y="32927"/>
                  <a:pt x="51966" y="34527"/>
                  <a:pt x="50000" y="34527"/>
                </a:cubicBezTo>
                <a:cubicBezTo>
                  <a:pt x="48023" y="34527"/>
                  <a:pt x="46423" y="32927"/>
                  <a:pt x="46423" y="30961"/>
                </a:cubicBezTo>
                <a:cubicBezTo>
                  <a:pt x="46423" y="28984"/>
                  <a:pt x="48023" y="27385"/>
                  <a:pt x="50000" y="27385"/>
                </a:cubicBezTo>
                <a:close/>
                <a:moveTo>
                  <a:pt x="71429" y="29761"/>
                </a:moveTo>
                <a:cubicBezTo>
                  <a:pt x="72743" y="29761"/>
                  <a:pt x="73806" y="30836"/>
                  <a:pt x="73806" y="32150"/>
                </a:cubicBezTo>
                <a:cubicBezTo>
                  <a:pt x="73806" y="33464"/>
                  <a:pt x="72743" y="34527"/>
                  <a:pt x="71429" y="34527"/>
                </a:cubicBezTo>
                <a:cubicBezTo>
                  <a:pt x="70114" y="34527"/>
                  <a:pt x="69052" y="33464"/>
                  <a:pt x="69052" y="32150"/>
                </a:cubicBezTo>
                <a:cubicBezTo>
                  <a:pt x="69052" y="30836"/>
                  <a:pt x="70114" y="29761"/>
                  <a:pt x="71429" y="29761"/>
                </a:cubicBezTo>
                <a:close/>
                <a:moveTo>
                  <a:pt x="28572" y="32150"/>
                </a:moveTo>
                <a:cubicBezTo>
                  <a:pt x="31200" y="32150"/>
                  <a:pt x="33337" y="34276"/>
                  <a:pt x="33337" y="36903"/>
                </a:cubicBezTo>
                <a:cubicBezTo>
                  <a:pt x="33337" y="39543"/>
                  <a:pt x="31200" y="41669"/>
                  <a:pt x="28572" y="41669"/>
                </a:cubicBezTo>
                <a:cubicBezTo>
                  <a:pt x="25943" y="41669"/>
                  <a:pt x="23806" y="39543"/>
                  <a:pt x="23806" y="36903"/>
                </a:cubicBezTo>
                <a:cubicBezTo>
                  <a:pt x="23806" y="34276"/>
                  <a:pt x="25943" y="32150"/>
                  <a:pt x="28572" y="32150"/>
                </a:cubicBezTo>
                <a:close/>
                <a:moveTo>
                  <a:pt x="66663" y="34527"/>
                </a:moveTo>
                <a:cubicBezTo>
                  <a:pt x="67977" y="34527"/>
                  <a:pt x="69052" y="35589"/>
                  <a:pt x="69052" y="36903"/>
                </a:cubicBezTo>
                <a:cubicBezTo>
                  <a:pt x="69052" y="38217"/>
                  <a:pt x="67977" y="39291"/>
                  <a:pt x="66663" y="39291"/>
                </a:cubicBezTo>
                <a:cubicBezTo>
                  <a:pt x="65349" y="39291"/>
                  <a:pt x="64286" y="38217"/>
                  <a:pt x="64286" y="36903"/>
                </a:cubicBezTo>
                <a:cubicBezTo>
                  <a:pt x="64286" y="35589"/>
                  <a:pt x="65349" y="34527"/>
                  <a:pt x="66663" y="34527"/>
                </a:cubicBezTo>
                <a:close/>
                <a:moveTo>
                  <a:pt x="76194" y="34527"/>
                </a:moveTo>
                <a:cubicBezTo>
                  <a:pt x="77509" y="34527"/>
                  <a:pt x="78571" y="35589"/>
                  <a:pt x="78571" y="36903"/>
                </a:cubicBezTo>
                <a:cubicBezTo>
                  <a:pt x="78571" y="38217"/>
                  <a:pt x="77509" y="39291"/>
                  <a:pt x="76194" y="39291"/>
                </a:cubicBezTo>
                <a:cubicBezTo>
                  <a:pt x="74880" y="39291"/>
                  <a:pt x="73806" y="38217"/>
                  <a:pt x="73806" y="36903"/>
                </a:cubicBezTo>
                <a:cubicBezTo>
                  <a:pt x="73806" y="35589"/>
                  <a:pt x="74880" y="34527"/>
                  <a:pt x="76194" y="34527"/>
                </a:cubicBezTo>
                <a:close/>
                <a:moveTo>
                  <a:pt x="71429" y="39291"/>
                </a:moveTo>
                <a:cubicBezTo>
                  <a:pt x="72743" y="39291"/>
                  <a:pt x="73806" y="40355"/>
                  <a:pt x="73806" y="41669"/>
                </a:cubicBezTo>
                <a:cubicBezTo>
                  <a:pt x="73806" y="42983"/>
                  <a:pt x="72743" y="44045"/>
                  <a:pt x="71429" y="44045"/>
                </a:cubicBezTo>
                <a:cubicBezTo>
                  <a:pt x="70114" y="44045"/>
                  <a:pt x="69052" y="42983"/>
                  <a:pt x="69052" y="41669"/>
                </a:cubicBezTo>
                <a:cubicBezTo>
                  <a:pt x="69052" y="40355"/>
                  <a:pt x="70114" y="39291"/>
                  <a:pt x="71429" y="39291"/>
                </a:cubicBezTo>
                <a:close/>
                <a:moveTo>
                  <a:pt x="59520" y="44045"/>
                </a:moveTo>
                <a:cubicBezTo>
                  <a:pt x="62160" y="44045"/>
                  <a:pt x="64286" y="46182"/>
                  <a:pt x="64286" y="48811"/>
                </a:cubicBezTo>
                <a:cubicBezTo>
                  <a:pt x="64286" y="51439"/>
                  <a:pt x="62160" y="53575"/>
                  <a:pt x="59520" y="53575"/>
                </a:cubicBezTo>
                <a:cubicBezTo>
                  <a:pt x="56892" y="53575"/>
                  <a:pt x="54766" y="51439"/>
                  <a:pt x="54766" y="48811"/>
                </a:cubicBezTo>
                <a:cubicBezTo>
                  <a:pt x="54766" y="46182"/>
                  <a:pt x="56892" y="44045"/>
                  <a:pt x="59520" y="44045"/>
                </a:cubicBezTo>
                <a:close/>
                <a:moveTo>
                  <a:pt x="39280" y="46433"/>
                </a:moveTo>
                <a:cubicBezTo>
                  <a:pt x="42572" y="46433"/>
                  <a:pt x="45234" y="49096"/>
                  <a:pt x="45234" y="52387"/>
                </a:cubicBezTo>
                <a:cubicBezTo>
                  <a:pt x="45234" y="55666"/>
                  <a:pt x="42572" y="58329"/>
                  <a:pt x="39280" y="58329"/>
                </a:cubicBezTo>
                <a:cubicBezTo>
                  <a:pt x="36000" y="58329"/>
                  <a:pt x="33337" y="55666"/>
                  <a:pt x="33337" y="52387"/>
                </a:cubicBezTo>
                <a:cubicBezTo>
                  <a:pt x="33337" y="49096"/>
                  <a:pt x="36000" y="46433"/>
                  <a:pt x="39280" y="4643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8" name="Белый — SVG 88">
            <a:extLst>
              <a:ext uri="{FF2B5EF4-FFF2-40B4-BE49-F238E27FC236}">
                <a16:creationId xmlns:a16="http://schemas.microsoft.com/office/drawing/2014/main" id="{FBCB1BEE-6966-F34C-826F-2960AEEF09EE}"/>
              </a:ext>
            </a:extLst>
          </p:cNvPr>
          <p:cNvSpPr>
            <a:spLocks noGrp="1"/>
          </p:cNvSpPr>
          <p:nvPr/>
        </p:nvSpPr>
        <p:spPr>
          <a:xfrm>
            <a:off x="9420000" y="5790000"/>
            <a:ext cx="220000" cy="220000"/>
          </a:xfrm>
          <a:custGeom>
            <a:avLst/>
            <a:gdLst>
              <a:gd name="csX0" fmla="*/ 54302 w 145323"/>
              <a:gd name="csY0" fmla="*/ 0 h 141753"/>
              <a:gd name="csX1" fmla="*/ 31153 w 145323"/>
              <a:gd name="csY1" fmla="*/ 18253 h 141753"/>
              <a:gd name="csX2" fmla="*/ 6133 w 145323"/>
              <a:gd name="csY2" fmla="*/ 47019 h 141753"/>
              <a:gd name="csX3" fmla="*/ 6451 w 145323"/>
              <a:gd name="csY3" fmla="*/ 51033 h 141753"/>
              <a:gd name="csX4" fmla="*/ 0 w 145323"/>
              <a:gd name="csY4" fmla="*/ 70885 h 141753"/>
              <a:gd name="csX5" fmla="*/ 4042 w 145323"/>
              <a:gd name="csY5" fmla="*/ 88424 h 141753"/>
              <a:gd name="csX6" fmla="*/ 21973 w 145323"/>
              <a:gd name="csY6" fmla="*/ 74526 h 141753"/>
              <a:gd name="csX7" fmla="*/ 28252 w 145323"/>
              <a:gd name="csY7" fmla="*/ 78676 h 141753"/>
              <a:gd name="csX8" fmla="*/ 24105 w 145323"/>
              <a:gd name="csY8" fmla="*/ 84953 h 141753"/>
              <a:gd name="csX9" fmla="*/ 11484 w 145323"/>
              <a:gd name="csY9" fmla="*/ 97746 h 141753"/>
              <a:gd name="csX10" fmla="*/ 11520 w 145323"/>
              <a:gd name="csY10" fmla="*/ 97780 h 141753"/>
              <a:gd name="csX11" fmla="*/ 10814 w 145323"/>
              <a:gd name="csY11" fmla="*/ 103666 h 141753"/>
              <a:gd name="csX12" fmla="*/ 27650 w 145323"/>
              <a:gd name="csY12" fmla="*/ 127975 h 141753"/>
              <a:gd name="csX13" fmla="*/ 27540 w 145323"/>
              <a:gd name="csY13" fmla="*/ 125814 h 141753"/>
              <a:gd name="csX14" fmla="*/ 31118 w 145323"/>
              <a:gd name="csY14" fmla="*/ 112630 h 141753"/>
              <a:gd name="csX15" fmla="*/ 38421 w 145323"/>
              <a:gd name="csY15" fmla="*/ 110742 h 141753"/>
              <a:gd name="csX16" fmla="*/ 40298 w 145323"/>
              <a:gd name="csY16" fmla="*/ 118023 h 141753"/>
              <a:gd name="csX17" fmla="*/ 38173 w 145323"/>
              <a:gd name="csY17" fmla="*/ 125814 h 141753"/>
              <a:gd name="csX18" fmla="*/ 38920 w 145323"/>
              <a:gd name="csY18" fmla="*/ 130458 h 141753"/>
              <a:gd name="csX19" fmla="*/ 38920 w 145323"/>
              <a:gd name="csY19" fmla="*/ 130526 h 141753"/>
              <a:gd name="csX20" fmla="*/ 57349 w 145323"/>
              <a:gd name="csY20" fmla="*/ 141754 h 141753"/>
              <a:gd name="csX21" fmla="*/ 77978 w 145323"/>
              <a:gd name="csY21" fmla="*/ 121561 h 141753"/>
              <a:gd name="csX22" fmla="*/ 77978 w 145323"/>
              <a:gd name="csY22" fmla="*/ 65322 h 141753"/>
              <a:gd name="csX23" fmla="*/ 58484 w 145323"/>
              <a:gd name="csY23" fmla="*/ 74424 h 141753"/>
              <a:gd name="csX24" fmla="*/ 53167 w 145323"/>
              <a:gd name="csY24" fmla="*/ 69099 h 141753"/>
              <a:gd name="csX25" fmla="*/ 58484 w 145323"/>
              <a:gd name="csY25" fmla="*/ 63792 h 141753"/>
              <a:gd name="csX26" fmla="*/ 77978 w 145323"/>
              <a:gd name="csY26" fmla="*/ 40759 h 141753"/>
              <a:gd name="csX27" fmla="*/ 77978 w 145323"/>
              <a:gd name="csY27" fmla="*/ 23220 h 141753"/>
              <a:gd name="csX28" fmla="*/ 54302 w 145323"/>
              <a:gd name="csY28" fmla="*/ 0 h 141753"/>
              <a:gd name="csX29" fmla="*/ 116967 w 145323"/>
              <a:gd name="csY29" fmla="*/ 7093 h 141753"/>
              <a:gd name="csX30" fmla="*/ 109699 w 145323"/>
              <a:gd name="csY30" fmla="*/ 9101 h 141753"/>
              <a:gd name="csX31" fmla="*/ 104495 w 145323"/>
              <a:gd name="csY31" fmla="*/ 14562 h 141753"/>
              <a:gd name="csX32" fmla="*/ 102827 w 145323"/>
              <a:gd name="csY32" fmla="*/ 21927 h 141753"/>
              <a:gd name="csX33" fmla="*/ 105170 w 145323"/>
              <a:gd name="csY33" fmla="*/ 29089 h 141753"/>
              <a:gd name="csX34" fmla="*/ 94316 w 145323"/>
              <a:gd name="csY34" fmla="*/ 39942 h 141753"/>
              <a:gd name="csX35" fmla="*/ 88611 w 145323"/>
              <a:gd name="csY35" fmla="*/ 42494 h 141753"/>
              <a:gd name="csX36" fmla="*/ 88611 w 145323"/>
              <a:gd name="csY36" fmla="*/ 53126 h 141753"/>
              <a:gd name="csX37" fmla="*/ 101834 w 145323"/>
              <a:gd name="csY37" fmla="*/ 47461 h 141753"/>
              <a:gd name="csX38" fmla="*/ 114143 w 145323"/>
              <a:gd name="csY38" fmla="*/ 35145 h 141753"/>
              <a:gd name="csX39" fmla="*/ 116967 w 145323"/>
              <a:gd name="csY39" fmla="*/ 35434 h 141753"/>
              <a:gd name="csX40" fmla="*/ 126993 w 145323"/>
              <a:gd name="csY40" fmla="*/ 31283 h 141753"/>
              <a:gd name="csX41" fmla="*/ 131144 w 145323"/>
              <a:gd name="csY41" fmla="*/ 21264 h 141753"/>
              <a:gd name="csX42" fmla="*/ 126993 w 145323"/>
              <a:gd name="csY42" fmla="*/ 11245 h 141753"/>
              <a:gd name="csX43" fmla="*/ 116967 w 145323"/>
              <a:gd name="csY43" fmla="*/ 7093 h 141753"/>
              <a:gd name="csX44" fmla="*/ 47877 w 145323"/>
              <a:gd name="csY44" fmla="*/ 28357 h 141753"/>
              <a:gd name="csX45" fmla="*/ 53063 w 145323"/>
              <a:gd name="csY45" fmla="*/ 32644 h 141753"/>
              <a:gd name="csX46" fmla="*/ 48874 w 145323"/>
              <a:gd name="csY46" fmla="*/ 38888 h 141753"/>
              <a:gd name="csX47" fmla="*/ 38886 w 145323"/>
              <a:gd name="csY47" fmla="*/ 53908 h 141753"/>
              <a:gd name="csX48" fmla="*/ 34697 w 145323"/>
              <a:gd name="csY48" fmla="*/ 60151 h 141753"/>
              <a:gd name="csX49" fmla="*/ 33673 w 145323"/>
              <a:gd name="csY49" fmla="*/ 60253 h 141753"/>
              <a:gd name="csX50" fmla="*/ 28460 w 145323"/>
              <a:gd name="csY50" fmla="*/ 55949 h 141753"/>
              <a:gd name="csX51" fmla="*/ 46826 w 145323"/>
              <a:gd name="csY51" fmla="*/ 28460 h 141753"/>
              <a:gd name="csX52" fmla="*/ 47877 w 145323"/>
              <a:gd name="csY52" fmla="*/ 28357 h 141753"/>
              <a:gd name="csX53" fmla="*/ 131144 w 145323"/>
              <a:gd name="csY53" fmla="*/ 56698 h 141753"/>
              <a:gd name="csX54" fmla="*/ 123226 w 145323"/>
              <a:gd name="csY54" fmla="*/ 59131 h 141753"/>
              <a:gd name="csX55" fmla="*/ 118012 w 145323"/>
              <a:gd name="csY55" fmla="*/ 65561 h 141753"/>
              <a:gd name="csX56" fmla="*/ 88611 w 145323"/>
              <a:gd name="csY56" fmla="*/ 65561 h 141753"/>
              <a:gd name="csX57" fmla="*/ 88611 w 145323"/>
              <a:gd name="csY57" fmla="*/ 76193 h 141753"/>
              <a:gd name="csX58" fmla="*/ 118019 w 145323"/>
              <a:gd name="csY58" fmla="*/ 76193 h 141753"/>
              <a:gd name="csX59" fmla="*/ 123230 w 145323"/>
              <a:gd name="csY59" fmla="*/ 82623 h 141753"/>
              <a:gd name="csX60" fmla="*/ 131144 w 145323"/>
              <a:gd name="csY60" fmla="*/ 85056 h 141753"/>
              <a:gd name="csX61" fmla="*/ 141170 w 145323"/>
              <a:gd name="csY61" fmla="*/ 80905 h 141753"/>
              <a:gd name="csX62" fmla="*/ 145323 w 145323"/>
              <a:gd name="csY62" fmla="*/ 70885 h 141753"/>
              <a:gd name="csX63" fmla="*/ 141170 w 145323"/>
              <a:gd name="csY63" fmla="*/ 60849 h 141753"/>
              <a:gd name="csX64" fmla="*/ 131144 w 145323"/>
              <a:gd name="csY64" fmla="*/ 56698 h 141753"/>
              <a:gd name="csX65" fmla="*/ 44527 w 145323"/>
              <a:gd name="csY65" fmla="*/ 88594 h 141753"/>
              <a:gd name="csX66" fmla="*/ 45579 w 145323"/>
              <a:gd name="csY66" fmla="*/ 88730 h 141753"/>
              <a:gd name="csX67" fmla="*/ 60153 w 145323"/>
              <a:gd name="csY67" fmla="*/ 116203 h 141753"/>
              <a:gd name="csX68" fmla="*/ 54940 w 145323"/>
              <a:gd name="csY68" fmla="*/ 120490 h 141753"/>
              <a:gd name="csX69" fmla="*/ 53914 w 145323"/>
              <a:gd name="csY69" fmla="*/ 120388 h 141753"/>
              <a:gd name="csX70" fmla="*/ 49727 w 145323"/>
              <a:gd name="csY70" fmla="*/ 114162 h 141753"/>
              <a:gd name="csX71" fmla="*/ 42955 w 145323"/>
              <a:gd name="csY71" fmla="*/ 99056 h 141753"/>
              <a:gd name="csX72" fmla="*/ 39204 w 145323"/>
              <a:gd name="csY72" fmla="*/ 92557 h 141753"/>
              <a:gd name="csX73" fmla="*/ 44527 w 145323"/>
              <a:gd name="csY73" fmla="*/ 88594 h 141753"/>
              <a:gd name="csX74" fmla="*/ 88611 w 145323"/>
              <a:gd name="csY74" fmla="*/ 88628 h 141753"/>
              <a:gd name="csX75" fmla="*/ 88611 w 145323"/>
              <a:gd name="csY75" fmla="*/ 99260 h 141753"/>
              <a:gd name="csX76" fmla="*/ 94316 w 145323"/>
              <a:gd name="csY76" fmla="*/ 101829 h 141753"/>
              <a:gd name="csX77" fmla="*/ 105163 w 145323"/>
              <a:gd name="csY77" fmla="*/ 112665 h 141753"/>
              <a:gd name="csX78" fmla="*/ 102817 w 145323"/>
              <a:gd name="csY78" fmla="*/ 119826 h 141753"/>
              <a:gd name="csX79" fmla="*/ 104484 w 145323"/>
              <a:gd name="csY79" fmla="*/ 127192 h 141753"/>
              <a:gd name="csX80" fmla="*/ 109692 w 145323"/>
              <a:gd name="csY80" fmla="*/ 132653 h 141753"/>
              <a:gd name="csX81" fmla="*/ 116967 w 145323"/>
              <a:gd name="csY81" fmla="*/ 134677 h 141753"/>
              <a:gd name="csX82" fmla="*/ 126993 w 145323"/>
              <a:gd name="csY82" fmla="*/ 130526 h 141753"/>
              <a:gd name="csX83" fmla="*/ 131144 w 145323"/>
              <a:gd name="csY83" fmla="*/ 120490 h 141753"/>
              <a:gd name="csX84" fmla="*/ 126993 w 145323"/>
              <a:gd name="csY84" fmla="*/ 110470 h 141753"/>
              <a:gd name="csX85" fmla="*/ 116967 w 145323"/>
              <a:gd name="csY85" fmla="*/ 106319 h 141753"/>
              <a:gd name="csX86" fmla="*/ 114136 w 145323"/>
              <a:gd name="csY86" fmla="*/ 106608 h 141753"/>
              <a:gd name="csX87" fmla="*/ 101834 w 145323"/>
              <a:gd name="csY87" fmla="*/ 94309 h 141753"/>
              <a:gd name="csX88" fmla="*/ 88611 w 145323"/>
              <a:gd name="csY88" fmla="*/ 88628 h 141753"/>
            </a:gdLst>
            <a:ahLst/>
            <a:cxnLst/>
            <a:rect l="l" t="t" r="r" b="b"/>
            <a:pathLst>
              <a:path w="100000" h="100000">
                <a:moveTo>
                  <a:pt x="37366" y="1228"/>
                </a:moveTo>
                <a:cubicBezTo>
                  <a:pt x="29562" y="1228"/>
                  <a:pt x="23023" y="6613"/>
                  <a:pt x="21437" y="13789"/>
                </a:cubicBezTo>
                <a:cubicBezTo>
                  <a:pt x="11680" y="15322"/>
                  <a:pt x="4220" y="23633"/>
                  <a:pt x="4220" y="33583"/>
                </a:cubicBezTo>
                <a:cubicBezTo>
                  <a:pt x="4220" y="34496"/>
                  <a:pt x="4293" y="35420"/>
                  <a:pt x="4439" y="36345"/>
                </a:cubicBezTo>
                <a:cubicBezTo>
                  <a:pt x="1512" y="40419"/>
                  <a:pt x="0" y="45102"/>
                  <a:pt x="0" y="50006"/>
                </a:cubicBezTo>
                <a:cubicBezTo>
                  <a:pt x="0" y="54513"/>
                  <a:pt x="953" y="58609"/>
                  <a:pt x="2781" y="62075"/>
                </a:cubicBezTo>
                <a:cubicBezTo>
                  <a:pt x="5537" y="57263"/>
                  <a:pt x="10095" y="53541"/>
                  <a:pt x="15120" y="52511"/>
                </a:cubicBezTo>
                <a:cubicBezTo>
                  <a:pt x="17096" y="52125"/>
                  <a:pt x="19050" y="53389"/>
                  <a:pt x="19441" y="55367"/>
                </a:cubicBezTo>
                <a:cubicBezTo>
                  <a:pt x="19831" y="57345"/>
                  <a:pt x="18563" y="59300"/>
                  <a:pt x="16587" y="59686"/>
                </a:cubicBezTo>
                <a:cubicBezTo>
                  <a:pt x="12856" y="60436"/>
                  <a:pt x="9269" y="64299"/>
                  <a:pt x="7902" y="68490"/>
                </a:cubicBezTo>
                <a:lnTo>
                  <a:pt x="7927" y="68513"/>
                </a:lnTo>
                <a:cubicBezTo>
                  <a:pt x="7610" y="69847"/>
                  <a:pt x="7441" y="71193"/>
                  <a:pt x="7441" y="72563"/>
                </a:cubicBezTo>
                <a:cubicBezTo>
                  <a:pt x="7441" y="80125"/>
                  <a:pt x="12246" y="86633"/>
                  <a:pt x="19027" y="89291"/>
                </a:cubicBezTo>
                <a:cubicBezTo>
                  <a:pt x="18978" y="88799"/>
                  <a:pt x="18951" y="88284"/>
                  <a:pt x="18951" y="87804"/>
                </a:cubicBezTo>
                <a:cubicBezTo>
                  <a:pt x="18951" y="84608"/>
                  <a:pt x="19803" y="81483"/>
                  <a:pt x="21413" y="78732"/>
                </a:cubicBezTo>
                <a:cubicBezTo>
                  <a:pt x="22462" y="76976"/>
                  <a:pt x="24707" y="76414"/>
                  <a:pt x="26438" y="77432"/>
                </a:cubicBezTo>
                <a:cubicBezTo>
                  <a:pt x="28170" y="78462"/>
                  <a:pt x="28755" y="80710"/>
                  <a:pt x="27730" y="82443"/>
                </a:cubicBezTo>
                <a:cubicBezTo>
                  <a:pt x="26754" y="84070"/>
                  <a:pt x="26268" y="85920"/>
                  <a:pt x="26268" y="87804"/>
                </a:cubicBezTo>
                <a:cubicBezTo>
                  <a:pt x="26268" y="88927"/>
                  <a:pt x="26440" y="89993"/>
                  <a:pt x="26782" y="90999"/>
                </a:cubicBezTo>
                <a:lnTo>
                  <a:pt x="26782" y="91046"/>
                </a:lnTo>
                <a:cubicBezTo>
                  <a:pt x="29123" y="95682"/>
                  <a:pt x="33975" y="98772"/>
                  <a:pt x="39463" y="98772"/>
                </a:cubicBezTo>
                <a:cubicBezTo>
                  <a:pt x="47292" y="98772"/>
                  <a:pt x="53658" y="92533"/>
                  <a:pt x="53658" y="84877"/>
                </a:cubicBezTo>
                <a:lnTo>
                  <a:pt x="53658" y="46178"/>
                </a:lnTo>
                <a:cubicBezTo>
                  <a:pt x="50049" y="49901"/>
                  <a:pt x="45391" y="52441"/>
                  <a:pt x="40244" y="52441"/>
                </a:cubicBezTo>
                <a:cubicBezTo>
                  <a:pt x="38220" y="52441"/>
                  <a:pt x="36585" y="50802"/>
                  <a:pt x="36585" y="48777"/>
                </a:cubicBezTo>
                <a:cubicBezTo>
                  <a:pt x="36585" y="46763"/>
                  <a:pt x="38220" y="45125"/>
                  <a:pt x="40244" y="45125"/>
                </a:cubicBezTo>
                <a:cubicBezTo>
                  <a:pt x="47341" y="45125"/>
                  <a:pt x="53658" y="36275"/>
                  <a:pt x="53658" y="29275"/>
                </a:cubicBezTo>
                <a:lnTo>
                  <a:pt x="53658" y="17206"/>
                </a:lnTo>
                <a:cubicBezTo>
                  <a:pt x="53658" y="8404"/>
                  <a:pt x="46342" y="1228"/>
                  <a:pt x="37366" y="1228"/>
                </a:cubicBezTo>
                <a:close/>
                <a:moveTo>
                  <a:pt x="80488" y="6109"/>
                </a:moveTo>
                <a:cubicBezTo>
                  <a:pt x="78726" y="6109"/>
                  <a:pt x="76998" y="6589"/>
                  <a:pt x="75486" y="7491"/>
                </a:cubicBezTo>
                <a:cubicBezTo>
                  <a:pt x="73975" y="8404"/>
                  <a:pt x="72737" y="9703"/>
                  <a:pt x="71905" y="11249"/>
                </a:cubicBezTo>
                <a:cubicBezTo>
                  <a:pt x="71073" y="12805"/>
                  <a:pt x="70676" y="14549"/>
                  <a:pt x="70758" y="16317"/>
                </a:cubicBezTo>
                <a:cubicBezTo>
                  <a:pt x="70839" y="18073"/>
                  <a:pt x="71397" y="19782"/>
                  <a:pt x="72370" y="21245"/>
                </a:cubicBezTo>
                <a:lnTo>
                  <a:pt x="64901" y="28713"/>
                </a:lnTo>
                <a:cubicBezTo>
                  <a:pt x="63852" y="29755"/>
                  <a:pt x="62463" y="30399"/>
                  <a:pt x="60975" y="30469"/>
                </a:cubicBezTo>
                <a:lnTo>
                  <a:pt x="60975" y="37785"/>
                </a:lnTo>
                <a:cubicBezTo>
                  <a:pt x="64414" y="37715"/>
                  <a:pt x="67636" y="36322"/>
                  <a:pt x="70074" y="33887"/>
                </a:cubicBezTo>
                <a:lnTo>
                  <a:pt x="78544" y="25412"/>
                </a:lnTo>
                <a:cubicBezTo>
                  <a:pt x="79184" y="25541"/>
                  <a:pt x="79835" y="25611"/>
                  <a:pt x="80488" y="25611"/>
                </a:cubicBezTo>
                <a:cubicBezTo>
                  <a:pt x="83075" y="25611"/>
                  <a:pt x="85557" y="24593"/>
                  <a:pt x="87387" y="22755"/>
                </a:cubicBezTo>
                <a:cubicBezTo>
                  <a:pt x="89216" y="20929"/>
                  <a:pt x="90243" y="18447"/>
                  <a:pt x="90243" y="15861"/>
                </a:cubicBezTo>
                <a:cubicBezTo>
                  <a:pt x="90243" y="13273"/>
                  <a:pt x="89216" y="10792"/>
                  <a:pt x="87387" y="8966"/>
                </a:cubicBezTo>
                <a:cubicBezTo>
                  <a:pt x="85557" y="7128"/>
                  <a:pt x="83075" y="6109"/>
                  <a:pt x="80488" y="6109"/>
                </a:cubicBezTo>
                <a:close/>
                <a:moveTo>
                  <a:pt x="32945" y="20741"/>
                </a:moveTo>
                <a:cubicBezTo>
                  <a:pt x="34631" y="20753"/>
                  <a:pt x="36172" y="21936"/>
                  <a:pt x="36514" y="23691"/>
                </a:cubicBezTo>
                <a:cubicBezTo>
                  <a:pt x="36904" y="25670"/>
                  <a:pt x="35632" y="27590"/>
                  <a:pt x="33631" y="27988"/>
                </a:cubicBezTo>
                <a:cubicBezTo>
                  <a:pt x="25266" y="29662"/>
                  <a:pt x="26587" y="37422"/>
                  <a:pt x="26758" y="38324"/>
                </a:cubicBezTo>
                <a:cubicBezTo>
                  <a:pt x="27148" y="40302"/>
                  <a:pt x="25875" y="42222"/>
                  <a:pt x="23876" y="42620"/>
                </a:cubicBezTo>
                <a:cubicBezTo>
                  <a:pt x="23656" y="42666"/>
                  <a:pt x="23415" y="42690"/>
                  <a:pt x="23171" y="42690"/>
                </a:cubicBezTo>
                <a:cubicBezTo>
                  <a:pt x="21463" y="42690"/>
                  <a:pt x="19925" y="41484"/>
                  <a:pt x="19584" y="39728"/>
                </a:cubicBezTo>
                <a:cubicBezTo>
                  <a:pt x="18315" y="33395"/>
                  <a:pt x="20637" y="23130"/>
                  <a:pt x="32222" y="20812"/>
                </a:cubicBezTo>
                <a:cubicBezTo>
                  <a:pt x="32466" y="20765"/>
                  <a:pt x="32706" y="20741"/>
                  <a:pt x="32945" y="20741"/>
                </a:cubicBezTo>
                <a:close/>
                <a:moveTo>
                  <a:pt x="90243" y="40243"/>
                </a:moveTo>
                <a:cubicBezTo>
                  <a:pt x="88301" y="40243"/>
                  <a:pt x="86405" y="40829"/>
                  <a:pt x="84795" y="41918"/>
                </a:cubicBezTo>
                <a:cubicBezTo>
                  <a:pt x="83184" y="43006"/>
                  <a:pt x="81936" y="44539"/>
                  <a:pt x="81207" y="46342"/>
                </a:cubicBezTo>
                <a:lnTo>
                  <a:pt x="60975" y="46342"/>
                </a:lnTo>
                <a:lnTo>
                  <a:pt x="60975" y="53658"/>
                </a:lnTo>
                <a:lnTo>
                  <a:pt x="81212" y="53658"/>
                </a:lnTo>
                <a:cubicBezTo>
                  <a:pt x="81940" y="55461"/>
                  <a:pt x="83188" y="57006"/>
                  <a:pt x="84797" y="58083"/>
                </a:cubicBezTo>
                <a:cubicBezTo>
                  <a:pt x="86405" y="59172"/>
                  <a:pt x="88303" y="59757"/>
                  <a:pt x="90243" y="59757"/>
                </a:cubicBezTo>
                <a:cubicBezTo>
                  <a:pt x="92830" y="59757"/>
                  <a:pt x="95313" y="58727"/>
                  <a:pt x="97142" y="56901"/>
                </a:cubicBezTo>
                <a:cubicBezTo>
                  <a:pt x="98973" y="55075"/>
                  <a:pt x="100000" y="52593"/>
                  <a:pt x="100000" y="50006"/>
                </a:cubicBezTo>
                <a:cubicBezTo>
                  <a:pt x="100000" y="47419"/>
                  <a:pt x="98973" y="44938"/>
                  <a:pt x="97142" y="43100"/>
                </a:cubicBezTo>
                <a:cubicBezTo>
                  <a:pt x="95313" y="41274"/>
                  <a:pt x="92830" y="40243"/>
                  <a:pt x="90243" y="40243"/>
                </a:cubicBezTo>
                <a:close/>
                <a:moveTo>
                  <a:pt x="30640" y="62192"/>
                </a:moveTo>
                <a:cubicBezTo>
                  <a:pt x="30880" y="62192"/>
                  <a:pt x="31120" y="62227"/>
                  <a:pt x="31364" y="62285"/>
                </a:cubicBezTo>
                <a:cubicBezTo>
                  <a:pt x="35925" y="63432"/>
                  <a:pt x="43855" y="68852"/>
                  <a:pt x="41393" y="81190"/>
                </a:cubicBezTo>
                <a:cubicBezTo>
                  <a:pt x="41051" y="82946"/>
                  <a:pt x="39512" y="84140"/>
                  <a:pt x="37805" y="84140"/>
                </a:cubicBezTo>
                <a:cubicBezTo>
                  <a:pt x="37560" y="84140"/>
                  <a:pt x="37320" y="84117"/>
                  <a:pt x="37099" y="84070"/>
                </a:cubicBezTo>
                <a:cubicBezTo>
                  <a:pt x="35100" y="83683"/>
                  <a:pt x="33827" y="81752"/>
                  <a:pt x="34218" y="79786"/>
                </a:cubicBezTo>
                <a:cubicBezTo>
                  <a:pt x="35853" y="71592"/>
                  <a:pt x="30608" y="69683"/>
                  <a:pt x="29558" y="69391"/>
                </a:cubicBezTo>
                <a:cubicBezTo>
                  <a:pt x="27632" y="68852"/>
                  <a:pt x="26464" y="66850"/>
                  <a:pt x="26977" y="64919"/>
                </a:cubicBezTo>
                <a:cubicBezTo>
                  <a:pt x="27426" y="63234"/>
                  <a:pt x="28957" y="62110"/>
                  <a:pt x="30640" y="62192"/>
                </a:cubicBezTo>
                <a:close/>
                <a:moveTo>
                  <a:pt x="60975" y="62215"/>
                </a:moveTo>
                <a:lnTo>
                  <a:pt x="60975" y="69531"/>
                </a:lnTo>
                <a:cubicBezTo>
                  <a:pt x="62463" y="69613"/>
                  <a:pt x="63852" y="70245"/>
                  <a:pt x="64901" y="71299"/>
                </a:cubicBezTo>
                <a:lnTo>
                  <a:pt x="72365" y="78756"/>
                </a:lnTo>
                <a:cubicBezTo>
                  <a:pt x="71391" y="80219"/>
                  <a:pt x="70833" y="81927"/>
                  <a:pt x="70751" y="83683"/>
                </a:cubicBezTo>
                <a:cubicBezTo>
                  <a:pt x="70667" y="85451"/>
                  <a:pt x="71064" y="87195"/>
                  <a:pt x="71898" y="88752"/>
                </a:cubicBezTo>
                <a:cubicBezTo>
                  <a:pt x="72730" y="90309"/>
                  <a:pt x="73969" y="91608"/>
                  <a:pt x="75482" y="92510"/>
                </a:cubicBezTo>
                <a:cubicBezTo>
                  <a:pt x="76994" y="93422"/>
                  <a:pt x="78725" y="93903"/>
                  <a:pt x="80488" y="93903"/>
                </a:cubicBezTo>
                <a:cubicBezTo>
                  <a:pt x="83075" y="93903"/>
                  <a:pt x="85557" y="92872"/>
                  <a:pt x="87387" y="91046"/>
                </a:cubicBezTo>
                <a:cubicBezTo>
                  <a:pt x="89216" y="89208"/>
                  <a:pt x="90243" y="86727"/>
                  <a:pt x="90243" y="84140"/>
                </a:cubicBezTo>
                <a:cubicBezTo>
                  <a:pt x="90243" y="81553"/>
                  <a:pt x="89216" y="79071"/>
                  <a:pt x="87387" y="77245"/>
                </a:cubicBezTo>
                <a:cubicBezTo>
                  <a:pt x="85557" y="75419"/>
                  <a:pt x="83075" y="74389"/>
                  <a:pt x="80488" y="74389"/>
                </a:cubicBezTo>
                <a:cubicBezTo>
                  <a:pt x="79833" y="74389"/>
                  <a:pt x="79180" y="74460"/>
                  <a:pt x="78540" y="74588"/>
                </a:cubicBezTo>
                <a:lnTo>
                  <a:pt x="70074" y="66124"/>
                </a:lnTo>
                <a:cubicBezTo>
                  <a:pt x="67636" y="63678"/>
                  <a:pt x="64414" y="62297"/>
                  <a:pt x="60975" y="6221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9" name="Белый — SVG 89">
            <a:extLst>
              <a:ext uri="{FF2B5EF4-FFF2-40B4-BE49-F238E27FC236}">
                <a16:creationId xmlns:a16="http://schemas.microsoft.com/office/drawing/2014/main" id="{7D8A4AA8-1968-0647-A9BF-5C1287DF3572}"/>
              </a:ext>
            </a:extLst>
          </p:cNvPr>
          <p:cNvSpPr>
            <a:spLocks noGrp="1"/>
          </p:cNvSpPr>
          <p:nvPr/>
        </p:nvSpPr>
        <p:spPr>
          <a:xfrm>
            <a:off x="10020000" y="5790000"/>
            <a:ext cx="220000" cy="220000"/>
          </a:xfrm>
          <a:custGeom>
            <a:avLst/>
            <a:gdLst>
              <a:gd name="csX0" fmla="*/ 127958 w 141772"/>
              <a:gd name="csY0" fmla="*/ 17725 h 106319"/>
              <a:gd name="csX1" fmla="*/ 13815 w 141772"/>
              <a:gd name="csY1" fmla="*/ 17725 h 106319"/>
              <a:gd name="csX2" fmla="*/ 27817 w 141772"/>
              <a:gd name="csY2" fmla="*/ 5035 h 106319"/>
              <a:gd name="csX3" fmla="*/ 40900 w 141772"/>
              <a:gd name="csY3" fmla="*/ 0 h 106319"/>
              <a:gd name="csX4" fmla="*/ 100873 w 141772"/>
              <a:gd name="csY4" fmla="*/ 0 h 106319"/>
              <a:gd name="csX5" fmla="*/ 113956 w 141772"/>
              <a:gd name="csY5" fmla="*/ 5035 h 106319"/>
              <a:gd name="csX6" fmla="*/ 127958 w 141772"/>
              <a:gd name="csY6" fmla="*/ 17725 h 106319"/>
              <a:gd name="csX7" fmla="*/ 141773 w 141772"/>
              <a:gd name="csY7" fmla="*/ 35928 h 106319"/>
              <a:gd name="csX8" fmla="*/ 141773 w 141772"/>
              <a:gd name="csY8" fmla="*/ 95194 h 106319"/>
              <a:gd name="csX9" fmla="*/ 130867 w 141772"/>
              <a:gd name="csY9" fmla="*/ 106319 h 106319"/>
              <a:gd name="csX10" fmla="*/ 101009 w 141772"/>
              <a:gd name="csY10" fmla="*/ 106319 h 106319"/>
              <a:gd name="csX11" fmla="*/ 84353 w 141772"/>
              <a:gd name="csY11" fmla="*/ 98443 h 106319"/>
              <a:gd name="csX12" fmla="*/ 78653 w 141772"/>
              <a:gd name="csY12" fmla="*/ 91605 h 106319"/>
              <a:gd name="csX13" fmla="*/ 70895 w 141772"/>
              <a:gd name="csY13" fmla="*/ 87930 h 106319"/>
              <a:gd name="csX14" fmla="*/ 63120 w 141772"/>
              <a:gd name="csY14" fmla="*/ 91605 h 106319"/>
              <a:gd name="csX15" fmla="*/ 57420 w 141772"/>
              <a:gd name="csY15" fmla="*/ 98443 h 106319"/>
              <a:gd name="csX16" fmla="*/ 40764 w 141772"/>
              <a:gd name="csY16" fmla="*/ 106319 h 106319"/>
              <a:gd name="csX17" fmla="*/ 10922 w 141772"/>
              <a:gd name="csY17" fmla="*/ 106319 h 106319"/>
              <a:gd name="csX18" fmla="*/ 0 w 141772"/>
              <a:gd name="csY18" fmla="*/ 95194 h 106319"/>
              <a:gd name="csX19" fmla="*/ 0 w 141772"/>
              <a:gd name="csY19" fmla="*/ 35928 h 106319"/>
              <a:gd name="csX20" fmla="*/ 10922 w 141772"/>
              <a:gd name="csY20" fmla="*/ 24802 h 106319"/>
              <a:gd name="csX21" fmla="*/ 130867 w 141772"/>
              <a:gd name="csY21" fmla="*/ 24802 h 106319"/>
              <a:gd name="csX22" fmla="*/ 141773 w 141772"/>
              <a:gd name="csY22" fmla="*/ 35928 h 106319"/>
              <a:gd name="csX23" fmla="*/ 38110 w 141772"/>
              <a:gd name="csY23" fmla="*/ 46066 h 106319"/>
              <a:gd name="csX24" fmla="*/ 21267 w 141772"/>
              <a:gd name="csY24" fmla="*/ 62907 h 106319"/>
              <a:gd name="csX25" fmla="*/ 38110 w 141772"/>
              <a:gd name="csY25" fmla="*/ 79731 h 106319"/>
              <a:gd name="csX26" fmla="*/ 54936 w 141772"/>
              <a:gd name="csY26" fmla="*/ 62907 h 106319"/>
              <a:gd name="csX27" fmla="*/ 38110 w 141772"/>
              <a:gd name="csY27" fmla="*/ 46066 h 106319"/>
              <a:gd name="csX28" fmla="*/ 103680 w 141772"/>
              <a:gd name="csY28" fmla="*/ 46066 h 106319"/>
              <a:gd name="csX29" fmla="*/ 86837 w 141772"/>
              <a:gd name="csY29" fmla="*/ 62907 h 106319"/>
              <a:gd name="csX30" fmla="*/ 103680 w 141772"/>
              <a:gd name="csY30" fmla="*/ 79731 h 106319"/>
              <a:gd name="csX31" fmla="*/ 120506 w 141772"/>
              <a:gd name="csY31" fmla="*/ 62907 h 106319"/>
              <a:gd name="csX32" fmla="*/ 103680 w 141772"/>
              <a:gd name="csY32" fmla="*/ 46066 h 106319"/>
            </a:gdLst>
            <a:ahLst/>
            <a:cxnLst/>
            <a:rect l="l" t="t" r="r" b="b"/>
            <a:pathLst>
              <a:path w="100000" h="100000">
                <a:moveTo>
                  <a:pt x="90256" y="25006"/>
                </a:moveTo>
                <a:lnTo>
                  <a:pt x="9745" y="25006"/>
                </a:lnTo>
                <a:lnTo>
                  <a:pt x="19621" y="16055"/>
                </a:lnTo>
                <a:cubicBezTo>
                  <a:pt x="22153" y="13751"/>
                  <a:pt x="25429" y="12504"/>
                  <a:pt x="28849" y="12504"/>
                </a:cubicBezTo>
                <a:lnTo>
                  <a:pt x="71152" y="12504"/>
                </a:lnTo>
                <a:cubicBezTo>
                  <a:pt x="74583" y="12504"/>
                  <a:pt x="77860" y="13751"/>
                  <a:pt x="80380" y="16055"/>
                </a:cubicBezTo>
                <a:lnTo>
                  <a:pt x="90256" y="25006"/>
                </a:lnTo>
                <a:close/>
                <a:moveTo>
                  <a:pt x="100001" y="37846"/>
                </a:moveTo>
                <a:lnTo>
                  <a:pt x="100001" y="79649"/>
                </a:lnTo>
                <a:cubicBezTo>
                  <a:pt x="100001" y="83993"/>
                  <a:pt x="96556" y="87496"/>
                  <a:pt x="92308" y="87496"/>
                </a:cubicBezTo>
                <a:lnTo>
                  <a:pt x="71247" y="87496"/>
                </a:lnTo>
                <a:cubicBezTo>
                  <a:pt x="66699" y="87496"/>
                  <a:pt x="62427" y="85469"/>
                  <a:pt x="59499" y="81941"/>
                </a:cubicBezTo>
                <a:lnTo>
                  <a:pt x="55479" y="77118"/>
                </a:lnTo>
                <a:cubicBezTo>
                  <a:pt x="54050" y="75378"/>
                  <a:pt x="52022" y="74526"/>
                  <a:pt x="50006" y="74526"/>
                </a:cubicBezTo>
                <a:cubicBezTo>
                  <a:pt x="47978" y="74526"/>
                  <a:pt x="45950" y="75378"/>
                  <a:pt x="44522" y="77118"/>
                </a:cubicBezTo>
                <a:lnTo>
                  <a:pt x="40502" y="81941"/>
                </a:lnTo>
                <a:cubicBezTo>
                  <a:pt x="37574" y="85469"/>
                  <a:pt x="33301" y="87496"/>
                  <a:pt x="28753" y="87496"/>
                </a:cubicBezTo>
                <a:lnTo>
                  <a:pt x="7704" y="87496"/>
                </a:lnTo>
                <a:cubicBezTo>
                  <a:pt x="3444" y="87496"/>
                  <a:pt x="0" y="83993"/>
                  <a:pt x="0" y="79649"/>
                </a:cubicBezTo>
                <a:lnTo>
                  <a:pt x="0" y="37846"/>
                </a:lnTo>
                <a:cubicBezTo>
                  <a:pt x="0" y="33501"/>
                  <a:pt x="3444" y="29998"/>
                  <a:pt x="7704" y="29998"/>
                </a:cubicBezTo>
                <a:lnTo>
                  <a:pt x="92308" y="29998"/>
                </a:lnTo>
                <a:cubicBezTo>
                  <a:pt x="96556" y="29998"/>
                  <a:pt x="100001" y="33501"/>
                  <a:pt x="100001" y="37846"/>
                </a:cubicBezTo>
                <a:close/>
                <a:moveTo>
                  <a:pt x="26881" y="44997"/>
                </a:moveTo>
                <a:cubicBezTo>
                  <a:pt x="20317" y="44997"/>
                  <a:pt x="15001" y="50312"/>
                  <a:pt x="15001" y="56875"/>
                </a:cubicBezTo>
                <a:cubicBezTo>
                  <a:pt x="15001" y="63427"/>
                  <a:pt x="20317" y="68742"/>
                  <a:pt x="26881" y="68742"/>
                </a:cubicBezTo>
                <a:cubicBezTo>
                  <a:pt x="33434" y="68742"/>
                  <a:pt x="38750" y="63427"/>
                  <a:pt x="38750" y="56875"/>
                </a:cubicBezTo>
                <a:cubicBezTo>
                  <a:pt x="38750" y="50312"/>
                  <a:pt x="33434" y="44997"/>
                  <a:pt x="26881" y="44997"/>
                </a:cubicBezTo>
                <a:close/>
                <a:moveTo>
                  <a:pt x="73132" y="44997"/>
                </a:moveTo>
                <a:cubicBezTo>
                  <a:pt x="66567" y="44997"/>
                  <a:pt x="61251" y="50312"/>
                  <a:pt x="61251" y="56875"/>
                </a:cubicBezTo>
                <a:cubicBezTo>
                  <a:pt x="61251" y="63427"/>
                  <a:pt x="66567" y="68742"/>
                  <a:pt x="73132" y="68742"/>
                </a:cubicBezTo>
                <a:cubicBezTo>
                  <a:pt x="79684" y="68742"/>
                  <a:pt x="85000" y="63427"/>
                  <a:pt x="85000" y="56875"/>
                </a:cubicBezTo>
                <a:cubicBezTo>
                  <a:pt x="85000" y="50312"/>
                  <a:pt x="79684" y="44997"/>
                  <a:pt x="73132" y="4499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0" name="Чёрный — SVG 1">
            <a:extLst>
              <a:ext uri="{FF2B5EF4-FFF2-40B4-BE49-F238E27FC236}">
                <a16:creationId xmlns:a16="http://schemas.microsoft.com/office/drawing/2014/main" id="{AEDC5612-1F3A-B141-83FA-882E7A3818E3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7094 w 127600"/>
              <a:gd name="csY0" fmla="*/ 0 h 127583"/>
              <a:gd name="csX1" fmla="*/ 0 w 127600"/>
              <a:gd name="csY1" fmla="*/ 7089 h 127583"/>
              <a:gd name="csX2" fmla="*/ 0 w 127600"/>
              <a:gd name="csY2" fmla="*/ 35439 h 127583"/>
              <a:gd name="csX3" fmla="*/ 7094 w 127600"/>
              <a:gd name="csY3" fmla="*/ 42528 h 127583"/>
              <a:gd name="csX4" fmla="*/ 14172 w 127600"/>
              <a:gd name="csY4" fmla="*/ 42528 h 127583"/>
              <a:gd name="csX5" fmla="*/ 14172 w 127600"/>
              <a:gd name="csY5" fmla="*/ 54932 h 127583"/>
              <a:gd name="csX6" fmla="*/ 14564 w 127600"/>
              <a:gd name="csY6" fmla="*/ 56989 h 127583"/>
              <a:gd name="csX7" fmla="*/ 15703 w 127600"/>
              <a:gd name="csY7" fmla="*/ 58739 h 127583"/>
              <a:gd name="csX8" fmla="*/ 17439 w 127600"/>
              <a:gd name="csY8" fmla="*/ 59911 h 127583"/>
              <a:gd name="csX9" fmla="*/ 19497 w 127600"/>
              <a:gd name="csY9" fmla="*/ 60323 h 127583"/>
              <a:gd name="csX10" fmla="*/ 21539 w 127600"/>
              <a:gd name="csY10" fmla="*/ 59911 h 127583"/>
              <a:gd name="csX11" fmla="*/ 23275 w 127600"/>
              <a:gd name="csY11" fmla="*/ 58739 h 127583"/>
              <a:gd name="csX12" fmla="*/ 24431 w 127600"/>
              <a:gd name="csY12" fmla="*/ 56989 h 127583"/>
              <a:gd name="csX13" fmla="*/ 24806 w 127600"/>
              <a:gd name="csY13" fmla="*/ 54932 h 127583"/>
              <a:gd name="csX14" fmla="*/ 24806 w 127600"/>
              <a:gd name="csY14" fmla="*/ 42528 h 127583"/>
              <a:gd name="csX15" fmla="*/ 35439 w 127600"/>
              <a:gd name="csY15" fmla="*/ 42528 h 127583"/>
              <a:gd name="csX16" fmla="*/ 42534 w 127600"/>
              <a:gd name="csY16" fmla="*/ 35439 h 127583"/>
              <a:gd name="csX17" fmla="*/ 42534 w 127600"/>
              <a:gd name="csY17" fmla="*/ 24807 h 127583"/>
              <a:gd name="csX18" fmla="*/ 54936 w 127600"/>
              <a:gd name="csY18" fmla="*/ 24807 h 127583"/>
              <a:gd name="csX19" fmla="*/ 56995 w 127600"/>
              <a:gd name="csY19" fmla="*/ 24424 h 127583"/>
              <a:gd name="csX20" fmla="*/ 58747 w 127600"/>
              <a:gd name="csY20" fmla="*/ 23278 h 127583"/>
              <a:gd name="csX21" fmla="*/ 59922 w 127600"/>
              <a:gd name="csY21" fmla="*/ 21545 h 127583"/>
              <a:gd name="csX22" fmla="*/ 60329 w 127600"/>
              <a:gd name="csY22" fmla="*/ 19491 h 127583"/>
              <a:gd name="csX23" fmla="*/ 59922 w 127600"/>
              <a:gd name="csY23" fmla="*/ 17440 h 127583"/>
              <a:gd name="csX24" fmla="*/ 58747 w 127600"/>
              <a:gd name="csY24" fmla="*/ 15706 h 127583"/>
              <a:gd name="csX25" fmla="*/ 56995 w 127600"/>
              <a:gd name="csY25" fmla="*/ 14558 h 127583"/>
              <a:gd name="csX26" fmla="*/ 54936 w 127600"/>
              <a:gd name="csY26" fmla="*/ 14175 h 127583"/>
              <a:gd name="csX27" fmla="*/ 42534 w 127600"/>
              <a:gd name="csY27" fmla="*/ 14175 h 127583"/>
              <a:gd name="csX28" fmla="*/ 42534 w 127600"/>
              <a:gd name="csY28" fmla="*/ 7089 h 127583"/>
              <a:gd name="csX29" fmla="*/ 35439 w 127600"/>
              <a:gd name="csY29" fmla="*/ 0 h 127583"/>
              <a:gd name="csX30" fmla="*/ 7094 w 127600"/>
              <a:gd name="csY30" fmla="*/ 0 h 127583"/>
              <a:gd name="csX31" fmla="*/ 92162 w 127600"/>
              <a:gd name="csY31" fmla="*/ 0 h 127583"/>
              <a:gd name="csX32" fmla="*/ 85067 w 127600"/>
              <a:gd name="csY32" fmla="*/ 7089 h 127583"/>
              <a:gd name="csX33" fmla="*/ 85067 w 127600"/>
              <a:gd name="csY33" fmla="*/ 14175 h 127583"/>
              <a:gd name="csX34" fmla="*/ 72664 w 127600"/>
              <a:gd name="csY34" fmla="*/ 14175 h 127583"/>
              <a:gd name="csX35" fmla="*/ 70606 w 127600"/>
              <a:gd name="csY35" fmla="*/ 14558 h 127583"/>
              <a:gd name="csX36" fmla="*/ 68854 w 127600"/>
              <a:gd name="csY36" fmla="*/ 15706 h 127583"/>
              <a:gd name="csX37" fmla="*/ 67679 w 127600"/>
              <a:gd name="csY37" fmla="*/ 17440 h 127583"/>
              <a:gd name="csX38" fmla="*/ 67271 w 127600"/>
              <a:gd name="csY38" fmla="*/ 19491 h 127583"/>
              <a:gd name="csX39" fmla="*/ 67679 w 127600"/>
              <a:gd name="csY39" fmla="*/ 21545 h 127583"/>
              <a:gd name="csX40" fmla="*/ 68854 w 127600"/>
              <a:gd name="csY40" fmla="*/ 23278 h 127583"/>
              <a:gd name="csX41" fmla="*/ 70606 w 127600"/>
              <a:gd name="csY41" fmla="*/ 24424 h 127583"/>
              <a:gd name="csX42" fmla="*/ 72664 w 127600"/>
              <a:gd name="csY42" fmla="*/ 24807 h 127583"/>
              <a:gd name="csX43" fmla="*/ 85067 w 127600"/>
              <a:gd name="csY43" fmla="*/ 24807 h 127583"/>
              <a:gd name="csX44" fmla="*/ 85067 w 127600"/>
              <a:gd name="csY44" fmla="*/ 35439 h 127583"/>
              <a:gd name="csX45" fmla="*/ 92162 w 127600"/>
              <a:gd name="csY45" fmla="*/ 42528 h 127583"/>
              <a:gd name="csX46" fmla="*/ 102795 w 127600"/>
              <a:gd name="csY46" fmla="*/ 42528 h 127583"/>
              <a:gd name="csX47" fmla="*/ 102795 w 127600"/>
              <a:gd name="csY47" fmla="*/ 54932 h 127583"/>
              <a:gd name="csX48" fmla="*/ 103170 w 127600"/>
              <a:gd name="csY48" fmla="*/ 56989 h 127583"/>
              <a:gd name="csX49" fmla="*/ 104326 w 127600"/>
              <a:gd name="csY49" fmla="*/ 58739 h 127583"/>
              <a:gd name="csX50" fmla="*/ 106061 w 127600"/>
              <a:gd name="csY50" fmla="*/ 59911 h 127583"/>
              <a:gd name="csX51" fmla="*/ 108103 w 127600"/>
              <a:gd name="csY51" fmla="*/ 60323 h 127583"/>
              <a:gd name="csX52" fmla="*/ 110162 w 127600"/>
              <a:gd name="csY52" fmla="*/ 59911 h 127583"/>
              <a:gd name="csX53" fmla="*/ 111897 w 127600"/>
              <a:gd name="csY53" fmla="*/ 58739 h 127583"/>
              <a:gd name="csX54" fmla="*/ 113037 w 127600"/>
              <a:gd name="csY54" fmla="*/ 56989 h 127583"/>
              <a:gd name="csX55" fmla="*/ 113428 w 127600"/>
              <a:gd name="csY55" fmla="*/ 54932 h 127583"/>
              <a:gd name="csX56" fmla="*/ 113428 w 127600"/>
              <a:gd name="csY56" fmla="*/ 42528 h 127583"/>
              <a:gd name="csX57" fmla="*/ 120506 w 127600"/>
              <a:gd name="csY57" fmla="*/ 42528 h 127583"/>
              <a:gd name="csX58" fmla="*/ 127601 w 127600"/>
              <a:gd name="csY58" fmla="*/ 35439 h 127583"/>
              <a:gd name="csX59" fmla="*/ 127601 w 127600"/>
              <a:gd name="csY59" fmla="*/ 7089 h 127583"/>
              <a:gd name="csX60" fmla="*/ 120506 w 127600"/>
              <a:gd name="csY60" fmla="*/ 0 h 127583"/>
              <a:gd name="csX61" fmla="*/ 92162 w 127600"/>
              <a:gd name="csY61" fmla="*/ 0 h 127583"/>
              <a:gd name="csX62" fmla="*/ 19413 w 127600"/>
              <a:gd name="csY62" fmla="*/ 67260 h 127583"/>
              <a:gd name="csX63" fmla="*/ 15687 w 127600"/>
              <a:gd name="csY63" fmla="*/ 68873 h 127583"/>
              <a:gd name="csX64" fmla="*/ 14172 w 127600"/>
              <a:gd name="csY64" fmla="*/ 72651 h 127583"/>
              <a:gd name="csX65" fmla="*/ 14172 w 127600"/>
              <a:gd name="csY65" fmla="*/ 85056 h 127583"/>
              <a:gd name="csX66" fmla="*/ 7094 w 127600"/>
              <a:gd name="csY66" fmla="*/ 85056 h 127583"/>
              <a:gd name="csX67" fmla="*/ 0 w 127600"/>
              <a:gd name="csY67" fmla="*/ 92144 h 127583"/>
              <a:gd name="csX68" fmla="*/ 0 w 127600"/>
              <a:gd name="csY68" fmla="*/ 120490 h 127583"/>
              <a:gd name="csX69" fmla="*/ 7094 w 127600"/>
              <a:gd name="csY69" fmla="*/ 127583 h 127583"/>
              <a:gd name="csX70" fmla="*/ 35439 w 127600"/>
              <a:gd name="csY70" fmla="*/ 127583 h 127583"/>
              <a:gd name="csX71" fmla="*/ 42534 w 127600"/>
              <a:gd name="csY71" fmla="*/ 120490 h 127583"/>
              <a:gd name="csX72" fmla="*/ 42534 w 127600"/>
              <a:gd name="csY72" fmla="*/ 113413 h 127583"/>
              <a:gd name="csX73" fmla="*/ 54936 w 127600"/>
              <a:gd name="csY73" fmla="*/ 113413 h 127583"/>
              <a:gd name="csX74" fmla="*/ 56995 w 127600"/>
              <a:gd name="csY74" fmla="*/ 113022 h 127583"/>
              <a:gd name="csX75" fmla="*/ 58747 w 127600"/>
              <a:gd name="csY75" fmla="*/ 111882 h 127583"/>
              <a:gd name="csX76" fmla="*/ 59922 w 127600"/>
              <a:gd name="csY76" fmla="*/ 110147 h 127583"/>
              <a:gd name="csX77" fmla="*/ 60329 w 127600"/>
              <a:gd name="csY77" fmla="*/ 108089 h 127583"/>
              <a:gd name="csX78" fmla="*/ 59922 w 127600"/>
              <a:gd name="csY78" fmla="*/ 106047 h 127583"/>
              <a:gd name="csX79" fmla="*/ 58747 w 127600"/>
              <a:gd name="csY79" fmla="*/ 104312 h 127583"/>
              <a:gd name="csX80" fmla="*/ 56995 w 127600"/>
              <a:gd name="csY80" fmla="*/ 103155 h 127583"/>
              <a:gd name="csX81" fmla="*/ 54936 w 127600"/>
              <a:gd name="csY81" fmla="*/ 102781 h 127583"/>
              <a:gd name="csX82" fmla="*/ 42534 w 127600"/>
              <a:gd name="csY82" fmla="*/ 102781 h 127583"/>
              <a:gd name="csX83" fmla="*/ 42534 w 127600"/>
              <a:gd name="csY83" fmla="*/ 92144 h 127583"/>
              <a:gd name="csX84" fmla="*/ 35439 w 127600"/>
              <a:gd name="csY84" fmla="*/ 85056 h 127583"/>
              <a:gd name="csX85" fmla="*/ 24806 w 127600"/>
              <a:gd name="csY85" fmla="*/ 85056 h 127583"/>
              <a:gd name="csX86" fmla="*/ 24806 w 127600"/>
              <a:gd name="csY86" fmla="*/ 72651 h 127583"/>
              <a:gd name="csX87" fmla="*/ 24414 w 127600"/>
              <a:gd name="csY87" fmla="*/ 70574 h 127583"/>
              <a:gd name="csX88" fmla="*/ 23257 w 127600"/>
              <a:gd name="csY88" fmla="*/ 68813 h 127583"/>
              <a:gd name="csX89" fmla="*/ 21488 w 127600"/>
              <a:gd name="csY89" fmla="*/ 67646 h 127583"/>
              <a:gd name="csX90" fmla="*/ 19413 w 127600"/>
              <a:gd name="csY90" fmla="*/ 67260 h 127583"/>
              <a:gd name="csX91" fmla="*/ 108019 w 127600"/>
              <a:gd name="csY91" fmla="*/ 67260 h 127583"/>
              <a:gd name="csX92" fmla="*/ 104292 w 127600"/>
              <a:gd name="csY92" fmla="*/ 68873 h 127583"/>
              <a:gd name="csX93" fmla="*/ 102795 w 127600"/>
              <a:gd name="csY93" fmla="*/ 72651 h 127583"/>
              <a:gd name="csX94" fmla="*/ 102795 w 127600"/>
              <a:gd name="csY94" fmla="*/ 85056 h 127583"/>
              <a:gd name="csX95" fmla="*/ 92162 w 127600"/>
              <a:gd name="csY95" fmla="*/ 85056 h 127583"/>
              <a:gd name="csX96" fmla="*/ 85067 w 127600"/>
              <a:gd name="csY96" fmla="*/ 92144 h 127583"/>
              <a:gd name="csX97" fmla="*/ 85067 w 127600"/>
              <a:gd name="csY97" fmla="*/ 102781 h 127583"/>
              <a:gd name="csX98" fmla="*/ 72664 w 127600"/>
              <a:gd name="csY98" fmla="*/ 102781 h 127583"/>
              <a:gd name="csX99" fmla="*/ 70606 w 127600"/>
              <a:gd name="csY99" fmla="*/ 103155 h 127583"/>
              <a:gd name="csX100" fmla="*/ 68854 w 127600"/>
              <a:gd name="csY100" fmla="*/ 104312 h 127583"/>
              <a:gd name="csX101" fmla="*/ 67679 w 127600"/>
              <a:gd name="csY101" fmla="*/ 106047 h 127583"/>
              <a:gd name="csX102" fmla="*/ 67271 w 127600"/>
              <a:gd name="csY102" fmla="*/ 108089 h 127583"/>
              <a:gd name="csX103" fmla="*/ 67679 w 127600"/>
              <a:gd name="csY103" fmla="*/ 110147 h 127583"/>
              <a:gd name="csX104" fmla="*/ 68854 w 127600"/>
              <a:gd name="csY104" fmla="*/ 111882 h 127583"/>
              <a:gd name="csX105" fmla="*/ 70606 w 127600"/>
              <a:gd name="csY105" fmla="*/ 113022 h 127583"/>
              <a:gd name="csX106" fmla="*/ 72664 w 127600"/>
              <a:gd name="csY106" fmla="*/ 113413 h 127583"/>
              <a:gd name="csX107" fmla="*/ 85067 w 127600"/>
              <a:gd name="csY107" fmla="*/ 113413 h 127583"/>
              <a:gd name="csX108" fmla="*/ 85067 w 127600"/>
              <a:gd name="csY108" fmla="*/ 120490 h 127583"/>
              <a:gd name="csX109" fmla="*/ 92162 w 127600"/>
              <a:gd name="csY109" fmla="*/ 127583 h 127583"/>
              <a:gd name="csX110" fmla="*/ 120506 w 127600"/>
              <a:gd name="csY110" fmla="*/ 127583 h 127583"/>
              <a:gd name="csX111" fmla="*/ 127601 w 127600"/>
              <a:gd name="csY111" fmla="*/ 120490 h 127583"/>
              <a:gd name="csX112" fmla="*/ 127601 w 127600"/>
              <a:gd name="csY112" fmla="*/ 92144 h 127583"/>
              <a:gd name="csX113" fmla="*/ 120506 w 127600"/>
              <a:gd name="csY113" fmla="*/ 85056 h 127583"/>
              <a:gd name="csX114" fmla="*/ 113428 w 127600"/>
              <a:gd name="csY114" fmla="*/ 85056 h 127583"/>
              <a:gd name="csX115" fmla="*/ 113428 w 127600"/>
              <a:gd name="csY115" fmla="*/ 72651 h 127583"/>
              <a:gd name="csX116" fmla="*/ 113037 w 127600"/>
              <a:gd name="csY116" fmla="*/ 70574 h 127583"/>
              <a:gd name="csX117" fmla="*/ 111863 w 127600"/>
              <a:gd name="csY117" fmla="*/ 68813 h 127583"/>
              <a:gd name="csX118" fmla="*/ 110094 w 127600"/>
              <a:gd name="csY118" fmla="*/ 67646 h 127583"/>
              <a:gd name="csX119" fmla="*/ 108019 w 127600"/>
              <a:gd name="csY119" fmla="*/ 67260 h 127583"/>
            </a:gdLst>
            <a:ahLst/>
            <a:cxnLst/>
            <a:rect l="l" t="t" r="r" b="b"/>
            <a:pathLst>
              <a:path w="100000" h="100000">
                <a:moveTo>
                  <a:pt x="5560" y="7"/>
                </a:moveTo>
                <a:cubicBezTo>
                  <a:pt x="2480" y="7"/>
                  <a:pt x="0" y="2493"/>
                  <a:pt x="0" y="5562"/>
                </a:cubicBezTo>
                <a:lnTo>
                  <a:pt x="0" y="27780"/>
                </a:lnTo>
                <a:cubicBezTo>
                  <a:pt x="0" y="30849"/>
                  <a:pt x="2480" y="33336"/>
                  <a:pt x="5560" y="33336"/>
                </a:cubicBezTo>
                <a:lnTo>
                  <a:pt x="11107" y="33336"/>
                </a:lnTo>
                <a:lnTo>
                  <a:pt x="11107" y="43057"/>
                </a:lnTo>
                <a:cubicBezTo>
                  <a:pt x="11107" y="43609"/>
                  <a:pt x="11200" y="44157"/>
                  <a:pt x="11414" y="44669"/>
                </a:cubicBezTo>
                <a:cubicBezTo>
                  <a:pt x="11614" y="45181"/>
                  <a:pt x="11920" y="45647"/>
                  <a:pt x="12306" y="46040"/>
                </a:cubicBezTo>
                <a:cubicBezTo>
                  <a:pt x="12694" y="46434"/>
                  <a:pt x="13160" y="46746"/>
                  <a:pt x="13667" y="46959"/>
                </a:cubicBezTo>
                <a:cubicBezTo>
                  <a:pt x="14173" y="47173"/>
                  <a:pt x="14720" y="47282"/>
                  <a:pt x="15280" y="47282"/>
                </a:cubicBezTo>
                <a:cubicBezTo>
                  <a:pt x="15827" y="47282"/>
                  <a:pt x="16373" y="47173"/>
                  <a:pt x="16880" y="46959"/>
                </a:cubicBezTo>
                <a:cubicBezTo>
                  <a:pt x="17400" y="46746"/>
                  <a:pt x="17853" y="46434"/>
                  <a:pt x="18241" y="46040"/>
                </a:cubicBezTo>
                <a:cubicBezTo>
                  <a:pt x="18627" y="45647"/>
                  <a:pt x="18933" y="45181"/>
                  <a:pt x="19147" y="44669"/>
                </a:cubicBezTo>
                <a:cubicBezTo>
                  <a:pt x="19346" y="44157"/>
                  <a:pt x="19453" y="43609"/>
                  <a:pt x="19440" y="43057"/>
                </a:cubicBezTo>
                <a:lnTo>
                  <a:pt x="19440" y="33336"/>
                </a:lnTo>
                <a:lnTo>
                  <a:pt x="27774" y="33336"/>
                </a:lnTo>
                <a:cubicBezTo>
                  <a:pt x="30853" y="33336"/>
                  <a:pt x="33334" y="30849"/>
                  <a:pt x="33334" y="27780"/>
                </a:cubicBezTo>
                <a:lnTo>
                  <a:pt x="33334" y="19448"/>
                </a:lnTo>
                <a:lnTo>
                  <a:pt x="43053" y="19448"/>
                </a:lnTo>
                <a:cubicBezTo>
                  <a:pt x="43614" y="19456"/>
                  <a:pt x="44161" y="19355"/>
                  <a:pt x="44667" y="19148"/>
                </a:cubicBezTo>
                <a:cubicBezTo>
                  <a:pt x="45187" y="18943"/>
                  <a:pt x="45654" y="18638"/>
                  <a:pt x="46040" y="18250"/>
                </a:cubicBezTo>
                <a:cubicBezTo>
                  <a:pt x="46440" y="17862"/>
                  <a:pt x="46747" y="17400"/>
                  <a:pt x="46961" y="16891"/>
                </a:cubicBezTo>
                <a:cubicBezTo>
                  <a:pt x="47173" y="16380"/>
                  <a:pt x="47280" y="15834"/>
                  <a:pt x="47280" y="15282"/>
                </a:cubicBezTo>
                <a:cubicBezTo>
                  <a:pt x="47280" y="14730"/>
                  <a:pt x="47173" y="14184"/>
                  <a:pt x="46961" y="13674"/>
                </a:cubicBezTo>
                <a:cubicBezTo>
                  <a:pt x="46747" y="13165"/>
                  <a:pt x="46440" y="12703"/>
                  <a:pt x="46040" y="12315"/>
                </a:cubicBezTo>
                <a:cubicBezTo>
                  <a:pt x="45654" y="11928"/>
                  <a:pt x="45187" y="11623"/>
                  <a:pt x="44667" y="11416"/>
                </a:cubicBezTo>
                <a:cubicBezTo>
                  <a:pt x="44161" y="11210"/>
                  <a:pt x="43614" y="11108"/>
                  <a:pt x="43053" y="11116"/>
                </a:cubicBezTo>
                <a:lnTo>
                  <a:pt x="33334" y="11116"/>
                </a:lnTo>
                <a:lnTo>
                  <a:pt x="33334" y="5562"/>
                </a:lnTo>
                <a:cubicBezTo>
                  <a:pt x="33334" y="2493"/>
                  <a:pt x="30853" y="7"/>
                  <a:pt x="27774" y="7"/>
                </a:cubicBezTo>
                <a:lnTo>
                  <a:pt x="5560" y="7"/>
                </a:lnTo>
                <a:close/>
                <a:moveTo>
                  <a:pt x="72227" y="7"/>
                </a:moveTo>
                <a:cubicBezTo>
                  <a:pt x="69147" y="7"/>
                  <a:pt x="66667" y="2493"/>
                  <a:pt x="66667" y="5562"/>
                </a:cubicBezTo>
                <a:lnTo>
                  <a:pt x="66667" y="11116"/>
                </a:lnTo>
                <a:lnTo>
                  <a:pt x="56947" y="11116"/>
                </a:lnTo>
                <a:cubicBezTo>
                  <a:pt x="56387" y="11108"/>
                  <a:pt x="55840" y="11210"/>
                  <a:pt x="55334" y="11416"/>
                </a:cubicBezTo>
                <a:cubicBezTo>
                  <a:pt x="54813" y="11623"/>
                  <a:pt x="54346" y="11928"/>
                  <a:pt x="53961" y="12315"/>
                </a:cubicBezTo>
                <a:cubicBezTo>
                  <a:pt x="53560" y="12703"/>
                  <a:pt x="53253" y="13165"/>
                  <a:pt x="53040" y="13674"/>
                </a:cubicBezTo>
                <a:cubicBezTo>
                  <a:pt x="52827" y="14184"/>
                  <a:pt x="52720" y="14730"/>
                  <a:pt x="52720" y="15282"/>
                </a:cubicBezTo>
                <a:cubicBezTo>
                  <a:pt x="52720" y="15834"/>
                  <a:pt x="52827" y="16380"/>
                  <a:pt x="53040" y="16891"/>
                </a:cubicBezTo>
                <a:cubicBezTo>
                  <a:pt x="53253" y="17400"/>
                  <a:pt x="53560" y="17862"/>
                  <a:pt x="53961" y="18250"/>
                </a:cubicBezTo>
                <a:cubicBezTo>
                  <a:pt x="54346" y="18638"/>
                  <a:pt x="54813" y="18943"/>
                  <a:pt x="55334" y="19148"/>
                </a:cubicBezTo>
                <a:cubicBezTo>
                  <a:pt x="55840" y="19355"/>
                  <a:pt x="56387" y="19456"/>
                  <a:pt x="56947" y="19448"/>
                </a:cubicBezTo>
                <a:lnTo>
                  <a:pt x="66667" y="19448"/>
                </a:lnTo>
                <a:lnTo>
                  <a:pt x="66667" y="27780"/>
                </a:lnTo>
                <a:cubicBezTo>
                  <a:pt x="66667" y="30849"/>
                  <a:pt x="69147" y="33336"/>
                  <a:pt x="72227" y="33336"/>
                </a:cubicBezTo>
                <a:lnTo>
                  <a:pt x="80560" y="33336"/>
                </a:lnTo>
                <a:lnTo>
                  <a:pt x="80560" y="43057"/>
                </a:lnTo>
                <a:cubicBezTo>
                  <a:pt x="80547" y="43609"/>
                  <a:pt x="80654" y="44157"/>
                  <a:pt x="80854" y="44669"/>
                </a:cubicBezTo>
                <a:cubicBezTo>
                  <a:pt x="81067" y="45181"/>
                  <a:pt x="81373" y="45647"/>
                  <a:pt x="81760" y="46040"/>
                </a:cubicBezTo>
                <a:cubicBezTo>
                  <a:pt x="82147" y="46434"/>
                  <a:pt x="82600" y="46746"/>
                  <a:pt x="83120" y="46959"/>
                </a:cubicBezTo>
                <a:cubicBezTo>
                  <a:pt x="83627" y="47173"/>
                  <a:pt x="84173" y="47282"/>
                  <a:pt x="84720" y="47282"/>
                </a:cubicBezTo>
                <a:cubicBezTo>
                  <a:pt x="85281" y="47282"/>
                  <a:pt x="85828" y="47173"/>
                  <a:pt x="86334" y="46959"/>
                </a:cubicBezTo>
                <a:cubicBezTo>
                  <a:pt x="86840" y="46746"/>
                  <a:pt x="87307" y="46434"/>
                  <a:pt x="87694" y="46040"/>
                </a:cubicBezTo>
                <a:cubicBezTo>
                  <a:pt x="88081" y="45647"/>
                  <a:pt x="88387" y="45181"/>
                  <a:pt x="88587" y="44669"/>
                </a:cubicBezTo>
                <a:cubicBezTo>
                  <a:pt x="88800" y="44157"/>
                  <a:pt x="88893" y="43609"/>
                  <a:pt x="88893" y="43057"/>
                </a:cubicBezTo>
                <a:lnTo>
                  <a:pt x="88893" y="33336"/>
                </a:lnTo>
                <a:lnTo>
                  <a:pt x="94440" y="33336"/>
                </a:lnTo>
                <a:cubicBezTo>
                  <a:pt x="97520" y="33336"/>
                  <a:pt x="100001" y="30849"/>
                  <a:pt x="100001" y="27780"/>
                </a:cubicBezTo>
                <a:lnTo>
                  <a:pt x="100001" y="5562"/>
                </a:lnTo>
                <a:cubicBezTo>
                  <a:pt x="100001" y="2493"/>
                  <a:pt x="97520" y="7"/>
                  <a:pt x="94440" y="7"/>
                </a:cubicBezTo>
                <a:lnTo>
                  <a:pt x="72227" y="7"/>
                </a:lnTo>
                <a:close/>
                <a:moveTo>
                  <a:pt x="15214" y="52718"/>
                </a:moveTo>
                <a:cubicBezTo>
                  <a:pt x="14107" y="52736"/>
                  <a:pt x="13053" y="53190"/>
                  <a:pt x="12294" y="53982"/>
                </a:cubicBezTo>
                <a:cubicBezTo>
                  <a:pt x="11520" y="54774"/>
                  <a:pt x="11093" y="55840"/>
                  <a:pt x="11107" y="56943"/>
                </a:cubicBezTo>
                <a:lnTo>
                  <a:pt x="11107" y="66665"/>
                </a:lnTo>
                <a:lnTo>
                  <a:pt x="5560" y="66665"/>
                </a:lnTo>
                <a:cubicBezTo>
                  <a:pt x="2480" y="66665"/>
                  <a:pt x="0" y="69151"/>
                  <a:pt x="0" y="72220"/>
                </a:cubicBezTo>
                <a:lnTo>
                  <a:pt x="0" y="94435"/>
                </a:lnTo>
                <a:cubicBezTo>
                  <a:pt x="0" y="97514"/>
                  <a:pt x="2480" y="99993"/>
                  <a:pt x="5560" y="99993"/>
                </a:cubicBezTo>
                <a:lnTo>
                  <a:pt x="27774" y="99993"/>
                </a:lnTo>
                <a:cubicBezTo>
                  <a:pt x="30853" y="99993"/>
                  <a:pt x="33334" y="97514"/>
                  <a:pt x="33334" y="94435"/>
                </a:cubicBezTo>
                <a:lnTo>
                  <a:pt x="33334" y="88888"/>
                </a:lnTo>
                <a:lnTo>
                  <a:pt x="43053" y="88888"/>
                </a:lnTo>
                <a:cubicBezTo>
                  <a:pt x="43614" y="88888"/>
                  <a:pt x="44161" y="88795"/>
                  <a:pt x="44667" y="88582"/>
                </a:cubicBezTo>
                <a:cubicBezTo>
                  <a:pt x="45187" y="88382"/>
                  <a:pt x="45654" y="88075"/>
                  <a:pt x="46040" y="87688"/>
                </a:cubicBezTo>
                <a:cubicBezTo>
                  <a:pt x="46440" y="87302"/>
                  <a:pt x="46747" y="86835"/>
                  <a:pt x="46961" y="86329"/>
                </a:cubicBezTo>
                <a:cubicBezTo>
                  <a:pt x="47173" y="85822"/>
                  <a:pt x="47280" y="85275"/>
                  <a:pt x="47280" y="84716"/>
                </a:cubicBezTo>
                <a:cubicBezTo>
                  <a:pt x="47280" y="84169"/>
                  <a:pt x="47173" y="83623"/>
                  <a:pt x="46961" y="83116"/>
                </a:cubicBezTo>
                <a:cubicBezTo>
                  <a:pt x="46747" y="82596"/>
                  <a:pt x="46440" y="82142"/>
                  <a:pt x="46040" y="81756"/>
                </a:cubicBezTo>
                <a:cubicBezTo>
                  <a:pt x="45654" y="81370"/>
                  <a:pt x="45187" y="81062"/>
                  <a:pt x="44667" y="80849"/>
                </a:cubicBezTo>
                <a:cubicBezTo>
                  <a:pt x="44161" y="80649"/>
                  <a:pt x="43614" y="80543"/>
                  <a:pt x="43053" y="80556"/>
                </a:cubicBezTo>
                <a:lnTo>
                  <a:pt x="33334" y="80556"/>
                </a:lnTo>
                <a:lnTo>
                  <a:pt x="33334" y="72220"/>
                </a:lnTo>
                <a:cubicBezTo>
                  <a:pt x="33334" y="69151"/>
                  <a:pt x="30853" y="66665"/>
                  <a:pt x="27774" y="66665"/>
                </a:cubicBezTo>
                <a:lnTo>
                  <a:pt x="19440" y="66665"/>
                </a:lnTo>
                <a:lnTo>
                  <a:pt x="19440" y="56943"/>
                </a:lnTo>
                <a:cubicBezTo>
                  <a:pt x="19453" y="56386"/>
                  <a:pt x="19346" y="55833"/>
                  <a:pt x="19133" y="55315"/>
                </a:cubicBezTo>
                <a:cubicBezTo>
                  <a:pt x="18933" y="54800"/>
                  <a:pt x="18614" y="54330"/>
                  <a:pt x="18226" y="53935"/>
                </a:cubicBezTo>
                <a:cubicBezTo>
                  <a:pt x="17827" y="53542"/>
                  <a:pt x="17360" y="53230"/>
                  <a:pt x="16840" y="53021"/>
                </a:cubicBezTo>
                <a:cubicBezTo>
                  <a:pt x="16321" y="52813"/>
                  <a:pt x="15774" y="52709"/>
                  <a:pt x="15214" y="52718"/>
                </a:cubicBezTo>
                <a:close/>
                <a:moveTo>
                  <a:pt x="84654" y="52718"/>
                </a:moveTo>
                <a:cubicBezTo>
                  <a:pt x="83547" y="52736"/>
                  <a:pt x="82507" y="53190"/>
                  <a:pt x="81734" y="53982"/>
                </a:cubicBezTo>
                <a:cubicBezTo>
                  <a:pt x="80961" y="54774"/>
                  <a:pt x="80534" y="55840"/>
                  <a:pt x="80560" y="56943"/>
                </a:cubicBezTo>
                <a:lnTo>
                  <a:pt x="80560" y="66665"/>
                </a:lnTo>
                <a:lnTo>
                  <a:pt x="72227" y="66665"/>
                </a:lnTo>
                <a:cubicBezTo>
                  <a:pt x="69147" y="66665"/>
                  <a:pt x="66667" y="69151"/>
                  <a:pt x="66667" y="72220"/>
                </a:cubicBezTo>
                <a:lnTo>
                  <a:pt x="66667" y="80556"/>
                </a:lnTo>
                <a:lnTo>
                  <a:pt x="56947" y="80556"/>
                </a:lnTo>
                <a:cubicBezTo>
                  <a:pt x="56387" y="80543"/>
                  <a:pt x="55840" y="80649"/>
                  <a:pt x="55334" y="80849"/>
                </a:cubicBezTo>
                <a:cubicBezTo>
                  <a:pt x="54813" y="81062"/>
                  <a:pt x="54346" y="81370"/>
                  <a:pt x="53961" y="81756"/>
                </a:cubicBezTo>
                <a:cubicBezTo>
                  <a:pt x="53560" y="82142"/>
                  <a:pt x="53253" y="82596"/>
                  <a:pt x="53040" y="83116"/>
                </a:cubicBezTo>
                <a:cubicBezTo>
                  <a:pt x="52827" y="83623"/>
                  <a:pt x="52720" y="84169"/>
                  <a:pt x="52720" y="84716"/>
                </a:cubicBezTo>
                <a:cubicBezTo>
                  <a:pt x="52720" y="85275"/>
                  <a:pt x="52827" y="85822"/>
                  <a:pt x="53040" y="86329"/>
                </a:cubicBezTo>
                <a:cubicBezTo>
                  <a:pt x="53253" y="86835"/>
                  <a:pt x="53560" y="87302"/>
                  <a:pt x="53961" y="87688"/>
                </a:cubicBezTo>
                <a:cubicBezTo>
                  <a:pt x="54346" y="88075"/>
                  <a:pt x="54813" y="88382"/>
                  <a:pt x="55334" y="88582"/>
                </a:cubicBezTo>
                <a:cubicBezTo>
                  <a:pt x="55840" y="88795"/>
                  <a:pt x="56387" y="88888"/>
                  <a:pt x="56947" y="88888"/>
                </a:cubicBezTo>
                <a:lnTo>
                  <a:pt x="66667" y="88888"/>
                </a:lnTo>
                <a:lnTo>
                  <a:pt x="66667" y="94435"/>
                </a:lnTo>
                <a:cubicBezTo>
                  <a:pt x="66667" y="97514"/>
                  <a:pt x="69147" y="99993"/>
                  <a:pt x="72227" y="99993"/>
                </a:cubicBezTo>
                <a:lnTo>
                  <a:pt x="94440" y="99993"/>
                </a:lnTo>
                <a:cubicBezTo>
                  <a:pt x="97520" y="99993"/>
                  <a:pt x="100001" y="97514"/>
                  <a:pt x="100001" y="94435"/>
                </a:cubicBezTo>
                <a:lnTo>
                  <a:pt x="100001" y="72220"/>
                </a:lnTo>
                <a:cubicBezTo>
                  <a:pt x="100001" y="69151"/>
                  <a:pt x="97520" y="66665"/>
                  <a:pt x="94440" y="66665"/>
                </a:cubicBezTo>
                <a:lnTo>
                  <a:pt x="88893" y="66665"/>
                </a:lnTo>
                <a:lnTo>
                  <a:pt x="88893" y="56943"/>
                </a:lnTo>
                <a:cubicBezTo>
                  <a:pt x="88893" y="56386"/>
                  <a:pt x="88787" y="55833"/>
                  <a:pt x="88587" y="55315"/>
                </a:cubicBezTo>
                <a:cubicBezTo>
                  <a:pt x="88374" y="54800"/>
                  <a:pt x="88067" y="54330"/>
                  <a:pt x="87667" y="53935"/>
                </a:cubicBezTo>
                <a:cubicBezTo>
                  <a:pt x="87267" y="53542"/>
                  <a:pt x="86800" y="53230"/>
                  <a:pt x="86281" y="53021"/>
                </a:cubicBezTo>
                <a:cubicBezTo>
                  <a:pt x="85774" y="52813"/>
                  <a:pt x="85214" y="52709"/>
                  <a:pt x="84654" y="5271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1" name="Чёрный — SVG 2">
            <a:extLst>
              <a:ext uri="{FF2B5EF4-FFF2-40B4-BE49-F238E27FC236}">
                <a16:creationId xmlns:a16="http://schemas.microsoft.com/office/drawing/2014/main" id="{C2978DA6-A3D7-9948-8097-2195FEDD5E79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54307 w 145328"/>
              <a:gd name="csY0" fmla="*/ 0 h 141753"/>
              <a:gd name="csX1" fmla="*/ 31152 w 145328"/>
              <a:gd name="csY1" fmla="*/ 18253 h 141753"/>
              <a:gd name="csX2" fmla="*/ 6142 w 145328"/>
              <a:gd name="csY2" fmla="*/ 47027 h 141753"/>
              <a:gd name="csX3" fmla="*/ 6448 w 145328"/>
              <a:gd name="csY3" fmla="*/ 51035 h 141753"/>
              <a:gd name="csX4" fmla="*/ 0 w 145328"/>
              <a:gd name="csY4" fmla="*/ 70880 h 141753"/>
              <a:gd name="csX5" fmla="*/ 4049 w 145328"/>
              <a:gd name="csY5" fmla="*/ 88420 h 141753"/>
              <a:gd name="csX6" fmla="*/ 21981 w 145328"/>
              <a:gd name="csY6" fmla="*/ 74527 h 141753"/>
              <a:gd name="csX7" fmla="*/ 28259 w 145328"/>
              <a:gd name="csY7" fmla="*/ 78673 h 141753"/>
              <a:gd name="csX8" fmla="*/ 24108 w 145328"/>
              <a:gd name="csY8" fmla="*/ 84952 h 141753"/>
              <a:gd name="csX9" fmla="*/ 11484 w 145328"/>
              <a:gd name="csY9" fmla="*/ 97746 h 141753"/>
              <a:gd name="csX10" fmla="*/ 11518 w 145328"/>
              <a:gd name="csY10" fmla="*/ 97780 h 141753"/>
              <a:gd name="csX11" fmla="*/ 10821 w 145328"/>
              <a:gd name="csY11" fmla="*/ 103666 h 141753"/>
              <a:gd name="csX12" fmla="*/ 27647 w 145328"/>
              <a:gd name="csY12" fmla="*/ 127975 h 141753"/>
              <a:gd name="csX13" fmla="*/ 27545 w 145328"/>
              <a:gd name="csY13" fmla="*/ 125814 h 141753"/>
              <a:gd name="csX14" fmla="*/ 31118 w 145328"/>
              <a:gd name="csY14" fmla="*/ 112631 h 141753"/>
              <a:gd name="csX15" fmla="*/ 38416 w 145328"/>
              <a:gd name="csY15" fmla="*/ 110742 h 141753"/>
              <a:gd name="csX16" fmla="*/ 40305 w 145328"/>
              <a:gd name="csY16" fmla="*/ 118023 h 141753"/>
              <a:gd name="csX17" fmla="*/ 38178 w 145328"/>
              <a:gd name="csY17" fmla="*/ 125814 h 141753"/>
              <a:gd name="csX18" fmla="*/ 38926 w 145328"/>
              <a:gd name="csY18" fmla="*/ 130458 h 141753"/>
              <a:gd name="csX19" fmla="*/ 38926 w 145328"/>
              <a:gd name="csY19" fmla="*/ 130526 h 141753"/>
              <a:gd name="csX20" fmla="*/ 57352 w 145328"/>
              <a:gd name="csY20" fmla="*/ 141753 h 141753"/>
              <a:gd name="csX21" fmla="*/ 77973 w 145328"/>
              <a:gd name="csY21" fmla="*/ 121561 h 141753"/>
              <a:gd name="csX22" fmla="*/ 77973 w 145328"/>
              <a:gd name="csY22" fmla="*/ 65314 h 141753"/>
              <a:gd name="csX23" fmla="*/ 58475 w 145328"/>
              <a:gd name="csY23" fmla="*/ 74424 h 141753"/>
              <a:gd name="csX24" fmla="*/ 53167 w 145328"/>
              <a:gd name="csY24" fmla="*/ 69108 h 141753"/>
              <a:gd name="csX25" fmla="*/ 58475 w 145328"/>
              <a:gd name="csY25" fmla="*/ 63792 h 141753"/>
              <a:gd name="csX26" fmla="*/ 77973 w 145328"/>
              <a:gd name="csY26" fmla="*/ 40755 h 141753"/>
              <a:gd name="csX27" fmla="*/ 77973 w 145328"/>
              <a:gd name="csY27" fmla="*/ 23215 h 141753"/>
              <a:gd name="csX28" fmla="*/ 54307 w 145328"/>
              <a:gd name="csY28" fmla="*/ 0 h 141753"/>
              <a:gd name="csX29" fmla="*/ 116967 w 145328"/>
              <a:gd name="csY29" fmla="*/ 7089 h 141753"/>
              <a:gd name="csX30" fmla="*/ 109702 w 145328"/>
              <a:gd name="csY30" fmla="*/ 9106 h 141753"/>
              <a:gd name="csX31" fmla="*/ 104496 w 145328"/>
              <a:gd name="csY31" fmla="*/ 14567 h 141753"/>
              <a:gd name="csX32" fmla="*/ 102829 w 145328"/>
              <a:gd name="csY32" fmla="*/ 21922 h 141753"/>
              <a:gd name="csX33" fmla="*/ 105177 w 145328"/>
              <a:gd name="csY33" fmla="*/ 29092 h 141753"/>
              <a:gd name="csX34" fmla="*/ 94322 w 145328"/>
              <a:gd name="csY34" fmla="*/ 39939 h 141753"/>
              <a:gd name="csX35" fmla="*/ 88606 w 145328"/>
              <a:gd name="csY35" fmla="*/ 42494 h 141753"/>
              <a:gd name="csX36" fmla="*/ 88606 w 145328"/>
              <a:gd name="csY36" fmla="*/ 53126 h 141753"/>
              <a:gd name="csX37" fmla="*/ 101842 w 145328"/>
              <a:gd name="csY37" fmla="*/ 47456 h 141753"/>
              <a:gd name="csX38" fmla="*/ 114143 w 145328"/>
              <a:gd name="csY38" fmla="*/ 35142 h 141753"/>
              <a:gd name="csX39" fmla="*/ 116967 w 145328"/>
              <a:gd name="csY39" fmla="*/ 35439 h 141753"/>
              <a:gd name="csX40" fmla="*/ 126988 w 145328"/>
              <a:gd name="csY40" fmla="*/ 31289 h 141753"/>
              <a:gd name="csX41" fmla="*/ 131139 w 145328"/>
              <a:gd name="csY41" fmla="*/ 21264 h 141753"/>
              <a:gd name="csX42" fmla="*/ 126988 w 145328"/>
              <a:gd name="csY42" fmla="*/ 11239 h 141753"/>
              <a:gd name="csX43" fmla="*/ 116967 w 145328"/>
              <a:gd name="csY43" fmla="*/ 7089 h 141753"/>
              <a:gd name="csX44" fmla="*/ 47876 w 145328"/>
              <a:gd name="csY44" fmla="*/ 28359 h 141753"/>
              <a:gd name="csX45" fmla="*/ 53065 w 145328"/>
              <a:gd name="csY45" fmla="*/ 32643 h 141753"/>
              <a:gd name="csX46" fmla="*/ 48879 w 145328"/>
              <a:gd name="csY46" fmla="*/ 38881 h 141753"/>
              <a:gd name="csX47" fmla="*/ 38893 w 145328"/>
              <a:gd name="csY47" fmla="*/ 53907 h 141753"/>
              <a:gd name="csX48" fmla="*/ 34690 w 145328"/>
              <a:gd name="csY48" fmla="*/ 60144 h 141753"/>
              <a:gd name="csX49" fmla="*/ 33670 w 145328"/>
              <a:gd name="csY49" fmla="*/ 60248 h 141753"/>
              <a:gd name="csX50" fmla="*/ 28463 w 145328"/>
              <a:gd name="csY50" fmla="*/ 55956 h 141753"/>
              <a:gd name="csX51" fmla="*/ 46821 w 145328"/>
              <a:gd name="csY51" fmla="*/ 28456 h 141753"/>
              <a:gd name="csX52" fmla="*/ 47876 w 145328"/>
              <a:gd name="csY52" fmla="*/ 28359 h 141753"/>
              <a:gd name="csX53" fmla="*/ 131139 w 145328"/>
              <a:gd name="csY53" fmla="*/ 56703 h 141753"/>
              <a:gd name="csX54" fmla="*/ 123228 w 145328"/>
              <a:gd name="csY54" fmla="*/ 59129 h 141753"/>
              <a:gd name="csX55" fmla="*/ 118005 w 145328"/>
              <a:gd name="csY55" fmla="*/ 65564 h 141753"/>
              <a:gd name="csX56" fmla="*/ 88606 w 145328"/>
              <a:gd name="csY56" fmla="*/ 65564 h 141753"/>
              <a:gd name="csX57" fmla="*/ 88606 w 145328"/>
              <a:gd name="csY57" fmla="*/ 76196 h 141753"/>
              <a:gd name="csX58" fmla="*/ 118022 w 145328"/>
              <a:gd name="csY58" fmla="*/ 76196 h 141753"/>
              <a:gd name="csX59" fmla="*/ 123228 w 145328"/>
              <a:gd name="csY59" fmla="*/ 82628 h 141753"/>
              <a:gd name="csX60" fmla="*/ 131139 w 145328"/>
              <a:gd name="csY60" fmla="*/ 85056 h 141753"/>
              <a:gd name="csX61" fmla="*/ 141177 w 145328"/>
              <a:gd name="csY61" fmla="*/ 80903 h 141753"/>
              <a:gd name="csX62" fmla="*/ 145328 w 145328"/>
              <a:gd name="csY62" fmla="*/ 70880 h 141753"/>
              <a:gd name="csX63" fmla="*/ 141177 w 145328"/>
              <a:gd name="csY63" fmla="*/ 60856 h 141753"/>
              <a:gd name="csX64" fmla="*/ 131139 w 145328"/>
              <a:gd name="csY64" fmla="*/ 56703 h 141753"/>
              <a:gd name="csX65" fmla="*/ 44524 w 145328"/>
              <a:gd name="csY65" fmla="*/ 88585 h 141753"/>
              <a:gd name="csX66" fmla="*/ 45579 w 145328"/>
              <a:gd name="csY66" fmla="*/ 88738 h 141753"/>
              <a:gd name="csX67" fmla="*/ 60160 w 145328"/>
              <a:gd name="csY67" fmla="*/ 116203 h 141753"/>
              <a:gd name="csX68" fmla="*/ 54936 w 145328"/>
              <a:gd name="csY68" fmla="*/ 120490 h 141753"/>
              <a:gd name="csX69" fmla="*/ 53915 w 145328"/>
              <a:gd name="csY69" fmla="*/ 120388 h 141753"/>
              <a:gd name="csX70" fmla="*/ 49730 w 145328"/>
              <a:gd name="csY70" fmla="*/ 114162 h 141753"/>
              <a:gd name="csX71" fmla="*/ 42959 w 145328"/>
              <a:gd name="csY71" fmla="*/ 99056 h 141753"/>
              <a:gd name="csX72" fmla="*/ 39199 w 145328"/>
              <a:gd name="csY72" fmla="*/ 92566 h 141753"/>
              <a:gd name="csX73" fmla="*/ 44524 w 145328"/>
              <a:gd name="csY73" fmla="*/ 88585 h 141753"/>
              <a:gd name="csX74" fmla="*/ 88606 w 145328"/>
              <a:gd name="csY74" fmla="*/ 88635 h 141753"/>
              <a:gd name="csX75" fmla="*/ 88606 w 145328"/>
              <a:gd name="csY75" fmla="*/ 99260 h 141753"/>
              <a:gd name="csX76" fmla="*/ 94322 w 145328"/>
              <a:gd name="csY76" fmla="*/ 101828 h 141753"/>
              <a:gd name="csX77" fmla="*/ 105160 w 145328"/>
              <a:gd name="csY77" fmla="*/ 112665 h 141753"/>
              <a:gd name="csX78" fmla="*/ 102812 w 145328"/>
              <a:gd name="csY78" fmla="*/ 119826 h 141753"/>
              <a:gd name="csX79" fmla="*/ 104479 w 145328"/>
              <a:gd name="csY79" fmla="*/ 127192 h 141753"/>
              <a:gd name="csX80" fmla="*/ 109685 w 145328"/>
              <a:gd name="csY80" fmla="*/ 132653 h 141753"/>
              <a:gd name="csX81" fmla="*/ 116967 w 145328"/>
              <a:gd name="csY81" fmla="*/ 134677 h 141753"/>
              <a:gd name="csX82" fmla="*/ 126988 w 145328"/>
              <a:gd name="csY82" fmla="*/ 130526 h 141753"/>
              <a:gd name="csX83" fmla="*/ 131139 w 145328"/>
              <a:gd name="csY83" fmla="*/ 120490 h 141753"/>
              <a:gd name="csX84" fmla="*/ 126988 w 145328"/>
              <a:gd name="csY84" fmla="*/ 110470 h 141753"/>
              <a:gd name="csX85" fmla="*/ 116967 w 145328"/>
              <a:gd name="csY85" fmla="*/ 106319 h 141753"/>
              <a:gd name="csX86" fmla="*/ 114143 w 145328"/>
              <a:gd name="csY86" fmla="*/ 106609 h 141753"/>
              <a:gd name="csX87" fmla="*/ 101842 w 145328"/>
              <a:gd name="csY87" fmla="*/ 94303 h 141753"/>
              <a:gd name="csX88" fmla="*/ 88606 w 145328"/>
              <a:gd name="csY88" fmla="*/ 88635 h 141753"/>
            </a:gdLst>
            <a:ahLst/>
            <a:cxnLst/>
            <a:rect l="l" t="t" r="r" b="b"/>
            <a:pathLst>
              <a:path w="100000" h="100000">
                <a:moveTo>
                  <a:pt x="37369" y="1230"/>
                </a:moveTo>
                <a:cubicBezTo>
                  <a:pt x="29560" y="1230"/>
                  <a:pt x="23016" y="6621"/>
                  <a:pt x="21436" y="13790"/>
                </a:cubicBezTo>
                <a:cubicBezTo>
                  <a:pt x="11683" y="15326"/>
                  <a:pt x="4226" y="23640"/>
                  <a:pt x="4226" y="33589"/>
                </a:cubicBezTo>
                <a:cubicBezTo>
                  <a:pt x="4226" y="34492"/>
                  <a:pt x="4296" y="35420"/>
                  <a:pt x="4437" y="36347"/>
                </a:cubicBezTo>
                <a:cubicBezTo>
                  <a:pt x="1510" y="40419"/>
                  <a:pt x="0" y="45100"/>
                  <a:pt x="0" y="50002"/>
                </a:cubicBezTo>
                <a:cubicBezTo>
                  <a:pt x="0" y="54514"/>
                  <a:pt x="948" y="58608"/>
                  <a:pt x="2786" y="62072"/>
                </a:cubicBezTo>
                <a:cubicBezTo>
                  <a:pt x="5537" y="57267"/>
                  <a:pt x="10092" y="53536"/>
                  <a:pt x="15125" y="52512"/>
                </a:cubicBezTo>
                <a:cubicBezTo>
                  <a:pt x="17092" y="52122"/>
                  <a:pt x="19047" y="53390"/>
                  <a:pt x="19445" y="55365"/>
                </a:cubicBezTo>
                <a:cubicBezTo>
                  <a:pt x="19832" y="57340"/>
                  <a:pt x="18567" y="59295"/>
                  <a:pt x="16589" y="59685"/>
                </a:cubicBezTo>
                <a:cubicBezTo>
                  <a:pt x="12854" y="60442"/>
                  <a:pt x="9271" y="64292"/>
                  <a:pt x="7902" y="68489"/>
                </a:cubicBezTo>
                <a:lnTo>
                  <a:pt x="7926" y="68512"/>
                </a:lnTo>
                <a:cubicBezTo>
                  <a:pt x="7610" y="69846"/>
                  <a:pt x="7446" y="71192"/>
                  <a:pt x="7446" y="72562"/>
                </a:cubicBezTo>
                <a:cubicBezTo>
                  <a:pt x="7446" y="80124"/>
                  <a:pt x="12245" y="86632"/>
                  <a:pt x="19024" y="89289"/>
                </a:cubicBezTo>
                <a:cubicBezTo>
                  <a:pt x="18977" y="88797"/>
                  <a:pt x="18954" y="88283"/>
                  <a:pt x="18954" y="87802"/>
                </a:cubicBezTo>
                <a:cubicBezTo>
                  <a:pt x="18954" y="84607"/>
                  <a:pt x="19808" y="81482"/>
                  <a:pt x="21412" y="78731"/>
                </a:cubicBezTo>
                <a:cubicBezTo>
                  <a:pt x="22466" y="76975"/>
                  <a:pt x="24701" y="76413"/>
                  <a:pt x="26434" y="77431"/>
                </a:cubicBezTo>
                <a:cubicBezTo>
                  <a:pt x="28167" y="78461"/>
                  <a:pt x="28752" y="80709"/>
                  <a:pt x="27734" y="82441"/>
                </a:cubicBezTo>
                <a:cubicBezTo>
                  <a:pt x="26751" y="84069"/>
                  <a:pt x="26270" y="85918"/>
                  <a:pt x="26270" y="87802"/>
                </a:cubicBezTo>
                <a:cubicBezTo>
                  <a:pt x="26270" y="88926"/>
                  <a:pt x="26434" y="89991"/>
                  <a:pt x="26785" y="90998"/>
                </a:cubicBezTo>
                <a:lnTo>
                  <a:pt x="26785" y="91045"/>
                </a:lnTo>
                <a:cubicBezTo>
                  <a:pt x="29127" y="95680"/>
                  <a:pt x="33973" y="98770"/>
                  <a:pt x="39464" y="98770"/>
                </a:cubicBezTo>
                <a:cubicBezTo>
                  <a:pt x="47296" y="98770"/>
                  <a:pt x="53653" y="92532"/>
                  <a:pt x="53653" y="84876"/>
                </a:cubicBezTo>
                <a:lnTo>
                  <a:pt x="53653" y="46172"/>
                </a:lnTo>
                <a:cubicBezTo>
                  <a:pt x="50047" y="49904"/>
                  <a:pt x="45388" y="52441"/>
                  <a:pt x="40237" y="52441"/>
                </a:cubicBezTo>
                <a:cubicBezTo>
                  <a:pt x="38223" y="52441"/>
                  <a:pt x="36584" y="50807"/>
                  <a:pt x="36584" y="48783"/>
                </a:cubicBezTo>
                <a:cubicBezTo>
                  <a:pt x="36584" y="46759"/>
                  <a:pt x="38223" y="45125"/>
                  <a:pt x="40237" y="45125"/>
                </a:cubicBezTo>
                <a:cubicBezTo>
                  <a:pt x="47343" y="45125"/>
                  <a:pt x="53653" y="36272"/>
                  <a:pt x="53653" y="29273"/>
                </a:cubicBezTo>
                <a:lnTo>
                  <a:pt x="53653" y="17204"/>
                </a:lnTo>
                <a:cubicBezTo>
                  <a:pt x="53653" y="8402"/>
                  <a:pt x="46336" y="1230"/>
                  <a:pt x="37369" y="1230"/>
                </a:cubicBezTo>
                <a:close/>
                <a:moveTo>
                  <a:pt x="80485" y="6108"/>
                </a:moveTo>
                <a:cubicBezTo>
                  <a:pt x="78717" y="6110"/>
                  <a:pt x="76996" y="6590"/>
                  <a:pt x="75486" y="7496"/>
                </a:cubicBezTo>
                <a:cubicBezTo>
                  <a:pt x="73976" y="8402"/>
                  <a:pt x="72735" y="9701"/>
                  <a:pt x="71904" y="11254"/>
                </a:cubicBezTo>
                <a:cubicBezTo>
                  <a:pt x="71072" y="12807"/>
                  <a:pt x="70675" y="14555"/>
                  <a:pt x="70756" y="16314"/>
                </a:cubicBezTo>
                <a:cubicBezTo>
                  <a:pt x="70838" y="18075"/>
                  <a:pt x="71401" y="19779"/>
                  <a:pt x="72372" y="21248"/>
                </a:cubicBezTo>
                <a:lnTo>
                  <a:pt x="64903" y="28712"/>
                </a:lnTo>
                <a:cubicBezTo>
                  <a:pt x="63849" y="29761"/>
                  <a:pt x="62457" y="30396"/>
                  <a:pt x="60970" y="30470"/>
                </a:cubicBezTo>
                <a:lnTo>
                  <a:pt x="60970" y="37786"/>
                </a:lnTo>
                <a:cubicBezTo>
                  <a:pt x="64412" y="37712"/>
                  <a:pt x="67630" y="36322"/>
                  <a:pt x="70077" y="33884"/>
                </a:cubicBezTo>
                <a:lnTo>
                  <a:pt x="78542" y="25411"/>
                </a:lnTo>
                <a:cubicBezTo>
                  <a:pt x="79186" y="25544"/>
                  <a:pt x="79829" y="25613"/>
                  <a:pt x="80485" y="25616"/>
                </a:cubicBezTo>
                <a:cubicBezTo>
                  <a:pt x="83072" y="25616"/>
                  <a:pt x="85554" y="24588"/>
                  <a:pt x="87380" y="22760"/>
                </a:cubicBezTo>
                <a:cubicBezTo>
                  <a:pt x="89218" y="20930"/>
                  <a:pt x="90237" y="18448"/>
                  <a:pt x="90237" y="15862"/>
                </a:cubicBezTo>
                <a:cubicBezTo>
                  <a:pt x="90237" y="13274"/>
                  <a:pt x="89218" y="10793"/>
                  <a:pt x="87380" y="8964"/>
                </a:cubicBezTo>
                <a:cubicBezTo>
                  <a:pt x="85554" y="7135"/>
                  <a:pt x="83072" y="6108"/>
                  <a:pt x="80485" y="6108"/>
                </a:cubicBezTo>
                <a:close/>
                <a:moveTo>
                  <a:pt x="32943" y="20744"/>
                </a:moveTo>
                <a:cubicBezTo>
                  <a:pt x="34629" y="20752"/>
                  <a:pt x="36174" y="21942"/>
                  <a:pt x="36514" y="23692"/>
                </a:cubicBezTo>
                <a:cubicBezTo>
                  <a:pt x="36900" y="25667"/>
                  <a:pt x="35636" y="27592"/>
                  <a:pt x="33634" y="27984"/>
                </a:cubicBezTo>
                <a:cubicBezTo>
                  <a:pt x="25264" y="29666"/>
                  <a:pt x="26586" y="37422"/>
                  <a:pt x="26762" y="38323"/>
                </a:cubicBezTo>
                <a:cubicBezTo>
                  <a:pt x="27148" y="40299"/>
                  <a:pt x="25873" y="42224"/>
                  <a:pt x="23870" y="42615"/>
                </a:cubicBezTo>
                <a:cubicBezTo>
                  <a:pt x="23660" y="42663"/>
                  <a:pt x="23414" y="42687"/>
                  <a:pt x="23168" y="42687"/>
                </a:cubicBezTo>
                <a:cubicBezTo>
                  <a:pt x="21459" y="42687"/>
                  <a:pt x="19925" y="41489"/>
                  <a:pt x="19585" y="39733"/>
                </a:cubicBezTo>
                <a:cubicBezTo>
                  <a:pt x="18310" y="33392"/>
                  <a:pt x="20639" y="23127"/>
                  <a:pt x="32217" y="20811"/>
                </a:cubicBezTo>
                <a:cubicBezTo>
                  <a:pt x="32463" y="20762"/>
                  <a:pt x="32709" y="20742"/>
                  <a:pt x="32943" y="20744"/>
                </a:cubicBezTo>
                <a:close/>
                <a:moveTo>
                  <a:pt x="90237" y="40247"/>
                </a:moveTo>
                <a:cubicBezTo>
                  <a:pt x="88293" y="40250"/>
                  <a:pt x="86397" y="40830"/>
                  <a:pt x="84793" y="41917"/>
                </a:cubicBezTo>
                <a:cubicBezTo>
                  <a:pt x="83177" y="43003"/>
                  <a:pt x="81937" y="44544"/>
                  <a:pt x="81199" y="46344"/>
                </a:cubicBezTo>
                <a:lnTo>
                  <a:pt x="60970" y="46344"/>
                </a:lnTo>
                <a:lnTo>
                  <a:pt x="60970" y="53660"/>
                </a:lnTo>
                <a:lnTo>
                  <a:pt x="81211" y="53660"/>
                </a:lnTo>
                <a:cubicBezTo>
                  <a:pt x="81937" y="55460"/>
                  <a:pt x="83189" y="57001"/>
                  <a:pt x="84793" y="58086"/>
                </a:cubicBezTo>
                <a:cubicBezTo>
                  <a:pt x="86409" y="59173"/>
                  <a:pt x="88305" y="59754"/>
                  <a:pt x="90237" y="59757"/>
                </a:cubicBezTo>
                <a:cubicBezTo>
                  <a:pt x="92824" y="59757"/>
                  <a:pt x="95306" y="58729"/>
                  <a:pt x="97144" y="56899"/>
                </a:cubicBezTo>
                <a:cubicBezTo>
                  <a:pt x="98970" y="55070"/>
                  <a:pt x="100000" y="52590"/>
                  <a:pt x="100000" y="50002"/>
                </a:cubicBezTo>
                <a:cubicBezTo>
                  <a:pt x="100000" y="47416"/>
                  <a:pt x="98970" y="44934"/>
                  <a:pt x="97144" y="43105"/>
                </a:cubicBezTo>
                <a:cubicBezTo>
                  <a:pt x="95306" y="41275"/>
                  <a:pt x="92824" y="40247"/>
                  <a:pt x="90237" y="40247"/>
                </a:cubicBezTo>
                <a:close/>
                <a:moveTo>
                  <a:pt x="30637" y="62185"/>
                </a:moveTo>
                <a:cubicBezTo>
                  <a:pt x="30883" y="62196"/>
                  <a:pt x="31117" y="62230"/>
                  <a:pt x="31363" y="62290"/>
                </a:cubicBezTo>
                <a:cubicBezTo>
                  <a:pt x="35928" y="63437"/>
                  <a:pt x="43854" y="68851"/>
                  <a:pt x="41396" y="81189"/>
                </a:cubicBezTo>
                <a:cubicBezTo>
                  <a:pt x="41044" y="82945"/>
                  <a:pt x="39511" y="84139"/>
                  <a:pt x="37801" y="84139"/>
                </a:cubicBezTo>
                <a:cubicBezTo>
                  <a:pt x="37556" y="84139"/>
                  <a:pt x="37322" y="84116"/>
                  <a:pt x="37099" y="84069"/>
                </a:cubicBezTo>
                <a:cubicBezTo>
                  <a:pt x="35097" y="83682"/>
                  <a:pt x="33821" y="81751"/>
                  <a:pt x="34219" y="79785"/>
                </a:cubicBezTo>
                <a:cubicBezTo>
                  <a:pt x="35846" y="71591"/>
                  <a:pt x="30602" y="69683"/>
                  <a:pt x="29560" y="69390"/>
                </a:cubicBezTo>
                <a:cubicBezTo>
                  <a:pt x="27629" y="68851"/>
                  <a:pt x="26470" y="66851"/>
                  <a:pt x="26973" y="64925"/>
                </a:cubicBezTo>
                <a:cubicBezTo>
                  <a:pt x="27429" y="63239"/>
                  <a:pt x="28951" y="62114"/>
                  <a:pt x="30637" y="62185"/>
                </a:cubicBezTo>
                <a:close/>
                <a:moveTo>
                  <a:pt x="60970" y="62220"/>
                </a:moveTo>
                <a:lnTo>
                  <a:pt x="60970" y="69531"/>
                </a:lnTo>
                <a:cubicBezTo>
                  <a:pt x="62457" y="69613"/>
                  <a:pt x="63849" y="70245"/>
                  <a:pt x="64903" y="71298"/>
                </a:cubicBezTo>
                <a:lnTo>
                  <a:pt x="72360" y="78755"/>
                </a:lnTo>
                <a:cubicBezTo>
                  <a:pt x="71389" y="80218"/>
                  <a:pt x="70827" y="81927"/>
                  <a:pt x="70745" y="83682"/>
                </a:cubicBezTo>
                <a:cubicBezTo>
                  <a:pt x="70663" y="85450"/>
                  <a:pt x="71061" y="87194"/>
                  <a:pt x="71892" y="88751"/>
                </a:cubicBezTo>
                <a:cubicBezTo>
                  <a:pt x="72723" y="90307"/>
                  <a:pt x="73964" y="91607"/>
                  <a:pt x="75474" y="92508"/>
                </a:cubicBezTo>
                <a:cubicBezTo>
                  <a:pt x="76996" y="93421"/>
                  <a:pt x="78717" y="93901"/>
                  <a:pt x="80485" y="93901"/>
                </a:cubicBezTo>
                <a:cubicBezTo>
                  <a:pt x="83072" y="93901"/>
                  <a:pt x="85554" y="92871"/>
                  <a:pt x="87380" y="91045"/>
                </a:cubicBezTo>
                <a:cubicBezTo>
                  <a:pt x="89218" y="89207"/>
                  <a:pt x="90237" y="86726"/>
                  <a:pt x="90237" y="84139"/>
                </a:cubicBezTo>
                <a:cubicBezTo>
                  <a:pt x="90237" y="81552"/>
                  <a:pt x="89218" y="79070"/>
                  <a:pt x="87380" y="77244"/>
                </a:cubicBezTo>
                <a:cubicBezTo>
                  <a:pt x="85554" y="75418"/>
                  <a:pt x="83072" y="74388"/>
                  <a:pt x="80485" y="74388"/>
                </a:cubicBezTo>
                <a:cubicBezTo>
                  <a:pt x="79829" y="74388"/>
                  <a:pt x="79173" y="74458"/>
                  <a:pt x="78542" y="74587"/>
                </a:cubicBezTo>
                <a:lnTo>
                  <a:pt x="70077" y="66120"/>
                </a:lnTo>
                <a:cubicBezTo>
                  <a:pt x="67630" y="63681"/>
                  <a:pt x="64412" y="62292"/>
                  <a:pt x="60970" y="6222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2" name="Чёрный — SVG 3">
            <a:extLst>
              <a:ext uri="{FF2B5EF4-FFF2-40B4-BE49-F238E27FC236}">
                <a16:creationId xmlns:a16="http://schemas.microsoft.com/office/drawing/2014/main" id="{3507F46D-73E4-7D45-AD80-689CF9E3AE77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21267 w 134695"/>
              <a:gd name="csY0" fmla="*/ 0 h 127685"/>
              <a:gd name="csX1" fmla="*/ 0 w 134695"/>
              <a:gd name="csY1" fmla="*/ 21264 h 127685"/>
              <a:gd name="csX2" fmla="*/ 0 w 134695"/>
              <a:gd name="csY2" fmla="*/ 24807 h 127685"/>
              <a:gd name="csX3" fmla="*/ 0 w 134695"/>
              <a:gd name="csY3" fmla="*/ 33668 h 127685"/>
              <a:gd name="csX4" fmla="*/ 0 w 134695"/>
              <a:gd name="csY4" fmla="*/ 106421 h 127685"/>
              <a:gd name="csX5" fmla="*/ 21267 w 134695"/>
              <a:gd name="csY5" fmla="*/ 127685 h 127685"/>
              <a:gd name="csX6" fmla="*/ 113428 w 134695"/>
              <a:gd name="csY6" fmla="*/ 127685 h 127685"/>
              <a:gd name="csX7" fmla="*/ 134695 w 134695"/>
              <a:gd name="csY7" fmla="*/ 106421 h 127685"/>
              <a:gd name="csX8" fmla="*/ 134695 w 134695"/>
              <a:gd name="csY8" fmla="*/ 33668 h 127685"/>
              <a:gd name="csX9" fmla="*/ 134695 w 134695"/>
              <a:gd name="csY9" fmla="*/ 24807 h 127685"/>
              <a:gd name="csX10" fmla="*/ 134695 w 134695"/>
              <a:gd name="csY10" fmla="*/ 21264 h 127685"/>
              <a:gd name="csX11" fmla="*/ 113428 w 134695"/>
              <a:gd name="csY11" fmla="*/ 0 h 127685"/>
              <a:gd name="csX12" fmla="*/ 21267 w 134695"/>
              <a:gd name="csY12" fmla="*/ 0 h 127685"/>
              <a:gd name="csX13" fmla="*/ 19497 w 134695"/>
              <a:gd name="csY13" fmla="*/ 14175 h 127685"/>
              <a:gd name="csX14" fmla="*/ 24806 w 134695"/>
              <a:gd name="csY14" fmla="*/ 19491 h 127685"/>
              <a:gd name="csX15" fmla="*/ 19497 w 134695"/>
              <a:gd name="csY15" fmla="*/ 24807 h 127685"/>
              <a:gd name="csX16" fmla="*/ 14172 w 134695"/>
              <a:gd name="csY16" fmla="*/ 19491 h 127685"/>
              <a:gd name="csX17" fmla="*/ 19497 w 134695"/>
              <a:gd name="csY17" fmla="*/ 14175 h 127685"/>
              <a:gd name="csX18" fmla="*/ 37209 w 134695"/>
              <a:gd name="csY18" fmla="*/ 14175 h 127685"/>
              <a:gd name="csX19" fmla="*/ 42534 w 134695"/>
              <a:gd name="csY19" fmla="*/ 19491 h 127685"/>
              <a:gd name="csX20" fmla="*/ 37209 w 134695"/>
              <a:gd name="csY20" fmla="*/ 24807 h 127685"/>
              <a:gd name="csX21" fmla="*/ 31900 w 134695"/>
              <a:gd name="csY21" fmla="*/ 19491 h 127685"/>
              <a:gd name="csX22" fmla="*/ 37209 w 134695"/>
              <a:gd name="csY22" fmla="*/ 14175 h 127685"/>
              <a:gd name="csX23" fmla="*/ 58475 w 134695"/>
              <a:gd name="csY23" fmla="*/ 14175 h 127685"/>
              <a:gd name="csX24" fmla="*/ 115198 w 134695"/>
              <a:gd name="csY24" fmla="*/ 14175 h 127685"/>
              <a:gd name="csX25" fmla="*/ 120506 w 134695"/>
              <a:gd name="csY25" fmla="*/ 19491 h 127685"/>
              <a:gd name="csX26" fmla="*/ 115198 w 134695"/>
              <a:gd name="csY26" fmla="*/ 24807 h 127685"/>
              <a:gd name="csX27" fmla="*/ 58475 w 134695"/>
              <a:gd name="csY27" fmla="*/ 24807 h 127685"/>
              <a:gd name="csX28" fmla="*/ 53167 w 134695"/>
              <a:gd name="csY28" fmla="*/ 19491 h 127685"/>
              <a:gd name="csX29" fmla="*/ 58475 w 134695"/>
              <a:gd name="csY29" fmla="*/ 14175 h 127685"/>
              <a:gd name="csX30" fmla="*/ 14172 w 134695"/>
              <a:gd name="csY30" fmla="*/ 38984 h 127685"/>
              <a:gd name="csX31" fmla="*/ 120506 w 134695"/>
              <a:gd name="csY31" fmla="*/ 38984 h 127685"/>
              <a:gd name="csX32" fmla="*/ 120506 w 134695"/>
              <a:gd name="csY32" fmla="*/ 106421 h 127685"/>
              <a:gd name="csX33" fmla="*/ 113428 w 134695"/>
              <a:gd name="csY33" fmla="*/ 113515 h 127685"/>
              <a:gd name="csX34" fmla="*/ 21267 w 134695"/>
              <a:gd name="csY34" fmla="*/ 113515 h 127685"/>
              <a:gd name="csX35" fmla="*/ 14172 w 134695"/>
              <a:gd name="csY35" fmla="*/ 106421 h 127685"/>
              <a:gd name="csX36" fmla="*/ 14172 w 134695"/>
              <a:gd name="csY36" fmla="*/ 38984 h 127685"/>
            </a:gdLst>
            <a:ahLst/>
            <a:cxnLst/>
            <a:rect l="l" t="t" r="r" b="b"/>
            <a:pathLst>
              <a:path w="100000" h="100000">
                <a:moveTo>
                  <a:pt x="15789" y="2602"/>
                </a:moveTo>
                <a:cubicBezTo>
                  <a:pt x="7074" y="2602"/>
                  <a:pt x="0" y="9669"/>
                  <a:pt x="0" y="18389"/>
                </a:cubicBezTo>
                <a:lnTo>
                  <a:pt x="0" y="21019"/>
                </a:lnTo>
                <a:lnTo>
                  <a:pt x="0" y="27598"/>
                </a:lnTo>
                <a:lnTo>
                  <a:pt x="0" y="81611"/>
                </a:lnTo>
                <a:cubicBezTo>
                  <a:pt x="0" y="90275"/>
                  <a:pt x="7136" y="97398"/>
                  <a:pt x="15789" y="97398"/>
                </a:cubicBezTo>
                <a:lnTo>
                  <a:pt x="84211" y="97398"/>
                </a:lnTo>
                <a:cubicBezTo>
                  <a:pt x="92864" y="97398"/>
                  <a:pt x="100000" y="90275"/>
                  <a:pt x="100000" y="81611"/>
                </a:cubicBezTo>
                <a:lnTo>
                  <a:pt x="100000" y="27598"/>
                </a:lnTo>
                <a:lnTo>
                  <a:pt x="100000" y="21019"/>
                </a:lnTo>
                <a:lnTo>
                  <a:pt x="100000" y="18389"/>
                </a:lnTo>
                <a:cubicBezTo>
                  <a:pt x="100000" y="9669"/>
                  <a:pt x="92926" y="2602"/>
                  <a:pt x="84211" y="2602"/>
                </a:cubicBezTo>
                <a:lnTo>
                  <a:pt x="15789" y="2602"/>
                </a:lnTo>
                <a:close/>
                <a:moveTo>
                  <a:pt x="14475" y="13126"/>
                </a:moveTo>
                <a:cubicBezTo>
                  <a:pt x="16648" y="13126"/>
                  <a:pt x="18416" y="14894"/>
                  <a:pt x="18416" y="17073"/>
                </a:cubicBezTo>
                <a:cubicBezTo>
                  <a:pt x="18416" y="19252"/>
                  <a:pt x="16648" y="21019"/>
                  <a:pt x="14475" y="21019"/>
                </a:cubicBezTo>
                <a:cubicBezTo>
                  <a:pt x="12290" y="21019"/>
                  <a:pt x="10522" y="19252"/>
                  <a:pt x="10522" y="17073"/>
                </a:cubicBezTo>
                <a:cubicBezTo>
                  <a:pt x="10522" y="14894"/>
                  <a:pt x="12290" y="13126"/>
                  <a:pt x="14475" y="13126"/>
                </a:cubicBezTo>
                <a:close/>
                <a:moveTo>
                  <a:pt x="27625" y="13126"/>
                </a:moveTo>
                <a:cubicBezTo>
                  <a:pt x="29810" y="13126"/>
                  <a:pt x="31578" y="14894"/>
                  <a:pt x="31578" y="17073"/>
                </a:cubicBezTo>
                <a:cubicBezTo>
                  <a:pt x="31578" y="19252"/>
                  <a:pt x="29810" y="21019"/>
                  <a:pt x="27625" y="21019"/>
                </a:cubicBezTo>
                <a:cubicBezTo>
                  <a:pt x="25452" y="21019"/>
                  <a:pt x="23683" y="19252"/>
                  <a:pt x="23683" y="17073"/>
                </a:cubicBezTo>
                <a:cubicBezTo>
                  <a:pt x="23683" y="14894"/>
                  <a:pt x="25452" y="13126"/>
                  <a:pt x="27625" y="13126"/>
                </a:cubicBezTo>
                <a:close/>
                <a:moveTo>
                  <a:pt x="43413" y="13126"/>
                </a:moveTo>
                <a:lnTo>
                  <a:pt x="85525" y="13126"/>
                </a:lnTo>
                <a:cubicBezTo>
                  <a:pt x="87697" y="13126"/>
                  <a:pt x="89466" y="14894"/>
                  <a:pt x="89466" y="17073"/>
                </a:cubicBezTo>
                <a:cubicBezTo>
                  <a:pt x="89466" y="19252"/>
                  <a:pt x="87697" y="21019"/>
                  <a:pt x="85525" y="21019"/>
                </a:cubicBezTo>
                <a:lnTo>
                  <a:pt x="43413" y="21019"/>
                </a:lnTo>
                <a:cubicBezTo>
                  <a:pt x="41241" y="21019"/>
                  <a:pt x="39472" y="19252"/>
                  <a:pt x="39472" y="17073"/>
                </a:cubicBezTo>
                <a:cubicBezTo>
                  <a:pt x="39472" y="14894"/>
                  <a:pt x="41241" y="13126"/>
                  <a:pt x="43413" y="13126"/>
                </a:cubicBezTo>
                <a:close/>
                <a:moveTo>
                  <a:pt x="10522" y="31545"/>
                </a:moveTo>
                <a:lnTo>
                  <a:pt x="89466" y="31545"/>
                </a:lnTo>
                <a:lnTo>
                  <a:pt x="89466" y="81611"/>
                </a:lnTo>
                <a:cubicBezTo>
                  <a:pt x="89466" y="84579"/>
                  <a:pt x="87180" y="86878"/>
                  <a:pt x="84211" y="86878"/>
                </a:cubicBezTo>
                <a:lnTo>
                  <a:pt x="15789" y="86878"/>
                </a:lnTo>
                <a:cubicBezTo>
                  <a:pt x="12820" y="86878"/>
                  <a:pt x="10522" y="84579"/>
                  <a:pt x="10522" y="81611"/>
                </a:cubicBezTo>
                <a:lnTo>
                  <a:pt x="10522" y="3154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3" name="Чёрный — SVG 4">
            <a:extLst>
              <a:ext uri="{FF2B5EF4-FFF2-40B4-BE49-F238E27FC236}">
                <a16:creationId xmlns:a16="http://schemas.microsoft.com/office/drawing/2014/main" id="{BD19715C-54D5-1C46-9EEA-34D4918557FA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93931 w 113428"/>
              <a:gd name="csY0" fmla="*/ 0 h 141753"/>
              <a:gd name="csX1" fmla="*/ 19497 w 113428"/>
              <a:gd name="csY1" fmla="*/ 0 h 141753"/>
              <a:gd name="csX2" fmla="*/ 0 w 113428"/>
              <a:gd name="csY2" fmla="*/ 19491 h 141753"/>
              <a:gd name="csX3" fmla="*/ 0 w 113428"/>
              <a:gd name="csY3" fmla="*/ 122259 h 141753"/>
              <a:gd name="csX4" fmla="*/ 19497 w 113428"/>
              <a:gd name="csY4" fmla="*/ 141754 h 141753"/>
              <a:gd name="csX5" fmla="*/ 93931 w 113428"/>
              <a:gd name="csY5" fmla="*/ 141754 h 141753"/>
              <a:gd name="csX6" fmla="*/ 113428 w 113428"/>
              <a:gd name="csY6" fmla="*/ 122259 h 141753"/>
              <a:gd name="csX7" fmla="*/ 113428 w 113428"/>
              <a:gd name="csY7" fmla="*/ 19491 h 141753"/>
              <a:gd name="csX8" fmla="*/ 93931 w 113428"/>
              <a:gd name="csY8" fmla="*/ 0 h 141753"/>
              <a:gd name="csX9" fmla="*/ 30131 w 113428"/>
              <a:gd name="csY9" fmla="*/ 116951 h 141753"/>
              <a:gd name="csX10" fmla="*/ 21267 w 113428"/>
              <a:gd name="csY10" fmla="*/ 108089 h 141753"/>
              <a:gd name="csX11" fmla="*/ 30131 w 113428"/>
              <a:gd name="csY11" fmla="*/ 99231 h 141753"/>
              <a:gd name="csX12" fmla="*/ 38995 w 113428"/>
              <a:gd name="csY12" fmla="*/ 108089 h 141753"/>
              <a:gd name="csX13" fmla="*/ 30131 w 113428"/>
              <a:gd name="csY13" fmla="*/ 116951 h 141753"/>
              <a:gd name="csX14" fmla="*/ 30131 w 113428"/>
              <a:gd name="csY14" fmla="*/ 92144 h 141753"/>
              <a:gd name="csX15" fmla="*/ 21267 w 113428"/>
              <a:gd name="csY15" fmla="*/ 83283 h 141753"/>
              <a:gd name="csX16" fmla="*/ 30131 w 113428"/>
              <a:gd name="csY16" fmla="*/ 74424 h 141753"/>
              <a:gd name="csX17" fmla="*/ 38995 w 113428"/>
              <a:gd name="csY17" fmla="*/ 83283 h 141753"/>
              <a:gd name="csX18" fmla="*/ 30131 w 113428"/>
              <a:gd name="csY18" fmla="*/ 92144 h 141753"/>
              <a:gd name="csX19" fmla="*/ 56706 w 113428"/>
              <a:gd name="csY19" fmla="*/ 116951 h 141753"/>
              <a:gd name="csX20" fmla="*/ 47842 w 113428"/>
              <a:gd name="csY20" fmla="*/ 108089 h 141753"/>
              <a:gd name="csX21" fmla="*/ 56706 w 113428"/>
              <a:gd name="csY21" fmla="*/ 99231 h 141753"/>
              <a:gd name="csX22" fmla="*/ 65570 w 113428"/>
              <a:gd name="csY22" fmla="*/ 108089 h 141753"/>
              <a:gd name="csX23" fmla="*/ 56706 w 113428"/>
              <a:gd name="csY23" fmla="*/ 116951 h 141753"/>
              <a:gd name="csX24" fmla="*/ 56706 w 113428"/>
              <a:gd name="csY24" fmla="*/ 92144 h 141753"/>
              <a:gd name="csX25" fmla="*/ 47842 w 113428"/>
              <a:gd name="csY25" fmla="*/ 83283 h 141753"/>
              <a:gd name="csX26" fmla="*/ 56706 w 113428"/>
              <a:gd name="csY26" fmla="*/ 74424 h 141753"/>
              <a:gd name="csX27" fmla="*/ 65570 w 113428"/>
              <a:gd name="csY27" fmla="*/ 83283 h 141753"/>
              <a:gd name="csX28" fmla="*/ 56706 w 113428"/>
              <a:gd name="csY28" fmla="*/ 92144 h 141753"/>
              <a:gd name="csX29" fmla="*/ 92162 w 113428"/>
              <a:gd name="csY29" fmla="*/ 108089 h 141753"/>
              <a:gd name="csX30" fmla="*/ 83298 w 113428"/>
              <a:gd name="csY30" fmla="*/ 116951 h 141753"/>
              <a:gd name="csX31" fmla="*/ 74434 w 113428"/>
              <a:gd name="csY31" fmla="*/ 108089 h 141753"/>
              <a:gd name="csX32" fmla="*/ 74434 w 113428"/>
              <a:gd name="csY32" fmla="*/ 83283 h 141753"/>
              <a:gd name="csX33" fmla="*/ 83298 w 113428"/>
              <a:gd name="csY33" fmla="*/ 74424 h 141753"/>
              <a:gd name="csX34" fmla="*/ 92162 w 113428"/>
              <a:gd name="csY34" fmla="*/ 83283 h 141753"/>
              <a:gd name="csX35" fmla="*/ 92162 w 113428"/>
              <a:gd name="csY35" fmla="*/ 108089 h 141753"/>
              <a:gd name="csX36" fmla="*/ 92162 w 113428"/>
              <a:gd name="csY36" fmla="*/ 51530 h 141753"/>
              <a:gd name="csX37" fmla="*/ 83434 w 113428"/>
              <a:gd name="csY37" fmla="*/ 60248 h 141753"/>
              <a:gd name="csX38" fmla="*/ 29994 w 113428"/>
              <a:gd name="csY38" fmla="*/ 60248 h 141753"/>
              <a:gd name="csX39" fmla="*/ 21267 w 113428"/>
              <a:gd name="csY39" fmla="*/ 51530 h 141753"/>
              <a:gd name="csX40" fmla="*/ 21267 w 113428"/>
              <a:gd name="csY40" fmla="*/ 33525 h 141753"/>
              <a:gd name="csX41" fmla="*/ 29994 w 113428"/>
              <a:gd name="csY41" fmla="*/ 24807 h 141753"/>
              <a:gd name="csX42" fmla="*/ 83434 w 113428"/>
              <a:gd name="csY42" fmla="*/ 24807 h 141753"/>
              <a:gd name="csX43" fmla="*/ 92162 w 113428"/>
              <a:gd name="csY43" fmla="*/ 33525 h 141753"/>
              <a:gd name="csX44" fmla="*/ 92162 w 113428"/>
              <a:gd name="csY44" fmla="*/ 51530 h 141753"/>
            </a:gdLst>
            <a:ahLst/>
            <a:cxnLst/>
            <a:rect l="l" t="t" r="r" b="b"/>
            <a:pathLst>
              <a:path w="100000" h="100000">
                <a:moveTo>
                  <a:pt x="76255" y="0"/>
                </a:moveTo>
                <a:lnTo>
                  <a:pt x="23745" y="0"/>
                </a:lnTo>
                <a:cubicBezTo>
                  <a:pt x="16160" y="0"/>
                  <a:pt x="9991" y="6168"/>
                  <a:pt x="9991" y="13750"/>
                </a:cubicBezTo>
                <a:lnTo>
                  <a:pt x="9991" y="86248"/>
                </a:lnTo>
                <a:cubicBezTo>
                  <a:pt x="9991" y="93832"/>
                  <a:pt x="16160" y="100001"/>
                  <a:pt x="23745" y="100001"/>
                </a:cubicBezTo>
                <a:lnTo>
                  <a:pt x="76255" y="100001"/>
                </a:lnTo>
                <a:cubicBezTo>
                  <a:pt x="83829" y="100001"/>
                  <a:pt x="90009" y="93832"/>
                  <a:pt x="90009" y="86248"/>
                </a:cubicBezTo>
                <a:lnTo>
                  <a:pt x="90009" y="13750"/>
                </a:lnTo>
                <a:cubicBezTo>
                  <a:pt x="90009" y="6168"/>
                  <a:pt x="83829" y="0"/>
                  <a:pt x="76255" y="0"/>
                </a:cubicBezTo>
                <a:close/>
                <a:moveTo>
                  <a:pt x="31247" y="82503"/>
                </a:moveTo>
                <a:cubicBezTo>
                  <a:pt x="27790" y="82503"/>
                  <a:pt x="24994" y="79708"/>
                  <a:pt x="24994" y="76252"/>
                </a:cubicBezTo>
                <a:cubicBezTo>
                  <a:pt x="24994" y="72801"/>
                  <a:pt x="27790" y="70003"/>
                  <a:pt x="31247" y="70003"/>
                </a:cubicBezTo>
                <a:cubicBezTo>
                  <a:pt x="34704" y="70003"/>
                  <a:pt x="37500" y="72801"/>
                  <a:pt x="37500" y="76252"/>
                </a:cubicBezTo>
                <a:cubicBezTo>
                  <a:pt x="37500" y="79708"/>
                  <a:pt x="34704" y="82503"/>
                  <a:pt x="31247" y="82503"/>
                </a:cubicBezTo>
                <a:close/>
                <a:moveTo>
                  <a:pt x="31247" y="65003"/>
                </a:moveTo>
                <a:cubicBezTo>
                  <a:pt x="27790" y="65003"/>
                  <a:pt x="24994" y="62205"/>
                  <a:pt x="24994" y="58752"/>
                </a:cubicBezTo>
                <a:cubicBezTo>
                  <a:pt x="24994" y="55300"/>
                  <a:pt x="27790" y="52503"/>
                  <a:pt x="31247" y="52503"/>
                </a:cubicBezTo>
                <a:cubicBezTo>
                  <a:pt x="34704" y="52503"/>
                  <a:pt x="37500" y="55300"/>
                  <a:pt x="37500" y="58752"/>
                </a:cubicBezTo>
                <a:cubicBezTo>
                  <a:pt x="37500" y="62205"/>
                  <a:pt x="34704" y="65003"/>
                  <a:pt x="31247" y="65003"/>
                </a:cubicBezTo>
                <a:close/>
                <a:moveTo>
                  <a:pt x="49994" y="82503"/>
                </a:moveTo>
                <a:cubicBezTo>
                  <a:pt x="46550" y="82503"/>
                  <a:pt x="43741" y="79708"/>
                  <a:pt x="43741" y="76252"/>
                </a:cubicBezTo>
                <a:cubicBezTo>
                  <a:pt x="43741" y="72801"/>
                  <a:pt x="46550" y="70003"/>
                  <a:pt x="49994" y="70003"/>
                </a:cubicBezTo>
                <a:cubicBezTo>
                  <a:pt x="53450" y="70003"/>
                  <a:pt x="56247" y="72801"/>
                  <a:pt x="56247" y="76252"/>
                </a:cubicBezTo>
                <a:cubicBezTo>
                  <a:pt x="56247" y="79708"/>
                  <a:pt x="53450" y="82503"/>
                  <a:pt x="49994" y="82503"/>
                </a:cubicBezTo>
                <a:close/>
                <a:moveTo>
                  <a:pt x="49994" y="65003"/>
                </a:moveTo>
                <a:cubicBezTo>
                  <a:pt x="46550" y="65003"/>
                  <a:pt x="43741" y="62205"/>
                  <a:pt x="43741" y="58752"/>
                </a:cubicBezTo>
                <a:cubicBezTo>
                  <a:pt x="43741" y="55300"/>
                  <a:pt x="46550" y="52503"/>
                  <a:pt x="49994" y="52503"/>
                </a:cubicBezTo>
                <a:cubicBezTo>
                  <a:pt x="53450" y="52503"/>
                  <a:pt x="56247" y="55300"/>
                  <a:pt x="56247" y="58752"/>
                </a:cubicBezTo>
                <a:cubicBezTo>
                  <a:pt x="56247" y="62205"/>
                  <a:pt x="53450" y="65003"/>
                  <a:pt x="49994" y="65003"/>
                </a:cubicBezTo>
                <a:close/>
                <a:moveTo>
                  <a:pt x="75007" y="76252"/>
                </a:moveTo>
                <a:cubicBezTo>
                  <a:pt x="75007" y="79708"/>
                  <a:pt x="72210" y="82503"/>
                  <a:pt x="68754" y="82503"/>
                </a:cubicBezTo>
                <a:cubicBezTo>
                  <a:pt x="65297" y="82503"/>
                  <a:pt x="62501" y="79708"/>
                  <a:pt x="62501" y="76252"/>
                </a:cubicBezTo>
                <a:cubicBezTo>
                  <a:pt x="62501" y="73871"/>
                  <a:pt x="62501" y="61140"/>
                  <a:pt x="62501" y="58752"/>
                </a:cubicBezTo>
                <a:cubicBezTo>
                  <a:pt x="62501" y="55300"/>
                  <a:pt x="65297" y="52503"/>
                  <a:pt x="68754" y="52503"/>
                </a:cubicBezTo>
                <a:cubicBezTo>
                  <a:pt x="72210" y="52503"/>
                  <a:pt x="75007" y="55300"/>
                  <a:pt x="75007" y="58752"/>
                </a:cubicBezTo>
                <a:cubicBezTo>
                  <a:pt x="75007" y="61140"/>
                  <a:pt x="75007" y="73871"/>
                  <a:pt x="75007" y="76252"/>
                </a:cubicBezTo>
                <a:close/>
                <a:moveTo>
                  <a:pt x="75007" y="36352"/>
                </a:moveTo>
                <a:cubicBezTo>
                  <a:pt x="75007" y="39744"/>
                  <a:pt x="72246" y="42502"/>
                  <a:pt x="68850" y="42502"/>
                </a:cubicBezTo>
                <a:lnTo>
                  <a:pt x="31150" y="42502"/>
                </a:lnTo>
                <a:cubicBezTo>
                  <a:pt x="27754" y="42502"/>
                  <a:pt x="24994" y="39742"/>
                  <a:pt x="24994" y="36352"/>
                </a:cubicBezTo>
                <a:lnTo>
                  <a:pt x="24994" y="23650"/>
                </a:lnTo>
                <a:cubicBezTo>
                  <a:pt x="24994" y="20258"/>
                  <a:pt x="27754" y="17500"/>
                  <a:pt x="31150" y="17500"/>
                </a:cubicBezTo>
                <a:lnTo>
                  <a:pt x="68850" y="17500"/>
                </a:lnTo>
                <a:cubicBezTo>
                  <a:pt x="72246" y="17500"/>
                  <a:pt x="75007" y="20261"/>
                  <a:pt x="75007" y="23650"/>
                </a:cubicBezTo>
                <a:lnTo>
                  <a:pt x="75007" y="3635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4" name="Чёрный — SVG 5">
            <a:extLst>
              <a:ext uri="{FF2B5EF4-FFF2-40B4-BE49-F238E27FC236}">
                <a16:creationId xmlns:a16="http://schemas.microsoft.com/office/drawing/2014/main" id="{C7A7BD9D-49EF-1640-B77F-8651D05A1C26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24380 w 99241"/>
              <a:gd name="csY0" fmla="*/ 141090 h 141760"/>
              <a:gd name="csX1" fmla="*/ 16758 w 99241"/>
              <a:gd name="csY1" fmla="*/ 138657 h 141760"/>
              <a:gd name="csX2" fmla="*/ 1514 w 99241"/>
              <a:gd name="csY2" fmla="*/ 121612 h 141760"/>
              <a:gd name="csX3" fmla="*/ 17523 w 99241"/>
              <a:gd name="csY3" fmla="*/ 50956 h 141760"/>
              <a:gd name="csX4" fmla="*/ 67169 w 99241"/>
              <a:gd name="csY4" fmla="*/ 962 h 141760"/>
              <a:gd name="csX5" fmla="*/ 88810 w 99241"/>
              <a:gd name="csY5" fmla="*/ 6476 h 141760"/>
              <a:gd name="csX6" fmla="*/ 94594 w 99241"/>
              <a:gd name="csY6" fmla="*/ 12295 h 141760"/>
              <a:gd name="csX7" fmla="*/ 96432 w 99241"/>
              <a:gd name="csY7" fmla="*/ 32960 h 141760"/>
              <a:gd name="csX8" fmla="*/ 87704 w 99241"/>
              <a:gd name="csY8" fmla="*/ 45793 h 141760"/>
              <a:gd name="csX9" fmla="*/ 71184 w 99241"/>
              <a:gd name="csY9" fmla="*/ 51604 h 141760"/>
              <a:gd name="csX10" fmla="*/ 57896 w 99241"/>
              <a:gd name="csY10" fmla="*/ 47175 h 141760"/>
              <a:gd name="csX11" fmla="*/ 52707 w 99241"/>
              <a:gd name="csY11" fmla="*/ 48097 h 141760"/>
              <a:gd name="csX12" fmla="*/ 38944 w 99241"/>
              <a:gd name="csY12" fmla="*/ 64614 h 141760"/>
              <a:gd name="csX13" fmla="*/ 31645 w 99241"/>
              <a:gd name="csY13" fmla="*/ 84341 h 141760"/>
              <a:gd name="csX14" fmla="*/ 33312 w 99241"/>
              <a:gd name="csY14" fmla="*/ 89071 h 141760"/>
              <a:gd name="csX15" fmla="*/ 44694 w 99241"/>
              <a:gd name="csY15" fmla="*/ 99873 h 141760"/>
              <a:gd name="csX16" fmla="*/ 48335 w 99241"/>
              <a:gd name="csY16" fmla="*/ 118074 h 141760"/>
              <a:gd name="csX17" fmla="*/ 42244 w 99241"/>
              <a:gd name="csY17" fmla="*/ 132448 h 141760"/>
              <a:gd name="csX18" fmla="*/ 24380 w 99241"/>
              <a:gd name="csY18" fmla="*/ 141090 h 141760"/>
            </a:gdLst>
            <a:ahLst/>
            <a:cxnLst/>
            <a:rect l="l" t="t" r="r" b="b"/>
            <a:pathLst>
              <a:path w="100000" h="100000">
                <a:moveTo>
                  <a:pt x="32195" y="99527"/>
                </a:moveTo>
                <a:lnTo>
                  <a:pt x="26818" y="97811"/>
                </a:lnTo>
                <a:cubicBezTo>
                  <a:pt x="21477" y="96095"/>
                  <a:pt x="17385" y="91523"/>
                  <a:pt x="16065" y="85787"/>
                </a:cubicBezTo>
                <a:cubicBezTo>
                  <a:pt x="12932" y="72143"/>
                  <a:pt x="16689" y="55528"/>
                  <a:pt x="27358" y="35945"/>
                </a:cubicBezTo>
                <a:cubicBezTo>
                  <a:pt x="38003" y="16392"/>
                  <a:pt x="49681" y="4639"/>
                  <a:pt x="62379" y="679"/>
                </a:cubicBezTo>
                <a:cubicBezTo>
                  <a:pt x="67756" y="-999"/>
                  <a:pt x="73564" y="483"/>
                  <a:pt x="77645" y="4568"/>
                </a:cubicBezTo>
                <a:lnTo>
                  <a:pt x="81725" y="8673"/>
                </a:lnTo>
                <a:cubicBezTo>
                  <a:pt x="85541" y="12504"/>
                  <a:pt x="86094" y="18735"/>
                  <a:pt x="83022" y="23251"/>
                </a:cubicBezTo>
                <a:lnTo>
                  <a:pt x="76865" y="32303"/>
                </a:lnTo>
                <a:cubicBezTo>
                  <a:pt x="74212" y="36188"/>
                  <a:pt x="69520" y="37840"/>
                  <a:pt x="65211" y="36402"/>
                </a:cubicBezTo>
                <a:lnTo>
                  <a:pt x="55838" y="33278"/>
                </a:lnTo>
                <a:cubicBezTo>
                  <a:pt x="54590" y="32860"/>
                  <a:pt x="53185" y="33081"/>
                  <a:pt x="52177" y="33928"/>
                </a:cubicBezTo>
                <a:cubicBezTo>
                  <a:pt x="48361" y="37131"/>
                  <a:pt x="45132" y="41015"/>
                  <a:pt x="42469" y="45580"/>
                </a:cubicBezTo>
                <a:cubicBezTo>
                  <a:pt x="39816" y="50156"/>
                  <a:pt x="38100" y="54793"/>
                  <a:pt x="37320" y="59496"/>
                </a:cubicBezTo>
                <a:cubicBezTo>
                  <a:pt x="37116" y="60725"/>
                  <a:pt x="37584" y="61976"/>
                  <a:pt x="38496" y="62832"/>
                </a:cubicBezTo>
                <a:lnTo>
                  <a:pt x="46525" y="70452"/>
                </a:lnTo>
                <a:cubicBezTo>
                  <a:pt x="49933" y="73679"/>
                  <a:pt x="50965" y="78875"/>
                  <a:pt x="49093" y="83291"/>
                </a:cubicBezTo>
                <a:lnTo>
                  <a:pt x="44796" y="93431"/>
                </a:lnTo>
                <a:cubicBezTo>
                  <a:pt x="42625" y="98531"/>
                  <a:pt x="37248" y="101135"/>
                  <a:pt x="32195" y="9952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5" name="Чёрный — SVG 6">
            <a:extLst>
              <a:ext uri="{FF2B5EF4-FFF2-40B4-BE49-F238E27FC236}">
                <a16:creationId xmlns:a16="http://schemas.microsoft.com/office/drawing/2014/main" id="{071CB0FB-F0E6-E348-AA64-4DB2AE402EE0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138234 w 170134"/>
              <a:gd name="csY0" fmla="*/ 46071 h 109857"/>
              <a:gd name="csX1" fmla="*/ 136192 w 170134"/>
              <a:gd name="csY1" fmla="*/ 46071 h 109857"/>
              <a:gd name="csX2" fmla="*/ 85067 w 170134"/>
              <a:gd name="csY2" fmla="*/ 0 h 109857"/>
              <a:gd name="csX3" fmla="*/ 33942 w 170134"/>
              <a:gd name="csY3" fmla="*/ 46071 h 109857"/>
              <a:gd name="csX4" fmla="*/ 31900 w 170134"/>
              <a:gd name="csY4" fmla="*/ 46071 h 109857"/>
              <a:gd name="csX5" fmla="*/ 0 w 170134"/>
              <a:gd name="csY5" fmla="*/ 77967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7 h 109857"/>
              <a:gd name="csX9" fmla="*/ 138234 w 170134"/>
              <a:gd name="csY9" fmla="*/ 46071 h 109857"/>
            </a:gdLst>
            <a:ahLst/>
            <a:cxnLst/>
            <a:rect l="l" t="t" r="r" b="b"/>
            <a:pathLst>
              <a:path w="100000" h="100000">
                <a:moveTo>
                  <a:pt x="81250" y="44794"/>
                </a:moveTo>
                <a:lnTo>
                  <a:pt x="80050" y="44794"/>
                </a:lnTo>
                <a:cubicBezTo>
                  <a:pt x="78480" y="29603"/>
                  <a:pt x="65600" y="17715"/>
                  <a:pt x="50000" y="17715"/>
                </a:cubicBezTo>
                <a:cubicBezTo>
                  <a:pt x="34400" y="17715"/>
                  <a:pt x="21520" y="29603"/>
                  <a:pt x="19950" y="44794"/>
                </a:cubicBezTo>
                <a:lnTo>
                  <a:pt x="18750" y="44794"/>
                </a:lnTo>
                <a:cubicBezTo>
                  <a:pt x="8410" y="44794"/>
                  <a:pt x="0" y="53206"/>
                  <a:pt x="0" y="63541"/>
                </a:cubicBezTo>
                <a:cubicBezTo>
                  <a:pt x="0" y="73877"/>
                  <a:pt x="8410" y="82286"/>
                  <a:pt x="18750" y="82286"/>
                </a:cubicBezTo>
                <a:lnTo>
                  <a:pt x="81250" y="82286"/>
                </a:lnTo>
                <a:cubicBezTo>
                  <a:pt x="91590" y="82286"/>
                  <a:pt x="100000" y="73877"/>
                  <a:pt x="100000" y="63541"/>
                </a:cubicBezTo>
                <a:cubicBezTo>
                  <a:pt x="100000" y="53206"/>
                  <a:pt x="91590" y="44794"/>
                  <a:pt x="81250" y="4479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6" name="Чёрный — SVG 7">
            <a:extLst>
              <a:ext uri="{FF2B5EF4-FFF2-40B4-BE49-F238E27FC236}">
                <a16:creationId xmlns:a16="http://schemas.microsoft.com/office/drawing/2014/main" id="{27D9F6A0-0D72-D14A-8E20-9FF36CE76692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19497 w 143806"/>
              <a:gd name="csY0" fmla="*/ 0 h 141908"/>
              <a:gd name="csX1" fmla="*/ 0 w 143806"/>
              <a:gd name="csY1" fmla="*/ 19491 h 141908"/>
              <a:gd name="csX2" fmla="*/ 0 w 143806"/>
              <a:gd name="csY2" fmla="*/ 106319 h 141908"/>
              <a:gd name="csX3" fmla="*/ 21267 w 143806"/>
              <a:gd name="csY3" fmla="*/ 127583 h 141908"/>
              <a:gd name="csX4" fmla="*/ 94033 w 143806"/>
              <a:gd name="csY4" fmla="*/ 127583 h 141908"/>
              <a:gd name="csX5" fmla="*/ 93897 w 143806"/>
              <a:gd name="csY5" fmla="*/ 127090 h 141908"/>
              <a:gd name="csX6" fmla="*/ 91396 w 143806"/>
              <a:gd name="csY6" fmla="*/ 113413 h 141908"/>
              <a:gd name="csX7" fmla="*/ 21267 w 143806"/>
              <a:gd name="csY7" fmla="*/ 113413 h 141908"/>
              <a:gd name="csX8" fmla="*/ 14172 w 143806"/>
              <a:gd name="csY8" fmla="*/ 106319 h 141908"/>
              <a:gd name="csX9" fmla="*/ 14172 w 143806"/>
              <a:gd name="csY9" fmla="*/ 31896 h 141908"/>
              <a:gd name="csX10" fmla="*/ 120506 w 143806"/>
              <a:gd name="csY10" fmla="*/ 31896 h 141908"/>
              <a:gd name="csX11" fmla="*/ 120506 w 143806"/>
              <a:gd name="csY11" fmla="*/ 77207 h 141908"/>
              <a:gd name="csX12" fmla="*/ 134695 w 143806"/>
              <a:gd name="csY12" fmla="*/ 88233 h 141908"/>
              <a:gd name="csX13" fmla="*/ 134695 w 143806"/>
              <a:gd name="csY13" fmla="*/ 19491 h 141908"/>
              <a:gd name="csX14" fmla="*/ 115198 w 143806"/>
              <a:gd name="csY14" fmla="*/ 0 h 141908"/>
              <a:gd name="csX15" fmla="*/ 19497 w 143806"/>
              <a:gd name="csY15" fmla="*/ 0 h 141908"/>
              <a:gd name="csX16" fmla="*/ 19497 w 143806"/>
              <a:gd name="csY16" fmla="*/ 10632 h 141908"/>
              <a:gd name="csX17" fmla="*/ 24806 w 143806"/>
              <a:gd name="csY17" fmla="*/ 15948 h 141908"/>
              <a:gd name="csX18" fmla="*/ 19497 w 143806"/>
              <a:gd name="csY18" fmla="*/ 21264 h 141908"/>
              <a:gd name="csX19" fmla="*/ 14172 w 143806"/>
              <a:gd name="csY19" fmla="*/ 15948 h 141908"/>
              <a:gd name="csX20" fmla="*/ 19497 w 143806"/>
              <a:gd name="csY20" fmla="*/ 10632 h 141908"/>
              <a:gd name="csX21" fmla="*/ 37209 w 143806"/>
              <a:gd name="csY21" fmla="*/ 10632 h 141908"/>
              <a:gd name="csX22" fmla="*/ 42534 w 143806"/>
              <a:gd name="csY22" fmla="*/ 15948 h 141908"/>
              <a:gd name="csX23" fmla="*/ 37209 w 143806"/>
              <a:gd name="csY23" fmla="*/ 21264 h 141908"/>
              <a:gd name="csX24" fmla="*/ 31900 w 143806"/>
              <a:gd name="csY24" fmla="*/ 15948 h 141908"/>
              <a:gd name="csX25" fmla="*/ 37209 w 143806"/>
              <a:gd name="csY25" fmla="*/ 10632 h 141908"/>
              <a:gd name="csX26" fmla="*/ 98984 w 143806"/>
              <a:gd name="csY26" fmla="*/ 70887 h 141908"/>
              <a:gd name="csX27" fmla="*/ 95258 w 143806"/>
              <a:gd name="csY27" fmla="*/ 71814 h 141908"/>
              <a:gd name="csX28" fmla="*/ 92264 w 143806"/>
              <a:gd name="csY28" fmla="*/ 78487 h 141908"/>
              <a:gd name="csX29" fmla="*/ 100873 w 143806"/>
              <a:gd name="csY29" fmla="*/ 125831 h 141908"/>
              <a:gd name="csX30" fmla="*/ 106096 w 143806"/>
              <a:gd name="csY30" fmla="*/ 131020 h 141908"/>
              <a:gd name="csX31" fmla="*/ 107219 w 143806"/>
              <a:gd name="csY31" fmla="*/ 131122 h 141908"/>
              <a:gd name="csX32" fmla="*/ 112799 w 143806"/>
              <a:gd name="csY32" fmla="*/ 127924 h 141908"/>
              <a:gd name="csX33" fmla="*/ 117750 w 143806"/>
              <a:gd name="csY33" fmla="*/ 119044 h 141908"/>
              <a:gd name="csX34" fmla="*/ 130170 w 143806"/>
              <a:gd name="csY34" fmla="*/ 139219 h 141908"/>
              <a:gd name="csX35" fmla="*/ 131565 w 143806"/>
              <a:gd name="csY35" fmla="*/ 140818 h 141908"/>
              <a:gd name="csX36" fmla="*/ 133470 w 143806"/>
              <a:gd name="csY36" fmla="*/ 141737 h 141908"/>
              <a:gd name="csX37" fmla="*/ 135580 w 143806"/>
              <a:gd name="csY37" fmla="*/ 141839 h 141908"/>
              <a:gd name="csX38" fmla="*/ 137571 w 143806"/>
              <a:gd name="csY38" fmla="*/ 141124 h 141908"/>
              <a:gd name="csX39" fmla="*/ 139119 w 143806"/>
              <a:gd name="csY39" fmla="*/ 139678 h 141908"/>
              <a:gd name="csX40" fmla="*/ 139969 w 143806"/>
              <a:gd name="csY40" fmla="*/ 137739 h 141908"/>
              <a:gd name="csX41" fmla="*/ 140003 w 143806"/>
              <a:gd name="csY41" fmla="*/ 135630 h 141908"/>
              <a:gd name="csX42" fmla="*/ 139221 w 143806"/>
              <a:gd name="csY42" fmla="*/ 133656 h 141908"/>
              <a:gd name="csX43" fmla="*/ 126750 w 143806"/>
              <a:gd name="csY43" fmla="*/ 113413 h 141908"/>
              <a:gd name="csX44" fmla="*/ 137417 w 143806"/>
              <a:gd name="csY44" fmla="*/ 113413 h 141908"/>
              <a:gd name="csX45" fmla="*/ 143474 w 143806"/>
              <a:gd name="csY45" fmla="*/ 109518 h 141908"/>
              <a:gd name="csX46" fmla="*/ 141313 w 143806"/>
              <a:gd name="csY46" fmla="*/ 102361 h 141908"/>
              <a:gd name="csX47" fmla="*/ 102574 w 143806"/>
              <a:gd name="csY47" fmla="*/ 72236 h 141908"/>
              <a:gd name="csX48" fmla="*/ 98984 w 143806"/>
              <a:gd name="csY48" fmla="*/ 70887 h 141908"/>
            </a:gdLst>
            <a:ahLst/>
            <a:cxnLst/>
            <a:rect l="l" t="t" r="r" b="b"/>
            <a:pathLst>
              <a:path w="100000" h="100000">
                <a:moveTo>
                  <a:pt x="13558" y="660"/>
                </a:moveTo>
                <a:cubicBezTo>
                  <a:pt x="6081" y="660"/>
                  <a:pt x="0" y="6742"/>
                  <a:pt x="0" y="14214"/>
                </a:cubicBezTo>
                <a:lnTo>
                  <a:pt x="0" y="74592"/>
                </a:lnTo>
                <a:cubicBezTo>
                  <a:pt x="0" y="82743"/>
                  <a:pt x="6637" y="89379"/>
                  <a:pt x="14789" y="89379"/>
                </a:cubicBezTo>
                <a:lnTo>
                  <a:pt x="65389" y="89379"/>
                </a:lnTo>
                <a:cubicBezTo>
                  <a:pt x="65353" y="89261"/>
                  <a:pt x="65318" y="89154"/>
                  <a:pt x="65294" y="89036"/>
                </a:cubicBezTo>
                <a:lnTo>
                  <a:pt x="63555" y="79525"/>
                </a:lnTo>
                <a:lnTo>
                  <a:pt x="14789" y="79525"/>
                </a:lnTo>
                <a:cubicBezTo>
                  <a:pt x="12068" y="79525"/>
                  <a:pt x="9855" y="77313"/>
                  <a:pt x="9855" y="74592"/>
                </a:cubicBezTo>
                <a:lnTo>
                  <a:pt x="9855" y="22840"/>
                </a:lnTo>
                <a:lnTo>
                  <a:pt x="83798" y="22840"/>
                </a:lnTo>
                <a:lnTo>
                  <a:pt x="83798" y="54348"/>
                </a:lnTo>
                <a:lnTo>
                  <a:pt x="93664" y="62015"/>
                </a:lnTo>
                <a:lnTo>
                  <a:pt x="93664" y="14214"/>
                </a:lnTo>
                <a:cubicBezTo>
                  <a:pt x="93664" y="6742"/>
                  <a:pt x="87571" y="660"/>
                  <a:pt x="80107" y="660"/>
                </a:cubicBezTo>
                <a:lnTo>
                  <a:pt x="13558" y="660"/>
                </a:lnTo>
                <a:close/>
                <a:moveTo>
                  <a:pt x="13558" y="8053"/>
                </a:moveTo>
                <a:cubicBezTo>
                  <a:pt x="15593" y="8053"/>
                  <a:pt x="17250" y="9710"/>
                  <a:pt x="17250" y="11750"/>
                </a:cubicBezTo>
                <a:cubicBezTo>
                  <a:pt x="17250" y="13790"/>
                  <a:pt x="15593" y="15447"/>
                  <a:pt x="13558" y="15447"/>
                </a:cubicBezTo>
                <a:cubicBezTo>
                  <a:pt x="11511" y="15447"/>
                  <a:pt x="9855" y="13790"/>
                  <a:pt x="9855" y="11750"/>
                </a:cubicBezTo>
                <a:cubicBezTo>
                  <a:pt x="9855" y="9710"/>
                  <a:pt x="11511" y="8053"/>
                  <a:pt x="13558" y="8053"/>
                </a:cubicBezTo>
                <a:close/>
                <a:moveTo>
                  <a:pt x="25874" y="8053"/>
                </a:moveTo>
                <a:cubicBezTo>
                  <a:pt x="27921" y="8053"/>
                  <a:pt x="29577" y="9710"/>
                  <a:pt x="29577" y="11750"/>
                </a:cubicBezTo>
                <a:cubicBezTo>
                  <a:pt x="29577" y="13790"/>
                  <a:pt x="27921" y="15447"/>
                  <a:pt x="25874" y="15447"/>
                </a:cubicBezTo>
                <a:cubicBezTo>
                  <a:pt x="23839" y="15447"/>
                  <a:pt x="22183" y="13790"/>
                  <a:pt x="22183" y="11750"/>
                </a:cubicBezTo>
                <a:cubicBezTo>
                  <a:pt x="22183" y="9710"/>
                  <a:pt x="23839" y="8053"/>
                  <a:pt x="25874" y="8053"/>
                </a:cubicBezTo>
                <a:close/>
                <a:moveTo>
                  <a:pt x="68832" y="49953"/>
                </a:moveTo>
                <a:cubicBezTo>
                  <a:pt x="67944" y="49901"/>
                  <a:pt x="67045" y="50117"/>
                  <a:pt x="66241" y="50598"/>
                </a:cubicBezTo>
                <a:cubicBezTo>
                  <a:pt x="64655" y="51562"/>
                  <a:pt x="63827" y="53405"/>
                  <a:pt x="64159" y="55238"/>
                </a:cubicBezTo>
                <a:lnTo>
                  <a:pt x="70145" y="88160"/>
                </a:lnTo>
                <a:cubicBezTo>
                  <a:pt x="70476" y="90006"/>
                  <a:pt x="71932" y="91449"/>
                  <a:pt x="73777" y="91769"/>
                </a:cubicBezTo>
                <a:cubicBezTo>
                  <a:pt x="74037" y="91816"/>
                  <a:pt x="74309" y="91840"/>
                  <a:pt x="74558" y="91840"/>
                </a:cubicBezTo>
                <a:cubicBezTo>
                  <a:pt x="76143" y="91840"/>
                  <a:pt x="77622" y="91012"/>
                  <a:pt x="78438" y="89616"/>
                </a:cubicBezTo>
                <a:lnTo>
                  <a:pt x="81881" y="83441"/>
                </a:lnTo>
                <a:lnTo>
                  <a:pt x="90518" y="97470"/>
                </a:lnTo>
                <a:cubicBezTo>
                  <a:pt x="90754" y="97908"/>
                  <a:pt x="91085" y="98287"/>
                  <a:pt x="91488" y="98582"/>
                </a:cubicBezTo>
                <a:cubicBezTo>
                  <a:pt x="91878" y="98878"/>
                  <a:pt x="92328" y="99102"/>
                  <a:pt x="92813" y="99221"/>
                </a:cubicBezTo>
                <a:cubicBezTo>
                  <a:pt x="93286" y="99351"/>
                  <a:pt x="93783" y="99375"/>
                  <a:pt x="94280" y="99292"/>
                </a:cubicBezTo>
                <a:cubicBezTo>
                  <a:pt x="94765" y="99221"/>
                  <a:pt x="95238" y="99055"/>
                  <a:pt x="95664" y="98795"/>
                </a:cubicBezTo>
                <a:cubicBezTo>
                  <a:pt x="96078" y="98535"/>
                  <a:pt x="96445" y="98192"/>
                  <a:pt x="96741" y="97789"/>
                </a:cubicBezTo>
                <a:cubicBezTo>
                  <a:pt x="97024" y="97387"/>
                  <a:pt x="97225" y="96926"/>
                  <a:pt x="97332" y="96441"/>
                </a:cubicBezTo>
                <a:cubicBezTo>
                  <a:pt x="97439" y="95956"/>
                  <a:pt x="97451" y="95459"/>
                  <a:pt x="97355" y="94974"/>
                </a:cubicBezTo>
                <a:cubicBezTo>
                  <a:pt x="97273" y="94477"/>
                  <a:pt x="97084" y="94016"/>
                  <a:pt x="96812" y="93602"/>
                </a:cubicBezTo>
                <a:lnTo>
                  <a:pt x="88140" y="79525"/>
                </a:lnTo>
                <a:lnTo>
                  <a:pt x="95557" y="79525"/>
                </a:lnTo>
                <a:cubicBezTo>
                  <a:pt x="97462" y="79502"/>
                  <a:pt x="99154" y="78626"/>
                  <a:pt x="99769" y="76817"/>
                </a:cubicBezTo>
                <a:cubicBezTo>
                  <a:pt x="100373" y="75012"/>
                  <a:pt x="99769" y="73012"/>
                  <a:pt x="98266" y="71840"/>
                </a:cubicBezTo>
                <a:lnTo>
                  <a:pt x="71328" y="50891"/>
                </a:lnTo>
                <a:cubicBezTo>
                  <a:pt x="70594" y="50320"/>
                  <a:pt x="69719" y="50004"/>
                  <a:pt x="68832" y="4995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7" name="Чёрный — SVG 8">
            <a:extLst>
              <a:ext uri="{FF2B5EF4-FFF2-40B4-BE49-F238E27FC236}">
                <a16:creationId xmlns:a16="http://schemas.microsoft.com/office/drawing/2014/main" id="{2DC4F222-92D0-CA44-812B-B09B2F0CE8C2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44303 w 127600"/>
              <a:gd name="csY0" fmla="*/ 42528 h 127583"/>
              <a:gd name="csX1" fmla="*/ 15942 w 127600"/>
              <a:gd name="csY1" fmla="*/ 42528 h 127583"/>
              <a:gd name="csX2" fmla="*/ 0 w 127600"/>
              <a:gd name="csY2" fmla="*/ 26580 h 127583"/>
              <a:gd name="csX3" fmla="*/ 0 w 127600"/>
              <a:gd name="csY3" fmla="*/ 15948 h 127583"/>
              <a:gd name="csX4" fmla="*/ 15942 w 127600"/>
              <a:gd name="csY4" fmla="*/ 0 h 127583"/>
              <a:gd name="csX5" fmla="*/ 44303 w 127600"/>
              <a:gd name="csY5" fmla="*/ 0 h 127583"/>
              <a:gd name="csX6" fmla="*/ 60261 w 127600"/>
              <a:gd name="csY6" fmla="*/ 15948 h 127583"/>
              <a:gd name="csX7" fmla="*/ 60261 w 127600"/>
              <a:gd name="csY7" fmla="*/ 26580 h 127583"/>
              <a:gd name="csX8" fmla="*/ 44303 w 127600"/>
              <a:gd name="csY8" fmla="*/ 42528 h 127583"/>
              <a:gd name="csX9" fmla="*/ 44303 w 127600"/>
              <a:gd name="csY9" fmla="*/ 127583 h 127583"/>
              <a:gd name="csX10" fmla="*/ 15942 w 127600"/>
              <a:gd name="csY10" fmla="*/ 127583 h 127583"/>
              <a:gd name="csX11" fmla="*/ 0 w 127600"/>
              <a:gd name="csY11" fmla="*/ 111627 h 127583"/>
              <a:gd name="csX12" fmla="*/ 0 w 127600"/>
              <a:gd name="csY12" fmla="*/ 65564 h 127583"/>
              <a:gd name="csX13" fmla="*/ 15942 w 127600"/>
              <a:gd name="csY13" fmla="*/ 49616 h 127583"/>
              <a:gd name="csX14" fmla="*/ 44303 w 127600"/>
              <a:gd name="csY14" fmla="*/ 49616 h 127583"/>
              <a:gd name="csX15" fmla="*/ 60261 w 127600"/>
              <a:gd name="csY15" fmla="*/ 65564 h 127583"/>
              <a:gd name="csX16" fmla="*/ 60261 w 127600"/>
              <a:gd name="csY16" fmla="*/ 111627 h 127583"/>
              <a:gd name="csX17" fmla="*/ 44303 w 127600"/>
              <a:gd name="csY17" fmla="*/ 127583 h 127583"/>
              <a:gd name="csX18" fmla="*/ 111642 w 127600"/>
              <a:gd name="csY18" fmla="*/ 127583 h 127583"/>
              <a:gd name="csX19" fmla="*/ 83298 w 127600"/>
              <a:gd name="csY19" fmla="*/ 127583 h 127583"/>
              <a:gd name="csX20" fmla="*/ 67339 w 127600"/>
              <a:gd name="csY20" fmla="*/ 111627 h 127583"/>
              <a:gd name="csX21" fmla="*/ 67339 w 127600"/>
              <a:gd name="csY21" fmla="*/ 100995 h 127583"/>
              <a:gd name="csX22" fmla="*/ 83298 w 127600"/>
              <a:gd name="csY22" fmla="*/ 85056 h 127583"/>
              <a:gd name="csX23" fmla="*/ 111642 w 127600"/>
              <a:gd name="csY23" fmla="*/ 85056 h 127583"/>
              <a:gd name="csX24" fmla="*/ 127601 w 127600"/>
              <a:gd name="csY24" fmla="*/ 100995 h 127583"/>
              <a:gd name="csX25" fmla="*/ 127601 w 127600"/>
              <a:gd name="csY25" fmla="*/ 111627 h 127583"/>
              <a:gd name="csX26" fmla="*/ 111642 w 127600"/>
              <a:gd name="csY26" fmla="*/ 127583 h 127583"/>
              <a:gd name="csX27" fmla="*/ 111642 w 127600"/>
              <a:gd name="csY27" fmla="*/ 77967 h 127583"/>
              <a:gd name="csX28" fmla="*/ 83298 w 127600"/>
              <a:gd name="csY28" fmla="*/ 77967 h 127583"/>
              <a:gd name="csX29" fmla="*/ 67339 w 127600"/>
              <a:gd name="csY29" fmla="*/ 62019 h 127583"/>
              <a:gd name="csX30" fmla="*/ 67339 w 127600"/>
              <a:gd name="csY30" fmla="*/ 15948 h 127583"/>
              <a:gd name="csX31" fmla="*/ 83298 w 127600"/>
              <a:gd name="csY31" fmla="*/ 0 h 127583"/>
              <a:gd name="csX32" fmla="*/ 111642 w 127600"/>
              <a:gd name="csY32" fmla="*/ 0 h 127583"/>
              <a:gd name="csX33" fmla="*/ 127601 w 127600"/>
              <a:gd name="csY33" fmla="*/ 15948 h 127583"/>
              <a:gd name="csX34" fmla="*/ 127601 w 127600"/>
              <a:gd name="csY34" fmla="*/ 62019 h 127583"/>
              <a:gd name="csX35" fmla="*/ 111642 w 127600"/>
              <a:gd name="csY35" fmla="*/ 77967 h 127583"/>
            </a:gdLst>
            <a:ahLst/>
            <a:cxnLst/>
            <a:rect l="l" t="t" r="r" b="b"/>
            <a:pathLst>
              <a:path w="100000" h="100000">
                <a:moveTo>
                  <a:pt x="34720" y="33336"/>
                </a:moveTo>
                <a:lnTo>
                  <a:pt x="12494" y="33336"/>
                </a:lnTo>
                <a:cubicBezTo>
                  <a:pt x="5614" y="33336"/>
                  <a:pt x="0" y="27728"/>
                  <a:pt x="0" y="20837"/>
                </a:cubicBezTo>
                <a:lnTo>
                  <a:pt x="0" y="12505"/>
                </a:lnTo>
                <a:cubicBezTo>
                  <a:pt x="0" y="5614"/>
                  <a:pt x="5614" y="7"/>
                  <a:pt x="12494" y="7"/>
                </a:cubicBezTo>
                <a:lnTo>
                  <a:pt x="34720" y="7"/>
                </a:lnTo>
                <a:cubicBezTo>
                  <a:pt x="41614" y="7"/>
                  <a:pt x="47226" y="5614"/>
                  <a:pt x="47226" y="12505"/>
                </a:cubicBezTo>
                <a:lnTo>
                  <a:pt x="47226" y="20837"/>
                </a:lnTo>
                <a:cubicBezTo>
                  <a:pt x="47226" y="27728"/>
                  <a:pt x="41614" y="33336"/>
                  <a:pt x="34720" y="33336"/>
                </a:cubicBezTo>
                <a:close/>
                <a:moveTo>
                  <a:pt x="34720" y="99993"/>
                </a:moveTo>
                <a:lnTo>
                  <a:pt x="12494" y="99993"/>
                </a:lnTo>
                <a:cubicBezTo>
                  <a:pt x="5614" y="99993"/>
                  <a:pt x="0" y="94381"/>
                  <a:pt x="0" y="87489"/>
                </a:cubicBezTo>
                <a:lnTo>
                  <a:pt x="0" y="51389"/>
                </a:lnTo>
                <a:cubicBezTo>
                  <a:pt x="0" y="44498"/>
                  <a:pt x="5614" y="38891"/>
                  <a:pt x="12494" y="38891"/>
                </a:cubicBezTo>
                <a:lnTo>
                  <a:pt x="34720" y="38891"/>
                </a:lnTo>
                <a:cubicBezTo>
                  <a:pt x="41614" y="38891"/>
                  <a:pt x="47226" y="44498"/>
                  <a:pt x="47226" y="51389"/>
                </a:cubicBezTo>
                <a:lnTo>
                  <a:pt x="47226" y="87489"/>
                </a:lnTo>
                <a:cubicBezTo>
                  <a:pt x="47226" y="94381"/>
                  <a:pt x="41614" y="99993"/>
                  <a:pt x="34720" y="99993"/>
                </a:cubicBezTo>
                <a:close/>
                <a:moveTo>
                  <a:pt x="87494" y="99993"/>
                </a:moveTo>
                <a:lnTo>
                  <a:pt x="65281" y="99993"/>
                </a:lnTo>
                <a:cubicBezTo>
                  <a:pt x="58387" y="99993"/>
                  <a:pt x="52774" y="94381"/>
                  <a:pt x="52774" y="87489"/>
                </a:cubicBezTo>
                <a:lnTo>
                  <a:pt x="52774" y="79156"/>
                </a:lnTo>
                <a:cubicBezTo>
                  <a:pt x="52774" y="72272"/>
                  <a:pt x="58387" y="66665"/>
                  <a:pt x="65281" y="66665"/>
                </a:cubicBezTo>
                <a:lnTo>
                  <a:pt x="87494" y="66665"/>
                </a:lnTo>
                <a:cubicBezTo>
                  <a:pt x="94387" y="66665"/>
                  <a:pt x="100001" y="72272"/>
                  <a:pt x="100001" y="79156"/>
                </a:cubicBezTo>
                <a:lnTo>
                  <a:pt x="100001" y="87489"/>
                </a:lnTo>
                <a:cubicBezTo>
                  <a:pt x="100001" y="94381"/>
                  <a:pt x="94387" y="99993"/>
                  <a:pt x="87494" y="99993"/>
                </a:cubicBezTo>
                <a:close/>
                <a:moveTo>
                  <a:pt x="87494" y="61109"/>
                </a:moveTo>
                <a:lnTo>
                  <a:pt x="65281" y="61109"/>
                </a:lnTo>
                <a:cubicBezTo>
                  <a:pt x="58387" y="61109"/>
                  <a:pt x="52774" y="55502"/>
                  <a:pt x="52774" y="48611"/>
                </a:cubicBezTo>
                <a:lnTo>
                  <a:pt x="52774" y="12505"/>
                </a:lnTo>
                <a:cubicBezTo>
                  <a:pt x="52774" y="5614"/>
                  <a:pt x="58387" y="7"/>
                  <a:pt x="65281" y="7"/>
                </a:cubicBezTo>
                <a:lnTo>
                  <a:pt x="87494" y="7"/>
                </a:lnTo>
                <a:cubicBezTo>
                  <a:pt x="94387" y="7"/>
                  <a:pt x="100001" y="5614"/>
                  <a:pt x="100001" y="12505"/>
                </a:cubicBezTo>
                <a:lnTo>
                  <a:pt x="100001" y="48611"/>
                </a:lnTo>
                <a:cubicBezTo>
                  <a:pt x="100001" y="55502"/>
                  <a:pt x="94387" y="61109"/>
                  <a:pt x="87494" y="6110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8" name="Чёрный — SVG 9">
            <a:extLst>
              <a:ext uri="{FF2B5EF4-FFF2-40B4-BE49-F238E27FC236}">
                <a16:creationId xmlns:a16="http://schemas.microsoft.com/office/drawing/2014/main" id="{8D2ED928-F77E-A246-A98D-AC9C23649E51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19494 w 138233"/>
              <a:gd name="csY0" fmla="*/ 0 h 148847"/>
              <a:gd name="csX1" fmla="*/ 0 w 138233"/>
              <a:gd name="csY1" fmla="*/ 19491 h 148847"/>
              <a:gd name="csX2" fmla="*/ 0 w 138233"/>
              <a:gd name="csY2" fmla="*/ 30123 h 148847"/>
              <a:gd name="csX3" fmla="*/ 6167 w 138233"/>
              <a:gd name="csY3" fmla="*/ 44300 h 148847"/>
              <a:gd name="csX4" fmla="*/ 0 w 138233"/>
              <a:gd name="csY4" fmla="*/ 58476 h 148847"/>
              <a:gd name="csX5" fmla="*/ 0 w 138233"/>
              <a:gd name="csY5" fmla="*/ 69108 h 148847"/>
              <a:gd name="csX6" fmla="*/ 6167 w 138233"/>
              <a:gd name="csY6" fmla="*/ 83283 h 148847"/>
              <a:gd name="csX7" fmla="*/ 0 w 138233"/>
              <a:gd name="csY7" fmla="*/ 97460 h 148847"/>
              <a:gd name="csX8" fmla="*/ 0 w 138233"/>
              <a:gd name="csY8" fmla="*/ 108089 h 148847"/>
              <a:gd name="csX9" fmla="*/ 19494 w 138233"/>
              <a:gd name="csY9" fmla="*/ 127583 h 148847"/>
              <a:gd name="csX10" fmla="*/ 56711 w 138233"/>
              <a:gd name="csY10" fmla="*/ 127583 h 148847"/>
              <a:gd name="csX11" fmla="*/ 53699 w 138233"/>
              <a:gd name="csY11" fmla="*/ 116951 h 148847"/>
              <a:gd name="csX12" fmla="*/ 19494 w 138233"/>
              <a:gd name="csY12" fmla="*/ 116951 h 148847"/>
              <a:gd name="csX13" fmla="*/ 10633 w 138233"/>
              <a:gd name="csY13" fmla="*/ 108089 h 148847"/>
              <a:gd name="csX14" fmla="*/ 10633 w 138233"/>
              <a:gd name="csY14" fmla="*/ 106319 h 148847"/>
              <a:gd name="csX15" fmla="*/ 53347 w 138233"/>
              <a:gd name="csY15" fmla="*/ 106319 h 148847"/>
              <a:gd name="csX16" fmla="*/ 66036 w 138233"/>
              <a:gd name="csY16" fmla="*/ 77967 h 148847"/>
              <a:gd name="csX17" fmla="*/ 19494 w 138233"/>
              <a:gd name="csY17" fmla="*/ 77967 h 148847"/>
              <a:gd name="csX18" fmla="*/ 10633 w 138233"/>
              <a:gd name="csY18" fmla="*/ 69108 h 148847"/>
              <a:gd name="csX19" fmla="*/ 10633 w 138233"/>
              <a:gd name="csY19" fmla="*/ 67335 h 148847"/>
              <a:gd name="csX20" fmla="*/ 81487 w 138233"/>
              <a:gd name="csY20" fmla="*/ 67335 h 148847"/>
              <a:gd name="csX21" fmla="*/ 99244 w 138233"/>
              <a:gd name="csY21" fmla="*/ 63792 h 148847"/>
              <a:gd name="csX22" fmla="*/ 120511 w 138233"/>
              <a:gd name="csY22" fmla="*/ 69004 h 148847"/>
              <a:gd name="csX23" fmla="*/ 120511 w 138233"/>
              <a:gd name="csY23" fmla="*/ 58476 h 148847"/>
              <a:gd name="csX24" fmla="*/ 114344 w 138233"/>
              <a:gd name="csY24" fmla="*/ 44300 h 148847"/>
              <a:gd name="csX25" fmla="*/ 120511 w 138233"/>
              <a:gd name="csY25" fmla="*/ 30123 h 148847"/>
              <a:gd name="csX26" fmla="*/ 120511 w 138233"/>
              <a:gd name="csY26" fmla="*/ 19491 h 148847"/>
              <a:gd name="csX27" fmla="*/ 101017 w 138233"/>
              <a:gd name="csY27" fmla="*/ 0 h 148847"/>
              <a:gd name="csX28" fmla="*/ 19494 w 138233"/>
              <a:gd name="csY28" fmla="*/ 0 h 148847"/>
              <a:gd name="csX29" fmla="*/ 10633 w 138233"/>
              <a:gd name="csY29" fmla="*/ 28352 h 148847"/>
              <a:gd name="csX30" fmla="*/ 109878 w 138233"/>
              <a:gd name="csY30" fmla="*/ 28352 h 148847"/>
              <a:gd name="csX31" fmla="*/ 109878 w 138233"/>
              <a:gd name="csY31" fmla="*/ 30123 h 148847"/>
              <a:gd name="csX32" fmla="*/ 101017 w 138233"/>
              <a:gd name="csY32" fmla="*/ 38984 h 148847"/>
              <a:gd name="csX33" fmla="*/ 19494 w 138233"/>
              <a:gd name="csY33" fmla="*/ 38984 h 148847"/>
              <a:gd name="csX34" fmla="*/ 10633 w 138233"/>
              <a:gd name="csY34" fmla="*/ 30123 h 148847"/>
              <a:gd name="csX35" fmla="*/ 10633 w 138233"/>
              <a:gd name="csY35" fmla="*/ 28352 h 148847"/>
              <a:gd name="csX36" fmla="*/ 99244 w 138233"/>
              <a:gd name="csY36" fmla="*/ 70880 h 148847"/>
              <a:gd name="csX37" fmla="*/ 60256 w 138233"/>
              <a:gd name="csY37" fmla="*/ 109858 h 148847"/>
              <a:gd name="csX38" fmla="*/ 99244 w 138233"/>
              <a:gd name="csY38" fmla="*/ 148847 h 148847"/>
              <a:gd name="csX39" fmla="*/ 138234 w 138233"/>
              <a:gd name="csY39" fmla="*/ 109858 h 148847"/>
              <a:gd name="csX40" fmla="*/ 99244 w 138233"/>
              <a:gd name="csY40" fmla="*/ 70880 h 148847"/>
              <a:gd name="csX41" fmla="*/ 81523 w 138233"/>
              <a:gd name="csY41" fmla="*/ 88599 h 148847"/>
              <a:gd name="csX42" fmla="*/ 85067 w 138233"/>
              <a:gd name="csY42" fmla="*/ 92144 h 148847"/>
              <a:gd name="csX43" fmla="*/ 85067 w 138233"/>
              <a:gd name="csY43" fmla="*/ 102776 h 148847"/>
              <a:gd name="csX44" fmla="*/ 99244 w 138233"/>
              <a:gd name="csY44" fmla="*/ 116951 h 148847"/>
              <a:gd name="csX45" fmla="*/ 111955 w 138233"/>
              <a:gd name="csY45" fmla="*/ 116951 h 148847"/>
              <a:gd name="csX46" fmla="*/ 107372 w 138233"/>
              <a:gd name="csY46" fmla="*/ 112375 h 148847"/>
              <a:gd name="csX47" fmla="*/ 107372 w 138233"/>
              <a:gd name="csY47" fmla="*/ 107357 h 148847"/>
              <a:gd name="csX48" fmla="*/ 109878 w 138233"/>
              <a:gd name="csY48" fmla="*/ 106319 h 148847"/>
              <a:gd name="csX49" fmla="*/ 112384 w 138233"/>
              <a:gd name="csY49" fmla="*/ 107357 h 148847"/>
              <a:gd name="csX50" fmla="*/ 123017 w 138233"/>
              <a:gd name="csY50" fmla="*/ 117989 h 148847"/>
              <a:gd name="csX51" fmla="*/ 123017 w 138233"/>
              <a:gd name="csY51" fmla="*/ 123007 h 148847"/>
              <a:gd name="csX52" fmla="*/ 112384 w 138233"/>
              <a:gd name="csY52" fmla="*/ 133639 h 148847"/>
              <a:gd name="csX53" fmla="*/ 107372 w 138233"/>
              <a:gd name="csY53" fmla="*/ 133639 h 148847"/>
              <a:gd name="csX54" fmla="*/ 107372 w 138233"/>
              <a:gd name="csY54" fmla="*/ 128621 h 148847"/>
              <a:gd name="csX55" fmla="*/ 111955 w 138233"/>
              <a:gd name="csY55" fmla="*/ 124045 h 148847"/>
              <a:gd name="csX56" fmla="*/ 99244 w 138233"/>
              <a:gd name="csY56" fmla="*/ 124045 h 148847"/>
              <a:gd name="csX57" fmla="*/ 77978 w 138233"/>
              <a:gd name="csY57" fmla="*/ 102776 h 148847"/>
              <a:gd name="csX58" fmla="*/ 77978 w 138233"/>
              <a:gd name="csY58" fmla="*/ 92144 h 148847"/>
              <a:gd name="csX59" fmla="*/ 81523 w 138233"/>
              <a:gd name="csY59" fmla="*/ 88599 h 148847"/>
            </a:gdLst>
            <a:ahLst/>
            <a:cxnLst/>
            <a:rect l="l" t="t" r="r" b="b"/>
            <a:pathLst>
              <a:path w="100000" h="100000">
                <a:moveTo>
                  <a:pt x="16662" y="0"/>
                </a:moveTo>
                <a:cubicBezTo>
                  <a:pt x="9447" y="0"/>
                  <a:pt x="3565" y="5881"/>
                  <a:pt x="3565" y="13095"/>
                </a:cubicBezTo>
                <a:lnTo>
                  <a:pt x="3565" y="20238"/>
                </a:lnTo>
                <a:cubicBezTo>
                  <a:pt x="3565" y="24000"/>
                  <a:pt x="5161" y="27380"/>
                  <a:pt x="7709" y="29762"/>
                </a:cubicBezTo>
                <a:cubicBezTo>
                  <a:pt x="5161" y="32143"/>
                  <a:pt x="3565" y="35524"/>
                  <a:pt x="3565" y="39286"/>
                </a:cubicBezTo>
                <a:lnTo>
                  <a:pt x="3565" y="46429"/>
                </a:lnTo>
                <a:cubicBezTo>
                  <a:pt x="3565" y="50191"/>
                  <a:pt x="5161" y="53572"/>
                  <a:pt x="7709" y="55952"/>
                </a:cubicBezTo>
                <a:cubicBezTo>
                  <a:pt x="5161" y="58334"/>
                  <a:pt x="3565" y="61714"/>
                  <a:pt x="3565" y="65477"/>
                </a:cubicBezTo>
                <a:lnTo>
                  <a:pt x="3565" y="72618"/>
                </a:lnTo>
                <a:cubicBezTo>
                  <a:pt x="3565" y="79829"/>
                  <a:pt x="9447" y="85714"/>
                  <a:pt x="16662" y="85714"/>
                </a:cubicBezTo>
                <a:lnTo>
                  <a:pt x="41666" y="85714"/>
                </a:lnTo>
                <a:cubicBezTo>
                  <a:pt x="40714" y="83451"/>
                  <a:pt x="40047" y="81075"/>
                  <a:pt x="39642" y="78571"/>
                </a:cubicBezTo>
                <a:lnTo>
                  <a:pt x="16662" y="78571"/>
                </a:lnTo>
                <a:cubicBezTo>
                  <a:pt x="13376" y="78571"/>
                  <a:pt x="10709" y="75909"/>
                  <a:pt x="10709" y="72618"/>
                </a:cubicBezTo>
                <a:lnTo>
                  <a:pt x="10709" y="71428"/>
                </a:lnTo>
                <a:lnTo>
                  <a:pt x="39406" y="71428"/>
                </a:lnTo>
                <a:cubicBezTo>
                  <a:pt x="39930" y="64048"/>
                  <a:pt x="43097" y="57405"/>
                  <a:pt x="47930" y="52381"/>
                </a:cubicBezTo>
                <a:lnTo>
                  <a:pt x="16662" y="52381"/>
                </a:lnTo>
                <a:cubicBezTo>
                  <a:pt x="13376" y="52381"/>
                  <a:pt x="10709" y="49714"/>
                  <a:pt x="10709" y="46429"/>
                </a:cubicBezTo>
                <a:lnTo>
                  <a:pt x="10709" y="45238"/>
                </a:lnTo>
                <a:lnTo>
                  <a:pt x="58311" y="45238"/>
                </a:lnTo>
                <a:cubicBezTo>
                  <a:pt x="61979" y="43714"/>
                  <a:pt x="66003" y="42857"/>
                  <a:pt x="70241" y="42857"/>
                </a:cubicBezTo>
                <a:cubicBezTo>
                  <a:pt x="75384" y="42857"/>
                  <a:pt x="80242" y="44121"/>
                  <a:pt x="84528" y="46359"/>
                </a:cubicBezTo>
                <a:lnTo>
                  <a:pt x="84528" y="39286"/>
                </a:lnTo>
                <a:cubicBezTo>
                  <a:pt x="84528" y="35524"/>
                  <a:pt x="82933" y="32143"/>
                  <a:pt x="80385" y="29762"/>
                </a:cubicBezTo>
                <a:cubicBezTo>
                  <a:pt x="82933" y="27380"/>
                  <a:pt x="84528" y="24000"/>
                  <a:pt x="84528" y="20238"/>
                </a:cubicBezTo>
                <a:lnTo>
                  <a:pt x="84528" y="13095"/>
                </a:lnTo>
                <a:cubicBezTo>
                  <a:pt x="84528" y="5881"/>
                  <a:pt x="78647" y="0"/>
                  <a:pt x="71432" y="0"/>
                </a:cubicBezTo>
                <a:lnTo>
                  <a:pt x="16662" y="0"/>
                </a:lnTo>
                <a:close/>
                <a:moveTo>
                  <a:pt x="10709" y="19048"/>
                </a:moveTo>
                <a:lnTo>
                  <a:pt x="77385" y="19048"/>
                </a:lnTo>
                <a:lnTo>
                  <a:pt x="77385" y="20238"/>
                </a:lnTo>
                <a:cubicBezTo>
                  <a:pt x="77385" y="23523"/>
                  <a:pt x="74718" y="26191"/>
                  <a:pt x="71432" y="26191"/>
                </a:cubicBezTo>
                <a:lnTo>
                  <a:pt x="16662" y="26191"/>
                </a:lnTo>
                <a:cubicBezTo>
                  <a:pt x="13376" y="26191"/>
                  <a:pt x="10709" y="23523"/>
                  <a:pt x="10709" y="20238"/>
                </a:cubicBezTo>
                <a:lnTo>
                  <a:pt x="10709" y="19048"/>
                </a:lnTo>
                <a:close/>
                <a:moveTo>
                  <a:pt x="70241" y="47619"/>
                </a:moveTo>
                <a:cubicBezTo>
                  <a:pt x="55775" y="47619"/>
                  <a:pt x="44047" y="59346"/>
                  <a:pt x="44047" y="73806"/>
                </a:cubicBezTo>
                <a:cubicBezTo>
                  <a:pt x="44047" y="88275"/>
                  <a:pt x="55775" y="100000"/>
                  <a:pt x="70241" y="100000"/>
                </a:cubicBezTo>
                <a:cubicBezTo>
                  <a:pt x="84708" y="100000"/>
                  <a:pt x="96435" y="88275"/>
                  <a:pt x="96435" y="73806"/>
                </a:cubicBezTo>
                <a:cubicBezTo>
                  <a:pt x="96435" y="59346"/>
                  <a:pt x="84708" y="47619"/>
                  <a:pt x="70241" y="47619"/>
                </a:cubicBezTo>
                <a:close/>
                <a:moveTo>
                  <a:pt x="58335" y="59524"/>
                </a:moveTo>
                <a:cubicBezTo>
                  <a:pt x="59652" y="59524"/>
                  <a:pt x="60716" y="60591"/>
                  <a:pt x="60716" y="61905"/>
                </a:cubicBezTo>
                <a:lnTo>
                  <a:pt x="60716" y="69048"/>
                </a:lnTo>
                <a:cubicBezTo>
                  <a:pt x="60716" y="74297"/>
                  <a:pt x="64988" y="78571"/>
                  <a:pt x="70241" y="78571"/>
                </a:cubicBezTo>
                <a:lnTo>
                  <a:pt x="78780" y="78571"/>
                </a:lnTo>
                <a:lnTo>
                  <a:pt x="75701" y="75497"/>
                </a:lnTo>
                <a:cubicBezTo>
                  <a:pt x="74771" y="74560"/>
                  <a:pt x="74771" y="73052"/>
                  <a:pt x="75701" y="72126"/>
                </a:cubicBezTo>
                <a:cubicBezTo>
                  <a:pt x="76166" y="71662"/>
                  <a:pt x="76775" y="71428"/>
                  <a:pt x="77385" y="71428"/>
                </a:cubicBezTo>
                <a:cubicBezTo>
                  <a:pt x="77995" y="71428"/>
                  <a:pt x="78604" y="71662"/>
                  <a:pt x="79068" y="72126"/>
                </a:cubicBezTo>
                <a:lnTo>
                  <a:pt x="86212" y="79269"/>
                </a:lnTo>
                <a:cubicBezTo>
                  <a:pt x="87144" y="80194"/>
                  <a:pt x="87144" y="81703"/>
                  <a:pt x="86212" y="82640"/>
                </a:cubicBezTo>
                <a:lnTo>
                  <a:pt x="79068" y="89783"/>
                </a:lnTo>
                <a:cubicBezTo>
                  <a:pt x="78138" y="90709"/>
                  <a:pt x="76632" y="90709"/>
                  <a:pt x="75701" y="89783"/>
                </a:cubicBezTo>
                <a:cubicBezTo>
                  <a:pt x="74771" y="88846"/>
                  <a:pt x="74771" y="87337"/>
                  <a:pt x="75701" y="86412"/>
                </a:cubicBezTo>
                <a:lnTo>
                  <a:pt x="78780" y="83337"/>
                </a:lnTo>
                <a:lnTo>
                  <a:pt x="70241" y="83337"/>
                </a:lnTo>
                <a:cubicBezTo>
                  <a:pt x="62362" y="83337"/>
                  <a:pt x="55953" y="76926"/>
                  <a:pt x="55953" y="69048"/>
                </a:cubicBezTo>
                <a:lnTo>
                  <a:pt x="55953" y="61905"/>
                </a:lnTo>
                <a:cubicBezTo>
                  <a:pt x="55953" y="60591"/>
                  <a:pt x="57018" y="59524"/>
                  <a:pt x="58335" y="5952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29" name="Чёрный — SVG 10">
            <a:extLst>
              <a:ext uri="{FF2B5EF4-FFF2-40B4-BE49-F238E27FC236}">
                <a16:creationId xmlns:a16="http://schemas.microsoft.com/office/drawing/2014/main" id="{8181664A-A7F5-D14E-B3CF-26B82370A154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19494 w 138233"/>
              <a:gd name="csY0" fmla="*/ 0 h 141753"/>
              <a:gd name="csX1" fmla="*/ 0 w 138233"/>
              <a:gd name="csY1" fmla="*/ 19491 h 141753"/>
              <a:gd name="csX2" fmla="*/ 0 w 138233"/>
              <a:gd name="csY2" fmla="*/ 30123 h 141753"/>
              <a:gd name="csX3" fmla="*/ 6154 w 138233"/>
              <a:gd name="csY3" fmla="*/ 44300 h 141753"/>
              <a:gd name="csX4" fmla="*/ 0 w 138233"/>
              <a:gd name="csY4" fmla="*/ 58476 h 141753"/>
              <a:gd name="csX5" fmla="*/ 0 w 138233"/>
              <a:gd name="csY5" fmla="*/ 69108 h 141753"/>
              <a:gd name="csX6" fmla="*/ 6154 w 138233"/>
              <a:gd name="csY6" fmla="*/ 83283 h 141753"/>
              <a:gd name="csX7" fmla="*/ 0 w 138233"/>
              <a:gd name="csY7" fmla="*/ 97460 h 141753"/>
              <a:gd name="csX8" fmla="*/ 0 w 138233"/>
              <a:gd name="csY8" fmla="*/ 108089 h 141753"/>
              <a:gd name="csX9" fmla="*/ 19494 w 138233"/>
              <a:gd name="csY9" fmla="*/ 127583 h 141753"/>
              <a:gd name="csX10" fmla="*/ 75284 w 138233"/>
              <a:gd name="csY10" fmla="*/ 127583 h 141753"/>
              <a:gd name="csX11" fmla="*/ 70134 w 138233"/>
              <a:gd name="csY11" fmla="*/ 116951 h 141753"/>
              <a:gd name="csX12" fmla="*/ 19494 w 138233"/>
              <a:gd name="csY12" fmla="*/ 116951 h 141753"/>
              <a:gd name="csX13" fmla="*/ 10633 w 138233"/>
              <a:gd name="csY13" fmla="*/ 108089 h 141753"/>
              <a:gd name="csX14" fmla="*/ 10633 w 138233"/>
              <a:gd name="csY14" fmla="*/ 106319 h 141753"/>
              <a:gd name="csX15" fmla="*/ 67746 w 138233"/>
              <a:gd name="csY15" fmla="*/ 106319 h 141753"/>
              <a:gd name="csX16" fmla="*/ 67344 w 138233"/>
              <a:gd name="csY16" fmla="*/ 99231 h 141753"/>
              <a:gd name="csX17" fmla="*/ 67344 w 138233"/>
              <a:gd name="csY17" fmla="*/ 77967 h 141753"/>
              <a:gd name="csX18" fmla="*/ 19494 w 138233"/>
              <a:gd name="csY18" fmla="*/ 77967 h 141753"/>
              <a:gd name="csX19" fmla="*/ 10633 w 138233"/>
              <a:gd name="csY19" fmla="*/ 69108 h 141753"/>
              <a:gd name="csX20" fmla="*/ 10633 w 138233"/>
              <a:gd name="csY20" fmla="*/ 67335 h 141753"/>
              <a:gd name="csX21" fmla="*/ 77210 w 138233"/>
              <a:gd name="csY21" fmla="*/ 67335 h 141753"/>
              <a:gd name="csX22" fmla="*/ 77978 w 138233"/>
              <a:gd name="csY22" fmla="*/ 67260 h 141753"/>
              <a:gd name="csX23" fmla="*/ 97832 w 138233"/>
              <a:gd name="csY23" fmla="*/ 57334 h 141753"/>
              <a:gd name="csX24" fmla="*/ 106334 w 138233"/>
              <a:gd name="csY24" fmla="*/ 53160 h 141753"/>
              <a:gd name="csX25" fmla="*/ 114842 w 138233"/>
              <a:gd name="csY25" fmla="*/ 57341 h 141753"/>
              <a:gd name="csX26" fmla="*/ 120511 w 138233"/>
              <a:gd name="csY26" fmla="*/ 62601 h 141753"/>
              <a:gd name="csX27" fmla="*/ 120511 w 138233"/>
              <a:gd name="csY27" fmla="*/ 58476 h 141753"/>
              <a:gd name="csX28" fmla="*/ 114357 w 138233"/>
              <a:gd name="csY28" fmla="*/ 44300 h 141753"/>
              <a:gd name="csX29" fmla="*/ 120511 w 138233"/>
              <a:gd name="csY29" fmla="*/ 30123 h 141753"/>
              <a:gd name="csX30" fmla="*/ 120511 w 138233"/>
              <a:gd name="csY30" fmla="*/ 19491 h 141753"/>
              <a:gd name="csX31" fmla="*/ 101017 w 138233"/>
              <a:gd name="csY31" fmla="*/ 0 h 141753"/>
              <a:gd name="csX32" fmla="*/ 19494 w 138233"/>
              <a:gd name="csY32" fmla="*/ 0 h 141753"/>
              <a:gd name="csX33" fmla="*/ 10633 w 138233"/>
              <a:gd name="csY33" fmla="*/ 28352 h 141753"/>
              <a:gd name="csX34" fmla="*/ 109878 w 138233"/>
              <a:gd name="csY34" fmla="*/ 28352 h 141753"/>
              <a:gd name="csX35" fmla="*/ 109878 w 138233"/>
              <a:gd name="csY35" fmla="*/ 30123 h 141753"/>
              <a:gd name="csX36" fmla="*/ 101017 w 138233"/>
              <a:gd name="csY36" fmla="*/ 38984 h 141753"/>
              <a:gd name="csX37" fmla="*/ 19494 w 138233"/>
              <a:gd name="csY37" fmla="*/ 38984 h 141753"/>
              <a:gd name="csX38" fmla="*/ 10633 w 138233"/>
              <a:gd name="csY38" fmla="*/ 30123 h 141753"/>
              <a:gd name="csX39" fmla="*/ 10633 w 138233"/>
              <a:gd name="csY39" fmla="*/ 28352 h 141753"/>
              <a:gd name="csX40" fmla="*/ 106334 w 138233"/>
              <a:gd name="csY40" fmla="*/ 60248 h 141753"/>
              <a:gd name="csX41" fmla="*/ 103496 w 138233"/>
              <a:gd name="csY41" fmla="*/ 61590 h 141753"/>
              <a:gd name="csX42" fmla="*/ 77978 w 138233"/>
              <a:gd name="csY42" fmla="*/ 74347 h 141753"/>
              <a:gd name="csX43" fmla="*/ 74434 w 138233"/>
              <a:gd name="csY43" fmla="*/ 77892 h 141753"/>
              <a:gd name="csX44" fmla="*/ 74434 w 138233"/>
              <a:gd name="csY44" fmla="*/ 99231 h 141753"/>
              <a:gd name="csX45" fmla="*/ 105475 w 138233"/>
              <a:gd name="csY45" fmla="*/ 141652 h 141753"/>
              <a:gd name="csX46" fmla="*/ 106334 w 138233"/>
              <a:gd name="csY46" fmla="*/ 141753 h 141753"/>
              <a:gd name="csX47" fmla="*/ 107193 w 138233"/>
              <a:gd name="csY47" fmla="*/ 141652 h 141753"/>
              <a:gd name="csX48" fmla="*/ 138234 w 138233"/>
              <a:gd name="csY48" fmla="*/ 99231 h 141753"/>
              <a:gd name="csX49" fmla="*/ 138234 w 138233"/>
              <a:gd name="csY49" fmla="*/ 77892 h 141753"/>
              <a:gd name="csX50" fmla="*/ 134704 w 138233"/>
              <a:gd name="csY50" fmla="*/ 74347 h 141753"/>
              <a:gd name="csX51" fmla="*/ 109172 w 138233"/>
              <a:gd name="csY51" fmla="*/ 61590 h 141753"/>
              <a:gd name="csX52" fmla="*/ 106334 w 138233"/>
              <a:gd name="csY52" fmla="*/ 60248 h 141753"/>
            </a:gdLst>
            <a:ahLst/>
            <a:cxnLst/>
            <a:rect l="l" t="t" r="r" b="b"/>
            <a:pathLst>
              <a:path w="100000" h="100000">
                <a:moveTo>
                  <a:pt x="14994" y="0"/>
                </a:moveTo>
                <a:cubicBezTo>
                  <a:pt x="7411" y="0"/>
                  <a:pt x="1242" y="6168"/>
                  <a:pt x="1242" y="13750"/>
                </a:cubicBezTo>
                <a:lnTo>
                  <a:pt x="1242" y="21250"/>
                </a:lnTo>
                <a:cubicBezTo>
                  <a:pt x="1242" y="25194"/>
                  <a:pt x="2915" y="28742"/>
                  <a:pt x="5583" y="31252"/>
                </a:cubicBezTo>
                <a:cubicBezTo>
                  <a:pt x="2915" y="33761"/>
                  <a:pt x="1242" y="37310"/>
                  <a:pt x="1242" y="41252"/>
                </a:cubicBezTo>
                <a:lnTo>
                  <a:pt x="1242" y="48752"/>
                </a:lnTo>
                <a:cubicBezTo>
                  <a:pt x="1242" y="52694"/>
                  <a:pt x="2915" y="56243"/>
                  <a:pt x="5583" y="58752"/>
                </a:cubicBezTo>
                <a:cubicBezTo>
                  <a:pt x="2915" y="61263"/>
                  <a:pt x="1242" y="64810"/>
                  <a:pt x="1242" y="68753"/>
                </a:cubicBezTo>
                <a:lnTo>
                  <a:pt x="1242" y="76252"/>
                </a:lnTo>
                <a:cubicBezTo>
                  <a:pt x="1242" y="83836"/>
                  <a:pt x="7411" y="90004"/>
                  <a:pt x="14994" y="90004"/>
                </a:cubicBezTo>
                <a:lnTo>
                  <a:pt x="54351" y="90004"/>
                </a:lnTo>
                <a:cubicBezTo>
                  <a:pt x="52920" y="87820"/>
                  <a:pt x="51674" y="85324"/>
                  <a:pt x="50718" y="82503"/>
                </a:cubicBezTo>
                <a:lnTo>
                  <a:pt x="14994" y="82503"/>
                </a:lnTo>
                <a:cubicBezTo>
                  <a:pt x="11548" y="82503"/>
                  <a:pt x="8743" y="79696"/>
                  <a:pt x="8743" y="76252"/>
                </a:cubicBezTo>
                <a:lnTo>
                  <a:pt x="8743" y="75003"/>
                </a:lnTo>
                <a:lnTo>
                  <a:pt x="49033" y="75003"/>
                </a:lnTo>
                <a:cubicBezTo>
                  <a:pt x="48848" y="73419"/>
                  <a:pt x="48750" y="71751"/>
                  <a:pt x="48750" y="70003"/>
                </a:cubicBezTo>
                <a:lnTo>
                  <a:pt x="48750" y="55002"/>
                </a:lnTo>
                <a:lnTo>
                  <a:pt x="14994" y="55002"/>
                </a:lnTo>
                <a:cubicBezTo>
                  <a:pt x="11548" y="55002"/>
                  <a:pt x="8743" y="52197"/>
                  <a:pt x="8743" y="48752"/>
                </a:cubicBezTo>
                <a:lnTo>
                  <a:pt x="8743" y="47502"/>
                </a:lnTo>
                <a:lnTo>
                  <a:pt x="55710" y="47502"/>
                </a:lnTo>
                <a:cubicBezTo>
                  <a:pt x="55892" y="47490"/>
                  <a:pt x="56067" y="47449"/>
                  <a:pt x="56251" y="47449"/>
                </a:cubicBezTo>
                <a:cubicBezTo>
                  <a:pt x="56260" y="47449"/>
                  <a:pt x="65214" y="47164"/>
                  <a:pt x="70257" y="40446"/>
                </a:cubicBezTo>
                <a:cubicBezTo>
                  <a:pt x="71633" y="38603"/>
                  <a:pt x="73877" y="37502"/>
                  <a:pt x="76255" y="37502"/>
                </a:cubicBezTo>
                <a:cubicBezTo>
                  <a:pt x="78633" y="37502"/>
                  <a:pt x="80877" y="38603"/>
                  <a:pt x="82257" y="40451"/>
                </a:cubicBezTo>
                <a:cubicBezTo>
                  <a:pt x="83430" y="42014"/>
                  <a:pt x="84819" y="43217"/>
                  <a:pt x="86256" y="44162"/>
                </a:cubicBezTo>
                <a:lnTo>
                  <a:pt x="86256" y="41252"/>
                </a:lnTo>
                <a:cubicBezTo>
                  <a:pt x="86256" y="37310"/>
                  <a:pt x="84583" y="33761"/>
                  <a:pt x="81915" y="31252"/>
                </a:cubicBezTo>
                <a:cubicBezTo>
                  <a:pt x="84583" y="28742"/>
                  <a:pt x="86256" y="25194"/>
                  <a:pt x="86256" y="21250"/>
                </a:cubicBezTo>
                <a:lnTo>
                  <a:pt x="86256" y="13750"/>
                </a:lnTo>
                <a:cubicBezTo>
                  <a:pt x="86256" y="6168"/>
                  <a:pt x="80089" y="0"/>
                  <a:pt x="72504" y="0"/>
                </a:cubicBezTo>
                <a:lnTo>
                  <a:pt x="14994" y="0"/>
                </a:lnTo>
                <a:close/>
                <a:moveTo>
                  <a:pt x="8743" y="20001"/>
                </a:moveTo>
                <a:lnTo>
                  <a:pt x="78755" y="20001"/>
                </a:lnTo>
                <a:lnTo>
                  <a:pt x="78755" y="21250"/>
                </a:lnTo>
                <a:cubicBezTo>
                  <a:pt x="78755" y="24696"/>
                  <a:pt x="75950" y="27501"/>
                  <a:pt x="72504" y="27501"/>
                </a:cubicBezTo>
                <a:lnTo>
                  <a:pt x="14994" y="27501"/>
                </a:lnTo>
                <a:cubicBezTo>
                  <a:pt x="11548" y="27501"/>
                  <a:pt x="8743" y="24696"/>
                  <a:pt x="8743" y="21250"/>
                </a:cubicBezTo>
                <a:lnTo>
                  <a:pt x="8743" y="20001"/>
                </a:lnTo>
                <a:close/>
                <a:moveTo>
                  <a:pt x="76255" y="42502"/>
                </a:moveTo>
                <a:cubicBezTo>
                  <a:pt x="75490" y="42502"/>
                  <a:pt x="74724" y="42819"/>
                  <a:pt x="74253" y="43449"/>
                </a:cubicBezTo>
                <a:cubicBezTo>
                  <a:pt x="67625" y="52285"/>
                  <a:pt x="56356" y="52448"/>
                  <a:pt x="56251" y="52448"/>
                </a:cubicBezTo>
                <a:cubicBezTo>
                  <a:pt x="54871" y="52448"/>
                  <a:pt x="53751" y="53569"/>
                  <a:pt x="53751" y="54949"/>
                </a:cubicBezTo>
                <a:lnTo>
                  <a:pt x="53751" y="70003"/>
                </a:lnTo>
                <a:cubicBezTo>
                  <a:pt x="53751" y="94180"/>
                  <a:pt x="75432" y="99880"/>
                  <a:pt x="75649" y="99929"/>
                </a:cubicBezTo>
                <a:cubicBezTo>
                  <a:pt x="75850" y="99977"/>
                  <a:pt x="76050" y="100000"/>
                  <a:pt x="76255" y="100000"/>
                </a:cubicBezTo>
                <a:cubicBezTo>
                  <a:pt x="76460" y="100000"/>
                  <a:pt x="76661" y="99977"/>
                  <a:pt x="76861" y="99929"/>
                </a:cubicBezTo>
                <a:cubicBezTo>
                  <a:pt x="77078" y="99880"/>
                  <a:pt x="98759" y="94180"/>
                  <a:pt x="98759" y="70003"/>
                </a:cubicBezTo>
                <a:lnTo>
                  <a:pt x="98759" y="54949"/>
                </a:lnTo>
                <a:cubicBezTo>
                  <a:pt x="98759" y="53574"/>
                  <a:pt x="97644" y="52455"/>
                  <a:pt x="96269" y="52448"/>
                </a:cubicBezTo>
                <a:cubicBezTo>
                  <a:pt x="96156" y="52448"/>
                  <a:pt x="84886" y="52285"/>
                  <a:pt x="78257" y="43449"/>
                </a:cubicBezTo>
                <a:cubicBezTo>
                  <a:pt x="77787" y="42819"/>
                  <a:pt x="77020" y="42502"/>
                  <a:pt x="76255" y="4250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0" name="Чёрный — SVG 11">
            <a:extLst>
              <a:ext uri="{FF2B5EF4-FFF2-40B4-BE49-F238E27FC236}">
                <a16:creationId xmlns:a16="http://schemas.microsoft.com/office/drawing/2014/main" id="{2BAA07DB-623E-8F4C-8575-E4C0F9EA9FF6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19494 w 120511"/>
              <a:gd name="csY0" fmla="*/ 0 h 127583"/>
              <a:gd name="csX1" fmla="*/ 0 w 120511"/>
              <a:gd name="csY1" fmla="*/ 19491 h 127583"/>
              <a:gd name="csX2" fmla="*/ 0 w 120511"/>
              <a:gd name="csY2" fmla="*/ 30123 h 127583"/>
              <a:gd name="csX3" fmla="*/ 6161 w 120511"/>
              <a:gd name="csY3" fmla="*/ 44300 h 127583"/>
              <a:gd name="csX4" fmla="*/ 0 w 120511"/>
              <a:gd name="csY4" fmla="*/ 58476 h 127583"/>
              <a:gd name="csX5" fmla="*/ 0 w 120511"/>
              <a:gd name="csY5" fmla="*/ 69108 h 127583"/>
              <a:gd name="csX6" fmla="*/ 6161 w 120511"/>
              <a:gd name="csY6" fmla="*/ 83283 h 127583"/>
              <a:gd name="csX7" fmla="*/ 0 w 120511"/>
              <a:gd name="csY7" fmla="*/ 97460 h 127583"/>
              <a:gd name="csX8" fmla="*/ 0 w 120511"/>
              <a:gd name="csY8" fmla="*/ 108089 h 127583"/>
              <a:gd name="csX9" fmla="*/ 19494 w 120511"/>
              <a:gd name="csY9" fmla="*/ 127583 h 127583"/>
              <a:gd name="csX10" fmla="*/ 101017 w 120511"/>
              <a:gd name="csY10" fmla="*/ 127583 h 127583"/>
              <a:gd name="csX11" fmla="*/ 120511 w 120511"/>
              <a:gd name="csY11" fmla="*/ 108089 h 127583"/>
              <a:gd name="csX12" fmla="*/ 120511 w 120511"/>
              <a:gd name="csY12" fmla="*/ 97460 h 127583"/>
              <a:gd name="csX13" fmla="*/ 114350 w 120511"/>
              <a:gd name="csY13" fmla="*/ 83283 h 127583"/>
              <a:gd name="csX14" fmla="*/ 120511 w 120511"/>
              <a:gd name="csY14" fmla="*/ 69108 h 127583"/>
              <a:gd name="csX15" fmla="*/ 120511 w 120511"/>
              <a:gd name="csY15" fmla="*/ 58476 h 127583"/>
              <a:gd name="csX16" fmla="*/ 114350 w 120511"/>
              <a:gd name="csY16" fmla="*/ 44300 h 127583"/>
              <a:gd name="csX17" fmla="*/ 120511 w 120511"/>
              <a:gd name="csY17" fmla="*/ 30123 h 127583"/>
              <a:gd name="csX18" fmla="*/ 120511 w 120511"/>
              <a:gd name="csY18" fmla="*/ 19491 h 127583"/>
              <a:gd name="csX19" fmla="*/ 101017 w 120511"/>
              <a:gd name="csY19" fmla="*/ 0 h 127583"/>
              <a:gd name="csX20" fmla="*/ 19494 w 120511"/>
              <a:gd name="csY20" fmla="*/ 0 h 127583"/>
              <a:gd name="csX21" fmla="*/ 10633 w 120511"/>
              <a:gd name="csY21" fmla="*/ 28352 h 127583"/>
              <a:gd name="csX22" fmla="*/ 109878 w 120511"/>
              <a:gd name="csY22" fmla="*/ 28352 h 127583"/>
              <a:gd name="csX23" fmla="*/ 109878 w 120511"/>
              <a:gd name="csY23" fmla="*/ 30123 h 127583"/>
              <a:gd name="csX24" fmla="*/ 101017 w 120511"/>
              <a:gd name="csY24" fmla="*/ 38984 h 127583"/>
              <a:gd name="csX25" fmla="*/ 19494 w 120511"/>
              <a:gd name="csY25" fmla="*/ 38984 h 127583"/>
              <a:gd name="csX26" fmla="*/ 10633 w 120511"/>
              <a:gd name="csY26" fmla="*/ 30123 h 127583"/>
              <a:gd name="csX27" fmla="*/ 10633 w 120511"/>
              <a:gd name="csY27" fmla="*/ 28352 h 127583"/>
              <a:gd name="csX28" fmla="*/ 10633 w 120511"/>
              <a:gd name="csY28" fmla="*/ 67335 h 127583"/>
              <a:gd name="csX29" fmla="*/ 109878 w 120511"/>
              <a:gd name="csY29" fmla="*/ 67335 h 127583"/>
              <a:gd name="csX30" fmla="*/ 109878 w 120511"/>
              <a:gd name="csY30" fmla="*/ 69108 h 127583"/>
              <a:gd name="csX31" fmla="*/ 101017 w 120511"/>
              <a:gd name="csY31" fmla="*/ 77967 h 127583"/>
              <a:gd name="csX32" fmla="*/ 19494 w 120511"/>
              <a:gd name="csY32" fmla="*/ 77967 h 127583"/>
              <a:gd name="csX33" fmla="*/ 10633 w 120511"/>
              <a:gd name="csY33" fmla="*/ 69108 h 127583"/>
              <a:gd name="csX34" fmla="*/ 10633 w 120511"/>
              <a:gd name="csY34" fmla="*/ 67335 h 127583"/>
              <a:gd name="csX35" fmla="*/ 10633 w 120511"/>
              <a:gd name="csY35" fmla="*/ 106319 h 127583"/>
              <a:gd name="csX36" fmla="*/ 109878 w 120511"/>
              <a:gd name="csY36" fmla="*/ 106319 h 127583"/>
              <a:gd name="csX37" fmla="*/ 109878 w 120511"/>
              <a:gd name="csY37" fmla="*/ 108089 h 127583"/>
              <a:gd name="csX38" fmla="*/ 101017 w 120511"/>
              <a:gd name="csY38" fmla="*/ 116951 h 127583"/>
              <a:gd name="csX39" fmla="*/ 19494 w 120511"/>
              <a:gd name="csY39" fmla="*/ 116951 h 127583"/>
              <a:gd name="csX40" fmla="*/ 10633 w 120511"/>
              <a:gd name="csY40" fmla="*/ 108089 h 127583"/>
              <a:gd name="csX41" fmla="*/ 10633 w 120511"/>
              <a:gd name="csY41" fmla="*/ 106319 h 127583"/>
            </a:gdLst>
            <a:ahLst/>
            <a:cxnLst/>
            <a:rect l="l" t="t" r="r" b="b"/>
            <a:pathLst>
              <a:path w="100000" h="100000">
                <a:moveTo>
                  <a:pt x="18051" y="0"/>
                </a:moveTo>
                <a:cubicBezTo>
                  <a:pt x="9626" y="0"/>
                  <a:pt x="2772" y="6854"/>
                  <a:pt x="2772" y="15277"/>
                </a:cubicBezTo>
                <a:lnTo>
                  <a:pt x="2772" y="23611"/>
                </a:lnTo>
                <a:cubicBezTo>
                  <a:pt x="2772" y="27992"/>
                  <a:pt x="4637" y="31934"/>
                  <a:pt x="7601" y="34722"/>
                </a:cubicBezTo>
                <a:cubicBezTo>
                  <a:pt x="4637" y="37510"/>
                  <a:pt x="2772" y="41452"/>
                  <a:pt x="2772" y="45834"/>
                </a:cubicBezTo>
                <a:lnTo>
                  <a:pt x="2772" y="54167"/>
                </a:lnTo>
                <a:cubicBezTo>
                  <a:pt x="2772" y="58548"/>
                  <a:pt x="4637" y="62490"/>
                  <a:pt x="7601" y="65278"/>
                </a:cubicBezTo>
                <a:cubicBezTo>
                  <a:pt x="4637" y="68065"/>
                  <a:pt x="2772" y="72008"/>
                  <a:pt x="2772" y="76389"/>
                </a:cubicBezTo>
                <a:lnTo>
                  <a:pt x="2772" y="84721"/>
                </a:lnTo>
                <a:cubicBezTo>
                  <a:pt x="2772" y="93147"/>
                  <a:pt x="9626" y="100000"/>
                  <a:pt x="18051" y="100000"/>
                </a:cubicBezTo>
                <a:lnTo>
                  <a:pt x="81949" y="100000"/>
                </a:lnTo>
                <a:cubicBezTo>
                  <a:pt x="90376" y="100000"/>
                  <a:pt x="97228" y="93147"/>
                  <a:pt x="97228" y="84721"/>
                </a:cubicBezTo>
                <a:lnTo>
                  <a:pt x="97228" y="76389"/>
                </a:lnTo>
                <a:cubicBezTo>
                  <a:pt x="97228" y="72008"/>
                  <a:pt x="95363" y="68065"/>
                  <a:pt x="92399" y="65278"/>
                </a:cubicBezTo>
                <a:cubicBezTo>
                  <a:pt x="95363" y="62490"/>
                  <a:pt x="97228" y="58548"/>
                  <a:pt x="97228" y="54167"/>
                </a:cubicBezTo>
                <a:lnTo>
                  <a:pt x="97228" y="45834"/>
                </a:lnTo>
                <a:cubicBezTo>
                  <a:pt x="97228" y="41452"/>
                  <a:pt x="95363" y="37510"/>
                  <a:pt x="92399" y="34722"/>
                </a:cubicBezTo>
                <a:cubicBezTo>
                  <a:pt x="95363" y="31934"/>
                  <a:pt x="97228" y="27992"/>
                  <a:pt x="97228" y="23611"/>
                </a:cubicBezTo>
                <a:lnTo>
                  <a:pt x="97228" y="15277"/>
                </a:lnTo>
                <a:cubicBezTo>
                  <a:pt x="97228" y="6854"/>
                  <a:pt x="90376" y="0"/>
                  <a:pt x="81949" y="0"/>
                </a:cubicBezTo>
                <a:lnTo>
                  <a:pt x="18051" y="0"/>
                </a:lnTo>
                <a:close/>
                <a:moveTo>
                  <a:pt x="11106" y="22222"/>
                </a:moveTo>
                <a:lnTo>
                  <a:pt x="88894" y="22222"/>
                </a:lnTo>
                <a:lnTo>
                  <a:pt x="88894" y="23611"/>
                </a:lnTo>
                <a:cubicBezTo>
                  <a:pt x="88894" y="27439"/>
                  <a:pt x="85778" y="30556"/>
                  <a:pt x="81949" y="30556"/>
                </a:cubicBezTo>
                <a:lnTo>
                  <a:pt x="18051" y="30556"/>
                </a:lnTo>
                <a:cubicBezTo>
                  <a:pt x="14222" y="30556"/>
                  <a:pt x="11106" y="27439"/>
                  <a:pt x="11106" y="23611"/>
                </a:cubicBezTo>
                <a:lnTo>
                  <a:pt x="11106" y="22222"/>
                </a:lnTo>
                <a:close/>
                <a:moveTo>
                  <a:pt x="11106" y="52777"/>
                </a:moveTo>
                <a:lnTo>
                  <a:pt x="88894" y="52777"/>
                </a:lnTo>
                <a:lnTo>
                  <a:pt x="88894" y="54167"/>
                </a:lnTo>
                <a:cubicBezTo>
                  <a:pt x="88894" y="57994"/>
                  <a:pt x="85778" y="61111"/>
                  <a:pt x="81949" y="61111"/>
                </a:cubicBezTo>
                <a:lnTo>
                  <a:pt x="18051" y="61111"/>
                </a:lnTo>
                <a:cubicBezTo>
                  <a:pt x="14222" y="61111"/>
                  <a:pt x="11106" y="57994"/>
                  <a:pt x="11106" y="54167"/>
                </a:cubicBezTo>
                <a:lnTo>
                  <a:pt x="11106" y="52777"/>
                </a:lnTo>
                <a:close/>
                <a:moveTo>
                  <a:pt x="11106" y="83333"/>
                </a:moveTo>
                <a:lnTo>
                  <a:pt x="88894" y="83333"/>
                </a:lnTo>
                <a:lnTo>
                  <a:pt x="88894" y="84721"/>
                </a:lnTo>
                <a:cubicBezTo>
                  <a:pt x="88894" y="88547"/>
                  <a:pt x="85778" y="91667"/>
                  <a:pt x="81949" y="91667"/>
                </a:cubicBezTo>
                <a:lnTo>
                  <a:pt x="18051" y="91667"/>
                </a:lnTo>
                <a:cubicBezTo>
                  <a:pt x="14222" y="91667"/>
                  <a:pt x="11106" y="88547"/>
                  <a:pt x="11106" y="84721"/>
                </a:cubicBezTo>
                <a:lnTo>
                  <a:pt x="11106" y="8333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1" name="Чёрный — SVG 12">
            <a:extLst>
              <a:ext uri="{FF2B5EF4-FFF2-40B4-BE49-F238E27FC236}">
                <a16:creationId xmlns:a16="http://schemas.microsoft.com/office/drawing/2014/main" id="{20CD13A2-5626-FB4A-BFF5-64DF7270E913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30121 w 134840"/>
              <a:gd name="csY0" fmla="*/ 1 h 134830"/>
              <a:gd name="csX1" fmla="*/ 26388 w 134840"/>
              <a:gd name="csY1" fmla="*/ 1615 h 134830"/>
              <a:gd name="csX2" fmla="*/ 24887 w 134840"/>
              <a:gd name="csY2" fmla="*/ 5393 h 134830"/>
              <a:gd name="csX3" fmla="*/ 24887 w 134840"/>
              <a:gd name="csY3" fmla="*/ 15195 h 134830"/>
              <a:gd name="csX4" fmla="*/ 18950 w 134840"/>
              <a:gd name="csY4" fmla="*/ 18949 h 134830"/>
              <a:gd name="csX5" fmla="*/ 15195 w 134840"/>
              <a:gd name="csY5" fmla="*/ 24884 h 134830"/>
              <a:gd name="csX6" fmla="*/ 5392 w 134840"/>
              <a:gd name="csY6" fmla="*/ 24884 h 134830"/>
              <a:gd name="csX7" fmla="*/ 3335 w 134840"/>
              <a:gd name="csY7" fmla="*/ 25269 h 134830"/>
              <a:gd name="csX8" fmla="*/ 1584 w 134840"/>
              <a:gd name="csY8" fmla="*/ 26415 h 134830"/>
              <a:gd name="csX9" fmla="*/ 412 w 134840"/>
              <a:gd name="csY9" fmla="*/ 28149 h 134830"/>
              <a:gd name="csX10" fmla="*/ 0 w 134840"/>
              <a:gd name="csY10" fmla="*/ 30200 h 134830"/>
              <a:gd name="csX11" fmla="*/ 412 w 134840"/>
              <a:gd name="csY11" fmla="*/ 32254 h 134830"/>
              <a:gd name="csX12" fmla="*/ 1584 w 134840"/>
              <a:gd name="csY12" fmla="*/ 33987 h 134830"/>
              <a:gd name="csX13" fmla="*/ 3335 w 134840"/>
              <a:gd name="csY13" fmla="*/ 35134 h 134830"/>
              <a:gd name="csX14" fmla="*/ 5392 w 134840"/>
              <a:gd name="csY14" fmla="*/ 35516 h 134830"/>
              <a:gd name="csX15" fmla="*/ 14253 w 134840"/>
              <a:gd name="csY15" fmla="*/ 35516 h 134830"/>
              <a:gd name="csX16" fmla="*/ 14253 w 134840"/>
              <a:gd name="csY16" fmla="*/ 49693 h 134830"/>
              <a:gd name="csX17" fmla="*/ 5392 w 134840"/>
              <a:gd name="csY17" fmla="*/ 49693 h 134830"/>
              <a:gd name="csX18" fmla="*/ 3335 w 134840"/>
              <a:gd name="csY18" fmla="*/ 50076 h 134830"/>
              <a:gd name="csX19" fmla="*/ 1584 w 134840"/>
              <a:gd name="csY19" fmla="*/ 51223 h 134830"/>
              <a:gd name="csX20" fmla="*/ 412 w 134840"/>
              <a:gd name="csY20" fmla="*/ 52958 h 134830"/>
              <a:gd name="csX21" fmla="*/ 0 w 134840"/>
              <a:gd name="csY21" fmla="*/ 55009 h 134830"/>
              <a:gd name="csX22" fmla="*/ 412 w 134840"/>
              <a:gd name="csY22" fmla="*/ 57061 h 134830"/>
              <a:gd name="csX23" fmla="*/ 1584 w 134840"/>
              <a:gd name="csY23" fmla="*/ 58794 h 134830"/>
              <a:gd name="csX24" fmla="*/ 3335 w 134840"/>
              <a:gd name="csY24" fmla="*/ 59943 h 134830"/>
              <a:gd name="csX25" fmla="*/ 5392 w 134840"/>
              <a:gd name="csY25" fmla="*/ 60325 h 134830"/>
              <a:gd name="csX26" fmla="*/ 14253 w 134840"/>
              <a:gd name="csY26" fmla="*/ 60325 h 134830"/>
              <a:gd name="csX27" fmla="*/ 14253 w 134840"/>
              <a:gd name="csY27" fmla="*/ 74501 h 134830"/>
              <a:gd name="csX28" fmla="*/ 5392 w 134840"/>
              <a:gd name="csY28" fmla="*/ 74501 h 134830"/>
              <a:gd name="csX29" fmla="*/ 3335 w 134840"/>
              <a:gd name="csY29" fmla="*/ 74883 h 134830"/>
              <a:gd name="csX30" fmla="*/ 1584 w 134840"/>
              <a:gd name="csY30" fmla="*/ 76032 h 134830"/>
              <a:gd name="csX31" fmla="*/ 412 w 134840"/>
              <a:gd name="csY31" fmla="*/ 77765 h 134830"/>
              <a:gd name="csX32" fmla="*/ 0 w 134840"/>
              <a:gd name="csY32" fmla="*/ 79817 h 134830"/>
              <a:gd name="csX33" fmla="*/ 412 w 134840"/>
              <a:gd name="csY33" fmla="*/ 81868 h 134830"/>
              <a:gd name="csX34" fmla="*/ 1584 w 134840"/>
              <a:gd name="csY34" fmla="*/ 83610 h 134830"/>
              <a:gd name="csX35" fmla="*/ 3335 w 134840"/>
              <a:gd name="csY35" fmla="*/ 84750 h 134830"/>
              <a:gd name="csX36" fmla="*/ 5392 w 134840"/>
              <a:gd name="csY36" fmla="*/ 85141 h 134830"/>
              <a:gd name="csX37" fmla="*/ 14253 w 134840"/>
              <a:gd name="csY37" fmla="*/ 85141 h 134830"/>
              <a:gd name="csX38" fmla="*/ 14253 w 134840"/>
              <a:gd name="csY38" fmla="*/ 99311 h 134830"/>
              <a:gd name="csX39" fmla="*/ 5392 w 134840"/>
              <a:gd name="csY39" fmla="*/ 99311 h 134830"/>
              <a:gd name="csX40" fmla="*/ 3335 w 134840"/>
              <a:gd name="csY40" fmla="*/ 99686 h 134830"/>
              <a:gd name="csX41" fmla="*/ 1584 w 134840"/>
              <a:gd name="csY41" fmla="*/ 100842 h 134830"/>
              <a:gd name="csX42" fmla="*/ 412 w 134840"/>
              <a:gd name="csY42" fmla="*/ 102577 h 134830"/>
              <a:gd name="csX43" fmla="*/ 0 w 134840"/>
              <a:gd name="csY43" fmla="*/ 104619 h 134830"/>
              <a:gd name="csX44" fmla="*/ 412 w 134840"/>
              <a:gd name="csY44" fmla="*/ 106677 h 134830"/>
              <a:gd name="csX45" fmla="*/ 1584 w 134840"/>
              <a:gd name="csY45" fmla="*/ 108412 h 134830"/>
              <a:gd name="csX46" fmla="*/ 3335 w 134840"/>
              <a:gd name="csY46" fmla="*/ 109552 h 134830"/>
              <a:gd name="csX47" fmla="*/ 5392 w 134840"/>
              <a:gd name="csY47" fmla="*/ 109943 h 134830"/>
              <a:gd name="csX48" fmla="*/ 15195 w 134840"/>
              <a:gd name="csY48" fmla="*/ 109943 h 134830"/>
              <a:gd name="csX49" fmla="*/ 18950 w 134840"/>
              <a:gd name="csY49" fmla="*/ 115880 h 134830"/>
              <a:gd name="csX50" fmla="*/ 24887 w 134840"/>
              <a:gd name="csY50" fmla="*/ 119640 h 134830"/>
              <a:gd name="csX51" fmla="*/ 24887 w 134840"/>
              <a:gd name="csY51" fmla="*/ 129438 h 134830"/>
              <a:gd name="csX52" fmla="*/ 25270 w 134840"/>
              <a:gd name="csY52" fmla="*/ 131496 h 134830"/>
              <a:gd name="csX53" fmla="*/ 26417 w 134840"/>
              <a:gd name="csY53" fmla="*/ 133248 h 134830"/>
              <a:gd name="csX54" fmla="*/ 28151 w 134840"/>
              <a:gd name="csY54" fmla="*/ 134405 h 134830"/>
              <a:gd name="csX55" fmla="*/ 30204 w 134840"/>
              <a:gd name="csY55" fmla="*/ 134831 h 134830"/>
              <a:gd name="csX56" fmla="*/ 32256 w 134840"/>
              <a:gd name="csY56" fmla="*/ 134405 h 134830"/>
              <a:gd name="csX57" fmla="*/ 33990 w 134840"/>
              <a:gd name="csY57" fmla="*/ 133248 h 134830"/>
              <a:gd name="csX58" fmla="*/ 35137 w 134840"/>
              <a:gd name="csY58" fmla="*/ 131496 h 134830"/>
              <a:gd name="csX59" fmla="*/ 35520 w 134840"/>
              <a:gd name="csY59" fmla="*/ 129438 h 134830"/>
              <a:gd name="csX60" fmla="*/ 35520 w 134840"/>
              <a:gd name="csY60" fmla="*/ 120575 h 134830"/>
              <a:gd name="csX61" fmla="*/ 49698 w 134840"/>
              <a:gd name="csY61" fmla="*/ 120575 h 134830"/>
              <a:gd name="csX62" fmla="*/ 49698 w 134840"/>
              <a:gd name="csY62" fmla="*/ 129438 h 134830"/>
              <a:gd name="csX63" fmla="*/ 50081 w 134840"/>
              <a:gd name="csY63" fmla="*/ 131496 h 134830"/>
              <a:gd name="csX64" fmla="*/ 51229 w 134840"/>
              <a:gd name="csY64" fmla="*/ 133248 h 134830"/>
              <a:gd name="csX65" fmla="*/ 52963 w 134840"/>
              <a:gd name="csY65" fmla="*/ 134405 h 134830"/>
              <a:gd name="csX66" fmla="*/ 55015 w 134840"/>
              <a:gd name="csY66" fmla="*/ 134831 h 134830"/>
              <a:gd name="csX67" fmla="*/ 57067 w 134840"/>
              <a:gd name="csY67" fmla="*/ 134405 h 134830"/>
              <a:gd name="csX68" fmla="*/ 58801 w 134840"/>
              <a:gd name="csY68" fmla="*/ 133248 h 134830"/>
              <a:gd name="csX69" fmla="*/ 59949 w 134840"/>
              <a:gd name="csY69" fmla="*/ 131496 h 134830"/>
              <a:gd name="csX70" fmla="*/ 60332 w 134840"/>
              <a:gd name="csY70" fmla="*/ 129438 h 134830"/>
              <a:gd name="csX71" fmla="*/ 60332 w 134840"/>
              <a:gd name="csY71" fmla="*/ 120575 h 134830"/>
              <a:gd name="csX72" fmla="*/ 74509 w 134840"/>
              <a:gd name="csY72" fmla="*/ 120575 h 134830"/>
              <a:gd name="csX73" fmla="*/ 74509 w 134840"/>
              <a:gd name="csY73" fmla="*/ 129438 h 134830"/>
              <a:gd name="csX74" fmla="*/ 74892 w 134840"/>
              <a:gd name="csY74" fmla="*/ 131496 h 134830"/>
              <a:gd name="csX75" fmla="*/ 76040 w 134840"/>
              <a:gd name="csY75" fmla="*/ 133248 h 134830"/>
              <a:gd name="csX76" fmla="*/ 77774 w 134840"/>
              <a:gd name="csY76" fmla="*/ 134405 h 134830"/>
              <a:gd name="csX77" fmla="*/ 79826 w 134840"/>
              <a:gd name="csY77" fmla="*/ 134831 h 134830"/>
              <a:gd name="csX78" fmla="*/ 81878 w 134840"/>
              <a:gd name="csY78" fmla="*/ 134405 h 134830"/>
              <a:gd name="csX79" fmla="*/ 83612 w 134840"/>
              <a:gd name="csY79" fmla="*/ 133248 h 134830"/>
              <a:gd name="csX80" fmla="*/ 84760 w 134840"/>
              <a:gd name="csY80" fmla="*/ 131496 h 134830"/>
              <a:gd name="csX81" fmla="*/ 85143 w 134840"/>
              <a:gd name="csY81" fmla="*/ 129438 h 134830"/>
              <a:gd name="csX82" fmla="*/ 85143 w 134840"/>
              <a:gd name="csY82" fmla="*/ 120575 h 134830"/>
              <a:gd name="csX83" fmla="*/ 99321 w 134840"/>
              <a:gd name="csY83" fmla="*/ 120575 h 134830"/>
              <a:gd name="csX84" fmla="*/ 99321 w 134840"/>
              <a:gd name="csY84" fmla="*/ 129438 h 134830"/>
              <a:gd name="csX85" fmla="*/ 99704 w 134840"/>
              <a:gd name="csY85" fmla="*/ 131496 h 134830"/>
              <a:gd name="csX86" fmla="*/ 100851 w 134840"/>
              <a:gd name="csY86" fmla="*/ 133248 h 134830"/>
              <a:gd name="csX87" fmla="*/ 102585 w 134840"/>
              <a:gd name="csY87" fmla="*/ 134405 h 134830"/>
              <a:gd name="csX88" fmla="*/ 104637 w 134840"/>
              <a:gd name="csY88" fmla="*/ 134831 h 134830"/>
              <a:gd name="csX89" fmla="*/ 106689 w 134840"/>
              <a:gd name="csY89" fmla="*/ 134405 h 134830"/>
              <a:gd name="csX90" fmla="*/ 108424 w 134840"/>
              <a:gd name="csY90" fmla="*/ 133248 h 134830"/>
              <a:gd name="csX91" fmla="*/ 109571 w 134840"/>
              <a:gd name="csY91" fmla="*/ 131496 h 134830"/>
              <a:gd name="csX92" fmla="*/ 109954 w 134840"/>
              <a:gd name="csY92" fmla="*/ 129438 h 134830"/>
              <a:gd name="csX93" fmla="*/ 109954 w 134840"/>
              <a:gd name="csY93" fmla="*/ 119640 h 134830"/>
              <a:gd name="csX94" fmla="*/ 115891 w 134840"/>
              <a:gd name="csY94" fmla="*/ 115880 h 134830"/>
              <a:gd name="csX95" fmla="*/ 119646 w 134840"/>
              <a:gd name="csY95" fmla="*/ 109943 h 134830"/>
              <a:gd name="csX96" fmla="*/ 129449 w 134840"/>
              <a:gd name="csY96" fmla="*/ 109943 h 134830"/>
              <a:gd name="csX97" fmla="*/ 131506 w 134840"/>
              <a:gd name="csY97" fmla="*/ 109552 h 134830"/>
              <a:gd name="csX98" fmla="*/ 133257 w 134840"/>
              <a:gd name="csY98" fmla="*/ 108412 h 134830"/>
              <a:gd name="csX99" fmla="*/ 134429 w 134840"/>
              <a:gd name="csY99" fmla="*/ 106677 h 134830"/>
              <a:gd name="csX100" fmla="*/ 134841 w 134840"/>
              <a:gd name="csY100" fmla="*/ 104619 h 134830"/>
              <a:gd name="csX101" fmla="*/ 134429 w 134840"/>
              <a:gd name="csY101" fmla="*/ 102577 h 134830"/>
              <a:gd name="csX102" fmla="*/ 133257 w 134840"/>
              <a:gd name="csY102" fmla="*/ 100842 h 134830"/>
              <a:gd name="csX103" fmla="*/ 131506 w 134840"/>
              <a:gd name="csY103" fmla="*/ 99686 h 134830"/>
              <a:gd name="csX104" fmla="*/ 129449 w 134840"/>
              <a:gd name="csY104" fmla="*/ 99311 h 134830"/>
              <a:gd name="csX105" fmla="*/ 120587 w 134840"/>
              <a:gd name="csY105" fmla="*/ 99311 h 134830"/>
              <a:gd name="csX106" fmla="*/ 120587 w 134840"/>
              <a:gd name="csY106" fmla="*/ 85141 h 134830"/>
              <a:gd name="csX107" fmla="*/ 129449 w 134840"/>
              <a:gd name="csY107" fmla="*/ 85141 h 134830"/>
              <a:gd name="csX108" fmla="*/ 131506 w 134840"/>
              <a:gd name="csY108" fmla="*/ 84750 h 134830"/>
              <a:gd name="csX109" fmla="*/ 133257 w 134840"/>
              <a:gd name="csY109" fmla="*/ 83610 h 134830"/>
              <a:gd name="csX110" fmla="*/ 134429 w 134840"/>
              <a:gd name="csY110" fmla="*/ 81868 h 134830"/>
              <a:gd name="csX111" fmla="*/ 134841 w 134840"/>
              <a:gd name="csY111" fmla="*/ 79817 h 134830"/>
              <a:gd name="csX112" fmla="*/ 134429 w 134840"/>
              <a:gd name="csY112" fmla="*/ 77765 h 134830"/>
              <a:gd name="csX113" fmla="*/ 133257 w 134840"/>
              <a:gd name="csY113" fmla="*/ 76032 h 134830"/>
              <a:gd name="csX114" fmla="*/ 131506 w 134840"/>
              <a:gd name="csY114" fmla="*/ 74883 h 134830"/>
              <a:gd name="csX115" fmla="*/ 129449 w 134840"/>
              <a:gd name="csY115" fmla="*/ 74501 h 134830"/>
              <a:gd name="csX116" fmla="*/ 120587 w 134840"/>
              <a:gd name="csY116" fmla="*/ 74501 h 134830"/>
              <a:gd name="csX117" fmla="*/ 120587 w 134840"/>
              <a:gd name="csY117" fmla="*/ 60325 h 134830"/>
              <a:gd name="csX118" fmla="*/ 129449 w 134840"/>
              <a:gd name="csY118" fmla="*/ 60325 h 134830"/>
              <a:gd name="csX119" fmla="*/ 131506 w 134840"/>
              <a:gd name="csY119" fmla="*/ 59943 h 134830"/>
              <a:gd name="csX120" fmla="*/ 133257 w 134840"/>
              <a:gd name="csY120" fmla="*/ 58794 h 134830"/>
              <a:gd name="csX121" fmla="*/ 134429 w 134840"/>
              <a:gd name="csY121" fmla="*/ 57061 h 134830"/>
              <a:gd name="csX122" fmla="*/ 134841 w 134840"/>
              <a:gd name="csY122" fmla="*/ 55009 h 134830"/>
              <a:gd name="csX123" fmla="*/ 134429 w 134840"/>
              <a:gd name="csY123" fmla="*/ 52958 h 134830"/>
              <a:gd name="csX124" fmla="*/ 133257 w 134840"/>
              <a:gd name="csY124" fmla="*/ 51223 h 134830"/>
              <a:gd name="csX125" fmla="*/ 131506 w 134840"/>
              <a:gd name="csY125" fmla="*/ 50076 h 134830"/>
              <a:gd name="csX126" fmla="*/ 129449 w 134840"/>
              <a:gd name="csY126" fmla="*/ 49693 h 134830"/>
              <a:gd name="csX127" fmla="*/ 120587 w 134840"/>
              <a:gd name="csY127" fmla="*/ 49693 h 134830"/>
              <a:gd name="csX128" fmla="*/ 120587 w 134840"/>
              <a:gd name="csY128" fmla="*/ 35516 h 134830"/>
              <a:gd name="csX129" fmla="*/ 129449 w 134840"/>
              <a:gd name="csY129" fmla="*/ 35516 h 134830"/>
              <a:gd name="csX130" fmla="*/ 131506 w 134840"/>
              <a:gd name="csY130" fmla="*/ 35134 h 134830"/>
              <a:gd name="csX131" fmla="*/ 133257 w 134840"/>
              <a:gd name="csY131" fmla="*/ 33987 h 134830"/>
              <a:gd name="csX132" fmla="*/ 134429 w 134840"/>
              <a:gd name="csY132" fmla="*/ 32254 h 134830"/>
              <a:gd name="csX133" fmla="*/ 134841 w 134840"/>
              <a:gd name="csY133" fmla="*/ 30200 h 134830"/>
              <a:gd name="csX134" fmla="*/ 134429 w 134840"/>
              <a:gd name="csY134" fmla="*/ 28149 h 134830"/>
              <a:gd name="csX135" fmla="*/ 133257 w 134840"/>
              <a:gd name="csY135" fmla="*/ 26415 h 134830"/>
              <a:gd name="csX136" fmla="*/ 131506 w 134840"/>
              <a:gd name="csY136" fmla="*/ 25269 h 134830"/>
              <a:gd name="csX137" fmla="*/ 129449 w 134840"/>
              <a:gd name="csY137" fmla="*/ 24884 h 134830"/>
              <a:gd name="csX138" fmla="*/ 119646 w 134840"/>
              <a:gd name="csY138" fmla="*/ 24884 h 134830"/>
              <a:gd name="csX139" fmla="*/ 115891 w 134840"/>
              <a:gd name="csY139" fmla="*/ 18949 h 134830"/>
              <a:gd name="csX140" fmla="*/ 109954 w 134840"/>
              <a:gd name="csY140" fmla="*/ 15195 h 134830"/>
              <a:gd name="csX141" fmla="*/ 109954 w 134840"/>
              <a:gd name="csY141" fmla="*/ 5393 h 134830"/>
              <a:gd name="csX142" fmla="*/ 109564 w 134840"/>
              <a:gd name="csY142" fmla="*/ 3316 h 134830"/>
              <a:gd name="csX143" fmla="*/ 108395 w 134840"/>
              <a:gd name="csY143" fmla="*/ 1555 h 134830"/>
              <a:gd name="csX144" fmla="*/ 106632 w 134840"/>
              <a:gd name="csY144" fmla="*/ 388 h 134830"/>
              <a:gd name="csX145" fmla="*/ 104554 w 134840"/>
              <a:gd name="csY145" fmla="*/ 1 h 134830"/>
              <a:gd name="csX146" fmla="*/ 100821 w 134840"/>
              <a:gd name="csY146" fmla="*/ 1615 h 134830"/>
              <a:gd name="csX147" fmla="*/ 99321 w 134840"/>
              <a:gd name="csY147" fmla="*/ 5393 h 134830"/>
              <a:gd name="csX148" fmla="*/ 99321 w 134840"/>
              <a:gd name="csY148" fmla="*/ 14252 h 134830"/>
              <a:gd name="csX149" fmla="*/ 85143 w 134840"/>
              <a:gd name="csY149" fmla="*/ 14252 h 134830"/>
              <a:gd name="csX150" fmla="*/ 85143 w 134840"/>
              <a:gd name="csY150" fmla="*/ 5393 h 134830"/>
              <a:gd name="csX151" fmla="*/ 84752 w 134840"/>
              <a:gd name="csY151" fmla="*/ 3316 h 134830"/>
              <a:gd name="csX152" fmla="*/ 83583 w 134840"/>
              <a:gd name="csY152" fmla="*/ 1555 h 134830"/>
              <a:gd name="csX153" fmla="*/ 81821 w 134840"/>
              <a:gd name="csY153" fmla="*/ 388 h 134830"/>
              <a:gd name="csX154" fmla="*/ 79743 w 134840"/>
              <a:gd name="csY154" fmla="*/ 1 h 134830"/>
              <a:gd name="csX155" fmla="*/ 76010 w 134840"/>
              <a:gd name="csY155" fmla="*/ 1615 h 134830"/>
              <a:gd name="csX156" fmla="*/ 74509 w 134840"/>
              <a:gd name="csY156" fmla="*/ 5393 h 134830"/>
              <a:gd name="csX157" fmla="*/ 74509 w 134840"/>
              <a:gd name="csY157" fmla="*/ 14252 h 134830"/>
              <a:gd name="csX158" fmla="*/ 60332 w 134840"/>
              <a:gd name="csY158" fmla="*/ 14252 h 134830"/>
              <a:gd name="csX159" fmla="*/ 60332 w 134840"/>
              <a:gd name="csY159" fmla="*/ 5393 h 134830"/>
              <a:gd name="csX160" fmla="*/ 59941 w 134840"/>
              <a:gd name="csY160" fmla="*/ 3316 h 134830"/>
              <a:gd name="csX161" fmla="*/ 58772 w 134840"/>
              <a:gd name="csY161" fmla="*/ 1555 h 134830"/>
              <a:gd name="csX162" fmla="*/ 57010 w 134840"/>
              <a:gd name="csY162" fmla="*/ 388 h 134830"/>
              <a:gd name="csX163" fmla="*/ 54932 w 134840"/>
              <a:gd name="csY163" fmla="*/ 1 h 134830"/>
              <a:gd name="csX164" fmla="*/ 51199 w 134840"/>
              <a:gd name="csY164" fmla="*/ 1615 h 134830"/>
              <a:gd name="csX165" fmla="*/ 49698 w 134840"/>
              <a:gd name="csY165" fmla="*/ 5393 h 134830"/>
              <a:gd name="csX166" fmla="*/ 49698 w 134840"/>
              <a:gd name="csY166" fmla="*/ 14252 h 134830"/>
              <a:gd name="csX167" fmla="*/ 35520 w 134840"/>
              <a:gd name="csY167" fmla="*/ 14252 h 134830"/>
              <a:gd name="csX168" fmla="*/ 35520 w 134840"/>
              <a:gd name="csY168" fmla="*/ 5393 h 134830"/>
              <a:gd name="csX169" fmla="*/ 35130 w 134840"/>
              <a:gd name="csY169" fmla="*/ 3316 h 134830"/>
              <a:gd name="csX170" fmla="*/ 33961 w 134840"/>
              <a:gd name="csY170" fmla="*/ 1555 h 134830"/>
              <a:gd name="csX171" fmla="*/ 32198 w 134840"/>
              <a:gd name="csY171" fmla="*/ 388 h 134830"/>
              <a:gd name="csX172" fmla="*/ 30121 w 134840"/>
              <a:gd name="csY172" fmla="*/ 1 h 134830"/>
              <a:gd name="csX173" fmla="*/ 51470 w 134840"/>
              <a:gd name="csY173" fmla="*/ 46148 h 134830"/>
              <a:gd name="csX174" fmla="*/ 83370 w 134840"/>
              <a:gd name="csY174" fmla="*/ 46148 h 134830"/>
              <a:gd name="csX175" fmla="*/ 87130 w 134840"/>
              <a:gd name="csY175" fmla="*/ 47707 h 134830"/>
              <a:gd name="csX176" fmla="*/ 88687 w 134840"/>
              <a:gd name="csY176" fmla="*/ 51464 h 134830"/>
              <a:gd name="csX177" fmla="*/ 88687 w 134840"/>
              <a:gd name="csY177" fmla="*/ 83355 h 134830"/>
              <a:gd name="csX178" fmla="*/ 87130 w 134840"/>
              <a:gd name="csY178" fmla="*/ 87114 h 134830"/>
              <a:gd name="csX179" fmla="*/ 83370 w 134840"/>
              <a:gd name="csY179" fmla="*/ 88679 h 134830"/>
              <a:gd name="csX180" fmla="*/ 51470 w 134840"/>
              <a:gd name="csY180" fmla="*/ 88679 h 134830"/>
              <a:gd name="csX181" fmla="*/ 47711 w 134840"/>
              <a:gd name="csY181" fmla="*/ 87114 h 134830"/>
              <a:gd name="csX182" fmla="*/ 46154 w 134840"/>
              <a:gd name="csY182" fmla="*/ 83355 h 134830"/>
              <a:gd name="csX183" fmla="*/ 46154 w 134840"/>
              <a:gd name="csY183" fmla="*/ 51464 h 134830"/>
              <a:gd name="csX184" fmla="*/ 47711 w 134840"/>
              <a:gd name="csY184" fmla="*/ 47707 h 134830"/>
              <a:gd name="csX185" fmla="*/ 51470 w 134840"/>
              <a:gd name="csY185" fmla="*/ 46148 h 134830"/>
            </a:gdLst>
            <a:ahLst/>
            <a:cxnLst/>
            <a:rect l="l" t="t" r="r" b="b"/>
            <a:pathLst>
              <a:path w="100000" h="100000">
                <a:moveTo>
                  <a:pt x="22338" y="4"/>
                </a:moveTo>
                <a:cubicBezTo>
                  <a:pt x="21293" y="21"/>
                  <a:pt x="20297" y="451"/>
                  <a:pt x="19570" y="1201"/>
                </a:cubicBezTo>
                <a:cubicBezTo>
                  <a:pt x="18842" y="1950"/>
                  <a:pt x="18442" y="2959"/>
                  <a:pt x="18457" y="4003"/>
                </a:cubicBezTo>
                <a:lnTo>
                  <a:pt x="18457" y="11273"/>
                </a:lnTo>
                <a:cubicBezTo>
                  <a:pt x="16801" y="11863"/>
                  <a:pt x="15297" y="12813"/>
                  <a:pt x="14054" y="14057"/>
                </a:cubicBezTo>
                <a:cubicBezTo>
                  <a:pt x="12810" y="15300"/>
                  <a:pt x="11859" y="16804"/>
                  <a:pt x="11269" y="18458"/>
                </a:cubicBezTo>
                <a:lnTo>
                  <a:pt x="3999" y="18458"/>
                </a:lnTo>
                <a:cubicBezTo>
                  <a:pt x="3477" y="18452"/>
                  <a:pt x="2958" y="18548"/>
                  <a:pt x="2473" y="18744"/>
                </a:cubicBezTo>
                <a:cubicBezTo>
                  <a:pt x="1988" y="18938"/>
                  <a:pt x="1547" y="19226"/>
                  <a:pt x="1175" y="19594"/>
                </a:cubicBezTo>
                <a:cubicBezTo>
                  <a:pt x="802" y="19961"/>
                  <a:pt x="507" y="20398"/>
                  <a:pt x="306" y="20880"/>
                </a:cubicBezTo>
                <a:cubicBezTo>
                  <a:pt x="104" y="21362"/>
                  <a:pt x="0" y="21879"/>
                  <a:pt x="0" y="22401"/>
                </a:cubicBezTo>
                <a:cubicBezTo>
                  <a:pt x="0" y="22924"/>
                  <a:pt x="104" y="23442"/>
                  <a:pt x="306" y="23924"/>
                </a:cubicBezTo>
                <a:cubicBezTo>
                  <a:pt x="507" y="24405"/>
                  <a:pt x="802" y="24842"/>
                  <a:pt x="1175" y="25209"/>
                </a:cubicBezTo>
                <a:cubicBezTo>
                  <a:pt x="1547" y="25576"/>
                  <a:pt x="1988" y="25865"/>
                  <a:pt x="2473" y="26060"/>
                </a:cubicBezTo>
                <a:cubicBezTo>
                  <a:pt x="2958" y="26255"/>
                  <a:pt x="3477" y="26350"/>
                  <a:pt x="3999" y="26343"/>
                </a:cubicBezTo>
                <a:lnTo>
                  <a:pt x="10570" y="26343"/>
                </a:lnTo>
                <a:lnTo>
                  <a:pt x="10570" y="36857"/>
                </a:lnTo>
                <a:lnTo>
                  <a:pt x="3999" y="36857"/>
                </a:lnTo>
                <a:cubicBezTo>
                  <a:pt x="3477" y="36850"/>
                  <a:pt x="2958" y="36945"/>
                  <a:pt x="2473" y="37141"/>
                </a:cubicBezTo>
                <a:cubicBezTo>
                  <a:pt x="1988" y="37335"/>
                  <a:pt x="1547" y="37625"/>
                  <a:pt x="1175" y="37992"/>
                </a:cubicBezTo>
                <a:cubicBezTo>
                  <a:pt x="802" y="38359"/>
                  <a:pt x="507" y="38796"/>
                  <a:pt x="306" y="39278"/>
                </a:cubicBezTo>
                <a:cubicBezTo>
                  <a:pt x="104" y="39760"/>
                  <a:pt x="0" y="40277"/>
                  <a:pt x="0" y="40799"/>
                </a:cubicBezTo>
                <a:cubicBezTo>
                  <a:pt x="0" y="41322"/>
                  <a:pt x="104" y="41839"/>
                  <a:pt x="306" y="42321"/>
                </a:cubicBezTo>
                <a:cubicBezTo>
                  <a:pt x="507" y="42803"/>
                  <a:pt x="802" y="43241"/>
                  <a:pt x="1175" y="43606"/>
                </a:cubicBezTo>
                <a:cubicBezTo>
                  <a:pt x="1547" y="43974"/>
                  <a:pt x="1988" y="44263"/>
                  <a:pt x="2473" y="44459"/>
                </a:cubicBezTo>
                <a:cubicBezTo>
                  <a:pt x="2958" y="44653"/>
                  <a:pt x="3477" y="44750"/>
                  <a:pt x="3999" y="44742"/>
                </a:cubicBezTo>
                <a:lnTo>
                  <a:pt x="10570" y="44742"/>
                </a:lnTo>
                <a:lnTo>
                  <a:pt x="10570" y="55255"/>
                </a:lnTo>
                <a:lnTo>
                  <a:pt x="3999" y="55255"/>
                </a:lnTo>
                <a:cubicBezTo>
                  <a:pt x="3477" y="55247"/>
                  <a:pt x="2958" y="55345"/>
                  <a:pt x="2473" y="55538"/>
                </a:cubicBezTo>
                <a:cubicBezTo>
                  <a:pt x="1988" y="55734"/>
                  <a:pt x="1547" y="56023"/>
                  <a:pt x="1175" y="56391"/>
                </a:cubicBezTo>
                <a:cubicBezTo>
                  <a:pt x="802" y="56756"/>
                  <a:pt x="507" y="57194"/>
                  <a:pt x="306" y="57676"/>
                </a:cubicBezTo>
                <a:cubicBezTo>
                  <a:pt x="104" y="58158"/>
                  <a:pt x="0" y="58675"/>
                  <a:pt x="0" y="59198"/>
                </a:cubicBezTo>
                <a:cubicBezTo>
                  <a:pt x="0" y="59720"/>
                  <a:pt x="104" y="60237"/>
                  <a:pt x="306" y="60719"/>
                </a:cubicBezTo>
                <a:cubicBezTo>
                  <a:pt x="507" y="61201"/>
                  <a:pt x="802" y="61638"/>
                  <a:pt x="1175" y="62011"/>
                </a:cubicBezTo>
                <a:cubicBezTo>
                  <a:pt x="1547" y="62376"/>
                  <a:pt x="1988" y="62667"/>
                  <a:pt x="2473" y="62856"/>
                </a:cubicBezTo>
                <a:cubicBezTo>
                  <a:pt x="2958" y="63045"/>
                  <a:pt x="3477" y="63146"/>
                  <a:pt x="3999" y="63146"/>
                </a:cubicBezTo>
                <a:lnTo>
                  <a:pt x="10570" y="63146"/>
                </a:lnTo>
                <a:lnTo>
                  <a:pt x="10570" y="73655"/>
                </a:lnTo>
                <a:lnTo>
                  <a:pt x="3999" y="73655"/>
                </a:lnTo>
                <a:cubicBezTo>
                  <a:pt x="3477" y="73642"/>
                  <a:pt x="2958" y="73743"/>
                  <a:pt x="2473" y="73933"/>
                </a:cubicBezTo>
                <a:cubicBezTo>
                  <a:pt x="1988" y="74135"/>
                  <a:pt x="1547" y="74425"/>
                  <a:pt x="1175" y="74790"/>
                </a:cubicBezTo>
                <a:cubicBezTo>
                  <a:pt x="802" y="75156"/>
                  <a:pt x="507" y="75598"/>
                  <a:pt x="306" y="76077"/>
                </a:cubicBezTo>
                <a:cubicBezTo>
                  <a:pt x="104" y="76557"/>
                  <a:pt x="0" y="77074"/>
                  <a:pt x="0" y="77591"/>
                </a:cubicBezTo>
                <a:cubicBezTo>
                  <a:pt x="0" y="78121"/>
                  <a:pt x="104" y="78638"/>
                  <a:pt x="306" y="79117"/>
                </a:cubicBezTo>
                <a:cubicBezTo>
                  <a:pt x="507" y="79597"/>
                  <a:pt x="802" y="80039"/>
                  <a:pt x="1175" y="80404"/>
                </a:cubicBezTo>
                <a:cubicBezTo>
                  <a:pt x="1547" y="80771"/>
                  <a:pt x="1988" y="81061"/>
                  <a:pt x="2473" y="81250"/>
                </a:cubicBezTo>
                <a:cubicBezTo>
                  <a:pt x="2958" y="81451"/>
                  <a:pt x="3477" y="81540"/>
                  <a:pt x="3999" y="81540"/>
                </a:cubicBezTo>
                <a:lnTo>
                  <a:pt x="11269" y="81540"/>
                </a:lnTo>
                <a:cubicBezTo>
                  <a:pt x="11859" y="83193"/>
                  <a:pt x="12810" y="84694"/>
                  <a:pt x="14054" y="85943"/>
                </a:cubicBezTo>
                <a:cubicBezTo>
                  <a:pt x="15297" y="87179"/>
                  <a:pt x="16801" y="88138"/>
                  <a:pt x="18457" y="88731"/>
                </a:cubicBezTo>
                <a:lnTo>
                  <a:pt x="18457" y="95997"/>
                </a:lnTo>
                <a:cubicBezTo>
                  <a:pt x="18449" y="96515"/>
                  <a:pt x="18546" y="97032"/>
                  <a:pt x="18741" y="97524"/>
                </a:cubicBezTo>
                <a:cubicBezTo>
                  <a:pt x="18936" y="98004"/>
                  <a:pt x="19225" y="98445"/>
                  <a:pt x="19591" y="98823"/>
                </a:cubicBezTo>
                <a:cubicBezTo>
                  <a:pt x="19958" y="99189"/>
                  <a:pt x="20395" y="99479"/>
                  <a:pt x="20877" y="99681"/>
                </a:cubicBezTo>
                <a:cubicBezTo>
                  <a:pt x="21359" y="99884"/>
                  <a:pt x="21877" y="99997"/>
                  <a:pt x="22400" y="99997"/>
                </a:cubicBezTo>
                <a:cubicBezTo>
                  <a:pt x="22922" y="99997"/>
                  <a:pt x="23440" y="99884"/>
                  <a:pt x="23922" y="99681"/>
                </a:cubicBezTo>
                <a:cubicBezTo>
                  <a:pt x="24404" y="99479"/>
                  <a:pt x="24841" y="99189"/>
                  <a:pt x="25208" y="98823"/>
                </a:cubicBezTo>
                <a:cubicBezTo>
                  <a:pt x="25575" y="98445"/>
                  <a:pt x="25864" y="98004"/>
                  <a:pt x="26058" y="97524"/>
                </a:cubicBezTo>
                <a:cubicBezTo>
                  <a:pt x="26253" y="97032"/>
                  <a:pt x="26350" y="96515"/>
                  <a:pt x="26342" y="95997"/>
                </a:cubicBezTo>
                <a:lnTo>
                  <a:pt x="26342" y="89425"/>
                </a:lnTo>
                <a:lnTo>
                  <a:pt x="36857" y="89425"/>
                </a:lnTo>
                <a:lnTo>
                  <a:pt x="36857" y="95997"/>
                </a:lnTo>
                <a:cubicBezTo>
                  <a:pt x="36850" y="96515"/>
                  <a:pt x="36946" y="97032"/>
                  <a:pt x="37141" y="97524"/>
                </a:cubicBezTo>
                <a:cubicBezTo>
                  <a:pt x="37336" y="98004"/>
                  <a:pt x="37625" y="98445"/>
                  <a:pt x="37992" y="98823"/>
                </a:cubicBezTo>
                <a:cubicBezTo>
                  <a:pt x="38359" y="99189"/>
                  <a:pt x="38796" y="99479"/>
                  <a:pt x="39278" y="99681"/>
                </a:cubicBezTo>
                <a:cubicBezTo>
                  <a:pt x="39760" y="99884"/>
                  <a:pt x="40277" y="99997"/>
                  <a:pt x="40800" y="99997"/>
                </a:cubicBezTo>
                <a:cubicBezTo>
                  <a:pt x="41322" y="99997"/>
                  <a:pt x="41840" y="99884"/>
                  <a:pt x="42322" y="99681"/>
                </a:cubicBezTo>
                <a:cubicBezTo>
                  <a:pt x="42804" y="99479"/>
                  <a:pt x="43241" y="99189"/>
                  <a:pt x="43608" y="98823"/>
                </a:cubicBezTo>
                <a:cubicBezTo>
                  <a:pt x="43975" y="98445"/>
                  <a:pt x="44264" y="98004"/>
                  <a:pt x="44459" y="97524"/>
                </a:cubicBezTo>
                <a:cubicBezTo>
                  <a:pt x="44654" y="97032"/>
                  <a:pt x="44750" y="96515"/>
                  <a:pt x="44743" y="95997"/>
                </a:cubicBezTo>
                <a:lnTo>
                  <a:pt x="44743" y="89425"/>
                </a:lnTo>
                <a:lnTo>
                  <a:pt x="55257" y="89425"/>
                </a:lnTo>
                <a:lnTo>
                  <a:pt x="55257" y="95997"/>
                </a:lnTo>
                <a:cubicBezTo>
                  <a:pt x="55251" y="96515"/>
                  <a:pt x="55347" y="97032"/>
                  <a:pt x="55541" y="97524"/>
                </a:cubicBezTo>
                <a:cubicBezTo>
                  <a:pt x="55736" y="98004"/>
                  <a:pt x="56026" y="98445"/>
                  <a:pt x="56393" y="98823"/>
                </a:cubicBezTo>
                <a:cubicBezTo>
                  <a:pt x="56759" y="99189"/>
                  <a:pt x="57197" y="99479"/>
                  <a:pt x="57679" y="99681"/>
                </a:cubicBezTo>
                <a:cubicBezTo>
                  <a:pt x="58161" y="99884"/>
                  <a:pt x="58678" y="99997"/>
                  <a:pt x="59201" y="99997"/>
                </a:cubicBezTo>
                <a:cubicBezTo>
                  <a:pt x="59723" y="99997"/>
                  <a:pt x="60240" y="99884"/>
                  <a:pt x="60722" y="99681"/>
                </a:cubicBezTo>
                <a:cubicBezTo>
                  <a:pt x="61204" y="99479"/>
                  <a:pt x="61642" y="99189"/>
                  <a:pt x="62008" y="98823"/>
                </a:cubicBezTo>
                <a:cubicBezTo>
                  <a:pt x="62375" y="98445"/>
                  <a:pt x="62665" y="98004"/>
                  <a:pt x="62860" y="97524"/>
                </a:cubicBezTo>
                <a:cubicBezTo>
                  <a:pt x="63055" y="97032"/>
                  <a:pt x="63151" y="96515"/>
                  <a:pt x="63144" y="95997"/>
                </a:cubicBezTo>
                <a:lnTo>
                  <a:pt x="63144" y="89425"/>
                </a:lnTo>
                <a:lnTo>
                  <a:pt x="73658" y="89425"/>
                </a:lnTo>
                <a:lnTo>
                  <a:pt x="73658" y="95997"/>
                </a:lnTo>
                <a:cubicBezTo>
                  <a:pt x="73651" y="96515"/>
                  <a:pt x="73747" y="97032"/>
                  <a:pt x="73942" y="97524"/>
                </a:cubicBezTo>
                <a:cubicBezTo>
                  <a:pt x="74137" y="98004"/>
                  <a:pt x="74426" y="98445"/>
                  <a:pt x="74793" y="98823"/>
                </a:cubicBezTo>
                <a:cubicBezTo>
                  <a:pt x="75160" y="99189"/>
                  <a:pt x="75597" y="99479"/>
                  <a:pt x="76079" y="99681"/>
                </a:cubicBezTo>
                <a:cubicBezTo>
                  <a:pt x="76561" y="99884"/>
                  <a:pt x="77079" y="99997"/>
                  <a:pt x="77601" y="99997"/>
                </a:cubicBezTo>
                <a:cubicBezTo>
                  <a:pt x="78124" y="99997"/>
                  <a:pt x="78641" y="99884"/>
                  <a:pt x="79123" y="99681"/>
                </a:cubicBezTo>
                <a:cubicBezTo>
                  <a:pt x="79605" y="99479"/>
                  <a:pt x="80042" y="99189"/>
                  <a:pt x="80409" y="98823"/>
                </a:cubicBezTo>
                <a:cubicBezTo>
                  <a:pt x="80776" y="98445"/>
                  <a:pt x="81065" y="98004"/>
                  <a:pt x="81260" y="97524"/>
                </a:cubicBezTo>
                <a:cubicBezTo>
                  <a:pt x="81455" y="97032"/>
                  <a:pt x="81551" y="96515"/>
                  <a:pt x="81544" y="95997"/>
                </a:cubicBezTo>
                <a:lnTo>
                  <a:pt x="81544" y="88731"/>
                </a:lnTo>
                <a:cubicBezTo>
                  <a:pt x="83200" y="88138"/>
                  <a:pt x="84704" y="87179"/>
                  <a:pt x="85947" y="85943"/>
                </a:cubicBezTo>
                <a:cubicBezTo>
                  <a:pt x="87191" y="84694"/>
                  <a:pt x="88142" y="83193"/>
                  <a:pt x="88732" y="81540"/>
                </a:cubicBezTo>
                <a:lnTo>
                  <a:pt x="96002" y="81540"/>
                </a:lnTo>
                <a:cubicBezTo>
                  <a:pt x="96524" y="81540"/>
                  <a:pt x="97043" y="81451"/>
                  <a:pt x="97527" y="81250"/>
                </a:cubicBezTo>
                <a:cubicBezTo>
                  <a:pt x="98012" y="81061"/>
                  <a:pt x="98454" y="80771"/>
                  <a:pt x="98826" y="80404"/>
                </a:cubicBezTo>
                <a:cubicBezTo>
                  <a:pt x="99198" y="80039"/>
                  <a:pt x="99493" y="79597"/>
                  <a:pt x="99695" y="79117"/>
                </a:cubicBezTo>
                <a:cubicBezTo>
                  <a:pt x="99897" y="78638"/>
                  <a:pt x="100001" y="78121"/>
                  <a:pt x="100001" y="77591"/>
                </a:cubicBezTo>
                <a:cubicBezTo>
                  <a:pt x="100001" y="77074"/>
                  <a:pt x="99897" y="76557"/>
                  <a:pt x="99695" y="76077"/>
                </a:cubicBezTo>
                <a:cubicBezTo>
                  <a:pt x="99493" y="75598"/>
                  <a:pt x="99198" y="75156"/>
                  <a:pt x="98826" y="74790"/>
                </a:cubicBezTo>
                <a:cubicBezTo>
                  <a:pt x="98454" y="74425"/>
                  <a:pt x="98012" y="74135"/>
                  <a:pt x="97527" y="73933"/>
                </a:cubicBezTo>
                <a:cubicBezTo>
                  <a:pt x="97043" y="73743"/>
                  <a:pt x="96524" y="73642"/>
                  <a:pt x="96002" y="73655"/>
                </a:cubicBezTo>
                <a:lnTo>
                  <a:pt x="89430" y="73655"/>
                </a:lnTo>
                <a:lnTo>
                  <a:pt x="89430" y="63146"/>
                </a:lnTo>
                <a:lnTo>
                  <a:pt x="96002" y="63146"/>
                </a:lnTo>
                <a:cubicBezTo>
                  <a:pt x="96524" y="63146"/>
                  <a:pt x="97043" y="63045"/>
                  <a:pt x="97527" y="62856"/>
                </a:cubicBezTo>
                <a:cubicBezTo>
                  <a:pt x="98012" y="62667"/>
                  <a:pt x="98454" y="62376"/>
                  <a:pt x="98826" y="62011"/>
                </a:cubicBezTo>
                <a:cubicBezTo>
                  <a:pt x="99198" y="61638"/>
                  <a:pt x="99493" y="61201"/>
                  <a:pt x="99695" y="60719"/>
                </a:cubicBezTo>
                <a:cubicBezTo>
                  <a:pt x="99897" y="60237"/>
                  <a:pt x="100001" y="59720"/>
                  <a:pt x="100001" y="59198"/>
                </a:cubicBezTo>
                <a:cubicBezTo>
                  <a:pt x="100001" y="58675"/>
                  <a:pt x="99897" y="58158"/>
                  <a:pt x="99695" y="57676"/>
                </a:cubicBezTo>
                <a:cubicBezTo>
                  <a:pt x="99493" y="57194"/>
                  <a:pt x="99198" y="56756"/>
                  <a:pt x="98826" y="56391"/>
                </a:cubicBezTo>
                <a:cubicBezTo>
                  <a:pt x="98454" y="56023"/>
                  <a:pt x="98012" y="55734"/>
                  <a:pt x="97527" y="55538"/>
                </a:cubicBezTo>
                <a:cubicBezTo>
                  <a:pt x="97043" y="55345"/>
                  <a:pt x="96524" y="55247"/>
                  <a:pt x="96002" y="55255"/>
                </a:cubicBezTo>
                <a:lnTo>
                  <a:pt x="89430" y="55255"/>
                </a:lnTo>
                <a:lnTo>
                  <a:pt x="89430" y="44742"/>
                </a:lnTo>
                <a:lnTo>
                  <a:pt x="96002" y="44742"/>
                </a:lnTo>
                <a:cubicBezTo>
                  <a:pt x="96524" y="44750"/>
                  <a:pt x="97043" y="44653"/>
                  <a:pt x="97527" y="44459"/>
                </a:cubicBezTo>
                <a:cubicBezTo>
                  <a:pt x="98012" y="44263"/>
                  <a:pt x="98454" y="43974"/>
                  <a:pt x="98826" y="43606"/>
                </a:cubicBezTo>
                <a:cubicBezTo>
                  <a:pt x="99198" y="43241"/>
                  <a:pt x="99493" y="42803"/>
                  <a:pt x="99695" y="42321"/>
                </a:cubicBezTo>
                <a:cubicBezTo>
                  <a:pt x="99897" y="41839"/>
                  <a:pt x="100001" y="41322"/>
                  <a:pt x="100001" y="40799"/>
                </a:cubicBezTo>
                <a:cubicBezTo>
                  <a:pt x="100001" y="40277"/>
                  <a:pt x="99897" y="39760"/>
                  <a:pt x="99695" y="39278"/>
                </a:cubicBezTo>
                <a:cubicBezTo>
                  <a:pt x="99493" y="38796"/>
                  <a:pt x="99198" y="38359"/>
                  <a:pt x="98826" y="37992"/>
                </a:cubicBezTo>
                <a:cubicBezTo>
                  <a:pt x="98454" y="37625"/>
                  <a:pt x="98012" y="37335"/>
                  <a:pt x="97527" y="37141"/>
                </a:cubicBezTo>
                <a:cubicBezTo>
                  <a:pt x="97043" y="36945"/>
                  <a:pt x="96524" y="36850"/>
                  <a:pt x="96002" y="36857"/>
                </a:cubicBezTo>
                <a:lnTo>
                  <a:pt x="89430" y="36857"/>
                </a:lnTo>
                <a:lnTo>
                  <a:pt x="89430" y="26343"/>
                </a:lnTo>
                <a:lnTo>
                  <a:pt x="96002" y="26343"/>
                </a:lnTo>
                <a:cubicBezTo>
                  <a:pt x="96524" y="26350"/>
                  <a:pt x="97043" y="26255"/>
                  <a:pt x="97527" y="26060"/>
                </a:cubicBezTo>
                <a:cubicBezTo>
                  <a:pt x="98012" y="25865"/>
                  <a:pt x="98454" y="25576"/>
                  <a:pt x="98826" y="25209"/>
                </a:cubicBezTo>
                <a:cubicBezTo>
                  <a:pt x="99198" y="24842"/>
                  <a:pt x="99493" y="24405"/>
                  <a:pt x="99695" y="23924"/>
                </a:cubicBezTo>
                <a:cubicBezTo>
                  <a:pt x="99897" y="23442"/>
                  <a:pt x="100001" y="22924"/>
                  <a:pt x="100001" y="22401"/>
                </a:cubicBezTo>
                <a:cubicBezTo>
                  <a:pt x="100001" y="21879"/>
                  <a:pt x="99897" y="21362"/>
                  <a:pt x="99695" y="20880"/>
                </a:cubicBezTo>
                <a:cubicBezTo>
                  <a:pt x="99493" y="20398"/>
                  <a:pt x="99198" y="19961"/>
                  <a:pt x="98826" y="19594"/>
                </a:cubicBezTo>
                <a:cubicBezTo>
                  <a:pt x="98454" y="19226"/>
                  <a:pt x="98012" y="18938"/>
                  <a:pt x="97527" y="18744"/>
                </a:cubicBezTo>
                <a:cubicBezTo>
                  <a:pt x="97043" y="18548"/>
                  <a:pt x="96524" y="18452"/>
                  <a:pt x="96002" y="18458"/>
                </a:cubicBezTo>
                <a:lnTo>
                  <a:pt x="88732" y="18458"/>
                </a:lnTo>
                <a:cubicBezTo>
                  <a:pt x="88142" y="16804"/>
                  <a:pt x="87191" y="15300"/>
                  <a:pt x="85947" y="14057"/>
                </a:cubicBezTo>
                <a:cubicBezTo>
                  <a:pt x="84704" y="12813"/>
                  <a:pt x="83200" y="11863"/>
                  <a:pt x="81544" y="11273"/>
                </a:cubicBezTo>
                <a:lnTo>
                  <a:pt x="81544" y="4003"/>
                </a:lnTo>
                <a:cubicBezTo>
                  <a:pt x="81551" y="3476"/>
                  <a:pt x="81453" y="2952"/>
                  <a:pt x="81255" y="2463"/>
                </a:cubicBezTo>
                <a:cubicBezTo>
                  <a:pt x="81056" y="1975"/>
                  <a:pt x="80761" y="1531"/>
                  <a:pt x="80388" y="1157"/>
                </a:cubicBezTo>
                <a:cubicBezTo>
                  <a:pt x="80014" y="784"/>
                  <a:pt x="79570" y="489"/>
                  <a:pt x="79080" y="291"/>
                </a:cubicBezTo>
                <a:cubicBezTo>
                  <a:pt x="78591" y="93"/>
                  <a:pt x="78067" y="-4"/>
                  <a:pt x="77539" y="4"/>
                </a:cubicBezTo>
                <a:cubicBezTo>
                  <a:pt x="76494" y="21"/>
                  <a:pt x="75499" y="451"/>
                  <a:pt x="74771" y="1201"/>
                </a:cubicBezTo>
                <a:cubicBezTo>
                  <a:pt x="74043" y="1950"/>
                  <a:pt x="73643" y="2959"/>
                  <a:pt x="73658" y="4003"/>
                </a:cubicBezTo>
                <a:lnTo>
                  <a:pt x="73658" y="10573"/>
                </a:lnTo>
                <a:lnTo>
                  <a:pt x="63144" y="10573"/>
                </a:lnTo>
                <a:lnTo>
                  <a:pt x="63144" y="4003"/>
                </a:lnTo>
                <a:cubicBezTo>
                  <a:pt x="63151" y="3476"/>
                  <a:pt x="63053" y="2952"/>
                  <a:pt x="62854" y="2463"/>
                </a:cubicBezTo>
                <a:cubicBezTo>
                  <a:pt x="62656" y="1975"/>
                  <a:pt x="62361" y="1531"/>
                  <a:pt x="61987" y="1157"/>
                </a:cubicBezTo>
                <a:cubicBezTo>
                  <a:pt x="61614" y="784"/>
                  <a:pt x="61169" y="489"/>
                  <a:pt x="60680" y="291"/>
                </a:cubicBezTo>
                <a:cubicBezTo>
                  <a:pt x="60191" y="93"/>
                  <a:pt x="59667" y="-4"/>
                  <a:pt x="59139" y="4"/>
                </a:cubicBezTo>
                <a:cubicBezTo>
                  <a:pt x="58094" y="21"/>
                  <a:pt x="57099" y="451"/>
                  <a:pt x="56371" y="1201"/>
                </a:cubicBezTo>
                <a:cubicBezTo>
                  <a:pt x="55643" y="1950"/>
                  <a:pt x="55243" y="2959"/>
                  <a:pt x="55257" y="4003"/>
                </a:cubicBezTo>
                <a:lnTo>
                  <a:pt x="55257" y="10573"/>
                </a:lnTo>
                <a:lnTo>
                  <a:pt x="44743" y="10573"/>
                </a:lnTo>
                <a:lnTo>
                  <a:pt x="44743" y="4003"/>
                </a:lnTo>
                <a:cubicBezTo>
                  <a:pt x="44751" y="3476"/>
                  <a:pt x="44652" y="2952"/>
                  <a:pt x="44453" y="2463"/>
                </a:cubicBezTo>
                <a:cubicBezTo>
                  <a:pt x="44255" y="1975"/>
                  <a:pt x="43960" y="1531"/>
                  <a:pt x="43586" y="1157"/>
                </a:cubicBezTo>
                <a:cubicBezTo>
                  <a:pt x="43213" y="784"/>
                  <a:pt x="42768" y="489"/>
                  <a:pt x="42280" y="291"/>
                </a:cubicBezTo>
                <a:cubicBezTo>
                  <a:pt x="41790" y="93"/>
                  <a:pt x="41266" y="-4"/>
                  <a:pt x="40739" y="4"/>
                </a:cubicBezTo>
                <a:cubicBezTo>
                  <a:pt x="39694" y="21"/>
                  <a:pt x="38698" y="451"/>
                  <a:pt x="37970" y="1201"/>
                </a:cubicBezTo>
                <a:cubicBezTo>
                  <a:pt x="37243" y="1950"/>
                  <a:pt x="36842" y="2959"/>
                  <a:pt x="36857" y="4003"/>
                </a:cubicBezTo>
                <a:lnTo>
                  <a:pt x="36857" y="10573"/>
                </a:lnTo>
                <a:lnTo>
                  <a:pt x="26342" y="10573"/>
                </a:lnTo>
                <a:lnTo>
                  <a:pt x="26342" y="4003"/>
                </a:lnTo>
                <a:cubicBezTo>
                  <a:pt x="26350" y="3476"/>
                  <a:pt x="26252" y="2952"/>
                  <a:pt x="26053" y="2463"/>
                </a:cubicBezTo>
                <a:cubicBezTo>
                  <a:pt x="25854" y="1975"/>
                  <a:pt x="25560" y="1531"/>
                  <a:pt x="25186" y="1157"/>
                </a:cubicBezTo>
                <a:cubicBezTo>
                  <a:pt x="24813" y="784"/>
                  <a:pt x="24368" y="489"/>
                  <a:pt x="23879" y="291"/>
                </a:cubicBezTo>
                <a:cubicBezTo>
                  <a:pt x="23390" y="93"/>
                  <a:pt x="22866" y="-4"/>
                  <a:pt x="22338" y="4"/>
                </a:cubicBezTo>
                <a:close/>
                <a:moveTo>
                  <a:pt x="38171" y="34228"/>
                </a:moveTo>
                <a:lnTo>
                  <a:pt x="61829" y="34228"/>
                </a:lnTo>
                <a:cubicBezTo>
                  <a:pt x="62875" y="34228"/>
                  <a:pt x="63878" y="34645"/>
                  <a:pt x="64617" y="35384"/>
                </a:cubicBezTo>
                <a:cubicBezTo>
                  <a:pt x="65357" y="36123"/>
                  <a:pt x="65772" y="37126"/>
                  <a:pt x="65772" y="38170"/>
                </a:cubicBezTo>
                <a:lnTo>
                  <a:pt x="65772" y="61821"/>
                </a:lnTo>
                <a:cubicBezTo>
                  <a:pt x="65772" y="62869"/>
                  <a:pt x="65357" y="63878"/>
                  <a:pt x="64617" y="64609"/>
                </a:cubicBezTo>
                <a:cubicBezTo>
                  <a:pt x="63878" y="65354"/>
                  <a:pt x="62875" y="65770"/>
                  <a:pt x="61829" y="65770"/>
                </a:cubicBezTo>
                <a:lnTo>
                  <a:pt x="38171" y="65770"/>
                </a:lnTo>
                <a:cubicBezTo>
                  <a:pt x="37125" y="65770"/>
                  <a:pt x="36123" y="65354"/>
                  <a:pt x="35383" y="64609"/>
                </a:cubicBezTo>
                <a:cubicBezTo>
                  <a:pt x="34644" y="63878"/>
                  <a:pt x="34229" y="62869"/>
                  <a:pt x="34229" y="61821"/>
                </a:cubicBezTo>
                <a:lnTo>
                  <a:pt x="34229" y="38170"/>
                </a:lnTo>
                <a:cubicBezTo>
                  <a:pt x="34229" y="37126"/>
                  <a:pt x="34644" y="36123"/>
                  <a:pt x="35383" y="35384"/>
                </a:cubicBezTo>
                <a:cubicBezTo>
                  <a:pt x="36123" y="34645"/>
                  <a:pt x="37125" y="34228"/>
                  <a:pt x="38171" y="3422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2" name="Чёрный — SVG 13">
            <a:extLst>
              <a:ext uri="{FF2B5EF4-FFF2-40B4-BE49-F238E27FC236}">
                <a16:creationId xmlns:a16="http://schemas.microsoft.com/office/drawing/2014/main" id="{35787CB3-6344-074A-8B97-EEFAF8BC4BAB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67339 w 85067"/>
              <a:gd name="csY0" fmla="*/ 148847 h 148847"/>
              <a:gd name="csX1" fmla="*/ 17728 w 85067"/>
              <a:gd name="csY1" fmla="*/ 148847 h 148847"/>
              <a:gd name="csX2" fmla="*/ 0 w 85067"/>
              <a:gd name="csY2" fmla="*/ 131122 h 148847"/>
              <a:gd name="csX3" fmla="*/ 0 w 85067"/>
              <a:gd name="csY3" fmla="*/ 17720 h 148847"/>
              <a:gd name="csX4" fmla="*/ 17728 w 85067"/>
              <a:gd name="csY4" fmla="*/ 0 h 148847"/>
              <a:gd name="csX5" fmla="*/ 67339 w 85067"/>
              <a:gd name="csY5" fmla="*/ 0 h 148847"/>
              <a:gd name="csX6" fmla="*/ 85067 w 85067"/>
              <a:gd name="csY6" fmla="*/ 17720 h 148847"/>
              <a:gd name="csX7" fmla="*/ 85067 w 85067"/>
              <a:gd name="csY7" fmla="*/ 131122 h 148847"/>
              <a:gd name="csX8" fmla="*/ 67339 w 85067"/>
              <a:gd name="csY8" fmla="*/ 148847 h 148847"/>
              <a:gd name="csX9" fmla="*/ 70895 w 85067"/>
              <a:gd name="csY9" fmla="*/ 74424 h 148847"/>
              <a:gd name="csX10" fmla="*/ 70895 w 85067"/>
              <a:gd name="csY10" fmla="*/ 21264 h 148847"/>
              <a:gd name="csX11" fmla="*/ 63800 w 85067"/>
              <a:gd name="csY11" fmla="*/ 14175 h 148847"/>
              <a:gd name="csX12" fmla="*/ 21267 w 85067"/>
              <a:gd name="csY12" fmla="*/ 14175 h 148847"/>
              <a:gd name="csX13" fmla="*/ 14172 w 85067"/>
              <a:gd name="csY13" fmla="*/ 21264 h 148847"/>
              <a:gd name="csX14" fmla="*/ 14172 w 85067"/>
              <a:gd name="csY14" fmla="*/ 74424 h 148847"/>
              <a:gd name="csX15" fmla="*/ 21267 w 85067"/>
              <a:gd name="csY15" fmla="*/ 81512 h 148847"/>
              <a:gd name="csX16" fmla="*/ 63800 w 85067"/>
              <a:gd name="csY16" fmla="*/ 81512 h 148847"/>
              <a:gd name="csX17" fmla="*/ 70895 w 85067"/>
              <a:gd name="csY17" fmla="*/ 74424 h 148847"/>
              <a:gd name="csX18" fmla="*/ 14172 w 85067"/>
              <a:gd name="csY18" fmla="*/ 104547 h 148847"/>
              <a:gd name="csX19" fmla="*/ 19497 w 85067"/>
              <a:gd name="csY19" fmla="*/ 109863 h 148847"/>
              <a:gd name="csX20" fmla="*/ 28361 w 85067"/>
              <a:gd name="csY20" fmla="*/ 109863 h 148847"/>
              <a:gd name="csX21" fmla="*/ 28361 w 85067"/>
              <a:gd name="csY21" fmla="*/ 99231 h 148847"/>
              <a:gd name="csX22" fmla="*/ 19497 w 85067"/>
              <a:gd name="csY22" fmla="*/ 99231 h 148847"/>
              <a:gd name="csX23" fmla="*/ 14172 w 85067"/>
              <a:gd name="csY23" fmla="*/ 104547 h 148847"/>
              <a:gd name="csX24" fmla="*/ 35439 w 85067"/>
              <a:gd name="csY24" fmla="*/ 109863 h 148847"/>
              <a:gd name="csX25" fmla="*/ 49628 w 85067"/>
              <a:gd name="csY25" fmla="*/ 109863 h 148847"/>
              <a:gd name="csX26" fmla="*/ 49628 w 85067"/>
              <a:gd name="csY26" fmla="*/ 99231 h 148847"/>
              <a:gd name="csX27" fmla="*/ 35439 w 85067"/>
              <a:gd name="csY27" fmla="*/ 99231 h 148847"/>
              <a:gd name="csX28" fmla="*/ 35439 w 85067"/>
              <a:gd name="csY28" fmla="*/ 109863 h 148847"/>
              <a:gd name="csX29" fmla="*/ 65570 w 85067"/>
              <a:gd name="csY29" fmla="*/ 99231 h 148847"/>
              <a:gd name="csX30" fmla="*/ 56706 w 85067"/>
              <a:gd name="csY30" fmla="*/ 99231 h 148847"/>
              <a:gd name="csX31" fmla="*/ 56706 w 85067"/>
              <a:gd name="csY31" fmla="*/ 109863 h 148847"/>
              <a:gd name="csX32" fmla="*/ 65570 w 85067"/>
              <a:gd name="csY32" fmla="*/ 109863 h 148847"/>
              <a:gd name="csX33" fmla="*/ 70895 w 85067"/>
              <a:gd name="csY33" fmla="*/ 104547 h 148847"/>
              <a:gd name="csX34" fmla="*/ 65570 w 85067"/>
              <a:gd name="csY34" fmla="*/ 99231 h 148847"/>
              <a:gd name="csX35" fmla="*/ 14172 w 85067"/>
              <a:gd name="csY35" fmla="*/ 125814 h 148847"/>
              <a:gd name="csX36" fmla="*/ 19497 w 85067"/>
              <a:gd name="csY36" fmla="*/ 131122 h 148847"/>
              <a:gd name="csX37" fmla="*/ 28361 w 85067"/>
              <a:gd name="csY37" fmla="*/ 131122 h 148847"/>
              <a:gd name="csX38" fmla="*/ 28361 w 85067"/>
              <a:gd name="csY38" fmla="*/ 120490 h 148847"/>
              <a:gd name="csX39" fmla="*/ 19497 w 85067"/>
              <a:gd name="csY39" fmla="*/ 120490 h 148847"/>
              <a:gd name="csX40" fmla="*/ 14172 w 85067"/>
              <a:gd name="csY40" fmla="*/ 125814 h 148847"/>
              <a:gd name="csX41" fmla="*/ 35439 w 85067"/>
              <a:gd name="csY41" fmla="*/ 131122 h 148847"/>
              <a:gd name="csX42" fmla="*/ 49628 w 85067"/>
              <a:gd name="csY42" fmla="*/ 131122 h 148847"/>
              <a:gd name="csX43" fmla="*/ 49628 w 85067"/>
              <a:gd name="csY43" fmla="*/ 120490 h 148847"/>
              <a:gd name="csX44" fmla="*/ 35439 w 85067"/>
              <a:gd name="csY44" fmla="*/ 120490 h 148847"/>
              <a:gd name="csX45" fmla="*/ 35439 w 85067"/>
              <a:gd name="csY45" fmla="*/ 131122 h 148847"/>
              <a:gd name="csX46" fmla="*/ 65570 w 85067"/>
              <a:gd name="csY46" fmla="*/ 120490 h 148847"/>
              <a:gd name="csX47" fmla="*/ 56706 w 85067"/>
              <a:gd name="csY47" fmla="*/ 120490 h 148847"/>
              <a:gd name="csX48" fmla="*/ 56706 w 85067"/>
              <a:gd name="csY48" fmla="*/ 131122 h 148847"/>
              <a:gd name="csX49" fmla="*/ 65570 w 85067"/>
              <a:gd name="csY49" fmla="*/ 131122 h 148847"/>
              <a:gd name="csX50" fmla="*/ 70895 w 85067"/>
              <a:gd name="csY50" fmla="*/ 125814 h 148847"/>
              <a:gd name="csX51" fmla="*/ 65570 w 85067"/>
              <a:gd name="csY51" fmla="*/ 120490 h 148847"/>
            </a:gdLst>
            <a:ahLst/>
            <a:cxnLst/>
            <a:rect l="l" t="t" r="r" b="b"/>
            <a:pathLst>
              <a:path w="100000" h="100000">
                <a:moveTo>
                  <a:pt x="66665" y="100000"/>
                </a:moveTo>
                <a:lnTo>
                  <a:pt x="33335" y="100000"/>
                </a:lnTo>
                <a:cubicBezTo>
                  <a:pt x="26751" y="100000"/>
                  <a:pt x="21425" y="94674"/>
                  <a:pt x="21425" y="88092"/>
                </a:cubicBezTo>
                <a:lnTo>
                  <a:pt x="21425" y="11905"/>
                </a:lnTo>
                <a:cubicBezTo>
                  <a:pt x="21425" y="5332"/>
                  <a:pt x="26751" y="0"/>
                  <a:pt x="33335" y="0"/>
                </a:cubicBezTo>
                <a:lnTo>
                  <a:pt x="66665" y="0"/>
                </a:lnTo>
                <a:cubicBezTo>
                  <a:pt x="73249" y="0"/>
                  <a:pt x="78575" y="5332"/>
                  <a:pt x="78575" y="11905"/>
                </a:cubicBezTo>
                <a:lnTo>
                  <a:pt x="78575" y="88092"/>
                </a:lnTo>
                <a:cubicBezTo>
                  <a:pt x="78575" y="94674"/>
                  <a:pt x="73249" y="100000"/>
                  <a:pt x="66665" y="100000"/>
                </a:cubicBezTo>
                <a:close/>
                <a:moveTo>
                  <a:pt x="69054" y="50000"/>
                </a:moveTo>
                <a:lnTo>
                  <a:pt x="69054" y="14286"/>
                </a:lnTo>
                <a:cubicBezTo>
                  <a:pt x="69054" y="11655"/>
                  <a:pt x="66916" y="9523"/>
                  <a:pt x="64287" y="9523"/>
                </a:cubicBezTo>
                <a:lnTo>
                  <a:pt x="35713" y="9523"/>
                </a:lnTo>
                <a:cubicBezTo>
                  <a:pt x="33084" y="9523"/>
                  <a:pt x="30946" y="11655"/>
                  <a:pt x="30946" y="14286"/>
                </a:cubicBezTo>
                <a:lnTo>
                  <a:pt x="30946" y="50000"/>
                </a:lnTo>
                <a:cubicBezTo>
                  <a:pt x="30946" y="52631"/>
                  <a:pt x="33084" y="54762"/>
                  <a:pt x="35713" y="54762"/>
                </a:cubicBezTo>
                <a:lnTo>
                  <a:pt x="64287" y="54762"/>
                </a:lnTo>
                <a:cubicBezTo>
                  <a:pt x="66916" y="54762"/>
                  <a:pt x="69054" y="52631"/>
                  <a:pt x="69054" y="50000"/>
                </a:cubicBezTo>
                <a:close/>
                <a:moveTo>
                  <a:pt x="30946" y="70238"/>
                </a:moveTo>
                <a:cubicBezTo>
                  <a:pt x="30946" y="72214"/>
                  <a:pt x="32546" y="73809"/>
                  <a:pt x="34523" y="73809"/>
                </a:cubicBezTo>
                <a:lnTo>
                  <a:pt x="40478" y="73809"/>
                </a:lnTo>
                <a:lnTo>
                  <a:pt x="40478" y="66666"/>
                </a:lnTo>
                <a:lnTo>
                  <a:pt x="34523" y="66666"/>
                </a:lnTo>
                <a:cubicBezTo>
                  <a:pt x="32546" y="66666"/>
                  <a:pt x="30946" y="68262"/>
                  <a:pt x="30946" y="70238"/>
                </a:cubicBezTo>
                <a:close/>
                <a:moveTo>
                  <a:pt x="45234" y="73809"/>
                </a:moveTo>
                <a:lnTo>
                  <a:pt x="54766" y="73809"/>
                </a:lnTo>
                <a:lnTo>
                  <a:pt x="54766" y="66666"/>
                </a:lnTo>
                <a:lnTo>
                  <a:pt x="45234" y="66666"/>
                </a:lnTo>
                <a:lnTo>
                  <a:pt x="45234" y="73809"/>
                </a:lnTo>
                <a:close/>
                <a:moveTo>
                  <a:pt x="65477" y="66666"/>
                </a:moveTo>
                <a:lnTo>
                  <a:pt x="59522" y="66666"/>
                </a:lnTo>
                <a:lnTo>
                  <a:pt x="59522" y="73809"/>
                </a:lnTo>
                <a:lnTo>
                  <a:pt x="65477" y="73809"/>
                </a:lnTo>
                <a:cubicBezTo>
                  <a:pt x="67454" y="73809"/>
                  <a:pt x="69054" y="72214"/>
                  <a:pt x="69054" y="70238"/>
                </a:cubicBezTo>
                <a:cubicBezTo>
                  <a:pt x="69054" y="68262"/>
                  <a:pt x="67454" y="66666"/>
                  <a:pt x="65477" y="66666"/>
                </a:cubicBezTo>
                <a:close/>
                <a:moveTo>
                  <a:pt x="30946" y="84526"/>
                </a:moveTo>
                <a:cubicBezTo>
                  <a:pt x="30946" y="86503"/>
                  <a:pt x="32546" y="88092"/>
                  <a:pt x="34523" y="88092"/>
                </a:cubicBezTo>
                <a:lnTo>
                  <a:pt x="40478" y="88092"/>
                </a:lnTo>
                <a:lnTo>
                  <a:pt x="40478" y="80949"/>
                </a:lnTo>
                <a:lnTo>
                  <a:pt x="34523" y="80949"/>
                </a:lnTo>
                <a:cubicBezTo>
                  <a:pt x="32546" y="80949"/>
                  <a:pt x="30946" y="82549"/>
                  <a:pt x="30946" y="84526"/>
                </a:cubicBezTo>
                <a:close/>
                <a:moveTo>
                  <a:pt x="45234" y="88092"/>
                </a:moveTo>
                <a:lnTo>
                  <a:pt x="54766" y="88092"/>
                </a:lnTo>
                <a:lnTo>
                  <a:pt x="54766" y="80949"/>
                </a:lnTo>
                <a:lnTo>
                  <a:pt x="45234" y="80949"/>
                </a:lnTo>
                <a:lnTo>
                  <a:pt x="45234" y="88092"/>
                </a:lnTo>
                <a:close/>
                <a:moveTo>
                  <a:pt x="65477" y="80949"/>
                </a:moveTo>
                <a:lnTo>
                  <a:pt x="59522" y="80949"/>
                </a:lnTo>
                <a:lnTo>
                  <a:pt x="59522" y="88092"/>
                </a:lnTo>
                <a:lnTo>
                  <a:pt x="65477" y="88092"/>
                </a:lnTo>
                <a:cubicBezTo>
                  <a:pt x="67454" y="88092"/>
                  <a:pt x="69054" y="86503"/>
                  <a:pt x="69054" y="84526"/>
                </a:cubicBezTo>
                <a:cubicBezTo>
                  <a:pt x="69054" y="82549"/>
                  <a:pt x="67454" y="80949"/>
                  <a:pt x="65477" y="8094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3" name="Чёрный — SVG 14">
            <a:extLst>
              <a:ext uri="{FF2B5EF4-FFF2-40B4-BE49-F238E27FC236}">
                <a16:creationId xmlns:a16="http://schemas.microsoft.com/office/drawing/2014/main" id="{5209881D-58C3-4E45-9B2E-213822BE62D7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19498 w 134696"/>
              <a:gd name="csY0" fmla="*/ 0 h 134676"/>
              <a:gd name="csX1" fmla="*/ 1 w 134696"/>
              <a:gd name="csY1" fmla="*/ 19491 h 134676"/>
              <a:gd name="csX2" fmla="*/ 1 w 134696"/>
              <a:gd name="csY2" fmla="*/ 33668 h 134676"/>
              <a:gd name="csX3" fmla="*/ 1 w 134696"/>
              <a:gd name="csY3" fmla="*/ 81512 h 134676"/>
              <a:gd name="csX4" fmla="*/ 511 w 134696"/>
              <a:gd name="csY4" fmla="*/ 84254 h 134676"/>
              <a:gd name="csX5" fmla="*/ 2043 w 134696"/>
              <a:gd name="csY5" fmla="*/ 86588 h 134676"/>
              <a:gd name="csX6" fmla="*/ 4357 w 134696"/>
              <a:gd name="csY6" fmla="*/ 88152 h 134676"/>
              <a:gd name="csX7" fmla="*/ 7096 w 134696"/>
              <a:gd name="csY7" fmla="*/ 88701 h 134676"/>
              <a:gd name="csX8" fmla="*/ 9834 w 134696"/>
              <a:gd name="csY8" fmla="*/ 88152 h 134676"/>
              <a:gd name="csX9" fmla="*/ 12131 w 134696"/>
              <a:gd name="csY9" fmla="*/ 86588 h 134676"/>
              <a:gd name="csX10" fmla="*/ 13663 w 134696"/>
              <a:gd name="csY10" fmla="*/ 84254 h 134676"/>
              <a:gd name="csX11" fmla="*/ 14173 w 134696"/>
              <a:gd name="csY11" fmla="*/ 81512 h 134676"/>
              <a:gd name="csX12" fmla="*/ 14173 w 134696"/>
              <a:gd name="csY12" fmla="*/ 38984 h 134676"/>
              <a:gd name="csX13" fmla="*/ 120507 w 134696"/>
              <a:gd name="csY13" fmla="*/ 38984 h 134676"/>
              <a:gd name="csX14" fmla="*/ 120507 w 134696"/>
              <a:gd name="csY14" fmla="*/ 81512 h 134676"/>
              <a:gd name="csX15" fmla="*/ 121017 w 134696"/>
              <a:gd name="csY15" fmla="*/ 84254 h 134676"/>
              <a:gd name="csX16" fmla="*/ 122548 w 134696"/>
              <a:gd name="csY16" fmla="*/ 86588 h 134676"/>
              <a:gd name="csX17" fmla="*/ 124863 w 134696"/>
              <a:gd name="csY17" fmla="*/ 88152 h 134676"/>
              <a:gd name="csX18" fmla="*/ 127602 w 134696"/>
              <a:gd name="csY18" fmla="*/ 88701 h 134676"/>
              <a:gd name="csX19" fmla="*/ 130341 w 134696"/>
              <a:gd name="csY19" fmla="*/ 88152 h 134676"/>
              <a:gd name="csX20" fmla="*/ 132655 w 134696"/>
              <a:gd name="csY20" fmla="*/ 86588 h 134676"/>
              <a:gd name="csX21" fmla="*/ 134186 w 134696"/>
              <a:gd name="csY21" fmla="*/ 84254 h 134676"/>
              <a:gd name="csX22" fmla="*/ 134696 w 134696"/>
              <a:gd name="csY22" fmla="*/ 81512 h 134676"/>
              <a:gd name="csX23" fmla="*/ 134696 w 134696"/>
              <a:gd name="csY23" fmla="*/ 33668 h 134676"/>
              <a:gd name="csX24" fmla="*/ 134696 w 134696"/>
              <a:gd name="csY24" fmla="*/ 19491 h 134676"/>
              <a:gd name="csX25" fmla="*/ 115199 w 134696"/>
              <a:gd name="csY25" fmla="*/ 0 h 134676"/>
              <a:gd name="csX26" fmla="*/ 19498 w 134696"/>
              <a:gd name="csY26" fmla="*/ 0 h 134676"/>
              <a:gd name="csX27" fmla="*/ 19498 w 134696"/>
              <a:gd name="csY27" fmla="*/ 14175 h 134676"/>
              <a:gd name="csX28" fmla="*/ 24807 w 134696"/>
              <a:gd name="csY28" fmla="*/ 19491 h 134676"/>
              <a:gd name="csX29" fmla="*/ 19498 w 134696"/>
              <a:gd name="csY29" fmla="*/ 24807 h 134676"/>
              <a:gd name="csX30" fmla="*/ 14173 w 134696"/>
              <a:gd name="csY30" fmla="*/ 19491 h 134676"/>
              <a:gd name="csX31" fmla="*/ 19498 w 134696"/>
              <a:gd name="csY31" fmla="*/ 14175 h 134676"/>
              <a:gd name="csX32" fmla="*/ 37226 w 134696"/>
              <a:gd name="csY32" fmla="*/ 14175 h 134676"/>
              <a:gd name="csX33" fmla="*/ 42535 w 134696"/>
              <a:gd name="csY33" fmla="*/ 19491 h 134676"/>
              <a:gd name="csX34" fmla="*/ 37226 w 134696"/>
              <a:gd name="csY34" fmla="*/ 24807 h 134676"/>
              <a:gd name="csX35" fmla="*/ 31901 w 134696"/>
              <a:gd name="csY35" fmla="*/ 19491 h 134676"/>
              <a:gd name="csX36" fmla="*/ 37226 w 134696"/>
              <a:gd name="csY36" fmla="*/ 14175 h 134676"/>
              <a:gd name="csX37" fmla="*/ 58493 w 134696"/>
              <a:gd name="csY37" fmla="*/ 14175 h 134676"/>
              <a:gd name="csX38" fmla="*/ 115199 w 134696"/>
              <a:gd name="csY38" fmla="*/ 14175 h 134676"/>
              <a:gd name="csX39" fmla="*/ 120507 w 134696"/>
              <a:gd name="csY39" fmla="*/ 19491 h 134676"/>
              <a:gd name="csX40" fmla="*/ 115199 w 134696"/>
              <a:gd name="csY40" fmla="*/ 24911 h 134676"/>
              <a:gd name="csX41" fmla="*/ 58493 w 134696"/>
              <a:gd name="csY41" fmla="*/ 24911 h 134676"/>
              <a:gd name="csX42" fmla="*/ 53168 w 134696"/>
              <a:gd name="csY42" fmla="*/ 19491 h 134676"/>
              <a:gd name="csX43" fmla="*/ 58493 w 134696"/>
              <a:gd name="csY43" fmla="*/ 14175 h 134676"/>
              <a:gd name="csX44" fmla="*/ 40680 w 134696"/>
              <a:gd name="csY44" fmla="*/ 56628 h 134676"/>
              <a:gd name="csX45" fmla="*/ 36955 w 134696"/>
              <a:gd name="csY45" fmla="*/ 58241 h 134676"/>
              <a:gd name="csX46" fmla="*/ 35440 w 134696"/>
              <a:gd name="csY46" fmla="*/ 62019 h 134676"/>
              <a:gd name="csX47" fmla="*/ 35440 w 134696"/>
              <a:gd name="csY47" fmla="*/ 81082 h 134676"/>
              <a:gd name="csX48" fmla="*/ 24007 w 134696"/>
              <a:gd name="csY48" fmla="*/ 92517 h 134676"/>
              <a:gd name="csX49" fmla="*/ 21268 w 134696"/>
              <a:gd name="csY49" fmla="*/ 92144 h 134676"/>
              <a:gd name="csX50" fmla="*/ 13748 w 134696"/>
              <a:gd name="csY50" fmla="*/ 95257 h 134676"/>
              <a:gd name="csX51" fmla="*/ 10634 w 134696"/>
              <a:gd name="csY51" fmla="*/ 102776 h 134676"/>
              <a:gd name="csX52" fmla="*/ 13748 w 134696"/>
              <a:gd name="csY52" fmla="*/ 110300 h 134676"/>
              <a:gd name="csX53" fmla="*/ 21268 w 134696"/>
              <a:gd name="csY53" fmla="*/ 113413 h 134676"/>
              <a:gd name="csX54" fmla="*/ 25963 w 134696"/>
              <a:gd name="csY54" fmla="*/ 112307 h 134676"/>
              <a:gd name="csX55" fmla="*/ 29706 w 134696"/>
              <a:gd name="csY55" fmla="*/ 109245 h 134676"/>
              <a:gd name="csX56" fmla="*/ 31697 w 134696"/>
              <a:gd name="csY56" fmla="*/ 104851 h 134676"/>
              <a:gd name="csX57" fmla="*/ 31527 w 134696"/>
              <a:gd name="csY57" fmla="*/ 100027 h 134676"/>
              <a:gd name="csX58" fmla="*/ 44525 w 134696"/>
              <a:gd name="csY58" fmla="*/ 87042 h 134676"/>
              <a:gd name="csX59" fmla="*/ 46074 w 134696"/>
              <a:gd name="csY59" fmla="*/ 83283 h 134676"/>
              <a:gd name="csX60" fmla="*/ 46074 w 134696"/>
              <a:gd name="csY60" fmla="*/ 62019 h 134676"/>
              <a:gd name="csX61" fmla="*/ 45682 w 134696"/>
              <a:gd name="csY61" fmla="*/ 59942 h 134676"/>
              <a:gd name="csX62" fmla="*/ 44525 w 134696"/>
              <a:gd name="csY62" fmla="*/ 58181 h 134676"/>
              <a:gd name="csX63" fmla="*/ 42756 w 134696"/>
              <a:gd name="csY63" fmla="*/ 57014 h 134676"/>
              <a:gd name="csX64" fmla="*/ 40680 w 134696"/>
              <a:gd name="csY64" fmla="*/ 56628 h 134676"/>
              <a:gd name="csX65" fmla="*/ 58408 w 134696"/>
              <a:gd name="csY65" fmla="*/ 56628 h 134676"/>
              <a:gd name="csX66" fmla="*/ 54665 w 134696"/>
              <a:gd name="csY66" fmla="*/ 58241 h 134676"/>
              <a:gd name="csX67" fmla="*/ 53168 w 134696"/>
              <a:gd name="csY67" fmla="*/ 62019 h 134676"/>
              <a:gd name="csX68" fmla="*/ 53168 w 134696"/>
              <a:gd name="csY68" fmla="*/ 102346 h 134676"/>
              <a:gd name="csX69" fmla="*/ 41735 w 134696"/>
              <a:gd name="csY69" fmla="*/ 113787 h 134676"/>
              <a:gd name="csX70" fmla="*/ 38996 w 134696"/>
              <a:gd name="csY70" fmla="*/ 113413 h 134676"/>
              <a:gd name="csX71" fmla="*/ 31476 w 134696"/>
              <a:gd name="csY71" fmla="*/ 116526 h 134676"/>
              <a:gd name="csX72" fmla="*/ 28362 w 134696"/>
              <a:gd name="csY72" fmla="*/ 124045 h 134676"/>
              <a:gd name="csX73" fmla="*/ 31476 w 134696"/>
              <a:gd name="csY73" fmla="*/ 131564 h 134676"/>
              <a:gd name="csX74" fmla="*/ 38996 w 134696"/>
              <a:gd name="csY74" fmla="*/ 134677 h 134676"/>
              <a:gd name="csX75" fmla="*/ 43692 w 134696"/>
              <a:gd name="csY75" fmla="*/ 133571 h 134676"/>
              <a:gd name="csX76" fmla="*/ 47418 w 134696"/>
              <a:gd name="csY76" fmla="*/ 130509 h 134676"/>
              <a:gd name="csX77" fmla="*/ 49408 w 134696"/>
              <a:gd name="csY77" fmla="*/ 126120 h 134676"/>
              <a:gd name="csX78" fmla="*/ 49255 w 134696"/>
              <a:gd name="csY78" fmla="*/ 121289 h 134676"/>
              <a:gd name="csX79" fmla="*/ 62236 w 134696"/>
              <a:gd name="csY79" fmla="*/ 108310 h 134676"/>
              <a:gd name="csX80" fmla="*/ 63801 w 134696"/>
              <a:gd name="csY80" fmla="*/ 104547 h 134676"/>
              <a:gd name="csX81" fmla="*/ 63801 w 134696"/>
              <a:gd name="csY81" fmla="*/ 62019 h 134676"/>
              <a:gd name="csX82" fmla="*/ 63410 w 134696"/>
              <a:gd name="csY82" fmla="*/ 59942 h 134676"/>
              <a:gd name="csX83" fmla="*/ 62236 w 134696"/>
              <a:gd name="csY83" fmla="*/ 58181 h 134676"/>
              <a:gd name="csX84" fmla="*/ 60483 w 134696"/>
              <a:gd name="csY84" fmla="*/ 57014 h 134676"/>
              <a:gd name="csX85" fmla="*/ 58408 w 134696"/>
              <a:gd name="csY85" fmla="*/ 56628 h 134676"/>
              <a:gd name="csX86" fmla="*/ 76120 w 134696"/>
              <a:gd name="csY86" fmla="*/ 56628 h 134676"/>
              <a:gd name="csX87" fmla="*/ 72393 w 134696"/>
              <a:gd name="csY87" fmla="*/ 58241 h 134676"/>
              <a:gd name="csX88" fmla="*/ 70896 w 134696"/>
              <a:gd name="csY88" fmla="*/ 62019 h 134676"/>
              <a:gd name="csX89" fmla="*/ 70896 w 134696"/>
              <a:gd name="csY89" fmla="*/ 104547 h 134676"/>
              <a:gd name="csX90" fmla="*/ 72444 w 134696"/>
              <a:gd name="csY90" fmla="*/ 108310 h 134676"/>
              <a:gd name="csX91" fmla="*/ 85443 w 134696"/>
              <a:gd name="csY91" fmla="*/ 121289 h 134676"/>
              <a:gd name="csX92" fmla="*/ 85273 w 134696"/>
              <a:gd name="csY92" fmla="*/ 126120 h 134676"/>
              <a:gd name="csX93" fmla="*/ 87263 w 134696"/>
              <a:gd name="csY93" fmla="*/ 130509 h 134676"/>
              <a:gd name="csX94" fmla="*/ 91006 w 134696"/>
              <a:gd name="csY94" fmla="*/ 133571 h 134676"/>
              <a:gd name="csX95" fmla="*/ 95702 w 134696"/>
              <a:gd name="csY95" fmla="*/ 134677 h 134676"/>
              <a:gd name="csX96" fmla="*/ 103221 w 134696"/>
              <a:gd name="csY96" fmla="*/ 131564 h 134676"/>
              <a:gd name="csX97" fmla="*/ 106335 w 134696"/>
              <a:gd name="csY97" fmla="*/ 124045 h 134676"/>
              <a:gd name="csX98" fmla="*/ 103221 w 134696"/>
              <a:gd name="csY98" fmla="*/ 116526 h 134676"/>
              <a:gd name="csX99" fmla="*/ 95702 w 134696"/>
              <a:gd name="csY99" fmla="*/ 113413 h 134676"/>
              <a:gd name="csX100" fmla="*/ 92963 w 134696"/>
              <a:gd name="csY100" fmla="*/ 113787 h 134676"/>
              <a:gd name="csX101" fmla="*/ 81529 w 134696"/>
              <a:gd name="csY101" fmla="*/ 102346 h 134676"/>
              <a:gd name="csX102" fmla="*/ 81529 w 134696"/>
              <a:gd name="csY102" fmla="*/ 62019 h 134676"/>
              <a:gd name="csX103" fmla="*/ 81138 w 134696"/>
              <a:gd name="csY103" fmla="*/ 59942 h 134676"/>
              <a:gd name="csX104" fmla="*/ 79964 w 134696"/>
              <a:gd name="csY104" fmla="*/ 58181 h 134676"/>
              <a:gd name="csX105" fmla="*/ 78195 w 134696"/>
              <a:gd name="csY105" fmla="*/ 57014 h 134676"/>
              <a:gd name="csX106" fmla="*/ 76120 w 134696"/>
              <a:gd name="csY106" fmla="*/ 56628 h 134676"/>
              <a:gd name="csX107" fmla="*/ 93847 w 134696"/>
              <a:gd name="csY107" fmla="*/ 56628 h 134676"/>
              <a:gd name="csX108" fmla="*/ 90122 w 134696"/>
              <a:gd name="csY108" fmla="*/ 58241 h 134676"/>
              <a:gd name="csX109" fmla="*/ 88607 w 134696"/>
              <a:gd name="csY109" fmla="*/ 62019 h 134676"/>
              <a:gd name="csX110" fmla="*/ 88607 w 134696"/>
              <a:gd name="csY110" fmla="*/ 83283 h 134676"/>
              <a:gd name="csX111" fmla="*/ 90172 w 134696"/>
              <a:gd name="csY111" fmla="*/ 87042 h 134676"/>
              <a:gd name="csX112" fmla="*/ 103153 w 134696"/>
              <a:gd name="csY112" fmla="*/ 100027 h 134676"/>
              <a:gd name="csX113" fmla="*/ 103000 w 134696"/>
              <a:gd name="csY113" fmla="*/ 104851 h 134676"/>
              <a:gd name="csX114" fmla="*/ 104991 w 134696"/>
              <a:gd name="csY114" fmla="*/ 109245 h 134676"/>
              <a:gd name="csX115" fmla="*/ 108717 w 134696"/>
              <a:gd name="csY115" fmla="*/ 112307 h 134676"/>
              <a:gd name="csX116" fmla="*/ 113429 w 134696"/>
              <a:gd name="csY116" fmla="*/ 113413 h 134676"/>
              <a:gd name="csX117" fmla="*/ 120949 w 134696"/>
              <a:gd name="csY117" fmla="*/ 110300 h 134676"/>
              <a:gd name="csX118" fmla="*/ 124063 w 134696"/>
              <a:gd name="csY118" fmla="*/ 102776 h 134676"/>
              <a:gd name="csX119" fmla="*/ 120949 w 134696"/>
              <a:gd name="csY119" fmla="*/ 95257 h 134676"/>
              <a:gd name="csX120" fmla="*/ 113429 w 134696"/>
              <a:gd name="csY120" fmla="*/ 92144 h 134676"/>
              <a:gd name="csX121" fmla="*/ 110690 w 134696"/>
              <a:gd name="csY121" fmla="*/ 92517 h 134676"/>
              <a:gd name="csX122" fmla="*/ 99240 w 134696"/>
              <a:gd name="csY122" fmla="*/ 81082 h 134676"/>
              <a:gd name="csX123" fmla="*/ 99240 w 134696"/>
              <a:gd name="csY123" fmla="*/ 62019 h 134676"/>
              <a:gd name="csX124" fmla="*/ 98849 w 134696"/>
              <a:gd name="csY124" fmla="*/ 59942 h 134676"/>
              <a:gd name="csX125" fmla="*/ 97692 w 134696"/>
              <a:gd name="csY125" fmla="*/ 58181 h 134676"/>
              <a:gd name="csX126" fmla="*/ 95923 w 134696"/>
              <a:gd name="csY126" fmla="*/ 57014 h 134676"/>
              <a:gd name="csX127" fmla="*/ 93847 w 134696"/>
              <a:gd name="csY127" fmla="*/ 56628 h 134676"/>
            </a:gdLst>
            <a:ahLst/>
            <a:cxnLst/>
            <a:rect l="l" t="t" r="r" b="b"/>
            <a:pathLst>
              <a:path w="100000" h="100000">
                <a:moveTo>
                  <a:pt x="14476" y="7"/>
                </a:moveTo>
                <a:cubicBezTo>
                  <a:pt x="6493" y="7"/>
                  <a:pt x="1" y="6501"/>
                  <a:pt x="1" y="14478"/>
                </a:cubicBezTo>
                <a:lnTo>
                  <a:pt x="1" y="25003"/>
                </a:lnTo>
                <a:lnTo>
                  <a:pt x="1" y="60523"/>
                </a:lnTo>
                <a:cubicBezTo>
                  <a:pt x="-12" y="61220"/>
                  <a:pt x="114" y="61912"/>
                  <a:pt x="379" y="62559"/>
                </a:cubicBezTo>
                <a:cubicBezTo>
                  <a:pt x="644" y="63207"/>
                  <a:pt x="1024" y="63796"/>
                  <a:pt x="1517" y="64291"/>
                </a:cubicBezTo>
                <a:cubicBezTo>
                  <a:pt x="2009" y="64788"/>
                  <a:pt x="2590" y="65183"/>
                  <a:pt x="3235" y="65453"/>
                </a:cubicBezTo>
                <a:cubicBezTo>
                  <a:pt x="3878" y="65721"/>
                  <a:pt x="4561" y="65860"/>
                  <a:pt x="5268" y="65860"/>
                </a:cubicBezTo>
                <a:cubicBezTo>
                  <a:pt x="5963" y="65860"/>
                  <a:pt x="6657" y="65721"/>
                  <a:pt x="7301" y="65453"/>
                </a:cubicBezTo>
                <a:cubicBezTo>
                  <a:pt x="7933" y="65183"/>
                  <a:pt x="8527" y="64788"/>
                  <a:pt x="9006" y="64291"/>
                </a:cubicBezTo>
                <a:cubicBezTo>
                  <a:pt x="9499" y="63796"/>
                  <a:pt x="9891" y="63207"/>
                  <a:pt x="10144" y="62559"/>
                </a:cubicBezTo>
                <a:cubicBezTo>
                  <a:pt x="10409" y="61912"/>
                  <a:pt x="10535" y="61220"/>
                  <a:pt x="10522" y="60523"/>
                </a:cubicBezTo>
                <a:lnTo>
                  <a:pt x="10522" y="28950"/>
                </a:lnTo>
                <a:lnTo>
                  <a:pt x="89466" y="28950"/>
                </a:lnTo>
                <a:lnTo>
                  <a:pt x="89466" y="60523"/>
                </a:lnTo>
                <a:cubicBezTo>
                  <a:pt x="89466" y="61220"/>
                  <a:pt x="89593" y="61912"/>
                  <a:pt x="89845" y="62559"/>
                </a:cubicBezTo>
                <a:cubicBezTo>
                  <a:pt x="90110" y="63207"/>
                  <a:pt x="90502" y="63796"/>
                  <a:pt x="90981" y="64291"/>
                </a:cubicBezTo>
                <a:cubicBezTo>
                  <a:pt x="91474" y="64788"/>
                  <a:pt x="92055" y="65183"/>
                  <a:pt x="92700" y="65453"/>
                </a:cubicBezTo>
                <a:cubicBezTo>
                  <a:pt x="93344" y="65721"/>
                  <a:pt x="94038" y="65860"/>
                  <a:pt x="94733" y="65860"/>
                </a:cubicBezTo>
                <a:cubicBezTo>
                  <a:pt x="95427" y="65860"/>
                  <a:pt x="96122" y="65721"/>
                  <a:pt x="96767" y="65453"/>
                </a:cubicBezTo>
                <a:cubicBezTo>
                  <a:pt x="97411" y="65183"/>
                  <a:pt x="97992" y="64788"/>
                  <a:pt x="98485" y="64291"/>
                </a:cubicBezTo>
                <a:cubicBezTo>
                  <a:pt x="98977" y="63796"/>
                  <a:pt x="99356" y="63207"/>
                  <a:pt x="99621" y="62559"/>
                </a:cubicBezTo>
                <a:cubicBezTo>
                  <a:pt x="99874" y="61912"/>
                  <a:pt x="100000" y="61220"/>
                  <a:pt x="100000" y="60523"/>
                </a:cubicBezTo>
                <a:lnTo>
                  <a:pt x="100000" y="25003"/>
                </a:lnTo>
                <a:lnTo>
                  <a:pt x="100000" y="14478"/>
                </a:lnTo>
                <a:cubicBezTo>
                  <a:pt x="100000" y="6501"/>
                  <a:pt x="93508" y="7"/>
                  <a:pt x="85525" y="7"/>
                </a:cubicBezTo>
                <a:lnTo>
                  <a:pt x="14476" y="7"/>
                </a:lnTo>
                <a:close/>
                <a:moveTo>
                  <a:pt x="14476" y="10531"/>
                </a:moveTo>
                <a:cubicBezTo>
                  <a:pt x="16649" y="10531"/>
                  <a:pt x="18417" y="12300"/>
                  <a:pt x="18417" y="14478"/>
                </a:cubicBezTo>
                <a:cubicBezTo>
                  <a:pt x="18417" y="16657"/>
                  <a:pt x="16649" y="18424"/>
                  <a:pt x="14476" y="18424"/>
                </a:cubicBezTo>
                <a:cubicBezTo>
                  <a:pt x="12291" y="18424"/>
                  <a:pt x="10522" y="16657"/>
                  <a:pt x="10522" y="14478"/>
                </a:cubicBezTo>
                <a:cubicBezTo>
                  <a:pt x="10522" y="12300"/>
                  <a:pt x="12291" y="10531"/>
                  <a:pt x="14476" y="10531"/>
                </a:cubicBezTo>
                <a:close/>
                <a:moveTo>
                  <a:pt x="27637" y="10531"/>
                </a:moveTo>
                <a:cubicBezTo>
                  <a:pt x="29810" y="10531"/>
                  <a:pt x="31579" y="12300"/>
                  <a:pt x="31579" y="14478"/>
                </a:cubicBezTo>
                <a:cubicBezTo>
                  <a:pt x="31579" y="16657"/>
                  <a:pt x="29810" y="18424"/>
                  <a:pt x="27637" y="18424"/>
                </a:cubicBezTo>
                <a:cubicBezTo>
                  <a:pt x="25452" y="18424"/>
                  <a:pt x="23684" y="16657"/>
                  <a:pt x="23684" y="14478"/>
                </a:cubicBezTo>
                <a:cubicBezTo>
                  <a:pt x="23684" y="12300"/>
                  <a:pt x="25452" y="10531"/>
                  <a:pt x="27637" y="10531"/>
                </a:cubicBezTo>
                <a:close/>
                <a:moveTo>
                  <a:pt x="43426" y="10531"/>
                </a:moveTo>
                <a:lnTo>
                  <a:pt x="85525" y="10531"/>
                </a:lnTo>
                <a:cubicBezTo>
                  <a:pt x="87698" y="10531"/>
                  <a:pt x="89466" y="12300"/>
                  <a:pt x="89466" y="14478"/>
                </a:cubicBezTo>
                <a:cubicBezTo>
                  <a:pt x="89466" y="16657"/>
                  <a:pt x="87698" y="18502"/>
                  <a:pt x="85525" y="18502"/>
                </a:cubicBezTo>
                <a:lnTo>
                  <a:pt x="43426" y="18502"/>
                </a:lnTo>
                <a:cubicBezTo>
                  <a:pt x="41241" y="18502"/>
                  <a:pt x="39473" y="16659"/>
                  <a:pt x="39473" y="14478"/>
                </a:cubicBezTo>
                <a:cubicBezTo>
                  <a:pt x="39473" y="12297"/>
                  <a:pt x="41241" y="10531"/>
                  <a:pt x="43426" y="10531"/>
                </a:cubicBezTo>
                <a:close/>
                <a:moveTo>
                  <a:pt x="30201" y="42049"/>
                </a:moveTo>
                <a:cubicBezTo>
                  <a:pt x="29153" y="42065"/>
                  <a:pt x="28155" y="42496"/>
                  <a:pt x="27436" y="43246"/>
                </a:cubicBezTo>
                <a:cubicBezTo>
                  <a:pt x="26703" y="43996"/>
                  <a:pt x="26298" y="45006"/>
                  <a:pt x="26311" y="46051"/>
                </a:cubicBezTo>
                <a:lnTo>
                  <a:pt x="26311" y="60204"/>
                </a:lnTo>
                <a:lnTo>
                  <a:pt x="17823" y="68693"/>
                </a:lnTo>
                <a:cubicBezTo>
                  <a:pt x="17166" y="68512"/>
                  <a:pt x="16472" y="68419"/>
                  <a:pt x="15790" y="68416"/>
                </a:cubicBezTo>
                <a:cubicBezTo>
                  <a:pt x="13692" y="68416"/>
                  <a:pt x="11685" y="69247"/>
                  <a:pt x="10207" y="70727"/>
                </a:cubicBezTo>
                <a:cubicBezTo>
                  <a:pt x="8729" y="72208"/>
                  <a:pt x="7895" y="74216"/>
                  <a:pt x="7895" y="76310"/>
                </a:cubicBezTo>
                <a:cubicBezTo>
                  <a:pt x="7895" y="78402"/>
                  <a:pt x="8729" y="80406"/>
                  <a:pt x="10207" y="81896"/>
                </a:cubicBezTo>
                <a:cubicBezTo>
                  <a:pt x="11685" y="83373"/>
                  <a:pt x="13692" y="84207"/>
                  <a:pt x="15790" y="84207"/>
                </a:cubicBezTo>
                <a:cubicBezTo>
                  <a:pt x="17002" y="84207"/>
                  <a:pt x="18189" y="83929"/>
                  <a:pt x="19275" y="83386"/>
                </a:cubicBezTo>
                <a:cubicBezTo>
                  <a:pt x="20362" y="82855"/>
                  <a:pt x="21309" y="82072"/>
                  <a:pt x="22054" y="81112"/>
                </a:cubicBezTo>
                <a:cubicBezTo>
                  <a:pt x="22787" y="80153"/>
                  <a:pt x="23292" y="79037"/>
                  <a:pt x="23532" y="77850"/>
                </a:cubicBezTo>
                <a:cubicBezTo>
                  <a:pt x="23759" y="76663"/>
                  <a:pt x="23722" y="75438"/>
                  <a:pt x="23406" y="74269"/>
                </a:cubicBezTo>
                <a:lnTo>
                  <a:pt x="33056" y="64628"/>
                </a:lnTo>
                <a:cubicBezTo>
                  <a:pt x="33789" y="63889"/>
                  <a:pt x="34206" y="62885"/>
                  <a:pt x="34206" y="61838"/>
                </a:cubicBezTo>
                <a:lnTo>
                  <a:pt x="34206" y="46051"/>
                </a:lnTo>
                <a:cubicBezTo>
                  <a:pt x="34218" y="45523"/>
                  <a:pt x="34117" y="44999"/>
                  <a:pt x="33915" y="44509"/>
                </a:cubicBezTo>
                <a:cubicBezTo>
                  <a:pt x="33726" y="44021"/>
                  <a:pt x="33423" y="43576"/>
                  <a:pt x="33056" y="43202"/>
                </a:cubicBezTo>
                <a:cubicBezTo>
                  <a:pt x="32677" y="42830"/>
                  <a:pt x="32235" y="42534"/>
                  <a:pt x="31743" y="42335"/>
                </a:cubicBezTo>
                <a:cubicBezTo>
                  <a:pt x="31250" y="42139"/>
                  <a:pt x="30732" y="42040"/>
                  <a:pt x="30201" y="42049"/>
                </a:cubicBezTo>
                <a:close/>
                <a:moveTo>
                  <a:pt x="43363" y="42049"/>
                </a:moveTo>
                <a:cubicBezTo>
                  <a:pt x="42315" y="42065"/>
                  <a:pt x="41317" y="42496"/>
                  <a:pt x="40584" y="43246"/>
                </a:cubicBezTo>
                <a:cubicBezTo>
                  <a:pt x="39865" y="43996"/>
                  <a:pt x="39460" y="45006"/>
                  <a:pt x="39473" y="46051"/>
                </a:cubicBezTo>
                <a:lnTo>
                  <a:pt x="39473" y="75990"/>
                </a:lnTo>
                <a:lnTo>
                  <a:pt x="30985" y="84484"/>
                </a:lnTo>
                <a:cubicBezTo>
                  <a:pt x="30315" y="84295"/>
                  <a:pt x="29633" y="84207"/>
                  <a:pt x="28951" y="84207"/>
                </a:cubicBezTo>
                <a:cubicBezTo>
                  <a:pt x="26854" y="84207"/>
                  <a:pt x="24846" y="85040"/>
                  <a:pt x="23368" y="86518"/>
                </a:cubicBezTo>
                <a:cubicBezTo>
                  <a:pt x="21890" y="87995"/>
                  <a:pt x="21056" y="90003"/>
                  <a:pt x="21056" y="92100"/>
                </a:cubicBezTo>
                <a:cubicBezTo>
                  <a:pt x="21056" y="94184"/>
                  <a:pt x="21890" y="96192"/>
                  <a:pt x="23368" y="97682"/>
                </a:cubicBezTo>
                <a:cubicBezTo>
                  <a:pt x="24846" y="99160"/>
                  <a:pt x="26854" y="99993"/>
                  <a:pt x="28951" y="99993"/>
                </a:cubicBezTo>
                <a:cubicBezTo>
                  <a:pt x="30163" y="99993"/>
                  <a:pt x="31351" y="99716"/>
                  <a:pt x="32437" y="99172"/>
                </a:cubicBezTo>
                <a:cubicBezTo>
                  <a:pt x="33524" y="98642"/>
                  <a:pt x="34471" y="97859"/>
                  <a:pt x="35204" y="96899"/>
                </a:cubicBezTo>
                <a:cubicBezTo>
                  <a:pt x="35948" y="95939"/>
                  <a:pt x="36454" y="94828"/>
                  <a:pt x="36681" y="93640"/>
                </a:cubicBezTo>
                <a:cubicBezTo>
                  <a:pt x="36921" y="92453"/>
                  <a:pt x="36884" y="91228"/>
                  <a:pt x="36568" y="90054"/>
                </a:cubicBezTo>
                <a:lnTo>
                  <a:pt x="46205" y="80418"/>
                </a:lnTo>
                <a:cubicBezTo>
                  <a:pt x="46950" y="79673"/>
                  <a:pt x="47367" y="78671"/>
                  <a:pt x="47367" y="77624"/>
                </a:cubicBezTo>
                <a:lnTo>
                  <a:pt x="47367" y="46051"/>
                </a:lnTo>
                <a:cubicBezTo>
                  <a:pt x="47379" y="45523"/>
                  <a:pt x="47279" y="44999"/>
                  <a:pt x="47076" y="44509"/>
                </a:cubicBezTo>
                <a:cubicBezTo>
                  <a:pt x="46874" y="44021"/>
                  <a:pt x="46583" y="43576"/>
                  <a:pt x="46205" y="43202"/>
                </a:cubicBezTo>
                <a:cubicBezTo>
                  <a:pt x="45839" y="42830"/>
                  <a:pt x="45396" y="42534"/>
                  <a:pt x="44903" y="42335"/>
                </a:cubicBezTo>
                <a:cubicBezTo>
                  <a:pt x="44412" y="42139"/>
                  <a:pt x="43881" y="42040"/>
                  <a:pt x="43363" y="42049"/>
                </a:cubicBezTo>
                <a:close/>
                <a:moveTo>
                  <a:pt x="56512" y="42049"/>
                </a:moveTo>
                <a:cubicBezTo>
                  <a:pt x="55476" y="42065"/>
                  <a:pt x="54478" y="42496"/>
                  <a:pt x="53745" y="43246"/>
                </a:cubicBezTo>
                <a:cubicBezTo>
                  <a:pt x="53013" y="43996"/>
                  <a:pt x="52621" y="45006"/>
                  <a:pt x="52634" y="46051"/>
                </a:cubicBezTo>
                <a:lnTo>
                  <a:pt x="52634" y="77624"/>
                </a:lnTo>
                <a:cubicBezTo>
                  <a:pt x="52634" y="78671"/>
                  <a:pt x="53051" y="79673"/>
                  <a:pt x="53783" y="80418"/>
                </a:cubicBezTo>
                <a:lnTo>
                  <a:pt x="63434" y="90054"/>
                </a:lnTo>
                <a:cubicBezTo>
                  <a:pt x="63118" y="91228"/>
                  <a:pt x="63080" y="92453"/>
                  <a:pt x="63308" y="93640"/>
                </a:cubicBezTo>
                <a:cubicBezTo>
                  <a:pt x="63548" y="94828"/>
                  <a:pt x="64052" y="95939"/>
                  <a:pt x="64785" y="96899"/>
                </a:cubicBezTo>
                <a:cubicBezTo>
                  <a:pt x="65530" y="97859"/>
                  <a:pt x="66477" y="98642"/>
                  <a:pt x="67564" y="99172"/>
                </a:cubicBezTo>
                <a:cubicBezTo>
                  <a:pt x="68650" y="99716"/>
                  <a:pt x="69837" y="99993"/>
                  <a:pt x="71050" y="99993"/>
                </a:cubicBezTo>
                <a:cubicBezTo>
                  <a:pt x="73147" y="99993"/>
                  <a:pt x="75155" y="99160"/>
                  <a:pt x="76633" y="97682"/>
                </a:cubicBezTo>
                <a:cubicBezTo>
                  <a:pt x="78111" y="96192"/>
                  <a:pt x="78944" y="94184"/>
                  <a:pt x="78944" y="92100"/>
                </a:cubicBezTo>
                <a:cubicBezTo>
                  <a:pt x="78944" y="90003"/>
                  <a:pt x="78111" y="87995"/>
                  <a:pt x="76633" y="86518"/>
                </a:cubicBezTo>
                <a:cubicBezTo>
                  <a:pt x="75155" y="85040"/>
                  <a:pt x="73147" y="84207"/>
                  <a:pt x="71050" y="84207"/>
                </a:cubicBezTo>
                <a:cubicBezTo>
                  <a:pt x="70368" y="84207"/>
                  <a:pt x="69673" y="84295"/>
                  <a:pt x="69017" y="84484"/>
                </a:cubicBezTo>
                <a:lnTo>
                  <a:pt x="60528" y="75990"/>
                </a:lnTo>
                <a:lnTo>
                  <a:pt x="60528" y="46051"/>
                </a:lnTo>
                <a:cubicBezTo>
                  <a:pt x="60528" y="45523"/>
                  <a:pt x="60440" y="44999"/>
                  <a:pt x="60238" y="44509"/>
                </a:cubicBezTo>
                <a:cubicBezTo>
                  <a:pt x="60035" y="44021"/>
                  <a:pt x="59745" y="43576"/>
                  <a:pt x="59366" y="43202"/>
                </a:cubicBezTo>
                <a:cubicBezTo>
                  <a:pt x="58988" y="42830"/>
                  <a:pt x="58545" y="42534"/>
                  <a:pt x="58053" y="42335"/>
                </a:cubicBezTo>
                <a:cubicBezTo>
                  <a:pt x="57573" y="42139"/>
                  <a:pt x="57043" y="42040"/>
                  <a:pt x="56512" y="42049"/>
                </a:cubicBezTo>
                <a:close/>
                <a:moveTo>
                  <a:pt x="69673" y="42049"/>
                </a:moveTo>
                <a:cubicBezTo>
                  <a:pt x="68625" y="42065"/>
                  <a:pt x="67627" y="42496"/>
                  <a:pt x="66908" y="43246"/>
                </a:cubicBezTo>
                <a:cubicBezTo>
                  <a:pt x="66175" y="43996"/>
                  <a:pt x="65770" y="45006"/>
                  <a:pt x="65783" y="46051"/>
                </a:cubicBezTo>
                <a:lnTo>
                  <a:pt x="65783" y="61838"/>
                </a:lnTo>
                <a:cubicBezTo>
                  <a:pt x="65783" y="62885"/>
                  <a:pt x="66200" y="63889"/>
                  <a:pt x="66945" y="64628"/>
                </a:cubicBezTo>
                <a:lnTo>
                  <a:pt x="76582" y="74269"/>
                </a:lnTo>
                <a:cubicBezTo>
                  <a:pt x="76279" y="75438"/>
                  <a:pt x="76229" y="76663"/>
                  <a:pt x="76468" y="77850"/>
                </a:cubicBezTo>
                <a:cubicBezTo>
                  <a:pt x="76709" y="79037"/>
                  <a:pt x="77214" y="80153"/>
                  <a:pt x="77947" y="81112"/>
                </a:cubicBezTo>
                <a:cubicBezTo>
                  <a:pt x="78679" y="82072"/>
                  <a:pt x="79639" y="82855"/>
                  <a:pt x="80713" y="83386"/>
                </a:cubicBezTo>
                <a:cubicBezTo>
                  <a:pt x="81799" y="83929"/>
                  <a:pt x="82999" y="84207"/>
                  <a:pt x="84211" y="84207"/>
                </a:cubicBezTo>
                <a:cubicBezTo>
                  <a:pt x="86295" y="84207"/>
                  <a:pt x="88304" y="83373"/>
                  <a:pt x="89794" y="81896"/>
                </a:cubicBezTo>
                <a:cubicBezTo>
                  <a:pt x="91272" y="80406"/>
                  <a:pt x="92106" y="78402"/>
                  <a:pt x="92106" y="76310"/>
                </a:cubicBezTo>
                <a:cubicBezTo>
                  <a:pt x="92106" y="74216"/>
                  <a:pt x="91272" y="72208"/>
                  <a:pt x="89794" y="70727"/>
                </a:cubicBezTo>
                <a:cubicBezTo>
                  <a:pt x="88304" y="69247"/>
                  <a:pt x="86295" y="68416"/>
                  <a:pt x="84211" y="68416"/>
                </a:cubicBezTo>
                <a:cubicBezTo>
                  <a:pt x="83517" y="68419"/>
                  <a:pt x="82835" y="68512"/>
                  <a:pt x="82178" y="68693"/>
                </a:cubicBezTo>
                <a:lnTo>
                  <a:pt x="73677" y="60204"/>
                </a:lnTo>
                <a:lnTo>
                  <a:pt x="73677" y="46051"/>
                </a:lnTo>
                <a:cubicBezTo>
                  <a:pt x="73690" y="45523"/>
                  <a:pt x="73589" y="44999"/>
                  <a:pt x="73387" y="44509"/>
                </a:cubicBezTo>
                <a:cubicBezTo>
                  <a:pt x="73197" y="44021"/>
                  <a:pt x="72894" y="43576"/>
                  <a:pt x="72528" y="43202"/>
                </a:cubicBezTo>
                <a:cubicBezTo>
                  <a:pt x="72149" y="42830"/>
                  <a:pt x="71707" y="42534"/>
                  <a:pt x="71214" y="42335"/>
                </a:cubicBezTo>
                <a:cubicBezTo>
                  <a:pt x="70722" y="42139"/>
                  <a:pt x="70204" y="42040"/>
                  <a:pt x="69673" y="4204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4" name="Чёрный — SVG 15">
            <a:extLst>
              <a:ext uri="{FF2B5EF4-FFF2-40B4-BE49-F238E27FC236}">
                <a16:creationId xmlns:a16="http://schemas.microsoft.com/office/drawing/2014/main" id="{E2C57845-DFEC-C041-B09F-9E70E20901B3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21267 w 145315"/>
              <a:gd name="csY0" fmla="*/ 0 h 141757"/>
              <a:gd name="csX1" fmla="*/ 0 w 145315"/>
              <a:gd name="csY1" fmla="*/ 21160 h 141757"/>
              <a:gd name="csX2" fmla="*/ 0 w 145315"/>
              <a:gd name="csY2" fmla="*/ 106319 h 141757"/>
              <a:gd name="csX3" fmla="*/ 21267 w 145315"/>
              <a:gd name="csY3" fmla="*/ 127583 h 141757"/>
              <a:gd name="csX4" fmla="*/ 67544 w 145315"/>
              <a:gd name="csY4" fmla="*/ 127583 h 141757"/>
              <a:gd name="csX5" fmla="*/ 61537 w 145315"/>
              <a:gd name="csY5" fmla="*/ 113413 h 141757"/>
              <a:gd name="csX6" fmla="*/ 21267 w 145315"/>
              <a:gd name="csY6" fmla="*/ 113413 h 141757"/>
              <a:gd name="csX7" fmla="*/ 14172 w 145315"/>
              <a:gd name="csY7" fmla="*/ 106319 h 141757"/>
              <a:gd name="csX8" fmla="*/ 14172 w 145315"/>
              <a:gd name="csY8" fmla="*/ 38881 h 141757"/>
              <a:gd name="csX9" fmla="*/ 120506 w 145315"/>
              <a:gd name="csY9" fmla="*/ 38881 h 141757"/>
              <a:gd name="csX10" fmla="*/ 120506 w 145315"/>
              <a:gd name="csY10" fmla="*/ 58947 h 141757"/>
              <a:gd name="csX11" fmla="*/ 134695 w 145315"/>
              <a:gd name="csY11" fmla="*/ 66512 h 141757"/>
              <a:gd name="csX12" fmla="*/ 134695 w 145315"/>
              <a:gd name="csY12" fmla="*/ 21160 h 141757"/>
              <a:gd name="csX13" fmla="*/ 113428 w 145315"/>
              <a:gd name="csY13" fmla="*/ 0 h 141757"/>
              <a:gd name="csX14" fmla="*/ 21267 w 145315"/>
              <a:gd name="csY14" fmla="*/ 0 h 141757"/>
              <a:gd name="csX15" fmla="*/ 19497 w 145315"/>
              <a:gd name="csY15" fmla="*/ 14072 h 141757"/>
              <a:gd name="csX16" fmla="*/ 24806 w 145315"/>
              <a:gd name="csY16" fmla="*/ 19388 h 141757"/>
              <a:gd name="csX17" fmla="*/ 19497 w 145315"/>
              <a:gd name="csY17" fmla="*/ 24703 h 141757"/>
              <a:gd name="csX18" fmla="*/ 14172 w 145315"/>
              <a:gd name="csY18" fmla="*/ 19388 h 141757"/>
              <a:gd name="csX19" fmla="*/ 19497 w 145315"/>
              <a:gd name="csY19" fmla="*/ 14072 h 141757"/>
              <a:gd name="csX20" fmla="*/ 37209 w 145315"/>
              <a:gd name="csY20" fmla="*/ 14072 h 141757"/>
              <a:gd name="csX21" fmla="*/ 42534 w 145315"/>
              <a:gd name="csY21" fmla="*/ 19388 h 141757"/>
              <a:gd name="csX22" fmla="*/ 37209 w 145315"/>
              <a:gd name="csY22" fmla="*/ 24703 h 141757"/>
              <a:gd name="csX23" fmla="*/ 31900 w 145315"/>
              <a:gd name="csY23" fmla="*/ 19388 h 141757"/>
              <a:gd name="csX24" fmla="*/ 37209 w 145315"/>
              <a:gd name="csY24" fmla="*/ 14072 h 141757"/>
              <a:gd name="csX25" fmla="*/ 58475 w 145315"/>
              <a:gd name="csY25" fmla="*/ 14072 h 141757"/>
              <a:gd name="csX26" fmla="*/ 115198 w 145315"/>
              <a:gd name="csY26" fmla="*/ 14072 h 141757"/>
              <a:gd name="csX27" fmla="*/ 120506 w 145315"/>
              <a:gd name="csY27" fmla="*/ 19388 h 141757"/>
              <a:gd name="csX28" fmla="*/ 115198 w 145315"/>
              <a:gd name="csY28" fmla="*/ 24807 h 141757"/>
              <a:gd name="csX29" fmla="*/ 58475 w 145315"/>
              <a:gd name="csY29" fmla="*/ 24807 h 141757"/>
              <a:gd name="csX30" fmla="*/ 53167 w 145315"/>
              <a:gd name="csY30" fmla="*/ 19388 h 141757"/>
              <a:gd name="csX31" fmla="*/ 58475 w 145315"/>
              <a:gd name="csY31" fmla="*/ 14072 h 141757"/>
              <a:gd name="csX32" fmla="*/ 106334 w 145315"/>
              <a:gd name="csY32" fmla="*/ 63792 h 141757"/>
              <a:gd name="csX33" fmla="*/ 78755 w 145315"/>
              <a:gd name="csY33" fmla="*/ 75213 h 141757"/>
              <a:gd name="csX34" fmla="*/ 78755 w 145315"/>
              <a:gd name="csY34" fmla="*/ 130339 h 141757"/>
              <a:gd name="csX35" fmla="*/ 133896 w 145315"/>
              <a:gd name="csY35" fmla="*/ 130339 h 141757"/>
              <a:gd name="csX36" fmla="*/ 133896 w 145315"/>
              <a:gd name="csY36" fmla="*/ 75213 h 141757"/>
              <a:gd name="csX37" fmla="*/ 106334 w 145315"/>
              <a:gd name="csY37" fmla="*/ 63792 h 141757"/>
              <a:gd name="csX38" fmla="*/ 106334 w 145315"/>
              <a:gd name="csY38" fmla="*/ 74424 h 141757"/>
              <a:gd name="csX39" fmla="*/ 134695 w 145315"/>
              <a:gd name="csY39" fmla="*/ 102781 h 141757"/>
              <a:gd name="csX40" fmla="*/ 106334 w 145315"/>
              <a:gd name="csY40" fmla="*/ 131122 h 141757"/>
              <a:gd name="csX41" fmla="*/ 77973 w 145315"/>
              <a:gd name="csY41" fmla="*/ 102781 h 141757"/>
              <a:gd name="csX42" fmla="*/ 106334 w 145315"/>
              <a:gd name="csY42" fmla="*/ 74424 h 141757"/>
              <a:gd name="csX43" fmla="*/ 106249 w 145315"/>
              <a:gd name="csY43" fmla="*/ 81519 h 141757"/>
              <a:gd name="csX44" fmla="*/ 101145 w 145315"/>
              <a:gd name="csY44" fmla="*/ 99226 h 141757"/>
              <a:gd name="csX45" fmla="*/ 111523 w 145315"/>
              <a:gd name="csY45" fmla="*/ 99226 h 141757"/>
              <a:gd name="csX46" fmla="*/ 106283 w 145315"/>
              <a:gd name="csY46" fmla="*/ 81519 h 141757"/>
              <a:gd name="csX47" fmla="*/ 106249 w 145315"/>
              <a:gd name="csY47" fmla="*/ 81519 h 141757"/>
              <a:gd name="csX48" fmla="*/ 96806 w 145315"/>
              <a:gd name="csY48" fmla="*/ 83844 h 141757"/>
              <a:gd name="csX49" fmla="*/ 85390 w 145315"/>
              <a:gd name="csY49" fmla="*/ 99226 h 141757"/>
              <a:gd name="csX50" fmla="*/ 94033 w 145315"/>
              <a:gd name="csY50" fmla="*/ 99226 h 141757"/>
              <a:gd name="csX51" fmla="*/ 96806 w 145315"/>
              <a:gd name="csY51" fmla="*/ 83844 h 141757"/>
              <a:gd name="csX52" fmla="*/ 115861 w 145315"/>
              <a:gd name="csY52" fmla="*/ 83851 h 141757"/>
              <a:gd name="csX53" fmla="*/ 118634 w 145315"/>
              <a:gd name="csY53" fmla="*/ 99226 h 141757"/>
              <a:gd name="csX54" fmla="*/ 127277 w 145315"/>
              <a:gd name="csY54" fmla="*/ 99226 h 141757"/>
              <a:gd name="csX55" fmla="*/ 115861 w 145315"/>
              <a:gd name="csY55" fmla="*/ 83851 h 141757"/>
              <a:gd name="csX56" fmla="*/ 85390 w 145315"/>
              <a:gd name="csY56" fmla="*/ 106319 h 141757"/>
              <a:gd name="csX57" fmla="*/ 96806 w 145315"/>
              <a:gd name="csY57" fmla="*/ 121697 h 141757"/>
              <a:gd name="csX58" fmla="*/ 94033 w 145315"/>
              <a:gd name="csY58" fmla="*/ 106319 h 141757"/>
              <a:gd name="csX59" fmla="*/ 85390 w 145315"/>
              <a:gd name="csY59" fmla="*/ 106319 h 141757"/>
              <a:gd name="csX60" fmla="*/ 101145 w 145315"/>
              <a:gd name="csY60" fmla="*/ 106319 h 141757"/>
              <a:gd name="csX61" fmla="*/ 106384 w 145315"/>
              <a:gd name="csY61" fmla="*/ 124028 h 141757"/>
              <a:gd name="csX62" fmla="*/ 106419 w 145315"/>
              <a:gd name="csY62" fmla="*/ 124028 h 141757"/>
              <a:gd name="csX63" fmla="*/ 111523 w 145315"/>
              <a:gd name="csY63" fmla="*/ 106319 h 141757"/>
              <a:gd name="csX64" fmla="*/ 101145 w 145315"/>
              <a:gd name="csY64" fmla="*/ 106319 h 141757"/>
              <a:gd name="csX65" fmla="*/ 118634 w 145315"/>
              <a:gd name="csY65" fmla="*/ 106319 h 141757"/>
              <a:gd name="csX66" fmla="*/ 115861 w 145315"/>
              <a:gd name="csY66" fmla="*/ 121697 h 141757"/>
              <a:gd name="csX67" fmla="*/ 127277 w 145315"/>
              <a:gd name="csY67" fmla="*/ 106319 h 141757"/>
              <a:gd name="csX68" fmla="*/ 118634 w 145315"/>
              <a:gd name="csY68" fmla="*/ 106319 h 141757"/>
            </a:gdLst>
            <a:ahLst/>
            <a:cxnLst/>
            <a:rect l="l" t="t" r="r" b="b"/>
            <a:pathLst>
              <a:path w="100000" h="100000">
                <a:moveTo>
                  <a:pt x="14635" y="1224"/>
                </a:moveTo>
                <a:cubicBezTo>
                  <a:pt x="6557" y="1224"/>
                  <a:pt x="0" y="7706"/>
                  <a:pt x="0" y="15786"/>
                </a:cubicBezTo>
                <a:lnTo>
                  <a:pt x="0" y="74389"/>
                </a:lnTo>
                <a:cubicBezTo>
                  <a:pt x="0" y="82455"/>
                  <a:pt x="6568" y="89022"/>
                  <a:pt x="14635" y="89022"/>
                </a:cubicBezTo>
                <a:lnTo>
                  <a:pt x="46481" y="89022"/>
                </a:lnTo>
                <a:cubicBezTo>
                  <a:pt x="44584" y="86072"/>
                  <a:pt x="43179" y="82782"/>
                  <a:pt x="42347" y="79271"/>
                </a:cubicBezTo>
                <a:lnTo>
                  <a:pt x="14635" y="79271"/>
                </a:lnTo>
                <a:cubicBezTo>
                  <a:pt x="11942" y="79271"/>
                  <a:pt x="9753" y="77082"/>
                  <a:pt x="9753" y="74389"/>
                </a:cubicBezTo>
                <a:lnTo>
                  <a:pt x="9753" y="27981"/>
                </a:lnTo>
                <a:lnTo>
                  <a:pt x="82927" y="27981"/>
                </a:lnTo>
                <a:lnTo>
                  <a:pt x="82927" y="41789"/>
                </a:lnTo>
                <a:cubicBezTo>
                  <a:pt x="86510" y="42945"/>
                  <a:pt x="89788" y="44730"/>
                  <a:pt x="92692" y="46995"/>
                </a:cubicBezTo>
                <a:lnTo>
                  <a:pt x="92692" y="15786"/>
                </a:lnTo>
                <a:cubicBezTo>
                  <a:pt x="92692" y="7706"/>
                  <a:pt x="86135" y="1224"/>
                  <a:pt x="78057" y="1224"/>
                </a:cubicBezTo>
                <a:lnTo>
                  <a:pt x="14635" y="1224"/>
                </a:lnTo>
                <a:close/>
                <a:moveTo>
                  <a:pt x="13417" y="10908"/>
                </a:moveTo>
                <a:cubicBezTo>
                  <a:pt x="15431" y="10908"/>
                  <a:pt x="17071" y="12547"/>
                  <a:pt x="17071" y="14566"/>
                </a:cubicBezTo>
                <a:cubicBezTo>
                  <a:pt x="17071" y="16585"/>
                  <a:pt x="15431" y="18224"/>
                  <a:pt x="13417" y="18224"/>
                </a:cubicBezTo>
                <a:cubicBezTo>
                  <a:pt x="11392" y="18224"/>
                  <a:pt x="9753" y="16585"/>
                  <a:pt x="9753" y="14566"/>
                </a:cubicBezTo>
                <a:cubicBezTo>
                  <a:pt x="9753" y="12547"/>
                  <a:pt x="11392" y="10908"/>
                  <a:pt x="13417" y="10908"/>
                </a:cubicBezTo>
                <a:close/>
                <a:moveTo>
                  <a:pt x="25606" y="10908"/>
                </a:moveTo>
                <a:cubicBezTo>
                  <a:pt x="27631" y="10908"/>
                  <a:pt x="29270" y="12547"/>
                  <a:pt x="29270" y="14566"/>
                </a:cubicBezTo>
                <a:cubicBezTo>
                  <a:pt x="29270" y="16585"/>
                  <a:pt x="27631" y="18224"/>
                  <a:pt x="25606" y="18224"/>
                </a:cubicBezTo>
                <a:cubicBezTo>
                  <a:pt x="23592" y="18224"/>
                  <a:pt x="21952" y="16585"/>
                  <a:pt x="21952" y="14566"/>
                </a:cubicBezTo>
                <a:cubicBezTo>
                  <a:pt x="21952" y="12547"/>
                  <a:pt x="23592" y="10908"/>
                  <a:pt x="25606" y="10908"/>
                </a:cubicBezTo>
                <a:close/>
                <a:moveTo>
                  <a:pt x="40240" y="10908"/>
                </a:moveTo>
                <a:lnTo>
                  <a:pt x="79275" y="10908"/>
                </a:lnTo>
                <a:cubicBezTo>
                  <a:pt x="81288" y="10908"/>
                  <a:pt x="82927" y="12547"/>
                  <a:pt x="82927" y="14566"/>
                </a:cubicBezTo>
                <a:cubicBezTo>
                  <a:pt x="82927" y="16585"/>
                  <a:pt x="81288" y="18295"/>
                  <a:pt x="79275" y="18295"/>
                </a:cubicBezTo>
                <a:lnTo>
                  <a:pt x="40240" y="18295"/>
                </a:lnTo>
                <a:cubicBezTo>
                  <a:pt x="38227" y="18295"/>
                  <a:pt x="36587" y="16587"/>
                  <a:pt x="36587" y="14566"/>
                </a:cubicBezTo>
                <a:cubicBezTo>
                  <a:pt x="36587" y="12544"/>
                  <a:pt x="38227" y="10908"/>
                  <a:pt x="40240" y="10908"/>
                </a:cubicBezTo>
                <a:close/>
                <a:moveTo>
                  <a:pt x="73175" y="45123"/>
                </a:moveTo>
                <a:cubicBezTo>
                  <a:pt x="66302" y="45123"/>
                  <a:pt x="59441" y="47744"/>
                  <a:pt x="54196" y="52983"/>
                </a:cubicBezTo>
                <a:cubicBezTo>
                  <a:pt x="43717" y="63460"/>
                  <a:pt x="43717" y="80441"/>
                  <a:pt x="54196" y="90918"/>
                </a:cubicBezTo>
                <a:cubicBezTo>
                  <a:pt x="64675" y="101396"/>
                  <a:pt x="81663" y="101396"/>
                  <a:pt x="92142" y="90918"/>
                </a:cubicBezTo>
                <a:cubicBezTo>
                  <a:pt x="102620" y="80441"/>
                  <a:pt x="102620" y="63457"/>
                  <a:pt x="92142" y="52983"/>
                </a:cubicBezTo>
                <a:cubicBezTo>
                  <a:pt x="86908" y="47744"/>
                  <a:pt x="80047" y="45123"/>
                  <a:pt x="73175" y="45123"/>
                </a:cubicBezTo>
                <a:close/>
                <a:moveTo>
                  <a:pt x="73175" y="52440"/>
                </a:moveTo>
                <a:cubicBezTo>
                  <a:pt x="83934" y="52440"/>
                  <a:pt x="92692" y="61193"/>
                  <a:pt x="92692" y="71954"/>
                </a:cubicBezTo>
                <a:cubicBezTo>
                  <a:pt x="92692" y="82712"/>
                  <a:pt x="83934" y="91457"/>
                  <a:pt x="73175" y="91457"/>
                </a:cubicBezTo>
                <a:cubicBezTo>
                  <a:pt x="62415" y="91457"/>
                  <a:pt x="53658" y="82712"/>
                  <a:pt x="53658" y="71954"/>
                </a:cubicBezTo>
                <a:cubicBezTo>
                  <a:pt x="53658" y="61193"/>
                  <a:pt x="62415" y="52440"/>
                  <a:pt x="73175" y="52440"/>
                </a:cubicBezTo>
                <a:close/>
                <a:moveTo>
                  <a:pt x="73116" y="57322"/>
                </a:moveTo>
                <a:cubicBezTo>
                  <a:pt x="72262" y="57627"/>
                  <a:pt x="70013" y="61771"/>
                  <a:pt x="69604" y="69508"/>
                </a:cubicBezTo>
                <a:lnTo>
                  <a:pt x="76746" y="69508"/>
                </a:lnTo>
                <a:cubicBezTo>
                  <a:pt x="76336" y="61764"/>
                  <a:pt x="74076" y="57620"/>
                  <a:pt x="73140" y="57322"/>
                </a:cubicBezTo>
                <a:cubicBezTo>
                  <a:pt x="73140" y="57322"/>
                  <a:pt x="73128" y="57322"/>
                  <a:pt x="73116" y="57322"/>
                </a:cubicBezTo>
                <a:close/>
                <a:moveTo>
                  <a:pt x="66618" y="58922"/>
                </a:moveTo>
                <a:cubicBezTo>
                  <a:pt x="62543" y="60983"/>
                  <a:pt x="59547" y="64851"/>
                  <a:pt x="58762" y="69508"/>
                </a:cubicBezTo>
                <a:lnTo>
                  <a:pt x="64710" y="69508"/>
                </a:lnTo>
                <a:cubicBezTo>
                  <a:pt x="64885" y="65703"/>
                  <a:pt x="65518" y="61946"/>
                  <a:pt x="66618" y="58922"/>
                </a:cubicBezTo>
                <a:close/>
                <a:moveTo>
                  <a:pt x="79731" y="58927"/>
                </a:moveTo>
                <a:cubicBezTo>
                  <a:pt x="80832" y="61949"/>
                  <a:pt x="81464" y="65714"/>
                  <a:pt x="81639" y="69508"/>
                </a:cubicBezTo>
                <a:lnTo>
                  <a:pt x="87587" y="69508"/>
                </a:lnTo>
                <a:cubicBezTo>
                  <a:pt x="86803" y="64853"/>
                  <a:pt x="83806" y="60985"/>
                  <a:pt x="79731" y="58927"/>
                </a:cubicBezTo>
                <a:close/>
                <a:moveTo>
                  <a:pt x="58762" y="74389"/>
                </a:moveTo>
                <a:cubicBezTo>
                  <a:pt x="59547" y="79048"/>
                  <a:pt x="62543" y="82912"/>
                  <a:pt x="66618" y="84971"/>
                </a:cubicBezTo>
                <a:cubicBezTo>
                  <a:pt x="65518" y="81952"/>
                  <a:pt x="64885" y="78194"/>
                  <a:pt x="64710" y="74389"/>
                </a:cubicBezTo>
                <a:lnTo>
                  <a:pt x="58762" y="74389"/>
                </a:lnTo>
                <a:close/>
                <a:moveTo>
                  <a:pt x="69604" y="74389"/>
                </a:moveTo>
                <a:cubicBezTo>
                  <a:pt x="70013" y="82139"/>
                  <a:pt x="72273" y="86283"/>
                  <a:pt x="73209" y="86575"/>
                </a:cubicBezTo>
                <a:cubicBezTo>
                  <a:pt x="73209" y="86575"/>
                  <a:pt x="73222" y="86575"/>
                  <a:pt x="73233" y="86575"/>
                </a:cubicBezTo>
                <a:cubicBezTo>
                  <a:pt x="74087" y="86271"/>
                  <a:pt x="76336" y="82127"/>
                  <a:pt x="76746" y="74389"/>
                </a:cubicBezTo>
                <a:lnTo>
                  <a:pt x="69604" y="74389"/>
                </a:lnTo>
                <a:close/>
                <a:moveTo>
                  <a:pt x="81639" y="74389"/>
                </a:moveTo>
                <a:cubicBezTo>
                  <a:pt x="81452" y="78194"/>
                  <a:pt x="80832" y="81952"/>
                  <a:pt x="79731" y="84971"/>
                </a:cubicBezTo>
                <a:cubicBezTo>
                  <a:pt x="83806" y="82912"/>
                  <a:pt x="86803" y="79048"/>
                  <a:pt x="87587" y="74389"/>
                </a:cubicBezTo>
                <a:lnTo>
                  <a:pt x="81639" y="7438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5" name="Чёрный — SVG 16">
            <a:extLst>
              <a:ext uri="{FF2B5EF4-FFF2-40B4-BE49-F238E27FC236}">
                <a16:creationId xmlns:a16="http://schemas.microsoft.com/office/drawing/2014/main" id="{38219BA4-7B27-FB43-AC03-8BDCBA686721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26660 w 163192"/>
              <a:gd name="csY0" fmla="*/ 0 h 113413"/>
              <a:gd name="csX1" fmla="*/ 14257 w 163192"/>
              <a:gd name="csY1" fmla="*/ 12404 h 113413"/>
              <a:gd name="csX2" fmla="*/ 14257 w 163192"/>
              <a:gd name="csY2" fmla="*/ 79740 h 113413"/>
              <a:gd name="csX3" fmla="*/ 26660 w 163192"/>
              <a:gd name="csY3" fmla="*/ 92149 h 113413"/>
              <a:gd name="csX4" fmla="*/ 136533 w 163192"/>
              <a:gd name="csY4" fmla="*/ 92149 h 113413"/>
              <a:gd name="csX5" fmla="*/ 148935 w 163192"/>
              <a:gd name="csY5" fmla="*/ 79740 h 113413"/>
              <a:gd name="csX6" fmla="*/ 148935 w 163192"/>
              <a:gd name="csY6" fmla="*/ 12404 h 113413"/>
              <a:gd name="csX7" fmla="*/ 136533 w 163192"/>
              <a:gd name="csY7" fmla="*/ 0 h 113413"/>
              <a:gd name="csX8" fmla="*/ 26660 w 163192"/>
              <a:gd name="csY8" fmla="*/ 0 h 113413"/>
              <a:gd name="csX9" fmla="*/ 5393 w 163192"/>
              <a:gd name="csY9" fmla="*/ 102781 h 113413"/>
              <a:gd name="csX10" fmla="*/ 3335 w 163192"/>
              <a:gd name="csY10" fmla="*/ 103155 h 113413"/>
              <a:gd name="csX11" fmla="*/ 1582 w 163192"/>
              <a:gd name="csY11" fmla="*/ 104312 h 113413"/>
              <a:gd name="csX12" fmla="*/ 408 w 163192"/>
              <a:gd name="csY12" fmla="*/ 106047 h 113413"/>
              <a:gd name="csX13" fmla="*/ 0 w 163192"/>
              <a:gd name="csY13" fmla="*/ 108089 h 113413"/>
              <a:gd name="csX14" fmla="*/ 408 w 163192"/>
              <a:gd name="csY14" fmla="*/ 110147 h 113413"/>
              <a:gd name="csX15" fmla="*/ 1582 w 163192"/>
              <a:gd name="csY15" fmla="*/ 111882 h 113413"/>
              <a:gd name="csX16" fmla="*/ 3335 w 163192"/>
              <a:gd name="csY16" fmla="*/ 113022 h 113413"/>
              <a:gd name="csX17" fmla="*/ 5393 w 163192"/>
              <a:gd name="csY17" fmla="*/ 113413 h 113413"/>
              <a:gd name="csX18" fmla="*/ 157799 w 163192"/>
              <a:gd name="csY18" fmla="*/ 113413 h 113413"/>
              <a:gd name="csX19" fmla="*/ 159858 w 163192"/>
              <a:gd name="csY19" fmla="*/ 113022 h 113413"/>
              <a:gd name="csX20" fmla="*/ 161610 w 163192"/>
              <a:gd name="csY20" fmla="*/ 111882 h 113413"/>
              <a:gd name="csX21" fmla="*/ 162784 w 163192"/>
              <a:gd name="csY21" fmla="*/ 110147 h 113413"/>
              <a:gd name="csX22" fmla="*/ 163192 w 163192"/>
              <a:gd name="csY22" fmla="*/ 108089 h 113413"/>
              <a:gd name="csX23" fmla="*/ 162784 w 163192"/>
              <a:gd name="csY23" fmla="*/ 106047 h 113413"/>
              <a:gd name="csX24" fmla="*/ 161610 w 163192"/>
              <a:gd name="csY24" fmla="*/ 104312 h 113413"/>
              <a:gd name="csX25" fmla="*/ 159858 w 163192"/>
              <a:gd name="csY25" fmla="*/ 103155 h 113413"/>
              <a:gd name="csX26" fmla="*/ 157799 w 163192"/>
              <a:gd name="csY26" fmla="*/ 102781 h 113413"/>
              <a:gd name="csX27" fmla="*/ 5393 w 163192"/>
              <a:gd name="csY27" fmla="*/ 102781 h 113413"/>
            </a:gdLst>
            <a:ahLst/>
            <a:cxnLst/>
            <a:rect l="l" t="t" r="r" b="b"/>
            <a:pathLst>
              <a:path w="100000" h="100000">
                <a:moveTo>
                  <a:pt x="16337" y="15252"/>
                </a:moveTo>
                <a:cubicBezTo>
                  <a:pt x="12145" y="15252"/>
                  <a:pt x="8736" y="18661"/>
                  <a:pt x="8736" y="22853"/>
                </a:cubicBezTo>
                <a:lnTo>
                  <a:pt x="8736" y="64114"/>
                </a:lnTo>
                <a:cubicBezTo>
                  <a:pt x="8736" y="68310"/>
                  <a:pt x="12145" y="71718"/>
                  <a:pt x="16337" y="71718"/>
                </a:cubicBezTo>
                <a:lnTo>
                  <a:pt x="83664" y="71718"/>
                </a:lnTo>
                <a:cubicBezTo>
                  <a:pt x="87855" y="71718"/>
                  <a:pt x="91264" y="68310"/>
                  <a:pt x="91264" y="64114"/>
                </a:cubicBezTo>
                <a:lnTo>
                  <a:pt x="91264" y="22853"/>
                </a:lnTo>
                <a:cubicBezTo>
                  <a:pt x="91264" y="18661"/>
                  <a:pt x="87855" y="15252"/>
                  <a:pt x="83664" y="15252"/>
                </a:cubicBezTo>
                <a:lnTo>
                  <a:pt x="16337" y="15252"/>
                </a:lnTo>
                <a:close/>
                <a:moveTo>
                  <a:pt x="3305" y="78233"/>
                </a:moveTo>
                <a:cubicBezTo>
                  <a:pt x="2878" y="78223"/>
                  <a:pt x="2439" y="78306"/>
                  <a:pt x="2044" y="78462"/>
                </a:cubicBezTo>
                <a:cubicBezTo>
                  <a:pt x="1647" y="78629"/>
                  <a:pt x="1283" y="78869"/>
                  <a:pt x="969" y="79171"/>
                </a:cubicBezTo>
                <a:cubicBezTo>
                  <a:pt x="667" y="79474"/>
                  <a:pt x="417" y="79828"/>
                  <a:pt x="250" y="80235"/>
                </a:cubicBezTo>
                <a:cubicBezTo>
                  <a:pt x="83" y="80631"/>
                  <a:pt x="0" y="81058"/>
                  <a:pt x="0" y="81486"/>
                </a:cubicBezTo>
                <a:cubicBezTo>
                  <a:pt x="0" y="81923"/>
                  <a:pt x="83" y="82351"/>
                  <a:pt x="250" y="82747"/>
                </a:cubicBezTo>
                <a:cubicBezTo>
                  <a:pt x="417" y="83143"/>
                  <a:pt x="667" y="83508"/>
                  <a:pt x="969" y="83810"/>
                </a:cubicBezTo>
                <a:cubicBezTo>
                  <a:pt x="1283" y="84112"/>
                  <a:pt x="1647" y="84352"/>
                  <a:pt x="2044" y="84509"/>
                </a:cubicBezTo>
                <a:cubicBezTo>
                  <a:pt x="2439" y="84675"/>
                  <a:pt x="2878" y="84748"/>
                  <a:pt x="3305" y="84748"/>
                </a:cubicBezTo>
                <a:lnTo>
                  <a:pt x="96695" y="84748"/>
                </a:lnTo>
                <a:cubicBezTo>
                  <a:pt x="97133" y="84748"/>
                  <a:pt x="97561" y="84675"/>
                  <a:pt x="97957" y="84509"/>
                </a:cubicBezTo>
                <a:cubicBezTo>
                  <a:pt x="98364" y="84352"/>
                  <a:pt x="98728" y="84112"/>
                  <a:pt x="99031" y="83810"/>
                </a:cubicBezTo>
                <a:cubicBezTo>
                  <a:pt x="99344" y="83508"/>
                  <a:pt x="99583" y="83143"/>
                  <a:pt x="99750" y="82747"/>
                </a:cubicBezTo>
                <a:cubicBezTo>
                  <a:pt x="99917" y="82351"/>
                  <a:pt x="100000" y="81923"/>
                  <a:pt x="100000" y="81486"/>
                </a:cubicBezTo>
                <a:cubicBezTo>
                  <a:pt x="100000" y="81058"/>
                  <a:pt x="99917" y="80631"/>
                  <a:pt x="99750" y="80235"/>
                </a:cubicBezTo>
                <a:cubicBezTo>
                  <a:pt x="99583" y="79828"/>
                  <a:pt x="99344" y="79474"/>
                  <a:pt x="99031" y="79171"/>
                </a:cubicBezTo>
                <a:cubicBezTo>
                  <a:pt x="98728" y="78869"/>
                  <a:pt x="98364" y="78629"/>
                  <a:pt x="97957" y="78462"/>
                </a:cubicBezTo>
                <a:cubicBezTo>
                  <a:pt x="97561" y="78306"/>
                  <a:pt x="97133" y="78223"/>
                  <a:pt x="96695" y="78233"/>
                </a:cubicBezTo>
                <a:lnTo>
                  <a:pt x="3305" y="7823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6" name="Чёрный — SVG 17">
            <a:extLst>
              <a:ext uri="{FF2B5EF4-FFF2-40B4-BE49-F238E27FC236}">
                <a16:creationId xmlns:a16="http://schemas.microsoft.com/office/drawing/2014/main" id="{63749B82-61BA-1C4F-A341-7AE6486D0381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124130 w 163192"/>
              <a:gd name="csY0" fmla="*/ 0 h 134676"/>
              <a:gd name="csX1" fmla="*/ 118022 w 163192"/>
              <a:gd name="csY1" fmla="*/ 512 h 134676"/>
              <a:gd name="csX2" fmla="*/ 116797 w 163192"/>
              <a:gd name="csY2" fmla="*/ 5586 h 134676"/>
              <a:gd name="csX3" fmla="*/ 99001 w 163192"/>
              <a:gd name="csY3" fmla="*/ 15858 h 134676"/>
              <a:gd name="csX4" fmla="*/ 94731 w 163192"/>
              <a:gd name="csY4" fmla="*/ 14590 h 134676"/>
              <a:gd name="csX5" fmla="*/ 88691 w 163192"/>
              <a:gd name="csY5" fmla="*/ 25721 h 134676"/>
              <a:gd name="csX6" fmla="*/ 91855 w 163192"/>
              <a:gd name="csY6" fmla="*/ 28767 h 134676"/>
              <a:gd name="csX7" fmla="*/ 91855 w 163192"/>
              <a:gd name="csY7" fmla="*/ 49201 h 134676"/>
              <a:gd name="csX8" fmla="*/ 88691 w 163192"/>
              <a:gd name="csY8" fmla="*/ 52253 h 134676"/>
              <a:gd name="csX9" fmla="*/ 94731 w 163192"/>
              <a:gd name="csY9" fmla="*/ 63377 h 134676"/>
              <a:gd name="csX10" fmla="*/ 99001 w 163192"/>
              <a:gd name="csY10" fmla="*/ 62116 h 134676"/>
              <a:gd name="csX11" fmla="*/ 116797 w 163192"/>
              <a:gd name="csY11" fmla="*/ 72389 h 134676"/>
              <a:gd name="csX12" fmla="*/ 118022 w 163192"/>
              <a:gd name="csY12" fmla="*/ 77462 h 134676"/>
              <a:gd name="csX13" fmla="*/ 124130 w 163192"/>
              <a:gd name="csY13" fmla="*/ 77967 h 134676"/>
              <a:gd name="csX14" fmla="*/ 130238 w 163192"/>
              <a:gd name="csY14" fmla="*/ 77455 h 134676"/>
              <a:gd name="csX15" fmla="*/ 131463 w 163192"/>
              <a:gd name="csY15" fmla="*/ 72382 h 134676"/>
              <a:gd name="csX16" fmla="*/ 149259 w 163192"/>
              <a:gd name="csY16" fmla="*/ 62109 h 134676"/>
              <a:gd name="csX17" fmla="*/ 153529 w 163192"/>
              <a:gd name="csY17" fmla="*/ 63377 h 134676"/>
              <a:gd name="csX18" fmla="*/ 159569 w 163192"/>
              <a:gd name="csY18" fmla="*/ 52246 h 134676"/>
              <a:gd name="csX19" fmla="*/ 156404 w 163192"/>
              <a:gd name="csY19" fmla="*/ 49201 h 134676"/>
              <a:gd name="csX20" fmla="*/ 156404 w 163192"/>
              <a:gd name="csY20" fmla="*/ 28767 h 134676"/>
              <a:gd name="csX21" fmla="*/ 159569 w 163192"/>
              <a:gd name="csY21" fmla="*/ 25721 h 134676"/>
              <a:gd name="csX22" fmla="*/ 153529 w 163192"/>
              <a:gd name="csY22" fmla="*/ 14590 h 134676"/>
              <a:gd name="csX23" fmla="*/ 149259 w 163192"/>
              <a:gd name="csY23" fmla="*/ 15858 h 134676"/>
              <a:gd name="csX24" fmla="*/ 131463 w 163192"/>
              <a:gd name="csY24" fmla="*/ 5586 h 134676"/>
              <a:gd name="csX25" fmla="*/ 130238 w 163192"/>
              <a:gd name="csY25" fmla="*/ 512 h 134676"/>
              <a:gd name="csX26" fmla="*/ 124130 w 163192"/>
              <a:gd name="csY26" fmla="*/ 0 h 134676"/>
              <a:gd name="csX27" fmla="*/ 26660 w 163192"/>
              <a:gd name="csY27" fmla="*/ 21264 h 134676"/>
              <a:gd name="csX28" fmla="*/ 14257 w 163192"/>
              <a:gd name="csY28" fmla="*/ 33668 h 134676"/>
              <a:gd name="csX29" fmla="*/ 14257 w 163192"/>
              <a:gd name="csY29" fmla="*/ 100995 h 134676"/>
              <a:gd name="csX30" fmla="*/ 26660 w 163192"/>
              <a:gd name="csY30" fmla="*/ 113413 h 134676"/>
              <a:gd name="csX31" fmla="*/ 136533 w 163192"/>
              <a:gd name="csY31" fmla="*/ 113413 h 134676"/>
              <a:gd name="csX32" fmla="*/ 148935 w 163192"/>
              <a:gd name="csY32" fmla="*/ 100995 h 134676"/>
              <a:gd name="csX33" fmla="*/ 148935 w 163192"/>
              <a:gd name="csY33" fmla="*/ 77788 h 134676"/>
              <a:gd name="csX34" fmla="*/ 124130 w 163192"/>
              <a:gd name="csY34" fmla="*/ 85056 h 134676"/>
              <a:gd name="csX35" fmla="*/ 78057 w 163192"/>
              <a:gd name="csY35" fmla="*/ 38984 h 134676"/>
              <a:gd name="csX36" fmla="*/ 81596 w 163192"/>
              <a:gd name="csY36" fmla="*/ 21264 h 134676"/>
              <a:gd name="csX37" fmla="*/ 26660 w 163192"/>
              <a:gd name="csY37" fmla="*/ 21264 h 134676"/>
              <a:gd name="csX38" fmla="*/ 124130 w 163192"/>
              <a:gd name="csY38" fmla="*/ 28352 h 134676"/>
              <a:gd name="csX39" fmla="*/ 134763 w 163192"/>
              <a:gd name="csY39" fmla="*/ 38984 h 134676"/>
              <a:gd name="csX40" fmla="*/ 124130 w 163192"/>
              <a:gd name="csY40" fmla="*/ 49616 h 134676"/>
              <a:gd name="csX41" fmla="*/ 113496 w 163192"/>
              <a:gd name="csY41" fmla="*/ 38984 h 134676"/>
              <a:gd name="csX42" fmla="*/ 124130 w 163192"/>
              <a:gd name="csY42" fmla="*/ 28352 h 134676"/>
              <a:gd name="csX43" fmla="*/ 5393 w 163192"/>
              <a:gd name="csY43" fmla="*/ 124045 h 134676"/>
              <a:gd name="csX44" fmla="*/ 3335 w 163192"/>
              <a:gd name="csY44" fmla="*/ 124419 h 134676"/>
              <a:gd name="csX45" fmla="*/ 1582 w 163192"/>
              <a:gd name="csY45" fmla="*/ 125576 h 134676"/>
              <a:gd name="csX46" fmla="*/ 408 w 163192"/>
              <a:gd name="csY46" fmla="*/ 127311 h 134676"/>
              <a:gd name="csX47" fmla="*/ 0 w 163192"/>
              <a:gd name="csY47" fmla="*/ 129352 h 134676"/>
              <a:gd name="csX48" fmla="*/ 408 w 163192"/>
              <a:gd name="csY48" fmla="*/ 131411 h 134676"/>
              <a:gd name="csX49" fmla="*/ 1582 w 163192"/>
              <a:gd name="csY49" fmla="*/ 133146 h 134676"/>
              <a:gd name="csX50" fmla="*/ 3335 w 163192"/>
              <a:gd name="csY50" fmla="*/ 134286 h 134676"/>
              <a:gd name="csX51" fmla="*/ 5393 w 163192"/>
              <a:gd name="csY51" fmla="*/ 134677 h 134676"/>
              <a:gd name="csX52" fmla="*/ 157799 w 163192"/>
              <a:gd name="csY52" fmla="*/ 134677 h 134676"/>
              <a:gd name="csX53" fmla="*/ 159858 w 163192"/>
              <a:gd name="csY53" fmla="*/ 134286 h 134676"/>
              <a:gd name="csX54" fmla="*/ 161610 w 163192"/>
              <a:gd name="csY54" fmla="*/ 133146 h 134676"/>
              <a:gd name="csX55" fmla="*/ 162784 w 163192"/>
              <a:gd name="csY55" fmla="*/ 131411 h 134676"/>
              <a:gd name="csX56" fmla="*/ 163192 w 163192"/>
              <a:gd name="csY56" fmla="*/ 129352 h 134676"/>
              <a:gd name="csX57" fmla="*/ 162784 w 163192"/>
              <a:gd name="csY57" fmla="*/ 127311 h 134676"/>
              <a:gd name="csX58" fmla="*/ 161610 w 163192"/>
              <a:gd name="csY58" fmla="*/ 125576 h 134676"/>
              <a:gd name="csX59" fmla="*/ 159858 w 163192"/>
              <a:gd name="csY59" fmla="*/ 124419 h 134676"/>
              <a:gd name="csX60" fmla="*/ 157799 w 163192"/>
              <a:gd name="csY60" fmla="*/ 124045 h 134676"/>
              <a:gd name="csX61" fmla="*/ 5393 w 163192"/>
              <a:gd name="csY61" fmla="*/ 124045 h 134676"/>
            </a:gdLst>
            <a:ahLst/>
            <a:cxnLst/>
            <a:rect l="l" t="t" r="r" b="b"/>
            <a:pathLst>
              <a:path w="100000" h="100000">
                <a:moveTo>
                  <a:pt x="76064" y="8737"/>
                </a:moveTo>
                <a:cubicBezTo>
                  <a:pt x="74792" y="8737"/>
                  <a:pt x="73541" y="8844"/>
                  <a:pt x="72321" y="9051"/>
                </a:cubicBezTo>
                <a:lnTo>
                  <a:pt x="71570" y="12160"/>
                </a:lnTo>
                <a:cubicBezTo>
                  <a:pt x="70403" y="16990"/>
                  <a:pt x="65430" y="19861"/>
                  <a:pt x="60665" y="18454"/>
                </a:cubicBezTo>
                <a:lnTo>
                  <a:pt x="58049" y="17677"/>
                </a:lnTo>
                <a:cubicBezTo>
                  <a:pt x="56475" y="19704"/>
                  <a:pt x="55213" y="22008"/>
                  <a:pt x="54348" y="24498"/>
                </a:cubicBezTo>
                <a:lnTo>
                  <a:pt x="56286" y="26365"/>
                </a:lnTo>
                <a:cubicBezTo>
                  <a:pt x="59842" y="29783"/>
                  <a:pt x="59842" y="35467"/>
                  <a:pt x="56286" y="38886"/>
                </a:cubicBezTo>
                <a:lnTo>
                  <a:pt x="54348" y="40756"/>
                </a:lnTo>
                <a:cubicBezTo>
                  <a:pt x="55213" y="43248"/>
                  <a:pt x="56475" y="45544"/>
                  <a:pt x="58049" y="47573"/>
                </a:cubicBezTo>
                <a:lnTo>
                  <a:pt x="60665" y="46800"/>
                </a:lnTo>
                <a:cubicBezTo>
                  <a:pt x="65430" y="45391"/>
                  <a:pt x="70403" y="48263"/>
                  <a:pt x="71570" y="53095"/>
                </a:cubicBezTo>
                <a:lnTo>
                  <a:pt x="72321" y="56204"/>
                </a:lnTo>
                <a:cubicBezTo>
                  <a:pt x="73541" y="56408"/>
                  <a:pt x="74792" y="56513"/>
                  <a:pt x="76064" y="56513"/>
                </a:cubicBezTo>
                <a:cubicBezTo>
                  <a:pt x="77335" y="56513"/>
                  <a:pt x="78587" y="56406"/>
                  <a:pt x="79807" y="56199"/>
                </a:cubicBezTo>
                <a:lnTo>
                  <a:pt x="80557" y="53091"/>
                </a:lnTo>
                <a:cubicBezTo>
                  <a:pt x="81725" y="48258"/>
                  <a:pt x="86697" y="45386"/>
                  <a:pt x="91462" y="46796"/>
                </a:cubicBezTo>
                <a:lnTo>
                  <a:pt x="94079" y="47573"/>
                </a:lnTo>
                <a:cubicBezTo>
                  <a:pt x="95653" y="45546"/>
                  <a:pt x="96915" y="43242"/>
                  <a:pt x="97780" y="40752"/>
                </a:cubicBezTo>
                <a:lnTo>
                  <a:pt x="95840" y="38886"/>
                </a:lnTo>
                <a:cubicBezTo>
                  <a:pt x="92286" y="35469"/>
                  <a:pt x="92286" y="29781"/>
                  <a:pt x="95840" y="26365"/>
                </a:cubicBezTo>
                <a:lnTo>
                  <a:pt x="97780" y="24498"/>
                </a:lnTo>
                <a:cubicBezTo>
                  <a:pt x="96915" y="22008"/>
                  <a:pt x="95653" y="19706"/>
                  <a:pt x="94079" y="17677"/>
                </a:cubicBezTo>
                <a:lnTo>
                  <a:pt x="91462" y="18454"/>
                </a:lnTo>
                <a:cubicBezTo>
                  <a:pt x="86697" y="19864"/>
                  <a:pt x="81725" y="16992"/>
                  <a:pt x="80557" y="12160"/>
                </a:cubicBezTo>
                <a:lnTo>
                  <a:pt x="79807" y="9051"/>
                </a:lnTo>
                <a:cubicBezTo>
                  <a:pt x="78587" y="8844"/>
                  <a:pt x="77335" y="8737"/>
                  <a:pt x="76064" y="8737"/>
                </a:cubicBezTo>
                <a:close/>
                <a:moveTo>
                  <a:pt x="16337" y="21767"/>
                </a:moveTo>
                <a:cubicBezTo>
                  <a:pt x="12145" y="21767"/>
                  <a:pt x="8736" y="25176"/>
                  <a:pt x="8736" y="29368"/>
                </a:cubicBezTo>
                <a:lnTo>
                  <a:pt x="8736" y="70624"/>
                </a:lnTo>
                <a:cubicBezTo>
                  <a:pt x="8736" y="74825"/>
                  <a:pt x="12145" y="78234"/>
                  <a:pt x="16337" y="78234"/>
                </a:cubicBezTo>
                <a:lnTo>
                  <a:pt x="83664" y="78234"/>
                </a:lnTo>
                <a:cubicBezTo>
                  <a:pt x="87855" y="78234"/>
                  <a:pt x="91264" y="74825"/>
                  <a:pt x="91264" y="70624"/>
                </a:cubicBezTo>
                <a:lnTo>
                  <a:pt x="91264" y="56404"/>
                </a:lnTo>
                <a:cubicBezTo>
                  <a:pt x="86885" y="59227"/>
                  <a:pt x="81673" y="60857"/>
                  <a:pt x="76064" y="60857"/>
                </a:cubicBezTo>
                <a:cubicBezTo>
                  <a:pt x="60467" y="60857"/>
                  <a:pt x="47831" y="48218"/>
                  <a:pt x="47831" y="32625"/>
                </a:cubicBezTo>
                <a:cubicBezTo>
                  <a:pt x="47831" y="28781"/>
                  <a:pt x="48613" y="25111"/>
                  <a:pt x="50000" y="21767"/>
                </a:cubicBezTo>
                <a:lnTo>
                  <a:pt x="16337" y="21767"/>
                </a:lnTo>
                <a:close/>
                <a:moveTo>
                  <a:pt x="76064" y="26110"/>
                </a:moveTo>
                <a:cubicBezTo>
                  <a:pt x="79660" y="26110"/>
                  <a:pt x="82579" y="29027"/>
                  <a:pt x="82579" y="32625"/>
                </a:cubicBezTo>
                <a:cubicBezTo>
                  <a:pt x="82579" y="36224"/>
                  <a:pt x="79660" y="39140"/>
                  <a:pt x="76064" y="39140"/>
                </a:cubicBezTo>
                <a:cubicBezTo>
                  <a:pt x="72467" y="39140"/>
                  <a:pt x="69548" y="36224"/>
                  <a:pt x="69548" y="32625"/>
                </a:cubicBezTo>
                <a:cubicBezTo>
                  <a:pt x="69548" y="29027"/>
                  <a:pt x="72467" y="26110"/>
                  <a:pt x="76064" y="26110"/>
                </a:cubicBezTo>
                <a:close/>
                <a:moveTo>
                  <a:pt x="3305" y="84749"/>
                </a:moveTo>
                <a:cubicBezTo>
                  <a:pt x="2878" y="84738"/>
                  <a:pt x="2439" y="84822"/>
                  <a:pt x="2044" y="84978"/>
                </a:cubicBezTo>
                <a:cubicBezTo>
                  <a:pt x="1647" y="85144"/>
                  <a:pt x="1283" y="85385"/>
                  <a:pt x="969" y="85687"/>
                </a:cubicBezTo>
                <a:cubicBezTo>
                  <a:pt x="667" y="85989"/>
                  <a:pt x="417" y="86344"/>
                  <a:pt x="250" y="86750"/>
                </a:cubicBezTo>
                <a:cubicBezTo>
                  <a:pt x="83" y="87146"/>
                  <a:pt x="0" y="87574"/>
                  <a:pt x="0" y="88001"/>
                </a:cubicBezTo>
                <a:cubicBezTo>
                  <a:pt x="0" y="88439"/>
                  <a:pt x="83" y="88866"/>
                  <a:pt x="250" y="89262"/>
                </a:cubicBezTo>
                <a:cubicBezTo>
                  <a:pt x="417" y="89658"/>
                  <a:pt x="667" y="90023"/>
                  <a:pt x="969" y="90326"/>
                </a:cubicBezTo>
                <a:cubicBezTo>
                  <a:pt x="1283" y="90628"/>
                  <a:pt x="1647" y="90868"/>
                  <a:pt x="2044" y="91024"/>
                </a:cubicBezTo>
                <a:cubicBezTo>
                  <a:pt x="2439" y="91191"/>
                  <a:pt x="2878" y="91264"/>
                  <a:pt x="3305" y="91264"/>
                </a:cubicBezTo>
                <a:lnTo>
                  <a:pt x="96695" y="91264"/>
                </a:lnTo>
                <a:cubicBezTo>
                  <a:pt x="97133" y="91264"/>
                  <a:pt x="97561" y="91191"/>
                  <a:pt x="97957" y="91024"/>
                </a:cubicBezTo>
                <a:cubicBezTo>
                  <a:pt x="98364" y="90868"/>
                  <a:pt x="98728" y="90628"/>
                  <a:pt x="99031" y="90326"/>
                </a:cubicBezTo>
                <a:cubicBezTo>
                  <a:pt x="99344" y="90023"/>
                  <a:pt x="99583" y="89658"/>
                  <a:pt x="99750" y="89262"/>
                </a:cubicBezTo>
                <a:cubicBezTo>
                  <a:pt x="99917" y="88866"/>
                  <a:pt x="100000" y="88439"/>
                  <a:pt x="100000" y="88001"/>
                </a:cubicBezTo>
                <a:cubicBezTo>
                  <a:pt x="100000" y="87574"/>
                  <a:pt x="99917" y="87146"/>
                  <a:pt x="99750" y="86750"/>
                </a:cubicBezTo>
                <a:cubicBezTo>
                  <a:pt x="99583" y="86344"/>
                  <a:pt x="99344" y="85989"/>
                  <a:pt x="99031" y="85687"/>
                </a:cubicBezTo>
                <a:cubicBezTo>
                  <a:pt x="98728" y="85385"/>
                  <a:pt x="98364" y="85144"/>
                  <a:pt x="97957" y="84978"/>
                </a:cubicBezTo>
                <a:cubicBezTo>
                  <a:pt x="97561" y="84822"/>
                  <a:pt x="97133" y="84738"/>
                  <a:pt x="96695" y="84749"/>
                </a:cubicBezTo>
                <a:lnTo>
                  <a:pt x="3305" y="8474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7" name="Чёрный — SVG 18">
            <a:extLst>
              <a:ext uri="{FF2B5EF4-FFF2-40B4-BE49-F238E27FC236}">
                <a16:creationId xmlns:a16="http://schemas.microsoft.com/office/drawing/2014/main" id="{728785AA-549A-2441-9891-E91BF02415DD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124130 w 156115"/>
              <a:gd name="csY0" fmla="*/ 0 h 131123"/>
              <a:gd name="csX1" fmla="*/ 93999 w 156115"/>
              <a:gd name="csY1" fmla="*/ 30089 h 131123"/>
              <a:gd name="csX2" fmla="*/ 103442 w 156115"/>
              <a:gd name="csY2" fmla="*/ 51976 h 131123"/>
              <a:gd name="csX3" fmla="*/ 104071 w 156115"/>
              <a:gd name="csY3" fmla="*/ 53173 h 131123"/>
              <a:gd name="csX4" fmla="*/ 104088 w 156115"/>
              <a:gd name="csY4" fmla="*/ 53243 h 131123"/>
              <a:gd name="csX5" fmla="*/ 108971 w 156115"/>
              <a:gd name="csY5" fmla="*/ 72687 h 131123"/>
              <a:gd name="csX6" fmla="*/ 119979 w 156115"/>
              <a:gd name="csY6" fmla="*/ 81519 h 131123"/>
              <a:gd name="csX7" fmla="*/ 128281 w 156115"/>
              <a:gd name="csY7" fmla="*/ 81519 h 131123"/>
              <a:gd name="csX8" fmla="*/ 139289 w 156115"/>
              <a:gd name="csY8" fmla="*/ 72687 h 131123"/>
              <a:gd name="csX9" fmla="*/ 139255 w 156115"/>
              <a:gd name="csY9" fmla="*/ 72831 h 131123"/>
              <a:gd name="csX10" fmla="*/ 144172 w 156115"/>
              <a:gd name="csY10" fmla="*/ 53243 h 131123"/>
              <a:gd name="csX11" fmla="*/ 144189 w 156115"/>
              <a:gd name="csY11" fmla="*/ 53173 h 131123"/>
              <a:gd name="csX12" fmla="*/ 144818 w 156115"/>
              <a:gd name="csY12" fmla="*/ 51976 h 131123"/>
              <a:gd name="csX13" fmla="*/ 144818 w 156115"/>
              <a:gd name="csY13" fmla="*/ 51969 h 131123"/>
              <a:gd name="csX14" fmla="*/ 154260 w 156115"/>
              <a:gd name="csY14" fmla="*/ 30089 h 131123"/>
              <a:gd name="csX15" fmla="*/ 124130 w 156115"/>
              <a:gd name="csY15" fmla="*/ 0 h 131123"/>
              <a:gd name="csX16" fmla="*/ 124130 w 156115"/>
              <a:gd name="csY16" fmla="*/ 0 h 131123"/>
              <a:gd name="csX17" fmla="*/ 124130 w 156115"/>
              <a:gd name="csY17" fmla="*/ 10632 h 131123"/>
              <a:gd name="csX18" fmla="*/ 124130 w 156115"/>
              <a:gd name="csY18" fmla="*/ 10632 h 131123"/>
              <a:gd name="csX19" fmla="*/ 143627 w 156115"/>
              <a:gd name="csY19" fmla="*/ 30096 h 131123"/>
              <a:gd name="csX20" fmla="*/ 137520 w 156115"/>
              <a:gd name="csY20" fmla="*/ 44244 h 131123"/>
              <a:gd name="csX21" fmla="*/ 133810 w 156115"/>
              <a:gd name="csY21" fmla="*/ 50868 h 131123"/>
              <a:gd name="csX22" fmla="*/ 133844 w 156115"/>
              <a:gd name="csY22" fmla="*/ 50724 h 131123"/>
              <a:gd name="csX23" fmla="*/ 130561 w 156115"/>
              <a:gd name="csY23" fmla="*/ 63792 h 131123"/>
              <a:gd name="csX24" fmla="*/ 117699 w 156115"/>
              <a:gd name="csY24" fmla="*/ 63792 h 131123"/>
              <a:gd name="csX25" fmla="*/ 114449 w 156115"/>
              <a:gd name="csY25" fmla="*/ 50868 h 131123"/>
              <a:gd name="csX26" fmla="*/ 110757 w 156115"/>
              <a:gd name="csY26" fmla="*/ 44244 h 131123"/>
              <a:gd name="csX27" fmla="*/ 104632 w 156115"/>
              <a:gd name="csY27" fmla="*/ 30089 h 131123"/>
              <a:gd name="csX28" fmla="*/ 124130 w 156115"/>
              <a:gd name="csY28" fmla="*/ 10632 h 131123"/>
              <a:gd name="csX29" fmla="*/ 26660 w 156115"/>
              <a:gd name="csY29" fmla="*/ 24807 h 131123"/>
              <a:gd name="csX30" fmla="*/ 14257 w 156115"/>
              <a:gd name="csY30" fmla="*/ 37212 h 131123"/>
              <a:gd name="csX31" fmla="*/ 14257 w 156115"/>
              <a:gd name="csY31" fmla="*/ 104550 h 131123"/>
              <a:gd name="csX32" fmla="*/ 26660 w 156115"/>
              <a:gd name="csY32" fmla="*/ 116951 h 131123"/>
              <a:gd name="csX33" fmla="*/ 129455 w 156115"/>
              <a:gd name="csY33" fmla="*/ 116951 h 131123"/>
              <a:gd name="csX34" fmla="*/ 141858 w 156115"/>
              <a:gd name="csY34" fmla="*/ 104550 h 131123"/>
              <a:gd name="csX35" fmla="*/ 141858 w 156115"/>
              <a:gd name="csY35" fmla="*/ 82716 h 131123"/>
              <a:gd name="csX36" fmla="*/ 128281 w 156115"/>
              <a:gd name="csY36" fmla="*/ 88606 h 131123"/>
              <a:gd name="csX37" fmla="*/ 119979 w 156115"/>
              <a:gd name="csY37" fmla="*/ 88606 h 131123"/>
              <a:gd name="csX38" fmla="*/ 102046 w 156115"/>
              <a:gd name="csY38" fmla="*/ 74236 h 131123"/>
              <a:gd name="csX39" fmla="*/ 97487 w 156115"/>
              <a:gd name="csY39" fmla="*/ 56047 h 131123"/>
              <a:gd name="csX40" fmla="*/ 86905 w 156115"/>
              <a:gd name="csY40" fmla="*/ 30089 h 131123"/>
              <a:gd name="csX41" fmla="*/ 87330 w 156115"/>
              <a:gd name="csY41" fmla="*/ 24807 h 131123"/>
              <a:gd name="csX42" fmla="*/ 26660 w 156115"/>
              <a:gd name="csY42" fmla="*/ 24807 h 131123"/>
              <a:gd name="csX43" fmla="*/ 5393 w 156115"/>
              <a:gd name="csY43" fmla="*/ 120490 h 131123"/>
              <a:gd name="csX44" fmla="*/ 3335 w 156115"/>
              <a:gd name="csY44" fmla="*/ 120881 h 131123"/>
              <a:gd name="csX45" fmla="*/ 1582 w 156115"/>
              <a:gd name="csY45" fmla="*/ 122021 h 131123"/>
              <a:gd name="csX46" fmla="*/ 408 w 156115"/>
              <a:gd name="csY46" fmla="*/ 123756 h 131123"/>
              <a:gd name="csX47" fmla="*/ 0 w 156115"/>
              <a:gd name="csY47" fmla="*/ 125814 h 131123"/>
              <a:gd name="csX48" fmla="*/ 408 w 156115"/>
              <a:gd name="csY48" fmla="*/ 127855 h 131123"/>
              <a:gd name="csX49" fmla="*/ 1582 w 156115"/>
              <a:gd name="csY49" fmla="*/ 129591 h 131123"/>
              <a:gd name="csX50" fmla="*/ 3335 w 156115"/>
              <a:gd name="csY50" fmla="*/ 130747 h 131123"/>
              <a:gd name="csX51" fmla="*/ 5393 w 156115"/>
              <a:gd name="csY51" fmla="*/ 131122 h 131123"/>
              <a:gd name="csX52" fmla="*/ 150722 w 156115"/>
              <a:gd name="csY52" fmla="*/ 131122 h 131123"/>
              <a:gd name="csX53" fmla="*/ 152780 w 156115"/>
              <a:gd name="csY53" fmla="*/ 130747 h 131123"/>
              <a:gd name="csX54" fmla="*/ 154516 w 156115"/>
              <a:gd name="csY54" fmla="*/ 129591 h 131123"/>
              <a:gd name="csX55" fmla="*/ 155690 w 156115"/>
              <a:gd name="csY55" fmla="*/ 127855 h 131123"/>
              <a:gd name="csX56" fmla="*/ 156115 w 156115"/>
              <a:gd name="csY56" fmla="*/ 125814 h 131123"/>
              <a:gd name="csX57" fmla="*/ 155690 w 156115"/>
              <a:gd name="csY57" fmla="*/ 123756 h 131123"/>
              <a:gd name="csX58" fmla="*/ 154516 w 156115"/>
              <a:gd name="csY58" fmla="*/ 122021 h 131123"/>
              <a:gd name="csX59" fmla="*/ 152780 w 156115"/>
              <a:gd name="csY59" fmla="*/ 120881 h 131123"/>
              <a:gd name="csX60" fmla="*/ 150722 w 156115"/>
              <a:gd name="csY60" fmla="*/ 120490 h 131123"/>
              <a:gd name="csX61" fmla="*/ 5393 w 156115"/>
              <a:gd name="csY61" fmla="*/ 120490 h 131123"/>
            </a:gdLst>
            <a:ahLst/>
            <a:cxnLst/>
            <a:rect l="l" t="t" r="r" b="b"/>
            <a:pathLst>
              <a:path w="100000" h="100000">
                <a:moveTo>
                  <a:pt x="79512" y="8004"/>
                </a:moveTo>
                <a:cubicBezTo>
                  <a:pt x="68897" y="8008"/>
                  <a:pt x="60211" y="16663"/>
                  <a:pt x="60211" y="27278"/>
                </a:cubicBezTo>
                <a:cubicBezTo>
                  <a:pt x="60211" y="32784"/>
                  <a:pt x="62544" y="37788"/>
                  <a:pt x="66260" y="41298"/>
                </a:cubicBezTo>
                <a:cubicBezTo>
                  <a:pt x="66423" y="41455"/>
                  <a:pt x="66587" y="41718"/>
                  <a:pt x="66663" y="42065"/>
                </a:cubicBezTo>
                <a:lnTo>
                  <a:pt x="66674" y="42109"/>
                </a:lnTo>
                <a:lnTo>
                  <a:pt x="69802" y="54564"/>
                </a:lnTo>
                <a:cubicBezTo>
                  <a:pt x="70532" y="57848"/>
                  <a:pt x="73485" y="60222"/>
                  <a:pt x="76853" y="60222"/>
                </a:cubicBezTo>
                <a:lnTo>
                  <a:pt x="82171" y="60222"/>
                </a:lnTo>
                <a:cubicBezTo>
                  <a:pt x="85538" y="60222"/>
                  <a:pt x="88492" y="57848"/>
                  <a:pt x="89222" y="54564"/>
                </a:cubicBezTo>
                <a:lnTo>
                  <a:pt x="89200" y="54657"/>
                </a:lnTo>
                <a:lnTo>
                  <a:pt x="92350" y="42109"/>
                </a:lnTo>
                <a:lnTo>
                  <a:pt x="92361" y="42065"/>
                </a:lnTo>
                <a:cubicBezTo>
                  <a:pt x="92437" y="41719"/>
                  <a:pt x="92589" y="41455"/>
                  <a:pt x="92764" y="41298"/>
                </a:cubicBezTo>
                <a:lnTo>
                  <a:pt x="92764" y="41293"/>
                </a:lnTo>
                <a:cubicBezTo>
                  <a:pt x="96480" y="37784"/>
                  <a:pt x="98812" y="32782"/>
                  <a:pt x="98812" y="27278"/>
                </a:cubicBezTo>
                <a:cubicBezTo>
                  <a:pt x="98812" y="16663"/>
                  <a:pt x="90127" y="8008"/>
                  <a:pt x="79512" y="8004"/>
                </a:cubicBezTo>
                <a:lnTo>
                  <a:pt x="79512" y="8004"/>
                </a:lnTo>
                <a:close/>
                <a:moveTo>
                  <a:pt x="79512" y="14815"/>
                </a:moveTo>
                <a:lnTo>
                  <a:pt x="79512" y="14815"/>
                </a:lnTo>
                <a:cubicBezTo>
                  <a:pt x="86454" y="14819"/>
                  <a:pt x="92001" y="20351"/>
                  <a:pt x="92001" y="27282"/>
                </a:cubicBezTo>
                <a:cubicBezTo>
                  <a:pt x="92001" y="30873"/>
                  <a:pt x="90497" y="34067"/>
                  <a:pt x="88089" y="36345"/>
                </a:cubicBezTo>
                <a:cubicBezTo>
                  <a:pt x="86835" y="37527"/>
                  <a:pt x="86062" y="39035"/>
                  <a:pt x="85712" y="40588"/>
                </a:cubicBezTo>
                <a:lnTo>
                  <a:pt x="85734" y="40496"/>
                </a:lnTo>
                <a:lnTo>
                  <a:pt x="83631" y="48867"/>
                </a:lnTo>
                <a:lnTo>
                  <a:pt x="75392" y="48867"/>
                </a:lnTo>
                <a:lnTo>
                  <a:pt x="73311" y="40588"/>
                </a:lnTo>
                <a:cubicBezTo>
                  <a:pt x="72973" y="39035"/>
                  <a:pt x="72188" y="37527"/>
                  <a:pt x="70946" y="36345"/>
                </a:cubicBezTo>
                <a:cubicBezTo>
                  <a:pt x="68526" y="34062"/>
                  <a:pt x="67022" y="30871"/>
                  <a:pt x="67022" y="27278"/>
                </a:cubicBezTo>
                <a:cubicBezTo>
                  <a:pt x="67022" y="20347"/>
                  <a:pt x="72570" y="14819"/>
                  <a:pt x="79512" y="14815"/>
                </a:cubicBezTo>
                <a:close/>
                <a:moveTo>
                  <a:pt x="17077" y="23895"/>
                </a:moveTo>
                <a:cubicBezTo>
                  <a:pt x="12696" y="23895"/>
                  <a:pt x="9132" y="27459"/>
                  <a:pt x="9132" y="31841"/>
                </a:cubicBezTo>
                <a:lnTo>
                  <a:pt x="9132" y="74974"/>
                </a:lnTo>
                <a:cubicBezTo>
                  <a:pt x="9132" y="79355"/>
                  <a:pt x="12696" y="82918"/>
                  <a:pt x="17077" y="82918"/>
                </a:cubicBezTo>
                <a:lnTo>
                  <a:pt x="82923" y="82918"/>
                </a:lnTo>
                <a:cubicBezTo>
                  <a:pt x="87304" y="82918"/>
                  <a:pt x="90868" y="79355"/>
                  <a:pt x="90868" y="74974"/>
                </a:cubicBezTo>
                <a:lnTo>
                  <a:pt x="90868" y="60988"/>
                </a:lnTo>
                <a:cubicBezTo>
                  <a:pt x="88710" y="63322"/>
                  <a:pt x="85604" y="64761"/>
                  <a:pt x="82171" y="64761"/>
                </a:cubicBezTo>
                <a:lnTo>
                  <a:pt x="76853" y="64761"/>
                </a:lnTo>
                <a:cubicBezTo>
                  <a:pt x="71295" y="64761"/>
                  <a:pt x="66576" y="60976"/>
                  <a:pt x="65366" y="55556"/>
                </a:cubicBezTo>
                <a:lnTo>
                  <a:pt x="62446" y="43905"/>
                </a:lnTo>
                <a:cubicBezTo>
                  <a:pt x="58076" y="39440"/>
                  <a:pt x="55667" y="33569"/>
                  <a:pt x="55667" y="27278"/>
                </a:cubicBezTo>
                <a:cubicBezTo>
                  <a:pt x="55667" y="26125"/>
                  <a:pt x="55776" y="25003"/>
                  <a:pt x="55940" y="23895"/>
                </a:cubicBezTo>
                <a:lnTo>
                  <a:pt x="17077" y="23895"/>
                </a:lnTo>
                <a:close/>
                <a:moveTo>
                  <a:pt x="3455" y="85185"/>
                </a:moveTo>
                <a:cubicBezTo>
                  <a:pt x="3008" y="85185"/>
                  <a:pt x="2550" y="85261"/>
                  <a:pt x="2136" y="85435"/>
                </a:cubicBezTo>
                <a:cubicBezTo>
                  <a:pt x="1722" y="85598"/>
                  <a:pt x="1341" y="85849"/>
                  <a:pt x="1013" y="86165"/>
                </a:cubicBezTo>
                <a:cubicBezTo>
                  <a:pt x="698" y="86481"/>
                  <a:pt x="436" y="86862"/>
                  <a:pt x="261" y="87277"/>
                </a:cubicBezTo>
                <a:cubicBezTo>
                  <a:pt x="87" y="87690"/>
                  <a:pt x="0" y="88138"/>
                  <a:pt x="0" y="88595"/>
                </a:cubicBezTo>
                <a:cubicBezTo>
                  <a:pt x="0" y="89042"/>
                  <a:pt x="87" y="89489"/>
                  <a:pt x="261" y="89902"/>
                </a:cubicBezTo>
                <a:cubicBezTo>
                  <a:pt x="436" y="90328"/>
                  <a:pt x="698" y="90698"/>
                  <a:pt x="1013" y="91014"/>
                </a:cubicBezTo>
                <a:cubicBezTo>
                  <a:pt x="1341" y="91330"/>
                  <a:pt x="1722" y="91581"/>
                  <a:pt x="2136" y="91755"/>
                </a:cubicBezTo>
                <a:cubicBezTo>
                  <a:pt x="2550" y="91919"/>
                  <a:pt x="3008" y="92006"/>
                  <a:pt x="3455" y="91995"/>
                </a:cubicBezTo>
                <a:lnTo>
                  <a:pt x="96545" y="91995"/>
                </a:lnTo>
                <a:cubicBezTo>
                  <a:pt x="96992" y="92006"/>
                  <a:pt x="97439" y="91919"/>
                  <a:pt x="97864" y="91755"/>
                </a:cubicBezTo>
                <a:cubicBezTo>
                  <a:pt x="98278" y="91581"/>
                  <a:pt x="98659" y="91330"/>
                  <a:pt x="98976" y="91014"/>
                </a:cubicBezTo>
                <a:cubicBezTo>
                  <a:pt x="99302" y="90698"/>
                  <a:pt x="99554" y="90328"/>
                  <a:pt x="99728" y="89902"/>
                </a:cubicBezTo>
                <a:cubicBezTo>
                  <a:pt x="99902" y="89489"/>
                  <a:pt x="100000" y="89042"/>
                  <a:pt x="100000" y="88595"/>
                </a:cubicBezTo>
                <a:cubicBezTo>
                  <a:pt x="100000" y="88138"/>
                  <a:pt x="99902" y="87690"/>
                  <a:pt x="99728" y="87277"/>
                </a:cubicBezTo>
                <a:cubicBezTo>
                  <a:pt x="99554" y="86862"/>
                  <a:pt x="99302" y="86481"/>
                  <a:pt x="98976" y="86165"/>
                </a:cubicBezTo>
                <a:cubicBezTo>
                  <a:pt x="98659" y="85849"/>
                  <a:pt x="98278" y="85598"/>
                  <a:pt x="97864" y="85435"/>
                </a:cubicBezTo>
                <a:cubicBezTo>
                  <a:pt x="97439" y="85261"/>
                  <a:pt x="96992" y="85185"/>
                  <a:pt x="96545" y="85185"/>
                </a:cubicBezTo>
                <a:lnTo>
                  <a:pt x="3455" y="8518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8" name="Чёрный — SVG 19">
            <a:extLst>
              <a:ext uri="{FF2B5EF4-FFF2-40B4-BE49-F238E27FC236}">
                <a16:creationId xmlns:a16="http://schemas.microsoft.com/office/drawing/2014/main" id="{5B3EDAFB-F605-7A40-922B-F7A81B084F9A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109566 w 156115"/>
              <a:gd name="csY0" fmla="*/ 41 h 131123"/>
              <a:gd name="csX1" fmla="*/ 100753 w 156115"/>
              <a:gd name="csY1" fmla="*/ 1246 h 131123"/>
              <a:gd name="csX2" fmla="*/ 99954 w 156115"/>
              <a:gd name="csY2" fmla="*/ 4784 h 131123"/>
              <a:gd name="csX3" fmla="*/ 111115 w 156115"/>
              <a:gd name="csY3" fmla="*/ 15948 h 131123"/>
              <a:gd name="csX4" fmla="*/ 111795 w 156115"/>
              <a:gd name="csY4" fmla="*/ 25867 h 131123"/>
              <a:gd name="csX5" fmla="*/ 106402 w 156115"/>
              <a:gd name="csY5" fmla="*/ 28353 h 131123"/>
              <a:gd name="csX6" fmla="*/ 101400 w 156115"/>
              <a:gd name="csY6" fmla="*/ 26276 h 131123"/>
              <a:gd name="csX7" fmla="*/ 89933 w 156115"/>
              <a:gd name="csY7" fmla="*/ 14807 h 131123"/>
              <a:gd name="csX8" fmla="*/ 86394 w 156115"/>
              <a:gd name="csY8" fmla="*/ 15601 h 131123"/>
              <a:gd name="csX9" fmla="*/ 85578 w 156115"/>
              <a:gd name="csY9" fmla="*/ 27570 h 131123"/>
              <a:gd name="csX10" fmla="*/ 105245 w 156115"/>
              <a:gd name="csY10" fmla="*/ 45891 h 131123"/>
              <a:gd name="csX11" fmla="*/ 115096 w 156115"/>
              <a:gd name="csY11" fmla="*/ 44985 h 131123"/>
              <a:gd name="csX12" fmla="*/ 137877 w 156115"/>
              <a:gd name="csY12" fmla="*/ 67766 h 131123"/>
              <a:gd name="csX13" fmla="*/ 145397 w 156115"/>
              <a:gd name="csY13" fmla="*/ 70881 h 131123"/>
              <a:gd name="csX14" fmla="*/ 152916 w 156115"/>
              <a:gd name="csY14" fmla="*/ 67766 h 131123"/>
              <a:gd name="csX15" fmla="*/ 152916 w 156115"/>
              <a:gd name="csY15" fmla="*/ 52731 h 131123"/>
              <a:gd name="csX16" fmla="*/ 130136 w 156115"/>
              <a:gd name="csY16" fmla="*/ 29952 h 131123"/>
              <a:gd name="csX17" fmla="*/ 131037 w 156115"/>
              <a:gd name="csY17" fmla="*/ 20094 h 131123"/>
              <a:gd name="csX18" fmla="*/ 112714 w 156115"/>
              <a:gd name="csY18" fmla="*/ 443 h 131123"/>
              <a:gd name="csX19" fmla="*/ 109566 w 156115"/>
              <a:gd name="csY19" fmla="*/ 41 h 131123"/>
              <a:gd name="csX20" fmla="*/ 26660 w 156115"/>
              <a:gd name="csY20" fmla="*/ 24808 h 131123"/>
              <a:gd name="csX21" fmla="*/ 14257 w 156115"/>
              <a:gd name="csY21" fmla="*/ 37212 h 131123"/>
              <a:gd name="csX22" fmla="*/ 14257 w 156115"/>
              <a:gd name="csY22" fmla="*/ 104551 h 131123"/>
              <a:gd name="csX23" fmla="*/ 26660 w 156115"/>
              <a:gd name="csY23" fmla="*/ 116952 h 131123"/>
              <a:gd name="csX24" fmla="*/ 129455 w 156115"/>
              <a:gd name="csY24" fmla="*/ 116952 h 131123"/>
              <a:gd name="csX25" fmla="*/ 141858 w 156115"/>
              <a:gd name="csY25" fmla="*/ 104551 h 131123"/>
              <a:gd name="csX26" fmla="*/ 141858 w 156115"/>
              <a:gd name="csY26" fmla="*/ 77608 h 131123"/>
              <a:gd name="csX27" fmla="*/ 132875 w 156115"/>
              <a:gd name="csY27" fmla="*/ 72776 h 131123"/>
              <a:gd name="csX28" fmla="*/ 112867 w 156115"/>
              <a:gd name="csY28" fmla="*/ 52772 h 131123"/>
              <a:gd name="csX29" fmla="*/ 104360 w 156115"/>
              <a:gd name="csY29" fmla="*/ 52917 h 131123"/>
              <a:gd name="csX30" fmla="*/ 78636 w 156115"/>
              <a:gd name="csY30" fmla="*/ 28919 h 131123"/>
              <a:gd name="csX31" fmla="*/ 78125 w 156115"/>
              <a:gd name="csY31" fmla="*/ 24808 h 131123"/>
              <a:gd name="csX32" fmla="*/ 26660 w 156115"/>
              <a:gd name="csY32" fmla="*/ 24808 h 131123"/>
              <a:gd name="csX33" fmla="*/ 5393 w 156115"/>
              <a:gd name="csY33" fmla="*/ 120490 h 131123"/>
              <a:gd name="csX34" fmla="*/ 3335 w 156115"/>
              <a:gd name="csY34" fmla="*/ 120881 h 131123"/>
              <a:gd name="csX35" fmla="*/ 1582 w 156115"/>
              <a:gd name="csY35" fmla="*/ 122021 h 131123"/>
              <a:gd name="csX36" fmla="*/ 408 w 156115"/>
              <a:gd name="csY36" fmla="*/ 123756 h 131123"/>
              <a:gd name="csX37" fmla="*/ 0 w 156115"/>
              <a:gd name="csY37" fmla="*/ 125815 h 131123"/>
              <a:gd name="csX38" fmla="*/ 408 w 156115"/>
              <a:gd name="csY38" fmla="*/ 127856 h 131123"/>
              <a:gd name="csX39" fmla="*/ 1582 w 156115"/>
              <a:gd name="csY39" fmla="*/ 129591 h 131123"/>
              <a:gd name="csX40" fmla="*/ 3335 w 156115"/>
              <a:gd name="csY40" fmla="*/ 130748 h 131123"/>
              <a:gd name="csX41" fmla="*/ 5393 w 156115"/>
              <a:gd name="csY41" fmla="*/ 131122 h 131123"/>
              <a:gd name="csX42" fmla="*/ 150722 w 156115"/>
              <a:gd name="csY42" fmla="*/ 131122 h 131123"/>
              <a:gd name="csX43" fmla="*/ 152780 w 156115"/>
              <a:gd name="csY43" fmla="*/ 130748 h 131123"/>
              <a:gd name="csX44" fmla="*/ 154516 w 156115"/>
              <a:gd name="csY44" fmla="*/ 129591 h 131123"/>
              <a:gd name="csX45" fmla="*/ 155690 w 156115"/>
              <a:gd name="csY45" fmla="*/ 127856 h 131123"/>
              <a:gd name="csX46" fmla="*/ 156115 w 156115"/>
              <a:gd name="csY46" fmla="*/ 125815 h 131123"/>
              <a:gd name="csX47" fmla="*/ 155690 w 156115"/>
              <a:gd name="csY47" fmla="*/ 123756 h 131123"/>
              <a:gd name="csX48" fmla="*/ 154516 w 156115"/>
              <a:gd name="csY48" fmla="*/ 122021 h 131123"/>
              <a:gd name="csX49" fmla="*/ 152780 w 156115"/>
              <a:gd name="csY49" fmla="*/ 120881 h 131123"/>
              <a:gd name="csX50" fmla="*/ 150722 w 156115"/>
              <a:gd name="csY50" fmla="*/ 120490 h 131123"/>
              <a:gd name="csX51" fmla="*/ 5393 w 156115"/>
              <a:gd name="csY51" fmla="*/ 120490 h 131123"/>
            </a:gdLst>
            <a:ahLst/>
            <a:cxnLst/>
            <a:rect l="l" t="t" r="r" b="b"/>
            <a:pathLst>
              <a:path w="100000" h="100000">
                <a:moveTo>
                  <a:pt x="70183" y="8031"/>
                </a:moveTo>
                <a:cubicBezTo>
                  <a:pt x="68189" y="7912"/>
                  <a:pt x="66293" y="8198"/>
                  <a:pt x="64538" y="8802"/>
                </a:cubicBezTo>
                <a:cubicBezTo>
                  <a:pt x="63579" y="9129"/>
                  <a:pt x="63317" y="10358"/>
                  <a:pt x="64026" y="11069"/>
                </a:cubicBezTo>
                <a:lnTo>
                  <a:pt x="71175" y="18220"/>
                </a:lnTo>
                <a:cubicBezTo>
                  <a:pt x="72885" y="19930"/>
                  <a:pt x="73191" y="22736"/>
                  <a:pt x="71611" y="24574"/>
                </a:cubicBezTo>
                <a:cubicBezTo>
                  <a:pt x="70706" y="25636"/>
                  <a:pt x="69431" y="26166"/>
                  <a:pt x="68156" y="26166"/>
                </a:cubicBezTo>
                <a:cubicBezTo>
                  <a:pt x="67001" y="26166"/>
                  <a:pt x="65835" y="25722"/>
                  <a:pt x="64952" y="24836"/>
                </a:cubicBezTo>
                <a:lnTo>
                  <a:pt x="57607" y="17489"/>
                </a:lnTo>
                <a:cubicBezTo>
                  <a:pt x="56888" y="16777"/>
                  <a:pt x="55667" y="17048"/>
                  <a:pt x="55340" y="17998"/>
                </a:cubicBezTo>
                <a:cubicBezTo>
                  <a:pt x="54534" y="20341"/>
                  <a:pt x="54294" y="22947"/>
                  <a:pt x="54817" y="25664"/>
                </a:cubicBezTo>
                <a:cubicBezTo>
                  <a:pt x="56016" y="31805"/>
                  <a:pt x="61203" y="36631"/>
                  <a:pt x="67415" y="37400"/>
                </a:cubicBezTo>
                <a:cubicBezTo>
                  <a:pt x="69627" y="37676"/>
                  <a:pt x="71763" y="37439"/>
                  <a:pt x="73725" y="36820"/>
                </a:cubicBezTo>
                <a:lnTo>
                  <a:pt x="88318" y="51412"/>
                </a:lnTo>
                <a:cubicBezTo>
                  <a:pt x="89647" y="52741"/>
                  <a:pt x="91391" y="53407"/>
                  <a:pt x="93135" y="53407"/>
                </a:cubicBezTo>
                <a:cubicBezTo>
                  <a:pt x="94878" y="53407"/>
                  <a:pt x="96622" y="52741"/>
                  <a:pt x="97951" y="51412"/>
                </a:cubicBezTo>
                <a:cubicBezTo>
                  <a:pt x="100610" y="48753"/>
                  <a:pt x="100610" y="44439"/>
                  <a:pt x="97951" y="41781"/>
                </a:cubicBezTo>
                <a:lnTo>
                  <a:pt x="83359" y="27190"/>
                </a:lnTo>
                <a:cubicBezTo>
                  <a:pt x="83980" y="25226"/>
                  <a:pt x="84209" y="23098"/>
                  <a:pt x="83936" y="20876"/>
                </a:cubicBezTo>
                <a:cubicBezTo>
                  <a:pt x="83173" y="14667"/>
                  <a:pt x="78345" y="9482"/>
                  <a:pt x="72199" y="8288"/>
                </a:cubicBezTo>
                <a:cubicBezTo>
                  <a:pt x="71524" y="8156"/>
                  <a:pt x="70848" y="8071"/>
                  <a:pt x="70183" y="8031"/>
                </a:cubicBezTo>
                <a:close/>
                <a:moveTo>
                  <a:pt x="17077" y="23895"/>
                </a:moveTo>
                <a:cubicBezTo>
                  <a:pt x="12696" y="23895"/>
                  <a:pt x="9132" y="27459"/>
                  <a:pt x="9132" y="31841"/>
                </a:cubicBezTo>
                <a:lnTo>
                  <a:pt x="9132" y="74975"/>
                </a:lnTo>
                <a:cubicBezTo>
                  <a:pt x="9132" y="79355"/>
                  <a:pt x="12696" y="82918"/>
                  <a:pt x="17077" y="82918"/>
                </a:cubicBezTo>
                <a:lnTo>
                  <a:pt x="82923" y="82918"/>
                </a:lnTo>
                <a:cubicBezTo>
                  <a:pt x="87304" y="82918"/>
                  <a:pt x="90868" y="79355"/>
                  <a:pt x="90868" y="74975"/>
                </a:cubicBezTo>
                <a:lnTo>
                  <a:pt x="90868" y="57716"/>
                </a:lnTo>
                <a:cubicBezTo>
                  <a:pt x="88699" y="57279"/>
                  <a:pt x="86705" y="56219"/>
                  <a:pt x="85114" y="54621"/>
                </a:cubicBezTo>
                <a:lnTo>
                  <a:pt x="72297" y="41808"/>
                </a:lnTo>
                <a:cubicBezTo>
                  <a:pt x="70499" y="42095"/>
                  <a:pt x="68679" y="42128"/>
                  <a:pt x="66848" y="41901"/>
                </a:cubicBezTo>
                <a:cubicBezTo>
                  <a:pt x="58707" y="40895"/>
                  <a:pt x="51929" y="34571"/>
                  <a:pt x="50371" y="26529"/>
                </a:cubicBezTo>
                <a:cubicBezTo>
                  <a:pt x="50196" y="25657"/>
                  <a:pt x="50098" y="24777"/>
                  <a:pt x="50043" y="23895"/>
                </a:cubicBezTo>
                <a:lnTo>
                  <a:pt x="17077" y="23895"/>
                </a:lnTo>
                <a:close/>
                <a:moveTo>
                  <a:pt x="3455" y="85185"/>
                </a:moveTo>
                <a:cubicBezTo>
                  <a:pt x="3008" y="85185"/>
                  <a:pt x="2550" y="85261"/>
                  <a:pt x="2136" y="85435"/>
                </a:cubicBezTo>
                <a:cubicBezTo>
                  <a:pt x="1722" y="85599"/>
                  <a:pt x="1341" y="85850"/>
                  <a:pt x="1013" y="86165"/>
                </a:cubicBezTo>
                <a:cubicBezTo>
                  <a:pt x="698" y="86481"/>
                  <a:pt x="436" y="86863"/>
                  <a:pt x="261" y="87277"/>
                </a:cubicBezTo>
                <a:cubicBezTo>
                  <a:pt x="87" y="87691"/>
                  <a:pt x="0" y="88138"/>
                  <a:pt x="0" y="88596"/>
                </a:cubicBezTo>
                <a:cubicBezTo>
                  <a:pt x="0" y="89042"/>
                  <a:pt x="87" y="89489"/>
                  <a:pt x="261" y="89903"/>
                </a:cubicBezTo>
                <a:cubicBezTo>
                  <a:pt x="436" y="90328"/>
                  <a:pt x="698" y="90699"/>
                  <a:pt x="1013" y="91014"/>
                </a:cubicBezTo>
                <a:cubicBezTo>
                  <a:pt x="1341" y="91330"/>
                  <a:pt x="1722" y="91581"/>
                  <a:pt x="2136" y="91755"/>
                </a:cubicBezTo>
                <a:cubicBezTo>
                  <a:pt x="2550" y="91919"/>
                  <a:pt x="3008" y="92006"/>
                  <a:pt x="3455" y="91995"/>
                </a:cubicBezTo>
                <a:lnTo>
                  <a:pt x="96545" y="91995"/>
                </a:lnTo>
                <a:cubicBezTo>
                  <a:pt x="96992" y="92006"/>
                  <a:pt x="97439" y="91919"/>
                  <a:pt x="97864" y="91755"/>
                </a:cubicBezTo>
                <a:cubicBezTo>
                  <a:pt x="98278" y="91581"/>
                  <a:pt x="98659" y="91330"/>
                  <a:pt x="98976" y="91014"/>
                </a:cubicBezTo>
                <a:cubicBezTo>
                  <a:pt x="99302" y="90699"/>
                  <a:pt x="99554" y="90328"/>
                  <a:pt x="99728" y="89903"/>
                </a:cubicBezTo>
                <a:cubicBezTo>
                  <a:pt x="99902" y="89489"/>
                  <a:pt x="100000" y="89042"/>
                  <a:pt x="100000" y="88596"/>
                </a:cubicBezTo>
                <a:cubicBezTo>
                  <a:pt x="100000" y="88138"/>
                  <a:pt x="99902" y="87691"/>
                  <a:pt x="99728" y="87277"/>
                </a:cubicBezTo>
                <a:cubicBezTo>
                  <a:pt x="99554" y="86863"/>
                  <a:pt x="99302" y="86481"/>
                  <a:pt x="98976" y="86165"/>
                </a:cubicBezTo>
                <a:cubicBezTo>
                  <a:pt x="98659" y="85850"/>
                  <a:pt x="98278" y="85599"/>
                  <a:pt x="97864" y="85435"/>
                </a:cubicBezTo>
                <a:cubicBezTo>
                  <a:pt x="97439" y="85261"/>
                  <a:pt x="96992" y="85185"/>
                  <a:pt x="96545" y="85185"/>
                </a:cubicBezTo>
                <a:lnTo>
                  <a:pt x="3455" y="8518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39" name="Чёрный — SVG 20">
            <a:extLst>
              <a:ext uri="{FF2B5EF4-FFF2-40B4-BE49-F238E27FC236}">
                <a16:creationId xmlns:a16="http://schemas.microsoft.com/office/drawing/2014/main" id="{92C8DF9B-6028-864C-991F-BECA9B89A263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34095 w 134695"/>
              <a:gd name="csY0" fmla="*/ 48097 h 153508"/>
              <a:gd name="csX1" fmla="*/ 31254 w 134695"/>
              <a:gd name="csY1" fmla="*/ 49543 h 153508"/>
              <a:gd name="csX2" fmla="*/ 28361 w 134695"/>
              <a:gd name="csY2" fmla="*/ 54279 h 153508"/>
              <a:gd name="csX3" fmla="*/ 28361 w 134695"/>
              <a:gd name="csY3" fmla="*/ 57050 h 153508"/>
              <a:gd name="csX4" fmla="*/ 62031 w 134695"/>
              <a:gd name="csY4" fmla="*/ 77418 h 153508"/>
              <a:gd name="csX5" fmla="*/ 62031 w 134695"/>
              <a:gd name="csY5" fmla="*/ 119775 h 153508"/>
              <a:gd name="csX6" fmla="*/ 64464 w 134695"/>
              <a:gd name="csY6" fmla="*/ 121340 h 153508"/>
              <a:gd name="csX7" fmla="*/ 67339 w 134695"/>
              <a:gd name="csY7" fmla="*/ 122191 h 153508"/>
              <a:gd name="csX8" fmla="*/ 70231 w 134695"/>
              <a:gd name="csY8" fmla="*/ 121340 h 153508"/>
              <a:gd name="csX9" fmla="*/ 72664 w 134695"/>
              <a:gd name="csY9" fmla="*/ 119775 h 153508"/>
              <a:gd name="csX10" fmla="*/ 72664 w 134695"/>
              <a:gd name="csY10" fmla="*/ 77418 h 153508"/>
              <a:gd name="csX11" fmla="*/ 106334 w 134695"/>
              <a:gd name="csY11" fmla="*/ 57050 h 153508"/>
              <a:gd name="csX12" fmla="*/ 106334 w 134695"/>
              <a:gd name="csY12" fmla="*/ 54279 h 153508"/>
              <a:gd name="csX13" fmla="*/ 103425 w 134695"/>
              <a:gd name="csY13" fmla="*/ 49540 h 153508"/>
              <a:gd name="csX14" fmla="*/ 100600 w 134695"/>
              <a:gd name="csY14" fmla="*/ 48097 h 153508"/>
              <a:gd name="csX15" fmla="*/ 67339 w 134695"/>
              <a:gd name="csY15" fmla="*/ 68209 h 153508"/>
              <a:gd name="csX16" fmla="*/ 34095 w 134695"/>
              <a:gd name="csY16" fmla="*/ 48097 h 153508"/>
              <a:gd name="csX17" fmla="*/ 64923 w 134695"/>
              <a:gd name="csY17" fmla="*/ 32398 h 153508"/>
              <a:gd name="csX18" fmla="*/ 69755 w 134695"/>
              <a:gd name="csY18" fmla="*/ 32398 h 153508"/>
              <a:gd name="csX19" fmla="*/ 100600 w 134695"/>
              <a:gd name="csY19" fmla="*/ 48097 h 153508"/>
              <a:gd name="csX20" fmla="*/ 129149 w 134695"/>
              <a:gd name="csY20" fmla="*/ 30824 h 153508"/>
              <a:gd name="csX21" fmla="*/ 69755 w 134695"/>
              <a:gd name="csY21" fmla="*/ 577 h 153508"/>
              <a:gd name="csX22" fmla="*/ 64940 w 134695"/>
              <a:gd name="csY22" fmla="*/ 577 h 153508"/>
              <a:gd name="csX23" fmla="*/ 5546 w 134695"/>
              <a:gd name="csY23" fmla="*/ 30824 h 153508"/>
              <a:gd name="csX24" fmla="*/ 34095 w 134695"/>
              <a:gd name="csY24" fmla="*/ 48097 h 153508"/>
              <a:gd name="csX25" fmla="*/ 64923 w 134695"/>
              <a:gd name="csY25" fmla="*/ 32398 h 153508"/>
              <a:gd name="csX26" fmla="*/ 30794 w 134695"/>
              <a:gd name="csY26" fmla="*/ 99598 h 153508"/>
              <a:gd name="csX27" fmla="*/ 28361 w 134695"/>
              <a:gd name="csY27" fmla="*/ 95138 h 153508"/>
              <a:gd name="csX28" fmla="*/ 28361 w 134695"/>
              <a:gd name="csY28" fmla="*/ 57050 h 153508"/>
              <a:gd name="csX29" fmla="*/ 0 w 134695"/>
              <a:gd name="csY29" fmla="*/ 39898 h 153508"/>
              <a:gd name="csX30" fmla="*/ 0 w 134695"/>
              <a:gd name="csY30" fmla="*/ 110579 h 153508"/>
              <a:gd name="csX31" fmla="*/ 2433 w 134695"/>
              <a:gd name="csY31" fmla="*/ 115046 h 153508"/>
              <a:gd name="csX32" fmla="*/ 62031 w 134695"/>
              <a:gd name="csY32" fmla="*/ 153508 h 153508"/>
              <a:gd name="csX33" fmla="*/ 62031 w 134695"/>
              <a:gd name="csY33" fmla="*/ 119775 h 153508"/>
              <a:gd name="csX34" fmla="*/ 30794 w 134695"/>
              <a:gd name="csY34" fmla="*/ 99598 h 153508"/>
              <a:gd name="csX35" fmla="*/ 106334 w 134695"/>
              <a:gd name="csY35" fmla="*/ 95138 h 153508"/>
              <a:gd name="csX36" fmla="*/ 103901 w 134695"/>
              <a:gd name="csY36" fmla="*/ 99603 h 153508"/>
              <a:gd name="csX37" fmla="*/ 72664 w 134695"/>
              <a:gd name="csY37" fmla="*/ 119775 h 153508"/>
              <a:gd name="csX38" fmla="*/ 72664 w 134695"/>
              <a:gd name="csY38" fmla="*/ 153508 h 153508"/>
              <a:gd name="csX39" fmla="*/ 132263 w 134695"/>
              <a:gd name="csY39" fmla="*/ 115046 h 153508"/>
              <a:gd name="csX40" fmla="*/ 134695 w 134695"/>
              <a:gd name="csY40" fmla="*/ 110576 h 153508"/>
              <a:gd name="csX41" fmla="*/ 134695 w 134695"/>
              <a:gd name="csY41" fmla="*/ 39901 h 153508"/>
              <a:gd name="csX42" fmla="*/ 106334 w 134695"/>
              <a:gd name="csY42" fmla="*/ 57054 h 153508"/>
              <a:gd name="csX43" fmla="*/ 106334 w 134695"/>
              <a:gd name="csY43" fmla="*/ 95138 h 153508"/>
            </a:gdLst>
            <a:ahLst/>
            <a:cxnLst/>
            <a:rect l="l" t="t" r="r" b="b"/>
            <a:pathLst>
              <a:path w="100000" h="100000">
                <a:moveTo>
                  <a:pt x="28338" y="31332"/>
                </a:moveTo>
                <a:lnTo>
                  <a:pt x="26488" y="32274"/>
                </a:lnTo>
                <a:cubicBezTo>
                  <a:pt x="25323" y="32863"/>
                  <a:pt x="24603" y="34057"/>
                  <a:pt x="24603" y="35359"/>
                </a:cubicBezTo>
                <a:lnTo>
                  <a:pt x="24603" y="37164"/>
                </a:lnTo>
                <a:lnTo>
                  <a:pt x="46537" y="50433"/>
                </a:lnTo>
                <a:lnTo>
                  <a:pt x="46537" y="78025"/>
                </a:lnTo>
                <a:lnTo>
                  <a:pt x="48122" y="79045"/>
                </a:lnTo>
                <a:cubicBezTo>
                  <a:pt x="48698" y="79411"/>
                  <a:pt x="49341" y="79599"/>
                  <a:pt x="49994" y="79599"/>
                </a:cubicBezTo>
                <a:cubicBezTo>
                  <a:pt x="50649" y="79599"/>
                  <a:pt x="51302" y="79411"/>
                  <a:pt x="51878" y="79045"/>
                </a:cubicBezTo>
                <a:lnTo>
                  <a:pt x="53463" y="78025"/>
                </a:lnTo>
                <a:lnTo>
                  <a:pt x="53463" y="50433"/>
                </a:lnTo>
                <a:lnTo>
                  <a:pt x="75397" y="37164"/>
                </a:lnTo>
                <a:lnTo>
                  <a:pt x="75397" y="35359"/>
                </a:lnTo>
                <a:cubicBezTo>
                  <a:pt x="75397" y="34057"/>
                  <a:pt x="74665" y="32863"/>
                  <a:pt x="73502" y="32272"/>
                </a:cubicBezTo>
                <a:lnTo>
                  <a:pt x="71662" y="31332"/>
                </a:lnTo>
                <a:lnTo>
                  <a:pt x="49994" y="44434"/>
                </a:lnTo>
                <a:lnTo>
                  <a:pt x="28338" y="31332"/>
                </a:lnTo>
                <a:close/>
                <a:moveTo>
                  <a:pt x="48421" y="21105"/>
                </a:moveTo>
                <a:cubicBezTo>
                  <a:pt x="49418" y="20604"/>
                  <a:pt x="50582" y="20604"/>
                  <a:pt x="51568" y="21105"/>
                </a:cubicBezTo>
                <a:lnTo>
                  <a:pt x="71662" y="31332"/>
                </a:lnTo>
                <a:lnTo>
                  <a:pt x="90259" y="20080"/>
                </a:lnTo>
                <a:lnTo>
                  <a:pt x="51568" y="376"/>
                </a:lnTo>
                <a:cubicBezTo>
                  <a:pt x="50582" y="-125"/>
                  <a:pt x="49418" y="-125"/>
                  <a:pt x="48432" y="376"/>
                </a:cubicBezTo>
                <a:lnTo>
                  <a:pt x="9741" y="20080"/>
                </a:lnTo>
                <a:lnTo>
                  <a:pt x="28338" y="31332"/>
                </a:lnTo>
                <a:lnTo>
                  <a:pt x="48421" y="21105"/>
                </a:lnTo>
                <a:close/>
                <a:moveTo>
                  <a:pt x="26188" y="64881"/>
                </a:moveTo>
                <a:cubicBezTo>
                  <a:pt x="25191" y="64244"/>
                  <a:pt x="24603" y="63150"/>
                  <a:pt x="24603" y="61976"/>
                </a:cubicBezTo>
                <a:lnTo>
                  <a:pt x="24603" y="37164"/>
                </a:lnTo>
                <a:lnTo>
                  <a:pt x="6128" y="25991"/>
                </a:lnTo>
                <a:lnTo>
                  <a:pt x="6128" y="72035"/>
                </a:lnTo>
                <a:cubicBezTo>
                  <a:pt x="6128" y="73216"/>
                  <a:pt x="6726" y="74302"/>
                  <a:pt x="7713" y="74945"/>
                </a:cubicBezTo>
                <a:lnTo>
                  <a:pt x="46537" y="100000"/>
                </a:lnTo>
                <a:lnTo>
                  <a:pt x="46537" y="78025"/>
                </a:lnTo>
                <a:lnTo>
                  <a:pt x="26188" y="64881"/>
                </a:lnTo>
                <a:close/>
                <a:moveTo>
                  <a:pt x="75397" y="61976"/>
                </a:moveTo>
                <a:cubicBezTo>
                  <a:pt x="75397" y="63153"/>
                  <a:pt x="74798" y="64244"/>
                  <a:pt x="73812" y="64885"/>
                </a:cubicBezTo>
                <a:lnTo>
                  <a:pt x="53463" y="78025"/>
                </a:lnTo>
                <a:lnTo>
                  <a:pt x="53463" y="100000"/>
                </a:lnTo>
                <a:lnTo>
                  <a:pt x="92288" y="74945"/>
                </a:lnTo>
                <a:cubicBezTo>
                  <a:pt x="93274" y="74302"/>
                  <a:pt x="93872" y="73205"/>
                  <a:pt x="93872" y="72033"/>
                </a:cubicBezTo>
                <a:lnTo>
                  <a:pt x="93872" y="25993"/>
                </a:lnTo>
                <a:lnTo>
                  <a:pt x="75397" y="37167"/>
                </a:lnTo>
                <a:lnTo>
                  <a:pt x="75397" y="6197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0" name="Чёрный — SVG 21">
            <a:extLst>
              <a:ext uri="{FF2B5EF4-FFF2-40B4-BE49-F238E27FC236}">
                <a16:creationId xmlns:a16="http://schemas.microsoft.com/office/drawing/2014/main" id="{0A4BC5E8-F6AD-E64A-AC2D-DDC42A540417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15942 w 141772"/>
              <a:gd name="csY0" fmla="*/ 0 h 134740"/>
              <a:gd name="csX1" fmla="*/ 0 w 141772"/>
              <a:gd name="csY1" fmla="*/ 15948 h 134740"/>
              <a:gd name="csX2" fmla="*/ 0 w 141772"/>
              <a:gd name="csY2" fmla="*/ 90371 h 134740"/>
              <a:gd name="csX3" fmla="*/ 15942 w 141772"/>
              <a:gd name="csY3" fmla="*/ 106319 h 134740"/>
              <a:gd name="csX4" fmla="*/ 46072 w 141772"/>
              <a:gd name="csY4" fmla="*/ 106319 h 134740"/>
              <a:gd name="csX5" fmla="*/ 46072 w 141772"/>
              <a:gd name="csY5" fmla="*/ 124045 h 134740"/>
              <a:gd name="csX6" fmla="*/ 33670 w 141772"/>
              <a:gd name="csY6" fmla="*/ 124045 h 134740"/>
              <a:gd name="csX7" fmla="*/ 31611 w 141772"/>
              <a:gd name="csY7" fmla="*/ 124419 h 134740"/>
              <a:gd name="csX8" fmla="*/ 29859 w 141772"/>
              <a:gd name="csY8" fmla="*/ 125576 h 134740"/>
              <a:gd name="csX9" fmla="*/ 28685 w 141772"/>
              <a:gd name="csY9" fmla="*/ 127311 h 134740"/>
              <a:gd name="csX10" fmla="*/ 28276 w 141772"/>
              <a:gd name="csY10" fmla="*/ 129352 h 134740"/>
              <a:gd name="csX11" fmla="*/ 28685 w 141772"/>
              <a:gd name="csY11" fmla="*/ 131411 h 134740"/>
              <a:gd name="csX12" fmla="*/ 29859 w 141772"/>
              <a:gd name="csY12" fmla="*/ 133146 h 134740"/>
              <a:gd name="csX13" fmla="*/ 31611 w 141772"/>
              <a:gd name="csY13" fmla="*/ 134286 h 134740"/>
              <a:gd name="csX14" fmla="*/ 33670 w 141772"/>
              <a:gd name="csY14" fmla="*/ 134677 h 134740"/>
              <a:gd name="csX15" fmla="*/ 50530 w 141772"/>
              <a:gd name="csY15" fmla="*/ 134677 h 134740"/>
              <a:gd name="csX16" fmla="*/ 52248 w 141772"/>
              <a:gd name="csY16" fmla="*/ 134677 h 134740"/>
              <a:gd name="csX17" fmla="*/ 89508 w 141772"/>
              <a:gd name="csY17" fmla="*/ 134677 h 134740"/>
              <a:gd name="csX18" fmla="*/ 91243 w 141772"/>
              <a:gd name="csY18" fmla="*/ 134677 h 134740"/>
              <a:gd name="csX19" fmla="*/ 108103 w 141772"/>
              <a:gd name="csY19" fmla="*/ 134677 h 134740"/>
              <a:gd name="csX20" fmla="*/ 110162 w 141772"/>
              <a:gd name="csY20" fmla="*/ 134286 h 134740"/>
              <a:gd name="csX21" fmla="*/ 111914 w 141772"/>
              <a:gd name="csY21" fmla="*/ 133146 h 134740"/>
              <a:gd name="csX22" fmla="*/ 113088 w 141772"/>
              <a:gd name="csY22" fmla="*/ 131411 h 134740"/>
              <a:gd name="csX23" fmla="*/ 113496 w 141772"/>
              <a:gd name="csY23" fmla="*/ 129352 h 134740"/>
              <a:gd name="csX24" fmla="*/ 113088 w 141772"/>
              <a:gd name="csY24" fmla="*/ 127311 h 134740"/>
              <a:gd name="csX25" fmla="*/ 111914 w 141772"/>
              <a:gd name="csY25" fmla="*/ 125576 h 134740"/>
              <a:gd name="csX26" fmla="*/ 110162 w 141772"/>
              <a:gd name="csY26" fmla="*/ 124419 h 134740"/>
              <a:gd name="csX27" fmla="*/ 108103 w 141772"/>
              <a:gd name="csY27" fmla="*/ 124045 h 134740"/>
              <a:gd name="csX28" fmla="*/ 95700 w 141772"/>
              <a:gd name="csY28" fmla="*/ 124045 h 134740"/>
              <a:gd name="csX29" fmla="*/ 95700 w 141772"/>
              <a:gd name="csY29" fmla="*/ 106319 h 134740"/>
              <a:gd name="csX30" fmla="*/ 125831 w 141772"/>
              <a:gd name="csY30" fmla="*/ 106319 h 134740"/>
              <a:gd name="csX31" fmla="*/ 141773 w 141772"/>
              <a:gd name="csY31" fmla="*/ 90371 h 134740"/>
              <a:gd name="csX32" fmla="*/ 141773 w 141772"/>
              <a:gd name="csY32" fmla="*/ 15948 h 134740"/>
              <a:gd name="csX33" fmla="*/ 125831 w 141772"/>
              <a:gd name="csY33" fmla="*/ 0 h 134740"/>
              <a:gd name="csX34" fmla="*/ 15942 w 141772"/>
              <a:gd name="csY34" fmla="*/ 0 h 134740"/>
              <a:gd name="csX35" fmla="*/ 56706 w 141772"/>
              <a:gd name="csY35" fmla="*/ 106319 h 134740"/>
              <a:gd name="csX36" fmla="*/ 85067 w 141772"/>
              <a:gd name="csY36" fmla="*/ 106319 h 134740"/>
              <a:gd name="csX37" fmla="*/ 85067 w 141772"/>
              <a:gd name="csY37" fmla="*/ 124045 h 134740"/>
              <a:gd name="csX38" fmla="*/ 56706 w 141772"/>
              <a:gd name="csY38" fmla="*/ 124045 h 134740"/>
              <a:gd name="csX39" fmla="*/ 56706 w 141772"/>
              <a:gd name="csY39" fmla="*/ 106319 h 134740"/>
            </a:gdLst>
            <a:ahLst/>
            <a:cxnLst/>
            <a:rect l="l" t="t" r="r" b="b"/>
            <a:pathLst>
              <a:path w="100000" h="100000">
                <a:moveTo>
                  <a:pt x="11245" y="2480"/>
                </a:moveTo>
                <a:cubicBezTo>
                  <a:pt x="5052" y="2480"/>
                  <a:pt x="0" y="7527"/>
                  <a:pt x="0" y="13729"/>
                </a:cubicBezTo>
                <a:lnTo>
                  <a:pt x="0" y="66224"/>
                </a:lnTo>
                <a:cubicBezTo>
                  <a:pt x="0" y="72422"/>
                  <a:pt x="5052" y="77473"/>
                  <a:pt x="11245" y="77473"/>
                </a:cubicBezTo>
                <a:lnTo>
                  <a:pt x="32497" y="77473"/>
                </a:lnTo>
                <a:lnTo>
                  <a:pt x="32497" y="89976"/>
                </a:lnTo>
                <a:lnTo>
                  <a:pt x="23749" y="89976"/>
                </a:lnTo>
                <a:cubicBezTo>
                  <a:pt x="23257" y="89964"/>
                  <a:pt x="22765" y="90060"/>
                  <a:pt x="22297" y="90240"/>
                </a:cubicBezTo>
                <a:cubicBezTo>
                  <a:pt x="21841" y="90432"/>
                  <a:pt x="21421" y="90708"/>
                  <a:pt x="21061" y="91056"/>
                </a:cubicBezTo>
                <a:cubicBezTo>
                  <a:pt x="20713" y="91404"/>
                  <a:pt x="20425" y="91812"/>
                  <a:pt x="20233" y="92280"/>
                </a:cubicBezTo>
                <a:cubicBezTo>
                  <a:pt x="20041" y="92736"/>
                  <a:pt x="19945" y="93228"/>
                  <a:pt x="19945" y="93719"/>
                </a:cubicBezTo>
                <a:cubicBezTo>
                  <a:pt x="19945" y="94224"/>
                  <a:pt x="20041" y="94715"/>
                  <a:pt x="20233" y="95172"/>
                </a:cubicBezTo>
                <a:cubicBezTo>
                  <a:pt x="20425" y="95627"/>
                  <a:pt x="20713" y="96048"/>
                  <a:pt x="21061" y="96396"/>
                </a:cubicBezTo>
                <a:cubicBezTo>
                  <a:pt x="21421" y="96743"/>
                  <a:pt x="21841" y="97019"/>
                  <a:pt x="22297" y="97200"/>
                </a:cubicBezTo>
                <a:cubicBezTo>
                  <a:pt x="22765" y="97392"/>
                  <a:pt x="23257" y="97476"/>
                  <a:pt x="23749" y="97476"/>
                </a:cubicBezTo>
                <a:lnTo>
                  <a:pt x="35642" y="97476"/>
                </a:lnTo>
                <a:cubicBezTo>
                  <a:pt x="36037" y="97535"/>
                  <a:pt x="36446" y="97535"/>
                  <a:pt x="36854" y="97476"/>
                </a:cubicBezTo>
                <a:lnTo>
                  <a:pt x="63135" y="97476"/>
                </a:lnTo>
                <a:cubicBezTo>
                  <a:pt x="63543" y="97535"/>
                  <a:pt x="63951" y="97535"/>
                  <a:pt x="64359" y="97476"/>
                </a:cubicBezTo>
                <a:lnTo>
                  <a:pt x="76251" y="97476"/>
                </a:lnTo>
                <a:cubicBezTo>
                  <a:pt x="76756" y="97476"/>
                  <a:pt x="77247" y="97392"/>
                  <a:pt x="77704" y="97200"/>
                </a:cubicBezTo>
                <a:cubicBezTo>
                  <a:pt x="78171" y="97019"/>
                  <a:pt x="78592" y="96743"/>
                  <a:pt x="78939" y="96396"/>
                </a:cubicBezTo>
                <a:cubicBezTo>
                  <a:pt x="79300" y="96048"/>
                  <a:pt x="79576" y="95627"/>
                  <a:pt x="79768" y="95172"/>
                </a:cubicBezTo>
                <a:cubicBezTo>
                  <a:pt x="79959" y="94715"/>
                  <a:pt x="80055" y="94224"/>
                  <a:pt x="80055" y="93719"/>
                </a:cubicBezTo>
                <a:cubicBezTo>
                  <a:pt x="80055" y="93228"/>
                  <a:pt x="79959" y="92736"/>
                  <a:pt x="79768" y="92280"/>
                </a:cubicBezTo>
                <a:cubicBezTo>
                  <a:pt x="79576" y="91812"/>
                  <a:pt x="79300" y="91404"/>
                  <a:pt x="78939" y="91056"/>
                </a:cubicBezTo>
                <a:cubicBezTo>
                  <a:pt x="78592" y="90708"/>
                  <a:pt x="78171" y="90432"/>
                  <a:pt x="77704" y="90240"/>
                </a:cubicBezTo>
                <a:cubicBezTo>
                  <a:pt x="77247" y="90060"/>
                  <a:pt x="76756" y="89964"/>
                  <a:pt x="76251" y="89976"/>
                </a:cubicBezTo>
                <a:lnTo>
                  <a:pt x="67503" y="89976"/>
                </a:lnTo>
                <a:lnTo>
                  <a:pt x="67503" y="77473"/>
                </a:lnTo>
                <a:lnTo>
                  <a:pt x="88756" y="77473"/>
                </a:lnTo>
                <a:cubicBezTo>
                  <a:pt x="94960" y="77473"/>
                  <a:pt x="100001" y="72422"/>
                  <a:pt x="100001" y="66224"/>
                </a:cubicBezTo>
                <a:lnTo>
                  <a:pt x="100001" y="13729"/>
                </a:lnTo>
                <a:cubicBezTo>
                  <a:pt x="100001" y="7527"/>
                  <a:pt x="94960" y="2480"/>
                  <a:pt x="88756" y="2480"/>
                </a:cubicBezTo>
                <a:lnTo>
                  <a:pt x="11245" y="2480"/>
                </a:lnTo>
                <a:close/>
                <a:moveTo>
                  <a:pt x="39998" y="77473"/>
                </a:moveTo>
                <a:lnTo>
                  <a:pt x="60003" y="77473"/>
                </a:lnTo>
                <a:lnTo>
                  <a:pt x="60003" y="89976"/>
                </a:lnTo>
                <a:lnTo>
                  <a:pt x="39998" y="89976"/>
                </a:lnTo>
                <a:lnTo>
                  <a:pt x="39998" y="7747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1" name="Чёрный — SVG 22">
            <a:extLst>
              <a:ext uri="{FF2B5EF4-FFF2-40B4-BE49-F238E27FC236}">
                <a16:creationId xmlns:a16="http://schemas.microsoft.com/office/drawing/2014/main" id="{2AAB1971-A0E0-0640-9C66-1862EC568E92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26575 w 152406"/>
              <a:gd name="csY0" fmla="*/ 0 h 127583"/>
              <a:gd name="csX1" fmla="*/ 14172 w 152406"/>
              <a:gd name="csY1" fmla="*/ 12404 h 127583"/>
              <a:gd name="csX2" fmla="*/ 14172 w 152406"/>
              <a:gd name="csY2" fmla="*/ 79740 h 127583"/>
              <a:gd name="csX3" fmla="*/ 26575 w 152406"/>
              <a:gd name="csY3" fmla="*/ 92149 h 127583"/>
              <a:gd name="csX4" fmla="*/ 74434 w 152406"/>
              <a:gd name="csY4" fmla="*/ 92149 h 127583"/>
              <a:gd name="csX5" fmla="*/ 74434 w 152406"/>
              <a:gd name="csY5" fmla="*/ 61640 h 127583"/>
              <a:gd name="csX6" fmla="*/ 71848 w 152406"/>
              <a:gd name="csY6" fmla="*/ 63030 h 127583"/>
              <a:gd name="csX7" fmla="*/ 69109 w 152406"/>
              <a:gd name="csY7" fmla="*/ 63792 h 127583"/>
              <a:gd name="csX8" fmla="*/ 66506 w 152406"/>
              <a:gd name="csY8" fmla="*/ 63106 h 127583"/>
              <a:gd name="csX9" fmla="*/ 63800 w 152406"/>
              <a:gd name="csY9" fmla="*/ 58476 h 127583"/>
              <a:gd name="csX10" fmla="*/ 63800 w 152406"/>
              <a:gd name="csY10" fmla="*/ 37212 h 127583"/>
              <a:gd name="csX11" fmla="*/ 66506 w 152406"/>
              <a:gd name="csY11" fmla="*/ 32581 h 127583"/>
              <a:gd name="csX12" fmla="*/ 71848 w 152406"/>
              <a:gd name="csY12" fmla="*/ 32658 h 127583"/>
              <a:gd name="csX13" fmla="*/ 74876 w 152406"/>
              <a:gd name="csY13" fmla="*/ 34388 h 127583"/>
              <a:gd name="csX14" fmla="*/ 99239 w 152406"/>
              <a:gd name="csY14" fmla="*/ 14175 h 127583"/>
              <a:gd name="csX15" fmla="*/ 141773 w 152406"/>
              <a:gd name="csY15" fmla="*/ 14175 h 127583"/>
              <a:gd name="csX16" fmla="*/ 141773 w 152406"/>
              <a:gd name="csY16" fmla="*/ 12404 h 127583"/>
              <a:gd name="csX17" fmla="*/ 129370 w 152406"/>
              <a:gd name="csY17" fmla="*/ 0 h 127583"/>
              <a:gd name="csX18" fmla="*/ 26575 w 152406"/>
              <a:gd name="csY18" fmla="*/ 0 h 127583"/>
              <a:gd name="csX19" fmla="*/ 97470 w 152406"/>
              <a:gd name="csY19" fmla="*/ 21264 h 127583"/>
              <a:gd name="csX20" fmla="*/ 81528 w 152406"/>
              <a:gd name="csY20" fmla="*/ 37212 h 127583"/>
              <a:gd name="csX21" fmla="*/ 81528 w 152406"/>
              <a:gd name="csY21" fmla="*/ 111627 h 127583"/>
              <a:gd name="csX22" fmla="*/ 97470 w 152406"/>
              <a:gd name="csY22" fmla="*/ 127583 h 127583"/>
              <a:gd name="csX23" fmla="*/ 136464 w 152406"/>
              <a:gd name="csY23" fmla="*/ 127583 h 127583"/>
              <a:gd name="csX24" fmla="*/ 152406 w 152406"/>
              <a:gd name="csY24" fmla="*/ 111627 h 127583"/>
              <a:gd name="csX25" fmla="*/ 152406 w 152406"/>
              <a:gd name="csY25" fmla="*/ 37212 h 127583"/>
              <a:gd name="csX26" fmla="*/ 136464 w 152406"/>
              <a:gd name="csY26" fmla="*/ 21264 h 127583"/>
              <a:gd name="csX27" fmla="*/ 97470 w 152406"/>
              <a:gd name="csY27" fmla="*/ 21264 h 127583"/>
              <a:gd name="csX28" fmla="*/ 108171 w 152406"/>
              <a:gd name="csY28" fmla="*/ 49616 h 127583"/>
              <a:gd name="csX29" fmla="*/ 110842 w 152406"/>
              <a:gd name="csY29" fmla="*/ 50377 h 127583"/>
              <a:gd name="csX30" fmla="*/ 128570 w 152406"/>
              <a:gd name="csY30" fmla="*/ 61009 h 127583"/>
              <a:gd name="csX31" fmla="*/ 131139 w 152406"/>
              <a:gd name="csY31" fmla="*/ 65564 h 127583"/>
              <a:gd name="csX32" fmla="*/ 128570 w 152406"/>
              <a:gd name="csY32" fmla="*/ 70118 h 127583"/>
              <a:gd name="csX33" fmla="*/ 110842 w 152406"/>
              <a:gd name="csY33" fmla="*/ 80750 h 127583"/>
              <a:gd name="csX34" fmla="*/ 108103 w 152406"/>
              <a:gd name="csY34" fmla="*/ 81512 h 127583"/>
              <a:gd name="csX35" fmla="*/ 105483 w 152406"/>
              <a:gd name="csY35" fmla="*/ 80827 h 127583"/>
              <a:gd name="csX36" fmla="*/ 102795 w 152406"/>
              <a:gd name="csY36" fmla="*/ 76196 h 127583"/>
              <a:gd name="csX37" fmla="*/ 102795 w 152406"/>
              <a:gd name="csY37" fmla="*/ 54932 h 127583"/>
              <a:gd name="csX38" fmla="*/ 105483 w 152406"/>
              <a:gd name="csY38" fmla="*/ 50300 h 127583"/>
              <a:gd name="csX39" fmla="*/ 108171 w 152406"/>
              <a:gd name="csY39" fmla="*/ 49616 h 127583"/>
              <a:gd name="csX40" fmla="*/ 5308 w 152406"/>
              <a:gd name="csY40" fmla="*/ 95687 h 127583"/>
              <a:gd name="csX41" fmla="*/ 0 w 152406"/>
              <a:gd name="csY41" fmla="*/ 100995 h 127583"/>
              <a:gd name="csX42" fmla="*/ 5308 w 152406"/>
              <a:gd name="csY42" fmla="*/ 106319 h 127583"/>
              <a:gd name="csX43" fmla="*/ 74434 w 152406"/>
              <a:gd name="csY43" fmla="*/ 106319 h 127583"/>
              <a:gd name="csX44" fmla="*/ 74434 w 152406"/>
              <a:gd name="csY44" fmla="*/ 95687 h 127583"/>
              <a:gd name="csX45" fmla="*/ 5308 w 152406"/>
              <a:gd name="csY45" fmla="*/ 95687 h 127583"/>
              <a:gd name="csX46" fmla="*/ 111642 w 152406"/>
              <a:gd name="csY46" fmla="*/ 102781 h 127583"/>
              <a:gd name="csX47" fmla="*/ 122276 w 152406"/>
              <a:gd name="csY47" fmla="*/ 102781 h 127583"/>
              <a:gd name="csX48" fmla="*/ 127601 w 152406"/>
              <a:gd name="csY48" fmla="*/ 108089 h 127583"/>
              <a:gd name="csX49" fmla="*/ 122276 w 152406"/>
              <a:gd name="csY49" fmla="*/ 113413 h 127583"/>
              <a:gd name="csX50" fmla="*/ 111642 w 152406"/>
              <a:gd name="csY50" fmla="*/ 113413 h 127583"/>
              <a:gd name="csX51" fmla="*/ 106334 w 152406"/>
              <a:gd name="csY51" fmla="*/ 108089 h 127583"/>
              <a:gd name="csX52" fmla="*/ 111642 w 152406"/>
              <a:gd name="csY52" fmla="*/ 102781 h 127583"/>
            </a:gdLst>
            <a:ahLst/>
            <a:cxnLst/>
            <a:rect l="l" t="t" r="r" b="b"/>
            <a:pathLst>
              <a:path w="100000" h="100000">
                <a:moveTo>
                  <a:pt x="17437" y="8144"/>
                </a:moveTo>
                <a:cubicBezTo>
                  <a:pt x="12950" y="8144"/>
                  <a:pt x="9299" y="11788"/>
                  <a:pt x="9299" y="16282"/>
                </a:cubicBezTo>
                <a:lnTo>
                  <a:pt x="9299" y="60464"/>
                </a:lnTo>
                <a:cubicBezTo>
                  <a:pt x="9299" y="64957"/>
                  <a:pt x="12950" y="68607"/>
                  <a:pt x="17437" y="68607"/>
                </a:cubicBezTo>
                <a:lnTo>
                  <a:pt x="48839" y="68607"/>
                </a:lnTo>
                <a:lnTo>
                  <a:pt x="48839" y="48588"/>
                </a:lnTo>
                <a:lnTo>
                  <a:pt x="47143" y="49500"/>
                </a:lnTo>
                <a:cubicBezTo>
                  <a:pt x="46595" y="49832"/>
                  <a:pt x="45970" y="50000"/>
                  <a:pt x="45345" y="50000"/>
                </a:cubicBezTo>
                <a:cubicBezTo>
                  <a:pt x="44753" y="50000"/>
                  <a:pt x="44162" y="49853"/>
                  <a:pt x="43637" y="49550"/>
                </a:cubicBezTo>
                <a:cubicBezTo>
                  <a:pt x="42543" y="48930"/>
                  <a:pt x="41862" y="47767"/>
                  <a:pt x="41862" y="46512"/>
                </a:cubicBezTo>
                <a:lnTo>
                  <a:pt x="41862" y="32560"/>
                </a:lnTo>
                <a:cubicBezTo>
                  <a:pt x="41862" y="31304"/>
                  <a:pt x="42543" y="30142"/>
                  <a:pt x="43637" y="29521"/>
                </a:cubicBezTo>
                <a:cubicBezTo>
                  <a:pt x="44731" y="28903"/>
                  <a:pt x="46059" y="28922"/>
                  <a:pt x="47143" y="29572"/>
                </a:cubicBezTo>
                <a:lnTo>
                  <a:pt x="49129" y="30707"/>
                </a:lnTo>
                <a:cubicBezTo>
                  <a:pt x="50547" y="23161"/>
                  <a:pt x="57156" y="17445"/>
                  <a:pt x="65115" y="17445"/>
                </a:cubicBezTo>
                <a:lnTo>
                  <a:pt x="93023" y="17445"/>
                </a:lnTo>
                <a:lnTo>
                  <a:pt x="93023" y="16282"/>
                </a:lnTo>
                <a:cubicBezTo>
                  <a:pt x="93023" y="11788"/>
                  <a:pt x="89384" y="8144"/>
                  <a:pt x="84885" y="8144"/>
                </a:cubicBezTo>
                <a:lnTo>
                  <a:pt x="17437" y="8144"/>
                </a:lnTo>
                <a:close/>
                <a:moveTo>
                  <a:pt x="63954" y="22096"/>
                </a:moveTo>
                <a:cubicBezTo>
                  <a:pt x="58183" y="22096"/>
                  <a:pt x="53494" y="26791"/>
                  <a:pt x="53494" y="32560"/>
                </a:cubicBezTo>
                <a:lnTo>
                  <a:pt x="53494" y="81387"/>
                </a:lnTo>
                <a:cubicBezTo>
                  <a:pt x="53494" y="87158"/>
                  <a:pt x="58183" y="91856"/>
                  <a:pt x="63954" y="91856"/>
                </a:cubicBezTo>
                <a:lnTo>
                  <a:pt x="89540" y="91856"/>
                </a:lnTo>
                <a:cubicBezTo>
                  <a:pt x="95311" y="91856"/>
                  <a:pt x="100000" y="87158"/>
                  <a:pt x="100000" y="81387"/>
                </a:cubicBezTo>
                <a:lnTo>
                  <a:pt x="100000" y="32560"/>
                </a:lnTo>
                <a:cubicBezTo>
                  <a:pt x="100000" y="26791"/>
                  <a:pt x="95311" y="22096"/>
                  <a:pt x="89540" y="22096"/>
                </a:cubicBezTo>
                <a:lnTo>
                  <a:pt x="63954" y="22096"/>
                </a:lnTo>
                <a:close/>
                <a:moveTo>
                  <a:pt x="70976" y="40699"/>
                </a:moveTo>
                <a:cubicBezTo>
                  <a:pt x="71579" y="40707"/>
                  <a:pt x="72182" y="40874"/>
                  <a:pt x="72728" y="41198"/>
                </a:cubicBezTo>
                <a:lnTo>
                  <a:pt x="84360" y="48174"/>
                </a:lnTo>
                <a:cubicBezTo>
                  <a:pt x="85410" y="48802"/>
                  <a:pt x="86046" y="49937"/>
                  <a:pt x="86046" y="51163"/>
                </a:cubicBezTo>
                <a:cubicBezTo>
                  <a:pt x="86046" y="52389"/>
                  <a:pt x="85410" y="53524"/>
                  <a:pt x="84360" y="54151"/>
                </a:cubicBezTo>
                <a:lnTo>
                  <a:pt x="72728" y="61127"/>
                </a:lnTo>
                <a:cubicBezTo>
                  <a:pt x="72182" y="61460"/>
                  <a:pt x="71556" y="61627"/>
                  <a:pt x="70931" y="61627"/>
                </a:cubicBezTo>
                <a:cubicBezTo>
                  <a:pt x="70340" y="61627"/>
                  <a:pt x="69748" y="61480"/>
                  <a:pt x="69212" y="61178"/>
                </a:cubicBezTo>
                <a:cubicBezTo>
                  <a:pt x="68118" y="60557"/>
                  <a:pt x="67448" y="59395"/>
                  <a:pt x="67448" y="58139"/>
                </a:cubicBezTo>
                <a:lnTo>
                  <a:pt x="67448" y="44187"/>
                </a:lnTo>
                <a:cubicBezTo>
                  <a:pt x="67448" y="42931"/>
                  <a:pt x="68118" y="41770"/>
                  <a:pt x="69212" y="41148"/>
                </a:cubicBezTo>
                <a:cubicBezTo>
                  <a:pt x="69759" y="40839"/>
                  <a:pt x="70362" y="40691"/>
                  <a:pt x="70976" y="40699"/>
                </a:cubicBezTo>
                <a:close/>
                <a:moveTo>
                  <a:pt x="3483" y="70928"/>
                </a:moveTo>
                <a:cubicBezTo>
                  <a:pt x="1563" y="70928"/>
                  <a:pt x="0" y="72491"/>
                  <a:pt x="0" y="74411"/>
                </a:cubicBezTo>
                <a:cubicBezTo>
                  <a:pt x="0" y="76342"/>
                  <a:pt x="1563" y="77904"/>
                  <a:pt x="3483" y="77904"/>
                </a:cubicBezTo>
                <a:lnTo>
                  <a:pt x="48839" y="77904"/>
                </a:lnTo>
                <a:lnTo>
                  <a:pt x="48839" y="70928"/>
                </a:lnTo>
                <a:lnTo>
                  <a:pt x="3483" y="70928"/>
                </a:lnTo>
                <a:close/>
                <a:moveTo>
                  <a:pt x="73253" y="75583"/>
                </a:moveTo>
                <a:lnTo>
                  <a:pt x="80230" y="75583"/>
                </a:lnTo>
                <a:cubicBezTo>
                  <a:pt x="82161" y="75583"/>
                  <a:pt x="83724" y="77146"/>
                  <a:pt x="83724" y="79065"/>
                </a:cubicBezTo>
                <a:cubicBezTo>
                  <a:pt x="83724" y="80996"/>
                  <a:pt x="82161" y="82559"/>
                  <a:pt x="80230" y="82559"/>
                </a:cubicBezTo>
                <a:lnTo>
                  <a:pt x="73253" y="82559"/>
                </a:lnTo>
                <a:cubicBezTo>
                  <a:pt x="71333" y="82559"/>
                  <a:pt x="69770" y="80996"/>
                  <a:pt x="69770" y="79065"/>
                </a:cubicBezTo>
                <a:cubicBezTo>
                  <a:pt x="69770" y="77146"/>
                  <a:pt x="71333" y="75583"/>
                  <a:pt x="73253" y="7558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2" name="Чёрный — SVG 23">
            <a:extLst>
              <a:ext uri="{FF2B5EF4-FFF2-40B4-BE49-F238E27FC236}">
                <a16:creationId xmlns:a16="http://schemas.microsoft.com/office/drawing/2014/main" id="{176252B8-E37D-E046-8592-1B120CCDEB7A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5304 w 141904"/>
              <a:gd name="csY0" fmla="*/ 0 h 141891"/>
              <a:gd name="csX1" fmla="*/ 2343 w 141904"/>
              <a:gd name="csY1" fmla="*/ 907 h 141891"/>
              <a:gd name="csX2" fmla="*/ 387 w 141904"/>
              <a:gd name="csY2" fmla="*/ 3319 h 141891"/>
              <a:gd name="csX3" fmla="*/ 115 w 141904"/>
              <a:gd name="csY3" fmla="*/ 6410 h 141891"/>
              <a:gd name="csX4" fmla="*/ 1612 w 141904"/>
              <a:gd name="csY4" fmla="*/ 9130 h 141891"/>
              <a:gd name="csX5" fmla="*/ 28442 w 141904"/>
              <a:gd name="csY5" fmla="*/ 35960 h 141891"/>
              <a:gd name="csX6" fmla="*/ 28442 w 141904"/>
              <a:gd name="csY6" fmla="*/ 125865 h 141891"/>
              <a:gd name="csX7" fmla="*/ 44384 w 141904"/>
              <a:gd name="csY7" fmla="*/ 141822 h 141891"/>
              <a:gd name="csX8" fmla="*/ 97551 w 141904"/>
              <a:gd name="csY8" fmla="*/ 141822 h 141891"/>
              <a:gd name="csX9" fmla="*/ 113509 w 141904"/>
              <a:gd name="csY9" fmla="*/ 125865 h 141891"/>
              <a:gd name="csX10" fmla="*/ 113509 w 141904"/>
              <a:gd name="csY10" fmla="*/ 121017 h 141891"/>
              <a:gd name="csX11" fmla="*/ 132752 w 141904"/>
              <a:gd name="csY11" fmla="*/ 140257 h 141891"/>
              <a:gd name="csX12" fmla="*/ 134487 w 141904"/>
              <a:gd name="csY12" fmla="*/ 141447 h 141891"/>
              <a:gd name="csX13" fmla="*/ 136528 w 141904"/>
              <a:gd name="csY13" fmla="*/ 141890 h 141891"/>
              <a:gd name="csX14" fmla="*/ 138604 w 141904"/>
              <a:gd name="csY14" fmla="*/ 141498 h 141891"/>
              <a:gd name="csX15" fmla="*/ 140356 w 141904"/>
              <a:gd name="csY15" fmla="*/ 140342 h 141891"/>
              <a:gd name="csX16" fmla="*/ 141513 w 141904"/>
              <a:gd name="csY16" fmla="*/ 138589 h 141891"/>
              <a:gd name="csX17" fmla="*/ 141905 w 141904"/>
              <a:gd name="csY17" fmla="*/ 136514 h 141891"/>
              <a:gd name="csX18" fmla="*/ 141462 w 141904"/>
              <a:gd name="csY18" fmla="*/ 134473 h 141891"/>
              <a:gd name="csX19" fmla="*/ 140271 w 141904"/>
              <a:gd name="csY19" fmla="*/ 132738 h 141891"/>
              <a:gd name="csX20" fmla="*/ 9132 w 141904"/>
              <a:gd name="csY20" fmla="*/ 1613 h 141891"/>
              <a:gd name="csX21" fmla="*/ 7380 w 141904"/>
              <a:gd name="csY21" fmla="*/ 420 h 141891"/>
              <a:gd name="csX22" fmla="*/ 5304 w 141904"/>
              <a:gd name="csY22" fmla="*/ 0 h 141891"/>
              <a:gd name="csX23" fmla="*/ 44384 w 141904"/>
              <a:gd name="csY23" fmla="*/ 56 h 141891"/>
              <a:gd name="csX24" fmla="*/ 30620 w 141904"/>
              <a:gd name="csY24" fmla="*/ 8079 h 141891"/>
              <a:gd name="csX25" fmla="*/ 113509 w 141904"/>
              <a:gd name="csY25" fmla="*/ 90946 h 141891"/>
              <a:gd name="csX26" fmla="*/ 113509 w 141904"/>
              <a:gd name="csY26" fmla="*/ 16004 h 141891"/>
              <a:gd name="csX27" fmla="*/ 97551 w 141904"/>
              <a:gd name="csY27" fmla="*/ 56 h 141891"/>
              <a:gd name="csX28" fmla="*/ 44384 w 141904"/>
              <a:gd name="csY28" fmla="*/ 56 h 141891"/>
              <a:gd name="csX29" fmla="*/ 70976 w 141904"/>
              <a:gd name="csY29" fmla="*/ 17775 h 141891"/>
              <a:gd name="csX30" fmla="*/ 76284 w 141904"/>
              <a:gd name="csY30" fmla="*/ 23091 h 141891"/>
              <a:gd name="csX31" fmla="*/ 70976 w 141904"/>
              <a:gd name="csY31" fmla="*/ 28407 h 141891"/>
              <a:gd name="csX32" fmla="*/ 65651 w 141904"/>
              <a:gd name="csY32" fmla="*/ 23091 h 141891"/>
              <a:gd name="csX33" fmla="*/ 70976 w 141904"/>
              <a:gd name="csY33" fmla="*/ 17775 h 141891"/>
              <a:gd name="csX34" fmla="*/ 62112 w 141904"/>
              <a:gd name="csY34" fmla="*/ 113464 h 141891"/>
              <a:gd name="csX35" fmla="*/ 79840 w 141904"/>
              <a:gd name="csY35" fmla="*/ 113464 h 141891"/>
              <a:gd name="csX36" fmla="*/ 85148 w 141904"/>
              <a:gd name="csY36" fmla="*/ 118772 h 141891"/>
              <a:gd name="csX37" fmla="*/ 79840 w 141904"/>
              <a:gd name="csY37" fmla="*/ 124096 h 141891"/>
              <a:gd name="csX38" fmla="*/ 62112 w 141904"/>
              <a:gd name="csY38" fmla="*/ 124096 h 141891"/>
              <a:gd name="csX39" fmla="*/ 56803 w 141904"/>
              <a:gd name="csY39" fmla="*/ 118772 h 141891"/>
              <a:gd name="csX40" fmla="*/ 62112 w 141904"/>
              <a:gd name="csY40" fmla="*/ 113464 h 141891"/>
            </a:gdLst>
            <a:ahLst/>
            <a:cxnLst/>
            <a:rect l="l" t="t" r="r" b="b"/>
            <a:pathLst>
              <a:path w="100000" h="100000">
                <a:moveTo>
                  <a:pt x="3738" y="5"/>
                </a:moveTo>
                <a:cubicBezTo>
                  <a:pt x="2994" y="5"/>
                  <a:pt x="2263" y="227"/>
                  <a:pt x="1651" y="644"/>
                </a:cubicBezTo>
                <a:cubicBezTo>
                  <a:pt x="1028" y="1061"/>
                  <a:pt x="548" y="1651"/>
                  <a:pt x="273" y="2343"/>
                </a:cubicBezTo>
                <a:cubicBezTo>
                  <a:pt x="-3" y="3034"/>
                  <a:pt x="-75" y="3792"/>
                  <a:pt x="81" y="4522"/>
                </a:cubicBezTo>
                <a:cubicBezTo>
                  <a:pt x="225" y="5252"/>
                  <a:pt x="596" y="5919"/>
                  <a:pt x="1136" y="6439"/>
                </a:cubicBezTo>
                <a:lnTo>
                  <a:pt x="20043" y="25346"/>
                </a:lnTo>
                <a:lnTo>
                  <a:pt x="20043" y="88702"/>
                </a:lnTo>
                <a:cubicBezTo>
                  <a:pt x="20043" y="94900"/>
                  <a:pt x="25091" y="99947"/>
                  <a:pt x="31277" y="99947"/>
                </a:cubicBezTo>
                <a:lnTo>
                  <a:pt x="68744" y="99947"/>
                </a:lnTo>
                <a:cubicBezTo>
                  <a:pt x="74943" y="99947"/>
                  <a:pt x="79990" y="94900"/>
                  <a:pt x="79990" y="88702"/>
                </a:cubicBezTo>
                <a:lnTo>
                  <a:pt x="79990" y="85285"/>
                </a:lnTo>
                <a:lnTo>
                  <a:pt x="93551" y="98844"/>
                </a:lnTo>
                <a:cubicBezTo>
                  <a:pt x="93898" y="99203"/>
                  <a:pt x="94305" y="99491"/>
                  <a:pt x="94773" y="99683"/>
                </a:cubicBezTo>
                <a:cubicBezTo>
                  <a:pt x="95228" y="99887"/>
                  <a:pt x="95720" y="99995"/>
                  <a:pt x="96212" y="99995"/>
                </a:cubicBezTo>
                <a:cubicBezTo>
                  <a:pt x="96715" y="100007"/>
                  <a:pt x="97207" y="99911"/>
                  <a:pt x="97674" y="99718"/>
                </a:cubicBezTo>
                <a:cubicBezTo>
                  <a:pt x="98130" y="99527"/>
                  <a:pt x="98550" y="99251"/>
                  <a:pt x="98909" y="98904"/>
                </a:cubicBezTo>
                <a:cubicBezTo>
                  <a:pt x="99257" y="98544"/>
                  <a:pt x="99533" y="98124"/>
                  <a:pt x="99724" y="97668"/>
                </a:cubicBezTo>
                <a:cubicBezTo>
                  <a:pt x="99917" y="97201"/>
                  <a:pt x="100001" y="96710"/>
                  <a:pt x="100001" y="96206"/>
                </a:cubicBezTo>
                <a:cubicBezTo>
                  <a:pt x="100001" y="95715"/>
                  <a:pt x="99893" y="95223"/>
                  <a:pt x="99689" y="94768"/>
                </a:cubicBezTo>
                <a:cubicBezTo>
                  <a:pt x="99497" y="94300"/>
                  <a:pt x="99209" y="93893"/>
                  <a:pt x="98849" y="93545"/>
                </a:cubicBezTo>
                <a:lnTo>
                  <a:pt x="6435" y="1141"/>
                </a:lnTo>
                <a:cubicBezTo>
                  <a:pt x="6088" y="781"/>
                  <a:pt x="5668" y="496"/>
                  <a:pt x="5201" y="301"/>
                </a:cubicBezTo>
                <a:cubicBezTo>
                  <a:pt x="4745" y="105"/>
                  <a:pt x="4242" y="5"/>
                  <a:pt x="3738" y="5"/>
                </a:cubicBezTo>
                <a:close/>
                <a:moveTo>
                  <a:pt x="31277" y="44"/>
                </a:moveTo>
                <a:cubicBezTo>
                  <a:pt x="27129" y="44"/>
                  <a:pt x="23532" y="2335"/>
                  <a:pt x="21578" y="5698"/>
                </a:cubicBezTo>
                <a:lnTo>
                  <a:pt x="79990" y="64094"/>
                </a:lnTo>
                <a:lnTo>
                  <a:pt x="79990" y="11283"/>
                </a:lnTo>
                <a:cubicBezTo>
                  <a:pt x="79990" y="5086"/>
                  <a:pt x="74943" y="44"/>
                  <a:pt x="68744" y="44"/>
                </a:cubicBezTo>
                <a:lnTo>
                  <a:pt x="31277" y="44"/>
                </a:lnTo>
                <a:close/>
                <a:moveTo>
                  <a:pt x="50017" y="12531"/>
                </a:moveTo>
                <a:cubicBezTo>
                  <a:pt x="52079" y="12531"/>
                  <a:pt x="53757" y="14209"/>
                  <a:pt x="53757" y="16277"/>
                </a:cubicBezTo>
                <a:cubicBezTo>
                  <a:pt x="53757" y="18344"/>
                  <a:pt x="52079" y="20023"/>
                  <a:pt x="50017" y="20023"/>
                </a:cubicBezTo>
                <a:cubicBezTo>
                  <a:pt x="47942" y="20023"/>
                  <a:pt x="46264" y="18344"/>
                  <a:pt x="46264" y="16277"/>
                </a:cubicBezTo>
                <a:cubicBezTo>
                  <a:pt x="46264" y="14209"/>
                  <a:pt x="47942" y="12531"/>
                  <a:pt x="50017" y="12531"/>
                </a:cubicBezTo>
                <a:close/>
                <a:moveTo>
                  <a:pt x="43770" y="79963"/>
                </a:moveTo>
                <a:lnTo>
                  <a:pt x="56263" y="79963"/>
                </a:lnTo>
                <a:cubicBezTo>
                  <a:pt x="58325" y="79963"/>
                  <a:pt x="60004" y="81641"/>
                  <a:pt x="60004" y="83703"/>
                </a:cubicBezTo>
                <a:cubicBezTo>
                  <a:pt x="60004" y="85777"/>
                  <a:pt x="58325" y="87455"/>
                  <a:pt x="56263" y="87455"/>
                </a:cubicBezTo>
                <a:lnTo>
                  <a:pt x="43770" y="87455"/>
                </a:lnTo>
                <a:cubicBezTo>
                  <a:pt x="41696" y="87455"/>
                  <a:pt x="40029" y="85777"/>
                  <a:pt x="40029" y="83703"/>
                </a:cubicBezTo>
                <a:cubicBezTo>
                  <a:pt x="40029" y="81641"/>
                  <a:pt x="41696" y="79963"/>
                  <a:pt x="43770" y="7996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3" name="Чёрный — SVG 24">
            <a:extLst>
              <a:ext uri="{FF2B5EF4-FFF2-40B4-BE49-F238E27FC236}">
                <a16:creationId xmlns:a16="http://schemas.microsoft.com/office/drawing/2014/main" id="{C94F1960-4A17-AF49-990D-0CE7C0B0F2C2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19497 w 134695"/>
              <a:gd name="csY0" fmla="*/ 0 h 127583"/>
              <a:gd name="csX1" fmla="*/ 0 w 134695"/>
              <a:gd name="csY1" fmla="*/ 19491 h 127583"/>
              <a:gd name="csX2" fmla="*/ 0 w 134695"/>
              <a:gd name="csY2" fmla="*/ 33668 h 127583"/>
              <a:gd name="csX3" fmla="*/ 0 w 134695"/>
              <a:gd name="csY3" fmla="*/ 106319 h 127583"/>
              <a:gd name="csX4" fmla="*/ 21267 w 134695"/>
              <a:gd name="csY4" fmla="*/ 127583 h 127583"/>
              <a:gd name="csX5" fmla="*/ 113428 w 134695"/>
              <a:gd name="csY5" fmla="*/ 127583 h 127583"/>
              <a:gd name="csX6" fmla="*/ 134695 w 134695"/>
              <a:gd name="csY6" fmla="*/ 106319 h 127583"/>
              <a:gd name="csX7" fmla="*/ 134695 w 134695"/>
              <a:gd name="csY7" fmla="*/ 33668 h 127583"/>
              <a:gd name="csX8" fmla="*/ 134695 w 134695"/>
              <a:gd name="csY8" fmla="*/ 19491 h 127583"/>
              <a:gd name="csX9" fmla="*/ 115198 w 134695"/>
              <a:gd name="csY9" fmla="*/ 0 h 127583"/>
              <a:gd name="csX10" fmla="*/ 19497 w 134695"/>
              <a:gd name="csY10" fmla="*/ 0 h 127583"/>
              <a:gd name="csX11" fmla="*/ 19497 w 134695"/>
              <a:gd name="csY11" fmla="*/ 14175 h 127583"/>
              <a:gd name="csX12" fmla="*/ 24806 w 134695"/>
              <a:gd name="csY12" fmla="*/ 19491 h 127583"/>
              <a:gd name="csX13" fmla="*/ 19497 w 134695"/>
              <a:gd name="csY13" fmla="*/ 24807 h 127583"/>
              <a:gd name="csX14" fmla="*/ 14172 w 134695"/>
              <a:gd name="csY14" fmla="*/ 19491 h 127583"/>
              <a:gd name="csX15" fmla="*/ 19497 w 134695"/>
              <a:gd name="csY15" fmla="*/ 14175 h 127583"/>
              <a:gd name="csX16" fmla="*/ 37209 w 134695"/>
              <a:gd name="csY16" fmla="*/ 14175 h 127583"/>
              <a:gd name="csX17" fmla="*/ 42534 w 134695"/>
              <a:gd name="csY17" fmla="*/ 19491 h 127583"/>
              <a:gd name="csX18" fmla="*/ 37209 w 134695"/>
              <a:gd name="csY18" fmla="*/ 24807 h 127583"/>
              <a:gd name="csX19" fmla="*/ 31900 w 134695"/>
              <a:gd name="csY19" fmla="*/ 19491 h 127583"/>
              <a:gd name="csX20" fmla="*/ 37209 w 134695"/>
              <a:gd name="csY20" fmla="*/ 14175 h 127583"/>
              <a:gd name="csX21" fmla="*/ 58475 w 134695"/>
              <a:gd name="csY21" fmla="*/ 14175 h 127583"/>
              <a:gd name="csX22" fmla="*/ 115198 w 134695"/>
              <a:gd name="csY22" fmla="*/ 14175 h 127583"/>
              <a:gd name="csX23" fmla="*/ 120506 w 134695"/>
              <a:gd name="csY23" fmla="*/ 19491 h 127583"/>
              <a:gd name="csX24" fmla="*/ 115198 w 134695"/>
              <a:gd name="csY24" fmla="*/ 24911 h 127583"/>
              <a:gd name="csX25" fmla="*/ 58475 w 134695"/>
              <a:gd name="csY25" fmla="*/ 24911 h 127583"/>
              <a:gd name="csX26" fmla="*/ 53167 w 134695"/>
              <a:gd name="csY26" fmla="*/ 19491 h 127583"/>
              <a:gd name="csX27" fmla="*/ 58475 w 134695"/>
              <a:gd name="csY27" fmla="*/ 14175 h 127583"/>
              <a:gd name="csX28" fmla="*/ 14172 w 134695"/>
              <a:gd name="csY28" fmla="*/ 38984 h 127583"/>
              <a:gd name="csX29" fmla="*/ 120506 w 134695"/>
              <a:gd name="csY29" fmla="*/ 38984 h 127583"/>
              <a:gd name="csX30" fmla="*/ 120506 w 134695"/>
              <a:gd name="csY30" fmla="*/ 106319 h 127583"/>
              <a:gd name="csX31" fmla="*/ 113428 w 134695"/>
              <a:gd name="csY31" fmla="*/ 113413 h 127583"/>
              <a:gd name="csX32" fmla="*/ 21267 w 134695"/>
              <a:gd name="csY32" fmla="*/ 113413 h 127583"/>
              <a:gd name="csX33" fmla="*/ 14172 w 134695"/>
              <a:gd name="csY33" fmla="*/ 106319 h 127583"/>
              <a:gd name="csX34" fmla="*/ 14172 w 134695"/>
              <a:gd name="csY34" fmla="*/ 38984 h 127583"/>
              <a:gd name="csX35" fmla="*/ 31832 w 134695"/>
              <a:gd name="csY35" fmla="*/ 46071 h 127583"/>
              <a:gd name="csX36" fmla="*/ 31049 w 134695"/>
              <a:gd name="csY36" fmla="*/ 46175 h 127583"/>
              <a:gd name="csX37" fmla="*/ 23955 w 134695"/>
              <a:gd name="csY37" fmla="*/ 47947 h 127583"/>
              <a:gd name="csX38" fmla="*/ 21369 w 134695"/>
              <a:gd name="csY38" fmla="*/ 52246 h 127583"/>
              <a:gd name="csX39" fmla="*/ 25673 w 134695"/>
              <a:gd name="csY39" fmla="*/ 54829 h 127583"/>
              <a:gd name="csX40" fmla="*/ 28361 w 134695"/>
              <a:gd name="csY40" fmla="*/ 54157 h 127583"/>
              <a:gd name="csX41" fmla="*/ 28361 w 134695"/>
              <a:gd name="csY41" fmla="*/ 67342 h 127583"/>
              <a:gd name="csX42" fmla="*/ 31900 w 134695"/>
              <a:gd name="csY42" fmla="*/ 70887 h 127583"/>
              <a:gd name="csX43" fmla="*/ 35439 w 134695"/>
              <a:gd name="csY43" fmla="*/ 67342 h 127583"/>
              <a:gd name="csX44" fmla="*/ 35439 w 134695"/>
              <a:gd name="csY44" fmla="*/ 49623 h 127583"/>
              <a:gd name="csX45" fmla="*/ 34077 w 134695"/>
              <a:gd name="csY45" fmla="*/ 46826 h 127583"/>
              <a:gd name="csX46" fmla="*/ 31832 w 134695"/>
              <a:gd name="csY46" fmla="*/ 46071 h 127583"/>
              <a:gd name="csX47" fmla="*/ 109821 w 134695"/>
              <a:gd name="csY47" fmla="*/ 46071 h 127583"/>
              <a:gd name="csX48" fmla="*/ 109022 w 134695"/>
              <a:gd name="csY48" fmla="*/ 46175 h 127583"/>
              <a:gd name="csX49" fmla="*/ 101928 w 134695"/>
              <a:gd name="csY49" fmla="*/ 47947 h 127583"/>
              <a:gd name="csX50" fmla="*/ 99342 w 134695"/>
              <a:gd name="csY50" fmla="*/ 52246 h 127583"/>
              <a:gd name="csX51" fmla="*/ 103646 w 134695"/>
              <a:gd name="csY51" fmla="*/ 54829 h 127583"/>
              <a:gd name="csX52" fmla="*/ 106334 w 134695"/>
              <a:gd name="csY52" fmla="*/ 54157 h 127583"/>
              <a:gd name="csX53" fmla="*/ 106334 w 134695"/>
              <a:gd name="csY53" fmla="*/ 67342 h 127583"/>
              <a:gd name="csX54" fmla="*/ 109873 w 134695"/>
              <a:gd name="csY54" fmla="*/ 70887 h 127583"/>
              <a:gd name="csX55" fmla="*/ 113428 w 134695"/>
              <a:gd name="csY55" fmla="*/ 67342 h 127583"/>
              <a:gd name="csX56" fmla="*/ 113428 w 134695"/>
              <a:gd name="csY56" fmla="*/ 49623 h 127583"/>
              <a:gd name="csX57" fmla="*/ 112068 w 134695"/>
              <a:gd name="csY57" fmla="*/ 46826 h 127583"/>
              <a:gd name="csX58" fmla="*/ 109821 w 134695"/>
              <a:gd name="csY58" fmla="*/ 46071 h 127583"/>
              <a:gd name="csX59" fmla="*/ 53167 w 134695"/>
              <a:gd name="csY59" fmla="*/ 46078 h 127583"/>
              <a:gd name="csX60" fmla="*/ 42534 w 134695"/>
              <a:gd name="csY60" fmla="*/ 56710 h 127583"/>
              <a:gd name="csX61" fmla="*/ 42534 w 134695"/>
              <a:gd name="csY61" fmla="*/ 60255 h 127583"/>
              <a:gd name="csX62" fmla="*/ 53167 w 134695"/>
              <a:gd name="csY62" fmla="*/ 70887 h 127583"/>
              <a:gd name="csX63" fmla="*/ 63800 w 134695"/>
              <a:gd name="csY63" fmla="*/ 60255 h 127583"/>
              <a:gd name="csX64" fmla="*/ 63800 w 134695"/>
              <a:gd name="csY64" fmla="*/ 56710 h 127583"/>
              <a:gd name="csX65" fmla="*/ 53167 w 134695"/>
              <a:gd name="csY65" fmla="*/ 46078 h 127583"/>
              <a:gd name="csX66" fmla="*/ 81528 w 134695"/>
              <a:gd name="csY66" fmla="*/ 46078 h 127583"/>
              <a:gd name="csX67" fmla="*/ 70895 w 134695"/>
              <a:gd name="csY67" fmla="*/ 56710 h 127583"/>
              <a:gd name="csX68" fmla="*/ 70895 w 134695"/>
              <a:gd name="csY68" fmla="*/ 60255 h 127583"/>
              <a:gd name="csX69" fmla="*/ 81528 w 134695"/>
              <a:gd name="csY69" fmla="*/ 70887 h 127583"/>
              <a:gd name="csX70" fmla="*/ 92162 w 134695"/>
              <a:gd name="csY70" fmla="*/ 60255 h 127583"/>
              <a:gd name="csX71" fmla="*/ 92162 w 134695"/>
              <a:gd name="csY71" fmla="*/ 56710 h 127583"/>
              <a:gd name="csX72" fmla="*/ 81528 w 134695"/>
              <a:gd name="csY72" fmla="*/ 46078 h 127583"/>
              <a:gd name="csX73" fmla="*/ 53167 w 134695"/>
              <a:gd name="csY73" fmla="*/ 53167 h 127583"/>
              <a:gd name="csX74" fmla="*/ 56706 w 134695"/>
              <a:gd name="csY74" fmla="*/ 56710 h 127583"/>
              <a:gd name="csX75" fmla="*/ 56706 w 134695"/>
              <a:gd name="csY75" fmla="*/ 60255 h 127583"/>
              <a:gd name="csX76" fmla="*/ 53167 w 134695"/>
              <a:gd name="csY76" fmla="*/ 63798 h 127583"/>
              <a:gd name="csX77" fmla="*/ 49628 w 134695"/>
              <a:gd name="csY77" fmla="*/ 60255 h 127583"/>
              <a:gd name="csX78" fmla="*/ 49628 w 134695"/>
              <a:gd name="csY78" fmla="*/ 56710 h 127583"/>
              <a:gd name="csX79" fmla="*/ 53167 w 134695"/>
              <a:gd name="csY79" fmla="*/ 53167 h 127583"/>
              <a:gd name="csX80" fmla="*/ 81528 w 134695"/>
              <a:gd name="csY80" fmla="*/ 53167 h 127583"/>
              <a:gd name="csX81" fmla="*/ 85067 w 134695"/>
              <a:gd name="csY81" fmla="*/ 56710 h 127583"/>
              <a:gd name="csX82" fmla="*/ 85067 w 134695"/>
              <a:gd name="csY82" fmla="*/ 60255 h 127583"/>
              <a:gd name="csX83" fmla="*/ 81528 w 134695"/>
              <a:gd name="csY83" fmla="*/ 63798 h 127583"/>
              <a:gd name="csX84" fmla="*/ 77973 w 134695"/>
              <a:gd name="csY84" fmla="*/ 60255 h 127583"/>
              <a:gd name="csX85" fmla="*/ 77973 w 134695"/>
              <a:gd name="csY85" fmla="*/ 56710 h 127583"/>
              <a:gd name="csX86" fmla="*/ 81528 w 134695"/>
              <a:gd name="csY86" fmla="*/ 53167 h 127583"/>
              <a:gd name="csX87" fmla="*/ 60193 w 134695"/>
              <a:gd name="csY87" fmla="*/ 81512 h 127583"/>
              <a:gd name="csX88" fmla="*/ 59394 w 134695"/>
              <a:gd name="csY88" fmla="*/ 81616 h 127583"/>
              <a:gd name="csX89" fmla="*/ 52316 w 134695"/>
              <a:gd name="csY89" fmla="*/ 83387 h 127583"/>
              <a:gd name="csX90" fmla="*/ 49730 w 134695"/>
              <a:gd name="csY90" fmla="*/ 87685 h 127583"/>
              <a:gd name="csX91" fmla="*/ 54018 w 134695"/>
              <a:gd name="csY91" fmla="*/ 90268 h 127583"/>
              <a:gd name="csX92" fmla="*/ 56706 w 134695"/>
              <a:gd name="csY92" fmla="*/ 89596 h 127583"/>
              <a:gd name="csX93" fmla="*/ 56706 w 134695"/>
              <a:gd name="csY93" fmla="*/ 102781 h 127583"/>
              <a:gd name="csX94" fmla="*/ 60261 w 134695"/>
              <a:gd name="csY94" fmla="*/ 106319 h 127583"/>
              <a:gd name="csX95" fmla="*/ 63800 w 134695"/>
              <a:gd name="csY95" fmla="*/ 102781 h 127583"/>
              <a:gd name="csX96" fmla="*/ 63800 w 134695"/>
              <a:gd name="csY96" fmla="*/ 85062 h 127583"/>
              <a:gd name="csX97" fmla="*/ 62440 w 134695"/>
              <a:gd name="csY97" fmla="*/ 82266 h 127583"/>
              <a:gd name="csX98" fmla="*/ 60193 w 134695"/>
              <a:gd name="csY98" fmla="*/ 81512 h 127583"/>
              <a:gd name="csX99" fmla="*/ 109821 w 134695"/>
              <a:gd name="csY99" fmla="*/ 81512 h 127583"/>
              <a:gd name="csX100" fmla="*/ 109022 w 134695"/>
              <a:gd name="csY100" fmla="*/ 81616 h 127583"/>
              <a:gd name="csX101" fmla="*/ 101928 w 134695"/>
              <a:gd name="csY101" fmla="*/ 83387 h 127583"/>
              <a:gd name="csX102" fmla="*/ 99342 w 134695"/>
              <a:gd name="csY102" fmla="*/ 87685 h 127583"/>
              <a:gd name="csX103" fmla="*/ 103646 w 134695"/>
              <a:gd name="csY103" fmla="*/ 90268 h 127583"/>
              <a:gd name="csX104" fmla="*/ 106334 w 134695"/>
              <a:gd name="csY104" fmla="*/ 89596 h 127583"/>
              <a:gd name="csX105" fmla="*/ 106334 w 134695"/>
              <a:gd name="csY105" fmla="*/ 102781 h 127583"/>
              <a:gd name="csX106" fmla="*/ 109873 w 134695"/>
              <a:gd name="csY106" fmla="*/ 106319 h 127583"/>
              <a:gd name="csX107" fmla="*/ 113428 w 134695"/>
              <a:gd name="csY107" fmla="*/ 102781 h 127583"/>
              <a:gd name="csX108" fmla="*/ 113428 w 134695"/>
              <a:gd name="csY108" fmla="*/ 85062 h 127583"/>
              <a:gd name="csX109" fmla="*/ 112068 w 134695"/>
              <a:gd name="csY109" fmla="*/ 82266 h 127583"/>
              <a:gd name="csX110" fmla="*/ 109821 w 134695"/>
              <a:gd name="csY110" fmla="*/ 81512 h 127583"/>
              <a:gd name="csX111" fmla="*/ 31900 w 134695"/>
              <a:gd name="csY111" fmla="*/ 81519 h 127583"/>
              <a:gd name="csX112" fmla="*/ 21267 w 134695"/>
              <a:gd name="csY112" fmla="*/ 92151 h 127583"/>
              <a:gd name="csX113" fmla="*/ 21267 w 134695"/>
              <a:gd name="csY113" fmla="*/ 95694 h 127583"/>
              <a:gd name="csX114" fmla="*/ 31900 w 134695"/>
              <a:gd name="csY114" fmla="*/ 106319 h 127583"/>
              <a:gd name="csX115" fmla="*/ 42534 w 134695"/>
              <a:gd name="csY115" fmla="*/ 95694 h 127583"/>
              <a:gd name="csX116" fmla="*/ 42534 w 134695"/>
              <a:gd name="csY116" fmla="*/ 92151 h 127583"/>
              <a:gd name="csX117" fmla="*/ 31900 w 134695"/>
              <a:gd name="csY117" fmla="*/ 81519 h 127583"/>
              <a:gd name="csX118" fmla="*/ 81528 w 134695"/>
              <a:gd name="csY118" fmla="*/ 81519 h 127583"/>
              <a:gd name="csX119" fmla="*/ 70895 w 134695"/>
              <a:gd name="csY119" fmla="*/ 92151 h 127583"/>
              <a:gd name="csX120" fmla="*/ 70895 w 134695"/>
              <a:gd name="csY120" fmla="*/ 95694 h 127583"/>
              <a:gd name="csX121" fmla="*/ 81528 w 134695"/>
              <a:gd name="csY121" fmla="*/ 106319 h 127583"/>
              <a:gd name="csX122" fmla="*/ 92162 w 134695"/>
              <a:gd name="csY122" fmla="*/ 95694 h 127583"/>
              <a:gd name="csX123" fmla="*/ 92162 w 134695"/>
              <a:gd name="csY123" fmla="*/ 92151 h 127583"/>
              <a:gd name="csX124" fmla="*/ 81528 w 134695"/>
              <a:gd name="csY124" fmla="*/ 81519 h 127583"/>
              <a:gd name="csX125" fmla="*/ 31900 w 134695"/>
              <a:gd name="csY125" fmla="*/ 88606 h 127583"/>
              <a:gd name="csX126" fmla="*/ 35439 w 134695"/>
              <a:gd name="csY126" fmla="*/ 92151 h 127583"/>
              <a:gd name="csX127" fmla="*/ 35439 w 134695"/>
              <a:gd name="csY127" fmla="*/ 95694 h 127583"/>
              <a:gd name="csX128" fmla="*/ 31900 w 134695"/>
              <a:gd name="csY128" fmla="*/ 99238 h 127583"/>
              <a:gd name="csX129" fmla="*/ 28361 w 134695"/>
              <a:gd name="csY129" fmla="*/ 95694 h 127583"/>
              <a:gd name="csX130" fmla="*/ 28361 w 134695"/>
              <a:gd name="csY130" fmla="*/ 92151 h 127583"/>
              <a:gd name="csX131" fmla="*/ 31900 w 134695"/>
              <a:gd name="csY131" fmla="*/ 88606 h 127583"/>
              <a:gd name="csX132" fmla="*/ 81528 w 134695"/>
              <a:gd name="csY132" fmla="*/ 88606 h 127583"/>
              <a:gd name="csX133" fmla="*/ 85067 w 134695"/>
              <a:gd name="csY133" fmla="*/ 92151 h 127583"/>
              <a:gd name="csX134" fmla="*/ 85067 w 134695"/>
              <a:gd name="csY134" fmla="*/ 95694 h 127583"/>
              <a:gd name="csX135" fmla="*/ 81528 w 134695"/>
              <a:gd name="csY135" fmla="*/ 99238 h 127583"/>
              <a:gd name="csX136" fmla="*/ 77973 w 134695"/>
              <a:gd name="csY136" fmla="*/ 95694 h 127583"/>
              <a:gd name="csX137" fmla="*/ 77973 w 134695"/>
              <a:gd name="csY137" fmla="*/ 92151 h 127583"/>
              <a:gd name="csX138" fmla="*/ 81528 w 134695"/>
              <a:gd name="csY138" fmla="*/ 88606 h 127583"/>
            </a:gdLst>
            <a:ahLst/>
            <a:cxnLst/>
            <a:rect l="l" t="t" r="r" b="b"/>
            <a:pathLst>
              <a:path w="100000" h="100000">
                <a:moveTo>
                  <a:pt x="14475" y="2640"/>
                </a:moveTo>
                <a:cubicBezTo>
                  <a:pt x="6492" y="2640"/>
                  <a:pt x="0" y="9134"/>
                  <a:pt x="0" y="17111"/>
                </a:cubicBezTo>
                <a:lnTo>
                  <a:pt x="0" y="27636"/>
                </a:lnTo>
                <a:lnTo>
                  <a:pt x="0" y="81573"/>
                </a:lnTo>
                <a:cubicBezTo>
                  <a:pt x="0" y="90225"/>
                  <a:pt x="7136" y="97360"/>
                  <a:pt x="15789" y="97360"/>
                </a:cubicBezTo>
                <a:lnTo>
                  <a:pt x="84211" y="97360"/>
                </a:lnTo>
                <a:cubicBezTo>
                  <a:pt x="92864" y="97360"/>
                  <a:pt x="100000" y="90225"/>
                  <a:pt x="100000" y="81573"/>
                </a:cubicBezTo>
                <a:lnTo>
                  <a:pt x="100000" y="27636"/>
                </a:lnTo>
                <a:lnTo>
                  <a:pt x="100000" y="17111"/>
                </a:lnTo>
                <a:cubicBezTo>
                  <a:pt x="100000" y="9134"/>
                  <a:pt x="93495" y="2640"/>
                  <a:pt x="85525" y="2640"/>
                </a:cubicBezTo>
                <a:lnTo>
                  <a:pt x="14475" y="2640"/>
                </a:lnTo>
                <a:close/>
                <a:moveTo>
                  <a:pt x="14475" y="13164"/>
                </a:moveTo>
                <a:cubicBezTo>
                  <a:pt x="16648" y="13164"/>
                  <a:pt x="18416" y="14932"/>
                  <a:pt x="18416" y="17111"/>
                </a:cubicBezTo>
                <a:cubicBezTo>
                  <a:pt x="18416" y="19290"/>
                  <a:pt x="16648" y="21057"/>
                  <a:pt x="14475" y="21057"/>
                </a:cubicBezTo>
                <a:cubicBezTo>
                  <a:pt x="12290" y="21057"/>
                  <a:pt x="10522" y="19290"/>
                  <a:pt x="10522" y="17111"/>
                </a:cubicBezTo>
                <a:cubicBezTo>
                  <a:pt x="10522" y="14932"/>
                  <a:pt x="12290" y="13164"/>
                  <a:pt x="14475" y="13164"/>
                </a:cubicBezTo>
                <a:close/>
                <a:moveTo>
                  <a:pt x="27625" y="13164"/>
                </a:moveTo>
                <a:cubicBezTo>
                  <a:pt x="29810" y="13164"/>
                  <a:pt x="31578" y="14932"/>
                  <a:pt x="31578" y="17111"/>
                </a:cubicBezTo>
                <a:cubicBezTo>
                  <a:pt x="31578" y="19290"/>
                  <a:pt x="29810" y="21057"/>
                  <a:pt x="27625" y="21057"/>
                </a:cubicBezTo>
                <a:cubicBezTo>
                  <a:pt x="25452" y="21057"/>
                  <a:pt x="23683" y="19290"/>
                  <a:pt x="23683" y="17111"/>
                </a:cubicBezTo>
                <a:cubicBezTo>
                  <a:pt x="23683" y="14932"/>
                  <a:pt x="25452" y="13164"/>
                  <a:pt x="27625" y="13164"/>
                </a:cubicBezTo>
                <a:close/>
                <a:moveTo>
                  <a:pt x="43413" y="13164"/>
                </a:moveTo>
                <a:lnTo>
                  <a:pt x="85525" y="13164"/>
                </a:lnTo>
                <a:cubicBezTo>
                  <a:pt x="87697" y="13164"/>
                  <a:pt x="89466" y="14932"/>
                  <a:pt x="89466" y="17111"/>
                </a:cubicBezTo>
                <a:cubicBezTo>
                  <a:pt x="89466" y="19290"/>
                  <a:pt x="87697" y="21134"/>
                  <a:pt x="85525" y="21134"/>
                </a:cubicBezTo>
                <a:lnTo>
                  <a:pt x="43413" y="21134"/>
                </a:lnTo>
                <a:cubicBezTo>
                  <a:pt x="41241" y="21134"/>
                  <a:pt x="39472" y="19292"/>
                  <a:pt x="39472" y="17111"/>
                </a:cubicBezTo>
                <a:cubicBezTo>
                  <a:pt x="39472" y="14930"/>
                  <a:pt x="41241" y="13164"/>
                  <a:pt x="43413" y="13164"/>
                </a:cubicBezTo>
                <a:close/>
                <a:moveTo>
                  <a:pt x="10522" y="31582"/>
                </a:moveTo>
                <a:lnTo>
                  <a:pt x="89466" y="31582"/>
                </a:lnTo>
                <a:lnTo>
                  <a:pt x="89466" y="81573"/>
                </a:lnTo>
                <a:cubicBezTo>
                  <a:pt x="89466" y="84541"/>
                  <a:pt x="87180" y="86840"/>
                  <a:pt x="84211" y="86840"/>
                </a:cubicBezTo>
                <a:lnTo>
                  <a:pt x="15789" y="86840"/>
                </a:lnTo>
                <a:cubicBezTo>
                  <a:pt x="12820" y="86840"/>
                  <a:pt x="10522" y="84541"/>
                  <a:pt x="10522" y="81573"/>
                </a:cubicBezTo>
                <a:lnTo>
                  <a:pt x="10522" y="31582"/>
                </a:lnTo>
                <a:close/>
                <a:moveTo>
                  <a:pt x="23633" y="36844"/>
                </a:moveTo>
                <a:cubicBezTo>
                  <a:pt x="23443" y="36848"/>
                  <a:pt x="23241" y="36872"/>
                  <a:pt x="23051" y="36921"/>
                </a:cubicBezTo>
                <a:lnTo>
                  <a:pt x="17785" y="38237"/>
                </a:lnTo>
                <a:cubicBezTo>
                  <a:pt x="16370" y="38589"/>
                  <a:pt x="15511" y="40018"/>
                  <a:pt x="15865" y="41428"/>
                </a:cubicBezTo>
                <a:cubicBezTo>
                  <a:pt x="16218" y="42839"/>
                  <a:pt x="17658" y="43698"/>
                  <a:pt x="19060" y="43346"/>
                </a:cubicBezTo>
                <a:lnTo>
                  <a:pt x="21056" y="42847"/>
                </a:lnTo>
                <a:lnTo>
                  <a:pt x="21056" y="52636"/>
                </a:lnTo>
                <a:cubicBezTo>
                  <a:pt x="21056" y="54088"/>
                  <a:pt x="22231" y="55268"/>
                  <a:pt x="23683" y="55268"/>
                </a:cubicBezTo>
                <a:cubicBezTo>
                  <a:pt x="25136" y="55268"/>
                  <a:pt x="26311" y="54088"/>
                  <a:pt x="26311" y="52636"/>
                </a:cubicBezTo>
                <a:lnTo>
                  <a:pt x="26311" y="39481"/>
                </a:lnTo>
                <a:cubicBezTo>
                  <a:pt x="26311" y="38668"/>
                  <a:pt x="25945" y="37905"/>
                  <a:pt x="25299" y="37405"/>
                </a:cubicBezTo>
                <a:cubicBezTo>
                  <a:pt x="24820" y="37030"/>
                  <a:pt x="24227" y="36834"/>
                  <a:pt x="23633" y="36844"/>
                </a:cubicBezTo>
                <a:close/>
                <a:moveTo>
                  <a:pt x="81533" y="36844"/>
                </a:moveTo>
                <a:cubicBezTo>
                  <a:pt x="81332" y="36848"/>
                  <a:pt x="81129" y="36872"/>
                  <a:pt x="80940" y="36921"/>
                </a:cubicBezTo>
                <a:lnTo>
                  <a:pt x="75673" y="38237"/>
                </a:lnTo>
                <a:cubicBezTo>
                  <a:pt x="74271" y="38589"/>
                  <a:pt x="73412" y="40018"/>
                  <a:pt x="73753" y="41428"/>
                </a:cubicBezTo>
                <a:cubicBezTo>
                  <a:pt x="74107" y="42839"/>
                  <a:pt x="75546" y="43698"/>
                  <a:pt x="76949" y="43346"/>
                </a:cubicBezTo>
                <a:lnTo>
                  <a:pt x="78944" y="42847"/>
                </a:lnTo>
                <a:lnTo>
                  <a:pt x="78944" y="52636"/>
                </a:lnTo>
                <a:cubicBezTo>
                  <a:pt x="78944" y="54088"/>
                  <a:pt x="80119" y="55268"/>
                  <a:pt x="81572" y="55268"/>
                </a:cubicBezTo>
                <a:cubicBezTo>
                  <a:pt x="83024" y="55268"/>
                  <a:pt x="84211" y="54088"/>
                  <a:pt x="84211" y="52636"/>
                </a:cubicBezTo>
                <a:lnTo>
                  <a:pt x="84211" y="39481"/>
                </a:lnTo>
                <a:cubicBezTo>
                  <a:pt x="84211" y="38668"/>
                  <a:pt x="83832" y="37905"/>
                  <a:pt x="83201" y="37405"/>
                </a:cubicBezTo>
                <a:cubicBezTo>
                  <a:pt x="82721" y="37030"/>
                  <a:pt x="82127" y="36834"/>
                  <a:pt x="81533" y="36844"/>
                </a:cubicBezTo>
                <a:close/>
                <a:moveTo>
                  <a:pt x="39472" y="36849"/>
                </a:moveTo>
                <a:cubicBezTo>
                  <a:pt x="35114" y="36849"/>
                  <a:pt x="31578" y="40392"/>
                  <a:pt x="31578" y="44743"/>
                </a:cubicBezTo>
                <a:lnTo>
                  <a:pt x="31578" y="47374"/>
                </a:lnTo>
                <a:cubicBezTo>
                  <a:pt x="31578" y="51726"/>
                  <a:pt x="35114" y="55268"/>
                  <a:pt x="39472" y="55268"/>
                </a:cubicBezTo>
                <a:cubicBezTo>
                  <a:pt x="43830" y="55268"/>
                  <a:pt x="47366" y="51726"/>
                  <a:pt x="47366" y="47374"/>
                </a:cubicBezTo>
                <a:lnTo>
                  <a:pt x="47366" y="44743"/>
                </a:lnTo>
                <a:cubicBezTo>
                  <a:pt x="47366" y="40392"/>
                  <a:pt x="43830" y="36849"/>
                  <a:pt x="39472" y="36849"/>
                </a:cubicBezTo>
                <a:close/>
                <a:moveTo>
                  <a:pt x="60528" y="36849"/>
                </a:moveTo>
                <a:cubicBezTo>
                  <a:pt x="56171" y="36849"/>
                  <a:pt x="52634" y="40392"/>
                  <a:pt x="52634" y="44743"/>
                </a:cubicBezTo>
                <a:lnTo>
                  <a:pt x="52634" y="47374"/>
                </a:lnTo>
                <a:cubicBezTo>
                  <a:pt x="52634" y="51726"/>
                  <a:pt x="56171" y="55268"/>
                  <a:pt x="60528" y="55268"/>
                </a:cubicBezTo>
                <a:cubicBezTo>
                  <a:pt x="64873" y="55268"/>
                  <a:pt x="68423" y="51726"/>
                  <a:pt x="68423" y="47374"/>
                </a:cubicBezTo>
                <a:lnTo>
                  <a:pt x="68423" y="44743"/>
                </a:lnTo>
                <a:cubicBezTo>
                  <a:pt x="68423" y="40392"/>
                  <a:pt x="64873" y="36849"/>
                  <a:pt x="60528" y="36849"/>
                </a:cubicBezTo>
                <a:close/>
                <a:moveTo>
                  <a:pt x="39472" y="42112"/>
                </a:moveTo>
                <a:cubicBezTo>
                  <a:pt x="40924" y="42112"/>
                  <a:pt x="42100" y="43290"/>
                  <a:pt x="42100" y="44743"/>
                </a:cubicBezTo>
                <a:lnTo>
                  <a:pt x="42100" y="47374"/>
                </a:lnTo>
                <a:cubicBezTo>
                  <a:pt x="42100" y="48824"/>
                  <a:pt x="40924" y="50005"/>
                  <a:pt x="39472" y="50005"/>
                </a:cubicBezTo>
                <a:cubicBezTo>
                  <a:pt x="38020" y="50005"/>
                  <a:pt x="36845" y="48824"/>
                  <a:pt x="36845" y="47374"/>
                </a:cubicBezTo>
                <a:lnTo>
                  <a:pt x="36845" y="44743"/>
                </a:lnTo>
                <a:cubicBezTo>
                  <a:pt x="36845" y="43293"/>
                  <a:pt x="38020" y="42112"/>
                  <a:pt x="39472" y="42112"/>
                </a:cubicBezTo>
                <a:close/>
                <a:moveTo>
                  <a:pt x="60528" y="42112"/>
                </a:moveTo>
                <a:cubicBezTo>
                  <a:pt x="61968" y="42112"/>
                  <a:pt x="63155" y="43290"/>
                  <a:pt x="63155" y="44743"/>
                </a:cubicBezTo>
                <a:lnTo>
                  <a:pt x="63155" y="47374"/>
                </a:lnTo>
                <a:cubicBezTo>
                  <a:pt x="63155" y="48824"/>
                  <a:pt x="61968" y="50005"/>
                  <a:pt x="60528" y="50005"/>
                </a:cubicBezTo>
                <a:cubicBezTo>
                  <a:pt x="59076" y="50005"/>
                  <a:pt x="57889" y="48824"/>
                  <a:pt x="57889" y="47374"/>
                </a:cubicBezTo>
                <a:lnTo>
                  <a:pt x="57889" y="44743"/>
                </a:lnTo>
                <a:cubicBezTo>
                  <a:pt x="57889" y="43293"/>
                  <a:pt x="59076" y="42112"/>
                  <a:pt x="60528" y="42112"/>
                </a:cubicBezTo>
                <a:close/>
                <a:moveTo>
                  <a:pt x="44688" y="63156"/>
                </a:moveTo>
                <a:cubicBezTo>
                  <a:pt x="44487" y="63159"/>
                  <a:pt x="44297" y="63183"/>
                  <a:pt x="44095" y="63233"/>
                </a:cubicBezTo>
                <a:lnTo>
                  <a:pt x="38840" y="64548"/>
                </a:lnTo>
                <a:cubicBezTo>
                  <a:pt x="37426" y="64901"/>
                  <a:pt x="36567" y="66330"/>
                  <a:pt x="36920" y="67739"/>
                </a:cubicBezTo>
                <a:cubicBezTo>
                  <a:pt x="37274" y="69150"/>
                  <a:pt x="38702" y="70009"/>
                  <a:pt x="40104" y="69657"/>
                </a:cubicBezTo>
                <a:lnTo>
                  <a:pt x="42100" y="69158"/>
                </a:lnTo>
                <a:lnTo>
                  <a:pt x="42100" y="78947"/>
                </a:lnTo>
                <a:cubicBezTo>
                  <a:pt x="42100" y="80399"/>
                  <a:pt x="43287" y="81573"/>
                  <a:pt x="44739" y="81573"/>
                </a:cubicBezTo>
                <a:cubicBezTo>
                  <a:pt x="46192" y="81573"/>
                  <a:pt x="47366" y="80399"/>
                  <a:pt x="47366" y="78947"/>
                </a:cubicBezTo>
                <a:lnTo>
                  <a:pt x="47366" y="65792"/>
                </a:lnTo>
                <a:cubicBezTo>
                  <a:pt x="47366" y="64979"/>
                  <a:pt x="46988" y="64215"/>
                  <a:pt x="46357" y="63716"/>
                </a:cubicBezTo>
                <a:cubicBezTo>
                  <a:pt x="45875" y="63340"/>
                  <a:pt x="45282" y="63145"/>
                  <a:pt x="44688" y="63156"/>
                </a:cubicBezTo>
                <a:close/>
                <a:moveTo>
                  <a:pt x="81533" y="63156"/>
                </a:moveTo>
                <a:cubicBezTo>
                  <a:pt x="81332" y="63159"/>
                  <a:pt x="81129" y="63183"/>
                  <a:pt x="80940" y="63233"/>
                </a:cubicBezTo>
                <a:lnTo>
                  <a:pt x="75673" y="64548"/>
                </a:lnTo>
                <a:cubicBezTo>
                  <a:pt x="74271" y="64901"/>
                  <a:pt x="73412" y="66330"/>
                  <a:pt x="73753" y="67739"/>
                </a:cubicBezTo>
                <a:cubicBezTo>
                  <a:pt x="74107" y="69150"/>
                  <a:pt x="75546" y="70009"/>
                  <a:pt x="76949" y="69657"/>
                </a:cubicBezTo>
                <a:lnTo>
                  <a:pt x="78944" y="69158"/>
                </a:lnTo>
                <a:lnTo>
                  <a:pt x="78944" y="78947"/>
                </a:lnTo>
                <a:cubicBezTo>
                  <a:pt x="78944" y="80399"/>
                  <a:pt x="80119" y="81573"/>
                  <a:pt x="81572" y="81573"/>
                </a:cubicBezTo>
                <a:cubicBezTo>
                  <a:pt x="83024" y="81573"/>
                  <a:pt x="84211" y="80399"/>
                  <a:pt x="84211" y="78947"/>
                </a:cubicBezTo>
                <a:lnTo>
                  <a:pt x="84211" y="65792"/>
                </a:lnTo>
                <a:cubicBezTo>
                  <a:pt x="84211" y="64979"/>
                  <a:pt x="83832" y="64215"/>
                  <a:pt x="83201" y="63716"/>
                </a:cubicBezTo>
                <a:cubicBezTo>
                  <a:pt x="82721" y="63340"/>
                  <a:pt x="82127" y="63145"/>
                  <a:pt x="81533" y="63156"/>
                </a:cubicBezTo>
                <a:close/>
                <a:moveTo>
                  <a:pt x="23683" y="63161"/>
                </a:moveTo>
                <a:cubicBezTo>
                  <a:pt x="19325" y="63161"/>
                  <a:pt x="15789" y="66703"/>
                  <a:pt x="15789" y="71055"/>
                </a:cubicBezTo>
                <a:lnTo>
                  <a:pt x="15789" y="73685"/>
                </a:lnTo>
                <a:cubicBezTo>
                  <a:pt x="15789" y="78037"/>
                  <a:pt x="19325" y="81573"/>
                  <a:pt x="23683" y="81573"/>
                </a:cubicBezTo>
                <a:cubicBezTo>
                  <a:pt x="28041" y="81573"/>
                  <a:pt x="31578" y="78037"/>
                  <a:pt x="31578" y="73685"/>
                </a:cubicBezTo>
                <a:lnTo>
                  <a:pt x="31578" y="71055"/>
                </a:lnTo>
                <a:cubicBezTo>
                  <a:pt x="31578" y="66703"/>
                  <a:pt x="28041" y="63161"/>
                  <a:pt x="23683" y="63161"/>
                </a:cubicBezTo>
                <a:close/>
                <a:moveTo>
                  <a:pt x="60528" y="63161"/>
                </a:moveTo>
                <a:cubicBezTo>
                  <a:pt x="56171" y="63161"/>
                  <a:pt x="52634" y="66703"/>
                  <a:pt x="52634" y="71055"/>
                </a:cubicBezTo>
                <a:lnTo>
                  <a:pt x="52634" y="73685"/>
                </a:lnTo>
                <a:cubicBezTo>
                  <a:pt x="52634" y="78037"/>
                  <a:pt x="56171" y="81573"/>
                  <a:pt x="60528" y="81573"/>
                </a:cubicBezTo>
                <a:cubicBezTo>
                  <a:pt x="64873" y="81573"/>
                  <a:pt x="68423" y="78037"/>
                  <a:pt x="68423" y="73685"/>
                </a:cubicBezTo>
                <a:lnTo>
                  <a:pt x="68423" y="71055"/>
                </a:lnTo>
                <a:cubicBezTo>
                  <a:pt x="68423" y="66703"/>
                  <a:pt x="64873" y="63161"/>
                  <a:pt x="60528" y="63161"/>
                </a:cubicBezTo>
                <a:close/>
                <a:moveTo>
                  <a:pt x="23683" y="68423"/>
                </a:moveTo>
                <a:cubicBezTo>
                  <a:pt x="25136" y="68423"/>
                  <a:pt x="26311" y="69602"/>
                  <a:pt x="26311" y="71055"/>
                </a:cubicBezTo>
                <a:lnTo>
                  <a:pt x="26311" y="73685"/>
                </a:lnTo>
                <a:cubicBezTo>
                  <a:pt x="26311" y="75135"/>
                  <a:pt x="25136" y="76316"/>
                  <a:pt x="23683" y="76316"/>
                </a:cubicBezTo>
                <a:cubicBezTo>
                  <a:pt x="22231" y="76316"/>
                  <a:pt x="21056" y="75135"/>
                  <a:pt x="21056" y="73685"/>
                </a:cubicBezTo>
                <a:lnTo>
                  <a:pt x="21056" y="71055"/>
                </a:lnTo>
                <a:cubicBezTo>
                  <a:pt x="21056" y="69605"/>
                  <a:pt x="22231" y="68423"/>
                  <a:pt x="23683" y="68423"/>
                </a:cubicBezTo>
                <a:close/>
                <a:moveTo>
                  <a:pt x="60528" y="68423"/>
                </a:moveTo>
                <a:cubicBezTo>
                  <a:pt x="61968" y="68423"/>
                  <a:pt x="63155" y="69602"/>
                  <a:pt x="63155" y="71055"/>
                </a:cubicBezTo>
                <a:lnTo>
                  <a:pt x="63155" y="73685"/>
                </a:lnTo>
                <a:cubicBezTo>
                  <a:pt x="63155" y="75135"/>
                  <a:pt x="61968" y="76316"/>
                  <a:pt x="60528" y="76316"/>
                </a:cubicBezTo>
                <a:cubicBezTo>
                  <a:pt x="59076" y="76316"/>
                  <a:pt x="57889" y="75135"/>
                  <a:pt x="57889" y="73685"/>
                </a:cubicBezTo>
                <a:lnTo>
                  <a:pt x="57889" y="71055"/>
                </a:lnTo>
                <a:cubicBezTo>
                  <a:pt x="57889" y="69605"/>
                  <a:pt x="59076" y="68423"/>
                  <a:pt x="60528" y="6842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4" name="Чёрный — SVG 25">
            <a:extLst>
              <a:ext uri="{FF2B5EF4-FFF2-40B4-BE49-F238E27FC236}">
                <a16:creationId xmlns:a16="http://schemas.microsoft.com/office/drawing/2014/main" id="{7ECE2A11-9888-4B44-B369-46F685053548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74533 w 149057"/>
              <a:gd name="csY0" fmla="*/ 1 h 127668"/>
              <a:gd name="csX1" fmla="*/ 70808 w 149057"/>
              <a:gd name="csY1" fmla="*/ 1615 h 127668"/>
              <a:gd name="csX2" fmla="*/ 69311 w 149057"/>
              <a:gd name="csY2" fmla="*/ 5393 h 127668"/>
              <a:gd name="csX3" fmla="*/ 69311 w 149057"/>
              <a:gd name="csY3" fmla="*/ 29668 h 127668"/>
              <a:gd name="csX4" fmla="*/ 68970 w 149057"/>
              <a:gd name="csY4" fmla="*/ 29792 h 127668"/>
              <a:gd name="csX5" fmla="*/ 31422 w 149057"/>
              <a:gd name="csY5" fmla="*/ 49091 h 127668"/>
              <a:gd name="csX6" fmla="*/ 28546 w 149057"/>
              <a:gd name="csY6" fmla="*/ 53825 h 127668"/>
              <a:gd name="csX7" fmla="*/ 28546 w 149057"/>
              <a:gd name="csY7" fmla="*/ 99614 h 127668"/>
              <a:gd name="csX8" fmla="*/ 3077 w 149057"/>
              <a:gd name="csY8" fmla="*/ 112716 h 127668"/>
              <a:gd name="csX9" fmla="*/ 1358 w 149057"/>
              <a:gd name="csY9" fmla="*/ 113992 h 127668"/>
              <a:gd name="csX10" fmla="*/ 287 w 149057"/>
              <a:gd name="csY10" fmla="*/ 115812 h 127668"/>
              <a:gd name="csX11" fmla="*/ 14 w 149057"/>
              <a:gd name="csY11" fmla="*/ 117922 h 127668"/>
              <a:gd name="csX12" fmla="*/ 593 w 149057"/>
              <a:gd name="csY12" fmla="*/ 119980 h 127668"/>
              <a:gd name="csX13" fmla="*/ 1920 w 149057"/>
              <a:gd name="csY13" fmla="*/ 121630 h 127668"/>
              <a:gd name="csX14" fmla="*/ 3791 w 149057"/>
              <a:gd name="csY14" fmla="*/ 122634 h 127668"/>
              <a:gd name="csX15" fmla="*/ 5918 w 149057"/>
              <a:gd name="csY15" fmla="*/ 122821 h 127668"/>
              <a:gd name="csX16" fmla="*/ 7926 w 149057"/>
              <a:gd name="csY16" fmla="*/ 122174 h 127668"/>
              <a:gd name="csX17" fmla="*/ 34433 w 149057"/>
              <a:gd name="csY17" fmla="*/ 108531 h 127668"/>
              <a:gd name="csX18" fmla="*/ 69021 w 149057"/>
              <a:gd name="csY18" fmla="*/ 126325 h 127668"/>
              <a:gd name="csX19" fmla="*/ 74601 w 149057"/>
              <a:gd name="csY19" fmla="*/ 127669 h 127668"/>
              <a:gd name="csX20" fmla="*/ 80284 w 149057"/>
              <a:gd name="csY20" fmla="*/ 126291 h 127668"/>
              <a:gd name="csX21" fmla="*/ 114804 w 149057"/>
              <a:gd name="csY21" fmla="*/ 108531 h 127668"/>
              <a:gd name="csX22" fmla="*/ 141294 w 149057"/>
              <a:gd name="csY22" fmla="*/ 122174 h 127668"/>
              <a:gd name="csX23" fmla="*/ 143301 w 149057"/>
              <a:gd name="csY23" fmla="*/ 122753 h 127668"/>
              <a:gd name="csX24" fmla="*/ 145360 w 149057"/>
              <a:gd name="csY24" fmla="*/ 122515 h 127668"/>
              <a:gd name="csX25" fmla="*/ 147180 w 149057"/>
              <a:gd name="csY25" fmla="*/ 121511 h 127668"/>
              <a:gd name="csX26" fmla="*/ 148474 w 149057"/>
              <a:gd name="csY26" fmla="*/ 119895 h 127668"/>
              <a:gd name="csX27" fmla="*/ 149035 w 149057"/>
              <a:gd name="csY27" fmla="*/ 117887 h 127668"/>
              <a:gd name="csX28" fmla="*/ 148797 w 149057"/>
              <a:gd name="csY28" fmla="*/ 115829 h 127668"/>
              <a:gd name="csX29" fmla="*/ 147793 w 149057"/>
              <a:gd name="csY29" fmla="*/ 114009 h 127668"/>
              <a:gd name="csX30" fmla="*/ 146177 w 149057"/>
              <a:gd name="csY30" fmla="*/ 112716 h 127668"/>
              <a:gd name="csX31" fmla="*/ 120691 w 149057"/>
              <a:gd name="csY31" fmla="*/ 99606 h 127668"/>
              <a:gd name="csX32" fmla="*/ 120691 w 149057"/>
              <a:gd name="csY32" fmla="*/ 53825 h 127668"/>
              <a:gd name="csX33" fmla="*/ 117815 w 149057"/>
              <a:gd name="csY33" fmla="*/ 49098 h 127668"/>
              <a:gd name="csX34" fmla="*/ 80233 w 149057"/>
              <a:gd name="csY34" fmla="*/ 29772 h 127668"/>
              <a:gd name="csX35" fmla="*/ 79944 w 149057"/>
              <a:gd name="csY35" fmla="*/ 29661 h 127668"/>
              <a:gd name="csX36" fmla="*/ 79944 w 149057"/>
              <a:gd name="csY36" fmla="*/ 5393 h 127668"/>
              <a:gd name="csX37" fmla="*/ 79552 w 149057"/>
              <a:gd name="csY37" fmla="*/ 3316 h 127668"/>
              <a:gd name="csX38" fmla="*/ 78378 w 149057"/>
              <a:gd name="csY38" fmla="*/ 1555 h 127668"/>
              <a:gd name="csX39" fmla="*/ 76609 w 149057"/>
              <a:gd name="csY39" fmla="*/ 388 h 127668"/>
              <a:gd name="csX40" fmla="*/ 74533 w 149057"/>
              <a:gd name="csY40" fmla="*/ 1 h 127668"/>
              <a:gd name="csX41" fmla="*/ 49625 w 149057"/>
              <a:gd name="csY41" fmla="*/ 53929 h 127668"/>
              <a:gd name="csX42" fmla="*/ 51650 w 149057"/>
              <a:gd name="csY42" fmla="*/ 54511 h 127668"/>
              <a:gd name="csX43" fmla="*/ 64070 w 149057"/>
              <a:gd name="csY43" fmla="*/ 61246 h 127668"/>
              <a:gd name="csX44" fmla="*/ 85167 w 149057"/>
              <a:gd name="csY44" fmla="*/ 61246 h 127668"/>
              <a:gd name="csX45" fmla="*/ 97570 w 149057"/>
              <a:gd name="csY45" fmla="*/ 54511 h 127668"/>
              <a:gd name="csX46" fmla="*/ 104749 w 149057"/>
              <a:gd name="csY46" fmla="*/ 56780 h 127668"/>
              <a:gd name="csX47" fmla="*/ 102469 w 149057"/>
              <a:gd name="csY47" fmla="*/ 63945 h 127668"/>
              <a:gd name="csX48" fmla="*/ 90066 w 149057"/>
              <a:gd name="csY48" fmla="*/ 70687 h 127668"/>
              <a:gd name="csX49" fmla="*/ 79944 w 149057"/>
              <a:gd name="csY49" fmla="*/ 73968 h 127668"/>
              <a:gd name="csX50" fmla="*/ 79944 w 149057"/>
              <a:gd name="csY50" fmla="*/ 104619 h 127668"/>
              <a:gd name="csX51" fmla="*/ 74618 w 149057"/>
              <a:gd name="csY51" fmla="*/ 109943 h 127668"/>
              <a:gd name="csX52" fmla="*/ 69311 w 149057"/>
              <a:gd name="csY52" fmla="*/ 104619 h 127668"/>
              <a:gd name="csX53" fmla="*/ 69311 w 149057"/>
              <a:gd name="csY53" fmla="*/ 73975 h 127668"/>
              <a:gd name="csX54" fmla="*/ 59170 w 149057"/>
              <a:gd name="csY54" fmla="*/ 70687 h 127668"/>
              <a:gd name="csX55" fmla="*/ 46768 w 149057"/>
              <a:gd name="csY55" fmla="*/ 63945 h 127668"/>
              <a:gd name="csX56" fmla="*/ 44487 w 149057"/>
              <a:gd name="csY56" fmla="*/ 56780 h 127668"/>
              <a:gd name="csX57" fmla="*/ 49625 w 149057"/>
              <a:gd name="csY57" fmla="*/ 53929 h 127668"/>
            </a:gdLst>
            <a:ahLst/>
            <a:cxnLst/>
            <a:rect l="l" t="t" r="r" b="b"/>
            <a:pathLst>
              <a:path w="100000" h="100000">
                <a:moveTo>
                  <a:pt x="50003" y="7175"/>
                </a:moveTo>
                <a:cubicBezTo>
                  <a:pt x="49056" y="7190"/>
                  <a:pt x="48154" y="7579"/>
                  <a:pt x="47504" y="8258"/>
                </a:cubicBezTo>
                <a:cubicBezTo>
                  <a:pt x="46842" y="8936"/>
                  <a:pt x="46476" y="9848"/>
                  <a:pt x="46500" y="10793"/>
                </a:cubicBezTo>
                <a:lnTo>
                  <a:pt x="46500" y="27079"/>
                </a:lnTo>
                <a:cubicBezTo>
                  <a:pt x="46419" y="27114"/>
                  <a:pt x="46339" y="27126"/>
                  <a:pt x="46271" y="27162"/>
                </a:cubicBezTo>
                <a:lnTo>
                  <a:pt x="21081" y="40109"/>
                </a:lnTo>
                <a:cubicBezTo>
                  <a:pt x="19893" y="40720"/>
                  <a:pt x="19151" y="41949"/>
                  <a:pt x="19151" y="43285"/>
                </a:cubicBezTo>
                <a:lnTo>
                  <a:pt x="19151" y="74004"/>
                </a:lnTo>
                <a:lnTo>
                  <a:pt x="2064" y="82794"/>
                </a:lnTo>
                <a:cubicBezTo>
                  <a:pt x="1631" y="82999"/>
                  <a:pt x="1231" y="83285"/>
                  <a:pt x="911" y="83650"/>
                </a:cubicBezTo>
                <a:cubicBezTo>
                  <a:pt x="592" y="84004"/>
                  <a:pt x="352" y="84426"/>
                  <a:pt x="193" y="84871"/>
                </a:cubicBezTo>
                <a:cubicBezTo>
                  <a:pt x="32" y="85328"/>
                  <a:pt x="-25" y="85807"/>
                  <a:pt x="9" y="86287"/>
                </a:cubicBezTo>
                <a:cubicBezTo>
                  <a:pt x="44" y="86766"/>
                  <a:pt x="170" y="87233"/>
                  <a:pt x="398" y="87667"/>
                </a:cubicBezTo>
                <a:cubicBezTo>
                  <a:pt x="615" y="88089"/>
                  <a:pt x="911" y="88466"/>
                  <a:pt x="1288" y="88774"/>
                </a:cubicBezTo>
                <a:cubicBezTo>
                  <a:pt x="1654" y="89082"/>
                  <a:pt x="2087" y="89310"/>
                  <a:pt x="2543" y="89448"/>
                </a:cubicBezTo>
                <a:cubicBezTo>
                  <a:pt x="3000" y="89585"/>
                  <a:pt x="3491" y="89630"/>
                  <a:pt x="3970" y="89573"/>
                </a:cubicBezTo>
                <a:cubicBezTo>
                  <a:pt x="4439" y="89528"/>
                  <a:pt x="4906" y="89380"/>
                  <a:pt x="5317" y="89139"/>
                </a:cubicBezTo>
                <a:lnTo>
                  <a:pt x="23101" y="79987"/>
                </a:lnTo>
                <a:lnTo>
                  <a:pt x="46305" y="91924"/>
                </a:lnTo>
                <a:cubicBezTo>
                  <a:pt x="47469" y="92518"/>
                  <a:pt x="48759" y="92826"/>
                  <a:pt x="50049" y="92826"/>
                </a:cubicBezTo>
                <a:cubicBezTo>
                  <a:pt x="51350" y="92826"/>
                  <a:pt x="52663" y="92518"/>
                  <a:pt x="53861" y="91901"/>
                </a:cubicBezTo>
                <a:lnTo>
                  <a:pt x="77020" y="79987"/>
                </a:lnTo>
                <a:lnTo>
                  <a:pt x="94792" y="89139"/>
                </a:lnTo>
                <a:cubicBezTo>
                  <a:pt x="95214" y="89357"/>
                  <a:pt x="95671" y="89494"/>
                  <a:pt x="96138" y="89528"/>
                </a:cubicBezTo>
                <a:cubicBezTo>
                  <a:pt x="96607" y="89562"/>
                  <a:pt x="97074" y="89516"/>
                  <a:pt x="97520" y="89368"/>
                </a:cubicBezTo>
                <a:cubicBezTo>
                  <a:pt x="97965" y="89231"/>
                  <a:pt x="98376" y="89003"/>
                  <a:pt x="98741" y="88695"/>
                </a:cubicBezTo>
                <a:cubicBezTo>
                  <a:pt x="99095" y="88398"/>
                  <a:pt x="99392" y="88021"/>
                  <a:pt x="99609" y="87610"/>
                </a:cubicBezTo>
                <a:cubicBezTo>
                  <a:pt x="99814" y="87188"/>
                  <a:pt x="99951" y="86732"/>
                  <a:pt x="99985" y="86263"/>
                </a:cubicBezTo>
                <a:cubicBezTo>
                  <a:pt x="100031" y="85796"/>
                  <a:pt x="99974" y="85328"/>
                  <a:pt x="99826" y="84883"/>
                </a:cubicBezTo>
                <a:cubicBezTo>
                  <a:pt x="99688" y="84438"/>
                  <a:pt x="99461" y="84027"/>
                  <a:pt x="99152" y="83662"/>
                </a:cubicBezTo>
                <a:cubicBezTo>
                  <a:pt x="98855" y="83308"/>
                  <a:pt x="98478" y="83011"/>
                  <a:pt x="98068" y="82794"/>
                </a:cubicBezTo>
                <a:lnTo>
                  <a:pt x="80970" y="73999"/>
                </a:lnTo>
                <a:lnTo>
                  <a:pt x="80970" y="43285"/>
                </a:lnTo>
                <a:cubicBezTo>
                  <a:pt x="80970" y="41949"/>
                  <a:pt x="80228" y="40724"/>
                  <a:pt x="79040" y="40114"/>
                </a:cubicBezTo>
                <a:lnTo>
                  <a:pt x="53827" y="27148"/>
                </a:lnTo>
                <a:cubicBezTo>
                  <a:pt x="53769" y="27115"/>
                  <a:pt x="53690" y="27106"/>
                  <a:pt x="53633" y="27074"/>
                </a:cubicBezTo>
                <a:lnTo>
                  <a:pt x="53633" y="10793"/>
                </a:lnTo>
                <a:cubicBezTo>
                  <a:pt x="53633" y="10316"/>
                  <a:pt x="53542" y="9842"/>
                  <a:pt x="53370" y="9399"/>
                </a:cubicBezTo>
                <a:cubicBezTo>
                  <a:pt x="53188" y="8958"/>
                  <a:pt x="52925" y="8556"/>
                  <a:pt x="52583" y="8218"/>
                </a:cubicBezTo>
                <a:cubicBezTo>
                  <a:pt x="52240" y="7881"/>
                  <a:pt x="51841" y="7614"/>
                  <a:pt x="51396" y="7435"/>
                </a:cubicBezTo>
                <a:cubicBezTo>
                  <a:pt x="50962" y="7256"/>
                  <a:pt x="50483" y="7168"/>
                  <a:pt x="50003" y="7175"/>
                </a:cubicBezTo>
                <a:close/>
                <a:moveTo>
                  <a:pt x="33293" y="43355"/>
                </a:moveTo>
                <a:cubicBezTo>
                  <a:pt x="33761" y="43390"/>
                  <a:pt x="34218" y="43519"/>
                  <a:pt x="34651" y="43745"/>
                </a:cubicBezTo>
                <a:lnTo>
                  <a:pt x="42984" y="48264"/>
                </a:lnTo>
                <a:cubicBezTo>
                  <a:pt x="47412" y="50566"/>
                  <a:pt x="52709" y="50566"/>
                  <a:pt x="57137" y="48264"/>
                </a:cubicBezTo>
                <a:lnTo>
                  <a:pt x="65458" y="43745"/>
                </a:lnTo>
                <a:cubicBezTo>
                  <a:pt x="67216" y="42844"/>
                  <a:pt x="69373" y="43521"/>
                  <a:pt x="70274" y="45268"/>
                </a:cubicBezTo>
                <a:cubicBezTo>
                  <a:pt x="71176" y="47016"/>
                  <a:pt x="70503" y="49169"/>
                  <a:pt x="68745" y="50074"/>
                </a:cubicBezTo>
                <a:lnTo>
                  <a:pt x="60424" y="54598"/>
                </a:lnTo>
                <a:cubicBezTo>
                  <a:pt x="58267" y="55715"/>
                  <a:pt x="55973" y="56424"/>
                  <a:pt x="53633" y="56799"/>
                </a:cubicBezTo>
                <a:lnTo>
                  <a:pt x="53633" y="77362"/>
                </a:lnTo>
                <a:cubicBezTo>
                  <a:pt x="53633" y="79336"/>
                  <a:pt x="52034" y="80934"/>
                  <a:pt x="50060" y="80934"/>
                </a:cubicBezTo>
                <a:cubicBezTo>
                  <a:pt x="48086" y="80934"/>
                  <a:pt x="46500" y="79336"/>
                  <a:pt x="46500" y="77362"/>
                </a:cubicBezTo>
                <a:lnTo>
                  <a:pt x="46500" y="56803"/>
                </a:lnTo>
                <a:cubicBezTo>
                  <a:pt x="44148" y="56428"/>
                  <a:pt x="41854" y="55717"/>
                  <a:pt x="39696" y="54598"/>
                </a:cubicBezTo>
                <a:lnTo>
                  <a:pt x="31376" y="50074"/>
                </a:lnTo>
                <a:cubicBezTo>
                  <a:pt x="29629" y="49169"/>
                  <a:pt x="28944" y="47016"/>
                  <a:pt x="29846" y="45268"/>
                </a:cubicBezTo>
                <a:cubicBezTo>
                  <a:pt x="30531" y="43957"/>
                  <a:pt x="31912" y="43248"/>
                  <a:pt x="33293" y="4335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5" name="Чёрный — SVG 26">
            <a:extLst>
              <a:ext uri="{FF2B5EF4-FFF2-40B4-BE49-F238E27FC236}">
                <a16:creationId xmlns:a16="http://schemas.microsoft.com/office/drawing/2014/main" id="{A5571796-1A78-9742-9B7D-BD462EB14EAB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15942 w 141772"/>
              <a:gd name="csY0" fmla="*/ 0 h 134740"/>
              <a:gd name="csX1" fmla="*/ 0 w 141772"/>
              <a:gd name="csY1" fmla="*/ 15948 h 134740"/>
              <a:gd name="csX2" fmla="*/ 0 w 141772"/>
              <a:gd name="csY2" fmla="*/ 90371 h 134740"/>
              <a:gd name="csX3" fmla="*/ 15942 w 141772"/>
              <a:gd name="csY3" fmla="*/ 106319 h 134740"/>
              <a:gd name="csX4" fmla="*/ 46072 w 141772"/>
              <a:gd name="csY4" fmla="*/ 106319 h 134740"/>
              <a:gd name="csX5" fmla="*/ 46072 w 141772"/>
              <a:gd name="csY5" fmla="*/ 124045 h 134740"/>
              <a:gd name="csX6" fmla="*/ 33670 w 141772"/>
              <a:gd name="csY6" fmla="*/ 124045 h 134740"/>
              <a:gd name="csX7" fmla="*/ 31611 w 141772"/>
              <a:gd name="csY7" fmla="*/ 124419 h 134740"/>
              <a:gd name="csX8" fmla="*/ 29858 w 141772"/>
              <a:gd name="csY8" fmla="*/ 125576 h 134740"/>
              <a:gd name="csX9" fmla="*/ 28684 w 141772"/>
              <a:gd name="csY9" fmla="*/ 127311 h 134740"/>
              <a:gd name="csX10" fmla="*/ 28276 w 141772"/>
              <a:gd name="csY10" fmla="*/ 129352 h 134740"/>
              <a:gd name="csX11" fmla="*/ 28684 w 141772"/>
              <a:gd name="csY11" fmla="*/ 131411 h 134740"/>
              <a:gd name="csX12" fmla="*/ 29858 w 141772"/>
              <a:gd name="csY12" fmla="*/ 133146 h 134740"/>
              <a:gd name="csX13" fmla="*/ 31611 w 141772"/>
              <a:gd name="csY13" fmla="*/ 134286 h 134740"/>
              <a:gd name="csX14" fmla="*/ 33670 w 141772"/>
              <a:gd name="csY14" fmla="*/ 134677 h 134740"/>
              <a:gd name="csX15" fmla="*/ 50530 w 141772"/>
              <a:gd name="csY15" fmla="*/ 134677 h 134740"/>
              <a:gd name="csX16" fmla="*/ 52248 w 141772"/>
              <a:gd name="csY16" fmla="*/ 134677 h 134740"/>
              <a:gd name="csX17" fmla="*/ 89507 w 141772"/>
              <a:gd name="csY17" fmla="*/ 134677 h 134740"/>
              <a:gd name="csX18" fmla="*/ 91243 w 141772"/>
              <a:gd name="csY18" fmla="*/ 134677 h 134740"/>
              <a:gd name="csX19" fmla="*/ 108103 w 141772"/>
              <a:gd name="csY19" fmla="*/ 134677 h 134740"/>
              <a:gd name="csX20" fmla="*/ 110162 w 141772"/>
              <a:gd name="csY20" fmla="*/ 134286 h 134740"/>
              <a:gd name="csX21" fmla="*/ 111914 w 141772"/>
              <a:gd name="csY21" fmla="*/ 133146 h 134740"/>
              <a:gd name="csX22" fmla="*/ 113088 w 141772"/>
              <a:gd name="csY22" fmla="*/ 131411 h 134740"/>
              <a:gd name="csX23" fmla="*/ 113496 w 141772"/>
              <a:gd name="csY23" fmla="*/ 129352 h 134740"/>
              <a:gd name="csX24" fmla="*/ 113088 w 141772"/>
              <a:gd name="csY24" fmla="*/ 127311 h 134740"/>
              <a:gd name="csX25" fmla="*/ 111914 w 141772"/>
              <a:gd name="csY25" fmla="*/ 125576 h 134740"/>
              <a:gd name="csX26" fmla="*/ 110162 w 141772"/>
              <a:gd name="csY26" fmla="*/ 124419 h 134740"/>
              <a:gd name="csX27" fmla="*/ 108103 w 141772"/>
              <a:gd name="csY27" fmla="*/ 124045 h 134740"/>
              <a:gd name="csX28" fmla="*/ 95700 w 141772"/>
              <a:gd name="csY28" fmla="*/ 124045 h 134740"/>
              <a:gd name="csX29" fmla="*/ 95700 w 141772"/>
              <a:gd name="csY29" fmla="*/ 106319 h 134740"/>
              <a:gd name="csX30" fmla="*/ 125831 w 141772"/>
              <a:gd name="csY30" fmla="*/ 106319 h 134740"/>
              <a:gd name="csX31" fmla="*/ 141773 w 141772"/>
              <a:gd name="csY31" fmla="*/ 90371 h 134740"/>
              <a:gd name="csX32" fmla="*/ 141773 w 141772"/>
              <a:gd name="csY32" fmla="*/ 15948 h 134740"/>
              <a:gd name="csX33" fmla="*/ 125831 w 141772"/>
              <a:gd name="csY33" fmla="*/ 0 h 134740"/>
              <a:gd name="csX34" fmla="*/ 15942 w 141772"/>
              <a:gd name="csY34" fmla="*/ 0 h 134740"/>
              <a:gd name="csX35" fmla="*/ 76322 w 141772"/>
              <a:gd name="csY35" fmla="*/ 24814 h 134740"/>
              <a:gd name="csX36" fmla="*/ 77411 w 141772"/>
              <a:gd name="csY36" fmla="*/ 24940 h 134740"/>
              <a:gd name="csX37" fmla="*/ 81392 w 141772"/>
              <a:gd name="csY37" fmla="*/ 31321 h 134740"/>
              <a:gd name="csX38" fmla="*/ 70759 w 141772"/>
              <a:gd name="csY38" fmla="*/ 77394 h 134740"/>
              <a:gd name="csX39" fmla="*/ 65586 w 141772"/>
              <a:gd name="csY39" fmla="*/ 81512 h 134740"/>
              <a:gd name="csX40" fmla="*/ 64378 w 141772"/>
              <a:gd name="csY40" fmla="*/ 81379 h 134740"/>
              <a:gd name="csX41" fmla="*/ 60381 w 141772"/>
              <a:gd name="csY41" fmla="*/ 74999 h 134740"/>
              <a:gd name="csX42" fmla="*/ 71014 w 141772"/>
              <a:gd name="csY42" fmla="*/ 28926 h 134740"/>
              <a:gd name="csX43" fmla="*/ 76322 w 141772"/>
              <a:gd name="csY43" fmla="*/ 24814 h 134740"/>
              <a:gd name="csX44" fmla="*/ 47433 w 141772"/>
              <a:gd name="csY44" fmla="*/ 35453 h 134740"/>
              <a:gd name="csX45" fmla="*/ 51313 w 141772"/>
              <a:gd name="csY45" fmla="*/ 36720 h 134740"/>
              <a:gd name="csX46" fmla="*/ 51891 w 141772"/>
              <a:gd name="csY46" fmla="*/ 44217 h 134740"/>
              <a:gd name="csX47" fmla="*/ 44218 w 141772"/>
              <a:gd name="csY47" fmla="*/ 53160 h 134740"/>
              <a:gd name="csX48" fmla="*/ 51891 w 141772"/>
              <a:gd name="csY48" fmla="*/ 62102 h 134740"/>
              <a:gd name="csX49" fmla="*/ 51313 w 141772"/>
              <a:gd name="csY49" fmla="*/ 69599 h 134740"/>
              <a:gd name="csX50" fmla="*/ 47842 w 141772"/>
              <a:gd name="csY50" fmla="*/ 70880 h 134740"/>
              <a:gd name="csX51" fmla="*/ 43810 w 141772"/>
              <a:gd name="csY51" fmla="*/ 69024 h 134740"/>
              <a:gd name="csX52" fmla="*/ 33176 w 141772"/>
              <a:gd name="csY52" fmla="*/ 56621 h 134740"/>
              <a:gd name="csX53" fmla="*/ 33176 w 141772"/>
              <a:gd name="csY53" fmla="*/ 49698 h 134740"/>
              <a:gd name="csX54" fmla="*/ 43810 w 141772"/>
              <a:gd name="csY54" fmla="*/ 37295 h 134740"/>
              <a:gd name="csX55" fmla="*/ 47433 w 141772"/>
              <a:gd name="csY55" fmla="*/ 35453 h 134740"/>
              <a:gd name="csX56" fmla="*/ 94340 w 141772"/>
              <a:gd name="csY56" fmla="*/ 35461 h 134740"/>
              <a:gd name="csX57" fmla="*/ 97963 w 141772"/>
              <a:gd name="csY57" fmla="*/ 37295 h 134740"/>
              <a:gd name="csX58" fmla="*/ 108597 w 141772"/>
              <a:gd name="csY58" fmla="*/ 49698 h 134740"/>
              <a:gd name="csX59" fmla="*/ 108597 w 141772"/>
              <a:gd name="csY59" fmla="*/ 56621 h 134740"/>
              <a:gd name="csX60" fmla="*/ 97963 w 141772"/>
              <a:gd name="csY60" fmla="*/ 69024 h 134740"/>
              <a:gd name="csX61" fmla="*/ 93931 w 141772"/>
              <a:gd name="csY61" fmla="*/ 70880 h 134740"/>
              <a:gd name="csX62" fmla="*/ 90460 w 141772"/>
              <a:gd name="csY62" fmla="*/ 69599 h 134740"/>
              <a:gd name="csX63" fmla="*/ 89899 w 141772"/>
              <a:gd name="csY63" fmla="*/ 62102 h 134740"/>
              <a:gd name="csX64" fmla="*/ 97555 w 141772"/>
              <a:gd name="csY64" fmla="*/ 53160 h 134740"/>
              <a:gd name="csX65" fmla="*/ 89899 w 141772"/>
              <a:gd name="csY65" fmla="*/ 44217 h 134740"/>
              <a:gd name="csX66" fmla="*/ 90460 w 141772"/>
              <a:gd name="csY66" fmla="*/ 36720 h 134740"/>
              <a:gd name="csX67" fmla="*/ 94340 w 141772"/>
              <a:gd name="csY67" fmla="*/ 35461 h 134740"/>
              <a:gd name="csX68" fmla="*/ 56706 w 141772"/>
              <a:gd name="csY68" fmla="*/ 106319 h 134740"/>
              <a:gd name="csX69" fmla="*/ 85067 w 141772"/>
              <a:gd name="csY69" fmla="*/ 106319 h 134740"/>
              <a:gd name="csX70" fmla="*/ 85067 w 141772"/>
              <a:gd name="csY70" fmla="*/ 124045 h 134740"/>
              <a:gd name="csX71" fmla="*/ 56706 w 141772"/>
              <a:gd name="csY71" fmla="*/ 124045 h 134740"/>
              <a:gd name="csX72" fmla="*/ 56706 w 141772"/>
              <a:gd name="csY72" fmla="*/ 106319 h 134740"/>
            </a:gdLst>
            <a:ahLst/>
            <a:cxnLst/>
            <a:rect l="l" t="t" r="r" b="b"/>
            <a:pathLst>
              <a:path w="100000" h="100000">
                <a:moveTo>
                  <a:pt x="11245" y="2480"/>
                </a:moveTo>
                <a:cubicBezTo>
                  <a:pt x="5052" y="2480"/>
                  <a:pt x="0" y="7527"/>
                  <a:pt x="0" y="13729"/>
                </a:cubicBezTo>
                <a:lnTo>
                  <a:pt x="0" y="66224"/>
                </a:lnTo>
                <a:cubicBezTo>
                  <a:pt x="0" y="72427"/>
                  <a:pt x="5052" y="77473"/>
                  <a:pt x="11245" y="77473"/>
                </a:cubicBezTo>
                <a:lnTo>
                  <a:pt x="32497" y="77473"/>
                </a:lnTo>
                <a:lnTo>
                  <a:pt x="32497" y="89976"/>
                </a:lnTo>
                <a:lnTo>
                  <a:pt x="23749" y="89976"/>
                </a:lnTo>
                <a:cubicBezTo>
                  <a:pt x="23257" y="89964"/>
                  <a:pt x="22765" y="90060"/>
                  <a:pt x="22297" y="90240"/>
                </a:cubicBezTo>
                <a:cubicBezTo>
                  <a:pt x="21841" y="90432"/>
                  <a:pt x="21421" y="90708"/>
                  <a:pt x="21061" y="91056"/>
                </a:cubicBezTo>
                <a:cubicBezTo>
                  <a:pt x="20713" y="91404"/>
                  <a:pt x="20425" y="91812"/>
                  <a:pt x="20232" y="92280"/>
                </a:cubicBezTo>
                <a:cubicBezTo>
                  <a:pt x="20041" y="92736"/>
                  <a:pt x="19945" y="93228"/>
                  <a:pt x="19945" y="93719"/>
                </a:cubicBezTo>
                <a:cubicBezTo>
                  <a:pt x="19945" y="94224"/>
                  <a:pt x="20041" y="94715"/>
                  <a:pt x="20232" y="95172"/>
                </a:cubicBezTo>
                <a:cubicBezTo>
                  <a:pt x="20425" y="95627"/>
                  <a:pt x="20713" y="96048"/>
                  <a:pt x="21061" y="96396"/>
                </a:cubicBezTo>
                <a:cubicBezTo>
                  <a:pt x="21421" y="96743"/>
                  <a:pt x="21841" y="97019"/>
                  <a:pt x="22297" y="97200"/>
                </a:cubicBezTo>
                <a:cubicBezTo>
                  <a:pt x="22765" y="97392"/>
                  <a:pt x="23257" y="97476"/>
                  <a:pt x="23749" y="97476"/>
                </a:cubicBezTo>
                <a:lnTo>
                  <a:pt x="35642" y="97476"/>
                </a:lnTo>
                <a:cubicBezTo>
                  <a:pt x="36037" y="97535"/>
                  <a:pt x="36446" y="97535"/>
                  <a:pt x="36854" y="97476"/>
                </a:cubicBezTo>
                <a:lnTo>
                  <a:pt x="63134" y="97476"/>
                </a:lnTo>
                <a:cubicBezTo>
                  <a:pt x="63543" y="97535"/>
                  <a:pt x="63951" y="97535"/>
                  <a:pt x="64359" y="97476"/>
                </a:cubicBezTo>
                <a:lnTo>
                  <a:pt x="76251" y="97476"/>
                </a:lnTo>
                <a:cubicBezTo>
                  <a:pt x="76756" y="97476"/>
                  <a:pt x="77248" y="97392"/>
                  <a:pt x="77704" y="97200"/>
                </a:cubicBezTo>
                <a:cubicBezTo>
                  <a:pt x="78172" y="97019"/>
                  <a:pt x="78592" y="96743"/>
                  <a:pt x="78939" y="96396"/>
                </a:cubicBezTo>
                <a:cubicBezTo>
                  <a:pt x="79300" y="96048"/>
                  <a:pt x="79576" y="95627"/>
                  <a:pt x="79768" y="95172"/>
                </a:cubicBezTo>
                <a:cubicBezTo>
                  <a:pt x="79959" y="94715"/>
                  <a:pt x="80055" y="94224"/>
                  <a:pt x="80055" y="93719"/>
                </a:cubicBezTo>
                <a:cubicBezTo>
                  <a:pt x="80055" y="93228"/>
                  <a:pt x="79959" y="92736"/>
                  <a:pt x="79768" y="92280"/>
                </a:cubicBezTo>
                <a:cubicBezTo>
                  <a:pt x="79576" y="91812"/>
                  <a:pt x="79300" y="91404"/>
                  <a:pt x="78939" y="91056"/>
                </a:cubicBezTo>
                <a:cubicBezTo>
                  <a:pt x="78592" y="90708"/>
                  <a:pt x="78172" y="90432"/>
                  <a:pt x="77704" y="90240"/>
                </a:cubicBezTo>
                <a:cubicBezTo>
                  <a:pt x="77248" y="90060"/>
                  <a:pt x="76756" y="89964"/>
                  <a:pt x="76251" y="89976"/>
                </a:cubicBezTo>
                <a:lnTo>
                  <a:pt x="67503" y="89976"/>
                </a:lnTo>
                <a:lnTo>
                  <a:pt x="67503" y="77473"/>
                </a:lnTo>
                <a:lnTo>
                  <a:pt x="88756" y="77473"/>
                </a:lnTo>
                <a:cubicBezTo>
                  <a:pt x="94960" y="77473"/>
                  <a:pt x="100001" y="72427"/>
                  <a:pt x="100001" y="66224"/>
                </a:cubicBezTo>
                <a:lnTo>
                  <a:pt x="100001" y="13729"/>
                </a:lnTo>
                <a:cubicBezTo>
                  <a:pt x="100001" y="7527"/>
                  <a:pt x="94960" y="2480"/>
                  <a:pt x="88756" y="2480"/>
                </a:cubicBezTo>
                <a:lnTo>
                  <a:pt x="11245" y="2480"/>
                </a:lnTo>
                <a:close/>
                <a:moveTo>
                  <a:pt x="53834" y="19983"/>
                </a:moveTo>
                <a:cubicBezTo>
                  <a:pt x="54086" y="19989"/>
                  <a:pt x="54351" y="20015"/>
                  <a:pt x="54602" y="20072"/>
                </a:cubicBezTo>
                <a:cubicBezTo>
                  <a:pt x="56619" y="20539"/>
                  <a:pt x="57867" y="22555"/>
                  <a:pt x="57410" y="24573"/>
                </a:cubicBezTo>
                <a:lnTo>
                  <a:pt x="49910" y="57071"/>
                </a:lnTo>
                <a:cubicBezTo>
                  <a:pt x="49502" y="58804"/>
                  <a:pt x="47966" y="59975"/>
                  <a:pt x="46262" y="59975"/>
                </a:cubicBezTo>
                <a:cubicBezTo>
                  <a:pt x="45974" y="59975"/>
                  <a:pt x="45698" y="59944"/>
                  <a:pt x="45410" y="59881"/>
                </a:cubicBezTo>
                <a:cubicBezTo>
                  <a:pt x="43394" y="59415"/>
                  <a:pt x="42122" y="57398"/>
                  <a:pt x="42590" y="55381"/>
                </a:cubicBezTo>
                <a:lnTo>
                  <a:pt x="50090" y="22883"/>
                </a:lnTo>
                <a:cubicBezTo>
                  <a:pt x="50499" y="21116"/>
                  <a:pt x="52094" y="19947"/>
                  <a:pt x="53834" y="19983"/>
                </a:cubicBezTo>
                <a:close/>
                <a:moveTo>
                  <a:pt x="33457" y="27487"/>
                </a:moveTo>
                <a:cubicBezTo>
                  <a:pt x="34418" y="27414"/>
                  <a:pt x="35413" y="27705"/>
                  <a:pt x="36194" y="28381"/>
                </a:cubicBezTo>
                <a:cubicBezTo>
                  <a:pt x="37766" y="29728"/>
                  <a:pt x="37946" y="32096"/>
                  <a:pt x="36602" y="33669"/>
                </a:cubicBezTo>
                <a:lnTo>
                  <a:pt x="31190" y="39977"/>
                </a:lnTo>
                <a:lnTo>
                  <a:pt x="36602" y="46284"/>
                </a:lnTo>
                <a:cubicBezTo>
                  <a:pt x="37946" y="47858"/>
                  <a:pt x="37766" y="50225"/>
                  <a:pt x="36194" y="51572"/>
                </a:cubicBezTo>
                <a:cubicBezTo>
                  <a:pt x="35485" y="52180"/>
                  <a:pt x="34622" y="52476"/>
                  <a:pt x="33746" y="52476"/>
                </a:cubicBezTo>
                <a:cubicBezTo>
                  <a:pt x="32702" y="52476"/>
                  <a:pt x="31646" y="52029"/>
                  <a:pt x="30902" y="51167"/>
                </a:cubicBezTo>
                <a:lnTo>
                  <a:pt x="23401" y="42418"/>
                </a:lnTo>
                <a:cubicBezTo>
                  <a:pt x="22201" y="41011"/>
                  <a:pt x="22201" y="38940"/>
                  <a:pt x="23401" y="37535"/>
                </a:cubicBezTo>
                <a:lnTo>
                  <a:pt x="30902" y="28786"/>
                </a:lnTo>
                <a:cubicBezTo>
                  <a:pt x="31573" y="28002"/>
                  <a:pt x="32509" y="27561"/>
                  <a:pt x="33457" y="27487"/>
                </a:cubicBezTo>
                <a:close/>
                <a:moveTo>
                  <a:pt x="66543" y="27493"/>
                </a:moveTo>
                <a:cubicBezTo>
                  <a:pt x="67503" y="27565"/>
                  <a:pt x="68427" y="28002"/>
                  <a:pt x="69099" y="28786"/>
                </a:cubicBezTo>
                <a:lnTo>
                  <a:pt x="76600" y="37535"/>
                </a:lnTo>
                <a:cubicBezTo>
                  <a:pt x="77800" y="38940"/>
                  <a:pt x="77800" y="41011"/>
                  <a:pt x="76600" y="42418"/>
                </a:cubicBezTo>
                <a:lnTo>
                  <a:pt x="69099" y="51167"/>
                </a:lnTo>
                <a:cubicBezTo>
                  <a:pt x="68355" y="52029"/>
                  <a:pt x="67311" y="52476"/>
                  <a:pt x="66255" y="52476"/>
                </a:cubicBezTo>
                <a:cubicBezTo>
                  <a:pt x="65391" y="52476"/>
                  <a:pt x="64515" y="52180"/>
                  <a:pt x="63807" y="51572"/>
                </a:cubicBezTo>
                <a:cubicBezTo>
                  <a:pt x="62234" y="50225"/>
                  <a:pt x="62055" y="47858"/>
                  <a:pt x="63411" y="46284"/>
                </a:cubicBezTo>
                <a:lnTo>
                  <a:pt x="68811" y="39977"/>
                </a:lnTo>
                <a:lnTo>
                  <a:pt x="63411" y="33669"/>
                </a:lnTo>
                <a:cubicBezTo>
                  <a:pt x="62055" y="32096"/>
                  <a:pt x="62234" y="29728"/>
                  <a:pt x="63807" y="28381"/>
                </a:cubicBezTo>
                <a:cubicBezTo>
                  <a:pt x="64599" y="27709"/>
                  <a:pt x="65583" y="27420"/>
                  <a:pt x="66543" y="27493"/>
                </a:cubicBezTo>
                <a:close/>
                <a:moveTo>
                  <a:pt x="39998" y="77473"/>
                </a:moveTo>
                <a:lnTo>
                  <a:pt x="60003" y="77473"/>
                </a:lnTo>
                <a:lnTo>
                  <a:pt x="60003" y="89976"/>
                </a:lnTo>
                <a:lnTo>
                  <a:pt x="39998" y="89976"/>
                </a:lnTo>
                <a:lnTo>
                  <a:pt x="39998" y="7747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6" name="Чёрный — SVG 27">
            <a:extLst>
              <a:ext uri="{FF2B5EF4-FFF2-40B4-BE49-F238E27FC236}">
                <a16:creationId xmlns:a16="http://schemas.microsoft.com/office/drawing/2014/main" id="{D03C0140-4EE3-7144-BF54-B69398E7A105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96194 w 115199"/>
              <a:gd name="csY0" fmla="*/ 2 h 141821"/>
              <a:gd name="csX1" fmla="*/ 93199 w 115199"/>
              <a:gd name="csY1" fmla="*/ 827 h 141821"/>
              <a:gd name="csX2" fmla="*/ 91175 w 115199"/>
              <a:gd name="csY2" fmla="*/ 3185 h 141821"/>
              <a:gd name="csX3" fmla="*/ 90817 w 115199"/>
              <a:gd name="csY3" fmla="*/ 6269 h 141821"/>
              <a:gd name="csX4" fmla="*/ 92247 w 115199"/>
              <a:gd name="csY4" fmla="*/ 9028 h 141821"/>
              <a:gd name="csX5" fmla="*/ 104735 w 115199"/>
              <a:gd name="csY5" fmla="*/ 31510 h 141821"/>
              <a:gd name="csX6" fmla="*/ 105636 w 115199"/>
              <a:gd name="csY6" fmla="*/ 33380 h 141821"/>
              <a:gd name="csX7" fmla="*/ 107184 w 115199"/>
              <a:gd name="csY7" fmla="*/ 34763 h 141821"/>
              <a:gd name="csX8" fmla="*/ 109141 w 115199"/>
              <a:gd name="csY8" fmla="*/ 35448 h 141821"/>
              <a:gd name="csX9" fmla="*/ 111199 w 115199"/>
              <a:gd name="csY9" fmla="*/ 35331 h 141821"/>
              <a:gd name="csX10" fmla="*/ 113071 w 115199"/>
              <a:gd name="csY10" fmla="*/ 34431 h 141821"/>
              <a:gd name="csX11" fmla="*/ 114466 w 115199"/>
              <a:gd name="csY11" fmla="*/ 32883 h 141821"/>
              <a:gd name="csX12" fmla="*/ 115147 w 115199"/>
              <a:gd name="csY12" fmla="*/ 30925 h 141821"/>
              <a:gd name="csX13" fmla="*/ 115027 w 115199"/>
              <a:gd name="csY13" fmla="*/ 28853 h 141821"/>
              <a:gd name="csX14" fmla="*/ 99970 w 115199"/>
              <a:gd name="csY14" fmla="*/ 1718 h 141821"/>
              <a:gd name="csX15" fmla="*/ 98252 w 115199"/>
              <a:gd name="csY15" fmla="*/ 480 h 141821"/>
              <a:gd name="csX16" fmla="*/ 96194 w 115199"/>
              <a:gd name="csY16" fmla="*/ 2 h 141821"/>
              <a:gd name="csX17" fmla="*/ 44303 w 115199"/>
              <a:gd name="csY17" fmla="*/ 58 h 141821"/>
              <a:gd name="csX18" fmla="*/ 0 w 115199"/>
              <a:gd name="csY18" fmla="*/ 44357 h 141821"/>
              <a:gd name="csX19" fmla="*/ 0 w 115199"/>
              <a:gd name="csY19" fmla="*/ 97516 h 141821"/>
              <a:gd name="csX20" fmla="*/ 44303 w 115199"/>
              <a:gd name="csY20" fmla="*/ 141822 h 141821"/>
              <a:gd name="csX21" fmla="*/ 54936 w 115199"/>
              <a:gd name="csY21" fmla="*/ 141822 h 141821"/>
              <a:gd name="csX22" fmla="*/ 99239 w 115199"/>
              <a:gd name="csY22" fmla="*/ 97516 h 141821"/>
              <a:gd name="csX23" fmla="*/ 99239 w 115199"/>
              <a:gd name="csY23" fmla="*/ 44357 h 141821"/>
              <a:gd name="csX24" fmla="*/ 54936 w 115199"/>
              <a:gd name="csY24" fmla="*/ 58 h 141821"/>
              <a:gd name="csX25" fmla="*/ 44303 w 115199"/>
              <a:gd name="csY25" fmla="*/ 58 h 141821"/>
              <a:gd name="csX26" fmla="*/ 44303 w 115199"/>
              <a:gd name="csY26" fmla="*/ 10690 h 141821"/>
              <a:gd name="csX27" fmla="*/ 54936 w 115199"/>
              <a:gd name="csY27" fmla="*/ 10690 h 141821"/>
              <a:gd name="csX28" fmla="*/ 88554 w 115199"/>
              <a:gd name="csY28" fmla="*/ 46794 h 141821"/>
              <a:gd name="csX29" fmla="*/ 49628 w 115199"/>
              <a:gd name="csY29" fmla="*/ 60582 h 141821"/>
              <a:gd name="csX30" fmla="*/ 10633 w 115199"/>
              <a:gd name="csY30" fmla="*/ 46752 h 141821"/>
              <a:gd name="csX31" fmla="*/ 10633 w 115199"/>
              <a:gd name="csY31" fmla="*/ 44357 h 141821"/>
              <a:gd name="csX32" fmla="*/ 44303 w 115199"/>
              <a:gd name="csY32" fmla="*/ 10690 h 141821"/>
              <a:gd name="csX33" fmla="*/ 49543 w 115199"/>
              <a:gd name="csY33" fmla="*/ 21246 h 141821"/>
              <a:gd name="csX34" fmla="*/ 45800 w 115199"/>
              <a:gd name="csY34" fmla="*/ 22858 h 141821"/>
              <a:gd name="csX35" fmla="*/ 44303 w 115199"/>
              <a:gd name="csY35" fmla="*/ 26638 h 141821"/>
              <a:gd name="csX36" fmla="*/ 44303 w 115199"/>
              <a:gd name="csY36" fmla="*/ 40813 h 141821"/>
              <a:gd name="csX37" fmla="*/ 44694 w 115199"/>
              <a:gd name="csY37" fmla="*/ 42872 h 141821"/>
              <a:gd name="csX38" fmla="*/ 45834 w 115199"/>
              <a:gd name="csY38" fmla="*/ 44622 h 141821"/>
              <a:gd name="csX39" fmla="*/ 47569 w 115199"/>
              <a:gd name="csY39" fmla="*/ 45793 h 141821"/>
              <a:gd name="csX40" fmla="*/ 49628 w 115199"/>
              <a:gd name="csY40" fmla="*/ 46206 h 141821"/>
              <a:gd name="csX41" fmla="*/ 51670 w 115199"/>
              <a:gd name="csY41" fmla="*/ 45793 h 141821"/>
              <a:gd name="csX42" fmla="*/ 53405 w 115199"/>
              <a:gd name="csY42" fmla="*/ 44622 h 141821"/>
              <a:gd name="csX43" fmla="*/ 54562 w 115199"/>
              <a:gd name="csY43" fmla="*/ 42872 h 141821"/>
              <a:gd name="csX44" fmla="*/ 54936 w 115199"/>
              <a:gd name="csY44" fmla="*/ 40813 h 141821"/>
              <a:gd name="csX45" fmla="*/ 54936 w 115199"/>
              <a:gd name="csY45" fmla="*/ 26638 h 141821"/>
              <a:gd name="csX46" fmla="*/ 54545 w 115199"/>
              <a:gd name="csY46" fmla="*/ 24561 h 141821"/>
              <a:gd name="csX47" fmla="*/ 53388 w 115199"/>
              <a:gd name="csY47" fmla="*/ 22800 h 141821"/>
              <a:gd name="csX48" fmla="*/ 51618 w 115199"/>
              <a:gd name="csY48" fmla="*/ 21633 h 141821"/>
              <a:gd name="csX49" fmla="*/ 49543 w 115199"/>
              <a:gd name="csY49" fmla="*/ 21246 h 141821"/>
            </a:gdLst>
            <a:ahLst/>
            <a:cxnLst/>
            <a:rect l="l" t="t" r="r" b="b"/>
            <a:pathLst>
              <a:path w="100000" h="100000">
                <a:moveTo>
                  <a:pt x="77214" y="1"/>
                </a:moveTo>
                <a:cubicBezTo>
                  <a:pt x="76470" y="-19"/>
                  <a:pt x="75738" y="184"/>
                  <a:pt x="75102" y="583"/>
                </a:cubicBezTo>
                <a:cubicBezTo>
                  <a:pt x="74478" y="982"/>
                  <a:pt x="73974" y="1562"/>
                  <a:pt x="73675" y="2246"/>
                </a:cubicBezTo>
                <a:cubicBezTo>
                  <a:pt x="73374" y="2929"/>
                  <a:pt x="73290" y="3686"/>
                  <a:pt x="73422" y="4420"/>
                </a:cubicBezTo>
                <a:cubicBezTo>
                  <a:pt x="73555" y="5154"/>
                  <a:pt x="73914" y="5832"/>
                  <a:pt x="74430" y="6366"/>
                </a:cubicBezTo>
                <a:cubicBezTo>
                  <a:pt x="78593" y="10762"/>
                  <a:pt x="81675" y="16192"/>
                  <a:pt x="83236" y="22218"/>
                </a:cubicBezTo>
                <a:cubicBezTo>
                  <a:pt x="83356" y="22696"/>
                  <a:pt x="83572" y="23143"/>
                  <a:pt x="83871" y="23537"/>
                </a:cubicBezTo>
                <a:cubicBezTo>
                  <a:pt x="84160" y="23929"/>
                  <a:pt x="84531" y="24262"/>
                  <a:pt x="84963" y="24512"/>
                </a:cubicBezTo>
                <a:cubicBezTo>
                  <a:pt x="85383" y="24762"/>
                  <a:pt x="85851" y="24926"/>
                  <a:pt x="86343" y="24995"/>
                </a:cubicBezTo>
                <a:cubicBezTo>
                  <a:pt x="86822" y="25063"/>
                  <a:pt x="87326" y="25036"/>
                  <a:pt x="87794" y="24912"/>
                </a:cubicBezTo>
                <a:cubicBezTo>
                  <a:pt x="88274" y="24790"/>
                  <a:pt x="88730" y="24574"/>
                  <a:pt x="89114" y="24278"/>
                </a:cubicBezTo>
                <a:cubicBezTo>
                  <a:pt x="89510" y="23982"/>
                  <a:pt x="89846" y="23611"/>
                  <a:pt x="90097" y="23186"/>
                </a:cubicBezTo>
                <a:cubicBezTo>
                  <a:pt x="90337" y="22762"/>
                  <a:pt x="90506" y="22292"/>
                  <a:pt x="90578" y="21806"/>
                </a:cubicBezTo>
                <a:cubicBezTo>
                  <a:pt x="90649" y="21317"/>
                  <a:pt x="90614" y="20821"/>
                  <a:pt x="90493" y="20345"/>
                </a:cubicBezTo>
                <a:cubicBezTo>
                  <a:pt x="88610" y="13058"/>
                  <a:pt x="84891" y="6507"/>
                  <a:pt x="79876" y="1211"/>
                </a:cubicBezTo>
                <a:cubicBezTo>
                  <a:pt x="79529" y="843"/>
                  <a:pt x="79121" y="546"/>
                  <a:pt x="78665" y="338"/>
                </a:cubicBezTo>
                <a:cubicBezTo>
                  <a:pt x="78209" y="130"/>
                  <a:pt x="77717" y="16"/>
                  <a:pt x="77214" y="1"/>
                </a:cubicBezTo>
                <a:close/>
                <a:moveTo>
                  <a:pt x="40624" y="41"/>
                </a:moveTo>
                <a:cubicBezTo>
                  <a:pt x="23398" y="41"/>
                  <a:pt x="9386" y="14052"/>
                  <a:pt x="9386" y="31277"/>
                </a:cubicBezTo>
                <a:lnTo>
                  <a:pt x="9386" y="68760"/>
                </a:lnTo>
                <a:cubicBezTo>
                  <a:pt x="9386" y="85991"/>
                  <a:pt x="23398" y="100001"/>
                  <a:pt x="40624" y="100001"/>
                </a:cubicBezTo>
                <a:lnTo>
                  <a:pt x="48122" y="100001"/>
                </a:lnTo>
                <a:cubicBezTo>
                  <a:pt x="65349" y="100001"/>
                  <a:pt x="79361" y="85991"/>
                  <a:pt x="79361" y="68760"/>
                </a:cubicBezTo>
                <a:lnTo>
                  <a:pt x="79361" y="31277"/>
                </a:lnTo>
                <a:cubicBezTo>
                  <a:pt x="79361" y="14052"/>
                  <a:pt x="65349" y="41"/>
                  <a:pt x="48122" y="41"/>
                </a:cubicBezTo>
                <a:lnTo>
                  <a:pt x="40624" y="41"/>
                </a:lnTo>
                <a:close/>
                <a:moveTo>
                  <a:pt x="40624" y="7538"/>
                </a:moveTo>
                <a:lnTo>
                  <a:pt x="48122" y="7538"/>
                </a:lnTo>
                <a:cubicBezTo>
                  <a:pt x="60935" y="7538"/>
                  <a:pt x="71384" y="17760"/>
                  <a:pt x="71826" y="32995"/>
                </a:cubicBezTo>
                <a:cubicBezTo>
                  <a:pt x="65889" y="37741"/>
                  <a:pt x="56724" y="42717"/>
                  <a:pt x="44379" y="42717"/>
                </a:cubicBezTo>
                <a:cubicBezTo>
                  <a:pt x="31999" y="42717"/>
                  <a:pt x="22822" y="37719"/>
                  <a:pt x="16883" y="32965"/>
                </a:cubicBezTo>
                <a:lnTo>
                  <a:pt x="16883" y="31277"/>
                </a:lnTo>
                <a:cubicBezTo>
                  <a:pt x="16883" y="18188"/>
                  <a:pt x="27536" y="7538"/>
                  <a:pt x="40624" y="7538"/>
                </a:cubicBezTo>
                <a:close/>
                <a:moveTo>
                  <a:pt x="44319" y="14981"/>
                </a:moveTo>
                <a:cubicBezTo>
                  <a:pt x="43324" y="14996"/>
                  <a:pt x="42376" y="15405"/>
                  <a:pt x="41680" y="16118"/>
                </a:cubicBezTo>
                <a:cubicBezTo>
                  <a:pt x="40996" y="16831"/>
                  <a:pt x="40612" y="17789"/>
                  <a:pt x="40624" y="18783"/>
                </a:cubicBezTo>
                <a:lnTo>
                  <a:pt x="40624" y="28778"/>
                </a:lnTo>
                <a:cubicBezTo>
                  <a:pt x="40624" y="29275"/>
                  <a:pt x="40708" y="29768"/>
                  <a:pt x="40900" y="30230"/>
                </a:cubicBezTo>
                <a:cubicBezTo>
                  <a:pt x="41080" y="30690"/>
                  <a:pt x="41356" y="31110"/>
                  <a:pt x="41704" y="31464"/>
                </a:cubicBezTo>
                <a:cubicBezTo>
                  <a:pt x="42052" y="31816"/>
                  <a:pt x="42472" y="32098"/>
                  <a:pt x="42927" y="32289"/>
                </a:cubicBezTo>
                <a:cubicBezTo>
                  <a:pt x="43384" y="32481"/>
                  <a:pt x="43876" y="32581"/>
                  <a:pt x="44379" y="32581"/>
                </a:cubicBezTo>
                <a:cubicBezTo>
                  <a:pt x="44871" y="32581"/>
                  <a:pt x="45364" y="32481"/>
                  <a:pt x="45819" y="32289"/>
                </a:cubicBezTo>
                <a:cubicBezTo>
                  <a:pt x="46275" y="32098"/>
                  <a:pt x="46695" y="31816"/>
                  <a:pt x="47042" y="31464"/>
                </a:cubicBezTo>
                <a:cubicBezTo>
                  <a:pt x="47391" y="31110"/>
                  <a:pt x="47666" y="30690"/>
                  <a:pt x="47858" y="30230"/>
                </a:cubicBezTo>
                <a:cubicBezTo>
                  <a:pt x="48039" y="29768"/>
                  <a:pt x="48134" y="29275"/>
                  <a:pt x="48122" y="28778"/>
                </a:cubicBezTo>
                <a:lnTo>
                  <a:pt x="48122" y="18783"/>
                </a:lnTo>
                <a:cubicBezTo>
                  <a:pt x="48134" y="18280"/>
                  <a:pt x="48039" y="17782"/>
                  <a:pt x="47846" y="17318"/>
                </a:cubicBezTo>
                <a:cubicBezTo>
                  <a:pt x="47654" y="16853"/>
                  <a:pt x="47378" y="16431"/>
                  <a:pt x="47030" y="16077"/>
                </a:cubicBezTo>
                <a:cubicBezTo>
                  <a:pt x="46671" y="15722"/>
                  <a:pt x="46251" y="15442"/>
                  <a:pt x="45782" y="15254"/>
                </a:cubicBezTo>
                <a:cubicBezTo>
                  <a:pt x="45315" y="15065"/>
                  <a:pt x="44823" y="14972"/>
                  <a:pt x="44319" y="1498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7" name="Чёрный — SVG 28">
            <a:extLst>
              <a:ext uri="{FF2B5EF4-FFF2-40B4-BE49-F238E27FC236}">
                <a16:creationId xmlns:a16="http://schemas.microsoft.com/office/drawing/2014/main" id="{9B54C8B9-6AAA-0C49-9CFE-89DB4C4FCDDE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37208 w 127600"/>
              <a:gd name="csY0" fmla="*/ 67345 h 138232"/>
              <a:gd name="csX1" fmla="*/ 31900 w 127600"/>
              <a:gd name="csY1" fmla="*/ 72661 h 138232"/>
              <a:gd name="csX2" fmla="*/ 37208 w 127600"/>
              <a:gd name="csY2" fmla="*/ 77977 h 138232"/>
              <a:gd name="csX3" fmla="*/ 42534 w 127600"/>
              <a:gd name="csY3" fmla="*/ 72661 h 138232"/>
              <a:gd name="csX4" fmla="*/ 37208 w 127600"/>
              <a:gd name="csY4" fmla="*/ 67345 h 138232"/>
              <a:gd name="csX5" fmla="*/ 37208 w 127600"/>
              <a:gd name="csY5" fmla="*/ 67345 h 138232"/>
              <a:gd name="csX6" fmla="*/ 31900 w 127600"/>
              <a:gd name="csY6" fmla="*/ 72661 h 138232"/>
              <a:gd name="csX7" fmla="*/ 37208 w 127600"/>
              <a:gd name="csY7" fmla="*/ 77977 h 138232"/>
              <a:gd name="csX8" fmla="*/ 42534 w 127600"/>
              <a:gd name="csY8" fmla="*/ 72661 h 138232"/>
              <a:gd name="csX9" fmla="*/ 37208 w 127600"/>
              <a:gd name="csY9" fmla="*/ 67345 h 138232"/>
              <a:gd name="csX10" fmla="*/ 117461 w 127600"/>
              <a:gd name="csY10" fmla="*/ 40835 h 138232"/>
              <a:gd name="csX11" fmla="*/ 67101 w 127600"/>
              <a:gd name="csY11" fmla="*/ 1143 h 138232"/>
              <a:gd name="csX12" fmla="*/ 60500 w 127600"/>
              <a:gd name="csY12" fmla="*/ 1143 h 138232"/>
              <a:gd name="csX13" fmla="*/ 10140 w 127600"/>
              <a:gd name="csY13" fmla="*/ 40835 h 138232"/>
              <a:gd name="csX14" fmla="*/ 0 w 127600"/>
              <a:gd name="csY14" fmla="*/ 61709 h 138232"/>
              <a:gd name="csX15" fmla="*/ 0 w 127600"/>
              <a:gd name="csY15" fmla="*/ 129369 h 138232"/>
              <a:gd name="csX16" fmla="*/ 8864 w 127600"/>
              <a:gd name="csY16" fmla="*/ 138232 h 138232"/>
              <a:gd name="csX17" fmla="*/ 118737 w 127600"/>
              <a:gd name="csY17" fmla="*/ 138232 h 138232"/>
              <a:gd name="csX18" fmla="*/ 127601 w 127600"/>
              <a:gd name="csY18" fmla="*/ 129369 h 138232"/>
              <a:gd name="csX19" fmla="*/ 127601 w 127600"/>
              <a:gd name="csY19" fmla="*/ 61709 h 138232"/>
              <a:gd name="csX20" fmla="*/ 117461 w 127600"/>
              <a:gd name="csY20" fmla="*/ 40835 h 138232"/>
              <a:gd name="csX21" fmla="*/ 106334 w 127600"/>
              <a:gd name="csY21" fmla="*/ 113413 h 138232"/>
              <a:gd name="csX22" fmla="*/ 99239 w 127600"/>
              <a:gd name="csY22" fmla="*/ 120507 h 138232"/>
              <a:gd name="csX23" fmla="*/ 28361 w 127600"/>
              <a:gd name="csY23" fmla="*/ 120507 h 138232"/>
              <a:gd name="csX24" fmla="*/ 21267 w 127600"/>
              <a:gd name="csY24" fmla="*/ 113413 h 138232"/>
              <a:gd name="csX25" fmla="*/ 21267 w 127600"/>
              <a:gd name="csY25" fmla="*/ 102781 h 138232"/>
              <a:gd name="csX26" fmla="*/ 28361 w 127600"/>
              <a:gd name="csY26" fmla="*/ 95696 h 138232"/>
              <a:gd name="csX27" fmla="*/ 99239 w 127600"/>
              <a:gd name="csY27" fmla="*/ 95696 h 138232"/>
              <a:gd name="csX28" fmla="*/ 106334 w 127600"/>
              <a:gd name="csY28" fmla="*/ 102781 h 138232"/>
              <a:gd name="csX29" fmla="*/ 106334 w 127600"/>
              <a:gd name="csY29" fmla="*/ 113413 h 138232"/>
              <a:gd name="csX30" fmla="*/ 106334 w 127600"/>
              <a:gd name="csY30" fmla="*/ 77977 h 138232"/>
              <a:gd name="csX31" fmla="*/ 99239 w 127600"/>
              <a:gd name="csY31" fmla="*/ 85064 h 138232"/>
              <a:gd name="csX32" fmla="*/ 28361 w 127600"/>
              <a:gd name="csY32" fmla="*/ 85064 h 138232"/>
              <a:gd name="csX33" fmla="*/ 21267 w 127600"/>
              <a:gd name="csY33" fmla="*/ 77977 h 138232"/>
              <a:gd name="csX34" fmla="*/ 21267 w 127600"/>
              <a:gd name="csY34" fmla="*/ 67345 h 138232"/>
              <a:gd name="csX35" fmla="*/ 28361 w 127600"/>
              <a:gd name="csY35" fmla="*/ 60257 h 138232"/>
              <a:gd name="csX36" fmla="*/ 99239 w 127600"/>
              <a:gd name="csY36" fmla="*/ 60257 h 138232"/>
              <a:gd name="csX37" fmla="*/ 106334 w 127600"/>
              <a:gd name="csY37" fmla="*/ 67345 h 138232"/>
              <a:gd name="csX38" fmla="*/ 106334 w 127600"/>
              <a:gd name="csY38" fmla="*/ 77977 h 138232"/>
              <a:gd name="csX39" fmla="*/ 37208 w 127600"/>
              <a:gd name="csY39" fmla="*/ 67345 h 138232"/>
              <a:gd name="csX40" fmla="*/ 31900 w 127600"/>
              <a:gd name="csY40" fmla="*/ 72661 h 138232"/>
              <a:gd name="csX41" fmla="*/ 37208 w 127600"/>
              <a:gd name="csY41" fmla="*/ 77977 h 138232"/>
              <a:gd name="csX42" fmla="*/ 42534 w 127600"/>
              <a:gd name="csY42" fmla="*/ 72661 h 138232"/>
              <a:gd name="csX43" fmla="*/ 37208 w 127600"/>
              <a:gd name="csY43" fmla="*/ 67345 h 138232"/>
              <a:gd name="csX44" fmla="*/ 37208 w 127600"/>
              <a:gd name="csY44" fmla="*/ 102781 h 138232"/>
              <a:gd name="csX45" fmla="*/ 31900 w 127600"/>
              <a:gd name="csY45" fmla="*/ 108106 h 138232"/>
              <a:gd name="csX46" fmla="*/ 37208 w 127600"/>
              <a:gd name="csY46" fmla="*/ 113413 h 138232"/>
              <a:gd name="csX47" fmla="*/ 42534 w 127600"/>
              <a:gd name="csY47" fmla="*/ 108106 h 138232"/>
              <a:gd name="csX48" fmla="*/ 37208 w 127600"/>
              <a:gd name="csY48" fmla="*/ 102781 h 138232"/>
              <a:gd name="csX49" fmla="*/ 37208 w 127600"/>
              <a:gd name="csY49" fmla="*/ 67345 h 138232"/>
              <a:gd name="csX50" fmla="*/ 31900 w 127600"/>
              <a:gd name="csY50" fmla="*/ 72661 h 138232"/>
              <a:gd name="csX51" fmla="*/ 37208 w 127600"/>
              <a:gd name="csY51" fmla="*/ 77977 h 138232"/>
              <a:gd name="csX52" fmla="*/ 42534 w 127600"/>
              <a:gd name="csY52" fmla="*/ 72661 h 138232"/>
              <a:gd name="csX53" fmla="*/ 37208 w 127600"/>
              <a:gd name="csY53" fmla="*/ 67345 h 138232"/>
              <a:gd name="csX54" fmla="*/ 37208 w 127600"/>
              <a:gd name="csY54" fmla="*/ 67345 h 138232"/>
              <a:gd name="csX55" fmla="*/ 31900 w 127600"/>
              <a:gd name="csY55" fmla="*/ 72661 h 138232"/>
              <a:gd name="csX56" fmla="*/ 37208 w 127600"/>
              <a:gd name="csY56" fmla="*/ 77977 h 138232"/>
              <a:gd name="csX57" fmla="*/ 42534 w 127600"/>
              <a:gd name="csY57" fmla="*/ 72661 h 138232"/>
              <a:gd name="csX58" fmla="*/ 37208 w 127600"/>
              <a:gd name="csY58" fmla="*/ 67345 h 138232"/>
              <a:gd name="csX59" fmla="*/ 37208 w 127600"/>
              <a:gd name="csY59" fmla="*/ 102781 h 138232"/>
              <a:gd name="csX60" fmla="*/ 31900 w 127600"/>
              <a:gd name="csY60" fmla="*/ 108106 h 138232"/>
              <a:gd name="csX61" fmla="*/ 37208 w 127600"/>
              <a:gd name="csY61" fmla="*/ 113413 h 138232"/>
              <a:gd name="csX62" fmla="*/ 42534 w 127600"/>
              <a:gd name="csY62" fmla="*/ 108106 h 138232"/>
              <a:gd name="csX63" fmla="*/ 37208 w 127600"/>
              <a:gd name="csY63" fmla="*/ 102781 h 138232"/>
              <a:gd name="csX64" fmla="*/ 37208 w 127600"/>
              <a:gd name="csY64" fmla="*/ 102781 h 138232"/>
              <a:gd name="csX65" fmla="*/ 31900 w 127600"/>
              <a:gd name="csY65" fmla="*/ 108106 h 138232"/>
              <a:gd name="csX66" fmla="*/ 37208 w 127600"/>
              <a:gd name="csY66" fmla="*/ 113413 h 138232"/>
              <a:gd name="csX67" fmla="*/ 42534 w 127600"/>
              <a:gd name="csY67" fmla="*/ 108106 h 138232"/>
              <a:gd name="csX68" fmla="*/ 37208 w 127600"/>
              <a:gd name="csY68" fmla="*/ 102781 h 138232"/>
            </a:gdLst>
            <a:ahLst/>
            <a:cxnLst/>
            <a:rect l="l" t="t" r="r" b="b"/>
            <a:pathLst>
              <a:path w="100000" h="100000"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88820" y="29541"/>
                </a:moveTo>
                <a:lnTo>
                  <a:pt x="52388" y="827"/>
                </a:lnTo>
                <a:cubicBezTo>
                  <a:pt x="50972" y="-276"/>
                  <a:pt x="49028" y="-276"/>
                  <a:pt x="47613" y="827"/>
                </a:cubicBezTo>
                <a:lnTo>
                  <a:pt x="11181" y="29541"/>
                </a:lnTo>
                <a:cubicBezTo>
                  <a:pt x="6541" y="33183"/>
                  <a:pt x="3846" y="38745"/>
                  <a:pt x="3846" y="44642"/>
                </a:cubicBezTo>
                <a:lnTo>
                  <a:pt x="3846" y="93588"/>
                </a:lnTo>
                <a:cubicBezTo>
                  <a:pt x="3846" y="97121"/>
                  <a:pt x="6713" y="100000"/>
                  <a:pt x="10258" y="100000"/>
                </a:cubicBezTo>
                <a:lnTo>
                  <a:pt x="89743" y="100000"/>
                </a:lnTo>
                <a:cubicBezTo>
                  <a:pt x="93287" y="100000"/>
                  <a:pt x="96155" y="97121"/>
                  <a:pt x="96155" y="93588"/>
                </a:cubicBezTo>
                <a:lnTo>
                  <a:pt x="96155" y="44642"/>
                </a:lnTo>
                <a:cubicBezTo>
                  <a:pt x="96155" y="38745"/>
                  <a:pt x="93460" y="33183"/>
                  <a:pt x="88820" y="29541"/>
                </a:cubicBezTo>
                <a:close/>
                <a:moveTo>
                  <a:pt x="80770" y="82045"/>
                </a:moveTo>
                <a:cubicBezTo>
                  <a:pt x="80770" y="84864"/>
                  <a:pt x="78456" y="87177"/>
                  <a:pt x="75637" y="87177"/>
                </a:cubicBezTo>
                <a:lnTo>
                  <a:pt x="24363" y="87177"/>
                </a:lnTo>
                <a:cubicBezTo>
                  <a:pt x="21532" y="87177"/>
                  <a:pt x="19231" y="84864"/>
                  <a:pt x="19231" y="82045"/>
                </a:cubicBezTo>
                <a:lnTo>
                  <a:pt x="19231" y="74354"/>
                </a:lnTo>
                <a:cubicBezTo>
                  <a:pt x="19231" y="71536"/>
                  <a:pt x="21532" y="69229"/>
                  <a:pt x="24363" y="69229"/>
                </a:cubicBezTo>
                <a:lnTo>
                  <a:pt x="75637" y="69229"/>
                </a:lnTo>
                <a:cubicBezTo>
                  <a:pt x="78456" y="69229"/>
                  <a:pt x="80770" y="71536"/>
                  <a:pt x="80770" y="74354"/>
                </a:cubicBezTo>
                <a:lnTo>
                  <a:pt x="80770" y="82045"/>
                </a:lnTo>
                <a:close/>
                <a:moveTo>
                  <a:pt x="80770" y="56410"/>
                </a:moveTo>
                <a:cubicBezTo>
                  <a:pt x="80770" y="59229"/>
                  <a:pt x="78456" y="61537"/>
                  <a:pt x="75637" y="61537"/>
                </a:cubicBezTo>
                <a:lnTo>
                  <a:pt x="24363" y="61537"/>
                </a:lnTo>
                <a:cubicBezTo>
                  <a:pt x="21532" y="61537"/>
                  <a:pt x="19231" y="59229"/>
                  <a:pt x="19231" y="56410"/>
                </a:cubicBezTo>
                <a:lnTo>
                  <a:pt x="19231" y="48719"/>
                </a:lnTo>
                <a:cubicBezTo>
                  <a:pt x="19231" y="45898"/>
                  <a:pt x="21532" y="43591"/>
                  <a:pt x="24363" y="43591"/>
                </a:cubicBezTo>
                <a:lnTo>
                  <a:pt x="75637" y="43591"/>
                </a:lnTo>
                <a:cubicBezTo>
                  <a:pt x="78456" y="43591"/>
                  <a:pt x="80770" y="45898"/>
                  <a:pt x="80770" y="48719"/>
                </a:cubicBezTo>
                <a:lnTo>
                  <a:pt x="80770" y="56410"/>
                </a:ln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74354"/>
                </a:moveTo>
                <a:cubicBezTo>
                  <a:pt x="28646" y="74354"/>
                  <a:pt x="26923" y="76077"/>
                  <a:pt x="26923" y="78206"/>
                </a:cubicBezTo>
                <a:cubicBezTo>
                  <a:pt x="26923" y="80335"/>
                  <a:pt x="28646" y="82045"/>
                  <a:pt x="30763" y="82045"/>
                </a:cubicBezTo>
                <a:cubicBezTo>
                  <a:pt x="32893" y="82045"/>
                  <a:pt x="34616" y="80335"/>
                  <a:pt x="34616" y="78206"/>
                </a:cubicBezTo>
                <a:cubicBezTo>
                  <a:pt x="34616" y="76077"/>
                  <a:pt x="32893" y="74354"/>
                  <a:pt x="30763" y="74354"/>
                </a:cubicBez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48719"/>
                </a:moveTo>
                <a:cubicBezTo>
                  <a:pt x="28646" y="48719"/>
                  <a:pt x="26923" y="50435"/>
                  <a:pt x="26923" y="52565"/>
                </a:cubicBezTo>
                <a:cubicBezTo>
                  <a:pt x="26923" y="54692"/>
                  <a:pt x="28646" y="56410"/>
                  <a:pt x="30763" y="56410"/>
                </a:cubicBezTo>
                <a:cubicBezTo>
                  <a:pt x="32893" y="56410"/>
                  <a:pt x="34616" y="54692"/>
                  <a:pt x="34616" y="52565"/>
                </a:cubicBezTo>
                <a:cubicBezTo>
                  <a:pt x="34616" y="50435"/>
                  <a:pt x="32893" y="48719"/>
                  <a:pt x="30763" y="48719"/>
                </a:cubicBezTo>
                <a:close/>
                <a:moveTo>
                  <a:pt x="30763" y="74354"/>
                </a:moveTo>
                <a:cubicBezTo>
                  <a:pt x="28646" y="74354"/>
                  <a:pt x="26923" y="76077"/>
                  <a:pt x="26923" y="78206"/>
                </a:cubicBezTo>
                <a:cubicBezTo>
                  <a:pt x="26923" y="80335"/>
                  <a:pt x="28646" y="82045"/>
                  <a:pt x="30763" y="82045"/>
                </a:cubicBezTo>
                <a:cubicBezTo>
                  <a:pt x="32893" y="82045"/>
                  <a:pt x="34616" y="80335"/>
                  <a:pt x="34616" y="78206"/>
                </a:cubicBezTo>
                <a:cubicBezTo>
                  <a:pt x="34616" y="76077"/>
                  <a:pt x="32893" y="74354"/>
                  <a:pt x="30763" y="74354"/>
                </a:cubicBezTo>
                <a:close/>
                <a:moveTo>
                  <a:pt x="30763" y="74354"/>
                </a:moveTo>
                <a:cubicBezTo>
                  <a:pt x="28646" y="74354"/>
                  <a:pt x="26923" y="76077"/>
                  <a:pt x="26923" y="78206"/>
                </a:cubicBezTo>
                <a:cubicBezTo>
                  <a:pt x="26923" y="80335"/>
                  <a:pt x="28646" y="82045"/>
                  <a:pt x="30763" y="82045"/>
                </a:cubicBezTo>
                <a:cubicBezTo>
                  <a:pt x="32893" y="82045"/>
                  <a:pt x="34616" y="80335"/>
                  <a:pt x="34616" y="78206"/>
                </a:cubicBezTo>
                <a:cubicBezTo>
                  <a:pt x="34616" y="76077"/>
                  <a:pt x="32893" y="74354"/>
                  <a:pt x="30763" y="7435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8" name="Чёрный — SVG 29">
            <a:extLst>
              <a:ext uri="{FF2B5EF4-FFF2-40B4-BE49-F238E27FC236}">
                <a16:creationId xmlns:a16="http://schemas.microsoft.com/office/drawing/2014/main" id="{481334FC-F75E-A040-B6B0-D39FC486E5B2}"/>
              </a:ext>
            </a:extLst>
          </p:cNvPr>
          <p:cNvSpPr>
            <a:spLocks noGrp="1"/>
          </p:cNvSpPr>
          <p:nvPr/>
        </p:nvSpPr>
        <p:spPr>
          <a:xfrm>
            <a:off x="6420000" y="3210000"/>
            <a:ext cx="220000" cy="220000"/>
          </a:xfrm>
          <a:custGeom>
            <a:avLst/>
            <a:gdLst>
              <a:gd name="csX0" fmla="*/ 19497 w 106333"/>
              <a:gd name="csY0" fmla="*/ 0 h 145308"/>
              <a:gd name="csX1" fmla="*/ 0 w 106333"/>
              <a:gd name="csY1" fmla="*/ 19491 h 145308"/>
              <a:gd name="csX2" fmla="*/ 0 w 106333"/>
              <a:gd name="csY2" fmla="*/ 125814 h 145308"/>
              <a:gd name="csX3" fmla="*/ 19497 w 106333"/>
              <a:gd name="csY3" fmla="*/ 145309 h 145308"/>
              <a:gd name="csX4" fmla="*/ 86837 w 106333"/>
              <a:gd name="csY4" fmla="*/ 145309 h 145308"/>
              <a:gd name="csX5" fmla="*/ 106334 w 106333"/>
              <a:gd name="csY5" fmla="*/ 125814 h 145308"/>
              <a:gd name="csX6" fmla="*/ 106334 w 106333"/>
              <a:gd name="csY6" fmla="*/ 19491 h 145308"/>
              <a:gd name="csX7" fmla="*/ 86837 w 106333"/>
              <a:gd name="csY7" fmla="*/ 0 h 145308"/>
              <a:gd name="csX8" fmla="*/ 19497 w 106333"/>
              <a:gd name="csY8" fmla="*/ 0 h 145308"/>
              <a:gd name="csX9" fmla="*/ 24805 w 106333"/>
              <a:gd name="csY9" fmla="*/ 21264 h 145308"/>
              <a:gd name="csX10" fmla="*/ 81528 w 106333"/>
              <a:gd name="csY10" fmla="*/ 21264 h 145308"/>
              <a:gd name="csX11" fmla="*/ 88606 w 106333"/>
              <a:gd name="csY11" fmla="*/ 28352 h 145308"/>
              <a:gd name="csX12" fmla="*/ 88606 w 106333"/>
              <a:gd name="csY12" fmla="*/ 35439 h 145308"/>
              <a:gd name="csX13" fmla="*/ 81528 w 106333"/>
              <a:gd name="csY13" fmla="*/ 42528 h 145308"/>
              <a:gd name="csX14" fmla="*/ 24805 w 106333"/>
              <a:gd name="csY14" fmla="*/ 42528 h 145308"/>
              <a:gd name="csX15" fmla="*/ 17728 w 106333"/>
              <a:gd name="csY15" fmla="*/ 35439 h 145308"/>
              <a:gd name="csX16" fmla="*/ 17728 w 106333"/>
              <a:gd name="csY16" fmla="*/ 28352 h 145308"/>
              <a:gd name="csX17" fmla="*/ 24805 w 106333"/>
              <a:gd name="csY17" fmla="*/ 21264 h 145308"/>
              <a:gd name="csX18" fmla="*/ 24805 w 106333"/>
              <a:gd name="csY18" fmla="*/ 53160 h 145308"/>
              <a:gd name="csX19" fmla="*/ 81528 w 106333"/>
              <a:gd name="csY19" fmla="*/ 53160 h 145308"/>
              <a:gd name="csX20" fmla="*/ 88606 w 106333"/>
              <a:gd name="csY20" fmla="*/ 60248 h 145308"/>
              <a:gd name="csX21" fmla="*/ 88606 w 106333"/>
              <a:gd name="csY21" fmla="*/ 67335 h 145308"/>
              <a:gd name="csX22" fmla="*/ 81528 w 106333"/>
              <a:gd name="csY22" fmla="*/ 74424 h 145308"/>
              <a:gd name="csX23" fmla="*/ 24805 w 106333"/>
              <a:gd name="csY23" fmla="*/ 74424 h 145308"/>
              <a:gd name="csX24" fmla="*/ 17728 w 106333"/>
              <a:gd name="csY24" fmla="*/ 67335 h 145308"/>
              <a:gd name="csX25" fmla="*/ 17728 w 106333"/>
              <a:gd name="csY25" fmla="*/ 60248 h 145308"/>
              <a:gd name="csX26" fmla="*/ 24805 w 106333"/>
              <a:gd name="csY26" fmla="*/ 53160 h 145308"/>
              <a:gd name="csX27" fmla="*/ 53167 w 106333"/>
              <a:gd name="csY27" fmla="*/ 99231 h 145308"/>
              <a:gd name="csX28" fmla="*/ 63800 w 106333"/>
              <a:gd name="csY28" fmla="*/ 109858 h 145308"/>
              <a:gd name="csX29" fmla="*/ 53167 w 106333"/>
              <a:gd name="csY29" fmla="*/ 120490 h 145308"/>
              <a:gd name="csX30" fmla="*/ 42534 w 106333"/>
              <a:gd name="csY30" fmla="*/ 109858 h 145308"/>
              <a:gd name="csX31" fmla="*/ 53167 w 106333"/>
              <a:gd name="csY31" fmla="*/ 99231 h 145308"/>
            </a:gdLst>
            <a:ahLst/>
            <a:cxnLst/>
            <a:rect l="l" t="t" r="r" b="b"/>
            <a:pathLst>
              <a:path w="100000" h="100000">
                <a:moveTo>
                  <a:pt x="26829" y="0"/>
                </a:moveTo>
                <a:cubicBezTo>
                  <a:pt x="19465" y="0"/>
                  <a:pt x="13411" y="6049"/>
                  <a:pt x="13411" y="13414"/>
                </a:cubicBezTo>
                <a:lnTo>
                  <a:pt x="13411" y="86584"/>
                </a:lnTo>
                <a:cubicBezTo>
                  <a:pt x="13411" y="93948"/>
                  <a:pt x="19465" y="100001"/>
                  <a:pt x="26829" y="100001"/>
                </a:cubicBezTo>
                <a:lnTo>
                  <a:pt x="73172" y="100001"/>
                </a:lnTo>
                <a:cubicBezTo>
                  <a:pt x="80536" y="100001"/>
                  <a:pt x="86590" y="93948"/>
                  <a:pt x="86590" y="86584"/>
                </a:cubicBezTo>
                <a:lnTo>
                  <a:pt x="86590" y="13414"/>
                </a:lnTo>
                <a:cubicBezTo>
                  <a:pt x="86590" y="6049"/>
                  <a:pt x="80536" y="0"/>
                  <a:pt x="73172" y="0"/>
                </a:cubicBezTo>
                <a:lnTo>
                  <a:pt x="26829" y="0"/>
                </a:lnTo>
                <a:close/>
                <a:moveTo>
                  <a:pt x="30482" y="14634"/>
                </a:moveTo>
                <a:lnTo>
                  <a:pt x="69518" y="14634"/>
                </a:lnTo>
                <a:cubicBezTo>
                  <a:pt x="72199" y="14634"/>
                  <a:pt x="74389" y="16828"/>
                  <a:pt x="74389" y="19512"/>
                </a:cubicBezTo>
                <a:lnTo>
                  <a:pt x="74389" y="24389"/>
                </a:lnTo>
                <a:cubicBezTo>
                  <a:pt x="74389" y="27072"/>
                  <a:pt x="72199" y="29267"/>
                  <a:pt x="69518" y="29267"/>
                </a:cubicBezTo>
                <a:lnTo>
                  <a:pt x="30482" y="29267"/>
                </a:lnTo>
                <a:cubicBezTo>
                  <a:pt x="27801" y="29267"/>
                  <a:pt x="25611" y="27072"/>
                  <a:pt x="25611" y="24389"/>
                </a:cubicBezTo>
                <a:lnTo>
                  <a:pt x="25611" y="19512"/>
                </a:lnTo>
                <a:cubicBezTo>
                  <a:pt x="25611" y="16828"/>
                  <a:pt x="27801" y="14634"/>
                  <a:pt x="30482" y="14634"/>
                </a:cubicBezTo>
                <a:close/>
                <a:moveTo>
                  <a:pt x="30482" y="36584"/>
                </a:moveTo>
                <a:lnTo>
                  <a:pt x="69518" y="36584"/>
                </a:lnTo>
                <a:cubicBezTo>
                  <a:pt x="72199" y="36584"/>
                  <a:pt x="74389" y="38779"/>
                  <a:pt x="74389" y="41462"/>
                </a:cubicBezTo>
                <a:lnTo>
                  <a:pt x="74389" y="46339"/>
                </a:lnTo>
                <a:cubicBezTo>
                  <a:pt x="74389" y="49023"/>
                  <a:pt x="72199" y="51218"/>
                  <a:pt x="69518" y="51218"/>
                </a:cubicBezTo>
                <a:lnTo>
                  <a:pt x="30482" y="51218"/>
                </a:lnTo>
                <a:cubicBezTo>
                  <a:pt x="27801" y="51218"/>
                  <a:pt x="25611" y="49023"/>
                  <a:pt x="25611" y="46339"/>
                </a:cubicBezTo>
                <a:lnTo>
                  <a:pt x="25611" y="41462"/>
                </a:lnTo>
                <a:cubicBezTo>
                  <a:pt x="25611" y="38779"/>
                  <a:pt x="27801" y="36584"/>
                  <a:pt x="30482" y="36584"/>
                </a:cubicBezTo>
                <a:close/>
                <a:moveTo>
                  <a:pt x="50000" y="68290"/>
                </a:moveTo>
                <a:cubicBezTo>
                  <a:pt x="54051" y="68290"/>
                  <a:pt x="57318" y="71553"/>
                  <a:pt x="57318" y="75604"/>
                </a:cubicBezTo>
                <a:cubicBezTo>
                  <a:pt x="57318" y="79654"/>
                  <a:pt x="54051" y="82920"/>
                  <a:pt x="50000" y="82920"/>
                </a:cubicBezTo>
                <a:cubicBezTo>
                  <a:pt x="45949" y="82920"/>
                  <a:pt x="42683" y="79654"/>
                  <a:pt x="42683" y="75604"/>
                </a:cubicBezTo>
                <a:cubicBezTo>
                  <a:pt x="42683" y="71553"/>
                  <a:pt x="45949" y="68290"/>
                  <a:pt x="50000" y="6829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49" name="Чёрный — SVG 30">
            <a:extLst>
              <a:ext uri="{FF2B5EF4-FFF2-40B4-BE49-F238E27FC236}">
                <a16:creationId xmlns:a16="http://schemas.microsoft.com/office/drawing/2014/main" id="{DBB2BD31-9A20-384F-A6A5-2327A79BFD7C}"/>
              </a:ext>
            </a:extLst>
          </p:cNvPr>
          <p:cNvSpPr>
            <a:spLocks noGrp="1"/>
          </p:cNvSpPr>
          <p:nvPr/>
        </p:nvSpPr>
        <p:spPr>
          <a:xfrm>
            <a:off x="7020000" y="3210000"/>
            <a:ext cx="220000" cy="220000"/>
          </a:xfrm>
          <a:custGeom>
            <a:avLst/>
            <a:gdLst>
              <a:gd name="csX0" fmla="*/ 75114 w 132157"/>
              <a:gd name="csY0" fmla="*/ 62 h 141616"/>
              <a:gd name="csX1" fmla="*/ 68938 w 132157"/>
              <a:gd name="csY1" fmla="*/ 734 h 141616"/>
              <a:gd name="csX2" fmla="*/ 23496 w 132157"/>
              <a:gd name="csY2" fmla="*/ 14937 h 141616"/>
              <a:gd name="csX3" fmla="*/ 14121 w 132157"/>
              <a:gd name="csY3" fmla="*/ 22759 h 141616"/>
              <a:gd name="csX4" fmla="*/ 13032 w 132157"/>
              <a:gd name="csY4" fmla="*/ 34913 h 141616"/>
              <a:gd name="csX5" fmla="*/ 42908 w 132157"/>
              <a:gd name="csY5" fmla="*/ 130424 h 141616"/>
              <a:gd name="csX6" fmla="*/ 50734 w 132157"/>
              <a:gd name="csY6" fmla="*/ 139797 h 141616"/>
              <a:gd name="csX7" fmla="*/ 58101 w 132157"/>
              <a:gd name="csY7" fmla="*/ 141617 h 141616"/>
              <a:gd name="csX8" fmla="*/ 62882 w 132157"/>
              <a:gd name="csY8" fmla="*/ 140885 h 141616"/>
              <a:gd name="csX9" fmla="*/ 108324 w 132157"/>
              <a:gd name="csY9" fmla="*/ 126681 h 141616"/>
              <a:gd name="csX10" fmla="*/ 117699 w 132157"/>
              <a:gd name="csY10" fmla="*/ 118856 h 141616"/>
              <a:gd name="csX11" fmla="*/ 118788 w 132157"/>
              <a:gd name="csY11" fmla="*/ 106693 h 141616"/>
              <a:gd name="csX12" fmla="*/ 88912 w 132157"/>
              <a:gd name="csY12" fmla="*/ 11193 h 141616"/>
              <a:gd name="csX13" fmla="*/ 81086 w 132157"/>
              <a:gd name="csY13" fmla="*/ 1820 h 141616"/>
              <a:gd name="csX14" fmla="*/ 75114 w 132157"/>
              <a:gd name="csY14" fmla="*/ 62 h 141616"/>
              <a:gd name="csX15" fmla="*/ 110587 w 132157"/>
              <a:gd name="csY15" fmla="*/ 22745 h 141616"/>
              <a:gd name="csX16" fmla="*/ 108188 w 132157"/>
              <a:gd name="csY16" fmla="*/ 23359 h 141616"/>
              <a:gd name="csX17" fmla="*/ 106351 w 132157"/>
              <a:gd name="csY17" fmla="*/ 24980 h 141616"/>
              <a:gd name="csX18" fmla="*/ 105415 w 132157"/>
              <a:gd name="csY18" fmla="*/ 27261 h 141616"/>
              <a:gd name="csX19" fmla="*/ 105619 w 132157"/>
              <a:gd name="csY19" fmla="*/ 29716 h 141616"/>
              <a:gd name="csX20" fmla="*/ 121748 w 132157"/>
              <a:gd name="csY20" fmla="*/ 81234 h 141616"/>
              <a:gd name="csX21" fmla="*/ 122718 w 132157"/>
              <a:gd name="csY21" fmla="*/ 83094 h 141616"/>
              <a:gd name="csX22" fmla="*/ 124334 w 132157"/>
              <a:gd name="csY22" fmla="*/ 84431 h 141616"/>
              <a:gd name="csX23" fmla="*/ 126342 w 132157"/>
              <a:gd name="csY23" fmla="*/ 85038 h 141616"/>
              <a:gd name="csX24" fmla="*/ 128434 w 132157"/>
              <a:gd name="csY24" fmla="*/ 84820 h 141616"/>
              <a:gd name="csX25" fmla="*/ 130272 w 132157"/>
              <a:gd name="csY25" fmla="*/ 83811 h 141616"/>
              <a:gd name="csX26" fmla="*/ 131582 w 132157"/>
              <a:gd name="csY26" fmla="*/ 82168 h 141616"/>
              <a:gd name="csX27" fmla="*/ 132143 w 132157"/>
              <a:gd name="csY27" fmla="*/ 80147 h 141616"/>
              <a:gd name="csX28" fmla="*/ 131888 w 132157"/>
              <a:gd name="csY28" fmla="*/ 78065 h 141616"/>
              <a:gd name="csX29" fmla="*/ 115776 w 132157"/>
              <a:gd name="csY29" fmla="*/ 26545 h 141616"/>
              <a:gd name="csX30" fmla="*/ 113820 w 132157"/>
              <a:gd name="csY30" fmla="*/ 23771 h 141616"/>
              <a:gd name="csX31" fmla="*/ 110587 w 132157"/>
              <a:gd name="csY31" fmla="*/ 22745 h 141616"/>
              <a:gd name="csX32" fmla="*/ 5223 w 132157"/>
              <a:gd name="csY32" fmla="*/ 55976 h 141616"/>
              <a:gd name="csX33" fmla="*/ 2841 w 132157"/>
              <a:gd name="csY33" fmla="*/ 56590 h 141616"/>
              <a:gd name="csX34" fmla="*/ 987 w 132157"/>
              <a:gd name="csY34" fmla="*/ 58213 h 141616"/>
              <a:gd name="csX35" fmla="*/ 68 w 132157"/>
              <a:gd name="csY35" fmla="*/ 60498 h 141616"/>
              <a:gd name="csX36" fmla="*/ 272 w 132157"/>
              <a:gd name="csY36" fmla="*/ 62954 h 141616"/>
              <a:gd name="csX37" fmla="*/ 16231 w 132157"/>
              <a:gd name="csY37" fmla="*/ 113974 h 141616"/>
              <a:gd name="csX38" fmla="*/ 17201 w 132157"/>
              <a:gd name="csY38" fmla="*/ 115828 h 141616"/>
              <a:gd name="csX39" fmla="*/ 18817 w 132157"/>
              <a:gd name="csY39" fmla="*/ 117172 h 141616"/>
              <a:gd name="csX40" fmla="*/ 20824 w 132157"/>
              <a:gd name="csY40" fmla="*/ 117767 h 141616"/>
              <a:gd name="csX41" fmla="*/ 22917 w 132157"/>
              <a:gd name="csY41" fmla="*/ 117546 h 141616"/>
              <a:gd name="csX42" fmla="*/ 24755 w 132157"/>
              <a:gd name="csY42" fmla="*/ 116543 h 141616"/>
              <a:gd name="csX43" fmla="*/ 26065 w 132157"/>
              <a:gd name="csY43" fmla="*/ 114909 h 141616"/>
              <a:gd name="csX44" fmla="*/ 26626 w 132157"/>
              <a:gd name="csY44" fmla="*/ 112885 h 141616"/>
              <a:gd name="csX45" fmla="*/ 26371 w 132157"/>
              <a:gd name="csY45" fmla="*/ 110793 h 141616"/>
              <a:gd name="csX46" fmla="*/ 10412 w 132157"/>
              <a:gd name="csY46" fmla="*/ 59777 h 141616"/>
              <a:gd name="csX47" fmla="*/ 8456 w 132157"/>
              <a:gd name="csY47" fmla="*/ 57002 h 141616"/>
              <a:gd name="csX48" fmla="*/ 5223 w 132157"/>
              <a:gd name="csY48" fmla="*/ 55976 h 141616"/>
              <a:gd name="csX49" fmla="*/ 86343 w 132157"/>
              <a:gd name="csY49" fmla="*/ 105434 h 141616"/>
              <a:gd name="csX50" fmla="*/ 91958 w 132157"/>
              <a:gd name="csY50" fmla="*/ 109126 h 141616"/>
              <a:gd name="csX51" fmla="*/ 88470 w 132157"/>
              <a:gd name="csY51" fmla="*/ 115794 h 141616"/>
              <a:gd name="csX52" fmla="*/ 72817 w 132157"/>
              <a:gd name="csY52" fmla="*/ 120676 h 141616"/>
              <a:gd name="csX53" fmla="*/ 71218 w 132157"/>
              <a:gd name="csY53" fmla="*/ 120931 h 141616"/>
              <a:gd name="csX54" fmla="*/ 66148 w 132157"/>
              <a:gd name="csY54" fmla="*/ 117206 h 141616"/>
              <a:gd name="csX55" fmla="*/ 69636 w 132157"/>
              <a:gd name="csY55" fmla="*/ 110538 h 141616"/>
              <a:gd name="csX56" fmla="*/ 85288 w 132157"/>
              <a:gd name="csY56" fmla="*/ 105638 h 141616"/>
              <a:gd name="csX57" fmla="*/ 86343 w 132157"/>
              <a:gd name="csY57" fmla="*/ 105434 h 141616"/>
            </a:gdLst>
            <a:ahLst/>
            <a:cxnLst/>
            <a:rect l="l" t="t" r="r" b="b"/>
            <a:pathLst>
              <a:path w="100000" h="100000">
                <a:moveTo>
                  <a:pt x="56380" y="44"/>
                </a:moveTo>
                <a:cubicBezTo>
                  <a:pt x="54926" y="-85"/>
                  <a:pt x="53449" y="71"/>
                  <a:pt x="52019" y="518"/>
                </a:cubicBezTo>
                <a:lnTo>
                  <a:pt x="19931" y="10548"/>
                </a:lnTo>
                <a:cubicBezTo>
                  <a:pt x="17059" y="11446"/>
                  <a:pt x="14705" y="13405"/>
                  <a:pt x="13311" y="16071"/>
                </a:cubicBezTo>
                <a:cubicBezTo>
                  <a:pt x="11917" y="18736"/>
                  <a:pt x="11641" y="21784"/>
                  <a:pt x="12542" y="24653"/>
                </a:cubicBezTo>
                <a:lnTo>
                  <a:pt x="33639" y="92097"/>
                </a:lnTo>
                <a:cubicBezTo>
                  <a:pt x="34528" y="94967"/>
                  <a:pt x="36498" y="97322"/>
                  <a:pt x="39165" y="98716"/>
                </a:cubicBezTo>
                <a:cubicBezTo>
                  <a:pt x="40799" y="99569"/>
                  <a:pt x="42577" y="100001"/>
                  <a:pt x="44367" y="100001"/>
                </a:cubicBezTo>
                <a:cubicBezTo>
                  <a:pt x="45496" y="100001"/>
                  <a:pt x="46637" y="99833"/>
                  <a:pt x="47743" y="99484"/>
                </a:cubicBezTo>
                <a:lnTo>
                  <a:pt x="79831" y="89454"/>
                </a:lnTo>
                <a:cubicBezTo>
                  <a:pt x="82703" y="88553"/>
                  <a:pt x="85057" y="86595"/>
                  <a:pt x="86451" y="83928"/>
                </a:cubicBezTo>
                <a:cubicBezTo>
                  <a:pt x="87844" y="81262"/>
                  <a:pt x="88121" y="78211"/>
                  <a:pt x="87220" y="75340"/>
                </a:cubicBezTo>
                <a:lnTo>
                  <a:pt x="66124" y="7904"/>
                </a:lnTo>
                <a:cubicBezTo>
                  <a:pt x="65223" y="5033"/>
                  <a:pt x="63264" y="2682"/>
                  <a:pt x="60597" y="1285"/>
                </a:cubicBezTo>
                <a:cubicBezTo>
                  <a:pt x="59264" y="587"/>
                  <a:pt x="57834" y="174"/>
                  <a:pt x="56380" y="44"/>
                </a:cubicBezTo>
                <a:close/>
                <a:moveTo>
                  <a:pt x="81429" y="16061"/>
                </a:moveTo>
                <a:cubicBezTo>
                  <a:pt x="80841" y="16072"/>
                  <a:pt x="80264" y="16220"/>
                  <a:pt x="79735" y="16495"/>
                </a:cubicBezTo>
                <a:cubicBezTo>
                  <a:pt x="79219" y="16769"/>
                  <a:pt x="78774" y="17160"/>
                  <a:pt x="78438" y="17639"/>
                </a:cubicBezTo>
                <a:cubicBezTo>
                  <a:pt x="78089" y="18117"/>
                  <a:pt x="77873" y="18670"/>
                  <a:pt x="77777" y="19250"/>
                </a:cubicBezTo>
                <a:cubicBezTo>
                  <a:pt x="77693" y="19832"/>
                  <a:pt x="77741" y="20425"/>
                  <a:pt x="77921" y="20984"/>
                </a:cubicBezTo>
                <a:lnTo>
                  <a:pt x="89310" y="57362"/>
                </a:lnTo>
                <a:cubicBezTo>
                  <a:pt x="89442" y="57842"/>
                  <a:pt x="89683" y="58289"/>
                  <a:pt x="89995" y="58676"/>
                </a:cubicBezTo>
                <a:cubicBezTo>
                  <a:pt x="90307" y="59063"/>
                  <a:pt x="90691" y="59384"/>
                  <a:pt x="91136" y="59620"/>
                </a:cubicBezTo>
                <a:cubicBezTo>
                  <a:pt x="91580" y="59856"/>
                  <a:pt x="92061" y="60002"/>
                  <a:pt x="92554" y="60048"/>
                </a:cubicBezTo>
                <a:cubicBezTo>
                  <a:pt x="93046" y="60095"/>
                  <a:pt x="93551" y="60043"/>
                  <a:pt x="94031" y="59894"/>
                </a:cubicBezTo>
                <a:cubicBezTo>
                  <a:pt x="94500" y="59745"/>
                  <a:pt x="94944" y="59503"/>
                  <a:pt x="95329" y="59182"/>
                </a:cubicBezTo>
                <a:cubicBezTo>
                  <a:pt x="95713" y="58861"/>
                  <a:pt x="96026" y="58467"/>
                  <a:pt x="96254" y="58022"/>
                </a:cubicBezTo>
                <a:cubicBezTo>
                  <a:pt x="96482" y="57578"/>
                  <a:pt x="96614" y="57092"/>
                  <a:pt x="96650" y="56595"/>
                </a:cubicBezTo>
                <a:cubicBezTo>
                  <a:pt x="96686" y="56097"/>
                  <a:pt x="96626" y="55598"/>
                  <a:pt x="96470" y="55124"/>
                </a:cubicBezTo>
                <a:lnTo>
                  <a:pt x="85093" y="18744"/>
                </a:lnTo>
                <a:cubicBezTo>
                  <a:pt x="84853" y="17958"/>
                  <a:pt x="84372" y="17269"/>
                  <a:pt x="83712" y="16786"/>
                </a:cubicBezTo>
                <a:cubicBezTo>
                  <a:pt x="83051" y="16301"/>
                  <a:pt x="82246" y="16047"/>
                  <a:pt x="81429" y="16061"/>
                </a:cubicBezTo>
                <a:close/>
                <a:moveTo>
                  <a:pt x="7028" y="39527"/>
                </a:moveTo>
                <a:cubicBezTo>
                  <a:pt x="6440" y="39537"/>
                  <a:pt x="5863" y="39686"/>
                  <a:pt x="5346" y="39960"/>
                </a:cubicBezTo>
                <a:cubicBezTo>
                  <a:pt x="4818" y="40234"/>
                  <a:pt x="4373" y="40627"/>
                  <a:pt x="4037" y="41106"/>
                </a:cubicBezTo>
                <a:cubicBezTo>
                  <a:pt x="3688" y="41586"/>
                  <a:pt x="3472" y="42138"/>
                  <a:pt x="3388" y="42720"/>
                </a:cubicBezTo>
                <a:cubicBezTo>
                  <a:pt x="3292" y="43301"/>
                  <a:pt x="3340" y="43895"/>
                  <a:pt x="3532" y="44454"/>
                </a:cubicBezTo>
                <a:lnTo>
                  <a:pt x="14801" y="80481"/>
                </a:lnTo>
                <a:cubicBezTo>
                  <a:pt x="14933" y="80961"/>
                  <a:pt x="15173" y="81406"/>
                  <a:pt x="15486" y="81790"/>
                </a:cubicBezTo>
                <a:cubicBezTo>
                  <a:pt x="15798" y="82174"/>
                  <a:pt x="16182" y="82499"/>
                  <a:pt x="16627" y="82739"/>
                </a:cubicBezTo>
                <a:cubicBezTo>
                  <a:pt x="17071" y="82967"/>
                  <a:pt x="17552" y="83111"/>
                  <a:pt x="18044" y="83159"/>
                </a:cubicBezTo>
                <a:cubicBezTo>
                  <a:pt x="18537" y="83207"/>
                  <a:pt x="19042" y="83159"/>
                  <a:pt x="19522" y="83003"/>
                </a:cubicBezTo>
                <a:cubicBezTo>
                  <a:pt x="19991" y="82859"/>
                  <a:pt x="20435" y="82619"/>
                  <a:pt x="20820" y="82295"/>
                </a:cubicBezTo>
                <a:cubicBezTo>
                  <a:pt x="21204" y="81970"/>
                  <a:pt x="21516" y="81586"/>
                  <a:pt x="21745" y="81141"/>
                </a:cubicBezTo>
                <a:cubicBezTo>
                  <a:pt x="21973" y="80697"/>
                  <a:pt x="22105" y="80205"/>
                  <a:pt x="22141" y="79712"/>
                </a:cubicBezTo>
                <a:cubicBezTo>
                  <a:pt x="22177" y="79208"/>
                  <a:pt x="22117" y="78715"/>
                  <a:pt x="21961" y="78235"/>
                </a:cubicBezTo>
                <a:lnTo>
                  <a:pt x="10692" y="42211"/>
                </a:lnTo>
                <a:cubicBezTo>
                  <a:pt x="10464" y="41425"/>
                  <a:pt x="9971" y="40736"/>
                  <a:pt x="9311" y="40251"/>
                </a:cubicBezTo>
                <a:cubicBezTo>
                  <a:pt x="8650" y="39767"/>
                  <a:pt x="7845" y="39512"/>
                  <a:pt x="7028" y="39527"/>
                </a:cubicBezTo>
                <a:close/>
                <a:moveTo>
                  <a:pt x="64309" y="74451"/>
                </a:moveTo>
                <a:cubicBezTo>
                  <a:pt x="66040" y="74271"/>
                  <a:pt x="67722" y="75328"/>
                  <a:pt x="68274" y="77058"/>
                </a:cubicBezTo>
                <a:cubicBezTo>
                  <a:pt x="68887" y="79040"/>
                  <a:pt x="67782" y="81141"/>
                  <a:pt x="65811" y="81766"/>
                </a:cubicBezTo>
                <a:lnTo>
                  <a:pt x="54758" y="85214"/>
                </a:lnTo>
                <a:cubicBezTo>
                  <a:pt x="54386" y="85334"/>
                  <a:pt x="54001" y="85394"/>
                  <a:pt x="53629" y="85394"/>
                </a:cubicBezTo>
                <a:cubicBezTo>
                  <a:pt x="52031" y="85394"/>
                  <a:pt x="50554" y="84361"/>
                  <a:pt x="50049" y="82763"/>
                </a:cubicBezTo>
                <a:cubicBezTo>
                  <a:pt x="49437" y="80781"/>
                  <a:pt x="50530" y="78679"/>
                  <a:pt x="52512" y="78055"/>
                </a:cubicBezTo>
                <a:lnTo>
                  <a:pt x="63564" y="74595"/>
                </a:lnTo>
                <a:cubicBezTo>
                  <a:pt x="63817" y="74523"/>
                  <a:pt x="64057" y="74475"/>
                  <a:pt x="64309" y="7445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0" name="Чёрный — SVG 31">
            <a:extLst>
              <a:ext uri="{FF2B5EF4-FFF2-40B4-BE49-F238E27FC236}">
                <a16:creationId xmlns:a16="http://schemas.microsoft.com/office/drawing/2014/main" id="{A46CDB76-8D1E-4D4E-8F09-43F440039685}"/>
              </a:ext>
            </a:extLst>
          </p:cNvPr>
          <p:cNvSpPr>
            <a:spLocks noGrp="1"/>
          </p:cNvSpPr>
          <p:nvPr/>
        </p:nvSpPr>
        <p:spPr>
          <a:xfrm>
            <a:off x="7620000" y="3210000"/>
            <a:ext cx="220000" cy="220000"/>
          </a:xfrm>
          <a:custGeom>
            <a:avLst/>
            <a:gdLst>
              <a:gd name="csX0" fmla="*/ 16027 w 127751"/>
              <a:gd name="csY0" fmla="*/ 0 h 127659"/>
              <a:gd name="csX1" fmla="*/ 77 w 127751"/>
              <a:gd name="csY1" fmla="*/ 15948 h 127659"/>
              <a:gd name="csX2" fmla="*/ 77 w 127751"/>
              <a:gd name="csY2" fmla="*/ 90371 h 127659"/>
              <a:gd name="csX3" fmla="*/ 16027 w 127751"/>
              <a:gd name="csY3" fmla="*/ 106319 h 127659"/>
              <a:gd name="csX4" fmla="*/ 58560 w 127751"/>
              <a:gd name="csY4" fmla="*/ 106319 h 127659"/>
              <a:gd name="csX5" fmla="*/ 58560 w 127751"/>
              <a:gd name="csY5" fmla="*/ 116951 h 127659"/>
              <a:gd name="csX6" fmla="*/ 5393 w 127751"/>
              <a:gd name="csY6" fmla="*/ 116951 h 127659"/>
              <a:gd name="csX7" fmla="*/ 3335 w 127751"/>
              <a:gd name="csY7" fmla="*/ 117343 h 127659"/>
              <a:gd name="csX8" fmla="*/ 1584 w 127751"/>
              <a:gd name="csY8" fmla="*/ 118482 h 127659"/>
              <a:gd name="csX9" fmla="*/ 412 w 127751"/>
              <a:gd name="csY9" fmla="*/ 120217 h 127659"/>
              <a:gd name="csX10" fmla="*/ 0 w 127751"/>
              <a:gd name="csY10" fmla="*/ 122259 h 127659"/>
              <a:gd name="csX11" fmla="*/ 412 w 127751"/>
              <a:gd name="csY11" fmla="*/ 124317 h 127659"/>
              <a:gd name="csX12" fmla="*/ 1584 w 127751"/>
              <a:gd name="csY12" fmla="*/ 126052 h 127659"/>
              <a:gd name="csX13" fmla="*/ 3335 w 127751"/>
              <a:gd name="csY13" fmla="*/ 127192 h 127659"/>
              <a:gd name="csX14" fmla="*/ 5393 w 127751"/>
              <a:gd name="csY14" fmla="*/ 127583 h 127659"/>
              <a:gd name="csX15" fmla="*/ 63004 w 127751"/>
              <a:gd name="csY15" fmla="*/ 127583 h 127659"/>
              <a:gd name="csX16" fmla="*/ 64728 w 127751"/>
              <a:gd name="csY16" fmla="*/ 127583 h 127659"/>
              <a:gd name="csX17" fmla="*/ 122360 w 127751"/>
              <a:gd name="csY17" fmla="*/ 127583 h 127659"/>
              <a:gd name="csX18" fmla="*/ 124417 w 127751"/>
              <a:gd name="csY18" fmla="*/ 127192 h 127659"/>
              <a:gd name="csX19" fmla="*/ 126168 w 127751"/>
              <a:gd name="csY19" fmla="*/ 126052 h 127659"/>
              <a:gd name="csX20" fmla="*/ 127340 w 127751"/>
              <a:gd name="csY20" fmla="*/ 124317 h 127659"/>
              <a:gd name="csX21" fmla="*/ 127752 w 127751"/>
              <a:gd name="csY21" fmla="*/ 122259 h 127659"/>
              <a:gd name="csX22" fmla="*/ 127340 w 127751"/>
              <a:gd name="csY22" fmla="*/ 120217 h 127659"/>
              <a:gd name="csX23" fmla="*/ 126168 w 127751"/>
              <a:gd name="csY23" fmla="*/ 118482 h 127659"/>
              <a:gd name="csX24" fmla="*/ 124417 w 127751"/>
              <a:gd name="csY24" fmla="*/ 117343 h 127659"/>
              <a:gd name="csX25" fmla="*/ 122360 w 127751"/>
              <a:gd name="csY25" fmla="*/ 116951 h 127659"/>
              <a:gd name="csX26" fmla="*/ 69194 w 127751"/>
              <a:gd name="csY26" fmla="*/ 116951 h 127659"/>
              <a:gd name="csX27" fmla="*/ 69194 w 127751"/>
              <a:gd name="csY27" fmla="*/ 106319 h 127659"/>
              <a:gd name="csX28" fmla="*/ 111727 w 127751"/>
              <a:gd name="csY28" fmla="*/ 106319 h 127659"/>
              <a:gd name="csX29" fmla="*/ 127677 w 127751"/>
              <a:gd name="csY29" fmla="*/ 90371 h 127659"/>
              <a:gd name="csX30" fmla="*/ 127677 w 127751"/>
              <a:gd name="csY30" fmla="*/ 33668 h 127659"/>
              <a:gd name="csX31" fmla="*/ 111727 w 127751"/>
              <a:gd name="csY31" fmla="*/ 17720 h 127659"/>
              <a:gd name="csX32" fmla="*/ 67572 w 127751"/>
              <a:gd name="csY32" fmla="*/ 17720 h 127659"/>
              <a:gd name="csX33" fmla="*/ 50744 w 127751"/>
              <a:gd name="csY33" fmla="*/ 3696 h 127659"/>
              <a:gd name="csX34" fmla="*/ 40533 w 127751"/>
              <a:gd name="csY34" fmla="*/ 0 h 127659"/>
              <a:gd name="csX35" fmla="*/ 16027 w 127751"/>
              <a:gd name="csY35" fmla="*/ 0 h 127659"/>
            </a:gdLst>
            <a:ahLst/>
            <a:cxnLst/>
            <a:rect l="l" t="t" r="r" b="b"/>
            <a:pathLst>
              <a:path w="100000" h="100000">
                <a:moveTo>
                  <a:pt x="12545" y="36"/>
                </a:moveTo>
                <a:cubicBezTo>
                  <a:pt x="5661" y="36"/>
                  <a:pt x="60" y="5637"/>
                  <a:pt x="60" y="12520"/>
                </a:cubicBezTo>
                <a:lnTo>
                  <a:pt x="60" y="70776"/>
                </a:lnTo>
                <a:cubicBezTo>
                  <a:pt x="60" y="77660"/>
                  <a:pt x="5661" y="83260"/>
                  <a:pt x="12545" y="83260"/>
                </a:cubicBezTo>
                <a:lnTo>
                  <a:pt x="45839" y="83260"/>
                </a:lnTo>
                <a:lnTo>
                  <a:pt x="45839" y="91582"/>
                </a:lnTo>
                <a:lnTo>
                  <a:pt x="4221" y="91582"/>
                </a:lnTo>
                <a:cubicBezTo>
                  <a:pt x="3669" y="91569"/>
                  <a:pt x="3122" y="91675"/>
                  <a:pt x="2611" y="91889"/>
                </a:cubicBezTo>
                <a:cubicBezTo>
                  <a:pt x="2099" y="92089"/>
                  <a:pt x="1633" y="92395"/>
                  <a:pt x="1240" y="92780"/>
                </a:cubicBezTo>
                <a:cubicBezTo>
                  <a:pt x="847" y="93167"/>
                  <a:pt x="535" y="93633"/>
                  <a:pt x="323" y="94139"/>
                </a:cubicBezTo>
                <a:cubicBezTo>
                  <a:pt x="110" y="94645"/>
                  <a:pt x="0" y="95191"/>
                  <a:pt x="0" y="95737"/>
                </a:cubicBezTo>
                <a:cubicBezTo>
                  <a:pt x="0" y="96296"/>
                  <a:pt x="110" y="96842"/>
                  <a:pt x="323" y="97348"/>
                </a:cubicBezTo>
                <a:cubicBezTo>
                  <a:pt x="535" y="97854"/>
                  <a:pt x="847" y="98320"/>
                  <a:pt x="1240" y="98706"/>
                </a:cubicBezTo>
                <a:cubicBezTo>
                  <a:pt x="1633" y="99093"/>
                  <a:pt x="2099" y="99399"/>
                  <a:pt x="2611" y="99598"/>
                </a:cubicBezTo>
                <a:cubicBezTo>
                  <a:pt x="3122" y="99811"/>
                  <a:pt x="3669" y="99918"/>
                  <a:pt x="4221" y="99905"/>
                </a:cubicBezTo>
                <a:lnTo>
                  <a:pt x="49318" y="99905"/>
                </a:lnTo>
                <a:cubicBezTo>
                  <a:pt x="49764" y="99984"/>
                  <a:pt x="50221" y="99984"/>
                  <a:pt x="50667" y="99905"/>
                </a:cubicBezTo>
                <a:lnTo>
                  <a:pt x="95780" y="99905"/>
                </a:lnTo>
                <a:cubicBezTo>
                  <a:pt x="96332" y="99918"/>
                  <a:pt x="96879" y="99811"/>
                  <a:pt x="97390" y="99598"/>
                </a:cubicBezTo>
                <a:cubicBezTo>
                  <a:pt x="97902" y="99399"/>
                  <a:pt x="98368" y="99093"/>
                  <a:pt x="98761" y="98706"/>
                </a:cubicBezTo>
                <a:cubicBezTo>
                  <a:pt x="99154" y="98320"/>
                  <a:pt x="99465" y="97854"/>
                  <a:pt x="99678" y="97348"/>
                </a:cubicBezTo>
                <a:cubicBezTo>
                  <a:pt x="99891" y="96842"/>
                  <a:pt x="100001" y="96296"/>
                  <a:pt x="100001" y="95737"/>
                </a:cubicBezTo>
                <a:cubicBezTo>
                  <a:pt x="100001" y="95191"/>
                  <a:pt x="99891" y="94645"/>
                  <a:pt x="99678" y="94139"/>
                </a:cubicBezTo>
                <a:cubicBezTo>
                  <a:pt x="99465" y="93633"/>
                  <a:pt x="99154" y="93167"/>
                  <a:pt x="98761" y="92780"/>
                </a:cubicBezTo>
                <a:cubicBezTo>
                  <a:pt x="98368" y="92395"/>
                  <a:pt x="97902" y="92089"/>
                  <a:pt x="97390" y="91889"/>
                </a:cubicBezTo>
                <a:cubicBezTo>
                  <a:pt x="96879" y="91675"/>
                  <a:pt x="96332" y="91569"/>
                  <a:pt x="95780" y="91582"/>
                </a:cubicBezTo>
                <a:lnTo>
                  <a:pt x="54163" y="91582"/>
                </a:lnTo>
                <a:lnTo>
                  <a:pt x="54163" y="83260"/>
                </a:lnTo>
                <a:lnTo>
                  <a:pt x="87457" y="83260"/>
                </a:lnTo>
                <a:cubicBezTo>
                  <a:pt x="94340" y="83260"/>
                  <a:pt x="99942" y="77660"/>
                  <a:pt x="99942" y="70776"/>
                </a:cubicBezTo>
                <a:lnTo>
                  <a:pt x="99942" y="26390"/>
                </a:lnTo>
                <a:cubicBezTo>
                  <a:pt x="99942" y="19507"/>
                  <a:pt x="94340" y="13907"/>
                  <a:pt x="87457" y="13907"/>
                </a:cubicBezTo>
                <a:lnTo>
                  <a:pt x="52894" y="13907"/>
                </a:lnTo>
                <a:lnTo>
                  <a:pt x="39721" y="2929"/>
                </a:lnTo>
                <a:cubicBezTo>
                  <a:pt x="37482" y="1065"/>
                  <a:pt x="34643" y="36"/>
                  <a:pt x="31728" y="36"/>
                </a:cubicBezTo>
                <a:lnTo>
                  <a:pt x="12545" y="3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1" name="Чёрный — SVG 32">
            <a:extLst>
              <a:ext uri="{FF2B5EF4-FFF2-40B4-BE49-F238E27FC236}">
                <a16:creationId xmlns:a16="http://schemas.microsoft.com/office/drawing/2014/main" id="{6376A67B-25E4-234A-A4E5-7A0AFAA1F32A}"/>
              </a:ext>
            </a:extLst>
          </p:cNvPr>
          <p:cNvSpPr>
            <a:spLocks noGrp="1"/>
          </p:cNvSpPr>
          <p:nvPr/>
        </p:nvSpPr>
        <p:spPr>
          <a:xfrm>
            <a:off x="8220000" y="3210000"/>
            <a:ext cx="220000" cy="220000"/>
          </a:xfrm>
          <a:custGeom>
            <a:avLst/>
            <a:gdLst>
              <a:gd name="csX0" fmla="*/ 69108 w 85067"/>
              <a:gd name="csY0" fmla="*/ 0 h 141753"/>
              <a:gd name="csX1" fmla="*/ 15942 w 85067"/>
              <a:gd name="csY1" fmla="*/ 0 h 141753"/>
              <a:gd name="csX2" fmla="*/ 0 w 85067"/>
              <a:gd name="csY2" fmla="*/ 15948 h 141753"/>
              <a:gd name="csX3" fmla="*/ 0 w 85067"/>
              <a:gd name="csY3" fmla="*/ 125814 h 141753"/>
              <a:gd name="csX4" fmla="*/ 15942 w 85067"/>
              <a:gd name="csY4" fmla="*/ 141753 h 141753"/>
              <a:gd name="csX5" fmla="*/ 69108 w 85067"/>
              <a:gd name="csY5" fmla="*/ 141753 h 141753"/>
              <a:gd name="csX6" fmla="*/ 85067 w 85067"/>
              <a:gd name="csY6" fmla="*/ 125814 h 141753"/>
              <a:gd name="csX7" fmla="*/ 85067 w 85067"/>
              <a:gd name="csY7" fmla="*/ 15948 h 141753"/>
              <a:gd name="csX8" fmla="*/ 69108 w 85067"/>
              <a:gd name="csY8" fmla="*/ 0 h 141753"/>
              <a:gd name="csX9" fmla="*/ 42534 w 85067"/>
              <a:gd name="csY9" fmla="*/ 17720 h 141753"/>
              <a:gd name="csX10" fmla="*/ 47842 w 85067"/>
              <a:gd name="csY10" fmla="*/ 23036 h 141753"/>
              <a:gd name="csX11" fmla="*/ 42534 w 85067"/>
              <a:gd name="csY11" fmla="*/ 28352 h 141753"/>
              <a:gd name="csX12" fmla="*/ 37208 w 85067"/>
              <a:gd name="csY12" fmla="*/ 23036 h 141753"/>
              <a:gd name="csX13" fmla="*/ 42534 w 85067"/>
              <a:gd name="csY13" fmla="*/ 17720 h 141753"/>
              <a:gd name="csX14" fmla="*/ 51397 w 85067"/>
              <a:gd name="csY14" fmla="*/ 124045 h 141753"/>
              <a:gd name="csX15" fmla="*/ 33670 w 85067"/>
              <a:gd name="csY15" fmla="*/ 124045 h 141753"/>
              <a:gd name="csX16" fmla="*/ 28361 w 85067"/>
              <a:gd name="csY16" fmla="*/ 118720 h 141753"/>
              <a:gd name="csX17" fmla="*/ 33670 w 85067"/>
              <a:gd name="csY17" fmla="*/ 113413 h 141753"/>
              <a:gd name="csX18" fmla="*/ 51397 w 85067"/>
              <a:gd name="csY18" fmla="*/ 113413 h 141753"/>
              <a:gd name="csX19" fmla="*/ 56706 w 85067"/>
              <a:gd name="csY19" fmla="*/ 118720 h 141753"/>
              <a:gd name="csX20" fmla="*/ 51397 w 85067"/>
              <a:gd name="csY20" fmla="*/ 124045 h 141753"/>
            </a:gdLst>
            <a:ahLst/>
            <a:cxnLst/>
            <a:rect l="l" t="t" r="r" b="b"/>
            <a:pathLst>
              <a:path w="100000" h="100000">
                <a:moveTo>
                  <a:pt x="68747" y="0"/>
                </a:moveTo>
                <a:lnTo>
                  <a:pt x="31241" y="0"/>
                </a:lnTo>
                <a:cubicBezTo>
                  <a:pt x="25048" y="0"/>
                  <a:pt x="19995" y="5048"/>
                  <a:pt x="19995" y="11251"/>
                </a:cubicBezTo>
                <a:lnTo>
                  <a:pt x="19995" y="88756"/>
                </a:lnTo>
                <a:cubicBezTo>
                  <a:pt x="19995" y="94960"/>
                  <a:pt x="25048" y="100000"/>
                  <a:pt x="31241" y="100000"/>
                </a:cubicBezTo>
                <a:lnTo>
                  <a:pt x="68747" y="100000"/>
                </a:lnTo>
                <a:cubicBezTo>
                  <a:pt x="74952" y="100000"/>
                  <a:pt x="80005" y="94960"/>
                  <a:pt x="80005" y="88756"/>
                </a:cubicBezTo>
                <a:lnTo>
                  <a:pt x="80005" y="11251"/>
                </a:lnTo>
                <a:cubicBezTo>
                  <a:pt x="80005" y="5048"/>
                  <a:pt x="74952" y="0"/>
                  <a:pt x="68747" y="0"/>
                </a:cubicBezTo>
                <a:close/>
                <a:moveTo>
                  <a:pt x="50000" y="12501"/>
                </a:moveTo>
                <a:cubicBezTo>
                  <a:pt x="52065" y="12501"/>
                  <a:pt x="53745" y="14181"/>
                  <a:pt x="53745" y="16251"/>
                </a:cubicBezTo>
                <a:cubicBezTo>
                  <a:pt x="53745" y="18321"/>
                  <a:pt x="52065" y="20001"/>
                  <a:pt x="50000" y="20001"/>
                </a:cubicBezTo>
                <a:cubicBezTo>
                  <a:pt x="47924" y="20001"/>
                  <a:pt x="46243" y="18321"/>
                  <a:pt x="46243" y="16251"/>
                </a:cubicBezTo>
                <a:cubicBezTo>
                  <a:pt x="46243" y="14181"/>
                  <a:pt x="47924" y="12501"/>
                  <a:pt x="50000" y="12501"/>
                </a:cubicBezTo>
                <a:close/>
                <a:moveTo>
                  <a:pt x="56253" y="87508"/>
                </a:moveTo>
                <a:lnTo>
                  <a:pt x="43747" y="87508"/>
                </a:lnTo>
                <a:cubicBezTo>
                  <a:pt x="41670" y="87508"/>
                  <a:pt x="40002" y="85827"/>
                  <a:pt x="40002" y="83751"/>
                </a:cubicBezTo>
                <a:cubicBezTo>
                  <a:pt x="40002" y="81676"/>
                  <a:pt x="41670" y="80007"/>
                  <a:pt x="43747" y="80007"/>
                </a:cubicBezTo>
                <a:lnTo>
                  <a:pt x="56253" y="80007"/>
                </a:lnTo>
                <a:cubicBezTo>
                  <a:pt x="58330" y="80007"/>
                  <a:pt x="59998" y="81676"/>
                  <a:pt x="59998" y="83751"/>
                </a:cubicBezTo>
                <a:cubicBezTo>
                  <a:pt x="59998" y="85827"/>
                  <a:pt x="58330" y="87508"/>
                  <a:pt x="56253" y="8750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2" name="Чёрный — SVG 33">
            <a:extLst>
              <a:ext uri="{FF2B5EF4-FFF2-40B4-BE49-F238E27FC236}">
                <a16:creationId xmlns:a16="http://schemas.microsoft.com/office/drawing/2014/main" id="{95F35846-72E6-F344-AD92-BAC8440C9005}"/>
              </a:ext>
            </a:extLst>
          </p:cNvPr>
          <p:cNvSpPr>
            <a:spLocks noGrp="1"/>
          </p:cNvSpPr>
          <p:nvPr/>
        </p:nvSpPr>
        <p:spPr>
          <a:xfrm>
            <a:off x="8820000" y="3210000"/>
            <a:ext cx="220000" cy="220000"/>
          </a:xfrm>
          <a:custGeom>
            <a:avLst/>
            <a:gdLst>
              <a:gd name="csX0" fmla="*/ 15942 w 109532"/>
              <a:gd name="csY0" fmla="*/ 0 h 141753"/>
              <a:gd name="csX1" fmla="*/ 0 w 109532"/>
              <a:gd name="csY1" fmla="*/ 15948 h 141753"/>
              <a:gd name="csX2" fmla="*/ 0 w 109532"/>
              <a:gd name="csY2" fmla="*/ 125814 h 141753"/>
              <a:gd name="csX3" fmla="*/ 15942 w 109532"/>
              <a:gd name="csY3" fmla="*/ 141753 h 141753"/>
              <a:gd name="csX4" fmla="*/ 69109 w 109532"/>
              <a:gd name="csY4" fmla="*/ 141753 h 141753"/>
              <a:gd name="csX5" fmla="*/ 85067 w 109532"/>
              <a:gd name="csY5" fmla="*/ 125814 h 141753"/>
              <a:gd name="csX6" fmla="*/ 85067 w 109532"/>
              <a:gd name="csY6" fmla="*/ 100774 h 141753"/>
              <a:gd name="csX7" fmla="*/ 83604 w 109532"/>
              <a:gd name="csY7" fmla="*/ 101556 h 141753"/>
              <a:gd name="csX8" fmla="*/ 77887 w 109532"/>
              <a:gd name="csY8" fmla="*/ 102764 h 141753"/>
              <a:gd name="csX9" fmla="*/ 68377 w 109532"/>
              <a:gd name="csY9" fmla="*/ 99107 h 141753"/>
              <a:gd name="csX10" fmla="*/ 56638 w 109532"/>
              <a:gd name="csY10" fmla="*/ 88599 h 141753"/>
              <a:gd name="csX11" fmla="*/ 45936 w 109532"/>
              <a:gd name="csY11" fmla="*/ 88599 h 141753"/>
              <a:gd name="csX12" fmla="*/ 28361 w 109532"/>
              <a:gd name="csY12" fmla="*/ 71025 h 141753"/>
              <a:gd name="csX13" fmla="*/ 28361 w 109532"/>
              <a:gd name="csY13" fmla="*/ 56703 h 141753"/>
              <a:gd name="csX14" fmla="*/ 45936 w 109532"/>
              <a:gd name="csY14" fmla="*/ 39129 h 141753"/>
              <a:gd name="csX15" fmla="*/ 56689 w 109532"/>
              <a:gd name="csY15" fmla="*/ 39129 h 141753"/>
              <a:gd name="csX16" fmla="*/ 68428 w 109532"/>
              <a:gd name="csY16" fmla="*/ 28574 h 141753"/>
              <a:gd name="csX17" fmla="*/ 83587 w 109532"/>
              <a:gd name="csY17" fmla="*/ 26158 h 141753"/>
              <a:gd name="csX18" fmla="*/ 85067 w 109532"/>
              <a:gd name="csY18" fmla="*/ 26947 h 141753"/>
              <a:gd name="csX19" fmla="*/ 85067 w 109532"/>
              <a:gd name="csY19" fmla="*/ 15948 h 141753"/>
              <a:gd name="csX20" fmla="*/ 69109 w 109532"/>
              <a:gd name="csY20" fmla="*/ 0 h 141753"/>
              <a:gd name="csX21" fmla="*/ 15942 w 109532"/>
              <a:gd name="csY21" fmla="*/ 0 h 141753"/>
              <a:gd name="csX22" fmla="*/ 78755 w 109532"/>
              <a:gd name="csY22" fmla="*/ 32103 h 141753"/>
              <a:gd name="csX23" fmla="*/ 73175 w 109532"/>
              <a:gd name="csY23" fmla="*/ 33847 h 141753"/>
              <a:gd name="csX24" fmla="*/ 59411 w 109532"/>
              <a:gd name="csY24" fmla="*/ 46217 h 141753"/>
              <a:gd name="csX25" fmla="*/ 45936 w 109532"/>
              <a:gd name="csY25" fmla="*/ 46217 h 141753"/>
              <a:gd name="csX26" fmla="*/ 35439 w 109532"/>
              <a:gd name="csY26" fmla="*/ 56703 h 141753"/>
              <a:gd name="csX27" fmla="*/ 35439 w 109532"/>
              <a:gd name="csY27" fmla="*/ 71025 h 141753"/>
              <a:gd name="csX28" fmla="*/ 45936 w 109532"/>
              <a:gd name="csY28" fmla="*/ 81512 h 141753"/>
              <a:gd name="csX29" fmla="*/ 59411 w 109532"/>
              <a:gd name="csY29" fmla="*/ 81512 h 141753"/>
              <a:gd name="csX30" fmla="*/ 59411 w 109532"/>
              <a:gd name="csY30" fmla="*/ 81553 h 141753"/>
              <a:gd name="csX31" fmla="*/ 73141 w 109532"/>
              <a:gd name="csY31" fmla="*/ 93850 h 141753"/>
              <a:gd name="csX32" fmla="*/ 77887 w 109532"/>
              <a:gd name="csY32" fmla="*/ 95687 h 141753"/>
              <a:gd name="csX33" fmla="*/ 80729 w 109532"/>
              <a:gd name="csY33" fmla="*/ 95092 h 141753"/>
              <a:gd name="csX34" fmla="*/ 84914 w 109532"/>
              <a:gd name="csY34" fmla="*/ 88648 h 141753"/>
              <a:gd name="csX35" fmla="*/ 84914 w 109532"/>
              <a:gd name="csY35" fmla="*/ 39088 h 141753"/>
              <a:gd name="csX36" fmla="*/ 80729 w 109532"/>
              <a:gd name="csY36" fmla="*/ 32651 h 141753"/>
              <a:gd name="csX37" fmla="*/ 78755 w 109532"/>
              <a:gd name="csY37" fmla="*/ 32103 h 141753"/>
              <a:gd name="csX38" fmla="*/ 99205 w 109532"/>
              <a:gd name="csY38" fmla="*/ 42465 h 141753"/>
              <a:gd name="csX39" fmla="*/ 96466 w 109532"/>
              <a:gd name="csY39" fmla="*/ 43254 h 141753"/>
              <a:gd name="csX40" fmla="*/ 94544 w 109532"/>
              <a:gd name="csY40" fmla="*/ 45343 h 141753"/>
              <a:gd name="csX41" fmla="*/ 93948 w 109532"/>
              <a:gd name="csY41" fmla="*/ 48131 h 141753"/>
              <a:gd name="csX42" fmla="*/ 94901 w 109532"/>
              <a:gd name="csY42" fmla="*/ 50821 h 141753"/>
              <a:gd name="csX43" fmla="*/ 98899 w 109532"/>
              <a:gd name="csY43" fmla="*/ 63792 h 141753"/>
              <a:gd name="csX44" fmla="*/ 94901 w 109532"/>
              <a:gd name="csY44" fmla="*/ 76763 h 141753"/>
              <a:gd name="csX45" fmla="*/ 94101 w 109532"/>
              <a:gd name="csY45" fmla="*/ 78676 h 141753"/>
              <a:gd name="csX46" fmla="*/ 94084 w 109532"/>
              <a:gd name="csY46" fmla="*/ 80750 h 141753"/>
              <a:gd name="csX47" fmla="*/ 94867 w 109532"/>
              <a:gd name="csY47" fmla="*/ 82672 h 141753"/>
              <a:gd name="csX48" fmla="*/ 96330 w 109532"/>
              <a:gd name="csY48" fmla="*/ 84145 h 141753"/>
              <a:gd name="csX49" fmla="*/ 98235 w 109532"/>
              <a:gd name="csY49" fmla="*/ 84950 h 141753"/>
              <a:gd name="csX50" fmla="*/ 100311 w 109532"/>
              <a:gd name="csY50" fmla="*/ 84960 h 141753"/>
              <a:gd name="csX51" fmla="*/ 102234 w 109532"/>
              <a:gd name="csY51" fmla="*/ 84176 h 141753"/>
              <a:gd name="csX52" fmla="*/ 103714 w 109532"/>
              <a:gd name="csY52" fmla="*/ 82716 h 141753"/>
              <a:gd name="csX53" fmla="*/ 109532 w 109532"/>
              <a:gd name="csY53" fmla="*/ 63792 h 141753"/>
              <a:gd name="csX54" fmla="*/ 103714 w 109532"/>
              <a:gd name="csY54" fmla="*/ 44867 h 141753"/>
              <a:gd name="csX55" fmla="*/ 101774 w 109532"/>
              <a:gd name="csY55" fmla="*/ 43091 h 141753"/>
              <a:gd name="csX56" fmla="*/ 99205 w 109532"/>
              <a:gd name="csY56" fmla="*/ 42465 h 141753"/>
              <a:gd name="csX57" fmla="*/ 33670 w 109532"/>
              <a:gd name="csY57" fmla="*/ 113413 h 141753"/>
              <a:gd name="csX58" fmla="*/ 51397 w 109532"/>
              <a:gd name="csY58" fmla="*/ 113413 h 141753"/>
              <a:gd name="csX59" fmla="*/ 56706 w 109532"/>
              <a:gd name="csY59" fmla="*/ 118720 h 141753"/>
              <a:gd name="csX60" fmla="*/ 51397 w 109532"/>
              <a:gd name="csY60" fmla="*/ 124045 h 141753"/>
              <a:gd name="csX61" fmla="*/ 33670 w 109532"/>
              <a:gd name="csY61" fmla="*/ 124045 h 141753"/>
              <a:gd name="csX62" fmla="*/ 28361 w 109532"/>
              <a:gd name="csY62" fmla="*/ 118720 h 141753"/>
              <a:gd name="csX63" fmla="*/ 33670 w 109532"/>
              <a:gd name="csY63" fmla="*/ 113413 h 141753"/>
            </a:gdLst>
            <a:ahLst/>
            <a:cxnLst/>
            <a:rect l="l" t="t" r="r" b="b"/>
            <a:pathLst>
              <a:path w="100000" h="100000">
                <a:moveTo>
                  <a:pt x="22612" y="0"/>
                </a:moveTo>
                <a:cubicBezTo>
                  <a:pt x="16418" y="0"/>
                  <a:pt x="11365" y="5048"/>
                  <a:pt x="11365" y="11251"/>
                </a:cubicBezTo>
                <a:lnTo>
                  <a:pt x="11365" y="88756"/>
                </a:lnTo>
                <a:cubicBezTo>
                  <a:pt x="11365" y="94960"/>
                  <a:pt x="16418" y="100000"/>
                  <a:pt x="22612" y="100000"/>
                </a:cubicBezTo>
                <a:lnTo>
                  <a:pt x="60118" y="100000"/>
                </a:lnTo>
                <a:cubicBezTo>
                  <a:pt x="66323" y="100000"/>
                  <a:pt x="71376" y="94960"/>
                  <a:pt x="71376" y="88756"/>
                </a:cubicBezTo>
                <a:lnTo>
                  <a:pt x="71376" y="71091"/>
                </a:lnTo>
                <a:cubicBezTo>
                  <a:pt x="71040" y="71295"/>
                  <a:pt x="70704" y="71487"/>
                  <a:pt x="70344" y="71643"/>
                </a:cubicBezTo>
                <a:cubicBezTo>
                  <a:pt x="69060" y="72219"/>
                  <a:pt x="67703" y="72495"/>
                  <a:pt x="66311" y="72495"/>
                </a:cubicBezTo>
                <a:cubicBezTo>
                  <a:pt x="63827" y="72495"/>
                  <a:pt x="61438" y="71583"/>
                  <a:pt x="59602" y="69915"/>
                </a:cubicBezTo>
                <a:lnTo>
                  <a:pt x="51321" y="62502"/>
                </a:lnTo>
                <a:lnTo>
                  <a:pt x="43771" y="62502"/>
                </a:lnTo>
                <a:cubicBezTo>
                  <a:pt x="36930" y="62502"/>
                  <a:pt x="31373" y="56940"/>
                  <a:pt x="31373" y="50105"/>
                </a:cubicBezTo>
                <a:lnTo>
                  <a:pt x="31373" y="40001"/>
                </a:lnTo>
                <a:cubicBezTo>
                  <a:pt x="31373" y="33163"/>
                  <a:pt x="36930" y="27604"/>
                  <a:pt x="43771" y="27604"/>
                </a:cubicBezTo>
                <a:lnTo>
                  <a:pt x="51357" y="27604"/>
                </a:lnTo>
                <a:lnTo>
                  <a:pt x="59638" y="20158"/>
                </a:lnTo>
                <a:cubicBezTo>
                  <a:pt x="62518" y="17542"/>
                  <a:pt x="66719" y="16868"/>
                  <a:pt x="70332" y="18453"/>
                </a:cubicBezTo>
                <a:cubicBezTo>
                  <a:pt x="70692" y="18615"/>
                  <a:pt x="71028" y="18809"/>
                  <a:pt x="71376" y="19010"/>
                </a:cubicBezTo>
                <a:lnTo>
                  <a:pt x="71376" y="11251"/>
                </a:lnTo>
                <a:cubicBezTo>
                  <a:pt x="71376" y="5048"/>
                  <a:pt x="66323" y="0"/>
                  <a:pt x="60118" y="0"/>
                </a:cubicBezTo>
                <a:lnTo>
                  <a:pt x="22612" y="0"/>
                </a:lnTo>
                <a:close/>
                <a:moveTo>
                  <a:pt x="66923" y="22647"/>
                </a:moveTo>
                <a:cubicBezTo>
                  <a:pt x="65507" y="22469"/>
                  <a:pt x="64067" y="22900"/>
                  <a:pt x="62987" y="23877"/>
                </a:cubicBezTo>
                <a:lnTo>
                  <a:pt x="53277" y="32604"/>
                </a:lnTo>
                <a:lnTo>
                  <a:pt x="43771" y="32604"/>
                </a:lnTo>
                <a:cubicBezTo>
                  <a:pt x="39691" y="32604"/>
                  <a:pt x="36366" y="35921"/>
                  <a:pt x="36366" y="40001"/>
                </a:cubicBezTo>
                <a:lnTo>
                  <a:pt x="36366" y="50105"/>
                </a:lnTo>
                <a:cubicBezTo>
                  <a:pt x="36366" y="54182"/>
                  <a:pt x="39691" y="57503"/>
                  <a:pt x="43771" y="57503"/>
                </a:cubicBezTo>
                <a:lnTo>
                  <a:pt x="53277" y="57503"/>
                </a:lnTo>
                <a:lnTo>
                  <a:pt x="53277" y="57532"/>
                </a:lnTo>
                <a:lnTo>
                  <a:pt x="62963" y="66207"/>
                </a:lnTo>
                <a:cubicBezTo>
                  <a:pt x="63899" y="67059"/>
                  <a:pt x="65099" y="67503"/>
                  <a:pt x="66311" y="67503"/>
                </a:cubicBezTo>
                <a:cubicBezTo>
                  <a:pt x="66995" y="67503"/>
                  <a:pt x="67667" y="67359"/>
                  <a:pt x="68316" y="67083"/>
                </a:cubicBezTo>
                <a:cubicBezTo>
                  <a:pt x="70116" y="66279"/>
                  <a:pt x="71268" y="64503"/>
                  <a:pt x="71268" y="62537"/>
                </a:cubicBezTo>
                <a:lnTo>
                  <a:pt x="71268" y="27575"/>
                </a:lnTo>
                <a:cubicBezTo>
                  <a:pt x="71268" y="25609"/>
                  <a:pt x="70116" y="23828"/>
                  <a:pt x="68316" y="23034"/>
                </a:cubicBezTo>
                <a:cubicBezTo>
                  <a:pt x="67859" y="22835"/>
                  <a:pt x="67404" y="22707"/>
                  <a:pt x="66923" y="22647"/>
                </a:cubicBezTo>
                <a:close/>
                <a:moveTo>
                  <a:pt x="81350" y="29957"/>
                </a:moveTo>
                <a:cubicBezTo>
                  <a:pt x="80665" y="29964"/>
                  <a:pt x="80006" y="30156"/>
                  <a:pt x="79417" y="30514"/>
                </a:cubicBezTo>
                <a:cubicBezTo>
                  <a:pt x="78841" y="30871"/>
                  <a:pt x="78373" y="31381"/>
                  <a:pt x="78061" y="31987"/>
                </a:cubicBezTo>
                <a:cubicBezTo>
                  <a:pt x="77737" y="32593"/>
                  <a:pt x="77605" y="33274"/>
                  <a:pt x="77641" y="33954"/>
                </a:cubicBezTo>
                <a:cubicBezTo>
                  <a:pt x="77689" y="34636"/>
                  <a:pt x="77917" y="35291"/>
                  <a:pt x="78313" y="35852"/>
                </a:cubicBezTo>
                <a:cubicBezTo>
                  <a:pt x="80102" y="38506"/>
                  <a:pt x="81134" y="41620"/>
                  <a:pt x="81134" y="45002"/>
                </a:cubicBezTo>
                <a:cubicBezTo>
                  <a:pt x="81134" y="48383"/>
                  <a:pt x="80102" y="51498"/>
                  <a:pt x="78313" y="54153"/>
                </a:cubicBezTo>
                <a:cubicBezTo>
                  <a:pt x="78038" y="54560"/>
                  <a:pt x="77845" y="55019"/>
                  <a:pt x="77749" y="55502"/>
                </a:cubicBezTo>
                <a:cubicBezTo>
                  <a:pt x="77641" y="55985"/>
                  <a:pt x="77641" y="56481"/>
                  <a:pt x="77737" y="56965"/>
                </a:cubicBezTo>
                <a:cubicBezTo>
                  <a:pt x="77833" y="57449"/>
                  <a:pt x="78014" y="57910"/>
                  <a:pt x="78289" y="58321"/>
                </a:cubicBezTo>
                <a:cubicBezTo>
                  <a:pt x="78565" y="58732"/>
                  <a:pt x="78914" y="59086"/>
                  <a:pt x="79321" y="59360"/>
                </a:cubicBezTo>
                <a:cubicBezTo>
                  <a:pt x="79729" y="59637"/>
                  <a:pt x="80186" y="59830"/>
                  <a:pt x="80665" y="59928"/>
                </a:cubicBezTo>
                <a:cubicBezTo>
                  <a:pt x="81146" y="60027"/>
                  <a:pt x="81650" y="60029"/>
                  <a:pt x="82130" y="59935"/>
                </a:cubicBezTo>
                <a:cubicBezTo>
                  <a:pt x="82622" y="59842"/>
                  <a:pt x="83078" y="59653"/>
                  <a:pt x="83486" y="59382"/>
                </a:cubicBezTo>
                <a:cubicBezTo>
                  <a:pt x="83894" y="59110"/>
                  <a:pt x="84254" y="58761"/>
                  <a:pt x="84530" y="58352"/>
                </a:cubicBezTo>
                <a:cubicBezTo>
                  <a:pt x="87111" y="54531"/>
                  <a:pt x="88635" y="49926"/>
                  <a:pt x="88635" y="45002"/>
                </a:cubicBezTo>
                <a:cubicBezTo>
                  <a:pt x="88635" y="40078"/>
                  <a:pt x="87111" y="35472"/>
                  <a:pt x="84530" y="31652"/>
                </a:cubicBezTo>
                <a:cubicBezTo>
                  <a:pt x="84182" y="31126"/>
                  <a:pt x="83714" y="30695"/>
                  <a:pt x="83162" y="30399"/>
                </a:cubicBezTo>
                <a:cubicBezTo>
                  <a:pt x="82598" y="30103"/>
                  <a:pt x="81986" y="29951"/>
                  <a:pt x="81350" y="29957"/>
                </a:cubicBezTo>
                <a:close/>
                <a:moveTo>
                  <a:pt x="35118" y="80007"/>
                </a:moveTo>
                <a:lnTo>
                  <a:pt x="47623" y="80007"/>
                </a:lnTo>
                <a:cubicBezTo>
                  <a:pt x="49700" y="80007"/>
                  <a:pt x="51369" y="81676"/>
                  <a:pt x="51369" y="83751"/>
                </a:cubicBezTo>
                <a:cubicBezTo>
                  <a:pt x="51369" y="85827"/>
                  <a:pt x="49700" y="87508"/>
                  <a:pt x="47623" y="87508"/>
                </a:cubicBezTo>
                <a:lnTo>
                  <a:pt x="35118" y="87508"/>
                </a:lnTo>
                <a:cubicBezTo>
                  <a:pt x="33041" y="87508"/>
                  <a:pt x="31373" y="85827"/>
                  <a:pt x="31373" y="83751"/>
                </a:cubicBezTo>
                <a:cubicBezTo>
                  <a:pt x="31373" y="81676"/>
                  <a:pt x="33041" y="80007"/>
                  <a:pt x="35118" y="8000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3" name="Чёрный — SVG 34">
            <a:extLst>
              <a:ext uri="{FF2B5EF4-FFF2-40B4-BE49-F238E27FC236}">
                <a16:creationId xmlns:a16="http://schemas.microsoft.com/office/drawing/2014/main" id="{3BE9DB34-709F-D545-AB8A-1D70385D5D51}"/>
              </a:ext>
            </a:extLst>
          </p:cNvPr>
          <p:cNvSpPr>
            <a:spLocks noGrp="1"/>
          </p:cNvSpPr>
          <p:nvPr/>
        </p:nvSpPr>
        <p:spPr>
          <a:xfrm>
            <a:off x="9420000" y="3210000"/>
            <a:ext cx="220000" cy="220000"/>
          </a:xfrm>
          <a:custGeom>
            <a:avLst/>
            <a:gdLst>
              <a:gd name="csX0" fmla="*/ 19497 w 113428"/>
              <a:gd name="csY0" fmla="*/ 0 h 141830"/>
              <a:gd name="csX1" fmla="*/ 0 w 113428"/>
              <a:gd name="csY1" fmla="*/ 19491 h 141830"/>
              <a:gd name="csX2" fmla="*/ 0 w 113428"/>
              <a:gd name="csY2" fmla="*/ 122259 h 141830"/>
              <a:gd name="csX3" fmla="*/ 19497 w 113428"/>
              <a:gd name="csY3" fmla="*/ 141754 h 141830"/>
              <a:gd name="csX4" fmla="*/ 25707 w 113428"/>
              <a:gd name="csY4" fmla="*/ 141754 h 141830"/>
              <a:gd name="csX5" fmla="*/ 27443 w 113428"/>
              <a:gd name="csY5" fmla="*/ 141754 h 141830"/>
              <a:gd name="csX6" fmla="*/ 43435 w 113428"/>
              <a:gd name="csY6" fmla="*/ 141754 h 141830"/>
              <a:gd name="csX7" fmla="*/ 45154 w 113428"/>
              <a:gd name="csY7" fmla="*/ 141754 h 141830"/>
              <a:gd name="csX8" fmla="*/ 61163 w 113428"/>
              <a:gd name="csY8" fmla="*/ 141754 h 141830"/>
              <a:gd name="csX9" fmla="*/ 62881 w 113428"/>
              <a:gd name="csY9" fmla="*/ 141754 h 141830"/>
              <a:gd name="csX10" fmla="*/ 93931 w 113428"/>
              <a:gd name="csY10" fmla="*/ 141754 h 141830"/>
              <a:gd name="csX11" fmla="*/ 113428 w 113428"/>
              <a:gd name="csY11" fmla="*/ 122259 h 141830"/>
              <a:gd name="csX12" fmla="*/ 113428 w 113428"/>
              <a:gd name="csY12" fmla="*/ 19491 h 141830"/>
              <a:gd name="csX13" fmla="*/ 93931 w 113428"/>
              <a:gd name="csY13" fmla="*/ 0 h 141830"/>
              <a:gd name="csX14" fmla="*/ 19497 w 113428"/>
              <a:gd name="csY14" fmla="*/ 0 h 141830"/>
              <a:gd name="csX15" fmla="*/ 19497 w 113428"/>
              <a:gd name="csY15" fmla="*/ 106319 h 141830"/>
              <a:gd name="csX16" fmla="*/ 93931 w 113428"/>
              <a:gd name="csY16" fmla="*/ 106319 h 141830"/>
              <a:gd name="csX17" fmla="*/ 102795 w 113428"/>
              <a:gd name="csY17" fmla="*/ 115182 h 141830"/>
              <a:gd name="csX18" fmla="*/ 102795 w 113428"/>
              <a:gd name="csY18" fmla="*/ 122259 h 141830"/>
              <a:gd name="csX19" fmla="*/ 93931 w 113428"/>
              <a:gd name="csY19" fmla="*/ 131122 h 141830"/>
              <a:gd name="csX20" fmla="*/ 67339 w 113428"/>
              <a:gd name="csY20" fmla="*/ 131122 h 141830"/>
              <a:gd name="csX21" fmla="*/ 67339 w 113428"/>
              <a:gd name="csY21" fmla="*/ 122259 h 141830"/>
              <a:gd name="csX22" fmla="*/ 66948 w 113428"/>
              <a:gd name="csY22" fmla="*/ 120183 h 141830"/>
              <a:gd name="csX23" fmla="*/ 65791 w 113428"/>
              <a:gd name="csY23" fmla="*/ 118431 h 141830"/>
              <a:gd name="csX24" fmla="*/ 64021 w 113428"/>
              <a:gd name="csY24" fmla="*/ 117258 h 141830"/>
              <a:gd name="csX25" fmla="*/ 61946 w 113428"/>
              <a:gd name="csY25" fmla="*/ 116883 h 141830"/>
              <a:gd name="csX26" fmla="*/ 58220 w 113428"/>
              <a:gd name="csY26" fmla="*/ 118482 h 141830"/>
              <a:gd name="csX27" fmla="*/ 56706 w 113428"/>
              <a:gd name="csY27" fmla="*/ 122259 h 141830"/>
              <a:gd name="csX28" fmla="*/ 56706 w 113428"/>
              <a:gd name="csY28" fmla="*/ 131122 h 141830"/>
              <a:gd name="csX29" fmla="*/ 49628 w 113428"/>
              <a:gd name="csY29" fmla="*/ 131122 h 141830"/>
              <a:gd name="csX30" fmla="*/ 49628 w 113428"/>
              <a:gd name="csY30" fmla="*/ 122259 h 141830"/>
              <a:gd name="csX31" fmla="*/ 49237 w 113428"/>
              <a:gd name="csY31" fmla="*/ 120183 h 141830"/>
              <a:gd name="csX32" fmla="*/ 48063 w 113428"/>
              <a:gd name="csY32" fmla="*/ 118431 h 141830"/>
              <a:gd name="csX33" fmla="*/ 46293 w 113428"/>
              <a:gd name="csY33" fmla="*/ 117258 h 141830"/>
              <a:gd name="csX34" fmla="*/ 44218 w 113428"/>
              <a:gd name="csY34" fmla="*/ 116883 h 141830"/>
              <a:gd name="csX35" fmla="*/ 40492 w 113428"/>
              <a:gd name="csY35" fmla="*/ 118482 h 141830"/>
              <a:gd name="csX36" fmla="*/ 38995 w 113428"/>
              <a:gd name="csY36" fmla="*/ 122259 h 141830"/>
              <a:gd name="csX37" fmla="*/ 38995 w 113428"/>
              <a:gd name="csY37" fmla="*/ 131122 h 141830"/>
              <a:gd name="csX38" fmla="*/ 31900 w 113428"/>
              <a:gd name="csY38" fmla="*/ 131122 h 141830"/>
              <a:gd name="csX39" fmla="*/ 31900 w 113428"/>
              <a:gd name="csY39" fmla="*/ 122259 h 141830"/>
              <a:gd name="csX40" fmla="*/ 31509 w 113428"/>
              <a:gd name="csY40" fmla="*/ 120183 h 141830"/>
              <a:gd name="csX41" fmla="*/ 30335 w 113428"/>
              <a:gd name="csY41" fmla="*/ 118431 h 141830"/>
              <a:gd name="csX42" fmla="*/ 28583 w 113428"/>
              <a:gd name="csY42" fmla="*/ 117258 h 141830"/>
              <a:gd name="csX43" fmla="*/ 26507 w 113428"/>
              <a:gd name="csY43" fmla="*/ 116883 h 141830"/>
              <a:gd name="csX44" fmla="*/ 22764 w 113428"/>
              <a:gd name="csY44" fmla="*/ 118482 h 141830"/>
              <a:gd name="csX45" fmla="*/ 21267 w 113428"/>
              <a:gd name="csY45" fmla="*/ 122259 h 141830"/>
              <a:gd name="csX46" fmla="*/ 21267 w 113428"/>
              <a:gd name="csY46" fmla="*/ 131122 h 141830"/>
              <a:gd name="csX47" fmla="*/ 19497 w 113428"/>
              <a:gd name="csY47" fmla="*/ 131122 h 141830"/>
              <a:gd name="csX48" fmla="*/ 10633 w 113428"/>
              <a:gd name="csY48" fmla="*/ 122259 h 141830"/>
              <a:gd name="csX49" fmla="*/ 10633 w 113428"/>
              <a:gd name="csY49" fmla="*/ 115182 h 141830"/>
              <a:gd name="csX50" fmla="*/ 19497 w 113428"/>
              <a:gd name="csY50" fmla="*/ 106319 h 141830"/>
              <a:gd name="csX51" fmla="*/ 90375 w 113428"/>
              <a:gd name="csY51" fmla="*/ 113413 h 141830"/>
              <a:gd name="csX52" fmla="*/ 86632 w 113428"/>
              <a:gd name="csY52" fmla="*/ 114961 h 141830"/>
              <a:gd name="csX53" fmla="*/ 85067 w 113428"/>
              <a:gd name="csY53" fmla="*/ 118720 h 141830"/>
              <a:gd name="csX54" fmla="*/ 86632 w 113428"/>
              <a:gd name="csY54" fmla="*/ 122480 h 141830"/>
              <a:gd name="csX55" fmla="*/ 90375 w 113428"/>
              <a:gd name="csY55" fmla="*/ 124045 h 141830"/>
              <a:gd name="csX56" fmla="*/ 94135 w 113428"/>
              <a:gd name="csY56" fmla="*/ 122480 h 141830"/>
              <a:gd name="csX57" fmla="*/ 95700 w 113428"/>
              <a:gd name="csY57" fmla="*/ 118720 h 141830"/>
              <a:gd name="csX58" fmla="*/ 94135 w 113428"/>
              <a:gd name="csY58" fmla="*/ 114961 h 141830"/>
              <a:gd name="csX59" fmla="*/ 90375 w 113428"/>
              <a:gd name="csY59" fmla="*/ 113413 h 141830"/>
            </a:gdLst>
            <a:ahLst/>
            <a:cxnLst/>
            <a:rect l="l" t="t" r="r" b="b"/>
            <a:pathLst>
              <a:path w="100000" h="100000">
                <a:moveTo>
                  <a:pt x="23759" y="0"/>
                </a:moveTo>
                <a:cubicBezTo>
                  <a:pt x="16179" y="0"/>
                  <a:pt x="10013" y="6165"/>
                  <a:pt x="10013" y="13743"/>
                </a:cubicBezTo>
                <a:lnTo>
                  <a:pt x="10013" y="86201"/>
                </a:lnTo>
                <a:cubicBezTo>
                  <a:pt x="10013" y="93781"/>
                  <a:pt x="16179" y="99946"/>
                  <a:pt x="23759" y="99946"/>
                </a:cubicBezTo>
                <a:lnTo>
                  <a:pt x="28138" y="99946"/>
                </a:lnTo>
                <a:cubicBezTo>
                  <a:pt x="28546" y="100018"/>
                  <a:pt x="28954" y="100018"/>
                  <a:pt x="29362" y="99946"/>
                </a:cubicBezTo>
                <a:lnTo>
                  <a:pt x="40637" y="99946"/>
                </a:lnTo>
                <a:cubicBezTo>
                  <a:pt x="41034" y="100018"/>
                  <a:pt x="41453" y="100018"/>
                  <a:pt x="41849" y="99946"/>
                </a:cubicBezTo>
                <a:lnTo>
                  <a:pt x="53137" y="99946"/>
                </a:lnTo>
                <a:cubicBezTo>
                  <a:pt x="53533" y="100018"/>
                  <a:pt x="53941" y="100018"/>
                  <a:pt x="54348" y="99946"/>
                </a:cubicBezTo>
                <a:lnTo>
                  <a:pt x="76241" y="99946"/>
                </a:lnTo>
                <a:cubicBezTo>
                  <a:pt x="83822" y="99946"/>
                  <a:pt x="89987" y="93781"/>
                  <a:pt x="89987" y="86201"/>
                </a:cubicBezTo>
                <a:lnTo>
                  <a:pt x="89987" y="13743"/>
                </a:lnTo>
                <a:cubicBezTo>
                  <a:pt x="89987" y="6165"/>
                  <a:pt x="83822" y="0"/>
                  <a:pt x="76241" y="0"/>
                </a:cubicBezTo>
                <a:lnTo>
                  <a:pt x="23759" y="0"/>
                </a:lnTo>
                <a:close/>
                <a:moveTo>
                  <a:pt x="23759" y="74962"/>
                </a:moveTo>
                <a:lnTo>
                  <a:pt x="76241" y="74962"/>
                </a:lnTo>
                <a:cubicBezTo>
                  <a:pt x="79683" y="74962"/>
                  <a:pt x="82490" y="77769"/>
                  <a:pt x="82490" y="81211"/>
                </a:cubicBezTo>
                <a:lnTo>
                  <a:pt x="82490" y="86201"/>
                </a:lnTo>
                <a:cubicBezTo>
                  <a:pt x="82490" y="89655"/>
                  <a:pt x="79683" y="92450"/>
                  <a:pt x="76241" y="92450"/>
                </a:cubicBezTo>
                <a:lnTo>
                  <a:pt x="57491" y="92450"/>
                </a:lnTo>
                <a:lnTo>
                  <a:pt x="57491" y="86201"/>
                </a:lnTo>
                <a:cubicBezTo>
                  <a:pt x="57503" y="85709"/>
                  <a:pt x="57407" y="85206"/>
                  <a:pt x="57216" y="84737"/>
                </a:cubicBezTo>
                <a:cubicBezTo>
                  <a:pt x="57035" y="84282"/>
                  <a:pt x="56748" y="83850"/>
                  <a:pt x="56400" y="83502"/>
                </a:cubicBezTo>
                <a:cubicBezTo>
                  <a:pt x="56040" y="83142"/>
                  <a:pt x="55620" y="82867"/>
                  <a:pt x="55152" y="82675"/>
                </a:cubicBezTo>
                <a:cubicBezTo>
                  <a:pt x="54684" y="82495"/>
                  <a:pt x="54192" y="82399"/>
                  <a:pt x="53689" y="82411"/>
                </a:cubicBezTo>
                <a:cubicBezTo>
                  <a:pt x="52693" y="82423"/>
                  <a:pt x="51746" y="82831"/>
                  <a:pt x="51062" y="83538"/>
                </a:cubicBezTo>
                <a:cubicBezTo>
                  <a:pt x="50366" y="84258"/>
                  <a:pt x="49982" y="85218"/>
                  <a:pt x="49994" y="86201"/>
                </a:cubicBezTo>
                <a:lnTo>
                  <a:pt x="49994" y="92450"/>
                </a:lnTo>
                <a:lnTo>
                  <a:pt x="45004" y="92450"/>
                </a:lnTo>
                <a:lnTo>
                  <a:pt x="45004" y="86201"/>
                </a:lnTo>
                <a:cubicBezTo>
                  <a:pt x="45004" y="85709"/>
                  <a:pt x="44908" y="85206"/>
                  <a:pt x="44728" y="84737"/>
                </a:cubicBezTo>
                <a:cubicBezTo>
                  <a:pt x="44536" y="84282"/>
                  <a:pt x="44260" y="83850"/>
                  <a:pt x="43900" y="83502"/>
                </a:cubicBezTo>
                <a:cubicBezTo>
                  <a:pt x="43540" y="83142"/>
                  <a:pt x="43121" y="82867"/>
                  <a:pt x="42652" y="82675"/>
                </a:cubicBezTo>
                <a:cubicBezTo>
                  <a:pt x="42197" y="82495"/>
                  <a:pt x="41693" y="82399"/>
                  <a:pt x="41189" y="82411"/>
                </a:cubicBezTo>
                <a:cubicBezTo>
                  <a:pt x="40194" y="82423"/>
                  <a:pt x="39258" y="82831"/>
                  <a:pt x="38562" y="83538"/>
                </a:cubicBezTo>
                <a:cubicBezTo>
                  <a:pt x="37866" y="84258"/>
                  <a:pt x="37483" y="85218"/>
                  <a:pt x="37507" y="86201"/>
                </a:cubicBezTo>
                <a:lnTo>
                  <a:pt x="37507" y="92450"/>
                </a:lnTo>
                <a:lnTo>
                  <a:pt x="32504" y="92450"/>
                </a:lnTo>
                <a:lnTo>
                  <a:pt x="32504" y="86201"/>
                </a:lnTo>
                <a:cubicBezTo>
                  <a:pt x="32516" y="85709"/>
                  <a:pt x="32421" y="85206"/>
                  <a:pt x="32229" y="84737"/>
                </a:cubicBezTo>
                <a:cubicBezTo>
                  <a:pt x="32037" y="84282"/>
                  <a:pt x="31761" y="83850"/>
                  <a:pt x="31401" y="83502"/>
                </a:cubicBezTo>
                <a:cubicBezTo>
                  <a:pt x="31053" y="83142"/>
                  <a:pt x="30633" y="82867"/>
                  <a:pt x="30166" y="82675"/>
                </a:cubicBezTo>
                <a:cubicBezTo>
                  <a:pt x="29698" y="82495"/>
                  <a:pt x="29193" y="82399"/>
                  <a:pt x="28702" y="82411"/>
                </a:cubicBezTo>
                <a:cubicBezTo>
                  <a:pt x="27706" y="82423"/>
                  <a:pt x="26759" y="82831"/>
                  <a:pt x="26063" y="83538"/>
                </a:cubicBezTo>
                <a:cubicBezTo>
                  <a:pt x="25379" y="84258"/>
                  <a:pt x="24995" y="85218"/>
                  <a:pt x="25007" y="86201"/>
                </a:cubicBezTo>
                <a:lnTo>
                  <a:pt x="25007" y="92450"/>
                </a:lnTo>
                <a:lnTo>
                  <a:pt x="23759" y="92450"/>
                </a:lnTo>
                <a:cubicBezTo>
                  <a:pt x="20317" y="92450"/>
                  <a:pt x="17510" y="89655"/>
                  <a:pt x="17510" y="86201"/>
                </a:cubicBezTo>
                <a:lnTo>
                  <a:pt x="17510" y="81211"/>
                </a:lnTo>
                <a:cubicBezTo>
                  <a:pt x="17510" y="77769"/>
                  <a:pt x="20317" y="74962"/>
                  <a:pt x="23759" y="74962"/>
                </a:cubicBezTo>
                <a:close/>
                <a:moveTo>
                  <a:pt x="73733" y="79964"/>
                </a:moveTo>
                <a:cubicBezTo>
                  <a:pt x="72750" y="79964"/>
                  <a:pt x="71790" y="80360"/>
                  <a:pt x="71094" y="81055"/>
                </a:cubicBezTo>
                <a:cubicBezTo>
                  <a:pt x="70386" y="81763"/>
                  <a:pt x="69991" y="82711"/>
                  <a:pt x="69991" y="83706"/>
                </a:cubicBezTo>
                <a:cubicBezTo>
                  <a:pt x="69991" y="84701"/>
                  <a:pt x="70386" y="85661"/>
                  <a:pt x="71094" y="86357"/>
                </a:cubicBezTo>
                <a:cubicBezTo>
                  <a:pt x="71790" y="87065"/>
                  <a:pt x="72750" y="87460"/>
                  <a:pt x="73733" y="87460"/>
                </a:cubicBezTo>
                <a:cubicBezTo>
                  <a:pt x="74729" y="87460"/>
                  <a:pt x="75689" y="87065"/>
                  <a:pt x="76384" y="86357"/>
                </a:cubicBezTo>
                <a:cubicBezTo>
                  <a:pt x="77092" y="85661"/>
                  <a:pt x="77488" y="84701"/>
                  <a:pt x="77488" y="83706"/>
                </a:cubicBezTo>
                <a:cubicBezTo>
                  <a:pt x="77488" y="82711"/>
                  <a:pt x="77092" y="81763"/>
                  <a:pt x="76384" y="81055"/>
                </a:cubicBezTo>
                <a:cubicBezTo>
                  <a:pt x="75689" y="80360"/>
                  <a:pt x="74729" y="79964"/>
                  <a:pt x="73733" y="7996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4" name="Чёрный — SVG 35">
            <a:extLst>
              <a:ext uri="{FF2B5EF4-FFF2-40B4-BE49-F238E27FC236}">
                <a16:creationId xmlns:a16="http://schemas.microsoft.com/office/drawing/2014/main" id="{A05CB2B6-7C93-414A-AE94-385BB5CC83B4}"/>
              </a:ext>
            </a:extLst>
          </p:cNvPr>
          <p:cNvSpPr>
            <a:spLocks noGrp="1"/>
          </p:cNvSpPr>
          <p:nvPr/>
        </p:nvSpPr>
        <p:spPr>
          <a:xfrm>
            <a:off x="10020000" y="3210000"/>
            <a:ext cx="220000" cy="220000"/>
          </a:xfrm>
          <a:custGeom>
            <a:avLst/>
            <a:gdLst>
              <a:gd name="csX0" fmla="*/ 0 w 127600"/>
              <a:gd name="csY0" fmla="*/ 115182 h 127583"/>
              <a:gd name="csX1" fmla="*/ 12406 w 127600"/>
              <a:gd name="csY1" fmla="*/ 127583 h 127583"/>
              <a:gd name="csX2" fmla="*/ 115194 w 127600"/>
              <a:gd name="csY2" fmla="*/ 127583 h 127583"/>
              <a:gd name="csX3" fmla="*/ 127601 w 127600"/>
              <a:gd name="csY3" fmla="*/ 115182 h 127583"/>
              <a:gd name="csX4" fmla="*/ 127601 w 127600"/>
              <a:gd name="csY4" fmla="*/ 92144 h 127583"/>
              <a:gd name="csX5" fmla="*/ 0 w 127600"/>
              <a:gd name="csY5" fmla="*/ 92144 h 127583"/>
              <a:gd name="csX6" fmla="*/ 0 w 127600"/>
              <a:gd name="csY6" fmla="*/ 115182 h 127583"/>
              <a:gd name="csX7" fmla="*/ 0 w 127600"/>
              <a:gd name="csY7" fmla="*/ 81512 h 127583"/>
              <a:gd name="csX8" fmla="*/ 127601 w 127600"/>
              <a:gd name="csY8" fmla="*/ 81512 h 127583"/>
              <a:gd name="csX9" fmla="*/ 127601 w 127600"/>
              <a:gd name="csY9" fmla="*/ 46071 h 127583"/>
              <a:gd name="csX10" fmla="*/ 0 w 127600"/>
              <a:gd name="csY10" fmla="*/ 46071 h 127583"/>
              <a:gd name="csX11" fmla="*/ 0 w 127600"/>
              <a:gd name="csY11" fmla="*/ 81512 h 127583"/>
              <a:gd name="csX12" fmla="*/ 115194 w 127600"/>
              <a:gd name="csY12" fmla="*/ 0 h 127583"/>
              <a:gd name="csX13" fmla="*/ 12406 w 127600"/>
              <a:gd name="csY13" fmla="*/ 0 h 127583"/>
              <a:gd name="csX14" fmla="*/ 0 w 127600"/>
              <a:gd name="csY14" fmla="*/ 12404 h 127583"/>
              <a:gd name="csX15" fmla="*/ 0 w 127600"/>
              <a:gd name="csY15" fmla="*/ 35439 h 127583"/>
              <a:gd name="csX16" fmla="*/ 127601 w 127600"/>
              <a:gd name="csY16" fmla="*/ 35439 h 127583"/>
              <a:gd name="csX17" fmla="*/ 127601 w 127600"/>
              <a:gd name="csY17" fmla="*/ 12404 h 127583"/>
              <a:gd name="csX18" fmla="*/ 115194 w 127600"/>
              <a:gd name="csY18" fmla="*/ 0 h 127583"/>
              <a:gd name="csX19" fmla="*/ 109878 w 127600"/>
              <a:gd name="csY19" fmla="*/ 17720 h 127583"/>
              <a:gd name="csX20" fmla="*/ 102790 w 127600"/>
              <a:gd name="csY20" fmla="*/ 24807 h 127583"/>
              <a:gd name="csX21" fmla="*/ 95700 w 127600"/>
              <a:gd name="csY21" fmla="*/ 17720 h 127583"/>
              <a:gd name="csX22" fmla="*/ 102790 w 127600"/>
              <a:gd name="csY22" fmla="*/ 10632 h 127583"/>
              <a:gd name="csX23" fmla="*/ 109878 w 127600"/>
              <a:gd name="csY23" fmla="*/ 17720 h 127583"/>
              <a:gd name="csX24" fmla="*/ 54940 w 127600"/>
              <a:gd name="csY24" fmla="*/ 23036 h 127583"/>
              <a:gd name="csX25" fmla="*/ 23040 w 127600"/>
              <a:gd name="csY25" fmla="*/ 23036 h 127583"/>
              <a:gd name="csX26" fmla="*/ 17723 w 127600"/>
              <a:gd name="csY26" fmla="*/ 17720 h 127583"/>
              <a:gd name="csX27" fmla="*/ 23040 w 127600"/>
              <a:gd name="csY27" fmla="*/ 12404 h 127583"/>
              <a:gd name="csX28" fmla="*/ 54940 w 127600"/>
              <a:gd name="csY28" fmla="*/ 12404 h 127583"/>
              <a:gd name="csX29" fmla="*/ 60256 w 127600"/>
              <a:gd name="csY29" fmla="*/ 17720 h 127583"/>
              <a:gd name="csX30" fmla="*/ 54940 w 127600"/>
              <a:gd name="csY30" fmla="*/ 23036 h 127583"/>
              <a:gd name="csX31" fmla="*/ 109878 w 127600"/>
              <a:gd name="csY31" fmla="*/ 63792 h 127583"/>
              <a:gd name="csX32" fmla="*/ 102790 w 127600"/>
              <a:gd name="csY32" fmla="*/ 70880 h 127583"/>
              <a:gd name="csX33" fmla="*/ 95700 w 127600"/>
              <a:gd name="csY33" fmla="*/ 63792 h 127583"/>
              <a:gd name="csX34" fmla="*/ 102790 w 127600"/>
              <a:gd name="csY34" fmla="*/ 56703 h 127583"/>
              <a:gd name="csX35" fmla="*/ 109878 w 127600"/>
              <a:gd name="csY35" fmla="*/ 63792 h 127583"/>
              <a:gd name="csX36" fmla="*/ 54940 w 127600"/>
              <a:gd name="csY36" fmla="*/ 69108 h 127583"/>
              <a:gd name="csX37" fmla="*/ 23040 w 127600"/>
              <a:gd name="csY37" fmla="*/ 69108 h 127583"/>
              <a:gd name="csX38" fmla="*/ 17723 w 127600"/>
              <a:gd name="csY38" fmla="*/ 63792 h 127583"/>
              <a:gd name="csX39" fmla="*/ 23040 w 127600"/>
              <a:gd name="csY39" fmla="*/ 58476 h 127583"/>
              <a:gd name="csX40" fmla="*/ 54940 w 127600"/>
              <a:gd name="csY40" fmla="*/ 58476 h 127583"/>
              <a:gd name="csX41" fmla="*/ 60256 w 127600"/>
              <a:gd name="csY41" fmla="*/ 63792 h 127583"/>
              <a:gd name="csX42" fmla="*/ 54940 w 127600"/>
              <a:gd name="csY42" fmla="*/ 69108 h 127583"/>
              <a:gd name="csX43" fmla="*/ 109878 w 127600"/>
              <a:gd name="csY43" fmla="*/ 109858 h 127583"/>
              <a:gd name="csX44" fmla="*/ 102790 w 127600"/>
              <a:gd name="csY44" fmla="*/ 116951 h 127583"/>
              <a:gd name="csX45" fmla="*/ 95700 w 127600"/>
              <a:gd name="csY45" fmla="*/ 109858 h 127583"/>
              <a:gd name="csX46" fmla="*/ 102790 w 127600"/>
              <a:gd name="csY46" fmla="*/ 102776 h 127583"/>
              <a:gd name="csX47" fmla="*/ 109878 w 127600"/>
              <a:gd name="csY47" fmla="*/ 109858 h 127583"/>
              <a:gd name="csX48" fmla="*/ 54940 w 127600"/>
              <a:gd name="csY48" fmla="*/ 115182 h 127583"/>
              <a:gd name="csX49" fmla="*/ 23040 w 127600"/>
              <a:gd name="csY49" fmla="*/ 115182 h 127583"/>
              <a:gd name="csX50" fmla="*/ 17723 w 127600"/>
              <a:gd name="csY50" fmla="*/ 109858 h 127583"/>
              <a:gd name="csX51" fmla="*/ 23040 w 127600"/>
              <a:gd name="csY51" fmla="*/ 104547 h 127583"/>
              <a:gd name="csX52" fmla="*/ 54940 w 127600"/>
              <a:gd name="csY52" fmla="*/ 104547 h 127583"/>
              <a:gd name="csX53" fmla="*/ 60256 w 127600"/>
              <a:gd name="csY53" fmla="*/ 109858 h 127583"/>
              <a:gd name="csX54" fmla="*/ 54940 w 127600"/>
              <a:gd name="csY54" fmla="*/ 115182 h 127583"/>
            </a:gdLst>
            <a:ahLst/>
            <a:cxnLst/>
            <a:rect l="l" t="t" r="r" b="b"/>
            <a:pathLst>
              <a:path w="100000" h="100000">
                <a:moveTo>
                  <a:pt x="0" y="90275"/>
                </a:moveTo>
                <a:cubicBezTo>
                  <a:pt x="0" y="95634"/>
                  <a:pt x="4361" y="99993"/>
                  <a:pt x="9723" y="99993"/>
                </a:cubicBezTo>
                <a:lnTo>
                  <a:pt x="90277" y="99993"/>
                </a:lnTo>
                <a:cubicBezTo>
                  <a:pt x="95639" y="99993"/>
                  <a:pt x="100001" y="95634"/>
                  <a:pt x="100001" y="90275"/>
                </a:cubicBezTo>
                <a:lnTo>
                  <a:pt x="100001" y="72220"/>
                </a:lnTo>
                <a:lnTo>
                  <a:pt x="0" y="72220"/>
                </a:lnTo>
                <a:lnTo>
                  <a:pt x="0" y="90275"/>
                </a:lnTo>
                <a:close/>
                <a:moveTo>
                  <a:pt x="0" y="63888"/>
                </a:moveTo>
                <a:lnTo>
                  <a:pt x="100001" y="63888"/>
                </a:lnTo>
                <a:lnTo>
                  <a:pt x="100001" y="36112"/>
                </a:lnTo>
                <a:lnTo>
                  <a:pt x="0" y="36112"/>
                </a:lnTo>
                <a:lnTo>
                  <a:pt x="0" y="63888"/>
                </a:lnTo>
                <a:close/>
                <a:moveTo>
                  <a:pt x="90277" y="7"/>
                </a:moveTo>
                <a:lnTo>
                  <a:pt x="9723" y="7"/>
                </a:lnTo>
                <a:cubicBezTo>
                  <a:pt x="4361" y="7"/>
                  <a:pt x="0" y="4367"/>
                  <a:pt x="0" y="9728"/>
                </a:cubicBezTo>
                <a:lnTo>
                  <a:pt x="0" y="27780"/>
                </a:lnTo>
                <a:lnTo>
                  <a:pt x="100001" y="27780"/>
                </a:lnTo>
                <a:lnTo>
                  <a:pt x="100001" y="9728"/>
                </a:lnTo>
                <a:cubicBezTo>
                  <a:pt x="100001" y="4367"/>
                  <a:pt x="95639" y="7"/>
                  <a:pt x="90277" y="7"/>
                </a:cubicBezTo>
                <a:close/>
                <a:moveTo>
                  <a:pt x="86111" y="13894"/>
                </a:moveTo>
                <a:cubicBezTo>
                  <a:pt x="86111" y="16963"/>
                  <a:pt x="83625" y="19448"/>
                  <a:pt x="80556" y="19448"/>
                </a:cubicBezTo>
                <a:cubicBezTo>
                  <a:pt x="77487" y="19448"/>
                  <a:pt x="75000" y="16963"/>
                  <a:pt x="75000" y="13894"/>
                </a:cubicBezTo>
                <a:cubicBezTo>
                  <a:pt x="75000" y="10825"/>
                  <a:pt x="77487" y="8339"/>
                  <a:pt x="80556" y="8339"/>
                </a:cubicBezTo>
                <a:cubicBezTo>
                  <a:pt x="83625" y="8339"/>
                  <a:pt x="86111" y="10825"/>
                  <a:pt x="86111" y="13894"/>
                </a:cubicBezTo>
                <a:close/>
                <a:moveTo>
                  <a:pt x="43056" y="18060"/>
                </a:moveTo>
                <a:lnTo>
                  <a:pt x="18056" y="18060"/>
                </a:lnTo>
                <a:cubicBezTo>
                  <a:pt x="15756" y="18060"/>
                  <a:pt x="13889" y="16196"/>
                  <a:pt x="13889" y="13894"/>
                </a:cubicBezTo>
                <a:cubicBezTo>
                  <a:pt x="13889" y="11592"/>
                  <a:pt x="15756" y="9728"/>
                  <a:pt x="18056" y="9728"/>
                </a:cubicBezTo>
                <a:lnTo>
                  <a:pt x="43056" y="9728"/>
                </a:lnTo>
                <a:cubicBezTo>
                  <a:pt x="45357" y="9728"/>
                  <a:pt x="47223" y="11592"/>
                  <a:pt x="47223" y="13894"/>
                </a:cubicBezTo>
                <a:cubicBezTo>
                  <a:pt x="47223" y="16196"/>
                  <a:pt x="45357" y="18060"/>
                  <a:pt x="43056" y="18060"/>
                </a:cubicBezTo>
                <a:close/>
                <a:moveTo>
                  <a:pt x="86111" y="50000"/>
                </a:moveTo>
                <a:cubicBezTo>
                  <a:pt x="86111" y="53069"/>
                  <a:pt x="83625" y="55555"/>
                  <a:pt x="80556" y="55555"/>
                </a:cubicBezTo>
                <a:cubicBezTo>
                  <a:pt x="77487" y="55555"/>
                  <a:pt x="75000" y="53069"/>
                  <a:pt x="75000" y="50000"/>
                </a:cubicBezTo>
                <a:cubicBezTo>
                  <a:pt x="75000" y="46931"/>
                  <a:pt x="77487" y="44445"/>
                  <a:pt x="80556" y="44445"/>
                </a:cubicBezTo>
                <a:cubicBezTo>
                  <a:pt x="83625" y="44445"/>
                  <a:pt x="86111" y="46931"/>
                  <a:pt x="86111" y="50000"/>
                </a:cubicBezTo>
                <a:close/>
                <a:moveTo>
                  <a:pt x="43056" y="54167"/>
                </a:moveTo>
                <a:lnTo>
                  <a:pt x="18056" y="54167"/>
                </a:lnTo>
                <a:cubicBezTo>
                  <a:pt x="15756" y="54167"/>
                  <a:pt x="13889" y="52302"/>
                  <a:pt x="13889" y="50000"/>
                </a:cubicBezTo>
                <a:cubicBezTo>
                  <a:pt x="13889" y="47698"/>
                  <a:pt x="15756" y="45834"/>
                  <a:pt x="18056" y="45834"/>
                </a:cubicBezTo>
                <a:lnTo>
                  <a:pt x="43056" y="45834"/>
                </a:lnTo>
                <a:cubicBezTo>
                  <a:pt x="45357" y="45834"/>
                  <a:pt x="47223" y="47698"/>
                  <a:pt x="47223" y="50000"/>
                </a:cubicBezTo>
                <a:cubicBezTo>
                  <a:pt x="47223" y="52302"/>
                  <a:pt x="45357" y="54167"/>
                  <a:pt x="43056" y="54167"/>
                </a:cubicBezTo>
                <a:close/>
                <a:moveTo>
                  <a:pt x="86111" y="86102"/>
                </a:moveTo>
                <a:cubicBezTo>
                  <a:pt x="86111" y="89181"/>
                  <a:pt x="83625" y="91661"/>
                  <a:pt x="80556" y="91661"/>
                </a:cubicBezTo>
                <a:cubicBezTo>
                  <a:pt x="77487" y="91661"/>
                  <a:pt x="75000" y="89181"/>
                  <a:pt x="75000" y="86102"/>
                </a:cubicBezTo>
                <a:cubicBezTo>
                  <a:pt x="75000" y="83037"/>
                  <a:pt x="77487" y="80552"/>
                  <a:pt x="80556" y="80552"/>
                </a:cubicBezTo>
                <a:cubicBezTo>
                  <a:pt x="83625" y="80552"/>
                  <a:pt x="86111" y="83037"/>
                  <a:pt x="86111" y="86102"/>
                </a:cubicBezTo>
                <a:close/>
                <a:moveTo>
                  <a:pt x="43056" y="90275"/>
                </a:moveTo>
                <a:lnTo>
                  <a:pt x="18056" y="90275"/>
                </a:lnTo>
                <a:cubicBezTo>
                  <a:pt x="15756" y="90275"/>
                  <a:pt x="13889" y="88409"/>
                  <a:pt x="13889" y="86102"/>
                </a:cubicBezTo>
                <a:cubicBezTo>
                  <a:pt x="13889" y="83804"/>
                  <a:pt x="15756" y="81940"/>
                  <a:pt x="18056" y="81940"/>
                </a:cubicBezTo>
                <a:lnTo>
                  <a:pt x="43056" y="81940"/>
                </a:lnTo>
                <a:cubicBezTo>
                  <a:pt x="45357" y="81940"/>
                  <a:pt x="47223" y="83804"/>
                  <a:pt x="47223" y="86102"/>
                </a:cubicBezTo>
                <a:cubicBezTo>
                  <a:pt x="47223" y="88409"/>
                  <a:pt x="45357" y="90275"/>
                  <a:pt x="43056" y="9027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5" name="Чёрный — SVG 36">
            <a:extLst>
              <a:ext uri="{FF2B5EF4-FFF2-40B4-BE49-F238E27FC236}">
                <a16:creationId xmlns:a16="http://schemas.microsoft.com/office/drawing/2014/main" id="{91E0F283-FDA3-5E4D-92C3-A9254F61E13F}"/>
              </a:ext>
            </a:extLst>
          </p:cNvPr>
          <p:cNvSpPr>
            <a:spLocks noGrp="1"/>
          </p:cNvSpPr>
          <p:nvPr/>
        </p:nvSpPr>
        <p:spPr>
          <a:xfrm>
            <a:off x="10620000" y="3210000"/>
            <a:ext cx="220000" cy="220000"/>
          </a:xfrm>
          <a:custGeom>
            <a:avLst/>
            <a:gdLst>
              <a:gd name="csX0" fmla="*/ 11825 w 127604"/>
              <a:gd name="csY0" fmla="*/ 37 h 127974"/>
              <a:gd name="csX1" fmla="*/ 8643 w 127604"/>
              <a:gd name="csY1" fmla="*/ 1560 h 127974"/>
              <a:gd name="csX2" fmla="*/ 1566 w 127604"/>
              <a:gd name="csY2" fmla="*/ 8648 h 127974"/>
              <a:gd name="csX3" fmla="*/ 834 w 127604"/>
              <a:gd name="csY3" fmla="*/ 15259 h 127974"/>
              <a:gd name="csX4" fmla="*/ 14496 w 127604"/>
              <a:gd name="csY4" fmla="*/ 36696 h 127974"/>
              <a:gd name="csX5" fmla="*/ 23615 w 127604"/>
              <a:gd name="csY5" fmla="*/ 42448 h 127974"/>
              <a:gd name="csX6" fmla="*/ 25027 w 127604"/>
              <a:gd name="csY6" fmla="*/ 42531 h 127974"/>
              <a:gd name="csX7" fmla="*/ 32462 w 127604"/>
              <a:gd name="csY7" fmla="*/ 39976 h 127974"/>
              <a:gd name="csX8" fmla="*/ 58492 w 127604"/>
              <a:gd name="csY8" fmla="*/ 66003 h 127974"/>
              <a:gd name="csX9" fmla="*/ 61402 w 127604"/>
              <a:gd name="csY9" fmla="*/ 87730 h 127974"/>
              <a:gd name="csX10" fmla="*/ 96449 w 127604"/>
              <a:gd name="csY10" fmla="*/ 122582 h 127974"/>
              <a:gd name="csX11" fmla="*/ 109312 w 127604"/>
              <a:gd name="csY11" fmla="*/ 127975 h 127974"/>
              <a:gd name="csX12" fmla="*/ 109380 w 127604"/>
              <a:gd name="csY12" fmla="*/ 127975 h 127974"/>
              <a:gd name="csX13" fmla="*/ 122225 w 127604"/>
              <a:gd name="csY13" fmla="*/ 122684 h 127974"/>
              <a:gd name="csX14" fmla="*/ 127601 w 127604"/>
              <a:gd name="csY14" fmla="*/ 109824 h 127974"/>
              <a:gd name="csX15" fmla="*/ 122327 w 127604"/>
              <a:gd name="csY15" fmla="*/ 96929 h 127974"/>
              <a:gd name="csX16" fmla="*/ 87296 w 127604"/>
              <a:gd name="csY16" fmla="*/ 62113 h 127974"/>
              <a:gd name="csX17" fmla="*/ 74434 w 127604"/>
              <a:gd name="csY17" fmla="*/ 56707 h 127974"/>
              <a:gd name="csX18" fmla="*/ 74349 w 127604"/>
              <a:gd name="csY18" fmla="*/ 56707 h 127974"/>
              <a:gd name="csX19" fmla="*/ 66217 w 127604"/>
              <a:gd name="csY19" fmla="*/ 58700 h 127974"/>
              <a:gd name="csX20" fmla="*/ 39965 w 127604"/>
              <a:gd name="csY20" fmla="*/ 32445 h 127974"/>
              <a:gd name="csX21" fmla="*/ 42449 w 127604"/>
              <a:gd name="csY21" fmla="*/ 23593 h 127974"/>
              <a:gd name="csX22" fmla="*/ 36733 w 127604"/>
              <a:gd name="csY22" fmla="*/ 14511 h 127974"/>
              <a:gd name="csX23" fmla="*/ 15262 w 127604"/>
              <a:gd name="csY23" fmla="*/ 834 h 127974"/>
              <a:gd name="csX24" fmla="*/ 11825 w 127604"/>
              <a:gd name="csY24" fmla="*/ 37 h 127974"/>
              <a:gd name="csX25" fmla="*/ 92587 w 127604"/>
              <a:gd name="csY25" fmla="*/ 65 h 127974"/>
              <a:gd name="csX26" fmla="*/ 82328 w 127604"/>
              <a:gd name="csY26" fmla="*/ 861 h 127974"/>
              <a:gd name="csX27" fmla="*/ 53661 w 127604"/>
              <a:gd name="csY27" fmla="*/ 31027 h 127974"/>
              <a:gd name="csX28" fmla="*/ 53201 w 127604"/>
              <a:gd name="csY28" fmla="*/ 35657 h 127974"/>
              <a:gd name="csX29" fmla="*/ 68003 w 127604"/>
              <a:gd name="csY29" fmla="*/ 50463 h 127974"/>
              <a:gd name="csX30" fmla="*/ 74349 w 127604"/>
              <a:gd name="csY30" fmla="*/ 49618 h 127974"/>
              <a:gd name="csX31" fmla="*/ 92349 w 127604"/>
              <a:gd name="csY31" fmla="*/ 57122 h 127974"/>
              <a:gd name="csX32" fmla="*/ 106181 w 127604"/>
              <a:gd name="csY32" fmla="*/ 70868 h 127974"/>
              <a:gd name="csX33" fmla="*/ 127210 w 127604"/>
              <a:gd name="csY33" fmla="*/ 42635 h 127974"/>
              <a:gd name="csX34" fmla="*/ 125746 w 127604"/>
              <a:gd name="csY34" fmla="*/ 25648 h 127974"/>
              <a:gd name="csX35" fmla="*/ 116985 w 127604"/>
              <a:gd name="csY35" fmla="*/ 23724 h 127974"/>
              <a:gd name="csX36" fmla="*/ 101179 w 127604"/>
              <a:gd name="csY36" fmla="*/ 39527 h 127974"/>
              <a:gd name="csX37" fmla="*/ 87620 w 127604"/>
              <a:gd name="csY37" fmla="*/ 39755 h 127974"/>
              <a:gd name="csX38" fmla="*/ 85085 w 127604"/>
              <a:gd name="csY38" fmla="*/ 33415 h 127974"/>
              <a:gd name="csX39" fmla="*/ 87773 w 127604"/>
              <a:gd name="csY39" fmla="*/ 26915 h 127974"/>
              <a:gd name="csX40" fmla="*/ 104020 w 127604"/>
              <a:gd name="csY40" fmla="*/ 10669 h 127974"/>
              <a:gd name="csX41" fmla="*/ 102115 w 127604"/>
              <a:gd name="csY41" fmla="*/ 1914 h 127974"/>
              <a:gd name="csX42" fmla="*/ 92587 w 127604"/>
              <a:gd name="csY42" fmla="*/ 65 h 127974"/>
              <a:gd name="csX43" fmla="*/ 42126 w 127604"/>
              <a:gd name="csY43" fmla="*/ 59655 h 127974"/>
              <a:gd name="csX44" fmla="*/ 5258 w 127604"/>
              <a:gd name="csY44" fmla="*/ 96708 h 127974"/>
              <a:gd name="csX45" fmla="*/ 1 w 127604"/>
              <a:gd name="csY45" fmla="*/ 109535 h 127974"/>
              <a:gd name="csX46" fmla="*/ 5360 w 127604"/>
              <a:gd name="csY46" fmla="*/ 122327 h 127974"/>
              <a:gd name="csX47" fmla="*/ 18120 w 127604"/>
              <a:gd name="csY47" fmla="*/ 127583 h 127974"/>
              <a:gd name="csX48" fmla="*/ 18188 w 127604"/>
              <a:gd name="csY48" fmla="*/ 127583 h 127974"/>
              <a:gd name="csX49" fmla="*/ 30982 w 127604"/>
              <a:gd name="csY49" fmla="*/ 122225 h 127974"/>
              <a:gd name="csX50" fmla="*/ 58374 w 127604"/>
              <a:gd name="csY50" fmla="*/ 94718 h 127974"/>
              <a:gd name="csX51" fmla="*/ 56400 w 127604"/>
              <a:gd name="csY51" fmla="*/ 92755 h 127974"/>
              <a:gd name="csX52" fmla="*/ 50190 w 127604"/>
              <a:gd name="csY52" fmla="*/ 67720 h 127974"/>
              <a:gd name="csX53" fmla="*/ 42126 w 127604"/>
              <a:gd name="csY53" fmla="*/ 59655 h 127974"/>
            </a:gdLst>
            <a:ahLst/>
            <a:cxnLst/>
            <a:rect l="l" t="t" r="r" b="b"/>
            <a:pathLst>
              <a:path w="100000" h="100000">
                <a:moveTo>
                  <a:pt x="9385" y="29"/>
                </a:moveTo>
                <a:cubicBezTo>
                  <a:pt x="8467" y="130"/>
                  <a:pt x="7590" y="533"/>
                  <a:pt x="6898" y="1219"/>
                </a:cubicBezTo>
                <a:lnTo>
                  <a:pt x="1368" y="6758"/>
                </a:lnTo>
                <a:cubicBezTo>
                  <a:pt x="-15" y="8136"/>
                  <a:pt x="-254" y="10280"/>
                  <a:pt x="796" y="11924"/>
                </a:cubicBezTo>
                <a:lnTo>
                  <a:pt x="11472" y="28675"/>
                </a:lnTo>
                <a:cubicBezTo>
                  <a:pt x="13040" y="31196"/>
                  <a:pt x="15646" y="32834"/>
                  <a:pt x="18598" y="33169"/>
                </a:cubicBezTo>
                <a:cubicBezTo>
                  <a:pt x="18969" y="33211"/>
                  <a:pt x="19342" y="33234"/>
                  <a:pt x="19701" y="33234"/>
                </a:cubicBezTo>
                <a:cubicBezTo>
                  <a:pt x="21815" y="33234"/>
                  <a:pt x="23836" y="32515"/>
                  <a:pt x="25511" y="31238"/>
                </a:cubicBezTo>
                <a:lnTo>
                  <a:pt x="45851" y="51575"/>
                </a:lnTo>
                <a:cubicBezTo>
                  <a:pt x="42820" y="56973"/>
                  <a:pt x="43564" y="63944"/>
                  <a:pt x="48125" y="68553"/>
                </a:cubicBezTo>
                <a:lnTo>
                  <a:pt x="75511" y="95787"/>
                </a:lnTo>
                <a:cubicBezTo>
                  <a:pt x="78196" y="98485"/>
                  <a:pt x="81760" y="99987"/>
                  <a:pt x="85562" y="100001"/>
                </a:cubicBezTo>
                <a:lnTo>
                  <a:pt x="85615" y="100001"/>
                </a:lnTo>
                <a:cubicBezTo>
                  <a:pt x="89403" y="100001"/>
                  <a:pt x="92967" y="98525"/>
                  <a:pt x="95652" y="95866"/>
                </a:cubicBezTo>
                <a:cubicBezTo>
                  <a:pt x="98351" y="93181"/>
                  <a:pt x="99840" y="89619"/>
                  <a:pt x="99853" y="85817"/>
                </a:cubicBezTo>
                <a:cubicBezTo>
                  <a:pt x="99866" y="82016"/>
                  <a:pt x="98404" y="78427"/>
                  <a:pt x="95732" y="75741"/>
                </a:cubicBezTo>
                <a:lnTo>
                  <a:pt x="68358" y="48536"/>
                </a:lnTo>
                <a:cubicBezTo>
                  <a:pt x="65687" y="45830"/>
                  <a:pt x="62124" y="44329"/>
                  <a:pt x="58308" y="44311"/>
                </a:cubicBezTo>
                <a:lnTo>
                  <a:pt x="58242" y="44311"/>
                </a:lnTo>
                <a:cubicBezTo>
                  <a:pt x="55995" y="44311"/>
                  <a:pt x="53855" y="44886"/>
                  <a:pt x="51887" y="45869"/>
                </a:cubicBezTo>
                <a:lnTo>
                  <a:pt x="31374" y="25353"/>
                </a:lnTo>
                <a:cubicBezTo>
                  <a:pt x="32876" y="23379"/>
                  <a:pt x="33607" y="20940"/>
                  <a:pt x="33315" y="18436"/>
                </a:cubicBezTo>
                <a:cubicBezTo>
                  <a:pt x="32982" y="15486"/>
                  <a:pt x="31347" y="12895"/>
                  <a:pt x="28848" y="11339"/>
                </a:cubicBezTo>
                <a:lnTo>
                  <a:pt x="12070" y="652"/>
                </a:lnTo>
                <a:cubicBezTo>
                  <a:pt x="11246" y="129"/>
                  <a:pt x="10289" y="-72"/>
                  <a:pt x="9385" y="29"/>
                </a:cubicBezTo>
                <a:close/>
                <a:moveTo>
                  <a:pt x="72493" y="51"/>
                </a:moveTo>
                <a:cubicBezTo>
                  <a:pt x="69901" y="-102"/>
                  <a:pt x="67215" y="88"/>
                  <a:pt x="64476" y="673"/>
                </a:cubicBezTo>
                <a:cubicBezTo>
                  <a:pt x="52977" y="3129"/>
                  <a:pt x="43950" y="12644"/>
                  <a:pt x="42076" y="24245"/>
                </a:cubicBezTo>
                <a:cubicBezTo>
                  <a:pt x="41889" y="25466"/>
                  <a:pt x="41770" y="26669"/>
                  <a:pt x="41716" y="27863"/>
                </a:cubicBezTo>
                <a:lnTo>
                  <a:pt x="53283" y="39432"/>
                </a:lnTo>
                <a:cubicBezTo>
                  <a:pt x="54918" y="38995"/>
                  <a:pt x="56566" y="38772"/>
                  <a:pt x="58242" y="38772"/>
                </a:cubicBezTo>
                <a:cubicBezTo>
                  <a:pt x="63626" y="38797"/>
                  <a:pt x="68585" y="40880"/>
                  <a:pt x="72307" y="44636"/>
                </a:cubicBezTo>
                <a:lnTo>
                  <a:pt x="83115" y="55377"/>
                </a:lnTo>
                <a:cubicBezTo>
                  <a:pt x="91730" y="51292"/>
                  <a:pt x="98151" y="43068"/>
                  <a:pt x="99548" y="33315"/>
                </a:cubicBezTo>
                <a:cubicBezTo>
                  <a:pt x="100226" y="28630"/>
                  <a:pt x="99760" y="24135"/>
                  <a:pt x="98404" y="20042"/>
                </a:cubicBezTo>
                <a:cubicBezTo>
                  <a:pt x="97447" y="17162"/>
                  <a:pt x="93711" y="16396"/>
                  <a:pt x="91558" y="18538"/>
                </a:cubicBezTo>
                <a:lnTo>
                  <a:pt x="79207" y="30887"/>
                </a:lnTo>
                <a:cubicBezTo>
                  <a:pt x="76335" y="33753"/>
                  <a:pt x="71404" y="34000"/>
                  <a:pt x="68612" y="31065"/>
                </a:cubicBezTo>
                <a:cubicBezTo>
                  <a:pt x="67335" y="29725"/>
                  <a:pt x="66631" y="27969"/>
                  <a:pt x="66631" y="26111"/>
                </a:cubicBezTo>
                <a:cubicBezTo>
                  <a:pt x="66631" y="24192"/>
                  <a:pt x="67375" y="22391"/>
                  <a:pt x="68731" y="21032"/>
                </a:cubicBezTo>
                <a:lnTo>
                  <a:pt x="81427" y="8337"/>
                </a:lnTo>
                <a:cubicBezTo>
                  <a:pt x="83568" y="6197"/>
                  <a:pt x="82810" y="2459"/>
                  <a:pt x="79938" y="1496"/>
                </a:cubicBezTo>
                <a:cubicBezTo>
                  <a:pt x="77572" y="702"/>
                  <a:pt x="75072" y="205"/>
                  <a:pt x="72493" y="51"/>
                </a:cubicBezTo>
                <a:close/>
                <a:moveTo>
                  <a:pt x="33062" y="46615"/>
                </a:moveTo>
                <a:lnTo>
                  <a:pt x="4253" y="75568"/>
                </a:lnTo>
                <a:cubicBezTo>
                  <a:pt x="1594" y="78240"/>
                  <a:pt x="132" y="81803"/>
                  <a:pt x="145" y="85592"/>
                </a:cubicBezTo>
                <a:cubicBezTo>
                  <a:pt x="159" y="89380"/>
                  <a:pt x="1647" y="92929"/>
                  <a:pt x="4333" y="95587"/>
                </a:cubicBezTo>
                <a:cubicBezTo>
                  <a:pt x="6991" y="98246"/>
                  <a:pt x="10541" y="99694"/>
                  <a:pt x="14304" y="99694"/>
                </a:cubicBezTo>
                <a:lnTo>
                  <a:pt x="14357" y="99694"/>
                </a:lnTo>
                <a:cubicBezTo>
                  <a:pt x="18146" y="99681"/>
                  <a:pt x="21695" y="98193"/>
                  <a:pt x="24354" y="95508"/>
                </a:cubicBezTo>
                <a:lnTo>
                  <a:pt x="45759" y="74013"/>
                </a:lnTo>
                <a:lnTo>
                  <a:pt x="44216" y="72480"/>
                </a:lnTo>
                <a:cubicBezTo>
                  <a:pt x="39085" y="67300"/>
                  <a:pt x="37343" y="59726"/>
                  <a:pt x="39363" y="52917"/>
                </a:cubicBezTo>
                <a:lnTo>
                  <a:pt x="33062" y="4661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6" name="Чёрный — SVG 37">
            <a:extLst>
              <a:ext uri="{FF2B5EF4-FFF2-40B4-BE49-F238E27FC236}">
                <a16:creationId xmlns:a16="http://schemas.microsoft.com/office/drawing/2014/main" id="{0A8FEDC9-AC35-C548-B449-2FED044F5905}"/>
              </a:ext>
            </a:extLst>
          </p:cNvPr>
          <p:cNvSpPr>
            <a:spLocks noGrp="1"/>
          </p:cNvSpPr>
          <p:nvPr/>
        </p:nvSpPr>
        <p:spPr>
          <a:xfrm>
            <a:off x="420000" y="3470000"/>
            <a:ext cx="220000" cy="220000"/>
          </a:xfrm>
          <a:custGeom>
            <a:avLst/>
            <a:gdLst>
              <a:gd name="csX0" fmla="*/ 127958 w 141772"/>
              <a:gd name="csY0" fmla="*/ 17720 h 106319"/>
              <a:gd name="csX1" fmla="*/ 13815 w 141772"/>
              <a:gd name="csY1" fmla="*/ 17720 h 106319"/>
              <a:gd name="csX2" fmla="*/ 27817 w 141772"/>
              <a:gd name="csY2" fmla="*/ 5032 h 106319"/>
              <a:gd name="csX3" fmla="*/ 40900 w 141772"/>
              <a:gd name="csY3" fmla="*/ 0 h 106319"/>
              <a:gd name="csX4" fmla="*/ 100873 w 141772"/>
              <a:gd name="csY4" fmla="*/ 0 h 106319"/>
              <a:gd name="csX5" fmla="*/ 113956 w 141772"/>
              <a:gd name="csY5" fmla="*/ 5032 h 106319"/>
              <a:gd name="csX6" fmla="*/ 127958 w 141772"/>
              <a:gd name="csY6" fmla="*/ 17720 h 106319"/>
              <a:gd name="csX7" fmla="*/ 141773 w 141772"/>
              <a:gd name="csY7" fmla="*/ 35936 h 106319"/>
              <a:gd name="csX8" fmla="*/ 141773 w 141772"/>
              <a:gd name="csY8" fmla="*/ 95194 h 106319"/>
              <a:gd name="csX9" fmla="*/ 130867 w 141772"/>
              <a:gd name="csY9" fmla="*/ 106319 h 106319"/>
              <a:gd name="csX10" fmla="*/ 101009 w 141772"/>
              <a:gd name="csY10" fmla="*/ 106319 h 106319"/>
              <a:gd name="csX11" fmla="*/ 84353 w 141772"/>
              <a:gd name="csY11" fmla="*/ 98443 h 106319"/>
              <a:gd name="csX12" fmla="*/ 78653 w 141772"/>
              <a:gd name="csY12" fmla="*/ 91612 h 106319"/>
              <a:gd name="csX13" fmla="*/ 70895 w 141772"/>
              <a:gd name="csY13" fmla="*/ 87927 h 106319"/>
              <a:gd name="csX14" fmla="*/ 63120 w 141772"/>
              <a:gd name="csY14" fmla="*/ 91612 h 106319"/>
              <a:gd name="csX15" fmla="*/ 57420 w 141772"/>
              <a:gd name="csY15" fmla="*/ 98443 h 106319"/>
              <a:gd name="csX16" fmla="*/ 40764 w 141772"/>
              <a:gd name="csY16" fmla="*/ 106319 h 106319"/>
              <a:gd name="csX17" fmla="*/ 10922 w 141772"/>
              <a:gd name="csY17" fmla="*/ 106319 h 106319"/>
              <a:gd name="csX18" fmla="*/ 0 w 141772"/>
              <a:gd name="csY18" fmla="*/ 95194 h 106319"/>
              <a:gd name="csX19" fmla="*/ 0 w 141772"/>
              <a:gd name="csY19" fmla="*/ 35936 h 106319"/>
              <a:gd name="csX20" fmla="*/ 10922 w 141772"/>
              <a:gd name="csY20" fmla="*/ 24807 h 106319"/>
              <a:gd name="csX21" fmla="*/ 130867 w 141772"/>
              <a:gd name="csY21" fmla="*/ 24807 h 106319"/>
              <a:gd name="csX22" fmla="*/ 141773 w 141772"/>
              <a:gd name="csY22" fmla="*/ 35936 h 106319"/>
              <a:gd name="csX23" fmla="*/ 38110 w 141772"/>
              <a:gd name="csY23" fmla="*/ 46071 h 106319"/>
              <a:gd name="csX24" fmla="*/ 21267 w 141772"/>
              <a:gd name="csY24" fmla="*/ 62905 h 106319"/>
              <a:gd name="csX25" fmla="*/ 38110 w 141772"/>
              <a:gd name="csY25" fmla="*/ 79740 h 106319"/>
              <a:gd name="csX26" fmla="*/ 54936 w 141772"/>
              <a:gd name="csY26" fmla="*/ 62905 h 106319"/>
              <a:gd name="csX27" fmla="*/ 38110 w 141772"/>
              <a:gd name="csY27" fmla="*/ 46071 h 106319"/>
              <a:gd name="csX28" fmla="*/ 103680 w 141772"/>
              <a:gd name="csY28" fmla="*/ 46071 h 106319"/>
              <a:gd name="csX29" fmla="*/ 86837 w 141772"/>
              <a:gd name="csY29" fmla="*/ 62905 h 106319"/>
              <a:gd name="csX30" fmla="*/ 103680 w 141772"/>
              <a:gd name="csY30" fmla="*/ 79740 h 106319"/>
              <a:gd name="csX31" fmla="*/ 120506 w 141772"/>
              <a:gd name="csY31" fmla="*/ 62905 h 106319"/>
              <a:gd name="csX32" fmla="*/ 103680 w 141772"/>
              <a:gd name="csY32" fmla="*/ 46071 h 106319"/>
            </a:gdLst>
            <a:ahLst/>
            <a:cxnLst/>
            <a:rect l="l" t="t" r="r" b="b"/>
            <a:pathLst>
              <a:path w="100000" h="100000">
                <a:moveTo>
                  <a:pt x="90256" y="25002"/>
                </a:moveTo>
                <a:lnTo>
                  <a:pt x="9745" y="25002"/>
                </a:lnTo>
                <a:lnTo>
                  <a:pt x="19621" y="16053"/>
                </a:lnTo>
                <a:cubicBezTo>
                  <a:pt x="22153" y="13754"/>
                  <a:pt x="25429" y="12504"/>
                  <a:pt x="28849" y="12504"/>
                </a:cubicBezTo>
                <a:lnTo>
                  <a:pt x="71152" y="12504"/>
                </a:lnTo>
                <a:cubicBezTo>
                  <a:pt x="74583" y="12504"/>
                  <a:pt x="77860" y="13754"/>
                  <a:pt x="80380" y="16053"/>
                </a:cubicBezTo>
                <a:lnTo>
                  <a:pt x="90256" y="25002"/>
                </a:lnTo>
                <a:close/>
                <a:moveTo>
                  <a:pt x="100001" y="37851"/>
                </a:moveTo>
                <a:lnTo>
                  <a:pt x="100001" y="79649"/>
                </a:lnTo>
                <a:cubicBezTo>
                  <a:pt x="100001" y="83993"/>
                  <a:pt x="96556" y="87496"/>
                  <a:pt x="92308" y="87496"/>
                </a:cubicBezTo>
                <a:lnTo>
                  <a:pt x="71247" y="87496"/>
                </a:lnTo>
                <a:cubicBezTo>
                  <a:pt x="66699" y="87496"/>
                  <a:pt x="62427" y="85469"/>
                  <a:pt x="59499" y="81941"/>
                </a:cubicBezTo>
                <a:lnTo>
                  <a:pt x="55479" y="77123"/>
                </a:lnTo>
                <a:cubicBezTo>
                  <a:pt x="54050" y="75373"/>
                  <a:pt x="52022" y="74524"/>
                  <a:pt x="50006" y="74524"/>
                </a:cubicBezTo>
                <a:cubicBezTo>
                  <a:pt x="47978" y="74524"/>
                  <a:pt x="45950" y="75373"/>
                  <a:pt x="44522" y="77123"/>
                </a:cubicBezTo>
                <a:lnTo>
                  <a:pt x="40502" y="81941"/>
                </a:lnTo>
                <a:cubicBezTo>
                  <a:pt x="37574" y="85469"/>
                  <a:pt x="33301" y="87496"/>
                  <a:pt x="28753" y="87496"/>
                </a:cubicBezTo>
                <a:lnTo>
                  <a:pt x="7704" y="87496"/>
                </a:lnTo>
                <a:cubicBezTo>
                  <a:pt x="3444" y="87496"/>
                  <a:pt x="0" y="83993"/>
                  <a:pt x="0" y="79649"/>
                </a:cubicBezTo>
                <a:lnTo>
                  <a:pt x="0" y="37851"/>
                </a:lnTo>
                <a:cubicBezTo>
                  <a:pt x="0" y="33501"/>
                  <a:pt x="3444" y="30001"/>
                  <a:pt x="7704" y="30001"/>
                </a:cubicBezTo>
                <a:lnTo>
                  <a:pt x="92308" y="30001"/>
                </a:lnTo>
                <a:cubicBezTo>
                  <a:pt x="96556" y="30001"/>
                  <a:pt x="100001" y="33501"/>
                  <a:pt x="100001" y="37851"/>
                </a:cubicBezTo>
                <a:close/>
                <a:moveTo>
                  <a:pt x="26881" y="45000"/>
                </a:moveTo>
                <a:cubicBezTo>
                  <a:pt x="20317" y="45000"/>
                  <a:pt x="15001" y="50318"/>
                  <a:pt x="15001" y="56874"/>
                </a:cubicBezTo>
                <a:cubicBezTo>
                  <a:pt x="15001" y="63432"/>
                  <a:pt x="20317" y="68749"/>
                  <a:pt x="26881" y="68749"/>
                </a:cubicBezTo>
                <a:cubicBezTo>
                  <a:pt x="33433" y="68749"/>
                  <a:pt x="38750" y="63432"/>
                  <a:pt x="38750" y="56874"/>
                </a:cubicBezTo>
                <a:cubicBezTo>
                  <a:pt x="38750" y="50318"/>
                  <a:pt x="33433" y="45000"/>
                  <a:pt x="26881" y="45000"/>
                </a:cubicBezTo>
                <a:close/>
                <a:moveTo>
                  <a:pt x="73132" y="45000"/>
                </a:moveTo>
                <a:cubicBezTo>
                  <a:pt x="66567" y="45000"/>
                  <a:pt x="61251" y="50318"/>
                  <a:pt x="61251" y="56874"/>
                </a:cubicBezTo>
                <a:cubicBezTo>
                  <a:pt x="61251" y="63432"/>
                  <a:pt x="66567" y="68749"/>
                  <a:pt x="73132" y="68749"/>
                </a:cubicBezTo>
                <a:cubicBezTo>
                  <a:pt x="79684" y="68749"/>
                  <a:pt x="85000" y="63432"/>
                  <a:pt x="85000" y="56874"/>
                </a:cubicBezTo>
                <a:cubicBezTo>
                  <a:pt x="85000" y="50318"/>
                  <a:pt x="79684" y="45000"/>
                  <a:pt x="73132" y="450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7" name="Чёрный — SVG 38">
            <a:extLst>
              <a:ext uri="{FF2B5EF4-FFF2-40B4-BE49-F238E27FC236}">
                <a16:creationId xmlns:a16="http://schemas.microsoft.com/office/drawing/2014/main" id="{C39267CE-FA9D-694F-B53E-4098D1357904}"/>
              </a:ext>
            </a:extLst>
          </p:cNvPr>
          <p:cNvSpPr>
            <a:spLocks noGrp="1"/>
          </p:cNvSpPr>
          <p:nvPr/>
        </p:nvSpPr>
        <p:spPr>
          <a:xfrm>
            <a:off x="1020000" y="3470000"/>
            <a:ext cx="220000" cy="220000"/>
          </a:xfrm>
          <a:custGeom>
            <a:avLst/>
            <a:gdLst>
              <a:gd name="csX0" fmla="*/ 19497 w 141772"/>
              <a:gd name="csY0" fmla="*/ 0 h 113413"/>
              <a:gd name="csX1" fmla="*/ 0 w 141772"/>
              <a:gd name="csY1" fmla="*/ 19491 h 113413"/>
              <a:gd name="csX2" fmla="*/ 0 w 141772"/>
              <a:gd name="csY2" fmla="*/ 93918 h 113413"/>
              <a:gd name="csX3" fmla="*/ 19497 w 141772"/>
              <a:gd name="csY3" fmla="*/ 113413 h 113413"/>
              <a:gd name="csX4" fmla="*/ 122276 w 141772"/>
              <a:gd name="csY4" fmla="*/ 113413 h 113413"/>
              <a:gd name="csX5" fmla="*/ 141773 w 141772"/>
              <a:gd name="csY5" fmla="*/ 93918 h 113413"/>
              <a:gd name="csX6" fmla="*/ 141773 w 141772"/>
              <a:gd name="csY6" fmla="*/ 19491 h 113413"/>
              <a:gd name="csX7" fmla="*/ 122276 w 141772"/>
              <a:gd name="csY7" fmla="*/ 0 h 113413"/>
              <a:gd name="csX8" fmla="*/ 19497 w 141772"/>
              <a:gd name="csY8" fmla="*/ 0 h 113413"/>
              <a:gd name="csX9" fmla="*/ 22270 w 141772"/>
              <a:gd name="csY9" fmla="*/ 35439 h 113413"/>
              <a:gd name="csX10" fmla="*/ 26269 w 141772"/>
              <a:gd name="csY10" fmla="*/ 38243 h 113413"/>
              <a:gd name="csX11" fmla="*/ 35439 w 141772"/>
              <a:gd name="csY11" fmla="*/ 61473 h 113413"/>
              <a:gd name="csX12" fmla="*/ 44610 w 141772"/>
              <a:gd name="csY12" fmla="*/ 38243 h 113413"/>
              <a:gd name="csX13" fmla="*/ 48743 w 141772"/>
              <a:gd name="csY13" fmla="*/ 35439 h 113413"/>
              <a:gd name="csX14" fmla="*/ 50360 w 141772"/>
              <a:gd name="csY14" fmla="*/ 35751 h 113413"/>
              <a:gd name="csX15" fmla="*/ 52860 w 141772"/>
              <a:gd name="csY15" fmla="*/ 41497 h 113413"/>
              <a:gd name="csX16" fmla="*/ 39556 w 141772"/>
              <a:gd name="csY16" fmla="*/ 75164 h 113413"/>
              <a:gd name="csX17" fmla="*/ 35439 w 141772"/>
              <a:gd name="csY17" fmla="*/ 77967 h 113413"/>
              <a:gd name="csX18" fmla="*/ 31322 w 141772"/>
              <a:gd name="csY18" fmla="*/ 75164 h 113413"/>
              <a:gd name="csX19" fmla="*/ 18034 w 141772"/>
              <a:gd name="csY19" fmla="*/ 41497 h 113413"/>
              <a:gd name="csX20" fmla="*/ 20518 w 141772"/>
              <a:gd name="csY20" fmla="*/ 35751 h 113413"/>
              <a:gd name="csX21" fmla="*/ 22270 w 141772"/>
              <a:gd name="csY21" fmla="*/ 35439 h 113413"/>
              <a:gd name="csX22" fmla="*/ 61146 w 141772"/>
              <a:gd name="csY22" fmla="*/ 35439 h 113413"/>
              <a:gd name="csX23" fmla="*/ 72664 w 141772"/>
              <a:gd name="csY23" fmla="*/ 35439 h 113413"/>
              <a:gd name="csX24" fmla="*/ 88606 w 141772"/>
              <a:gd name="csY24" fmla="*/ 51387 h 113413"/>
              <a:gd name="csX25" fmla="*/ 72664 w 141772"/>
              <a:gd name="csY25" fmla="*/ 67335 h 113413"/>
              <a:gd name="csX26" fmla="*/ 65570 w 141772"/>
              <a:gd name="csY26" fmla="*/ 67335 h 113413"/>
              <a:gd name="csX27" fmla="*/ 65570 w 141772"/>
              <a:gd name="csY27" fmla="*/ 73537 h 113413"/>
              <a:gd name="csX28" fmla="*/ 61146 w 141772"/>
              <a:gd name="csY28" fmla="*/ 77967 h 113413"/>
              <a:gd name="csX29" fmla="*/ 56706 w 141772"/>
              <a:gd name="csY29" fmla="*/ 73537 h 113413"/>
              <a:gd name="csX30" fmla="*/ 56706 w 141772"/>
              <a:gd name="csY30" fmla="*/ 39869 h 113413"/>
              <a:gd name="csX31" fmla="*/ 61146 w 141772"/>
              <a:gd name="csY31" fmla="*/ 35439 h 113413"/>
              <a:gd name="csX32" fmla="*/ 96687 w 141772"/>
              <a:gd name="csY32" fmla="*/ 35439 h 113413"/>
              <a:gd name="csX33" fmla="*/ 100243 w 141772"/>
              <a:gd name="csY33" fmla="*/ 37372 h 113413"/>
              <a:gd name="csX34" fmla="*/ 115181 w 141772"/>
              <a:gd name="csY34" fmla="*/ 59223 h 113413"/>
              <a:gd name="csX35" fmla="*/ 115181 w 141772"/>
              <a:gd name="csY35" fmla="*/ 39869 h 113413"/>
              <a:gd name="csX36" fmla="*/ 119621 w 141772"/>
              <a:gd name="csY36" fmla="*/ 35439 h 113413"/>
              <a:gd name="csX37" fmla="*/ 124062 w 141772"/>
              <a:gd name="csY37" fmla="*/ 39869 h 113413"/>
              <a:gd name="csX38" fmla="*/ 124062 w 141772"/>
              <a:gd name="csY38" fmla="*/ 73537 h 113413"/>
              <a:gd name="csX39" fmla="*/ 120931 w 141772"/>
              <a:gd name="csY39" fmla="*/ 77766 h 113413"/>
              <a:gd name="csX40" fmla="*/ 119621 w 141772"/>
              <a:gd name="csY40" fmla="*/ 77967 h 113413"/>
              <a:gd name="csX41" fmla="*/ 115964 w 141772"/>
              <a:gd name="csY41" fmla="*/ 76036 h 113413"/>
              <a:gd name="csX42" fmla="*/ 101009 w 141772"/>
              <a:gd name="csY42" fmla="*/ 54191 h 113413"/>
              <a:gd name="csX43" fmla="*/ 101009 w 141772"/>
              <a:gd name="csY43" fmla="*/ 73537 h 113413"/>
              <a:gd name="csX44" fmla="*/ 96585 w 141772"/>
              <a:gd name="csY44" fmla="*/ 77967 h 113413"/>
              <a:gd name="csX45" fmla="*/ 92162 w 141772"/>
              <a:gd name="csY45" fmla="*/ 73537 h 113413"/>
              <a:gd name="csX46" fmla="*/ 92162 w 141772"/>
              <a:gd name="csY46" fmla="*/ 39869 h 113413"/>
              <a:gd name="csX47" fmla="*/ 95275 w 141772"/>
              <a:gd name="csY47" fmla="*/ 35640 h 113413"/>
              <a:gd name="csX48" fmla="*/ 96687 w 141772"/>
              <a:gd name="csY48" fmla="*/ 35439 h 113413"/>
              <a:gd name="csX49" fmla="*/ 65570 w 141772"/>
              <a:gd name="csY49" fmla="*/ 44300 h 113413"/>
              <a:gd name="csX50" fmla="*/ 65570 w 141772"/>
              <a:gd name="csY50" fmla="*/ 58476 h 113413"/>
              <a:gd name="csX51" fmla="*/ 72664 w 141772"/>
              <a:gd name="csY51" fmla="*/ 58476 h 113413"/>
              <a:gd name="csX52" fmla="*/ 79742 w 141772"/>
              <a:gd name="csY52" fmla="*/ 51387 h 113413"/>
              <a:gd name="csX53" fmla="*/ 72664 w 141772"/>
              <a:gd name="csY53" fmla="*/ 44300 h 113413"/>
              <a:gd name="csX54" fmla="*/ 65570 w 141772"/>
              <a:gd name="csY54" fmla="*/ 44300 h 113413"/>
            </a:gdLst>
            <a:ahLst/>
            <a:cxnLst/>
            <a:rect l="l" t="t" r="r" b="b"/>
            <a:pathLst>
              <a:path w="100000" h="100000">
                <a:moveTo>
                  <a:pt x="13752" y="10002"/>
                </a:moveTo>
                <a:cubicBezTo>
                  <a:pt x="6168" y="10002"/>
                  <a:pt x="0" y="16171"/>
                  <a:pt x="0" y="23750"/>
                </a:cubicBezTo>
                <a:lnTo>
                  <a:pt x="0" y="76247"/>
                </a:lnTo>
                <a:cubicBezTo>
                  <a:pt x="0" y="83819"/>
                  <a:pt x="6168" y="89998"/>
                  <a:pt x="13752" y="89998"/>
                </a:cubicBezTo>
                <a:lnTo>
                  <a:pt x="86248" y="89998"/>
                </a:lnTo>
                <a:cubicBezTo>
                  <a:pt x="93832" y="89998"/>
                  <a:pt x="100001" y="83819"/>
                  <a:pt x="100001" y="76247"/>
                </a:cubicBezTo>
                <a:lnTo>
                  <a:pt x="100001" y="23750"/>
                </a:lnTo>
                <a:cubicBezTo>
                  <a:pt x="100001" y="16171"/>
                  <a:pt x="93832" y="10002"/>
                  <a:pt x="86248" y="10002"/>
                </a:cubicBezTo>
                <a:lnTo>
                  <a:pt x="13752" y="10002"/>
                </a:lnTo>
                <a:close/>
                <a:moveTo>
                  <a:pt x="15708" y="34999"/>
                </a:moveTo>
                <a:cubicBezTo>
                  <a:pt x="16921" y="35029"/>
                  <a:pt x="18061" y="35773"/>
                  <a:pt x="18529" y="36977"/>
                </a:cubicBezTo>
                <a:lnTo>
                  <a:pt x="24997" y="53362"/>
                </a:lnTo>
                <a:lnTo>
                  <a:pt x="31466" y="36977"/>
                </a:lnTo>
                <a:cubicBezTo>
                  <a:pt x="31958" y="35749"/>
                  <a:pt x="33133" y="34999"/>
                  <a:pt x="34381" y="34999"/>
                </a:cubicBezTo>
                <a:cubicBezTo>
                  <a:pt x="34766" y="34999"/>
                  <a:pt x="35149" y="35069"/>
                  <a:pt x="35522" y="35219"/>
                </a:cubicBezTo>
                <a:cubicBezTo>
                  <a:pt x="37129" y="35852"/>
                  <a:pt x="37909" y="37666"/>
                  <a:pt x="37285" y="39272"/>
                </a:cubicBezTo>
                <a:lnTo>
                  <a:pt x="27901" y="63019"/>
                </a:lnTo>
                <a:cubicBezTo>
                  <a:pt x="27433" y="64214"/>
                  <a:pt x="26281" y="64996"/>
                  <a:pt x="24997" y="64996"/>
                </a:cubicBezTo>
                <a:cubicBezTo>
                  <a:pt x="23713" y="64996"/>
                  <a:pt x="22573" y="64214"/>
                  <a:pt x="22093" y="63019"/>
                </a:cubicBezTo>
                <a:lnTo>
                  <a:pt x="12720" y="39272"/>
                </a:lnTo>
                <a:cubicBezTo>
                  <a:pt x="12084" y="37666"/>
                  <a:pt x="12876" y="35854"/>
                  <a:pt x="14473" y="35219"/>
                </a:cubicBezTo>
                <a:cubicBezTo>
                  <a:pt x="14880" y="35060"/>
                  <a:pt x="15301" y="34990"/>
                  <a:pt x="15708" y="34999"/>
                </a:cubicBezTo>
                <a:close/>
                <a:moveTo>
                  <a:pt x="43130" y="34999"/>
                </a:moveTo>
                <a:lnTo>
                  <a:pt x="51254" y="34999"/>
                </a:lnTo>
                <a:cubicBezTo>
                  <a:pt x="57458" y="34999"/>
                  <a:pt x="62499" y="40047"/>
                  <a:pt x="62499" y="46248"/>
                </a:cubicBezTo>
                <a:cubicBezTo>
                  <a:pt x="62499" y="52450"/>
                  <a:pt x="57458" y="57497"/>
                  <a:pt x="51254" y="57497"/>
                </a:cubicBezTo>
                <a:lnTo>
                  <a:pt x="46250" y="57497"/>
                </a:lnTo>
                <a:lnTo>
                  <a:pt x="46250" y="61872"/>
                </a:lnTo>
                <a:cubicBezTo>
                  <a:pt x="46250" y="63597"/>
                  <a:pt x="44846" y="64996"/>
                  <a:pt x="43130" y="64996"/>
                </a:cubicBezTo>
                <a:cubicBezTo>
                  <a:pt x="41402" y="64996"/>
                  <a:pt x="39998" y="63597"/>
                  <a:pt x="39998" y="61872"/>
                </a:cubicBezTo>
                <a:lnTo>
                  <a:pt x="39998" y="38124"/>
                </a:lnTo>
                <a:cubicBezTo>
                  <a:pt x="39998" y="36399"/>
                  <a:pt x="41402" y="34999"/>
                  <a:pt x="43130" y="34999"/>
                </a:cubicBezTo>
                <a:close/>
                <a:moveTo>
                  <a:pt x="68199" y="34999"/>
                </a:moveTo>
                <a:cubicBezTo>
                  <a:pt x="69183" y="35021"/>
                  <a:pt x="70131" y="35514"/>
                  <a:pt x="70707" y="36362"/>
                </a:cubicBezTo>
                <a:lnTo>
                  <a:pt x="81244" y="51775"/>
                </a:lnTo>
                <a:lnTo>
                  <a:pt x="81244" y="38124"/>
                </a:lnTo>
                <a:cubicBezTo>
                  <a:pt x="81244" y="36399"/>
                  <a:pt x="82648" y="34999"/>
                  <a:pt x="84376" y="34999"/>
                </a:cubicBezTo>
                <a:cubicBezTo>
                  <a:pt x="86104" y="34999"/>
                  <a:pt x="87508" y="36399"/>
                  <a:pt x="87508" y="38124"/>
                </a:cubicBezTo>
                <a:lnTo>
                  <a:pt x="87508" y="61872"/>
                </a:lnTo>
                <a:cubicBezTo>
                  <a:pt x="87508" y="63242"/>
                  <a:pt x="86608" y="64450"/>
                  <a:pt x="85300" y="64854"/>
                </a:cubicBezTo>
                <a:cubicBezTo>
                  <a:pt x="85000" y="64950"/>
                  <a:pt x="84687" y="64996"/>
                  <a:pt x="84376" y="64996"/>
                </a:cubicBezTo>
                <a:cubicBezTo>
                  <a:pt x="83368" y="64996"/>
                  <a:pt x="82396" y="64502"/>
                  <a:pt x="81796" y="63634"/>
                </a:cubicBezTo>
                <a:lnTo>
                  <a:pt x="71247" y="48226"/>
                </a:lnTo>
                <a:lnTo>
                  <a:pt x="71247" y="61872"/>
                </a:lnTo>
                <a:cubicBezTo>
                  <a:pt x="71247" y="63597"/>
                  <a:pt x="69855" y="64996"/>
                  <a:pt x="68127" y="64996"/>
                </a:cubicBezTo>
                <a:cubicBezTo>
                  <a:pt x="66399" y="64996"/>
                  <a:pt x="65007" y="63597"/>
                  <a:pt x="65007" y="61872"/>
                </a:cubicBezTo>
                <a:lnTo>
                  <a:pt x="65007" y="38124"/>
                </a:lnTo>
                <a:cubicBezTo>
                  <a:pt x="65007" y="36754"/>
                  <a:pt x="65895" y="35546"/>
                  <a:pt x="67203" y="35141"/>
                </a:cubicBezTo>
                <a:cubicBezTo>
                  <a:pt x="67527" y="35038"/>
                  <a:pt x="67862" y="34993"/>
                  <a:pt x="68199" y="34999"/>
                </a:cubicBezTo>
                <a:close/>
                <a:moveTo>
                  <a:pt x="46250" y="41249"/>
                </a:moveTo>
                <a:lnTo>
                  <a:pt x="46250" y="51248"/>
                </a:lnTo>
                <a:lnTo>
                  <a:pt x="51254" y="51248"/>
                </a:lnTo>
                <a:cubicBezTo>
                  <a:pt x="54014" y="51248"/>
                  <a:pt x="56247" y="49005"/>
                  <a:pt x="56247" y="46248"/>
                </a:cubicBezTo>
                <a:cubicBezTo>
                  <a:pt x="56247" y="43491"/>
                  <a:pt x="54014" y="41249"/>
                  <a:pt x="51254" y="41249"/>
                </a:cubicBezTo>
                <a:lnTo>
                  <a:pt x="46250" y="4124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8" name="Чёрный — SVG 39">
            <a:extLst>
              <a:ext uri="{FF2B5EF4-FFF2-40B4-BE49-F238E27FC236}">
                <a16:creationId xmlns:a16="http://schemas.microsoft.com/office/drawing/2014/main" id="{40A4E591-CC2E-5544-9AB8-0A0E6CF7E113}"/>
              </a:ext>
            </a:extLst>
          </p:cNvPr>
          <p:cNvSpPr>
            <a:spLocks noGrp="1"/>
          </p:cNvSpPr>
          <p:nvPr/>
        </p:nvSpPr>
        <p:spPr>
          <a:xfrm>
            <a:off x="1620000" y="3470000"/>
            <a:ext cx="220000" cy="220000"/>
          </a:xfrm>
          <a:custGeom>
            <a:avLst/>
            <a:gdLst>
              <a:gd name="csX0" fmla="*/ 15942 w 141772"/>
              <a:gd name="csY0" fmla="*/ 0 h 127583"/>
              <a:gd name="csX1" fmla="*/ 0 w 141772"/>
              <a:gd name="csY1" fmla="*/ 15948 h 127583"/>
              <a:gd name="csX2" fmla="*/ 0 w 141772"/>
              <a:gd name="csY2" fmla="*/ 90371 h 127583"/>
              <a:gd name="csX3" fmla="*/ 15942 w 141772"/>
              <a:gd name="csY3" fmla="*/ 106319 h 127583"/>
              <a:gd name="csX4" fmla="*/ 83025 w 141772"/>
              <a:gd name="csY4" fmla="*/ 106319 h 127583"/>
              <a:gd name="csX5" fmla="*/ 63307 w 141772"/>
              <a:gd name="csY5" fmla="*/ 86336 h 127583"/>
              <a:gd name="csX6" fmla="*/ 62099 w 141772"/>
              <a:gd name="csY6" fmla="*/ 84979 h 127583"/>
              <a:gd name="csX7" fmla="*/ 44303 w 141772"/>
              <a:gd name="csY7" fmla="*/ 85056 h 127583"/>
              <a:gd name="csX8" fmla="*/ 38995 w 141772"/>
              <a:gd name="csY8" fmla="*/ 79740 h 127583"/>
              <a:gd name="csX9" fmla="*/ 38995 w 141772"/>
              <a:gd name="csY9" fmla="*/ 26580 h 127583"/>
              <a:gd name="csX10" fmla="*/ 44303 w 141772"/>
              <a:gd name="csY10" fmla="*/ 21264 h 127583"/>
              <a:gd name="csX11" fmla="*/ 115198 w 141772"/>
              <a:gd name="csY11" fmla="*/ 21264 h 127583"/>
              <a:gd name="csX12" fmla="*/ 120506 w 141772"/>
              <a:gd name="csY12" fmla="*/ 26580 h 127583"/>
              <a:gd name="csX13" fmla="*/ 120642 w 141772"/>
              <a:gd name="csY13" fmla="*/ 76063 h 127583"/>
              <a:gd name="csX14" fmla="*/ 138047 w 141772"/>
              <a:gd name="csY14" fmla="*/ 93459 h 127583"/>
              <a:gd name="csX15" fmla="*/ 140582 w 141772"/>
              <a:gd name="csY15" fmla="*/ 96385 h 127583"/>
              <a:gd name="csX16" fmla="*/ 141773 w 141772"/>
              <a:gd name="csY16" fmla="*/ 90371 h 127583"/>
              <a:gd name="csX17" fmla="*/ 141773 w 141772"/>
              <a:gd name="csY17" fmla="*/ 15948 h 127583"/>
              <a:gd name="csX18" fmla="*/ 125831 w 141772"/>
              <a:gd name="csY18" fmla="*/ 0 h 127583"/>
              <a:gd name="csX19" fmla="*/ 15942 w 141772"/>
              <a:gd name="csY19" fmla="*/ 0 h 127583"/>
              <a:gd name="csX20" fmla="*/ 19497 w 141772"/>
              <a:gd name="csY20" fmla="*/ 21264 h 127583"/>
              <a:gd name="csX21" fmla="*/ 24806 w 141772"/>
              <a:gd name="csY21" fmla="*/ 26580 h 127583"/>
              <a:gd name="csX22" fmla="*/ 24806 w 141772"/>
              <a:gd name="csY22" fmla="*/ 37212 h 127583"/>
              <a:gd name="csX23" fmla="*/ 19497 w 141772"/>
              <a:gd name="csY23" fmla="*/ 42528 h 127583"/>
              <a:gd name="csX24" fmla="*/ 14172 w 141772"/>
              <a:gd name="csY24" fmla="*/ 37212 h 127583"/>
              <a:gd name="csX25" fmla="*/ 14172 w 141772"/>
              <a:gd name="csY25" fmla="*/ 26580 h 127583"/>
              <a:gd name="csX26" fmla="*/ 19497 w 141772"/>
              <a:gd name="csY26" fmla="*/ 21264 h 127583"/>
              <a:gd name="csX27" fmla="*/ 19497 w 141772"/>
              <a:gd name="csY27" fmla="*/ 47844 h 127583"/>
              <a:gd name="csX28" fmla="*/ 24806 w 141772"/>
              <a:gd name="csY28" fmla="*/ 53160 h 127583"/>
              <a:gd name="csX29" fmla="*/ 19497 w 141772"/>
              <a:gd name="csY29" fmla="*/ 58476 h 127583"/>
              <a:gd name="csX30" fmla="*/ 14172 w 141772"/>
              <a:gd name="csY30" fmla="*/ 53160 h 127583"/>
              <a:gd name="csX31" fmla="*/ 19497 w 141772"/>
              <a:gd name="csY31" fmla="*/ 47844 h 127583"/>
              <a:gd name="csX32" fmla="*/ 72630 w 141772"/>
              <a:gd name="csY32" fmla="*/ 53167 h 127583"/>
              <a:gd name="csX33" fmla="*/ 66489 w 141772"/>
              <a:gd name="csY33" fmla="*/ 55839 h 127583"/>
              <a:gd name="csX34" fmla="*/ 63817 w 141772"/>
              <a:gd name="csY34" fmla="*/ 61951 h 127583"/>
              <a:gd name="csX35" fmla="*/ 64396 w 141772"/>
              <a:gd name="csY35" fmla="*/ 65557 h 127583"/>
              <a:gd name="csX36" fmla="*/ 64413 w 141772"/>
              <a:gd name="csY36" fmla="*/ 65542 h 127583"/>
              <a:gd name="csX37" fmla="*/ 68309 w 141772"/>
              <a:gd name="csY37" fmla="*/ 79297 h 127583"/>
              <a:gd name="csX38" fmla="*/ 71609 w 141772"/>
              <a:gd name="csY38" fmla="*/ 84889 h 127583"/>
              <a:gd name="csX39" fmla="*/ 71711 w 141772"/>
              <a:gd name="csY39" fmla="*/ 84993 h 127583"/>
              <a:gd name="csX40" fmla="*/ 95871 w 141772"/>
              <a:gd name="csY40" fmla="*/ 61299 h 127583"/>
              <a:gd name="csX41" fmla="*/ 95548 w 141772"/>
              <a:gd name="csY41" fmla="*/ 60975 h 127583"/>
              <a:gd name="csX42" fmla="*/ 89933 w 141772"/>
              <a:gd name="csY42" fmla="*/ 57666 h 127583"/>
              <a:gd name="csX43" fmla="*/ 75982 w 141772"/>
              <a:gd name="csY43" fmla="*/ 53665 h 127583"/>
              <a:gd name="csX44" fmla="*/ 72630 w 141772"/>
              <a:gd name="csY44" fmla="*/ 53167 h 127583"/>
              <a:gd name="csX45" fmla="*/ 19497 w 141772"/>
              <a:gd name="csY45" fmla="*/ 63792 h 127583"/>
              <a:gd name="csX46" fmla="*/ 24806 w 141772"/>
              <a:gd name="csY46" fmla="*/ 69108 h 127583"/>
              <a:gd name="csX47" fmla="*/ 24806 w 141772"/>
              <a:gd name="csY47" fmla="*/ 79740 h 127583"/>
              <a:gd name="csX48" fmla="*/ 19497 w 141772"/>
              <a:gd name="csY48" fmla="*/ 85056 h 127583"/>
              <a:gd name="csX49" fmla="*/ 14172 w 141772"/>
              <a:gd name="csY49" fmla="*/ 79740 h 127583"/>
              <a:gd name="csX50" fmla="*/ 14172 w 141772"/>
              <a:gd name="csY50" fmla="*/ 69108 h 127583"/>
              <a:gd name="csX51" fmla="*/ 19497 w 141772"/>
              <a:gd name="csY51" fmla="*/ 63792 h 127583"/>
              <a:gd name="csX52" fmla="*/ 103391 w 141772"/>
              <a:gd name="csY52" fmla="*/ 68817 h 127583"/>
              <a:gd name="csX53" fmla="*/ 79231 w 141772"/>
              <a:gd name="csY53" fmla="*/ 92510 h 127583"/>
              <a:gd name="csX54" fmla="*/ 109124 w 141772"/>
              <a:gd name="csY54" fmla="*/ 122378 h 127583"/>
              <a:gd name="csX55" fmla="*/ 118227 w 141772"/>
              <a:gd name="csY55" fmla="*/ 127294 h 127583"/>
              <a:gd name="csX56" fmla="*/ 121339 w 141772"/>
              <a:gd name="csY56" fmla="*/ 127583 h 127583"/>
              <a:gd name="csX57" fmla="*/ 133283 w 141772"/>
              <a:gd name="csY57" fmla="*/ 122616 h 127583"/>
              <a:gd name="csX58" fmla="*/ 138234 w 141772"/>
              <a:gd name="csY58" fmla="*/ 110657 h 127583"/>
              <a:gd name="csX59" fmla="*/ 137961 w 141772"/>
              <a:gd name="csY59" fmla="*/ 107578 h 127583"/>
              <a:gd name="csX60" fmla="*/ 133045 w 141772"/>
              <a:gd name="csY60" fmla="*/ 98477 h 127583"/>
              <a:gd name="csX61" fmla="*/ 103391 w 141772"/>
              <a:gd name="csY61" fmla="*/ 68817 h 127583"/>
              <a:gd name="csX62" fmla="*/ 62984 w 141772"/>
              <a:gd name="csY62" fmla="*/ 84945 h 127583"/>
              <a:gd name="csX63" fmla="*/ 62950 w 141772"/>
              <a:gd name="csY63" fmla="*/ 85056 h 127583"/>
              <a:gd name="csX64" fmla="*/ 63068 w 141772"/>
              <a:gd name="csY64" fmla="*/ 85056 h 127583"/>
              <a:gd name="csX65" fmla="*/ 62984 w 141772"/>
              <a:gd name="csY65" fmla="*/ 84945 h 127583"/>
            </a:gdLst>
            <a:ahLst/>
            <a:cxnLst/>
            <a:rect l="l" t="t" r="r" b="b"/>
            <a:pathLst>
              <a:path w="100000" h="100000">
                <a:moveTo>
                  <a:pt x="11245" y="5004"/>
                </a:moveTo>
                <a:cubicBezTo>
                  <a:pt x="5052" y="5004"/>
                  <a:pt x="0" y="10051"/>
                  <a:pt x="0" y="16253"/>
                </a:cubicBezTo>
                <a:lnTo>
                  <a:pt x="0" y="68748"/>
                </a:lnTo>
                <a:cubicBezTo>
                  <a:pt x="0" y="74946"/>
                  <a:pt x="5052" y="79997"/>
                  <a:pt x="11245" y="79997"/>
                </a:cubicBezTo>
                <a:lnTo>
                  <a:pt x="58562" y="79997"/>
                </a:lnTo>
                <a:lnTo>
                  <a:pt x="44654" y="65902"/>
                </a:lnTo>
                <a:cubicBezTo>
                  <a:pt x="44354" y="65600"/>
                  <a:pt x="44078" y="65270"/>
                  <a:pt x="43802" y="64945"/>
                </a:cubicBezTo>
                <a:lnTo>
                  <a:pt x="31249" y="64999"/>
                </a:lnTo>
                <a:cubicBezTo>
                  <a:pt x="29185" y="64999"/>
                  <a:pt x="27505" y="63321"/>
                  <a:pt x="27505" y="61249"/>
                </a:cubicBezTo>
                <a:lnTo>
                  <a:pt x="27505" y="23753"/>
                </a:lnTo>
                <a:cubicBezTo>
                  <a:pt x="27505" y="21680"/>
                  <a:pt x="29185" y="20003"/>
                  <a:pt x="31249" y="20003"/>
                </a:cubicBezTo>
                <a:lnTo>
                  <a:pt x="81256" y="20003"/>
                </a:lnTo>
                <a:cubicBezTo>
                  <a:pt x="83320" y="20003"/>
                  <a:pt x="85000" y="21680"/>
                  <a:pt x="85000" y="23753"/>
                </a:cubicBezTo>
                <a:lnTo>
                  <a:pt x="85096" y="58656"/>
                </a:lnTo>
                <a:lnTo>
                  <a:pt x="97373" y="70926"/>
                </a:lnTo>
                <a:cubicBezTo>
                  <a:pt x="98032" y="71574"/>
                  <a:pt x="98620" y="72270"/>
                  <a:pt x="99161" y="72990"/>
                </a:cubicBezTo>
                <a:cubicBezTo>
                  <a:pt x="99701" y="71682"/>
                  <a:pt x="100001" y="70250"/>
                  <a:pt x="100001" y="68748"/>
                </a:cubicBezTo>
                <a:lnTo>
                  <a:pt x="100001" y="16253"/>
                </a:lnTo>
                <a:cubicBezTo>
                  <a:pt x="100001" y="10051"/>
                  <a:pt x="94960" y="5004"/>
                  <a:pt x="88756" y="5004"/>
                </a:cubicBezTo>
                <a:lnTo>
                  <a:pt x="11245" y="5004"/>
                </a:lnTo>
                <a:close/>
                <a:moveTo>
                  <a:pt x="13752" y="20003"/>
                </a:moveTo>
                <a:cubicBezTo>
                  <a:pt x="15817" y="20003"/>
                  <a:pt x="17497" y="21680"/>
                  <a:pt x="17497" y="23753"/>
                </a:cubicBezTo>
                <a:lnTo>
                  <a:pt x="17497" y="31252"/>
                </a:lnTo>
                <a:cubicBezTo>
                  <a:pt x="17497" y="33324"/>
                  <a:pt x="15817" y="35002"/>
                  <a:pt x="13752" y="35002"/>
                </a:cubicBezTo>
                <a:cubicBezTo>
                  <a:pt x="11676" y="35002"/>
                  <a:pt x="9996" y="33324"/>
                  <a:pt x="9996" y="31252"/>
                </a:cubicBezTo>
                <a:lnTo>
                  <a:pt x="9996" y="23753"/>
                </a:lnTo>
                <a:cubicBezTo>
                  <a:pt x="9996" y="21680"/>
                  <a:pt x="11676" y="20003"/>
                  <a:pt x="13752" y="20003"/>
                </a:cubicBezTo>
                <a:close/>
                <a:moveTo>
                  <a:pt x="13752" y="38751"/>
                </a:moveTo>
                <a:cubicBezTo>
                  <a:pt x="15817" y="38751"/>
                  <a:pt x="17497" y="40431"/>
                  <a:pt x="17497" y="42501"/>
                </a:cubicBezTo>
                <a:cubicBezTo>
                  <a:pt x="17497" y="44571"/>
                  <a:pt x="15817" y="46251"/>
                  <a:pt x="13752" y="46251"/>
                </a:cubicBezTo>
                <a:cubicBezTo>
                  <a:pt x="11676" y="46251"/>
                  <a:pt x="9996" y="44571"/>
                  <a:pt x="9996" y="42501"/>
                </a:cubicBezTo>
                <a:cubicBezTo>
                  <a:pt x="9996" y="40431"/>
                  <a:pt x="11676" y="38751"/>
                  <a:pt x="13752" y="38751"/>
                </a:cubicBezTo>
                <a:close/>
                <a:moveTo>
                  <a:pt x="51230" y="42506"/>
                </a:moveTo>
                <a:cubicBezTo>
                  <a:pt x="49599" y="42563"/>
                  <a:pt x="48050" y="43232"/>
                  <a:pt x="46899" y="44391"/>
                </a:cubicBezTo>
                <a:cubicBezTo>
                  <a:pt x="45746" y="45545"/>
                  <a:pt x="45074" y="47079"/>
                  <a:pt x="45014" y="48702"/>
                </a:cubicBezTo>
                <a:cubicBezTo>
                  <a:pt x="44978" y="49569"/>
                  <a:pt x="45122" y="50425"/>
                  <a:pt x="45422" y="51245"/>
                </a:cubicBezTo>
                <a:lnTo>
                  <a:pt x="45434" y="51235"/>
                </a:lnTo>
                <a:cubicBezTo>
                  <a:pt x="45758" y="52455"/>
                  <a:pt x="46490" y="55034"/>
                  <a:pt x="48182" y="60937"/>
                </a:cubicBezTo>
                <a:cubicBezTo>
                  <a:pt x="48614" y="62426"/>
                  <a:pt x="49419" y="63792"/>
                  <a:pt x="50510" y="64881"/>
                </a:cubicBezTo>
                <a:lnTo>
                  <a:pt x="50582" y="64955"/>
                </a:lnTo>
                <a:lnTo>
                  <a:pt x="67623" y="48242"/>
                </a:lnTo>
                <a:lnTo>
                  <a:pt x="67396" y="48013"/>
                </a:lnTo>
                <a:cubicBezTo>
                  <a:pt x="66291" y="46915"/>
                  <a:pt x="64935" y="46109"/>
                  <a:pt x="63435" y="45679"/>
                </a:cubicBezTo>
                <a:lnTo>
                  <a:pt x="53595" y="42857"/>
                </a:lnTo>
                <a:cubicBezTo>
                  <a:pt x="52838" y="42597"/>
                  <a:pt x="52034" y="42481"/>
                  <a:pt x="51230" y="42506"/>
                </a:cubicBezTo>
                <a:close/>
                <a:moveTo>
                  <a:pt x="13752" y="50000"/>
                </a:moveTo>
                <a:cubicBezTo>
                  <a:pt x="15817" y="50000"/>
                  <a:pt x="17497" y="51678"/>
                  <a:pt x="17497" y="53750"/>
                </a:cubicBezTo>
                <a:lnTo>
                  <a:pt x="17497" y="61249"/>
                </a:lnTo>
                <a:cubicBezTo>
                  <a:pt x="17497" y="63321"/>
                  <a:pt x="15817" y="64999"/>
                  <a:pt x="13752" y="64999"/>
                </a:cubicBezTo>
                <a:cubicBezTo>
                  <a:pt x="11676" y="64999"/>
                  <a:pt x="9996" y="63321"/>
                  <a:pt x="9996" y="61249"/>
                </a:cubicBezTo>
                <a:lnTo>
                  <a:pt x="9996" y="53750"/>
                </a:lnTo>
                <a:cubicBezTo>
                  <a:pt x="9996" y="51678"/>
                  <a:pt x="11676" y="50000"/>
                  <a:pt x="13752" y="50000"/>
                </a:cubicBezTo>
                <a:close/>
                <a:moveTo>
                  <a:pt x="72928" y="53545"/>
                </a:moveTo>
                <a:lnTo>
                  <a:pt x="55886" y="70257"/>
                </a:lnTo>
                <a:lnTo>
                  <a:pt x="76971" y="91324"/>
                </a:lnTo>
                <a:cubicBezTo>
                  <a:pt x="78808" y="93172"/>
                  <a:pt x="81028" y="94372"/>
                  <a:pt x="83392" y="94792"/>
                </a:cubicBezTo>
                <a:cubicBezTo>
                  <a:pt x="84112" y="94924"/>
                  <a:pt x="84748" y="94936"/>
                  <a:pt x="85587" y="94996"/>
                </a:cubicBezTo>
                <a:cubicBezTo>
                  <a:pt x="88769" y="94996"/>
                  <a:pt x="91756" y="93748"/>
                  <a:pt x="94012" y="91492"/>
                </a:cubicBezTo>
                <a:cubicBezTo>
                  <a:pt x="96269" y="89237"/>
                  <a:pt x="97504" y="86237"/>
                  <a:pt x="97504" y="83057"/>
                </a:cubicBezTo>
                <a:cubicBezTo>
                  <a:pt x="97504" y="82349"/>
                  <a:pt x="97444" y="81617"/>
                  <a:pt x="97312" y="80885"/>
                </a:cubicBezTo>
                <a:cubicBezTo>
                  <a:pt x="96880" y="78521"/>
                  <a:pt x="95680" y="76290"/>
                  <a:pt x="93844" y="74466"/>
                </a:cubicBezTo>
                <a:lnTo>
                  <a:pt x="72928" y="53545"/>
                </a:lnTo>
                <a:close/>
                <a:moveTo>
                  <a:pt x="44426" y="64921"/>
                </a:moveTo>
                <a:cubicBezTo>
                  <a:pt x="44414" y="64922"/>
                  <a:pt x="44402" y="64950"/>
                  <a:pt x="44402" y="64999"/>
                </a:cubicBezTo>
                <a:lnTo>
                  <a:pt x="44486" y="64999"/>
                </a:lnTo>
                <a:cubicBezTo>
                  <a:pt x="44462" y="64943"/>
                  <a:pt x="44438" y="64919"/>
                  <a:pt x="44426" y="6492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59" name="Чёрный — SVG 40">
            <a:extLst>
              <a:ext uri="{FF2B5EF4-FFF2-40B4-BE49-F238E27FC236}">
                <a16:creationId xmlns:a16="http://schemas.microsoft.com/office/drawing/2014/main" id="{565C75C9-7B10-C646-A153-FE316C9E508B}"/>
              </a:ext>
            </a:extLst>
          </p:cNvPr>
          <p:cNvSpPr>
            <a:spLocks noGrp="1"/>
          </p:cNvSpPr>
          <p:nvPr/>
        </p:nvSpPr>
        <p:spPr>
          <a:xfrm>
            <a:off x="2220000" y="3470000"/>
            <a:ext cx="220000" cy="220000"/>
          </a:xfrm>
          <a:custGeom>
            <a:avLst/>
            <a:gdLst>
              <a:gd name="csX0" fmla="*/ 67526 w 134695"/>
              <a:gd name="csY0" fmla="*/ 3 h 159478"/>
              <a:gd name="csX1" fmla="*/ 63800 w 134695"/>
              <a:gd name="csY1" fmla="*/ 1365 h 159478"/>
              <a:gd name="csX2" fmla="*/ 5308 w 134695"/>
              <a:gd name="csY2" fmla="*/ 24810 h 159478"/>
              <a:gd name="csX3" fmla="*/ 1565 w 134695"/>
              <a:gd name="csY3" fmla="*/ 26367 h 159478"/>
              <a:gd name="csX4" fmla="*/ 0 w 134695"/>
              <a:gd name="csY4" fmla="*/ 30126 h 159478"/>
              <a:gd name="csX5" fmla="*/ 0 w 134695"/>
              <a:gd name="csY5" fmla="*/ 73574 h 159478"/>
              <a:gd name="csX6" fmla="*/ 65281 w 134695"/>
              <a:gd name="csY6" fmla="*/ 159070 h 159478"/>
              <a:gd name="csX7" fmla="*/ 67339 w 134695"/>
              <a:gd name="csY7" fmla="*/ 159478 h 159478"/>
              <a:gd name="csX8" fmla="*/ 69414 w 134695"/>
              <a:gd name="csY8" fmla="*/ 159070 h 159478"/>
              <a:gd name="csX9" fmla="*/ 134695 w 134695"/>
              <a:gd name="csY9" fmla="*/ 73574 h 159478"/>
              <a:gd name="csX10" fmla="*/ 134695 w 134695"/>
              <a:gd name="csY10" fmla="*/ 30126 h 159478"/>
              <a:gd name="csX11" fmla="*/ 133130 w 134695"/>
              <a:gd name="csY11" fmla="*/ 26367 h 159478"/>
              <a:gd name="csX12" fmla="*/ 129370 w 134695"/>
              <a:gd name="csY12" fmla="*/ 24810 h 159478"/>
              <a:gd name="csX13" fmla="*/ 70895 w 134695"/>
              <a:gd name="csY13" fmla="*/ 1365 h 159478"/>
              <a:gd name="csX14" fmla="*/ 67526 w 134695"/>
              <a:gd name="csY14" fmla="*/ 3 h 159478"/>
              <a:gd name="csX15" fmla="*/ 67339 w 134695"/>
              <a:gd name="csY15" fmla="*/ 42531 h 159478"/>
              <a:gd name="csX16" fmla="*/ 76339 w 134695"/>
              <a:gd name="csY16" fmla="*/ 60249 h 159478"/>
              <a:gd name="csX17" fmla="*/ 58339 w 134695"/>
              <a:gd name="csY17" fmla="*/ 60249 h 159478"/>
              <a:gd name="csX18" fmla="*/ 67339 w 134695"/>
              <a:gd name="csY18" fmla="*/ 42531 h 159478"/>
              <a:gd name="csX19" fmla="*/ 56076 w 134695"/>
              <a:gd name="csY19" fmla="*/ 44371 h 159478"/>
              <a:gd name="csX20" fmla="*/ 51108 w 134695"/>
              <a:gd name="csY20" fmla="*/ 60249 h 159478"/>
              <a:gd name="csX21" fmla="*/ 36647 w 134695"/>
              <a:gd name="csY21" fmla="*/ 60249 h 159478"/>
              <a:gd name="csX22" fmla="*/ 56076 w 134695"/>
              <a:gd name="csY22" fmla="*/ 44371 h 159478"/>
              <a:gd name="csX23" fmla="*/ 78619 w 134695"/>
              <a:gd name="csY23" fmla="*/ 44371 h 159478"/>
              <a:gd name="csX24" fmla="*/ 98048 w 134695"/>
              <a:gd name="csY24" fmla="*/ 60249 h 159478"/>
              <a:gd name="csX25" fmla="*/ 83587 w 134695"/>
              <a:gd name="csY25" fmla="*/ 60249 h 159478"/>
              <a:gd name="csX26" fmla="*/ 78619 w 134695"/>
              <a:gd name="csY26" fmla="*/ 44371 h 159478"/>
              <a:gd name="csX27" fmla="*/ 33533 w 134695"/>
              <a:gd name="csY27" fmla="*/ 67338 h 159478"/>
              <a:gd name="csX28" fmla="*/ 50155 w 134695"/>
              <a:gd name="csY28" fmla="*/ 67338 h 159478"/>
              <a:gd name="csX29" fmla="*/ 49628 w 134695"/>
              <a:gd name="csY29" fmla="*/ 77970 h 159478"/>
              <a:gd name="csX30" fmla="*/ 50155 w 134695"/>
              <a:gd name="csY30" fmla="*/ 88602 h 159478"/>
              <a:gd name="csX31" fmla="*/ 33533 w 134695"/>
              <a:gd name="csY31" fmla="*/ 88602 h 159478"/>
              <a:gd name="csX32" fmla="*/ 31900 w 134695"/>
              <a:gd name="csY32" fmla="*/ 77970 h 159478"/>
              <a:gd name="csX33" fmla="*/ 33533 w 134695"/>
              <a:gd name="csY33" fmla="*/ 67338 h 159478"/>
              <a:gd name="csX34" fmla="*/ 57284 w 134695"/>
              <a:gd name="csY34" fmla="*/ 67338 h 159478"/>
              <a:gd name="csX35" fmla="*/ 77411 w 134695"/>
              <a:gd name="csY35" fmla="*/ 67338 h 159478"/>
              <a:gd name="csX36" fmla="*/ 77973 w 134695"/>
              <a:gd name="csY36" fmla="*/ 77970 h 159478"/>
              <a:gd name="csX37" fmla="*/ 77411 w 134695"/>
              <a:gd name="csY37" fmla="*/ 88602 h 159478"/>
              <a:gd name="csX38" fmla="*/ 57284 w 134695"/>
              <a:gd name="csY38" fmla="*/ 88602 h 159478"/>
              <a:gd name="csX39" fmla="*/ 56706 w 134695"/>
              <a:gd name="csY39" fmla="*/ 77970 h 159478"/>
              <a:gd name="csX40" fmla="*/ 57284 w 134695"/>
              <a:gd name="csY40" fmla="*/ 67338 h 159478"/>
              <a:gd name="csX41" fmla="*/ 84540 w 134695"/>
              <a:gd name="csY41" fmla="*/ 67338 h 159478"/>
              <a:gd name="csX42" fmla="*/ 101162 w 134695"/>
              <a:gd name="csY42" fmla="*/ 67338 h 159478"/>
              <a:gd name="csX43" fmla="*/ 102795 w 134695"/>
              <a:gd name="csY43" fmla="*/ 77970 h 159478"/>
              <a:gd name="csX44" fmla="*/ 101162 w 134695"/>
              <a:gd name="csY44" fmla="*/ 88602 h 159478"/>
              <a:gd name="csX45" fmla="*/ 84540 w 134695"/>
              <a:gd name="csY45" fmla="*/ 88602 h 159478"/>
              <a:gd name="csX46" fmla="*/ 85067 w 134695"/>
              <a:gd name="csY46" fmla="*/ 77970 h 159478"/>
              <a:gd name="csX47" fmla="*/ 84540 w 134695"/>
              <a:gd name="csY47" fmla="*/ 67338 h 159478"/>
              <a:gd name="csX48" fmla="*/ 36647 w 134695"/>
              <a:gd name="csY48" fmla="*/ 95690 h 159478"/>
              <a:gd name="csX49" fmla="*/ 51108 w 134695"/>
              <a:gd name="csY49" fmla="*/ 95690 h 159478"/>
              <a:gd name="csX50" fmla="*/ 56076 w 134695"/>
              <a:gd name="csY50" fmla="*/ 111575 h 159478"/>
              <a:gd name="csX51" fmla="*/ 36647 w 134695"/>
              <a:gd name="csY51" fmla="*/ 95690 h 159478"/>
              <a:gd name="csX52" fmla="*/ 58339 w 134695"/>
              <a:gd name="csY52" fmla="*/ 95690 h 159478"/>
              <a:gd name="csX53" fmla="*/ 76339 w 134695"/>
              <a:gd name="csY53" fmla="*/ 95690 h 159478"/>
              <a:gd name="csX54" fmla="*/ 67339 w 134695"/>
              <a:gd name="csY54" fmla="*/ 113412 h 159478"/>
              <a:gd name="csX55" fmla="*/ 58339 w 134695"/>
              <a:gd name="csY55" fmla="*/ 95690 h 159478"/>
              <a:gd name="csX56" fmla="*/ 83587 w 134695"/>
              <a:gd name="csY56" fmla="*/ 95690 h 159478"/>
              <a:gd name="csX57" fmla="*/ 98048 w 134695"/>
              <a:gd name="csY57" fmla="*/ 95690 h 159478"/>
              <a:gd name="csX58" fmla="*/ 78619 w 134695"/>
              <a:gd name="csY58" fmla="*/ 111575 h 159478"/>
              <a:gd name="csX59" fmla="*/ 83587 w 134695"/>
              <a:gd name="csY59" fmla="*/ 95690 h 159478"/>
            </a:gdLst>
            <a:ahLst/>
            <a:cxnLst/>
            <a:rect l="l" t="t" r="r" b="b"/>
            <a:pathLst>
              <a:path w="100000" h="100000">
                <a:moveTo>
                  <a:pt x="50112" y="2"/>
                </a:moveTo>
                <a:cubicBezTo>
                  <a:pt x="49248" y="-26"/>
                  <a:pt x="48405" y="281"/>
                  <a:pt x="47776" y="856"/>
                </a:cubicBezTo>
                <a:cubicBezTo>
                  <a:pt x="47776" y="856"/>
                  <a:pt x="31080" y="15557"/>
                  <a:pt x="11098" y="15557"/>
                </a:cubicBezTo>
                <a:cubicBezTo>
                  <a:pt x="10224" y="15557"/>
                  <a:pt x="9370" y="15908"/>
                  <a:pt x="8751" y="16533"/>
                </a:cubicBezTo>
                <a:cubicBezTo>
                  <a:pt x="8122" y="17158"/>
                  <a:pt x="7770" y="18006"/>
                  <a:pt x="7770" y="18890"/>
                </a:cubicBezTo>
                <a:lnTo>
                  <a:pt x="7770" y="46134"/>
                </a:lnTo>
                <a:cubicBezTo>
                  <a:pt x="7770" y="60975"/>
                  <a:pt x="14641" y="85397"/>
                  <a:pt x="48704" y="99744"/>
                </a:cubicBezTo>
                <a:cubicBezTo>
                  <a:pt x="49109" y="99915"/>
                  <a:pt x="49557" y="100000"/>
                  <a:pt x="49995" y="100000"/>
                </a:cubicBezTo>
                <a:cubicBezTo>
                  <a:pt x="50443" y="100000"/>
                  <a:pt x="50880" y="99915"/>
                  <a:pt x="51296" y="99744"/>
                </a:cubicBezTo>
                <a:cubicBezTo>
                  <a:pt x="85359" y="85397"/>
                  <a:pt x="92230" y="60975"/>
                  <a:pt x="92230" y="46134"/>
                </a:cubicBezTo>
                <a:lnTo>
                  <a:pt x="92230" y="18890"/>
                </a:lnTo>
                <a:cubicBezTo>
                  <a:pt x="92230" y="18006"/>
                  <a:pt x="91878" y="17158"/>
                  <a:pt x="91249" y="16533"/>
                </a:cubicBezTo>
                <a:cubicBezTo>
                  <a:pt x="90630" y="15908"/>
                  <a:pt x="89776" y="15557"/>
                  <a:pt x="88891" y="15557"/>
                </a:cubicBezTo>
                <a:cubicBezTo>
                  <a:pt x="68910" y="15557"/>
                  <a:pt x="52224" y="856"/>
                  <a:pt x="52224" y="856"/>
                </a:cubicBezTo>
                <a:cubicBezTo>
                  <a:pt x="51638" y="330"/>
                  <a:pt x="50891" y="28"/>
                  <a:pt x="50112" y="2"/>
                </a:cubicBezTo>
                <a:close/>
                <a:moveTo>
                  <a:pt x="49995" y="26669"/>
                </a:moveTo>
                <a:cubicBezTo>
                  <a:pt x="51819" y="26669"/>
                  <a:pt x="54284" y="30846"/>
                  <a:pt x="55638" y="37779"/>
                </a:cubicBezTo>
                <a:lnTo>
                  <a:pt x="44351" y="37779"/>
                </a:lnTo>
                <a:cubicBezTo>
                  <a:pt x="45706" y="30846"/>
                  <a:pt x="48171" y="26669"/>
                  <a:pt x="49995" y="26669"/>
                </a:cubicBezTo>
                <a:close/>
                <a:moveTo>
                  <a:pt x="42932" y="27823"/>
                </a:moveTo>
                <a:cubicBezTo>
                  <a:pt x="41535" y="30512"/>
                  <a:pt x="40511" y="33957"/>
                  <a:pt x="39817" y="37779"/>
                </a:cubicBezTo>
                <a:lnTo>
                  <a:pt x="30749" y="37779"/>
                </a:lnTo>
                <a:cubicBezTo>
                  <a:pt x="33438" y="33135"/>
                  <a:pt x="37748" y="29556"/>
                  <a:pt x="42932" y="27823"/>
                </a:cubicBezTo>
                <a:close/>
                <a:moveTo>
                  <a:pt x="57068" y="27823"/>
                </a:moveTo>
                <a:cubicBezTo>
                  <a:pt x="62242" y="29556"/>
                  <a:pt x="66552" y="33135"/>
                  <a:pt x="69251" y="37779"/>
                </a:cubicBezTo>
                <a:lnTo>
                  <a:pt x="60183" y="37779"/>
                </a:lnTo>
                <a:cubicBezTo>
                  <a:pt x="59489" y="33957"/>
                  <a:pt x="58465" y="30512"/>
                  <a:pt x="57068" y="27823"/>
                </a:cubicBezTo>
                <a:close/>
                <a:moveTo>
                  <a:pt x="28797" y="42224"/>
                </a:moveTo>
                <a:lnTo>
                  <a:pt x="39220" y="42224"/>
                </a:lnTo>
                <a:cubicBezTo>
                  <a:pt x="38996" y="44402"/>
                  <a:pt x="38889" y="46647"/>
                  <a:pt x="38889" y="48891"/>
                </a:cubicBezTo>
                <a:cubicBezTo>
                  <a:pt x="38889" y="51135"/>
                  <a:pt x="38996" y="53379"/>
                  <a:pt x="39220" y="55558"/>
                </a:cubicBezTo>
                <a:lnTo>
                  <a:pt x="28797" y="55558"/>
                </a:lnTo>
                <a:cubicBezTo>
                  <a:pt x="28135" y="53446"/>
                  <a:pt x="27773" y="51223"/>
                  <a:pt x="27773" y="48891"/>
                </a:cubicBezTo>
                <a:cubicBezTo>
                  <a:pt x="27773" y="46557"/>
                  <a:pt x="28135" y="44335"/>
                  <a:pt x="28797" y="42224"/>
                </a:cubicBezTo>
                <a:close/>
                <a:moveTo>
                  <a:pt x="43690" y="42224"/>
                </a:moveTo>
                <a:lnTo>
                  <a:pt x="56310" y="42224"/>
                </a:lnTo>
                <a:cubicBezTo>
                  <a:pt x="56534" y="44290"/>
                  <a:pt x="56663" y="46513"/>
                  <a:pt x="56663" y="48891"/>
                </a:cubicBezTo>
                <a:cubicBezTo>
                  <a:pt x="56663" y="51269"/>
                  <a:pt x="56534" y="53490"/>
                  <a:pt x="56310" y="55558"/>
                </a:cubicBezTo>
                <a:lnTo>
                  <a:pt x="43690" y="55558"/>
                </a:lnTo>
                <a:cubicBezTo>
                  <a:pt x="43466" y="53490"/>
                  <a:pt x="43327" y="51269"/>
                  <a:pt x="43327" y="48891"/>
                </a:cubicBezTo>
                <a:cubicBezTo>
                  <a:pt x="43327" y="46513"/>
                  <a:pt x="43466" y="44290"/>
                  <a:pt x="43690" y="42224"/>
                </a:cubicBezTo>
                <a:close/>
                <a:moveTo>
                  <a:pt x="60780" y="42224"/>
                </a:moveTo>
                <a:lnTo>
                  <a:pt x="71203" y="42224"/>
                </a:lnTo>
                <a:cubicBezTo>
                  <a:pt x="71865" y="44335"/>
                  <a:pt x="72227" y="46557"/>
                  <a:pt x="72227" y="48891"/>
                </a:cubicBezTo>
                <a:cubicBezTo>
                  <a:pt x="72227" y="51223"/>
                  <a:pt x="71865" y="53446"/>
                  <a:pt x="71203" y="55558"/>
                </a:cubicBezTo>
                <a:lnTo>
                  <a:pt x="60780" y="55558"/>
                </a:lnTo>
                <a:cubicBezTo>
                  <a:pt x="61004" y="53379"/>
                  <a:pt x="61111" y="51135"/>
                  <a:pt x="61111" y="48891"/>
                </a:cubicBezTo>
                <a:cubicBezTo>
                  <a:pt x="61111" y="46647"/>
                  <a:pt x="61004" y="44402"/>
                  <a:pt x="60780" y="42224"/>
                </a:cubicBezTo>
                <a:close/>
                <a:moveTo>
                  <a:pt x="30749" y="60002"/>
                </a:moveTo>
                <a:lnTo>
                  <a:pt x="39817" y="60002"/>
                </a:lnTo>
                <a:cubicBezTo>
                  <a:pt x="40511" y="63824"/>
                  <a:pt x="41535" y="67264"/>
                  <a:pt x="42932" y="69963"/>
                </a:cubicBezTo>
                <a:cubicBezTo>
                  <a:pt x="37748" y="68224"/>
                  <a:pt x="33438" y="64647"/>
                  <a:pt x="30749" y="60002"/>
                </a:cubicBezTo>
                <a:close/>
                <a:moveTo>
                  <a:pt x="44351" y="60002"/>
                </a:moveTo>
                <a:lnTo>
                  <a:pt x="55638" y="60002"/>
                </a:lnTo>
                <a:cubicBezTo>
                  <a:pt x="54284" y="66933"/>
                  <a:pt x="51819" y="71115"/>
                  <a:pt x="49995" y="71115"/>
                </a:cubicBezTo>
                <a:cubicBezTo>
                  <a:pt x="48171" y="71115"/>
                  <a:pt x="45706" y="66933"/>
                  <a:pt x="44351" y="60002"/>
                </a:cubicBezTo>
                <a:close/>
                <a:moveTo>
                  <a:pt x="60183" y="60002"/>
                </a:moveTo>
                <a:lnTo>
                  <a:pt x="69251" y="60002"/>
                </a:lnTo>
                <a:cubicBezTo>
                  <a:pt x="66552" y="64647"/>
                  <a:pt x="62242" y="68224"/>
                  <a:pt x="57068" y="69963"/>
                </a:cubicBezTo>
                <a:cubicBezTo>
                  <a:pt x="58465" y="67264"/>
                  <a:pt x="59489" y="63824"/>
                  <a:pt x="60183" y="6000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0" name="Чёрный — SVG 41">
            <a:extLst>
              <a:ext uri="{FF2B5EF4-FFF2-40B4-BE49-F238E27FC236}">
                <a16:creationId xmlns:a16="http://schemas.microsoft.com/office/drawing/2014/main" id="{9C16F50E-DDB9-2345-B5BD-D96FB789386B}"/>
              </a:ext>
            </a:extLst>
          </p:cNvPr>
          <p:cNvSpPr>
            <a:spLocks noGrp="1"/>
          </p:cNvSpPr>
          <p:nvPr/>
        </p:nvSpPr>
        <p:spPr>
          <a:xfrm>
            <a:off x="2820000" y="3470000"/>
            <a:ext cx="220000" cy="220000"/>
          </a:xfrm>
          <a:custGeom>
            <a:avLst/>
            <a:gdLst>
              <a:gd name="csX0" fmla="*/ 80457 w 160914"/>
              <a:gd name="csY0" fmla="*/ 0 h 123653"/>
              <a:gd name="csX1" fmla="*/ 2178 w 160914"/>
              <a:gd name="csY1" fmla="*/ 32374 h 123653"/>
              <a:gd name="csX2" fmla="*/ 579 w 160914"/>
              <a:gd name="csY2" fmla="*/ 34674 h 123653"/>
              <a:gd name="csX3" fmla="*/ 1 w 160914"/>
              <a:gd name="csY3" fmla="*/ 37414 h 123653"/>
              <a:gd name="csX4" fmla="*/ 529 w 160914"/>
              <a:gd name="csY4" fmla="*/ 40167 h 123653"/>
              <a:gd name="csX5" fmla="*/ 2077 w 160914"/>
              <a:gd name="csY5" fmla="*/ 42499 h 123653"/>
              <a:gd name="csX6" fmla="*/ 4407 w 160914"/>
              <a:gd name="csY6" fmla="*/ 44050 h 123653"/>
              <a:gd name="csX7" fmla="*/ 7164 w 160914"/>
              <a:gd name="csY7" fmla="*/ 44576 h 123653"/>
              <a:gd name="csX8" fmla="*/ 9903 w 160914"/>
              <a:gd name="csY8" fmla="*/ 43994 h 123653"/>
              <a:gd name="csX9" fmla="*/ 12200 w 160914"/>
              <a:gd name="csY9" fmla="*/ 42397 h 123653"/>
              <a:gd name="csX10" fmla="*/ 148715 w 160914"/>
              <a:gd name="csY10" fmla="*/ 42397 h 123653"/>
              <a:gd name="csX11" fmla="*/ 151012 w 160914"/>
              <a:gd name="csY11" fmla="*/ 43994 h 123653"/>
              <a:gd name="csX12" fmla="*/ 153751 w 160914"/>
              <a:gd name="csY12" fmla="*/ 44576 h 123653"/>
              <a:gd name="csX13" fmla="*/ 156508 w 160914"/>
              <a:gd name="csY13" fmla="*/ 44050 h 123653"/>
              <a:gd name="csX14" fmla="*/ 158838 w 160914"/>
              <a:gd name="csY14" fmla="*/ 42499 h 123653"/>
              <a:gd name="csX15" fmla="*/ 160386 w 160914"/>
              <a:gd name="csY15" fmla="*/ 40167 h 123653"/>
              <a:gd name="csX16" fmla="*/ 160914 w 160914"/>
              <a:gd name="csY16" fmla="*/ 37414 h 123653"/>
              <a:gd name="csX17" fmla="*/ 160336 w 160914"/>
              <a:gd name="csY17" fmla="*/ 34674 h 123653"/>
              <a:gd name="csX18" fmla="*/ 158736 w 160914"/>
              <a:gd name="csY18" fmla="*/ 32374 h 123653"/>
              <a:gd name="csX19" fmla="*/ 80457 w 160914"/>
              <a:gd name="csY19" fmla="*/ 0 h 123653"/>
              <a:gd name="csX20" fmla="*/ 80457 w 160914"/>
              <a:gd name="csY20" fmla="*/ 31605 h 123653"/>
              <a:gd name="csX21" fmla="*/ 24534 w 160914"/>
              <a:gd name="csY21" fmla="*/ 54725 h 123653"/>
              <a:gd name="csX22" fmla="*/ 22935 w 160914"/>
              <a:gd name="csY22" fmla="*/ 57025 h 123653"/>
              <a:gd name="csX23" fmla="*/ 22357 w 160914"/>
              <a:gd name="csY23" fmla="*/ 59765 h 123653"/>
              <a:gd name="csX24" fmla="*/ 22884 w 160914"/>
              <a:gd name="csY24" fmla="*/ 62517 h 123653"/>
              <a:gd name="csX25" fmla="*/ 24432 w 160914"/>
              <a:gd name="csY25" fmla="*/ 64850 h 123653"/>
              <a:gd name="csX26" fmla="*/ 26763 w 160914"/>
              <a:gd name="csY26" fmla="*/ 66399 h 123653"/>
              <a:gd name="csX27" fmla="*/ 29519 w 160914"/>
              <a:gd name="csY27" fmla="*/ 66925 h 123653"/>
              <a:gd name="csX28" fmla="*/ 32258 w 160914"/>
              <a:gd name="csY28" fmla="*/ 66345 h 123653"/>
              <a:gd name="csX29" fmla="*/ 34555 w 160914"/>
              <a:gd name="csY29" fmla="*/ 64748 h 123653"/>
              <a:gd name="csX30" fmla="*/ 126360 w 160914"/>
              <a:gd name="csY30" fmla="*/ 64748 h 123653"/>
              <a:gd name="csX31" fmla="*/ 128657 w 160914"/>
              <a:gd name="csY31" fmla="*/ 66345 h 123653"/>
              <a:gd name="csX32" fmla="*/ 131396 w 160914"/>
              <a:gd name="csY32" fmla="*/ 66925 h 123653"/>
              <a:gd name="csX33" fmla="*/ 134152 w 160914"/>
              <a:gd name="csY33" fmla="*/ 66399 h 123653"/>
              <a:gd name="csX34" fmla="*/ 136483 w 160914"/>
              <a:gd name="csY34" fmla="*/ 64850 h 123653"/>
              <a:gd name="csX35" fmla="*/ 138031 w 160914"/>
              <a:gd name="csY35" fmla="*/ 62517 h 123653"/>
              <a:gd name="csX36" fmla="*/ 138558 w 160914"/>
              <a:gd name="csY36" fmla="*/ 59765 h 123653"/>
              <a:gd name="csX37" fmla="*/ 137980 w 160914"/>
              <a:gd name="csY37" fmla="*/ 57025 h 123653"/>
              <a:gd name="csX38" fmla="*/ 136381 w 160914"/>
              <a:gd name="csY38" fmla="*/ 54725 h 123653"/>
              <a:gd name="csX39" fmla="*/ 80457 w 160914"/>
              <a:gd name="csY39" fmla="*/ 31605 h 123653"/>
              <a:gd name="csX40" fmla="*/ 80457 w 160914"/>
              <a:gd name="csY40" fmla="*/ 63217 h 123653"/>
              <a:gd name="csX41" fmla="*/ 46873 w 160914"/>
              <a:gd name="csY41" fmla="*/ 77074 h 123653"/>
              <a:gd name="csX42" fmla="*/ 45342 w 160914"/>
              <a:gd name="csY42" fmla="*/ 79376 h 123653"/>
              <a:gd name="csX43" fmla="*/ 44797 w 160914"/>
              <a:gd name="csY43" fmla="*/ 82089 h 123653"/>
              <a:gd name="csX44" fmla="*/ 45342 w 160914"/>
              <a:gd name="csY44" fmla="*/ 84802 h 123653"/>
              <a:gd name="csX45" fmla="*/ 46890 w 160914"/>
              <a:gd name="csY45" fmla="*/ 87102 h 123653"/>
              <a:gd name="csX46" fmla="*/ 49187 w 160914"/>
              <a:gd name="csY46" fmla="*/ 88638 h 123653"/>
              <a:gd name="csX47" fmla="*/ 51892 w 160914"/>
              <a:gd name="csY47" fmla="*/ 89177 h 123653"/>
              <a:gd name="csX48" fmla="*/ 54614 w 160914"/>
              <a:gd name="csY48" fmla="*/ 88636 h 123653"/>
              <a:gd name="csX49" fmla="*/ 56911 w 160914"/>
              <a:gd name="csY49" fmla="*/ 87097 h 123653"/>
              <a:gd name="csX50" fmla="*/ 104004 w 160914"/>
              <a:gd name="csY50" fmla="*/ 87097 h 123653"/>
              <a:gd name="csX51" fmla="*/ 106301 w 160914"/>
              <a:gd name="csY51" fmla="*/ 88694 h 123653"/>
              <a:gd name="csX52" fmla="*/ 109057 w 160914"/>
              <a:gd name="csY52" fmla="*/ 89276 h 123653"/>
              <a:gd name="csX53" fmla="*/ 111796 w 160914"/>
              <a:gd name="csY53" fmla="*/ 88750 h 123653"/>
              <a:gd name="csX54" fmla="*/ 114127 w 160914"/>
              <a:gd name="csY54" fmla="*/ 87201 h 123653"/>
              <a:gd name="csX55" fmla="*/ 115692 w 160914"/>
              <a:gd name="csY55" fmla="*/ 84867 h 123653"/>
              <a:gd name="csX56" fmla="*/ 116202 w 160914"/>
              <a:gd name="csY56" fmla="*/ 82116 h 123653"/>
              <a:gd name="csX57" fmla="*/ 115624 w 160914"/>
              <a:gd name="csY57" fmla="*/ 79376 h 123653"/>
              <a:gd name="csX58" fmla="*/ 114025 w 160914"/>
              <a:gd name="csY58" fmla="*/ 77074 h 123653"/>
              <a:gd name="csX59" fmla="*/ 80457 w 160914"/>
              <a:gd name="csY59" fmla="*/ 63217 h 123653"/>
              <a:gd name="csX60" fmla="*/ 81121 w 160914"/>
              <a:gd name="csY60" fmla="*/ 95296 h 123653"/>
              <a:gd name="csX61" fmla="*/ 71100 w 160914"/>
              <a:gd name="csY61" fmla="*/ 99447 h 123653"/>
              <a:gd name="csX62" fmla="*/ 66949 w 160914"/>
              <a:gd name="csY62" fmla="*/ 109483 h 123653"/>
              <a:gd name="csX63" fmla="*/ 71100 w 160914"/>
              <a:gd name="csY63" fmla="*/ 119503 h 123653"/>
              <a:gd name="csX64" fmla="*/ 81121 w 160914"/>
              <a:gd name="csY64" fmla="*/ 123654 h 123653"/>
              <a:gd name="csX65" fmla="*/ 91159 w 160914"/>
              <a:gd name="csY65" fmla="*/ 119503 h 123653"/>
              <a:gd name="csX66" fmla="*/ 95310 w 160914"/>
              <a:gd name="csY66" fmla="*/ 109483 h 123653"/>
              <a:gd name="csX67" fmla="*/ 91159 w 160914"/>
              <a:gd name="csY67" fmla="*/ 99447 h 123653"/>
              <a:gd name="csX68" fmla="*/ 81121 w 160914"/>
              <a:gd name="csY68" fmla="*/ 95296 h 123653"/>
            </a:gdLst>
            <a:ahLst/>
            <a:cxnLst/>
            <a:rect l="l" t="t" r="r" b="b"/>
            <a:pathLst>
              <a:path w="100000" h="100000">
                <a:moveTo>
                  <a:pt x="50000" y="11578"/>
                </a:moveTo>
                <a:cubicBezTo>
                  <a:pt x="32386" y="11578"/>
                  <a:pt x="14771" y="18283"/>
                  <a:pt x="1354" y="31697"/>
                </a:cubicBezTo>
                <a:cubicBezTo>
                  <a:pt x="931" y="32103"/>
                  <a:pt x="593" y="32589"/>
                  <a:pt x="360" y="33126"/>
                </a:cubicBezTo>
                <a:cubicBezTo>
                  <a:pt x="127" y="33664"/>
                  <a:pt x="11" y="34243"/>
                  <a:pt x="1" y="34829"/>
                </a:cubicBezTo>
                <a:cubicBezTo>
                  <a:pt x="-10" y="35416"/>
                  <a:pt x="106" y="35996"/>
                  <a:pt x="329" y="36540"/>
                </a:cubicBezTo>
                <a:cubicBezTo>
                  <a:pt x="551" y="37082"/>
                  <a:pt x="878" y="37574"/>
                  <a:pt x="1291" y="37989"/>
                </a:cubicBezTo>
                <a:cubicBezTo>
                  <a:pt x="1703" y="38403"/>
                  <a:pt x="2200" y="38731"/>
                  <a:pt x="2739" y="38953"/>
                </a:cubicBezTo>
                <a:cubicBezTo>
                  <a:pt x="3289" y="39174"/>
                  <a:pt x="3870" y="39285"/>
                  <a:pt x="4452" y="39280"/>
                </a:cubicBezTo>
                <a:cubicBezTo>
                  <a:pt x="5033" y="39273"/>
                  <a:pt x="5615" y="39150"/>
                  <a:pt x="6154" y="38918"/>
                </a:cubicBezTo>
                <a:cubicBezTo>
                  <a:pt x="6694" y="38686"/>
                  <a:pt x="7180" y="38348"/>
                  <a:pt x="7582" y="37926"/>
                </a:cubicBezTo>
                <a:cubicBezTo>
                  <a:pt x="31043" y="14466"/>
                  <a:pt x="68958" y="14466"/>
                  <a:pt x="92419" y="37926"/>
                </a:cubicBezTo>
                <a:cubicBezTo>
                  <a:pt x="92821" y="38348"/>
                  <a:pt x="93307" y="38686"/>
                  <a:pt x="93846" y="38918"/>
                </a:cubicBezTo>
                <a:cubicBezTo>
                  <a:pt x="94386" y="39150"/>
                  <a:pt x="94967" y="39273"/>
                  <a:pt x="95549" y="39280"/>
                </a:cubicBezTo>
                <a:cubicBezTo>
                  <a:pt x="96141" y="39285"/>
                  <a:pt x="96722" y="39174"/>
                  <a:pt x="97262" y="38953"/>
                </a:cubicBezTo>
                <a:cubicBezTo>
                  <a:pt x="97801" y="38731"/>
                  <a:pt x="98298" y="38403"/>
                  <a:pt x="98710" y="37989"/>
                </a:cubicBezTo>
                <a:cubicBezTo>
                  <a:pt x="99123" y="37574"/>
                  <a:pt x="99450" y="37082"/>
                  <a:pt x="99672" y="36540"/>
                </a:cubicBezTo>
                <a:cubicBezTo>
                  <a:pt x="99894" y="35996"/>
                  <a:pt x="100011" y="35416"/>
                  <a:pt x="100000" y="34829"/>
                </a:cubicBezTo>
                <a:cubicBezTo>
                  <a:pt x="100000" y="34243"/>
                  <a:pt x="99873" y="33664"/>
                  <a:pt x="99641" y="33126"/>
                </a:cubicBezTo>
                <a:cubicBezTo>
                  <a:pt x="99408" y="32589"/>
                  <a:pt x="99070" y="32103"/>
                  <a:pt x="98646" y="31697"/>
                </a:cubicBezTo>
                <a:cubicBezTo>
                  <a:pt x="85229" y="18283"/>
                  <a:pt x="67615" y="11578"/>
                  <a:pt x="50000" y="11578"/>
                </a:cubicBezTo>
                <a:close/>
                <a:moveTo>
                  <a:pt x="50000" y="31219"/>
                </a:moveTo>
                <a:cubicBezTo>
                  <a:pt x="37408" y="31219"/>
                  <a:pt x="24826" y="36009"/>
                  <a:pt x="15247" y="45587"/>
                </a:cubicBezTo>
                <a:cubicBezTo>
                  <a:pt x="14824" y="45993"/>
                  <a:pt x="14486" y="46478"/>
                  <a:pt x="14253" y="47016"/>
                </a:cubicBezTo>
                <a:cubicBezTo>
                  <a:pt x="14020" y="47554"/>
                  <a:pt x="13894" y="48133"/>
                  <a:pt x="13894" y="48719"/>
                </a:cubicBezTo>
                <a:cubicBezTo>
                  <a:pt x="13883" y="49305"/>
                  <a:pt x="13999" y="49886"/>
                  <a:pt x="14221" y="50429"/>
                </a:cubicBezTo>
                <a:cubicBezTo>
                  <a:pt x="14444" y="50972"/>
                  <a:pt x="14771" y="51464"/>
                  <a:pt x="15183" y="51879"/>
                </a:cubicBezTo>
                <a:cubicBezTo>
                  <a:pt x="15596" y="52293"/>
                  <a:pt x="16093" y="52621"/>
                  <a:pt x="16632" y="52842"/>
                </a:cubicBezTo>
                <a:cubicBezTo>
                  <a:pt x="17171" y="53064"/>
                  <a:pt x="17753" y="53175"/>
                  <a:pt x="18345" y="53168"/>
                </a:cubicBezTo>
                <a:cubicBezTo>
                  <a:pt x="18926" y="53163"/>
                  <a:pt x="19508" y="53040"/>
                  <a:pt x="20047" y="52808"/>
                </a:cubicBezTo>
                <a:cubicBezTo>
                  <a:pt x="20586" y="52576"/>
                  <a:pt x="21073" y="52237"/>
                  <a:pt x="21474" y="51816"/>
                </a:cubicBezTo>
                <a:cubicBezTo>
                  <a:pt x="37270" y="36027"/>
                  <a:pt x="62740" y="36027"/>
                  <a:pt x="78526" y="51816"/>
                </a:cubicBezTo>
                <a:cubicBezTo>
                  <a:pt x="78928" y="52237"/>
                  <a:pt x="79414" y="52576"/>
                  <a:pt x="79954" y="52808"/>
                </a:cubicBezTo>
                <a:cubicBezTo>
                  <a:pt x="80493" y="53040"/>
                  <a:pt x="81074" y="53163"/>
                  <a:pt x="81656" y="53168"/>
                </a:cubicBezTo>
                <a:cubicBezTo>
                  <a:pt x="82248" y="53175"/>
                  <a:pt x="82829" y="53064"/>
                  <a:pt x="83369" y="52842"/>
                </a:cubicBezTo>
                <a:cubicBezTo>
                  <a:pt x="83919" y="52621"/>
                  <a:pt x="84405" y="52293"/>
                  <a:pt x="84817" y="51879"/>
                </a:cubicBezTo>
                <a:cubicBezTo>
                  <a:pt x="85240" y="51464"/>
                  <a:pt x="85568" y="50972"/>
                  <a:pt x="85779" y="50429"/>
                </a:cubicBezTo>
                <a:cubicBezTo>
                  <a:pt x="86001" y="49886"/>
                  <a:pt x="86118" y="49305"/>
                  <a:pt x="86107" y="48719"/>
                </a:cubicBezTo>
                <a:cubicBezTo>
                  <a:pt x="86107" y="48133"/>
                  <a:pt x="85980" y="47554"/>
                  <a:pt x="85748" y="47016"/>
                </a:cubicBezTo>
                <a:cubicBezTo>
                  <a:pt x="85515" y="46478"/>
                  <a:pt x="85177" y="45993"/>
                  <a:pt x="84754" y="45587"/>
                </a:cubicBezTo>
                <a:cubicBezTo>
                  <a:pt x="75175" y="36009"/>
                  <a:pt x="62593" y="31219"/>
                  <a:pt x="50000" y="31219"/>
                </a:cubicBezTo>
                <a:close/>
                <a:moveTo>
                  <a:pt x="50000" y="50864"/>
                </a:moveTo>
                <a:cubicBezTo>
                  <a:pt x="42441" y="50864"/>
                  <a:pt x="34881" y="53734"/>
                  <a:pt x="29129" y="59476"/>
                </a:cubicBezTo>
                <a:cubicBezTo>
                  <a:pt x="28727" y="59886"/>
                  <a:pt x="28400" y="60371"/>
                  <a:pt x="28178" y="60906"/>
                </a:cubicBezTo>
                <a:cubicBezTo>
                  <a:pt x="27955" y="61441"/>
                  <a:pt x="27839" y="62014"/>
                  <a:pt x="27839" y="62592"/>
                </a:cubicBezTo>
                <a:cubicBezTo>
                  <a:pt x="27839" y="63170"/>
                  <a:pt x="27955" y="63743"/>
                  <a:pt x="28178" y="64278"/>
                </a:cubicBezTo>
                <a:cubicBezTo>
                  <a:pt x="28400" y="64813"/>
                  <a:pt x="28727" y="65299"/>
                  <a:pt x="29140" y="65707"/>
                </a:cubicBezTo>
                <a:cubicBezTo>
                  <a:pt x="29541" y="66116"/>
                  <a:pt x="30028" y="66441"/>
                  <a:pt x="30567" y="66662"/>
                </a:cubicBezTo>
                <a:cubicBezTo>
                  <a:pt x="31096" y="66883"/>
                  <a:pt x="31677" y="66997"/>
                  <a:pt x="32248" y="66997"/>
                </a:cubicBezTo>
                <a:cubicBezTo>
                  <a:pt x="32829" y="66996"/>
                  <a:pt x="33400" y="66882"/>
                  <a:pt x="33940" y="66661"/>
                </a:cubicBezTo>
                <a:cubicBezTo>
                  <a:pt x="34469" y="66439"/>
                  <a:pt x="34955" y="66115"/>
                  <a:pt x="35367" y="65704"/>
                </a:cubicBezTo>
                <a:cubicBezTo>
                  <a:pt x="43487" y="57588"/>
                  <a:pt x="56513" y="57588"/>
                  <a:pt x="64633" y="65704"/>
                </a:cubicBezTo>
                <a:cubicBezTo>
                  <a:pt x="65046" y="66127"/>
                  <a:pt x="65532" y="66464"/>
                  <a:pt x="66061" y="66697"/>
                </a:cubicBezTo>
                <a:cubicBezTo>
                  <a:pt x="66600" y="66929"/>
                  <a:pt x="67181" y="67053"/>
                  <a:pt x="67773" y="67058"/>
                </a:cubicBezTo>
                <a:cubicBezTo>
                  <a:pt x="68355" y="67065"/>
                  <a:pt x="68937" y="66954"/>
                  <a:pt x="69476" y="66732"/>
                </a:cubicBezTo>
                <a:cubicBezTo>
                  <a:pt x="70026" y="66511"/>
                  <a:pt x="70512" y="66183"/>
                  <a:pt x="70924" y="65769"/>
                </a:cubicBezTo>
                <a:cubicBezTo>
                  <a:pt x="71347" y="65354"/>
                  <a:pt x="71675" y="64862"/>
                  <a:pt x="71897" y="64319"/>
                </a:cubicBezTo>
                <a:cubicBezTo>
                  <a:pt x="72119" y="63776"/>
                  <a:pt x="72225" y="63194"/>
                  <a:pt x="72214" y="62609"/>
                </a:cubicBezTo>
                <a:cubicBezTo>
                  <a:pt x="72214" y="62024"/>
                  <a:pt x="72088" y="61444"/>
                  <a:pt x="71855" y="60906"/>
                </a:cubicBezTo>
                <a:cubicBezTo>
                  <a:pt x="71622" y="60368"/>
                  <a:pt x="71283" y="59881"/>
                  <a:pt x="70861" y="59476"/>
                </a:cubicBezTo>
                <a:cubicBezTo>
                  <a:pt x="65119" y="53734"/>
                  <a:pt x="57560" y="50864"/>
                  <a:pt x="50000" y="50864"/>
                </a:cubicBezTo>
                <a:close/>
                <a:moveTo>
                  <a:pt x="50413" y="70800"/>
                </a:moveTo>
                <a:cubicBezTo>
                  <a:pt x="48076" y="70800"/>
                  <a:pt x="45834" y="71730"/>
                  <a:pt x="44185" y="73379"/>
                </a:cubicBezTo>
                <a:cubicBezTo>
                  <a:pt x="42536" y="75039"/>
                  <a:pt x="41605" y="77280"/>
                  <a:pt x="41605" y="79616"/>
                </a:cubicBezTo>
                <a:cubicBezTo>
                  <a:pt x="41605" y="81953"/>
                  <a:pt x="42536" y="84194"/>
                  <a:pt x="44185" y="85843"/>
                </a:cubicBezTo>
                <a:cubicBezTo>
                  <a:pt x="45834" y="87492"/>
                  <a:pt x="48076" y="88423"/>
                  <a:pt x="50413" y="88423"/>
                </a:cubicBezTo>
                <a:cubicBezTo>
                  <a:pt x="52749" y="88423"/>
                  <a:pt x="54990" y="87492"/>
                  <a:pt x="56651" y="85843"/>
                </a:cubicBezTo>
                <a:cubicBezTo>
                  <a:pt x="58300" y="84194"/>
                  <a:pt x="59230" y="81953"/>
                  <a:pt x="59230" y="79616"/>
                </a:cubicBezTo>
                <a:cubicBezTo>
                  <a:pt x="59230" y="77280"/>
                  <a:pt x="58300" y="75039"/>
                  <a:pt x="56651" y="73379"/>
                </a:cubicBezTo>
                <a:cubicBezTo>
                  <a:pt x="54990" y="71730"/>
                  <a:pt x="52749" y="70800"/>
                  <a:pt x="50413" y="708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1" name="Чёрный — SVG 42">
            <a:extLst>
              <a:ext uri="{FF2B5EF4-FFF2-40B4-BE49-F238E27FC236}">
                <a16:creationId xmlns:a16="http://schemas.microsoft.com/office/drawing/2014/main" id="{E6949AB4-944A-1843-A464-CAAD267D46E5}"/>
              </a:ext>
            </a:extLst>
          </p:cNvPr>
          <p:cNvSpPr>
            <a:spLocks noGrp="1"/>
          </p:cNvSpPr>
          <p:nvPr/>
        </p:nvSpPr>
        <p:spPr>
          <a:xfrm>
            <a:off x="3420000" y="3470000"/>
            <a:ext cx="220000" cy="220000"/>
          </a:xfrm>
          <a:custGeom>
            <a:avLst/>
            <a:gdLst>
              <a:gd name="csX0" fmla="*/ 19497 w 145328"/>
              <a:gd name="csY0" fmla="*/ 0 h 141753"/>
              <a:gd name="csX1" fmla="*/ 0 w 145328"/>
              <a:gd name="csY1" fmla="*/ 19491 h 141753"/>
              <a:gd name="csX2" fmla="*/ 0 w 145328"/>
              <a:gd name="csY2" fmla="*/ 106319 h 141753"/>
              <a:gd name="csX3" fmla="*/ 21267 w 145328"/>
              <a:gd name="csY3" fmla="*/ 127583 h 141753"/>
              <a:gd name="csX4" fmla="*/ 82379 w 145328"/>
              <a:gd name="csY4" fmla="*/ 127583 h 141753"/>
              <a:gd name="csX5" fmla="*/ 76169 w 145328"/>
              <a:gd name="csY5" fmla="*/ 113413 h 141753"/>
              <a:gd name="csX6" fmla="*/ 21267 w 145328"/>
              <a:gd name="csY6" fmla="*/ 113413 h 141753"/>
              <a:gd name="csX7" fmla="*/ 14172 w 145328"/>
              <a:gd name="csY7" fmla="*/ 106319 h 141753"/>
              <a:gd name="csX8" fmla="*/ 14172 w 145328"/>
              <a:gd name="csY8" fmla="*/ 31896 h 141753"/>
              <a:gd name="csX9" fmla="*/ 120506 w 145328"/>
              <a:gd name="csY9" fmla="*/ 31896 h 141753"/>
              <a:gd name="csX10" fmla="*/ 120506 w 145328"/>
              <a:gd name="csY10" fmla="*/ 55853 h 141753"/>
              <a:gd name="csX11" fmla="*/ 121935 w 145328"/>
              <a:gd name="csY11" fmla="*/ 57341 h 141753"/>
              <a:gd name="csX12" fmla="*/ 134695 w 145328"/>
              <a:gd name="csY12" fmla="*/ 65910 h 141753"/>
              <a:gd name="csX13" fmla="*/ 134695 w 145328"/>
              <a:gd name="csY13" fmla="*/ 19491 h 141753"/>
              <a:gd name="csX14" fmla="*/ 115198 w 145328"/>
              <a:gd name="csY14" fmla="*/ 0 h 141753"/>
              <a:gd name="csX15" fmla="*/ 19497 w 145328"/>
              <a:gd name="csY15" fmla="*/ 0 h 141753"/>
              <a:gd name="csX16" fmla="*/ 19497 w 145328"/>
              <a:gd name="csY16" fmla="*/ 10632 h 141753"/>
              <a:gd name="csX17" fmla="*/ 24806 w 145328"/>
              <a:gd name="csY17" fmla="*/ 15948 h 141753"/>
              <a:gd name="csX18" fmla="*/ 19497 w 145328"/>
              <a:gd name="csY18" fmla="*/ 21264 h 141753"/>
              <a:gd name="csX19" fmla="*/ 14172 w 145328"/>
              <a:gd name="csY19" fmla="*/ 15948 h 141753"/>
              <a:gd name="csX20" fmla="*/ 19497 w 145328"/>
              <a:gd name="csY20" fmla="*/ 10632 h 141753"/>
              <a:gd name="csX21" fmla="*/ 37209 w 145328"/>
              <a:gd name="csY21" fmla="*/ 10632 h 141753"/>
              <a:gd name="csX22" fmla="*/ 42534 w 145328"/>
              <a:gd name="csY22" fmla="*/ 15948 h 141753"/>
              <a:gd name="csX23" fmla="*/ 37209 w 145328"/>
              <a:gd name="csY23" fmla="*/ 21264 h 141753"/>
              <a:gd name="csX24" fmla="*/ 31900 w 145328"/>
              <a:gd name="csY24" fmla="*/ 15948 h 141753"/>
              <a:gd name="csX25" fmla="*/ 37209 w 145328"/>
              <a:gd name="csY25" fmla="*/ 10632 h 141753"/>
              <a:gd name="csX26" fmla="*/ 113428 w 145328"/>
              <a:gd name="csY26" fmla="*/ 60248 h 141753"/>
              <a:gd name="csX27" fmla="*/ 110587 w 145328"/>
              <a:gd name="csY27" fmla="*/ 61590 h 141753"/>
              <a:gd name="csX28" fmla="*/ 85067 w 145328"/>
              <a:gd name="csY28" fmla="*/ 74347 h 141753"/>
              <a:gd name="csX29" fmla="*/ 81528 w 145328"/>
              <a:gd name="csY29" fmla="*/ 77892 h 141753"/>
              <a:gd name="csX30" fmla="*/ 81528 w 145328"/>
              <a:gd name="csY30" fmla="*/ 99226 h 141753"/>
              <a:gd name="csX31" fmla="*/ 112561 w 145328"/>
              <a:gd name="csY31" fmla="*/ 141652 h 141753"/>
              <a:gd name="csX32" fmla="*/ 113428 w 145328"/>
              <a:gd name="csY32" fmla="*/ 141753 h 141753"/>
              <a:gd name="csX33" fmla="*/ 114279 w 145328"/>
              <a:gd name="csY33" fmla="*/ 141652 h 141753"/>
              <a:gd name="csX34" fmla="*/ 145328 w 145328"/>
              <a:gd name="csY34" fmla="*/ 99226 h 141753"/>
              <a:gd name="csX35" fmla="*/ 145328 w 145328"/>
              <a:gd name="csY35" fmla="*/ 77892 h 141753"/>
              <a:gd name="csX36" fmla="*/ 141789 w 145328"/>
              <a:gd name="csY36" fmla="*/ 74347 h 141753"/>
              <a:gd name="csX37" fmla="*/ 116253 w 145328"/>
              <a:gd name="csY37" fmla="*/ 61590 h 141753"/>
              <a:gd name="csX38" fmla="*/ 113428 w 145328"/>
              <a:gd name="csY38" fmla="*/ 60248 h 141753"/>
            </a:gdLst>
            <a:ahLst/>
            <a:cxnLst/>
            <a:rect l="l" t="t" r="r" b="b"/>
            <a:pathLst>
              <a:path w="100000" h="100000">
                <a:moveTo>
                  <a:pt x="13416" y="1230"/>
                </a:moveTo>
                <a:cubicBezTo>
                  <a:pt x="6017" y="1230"/>
                  <a:pt x="0" y="7249"/>
                  <a:pt x="0" y="14642"/>
                </a:cubicBezTo>
                <a:lnTo>
                  <a:pt x="0" y="74388"/>
                </a:lnTo>
                <a:cubicBezTo>
                  <a:pt x="0" y="82453"/>
                  <a:pt x="6567" y="89020"/>
                  <a:pt x="14634" y="89020"/>
                </a:cubicBezTo>
                <a:lnTo>
                  <a:pt x="56685" y="89020"/>
                </a:lnTo>
                <a:cubicBezTo>
                  <a:pt x="54882" y="86269"/>
                  <a:pt x="53383" y="83050"/>
                  <a:pt x="52412" y="79269"/>
                </a:cubicBezTo>
                <a:lnTo>
                  <a:pt x="14634" y="79269"/>
                </a:lnTo>
                <a:cubicBezTo>
                  <a:pt x="11941" y="79269"/>
                  <a:pt x="9752" y="77080"/>
                  <a:pt x="9752" y="74388"/>
                </a:cubicBezTo>
                <a:lnTo>
                  <a:pt x="9752" y="23178"/>
                </a:lnTo>
                <a:lnTo>
                  <a:pt x="82920" y="23178"/>
                </a:lnTo>
                <a:lnTo>
                  <a:pt x="82920" y="39662"/>
                </a:lnTo>
                <a:cubicBezTo>
                  <a:pt x="83283" y="39975"/>
                  <a:pt x="83611" y="40306"/>
                  <a:pt x="83903" y="40686"/>
                </a:cubicBezTo>
                <a:cubicBezTo>
                  <a:pt x="86385" y="44000"/>
                  <a:pt x="89851" y="45705"/>
                  <a:pt x="92683" y="46583"/>
                </a:cubicBezTo>
                <a:lnTo>
                  <a:pt x="92683" y="14642"/>
                </a:lnTo>
                <a:cubicBezTo>
                  <a:pt x="92683" y="7249"/>
                  <a:pt x="86654" y="1230"/>
                  <a:pt x="79268" y="1230"/>
                </a:cubicBezTo>
                <a:lnTo>
                  <a:pt x="13416" y="1230"/>
                </a:lnTo>
                <a:close/>
                <a:moveTo>
                  <a:pt x="13416" y="8546"/>
                </a:moveTo>
                <a:cubicBezTo>
                  <a:pt x="15430" y="8546"/>
                  <a:pt x="17069" y="10185"/>
                  <a:pt x="17069" y="12204"/>
                </a:cubicBezTo>
                <a:cubicBezTo>
                  <a:pt x="17069" y="14223"/>
                  <a:pt x="15430" y="15862"/>
                  <a:pt x="13416" y="15862"/>
                </a:cubicBezTo>
                <a:cubicBezTo>
                  <a:pt x="11391" y="15862"/>
                  <a:pt x="9752" y="14223"/>
                  <a:pt x="9752" y="12204"/>
                </a:cubicBezTo>
                <a:cubicBezTo>
                  <a:pt x="9752" y="10185"/>
                  <a:pt x="11391" y="8546"/>
                  <a:pt x="13416" y="8546"/>
                </a:cubicBezTo>
                <a:close/>
                <a:moveTo>
                  <a:pt x="25603" y="8546"/>
                </a:moveTo>
                <a:cubicBezTo>
                  <a:pt x="27629" y="8546"/>
                  <a:pt x="29268" y="10185"/>
                  <a:pt x="29268" y="12204"/>
                </a:cubicBezTo>
                <a:cubicBezTo>
                  <a:pt x="29268" y="14223"/>
                  <a:pt x="27629" y="15862"/>
                  <a:pt x="25603" y="15862"/>
                </a:cubicBezTo>
                <a:cubicBezTo>
                  <a:pt x="23589" y="15862"/>
                  <a:pt x="21950" y="14223"/>
                  <a:pt x="21950" y="12204"/>
                </a:cubicBezTo>
                <a:cubicBezTo>
                  <a:pt x="21950" y="10185"/>
                  <a:pt x="23589" y="8546"/>
                  <a:pt x="25603" y="8546"/>
                </a:cubicBezTo>
                <a:close/>
                <a:moveTo>
                  <a:pt x="78050" y="42687"/>
                </a:moveTo>
                <a:cubicBezTo>
                  <a:pt x="77300" y="42687"/>
                  <a:pt x="76552" y="42995"/>
                  <a:pt x="76095" y="43610"/>
                </a:cubicBezTo>
                <a:cubicBezTo>
                  <a:pt x="69633" y="52229"/>
                  <a:pt x="58640" y="52388"/>
                  <a:pt x="58534" y="52388"/>
                </a:cubicBezTo>
                <a:cubicBezTo>
                  <a:pt x="57189" y="52388"/>
                  <a:pt x="56099" y="53481"/>
                  <a:pt x="56099" y="54827"/>
                </a:cubicBezTo>
                <a:lnTo>
                  <a:pt x="56099" y="69507"/>
                </a:lnTo>
                <a:cubicBezTo>
                  <a:pt x="56099" y="93093"/>
                  <a:pt x="77242" y="98653"/>
                  <a:pt x="77453" y="98701"/>
                </a:cubicBezTo>
                <a:cubicBezTo>
                  <a:pt x="77652" y="98747"/>
                  <a:pt x="77851" y="98770"/>
                  <a:pt x="78050" y="98770"/>
                </a:cubicBezTo>
                <a:cubicBezTo>
                  <a:pt x="78249" y="98770"/>
                  <a:pt x="78436" y="98747"/>
                  <a:pt x="78635" y="98701"/>
                </a:cubicBezTo>
                <a:cubicBezTo>
                  <a:pt x="78846" y="98653"/>
                  <a:pt x="100000" y="93093"/>
                  <a:pt x="100000" y="69507"/>
                </a:cubicBezTo>
                <a:lnTo>
                  <a:pt x="100000" y="54827"/>
                </a:lnTo>
                <a:cubicBezTo>
                  <a:pt x="100000" y="53486"/>
                  <a:pt x="98912" y="52395"/>
                  <a:pt x="97565" y="52388"/>
                </a:cubicBezTo>
                <a:cubicBezTo>
                  <a:pt x="97460" y="52388"/>
                  <a:pt x="86467" y="52229"/>
                  <a:pt x="79994" y="43610"/>
                </a:cubicBezTo>
                <a:cubicBezTo>
                  <a:pt x="79537" y="42995"/>
                  <a:pt x="78787" y="42687"/>
                  <a:pt x="78050" y="4268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2" name="Чёрный — SVG 43">
            <a:extLst>
              <a:ext uri="{FF2B5EF4-FFF2-40B4-BE49-F238E27FC236}">
                <a16:creationId xmlns:a16="http://schemas.microsoft.com/office/drawing/2014/main" id="{63C79681-3B99-4A42-BFAB-0D31B9D9BAED}"/>
              </a:ext>
            </a:extLst>
          </p:cNvPr>
          <p:cNvSpPr>
            <a:spLocks noGrp="1"/>
          </p:cNvSpPr>
          <p:nvPr/>
        </p:nvSpPr>
        <p:spPr>
          <a:xfrm>
            <a:off x="4020000" y="3470000"/>
            <a:ext cx="220000" cy="220000"/>
          </a:xfrm>
          <a:custGeom>
            <a:avLst/>
            <a:gdLst>
              <a:gd name="csX0" fmla="*/ 7094 w 152406"/>
              <a:gd name="csY0" fmla="*/ 0 h 127651"/>
              <a:gd name="csX1" fmla="*/ 0 w 152406"/>
              <a:gd name="csY1" fmla="*/ 7089 h 127651"/>
              <a:gd name="csX2" fmla="*/ 0 w 152406"/>
              <a:gd name="csY2" fmla="*/ 35439 h 127651"/>
              <a:gd name="csX3" fmla="*/ 7094 w 152406"/>
              <a:gd name="csY3" fmla="*/ 42528 h 127651"/>
              <a:gd name="csX4" fmla="*/ 14172 w 152406"/>
              <a:gd name="csY4" fmla="*/ 42528 h 127651"/>
              <a:gd name="csX5" fmla="*/ 14172 w 152406"/>
              <a:gd name="csY5" fmla="*/ 122259 h 127651"/>
              <a:gd name="csX6" fmla="*/ 14564 w 152406"/>
              <a:gd name="csY6" fmla="*/ 124317 h 127651"/>
              <a:gd name="csX7" fmla="*/ 15703 w 152406"/>
              <a:gd name="csY7" fmla="*/ 126069 h 127651"/>
              <a:gd name="csX8" fmla="*/ 17439 w 152406"/>
              <a:gd name="csY8" fmla="*/ 127243 h 127651"/>
              <a:gd name="csX9" fmla="*/ 19497 w 152406"/>
              <a:gd name="csY9" fmla="*/ 127651 h 127651"/>
              <a:gd name="csX10" fmla="*/ 21539 w 152406"/>
              <a:gd name="csY10" fmla="*/ 127243 h 127651"/>
              <a:gd name="csX11" fmla="*/ 23275 w 152406"/>
              <a:gd name="csY11" fmla="*/ 126069 h 127651"/>
              <a:gd name="csX12" fmla="*/ 24431 w 152406"/>
              <a:gd name="csY12" fmla="*/ 124317 h 127651"/>
              <a:gd name="csX13" fmla="*/ 24806 w 152406"/>
              <a:gd name="csY13" fmla="*/ 122259 h 127651"/>
              <a:gd name="csX14" fmla="*/ 24806 w 152406"/>
              <a:gd name="csY14" fmla="*/ 42528 h 127651"/>
              <a:gd name="csX15" fmla="*/ 31900 w 152406"/>
              <a:gd name="csY15" fmla="*/ 42528 h 127651"/>
              <a:gd name="csX16" fmla="*/ 38995 w 152406"/>
              <a:gd name="csY16" fmla="*/ 35439 h 127651"/>
              <a:gd name="csX17" fmla="*/ 38995 w 152406"/>
              <a:gd name="csY17" fmla="*/ 7089 h 127651"/>
              <a:gd name="csX18" fmla="*/ 31900 w 152406"/>
              <a:gd name="csY18" fmla="*/ 0 h 127651"/>
              <a:gd name="csX19" fmla="*/ 24806 w 152406"/>
              <a:gd name="csY19" fmla="*/ 0 h 127651"/>
              <a:gd name="csX20" fmla="*/ 24806 w 152406"/>
              <a:gd name="csY20" fmla="*/ 12404 h 127651"/>
              <a:gd name="csX21" fmla="*/ 19497 w 152406"/>
              <a:gd name="csY21" fmla="*/ 17720 h 127651"/>
              <a:gd name="csX22" fmla="*/ 14172 w 152406"/>
              <a:gd name="csY22" fmla="*/ 12404 h 127651"/>
              <a:gd name="csX23" fmla="*/ 14172 w 152406"/>
              <a:gd name="csY23" fmla="*/ 0 h 127651"/>
              <a:gd name="csX24" fmla="*/ 7094 w 152406"/>
              <a:gd name="csY24" fmla="*/ 0 h 127651"/>
              <a:gd name="csX25" fmla="*/ 48165 w 152406"/>
              <a:gd name="csY25" fmla="*/ 0 h 127651"/>
              <a:gd name="csX26" fmla="*/ 49628 w 152406"/>
              <a:gd name="csY26" fmla="*/ 7089 h 127651"/>
              <a:gd name="csX27" fmla="*/ 49628 w 152406"/>
              <a:gd name="csY27" fmla="*/ 35439 h 127651"/>
              <a:gd name="csX28" fmla="*/ 35439 w 152406"/>
              <a:gd name="csY28" fmla="*/ 52806 h 127651"/>
              <a:gd name="csX29" fmla="*/ 35439 w 152406"/>
              <a:gd name="csY29" fmla="*/ 99226 h 127651"/>
              <a:gd name="csX30" fmla="*/ 56706 w 152406"/>
              <a:gd name="csY30" fmla="*/ 99226 h 127651"/>
              <a:gd name="csX31" fmla="*/ 56706 w 152406"/>
              <a:gd name="csY31" fmla="*/ 116951 h 127651"/>
              <a:gd name="csX32" fmla="*/ 44303 w 152406"/>
              <a:gd name="csY32" fmla="*/ 116951 h 127651"/>
              <a:gd name="csX33" fmla="*/ 42244 w 152406"/>
              <a:gd name="csY33" fmla="*/ 117343 h 127651"/>
              <a:gd name="csX34" fmla="*/ 40492 w 152406"/>
              <a:gd name="csY34" fmla="*/ 118482 h 127651"/>
              <a:gd name="csX35" fmla="*/ 39318 w 152406"/>
              <a:gd name="csY35" fmla="*/ 120217 h 127651"/>
              <a:gd name="csX36" fmla="*/ 38910 w 152406"/>
              <a:gd name="csY36" fmla="*/ 122259 h 127651"/>
              <a:gd name="csX37" fmla="*/ 39318 w 152406"/>
              <a:gd name="csY37" fmla="*/ 124317 h 127651"/>
              <a:gd name="csX38" fmla="*/ 40492 w 152406"/>
              <a:gd name="csY38" fmla="*/ 126052 h 127651"/>
              <a:gd name="csX39" fmla="*/ 42244 w 152406"/>
              <a:gd name="csY39" fmla="*/ 127192 h 127651"/>
              <a:gd name="csX40" fmla="*/ 44303 w 152406"/>
              <a:gd name="csY40" fmla="*/ 127583 h 127651"/>
              <a:gd name="csX41" fmla="*/ 118737 w 152406"/>
              <a:gd name="csY41" fmla="*/ 127583 h 127651"/>
              <a:gd name="csX42" fmla="*/ 120795 w 152406"/>
              <a:gd name="csY42" fmla="*/ 127192 h 127651"/>
              <a:gd name="csX43" fmla="*/ 122547 w 152406"/>
              <a:gd name="csY43" fmla="*/ 126052 h 127651"/>
              <a:gd name="csX44" fmla="*/ 123722 w 152406"/>
              <a:gd name="csY44" fmla="*/ 124317 h 127651"/>
              <a:gd name="csX45" fmla="*/ 124130 w 152406"/>
              <a:gd name="csY45" fmla="*/ 122259 h 127651"/>
              <a:gd name="csX46" fmla="*/ 123722 w 152406"/>
              <a:gd name="csY46" fmla="*/ 120217 h 127651"/>
              <a:gd name="csX47" fmla="*/ 122547 w 152406"/>
              <a:gd name="csY47" fmla="*/ 118482 h 127651"/>
              <a:gd name="csX48" fmla="*/ 120795 w 152406"/>
              <a:gd name="csY48" fmla="*/ 117343 h 127651"/>
              <a:gd name="csX49" fmla="*/ 118737 w 152406"/>
              <a:gd name="csY49" fmla="*/ 116951 h 127651"/>
              <a:gd name="csX50" fmla="*/ 106334 w 152406"/>
              <a:gd name="csY50" fmla="*/ 116951 h 127651"/>
              <a:gd name="csX51" fmla="*/ 106334 w 152406"/>
              <a:gd name="csY51" fmla="*/ 99226 h 127651"/>
              <a:gd name="csX52" fmla="*/ 136464 w 152406"/>
              <a:gd name="csY52" fmla="*/ 99226 h 127651"/>
              <a:gd name="csX53" fmla="*/ 152406 w 152406"/>
              <a:gd name="csY53" fmla="*/ 83283 h 127651"/>
              <a:gd name="csX54" fmla="*/ 152406 w 152406"/>
              <a:gd name="csY54" fmla="*/ 15948 h 127651"/>
              <a:gd name="csX55" fmla="*/ 136464 w 152406"/>
              <a:gd name="csY55" fmla="*/ 0 h 127651"/>
              <a:gd name="csX56" fmla="*/ 48165 w 152406"/>
              <a:gd name="csY56" fmla="*/ 0 h 127651"/>
              <a:gd name="csX57" fmla="*/ 67339 w 152406"/>
              <a:gd name="csY57" fmla="*/ 99226 h 127651"/>
              <a:gd name="csX58" fmla="*/ 95700 w 152406"/>
              <a:gd name="csY58" fmla="*/ 99226 h 127651"/>
              <a:gd name="csX59" fmla="*/ 95700 w 152406"/>
              <a:gd name="csY59" fmla="*/ 116951 h 127651"/>
              <a:gd name="csX60" fmla="*/ 67339 w 152406"/>
              <a:gd name="csY60" fmla="*/ 116951 h 127651"/>
              <a:gd name="csX61" fmla="*/ 67339 w 152406"/>
              <a:gd name="csY61" fmla="*/ 99226 h 127651"/>
            </a:gdLst>
            <a:ahLst/>
            <a:cxnLst/>
            <a:rect l="l" t="t" r="r" b="b"/>
            <a:pathLst>
              <a:path w="100000" h="100000">
                <a:moveTo>
                  <a:pt x="4655" y="8121"/>
                </a:moveTo>
                <a:cubicBezTo>
                  <a:pt x="2088" y="8121"/>
                  <a:pt x="0" y="10214"/>
                  <a:pt x="0" y="12773"/>
                </a:cubicBezTo>
                <a:lnTo>
                  <a:pt x="0" y="31374"/>
                </a:lnTo>
                <a:cubicBezTo>
                  <a:pt x="0" y="33933"/>
                  <a:pt x="2088" y="36026"/>
                  <a:pt x="4655" y="36026"/>
                </a:cubicBezTo>
                <a:lnTo>
                  <a:pt x="9299" y="36026"/>
                </a:lnTo>
                <a:lnTo>
                  <a:pt x="9299" y="88341"/>
                </a:lnTo>
                <a:cubicBezTo>
                  <a:pt x="9299" y="88809"/>
                  <a:pt x="9377" y="89267"/>
                  <a:pt x="9556" y="89691"/>
                </a:cubicBezTo>
                <a:cubicBezTo>
                  <a:pt x="9723" y="90127"/>
                  <a:pt x="9980" y="90517"/>
                  <a:pt x="10303" y="90841"/>
                </a:cubicBezTo>
                <a:cubicBezTo>
                  <a:pt x="10628" y="91176"/>
                  <a:pt x="11018" y="91432"/>
                  <a:pt x="11442" y="91611"/>
                </a:cubicBezTo>
                <a:cubicBezTo>
                  <a:pt x="11866" y="91789"/>
                  <a:pt x="12324" y="91879"/>
                  <a:pt x="12793" y="91879"/>
                </a:cubicBezTo>
                <a:cubicBezTo>
                  <a:pt x="13251" y="91879"/>
                  <a:pt x="13708" y="91789"/>
                  <a:pt x="14133" y="91611"/>
                </a:cubicBezTo>
                <a:cubicBezTo>
                  <a:pt x="14568" y="91432"/>
                  <a:pt x="14948" y="91176"/>
                  <a:pt x="15272" y="90841"/>
                </a:cubicBezTo>
                <a:cubicBezTo>
                  <a:pt x="15595" y="90517"/>
                  <a:pt x="15852" y="90127"/>
                  <a:pt x="16030" y="89691"/>
                </a:cubicBezTo>
                <a:cubicBezTo>
                  <a:pt x="16198" y="89267"/>
                  <a:pt x="16287" y="88809"/>
                  <a:pt x="16276" y="88341"/>
                </a:cubicBezTo>
                <a:lnTo>
                  <a:pt x="16276" y="36026"/>
                </a:lnTo>
                <a:lnTo>
                  <a:pt x="20931" y="36026"/>
                </a:lnTo>
                <a:cubicBezTo>
                  <a:pt x="23487" y="36026"/>
                  <a:pt x="25586" y="33933"/>
                  <a:pt x="25586" y="31374"/>
                </a:cubicBezTo>
                <a:lnTo>
                  <a:pt x="25586" y="12773"/>
                </a:lnTo>
                <a:cubicBezTo>
                  <a:pt x="25586" y="10214"/>
                  <a:pt x="23487" y="8121"/>
                  <a:pt x="20931" y="8121"/>
                </a:cubicBezTo>
                <a:lnTo>
                  <a:pt x="16276" y="8121"/>
                </a:lnTo>
                <a:lnTo>
                  <a:pt x="16276" y="16260"/>
                </a:lnTo>
                <a:cubicBezTo>
                  <a:pt x="16276" y="18191"/>
                  <a:pt x="14724" y="19748"/>
                  <a:pt x="12793" y="19748"/>
                </a:cubicBezTo>
                <a:cubicBezTo>
                  <a:pt x="10862" y="19748"/>
                  <a:pt x="9299" y="18191"/>
                  <a:pt x="9299" y="16260"/>
                </a:cubicBezTo>
                <a:lnTo>
                  <a:pt x="9299" y="8121"/>
                </a:lnTo>
                <a:lnTo>
                  <a:pt x="4655" y="8121"/>
                </a:lnTo>
                <a:close/>
                <a:moveTo>
                  <a:pt x="31603" y="8121"/>
                </a:moveTo>
                <a:cubicBezTo>
                  <a:pt x="32206" y="9540"/>
                  <a:pt x="32563" y="11121"/>
                  <a:pt x="32563" y="12773"/>
                </a:cubicBezTo>
                <a:lnTo>
                  <a:pt x="32563" y="31374"/>
                </a:lnTo>
                <a:cubicBezTo>
                  <a:pt x="32563" y="36979"/>
                  <a:pt x="28555" y="41677"/>
                  <a:pt x="23253" y="42770"/>
                </a:cubicBezTo>
                <a:lnTo>
                  <a:pt x="23253" y="73228"/>
                </a:lnTo>
                <a:lnTo>
                  <a:pt x="37207" y="73228"/>
                </a:lnTo>
                <a:lnTo>
                  <a:pt x="37207" y="84858"/>
                </a:lnTo>
                <a:lnTo>
                  <a:pt x="29069" y="84858"/>
                </a:lnTo>
                <a:cubicBezTo>
                  <a:pt x="28611" y="84847"/>
                  <a:pt x="28154" y="84936"/>
                  <a:pt x="27718" y="85115"/>
                </a:cubicBezTo>
                <a:cubicBezTo>
                  <a:pt x="27294" y="85282"/>
                  <a:pt x="26903" y="85539"/>
                  <a:pt x="26569" y="85862"/>
                </a:cubicBezTo>
                <a:cubicBezTo>
                  <a:pt x="26244" y="86187"/>
                  <a:pt x="25977" y="86577"/>
                  <a:pt x="25798" y="87001"/>
                </a:cubicBezTo>
                <a:cubicBezTo>
                  <a:pt x="25620" y="87425"/>
                  <a:pt x="25530" y="87883"/>
                  <a:pt x="25530" y="88341"/>
                </a:cubicBezTo>
                <a:cubicBezTo>
                  <a:pt x="25530" y="88809"/>
                  <a:pt x="25620" y="89267"/>
                  <a:pt x="25798" y="89691"/>
                </a:cubicBezTo>
                <a:cubicBezTo>
                  <a:pt x="25977" y="90116"/>
                  <a:pt x="26244" y="90506"/>
                  <a:pt x="26569" y="90829"/>
                </a:cubicBezTo>
                <a:cubicBezTo>
                  <a:pt x="26903" y="91154"/>
                  <a:pt x="27294" y="91410"/>
                  <a:pt x="27718" y="91577"/>
                </a:cubicBezTo>
                <a:cubicBezTo>
                  <a:pt x="28154" y="91756"/>
                  <a:pt x="28611" y="91845"/>
                  <a:pt x="29069" y="91834"/>
                </a:cubicBezTo>
                <a:lnTo>
                  <a:pt x="77908" y="91834"/>
                </a:lnTo>
                <a:cubicBezTo>
                  <a:pt x="78377" y="91845"/>
                  <a:pt x="78835" y="91756"/>
                  <a:pt x="79259" y="91577"/>
                </a:cubicBezTo>
                <a:cubicBezTo>
                  <a:pt x="79694" y="91410"/>
                  <a:pt x="80085" y="91154"/>
                  <a:pt x="80408" y="90829"/>
                </a:cubicBezTo>
                <a:cubicBezTo>
                  <a:pt x="80744" y="90506"/>
                  <a:pt x="81000" y="90116"/>
                  <a:pt x="81179" y="89691"/>
                </a:cubicBezTo>
                <a:cubicBezTo>
                  <a:pt x="81358" y="89267"/>
                  <a:pt x="81447" y="88809"/>
                  <a:pt x="81447" y="88341"/>
                </a:cubicBezTo>
                <a:cubicBezTo>
                  <a:pt x="81447" y="87883"/>
                  <a:pt x="81358" y="87425"/>
                  <a:pt x="81179" y="87001"/>
                </a:cubicBezTo>
                <a:cubicBezTo>
                  <a:pt x="81000" y="86577"/>
                  <a:pt x="80744" y="86187"/>
                  <a:pt x="80408" y="85862"/>
                </a:cubicBezTo>
                <a:cubicBezTo>
                  <a:pt x="80085" y="85539"/>
                  <a:pt x="79694" y="85282"/>
                  <a:pt x="79259" y="85115"/>
                </a:cubicBezTo>
                <a:cubicBezTo>
                  <a:pt x="78835" y="84936"/>
                  <a:pt x="78377" y="84847"/>
                  <a:pt x="77908" y="84858"/>
                </a:cubicBezTo>
                <a:lnTo>
                  <a:pt x="69770" y="84858"/>
                </a:lnTo>
                <a:lnTo>
                  <a:pt x="69770" y="73228"/>
                </a:lnTo>
                <a:lnTo>
                  <a:pt x="89540" y="73228"/>
                </a:lnTo>
                <a:cubicBezTo>
                  <a:pt x="95301" y="73228"/>
                  <a:pt x="100000" y="68528"/>
                  <a:pt x="100000" y="62767"/>
                </a:cubicBezTo>
                <a:lnTo>
                  <a:pt x="100000" y="18586"/>
                </a:lnTo>
                <a:cubicBezTo>
                  <a:pt x="100000" y="12818"/>
                  <a:pt x="95301" y="8121"/>
                  <a:pt x="89540" y="8121"/>
                </a:cubicBezTo>
                <a:lnTo>
                  <a:pt x="31603" y="8121"/>
                </a:lnTo>
                <a:close/>
                <a:moveTo>
                  <a:pt x="44184" y="73228"/>
                </a:moveTo>
                <a:lnTo>
                  <a:pt x="62793" y="73228"/>
                </a:lnTo>
                <a:lnTo>
                  <a:pt x="62793" y="84858"/>
                </a:lnTo>
                <a:lnTo>
                  <a:pt x="44184" y="84858"/>
                </a:lnTo>
                <a:lnTo>
                  <a:pt x="44184" y="7322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3" name="Чёрный — SVG 44">
            <a:extLst>
              <a:ext uri="{FF2B5EF4-FFF2-40B4-BE49-F238E27FC236}">
                <a16:creationId xmlns:a16="http://schemas.microsoft.com/office/drawing/2014/main" id="{5CFE2337-CCE5-9349-8A14-DD317F19835D}"/>
              </a:ext>
            </a:extLst>
          </p:cNvPr>
          <p:cNvSpPr>
            <a:spLocks noGrp="1"/>
          </p:cNvSpPr>
          <p:nvPr/>
        </p:nvSpPr>
        <p:spPr>
          <a:xfrm>
            <a:off x="4620000" y="3470000"/>
            <a:ext cx="220000" cy="220000"/>
          </a:xfrm>
          <a:custGeom>
            <a:avLst/>
            <a:gdLst>
              <a:gd name="csX0" fmla="*/ 15942 w 134695"/>
              <a:gd name="csY0" fmla="*/ 0 h 127659"/>
              <a:gd name="csX1" fmla="*/ 0 w 134695"/>
              <a:gd name="csY1" fmla="*/ 15948 h 127659"/>
              <a:gd name="csX2" fmla="*/ 0 w 134695"/>
              <a:gd name="csY2" fmla="*/ 111627 h 127659"/>
              <a:gd name="csX3" fmla="*/ 15942 w 134695"/>
              <a:gd name="csY3" fmla="*/ 127583 h 127659"/>
              <a:gd name="csX4" fmla="*/ 54936 w 134695"/>
              <a:gd name="csY4" fmla="*/ 127583 h 127659"/>
              <a:gd name="csX5" fmla="*/ 70895 w 134695"/>
              <a:gd name="csY5" fmla="*/ 111627 h 127659"/>
              <a:gd name="csX6" fmla="*/ 70895 w 134695"/>
              <a:gd name="csY6" fmla="*/ 15948 h 127659"/>
              <a:gd name="csX7" fmla="*/ 54936 w 134695"/>
              <a:gd name="csY7" fmla="*/ 0 h 127659"/>
              <a:gd name="csX8" fmla="*/ 15942 w 134695"/>
              <a:gd name="csY8" fmla="*/ 0 h 127659"/>
              <a:gd name="csX9" fmla="*/ 71524 w 134695"/>
              <a:gd name="csY9" fmla="*/ 0 h 127659"/>
              <a:gd name="csX10" fmla="*/ 77972 w 134695"/>
              <a:gd name="csY10" fmla="*/ 15948 h 127659"/>
              <a:gd name="csX11" fmla="*/ 77972 w 134695"/>
              <a:gd name="csY11" fmla="*/ 99231 h 127659"/>
              <a:gd name="csX12" fmla="*/ 85067 w 134695"/>
              <a:gd name="csY12" fmla="*/ 99231 h 127659"/>
              <a:gd name="csX13" fmla="*/ 85067 w 134695"/>
              <a:gd name="csY13" fmla="*/ 116951 h 127659"/>
              <a:gd name="csX14" fmla="*/ 77326 w 134695"/>
              <a:gd name="csY14" fmla="*/ 116951 h 127659"/>
              <a:gd name="csX15" fmla="*/ 71524 w 134695"/>
              <a:gd name="csY15" fmla="*/ 127583 h 127659"/>
              <a:gd name="csX16" fmla="*/ 89508 w 134695"/>
              <a:gd name="csY16" fmla="*/ 127583 h 127659"/>
              <a:gd name="csX17" fmla="*/ 91243 w 134695"/>
              <a:gd name="csY17" fmla="*/ 127583 h 127659"/>
              <a:gd name="csX18" fmla="*/ 104564 w 134695"/>
              <a:gd name="csY18" fmla="*/ 127583 h 127659"/>
              <a:gd name="csX19" fmla="*/ 109873 w 134695"/>
              <a:gd name="csY19" fmla="*/ 122259 h 127659"/>
              <a:gd name="csX20" fmla="*/ 104564 w 134695"/>
              <a:gd name="csY20" fmla="*/ 116951 h 127659"/>
              <a:gd name="csX21" fmla="*/ 95700 w 134695"/>
              <a:gd name="csY21" fmla="*/ 116951 h 127659"/>
              <a:gd name="csX22" fmla="*/ 95700 w 134695"/>
              <a:gd name="csY22" fmla="*/ 99231 h 127659"/>
              <a:gd name="csX23" fmla="*/ 118737 w 134695"/>
              <a:gd name="csY23" fmla="*/ 99231 h 127659"/>
              <a:gd name="csX24" fmla="*/ 134695 w 134695"/>
              <a:gd name="csY24" fmla="*/ 83283 h 127659"/>
              <a:gd name="csX25" fmla="*/ 134695 w 134695"/>
              <a:gd name="csY25" fmla="*/ 15948 h 127659"/>
              <a:gd name="csX26" fmla="*/ 118737 w 134695"/>
              <a:gd name="csY26" fmla="*/ 0 h 127659"/>
              <a:gd name="csX27" fmla="*/ 71524 w 134695"/>
              <a:gd name="csY27" fmla="*/ 0 h 127659"/>
              <a:gd name="csX28" fmla="*/ 19497 w 134695"/>
              <a:gd name="csY28" fmla="*/ 14175 h 127659"/>
              <a:gd name="csX29" fmla="*/ 51397 w 134695"/>
              <a:gd name="csY29" fmla="*/ 14175 h 127659"/>
              <a:gd name="csX30" fmla="*/ 56706 w 134695"/>
              <a:gd name="csY30" fmla="*/ 19491 h 127659"/>
              <a:gd name="csX31" fmla="*/ 56706 w 134695"/>
              <a:gd name="csY31" fmla="*/ 62019 h 127659"/>
              <a:gd name="csX32" fmla="*/ 51397 w 134695"/>
              <a:gd name="csY32" fmla="*/ 67335 h 127659"/>
              <a:gd name="csX33" fmla="*/ 19497 w 134695"/>
              <a:gd name="csY33" fmla="*/ 67335 h 127659"/>
              <a:gd name="csX34" fmla="*/ 14172 w 134695"/>
              <a:gd name="csY34" fmla="*/ 62019 h 127659"/>
              <a:gd name="csX35" fmla="*/ 14172 w 134695"/>
              <a:gd name="csY35" fmla="*/ 19491 h 127659"/>
              <a:gd name="csX36" fmla="*/ 19497 w 134695"/>
              <a:gd name="csY36" fmla="*/ 14175 h 127659"/>
              <a:gd name="csX37" fmla="*/ 24805 w 134695"/>
              <a:gd name="csY37" fmla="*/ 24807 h 127659"/>
              <a:gd name="csX38" fmla="*/ 24805 w 134695"/>
              <a:gd name="csY38" fmla="*/ 35439 h 127659"/>
              <a:gd name="csX39" fmla="*/ 46072 w 134695"/>
              <a:gd name="csY39" fmla="*/ 35439 h 127659"/>
              <a:gd name="csX40" fmla="*/ 46072 w 134695"/>
              <a:gd name="csY40" fmla="*/ 24807 h 127659"/>
              <a:gd name="csX41" fmla="*/ 24805 w 134695"/>
              <a:gd name="csY41" fmla="*/ 24807 h 127659"/>
              <a:gd name="csX42" fmla="*/ 24805 w 134695"/>
              <a:gd name="csY42" fmla="*/ 46071 h 127659"/>
              <a:gd name="csX43" fmla="*/ 24805 w 134695"/>
              <a:gd name="csY43" fmla="*/ 56703 h 127659"/>
              <a:gd name="csX44" fmla="*/ 46072 w 134695"/>
              <a:gd name="csY44" fmla="*/ 56703 h 127659"/>
              <a:gd name="csX45" fmla="*/ 46072 w 134695"/>
              <a:gd name="csY45" fmla="*/ 46071 h 127659"/>
              <a:gd name="csX46" fmla="*/ 24805 w 134695"/>
              <a:gd name="csY46" fmla="*/ 46071 h 127659"/>
              <a:gd name="csX47" fmla="*/ 35439 w 134695"/>
              <a:gd name="csY47" fmla="*/ 95687 h 127659"/>
              <a:gd name="csX48" fmla="*/ 42534 w 134695"/>
              <a:gd name="csY48" fmla="*/ 102776 h 127659"/>
              <a:gd name="csX49" fmla="*/ 35439 w 134695"/>
              <a:gd name="csY49" fmla="*/ 109858 h 127659"/>
              <a:gd name="csX50" fmla="*/ 28361 w 134695"/>
              <a:gd name="csY50" fmla="*/ 102776 h 127659"/>
              <a:gd name="csX51" fmla="*/ 35439 w 134695"/>
              <a:gd name="csY51" fmla="*/ 95687 h 127659"/>
            </a:gdLst>
            <a:ahLst/>
            <a:cxnLst/>
            <a:rect l="l" t="t" r="r" b="b"/>
            <a:pathLst>
              <a:path w="100000" h="100000">
                <a:moveTo>
                  <a:pt x="11836" y="2612"/>
                </a:moveTo>
                <a:cubicBezTo>
                  <a:pt x="5318" y="2612"/>
                  <a:pt x="0" y="7924"/>
                  <a:pt x="0" y="14452"/>
                </a:cubicBezTo>
                <a:lnTo>
                  <a:pt x="0" y="85486"/>
                </a:lnTo>
                <a:cubicBezTo>
                  <a:pt x="0" y="92015"/>
                  <a:pt x="5318" y="97332"/>
                  <a:pt x="11836" y="97332"/>
                </a:cubicBezTo>
                <a:lnTo>
                  <a:pt x="40785" y="97332"/>
                </a:lnTo>
                <a:cubicBezTo>
                  <a:pt x="47316" y="97332"/>
                  <a:pt x="52634" y="92015"/>
                  <a:pt x="52634" y="85486"/>
                </a:cubicBezTo>
                <a:lnTo>
                  <a:pt x="52634" y="14452"/>
                </a:lnTo>
                <a:cubicBezTo>
                  <a:pt x="52634" y="7924"/>
                  <a:pt x="47316" y="2612"/>
                  <a:pt x="40785" y="2612"/>
                </a:cubicBezTo>
                <a:lnTo>
                  <a:pt x="11836" y="2612"/>
                </a:lnTo>
                <a:close/>
                <a:moveTo>
                  <a:pt x="53101" y="2612"/>
                </a:moveTo>
                <a:cubicBezTo>
                  <a:pt x="56057" y="5687"/>
                  <a:pt x="57888" y="9857"/>
                  <a:pt x="57888" y="14452"/>
                </a:cubicBezTo>
                <a:lnTo>
                  <a:pt x="57888" y="76283"/>
                </a:lnTo>
                <a:lnTo>
                  <a:pt x="63155" y="76283"/>
                </a:lnTo>
                <a:lnTo>
                  <a:pt x="63155" y="89438"/>
                </a:lnTo>
                <a:lnTo>
                  <a:pt x="57408" y="89438"/>
                </a:lnTo>
                <a:cubicBezTo>
                  <a:pt x="56701" y="92457"/>
                  <a:pt x="55185" y="95172"/>
                  <a:pt x="53101" y="97332"/>
                </a:cubicBezTo>
                <a:lnTo>
                  <a:pt x="66452" y="97332"/>
                </a:lnTo>
                <a:cubicBezTo>
                  <a:pt x="66881" y="97407"/>
                  <a:pt x="67311" y="97407"/>
                  <a:pt x="67740" y="97332"/>
                </a:cubicBezTo>
                <a:lnTo>
                  <a:pt x="77630" y="97332"/>
                </a:lnTo>
                <a:cubicBezTo>
                  <a:pt x="79816" y="97332"/>
                  <a:pt x="81572" y="95564"/>
                  <a:pt x="81572" y="93379"/>
                </a:cubicBezTo>
                <a:cubicBezTo>
                  <a:pt x="81572" y="91207"/>
                  <a:pt x="79816" y="89438"/>
                  <a:pt x="77630" y="89438"/>
                </a:cubicBezTo>
                <a:lnTo>
                  <a:pt x="71049" y="89438"/>
                </a:lnTo>
                <a:lnTo>
                  <a:pt x="71049" y="76283"/>
                </a:lnTo>
                <a:lnTo>
                  <a:pt x="88152" y="76283"/>
                </a:lnTo>
                <a:cubicBezTo>
                  <a:pt x="94682" y="76283"/>
                  <a:pt x="100000" y="70971"/>
                  <a:pt x="100000" y="64443"/>
                </a:cubicBezTo>
                <a:lnTo>
                  <a:pt x="100000" y="14452"/>
                </a:lnTo>
                <a:cubicBezTo>
                  <a:pt x="100000" y="7924"/>
                  <a:pt x="94682" y="2612"/>
                  <a:pt x="88152" y="2612"/>
                </a:cubicBezTo>
                <a:lnTo>
                  <a:pt x="53101" y="2612"/>
                </a:lnTo>
                <a:close/>
                <a:moveTo>
                  <a:pt x="14475" y="13136"/>
                </a:moveTo>
                <a:lnTo>
                  <a:pt x="38158" y="13136"/>
                </a:lnTo>
                <a:cubicBezTo>
                  <a:pt x="40344" y="13136"/>
                  <a:pt x="42100" y="14902"/>
                  <a:pt x="42100" y="17082"/>
                </a:cubicBezTo>
                <a:lnTo>
                  <a:pt x="42100" y="48656"/>
                </a:lnTo>
                <a:cubicBezTo>
                  <a:pt x="42100" y="50837"/>
                  <a:pt x="40344" y="52603"/>
                  <a:pt x="38158" y="52603"/>
                </a:cubicBezTo>
                <a:lnTo>
                  <a:pt x="14475" y="52603"/>
                </a:lnTo>
                <a:cubicBezTo>
                  <a:pt x="12290" y="52603"/>
                  <a:pt x="10522" y="50837"/>
                  <a:pt x="10522" y="48656"/>
                </a:cubicBezTo>
                <a:lnTo>
                  <a:pt x="10522" y="17082"/>
                </a:lnTo>
                <a:cubicBezTo>
                  <a:pt x="10522" y="14902"/>
                  <a:pt x="12290" y="13136"/>
                  <a:pt x="14475" y="13136"/>
                </a:cubicBezTo>
                <a:close/>
                <a:moveTo>
                  <a:pt x="18416" y="21029"/>
                </a:moveTo>
                <a:lnTo>
                  <a:pt x="18416" y="28922"/>
                </a:lnTo>
                <a:lnTo>
                  <a:pt x="34205" y="28922"/>
                </a:lnTo>
                <a:lnTo>
                  <a:pt x="34205" y="21029"/>
                </a:lnTo>
                <a:lnTo>
                  <a:pt x="18416" y="21029"/>
                </a:lnTo>
                <a:close/>
                <a:moveTo>
                  <a:pt x="18416" y="36816"/>
                </a:moveTo>
                <a:lnTo>
                  <a:pt x="18416" y="44709"/>
                </a:lnTo>
                <a:lnTo>
                  <a:pt x="34205" y="44709"/>
                </a:lnTo>
                <a:lnTo>
                  <a:pt x="34205" y="36816"/>
                </a:lnTo>
                <a:lnTo>
                  <a:pt x="18416" y="36816"/>
                </a:lnTo>
                <a:close/>
                <a:moveTo>
                  <a:pt x="26311" y="73652"/>
                </a:moveTo>
                <a:cubicBezTo>
                  <a:pt x="29228" y="73652"/>
                  <a:pt x="31578" y="76007"/>
                  <a:pt x="31578" y="78915"/>
                </a:cubicBezTo>
                <a:cubicBezTo>
                  <a:pt x="31578" y="81822"/>
                  <a:pt x="29228" y="84172"/>
                  <a:pt x="26311" y="84172"/>
                </a:cubicBezTo>
                <a:cubicBezTo>
                  <a:pt x="23405" y="84172"/>
                  <a:pt x="21056" y="81822"/>
                  <a:pt x="21056" y="78915"/>
                </a:cubicBezTo>
                <a:cubicBezTo>
                  <a:pt x="21056" y="76007"/>
                  <a:pt x="23405" y="73652"/>
                  <a:pt x="26311" y="7365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4" name="Чёрный — SVG 45">
            <a:extLst>
              <a:ext uri="{FF2B5EF4-FFF2-40B4-BE49-F238E27FC236}">
                <a16:creationId xmlns:a16="http://schemas.microsoft.com/office/drawing/2014/main" id="{926D59B4-1591-764A-8297-9AF6B88AE93D}"/>
              </a:ext>
            </a:extLst>
          </p:cNvPr>
          <p:cNvSpPr>
            <a:spLocks noGrp="1"/>
          </p:cNvSpPr>
          <p:nvPr/>
        </p:nvSpPr>
        <p:spPr>
          <a:xfrm>
            <a:off x="5220000" y="3470000"/>
            <a:ext cx="220000" cy="220000"/>
          </a:xfrm>
          <a:custGeom>
            <a:avLst/>
            <a:gdLst>
              <a:gd name="csX0" fmla="*/ 19494 w 138230"/>
              <a:gd name="csY0" fmla="*/ 0 h 141753"/>
              <a:gd name="csX1" fmla="*/ 0 w 138230"/>
              <a:gd name="csY1" fmla="*/ 19491 h 141753"/>
              <a:gd name="csX2" fmla="*/ 0 w 138230"/>
              <a:gd name="csY2" fmla="*/ 30123 h 141753"/>
              <a:gd name="csX3" fmla="*/ 6154 w 138230"/>
              <a:gd name="csY3" fmla="*/ 44300 h 141753"/>
              <a:gd name="csX4" fmla="*/ 0 w 138230"/>
              <a:gd name="csY4" fmla="*/ 58476 h 141753"/>
              <a:gd name="csX5" fmla="*/ 0 w 138230"/>
              <a:gd name="csY5" fmla="*/ 69108 h 141753"/>
              <a:gd name="csX6" fmla="*/ 6154 w 138230"/>
              <a:gd name="csY6" fmla="*/ 83283 h 141753"/>
              <a:gd name="csX7" fmla="*/ 0 w 138230"/>
              <a:gd name="csY7" fmla="*/ 97460 h 141753"/>
              <a:gd name="csX8" fmla="*/ 0 w 138230"/>
              <a:gd name="csY8" fmla="*/ 108089 h 141753"/>
              <a:gd name="csX9" fmla="*/ 19494 w 138230"/>
              <a:gd name="csY9" fmla="*/ 127583 h 141753"/>
              <a:gd name="csX10" fmla="*/ 74524 w 138230"/>
              <a:gd name="csY10" fmla="*/ 127583 h 141753"/>
              <a:gd name="csX11" fmla="*/ 65053 w 138230"/>
              <a:gd name="csY11" fmla="*/ 116951 h 141753"/>
              <a:gd name="csX12" fmla="*/ 19494 w 138230"/>
              <a:gd name="csY12" fmla="*/ 116951 h 141753"/>
              <a:gd name="csX13" fmla="*/ 10633 w 138230"/>
              <a:gd name="csY13" fmla="*/ 108089 h 141753"/>
              <a:gd name="csX14" fmla="*/ 10633 w 138230"/>
              <a:gd name="csY14" fmla="*/ 106319 h 141753"/>
              <a:gd name="csX15" fmla="*/ 60969 w 138230"/>
              <a:gd name="csY15" fmla="*/ 106319 h 141753"/>
              <a:gd name="csX16" fmla="*/ 60256 w 138230"/>
              <a:gd name="csY16" fmla="*/ 99231 h 141753"/>
              <a:gd name="csX17" fmla="*/ 67414 w 138230"/>
              <a:gd name="csY17" fmla="*/ 77967 h 141753"/>
              <a:gd name="csX18" fmla="*/ 19494 w 138230"/>
              <a:gd name="csY18" fmla="*/ 77967 h 141753"/>
              <a:gd name="csX19" fmla="*/ 10633 w 138230"/>
              <a:gd name="csY19" fmla="*/ 69108 h 141753"/>
              <a:gd name="csX20" fmla="*/ 10633 w 138230"/>
              <a:gd name="csY20" fmla="*/ 67335 h 141753"/>
              <a:gd name="csX21" fmla="*/ 80353 w 138230"/>
              <a:gd name="csY21" fmla="*/ 67335 h 141753"/>
              <a:gd name="csX22" fmla="*/ 95700 w 138230"/>
              <a:gd name="csY22" fmla="*/ 63792 h 141753"/>
              <a:gd name="csX23" fmla="*/ 119992 w 138230"/>
              <a:gd name="csY23" fmla="*/ 73497 h 141753"/>
              <a:gd name="csX24" fmla="*/ 120511 w 138230"/>
              <a:gd name="csY24" fmla="*/ 69108 h 141753"/>
              <a:gd name="csX25" fmla="*/ 120511 w 138230"/>
              <a:gd name="csY25" fmla="*/ 58476 h 141753"/>
              <a:gd name="csX26" fmla="*/ 114357 w 138230"/>
              <a:gd name="csY26" fmla="*/ 44300 h 141753"/>
              <a:gd name="csX27" fmla="*/ 120511 w 138230"/>
              <a:gd name="csY27" fmla="*/ 30123 h 141753"/>
              <a:gd name="csX28" fmla="*/ 120511 w 138230"/>
              <a:gd name="csY28" fmla="*/ 19491 h 141753"/>
              <a:gd name="csX29" fmla="*/ 101017 w 138230"/>
              <a:gd name="csY29" fmla="*/ 0 h 141753"/>
              <a:gd name="csX30" fmla="*/ 19494 w 138230"/>
              <a:gd name="csY30" fmla="*/ 0 h 141753"/>
              <a:gd name="csX31" fmla="*/ 10633 w 138230"/>
              <a:gd name="csY31" fmla="*/ 28352 h 141753"/>
              <a:gd name="csX32" fmla="*/ 109878 w 138230"/>
              <a:gd name="csY32" fmla="*/ 28352 h 141753"/>
              <a:gd name="csX33" fmla="*/ 109878 w 138230"/>
              <a:gd name="csY33" fmla="*/ 30123 h 141753"/>
              <a:gd name="csX34" fmla="*/ 101017 w 138230"/>
              <a:gd name="csY34" fmla="*/ 38984 h 141753"/>
              <a:gd name="csX35" fmla="*/ 19494 w 138230"/>
              <a:gd name="csY35" fmla="*/ 38984 h 141753"/>
              <a:gd name="csX36" fmla="*/ 10633 w 138230"/>
              <a:gd name="csY36" fmla="*/ 30123 h 141753"/>
              <a:gd name="csX37" fmla="*/ 10633 w 138230"/>
              <a:gd name="csY37" fmla="*/ 28352 h 141753"/>
              <a:gd name="csX38" fmla="*/ 95700 w 138230"/>
              <a:gd name="csY38" fmla="*/ 70880 h 141753"/>
              <a:gd name="csX39" fmla="*/ 67344 w 138230"/>
              <a:gd name="csY39" fmla="*/ 99231 h 141753"/>
              <a:gd name="csX40" fmla="*/ 95700 w 138230"/>
              <a:gd name="csY40" fmla="*/ 127583 h 141753"/>
              <a:gd name="csX41" fmla="*/ 111623 w 138230"/>
              <a:gd name="csY41" fmla="*/ 122667 h 141753"/>
              <a:gd name="csX42" fmla="*/ 129159 w 138230"/>
              <a:gd name="csY42" fmla="*/ 140206 h 141753"/>
              <a:gd name="csX43" fmla="*/ 132917 w 138230"/>
              <a:gd name="csY43" fmla="*/ 141754 h 141753"/>
              <a:gd name="csX44" fmla="*/ 136675 w 138230"/>
              <a:gd name="csY44" fmla="*/ 140206 h 141753"/>
              <a:gd name="csX45" fmla="*/ 136675 w 138230"/>
              <a:gd name="csY45" fmla="*/ 132687 h 141753"/>
              <a:gd name="csX46" fmla="*/ 119148 w 138230"/>
              <a:gd name="csY46" fmla="*/ 115148 h 141753"/>
              <a:gd name="csX47" fmla="*/ 124057 w 138230"/>
              <a:gd name="csY47" fmla="*/ 99231 h 141753"/>
              <a:gd name="csX48" fmla="*/ 95700 w 138230"/>
              <a:gd name="csY48" fmla="*/ 70880 h 141753"/>
              <a:gd name="csX49" fmla="*/ 95700 w 138230"/>
              <a:gd name="csY49" fmla="*/ 81512 h 141753"/>
              <a:gd name="csX50" fmla="*/ 113423 w 138230"/>
              <a:gd name="csY50" fmla="*/ 99231 h 141753"/>
              <a:gd name="csX51" fmla="*/ 95700 w 138230"/>
              <a:gd name="csY51" fmla="*/ 116951 h 141753"/>
              <a:gd name="csX52" fmla="*/ 77978 w 138230"/>
              <a:gd name="csY52" fmla="*/ 99231 h 141753"/>
              <a:gd name="csX53" fmla="*/ 95700 w 138230"/>
              <a:gd name="csY53" fmla="*/ 81512 h 141753"/>
            </a:gdLst>
            <a:ahLst/>
            <a:cxnLst/>
            <a:rect l="l" t="t" r="r" b="b"/>
            <a:pathLst>
              <a:path w="100000" h="100000">
                <a:moveTo>
                  <a:pt x="14995" y="0"/>
                </a:moveTo>
                <a:cubicBezTo>
                  <a:pt x="7412" y="0"/>
                  <a:pt x="1243" y="6168"/>
                  <a:pt x="1243" y="13750"/>
                </a:cubicBezTo>
                <a:lnTo>
                  <a:pt x="1243" y="21250"/>
                </a:lnTo>
                <a:cubicBezTo>
                  <a:pt x="1243" y="25194"/>
                  <a:pt x="2916" y="28742"/>
                  <a:pt x="5584" y="31252"/>
                </a:cubicBezTo>
                <a:cubicBezTo>
                  <a:pt x="2916" y="33761"/>
                  <a:pt x="1243" y="37310"/>
                  <a:pt x="1243" y="41252"/>
                </a:cubicBezTo>
                <a:lnTo>
                  <a:pt x="1243" y="48752"/>
                </a:lnTo>
                <a:cubicBezTo>
                  <a:pt x="1243" y="52694"/>
                  <a:pt x="2916" y="56243"/>
                  <a:pt x="5584" y="58752"/>
                </a:cubicBezTo>
                <a:cubicBezTo>
                  <a:pt x="2916" y="61263"/>
                  <a:pt x="1243" y="64810"/>
                  <a:pt x="1243" y="68753"/>
                </a:cubicBezTo>
                <a:lnTo>
                  <a:pt x="1243" y="76252"/>
                </a:lnTo>
                <a:cubicBezTo>
                  <a:pt x="1243" y="83836"/>
                  <a:pt x="7412" y="90004"/>
                  <a:pt x="14995" y="90004"/>
                </a:cubicBezTo>
                <a:lnTo>
                  <a:pt x="53816" y="90004"/>
                </a:lnTo>
                <a:cubicBezTo>
                  <a:pt x="51112" y="87976"/>
                  <a:pt x="48837" y="85432"/>
                  <a:pt x="47134" y="82503"/>
                </a:cubicBezTo>
                <a:lnTo>
                  <a:pt x="14995" y="82503"/>
                </a:lnTo>
                <a:cubicBezTo>
                  <a:pt x="11549" y="82503"/>
                  <a:pt x="8744" y="79696"/>
                  <a:pt x="8744" y="76252"/>
                </a:cubicBezTo>
                <a:lnTo>
                  <a:pt x="8744" y="75003"/>
                </a:lnTo>
                <a:lnTo>
                  <a:pt x="44253" y="75003"/>
                </a:lnTo>
                <a:cubicBezTo>
                  <a:pt x="43923" y="73383"/>
                  <a:pt x="43750" y="71715"/>
                  <a:pt x="43750" y="70003"/>
                </a:cubicBezTo>
                <a:cubicBezTo>
                  <a:pt x="43750" y="64373"/>
                  <a:pt x="45647" y="59187"/>
                  <a:pt x="48800" y="55002"/>
                </a:cubicBezTo>
                <a:lnTo>
                  <a:pt x="14995" y="55002"/>
                </a:lnTo>
                <a:cubicBezTo>
                  <a:pt x="11549" y="55002"/>
                  <a:pt x="8744" y="52197"/>
                  <a:pt x="8744" y="48752"/>
                </a:cubicBezTo>
                <a:lnTo>
                  <a:pt x="8744" y="47502"/>
                </a:lnTo>
                <a:lnTo>
                  <a:pt x="57928" y="47502"/>
                </a:lnTo>
                <a:cubicBezTo>
                  <a:pt x="61208" y="45916"/>
                  <a:pt x="64872" y="45002"/>
                  <a:pt x="68754" y="45002"/>
                </a:cubicBezTo>
                <a:cubicBezTo>
                  <a:pt x="75391" y="45002"/>
                  <a:pt x="81411" y="47618"/>
                  <a:pt x="85891" y="51849"/>
                </a:cubicBezTo>
                <a:cubicBezTo>
                  <a:pt x="86124" y="50853"/>
                  <a:pt x="86257" y="49820"/>
                  <a:pt x="86257" y="48752"/>
                </a:cubicBezTo>
                <a:lnTo>
                  <a:pt x="86257" y="41252"/>
                </a:lnTo>
                <a:cubicBezTo>
                  <a:pt x="86257" y="37310"/>
                  <a:pt x="84584" y="33761"/>
                  <a:pt x="81916" y="31252"/>
                </a:cubicBezTo>
                <a:cubicBezTo>
                  <a:pt x="84584" y="28742"/>
                  <a:pt x="86257" y="25194"/>
                  <a:pt x="86257" y="21250"/>
                </a:cubicBezTo>
                <a:lnTo>
                  <a:pt x="86257" y="13750"/>
                </a:lnTo>
                <a:cubicBezTo>
                  <a:pt x="86257" y="6168"/>
                  <a:pt x="80090" y="0"/>
                  <a:pt x="72505" y="0"/>
                </a:cubicBezTo>
                <a:lnTo>
                  <a:pt x="14995" y="0"/>
                </a:lnTo>
                <a:close/>
                <a:moveTo>
                  <a:pt x="8744" y="20001"/>
                </a:moveTo>
                <a:lnTo>
                  <a:pt x="78756" y="20001"/>
                </a:lnTo>
                <a:lnTo>
                  <a:pt x="78756" y="21250"/>
                </a:lnTo>
                <a:cubicBezTo>
                  <a:pt x="78756" y="24696"/>
                  <a:pt x="75951" y="27501"/>
                  <a:pt x="72505" y="27501"/>
                </a:cubicBezTo>
                <a:lnTo>
                  <a:pt x="14995" y="27501"/>
                </a:lnTo>
                <a:cubicBezTo>
                  <a:pt x="11549" y="27501"/>
                  <a:pt x="8744" y="24696"/>
                  <a:pt x="8744" y="21250"/>
                </a:cubicBezTo>
                <a:lnTo>
                  <a:pt x="8744" y="20001"/>
                </a:lnTo>
                <a:close/>
                <a:moveTo>
                  <a:pt x="68754" y="50002"/>
                </a:moveTo>
                <a:cubicBezTo>
                  <a:pt x="57725" y="50002"/>
                  <a:pt x="48751" y="58975"/>
                  <a:pt x="48751" y="70003"/>
                </a:cubicBezTo>
                <a:cubicBezTo>
                  <a:pt x="48751" y="81028"/>
                  <a:pt x="57725" y="90004"/>
                  <a:pt x="68754" y="90004"/>
                </a:cubicBezTo>
                <a:cubicBezTo>
                  <a:pt x="72918" y="90004"/>
                  <a:pt x="76782" y="88720"/>
                  <a:pt x="79987" y="86536"/>
                </a:cubicBezTo>
                <a:lnTo>
                  <a:pt x="92358" y="98909"/>
                </a:lnTo>
                <a:cubicBezTo>
                  <a:pt x="93090" y="99640"/>
                  <a:pt x="94049" y="100001"/>
                  <a:pt x="95009" y="100001"/>
                </a:cubicBezTo>
                <a:cubicBezTo>
                  <a:pt x="95969" y="100001"/>
                  <a:pt x="96929" y="99640"/>
                  <a:pt x="97660" y="98909"/>
                </a:cubicBezTo>
                <a:cubicBezTo>
                  <a:pt x="99123" y="97444"/>
                  <a:pt x="99123" y="95068"/>
                  <a:pt x="97660" y="93604"/>
                </a:cubicBezTo>
                <a:lnTo>
                  <a:pt x="85296" y="81231"/>
                </a:lnTo>
                <a:cubicBezTo>
                  <a:pt x="87478" y="78027"/>
                  <a:pt x="88759" y="74164"/>
                  <a:pt x="88759" y="70003"/>
                </a:cubicBezTo>
                <a:cubicBezTo>
                  <a:pt x="88759" y="58975"/>
                  <a:pt x="79785" y="50002"/>
                  <a:pt x="68754" y="50002"/>
                </a:cubicBezTo>
                <a:close/>
                <a:moveTo>
                  <a:pt x="68754" y="57503"/>
                </a:moveTo>
                <a:cubicBezTo>
                  <a:pt x="75649" y="57503"/>
                  <a:pt x="81257" y="63110"/>
                  <a:pt x="81257" y="70003"/>
                </a:cubicBezTo>
                <a:cubicBezTo>
                  <a:pt x="81257" y="76899"/>
                  <a:pt x="75649" y="82503"/>
                  <a:pt x="68754" y="82503"/>
                </a:cubicBezTo>
                <a:cubicBezTo>
                  <a:pt x="61861" y="82503"/>
                  <a:pt x="56252" y="76899"/>
                  <a:pt x="56252" y="70003"/>
                </a:cubicBezTo>
                <a:cubicBezTo>
                  <a:pt x="56252" y="63110"/>
                  <a:pt x="61861" y="57503"/>
                  <a:pt x="68754" y="575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5" name="Чёрный — SVG 46">
            <a:extLst>
              <a:ext uri="{FF2B5EF4-FFF2-40B4-BE49-F238E27FC236}">
                <a16:creationId xmlns:a16="http://schemas.microsoft.com/office/drawing/2014/main" id="{EC7D1AC6-0118-744D-9F4C-73C7EF2F7BE8}"/>
              </a:ext>
            </a:extLst>
          </p:cNvPr>
          <p:cNvSpPr>
            <a:spLocks noGrp="1"/>
          </p:cNvSpPr>
          <p:nvPr/>
        </p:nvSpPr>
        <p:spPr>
          <a:xfrm>
            <a:off x="5820000" y="3470000"/>
            <a:ext cx="220000" cy="220000"/>
          </a:xfrm>
          <a:custGeom>
            <a:avLst/>
            <a:gdLst>
              <a:gd name="csX0" fmla="*/ 138234 w 170134"/>
              <a:gd name="csY0" fmla="*/ 46066 h 109857"/>
              <a:gd name="csX1" fmla="*/ 136189 w 170134"/>
              <a:gd name="csY1" fmla="*/ 46066 h 109857"/>
              <a:gd name="csX2" fmla="*/ 85067 w 170134"/>
              <a:gd name="csY2" fmla="*/ 0 h 109857"/>
              <a:gd name="csX3" fmla="*/ 33945 w 170134"/>
              <a:gd name="csY3" fmla="*/ 46066 h 109857"/>
              <a:gd name="csX4" fmla="*/ 31900 w 170134"/>
              <a:gd name="csY4" fmla="*/ 46066 h 109857"/>
              <a:gd name="csX5" fmla="*/ 0 w 170134"/>
              <a:gd name="csY5" fmla="*/ 77962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2 h 109857"/>
              <a:gd name="csX9" fmla="*/ 138234 w 170134"/>
              <a:gd name="csY9" fmla="*/ 46066 h 109857"/>
            </a:gdLst>
            <a:ahLst/>
            <a:cxnLst/>
            <a:rect l="l" t="t" r="r" b="b"/>
            <a:pathLst>
              <a:path w="100000" h="100000">
                <a:moveTo>
                  <a:pt x="81250" y="44791"/>
                </a:moveTo>
                <a:lnTo>
                  <a:pt x="80048" y="44791"/>
                </a:lnTo>
                <a:cubicBezTo>
                  <a:pt x="78479" y="29603"/>
                  <a:pt x="65602" y="17715"/>
                  <a:pt x="50000" y="17715"/>
                </a:cubicBezTo>
                <a:cubicBezTo>
                  <a:pt x="34398" y="17715"/>
                  <a:pt x="21521" y="29603"/>
                  <a:pt x="19952" y="44791"/>
                </a:cubicBezTo>
                <a:lnTo>
                  <a:pt x="18750" y="44791"/>
                </a:lnTo>
                <a:cubicBezTo>
                  <a:pt x="8412" y="44791"/>
                  <a:pt x="0" y="53210"/>
                  <a:pt x="0" y="63538"/>
                </a:cubicBezTo>
                <a:cubicBezTo>
                  <a:pt x="0" y="73877"/>
                  <a:pt x="8412" y="82286"/>
                  <a:pt x="18750" y="82286"/>
                </a:cubicBezTo>
                <a:lnTo>
                  <a:pt x="81250" y="82286"/>
                </a:lnTo>
                <a:cubicBezTo>
                  <a:pt x="91590" y="82286"/>
                  <a:pt x="100000" y="73877"/>
                  <a:pt x="100000" y="63538"/>
                </a:cubicBezTo>
                <a:cubicBezTo>
                  <a:pt x="100000" y="53210"/>
                  <a:pt x="91590" y="44791"/>
                  <a:pt x="81250" y="4479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6" name="Чёрный — SVG 47">
            <a:extLst>
              <a:ext uri="{FF2B5EF4-FFF2-40B4-BE49-F238E27FC236}">
                <a16:creationId xmlns:a16="http://schemas.microsoft.com/office/drawing/2014/main" id="{B2AE4B0B-BC91-684F-A7F6-236CD938E2FE}"/>
              </a:ext>
            </a:extLst>
          </p:cNvPr>
          <p:cNvSpPr>
            <a:spLocks noGrp="1"/>
          </p:cNvSpPr>
          <p:nvPr/>
        </p:nvSpPr>
        <p:spPr>
          <a:xfrm>
            <a:off x="6420000" y="3470000"/>
            <a:ext cx="220000" cy="220000"/>
          </a:xfrm>
          <a:custGeom>
            <a:avLst/>
            <a:gdLst>
              <a:gd name="csX0" fmla="*/ 74434 w 148867"/>
              <a:gd name="csY0" fmla="*/ 0 h 134744"/>
              <a:gd name="csX1" fmla="*/ 32053 w 148867"/>
              <a:gd name="csY1" fmla="*/ 38989 h 134744"/>
              <a:gd name="csX2" fmla="*/ 30131 w 148867"/>
              <a:gd name="csY2" fmla="*/ 38989 h 134744"/>
              <a:gd name="csX3" fmla="*/ 0 w 148867"/>
              <a:gd name="csY3" fmla="*/ 69099 h 134744"/>
              <a:gd name="csX4" fmla="*/ 30131 w 148867"/>
              <a:gd name="csY4" fmla="*/ 99226 h 134744"/>
              <a:gd name="csX5" fmla="*/ 44303 w 148867"/>
              <a:gd name="csY5" fmla="*/ 99226 h 134744"/>
              <a:gd name="csX6" fmla="*/ 44303 w 148867"/>
              <a:gd name="csY6" fmla="*/ 65561 h 134744"/>
              <a:gd name="csX7" fmla="*/ 56706 w 148867"/>
              <a:gd name="csY7" fmla="*/ 53160 h 134744"/>
              <a:gd name="csX8" fmla="*/ 68972 w 148867"/>
              <a:gd name="csY8" fmla="*/ 64115 h 134744"/>
              <a:gd name="csX9" fmla="*/ 83383 w 148867"/>
              <a:gd name="csY9" fmla="*/ 49706 h 134744"/>
              <a:gd name="csX10" fmla="*/ 100923 w 148867"/>
              <a:gd name="csY10" fmla="*/ 49706 h 134744"/>
              <a:gd name="csX11" fmla="*/ 116882 w 148867"/>
              <a:gd name="csY11" fmla="*/ 65646 h 134744"/>
              <a:gd name="csX12" fmla="*/ 116882 w 148867"/>
              <a:gd name="csY12" fmla="*/ 83201 h 134744"/>
              <a:gd name="csX13" fmla="*/ 108103 w 148867"/>
              <a:gd name="csY13" fmla="*/ 86825 h 134744"/>
              <a:gd name="csX14" fmla="*/ 104564 w 148867"/>
              <a:gd name="csY14" fmla="*/ 86246 h 134744"/>
              <a:gd name="csX15" fmla="*/ 104564 w 148867"/>
              <a:gd name="csY15" fmla="*/ 99226 h 134744"/>
              <a:gd name="csX16" fmla="*/ 118737 w 148867"/>
              <a:gd name="csY16" fmla="*/ 99226 h 134744"/>
              <a:gd name="csX17" fmla="*/ 148867 w 148867"/>
              <a:gd name="csY17" fmla="*/ 69099 h 134744"/>
              <a:gd name="csX18" fmla="*/ 118737 w 148867"/>
              <a:gd name="csY18" fmla="*/ 38989 h 134744"/>
              <a:gd name="csX19" fmla="*/ 116814 w 148867"/>
              <a:gd name="csY19" fmla="*/ 38989 h 134744"/>
              <a:gd name="csX20" fmla="*/ 74434 w 148867"/>
              <a:gd name="csY20" fmla="*/ 0 h 134744"/>
              <a:gd name="csX21" fmla="*/ 92077 w 148867"/>
              <a:gd name="csY21" fmla="*/ 53092 h 134744"/>
              <a:gd name="csX22" fmla="*/ 89746 w 148867"/>
              <a:gd name="csY22" fmla="*/ 53670 h 134744"/>
              <a:gd name="csX23" fmla="*/ 87908 w 148867"/>
              <a:gd name="csY23" fmla="*/ 55201 h 134744"/>
              <a:gd name="csX24" fmla="*/ 72443 w 148867"/>
              <a:gd name="csY24" fmla="*/ 70664 h 134744"/>
              <a:gd name="csX25" fmla="*/ 71252 w 148867"/>
              <a:gd name="csY25" fmla="*/ 72399 h 134744"/>
              <a:gd name="csX26" fmla="*/ 70810 w 148867"/>
              <a:gd name="csY26" fmla="*/ 74441 h 134744"/>
              <a:gd name="csX27" fmla="*/ 71201 w 148867"/>
              <a:gd name="csY27" fmla="*/ 76516 h 134744"/>
              <a:gd name="csX28" fmla="*/ 72375 w 148867"/>
              <a:gd name="csY28" fmla="*/ 78251 h 134744"/>
              <a:gd name="csX29" fmla="*/ 74127 w 148867"/>
              <a:gd name="csY29" fmla="*/ 79425 h 134744"/>
              <a:gd name="csX30" fmla="*/ 76186 w 148867"/>
              <a:gd name="csY30" fmla="*/ 79816 h 134744"/>
              <a:gd name="csX31" fmla="*/ 78245 w 148867"/>
              <a:gd name="csY31" fmla="*/ 79374 h 134744"/>
              <a:gd name="csX32" fmla="*/ 79963 w 148867"/>
              <a:gd name="csY32" fmla="*/ 78183 h 134744"/>
              <a:gd name="csX33" fmla="*/ 86837 w 148867"/>
              <a:gd name="csY33" fmla="*/ 71310 h 134744"/>
              <a:gd name="csX34" fmla="*/ 86837 w 148867"/>
              <a:gd name="csY34" fmla="*/ 122259 h 134744"/>
              <a:gd name="csX35" fmla="*/ 87228 w 148867"/>
              <a:gd name="csY35" fmla="*/ 124317 h 134744"/>
              <a:gd name="csX36" fmla="*/ 88368 w 148867"/>
              <a:gd name="csY36" fmla="*/ 126069 h 134744"/>
              <a:gd name="csX37" fmla="*/ 90103 w 148867"/>
              <a:gd name="csY37" fmla="*/ 127243 h 134744"/>
              <a:gd name="csX38" fmla="*/ 92162 w 148867"/>
              <a:gd name="csY38" fmla="*/ 127651 h 134744"/>
              <a:gd name="csX39" fmla="*/ 94203 w 148867"/>
              <a:gd name="csY39" fmla="*/ 127243 h 134744"/>
              <a:gd name="csX40" fmla="*/ 95939 w 148867"/>
              <a:gd name="csY40" fmla="*/ 126069 h 134744"/>
              <a:gd name="csX41" fmla="*/ 97095 w 148867"/>
              <a:gd name="csY41" fmla="*/ 124317 h 134744"/>
              <a:gd name="csX42" fmla="*/ 97470 w 148867"/>
              <a:gd name="csY42" fmla="*/ 122259 h 134744"/>
              <a:gd name="csX43" fmla="*/ 97470 w 148867"/>
              <a:gd name="csY43" fmla="*/ 71310 h 134744"/>
              <a:gd name="csX44" fmla="*/ 104343 w 148867"/>
              <a:gd name="csY44" fmla="*/ 78183 h 134744"/>
              <a:gd name="csX45" fmla="*/ 106079 w 148867"/>
              <a:gd name="csY45" fmla="*/ 79374 h 134744"/>
              <a:gd name="csX46" fmla="*/ 108120 w 148867"/>
              <a:gd name="csY46" fmla="*/ 79816 h 134744"/>
              <a:gd name="csX47" fmla="*/ 110196 w 148867"/>
              <a:gd name="csY47" fmla="*/ 79425 h 134744"/>
              <a:gd name="csX48" fmla="*/ 111948 w 148867"/>
              <a:gd name="csY48" fmla="*/ 78251 h 134744"/>
              <a:gd name="csX49" fmla="*/ 113105 w 148867"/>
              <a:gd name="csY49" fmla="*/ 76516 h 134744"/>
              <a:gd name="csX50" fmla="*/ 113496 w 148867"/>
              <a:gd name="csY50" fmla="*/ 74441 h 134744"/>
              <a:gd name="csX51" fmla="*/ 113071 w 148867"/>
              <a:gd name="csY51" fmla="*/ 72399 h 134744"/>
              <a:gd name="csX52" fmla="*/ 111863 w 148867"/>
              <a:gd name="csY52" fmla="*/ 70664 h 134744"/>
              <a:gd name="csX53" fmla="*/ 96364 w 148867"/>
              <a:gd name="csY53" fmla="*/ 55167 h 134744"/>
              <a:gd name="csX54" fmla="*/ 94476 w 148867"/>
              <a:gd name="csY54" fmla="*/ 53619 h 134744"/>
              <a:gd name="csX55" fmla="*/ 92077 w 148867"/>
              <a:gd name="csY55" fmla="*/ 53092 h 134744"/>
              <a:gd name="csX56" fmla="*/ 56621 w 148867"/>
              <a:gd name="csY56" fmla="*/ 60168 h 134744"/>
              <a:gd name="csX57" fmla="*/ 52895 w 148867"/>
              <a:gd name="csY57" fmla="*/ 61784 h 134744"/>
              <a:gd name="csX58" fmla="*/ 51397 w 148867"/>
              <a:gd name="csY58" fmla="*/ 65561 h 134744"/>
              <a:gd name="csX59" fmla="*/ 51397 w 148867"/>
              <a:gd name="csY59" fmla="*/ 116526 h 134744"/>
              <a:gd name="csX60" fmla="*/ 44524 w 148867"/>
              <a:gd name="csY60" fmla="*/ 109654 h 134744"/>
              <a:gd name="csX61" fmla="*/ 42789 w 148867"/>
              <a:gd name="csY61" fmla="*/ 108446 h 134744"/>
              <a:gd name="csX62" fmla="*/ 40747 w 148867"/>
              <a:gd name="csY62" fmla="*/ 108021 h 134744"/>
              <a:gd name="csX63" fmla="*/ 38671 w 148867"/>
              <a:gd name="csY63" fmla="*/ 108412 h 134744"/>
              <a:gd name="csX64" fmla="*/ 36919 w 148867"/>
              <a:gd name="csY64" fmla="*/ 109568 h 134744"/>
              <a:gd name="csX65" fmla="*/ 35762 w 148867"/>
              <a:gd name="csY65" fmla="*/ 111321 h 134744"/>
              <a:gd name="csX66" fmla="*/ 35371 w 148867"/>
              <a:gd name="csY66" fmla="*/ 113379 h 134744"/>
              <a:gd name="csX67" fmla="*/ 35796 w 148867"/>
              <a:gd name="csY67" fmla="*/ 115438 h 134744"/>
              <a:gd name="csX68" fmla="*/ 37004 w 148867"/>
              <a:gd name="csY68" fmla="*/ 117172 h 134744"/>
              <a:gd name="csX69" fmla="*/ 52503 w 148867"/>
              <a:gd name="csY69" fmla="*/ 132653 h 134744"/>
              <a:gd name="csX70" fmla="*/ 54375 w 148867"/>
              <a:gd name="csY70" fmla="*/ 134200 h 134744"/>
              <a:gd name="csX71" fmla="*/ 56740 w 148867"/>
              <a:gd name="csY71" fmla="*/ 134745 h 134744"/>
              <a:gd name="csX72" fmla="*/ 59088 w 148867"/>
              <a:gd name="csY72" fmla="*/ 134183 h 134744"/>
              <a:gd name="csX73" fmla="*/ 60959 w 148867"/>
              <a:gd name="csY73" fmla="*/ 132636 h 134744"/>
              <a:gd name="csX74" fmla="*/ 76424 w 148867"/>
              <a:gd name="csY74" fmla="*/ 117172 h 134744"/>
              <a:gd name="csX75" fmla="*/ 77615 w 148867"/>
              <a:gd name="csY75" fmla="*/ 115438 h 134744"/>
              <a:gd name="csX76" fmla="*/ 78058 w 148867"/>
              <a:gd name="csY76" fmla="*/ 113379 h 134744"/>
              <a:gd name="csX77" fmla="*/ 77666 w 148867"/>
              <a:gd name="csY77" fmla="*/ 111321 h 134744"/>
              <a:gd name="csX78" fmla="*/ 76492 w 148867"/>
              <a:gd name="csY78" fmla="*/ 109568 h 134744"/>
              <a:gd name="csX79" fmla="*/ 74740 w 148867"/>
              <a:gd name="csY79" fmla="*/ 108412 h 134744"/>
              <a:gd name="csX80" fmla="*/ 72681 w 148867"/>
              <a:gd name="csY80" fmla="*/ 108021 h 134744"/>
              <a:gd name="csX81" fmla="*/ 70623 w 148867"/>
              <a:gd name="csY81" fmla="*/ 108446 h 134744"/>
              <a:gd name="csX82" fmla="*/ 68904 w 148867"/>
              <a:gd name="csY82" fmla="*/ 109654 h 134744"/>
              <a:gd name="csX83" fmla="*/ 62031 w 148867"/>
              <a:gd name="csY83" fmla="*/ 116526 h 134744"/>
              <a:gd name="csX84" fmla="*/ 62031 w 148867"/>
              <a:gd name="csY84" fmla="*/ 65561 h 134744"/>
              <a:gd name="csX85" fmla="*/ 61640 w 148867"/>
              <a:gd name="csY85" fmla="*/ 63486 h 134744"/>
              <a:gd name="csX86" fmla="*/ 60466 w 148867"/>
              <a:gd name="csY86" fmla="*/ 61733 h 134744"/>
              <a:gd name="csX87" fmla="*/ 58713 w 148867"/>
              <a:gd name="csY87" fmla="*/ 60560 h 134744"/>
              <a:gd name="csX88" fmla="*/ 56621 w 148867"/>
              <a:gd name="csY88" fmla="*/ 60168 h 134744"/>
            </a:gdLst>
            <a:ahLst/>
            <a:cxnLst/>
            <a:rect l="l" t="t" r="r" b="b"/>
            <a:pathLst>
              <a:path w="100000" h="100000">
                <a:moveTo>
                  <a:pt x="50000" y="4743"/>
                </a:moveTo>
                <a:cubicBezTo>
                  <a:pt x="35051" y="4743"/>
                  <a:pt x="22743" y="16285"/>
                  <a:pt x="21531" y="30934"/>
                </a:cubicBezTo>
                <a:lnTo>
                  <a:pt x="20240" y="30934"/>
                </a:lnTo>
                <a:cubicBezTo>
                  <a:pt x="9075" y="30934"/>
                  <a:pt x="0" y="40007"/>
                  <a:pt x="0" y="51160"/>
                </a:cubicBezTo>
                <a:cubicBezTo>
                  <a:pt x="0" y="62324"/>
                  <a:pt x="9075" y="71398"/>
                  <a:pt x="20240" y="71398"/>
                </a:cubicBezTo>
                <a:lnTo>
                  <a:pt x="29760" y="71398"/>
                </a:lnTo>
                <a:lnTo>
                  <a:pt x="29760" y="48783"/>
                </a:lnTo>
                <a:cubicBezTo>
                  <a:pt x="29760" y="44178"/>
                  <a:pt x="33497" y="40453"/>
                  <a:pt x="38092" y="40453"/>
                </a:cubicBezTo>
                <a:cubicBezTo>
                  <a:pt x="42366" y="40453"/>
                  <a:pt x="45840" y="43676"/>
                  <a:pt x="46331" y="47812"/>
                </a:cubicBezTo>
                <a:lnTo>
                  <a:pt x="56012" y="38133"/>
                </a:lnTo>
                <a:cubicBezTo>
                  <a:pt x="59269" y="34876"/>
                  <a:pt x="64537" y="34876"/>
                  <a:pt x="67794" y="38133"/>
                </a:cubicBezTo>
                <a:lnTo>
                  <a:pt x="78514" y="48841"/>
                </a:lnTo>
                <a:cubicBezTo>
                  <a:pt x="81772" y="52097"/>
                  <a:pt x="81772" y="57376"/>
                  <a:pt x="78514" y="60633"/>
                </a:cubicBezTo>
                <a:cubicBezTo>
                  <a:pt x="76880" y="62256"/>
                  <a:pt x="74755" y="63067"/>
                  <a:pt x="72617" y="63067"/>
                </a:cubicBezTo>
                <a:cubicBezTo>
                  <a:pt x="71817" y="63067"/>
                  <a:pt x="71017" y="62918"/>
                  <a:pt x="70240" y="62678"/>
                </a:cubicBezTo>
                <a:lnTo>
                  <a:pt x="70240" y="71398"/>
                </a:lnTo>
                <a:lnTo>
                  <a:pt x="79760" y="71398"/>
                </a:lnTo>
                <a:cubicBezTo>
                  <a:pt x="90926" y="71398"/>
                  <a:pt x="100000" y="62324"/>
                  <a:pt x="100000" y="51160"/>
                </a:cubicBezTo>
                <a:cubicBezTo>
                  <a:pt x="100000" y="40007"/>
                  <a:pt x="90926" y="30934"/>
                  <a:pt x="79760" y="30934"/>
                </a:cubicBezTo>
                <a:lnTo>
                  <a:pt x="78469" y="30934"/>
                </a:lnTo>
                <a:cubicBezTo>
                  <a:pt x="77258" y="16285"/>
                  <a:pt x="64949" y="4743"/>
                  <a:pt x="50000" y="4743"/>
                </a:cubicBezTo>
                <a:close/>
                <a:moveTo>
                  <a:pt x="61852" y="40408"/>
                </a:moveTo>
                <a:cubicBezTo>
                  <a:pt x="61303" y="40408"/>
                  <a:pt x="60766" y="40545"/>
                  <a:pt x="60286" y="40796"/>
                </a:cubicBezTo>
                <a:cubicBezTo>
                  <a:pt x="59806" y="41036"/>
                  <a:pt x="59383" y="41390"/>
                  <a:pt x="59051" y="41824"/>
                </a:cubicBezTo>
                <a:lnTo>
                  <a:pt x="48663" y="52211"/>
                </a:lnTo>
                <a:cubicBezTo>
                  <a:pt x="48320" y="52543"/>
                  <a:pt x="48046" y="52931"/>
                  <a:pt x="47863" y="53377"/>
                </a:cubicBezTo>
                <a:cubicBezTo>
                  <a:pt x="47669" y="53811"/>
                  <a:pt x="47577" y="54280"/>
                  <a:pt x="47566" y="54749"/>
                </a:cubicBezTo>
                <a:cubicBezTo>
                  <a:pt x="47566" y="55228"/>
                  <a:pt x="47657" y="55697"/>
                  <a:pt x="47829" y="56142"/>
                </a:cubicBezTo>
                <a:cubicBezTo>
                  <a:pt x="48011" y="56577"/>
                  <a:pt x="48275" y="56977"/>
                  <a:pt x="48617" y="57308"/>
                </a:cubicBezTo>
                <a:cubicBezTo>
                  <a:pt x="48948" y="57651"/>
                  <a:pt x="49349" y="57914"/>
                  <a:pt x="49794" y="58096"/>
                </a:cubicBezTo>
                <a:cubicBezTo>
                  <a:pt x="50229" y="58279"/>
                  <a:pt x="50697" y="58359"/>
                  <a:pt x="51177" y="58359"/>
                </a:cubicBezTo>
                <a:cubicBezTo>
                  <a:pt x="51645" y="58359"/>
                  <a:pt x="52114" y="58256"/>
                  <a:pt x="52560" y="58062"/>
                </a:cubicBezTo>
                <a:cubicBezTo>
                  <a:pt x="52994" y="57880"/>
                  <a:pt x="53383" y="57605"/>
                  <a:pt x="53714" y="57262"/>
                </a:cubicBezTo>
                <a:lnTo>
                  <a:pt x="58332" y="52645"/>
                </a:lnTo>
                <a:lnTo>
                  <a:pt x="58332" y="86870"/>
                </a:lnTo>
                <a:cubicBezTo>
                  <a:pt x="58332" y="87349"/>
                  <a:pt x="58412" y="87818"/>
                  <a:pt x="58595" y="88252"/>
                </a:cubicBezTo>
                <a:cubicBezTo>
                  <a:pt x="58766" y="88698"/>
                  <a:pt x="59029" y="89098"/>
                  <a:pt x="59360" y="89429"/>
                </a:cubicBezTo>
                <a:cubicBezTo>
                  <a:pt x="59692" y="89772"/>
                  <a:pt x="60091" y="90035"/>
                  <a:pt x="60526" y="90218"/>
                </a:cubicBezTo>
                <a:cubicBezTo>
                  <a:pt x="60960" y="90400"/>
                  <a:pt x="61429" y="90492"/>
                  <a:pt x="61909" y="90492"/>
                </a:cubicBezTo>
                <a:cubicBezTo>
                  <a:pt x="62377" y="90492"/>
                  <a:pt x="62846" y="90400"/>
                  <a:pt x="63280" y="90218"/>
                </a:cubicBezTo>
                <a:cubicBezTo>
                  <a:pt x="63715" y="90035"/>
                  <a:pt x="64114" y="89772"/>
                  <a:pt x="64446" y="89429"/>
                </a:cubicBezTo>
                <a:cubicBezTo>
                  <a:pt x="64777" y="89098"/>
                  <a:pt x="65040" y="88698"/>
                  <a:pt x="65223" y="88252"/>
                </a:cubicBezTo>
                <a:cubicBezTo>
                  <a:pt x="65395" y="87818"/>
                  <a:pt x="65486" y="87349"/>
                  <a:pt x="65475" y="86870"/>
                </a:cubicBezTo>
                <a:lnTo>
                  <a:pt x="65475" y="52645"/>
                </a:lnTo>
                <a:lnTo>
                  <a:pt x="70091" y="57262"/>
                </a:lnTo>
                <a:cubicBezTo>
                  <a:pt x="70423" y="57605"/>
                  <a:pt x="70823" y="57880"/>
                  <a:pt x="71258" y="58062"/>
                </a:cubicBezTo>
                <a:cubicBezTo>
                  <a:pt x="71692" y="58256"/>
                  <a:pt x="72160" y="58359"/>
                  <a:pt x="72629" y="58359"/>
                </a:cubicBezTo>
                <a:cubicBezTo>
                  <a:pt x="73109" y="58359"/>
                  <a:pt x="73577" y="58279"/>
                  <a:pt x="74023" y="58096"/>
                </a:cubicBezTo>
                <a:cubicBezTo>
                  <a:pt x="74457" y="57914"/>
                  <a:pt x="74857" y="57651"/>
                  <a:pt x="75200" y="57308"/>
                </a:cubicBezTo>
                <a:cubicBezTo>
                  <a:pt x="75532" y="56977"/>
                  <a:pt x="75795" y="56577"/>
                  <a:pt x="75977" y="56142"/>
                </a:cubicBezTo>
                <a:cubicBezTo>
                  <a:pt x="76160" y="55697"/>
                  <a:pt x="76251" y="55228"/>
                  <a:pt x="76240" y="54749"/>
                </a:cubicBezTo>
                <a:cubicBezTo>
                  <a:pt x="76240" y="54280"/>
                  <a:pt x="76137" y="53811"/>
                  <a:pt x="75954" y="53377"/>
                </a:cubicBezTo>
                <a:cubicBezTo>
                  <a:pt x="75760" y="52931"/>
                  <a:pt x="75486" y="52543"/>
                  <a:pt x="75143" y="52211"/>
                </a:cubicBezTo>
                <a:lnTo>
                  <a:pt x="64732" y="41801"/>
                </a:lnTo>
                <a:cubicBezTo>
                  <a:pt x="64400" y="41367"/>
                  <a:pt x="63966" y="41001"/>
                  <a:pt x="63463" y="40762"/>
                </a:cubicBezTo>
                <a:cubicBezTo>
                  <a:pt x="62960" y="40522"/>
                  <a:pt x="62411" y="40396"/>
                  <a:pt x="61852" y="40408"/>
                </a:cubicBezTo>
                <a:close/>
                <a:moveTo>
                  <a:pt x="38035" y="45161"/>
                </a:moveTo>
                <a:cubicBezTo>
                  <a:pt x="37097" y="45172"/>
                  <a:pt x="36195" y="45573"/>
                  <a:pt x="35532" y="46246"/>
                </a:cubicBezTo>
                <a:cubicBezTo>
                  <a:pt x="34869" y="46921"/>
                  <a:pt x="34514" y="47835"/>
                  <a:pt x="34525" y="48783"/>
                </a:cubicBezTo>
                <a:lnTo>
                  <a:pt x="34525" y="83019"/>
                </a:lnTo>
                <a:lnTo>
                  <a:pt x="29909" y="78403"/>
                </a:lnTo>
                <a:cubicBezTo>
                  <a:pt x="29577" y="78059"/>
                  <a:pt x="29177" y="77785"/>
                  <a:pt x="28743" y="77591"/>
                </a:cubicBezTo>
                <a:cubicBezTo>
                  <a:pt x="28308" y="77408"/>
                  <a:pt x="27840" y="77306"/>
                  <a:pt x="27371" y="77306"/>
                </a:cubicBezTo>
                <a:cubicBezTo>
                  <a:pt x="26892" y="77293"/>
                  <a:pt x="26423" y="77386"/>
                  <a:pt x="25977" y="77568"/>
                </a:cubicBezTo>
                <a:cubicBezTo>
                  <a:pt x="25543" y="77751"/>
                  <a:pt x="25143" y="78014"/>
                  <a:pt x="24800" y="78345"/>
                </a:cubicBezTo>
                <a:cubicBezTo>
                  <a:pt x="24469" y="78688"/>
                  <a:pt x="24205" y="79088"/>
                  <a:pt x="24023" y="79522"/>
                </a:cubicBezTo>
                <a:cubicBezTo>
                  <a:pt x="23840" y="79968"/>
                  <a:pt x="23749" y="80437"/>
                  <a:pt x="23760" y="80905"/>
                </a:cubicBezTo>
                <a:cubicBezTo>
                  <a:pt x="23760" y="81385"/>
                  <a:pt x="23863" y="81853"/>
                  <a:pt x="24046" y="82288"/>
                </a:cubicBezTo>
                <a:cubicBezTo>
                  <a:pt x="24240" y="82722"/>
                  <a:pt x="24514" y="83122"/>
                  <a:pt x="24857" y="83453"/>
                </a:cubicBezTo>
                <a:lnTo>
                  <a:pt x="35268" y="93852"/>
                </a:lnTo>
                <a:cubicBezTo>
                  <a:pt x="35600" y="94286"/>
                  <a:pt x="36034" y="94640"/>
                  <a:pt x="36526" y="94891"/>
                </a:cubicBezTo>
                <a:cubicBezTo>
                  <a:pt x="37017" y="95132"/>
                  <a:pt x="37554" y="95257"/>
                  <a:pt x="38115" y="95257"/>
                </a:cubicBezTo>
                <a:cubicBezTo>
                  <a:pt x="38663" y="95246"/>
                  <a:pt x="39200" y="95120"/>
                  <a:pt x="39692" y="94880"/>
                </a:cubicBezTo>
                <a:cubicBezTo>
                  <a:pt x="40183" y="94628"/>
                  <a:pt x="40617" y="94274"/>
                  <a:pt x="40949" y="93840"/>
                </a:cubicBezTo>
                <a:lnTo>
                  <a:pt x="51337" y="83453"/>
                </a:lnTo>
                <a:cubicBezTo>
                  <a:pt x="51680" y="83122"/>
                  <a:pt x="51954" y="82722"/>
                  <a:pt x="52137" y="82288"/>
                </a:cubicBezTo>
                <a:cubicBezTo>
                  <a:pt x="52331" y="81853"/>
                  <a:pt x="52423" y="81385"/>
                  <a:pt x="52435" y="80905"/>
                </a:cubicBezTo>
                <a:cubicBezTo>
                  <a:pt x="52435" y="80437"/>
                  <a:pt x="52343" y="79968"/>
                  <a:pt x="52171" y="79522"/>
                </a:cubicBezTo>
                <a:cubicBezTo>
                  <a:pt x="51989" y="79088"/>
                  <a:pt x="51726" y="78688"/>
                  <a:pt x="51383" y="78345"/>
                </a:cubicBezTo>
                <a:cubicBezTo>
                  <a:pt x="51052" y="78014"/>
                  <a:pt x="50651" y="77751"/>
                  <a:pt x="50206" y="77568"/>
                </a:cubicBezTo>
                <a:cubicBezTo>
                  <a:pt x="49771" y="77386"/>
                  <a:pt x="49303" y="77293"/>
                  <a:pt x="48823" y="77306"/>
                </a:cubicBezTo>
                <a:cubicBezTo>
                  <a:pt x="48355" y="77306"/>
                  <a:pt x="47886" y="77408"/>
                  <a:pt x="47440" y="77591"/>
                </a:cubicBezTo>
                <a:cubicBezTo>
                  <a:pt x="47006" y="77785"/>
                  <a:pt x="46617" y="78059"/>
                  <a:pt x="46286" y="78403"/>
                </a:cubicBezTo>
                <a:lnTo>
                  <a:pt x="41669" y="83019"/>
                </a:lnTo>
                <a:lnTo>
                  <a:pt x="41669" y="48783"/>
                </a:lnTo>
                <a:cubicBezTo>
                  <a:pt x="41669" y="48304"/>
                  <a:pt x="41589" y="47835"/>
                  <a:pt x="41406" y="47390"/>
                </a:cubicBezTo>
                <a:cubicBezTo>
                  <a:pt x="41223" y="46944"/>
                  <a:pt x="40960" y="46544"/>
                  <a:pt x="40617" y="46212"/>
                </a:cubicBezTo>
                <a:cubicBezTo>
                  <a:pt x="40286" y="45869"/>
                  <a:pt x="39875" y="45607"/>
                  <a:pt x="39440" y="45424"/>
                </a:cubicBezTo>
                <a:cubicBezTo>
                  <a:pt x="38995" y="45241"/>
                  <a:pt x="38514" y="45161"/>
                  <a:pt x="38035" y="4516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7" name="Чёрный — SVG 48">
            <a:extLst>
              <a:ext uri="{FF2B5EF4-FFF2-40B4-BE49-F238E27FC236}">
                <a16:creationId xmlns:a16="http://schemas.microsoft.com/office/drawing/2014/main" id="{CD801FA6-88B5-A141-B979-6D3ABFED08CE}"/>
              </a:ext>
            </a:extLst>
          </p:cNvPr>
          <p:cNvSpPr>
            <a:spLocks noGrp="1"/>
          </p:cNvSpPr>
          <p:nvPr/>
        </p:nvSpPr>
        <p:spPr>
          <a:xfrm>
            <a:off x="7020000" y="3470000"/>
            <a:ext cx="220000" cy="220000"/>
          </a:xfrm>
          <a:custGeom>
            <a:avLst/>
            <a:gdLst>
              <a:gd name="csX0" fmla="*/ 74434 w 148867"/>
              <a:gd name="csY0" fmla="*/ 0 h 127584"/>
              <a:gd name="csX1" fmla="*/ 30471 w 148867"/>
              <a:gd name="csY1" fmla="*/ 39006 h 127584"/>
              <a:gd name="csX2" fmla="*/ 0 w 148867"/>
              <a:gd name="csY2" fmla="*/ 71038 h 127584"/>
              <a:gd name="csX3" fmla="*/ 31747 w 148867"/>
              <a:gd name="csY3" fmla="*/ 102781 h 127584"/>
              <a:gd name="csX4" fmla="*/ 69108 w 148867"/>
              <a:gd name="csY4" fmla="*/ 102781 h 127584"/>
              <a:gd name="csX5" fmla="*/ 69108 w 148867"/>
              <a:gd name="csY5" fmla="*/ 116951 h 127584"/>
              <a:gd name="csX6" fmla="*/ 15942 w 148867"/>
              <a:gd name="csY6" fmla="*/ 116951 h 127584"/>
              <a:gd name="csX7" fmla="*/ 13900 w 148867"/>
              <a:gd name="csY7" fmla="*/ 117343 h 127584"/>
              <a:gd name="csX8" fmla="*/ 12148 w 148867"/>
              <a:gd name="csY8" fmla="*/ 118482 h 127584"/>
              <a:gd name="csX9" fmla="*/ 10974 w 148867"/>
              <a:gd name="csY9" fmla="*/ 120217 h 127584"/>
              <a:gd name="csX10" fmla="*/ 10565 w 148867"/>
              <a:gd name="csY10" fmla="*/ 122259 h 127584"/>
              <a:gd name="csX11" fmla="*/ 10974 w 148867"/>
              <a:gd name="csY11" fmla="*/ 124317 h 127584"/>
              <a:gd name="csX12" fmla="*/ 12148 w 148867"/>
              <a:gd name="csY12" fmla="*/ 126052 h 127584"/>
              <a:gd name="csX13" fmla="*/ 13900 w 148867"/>
              <a:gd name="csY13" fmla="*/ 127192 h 127584"/>
              <a:gd name="csX14" fmla="*/ 15942 w 148867"/>
              <a:gd name="csY14" fmla="*/ 127583 h 127584"/>
              <a:gd name="csX15" fmla="*/ 132909 w 148867"/>
              <a:gd name="csY15" fmla="*/ 127583 h 127584"/>
              <a:gd name="csX16" fmla="*/ 134967 w 148867"/>
              <a:gd name="csY16" fmla="*/ 127192 h 127584"/>
              <a:gd name="csX17" fmla="*/ 136720 w 148867"/>
              <a:gd name="csY17" fmla="*/ 126052 h 127584"/>
              <a:gd name="csX18" fmla="*/ 137894 w 148867"/>
              <a:gd name="csY18" fmla="*/ 124317 h 127584"/>
              <a:gd name="csX19" fmla="*/ 138302 w 148867"/>
              <a:gd name="csY19" fmla="*/ 122259 h 127584"/>
              <a:gd name="csX20" fmla="*/ 137894 w 148867"/>
              <a:gd name="csY20" fmla="*/ 120217 h 127584"/>
              <a:gd name="csX21" fmla="*/ 136720 w 148867"/>
              <a:gd name="csY21" fmla="*/ 118482 h 127584"/>
              <a:gd name="csX22" fmla="*/ 134967 w 148867"/>
              <a:gd name="csY22" fmla="*/ 117343 h 127584"/>
              <a:gd name="csX23" fmla="*/ 132909 w 148867"/>
              <a:gd name="csY23" fmla="*/ 116951 h 127584"/>
              <a:gd name="csX24" fmla="*/ 79742 w 148867"/>
              <a:gd name="csY24" fmla="*/ 116951 h 127584"/>
              <a:gd name="csX25" fmla="*/ 79742 w 148867"/>
              <a:gd name="csY25" fmla="*/ 102781 h 127584"/>
              <a:gd name="csX26" fmla="*/ 117120 w 148867"/>
              <a:gd name="csY26" fmla="*/ 102781 h 127584"/>
              <a:gd name="csX27" fmla="*/ 148867 w 148867"/>
              <a:gd name="csY27" fmla="*/ 71038 h 127584"/>
              <a:gd name="csX28" fmla="*/ 118396 w 148867"/>
              <a:gd name="csY28" fmla="*/ 39006 h 127584"/>
              <a:gd name="csX29" fmla="*/ 74434 w 148867"/>
              <a:gd name="csY29" fmla="*/ 0 h 127584"/>
            </a:gdLst>
            <a:ahLst/>
            <a:cxnLst/>
            <a:rect l="l" t="t" r="r" b="b"/>
            <a:pathLst>
              <a:path w="100000" h="100000">
                <a:moveTo>
                  <a:pt x="50000" y="7148"/>
                </a:moveTo>
                <a:cubicBezTo>
                  <a:pt x="35006" y="7148"/>
                  <a:pt x="22240" y="18575"/>
                  <a:pt x="20469" y="33350"/>
                </a:cubicBezTo>
                <a:cubicBezTo>
                  <a:pt x="9109" y="33808"/>
                  <a:pt x="0" y="43281"/>
                  <a:pt x="0" y="54867"/>
                </a:cubicBezTo>
                <a:cubicBezTo>
                  <a:pt x="0" y="66615"/>
                  <a:pt x="9566" y="76190"/>
                  <a:pt x="21326" y="76190"/>
                </a:cubicBezTo>
                <a:lnTo>
                  <a:pt x="46423" y="76190"/>
                </a:lnTo>
                <a:lnTo>
                  <a:pt x="46423" y="85709"/>
                </a:lnTo>
                <a:lnTo>
                  <a:pt x="10709" y="85709"/>
                </a:lnTo>
                <a:cubicBezTo>
                  <a:pt x="10240" y="85698"/>
                  <a:pt x="9772" y="85790"/>
                  <a:pt x="9337" y="85972"/>
                </a:cubicBezTo>
                <a:cubicBezTo>
                  <a:pt x="8891" y="86144"/>
                  <a:pt x="8491" y="86406"/>
                  <a:pt x="8160" y="86737"/>
                </a:cubicBezTo>
                <a:cubicBezTo>
                  <a:pt x="7817" y="87069"/>
                  <a:pt x="7554" y="87469"/>
                  <a:pt x="7372" y="87903"/>
                </a:cubicBezTo>
                <a:cubicBezTo>
                  <a:pt x="7189" y="88338"/>
                  <a:pt x="7097" y="88806"/>
                  <a:pt x="7097" y="89275"/>
                </a:cubicBezTo>
                <a:cubicBezTo>
                  <a:pt x="7097" y="89754"/>
                  <a:pt x="7189" y="90223"/>
                  <a:pt x="7372" y="90657"/>
                </a:cubicBezTo>
                <a:cubicBezTo>
                  <a:pt x="7554" y="91092"/>
                  <a:pt x="7817" y="91491"/>
                  <a:pt x="8160" y="91823"/>
                </a:cubicBezTo>
                <a:cubicBezTo>
                  <a:pt x="8491" y="92154"/>
                  <a:pt x="8891" y="92417"/>
                  <a:pt x="9337" y="92588"/>
                </a:cubicBezTo>
                <a:cubicBezTo>
                  <a:pt x="9772" y="92771"/>
                  <a:pt x="10240" y="92862"/>
                  <a:pt x="10709" y="92851"/>
                </a:cubicBezTo>
                <a:lnTo>
                  <a:pt x="89280" y="92851"/>
                </a:lnTo>
                <a:cubicBezTo>
                  <a:pt x="89760" y="92862"/>
                  <a:pt x="90229" y="92771"/>
                  <a:pt x="90663" y="92588"/>
                </a:cubicBezTo>
                <a:cubicBezTo>
                  <a:pt x="91109" y="92417"/>
                  <a:pt x="91509" y="92154"/>
                  <a:pt x="91840" y="91823"/>
                </a:cubicBezTo>
                <a:cubicBezTo>
                  <a:pt x="92183" y="91491"/>
                  <a:pt x="92446" y="91092"/>
                  <a:pt x="92629" y="90657"/>
                </a:cubicBezTo>
                <a:cubicBezTo>
                  <a:pt x="92812" y="90223"/>
                  <a:pt x="92903" y="89754"/>
                  <a:pt x="92903" y="89275"/>
                </a:cubicBezTo>
                <a:cubicBezTo>
                  <a:pt x="92903" y="88806"/>
                  <a:pt x="92812" y="88338"/>
                  <a:pt x="92629" y="87903"/>
                </a:cubicBezTo>
                <a:cubicBezTo>
                  <a:pt x="92446" y="87469"/>
                  <a:pt x="92183" y="87069"/>
                  <a:pt x="91840" y="86737"/>
                </a:cubicBezTo>
                <a:cubicBezTo>
                  <a:pt x="91509" y="86406"/>
                  <a:pt x="91109" y="86144"/>
                  <a:pt x="90663" y="85972"/>
                </a:cubicBezTo>
                <a:cubicBezTo>
                  <a:pt x="90229" y="85790"/>
                  <a:pt x="89760" y="85698"/>
                  <a:pt x="89280" y="85709"/>
                </a:cubicBezTo>
                <a:lnTo>
                  <a:pt x="53566" y="85709"/>
                </a:lnTo>
                <a:lnTo>
                  <a:pt x="53566" y="76190"/>
                </a:lnTo>
                <a:lnTo>
                  <a:pt x="78674" y="76190"/>
                </a:lnTo>
                <a:cubicBezTo>
                  <a:pt x="90434" y="76190"/>
                  <a:pt x="100000" y="66615"/>
                  <a:pt x="100000" y="54867"/>
                </a:cubicBezTo>
                <a:cubicBezTo>
                  <a:pt x="100000" y="43281"/>
                  <a:pt x="90892" y="33808"/>
                  <a:pt x="79531" y="33350"/>
                </a:cubicBezTo>
                <a:cubicBezTo>
                  <a:pt x="77760" y="18575"/>
                  <a:pt x="64994" y="7148"/>
                  <a:pt x="50000" y="714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8" name="Чёрный — SVG 49">
            <a:extLst>
              <a:ext uri="{FF2B5EF4-FFF2-40B4-BE49-F238E27FC236}">
                <a16:creationId xmlns:a16="http://schemas.microsoft.com/office/drawing/2014/main" id="{089DA3C5-C090-F142-B6C1-AA83923E0763}"/>
              </a:ext>
            </a:extLst>
          </p:cNvPr>
          <p:cNvSpPr>
            <a:spLocks noGrp="1"/>
          </p:cNvSpPr>
          <p:nvPr/>
        </p:nvSpPr>
        <p:spPr>
          <a:xfrm>
            <a:off x="7620000" y="3470000"/>
            <a:ext cx="220000" cy="220000"/>
          </a:xfrm>
          <a:custGeom>
            <a:avLst/>
            <a:gdLst>
              <a:gd name="csX0" fmla="*/ 138234 w 170134"/>
              <a:gd name="csY0" fmla="*/ 46066 h 109857"/>
              <a:gd name="csX1" fmla="*/ 136175 w 170134"/>
              <a:gd name="csY1" fmla="*/ 46066 h 109857"/>
              <a:gd name="csX2" fmla="*/ 85067 w 170134"/>
              <a:gd name="csY2" fmla="*/ 0 h 109857"/>
              <a:gd name="csX3" fmla="*/ 33959 w 170134"/>
              <a:gd name="csY3" fmla="*/ 46066 h 109857"/>
              <a:gd name="csX4" fmla="*/ 31900 w 170134"/>
              <a:gd name="csY4" fmla="*/ 46066 h 109857"/>
              <a:gd name="csX5" fmla="*/ 0 w 170134"/>
              <a:gd name="csY5" fmla="*/ 77962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2 h 109857"/>
              <a:gd name="csX9" fmla="*/ 138234 w 170134"/>
              <a:gd name="csY9" fmla="*/ 46066 h 109857"/>
              <a:gd name="csX10" fmla="*/ 70895 w 170134"/>
              <a:gd name="csY10" fmla="*/ 40572 h 109857"/>
              <a:gd name="csX11" fmla="*/ 62099 w 170134"/>
              <a:gd name="csY11" fmla="*/ 79357 h 109857"/>
              <a:gd name="csX12" fmla="*/ 63800 w 170134"/>
              <a:gd name="csY12" fmla="*/ 85056 h 109857"/>
              <a:gd name="csX13" fmla="*/ 53167 w 170134"/>
              <a:gd name="csY13" fmla="*/ 95687 h 109857"/>
              <a:gd name="csX14" fmla="*/ 42534 w 170134"/>
              <a:gd name="csY14" fmla="*/ 85056 h 109857"/>
              <a:gd name="csX15" fmla="*/ 52673 w 170134"/>
              <a:gd name="csY15" fmla="*/ 74458 h 109857"/>
              <a:gd name="csX16" fmla="*/ 60262 w 170134"/>
              <a:gd name="csY16" fmla="*/ 40572 h 109857"/>
              <a:gd name="csX17" fmla="*/ 60262 w 170134"/>
              <a:gd name="csY17" fmla="*/ 33665 h 109857"/>
              <a:gd name="csX18" fmla="*/ 65570 w 170134"/>
              <a:gd name="csY18" fmla="*/ 28357 h 109857"/>
              <a:gd name="csX19" fmla="*/ 70895 w 170134"/>
              <a:gd name="csY19" fmla="*/ 33665 h 109857"/>
              <a:gd name="csX20" fmla="*/ 70895 w 170134"/>
              <a:gd name="csY20" fmla="*/ 40572 h 109857"/>
              <a:gd name="csX21" fmla="*/ 85067 w 170134"/>
              <a:gd name="csY21" fmla="*/ 95687 h 109857"/>
              <a:gd name="csX22" fmla="*/ 74434 w 170134"/>
              <a:gd name="csY22" fmla="*/ 85056 h 109857"/>
              <a:gd name="csX23" fmla="*/ 79742 w 170134"/>
              <a:gd name="csY23" fmla="*/ 75904 h 109857"/>
              <a:gd name="csX24" fmla="*/ 79742 w 170134"/>
              <a:gd name="csY24" fmla="*/ 33665 h 109857"/>
              <a:gd name="csX25" fmla="*/ 85067 w 170134"/>
              <a:gd name="csY25" fmla="*/ 28357 h 109857"/>
              <a:gd name="csX26" fmla="*/ 90375 w 170134"/>
              <a:gd name="csY26" fmla="*/ 33665 h 109857"/>
              <a:gd name="csX27" fmla="*/ 90375 w 170134"/>
              <a:gd name="csY27" fmla="*/ 75904 h 109857"/>
              <a:gd name="csX28" fmla="*/ 95700 w 170134"/>
              <a:gd name="csY28" fmla="*/ 85056 h 109857"/>
              <a:gd name="csX29" fmla="*/ 85067 w 170134"/>
              <a:gd name="csY29" fmla="*/ 95687 h 109857"/>
              <a:gd name="csX30" fmla="*/ 116967 w 170134"/>
              <a:gd name="csY30" fmla="*/ 95687 h 109857"/>
              <a:gd name="csX31" fmla="*/ 106334 w 170134"/>
              <a:gd name="csY31" fmla="*/ 85056 h 109857"/>
              <a:gd name="csX32" fmla="*/ 108035 w 170134"/>
              <a:gd name="csY32" fmla="*/ 79357 h 109857"/>
              <a:gd name="csX33" fmla="*/ 99239 w 170134"/>
              <a:gd name="csY33" fmla="*/ 40572 h 109857"/>
              <a:gd name="csX34" fmla="*/ 99239 w 170134"/>
              <a:gd name="csY34" fmla="*/ 33665 h 109857"/>
              <a:gd name="csX35" fmla="*/ 104564 w 170134"/>
              <a:gd name="csY35" fmla="*/ 28357 h 109857"/>
              <a:gd name="csX36" fmla="*/ 109873 w 170134"/>
              <a:gd name="csY36" fmla="*/ 33665 h 109857"/>
              <a:gd name="csX37" fmla="*/ 109873 w 170134"/>
              <a:gd name="csY37" fmla="*/ 40572 h 109857"/>
              <a:gd name="csX38" fmla="*/ 117461 w 170134"/>
              <a:gd name="csY38" fmla="*/ 74458 h 109857"/>
              <a:gd name="csX39" fmla="*/ 127601 w 170134"/>
              <a:gd name="csY39" fmla="*/ 85056 h 109857"/>
              <a:gd name="csX40" fmla="*/ 116967 w 170134"/>
              <a:gd name="csY40" fmla="*/ 95687 h 109857"/>
            </a:gdLst>
            <a:ahLst/>
            <a:cxnLst/>
            <a:rect l="l" t="t" r="r" b="b"/>
            <a:pathLst>
              <a:path w="100000" h="100000">
                <a:moveTo>
                  <a:pt x="81250" y="44791"/>
                </a:moveTo>
                <a:lnTo>
                  <a:pt x="80040" y="44791"/>
                </a:lnTo>
                <a:cubicBezTo>
                  <a:pt x="78480" y="29613"/>
                  <a:pt x="65600" y="17715"/>
                  <a:pt x="50000" y="17715"/>
                </a:cubicBezTo>
                <a:cubicBezTo>
                  <a:pt x="34400" y="17715"/>
                  <a:pt x="21520" y="29613"/>
                  <a:pt x="19960" y="44791"/>
                </a:cubicBezTo>
                <a:lnTo>
                  <a:pt x="18750" y="44791"/>
                </a:lnTo>
                <a:cubicBezTo>
                  <a:pt x="8420" y="44791"/>
                  <a:pt x="0" y="53210"/>
                  <a:pt x="0" y="63538"/>
                </a:cubicBezTo>
                <a:cubicBezTo>
                  <a:pt x="0" y="73877"/>
                  <a:pt x="8420" y="82286"/>
                  <a:pt x="18750" y="82286"/>
                </a:cubicBezTo>
                <a:lnTo>
                  <a:pt x="81250" y="82286"/>
                </a:lnTo>
                <a:cubicBezTo>
                  <a:pt x="91580" y="82286"/>
                  <a:pt x="100000" y="73877"/>
                  <a:pt x="100000" y="63538"/>
                </a:cubicBezTo>
                <a:cubicBezTo>
                  <a:pt x="100000" y="53210"/>
                  <a:pt x="91580" y="44791"/>
                  <a:pt x="81250" y="44791"/>
                </a:cubicBezTo>
                <a:close/>
                <a:moveTo>
                  <a:pt x="41670" y="41562"/>
                </a:moveTo>
                <a:cubicBezTo>
                  <a:pt x="41670" y="49440"/>
                  <a:pt x="39870" y="57249"/>
                  <a:pt x="36500" y="64358"/>
                </a:cubicBezTo>
                <a:cubicBezTo>
                  <a:pt x="37120" y="65328"/>
                  <a:pt x="37500" y="66478"/>
                  <a:pt x="37500" y="67708"/>
                </a:cubicBezTo>
                <a:cubicBezTo>
                  <a:pt x="37500" y="71167"/>
                  <a:pt x="34710" y="73957"/>
                  <a:pt x="31250" y="73957"/>
                </a:cubicBezTo>
                <a:cubicBezTo>
                  <a:pt x="27790" y="73957"/>
                  <a:pt x="25000" y="71167"/>
                  <a:pt x="25000" y="67708"/>
                </a:cubicBezTo>
                <a:cubicBezTo>
                  <a:pt x="25000" y="64358"/>
                  <a:pt x="27650" y="61649"/>
                  <a:pt x="30960" y="61479"/>
                </a:cubicBezTo>
                <a:cubicBezTo>
                  <a:pt x="33870" y="55270"/>
                  <a:pt x="35420" y="48440"/>
                  <a:pt x="35420" y="41562"/>
                </a:cubicBezTo>
                <a:lnTo>
                  <a:pt x="35420" y="37502"/>
                </a:lnTo>
                <a:cubicBezTo>
                  <a:pt x="35420" y="35772"/>
                  <a:pt x="36810" y="34382"/>
                  <a:pt x="38540" y="34382"/>
                </a:cubicBezTo>
                <a:cubicBezTo>
                  <a:pt x="40270" y="34382"/>
                  <a:pt x="41670" y="35772"/>
                  <a:pt x="41670" y="37502"/>
                </a:cubicBezTo>
                <a:lnTo>
                  <a:pt x="41670" y="41562"/>
                </a:lnTo>
                <a:close/>
                <a:moveTo>
                  <a:pt x="50000" y="73957"/>
                </a:moveTo>
                <a:cubicBezTo>
                  <a:pt x="46540" y="73957"/>
                  <a:pt x="43750" y="71167"/>
                  <a:pt x="43750" y="67708"/>
                </a:cubicBezTo>
                <a:cubicBezTo>
                  <a:pt x="43750" y="65398"/>
                  <a:pt x="45020" y="63419"/>
                  <a:pt x="46870" y="62329"/>
                </a:cubicBezTo>
                <a:lnTo>
                  <a:pt x="46870" y="37502"/>
                </a:lnTo>
                <a:cubicBezTo>
                  <a:pt x="46870" y="35772"/>
                  <a:pt x="48270" y="34382"/>
                  <a:pt x="50000" y="34382"/>
                </a:cubicBezTo>
                <a:cubicBezTo>
                  <a:pt x="51730" y="34382"/>
                  <a:pt x="53120" y="35772"/>
                  <a:pt x="53120" y="37502"/>
                </a:cubicBezTo>
                <a:lnTo>
                  <a:pt x="53120" y="62329"/>
                </a:lnTo>
                <a:cubicBezTo>
                  <a:pt x="54980" y="63419"/>
                  <a:pt x="56250" y="65398"/>
                  <a:pt x="56250" y="67708"/>
                </a:cubicBezTo>
                <a:cubicBezTo>
                  <a:pt x="56250" y="71167"/>
                  <a:pt x="53460" y="73957"/>
                  <a:pt x="50000" y="73957"/>
                </a:cubicBezTo>
                <a:close/>
                <a:moveTo>
                  <a:pt x="68750" y="73957"/>
                </a:moveTo>
                <a:cubicBezTo>
                  <a:pt x="65290" y="73957"/>
                  <a:pt x="62500" y="71167"/>
                  <a:pt x="62500" y="67708"/>
                </a:cubicBezTo>
                <a:cubicBezTo>
                  <a:pt x="62500" y="66478"/>
                  <a:pt x="62870" y="65328"/>
                  <a:pt x="63500" y="64358"/>
                </a:cubicBezTo>
                <a:cubicBezTo>
                  <a:pt x="60120" y="57249"/>
                  <a:pt x="58330" y="49440"/>
                  <a:pt x="58330" y="41562"/>
                </a:cubicBezTo>
                <a:lnTo>
                  <a:pt x="58330" y="37502"/>
                </a:lnTo>
                <a:cubicBezTo>
                  <a:pt x="58330" y="35772"/>
                  <a:pt x="59730" y="34382"/>
                  <a:pt x="61460" y="34382"/>
                </a:cubicBezTo>
                <a:cubicBezTo>
                  <a:pt x="63190" y="34382"/>
                  <a:pt x="64580" y="35772"/>
                  <a:pt x="64580" y="37502"/>
                </a:cubicBezTo>
                <a:lnTo>
                  <a:pt x="64580" y="41562"/>
                </a:lnTo>
                <a:cubicBezTo>
                  <a:pt x="64580" y="48440"/>
                  <a:pt x="66120" y="55270"/>
                  <a:pt x="69040" y="61479"/>
                </a:cubicBezTo>
                <a:cubicBezTo>
                  <a:pt x="72350" y="61649"/>
                  <a:pt x="75000" y="64358"/>
                  <a:pt x="75000" y="67708"/>
                </a:cubicBezTo>
                <a:cubicBezTo>
                  <a:pt x="75000" y="71167"/>
                  <a:pt x="72210" y="73957"/>
                  <a:pt x="68750" y="7395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69" name="Чёрный — SVG 50">
            <a:extLst>
              <a:ext uri="{FF2B5EF4-FFF2-40B4-BE49-F238E27FC236}">
                <a16:creationId xmlns:a16="http://schemas.microsoft.com/office/drawing/2014/main" id="{E0E51ED4-9447-4044-8D30-C204BCE5FBC8}"/>
              </a:ext>
            </a:extLst>
          </p:cNvPr>
          <p:cNvSpPr>
            <a:spLocks noGrp="1"/>
          </p:cNvSpPr>
          <p:nvPr/>
        </p:nvSpPr>
        <p:spPr>
          <a:xfrm>
            <a:off x="8220000" y="3470000"/>
            <a:ext cx="220000" cy="220000"/>
          </a:xfrm>
          <a:custGeom>
            <a:avLst/>
            <a:gdLst>
              <a:gd name="csX0" fmla="*/ 138234 w 170134"/>
              <a:gd name="csY0" fmla="*/ 46066 h 109857"/>
              <a:gd name="csX1" fmla="*/ 136175 w 170134"/>
              <a:gd name="csY1" fmla="*/ 46066 h 109857"/>
              <a:gd name="csX2" fmla="*/ 85067 w 170134"/>
              <a:gd name="csY2" fmla="*/ 0 h 109857"/>
              <a:gd name="csX3" fmla="*/ 33959 w 170134"/>
              <a:gd name="csY3" fmla="*/ 46066 h 109857"/>
              <a:gd name="csX4" fmla="*/ 31900 w 170134"/>
              <a:gd name="csY4" fmla="*/ 46066 h 109857"/>
              <a:gd name="csX5" fmla="*/ 0 w 170134"/>
              <a:gd name="csY5" fmla="*/ 77962 h 109857"/>
              <a:gd name="csX6" fmla="*/ 31900 w 170134"/>
              <a:gd name="csY6" fmla="*/ 109858 h 109857"/>
              <a:gd name="csX7" fmla="*/ 138234 w 170134"/>
              <a:gd name="csY7" fmla="*/ 109858 h 109857"/>
              <a:gd name="csX8" fmla="*/ 170134 w 170134"/>
              <a:gd name="csY8" fmla="*/ 77962 h 109857"/>
              <a:gd name="csX9" fmla="*/ 138234 w 170134"/>
              <a:gd name="csY9" fmla="*/ 46066 h 109857"/>
              <a:gd name="csX10" fmla="*/ 115266 w 170134"/>
              <a:gd name="csY10" fmla="*/ 65918 h 109857"/>
              <a:gd name="csX11" fmla="*/ 88674 w 170134"/>
              <a:gd name="csY11" fmla="*/ 90720 h 109857"/>
              <a:gd name="csX12" fmla="*/ 85067 w 170134"/>
              <a:gd name="csY12" fmla="*/ 92149 h 109857"/>
              <a:gd name="csX13" fmla="*/ 81443 w 170134"/>
              <a:gd name="csY13" fmla="*/ 90720 h 109857"/>
              <a:gd name="csX14" fmla="*/ 54868 w 170134"/>
              <a:gd name="csY14" fmla="*/ 65918 h 109857"/>
              <a:gd name="csX15" fmla="*/ 54579 w 170134"/>
              <a:gd name="csY15" fmla="*/ 58399 h 109857"/>
              <a:gd name="csX16" fmla="*/ 62099 w 170134"/>
              <a:gd name="csY16" fmla="*/ 58127 h 109857"/>
              <a:gd name="csX17" fmla="*/ 79742 w 170134"/>
              <a:gd name="csY17" fmla="*/ 74594 h 109857"/>
              <a:gd name="csX18" fmla="*/ 79742 w 170134"/>
              <a:gd name="csY18" fmla="*/ 33665 h 109857"/>
              <a:gd name="csX19" fmla="*/ 85067 w 170134"/>
              <a:gd name="csY19" fmla="*/ 28357 h 109857"/>
              <a:gd name="csX20" fmla="*/ 90375 w 170134"/>
              <a:gd name="csY20" fmla="*/ 33665 h 109857"/>
              <a:gd name="csX21" fmla="*/ 90375 w 170134"/>
              <a:gd name="csY21" fmla="*/ 74594 h 109857"/>
              <a:gd name="csX22" fmla="*/ 108035 w 170134"/>
              <a:gd name="csY22" fmla="*/ 58127 h 109857"/>
              <a:gd name="csX23" fmla="*/ 115555 w 170134"/>
              <a:gd name="csY23" fmla="*/ 58399 h 109857"/>
              <a:gd name="csX24" fmla="*/ 115266 w 170134"/>
              <a:gd name="csY24" fmla="*/ 65918 h 109857"/>
            </a:gdLst>
            <a:ahLst/>
            <a:cxnLst/>
            <a:rect l="l" t="t" r="r" b="b"/>
            <a:pathLst>
              <a:path w="100000" h="100000">
                <a:moveTo>
                  <a:pt x="81250" y="44791"/>
                </a:moveTo>
                <a:lnTo>
                  <a:pt x="80040" y="44791"/>
                </a:lnTo>
                <a:cubicBezTo>
                  <a:pt x="78480" y="29613"/>
                  <a:pt x="65600" y="17715"/>
                  <a:pt x="50000" y="17715"/>
                </a:cubicBezTo>
                <a:cubicBezTo>
                  <a:pt x="34400" y="17715"/>
                  <a:pt x="21520" y="29613"/>
                  <a:pt x="19960" y="44791"/>
                </a:cubicBezTo>
                <a:lnTo>
                  <a:pt x="18750" y="44791"/>
                </a:lnTo>
                <a:cubicBezTo>
                  <a:pt x="8420" y="44791"/>
                  <a:pt x="0" y="53210"/>
                  <a:pt x="0" y="63538"/>
                </a:cubicBezTo>
                <a:cubicBezTo>
                  <a:pt x="0" y="73877"/>
                  <a:pt x="8420" y="82286"/>
                  <a:pt x="18750" y="82286"/>
                </a:cubicBezTo>
                <a:lnTo>
                  <a:pt x="81250" y="82286"/>
                </a:lnTo>
                <a:cubicBezTo>
                  <a:pt x="91580" y="82286"/>
                  <a:pt x="100000" y="73877"/>
                  <a:pt x="100000" y="63538"/>
                </a:cubicBezTo>
                <a:cubicBezTo>
                  <a:pt x="100000" y="53210"/>
                  <a:pt x="91580" y="44791"/>
                  <a:pt x="81250" y="44791"/>
                </a:cubicBezTo>
                <a:close/>
                <a:moveTo>
                  <a:pt x="67750" y="56459"/>
                </a:moveTo>
                <a:lnTo>
                  <a:pt x="52120" y="71037"/>
                </a:lnTo>
                <a:cubicBezTo>
                  <a:pt x="51540" y="71607"/>
                  <a:pt x="50770" y="71877"/>
                  <a:pt x="50000" y="71877"/>
                </a:cubicBezTo>
                <a:cubicBezTo>
                  <a:pt x="49230" y="71877"/>
                  <a:pt x="48460" y="71607"/>
                  <a:pt x="47870" y="71037"/>
                </a:cubicBezTo>
                <a:lnTo>
                  <a:pt x="32250" y="56459"/>
                </a:lnTo>
                <a:cubicBezTo>
                  <a:pt x="30980" y="55270"/>
                  <a:pt x="30920" y="53290"/>
                  <a:pt x="32080" y="52040"/>
                </a:cubicBezTo>
                <a:cubicBezTo>
                  <a:pt x="33270" y="50770"/>
                  <a:pt x="35250" y="50710"/>
                  <a:pt x="36500" y="51880"/>
                </a:cubicBezTo>
                <a:lnTo>
                  <a:pt x="46870" y="61559"/>
                </a:lnTo>
                <a:lnTo>
                  <a:pt x="46870" y="37502"/>
                </a:lnTo>
                <a:cubicBezTo>
                  <a:pt x="46870" y="35772"/>
                  <a:pt x="48270" y="34382"/>
                  <a:pt x="50000" y="34382"/>
                </a:cubicBezTo>
                <a:cubicBezTo>
                  <a:pt x="51730" y="34382"/>
                  <a:pt x="53120" y="35772"/>
                  <a:pt x="53120" y="37502"/>
                </a:cubicBezTo>
                <a:lnTo>
                  <a:pt x="53120" y="61559"/>
                </a:lnTo>
                <a:lnTo>
                  <a:pt x="63500" y="51880"/>
                </a:lnTo>
                <a:cubicBezTo>
                  <a:pt x="64750" y="50710"/>
                  <a:pt x="66730" y="50770"/>
                  <a:pt x="67920" y="52040"/>
                </a:cubicBezTo>
                <a:cubicBezTo>
                  <a:pt x="69080" y="53290"/>
                  <a:pt x="69020" y="55270"/>
                  <a:pt x="67750" y="5645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0" name="Чёрный — SVG 51">
            <a:extLst>
              <a:ext uri="{FF2B5EF4-FFF2-40B4-BE49-F238E27FC236}">
                <a16:creationId xmlns:a16="http://schemas.microsoft.com/office/drawing/2014/main" id="{9867F85D-4F27-A648-BD7D-F19F6E3E56C1}"/>
              </a:ext>
            </a:extLst>
          </p:cNvPr>
          <p:cNvSpPr>
            <a:spLocks noGrp="1"/>
          </p:cNvSpPr>
          <p:nvPr/>
        </p:nvSpPr>
        <p:spPr>
          <a:xfrm>
            <a:off x="8820000" y="3470000"/>
            <a:ext cx="220000" cy="220000"/>
          </a:xfrm>
          <a:custGeom>
            <a:avLst/>
            <a:gdLst>
              <a:gd name="csX0" fmla="*/ 58033 w 130748"/>
              <a:gd name="csY0" fmla="*/ 0 h 141753"/>
              <a:gd name="csX1" fmla="*/ 0 w 130748"/>
              <a:gd name="csY1" fmla="*/ 57991 h 141753"/>
              <a:gd name="csX2" fmla="*/ 10004 w 130748"/>
              <a:gd name="csY2" fmla="*/ 92370 h 141753"/>
              <a:gd name="csX3" fmla="*/ 20995 w 130748"/>
              <a:gd name="csY3" fmla="*/ 125865 h 141753"/>
              <a:gd name="csX4" fmla="*/ 20995 w 130748"/>
              <a:gd name="csY4" fmla="*/ 134677 h 141753"/>
              <a:gd name="csX5" fmla="*/ 28089 w 130748"/>
              <a:gd name="csY5" fmla="*/ 141754 h 141753"/>
              <a:gd name="csX6" fmla="*/ 77700 w 130748"/>
              <a:gd name="csY6" fmla="*/ 141754 h 141753"/>
              <a:gd name="csX7" fmla="*/ 84795 w 130748"/>
              <a:gd name="csY7" fmla="*/ 134677 h 141753"/>
              <a:gd name="csX8" fmla="*/ 91889 w 130748"/>
              <a:gd name="csY8" fmla="*/ 127583 h 141753"/>
              <a:gd name="csX9" fmla="*/ 95428 w 130748"/>
              <a:gd name="csY9" fmla="*/ 127583 h 141753"/>
              <a:gd name="csX10" fmla="*/ 113156 w 130748"/>
              <a:gd name="csY10" fmla="*/ 109858 h 141753"/>
              <a:gd name="csX11" fmla="*/ 113156 w 130748"/>
              <a:gd name="csY11" fmla="*/ 93935 h 141753"/>
              <a:gd name="csX12" fmla="*/ 117784 w 130748"/>
              <a:gd name="csY12" fmla="*/ 87284 h 141753"/>
              <a:gd name="csX13" fmla="*/ 126120 w 130748"/>
              <a:gd name="csY13" fmla="*/ 84222 h 141753"/>
              <a:gd name="csX14" fmla="*/ 129608 w 130748"/>
              <a:gd name="csY14" fmla="*/ 73709 h 141753"/>
              <a:gd name="csX15" fmla="*/ 116134 w 130748"/>
              <a:gd name="csY15" fmla="*/ 52871 h 141753"/>
              <a:gd name="csX16" fmla="*/ 115079 w 130748"/>
              <a:gd name="csY16" fmla="*/ 49962 h 141753"/>
              <a:gd name="csX17" fmla="*/ 58033 w 130748"/>
              <a:gd name="csY17" fmla="*/ 0 h 141753"/>
              <a:gd name="csX18" fmla="*/ 51125 w 130748"/>
              <a:gd name="csY18" fmla="*/ 28357 h 141753"/>
              <a:gd name="csX19" fmla="*/ 56433 w 130748"/>
              <a:gd name="csY19" fmla="*/ 33665 h 141753"/>
              <a:gd name="csX20" fmla="*/ 51125 w 130748"/>
              <a:gd name="csY20" fmla="*/ 38989 h 141753"/>
              <a:gd name="csX21" fmla="*/ 45800 w 130748"/>
              <a:gd name="csY21" fmla="*/ 33665 h 141753"/>
              <a:gd name="csX22" fmla="*/ 51125 w 130748"/>
              <a:gd name="csY22" fmla="*/ 28357 h 141753"/>
              <a:gd name="csX23" fmla="*/ 68853 w 130748"/>
              <a:gd name="csY23" fmla="*/ 28357 h 141753"/>
              <a:gd name="csX24" fmla="*/ 74162 w 130748"/>
              <a:gd name="csY24" fmla="*/ 33665 h 141753"/>
              <a:gd name="csX25" fmla="*/ 68853 w 130748"/>
              <a:gd name="csY25" fmla="*/ 38989 h 141753"/>
              <a:gd name="csX26" fmla="*/ 63528 w 130748"/>
              <a:gd name="csY26" fmla="*/ 33665 h 141753"/>
              <a:gd name="csX27" fmla="*/ 68853 w 130748"/>
              <a:gd name="csY27" fmla="*/ 28357 h 141753"/>
              <a:gd name="csX28" fmla="*/ 50683 w 130748"/>
              <a:gd name="csY28" fmla="*/ 46066 h 141753"/>
              <a:gd name="csX29" fmla="*/ 69296 w 130748"/>
              <a:gd name="csY29" fmla="*/ 46066 h 141753"/>
              <a:gd name="csX30" fmla="*/ 77700 w 130748"/>
              <a:gd name="csY30" fmla="*/ 54487 h 141753"/>
              <a:gd name="csX31" fmla="*/ 77700 w 130748"/>
              <a:gd name="csY31" fmla="*/ 73097 h 141753"/>
              <a:gd name="csX32" fmla="*/ 69296 w 130748"/>
              <a:gd name="csY32" fmla="*/ 81517 h 141753"/>
              <a:gd name="csX33" fmla="*/ 50683 w 130748"/>
              <a:gd name="csY33" fmla="*/ 81517 h 141753"/>
              <a:gd name="csX34" fmla="*/ 42261 w 130748"/>
              <a:gd name="csY34" fmla="*/ 73097 h 141753"/>
              <a:gd name="csX35" fmla="*/ 42261 w 130748"/>
              <a:gd name="csY35" fmla="*/ 54487 h 141753"/>
              <a:gd name="csX36" fmla="*/ 50683 w 130748"/>
              <a:gd name="csY36" fmla="*/ 46066 h 141753"/>
              <a:gd name="csX37" fmla="*/ 29859 w 130748"/>
              <a:gd name="csY37" fmla="*/ 49621 h 141753"/>
              <a:gd name="csX38" fmla="*/ 35167 w 130748"/>
              <a:gd name="csY38" fmla="*/ 54929 h 141753"/>
              <a:gd name="csX39" fmla="*/ 29859 w 130748"/>
              <a:gd name="csY39" fmla="*/ 60253 h 141753"/>
              <a:gd name="csX40" fmla="*/ 24533 w 130748"/>
              <a:gd name="csY40" fmla="*/ 54929 h 141753"/>
              <a:gd name="csX41" fmla="*/ 29859 w 130748"/>
              <a:gd name="csY41" fmla="*/ 49621 h 141753"/>
              <a:gd name="csX42" fmla="*/ 90120 w 130748"/>
              <a:gd name="csY42" fmla="*/ 49621 h 141753"/>
              <a:gd name="csX43" fmla="*/ 95428 w 130748"/>
              <a:gd name="csY43" fmla="*/ 54929 h 141753"/>
              <a:gd name="csX44" fmla="*/ 90120 w 130748"/>
              <a:gd name="csY44" fmla="*/ 60253 h 141753"/>
              <a:gd name="csX45" fmla="*/ 84795 w 130748"/>
              <a:gd name="csY45" fmla="*/ 54929 h 141753"/>
              <a:gd name="csX46" fmla="*/ 90120 w 130748"/>
              <a:gd name="csY46" fmla="*/ 49621 h 141753"/>
              <a:gd name="csX47" fmla="*/ 52895 w 130748"/>
              <a:gd name="csY47" fmla="*/ 56698 h 141753"/>
              <a:gd name="csX48" fmla="*/ 52895 w 130748"/>
              <a:gd name="csY48" fmla="*/ 70885 h 141753"/>
              <a:gd name="csX49" fmla="*/ 67067 w 130748"/>
              <a:gd name="csY49" fmla="*/ 70885 h 141753"/>
              <a:gd name="csX50" fmla="*/ 67067 w 130748"/>
              <a:gd name="csY50" fmla="*/ 56698 h 141753"/>
              <a:gd name="csX51" fmla="*/ 52895 w 130748"/>
              <a:gd name="csY51" fmla="*/ 56698 h 141753"/>
              <a:gd name="csX52" fmla="*/ 29859 w 130748"/>
              <a:gd name="csY52" fmla="*/ 67330 h 141753"/>
              <a:gd name="csX53" fmla="*/ 35167 w 130748"/>
              <a:gd name="csY53" fmla="*/ 72654 h 141753"/>
              <a:gd name="csX54" fmla="*/ 29859 w 130748"/>
              <a:gd name="csY54" fmla="*/ 77962 h 141753"/>
              <a:gd name="csX55" fmla="*/ 24533 w 130748"/>
              <a:gd name="csY55" fmla="*/ 72654 h 141753"/>
              <a:gd name="csX56" fmla="*/ 29859 w 130748"/>
              <a:gd name="csY56" fmla="*/ 67330 h 141753"/>
              <a:gd name="csX57" fmla="*/ 90120 w 130748"/>
              <a:gd name="csY57" fmla="*/ 67330 h 141753"/>
              <a:gd name="csX58" fmla="*/ 95428 w 130748"/>
              <a:gd name="csY58" fmla="*/ 72654 h 141753"/>
              <a:gd name="csX59" fmla="*/ 90120 w 130748"/>
              <a:gd name="csY59" fmla="*/ 77962 h 141753"/>
              <a:gd name="csX60" fmla="*/ 84795 w 130748"/>
              <a:gd name="csY60" fmla="*/ 72654 h 141753"/>
              <a:gd name="csX61" fmla="*/ 90120 w 130748"/>
              <a:gd name="csY61" fmla="*/ 67330 h 141753"/>
              <a:gd name="csX62" fmla="*/ 51125 w 130748"/>
              <a:gd name="csY62" fmla="*/ 88594 h 141753"/>
              <a:gd name="csX63" fmla="*/ 56433 w 130748"/>
              <a:gd name="csY63" fmla="*/ 93918 h 141753"/>
              <a:gd name="csX64" fmla="*/ 51125 w 130748"/>
              <a:gd name="csY64" fmla="*/ 99226 h 141753"/>
              <a:gd name="csX65" fmla="*/ 45800 w 130748"/>
              <a:gd name="csY65" fmla="*/ 93918 h 141753"/>
              <a:gd name="csX66" fmla="*/ 51125 w 130748"/>
              <a:gd name="csY66" fmla="*/ 88594 h 141753"/>
              <a:gd name="csX67" fmla="*/ 68853 w 130748"/>
              <a:gd name="csY67" fmla="*/ 88594 h 141753"/>
              <a:gd name="csX68" fmla="*/ 74162 w 130748"/>
              <a:gd name="csY68" fmla="*/ 93918 h 141753"/>
              <a:gd name="csX69" fmla="*/ 68853 w 130748"/>
              <a:gd name="csY69" fmla="*/ 99226 h 141753"/>
              <a:gd name="csX70" fmla="*/ 63528 w 130748"/>
              <a:gd name="csY70" fmla="*/ 93918 h 141753"/>
              <a:gd name="csX71" fmla="*/ 68853 w 130748"/>
              <a:gd name="csY71" fmla="*/ 88594 h 141753"/>
            </a:gdLst>
            <a:ahLst/>
            <a:cxnLst/>
            <a:rect l="l" t="t" r="r" b="b"/>
            <a:pathLst>
              <a:path w="100000" h="100000">
                <a:moveTo>
                  <a:pt x="44821" y="0"/>
                </a:moveTo>
                <a:cubicBezTo>
                  <a:pt x="16064" y="0"/>
                  <a:pt x="3882" y="19045"/>
                  <a:pt x="3882" y="40910"/>
                </a:cubicBezTo>
                <a:cubicBezTo>
                  <a:pt x="3882" y="49646"/>
                  <a:pt x="6414" y="58502"/>
                  <a:pt x="10939" y="65163"/>
                </a:cubicBezTo>
                <a:cubicBezTo>
                  <a:pt x="15452" y="71812"/>
                  <a:pt x="18693" y="80680"/>
                  <a:pt x="18693" y="88792"/>
                </a:cubicBezTo>
                <a:lnTo>
                  <a:pt x="18693" y="95008"/>
                </a:lnTo>
                <a:cubicBezTo>
                  <a:pt x="18693" y="97768"/>
                  <a:pt x="20937" y="100001"/>
                  <a:pt x="23697" y="100001"/>
                </a:cubicBezTo>
                <a:lnTo>
                  <a:pt x="58695" y="100001"/>
                </a:lnTo>
                <a:cubicBezTo>
                  <a:pt x="61468" y="100001"/>
                  <a:pt x="63701" y="97768"/>
                  <a:pt x="63701" y="95008"/>
                </a:cubicBezTo>
                <a:cubicBezTo>
                  <a:pt x="63701" y="92236"/>
                  <a:pt x="65945" y="90004"/>
                  <a:pt x="68705" y="90004"/>
                </a:cubicBezTo>
                <a:lnTo>
                  <a:pt x="71202" y="90004"/>
                </a:lnTo>
                <a:cubicBezTo>
                  <a:pt x="78103" y="90004"/>
                  <a:pt x="83708" y="84412"/>
                  <a:pt x="83708" y="77500"/>
                </a:cubicBezTo>
                <a:lnTo>
                  <a:pt x="83708" y="66267"/>
                </a:lnTo>
                <a:cubicBezTo>
                  <a:pt x="83708" y="64167"/>
                  <a:pt x="85005" y="62294"/>
                  <a:pt x="86973" y="61575"/>
                </a:cubicBezTo>
                <a:lnTo>
                  <a:pt x="92853" y="59415"/>
                </a:lnTo>
                <a:cubicBezTo>
                  <a:pt x="95854" y="58299"/>
                  <a:pt x="97054" y="54699"/>
                  <a:pt x="95314" y="51998"/>
                </a:cubicBezTo>
                <a:lnTo>
                  <a:pt x="85809" y="37298"/>
                </a:lnTo>
                <a:cubicBezTo>
                  <a:pt x="85412" y="36686"/>
                  <a:pt x="85160" y="35977"/>
                  <a:pt x="85065" y="35246"/>
                </a:cubicBezTo>
                <a:cubicBezTo>
                  <a:pt x="82568" y="16357"/>
                  <a:pt x="73038" y="0"/>
                  <a:pt x="44821" y="0"/>
                </a:cubicBezTo>
                <a:close/>
                <a:moveTo>
                  <a:pt x="39948" y="20005"/>
                </a:moveTo>
                <a:cubicBezTo>
                  <a:pt x="42013" y="20005"/>
                  <a:pt x="43693" y="21685"/>
                  <a:pt x="43693" y="23749"/>
                </a:cubicBezTo>
                <a:cubicBezTo>
                  <a:pt x="43693" y="25825"/>
                  <a:pt x="42013" y="27505"/>
                  <a:pt x="39948" y="27505"/>
                </a:cubicBezTo>
                <a:cubicBezTo>
                  <a:pt x="37872" y="27505"/>
                  <a:pt x="36191" y="25825"/>
                  <a:pt x="36191" y="23749"/>
                </a:cubicBezTo>
                <a:cubicBezTo>
                  <a:pt x="36191" y="21685"/>
                  <a:pt x="37872" y="20005"/>
                  <a:pt x="39948" y="20005"/>
                </a:cubicBezTo>
                <a:close/>
                <a:moveTo>
                  <a:pt x="52454" y="20005"/>
                </a:moveTo>
                <a:cubicBezTo>
                  <a:pt x="54518" y="20005"/>
                  <a:pt x="56200" y="21685"/>
                  <a:pt x="56200" y="23749"/>
                </a:cubicBezTo>
                <a:cubicBezTo>
                  <a:pt x="56200" y="25825"/>
                  <a:pt x="54518" y="27505"/>
                  <a:pt x="52454" y="27505"/>
                </a:cubicBezTo>
                <a:cubicBezTo>
                  <a:pt x="50378" y="27505"/>
                  <a:pt x="48698" y="25825"/>
                  <a:pt x="48698" y="23749"/>
                </a:cubicBezTo>
                <a:cubicBezTo>
                  <a:pt x="48698" y="21685"/>
                  <a:pt x="50378" y="20005"/>
                  <a:pt x="52454" y="20005"/>
                </a:cubicBezTo>
                <a:close/>
                <a:moveTo>
                  <a:pt x="39636" y="32497"/>
                </a:moveTo>
                <a:lnTo>
                  <a:pt x="52767" y="32497"/>
                </a:lnTo>
                <a:cubicBezTo>
                  <a:pt x="56043" y="32497"/>
                  <a:pt x="58695" y="35162"/>
                  <a:pt x="58695" y="38438"/>
                </a:cubicBezTo>
                <a:lnTo>
                  <a:pt x="58695" y="51566"/>
                </a:lnTo>
                <a:cubicBezTo>
                  <a:pt x="58695" y="54843"/>
                  <a:pt x="56043" y="57506"/>
                  <a:pt x="52767" y="57506"/>
                </a:cubicBezTo>
                <a:lnTo>
                  <a:pt x="39636" y="57506"/>
                </a:lnTo>
                <a:cubicBezTo>
                  <a:pt x="36359" y="57506"/>
                  <a:pt x="33695" y="54843"/>
                  <a:pt x="33695" y="51566"/>
                </a:cubicBezTo>
                <a:lnTo>
                  <a:pt x="33695" y="38438"/>
                </a:lnTo>
                <a:cubicBezTo>
                  <a:pt x="33695" y="35162"/>
                  <a:pt x="36359" y="32497"/>
                  <a:pt x="39636" y="32497"/>
                </a:cubicBezTo>
                <a:close/>
                <a:moveTo>
                  <a:pt x="24946" y="35005"/>
                </a:moveTo>
                <a:cubicBezTo>
                  <a:pt x="27010" y="35005"/>
                  <a:pt x="28690" y="36686"/>
                  <a:pt x="28690" y="38750"/>
                </a:cubicBezTo>
                <a:cubicBezTo>
                  <a:pt x="28690" y="40826"/>
                  <a:pt x="27010" y="42506"/>
                  <a:pt x="24946" y="42506"/>
                </a:cubicBezTo>
                <a:cubicBezTo>
                  <a:pt x="22869" y="42506"/>
                  <a:pt x="21189" y="40826"/>
                  <a:pt x="21189" y="38750"/>
                </a:cubicBezTo>
                <a:cubicBezTo>
                  <a:pt x="21189" y="36686"/>
                  <a:pt x="22869" y="35005"/>
                  <a:pt x="24946" y="35005"/>
                </a:cubicBezTo>
                <a:close/>
                <a:moveTo>
                  <a:pt x="67457" y="35005"/>
                </a:moveTo>
                <a:cubicBezTo>
                  <a:pt x="69521" y="35005"/>
                  <a:pt x="71202" y="36686"/>
                  <a:pt x="71202" y="38750"/>
                </a:cubicBezTo>
                <a:cubicBezTo>
                  <a:pt x="71202" y="40826"/>
                  <a:pt x="69521" y="42506"/>
                  <a:pt x="67457" y="42506"/>
                </a:cubicBezTo>
                <a:cubicBezTo>
                  <a:pt x="65381" y="42506"/>
                  <a:pt x="63701" y="40826"/>
                  <a:pt x="63701" y="38750"/>
                </a:cubicBezTo>
                <a:cubicBezTo>
                  <a:pt x="63701" y="36686"/>
                  <a:pt x="65381" y="35005"/>
                  <a:pt x="67457" y="35005"/>
                </a:cubicBezTo>
                <a:close/>
                <a:moveTo>
                  <a:pt x="41197" y="39998"/>
                </a:moveTo>
                <a:lnTo>
                  <a:pt x="41197" y="50006"/>
                </a:lnTo>
                <a:lnTo>
                  <a:pt x="51194" y="50006"/>
                </a:lnTo>
                <a:lnTo>
                  <a:pt x="51194" y="39998"/>
                </a:lnTo>
                <a:lnTo>
                  <a:pt x="41197" y="39998"/>
                </a:lnTo>
                <a:close/>
                <a:moveTo>
                  <a:pt x="24946" y="47498"/>
                </a:moveTo>
                <a:cubicBezTo>
                  <a:pt x="27010" y="47498"/>
                  <a:pt x="28690" y="49178"/>
                  <a:pt x="28690" y="51254"/>
                </a:cubicBezTo>
                <a:cubicBezTo>
                  <a:pt x="28690" y="53318"/>
                  <a:pt x="27010" y="54998"/>
                  <a:pt x="24946" y="54998"/>
                </a:cubicBezTo>
                <a:cubicBezTo>
                  <a:pt x="22869" y="54998"/>
                  <a:pt x="21189" y="53318"/>
                  <a:pt x="21189" y="51254"/>
                </a:cubicBezTo>
                <a:cubicBezTo>
                  <a:pt x="21189" y="49178"/>
                  <a:pt x="22869" y="47498"/>
                  <a:pt x="24946" y="47498"/>
                </a:cubicBezTo>
                <a:close/>
                <a:moveTo>
                  <a:pt x="67457" y="47498"/>
                </a:moveTo>
                <a:cubicBezTo>
                  <a:pt x="69521" y="47498"/>
                  <a:pt x="71202" y="49178"/>
                  <a:pt x="71202" y="51254"/>
                </a:cubicBezTo>
                <a:cubicBezTo>
                  <a:pt x="71202" y="53318"/>
                  <a:pt x="69521" y="54998"/>
                  <a:pt x="67457" y="54998"/>
                </a:cubicBezTo>
                <a:cubicBezTo>
                  <a:pt x="65381" y="54998"/>
                  <a:pt x="63701" y="53318"/>
                  <a:pt x="63701" y="51254"/>
                </a:cubicBezTo>
                <a:cubicBezTo>
                  <a:pt x="63701" y="49178"/>
                  <a:pt x="65381" y="47498"/>
                  <a:pt x="67457" y="47498"/>
                </a:cubicBezTo>
                <a:close/>
                <a:moveTo>
                  <a:pt x="39948" y="62499"/>
                </a:moveTo>
                <a:cubicBezTo>
                  <a:pt x="42013" y="62499"/>
                  <a:pt x="43693" y="64179"/>
                  <a:pt x="43693" y="66255"/>
                </a:cubicBezTo>
                <a:cubicBezTo>
                  <a:pt x="43693" y="68319"/>
                  <a:pt x="42013" y="69999"/>
                  <a:pt x="39948" y="69999"/>
                </a:cubicBezTo>
                <a:cubicBezTo>
                  <a:pt x="37872" y="69999"/>
                  <a:pt x="36191" y="68319"/>
                  <a:pt x="36191" y="66255"/>
                </a:cubicBezTo>
                <a:cubicBezTo>
                  <a:pt x="36191" y="64179"/>
                  <a:pt x="37872" y="62499"/>
                  <a:pt x="39948" y="62499"/>
                </a:cubicBezTo>
                <a:close/>
                <a:moveTo>
                  <a:pt x="52454" y="62499"/>
                </a:moveTo>
                <a:cubicBezTo>
                  <a:pt x="54518" y="62499"/>
                  <a:pt x="56200" y="64179"/>
                  <a:pt x="56200" y="66255"/>
                </a:cubicBezTo>
                <a:cubicBezTo>
                  <a:pt x="56200" y="68319"/>
                  <a:pt x="54518" y="69999"/>
                  <a:pt x="52454" y="69999"/>
                </a:cubicBezTo>
                <a:cubicBezTo>
                  <a:pt x="50378" y="69999"/>
                  <a:pt x="48698" y="68319"/>
                  <a:pt x="48698" y="66255"/>
                </a:cubicBezTo>
                <a:cubicBezTo>
                  <a:pt x="48698" y="64179"/>
                  <a:pt x="50378" y="62499"/>
                  <a:pt x="52454" y="6249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1" name="Чёрный — SVG 52">
            <a:extLst>
              <a:ext uri="{FF2B5EF4-FFF2-40B4-BE49-F238E27FC236}">
                <a16:creationId xmlns:a16="http://schemas.microsoft.com/office/drawing/2014/main" id="{9F09D8A4-A9A5-BC49-8DC2-8C0D55CAC05F}"/>
              </a:ext>
            </a:extLst>
          </p:cNvPr>
          <p:cNvSpPr>
            <a:spLocks noGrp="1"/>
          </p:cNvSpPr>
          <p:nvPr/>
        </p:nvSpPr>
        <p:spPr>
          <a:xfrm>
            <a:off x="9420000" y="3470000"/>
            <a:ext cx="220000" cy="220000"/>
          </a:xfrm>
          <a:custGeom>
            <a:avLst/>
            <a:gdLst>
              <a:gd name="csX0" fmla="*/ 54936 w 127600"/>
              <a:gd name="csY0" fmla="*/ 0 h 141753"/>
              <a:gd name="csX1" fmla="*/ 35439 w 127600"/>
              <a:gd name="csY1" fmla="*/ 19495 h 141753"/>
              <a:gd name="csX2" fmla="*/ 35439 w 127600"/>
              <a:gd name="csY2" fmla="*/ 44297 h 141753"/>
              <a:gd name="csX3" fmla="*/ 35830 w 127600"/>
              <a:gd name="csY3" fmla="*/ 46355 h 141753"/>
              <a:gd name="csX4" fmla="*/ 36970 w 127600"/>
              <a:gd name="csY4" fmla="*/ 48107 h 141753"/>
              <a:gd name="csX5" fmla="*/ 38706 w 127600"/>
              <a:gd name="csY5" fmla="*/ 49281 h 141753"/>
              <a:gd name="csX6" fmla="*/ 40764 w 127600"/>
              <a:gd name="csY6" fmla="*/ 49689 h 141753"/>
              <a:gd name="csX7" fmla="*/ 42806 w 127600"/>
              <a:gd name="csY7" fmla="*/ 49281 h 141753"/>
              <a:gd name="csX8" fmla="*/ 44541 w 127600"/>
              <a:gd name="csY8" fmla="*/ 48107 h 141753"/>
              <a:gd name="csX9" fmla="*/ 45698 w 127600"/>
              <a:gd name="csY9" fmla="*/ 46355 h 141753"/>
              <a:gd name="csX10" fmla="*/ 46072 w 127600"/>
              <a:gd name="csY10" fmla="*/ 44297 h 141753"/>
              <a:gd name="csX11" fmla="*/ 46072 w 127600"/>
              <a:gd name="csY11" fmla="*/ 19495 h 141753"/>
              <a:gd name="csX12" fmla="*/ 54936 w 127600"/>
              <a:gd name="csY12" fmla="*/ 10632 h 141753"/>
              <a:gd name="csX13" fmla="*/ 86837 w 127600"/>
              <a:gd name="csY13" fmla="*/ 10632 h 141753"/>
              <a:gd name="csX14" fmla="*/ 115351 w 127600"/>
              <a:gd name="csY14" fmla="*/ 31045 h 141753"/>
              <a:gd name="csX15" fmla="*/ 104564 w 127600"/>
              <a:gd name="csY15" fmla="*/ 28357 h 141753"/>
              <a:gd name="csX16" fmla="*/ 53167 w 127600"/>
              <a:gd name="csY16" fmla="*/ 28357 h 141753"/>
              <a:gd name="csX17" fmla="*/ 53167 w 127600"/>
              <a:gd name="csY17" fmla="*/ 42528 h 141753"/>
              <a:gd name="csX18" fmla="*/ 104564 w 127600"/>
              <a:gd name="csY18" fmla="*/ 42528 h 141753"/>
              <a:gd name="csX19" fmla="*/ 113428 w 127600"/>
              <a:gd name="csY19" fmla="*/ 51390 h 141753"/>
              <a:gd name="csX20" fmla="*/ 113428 w 127600"/>
              <a:gd name="csY20" fmla="*/ 118721 h 141753"/>
              <a:gd name="csX21" fmla="*/ 104564 w 127600"/>
              <a:gd name="csY21" fmla="*/ 127583 h 141753"/>
              <a:gd name="csX22" fmla="*/ 23036 w 127600"/>
              <a:gd name="csY22" fmla="*/ 127583 h 141753"/>
              <a:gd name="csX23" fmla="*/ 14172 w 127600"/>
              <a:gd name="csY23" fmla="*/ 118721 h 141753"/>
              <a:gd name="csX24" fmla="*/ 14172 w 127600"/>
              <a:gd name="csY24" fmla="*/ 51390 h 141753"/>
              <a:gd name="csX25" fmla="*/ 23036 w 127600"/>
              <a:gd name="csY25" fmla="*/ 42528 h 141753"/>
              <a:gd name="csX26" fmla="*/ 28361 w 127600"/>
              <a:gd name="csY26" fmla="*/ 42528 h 141753"/>
              <a:gd name="csX27" fmla="*/ 28361 w 127600"/>
              <a:gd name="csY27" fmla="*/ 28357 h 141753"/>
              <a:gd name="csX28" fmla="*/ 23036 w 127600"/>
              <a:gd name="csY28" fmla="*/ 28357 h 141753"/>
              <a:gd name="csX29" fmla="*/ 0 w 127600"/>
              <a:gd name="csY29" fmla="*/ 51390 h 141753"/>
              <a:gd name="csX30" fmla="*/ 0 w 127600"/>
              <a:gd name="csY30" fmla="*/ 118721 h 141753"/>
              <a:gd name="csX31" fmla="*/ 23036 w 127600"/>
              <a:gd name="csY31" fmla="*/ 141754 h 141753"/>
              <a:gd name="csX32" fmla="*/ 104564 w 127600"/>
              <a:gd name="csY32" fmla="*/ 141754 h 141753"/>
              <a:gd name="csX33" fmla="*/ 127601 w 127600"/>
              <a:gd name="csY33" fmla="*/ 118721 h 141753"/>
              <a:gd name="csX34" fmla="*/ 127601 w 127600"/>
              <a:gd name="csY34" fmla="*/ 51390 h 141753"/>
              <a:gd name="csX35" fmla="*/ 127601 w 127600"/>
              <a:gd name="csY35" fmla="*/ 40759 h 141753"/>
              <a:gd name="csX36" fmla="*/ 86837 w 127600"/>
              <a:gd name="csY36" fmla="*/ 0 h 141753"/>
              <a:gd name="csX37" fmla="*/ 54936 w 127600"/>
              <a:gd name="csY37" fmla="*/ 0 h 141753"/>
              <a:gd name="csX38" fmla="*/ 63800 w 127600"/>
              <a:gd name="csY38" fmla="*/ 53160 h 141753"/>
              <a:gd name="csX39" fmla="*/ 61827 w 127600"/>
              <a:gd name="csY39" fmla="*/ 53534 h 141753"/>
              <a:gd name="csX40" fmla="*/ 37378 w 127600"/>
              <a:gd name="csY40" fmla="*/ 63315 h 141753"/>
              <a:gd name="csX41" fmla="*/ 63800 w 127600"/>
              <a:gd name="csY41" fmla="*/ 75648 h 141753"/>
              <a:gd name="csX42" fmla="*/ 90222 w 127600"/>
              <a:gd name="csY42" fmla="*/ 63315 h 141753"/>
              <a:gd name="csX43" fmla="*/ 65774 w 127600"/>
              <a:gd name="csY43" fmla="*/ 53534 h 141753"/>
              <a:gd name="csX44" fmla="*/ 63800 w 127600"/>
              <a:gd name="csY44" fmla="*/ 53160 h 141753"/>
              <a:gd name="csX45" fmla="*/ 31900 w 127600"/>
              <a:gd name="csY45" fmla="*/ 72485 h 141753"/>
              <a:gd name="csX46" fmla="*/ 31900 w 127600"/>
              <a:gd name="csY46" fmla="*/ 99226 h 141753"/>
              <a:gd name="csX47" fmla="*/ 34963 w 127600"/>
              <a:gd name="csY47" fmla="*/ 104057 h 141753"/>
              <a:gd name="csX48" fmla="*/ 58475 w 127600"/>
              <a:gd name="csY48" fmla="*/ 115012 h 141753"/>
              <a:gd name="csX49" fmla="*/ 58475 w 127600"/>
              <a:gd name="csY49" fmla="*/ 84902 h 141753"/>
              <a:gd name="csX50" fmla="*/ 31900 w 127600"/>
              <a:gd name="csY50" fmla="*/ 72485 h 141753"/>
              <a:gd name="csX51" fmla="*/ 95700 w 127600"/>
              <a:gd name="csY51" fmla="*/ 72502 h 141753"/>
              <a:gd name="csX52" fmla="*/ 69109 w 127600"/>
              <a:gd name="csY52" fmla="*/ 84902 h 141753"/>
              <a:gd name="csX53" fmla="*/ 69109 w 127600"/>
              <a:gd name="csY53" fmla="*/ 115029 h 141753"/>
              <a:gd name="csX54" fmla="*/ 92621 w 127600"/>
              <a:gd name="csY54" fmla="*/ 104125 h 141753"/>
              <a:gd name="csX55" fmla="*/ 95700 w 127600"/>
              <a:gd name="csY55" fmla="*/ 99311 h 141753"/>
              <a:gd name="csX56" fmla="*/ 95700 w 127600"/>
              <a:gd name="csY56" fmla="*/ 72502 h 141753"/>
            </a:gdLst>
            <a:ahLst/>
            <a:cxnLst/>
            <a:rect l="l" t="t" r="r" b="b"/>
            <a:pathLst>
              <a:path w="100000" h="100000">
                <a:moveTo>
                  <a:pt x="43747" y="0"/>
                </a:moveTo>
                <a:cubicBezTo>
                  <a:pt x="36198" y="0"/>
                  <a:pt x="29993" y="6204"/>
                  <a:pt x="29993" y="13753"/>
                </a:cubicBezTo>
                <a:lnTo>
                  <a:pt x="29993" y="31249"/>
                </a:lnTo>
                <a:cubicBezTo>
                  <a:pt x="29993" y="31753"/>
                  <a:pt x="30077" y="32246"/>
                  <a:pt x="30268" y="32701"/>
                </a:cubicBezTo>
                <a:cubicBezTo>
                  <a:pt x="30448" y="33170"/>
                  <a:pt x="30725" y="33589"/>
                  <a:pt x="31073" y="33937"/>
                </a:cubicBezTo>
                <a:cubicBezTo>
                  <a:pt x="31421" y="34298"/>
                  <a:pt x="31841" y="34574"/>
                  <a:pt x="32297" y="34765"/>
                </a:cubicBezTo>
                <a:cubicBezTo>
                  <a:pt x="32753" y="34957"/>
                  <a:pt x="33246" y="35053"/>
                  <a:pt x="33749" y="35053"/>
                </a:cubicBezTo>
                <a:cubicBezTo>
                  <a:pt x="34242" y="35053"/>
                  <a:pt x="34733" y="34957"/>
                  <a:pt x="35190" y="34765"/>
                </a:cubicBezTo>
                <a:cubicBezTo>
                  <a:pt x="35657" y="34574"/>
                  <a:pt x="36066" y="34298"/>
                  <a:pt x="36414" y="33937"/>
                </a:cubicBezTo>
                <a:cubicBezTo>
                  <a:pt x="36761" y="33589"/>
                  <a:pt x="37038" y="33170"/>
                  <a:pt x="37230" y="32701"/>
                </a:cubicBezTo>
                <a:cubicBezTo>
                  <a:pt x="37410" y="32246"/>
                  <a:pt x="37506" y="31753"/>
                  <a:pt x="37494" y="31249"/>
                </a:cubicBezTo>
                <a:lnTo>
                  <a:pt x="37494" y="13753"/>
                </a:lnTo>
                <a:cubicBezTo>
                  <a:pt x="37494" y="10261"/>
                  <a:pt x="40254" y="7500"/>
                  <a:pt x="43747" y="7500"/>
                </a:cubicBezTo>
                <a:lnTo>
                  <a:pt x="66252" y="7500"/>
                </a:lnTo>
                <a:cubicBezTo>
                  <a:pt x="75637" y="7500"/>
                  <a:pt x="83534" y="13513"/>
                  <a:pt x="86367" y="21901"/>
                </a:cubicBezTo>
                <a:cubicBezTo>
                  <a:pt x="84098" y="20689"/>
                  <a:pt x="81506" y="20005"/>
                  <a:pt x="78757" y="20005"/>
                </a:cubicBezTo>
                <a:lnTo>
                  <a:pt x="42499" y="20005"/>
                </a:lnTo>
                <a:lnTo>
                  <a:pt x="42499" y="30001"/>
                </a:lnTo>
                <a:lnTo>
                  <a:pt x="78757" y="30001"/>
                </a:lnTo>
                <a:cubicBezTo>
                  <a:pt x="82202" y="30001"/>
                  <a:pt x="85010" y="32810"/>
                  <a:pt x="85010" y="36253"/>
                </a:cubicBezTo>
                <a:lnTo>
                  <a:pt x="85010" y="83752"/>
                </a:lnTo>
                <a:cubicBezTo>
                  <a:pt x="85010" y="87196"/>
                  <a:pt x="82202" y="90004"/>
                  <a:pt x="78757" y="90004"/>
                </a:cubicBezTo>
                <a:lnTo>
                  <a:pt x="21243" y="90004"/>
                </a:lnTo>
                <a:cubicBezTo>
                  <a:pt x="17798" y="90004"/>
                  <a:pt x="14990" y="87196"/>
                  <a:pt x="14990" y="83752"/>
                </a:cubicBezTo>
                <a:lnTo>
                  <a:pt x="14990" y="36253"/>
                </a:lnTo>
                <a:cubicBezTo>
                  <a:pt x="14990" y="32810"/>
                  <a:pt x="17798" y="30001"/>
                  <a:pt x="21243" y="30001"/>
                </a:cubicBezTo>
                <a:lnTo>
                  <a:pt x="24999" y="30001"/>
                </a:lnTo>
                <a:lnTo>
                  <a:pt x="24999" y="20005"/>
                </a:lnTo>
                <a:lnTo>
                  <a:pt x="21243" y="20005"/>
                </a:lnTo>
                <a:cubicBezTo>
                  <a:pt x="12277" y="20005"/>
                  <a:pt x="4992" y="27289"/>
                  <a:pt x="4992" y="36253"/>
                </a:cubicBezTo>
                <a:lnTo>
                  <a:pt x="4992" y="83752"/>
                </a:lnTo>
                <a:cubicBezTo>
                  <a:pt x="4992" y="92716"/>
                  <a:pt x="12277" y="100001"/>
                  <a:pt x="21243" y="100001"/>
                </a:cubicBezTo>
                <a:lnTo>
                  <a:pt x="78757" y="100001"/>
                </a:lnTo>
                <a:cubicBezTo>
                  <a:pt x="87711" y="100001"/>
                  <a:pt x="95009" y="92716"/>
                  <a:pt x="95009" y="83752"/>
                </a:cubicBezTo>
                <a:lnTo>
                  <a:pt x="95009" y="36253"/>
                </a:lnTo>
                <a:lnTo>
                  <a:pt x="95009" y="28754"/>
                </a:lnTo>
                <a:cubicBezTo>
                  <a:pt x="95009" y="12913"/>
                  <a:pt x="82094" y="0"/>
                  <a:pt x="66252" y="0"/>
                </a:cubicBezTo>
                <a:lnTo>
                  <a:pt x="43747" y="0"/>
                </a:lnTo>
                <a:close/>
                <a:moveTo>
                  <a:pt x="50000" y="37502"/>
                </a:moveTo>
                <a:cubicBezTo>
                  <a:pt x="49532" y="37502"/>
                  <a:pt x="49052" y="37586"/>
                  <a:pt x="48608" y="37766"/>
                </a:cubicBezTo>
                <a:lnTo>
                  <a:pt x="31361" y="44666"/>
                </a:lnTo>
                <a:lnTo>
                  <a:pt x="50000" y="53366"/>
                </a:lnTo>
                <a:lnTo>
                  <a:pt x="68639" y="44666"/>
                </a:lnTo>
                <a:lnTo>
                  <a:pt x="51393" y="37766"/>
                </a:lnTo>
                <a:cubicBezTo>
                  <a:pt x="50948" y="37586"/>
                  <a:pt x="50468" y="37502"/>
                  <a:pt x="50000" y="37502"/>
                </a:cubicBezTo>
                <a:close/>
                <a:moveTo>
                  <a:pt x="27496" y="51135"/>
                </a:moveTo>
                <a:lnTo>
                  <a:pt x="27496" y="69999"/>
                </a:lnTo>
                <a:cubicBezTo>
                  <a:pt x="27496" y="71463"/>
                  <a:pt x="28336" y="72783"/>
                  <a:pt x="29657" y="73407"/>
                </a:cubicBezTo>
                <a:lnTo>
                  <a:pt x="46243" y="81135"/>
                </a:lnTo>
                <a:lnTo>
                  <a:pt x="46243" y="59894"/>
                </a:lnTo>
                <a:lnTo>
                  <a:pt x="27496" y="51135"/>
                </a:lnTo>
                <a:close/>
                <a:moveTo>
                  <a:pt x="72504" y="51147"/>
                </a:moveTo>
                <a:lnTo>
                  <a:pt x="53745" y="59894"/>
                </a:lnTo>
                <a:lnTo>
                  <a:pt x="53745" y="81147"/>
                </a:lnTo>
                <a:lnTo>
                  <a:pt x="70332" y="73455"/>
                </a:lnTo>
                <a:cubicBezTo>
                  <a:pt x="71652" y="72843"/>
                  <a:pt x="72504" y="71511"/>
                  <a:pt x="72504" y="70059"/>
                </a:cubicBezTo>
                <a:lnTo>
                  <a:pt x="72504" y="5114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2" name="Чёрный — SVG 53">
            <a:extLst>
              <a:ext uri="{FF2B5EF4-FFF2-40B4-BE49-F238E27FC236}">
                <a16:creationId xmlns:a16="http://schemas.microsoft.com/office/drawing/2014/main" id="{6D1BEEA2-4696-6843-A7D3-D8DD8B499CDF}"/>
              </a:ext>
            </a:extLst>
          </p:cNvPr>
          <p:cNvSpPr>
            <a:spLocks noGrp="1"/>
          </p:cNvSpPr>
          <p:nvPr/>
        </p:nvSpPr>
        <p:spPr>
          <a:xfrm>
            <a:off x="10020000" y="3470000"/>
            <a:ext cx="220000" cy="220000"/>
          </a:xfrm>
          <a:custGeom>
            <a:avLst/>
            <a:gdLst>
              <a:gd name="csX0" fmla="*/ 42091 w 170134"/>
              <a:gd name="csY0" fmla="*/ 2 h 122466"/>
              <a:gd name="csX1" fmla="*/ 26116 w 170134"/>
              <a:gd name="csY1" fmla="*/ 6977 h 122466"/>
              <a:gd name="csX2" fmla="*/ 26626 w 170134"/>
              <a:gd name="csY2" fmla="*/ 14394 h 122466"/>
              <a:gd name="csX3" fmla="*/ 34112 w 170134"/>
              <a:gd name="csY3" fmla="*/ 13968 h 122466"/>
              <a:gd name="csX4" fmla="*/ 42091 w 170134"/>
              <a:gd name="csY4" fmla="*/ 10634 h 122466"/>
              <a:gd name="csX5" fmla="*/ 47859 w 170134"/>
              <a:gd name="csY5" fmla="*/ 15057 h 122466"/>
              <a:gd name="csX6" fmla="*/ 42602 w 170134"/>
              <a:gd name="csY6" fmla="*/ 19497 h 122466"/>
              <a:gd name="csX7" fmla="*/ 40764 w 170134"/>
              <a:gd name="csY7" fmla="*/ 19497 h 122466"/>
              <a:gd name="csX8" fmla="*/ 35456 w 170134"/>
              <a:gd name="csY8" fmla="*/ 24805 h 122466"/>
              <a:gd name="csX9" fmla="*/ 40764 w 170134"/>
              <a:gd name="csY9" fmla="*/ 30129 h 122466"/>
              <a:gd name="csX10" fmla="*/ 49628 w 170134"/>
              <a:gd name="csY10" fmla="*/ 34552 h 122466"/>
              <a:gd name="csX11" fmla="*/ 43010 w 170134"/>
              <a:gd name="csY11" fmla="*/ 38992 h 122466"/>
              <a:gd name="csX12" fmla="*/ 34163 w 170134"/>
              <a:gd name="csY12" fmla="*/ 35692 h 122466"/>
              <a:gd name="csX13" fmla="*/ 26660 w 170134"/>
              <a:gd name="csY13" fmla="*/ 35147 h 122466"/>
              <a:gd name="csX14" fmla="*/ 26099 w 170134"/>
              <a:gd name="csY14" fmla="*/ 42649 h 122466"/>
              <a:gd name="csX15" fmla="*/ 43010 w 170134"/>
              <a:gd name="csY15" fmla="*/ 49624 h 122466"/>
              <a:gd name="csX16" fmla="*/ 60261 w 170134"/>
              <a:gd name="csY16" fmla="*/ 34552 h 122466"/>
              <a:gd name="csX17" fmla="*/ 55430 w 170134"/>
              <a:gd name="csY17" fmla="*/ 24090 h 122466"/>
              <a:gd name="csX18" fmla="*/ 58492 w 170134"/>
              <a:gd name="csY18" fmla="*/ 15057 h 122466"/>
              <a:gd name="csX19" fmla="*/ 42091 w 170134"/>
              <a:gd name="csY19" fmla="*/ 2 h 122466"/>
              <a:gd name="csX20" fmla="*/ 127601 w 170134"/>
              <a:gd name="csY20" fmla="*/ 2 h 122466"/>
              <a:gd name="csX21" fmla="*/ 109873 w 170134"/>
              <a:gd name="csY21" fmla="*/ 17728 h 122466"/>
              <a:gd name="csX22" fmla="*/ 109873 w 170134"/>
              <a:gd name="csY22" fmla="*/ 31898 h 122466"/>
              <a:gd name="csX23" fmla="*/ 127601 w 170134"/>
              <a:gd name="csY23" fmla="*/ 49624 h 122466"/>
              <a:gd name="csX24" fmla="*/ 145328 w 170134"/>
              <a:gd name="csY24" fmla="*/ 31898 h 122466"/>
              <a:gd name="csX25" fmla="*/ 145328 w 170134"/>
              <a:gd name="csY25" fmla="*/ 17728 h 122466"/>
              <a:gd name="csX26" fmla="*/ 127601 w 170134"/>
              <a:gd name="csY26" fmla="*/ 2 h 122466"/>
              <a:gd name="csX27" fmla="*/ 91906 w 170134"/>
              <a:gd name="csY27" fmla="*/ 2 h 122466"/>
              <a:gd name="csX28" fmla="*/ 67339 w 170134"/>
              <a:gd name="csY28" fmla="*/ 30962 h 122466"/>
              <a:gd name="csX29" fmla="*/ 67373 w 170134"/>
              <a:gd name="csY29" fmla="*/ 31269 h 122466"/>
              <a:gd name="csX30" fmla="*/ 67339 w 170134"/>
              <a:gd name="csY30" fmla="*/ 31898 h 122466"/>
              <a:gd name="csX31" fmla="*/ 85067 w 170134"/>
              <a:gd name="csY31" fmla="*/ 49624 h 122466"/>
              <a:gd name="csX32" fmla="*/ 102795 w 170134"/>
              <a:gd name="csY32" fmla="*/ 31898 h 122466"/>
              <a:gd name="csX33" fmla="*/ 85067 w 170134"/>
              <a:gd name="csY33" fmla="*/ 14173 h 122466"/>
              <a:gd name="csX34" fmla="*/ 84148 w 170134"/>
              <a:gd name="csY34" fmla="*/ 14224 h 122466"/>
              <a:gd name="csX35" fmla="*/ 92434 w 170134"/>
              <a:gd name="csY35" fmla="*/ 10634 h 122466"/>
              <a:gd name="csX36" fmla="*/ 97470 w 170134"/>
              <a:gd name="csY36" fmla="*/ 5072 h 122466"/>
              <a:gd name="csX37" fmla="*/ 91906 w 170134"/>
              <a:gd name="csY37" fmla="*/ 2 h 122466"/>
              <a:gd name="csX38" fmla="*/ 127601 w 170134"/>
              <a:gd name="csY38" fmla="*/ 10634 h 122466"/>
              <a:gd name="csX39" fmla="*/ 134695 w 170134"/>
              <a:gd name="csY39" fmla="*/ 17728 h 122466"/>
              <a:gd name="csX40" fmla="*/ 134695 w 170134"/>
              <a:gd name="csY40" fmla="*/ 31898 h 122466"/>
              <a:gd name="csX41" fmla="*/ 127601 w 170134"/>
              <a:gd name="csY41" fmla="*/ 38992 h 122466"/>
              <a:gd name="csX42" fmla="*/ 120506 w 170134"/>
              <a:gd name="csY42" fmla="*/ 31898 h 122466"/>
              <a:gd name="csX43" fmla="*/ 120506 w 170134"/>
              <a:gd name="csY43" fmla="*/ 17728 h 122466"/>
              <a:gd name="csX44" fmla="*/ 127601 w 170134"/>
              <a:gd name="csY44" fmla="*/ 10634 h 122466"/>
              <a:gd name="csX45" fmla="*/ 85067 w 170134"/>
              <a:gd name="csY45" fmla="*/ 24805 h 122466"/>
              <a:gd name="csX46" fmla="*/ 92162 w 170134"/>
              <a:gd name="csY46" fmla="*/ 31898 h 122466"/>
              <a:gd name="csX47" fmla="*/ 85067 w 170134"/>
              <a:gd name="csY47" fmla="*/ 38992 h 122466"/>
              <a:gd name="csX48" fmla="*/ 77973 w 170134"/>
              <a:gd name="csY48" fmla="*/ 31898 h 122466"/>
              <a:gd name="csX49" fmla="*/ 85067 w 170134"/>
              <a:gd name="csY49" fmla="*/ 24805 h 122466"/>
              <a:gd name="csX50" fmla="*/ 18494 w 170134"/>
              <a:gd name="csY50" fmla="*/ 53672 h 122466"/>
              <a:gd name="csX51" fmla="*/ 0 w 170134"/>
              <a:gd name="csY51" fmla="*/ 74528 h 122466"/>
              <a:gd name="csX52" fmla="*/ 75250 w 170134"/>
              <a:gd name="csY52" fmla="*/ 106203 h 122466"/>
              <a:gd name="csX53" fmla="*/ 71201 w 170134"/>
              <a:gd name="csY53" fmla="*/ 110268 h 122466"/>
              <a:gd name="csX54" fmla="*/ 69602 w 170134"/>
              <a:gd name="csY54" fmla="*/ 112565 h 122466"/>
              <a:gd name="csX55" fmla="*/ 69006 w 170134"/>
              <a:gd name="csY55" fmla="*/ 115304 h 122466"/>
              <a:gd name="csX56" fmla="*/ 69534 w 170134"/>
              <a:gd name="csY56" fmla="*/ 118059 h 122466"/>
              <a:gd name="csX57" fmla="*/ 71099 w 170134"/>
              <a:gd name="csY57" fmla="*/ 120390 h 122466"/>
              <a:gd name="csX58" fmla="*/ 73430 w 170134"/>
              <a:gd name="csY58" fmla="*/ 121938 h 122466"/>
              <a:gd name="csX59" fmla="*/ 76169 w 170134"/>
              <a:gd name="csY59" fmla="*/ 122465 h 122466"/>
              <a:gd name="csX60" fmla="*/ 78908 w 170134"/>
              <a:gd name="csY60" fmla="*/ 121887 h 122466"/>
              <a:gd name="csX61" fmla="*/ 81222 w 170134"/>
              <a:gd name="csY61" fmla="*/ 120288 h 122466"/>
              <a:gd name="csX62" fmla="*/ 97164 w 170134"/>
              <a:gd name="csY62" fmla="*/ 104349 h 122466"/>
              <a:gd name="csX63" fmla="*/ 99239 w 170134"/>
              <a:gd name="csY63" fmla="*/ 99330 h 122466"/>
              <a:gd name="csX64" fmla="*/ 97164 w 170134"/>
              <a:gd name="csY64" fmla="*/ 94312 h 122466"/>
              <a:gd name="csX65" fmla="*/ 81222 w 170134"/>
              <a:gd name="csY65" fmla="*/ 78373 h 122466"/>
              <a:gd name="csX66" fmla="*/ 78891 w 170134"/>
              <a:gd name="csY66" fmla="*/ 76790 h 122466"/>
              <a:gd name="csX67" fmla="*/ 76135 w 170134"/>
              <a:gd name="csY67" fmla="*/ 76229 h 122466"/>
              <a:gd name="csX68" fmla="*/ 72171 w 170134"/>
              <a:gd name="csY68" fmla="*/ 77437 h 122466"/>
              <a:gd name="csX69" fmla="*/ 69568 w 170134"/>
              <a:gd name="csY69" fmla="*/ 80652 h 122466"/>
              <a:gd name="csX70" fmla="*/ 69193 w 170134"/>
              <a:gd name="csY70" fmla="*/ 84769 h 122466"/>
              <a:gd name="csX71" fmla="*/ 71201 w 170134"/>
              <a:gd name="csY71" fmla="*/ 88392 h 122466"/>
              <a:gd name="csX72" fmla="*/ 74808 w 170134"/>
              <a:gd name="csY72" fmla="*/ 92016 h 122466"/>
              <a:gd name="csX73" fmla="*/ 14172 w 170134"/>
              <a:gd name="csY73" fmla="*/ 74528 h 122466"/>
              <a:gd name="csX74" fmla="*/ 38348 w 170134"/>
              <a:gd name="csY74" fmla="*/ 61923 h 122466"/>
              <a:gd name="csX75" fmla="*/ 18494 w 170134"/>
              <a:gd name="csY75" fmla="*/ 53672 h 122466"/>
              <a:gd name="csX76" fmla="*/ 151640 w 170134"/>
              <a:gd name="csY76" fmla="*/ 53672 h 122466"/>
              <a:gd name="csX77" fmla="*/ 131803 w 170134"/>
              <a:gd name="csY77" fmla="*/ 61923 h 122466"/>
              <a:gd name="csX78" fmla="*/ 155962 w 170134"/>
              <a:gd name="csY78" fmla="*/ 74528 h 122466"/>
              <a:gd name="csX79" fmla="*/ 123245 w 170134"/>
              <a:gd name="csY79" fmla="*/ 88953 h 122466"/>
              <a:gd name="csX80" fmla="*/ 117580 w 170134"/>
              <a:gd name="csY80" fmla="*/ 97221 h 122466"/>
              <a:gd name="csX81" fmla="*/ 125848 w 170134"/>
              <a:gd name="csY81" fmla="*/ 102885 h 122466"/>
              <a:gd name="csX82" fmla="*/ 170134 w 170134"/>
              <a:gd name="csY82" fmla="*/ 74528 h 122466"/>
              <a:gd name="csX83" fmla="*/ 151640 w 170134"/>
              <a:gd name="csY83" fmla="*/ 53672 h 122466"/>
            </a:gdLst>
            <a:ahLst/>
            <a:cxnLst/>
            <a:rect l="l" t="t" r="r" b="b"/>
            <a:pathLst>
              <a:path w="100000" h="100000">
                <a:moveTo>
                  <a:pt x="24740" y="14010"/>
                </a:moveTo>
                <a:cubicBezTo>
                  <a:pt x="19050" y="14010"/>
                  <a:pt x="15710" y="17690"/>
                  <a:pt x="15350" y="18110"/>
                </a:cubicBezTo>
                <a:cubicBezTo>
                  <a:pt x="14230" y="19399"/>
                  <a:pt x="14380" y="21340"/>
                  <a:pt x="15650" y="22469"/>
                </a:cubicBezTo>
                <a:cubicBezTo>
                  <a:pt x="16930" y="23599"/>
                  <a:pt x="18890" y="23479"/>
                  <a:pt x="20050" y="22219"/>
                </a:cubicBezTo>
                <a:cubicBezTo>
                  <a:pt x="20120" y="22139"/>
                  <a:pt x="21870" y="20259"/>
                  <a:pt x="24740" y="20259"/>
                </a:cubicBezTo>
                <a:cubicBezTo>
                  <a:pt x="26990" y="20259"/>
                  <a:pt x="28130" y="21129"/>
                  <a:pt x="28130" y="22859"/>
                </a:cubicBezTo>
                <a:cubicBezTo>
                  <a:pt x="28130" y="24989"/>
                  <a:pt x="25840" y="25469"/>
                  <a:pt x="25040" y="25469"/>
                </a:cubicBezTo>
                <a:lnTo>
                  <a:pt x="23960" y="25469"/>
                </a:lnTo>
                <a:cubicBezTo>
                  <a:pt x="22240" y="25469"/>
                  <a:pt x="20840" y="26869"/>
                  <a:pt x="20840" y="28589"/>
                </a:cubicBezTo>
                <a:cubicBezTo>
                  <a:pt x="20840" y="30318"/>
                  <a:pt x="22240" y="31718"/>
                  <a:pt x="23960" y="31718"/>
                </a:cubicBezTo>
                <a:cubicBezTo>
                  <a:pt x="25900" y="31718"/>
                  <a:pt x="29170" y="32268"/>
                  <a:pt x="29170" y="34318"/>
                </a:cubicBezTo>
                <a:cubicBezTo>
                  <a:pt x="29170" y="36588"/>
                  <a:pt x="26730" y="36927"/>
                  <a:pt x="25280" y="36927"/>
                </a:cubicBezTo>
                <a:cubicBezTo>
                  <a:pt x="21910" y="36927"/>
                  <a:pt x="20120" y="35038"/>
                  <a:pt x="20080" y="34988"/>
                </a:cubicBezTo>
                <a:cubicBezTo>
                  <a:pt x="18950" y="33688"/>
                  <a:pt x="16970" y="33548"/>
                  <a:pt x="15670" y="34667"/>
                </a:cubicBezTo>
                <a:cubicBezTo>
                  <a:pt x="14360" y="35798"/>
                  <a:pt x="14220" y="37767"/>
                  <a:pt x="15340" y="39077"/>
                </a:cubicBezTo>
                <a:cubicBezTo>
                  <a:pt x="15710" y="39497"/>
                  <a:pt x="19060" y="43177"/>
                  <a:pt x="25280" y="43177"/>
                </a:cubicBezTo>
                <a:cubicBezTo>
                  <a:pt x="31340" y="43177"/>
                  <a:pt x="35420" y="39617"/>
                  <a:pt x="35420" y="34318"/>
                </a:cubicBezTo>
                <a:cubicBezTo>
                  <a:pt x="35420" y="31818"/>
                  <a:pt x="34390" y="29708"/>
                  <a:pt x="32580" y="28168"/>
                </a:cubicBezTo>
                <a:cubicBezTo>
                  <a:pt x="33690" y="26769"/>
                  <a:pt x="34380" y="24979"/>
                  <a:pt x="34380" y="22859"/>
                </a:cubicBezTo>
                <a:cubicBezTo>
                  <a:pt x="34380" y="17650"/>
                  <a:pt x="30420" y="14010"/>
                  <a:pt x="24740" y="14010"/>
                </a:cubicBezTo>
                <a:close/>
                <a:moveTo>
                  <a:pt x="75000" y="14010"/>
                </a:moveTo>
                <a:cubicBezTo>
                  <a:pt x="69260" y="14010"/>
                  <a:pt x="64580" y="18679"/>
                  <a:pt x="64580" y="24429"/>
                </a:cubicBezTo>
                <a:lnTo>
                  <a:pt x="64580" y="32758"/>
                </a:lnTo>
                <a:cubicBezTo>
                  <a:pt x="64580" y="38497"/>
                  <a:pt x="69260" y="43177"/>
                  <a:pt x="75000" y="43177"/>
                </a:cubicBezTo>
                <a:cubicBezTo>
                  <a:pt x="80740" y="43177"/>
                  <a:pt x="85420" y="38497"/>
                  <a:pt x="85420" y="32758"/>
                </a:cubicBezTo>
                <a:lnTo>
                  <a:pt x="85420" y="24429"/>
                </a:lnTo>
                <a:cubicBezTo>
                  <a:pt x="85420" y="18679"/>
                  <a:pt x="80740" y="14010"/>
                  <a:pt x="75000" y="14010"/>
                </a:cubicBezTo>
                <a:close/>
                <a:moveTo>
                  <a:pt x="54020" y="14010"/>
                </a:moveTo>
                <a:cubicBezTo>
                  <a:pt x="49030" y="14241"/>
                  <a:pt x="39580" y="18340"/>
                  <a:pt x="39580" y="32208"/>
                </a:cubicBezTo>
                <a:cubicBezTo>
                  <a:pt x="39580" y="32278"/>
                  <a:pt x="39600" y="32328"/>
                  <a:pt x="39600" y="32388"/>
                </a:cubicBezTo>
                <a:cubicBezTo>
                  <a:pt x="39600" y="32508"/>
                  <a:pt x="39580" y="32628"/>
                  <a:pt x="39580" y="32758"/>
                </a:cubicBezTo>
                <a:cubicBezTo>
                  <a:pt x="39580" y="38497"/>
                  <a:pt x="44260" y="43177"/>
                  <a:pt x="50000" y="43177"/>
                </a:cubicBezTo>
                <a:cubicBezTo>
                  <a:pt x="55740" y="43177"/>
                  <a:pt x="60420" y="38497"/>
                  <a:pt x="60420" y="32758"/>
                </a:cubicBezTo>
                <a:cubicBezTo>
                  <a:pt x="60420" y="27019"/>
                  <a:pt x="55740" y="22339"/>
                  <a:pt x="50000" y="22339"/>
                </a:cubicBezTo>
                <a:cubicBezTo>
                  <a:pt x="49820" y="22339"/>
                  <a:pt x="49640" y="22359"/>
                  <a:pt x="49460" y="22369"/>
                </a:cubicBezTo>
                <a:cubicBezTo>
                  <a:pt x="51560" y="20550"/>
                  <a:pt x="53870" y="20289"/>
                  <a:pt x="54330" y="20259"/>
                </a:cubicBezTo>
                <a:cubicBezTo>
                  <a:pt x="56040" y="20159"/>
                  <a:pt x="57360" y="18709"/>
                  <a:pt x="57290" y="16990"/>
                </a:cubicBezTo>
                <a:cubicBezTo>
                  <a:pt x="57210" y="15270"/>
                  <a:pt x="55760" y="13960"/>
                  <a:pt x="54020" y="14010"/>
                </a:cubicBezTo>
                <a:close/>
                <a:moveTo>
                  <a:pt x="75000" y="20259"/>
                </a:moveTo>
                <a:cubicBezTo>
                  <a:pt x="77300" y="20259"/>
                  <a:pt x="79170" y="22130"/>
                  <a:pt x="79170" y="24429"/>
                </a:cubicBezTo>
                <a:lnTo>
                  <a:pt x="79170" y="32758"/>
                </a:lnTo>
                <a:cubicBezTo>
                  <a:pt x="79170" y="35058"/>
                  <a:pt x="77300" y="36927"/>
                  <a:pt x="75000" y="36927"/>
                </a:cubicBezTo>
                <a:cubicBezTo>
                  <a:pt x="72700" y="36927"/>
                  <a:pt x="70830" y="35058"/>
                  <a:pt x="70830" y="32758"/>
                </a:cubicBezTo>
                <a:lnTo>
                  <a:pt x="70830" y="24429"/>
                </a:lnTo>
                <a:cubicBezTo>
                  <a:pt x="70830" y="22130"/>
                  <a:pt x="72700" y="20259"/>
                  <a:pt x="75000" y="20259"/>
                </a:cubicBezTo>
                <a:close/>
                <a:moveTo>
                  <a:pt x="50000" y="28589"/>
                </a:moveTo>
                <a:cubicBezTo>
                  <a:pt x="52300" y="28589"/>
                  <a:pt x="54170" y="30458"/>
                  <a:pt x="54170" y="32758"/>
                </a:cubicBezTo>
                <a:cubicBezTo>
                  <a:pt x="54170" y="35058"/>
                  <a:pt x="52300" y="36927"/>
                  <a:pt x="50000" y="36927"/>
                </a:cubicBezTo>
                <a:cubicBezTo>
                  <a:pt x="47700" y="36927"/>
                  <a:pt x="45830" y="35058"/>
                  <a:pt x="45830" y="32758"/>
                </a:cubicBezTo>
                <a:cubicBezTo>
                  <a:pt x="45830" y="30458"/>
                  <a:pt x="47700" y="28589"/>
                  <a:pt x="50000" y="28589"/>
                </a:cubicBezTo>
                <a:close/>
                <a:moveTo>
                  <a:pt x="10870" y="45556"/>
                </a:moveTo>
                <a:cubicBezTo>
                  <a:pt x="4240" y="48546"/>
                  <a:pt x="0" y="52605"/>
                  <a:pt x="0" y="57814"/>
                </a:cubicBezTo>
                <a:cubicBezTo>
                  <a:pt x="0" y="69673"/>
                  <a:pt x="21960" y="75562"/>
                  <a:pt x="44230" y="76432"/>
                </a:cubicBezTo>
                <a:lnTo>
                  <a:pt x="41850" y="78821"/>
                </a:lnTo>
                <a:cubicBezTo>
                  <a:pt x="41450" y="79202"/>
                  <a:pt x="41130" y="79661"/>
                  <a:pt x="40910" y="80172"/>
                </a:cubicBezTo>
                <a:cubicBezTo>
                  <a:pt x="40690" y="80681"/>
                  <a:pt x="40570" y="81231"/>
                  <a:pt x="40560" y="81781"/>
                </a:cubicBezTo>
                <a:cubicBezTo>
                  <a:pt x="40560" y="82341"/>
                  <a:pt x="40660" y="82891"/>
                  <a:pt x="40870" y="83401"/>
                </a:cubicBezTo>
                <a:cubicBezTo>
                  <a:pt x="41080" y="83911"/>
                  <a:pt x="41390" y="84381"/>
                  <a:pt x="41790" y="84771"/>
                </a:cubicBezTo>
                <a:cubicBezTo>
                  <a:pt x="42180" y="85161"/>
                  <a:pt x="42640" y="85471"/>
                  <a:pt x="43160" y="85681"/>
                </a:cubicBezTo>
                <a:cubicBezTo>
                  <a:pt x="43670" y="85891"/>
                  <a:pt x="44220" y="86000"/>
                  <a:pt x="44770" y="85990"/>
                </a:cubicBezTo>
                <a:cubicBezTo>
                  <a:pt x="45330" y="85990"/>
                  <a:pt x="45880" y="85871"/>
                  <a:pt x="46380" y="85651"/>
                </a:cubicBezTo>
                <a:cubicBezTo>
                  <a:pt x="46890" y="85431"/>
                  <a:pt x="47350" y="85111"/>
                  <a:pt x="47740" y="84711"/>
                </a:cubicBezTo>
                <a:lnTo>
                  <a:pt x="57110" y="75342"/>
                </a:lnTo>
                <a:cubicBezTo>
                  <a:pt x="57890" y="74552"/>
                  <a:pt x="58330" y="73502"/>
                  <a:pt x="58330" y="72392"/>
                </a:cubicBezTo>
                <a:cubicBezTo>
                  <a:pt x="58330" y="71293"/>
                  <a:pt x="57890" y="70233"/>
                  <a:pt x="57110" y="69443"/>
                </a:cubicBezTo>
                <a:lnTo>
                  <a:pt x="47740" y="60074"/>
                </a:lnTo>
                <a:cubicBezTo>
                  <a:pt x="47350" y="59674"/>
                  <a:pt x="46880" y="59354"/>
                  <a:pt x="46370" y="59144"/>
                </a:cubicBezTo>
                <a:cubicBezTo>
                  <a:pt x="45860" y="58924"/>
                  <a:pt x="45300" y="58814"/>
                  <a:pt x="44750" y="58814"/>
                </a:cubicBezTo>
                <a:cubicBezTo>
                  <a:pt x="43920" y="58814"/>
                  <a:pt x="43110" y="59065"/>
                  <a:pt x="42420" y="59524"/>
                </a:cubicBezTo>
                <a:cubicBezTo>
                  <a:pt x="41740" y="59984"/>
                  <a:pt x="41200" y="60644"/>
                  <a:pt x="40890" y="61414"/>
                </a:cubicBezTo>
                <a:cubicBezTo>
                  <a:pt x="40580" y="62184"/>
                  <a:pt x="40500" y="63024"/>
                  <a:pt x="40670" y="63834"/>
                </a:cubicBezTo>
                <a:cubicBezTo>
                  <a:pt x="40840" y="64643"/>
                  <a:pt x="41250" y="65383"/>
                  <a:pt x="41850" y="65963"/>
                </a:cubicBezTo>
                <a:lnTo>
                  <a:pt x="43970" y="68093"/>
                </a:lnTo>
                <a:cubicBezTo>
                  <a:pt x="20460" y="67124"/>
                  <a:pt x="8330" y="60684"/>
                  <a:pt x="8330" y="57814"/>
                </a:cubicBezTo>
                <a:cubicBezTo>
                  <a:pt x="8330" y="56005"/>
                  <a:pt x="13150" y="52785"/>
                  <a:pt x="22540" y="50406"/>
                </a:cubicBezTo>
                <a:cubicBezTo>
                  <a:pt x="17670" y="49095"/>
                  <a:pt x="13690" y="47436"/>
                  <a:pt x="10870" y="45556"/>
                </a:cubicBezTo>
                <a:close/>
                <a:moveTo>
                  <a:pt x="89130" y="45556"/>
                </a:moveTo>
                <a:cubicBezTo>
                  <a:pt x="86310" y="47436"/>
                  <a:pt x="82330" y="49095"/>
                  <a:pt x="77470" y="50406"/>
                </a:cubicBezTo>
                <a:cubicBezTo>
                  <a:pt x="86860" y="52785"/>
                  <a:pt x="91670" y="56005"/>
                  <a:pt x="91670" y="57814"/>
                </a:cubicBezTo>
                <a:cubicBezTo>
                  <a:pt x="91670" y="59115"/>
                  <a:pt x="87110" y="63553"/>
                  <a:pt x="72440" y="66293"/>
                </a:cubicBezTo>
                <a:cubicBezTo>
                  <a:pt x="70180" y="66713"/>
                  <a:pt x="68690" y="68893"/>
                  <a:pt x="69110" y="71153"/>
                </a:cubicBezTo>
                <a:cubicBezTo>
                  <a:pt x="69540" y="73412"/>
                  <a:pt x="71720" y="74912"/>
                  <a:pt x="73970" y="74482"/>
                </a:cubicBezTo>
                <a:cubicBezTo>
                  <a:pt x="90760" y="71343"/>
                  <a:pt x="100000" y="65423"/>
                  <a:pt x="100000" y="57814"/>
                </a:cubicBezTo>
                <a:cubicBezTo>
                  <a:pt x="100000" y="52605"/>
                  <a:pt x="95770" y="48546"/>
                  <a:pt x="89130" y="4555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3" name="Чёрный — SVG 54">
            <a:extLst>
              <a:ext uri="{FF2B5EF4-FFF2-40B4-BE49-F238E27FC236}">
                <a16:creationId xmlns:a16="http://schemas.microsoft.com/office/drawing/2014/main" id="{25C4CDD5-E290-4B4F-AF61-4FE289550395}"/>
              </a:ext>
            </a:extLst>
          </p:cNvPr>
          <p:cNvSpPr>
            <a:spLocks noGrp="1"/>
          </p:cNvSpPr>
          <p:nvPr/>
        </p:nvSpPr>
        <p:spPr>
          <a:xfrm>
            <a:off x="10620000" y="3470000"/>
            <a:ext cx="220000" cy="220000"/>
          </a:xfrm>
          <a:custGeom>
            <a:avLst/>
            <a:gdLst>
              <a:gd name="csX0" fmla="*/ 26575 w 127600"/>
              <a:gd name="csY0" fmla="*/ 0 h 127583"/>
              <a:gd name="csX1" fmla="*/ 0 w 127600"/>
              <a:gd name="csY1" fmla="*/ 26572 h 127583"/>
              <a:gd name="csX2" fmla="*/ 0 w 127600"/>
              <a:gd name="csY2" fmla="*/ 100995 h 127583"/>
              <a:gd name="csX3" fmla="*/ 26575 w 127600"/>
              <a:gd name="csY3" fmla="*/ 127583 h 127583"/>
              <a:gd name="csX4" fmla="*/ 101009 w 127600"/>
              <a:gd name="csY4" fmla="*/ 127583 h 127583"/>
              <a:gd name="csX5" fmla="*/ 127601 w 127600"/>
              <a:gd name="csY5" fmla="*/ 100995 h 127583"/>
              <a:gd name="csX6" fmla="*/ 127601 w 127600"/>
              <a:gd name="csY6" fmla="*/ 26572 h 127583"/>
              <a:gd name="csX7" fmla="*/ 101009 w 127600"/>
              <a:gd name="csY7" fmla="*/ 0 h 127583"/>
              <a:gd name="csX8" fmla="*/ 26575 w 127600"/>
              <a:gd name="csY8" fmla="*/ 0 h 127583"/>
              <a:gd name="csX9" fmla="*/ 53167 w 127600"/>
              <a:gd name="csY9" fmla="*/ 31896 h 127583"/>
              <a:gd name="csX10" fmla="*/ 58271 w 127600"/>
              <a:gd name="csY10" fmla="*/ 35689 h 127583"/>
              <a:gd name="csX11" fmla="*/ 74213 w 127600"/>
              <a:gd name="csY11" fmla="*/ 88849 h 127583"/>
              <a:gd name="csX12" fmla="*/ 70640 w 127600"/>
              <a:gd name="csY12" fmla="*/ 95467 h 127583"/>
              <a:gd name="csX13" fmla="*/ 69109 w 127600"/>
              <a:gd name="csY13" fmla="*/ 95687 h 127583"/>
              <a:gd name="csX14" fmla="*/ 64021 w 127600"/>
              <a:gd name="csY14" fmla="*/ 91894 h 127583"/>
              <a:gd name="csX15" fmla="*/ 61963 w 127600"/>
              <a:gd name="csY15" fmla="*/ 85056 h 127583"/>
              <a:gd name="csX16" fmla="*/ 44371 w 127600"/>
              <a:gd name="csY16" fmla="*/ 85056 h 127583"/>
              <a:gd name="csX17" fmla="*/ 42313 w 127600"/>
              <a:gd name="csY17" fmla="*/ 91894 h 127583"/>
              <a:gd name="csX18" fmla="*/ 35694 w 127600"/>
              <a:gd name="csY18" fmla="*/ 95467 h 127583"/>
              <a:gd name="csX19" fmla="*/ 32121 w 127600"/>
              <a:gd name="csY19" fmla="*/ 88849 h 127583"/>
              <a:gd name="csX20" fmla="*/ 48063 w 127600"/>
              <a:gd name="csY20" fmla="*/ 35689 h 127583"/>
              <a:gd name="csX21" fmla="*/ 53167 w 127600"/>
              <a:gd name="csY21" fmla="*/ 31896 h 127583"/>
              <a:gd name="csX22" fmla="*/ 86837 w 127600"/>
              <a:gd name="csY22" fmla="*/ 37203 h 127583"/>
              <a:gd name="csX23" fmla="*/ 93931 w 127600"/>
              <a:gd name="csY23" fmla="*/ 44297 h 127583"/>
              <a:gd name="csX24" fmla="*/ 86837 w 127600"/>
              <a:gd name="csY24" fmla="*/ 51390 h 127583"/>
              <a:gd name="csX25" fmla="*/ 79742 w 127600"/>
              <a:gd name="csY25" fmla="*/ 44297 h 127583"/>
              <a:gd name="csX26" fmla="*/ 86837 w 127600"/>
              <a:gd name="csY26" fmla="*/ 37203 h 127583"/>
              <a:gd name="csX27" fmla="*/ 53167 w 127600"/>
              <a:gd name="csY27" fmla="*/ 55711 h 127583"/>
              <a:gd name="csX28" fmla="*/ 47569 w 127600"/>
              <a:gd name="csY28" fmla="*/ 74424 h 127583"/>
              <a:gd name="csX29" fmla="*/ 58764 w 127600"/>
              <a:gd name="csY29" fmla="*/ 74424 h 127583"/>
              <a:gd name="csX30" fmla="*/ 53167 w 127600"/>
              <a:gd name="csY30" fmla="*/ 55711 h 127583"/>
              <a:gd name="csX31" fmla="*/ 86837 w 127600"/>
              <a:gd name="csY31" fmla="*/ 56698 h 127583"/>
              <a:gd name="csX32" fmla="*/ 92162 w 127600"/>
              <a:gd name="csY32" fmla="*/ 62022 h 127583"/>
              <a:gd name="csX33" fmla="*/ 92162 w 127600"/>
              <a:gd name="csY33" fmla="*/ 90363 h 127583"/>
              <a:gd name="csX34" fmla="*/ 86837 w 127600"/>
              <a:gd name="csY34" fmla="*/ 95687 h 127583"/>
              <a:gd name="csX35" fmla="*/ 81528 w 127600"/>
              <a:gd name="csY35" fmla="*/ 90363 h 127583"/>
              <a:gd name="csX36" fmla="*/ 81528 w 127600"/>
              <a:gd name="csY36" fmla="*/ 62022 h 127583"/>
              <a:gd name="csX37" fmla="*/ 86837 w 127600"/>
              <a:gd name="csY37" fmla="*/ 56698 h 127583"/>
            </a:gdLst>
            <a:ahLst/>
            <a:cxnLst/>
            <a:rect l="l" t="t" r="r" b="b"/>
            <a:pathLst>
              <a:path w="100000" h="100000">
                <a:moveTo>
                  <a:pt x="20827" y="7"/>
                </a:moveTo>
                <a:cubicBezTo>
                  <a:pt x="9373" y="7"/>
                  <a:pt x="0" y="9379"/>
                  <a:pt x="0" y="20831"/>
                </a:cubicBezTo>
                <a:lnTo>
                  <a:pt x="0" y="79156"/>
                </a:lnTo>
                <a:cubicBezTo>
                  <a:pt x="0" y="90621"/>
                  <a:pt x="9373" y="99993"/>
                  <a:pt x="20827" y="99993"/>
                </a:cubicBezTo>
                <a:lnTo>
                  <a:pt x="79161" y="99993"/>
                </a:lnTo>
                <a:cubicBezTo>
                  <a:pt x="90627" y="99993"/>
                  <a:pt x="100001" y="90621"/>
                  <a:pt x="100001" y="79156"/>
                </a:cubicBezTo>
                <a:lnTo>
                  <a:pt x="100001" y="20831"/>
                </a:lnTo>
                <a:cubicBezTo>
                  <a:pt x="100001" y="9379"/>
                  <a:pt x="90627" y="7"/>
                  <a:pt x="79161" y="7"/>
                </a:cubicBezTo>
                <a:lnTo>
                  <a:pt x="20827" y="7"/>
                </a:lnTo>
                <a:close/>
                <a:moveTo>
                  <a:pt x="41667" y="25004"/>
                </a:moveTo>
                <a:cubicBezTo>
                  <a:pt x="43494" y="25004"/>
                  <a:pt x="45134" y="26203"/>
                  <a:pt x="45667" y="27976"/>
                </a:cubicBezTo>
                <a:lnTo>
                  <a:pt x="58161" y="69638"/>
                </a:lnTo>
                <a:cubicBezTo>
                  <a:pt x="58800" y="71837"/>
                  <a:pt x="57560" y="74157"/>
                  <a:pt x="55361" y="74824"/>
                </a:cubicBezTo>
                <a:cubicBezTo>
                  <a:pt x="54973" y="74943"/>
                  <a:pt x="54560" y="74996"/>
                  <a:pt x="54161" y="74996"/>
                </a:cubicBezTo>
                <a:cubicBezTo>
                  <a:pt x="52361" y="74996"/>
                  <a:pt x="50720" y="73824"/>
                  <a:pt x="50173" y="72024"/>
                </a:cubicBezTo>
                <a:lnTo>
                  <a:pt x="48560" y="66665"/>
                </a:lnTo>
                <a:lnTo>
                  <a:pt x="34774" y="66665"/>
                </a:lnTo>
                <a:lnTo>
                  <a:pt x="33161" y="72024"/>
                </a:lnTo>
                <a:cubicBezTo>
                  <a:pt x="32494" y="74224"/>
                  <a:pt x="30200" y="75464"/>
                  <a:pt x="27973" y="74824"/>
                </a:cubicBezTo>
                <a:cubicBezTo>
                  <a:pt x="25774" y="74157"/>
                  <a:pt x="24534" y="71837"/>
                  <a:pt x="25173" y="69638"/>
                </a:cubicBezTo>
                <a:lnTo>
                  <a:pt x="37667" y="27976"/>
                </a:lnTo>
                <a:cubicBezTo>
                  <a:pt x="38200" y="26203"/>
                  <a:pt x="39827" y="25004"/>
                  <a:pt x="41667" y="25004"/>
                </a:cubicBezTo>
                <a:close/>
                <a:moveTo>
                  <a:pt x="68054" y="29163"/>
                </a:moveTo>
                <a:cubicBezTo>
                  <a:pt x="71107" y="29163"/>
                  <a:pt x="73614" y="31669"/>
                  <a:pt x="73614" y="34722"/>
                </a:cubicBezTo>
                <a:cubicBezTo>
                  <a:pt x="73614" y="37775"/>
                  <a:pt x="71107" y="40281"/>
                  <a:pt x="68054" y="40281"/>
                </a:cubicBezTo>
                <a:cubicBezTo>
                  <a:pt x="65000" y="40281"/>
                  <a:pt x="62494" y="37775"/>
                  <a:pt x="62494" y="34722"/>
                </a:cubicBezTo>
                <a:cubicBezTo>
                  <a:pt x="62494" y="31669"/>
                  <a:pt x="65000" y="29163"/>
                  <a:pt x="68054" y="29163"/>
                </a:cubicBezTo>
                <a:close/>
                <a:moveTo>
                  <a:pt x="41667" y="43667"/>
                </a:moveTo>
                <a:lnTo>
                  <a:pt x="37280" y="58333"/>
                </a:lnTo>
                <a:lnTo>
                  <a:pt x="46053" y="58333"/>
                </a:lnTo>
                <a:lnTo>
                  <a:pt x="41667" y="43667"/>
                </a:lnTo>
                <a:close/>
                <a:moveTo>
                  <a:pt x="68054" y="44441"/>
                </a:moveTo>
                <a:cubicBezTo>
                  <a:pt x="70361" y="44441"/>
                  <a:pt x="72227" y="46308"/>
                  <a:pt x="72227" y="48613"/>
                </a:cubicBezTo>
                <a:lnTo>
                  <a:pt x="72227" y="70824"/>
                </a:lnTo>
                <a:cubicBezTo>
                  <a:pt x="72227" y="73130"/>
                  <a:pt x="70361" y="74996"/>
                  <a:pt x="68054" y="74996"/>
                </a:cubicBezTo>
                <a:cubicBezTo>
                  <a:pt x="65747" y="74996"/>
                  <a:pt x="63893" y="73130"/>
                  <a:pt x="63893" y="70824"/>
                </a:cubicBezTo>
                <a:lnTo>
                  <a:pt x="63893" y="48613"/>
                </a:lnTo>
                <a:cubicBezTo>
                  <a:pt x="63893" y="46308"/>
                  <a:pt x="65747" y="44441"/>
                  <a:pt x="68054" y="4444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4" name="Чёрный — SVG 55">
            <a:extLst>
              <a:ext uri="{FF2B5EF4-FFF2-40B4-BE49-F238E27FC236}">
                <a16:creationId xmlns:a16="http://schemas.microsoft.com/office/drawing/2014/main" id="{78079E57-3E99-184C-A131-E8F3E310C989}"/>
              </a:ext>
            </a:extLst>
          </p:cNvPr>
          <p:cNvSpPr>
            <a:spLocks noGrp="1"/>
          </p:cNvSpPr>
          <p:nvPr/>
        </p:nvSpPr>
        <p:spPr>
          <a:xfrm>
            <a:off x="420000" y="3730000"/>
            <a:ext cx="220000" cy="220000"/>
          </a:xfrm>
          <a:custGeom>
            <a:avLst/>
            <a:gdLst>
              <a:gd name="csX0" fmla="*/ 63644 w 141641"/>
              <a:gd name="csY0" fmla="*/ 4491 h 141621"/>
              <a:gd name="csX1" fmla="*/ 70340 w 141641"/>
              <a:gd name="csY1" fmla="*/ 18984 h 141621"/>
              <a:gd name="csX2" fmla="*/ 94233 w 141641"/>
              <a:gd name="csY2" fmla="*/ 42885 h 141621"/>
              <a:gd name="csX3" fmla="*/ 108726 w 141641"/>
              <a:gd name="csY3" fmla="*/ 49570 h 141621"/>
              <a:gd name="csX4" fmla="*/ 108726 w 141641"/>
              <a:gd name="csY4" fmla="*/ 63638 h 141621"/>
              <a:gd name="csX5" fmla="*/ 94233 w 141641"/>
              <a:gd name="csY5" fmla="*/ 70324 h 141621"/>
              <a:gd name="csX6" fmla="*/ 70340 w 141641"/>
              <a:gd name="csY6" fmla="*/ 94224 h 141621"/>
              <a:gd name="csX7" fmla="*/ 63644 w 141641"/>
              <a:gd name="csY7" fmla="*/ 108718 h 141621"/>
              <a:gd name="csX8" fmla="*/ 49580 w 141641"/>
              <a:gd name="csY8" fmla="*/ 108718 h 141621"/>
              <a:gd name="csX9" fmla="*/ 42885 w 141641"/>
              <a:gd name="csY9" fmla="*/ 94224 h 141621"/>
              <a:gd name="csX10" fmla="*/ 18991 w 141641"/>
              <a:gd name="csY10" fmla="*/ 70324 h 141621"/>
              <a:gd name="csX11" fmla="*/ 4498 w 141641"/>
              <a:gd name="csY11" fmla="*/ 63638 h 141621"/>
              <a:gd name="csX12" fmla="*/ 4498 w 141641"/>
              <a:gd name="csY12" fmla="*/ 49570 h 141621"/>
              <a:gd name="csX13" fmla="*/ 18991 w 141641"/>
              <a:gd name="csY13" fmla="*/ 42885 h 141621"/>
              <a:gd name="csX14" fmla="*/ 42885 w 141641"/>
              <a:gd name="csY14" fmla="*/ 18984 h 141621"/>
              <a:gd name="csX15" fmla="*/ 49580 w 141641"/>
              <a:gd name="csY15" fmla="*/ 4491 h 141621"/>
              <a:gd name="csX16" fmla="*/ 63644 w 141641"/>
              <a:gd name="csY16" fmla="*/ 4491 h 141621"/>
              <a:gd name="csX17" fmla="*/ 112246 w 141641"/>
              <a:gd name="csY17" fmla="*/ 138368 h 141621"/>
              <a:gd name="csX18" fmla="*/ 110658 w 141641"/>
              <a:gd name="csY18" fmla="*/ 133979 h 141621"/>
              <a:gd name="csX19" fmla="*/ 99748 w 141641"/>
              <a:gd name="csY19" fmla="*/ 123058 h 141621"/>
              <a:gd name="csX20" fmla="*/ 95346 w 141641"/>
              <a:gd name="csY20" fmla="*/ 121476 h 141621"/>
              <a:gd name="csX21" fmla="*/ 95346 w 141641"/>
              <a:gd name="csY21" fmla="*/ 112222 h 141621"/>
              <a:gd name="csX22" fmla="*/ 99748 w 141641"/>
              <a:gd name="csY22" fmla="*/ 110640 h 141621"/>
              <a:gd name="csX23" fmla="*/ 110658 w 141641"/>
              <a:gd name="csY23" fmla="*/ 99736 h 141621"/>
              <a:gd name="csX24" fmla="*/ 112246 w 141641"/>
              <a:gd name="csY24" fmla="*/ 95330 h 141621"/>
              <a:gd name="csX25" fmla="*/ 121493 w 141641"/>
              <a:gd name="csY25" fmla="*/ 95330 h 141621"/>
              <a:gd name="csX26" fmla="*/ 123081 w 141641"/>
              <a:gd name="csY26" fmla="*/ 99736 h 141621"/>
              <a:gd name="csX27" fmla="*/ 133991 w 141641"/>
              <a:gd name="csY27" fmla="*/ 110640 h 141621"/>
              <a:gd name="csX28" fmla="*/ 138394 w 141641"/>
              <a:gd name="csY28" fmla="*/ 112222 h 141621"/>
              <a:gd name="csX29" fmla="*/ 138394 w 141641"/>
              <a:gd name="csY29" fmla="*/ 121476 h 141621"/>
              <a:gd name="csX30" fmla="*/ 133991 w 141641"/>
              <a:gd name="csY30" fmla="*/ 123058 h 141621"/>
              <a:gd name="csX31" fmla="*/ 123081 w 141641"/>
              <a:gd name="csY31" fmla="*/ 133979 h 141621"/>
              <a:gd name="csX32" fmla="*/ 121493 w 141641"/>
              <a:gd name="csY32" fmla="*/ 138368 h 141621"/>
              <a:gd name="csX33" fmla="*/ 112246 w 141641"/>
              <a:gd name="csY33" fmla="*/ 138368 h 141621"/>
            </a:gdLst>
            <a:ahLst/>
            <a:cxnLst/>
            <a:rect l="l" t="t" r="r" b="b"/>
            <a:pathLst>
              <a:path w="100000" h="100000">
                <a:moveTo>
                  <a:pt x="44933" y="3178"/>
                </a:moveTo>
                <a:lnTo>
                  <a:pt x="49661" y="13410"/>
                </a:lnTo>
                <a:cubicBezTo>
                  <a:pt x="53101" y="20856"/>
                  <a:pt x="59082" y="26838"/>
                  <a:pt x="66529" y="30284"/>
                </a:cubicBezTo>
                <a:lnTo>
                  <a:pt x="76762" y="35004"/>
                </a:lnTo>
                <a:cubicBezTo>
                  <a:pt x="80996" y="36962"/>
                  <a:pt x="80996" y="42979"/>
                  <a:pt x="76762" y="44936"/>
                </a:cubicBezTo>
                <a:lnTo>
                  <a:pt x="66529" y="49657"/>
                </a:lnTo>
                <a:cubicBezTo>
                  <a:pt x="59080" y="53103"/>
                  <a:pt x="53099" y="59084"/>
                  <a:pt x="49661" y="66530"/>
                </a:cubicBezTo>
                <a:lnTo>
                  <a:pt x="44933" y="76763"/>
                </a:lnTo>
                <a:cubicBezTo>
                  <a:pt x="42977" y="80991"/>
                  <a:pt x="36958" y="80991"/>
                  <a:pt x="35004" y="76763"/>
                </a:cubicBezTo>
                <a:lnTo>
                  <a:pt x="30277" y="66530"/>
                </a:lnTo>
                <a:cubicBezTo>
                  <a:pt x="26836" y="59084"/>
                  <a:pt x="20856" y="53103"/>
                  <a:pt x="13408" y="49657"/>
                </a:cubicBezTo>
                <a:lnTo>
                  <a:pt x="3176" y="44936"/>
                </a:lnTo>
                <a:cubicBezTo>
                  <a:pt x="-1058" y="42979"/>
                  <a:pt x="-1058" y="36962"/>
                  <a:pt x="3176" y="35004"/>
                </a:cubicBezTo>
                <a:lnTo>
                  <a:pt x="13408" y="30284"/>
                </a:lnTo>
                <a:cubicBezTo>
                  <a:pt x="20858" y="26838"/>
                  <a:pt x="26838" y="20856"/>
                  <a:pt x="30277" y="13410"/>
                </a:cubicBezTo>
                <a:lnTo>
                  <a:pt x="35004" y="3178"/>
                </a:lnTo>
                <a:cubicBezTo>
                  <a:pt x="36958" y="-1050"/>
                  <a:pt x="42979" y="-1050"/>
                  <a:pt x="44933" y="3178"/>
                </a:cubicBezTo>
                <a:close/>
                <a:moveTo>
                  <a:pt x="79247" y="97696"/>
                </a:moveTo>
                <a:lnTo>
                  <a:pt x="78126" y="94598"/>
                </a:lnTo>
                <a:cubicBezTo>
                  <a:pt x="76832" y="91007"/>
                  <a:pt x="74009" y="88184"/>
                  <a:pt x="70423" y="86887"/>
                </a:cubicBezTo>
                <a:lnTo>
                  <a:pt x="67315" y="85770"/>
                </a:lnTo>
                <a:cubicBezTo>
                  <a:pt x="64258" y="84665"/>
                  <a:pt x="64258" y="80342"/>
                  <a:pt x="67315" y="79237"/>
                </a:cubicBezTo>
                <a:lnTo>
                  <a:pt x="70423" y="78120"/>
                </a:lnTo>
                <a:cubicBezTo>
                  <a:pt x="74009" y="76823"/>
                  <a:pt x="76832" y="74000"/>
                  <a:pt x="78126" y="70422"/>
                </a:cubicBezTo>
                <a:lnTo>
                  <a:pt x="79247" y="67311"/>
                </a:lnTo>
                <a:cubicBezTo>
                  <a:pt x="80350" y="64260"/>
                  <a:pt x="84672" y="64260"/>
                  <a:pt x="85775" y="67311"/>
                </a:cubicBezTo>
                <a:lnTo>
                  <a:pt x="86896" y="70422"/>
                </a:lnTo>
                <a:cubicBezTo>
                  <a:pt x="88191" y="74000"/>
                  <a:pt x="91013" y="76823"/>
                  <a:pt x="94599" y="78120"/>
                </a:cubicBezTo>
                <a:lnTo>
                  <a:pt x="97708" y="79237"/>
                </a:lnTo>
                <a:cubicBezTo>
                  <a:pt x="100765" y="80342"/>
                  <a:pt x="100765" y="84665"/>
                  <a:pt x="97708" y="85770"/>
                </a:cubicBezTo>
                <a:lnTo>
                  <a:pt x="94599" y="86887"/>
                </a:lnTo>
                <a:cubicBezTo>
                  <a:pt x="91013" y="88184"/>
                  <a:pt x="88191" y="91007"/>
                  <a:pt x="86896" y="94598"/>
                </a:cubicBezTo>
                <a:lnTo>
                  <a:pt x="85775" y="97696"/>
                </a:lnTo>
                <a:cubicBezTo>
                  <a:pt x="84672" y="100759"/>
                  <a:pt x="80348" y="100759"/>
                  <a:pt x="79247" y="9769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5" name="Чёрный — SVG 56">
            <a:extLst>
              <a:ext uri="{FF2B5EF4-FFF2-40B4-BE49-F238E27FC236}">
                <a16:creationId xmlns:a16="http://schemas.microsoft.com/office/drawing/2014/main" id="{347F88B9-045F-834B-A3F5-38D1D9BE7E88}"/>
              </a:ext>
            </a:extLst>
          </p:cNvPr>
          <p:cNvSpPr>
            <a:spLocks noGrp="1"/>
          </p:cNvSpPr>
          <p:nvPr/>
        </p:nvSpPr>
        <p:spPr>
          <a:xfrm>
            <a:off x="1020000" y="3730000"/>
            <a:ext cx="220000" cy="220000"/>
          </a:xfrm>
          <a:custGeom>
            <a:avLst/>
            <a:gdLst>
              <a:gd name="csX0" fmla="*/ 95700 w 145315"/>
              <a:gd name="csY0" fmla="*/ 0 h 145240"/>
              <a:gd name="csX1" fmla="*/ 91736 w 145315"/>
              <a:gd name="csY1" fmla="*/ 3011 h 145240"/>
              <a:gd name="csX2" fmla="*/ 91396 w 145315"/>
              <a:gd name="csY2" fmla="*/ 4236 h 145240"/>
              <a:gd name="csX3" fmla="*/ 78721 w 145315"/>
              <a:gd name="csY3" fmla="*/ 16909 h 145240"/>
              <a:gd name="csX4" fmla="*/ 77513 w 145315"/>
              <a:gd name="csY4" fmla="*/ 17249 h 145240"/>
              <a:gd name="csX5" fmla="*/ 77513 w 145315"/>
              <a:gd name="csY5" fmla="*/ 25177 h 145240"/>
              <a:gd name="csX6" fmla="*/ 78721 w 145315"/>
              <a:gd name="csY6" fmla="*/ 25500 h 145240"/>
              <a:gd name="csX7" fmla="*/ 91396 w 145315"/>
              <a:gd name="csY7" fmla="*/ 38173 h 145240"/>
              <a:gd name="csX8" fmla="*/ 91736 w 145315"/>
              <a:gd name="csY8" fmla="*/ 39398 h 145240"/>
              <a:gd name="csX9" fmla="*/ 99664 w 145315"/>
              <a:gd name="csY9" fmla="*/ 39398 h 145240"/>
              <a:gd name="csX10" fmla="*/ 100005 w 145315"/>
              <a:gd name="csY10" fmla="*/ 38173 h 145240"/>
              <a:gd name="csX11" fmla="*/ 112680 w 145315"/>
              <a:gd name="csY11" fmla="*/ 25500 h 145240"/>
              <a:gd name="csX12" fmla="*/ 113888 w 145315"/>
              <a:gd name="csY12" fmla="*/ 25177 h 145240"/>
              <a:gd name="csX13" fmla="*/ 113888 w 145315"/>
              <a:gd name="csY13" fmla="*/ 17249 h 145240"/>
              <a:gd name="csX14" fmla="*/ 112680 w 145315"/>
              <a:gd name="csY14" fmla="*/ 16909 h 145240"/>
              <a:gd name="csX15" fmla="*/ 100005 w 145315"/>
              <a:gd name="csY15" fmla="*/ 4236 h 145240"/>
              <a:gd name="csX16" fmla="*/ 99664 w 145315"/>
              <a:gd name="csY16" fmla="*/ 3011 h 145240"/>
              <a:gd name="csX17" fmla="*/ 95700 w 145315"/>
              <a:gd name="csY17" fmla="*/ 0 h 145240"/>
              <a:gd name="csX18" fmla="*/ 19497 w 145315"/>
              <a:gd name="csY18" fmla="*/ 17657 h 145240"/>
              <a:gd name="csX19" fmla="*/ 0 w 145315"/>
              <a:gd name="csY19" fmla="*/ 37152 h 145240"/>
              <a:gd name="csX20" fmla="*/ 0 w 145315"/>
              <a:gd name="csY20" fmla="*/ 119928 h 145240"/>
              <a:gd name="csX21" fmla="*/ 31951 w 145315"/>
              <a:gd name="csY21" fmla="*/ 89036 h 145240"/>
              <a:gd name="csX22" fmla="*/ 51891 w 145315"/>
              <a:gd name="csY22" fmla="*/ 89036 h 145240"/>
              <a:gd name="csX23" fmla="*/ 59156 w 145315"/>
              <a:gd name="csY23" fmla="*/ 96062 h 145240"/>
              <a:gd name="csX24" fmla="*/ 81052 w 145315"/>
              <a:gd name="csY24" fmla="*/ 74866 h 145240"/>
              <a:gd name="csX25" fmla="*/ 100992 w 145315"/>
              <a:gd name="csY25" fmla="*/ 74866 h 145240"/>
              <a:gd name="csX26" fmla="*/ 127601 w 145315"/>
              <a:gd name="csY26" fmla="*/ 100603 h 145240"/>
              <a:gd name="csX27" fmla="*/ 127601 w 145315"/>
              <a:gd name="csY27" fmla="*/ 59522 h 145240"/>
              <a:gd name="csX28" fmla="*/ 121731 w 145315"/>
              <a:gd name="csY28" fmla="*/ 52394 h 145240"/>
              <a:gd name="csX29" fmla="*/ 121391 w 145315"/>
              <a:gd name="csY29" fmla="*/ 50625 h 145240"/>
              <a:gd name="csX30" fmla="*/ 119451 w 145315"/>
              <a:gd name="csY30" fmla="*/ 48703 h 145240"/>
              <a:gd name="csX31" fmla="*/ 117682 w 145315"/>
              <a:gd name="csY31" fmla="*/ 48345 h 145240"/>
              <a:gd name="csX32" fmla="*/ 109873 w 145315"/>
              <a:gd name="csY32" fmla="*/ 38921 h 145240"/>
              <a:gd name="csX33" fmla="*/ 111217 w 145315"/>
              <a:gd name="csY33" fmla="*/ 34005 h 145240"/>
              <a:gd name="csX34" fmla="*/ 106844 w 145315"/>
              <a:gd name="csY34" fmla="*/ 40061 h 145240"/>
              <a:gd name="csX35" fmla="*/ 106504 w 145315"/>
              <a:gd name="csY35" fmla="*/ 41286 h 145240"/>
              <a:gd name="csX36" fmla="*/ 95700 w 145315"/>
              <a:gd name="csY36" fmla="*/ 49520 h 145240"/>
              <a:gd name="csX37" fmla="*/ 84897 w 145315"/>
              <a:gd name="csY37" fmla="*/ 41286 h 145240"/>
              <a:gd name="csX38" fmla="*/ 84574 w 145315"/>
              <a:gd name="csY38" fmla="*/ 40061 h 145240"/>
              <a:gd name="csX39" fmla="*/ 76850 w 145315"/>
              <a:gd name="csY39" fmla="*/ 32338 h 145240"/>
              <a:gd name="csX40" fmla="*/ 75625 w 145315"/>
              <a:gd name="csY40" fmla="*/ 32015 h 145240"/>
              <a:gd name="csX41" fmla="*/ 67407 w 145315"/>
              <a:gd name="csY41" fmla="*/ 21213 h 145240"/>
              <a:gd name="csX42" fmla="*/ 67968 w 145315"/>
              <a:gd name="csY42" fmla="*/ 17657 h 145240"/>
              <a:gd name="csX43" fmla="*/ 19497 w 145315"/>
              <a:gd name="csY43" fmla="*/ 17657 h 145240"/>
              <a:gd name="csX44" fmla="*/ 131139 w 145315"/>
              <a:gd name="csY44" fmla="*/ 24751 h 145240"/>
              <a:gd name="csX45" fmla="*/ 128689 w 145315"/>
              <a:gd name="csY45" fmla="*/ 26775 h 145240"/>
              <a:gd name="csX46" fmla="*/ 128349 w 145315"/>
              <a:gd name="csY46" fmla="*/ 28562 h 145240"/>
              <a:gd name="csX47" fmla="*/ 120778 w 145315"/>
              <a:gd name="csY47" fmla="*/ 36132 h 145240"/>
              <a:gd name="csX48" fmla="*/ 119009 w 145315"/>
              <a:gd name="csY48" fmla="*/ 36472 h 145240"/>
              <a:gd name="csX49" fmla="*/ 119009 w 145315"/>
              <a:gd name="csY49" fmla="*/ 41371 h 145240"/>
              <a:gd name="csX50" fmla="*/ 120778 w 145315"/>
              <a:gd name="csY50" fmla="*/ 41711 h 145240"/>
              <a:gd name="csX51" fmla="*/ 128349 w 145315"/>
              <a:gd name="csY51" fmla="*/ 49281 h 145240"/>
              <a:gd name="csX52" fmla="*/ 128689 w 145315"/>
              <a:gd name="csY52" fmla="*/ 51067 h 145240"/>
              <a:gd name="csX53" fmla="*/ 133606 w 145315"/>
              <a:gd name="csY53" fmla="*/ 51067 h 145240"/>
              <a:gd name="csX54" fmla="*/ 133947 w 145315"/>
              <a:gd name="csY54" fmla="*/ 49281 h 145240"/>
              <a:gd name="csX55" fmla="*/ 141501 w 145315"/>
              <a:gd name="csY55" fmla="*/ 41711 h 145240"/>
              <a:gd name="csX56" fmla="*/ 143287 w 145315"/>
              <a:gd name="csY56" fmla="*/ 41371 h 145240"/>
              <a:gd name="csX57" fmla="*/ 143287 w 145315"/>
              <a:gd name="csY57" fmla="*/ 36472 h 145240"/>
              <a:gd name="csX58" fmla="*/ 141501 w 145315"/>
              <a:gd name="csY58" fmla="*/ 36132 h 145240"/>
              <a:gd name="csX59" fmla="*/ 133947 w 145315"/>
              <a:gd name="csY59" fmla="*/ 28562 h 145240"/>
              <a:gd name="csX60" fmla="*/ 133606 w 145315"/>
              <a:gd name="csY60" fmla="*/ 26775 h 145240"/>
              <a:gd name="csX61" fmla="*/ 131139 w 145315"/>
              <a:gd name="csY61" fmla="*/ 24751 h 145240"/>
              <a:gd name="csX62" fmla="*/ 40764 w 145315"/>
              <a:gd name="csY62" fmla="*/ 42477 h 145240"/>
              <a:gd name="csX63" fmla="*/ 56706 w 145315"/>
              <a:gd name="csY63" fmla="*/ 58416 h 145240"/>
              <a:gd name="csX64" fmla="*/ 40764 w 145315"/>
              <a:gd name="csY64" fmla="*/ 74373 h 145240"/>
              <a:gd name="csX65" fmla="*/ 24805 w 145315"/>
              <a:gd name="csY65" fmla="*/ 58416 h 145240"/>
              <a:gd name="csX66" fmla="*/ 40764 w 145315"/>
              <a:gd name="csY66" fmla="*/ 42477 h 145240"/>
              <a:gd name="csX67" fmla="*/ 40764 w 145315"/>
              <a:gd name="csY67" fmla="*/ 53109 h 145240"/>
              <a:gd name="csX68" fmla="*/ 37004 w 145315"/>
              <a:gd name="csY68" fmla="*/ 54656 h 145240"/>
              <a:gd name="csX69" fmla="*/ 35439 w 145315"/>
              <a:gd name="csY69" fmla="*/ 58416 h 145240"/>
              <a:gd name="csX70" fmla="*/ 37004 w 145315"/>
              <a:gd name="csY70" fmla="*/ 62176 h 145240"/>
              <a:gd name="csX71" fmla="*/ 40764 w 145315"/>
              <a:gd name="csY71" fmla="*/ 63741 h 145240"/>
              <a:gd name="csX72" fmla="*/ 44524 w 145315"/>
              <a:gd name="csY72" fmla="*/ 62176 h 145240"/>
              <a:gd name="csX73" fmla="*/ 46072 w 145315"/>
              <a:gd name="csY73" fmla="*/ 58416 h 145240"/>
              <a:gd name="csX74" fmla="*/ 44524 w 145315"/>
              <a:gd name="csY74" fmla="*/ 54656 h 145240"/>
              <a:gd name="csX75" fmla="*/ 40764 w 145315"/>
              <a:gd name="csY75" fmla="*/ 53109 h 145240"/>
              <a:gd name="csX76" fmla="*/ 91022 w 145315"/>
              <a:gd name="csY76" fmla="*/ 81483 h 145240"/>
              <a:gd name="csX77" fmla="*/ 88453 w 145315"/>
              <a:gd name="csY77" fmla="*/ 82521 h 145240"/>
              <a:gd name="csX78" fmla="*/ 66795 w 145315"/>
              <a:gd name="csY78" fmla="*/ 103462 h 145240"/>
              <a:gd name="csX79" fmla="*/ 109907 w 145315"/>
              <a:gd name="csY79" fmla="*/ 145156 h 145240"/>
              <a:gd name="csX80" fmla="*/ 127601 w 145315"/>
              <a:gd name="csY80" fmla="*/ 125763 h 145240"/>
              <a:gd name="csX81" fmla="*/ 127601 w 145315"/>
              <a:gd name="csY81" fmla="*/ 115386 h 145240"/>
              <a:gd name="csX82" fmla="*/ 93608 w 145315"/>
              <a:gd name="csY82" fmla="*/ 82521 h 145240"/>
              <a:gd name="csX83" fmla="*/ 91022 w 145315"/>
              <a:gd name="csY83" fmla="*/ 81483 h 145240"/>
              <a:gd name="csX84" fmla="*/ 41921 w 145315"/>
              <a:gd name="csY84" fmla="*/ 95670 h 145240"/>
              <a:gd name="csX85" fmla="*/ 39335 w 145315"/>
              <a:gd name="csY85" fmla="*/ 96674 h 145240"/>
              <a:gd name="csX86" fmla="*/ 1514 w 145315"/>
              <a:gd name="csY86" fmla="*/ 133265 h 145240"/>
              <a:gd name="csX87" fmla="*/ 19497 w 145315"/>
              <a:gd name="csY87" fmla="*/ 145241 h 145240"/>
              <a:gd name="csX88" fmla="*/ 94714 w 145315"/>
              <a:gd name="csY88" fmla="*/ 145241 h 145240"/>
              <a:gd name="csX89" fmla="*/ 44490 w 145315"/>
              <a:gd name="csY89" fmla="*/ 96674 h 145240"/>
              <a:gd name="csX90" fmla="*/ 41921 w 145315"/>
              <a:gd name="csY90" fmla="*/ 95670 h 145240"/>
            </a:gdLst>
            <a:ahLst/>
            <a:cxnLst/>
            <a:rect l="l" t="t" r="r" b="b"/>
            <a:pathLst>
              <a:path w="100000" h="100000">
                <a:moveTo>
                  <a:pt x="65857" y="26"/>
                </a:moveTo>
                <a:cubicBezTo>
                  <a:pt x="64686" y="26"/>
                  <a:pt x="63504" y="717"/>
                  <a:pt x="63129" y="2098"/>
                </a:cubicBezTo>
                <a:lnTo>
                  <a:pt x="62895" y="2941"/>
                </a:lnTo>
                <a:cubicBezTo>
                  <a:pt x="61736" y="7179"/>
                  <a:pt x="58423" y="10491"/>
                  <a:pt x="54173" y="11662"/>
                </a:cubicBezTo>
                <a:lnTo>
                  <a:pt x="53341" y="11896"/>
                </a:lnTo>
                <a:cubicBezTo>
                  <a:pt x="50567" y="12657"/>
                  <a:pt x="50567" y="16591"/>
                  <a:pt x="53341" y="17352"/>
                </a:cubicBezTo>
                <a:lnTo>
                  <a:pt x="54173" y="17574"/>
                </a:lnTo>
                <a:cubicBezTo>
                  <a:pt x="58423" y="18744"/>
                  <a:pt x="61736" y="22057"/>
                  <a:pt x="62895" y="26295"/>
                </a:cubicBezTo>
                <a:lnTo>
                  <a:pt x="63129" y="27138"/>
                </a:lnTo>
                <a:cubicBezTo>
                  <a:pt x="63890" y="29912"/>
                  <a:pt x="67824" y="29912"/>
                  <a:pt x="68585" y="27138"/>
                </a:cubicBezTo>
                <a:lnTo>
                  <a:pt x="68819" y="26295"/>
                </a:lnTo>
                <a:cubicBezTo>
                  <a:pt x="69978" y="22057"/>
                  <a:pt x="73292" y="18744"/>
                  <a:pt x="77542" y="17574"/>
                </a:cubicBezTo>
                <a:lnTo>
                  <a:pt x="78373" y="17352"/>
                </a:lnTo>
                <a:cubicBezTo>
                  <a:pt x="81148" y="16591"/>
                  <a:pt x="81148" y="12657"/>
                  <a:pt x="78373" y="11896"/>
                </a:cubicBezTo>
                <a:lnTo>
                  <a:pt x="77542" y="11662"/>
                </a:lnTo>
                <a:cubicBezTo>
                  <a:pt x="73292" y="10491"/>
                  <a:pt x="69978" y="7179"/>
                  <a:pt x="68819" y="2941"/>
                </a:cubicBezTo>
                <a:lnTo>
                  <a:pt x="68585" y="2098"/>
                </a:lnTo>
                <a:cubicBezTo>
                  <a:pt x="68210" y="717"/>
                  <a:pt x="67028" y="26"/>
                  <a:pt x="65857" y="26"/>
                </a:cubicBezTo>
                <a:close/>
                <a:moveTo>
                  <a:pt x="13417" y="12177"/>
                </a:moveTo>
                <a:cubicBezTo>
                  <a:pt x="6006" y="12177"/>
                  <a:pt x="0" y="18182"/>
                  <a:pt x="0" y="25592"/>
                </a:cubicBezTo>
                <a:lnTo>
                  <a:pt x="0" y="82555"/>
                </a:lnTo>
                <a:lnTo>
                  <a:pt x="21987" y="61297"/>
                </a:lnTo>
                <a:cubicBezTo>
                  <a:pt x="25687" y="57715"/>
                  <a:pt x="32010" y="57715"/>
                  <a:pt x="35709" y="61297"/>
                </a:cubicBezTo>
                <a:lnTo>
                  <a:pt x="40709" y="66132"/>
                </a:lnTo>
                <a:lnTo>
                  <a:pt x="55777" y="51546"/>
                </a:lnTo>
                <a:cubicBezTo>
                  <a:pt x="59488" y="47963"/>
                  <a:pt x="65787" y="47951"/>
                  <a:pt x="69499" y="51546"/>
                </a:cubicBezTo>
                <a:lnTo>
                  <a:pt x="87810" y="69257"/>
                </a:lnTo>
                <a:lnTo>
                  <a:pt x="87810" y="40986"/>
                </a:lnTo>
                <a:cubicBezTo>
                  <a:pt x="85761" y="40179"/>
                  <a:pt x="84204" y="38387"/>
                  <a:pt x="83770" y="36081"/>
                </a:cubicBezTo>
                <a:lnTo>
                  <a:pt x="83536" y="34864"/>
                </a:lnTo>
                <a:cubicBezTo>
                  <a:pt x="83408" y="34185"/>
                  <a:pt x="82881" y="33658"/>
                  <a:pt x="82201" y="33541"/>
                </a:cubicBezTo>
                <a:lnTo>
                  <a:pt x="80984" y="33295"/>
                </a:lnTo>
                <a:cubicBezTo>
                  <a:pt x="77823" y="32698"/>
                  <a:pt x="75610" y="30029"/>
                  <a:pt x="75610" y="26810"/>
                </a:cubicBezTo>
                <a:cubicBezTo>
                  <a:pt x="75610" y="25569"/>
                  <a:pt x="75949" y="24410"/>
                  <a:pt x="76535" y="23427"/>
                </a:cubicBezTo>
                <a:cubicBezTo>
                  <a:pt x="75106" y="24422"/>
                  <a:pt x="73994" y="25874"/>
                  <a:pt x="73526" y="27594"/>
                </a:cubicBezTo>
                <a:lnTo>
                  <a:pt x="73292" y="28437"/>
                </a:lnTo>
                <a:cubicBezTo>
                  <a:pt x="72367" y="31820"/>
                  <a:pt x="69369" y="34103"/>
                  <a:pt x="65857" y="34103"/>
                </a:cubicBezTo>
                <a:cubicBezTo>
                  <a:pt x="62345" y="34103"/>
                  <a:pt x="59359" y="31820"/>
                  <a:pt x="58423" y="28437"/>
                </a:cubicBezTo>
                <a:lnTo>
                  <a:pt x="58200" y="27594"/>
                </a:lnTo>
                <a:cubicBezTo>
                  <a:pt x="57486" y="25031"/>
                  <a:pt x="55461" y="22994"/>
                  <a:pt x="52885" y="22280"/>
                </a:cubicBezTo>
                <a:lnTo>
                  <a:pt x="52042" y="22057"/>
                </a:lnTo>
                <a:cubicBezTo>
                  <a:pt x="48658" y="21121"/>
                  <a:pt x="46387" y="18135"/>
                  <a:pt x="46387" y="14624"/>
                </a:cubicBezTo>
                <a:cubicBezTo>
                  <a:pt x="46387" y="13769"/>
                  <a:pt x="46516" y="12949"/>
                  <a:pt x="46773" y="12177"/>
                </a:cubicBezTo>
                <a:lnTo>
                  <a:pt x="13417" y="12177"/>
                </a:lnTo>
                <a:close/>
                <a:moveTo>
                  <a:pt x="90245" y="17058"/>
                </a:moveTo>
                <a:cubicBezTo>
                  <a:pt x="89495" y="17058"/>
                  <a:pt x="88735" y="17527"/>
                  <a:pt x="88559" y="18451"/>
                </a:cubicBezTo>
                <a:lnTo>
                  <a:pt x="88325" y="19681"/>
                </a:lnTo>
                <a:cubicBezTo>
                  <a:pt x="87822" y="22326"/>
                  <a:pt x="85761" y="24387"/>
                  <a:pt x="83115" y="24890"/>
                </a:cubicBezTo>
                <a:lnTo>
                  <a:pt x="81897" y="25124"/>
                </a:lnTo>
                <a:cubicBezTo>
                  <a:pt x="80024" y="25475"/>
                  <a:pt x="80024" y="28145"/>
                  <a:pt x="81897" y="28496"/>
                </a:cubicBezTo>
                <a:lnTo>
                  <a:pt x="83115" y="28730"/>
                </a:lnTo>
                <a:cubicBezTo>
                  <a:pt x="85761" y="29233"/>
                  <a:pt x="87822" y="31305"/>
                  <a:pt x="88325" y="33939"/>
                </a:cubicBezTo>
                <a:lnTo>
                  <a:pt x="88559" y="35168"/>
                </a:lnTo>
                <a:cubicBezTo>
                  <a:pt x="88910" y="37030"/>
                  <a:pt x="91580" y="37030"/>
                  <a:pt x="91942" y="35168"/>
                </a:cubicBezTo>
                <a:lnTo>
                  <a:pt x="92177" y="33939"/>
                </a:lnTo>
                <a:cubicBezTo>
                  <a:pt x="92680" y="31305"/>
                  <a:pt x="94741" y="29233"/>
                  <a:pt x="97375" y="28730"/>
                </a:cubicBezTo>
                <a:lnTo>
                  <a:pt x="98604" y="28496"/>
                </a:lnTo>
                <a:cubicBezTo>
                  <a:pt x="100466" y="28145"/>
                  <a:pt x="100466" y="25475"/>
                  <a:pt x="98604" y="25124"/>
                </a:cubicBezTo>
                <a:lnTo>
                  <a:pt x="97375" y="24890"/>
                </a:lnTo>
                <a:cubicBezTo>
                  <a:pt x="94741" y="24387"/>
                  <a:pt x="92680" y="22326"/>
                  <a:pt x="92177" y="19681"/>
                </a:cubicBezTo>
                <a:lnTo>
                  <a:pt x="91942" y="18451"/>
                </a:lnTo>
                <a:cubicBezTo>
                  <a:pt x="91767" y="17527"/>
                  <a:pt x="91006" y="17058"/>
                  <a:pt x="90245" y="17058"/>
                </a:cubicBezTo>
                <a:close/>
                <a:moveTo>
                  <a:pt x="28052" y="29257"/>
                </a:moveTo>
                <a:cubicBezTo>
                  <a:pt x="34105" y="29257"/>
                  <a:pt x="39023" y="34173"/>
                  <a:pt x="39023" y="40225"/>
                </a:cubicBezTo>
                <a:cubicBezTo>
                  <a:pt x="39023" y="46278"/>
                  <a:pt x="34105" y="51206"/>
                  <a:pt x="28052" y="51206"/>
                </a:cubicBezTo>
                <a:cubicBezTo>
                  <a:pt x="21999" y="51206"/>
                  <a:pt x="17070" y="46278"/>
                  <a:pt x="17070" y="40225"/>
                </a:cubicBezTo>
                <a:cubicBezTo>
                  <a:pt x="17070" y="34173"/>
                  <a:pt x="21999" y="29257"/>
                  <a:pt x="28052" y="29257"/>
                </a:cubicBezTo>
                <a:close/>
                <a:moveTo>
                  <a:pt x="28052" y="36573"/>
                </a:moveTo>
                <a:cubicBezTo>
                  <a:pt x="27080" y="36573"/>
                  <a:pt x="26144" y="36959"/>
                  <a:pt x="25465" y="37638"/>
                </a:cubicBezTo>
                <a:cubicBezTo>
                  <a:pt x="24774" y="38329"/>
                  <a:pt x="24388" y="39254"/>
                  <a:pt x="24388" y="40225"/>
                </a:cubicBezTo>
                <a:cubicBezTo>
                  <a:pt x="24388" y="41197"/>
                  <a:pt x="24774" y="42134"/>
                  <a:pt x="25465" y="42813"/>
                </a:cubicBezTo>
                <a:cubicBezTo>
                  <a:pt x="26144" y="43503"/>
                  <a:pt x="27080" y="43890"/>
                  <a:pt x="28052" y="43890"/>
                </a:cubicBezTo>
                <a:cubicBezTo>
                  <a:pt x="29024" y="43890"/>
                  <a:pt x="29949" y="43503"/>
                  <a:pt x="30640" y="42813"/>
                </a:cubicBezTo>
                <a:cubicBezTo>
                  <a:pt x="31319" y="42134"/>
                  <a:pt x="31705" y="41197"/>
                  <a:pt x="31705" y="40225"/>
                </a:cubicBezTo>
                <a:cubicBezTo>
                  <a:pt x="31705" y="39254"/>
                  <a:pt x="31319" y="38329"/>
                  <a:pt x="30640" y="37638"/>
                </a:cubicBezTo>
                <a:cubicBezTo>
                  <a:pt x="29949" y="36959"/>
                  <a:pt x="29024" y="36573"/>
                  <a:pt x="28052" y="36573"/>
                </a:cubicBezTo>
                <a:close/>
                <a:moveTo>
                  <a:pt x="62638" y="56099"/>
                </a:moveTo>
                <a:cubicBezTo>
                  <a:pt x="61994" y="56099"/>
                  <a:pt x="61349" y="56346"/>
                  <a:pt x="60870" y="56813"/>
                </a:cubicBezTo>
                <a:lnTo>
                  <a:pt x="45966" y="71224"/>
                </a:lnTo>
                <a:lnTo>
                  <a:pt x="75634" y="99916"/>
                </a:lnTo>
                <a:cubicBezTo>
                  <a:pt x="82459" y="99296"/>
                  <a:pt x="87810" y="93548"/>
                  <a:pt x="87810" y="86571"/>
                </a:cubicBezTo>
                <a:lnTo>
                  <a:pt x="87810" y="79430"/>
                </a:lnTo>
                <a:lnTo>
                  <a:pt x="64417" y="56813"/>
                </a:lnTo>
                <a:cubicBezTo>
                  <a:pt x="63925" y="56346"/>
                  <a:pt x="63282" y="56099"/>
                  <a:pt x="62638" y="56099"/>
                </a:cubicBezTo>
                <a:close/>
                <a:moveTo>
                  <a:pt x="28848" y="65862"/>
                </a:moveTo>
                <a:cubicBezTo>
                  <a:pt x="28193" y="65862"/>
                  <a:pt x="27549" y="66097"/>
                  <a:pt x="27069" y="66553"/>
                </a:cubicBezTo>
                <a:lnTo>
                  <a:pt x="1042" y="91733"/>
                </a:lnTo>
                <a:cubicBezTo>
                  <a:pt x="3068" y="96580"/>
                  <a:pt x="7844" y="99975"/>
                  <a:pt x="13417" y="99975"/>
                </a:cubicBezTo>
                <a:lnTo>
                  <a:pt x="65178" y="99975"/>
                </a:lnTo>
                <a:lnTo>
                  <a:pt x="30616" y="66553"/>
                </a:lnTo>
                <a:cubicBezTo>
                  <a:pt x="30136" y="66097"/>
                  <a:pt x="29492" y="65862"/>
                  <a:pt x="28848" y="6586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6" name="Чёрный — SVG 57">
            <a:extLst>
              <a:ext uri="{FF2B5EF4-FFF2-40B4-BE49-F238E27FC236}">
                <a16:creationId xmlns:a16="http://schemas.microsoft.com/office/drawing/2014/main" id="{456FFB0B-C954-1C4C-9283-873A0EB7AA6B}"/>
              </a:ext>
            </a:extLst>
          </p:cNvPr>
          <p:cNvSpPr>
            <a:spLocks noGrp="1"/>
          </p:cNvSpPr>
          <p:nvPr/>
        </p:nvSpPr>
        <p:spPr>
          <a:xfrm>
            <a:off x="1620000" y="3730000"/>
            <a:ext cx="220000" cy="220000"/>
          </a:xfrm>
          <a:custGeom>
            <a:avLst/>
            <a:gdLst>
              <a:gd name="csX0" fmla="*/ 47774 w 141630"/>
              <a:gd name="csY0" fmla="*/ 32013 h 149219"/>
              <a:gd name="csX1" fmla="*/ 54825 w 141630"/>
              <a:gd name="csY1" fmla="*/ 35568 h 149219"/>
              <a:gd name="csX2" fmla="*/ 67270 w 141630"/>
              <a:gd name="csY2" fmla="*/ 35568 h 149219"/>
              <a:gd name="csX3" fmla="*/ 67270 w 141630"/>
              <a:gd name="csY3" fmla="*/ 8742 h 149219"/>
              <a:gd name="csX4" fmla="*/ 62399 w 141630"/>
              <a:gd name="csY4" fmla="*/ 1682 h 149219"/>
              <a:gd name="csX5" fmla="*/ 57177 w 141630"/>
              <a:gd name="csY5" fmla="*/ 406 h 149219"/>
              <a:gd name="csX6" fmla="*/ 39198 w 141630"/>
              <a:gd name="csY6" fmla="*/ 4710 h 149219"/>
              <a:gd name="csX7" fmla="*/ 31873 w 141630"/>
              <a:gd name="csY7" fmla="*/ 23116 h 149219"/>
              <a:gd name="csX8" fmla="*/ 16 w 141630"/>
              <a:gd name="csY8" fmla="*/ 58550 h 149219"/>
              <a:gd name="csX9" fmla="*/ 5368 w 141630"/>
              <a:gd name="csY9" fmla="*/ 81634 h 149219"/>
              <a:gd name="csX10" fmla="*/ 17647 w 141630"/>
              <a:gd name="csY10" fmla="*/ 81634 h 149219"/>
              <a:gd name="csX11" fmla="*/ 17647 w 141630"/>
              <a:gd name="csY11" fmla="*/ 72772 h 149219"/>
              <a:gd name="csX12" fmla="*/ 22964 w 141630"/>
              <a:gd name="csY12" fmla="*/ 67464 h 149219"/>
              <a:gd name="csX13" fmla="*/ 37180 w 141630"/>
              <a:gd name="csY13" fmla="*/ 67464 h 149219"/>
              <a:gd name="csX14" fmla="*/ 44230 w 141630"/>
              <a:gd name="csY14" fmla="*/ 63909 h 149219"/>
              <a:gd name="csX15" fmla="*/ 53091 w 141630"/>
              <a:gd name="csY15" fmla="*/ 72772 h 149219"/>
              <a:gd name="csX16" fmla="*/ 44230 w 141630"/>
              <a:gd name="csY16" fmla="*/ 81634 h 149219"/>
              <a:gd name="csX17" fmla="*/ 37180 w 141630"/>
              <a:gd name="csY17" fmla="*/ 78096 h 149219"/>
              <a:gd name="csX18" fmla="*/ 28280 w 141630"/>
              <a:gd name="csY18" fmla="*/ 78096 h 149219"/>
              <a:gd name="csX19" fmla="*/ 28280 w 141630"/>
              <a:gd name="csY19" fmla="*/ 86959 h 149219"/>
              <a:gd name="csX20" fmla="*/ 22964 w 141630"/>
              <a:gd name="csY20" fmla="*/ 92266 h 149219"/>
              <a:gd name="csX21" fmla="*/ 5472 w 141630"/>
              <a:gd name="csY21" fmla="*/ 92266 h 149219"/>
              <a:gd name="csX22" fmla="*/ 5174 w 141630"/>
              <a:gd name="csY22" fmla="*/ 96315 h 149219"/>
              <a:gd name="csX23" fmla="*/ 32033 w 141630"/>
              <a:gd name="csY23" fmla="*/ 130830 h 149219"/>
              <a:gd name="csX24" fmla="*/ 56519 w 141630"/>
              <a:gd name="csY24" fmla="*/ 149219 h 149219"/>
              <a:gd name="csX25" fmla="*/ 56752 w 141630"/>
              <a:gd name="csY25" fmla="*/ 149219 h 149219"/>
              <a:gd name="csX26" fmla="*/ 61616 w 141630"/>
              <a:gd name="csY26" fmla="*/ 148709 h 149219"/>
              <a:gd name="csX27" fmla="*/ 67270 w 141630"/>
              <a:gd name="csY27" fmla="*/ 141428 h 149219"/>
              <a:gd name="csX28" fmla="*/ 67270 w 141630"/>
              <a:gd name="csY28" fmla="*/ 117069 h 149219"/>
              <a:gd name="csX29" fmla="*/ 54825 w 141630"/>
              <a:gd name="csY29" fmla="*/ 117069 h 149219"/>
              <a:gd name="csX30" fmla="*/ 47774 w 141630"/>
              <a:gd name="csY30" fmla="*/ 120624 h 149219"/>
              <a:gd name="csX31" fmla="*/ 38914 w 141630"/>
              <a:gd name="csY31" fmla="*/ 111761 h 149219"/>
              <a:gd name="csX32" fmla="*/ 47774 w 141630"/>
              <a:gd name="csY32" fmla="*/ 102898 h 149219"/>
              <a:gd name="csX33" fmla="*/ 54825 w 141630"/>
              <a:gd name="csY33" fmla="*/ 106437 h 149219"/>
              <a:gd name="csX34" fmla="*/ 67270 w 141630"/>
              <a:gd name="csY34" fmla="*/ 106437 h 149219"/>
              <a:gd name="csX35" fmla="*/ 67270 w 141630"/>
              <a:gd name="csY35" fmla="*/ 46200 h 149219"/>
              <a:gd name="csX36" fmla="*/ 54825 w 141630"/>
              <a:gd name="csY36" fmla="*/ 46200 h 149219"/>
              <a:gd name="csX37" fmla="*/ 47774 w 141630"/>
              <a:gd name="csY37" fmla="*/ 49738 h 149219"/>
              <a:gd name="csX38" fmla="*/ 38914 w 141630"/>
              <a:gd name="csY38" fmla="*/ 40876 h 149219"/>
              <a:gd name="csX39" fmla="*/ 47774 w 141630"/>
              <a:gd name="csY39" fmla="*/ 32013 h 149219"/>
              <a:gd name="csX40" fmla="*/ 141615 w 141630"/>
              <a:gd name="csY40" fmla="*/ 58414 h 149219"/>
              <a:gd name="csX41" fmla="*/ 120437 w 141630"/>
              <a:gd name="csY41" fmla="*/ 28066 h 149219"/>
              <a:gd name="csX42" fmla="*/ 120437 w 141630"/>
              <a:gd name="csY42" fmla="*/ 55063 h 149219"/>
              <a:gd name="csX43" fmla="*/ 115120 w 141630"/>
              <a:gd name="csY43" fmla="*/ 60370 h 149219"/>
              <a:gd name="csX44" fmla="*/ 100902 w 141630"/>
              <a:gd name="csY44" fmla="*/ 60370 h 149219"/>
              <a:gd name="csX45" fmla="*/ 93853 w 141630"/>
              <a:gd name="csY45" fmla="*/ 63909 h 149219"/>
              <a:gd name="csX46" fmla="*/ 84991 w 141630"/>
              <a:gd name="csY46" fmla="*/ 55063 h 149219"/>
              <a:gd name="csX47" fmla="*/ 93853 w 141630"/>
              <a:gd name="csY47" fmla="*/ 46200 h 149219"/>
              <a:gd name="csX48" fmla="*/ 100902 w 141630"/>
              <a:gd name="csY48" fmla="*/ 49738 h 149219"/>
              <a:gd name="csX49" fmla="*/ 109803 w 141630"/>
              <a:gd name="csY49" fmla="*/ 49738 h 149219"/>
              <a:gd name="csX50" fmla="*/ 109803 w 141630"/>
              <a:gd name="csY50" fmla="*/ 23014 h 149219"/>
              <a:gd name="csX51" fmla="*/ 109752 w 141630"/>
              <a:gd name="csY51" fmla="*/ 22997 h 149219"/>
              <a:gd name="csX52" fmla="*/ 102430 w 141630"/>
              <a:gd name="csY52" fmla="*/ 4591 h 149219"/>
              <a:gd name="csX53" fmla="*/ 84453 w 141630"/>
              <a:gd name="csY53" fmla="*/ 287 h 149219"/>
              <a:gd name="csX54" fmla="*/ 79229 w 141630"/>
              <a:gd name="csY54" fmla="*/ 1563 h 149219"/>
              <a:gd name="csX55" fmla="*/ 74358 w 141630"/>
              <a:gd name="csY55" fmla="*/ 8606 h 149219"/>
              <a:gd name="csX56" fmla="*/ 74358 w 141630"/>
              <a:gd name="csY56" fmla="*/ 95805 h 149219"/>
              <a:gd name="csX57" fmla="*/ 99170 w 141630"/>
              <a:gd name="csY57" fmla="*/ 95805 h 149219"/>
              <a:gd name="csX58" fmla="*/ 99170 w 141630"/>
              <a:gd name="csY58" fmla="*/ 90463 h 149219"/>
              <a:gd name="csX59" fmla="*/ 95624 w 141630"/>
              <a:gd name="csY59" fmla="*/ 83404 h 149219"/>
              <a:gd name="csX60" fmla="*/ 104487 w 141630"/>
              <a:gd name="csY60" fmla="*/ 74541 h 149219"/>
              <a:gd name="csX61" fmla="*/ 113347 w 141630"/>
              <a:gd name="csY61" fmla="*/ 83404 h 149219"/>
              <a:gd name="csX62" fmla="*/ 109803 w 141630"/>
              <a:gd name="csY62" fmla="*/ 90463 h 149219"/>
              <a:gd name="csX63" fmla="*/ 109803 w 141630"/>
              <a:gd name="csY63" fmla="*/ 101129 h 149219"/>
              <a:gd name="csX64" fmla="*/ 104487 w 141630"/>
              <a:gd name="csY64" fmla="*/ 106437 h 149219"/>
              <a:gd name="csX65" fmla="*/ 74358 w 141630"/>
              <a:gd name="csY65" fmla="*/ 106437 h 149219"/>
              <a:gd name="csX66" fmla="*/ 74358 w 141630"/>
              <a:gd name="csY66" fmla="*/ 141292 h 149219"/>
              <a:gd name="csX67" fmla="*/ 80011 w 141630"/>
              <a:gd name="csY67" fmla="*/ 148590 h 149219"/>
              <a:gd name="csX68" fmla="*/ 84879 w 141630"/>
              <a:gd name="csY68" fmla="*/ 149100 h 149219"/>
              <a:gd name="csX69" fmla="*/ 85112 w 141630"/>
              <a:gd name="csY69" fmla="*/ 149100 h 149219"/>
              <a:gd name="csX70" fmla="*/ 109598 w 141630"/>
              <a:gd name="csY70" fmla="*/ 130712 h 149219"/>
              <a:gd name="csX71" fmla="*/ 136457 w 141630"/>
              <a:gd name="csY71" fmla="*/ 96196 h 149219"/>
              <a:gd name="csX72" fmla="*/ 134415 w 141630"/>
              <a:gd name="csY72" fmla="*/ 84816 h 149219"/>
              <a:gd name="csX73" fmla="*/ 141615 w 141630"/>
              <a:gd name="csY73" fmla="*/ 58414 h 149219"/>
            </a:gdLst>
            <a:ahLst/>
            <a:cxnLst/>
            <a:rect l="l" t="t" r="r" b="b"/>
            <a:pathLst>
              <a:path w="100000" h="100000">
                <a:moveTo>
                  <a:pt x="34559" y="21454"/>
                </a:moveTo>
                <a:cubicBezTo>
                  <a:pt x="36495" y="21454"/>
                  <a:pt x="38199" y="22400"/>
                  <a:pt x="39284" y="23836"/>
                </a:cubicBezTo>
                <a:lnTo>
                  <a:pt x="47624" y="23836"/>
                </a:lnTo>
                <a:lnTo>
                  <a:pt x="47624" y="5859"/>
                </a:lnTo>
                <a:cubicBezTo>
                  <a:pt x="47624" y="3761"/>
                  <a:pt x="46324" y="1868"/>
                  <a:pt x="44360" y="1127"/>
                </a:cubicBezTo>
                <a:cubicBezTo>
                  <a:pt x="43217" y="706"/>
                  <a:pt x="42040" y="409"/>
                  <a:pt x="40860" y="272"/>
                </a:cubicBezTo>
                <a:cubicBezTo>
                  <a:pt x="37514" y="-115"/>
                  <a:pt x="32616" y="-241"/>
                  <a:pt x="28812" y="3156"/>
                </a:cubicBezTo>
                <a:cubicBezTo>
                  <a:pt x="25882" y="5767"/>
                  <a:pt x="24265" y="9814"/>
                  <a:pt x="23903" y="15491"/>
                </a:cubicBezTo>
                <a:cubicBezTo>
                  <a:pt x="17853" y="17772"/>
                  <a:pt x="3048" y="24817"/>
                  <a:pt x="2554" y="39238"/>
                </a:cubicBezTo>
                <a:cubicBezTo>
                  <a:pt x="2443" y="42510"/>
                  <a:pt x="3167" y="48826"/>
                  <a:pt x="6140" y="54708"/>
                </a:cubicBezTo>
                <a:lnTo>
                  <a:pt x="14369" y="54708"/>
                </a:lnTo>
                <a:lnTo>
                  <a:pt x="14369" y="48769"/>
                </a:lnTo>
                <a:cubicBezTo>
                  <a:pt x="14369" y="46796"/>
                  <a:pt x="15965" y="45211"/>
                  <a:pt x="17932" y="45211"/>
                </a:cubicBezTo>
                <a:lnTo>
                  <a:pt x="27459" y="45211"/>
                </a:lnTo>
                <a:cubicBezTo>
                  <a:pt x="28542" y="43775"/>
                  <a:pt x="30246" y="42829"/>
                  <a:pt x="32184" y="42829"/>
                </a:cubicBezTo>
                <a:cubicBezTo>
                  <a:pt x="35464" y="42829"/>
                  <a:pt x="38122" y="45485"/>
                  <a:pt x="38122" y="48769"/>
                </a:cubicBezTo>
                <a:cubicBezTo>
                  <a:pt x="38122" y="52052"/>
                  <a:pt x="35464" y="54708"/>
                  <a:pt x="32184" y="54708"/>
                </a:cubicBezTo>
                <a:cubicBezTo>
                  <a:pt x="30248" y="54708"/>
                  <a:pt x="28545" y="53773"/>
                  <a:pt x="27459" y="52336"/>
                </a:cubicBezTo>
                <a:lnTo>
                  <a:pt x="21495" y="52336"/>
                </a:lnTo>
                <a:lnTo>
                  <a:pt x="21495" y="58276"/>
                </a:lnTo>
                <a:cubicBezTo>
                  <a:pt x="21495" y="60237"/>
                  <a:pt x="19899" y="61833"/>
                  <a:pt x="17932" y="61833"/>
                </a:cubicBezTo>
                <a:lnTo>
                  <a:pt x="6210" y="61833"/>
                </a:lnTo>
                <a:cubicBezTo>
                  <a:pt x="6094" y="62699"/>
                  <a:pt x="6010" y="63600"/>
                  <a:pt x="6010" y="64546"/>
                </a:cubicBezTo>
                <a:cubicBezTo>
                  <a:pt x="6010" y="79913"/>
                  <a:pt x="16463" y="86058"/>
                  <a:pt x="24010" y="87677"/>
                </a:cubicBezTo>
                <a:cubicBezTo>
                  <a:pt x="25547" y="99863"/>
                  <a:pt x="36215" y="99966"/>
                  <a:pt x="40419" y="100000"/>
                </a:cubicBezTo>
                <a:cubicBezTo>
                  <a:pt x="40472" y="100000"/>
                  <a:pt x="40527" y="100000"/>
                  <a:pt x="40576" y="100000"/>
                </a:cubicBezTo>
                <a:cubicBezTo>
                  <a:pt x="41709" y="100000"/>
                  <a:pt x="42799" y="99887"/>
                  <a:pt x="43835" y="99658"/>
                </a:cubicBezTo>
                <a:cubicBezTo>
                  <a:pt x="46085" y="99168"/>
                  <a:pt x="47624" y="97081"/>
                  <a:pt x="47624" y="94779"/>
                </a:cubicBezTo>
                <a:lnTo>
                  <a:pt x="47624" y="78454"/>
                </a:lnTo>
                <a:lnTo>
                  <a:pt x="39284" y="78454"/>
                </a:lnTo>
                <a:cubicBezTo>
                  <a:pt x="38201" y="79891"/>
                  <a:pt x="36497" y="80837"/>
                  <a:pt x="34559" y="80837"/>
                </a:cubicBezTo>
                <a:cubicBezTo>
                  <a:pt x="31279" y="80837"/>
                  <a:pt x="28621" y="78180"/>
                  <a:pt x="28621" y="74897"/>
                </a:cubicBezTo>
                <a:cubicBezTo>
                  <a:pt x="28621" y="71614"/>
                  <a:pt x="31279" y="68958"/>
                  <a:pt x="34559" y="68958"/>
                </a:cubicBezTo>
                <a:cubicBezTo>
                  <a:pt x="36495" y="68958"/>
                  <a:pt x="38199" y="69904"/>
                  <a:pt x="39284" y="71329"/>
                </a:cubicBezTo>
                <a:lnTo>
                  <a:pt x="47624" y="71329"/>
                </a:lnTo>
                <a:lnTo>
                  <a:pt x="47624" y="30961"/>
                </a:lnTo>
                <a:lnTo>
                  <a:pt x="39284" y="30961"/>
                </a:lnTo>
                <a:cubicBezTo>
                  <a:pt x="38201" y="32397"/>
                  <a:pt x="36497" y="33332"/>
                  <a:pt x="34559" y="33332"/>
                </a:cubicBezTo>
                <a:cubicBezTo>
                  <a:pt x="31279" y="33332"/>
                  <a:pt x="28621" y="30676"/>
                  <a:pt x="28621" y="27393"/>
                </a:cubicBezTo>
                <a:cubicBezTo>
                  <a:pt x="28621" y="24110"/>
                  <a:pt x="31279" y="21454"/>
                  <a:pt x="34559" y="21454"/>
                </a:cubicBezTo>
                <a:close/>
                <a:moveTo>
                  <a:pt x="97447" y="39146"/>
                </a:moveTo>
                <a:cubicBezTo>
                  <a:pt x="97099" y="29035"/>
                  <a:pt x="89722" y="22559"/>
                  <a:pt x="83254" y="18809"/>
                </a:cubicBezTo>
                <a:lnTo>
                  <a:pt x="83254" y="36901"/>
                </a:lnTo>
                <a:cubicBezTo>
                  <a:pt x="83254" y="38862"/>
                  <a:pt x="81658" y="40457"/>
                  <a:pt x="79691" y="40457"/>
                </a:cubicBezTo>
                <a:lnTo>
                  <a:pt x="70163" y="40457"/>
                </a:lnTo>
                <a:cubicBezTo>
                  <a:pt x="69080" y="41894"/>
                  <a:pt x="67378" y="42829"/>
                  <a:pt x="65439" y="42829"/>
                </a:cubicBezTo>
                <a:cubicBezTo>
                  <a:pt x="62159" y="42829"/>
                  <a:pt x="59500" y="40172"/>
                  <a:pt x="59500" y="36901"/>
                </a:cubicBezTo>
                <a:cubicBezTo>
                  <a:pt x="59500" y="33618"/>
                  <a:pt x="62159" y="30961"/>
                  <a:pt x="65439" y="30961"/>
                </a:cubicBezTo>
                <a:cubicBezTo>
                  <a:pt x="67375" y="30961"/>
                  <a:pt x="69077" y="31896"/>
                  <a:pt x="70163" y="33332"/>
                </a:cubicBezTo>
                <a:lnTo>
                  <a:pt x="76128" y="33332"/>
                </a:lnTo>
                <a:lnTo>
                  <a:pt x="76128" y="15423"/>
                </a:lnTo>
                <a:cubicBezTo>
                  <a:pt x="76118" y="15412"/>
                  <a:pt x="76107" y="15412"/>
                  <a:pt x="76094" y="15412"/>
                </a:cubicBezTo>
                <a:cubicBezTo>
                  <a:pt x="75734" y="9735"/>
                  <a:pt x="74116" y="5688"/>
                  <a:pt x="71187" y="3077"/>
                </a:cubicBezTo>
                <a:cubicBezTo>
                  <a:pt x="67378" y="-320"/>
                  <a:pt x="62486" y="-195"/>
                  <a:pt x="59140" y="192"/>
                </a:cubicBezTo>
                <a:cubicBezTo>
                  <a:pt x="57963" y="329"/>
                  <a:pt x="56781" y="626"/>
                  <a:pt x="55639" y="1047"/>
                </a:cubicBezTo>
                <a:cubicBezTo>
                  <a:pt x="53674" y="1777"/>
                  <a:pt x="52374" y="3670"/>
                  <a:pt x="52374" y="5767"/>
                </a:cubicBezTo>
                <a:lnTo>
                  <a:pt x="52374" y="64204"/>
                </a:lnTo>
                <a:lnTo>
                  <a:pt x="69002" y="64204"/>
                </a:lnTo>
                <a:lnTo>
                  <a:pt x="69002" y="60624"/>
                </a:lnTo>
                <a:cubicBezTo>
                  <a:pt x="67567" y="59541"/>
                  <a:pt x="66626" y="57831"/>
                  <a:pt x="66626" y="55894"/>
                </a:cubicBezTo>
                <a:cubicBezTo>
                  <a:pt x="66626" y="52610"/>
                  <a:pt x="69285" y="49954"/>
                  <a:pt x="72565" y="49954"/>
                </a:cubicBezTo>
                <a:cubicBezTo>
                  <a:pt x="75845" y="49954"/>
                  <a:pt x="78503" y="52610"/>
                  <a:pt x="78503" y="55894"/>
                </a:cubicBezTo>
                <a:cubicBezTo>
                  <a:pt x="78503" y="57831"/>
                  <a:pt x="77563" y="59530"/>
                  <a:pt x="76128" y="60624"/>
                </a:cubicBezTo>
                <a:lnTo>
                  <a:pt x="76128" y="67772"/>
                </a:lnTo>
                <a:cubicBezTo>
                  <a:pt x="76128" y="69744"/>
                  <a:pt x="74532" y="71329"/>
                  <a:pt x="72565" y="71329"/>
                </a:cubicBezTo>
                <a:lnTo>
                  <a:pt x="52374" y="71329"/>
                </a:lnTo>
                <a:lnTo>
                  <a:pt x="52374" y="94688"/>
                </a:lnTo>
                <a:cubicBezTo>
                  <a:pt x="52374" y="96991"/>
                  <a:pt x="53913" y="99088"/>
                  <a:pt x="56163" y="99578"/>
                </a:cubicBezTo>
                <a:cubicBezTo>
                  <a:pt x="57199" y="99795"/>
                  <a:pt x="58289" y="99920"/>
                  <a:pt x="59425" y="99920"/>
                </a:cubicBezTo>
                <a:cubicBezTo>
                  <a:pt x="59474" y="99920"/>
                  <a:pt x="59529" y="99920"/>
                  <a:pt x="59581" y="99920"/>
                </a:cubicBezTo>
                <a:cubicBezTo>
                  <a:pt x="63788" y="99875"/>
                  <a:pt x="74453" y="99784"/>
                  <a:pt x="75991" y="87597"/>
                </a:cubicBezTo>
                <a:cubicBezTo>
                  <a:pt x="83537" y="85978"/>
                  <a:pt x="93990" y="79834"/>
                  <a:pt x="93990" y="64466"/>
                </a:cubicBezTo>
                <a:cubicBezTo>
                  <a:pt x="93990" y="61502"/>
                  <a:pt x="93328" y="58880"/>
                  <a:pt x="92622" y="56840"/>
                </a:cubicBezTo>
                <a:cubicBezTo>
                  <a:pt x="96652" y="50398"/>
                  <a:pt x="97570" y="42840"/>
                  <a:pt x="97447" y="3914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7" name="Чёрный — SVG 58">
            <a:extLst>
              <a:ext uri="{FF2B5EF4-FFF2-40B4-BE49-F238E27FC236}">
                <a16:creationId xmlns:a16="http://schemas.microsoft.com/office/drawing/2014/main" id="{BEE26651-D4A0-A540-8CD2-6CB962649455}"/>
              </a:ext>
            </a:extLst>
          </p:cNvPr>
          <p:cNvSpPr>
            <a:spLocks noGrp="1"/>
          </p:cNvSpPr>
          <p:nvPr/>
        </p:nvSpPr>
        <p:spPr>
          <a:xfrm>
            <a:off x="2220000" y="3730000"/>
            <a:ext cx="220000" cy="220000"/>
          </a:xfrm>
          <a:custGeom>
            <a:avLst/>
            <a:gdLst>
              <a:gd name="csX0" fmla="*/ 56629 w 113423"/>
              <a:gd name="csY0" fmla="*/ 1 h 141839"/>
              <a:gd name="csX1" fmla="*/ 52896 w 113423"/>
              <a:gd name="csY1" fmla="*/ 1617 h 141839"/>
              <a:gd name="csX2" fmla="*/ 51394 w 113423"/>
              <a:gd name="csY2" fmla="*/ 5394 h 141839"/>
              <a:gd name="csX3" fmla="*/ 51394 w 113423"/>
              <a:gd name="csY3" fmla="*/ 10719 h 141839"/>
              <a:gd name="csX4" fmla="*/ 26583 w 113423"/>
              <a:gd name="csY4" fmla="*/ 10719 h 141839"/>
              <a:gd name="csX5" fmla="*/ 10633 w 113423"/>
              <a:gd name="csY5" fmla="*/ 26658 h 141839"/>
              <a:gd name="csX6" fmla="*/ 10633 w 113423"/>
              <a:gd name="csY6" fmla="*/ 58554 h 141839"/>
              <a:gd name="csX7" fmla="*/ 26583 w 113423"/>
              <a:gd name="csY7" fmla="*/ 74510 h 141839"/>
              <a:gd name="csX8" fmla="*/ 86840 w 113423"/>
              <a:gd name="csY8" fmla="*/ 74510 h 141839"/>
              <a:gd name="csX9" fmla="*/ 102790 w 113423"/>
              <a:gd name="csY9" fmla="*/ 58554 h 141839"/>
              <a:gd name="csX10" fmla="*/ 102790 w 113423"/>
              <a:gd name="csY10" fmla="*/ 26658 h 141839"/>
              <a:gd name="csX11" fmla="*/ 86840 w 113423"/>
              <a:gd name="csY11" fmla="*/ 10719 h 141839"/>
              <a:gd name="csX12" fmla="*/ 62027 w 113423"/>
              <a:gd name="csY12" fmla="*/ 10719 h 141839"/>
              <a:gd name="csX13" fmla="*/ 62027 w 113423"/>
              <a:gd name="csY13" fmla="*/ 5394 h 141839"/>
              <a:gd name="csX14" fmla="*/ 61638 w 113423"/>
              <a:gd name="csY14" fmla="*/ 3319 h 141839"/>
              <a:gd name="csX15" fmla="*/ 60469 w 113423"/>
              <a:gd name="csY15" fmla="*/ 1549 h 141839"/>
              <a:gd name="csX16" fmla="*/ 58706 w 113423"/>
              <a:gd name="csY16" fmla="*/ 393 h 141839"/>
              <a:gd name="csX17" fmla="*/ 56629 w 113423"/>
              <a:gd name="csY17" fmla="*/ 1 h 141839"/>
              <a:gd name="csX18" fmla="*/ 40761 w 113423"/>
              <a:gd name="csY18" fmla="*/ 31982 h 141839"/>
              <a:gd name="csX19" fmla="*/ 49623 w 113423"/>
              <a:gd name="csY19" fmla="*/ 40828 h 141839"/>
              <a:gd name="csX20" fmla="*/ 40761 w 113423"/>
              <a:gd name="csY20" fmla="*/ 49691 h 141839"/>
              <a:gd name="csX21" fmla="*/ 31900 w 113423"/>
              <a:gd name="csY21" fmla="*/ 40828 h 141839"/>
              <a:gd name="csX22" fmla="*/ 40761 w 113423"/>
              <a:gd name="csY22" fmla="*/ 31982 h 141839"/>
              <a:gd name="csX23" fmla="*/ 72661 w 113423"/>
              <a:gd name="csY23" fmla="*/ 31982 h 141839"/>
              <a:gd name="csX24" fmla="*/ 81523 w 113423"/>
              <a:gd name="csY24" fmla="*/ 40828 h 141839"/>
              <a:gd name="csX25" fmla="*/ 72661 w 113423"/>
              <a:gd name="csY25" fmla="*/ 49691 h 141839"/>
              <a:gd name="csX26" fmla="*/ 63800 w 113423"/>
              <a:gd name="csY26" fmla="*/ 40828 h 141839"/>
              <a:gd name="csX27" fmla="*/ 72661 w 113423"/>
              <a:gd name="csY27" fmla="*/ 31982 h 141839"/>
              <a:gd name="csX28" fmla="*/ 15950 w 113423"/>
              <a:gd name="csY28" fmla="*/ 85142 h 141839"/>
              <a:gd name="csX29" fmla="*/ 0 w 113423"/>
              <a:gd name="csY29" fmla="*/ 101081 h 141839"/>
              <a:gd name="csX30" fmla="*/ 0 w 113423"/>
              <a:gd name="csY30" fmla="*/ 103786 h 141839"/>
              <a:gd name="csX31" fmla="*/ 9526 w 113423"/>
              <a:gd name="csY31" fmla="*/ 125781 h 141839"/>
              <a:gd name="csX32" fmla="*/ 56711 w 113423"/>
              <a:gd name="csY32" fmla="*/ 141840 h 141839"/>
              <a:gd name="csX33" fmla="*/ 103897 w 113423"/>
              <a:gd name="csY33" fmla="*/ 125781 h 141839"/>
              <a:gd name="csX34" fmla="*/ 113423 w 113423"/>
              <a:gd name="csY34" fmla="*/ 103786 h 141839"/>
              <a:gd name="csX35" fmla="*/ 113423 w 113423"/>
              <a:gd name="csY35" fmla="*/ 101081 h 141839"/>
              <a:gd name="csX36" fmla="*/ 97473 w 113423"/>
              <a:gd name="csY36" fmla="*/ 85142 h 141839"/>
              <a:gd name="csX37" fmla="*/ 15950 w 113423"/>
              <a:gd name="csY37" fmla="*/ 85142 h 141839"/>
            </a:gdLst>
            <a:ahLst/>
            <a:cxnLst/>
            <a:rect l="l" t="t" r="r" b="b"/>
            <a:pathLst>
              <a:path w="100000" h="100000">
                <a:moveTo>
                  <a:pt x="49942" y="1"/>
                </a:moveTo>
                <a:cubicBezTo>
                  <a:pt x="48948" y="13"/>
                  <a:pt x="48001" y="421"/>
                  <a:pt x="47310" y="1140"/>
                </a:cubicBezTo>
                <a:cubicBezTo>
                  <a:pt x="46618" y="1848"/>
                  <a:pt x="46237" y="2807"/>
                  <a:pt x="46251" y="3803"/>
                </a:cubicBezTo>
                <a:lnTo>
                  <a:pt x="46251" y="7557"/>
                </a:lnTo>
                <a:lnTo>
                  <a:pt x="28759" y="7557"/>
                </a:lnTo>
                <a:cubicBezTo>
                  <a:pt x="22559" y="7557"/>
                  <a:pt x="17514" y="12594"/>
                  <a:pt x="17514" y="18795"/>
                </a:cubicBezTo>
                <a:lnTo>
                  <a:pt x="17514" y="41282"/>
                </a:lnTo>
                <a:cubicBezTo>
                  <a:pt x="17514" y="47483"/>
                  <a:pt x="22559" y="52531"/>
                  <a:pt x="28759" y="52531"/>
                </a:cubicBezTo>
                <a:lnTo>
                  <a:pt x="71241" y="52531"/>
                </a:lnTo>
                <a:cubicBezTo>
                  <a:pt x="77440" y="52531"/>
                  <a:pt x="82486" y="47483"/>
                  <a:pt x="82486" y="41282"/>
                </a:cubicBezTo>
                <a:lnTo>
                  <a:pt x="82486" y="18795"/>
                </a:lnTo>
                <a:cubicBezTo>
                  <a:pt x="82486" y="12594"/>
                  <a:pt x="77440" y="7557"/>
                  <a:pt x="71241" y="7557"/>
                </a:cubicBezTo>
                <a:lnTo>
                  <a:pt x="53748" y="7557"/>
                </a:lnTo>
                <a:lnTo>
                  <a:pt x="53748" y="3803"/>
                </a:lnTo>
                <a:cubicBezTo>
                  <a:pt x="53755" y="3299"/>
                  <a:pt x="53662" y="2807"/>
                  <a:pt x="53473" y="2340"/>
                </a:cubicBezTo>
                <a:cubicBezTo>
                  <a:pt x="53284" y="1872"/>
                  <a:pt x="53004" y="1452"/>
                  <a:pt x="52649" y="1092"/>
                </a:cubicBezTo>
                <a:cubicBezTo>
                  <a:pt x="52294" y="745"/>
                  <a:pt x="51872" y="469"/>
                  <a:pt x="51406" y="277"/>
                </a:cubicBezTo>
                <a:cubicBezTo>
                  <a:pt x="50941" y="85"/>
                  <a:pt x="50443" y="-11"/>
                  <a:pt x="49942" y="1"/>
                </a:cubicBezTo>
                <a:close/>
                <a:moveTo>
                  <a:pt x="38755" y="22548"/>
                </a:moveTo>
                <a:cubicBezTo>
                  <a:pt x="42205" y="22548"/>
                  <a:pt x="45002" y="25343"/>
                  <a:pt x="45002" y="28785"/>
                </a:cubicBezTo>
                <a:cubicBezTo>
                  <a:pt x="45002" y="32239"/>
                  <a:pt x="42205" y="35033"/>
                  <a:pt x="38755" y="35033"/>
                </a:cubicBezTo>
                <a:cubicBezTo>
                  <a:pt x="35303" y="35033"/>
                  <a:pt x="32507" y="32239"/>
                  <a:pt x="32507" y="28785"/>
                </a:cubicBezTo>
                <a:cubicBezTo>
                  <a:pt x="32507" y="25343"/>
                  <a:pt x="35303" y="22548"/>
                  <a:pt x="38755" y="22548"/>
                </a:cubicBezTo>
                <a:close/>
                <a:moveTo>
                  <a:pt x="61245" y="22548"/>
                </a:moveTo>
                <a:cubicBezTo>
                  <a:pt x="64696" y="22548"/>
                  <a:pt x="67493" y="25343"/>
                  <a:pt x="67493" y="28785"/>
                </a:cubicBezTo>
                <a:cubicBezTo>
                  <a:pt x="67493" y="32239"/>
                  <a:pt x="64696" y="35033"/>
                  <a:pt x="61245" y="35033"/>
                </a:cubicBezTo>
                <a:cubicBezTo>
                  <a:pt x="57794" y="35033"/>
                  <a:pt x="54998" y="32239"/>
                  <a:pt x="54998" y="28785"/>
                </a:cubicBezTo>
                <a:cubicBezTo>
                  <a:pt x="54998" y="25343"/>
                  <a:pt x="57794" y="22548"/>
                  <a:pt x="61245" y="22548"/>
                </a:cubicBezTo>
                <a:close/>
                <a:moveTo>
                  <a:pt x="21262" y="60027"/>
                </a:moveTo>
                <a:cubicBezTo>
                  <a:pt x="15062" y="60027"/>
                  <a:pt x="10017" y="65065"/>
                  <a:pt x="10017" y="71265"/>
                </a:cubicBezTo>
                <a:lnTo>
                  <a:pt x="10017" y="73172"/>
                </a:lnTo>
                <a:cubicBezTo>
                  <a:pt x="10017" y="79048"/>
                  <a:pt x="12465" y="84709"/>
                  <a:pt x="16733" y="88679"/>
                </a:cubicBezTo>
                <a:cubicBezTo>
                  <a:pt x="22278" y="93836"/>
                  <a:pt x="32550" y="100001"/>
                  <a:pt x="50000" y="100001"/>
                </a:cubicBezTo>
                <a:cubicBezTo>
                  <a:pt x="67450" y="100001"/>
                  <a:pt x="77725" y="93836"/>
                  <a:pt x="83267" y="88679"/>
                </a:cubicBezTo>
                <a:cubicBezTo>
                  <a:pt x="87537" y="84709"/>
                  <a:pt x="89983" y="79048"/>
                  <a:pt x="89983" y="73172"/>
                </a:cubicBezTo>
                <a:lnTo>
                  <a:pt x="89983" y="71265"/>
                </a:lnTo>
                <a:cubicBezTo>
                  <a:pt x="89983" y="65065"/>
                  <a:pt x="84937" y="60027"/>
                  <a:pt x="78738" y="60027"/>
                </a:cubicBezTo>
                <a:lnTo>
                  <a:pt x="21262" y="6002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8" name="Чёрный — SVG 59">
            <a:extLst>
              <a:ext uri="{FF2B5EF4-FFF2-40B4-BE49-F238E27FC236}">
                <a16:creationId xmlns:a16="http://schemas.microsoft.com/office/drawing/2014/main" id="{82B795E8-5C2A-B144-A189-0B141D25CB63}"/>
              </a:ext>
            </a:extLst>
          </p:cNvPr>
          <p:cNvSpPr>
            <a:spLocks noGrp="1"/>
          </p:cNvSpPr>
          <p:nvPr/>
        </p:nvSpPr>
        <p:spPr>
          <a:xfrm>
            <a:off x="2820000" y="3730000"/>
            <a:ext cx="220000" cy="220000"/>
          </a:xfrm>
          <a:custGeom>
            <a:avLst/>
            <a:gdLst>
              <a:gd name="csX0" fmla="*/ 115113 w 141857"/>
              <a:gd name="csY0" fmla="*/ 0 h 134744"/>
              <a:gd name="csX1" fmla="*/ 114347 w 141857"/>
              <a:gd name="csY1" fmla="*/ 68 h 134744"/>
              <a:gd name="csX2" fmla="*/ 93931 w 141857"/>
              <a:gd name="csY2" fmla="*/ 68 h 134744"/>
              <a:gd name="csX3" fmla="*/ 91872 w 141857"/>
              <a:gd name="csY3" fmla="*/ 459 h 134744"/>
              <a:gd name="csX4" fmla="*/ 90120 w 141857"/>
              <a:gd name="csY4" fmla="*/ 1599 h 134744"/>
              <a:gd name="csX5" fmla="*/ 88946 w 141857"/>
              <a:gd name="csY5" fmla="*/ 3334 h 134744"/>
              <a:gd name="csX6" fmla="*/ 88538 w 141857"/>
              <a:gd name="csY6" fmla="*/ 5392 h 134744"/>
              <a:gd name="csX7" fmla="*/ 88946 w 141857"/>
              <a:gd name="csY7" fmla="*/ 7451 h 134744"/>
              <a:gd name="csX8" fmla="*/ 90120 w 141857"/>
              <a:gd name="csY8" fmla="*/ 9186 h 134744"/>
              <a:gd name="csX9" fmla="*/ 91872 w 141857"/>
              <a:gd name="csY9" fmla="*/ 10326 h 134744"/>
              <a:gd name="csX10" fmla="*/ 93931 w 141857"/>
              <a:gd name="csY10" fmla="*/ 10700 h 134744"/>
              <a:gd name="csX11" fmla="*/ 109873 w 141857"/>
              <a:gd name="csY11" fmla="*/ 10700 h 134744"/>
              <a:gd name="csX12" fmla="*/ 109873 w 141857"/>
              <a:gd name="csY12" fmla="*/ 29650 h 134744"/>
              <a:gd name="csX13" fmla="*/ 84148 w 141857"/>
              <a:gd name="csY13" fmla="*/ 32951 h 134744"/>
              <a:gd name="csX14" fmla="*/ 36613 w 141857"/>
              <a:gd name="csY14" fmla="*/ 60475 h 134744"/>
              <a:gd name="csX15" fmla="*/ 74434 w 141857"/>
              <a:gd name="csY15" fmla="*/ 101080 h 134744"/>
              <a:gd name="csX16" fmla="*/ 70368 w 141857"/>
              <a:gd name="csY16" fmla="*/ 118738 h 134744"/>
              <a:gd name="csX17" fmla="*/ 117886 w 141857"/>
              <a:gd name="csY17" fmla="*/ 91230 h 134744"/>
              <a:gd name="csX18" fmla="*/ 130170 w 141857"/>
              <a:gd name="csY18" fmla="*/ 45233 h 134744"/>
              <a:gd name="csX19" fmla="*/ 120506 w 141857"/>
              <a:gd name="csY19" fmla="*/ 34685 h 134744"/>
              <a:gd name="csX20" fmla="*/ 120506 w 141857"/>
              <a:gd name="csY20" fmla="*/ 10700 h 134744"/>
              <a:gd name="csX21" fmla="*/ 136464 w 141857"/>
              <a:gd name="csY21" fmla="*/ 10700 h 134744"/>
              <a:gd name="csX22" fmla="*/ 138523 w 141857"/>
              <a:gd name="csY22" fmla="*/ 10326 h 134744"/>
              <a:gd name="csX23" fmla="*/ 140275 w 141857"/>
              <a:gd name="csY23" fmla="*/ 9186 h 134744"/>
              <a:gd name="csX24" fmla="*/ 141449 w 141857"/>
              <a:gd name="csY24" fmla="*/ 7451 h 134744"/>
              <a:gd name="csX25" fmla="*/ 141858 w 141857"/>
              <a:gd name="csY25" fmla="*/ 5392 h 134744"/>
              <a:gd name="csX26" fmla="*/ 141449 w 141857"/>
              <a:gd name="csY26" fmla="*/ 3334 h 134744"/>
              <a:gd name="csX27" fmla="*/ 140275 w 141857"/>
              <a:gd name="csY27" fmla="*/ 1599 h 134744"/>
              <a:gd name="csX28" fmla="*/ 138523 w 141857"/>
              <a:gd name="csY28" fmla="*/ 459 h 134744"/>
              <a:gd name="csX29" fmla="*/ 136464 w 141857"/>
              <a:gd name="csY29" fmla="*/ 68 h 134744"/>
              <a:gd name="csX30" fmla="*/ 116065 w 141857"/>
              <a:gd name="csY30" fmla="*/ 68 h 134744"/>
              <a:gd name="csX31" fmla="*/ 115113 w 141857"/>
              <a:gd name="csY31" fmla="*/ 0 h 134744"/>
              <a:gd name="csX32" fmla="*/ 33670 w 141857"/>
              <a:gd name="csY32" fmla="*/ 67415 h 134744"/>
              <a:gd name="csX33" fmla="*/ 0 w 141857"/>
              <a:gd name="csY33" fmla="*/ 101080 h 134744"/>
              <a:gd name="csX34" fmla="*/ 33670 w 141857"/>
              <a:gd name="csY34" fmla="*/ 134745 h 134744"/>
              <a:gd name="csX35" fmla="*/ 67339 w 141857"/>
              <a:gd name="csY35" fmla="*/ 101080 h 134744"/>
              <a:gd name="csX36" fmla="*/ 33670 w 141857"/>
              <a:gd name="csY36" fmla="*/ 67415 h 134744"/>
              <a:gd name="csX37" fmla="*/ 33670 w 141857"/>
              <a:gd name="csY37" fmla="*/ 78047 h 134744"/>
              <a:gd name="csX38" fmla="*/ 56706 w 141857"/>
              <a:gd name="csY38" fmla="*/ 101080 h 134744"/>
              <a:gd name="csX39" fmla="*/ 33670 w 141857"/>
              <a:gd name="csY39" fmla="*/ 124113 h 134744"/>
              <a:gd name="csX40" fmla="*/ 10633 w 141857"/>
              <a:gd name="csY40" fmla="*/ 101080 h 134744"/>
              <a:gd name="csX41" fmla="*/ 33670 w 141857"/>
              <a:gd name="csY41" fmla="*/ 78047 h 134744"/>
              <a:gd name="csX42" fmla="*/ 33670 w 141857"/>
              <a:gd name="csY42" fmla="*/ 92217 h 134744"/>
              <a:gd name="csX43" fmla="*/ 27409 w 141857"/>
              <a:gd name="csY43" fmla="*/ 94820 h 134744"/>
              <a:gd name="csX44" fmla="*/ 24806 w 141857"/>
              <a:gd name="csY44" fmla="*/ 101080 h 134744"/>
              <a:gd name="csX45" fmla="*/ 27409 w 141857"/>
              <a:gd name="csY45" fmla="*/ 107340 h 134744"/>
              <a:gd name="csX46" fmla="*/ 33670 w 141857"/>
              <a:gd name="csY46" fmla="*/ 109943 h 134744"/>
              <a:gd name="csX47" fmla="*/ 39930 w 141857"/>
              <a:gd name="csY47" fmla="*/ 107340 h 134744"/>
              <a:gd name="csX48" fmla="*/ 42534 w 141857"/>
              <a:gd name="csY48" fmla="*/ 101080 h 134744"/>
              <a:gd name="csX49" fmla="*/ 39930 w 141857"/>
              <a:gd name="csY49" fmla="*/ 94820 h 134744"/>
              <a:gd name="csX50" fmla="*/ 33670 w 141857"/>
              <a:gd name="csY50" fmla="*/ 92217 h 134744"/>
            </a:gdLst>
            <a:ahLst/>
            <a:cxnLst/>
            <a:rect l="l" t="t" r="r" b="b"/>
            <a:pathLst>
              <a:path w="100000" h="100000">
                <a:moveTo>
                  <a:pt x="81147" y="2507"/>
                </a:moveTo>
                <a:cubicBezTo>
                  <a:pt x="80967" y="2507"/>
                  <a:pt x="80788" y="2531"/>
                  <a:pt x="80607" y="2555"/>
                </a:cubicBezTo>
                <a:lnTo>
                  <a:pt x="66215" y="2555"/>
                </a:lnTo>
                <a:cubicBezTo>
                  <a:pt x="65712" y="2555"/>
                  <a:pt x="65220" y="2651"/>
                  <a:pt x="64764" y="2831"/>
                </a:cubicBezTo>
                <a:cubicBezTo>
                  <a:pt x="64296" y="3010"/>
                  <a:pt x="63876" y="3287"/>
                  <a:pt x="63529" y="3634"/>
                </a:cubicBezTo>
                <a:cubicBezTo>
                  <a:pt x="63169" y="3994"/>
                  <a:pt x="62893" y="4402"/>
                  <a:pt x="62701" y="4857"/>
                </a:cubicBezTo>
                <a:cubicBezTo>
                  <a:pt x="62509" y="5325"/>
                  <a:pt x="62414" y="5817"/>
                  <a:pt x="62414" y="6308"/>
                </a:cubicBezTo>
                <a:cubicBezTo>
                  <a:pt x="62414" y="6800"/>
                  <a:pt x="62509" y="7291"/>
                  <a:pt x="62701" y="7760"/>
                </a:cubicBezTo>
                <a:cubicBezTo>
                  <a:pt x="62893" y="8215"/>
                  <a:pt x="63169" y="8623"/>
                  <a:pt x="63529" y="8983"/>
                </a:cubicBezTo>
                <a:cubicBezTo>
                  <a:pt x="63876" y="9330"/>
                  <a:pt x="64296" y="9606"/>
                  <a:pt x="64764" y="9786"/>
                </a:cubicBezTo>
                <a:cubicBezTo>
                  <a:pt x="65220" y="9966"/>
                  <a:pt x="65712" y="10062"/>
                  <a:pt x="66215" y="10050"/>
                </a:cubicBezTo>
                <a:lnTo>
                  <a:pt x="77453" y="10050"/>
                </a:lnTo>
                <a:lnTo>
                  <a:pt x="77453" y="23408"/>
                </a:lnTo>
                <a:cubicBezTo>
                  <a:pt x="71552" y="21790"/>
                  <a:pt x="65028" y="22438"/>
                  <a:pt x="59319" y="25735"/>
                </a:cubicBezTo>
                <a:lnTo>
                  <a:pt x="25810" y="45138"/>
                </a:lnTo>
                <a:cubicBezTo>
                  <a:pt x="40681" y="46205"/>
                  <a:pt x="52471" y="58616"/>
                  <a:pt x="52471" y="73762"/>
                </a:cubicBezTo>
                <a:cubicBezTo>
                  <a:pt x="52471" y="78223"/>
                  <a:pt x="51427" y="82444"/>
                  <a:pt x="49605" y="86210"/>
                </a:cubicBezTo>
                <a:lnTo>
                  <a:pt x="83102" y="66818"/>
                </a:lnTo>
                <a:cubicBezTo>
                  <a:pt x="94424" y="60271"/>
                  <a:pt x="98310" y="45713"/>
                  <a:pt x="91761" y="34393"/>
                </a:cubicBezTo>
                <a:cubicBezTo>
                  <a:pt x="89998" y="31347"/>
                  <a:pt x="87647" y="28865"/>
                  <a:pt x="84949" y="26958"/>
                </a:cubicBezTo>
                <a:lnTo>
                  <a:pt x="84949" y="10050"/>
                </a:lnTo>
                <a:lnTo>
                  <a:pt x="96198" y="10050"/>
                </a:lnTo>
                <a:cubicBezTo>
                  <a:pt x="96690" y="10062"/>
                  <a:pt x="97182" y="9966"/>
                  <a:pt x="97650" y="9786"/>
                </a:cubicBezTo>
                <a:cubicBezTo>
                  <a:pt x="98106" y="9606"/>
                  <a:pt x="98525" y="9330"/>
                  <a:pt x="98885" y="8983"/>
                </a:cubicBezTo>
                <a:cubicBezTo>
                  <a:pt x="99233" y="8623"/>
                  <a:pt x="99521" y="8215"/>
                  <a:pt x="99712" y="7760"/>
                </a:cubicBezTo>
                <a:cubicBezTo>
                  <a:pt x="99905" y="7291"/>
                  <a:pt x="100001" y="6800"/>
                  <a:pt x="100001" y="6308"/>
                </a:cubicBezTo>
                <a:cubicBezTo>
                  <a:pt x="100001" y="5817"/>
                  <a:pt x="99905" y="5325"/>
                  <a:pt x="99712" y="4857"/>
                </a:cubicBezTo>
                <a:cubicBezTo>
                  <a:pt x="99521" y="4402"/>
                  <a:pt x="99233" y="3994"/>
                  <a:pt x="98885" y="3634"/>
                </a:cubicBezTo>
                <a:cubicBezTo>
                  <a:pt x="98525" y="3287"/>
                  <a:pt x="98106" y="3010"/>
                  <a:pt x="97650" y="2831"/>
                </a:cubicBezTo>
                <a:cubicBezTo>
                  <a:pt x="97182" y="2651"/>
                  <a:pt x="96690" y="2555"/>
                  <a:pt x="96198" y="2555"/>
                </a:cubicBezTo>
                <a:lnTo>
                  <a:pt x="81818" y="2555"/>
                </a:lnTo>
                <a:cubicBezTo>
                  <a:pt x="81603" y="2519"/>
                  <a:pt x="81375" y="2507"/>
                  <a:pt x="81147" y="2507"/>
                </a:cubicBezTo>
                <a:close/>
                <a:moveTo>
                  <a:pt x="23735" y="50030"/>
                </a:moveTo>
                <a:cubicBezTo>
                  <a:pt x="10674" y="50030"/>
                  <a:pt x="0" y="60703"/>
                  <a:pt x="0" y="73762"/>
                </a:cubicBezTo>
                <a:cubicBezTo>
                  <a:pt x="0" y="86821"/>
                  <a:pt x="10674" y="97494"/>
                  <a:pt x="23735" y="97494"/>
                </a:cubicBezTo>
                <a:cubicBezTo>
                  <a:pt x="36807" y="97494"/>
                  <a:pt x="47470" y="86821"/>
                  <a:pt x="47470" y="73762"/>
                </a:cubicBezTo>
                <a:cubicBezTo>
                  <a:pt x="47470" y="60703"/>
                  <a:pt x="36807" y="50030"/>
                  <a:pt x="23735" y="50030"/>
                </a:cubicBezTo>
                <a:close/>
                <a:moveTo>
                  <a:pt x="23735" y="57525"/>
                </a:moveTo>
                <a:cubicBezTo>
                  <a:pt x="32754" y="57525"/>
                  <a:pt x="39974" y="64744"/>
                  <a:pt x="39974" y="73762"/>
                </a:cubicBezTo>
                <a:cubicBezTo>
                  <a:pt x="39974" y="82779"/>
                  <a:pt x="32754" y="89999"/>
                  <a:pt x="23735" y="89999"/>
                </a:cubicBezTo>
                <a:cubicBezTo>
                  <a:pt x="14728" y="89999"/>
                  <a:pt x="7496" y="82779"/>
                  <a:pt x="7496" y="73762"/>
                </a:cubicBezTo>
                <a:cubicBezTo>
                  <a:pt x="7496" y="64744"/>
                  <a:pt x="14728" y="57525"/>
                  <a:pt x="23735" y="57525"/>
                </a:cubicBezTo>
                <a:close/>
                <a:moveTo>
                  <a:pt x="23735" y="67514"/>
                </a:moveTo>
                <a:cubicBezTo>
                  <a:pt x="22080" y="67514"/>
                  <a:pt x="20497" y="68174"/>
                  <a:pt x="19322" y="69349"/>
                </a:cubicBezTo>
                <a:cubicBezTo>
                  <a:pt x="18146" y="70512"/>
                  <a:pt x="17487" y="72107"/>
                  <a:pt x="17487" y="73762"/>
                </a:cubicBezTo>
                <a:cubicBezTo>
                  <a:pt x="17487" y="75417"/>
                  <a:pt x="18146" y="77012"/>
                  <a:pt x="19322" y="78175"/>
                </a:cubicBezTo>
                <a:cubicBezTo>
                  <a:pt x="20497" y="79350"/>
                  <a:pt x="22080" y="80010"/>
                  <a:pt x="23735" y="80010"/>
                </a:cubicBezTo>
                <a:cubicBezTo>
                  <a:pt x="25390" y="80010"/>
                  <a:pt x="26985" y="79350"/>
                  <a:pt x="28148" y="78175"/>
                </a:cubicBezTo>
                <a:cubicBezTo>
                  <a:pt x="29324" y="77012"/>
                  <a:pt x="29984" y="75417"/>
                  <a:pt x="29984" y="73762"/>
                </a:cubicBezTo>
                <a:cubicBezTo>
                  <a:pt x="29984" y="72107"/>
                  <a:pt x="29324" y="70512"/>
                  <a:pt x="28148" y="69349"/>
                </a:cubicBezTo>
                <a:cubicBezTo>
                  <a:pt x="26985" y="68174"/>
                  <a:pt x="25390" y="67514"/>
                  <a:pt x="23735" y="6751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79" name="Чёрный — SVG 60">
            <a:extLst>
              <a:ext uri="{FF2B5EF4-FFF2-40B4-BE49-F238E27FC236}">
                <a16:creationId xmlns:a16="http://schemas.microsoft.com/office/drawing/2014/main" id="{A7E1E794-F91D-874F-83F5-04C71B1D4A98}"/>
              </a:ext>
            </a:extLst>
          </p:cNvPr>
          <p:cNvSpPr>
            <a:spLocks noGrp="1"/>
          </p:cNvSpPr>
          <p:nvPr/>
        </p:nvSpPr>
        <p:spPr>
          <a:xfrm>
            <a:off x="3420000" y="3730000"/>
            <a:ext cx="220000" cy="220000"/>
          </a:xfrm>
          <a:custGeom>
            <a:avLst/>
            <a:gdLst>
              <a:gd name="csX0" fmla="*/ 58390 w 141772"/>
              <a:gd name="csY0" fmla="*/ 0 h 134676"/>
              <a:gd name="csX1" fmla="*/ 44609 w 141772"/>
              <a:gd name="csY1" fmla="*/ 7910 h 134676"/>
              <a:gd name="csX2" fmla="*/ 36817 w 141772"/>
              <a:gd name="csY2" fmla="*/ 21264 h 134676"/>
              <a:gd name="csX3" fmla="*/ 23036 w 141772"/>
              <a:gd name="csY3" fmla="*/ 21264 h 134676"/>
              <a:gd name="csX4" fmla="*/ 0 w 141772"/>
              <a:gd name="csY4" fmla="*/ 44297 h 134676"/>
              <a:gd name="csX5" fmla="*/ 0 w 141772"/>
              <a:gd name="csY5" fmla="*/ 111627 h 134676"/>
              <a:gd name="csX6" fmla="*/ 23036 w 141772"/>
              <a:gd name="csY6" fmla="*/ 134677 h 134676"/>
              <a:gd name="csX7" fmla="*/ 118737 w 141772"/>
              <a:gd name="csY7" fmla="*/ 134677 h 134676"/>
              <a:gd name="csX8" fmla="*/ 141773 w 141772"/>
              <a:gd name="csY8" fmla="*/ 111627 h 134676"/>
              <a:gd name="csX9" fmla="*/ 141773 w 141772"/>
              <a:gd name="csY9" fmla="*/ 44297 h 134676"/>
              <a:gd name="csX10" fmla="*/ 118737 w 141772"/>
              <a:gd name="csY10" fmla="*/ 21264 h 134676"/>
              <a:gd name="csX11" fmla="*/ 104956 w 141772"/>
              <a:gd name="csY11" fmla="*/ 21264 h 134676"/>
              <a:gd name="csX12" fmla="*/ 97164 w 141772"/>
              <a:gd name="csY12" fmla="*/ 7910 h 134676"/>
              <a:gd name="csX13" fmla="*/ 83400 w 141772"/>
              <a:gd name="csY13" fmla="*/ 0 h 134676"/>
              <a:gd name="csX14" fmla="*/ 58390 w 141772"/>
              <a:gd name="csY14" fmla="*/ 0 h 134676"/>
              <a:gd name="csX15" fmla="*/ 70895 w 141772"/>
              <a:gd name="csY15" fmla="*/ 42528 h 134676"/>
              <a:gd name="csX16" fmla="*/ 102795 w 141772"/>
              <a:gd name="csY16" fmla="*/ 74424 h 134676"/>
              <a:gd name="csX17" fmla="*/ 70895 w 141772"/>
              <a:gd name="csY17" fmla="*/ 106319 h 134676"/>
              <a:gd name="csX18" fmla="*/ 38995 w 141772"/>
              <a:gd name="csY18" fmla="*/ 74424 h 134676"/>
              <a:gd name="csX19" fmla="*/ 70895 w 141772"/>
              <a:gd name="csY19" fmla="*/ 42528 h 134676"/>
              <a:gd name="csX20" fmla="*/ 70895 w 141772"/>
              <a:gd name="csY20" fmla="*/ 53160 h 134676"/>
              <a:gd name="csX21" fmla="*/ 55855 w 141772"/>
              <a:gd name="csY21" fmla="*/ 59386 h 134676"/>
              <a:gd name="csX22" fmla="*/ 49628 w 141772"/>
              <a:gd name="csY22" fmla="*/ 74424 h 134676"/>
              <a:gd name="csX23" fmla="*/ 55855 w 141772"/>
              <a:gd name="csY23" fmla="*/ 89462 h 134676"/>
              <a:gd name="csX24" fmla="*/ 70895 w 141772"/>
              <a:gd name="csY24" fmla="*/ 95687 h 134676"/>
              <a:gd name="csX25" fmla="*/ 85935 w 141772"/>
              <a:gd name="csY25" fmla="*/ 89462 h 134676"/>
              <a:gd name="csX26" fmla="*/ 92162 w 141772"/>
              <a:gd name="csY26" fmla="*/ 74424 h 134676"/>
              <a:gd name="csX27" fmla="*/ 85935 w 141772"/>
              <a:gd name="csY27" fmla="*/ 59386 h 134676"/>
              <a:gd name="csX28" fmla="*/ 70895 w 141772"/>
              <a:gd name="csY28" fmla="*/ 53160 h 134676"/>
            </a:gdLst>
            <a:ahLst/>
            <a:cxnLst/>
            <a:rect l="l" t="t" r="r" b="b"/>
            <a:pathLst>
              <a:path w="100000" h="100000">
                <a:moveTo>
                  <a:pt x="41186" y="2503"/>
                </a:moveTo>
                <a:cubicBezTo>
                  <a:pt x="37202" y="2503"/>
                  <a:pt x="33469" y="4638"/>
                  <a:pt x="31465" y="8082"/>
                </a:cubicBezTo>
                <a:lnTo>
                  <a:pt x="25969" y="17501"/>
                </a:lnTo>
                <a:lnTo>
                  <a:pt x="16249" y="17501"/>
                </a:lnTo>
                <a:cubicBezTo>
                  <a:pt x="7284" y="17501"/>
                  <a:pt x="0" y="24785"/>
                  <a:pt x="0" y="33748"/>
                </a:cubicBezTo>
                <a:lnTo>
                  <a:pt x="0" y="81240"/>
                </a:lnTo>
                <a:cubicBezTo>
                  <a:pt x="0" y="90203"/>
                  <a:pt x="7284" y="97498"/>
                  <a:pt x="16249" y="97498"/>
                </a:cubicBezTo>
                <a:lnTo>
                  <a:pt x="83752" y="97498"/>
                </a:lnTo>
                <a:cubicBezTo>
                  <a:pt x="92716" y="97498"/>
                  <a:pt x="100001" y="90203"/>
                  <a:pt x="100001" y="81240"/>
                </a:cubicBezTo>
                <a:lnTo>
                  <a:pt x="100001" y="33748"/>
                </a:lnTo>
                <a:cubicBezTo>
                  <a:pt x="100001" y="24785"/>
                  <a:pt x="92716" y="17501"/>
                  <a:pt x="83752" y="17501"/>
                </a:cubicBezTo>
                <a:lnTo>
                  <a:pt x="74032" y="17501"/>
                </a:lnTo>
                <a:lnTo>
                  <a:pt x="68535" y="8082"/>
                </a:lnTo>
                <a:cubicBezTo>
                  <a:pt x="66531" y="4638"/>
                  <a:pt x="62811" y="2503"/>
                  <a:pt x="58827" y="2503"/>
                </a:cubicBezTo>
                <a:lnTo>
                  <a:pt x="41186" y="2503"/>
                </a:lnTo>
                <a:close/>
                <a:moveTo>
                  <a:pt x="50006" y="32500"/>
                </a:moveTo>
                <a:cubicBezTo>
                  <a:pt x="62403" y="32500"/>
                  <a:pt x="72507" y="42591"/>
                  <a:pt x="72507" y="54998"/>
                </a:cubicBezTo>
                <a:cubicBezTo>
                  <a:pt x="72507" y="67405"/>
                  <a:pt x="62403" y="77496"/>
                  <a:pt x="50006" y="77496"/>
                </a:cubicBezTo>
                <a:cubicBezTo>
                  <a:pt x="37598" y="77496"/>
                  <a:pt x="27505" y="67405"/>
                  <a:pt x="27505" y="54998"/>
                </a:cubicBezTo>
                <a:cubicBezTo>
                  <a:pt x="27505" y="42591"/>
                  <a:pt x="37598" y="32500"/>
                  <a:pt x="50006" y="32500"/>
                </a:cubicBezTo>
                <a:close/>
                <a:moveTo>
                  <a:pt x="50006" y="39999"/>
                </a:moveTo>
                <a:cubicBezTo>
                  <a:pt x="46022" y="39999"/>
                  <a:pt x="42206" y="41583"/>
                  <a:pt x="39398" y="44391"/>
                </a:cubicBezTo>
                <a:cubicBezTo>
                  <a:pt x="36578" y="47210"/>
                  <a:pt x="35006" y="51014"/>
                  <a:pt x="35006" y="54998"/>
                </a:cubicBezTo>
                <a:cubicBezTo>
                  <a:pt x="35006" y="58981"/>
                  <a:pt x="36578" y="62785"/>
                  <a:pt x="39398" y="65605"/>
                </a:cubicBezTo>
                <a:cubicBezTo>
                  <a:pt x="42206" y="68413"/>
                  <a:pt x="46022" y="69996"/>
                  <a:pt x="50006" y="69996"/>
                </a:cubicBezTo>
                <a:cubicBezTo>
                  <a:pt x="53978" y="69996"/>
                  <a:pt x="57794" y="68413"/>
                  <a:pt x="60615" y="65605"/>
                </a:cubicBezTo>
                <a:cubicBezTo>
                  <a:pt x="63423" y="62785"/>
                  <a:pt x="65007" y="58981"/>
                  <a:pt x="65007" y="54998"/>
                </a:cubicBezTo>
                <a:cubicBezTo>
                  <a:pt x="65007" y="51014"/>
                  <a:pt x="63423" y="47210"/>
                  <a:pt x="60615" y="44391"/>
                </a:cubicBezTo>
                <a:cubicBezTo>
                  <a:pt x="57794" y="41583"/>
                  <a:pt x="53978" y="39999"/>
                  <a:pt x="50006" y="3999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0" name="Чёрный — SVG 61">
            <a:extLst>
              <a:ext uri="{FF2B5EF4-FFF2-40B4-BE49-F238E27FC236}">
                <a16:creationId xmlns:a16="http://schemas.microsoft.com/office/drawing/2014/main" id="{AA06742E-76C3-074A-A36E-EB492BA484CE}"/>
              </a:ext>
            </a:extLst>
          </p:cNvPr>
          <p:cNvSpPr>
            <a:spLocks noGrp="1"/>
          </p:cNvSpPr>
          <p:nvPr/>
        </p:nvSpPr>
        <p:spPr>
          <a:xfrm>
            <a:off x="4020000" y="3730000"/>
            <a:ext cx="220000" cy="220000"/>
          </a:xfrm>
          <a:custGeom>
            <a:avLst/>
            <a:gdLst>
              <a:gd name="csX0" fmla="*/ 19497 w 134695"/>
              <a:gd name="csY0" fmla="*/ 0 h 134676"/>
              <a:gd name="csX1" fmla="*/ 0 w 134695"/>
              <a:gd name="csY1" fmla="*/ 19495 h 134676"/>
              <a:gd name="csX2" fmla="*/ 0 w 134695"/>
              <a:gd name="csY2" fmla="*/ 115182 h 134676"/>
              <a:gd name="csX3" fmla="*/ 19497 w 134695"/>
              <a:gd name="csY3" fmla="*/ 134677 h 134676"/>
              <a:gd name="csX4" fmla="*/ 115198 w 134695"/>
              <a:gd name="csY4" fmla="*/ 134677 h 134676"/>
              <a:gd name="csX5" fmla="*/ 124691 w 134695"/>
              <a:gd name="csY5" fmla="*/ 132193 h 134676"/>
              <a:gd name="csX6" fmla="*/ 103425 w 134695"/>
              <a:gd name="csY6" fmla="*/ 110929 h 134676"/>
              <a:gd name="csX7" fmla="*/ 93931 w 134695"/>
              <a:gd name="csY7" fmla="*/ 113413 h 134676"/>
              <a:gd name="csX8" fmla="*/ 74434 w 134695"/>
              <a:gd name="csY8" fmla="*/ 93918 h 134676"/>
              <a:gd name="csX9" fmla="*/ 93931 w 134695"/>
              <a:gd name="csY9" fmla="*/ 74424 h 134676"/>
              <a:gd name="csX10" fmla="*/ 113428 w 134695"/>
              <a:gd name="csY10" fmla="*/ 93918 h 134676"/>
              <a:gd name="csX11" fmla="*/ 110944 w 134695"/>
              <a:gd name="csY11" fmla="*/ 103411 h 134676"/>
              <a:gd name="csX12" fmla="*/ 132211 w 134695"/>
              <a:gd name="csY12" fmla="*/ 124674 h 134676"/>
              <a:gd name="csX13" fmla="*/ 134695 w 134695"/>
              <a:gd name="csY13" fmla="*/ 115182 h 134676"/>
              <a:gd name="csX14" fmla="*/ 134695 w 134695"/>
              <a:gd name="csY14" fmla="*/ 19495 h 134676"/>
              <a:gd name="csX15" fmla="*/ 115198 w 134695"/>
              <a:gd name="csY15" fmla="*/ 0 h 134676"/>
              <a:gd name="csX16" fmla="*/ 92468 w 134695"/>
              <a:gd name="csY16" fmla="*/ 0 h 134676"/>
              <a:gd name="csX17" fmla="*/ 92179 w 134695"/>
              <a:gd name="csY17" fmla="*/ 408 h 134676"/>
              <a:gd name="csX18" fmla="*/ 57880 w 134695"/>
              <a:gd name="csY18" fmla="*/ 31436 h 134676"/>
              <a:gd name="csX19" fmla="*/ 60262 w 134695"/>
              <a:gd name="csY19" fmla="*/ 40759 h 134676"/>
              <a:gd name="csX20" fmla="*/ 40764 w 134695"/>
              <a:gd name="csY20" fmla="*/ 60253 h 134676"/>
              <a:gd name="csX21" fmla="*/ 21267 w 134695"/>
              <a:gd name="csY21" fmla="*/ 40759 h 134676"/>
              <a:gd name="csX22" fmla="*/ 40764 w 134695"/>
              <a:gd name="csY22" fmla="*/ 21264 h 134676"/>
              <a:gd name="csX23" fmla="*/ 50411 w 134695"/>
              <a:gd name="csY23" fmla="*/ 23850 h 134676"/>
              <a:gd name="csX24" fmla="*/ 76782 w 134695"/>
              <a:gd name="csY24" fmla="*/ 0 h 134676"/>
              <a:gd name="csX25" fmla="*/ 19497 w 134695"/>
              <a:gd name="csY25" fmla="*/ 0 h 134676"/>
              <a:gd name="csX26" fmla="*/ 97470 w 134695"/>
              <a:gd name="csY26" fmla="*/ 17725 h 134676"/>
              <a:gd name="csX27" fmla="*/ 116967 w 134695"/>
              <a:gd name="csY27" fmla="*/ 37220 h 134676"/>
              <a:gd name="csX28" fmla="*/ 97470 w 134695"/>
              <a:gd name="csY28" fmla="*/ 56715 h 134676"/>
              <a:gd name="csX29" fmla="*/ 87976 w 134695"/>
              <a:gd name="csY29" fmla="*/ 54231 h 134676"/>
              <a:gd name="csX30" fmla="*/ 54239 w 134695"/>
              <a:gd name="csY30" fmla="*/ 87964 h 134676"/>
              <a:gd name="csX31" fmla="*/ 56706 w 134695"/>
              <a:gd name="csY31" fmla="*/ 97474 h 134676"/>
              <a:gd name="csX32" fmla="*/ 37208 w 134695"/>
              <a:gd name="csY32" fmla="*/ 116951 h 134676"/>
              <a:gd name="csX33" fmla="*/ 17728 w 134695"/>
              <a:gd name="csY33" fmla="*/ 97474 h 134676"/>
              <a:gd name="csX34" fmla="*/ 37208 w 134695"/>
              <a:gd name="csY34" fmla="*/ 77979 h 134676"/>
              <a:gd name="csX35" fmla="*/ 46702 w 134695"/>
              <a:gd name="csY35" fmla="*/ 80463 h 134676"/>
              <a:gd name="csX36" fmla="*/ 80456 w 134695"/>
              <a:gd name="csY36" fmla="*/ 46712 h 134676"/>
              <a:gd name="csX37" fmla="*/ 77972 w 134695"/>
              <a:gd name="csY37" fmla="*/ 37220 h 134676"/>
              <a:gd name="csX38" fmla="*/ 97470 w 134695"/>
              <a:gd name="csY38" fmla="*/ 17725 h 134676"/>
              <a:gd name="csX39" fmla="*/ 97470 w 134695"/>
              <a:gd name="csY39" fmla="*/ 28357 h 134676"/>
              <a:gd name="csX40" fmla="*/ 91209 w 134695"/>
              <a:gd name="csY40" fmla="*/ 30960 h 134676"/>
              <a:gd name="csX41" fmla="*/ 88606 w 134695"/>
              <a:gd name="csY41" fmla="*/ 37220 h 134676"/>
              <a:gd name="csX42" fmla="*/ 91209 w 134695"/>
              <a:gd name="csY42" fmla="*/ 43480 h 134676"/>
              <a:gd name="csX43" fmla="*/ 97470 w 134695"/>
              <a:gd name="csY43" fmla="*/ 46083 h 134676"/>
              <a:gd name="csX44" fmla="*/ 103731 w 134695"/>
              <a:gd name="csY44" fmla="*/ 43480 h 134676"/>
              <a:gd name="csX45" fmla="*/ 106334 w 134695"/>
              <a:gd name="csY45" fmla="*/ 37220 h 134676"/>
              <a:gd name="csX46" fmla="*/ 103731 w 134695"/>
              <a:gd name="csY46" fmla="*/ 30960 h 134676"/>
              <a:gd name="csX47" fmla="*/ 97470 w 134695"/>
              <a:gd name="csY47" fmla="*/ 28357 h 134676"/>
              <a:gd name="csX48" fmla="*/ 40764 w 134695"/>
              <a:gd name="csY48" fmla="*/ 31896 h 134676"/>
              <a:gd name="csX49" fmla="*/ 34503 w 134695"/>
              <a:gd name="csY49" fmla="*/ 34499 h 134676"/>
              <a:gd name="csX50" fmla="*/ 31900 w 134695"/>
              <a:gd name="csY50" fmla="*/ 40759 h 134676"/>
              <a:gd name="csX51" fmla="*/ 34503 w 134695"/>
              <a:gd name="csY51" fmla="*/ 47036 h 134676"/>
              <a:gd name="csX52" fmla="*/ 40764 w 134695"/>
              <a:gd name="csY52" fmla="*/ 49621 h 134676"/>
              <a:gd name="csX53" fmla="*/ 47025 w 134695"/>
              <a:gd name="csY53" fmla="*/ 47036 h 134676"/>
              <a:gd name="csX54" fmla="*/ 49628 w 134695"/>
              <a:gd name="csY54" fmla="*/ 40759 h 134676"/>
              <a:gd name="csX55" fmla="*/ 47025 w 134695"/>
              <a:gd name="csY55" fmla="*/ 34499 h 134676"/>
              <a:gd name="csX56" fmla="*/ 40764 w 134695"/>
              <a:gd name="csY56" fmla="*/ 31896 h 134676"/>
              <a:gd name="csX57" fmla="*/ 93931 w 134695"/>
              <a:gd name="csY57" fmla="*/ 85056 h 134676"/>
              <a:gd name="csX58" fmla="*/ 87670 w 134695"/>
              <a:gd name="csY58" fmla="*/ 87658 h 134676"/>
              <a:gd name="csX59" fmla="*/ 85067 w 134695"/>
              <a:gd name="csY59" fmla="*/ 93918 h 134676"/>
              <a:gd name="csX60" fmla="*/ 87670 w 134695"/>
              <a:gd name="csY60" fmla="*/ 100195 h 134676"/>
              <a:gd name="csX61" fmla="*/ 93931 w 134695"/>
              <a:gd name="csY61" fmla="*/ 102781 h 134676"/>
              <a:gd name="csX62" fmla="*/ 100192 w 134695"/>
              <a:gd name="csY62" fmla="*/ 100195 h 134676"/>
              <a:gd name="csX63" fmla="*/ 102795 w 134695"/>
              <a:gd name="csY63" fmla="*/ 93918 h 134676"/>
              <a:gd name="csX64" fmla="*/ 100192 w 134695"/>
              <a:gd name="csY64" fmla="*/ 87658 h 134676"/>
              <a:gd name="csX65" fmla="*/ 93931 w 134695"/>
              <a:gd name="csY65" fmla="*/ 85056 h 134676"/>
              <a:gd name="csX66" fmla="*/ 37208 w 134695"/>
              <a:gd name="csY66" fmla="*/ 88611 h 134676"/>
              <a:gd name="csX67" fmla="*/ 30947 w 134695"/>
              <a:gd name="csY67" fmla="*/ 91197 h 134676"/>
              <a:gd name="csX68" fmla="*/ 28361 w 134695"/>
              <a:gd name="csY68" fmla="*/ 97474 h 134676"/>
              <a:gd name="csX69" fmla="*/ 30947 w 134695"/>
              <a:gd name="csY69" fmla="*/ 103734 h 134676"/>
              <a:gd name="csX70" fmla="*/ 37208 w 134695"/>
              <a:gd name="csY70" fmla="*/ 106319 h 134676"/>
              <a:gd name="csX71" fmla="*/ 43486 w 134695"/>
              <a:gd name="csY71" fmla="*/ 103734 h 134676"/>
              <a:gd name="csX72" fmla="*/ 46072 w 134695"/>
              <a:gd name="csY72" fmla="*/ 97474 h 134676"/>
              <a:gd name="csX73" fmla="*/ 43486 w 134695"/>
              <a:gd name="csY73" fmla="*/ 91197 h 134676"/>
              <a:gd name="csX74" fmla="*/ 37208 w 134695"/>
              <a:gd name="csY74" fmla="*/ 88611 h 134676"/>
            </a:gdLst>
            <a:ahLst/>
            <a:cxnLst/>
            <a:rect l="l" t="t" r="r" b="b"/>
            <a:pathLst>
              <a:path w="100000" h="100000">
                <a:moveTo>
                  <a:pt x="14475" y="7"/>
                </a:moveTo>
                <a:cubicBezTo>
                  <a:pt x="6492" y="7"/>
                  <a:pt x="0" y="6499"/>
                  <a:pt x="0" y="14480"/>
                </a:cubicBezTo>
                <a:lnTo>
                  <a:pt x="0" y="85520"/>
                </a:lnTo>
                <a:cubicBezTo>
                  <a:pt x="0" y="93502"/>
                  <a:pt x="6492" y="99994"/>
                  <a:pt x="14475" y="99994"/>
                </a:cubicBezTo>
                <a:lnTo>
                  <a:pt x="85525" y="99994"/>
                </a:lnTo>
                <a:cubicBezTo>
                  <a:pt x="88076" y="99994"/>
                  <a:pt x="90476" y="99324"/>
                  <a:pt x="92573" y="98150"/>
                </a:cubicBezTo>
                <a:lnTo>
                  <a:pt x="76785" y="82363"/>
                </a:lnTo>
                <a:cubicBezTo>
                  <a:pt x="74687" y="83537"/>
                  <a:pt x="72288" y="84207"/>
                  <a:pt x="69736" y="84207"/>
                </a:cubicBezTo>
                <a:cubicBezTo>
                  <a:pt x="61754" y="84207"/>
                  <a:pt x="55261" y="77715"/>
                  <a:pt x="55261" y="69733"/>
                </a:cubicBezTo>
                <a:cubicBezTo>
                  <a:pt x="55261" y="61764"/>
                  <a:pt x="61754" y="55261"/>
                  <a:pt x="69736" y="55261"/>
                </a:cubicBezTo>
                <a:cubicBezTo>
                  <a:pt x="77719" y="55261"/>
                  <a:pt x="84211" y="61764"/>
                  <a:pt x="84211" y="69733"/>
                </a:cubicBezTo>
                <a:cubicBezTo>
                  <a:pt x="84211" y="72298"/>
                  <a:pt x="83529" y="74697"/>
                  <a:pt x="82367" y="76781"/>
                </a:cubicBezTo>
                <a:lnTo>
                  <a:pt x="98156" y="92567"/>
                </a:lnTo>
                <a:cubicBezTo>
                  <a:pt x="99318" y="90483"/>
                  <a:pt x="100000" y="88084"/>
                  <a:pt x="100000" y="85520"/>
                </a:cubicBezTo>
                <a:lnTo>
                  <a:pt x="100000" y="14480"/>
                </a:lnTo>
                <a:cubicBezTo>
                  <a:pt x="100000" y="6499"/>
                  <a:pt x="93508" y="7"/>
                  <a:pt x="85525" y="7"/>
                </a:cubicBezTo>
                <a:lnTo>
                  <a:pt x="68650" y="7"/>
                </a:lnTo>
                <a:cubicBezTo>
                  <a:pt x="68574" y="95"/>
                  <a:pt x="68536" y="222"/>
                  <a:pt x="68435" y="310"/>
                </a:cubicBezTo>
                <a:lnTo>
                  <a:pt x="42971" y="23346"/>
                </a:lnTo>
                <a:cubicBezTo>
                  <a:pt x="44095" y="25405"/>
                  <a:pt x="44740" y="27766"/>
                  <a:pt x="44740" y="30267"/>
                </a:cubicBezTo>
                <a:cubicBezTo>
                  <a:pt x="44740" y="38249"/>
                  <a:pt x="38247" y="44740"/>
                  <a:pt x="30264" y="44740"/>
                </a:cubicBezTo>
                <a:cubicBezTo>
                  <a:pt x="22281" y="44740"/>
                  <a:pt x="15789" y="38249"/>
                  <a:pt x="15789" y="30267"/>
                </a:cubicBezTo>
                <a:cubicBezTo>
                  <a:pt x="15789" y="22297"/>
                  <a:pt x="22281" y="15794"/>
                  <a:pt x="30264" y="15794"/>
                </a:cubicBezTo>
                <a:cubicBezTo>
                  <a:pt x="32866" y="15794"/>
                  <a:pt x="35316" y="16501"/>
                  <a:pt x="37426" y="17714"/>
                </a:cubicBezTo>
                <a:lnTo>
                  <a:pt x="57004" y="7"/>
                </a:lnTo>
                <a:lnTo>
                  <a:pt x="14475" y="7"/>
                </a:lnTo>
                <a:close/>
                <a:moveTo>
                  <a:pt x="72363" y="13166"/>
                </a:moveTo>
                <a:cubicBezTo>
                  <a:pt x="80346" y="13166"/>
                  <a:pt x="86838" y="19658"/>
                  <a:pt x="86838" y="27640"/>
                </a:cubicBezTo>
                <a:cubicBezTo>
                  <a:pt x="86838" y="35622"/>
                  <a:pt x="80346" y="42113"/>
                  <a:pt x="72363" y="42113"/>
                </a:cubicBezTo>
                <a:cubicBezTo>
                  <a:pt x="69812" y="42113"/>
                  <a:pt x="67412" y="41432"/>
                  <a:pt x="65315" y="40269"/>
                </a:cubicBezTo>
                <a:lnTo>
                  <a:pt x="40268" y="65313"/>
                </a:lnTo>
                <a:cubicBezTo>
                  <a:pt x="41430" y="67410"/>
                  <a:pt x="42100" y="69809"/>
                  <a:pt x="42100" y="72374"/>
                </a:cubicBezTo>
                <a:cubicBezTo>
                  <a:pt x="42100" y="80343"/>
                  <a:pt x="35607" y="86834"/>
                  <a:pt x="27624" y="86834"/>
                </a:cubicBezTo>
                <a:cubicBezTo>
                  <a:pt x="19654" y="86834"/>
                  <a:pt x="13162" y="80343"/>
                  <a:pt x="13162" y="72374"/>
                </a:cubicBezTo>
                <a:cubicBezTo>
                  <a:pt x="13162" y="64392"/>
                  <a:pt x="19654" y="57900"/>
                  <a:pt x="27624" y="57900"/>
                </a:cubicBezTo>
                <a:cubicBezTo>
                  <a:pt x="30188" y="57900"/>
                  <a:pt x="32588" y="58570"/>
                  <a:pt x="34672" y="59744"/>
                </a:cubicBezTo>
                <a:lnTo>
                  <a:pt x="59732" y="34687"/>
                </a:lnTo>
                <a:cubicBezTo>
                  <a:pt x="58570" y="32604"/>
                  <a:pt x="57888" y="30191"/>
                  <a:pt x="57888" y="27640"/>
                </a:cubicBezTo>
                <a:cubicBezTo>
                  <a:pt x="57888" y="19658"/>
                  <a:pt x="64380" y="13166"/>
                  <a:pt x="72363" y="13166"/>
                </a:cubicBezTo>
                <a:close/>
                <a:moveTo>
                  <a:pt x="72363" y="21060"/>
                </a:moveTo>
                <a:cubicBezTo>
                  <a:pt x="70620" y="21060"/>
                  <a:pt x="68953" y="21755"/>
                  <a:pt x="67715" y="22992"/>
                </a:cubicBezTo>
                <a:cubicBezTo>
                  <a:pt x="66478" y="24217"/>
                  <a:pt x="65783" y="25897"/>
                  <a:pt x="65783" y="27640"/>
                </a:cubicBezTo>
                <a:cubicBezTo>
                  <a:pt x="65783" y="29383"/>
                  <a:pt x="66478" y="31062"/>
                  <a:pt x="67715" y="32287"/>
                </a:cubicBezTo>
                <a:cubicBezTo>
                  <a:pt x="68953" y="33526"/>
                  <a:pt x="70620" y="34220"/>
                  <a:pt x="72363" y="34220"/>
                </a:cubicBezTo>
                <a:cubicBezTo>
                  <a:pt x="74107" y="34220"/>
                  <a:pt x="75786" y="33526"/>
                  <a:pt x="77012" y="32287"/>
                </a:cubicBezTo>
                <a:cubicBezTo>
                  <a:pt x="78249" y="31062"/>
                  <a:pt x="78944" y="29383"/>
                  <a:pt x="78944" y="27640"/>
                </a:cubicBezTo>
                <a:cubicBezTo>
                  <a:pt x="78944" y="25897"/>
                  <a:pt x="78249" y="24217"/>
                  <a:pt x="77012" y="22992"/>
                </a:cubicBezTo>
                <a:cubicBezTo>
                  <a:pt x="75786" y="21755"/>
                  <a:pt x="74107" y="21060"/>
                  <a:pt x="72363" y="21060"/>
                </a:cubicBezTo>
                <a:close/>
                <a:moveTo>
                  <a:pt x="30264" y="23687"/>
                </a:moveTo>
                <a:cubicBezTo>
                  <a:pt x="28521" y="23687"/>
                  <a:pt x="26841" y="24382"/>
                  <a:pt x="25616" y="25620"/>
                </a:cubicBezTo>
                <a:cubicBezTo>
                  <a:pt x="24378" y="26857"/>
                  <a:pt x="23683" y="28524"/>
                  <a:pt x="23683" y="30267"/>
                </a:cubicBezTo>
                <a:cubicBezTo>
                  <a:pt x="23683" y="32010"/>
                  <a:pt x="24378" y="33689"/>
                  <a:pt x="25616" y="34927"/>
                </a:cubicBezTo>
                <a:cubicBezTo>
                  <a:pt x="26841" y="36152"/>
                  <a:pt x="28521" y="36847"/>
                  <a:pt x="30264" y="36847"/>
                </a:cubicBezTo>
                <a:cubicBezTo>
                  <a:pt x="32007" y="36847"/>
                  <a:pt x="33675" y="36152"/>
                  <a:pt x="34912" y="34927"/>
                </a:cubicBezTo>
                <a:cubicBezTo>
                  <a:pt x="36150" y="33689"/>
                  <a:pt x="36845" y="32010"/>
                  <a:pt x="36845" y="30267"/>
                </a:cubicBezTo>
                <a:cubicBezTo>
                  <a:pt x="36845" y="28524"/>
                  <a:pt x="36150" y="26857"/>
                  <a:pt x="34912" y="25620"/>
                </a:cubicBezTo>
                <a:cubicBezTo>
                  <a:pt x="33675" y="24382"/>
                  <a:pt x="32007" y="23687"/>
                  <a:pt x="30264" y="23687"/>
                </a:cubicBezTo>
                <a:close/>
                <a:moveTo>
                  <a:pt x="69736" y="63154"/>
                </a:moveTo>
                <a:cubicBezTo>
                  <a:pt x="67993" y="63154"/>
                  <a:pt x="66313" y="63848"/>
                  <a:pt x="65088" y="65086"/>
                </a:cubicBezTo>
                <a:cubicBezTo>
                  <a:pt x="63850" y="66324"/>
                  <a:pt x="63155" y="67991"/>
                  <a:pt x="63155" y="69733"/>
                </a:cubicBezTo>
                <a:cubicBezTo>
                  <a:pt x="63155" y="71477"/>
                  <a:pt x="63850" y="73156"/>
                  <a:pt x="65088" y="74394"/>
                </a:cubicBezTo>
                <a:cubicBezTo>
                  <a:pt x="66313" y="75619"/>
                  <a:pt x="67993" y="76314"/>
                  <a:pt x="69736" y="76314"/>
                </a:cubicBezTo>
                <a:cubicBezTo>
                  <a:pt x="71479" y="76314"/>
                  <a:pt x="73147" y="75619"/>
                  <a:pt x="74384" y="74394"/>
                </a:cubicBezTo>
                <a:cubicBezTo>
                  <a:pt x="75622" y="73156"/>
                  <a:pt x="76317" y="71477"/>
                  <a:pt x="76317" y="69733"/>
                </a:cubicBezTo>
                <a:cubicBezTo>
                  <a:pt x="76317" y="67991"/>
                  <a:pt x="75622" y="66324"/>
                  <a:pt x="74384" y="65086"/>
                </a:cubicBezTo>
                <a:cubicBezTo>
                  <a:pt x="73147" y="63848"/>
                  <a:pt x="71479" y="63154"/>
                  <a:pt x="69736" y="63154"/>
                </a:cubicBezTo>
                <a:close/>
                <a:moveTo>
                  <a:pt x="27624" y="65793"/>
                </a:moveTo>
                <a:cubicBezTo>
                  <a:pt x="25881" y="65793"/>
                  <a:pt x="24214" y="66488"/>
                  <a:pt x="22976" y="67713"/>
                </a:cubicBezTo>
                <a:cubicBezTo>
                  <a:pt x="21751" y="68951"/>
                  <a:pt x="21056" y="70618"/>
                  <a:pt x="21056" y="72374"/>
                </a:cubicBezTo>
                <a:cubicBezTo>
                  <a:pt x="21056" y="74116"/>
                  <a:pt x="21751" y="75783"/>
                  <a:pt x="22976" y="77021"/>
                </a:cubicBezTo>
                <a:cubicBezTo>
                  <a:pt x="24214" y="78259"/>
                  <a:pt x="25881" y="78940"/>
                  <a:pt x="27624" y="78940"/>
                </a:cubicBezTo>
                <a:cubicBezTo>
                  <a:pt x="29380" y="78940"/>
                  <a:pt x="31047" y="78259"/>
                  <a:pt x="32285" y="77021"/>
                </a:cubicBezTo>
                <a:cubicBezTo>
                  <a:pt x="33511" y="75783"/>
                  <a:pt x="34205" y="74116"/>
                  <a:pt x="34205" y="72374"/>
                </a:cubicBezTo>
                <a:cubicBezTo>
                  <a:pt x="34205" y="70618"/>
                  <a:pt x="33511" y="68951"/>
                  <a:pt x="32285" y="67713"/>
                </a:cubicBezTo>
                <a:cubicBezTo>
                  <a:pt x="31047" y="66488"/>
                  <a:pt x="29380" y="65793"/>
                  <a:pt x="27624" y="6579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1" name="Чёрный — SVG 62">
            <a:extLst>
              <a:ext uri="{FF2B5EF4-FFF2-40B4-BE49-F238E27FC236}">
                <a16:creationId xmlns:a16="http://schemas.microsoft.com/office/drawing/2014/main" id="{5BC2228B-9040-934F-9736-382791CB685E}"/>
              </a:ext>
            </a:extLst>
          </p:cNvPr>
          <p:cNvSpPr>
            <a:spLocks noGrp="1"/>
          </p:cNvSpPr>
          <p:nvPr/>
        </p:nvSpPr>
        <p:spPr>
          <a:xfrm>
            <a:off x="4620000" y="3730000"/>
            <a:ext cx="220000" cy="220000"/>
          </a:xfrm>
          <a:custGeom>
            <a:avLst/>
            <a:gdLst>
              <a:gd name="csX0" fmla="*/ 30121 w 134841"/>
              <a:gd name="csY0" fmla="*/ 1 h 134831"/>
              <a:gd name="csX1" fmla="*/ 26388 w 134841"/>
              <a:gd name="csY1" fmla="*/ 1617 h 134831"/>
              <a:gd name="csX2" fmla="*/ 24887 w 134841"/>
              <a:gd name="csY2" fmla="*/ 5394 h 134831"/>
              <a:gd name="csX3" fmla="*/ 24887 w 134841"/>
              <a:gd name="csY3" fmla="*/ 15192 h 134831"/>
              <a:gd name="csX4" fmla="*/ 18950 w 134841"/>
              <a:gd name="csY4" fmla="*/ 18952 h 134831"/>
              <a:gd name="csX5" fmla="*/ 15195 w 134841"/>
              <a:gd name="csY5" fmla="*/ 24888 h 134831"/>
              <a:gd name="csX6" fmla="*/ 5393 w 134841"/>
              <a:gd name="csY6" fmla="*/ 24888 h 134831"/>
              <a:gd name="csX7" fmla="*/ 3335 w 134841"/>
              <a:gd name="csY7" fmla="*/ 25263 h 134831"/>
              <a:gd name="csX8" fmla="*/ 1584 w 134841"/>
              <a:gd name="csY8" fmla="*/ 26420 h 134831"/>
              <a:gd name="csX9" fmla="*/ 412 w 134841"/>
              <a:gd name="csY9" fmla="*/ 28155 h 134831"/>
              <a:gd name="csX10" fmla="*/ 0 w 134841"/>
              <a:gd name="csY10" fmla="*/ 30196 h 134831"/>
              <a:gd name="csX11" fmla="*/ 412 w 134841"/>
              <a:gd name="csY11" fmla="*/ 32254 h 134831"/>
              <a:gd name="csX12" fmla="*/ 1584 w 134841"/>
              <a:gd name="csY12" fmla="*/ 33990 h 134831"/>
              <a:gd name="csX13" fmla="*/ 3335 w 134841"/>
              <a:gd name="csY13" fmla="*/ 35129 h 134831"/>
              <a:gd name="csX14" fmla="*/ 5393 w 134841"/>
              <a:gd name="csY14" fmla="*/ 35520 h 134831"/>
              <a:gd name="csX15" fmla="*/ 14254 w 134841"/>
              <a:gd name="csY15" fmla="*/ 35520 h 134831"/>
              <a:gd name="csX16" fmla="*/ 14254 w 134841"/>
              <a:gd name="csY16" fmla="*/ 49691 h 134831"/>
              <a:gd name="csX17" fmla="*/ 5393 w 134841"/>
              <a:gd name="csY17" fmla="*/ 49691 h 134831"/>
              <a:gd name="csX18" fmla="*/ 3335 w 134841"/>
              <a:gd name="csY18" fmla="*/ 50082 h 134831"/>
              <a:gd name="csX19" fmla="*/ 1584 w 134841"/>
              <a:gd name="csY19" fmla="*/ 51222 h 134831"/>
              <a:gd name="csX20" fmla="*/ 412 w 134841"/>
              <a:gd name="csY20" fmla="*/ 52957 h 134831"/>
              <a:gd name="csX21" fmla="*/ 0 w 134841"/>
              <a:gd name="csY21" fmla="*/ 55015 h 134831"/>
              <a:gd name="csX22" fmla="*/ 412 w 134841"/>
              <a:gd name="csY22" fmla="*/ 57057 h 134831"/>
              <a:gd name="csX23" fmla="*/ 1584 w 134841"/>
              <a:gd name="csY23" fmla="*/ 58792 h 134831"/>
              <a:gd name="csX24" fmla="*/ 3335 w 134841"/>
              <a:gd name="csY24" fmla="*/ 59949 h 134831"/>
              <a:gd name="csX25" fmla="*/ 5393 w 134841"/>
              <a:gd name="csY25" fmla="*/ 60323 h 134831"/>
              <a:gd name="csX26" fmla="*/ 14254 w 134841"/>
              <a:gd name="csY26" fmla="*/ 60323 h 134831"/>
              <a:gd name="csX27" fmla="*/ 14254 w 134841"/>
              <a:gd name="csY27" fmla="*/ 74510 h 134831"/>
              <a:gd name="csX28" fmla="*/ 5393 w 134841"/>
              <a:gd name="csY28" fmla="*/ 74510 h 134831"/>
              <a:gd name="csX29" fmla="*/ 3335 w 134841"/>
              <a:gd name="csY29" fmla="*/ 74884 h 134831"/>
              <a:gd name="csX30" fmla="*/ 1584 w 134841"/>
              <a:gd name="csY30" fmla="*/ 76024 h 134831"/>
              <a:gd name="csX31" fmla="*/ 412 w 134841"/>
              <a:gd name="csY31" fmla="*/ 77759 h 134831"/>
              <a:gd name="csX32" fmla="*/ 0 w 134841"/>
              <a:gd name="csY32" fmla="*/ 79817 h 134831"/>
              <a:gd name="csX33" fmla="*/ 412 w 134841"/>
              <a:gd name="csY33" fmla="*/ 81876 h 134831"/>
              <a:gd name="csX34" fmla="*/ 1584 w 134841"/>
              <a:gd name="csY34" fmla="*/ 83611 h 134831"/>
              <a:gd name="csX35" fmla="*/ 3335 w 134841"/>
              <a:gd name="csY35" fmla="*/ 84751 h 134831"/>
              <a:gd name="csX36" fmla="*/ 5393 w 134841"/>
              <a:gd name="csY36" fmla="*/ 85142 h 134831"/>
              <a:gd name="csX37" fmla="*/ 14254 w 134841"/>
              <a:gd name="csY37" fmla="*/ 85142 h 134831"/>
              <a:gd name="csX38" fmla="*/ 14254 w 134841"/>
              <a:gd name="csY38" fmla="*/ 99312 h 134831"/>
              <a:gd name="csX39" fmla="*/ 5393 w 134841"/>
              <a:gd name="csY39" fmla="*/ 99312 h 134831"/>
              <a:gd name="csX40" fmla="*/ 3335 w 134841"/>
              <a:gd name="csY40" fmla="*/ 99687 h 134831"/>
              <a:gd name="csX41" fmla="*/ 1584 w 134841"/>
              <a:gd name="csY41" fmla="*/ 100843 h 134831"/>
              <a:gd name="csX42" fmla="*/ 412 w 134841"/>
              <a:gd name="csY42" fmla="*/ 102578 h 134831"/>
              <a:gd name="csX43" fmla="*/ 0 w 134841"/>
              <a:gd name="csY43" fmla="*/ 104620 h 134831"/>
              <a:gd name="csX44" fmla="*/ 412 w 134841"/>
              <a:gd name="csY44" fmla="*/ 106678 h 134831"/>
              <a:gd name="csX45" fmla="*/ 1584 w 134841"/>
              <a:gd name="csY45" fmla="*/ 108413 h 134831"/>
              <a:gd name="csX46" fmla="*/ 3335 w 134841"/>
              <a:gd name="csY46" fmla="*/ 109553 h 134831"/>
              <a:gd name="csX47" fmla="*/ 5393 w 134841"/>
              <a:gd name="csY47" fmla="*/ 109944 h 134831"/>
              <a:gd name="csX48" fmla="*/ 15195 w 134841"/>
              <a:gd name="csY48" fmla="*/ 109944 h 134831"/>
              <a:gd name="csX49" fmla="*/ 18950 w 134841"/>
              <a:gd name="csY49" fmla="*/ 115881 h 134831"/>
              <a:gd name="csX50" fmla="*/ 24887 w 134841"/>
              <a:gd name="csY50" fmla="*/ 119641 h 134831"/>
              <a:gd name="csX51" fmla="*/ 24887 w 134841"/>
              <a:gd name="csY51" fmla="*/ 129439 h 134831"/>
              <a:gd name="csX52" fmla="*/ 25270 w 134841"/>
              <a:gd name="csY52" fmla="*/ 131497 h 134831"/>
              <a:gd name="csX53" fmla="*/ 26417 w 134841"/>
              <a:gd name="csY53" fmla="*/ 133250 h 134831"/>
              <a:gd name="csX54" fmla="*/ 28152 w 134841"/>
              <a:gd name="csY54" fmla="*/ 134406 h 134831"/>
              <a:gd name="csX55" fmla="*/ 30204 w 134841"/>
              <a:gd name="csY55" fmla="*/ 134831 h 134831"/>
              <a:gd name="csX56" fmla="*/ 32256 w 134841"/>
              <a:gd name="csY56" fmla="*/ 134406 h 134831"/>
              <a:gd name="csX57" fmla="*/ 33989 w 134841"/>
              <a:gd name="csY57" fmla="*/ 133250 h 134831"/>
              <a:gd name="csX58" fmla="*/ 35138 w 134841"/>
              <a:gd name="csY58" fmla="*/ 131497 h 134831"/>
              <a:gd name="csX59" fmla="*/ 35521 w 134841"/>
              <a:gd name="csY59" fmla="*/ 129439 h 134831"/>
              <a:gd name="csX60" fmla="*/ 35521 w 134841"/>
              <a:gd name="csY60" fmla="*/ 120576 h 134831"/>
              <a:gd name="csX61" fmla="*/ 49698 w 134841"/>
              <a:gd name="csY61" fmla="*/ 120576 h 134831"/>
              <a:gd name="csX62" fmla="*/ 49698 w 134841"/>
              <a:gd name="csY62" fmla="*/ 129439 h 134831"/>
              <a:gd name="csX63" fmla="*/ 50081 w 134841"/>
              <a:gd name="csY63" fmla="*/ 131497 h 134831"/>
              <a:gd name="csX64" fmla="*/ 51229 w 134841"/>
              <a:gd name="csY64" fmla="*/ 133250 h 134831"/>
              <a:gd name="csX65" fmla="*/ 52963 w 134841"/>
              <a:gd name="csY65" fmla="*/ 134406 h 134831"/>
              <a:gd name="csX66" fmla="*/ 55015 w 134841"/>
              <a:gd name="csY66" fmla="*/ 134831 h 134831"/>
              <a:gd name="csX67" fmla="*/ 57066 w 134841"/>
              <a:gd name="csY67" fmla="*/ 134406 h 134831"/>
              <a:gd name="csX68" fmla="*/ 58802 w 134841"/>
              <a:gd name="csY68" fmla="*/ 133250 h 134831"/>
              <a:gd name="csX69" fmla="*/ 59948 w 134841"/>
              <a:gd name="csY69" fmla="*/ 131497 h 134831"/>
              <a:gd name="csX70" fmla="*/ 60331 w 134841"/>
              <a:gd name="csY70" fmla="*/ 129439 h 134831"/>
              <a:gd name="csX71" fmla="*/ 60331 w 134841"/>
              <a:gd name="csY71" fmla="*/ 120576 h 134831"/>
              <a:gd name="csX72" fmla="*/ 74510 w 134841"/>
              <a:gd name="csY72" fmla="*/ 120576 h 134831"/>
              <a:gd name="csX73" fmla="*/ 74510 w 134841"/>
              <a:gd name="csY73" fmla="*/ 129439 h 134831"/>
              <a:gd name="csX74" fmla="*/ 74893 w 134841"/>
              <a:gd name="csY74" fmla="*/ 131497 h 134831"/>
              <a:gd name="csX75" fmla="*/ 76040 w 134841"/>
              <a:gd name="csY75" fmla="*/ 133250 h 134831"/>
              <a:gd name="csX76" fmla="*/ 77773 w 134841"/>
              <a:gd name="csY76" fmla="*/ 134406 h 134831"/>
              <a:gd name="csX77" fmla="*/ 79827 w 134841"/>
              <a:gd name="csY77" fmla="*/ 134831 h 134831"/>
              <a:gd name="csX78" fmla="*/ 81879 w 134841"/>
              <a:gd name="csY78" fmla="*/ 134406 h 134831"/>
              <a:gd name="csX79" fmla="*/ 83612 w 134841"/>
              <a:gd name="csY79" fmla="*/ 133250 h 134831"/>
              <a:gd name="csX80" fmla="*/ 84759 w 134841"/>
              <a:gd name="csY80" fmla="*/ 131497 h 134831"/>
              <a:gd name="csX81" fmla="*/ 85144 w 134841"/>
              <a:gd name="csY81" fmla="*/ 129439 h 134831"/>
              <a:gd name="csX82" fmla="*/ 85144 w 134841"/>
              <a:gd name="csY82" fmla="*/ 120576 h 134831"/>
              <a:gd name="csX83" fmla="*/ 99321 w 134841"/>
              <a:gd name="csY83" fmla="*/ 120576 h 134831"/>
              <a:gd name="csX84" fmla="*/ 99321 w 134841"/>
              <a:gd name="csY84" fmla="*/ 129439 h 134831"/>
              <a:gd name="csX85" fmla="*/ 99704 w 134841"/>
              <a:gd name="csY85" fmla="*/ 131497 h 134831"/>
              <a:gd name="csX86" fmla="*/ 100850 w 134841"/>
              <a:gd name="csY86" fmla="*/ 133250 h 134831"/>
              <a:gd name="csX87" fmla="*/ 102586 w 134841"/>
              <a:gd name="csY87" fmla="*/ 134406 h 134831"/>
              <a:gd name="csX88" fmla="*/ 104638 w 134841"/>
              <a:gd name="csY88" fmla="*/ 134831 h 134831"/>
              <a:gd name="csX89" fmla="*/ 106689 w 134841"/>
              <a:gd name="csY89" fmla="*/ 134406 h 134831"/>
              <a:gd name="csX90" fmla="*/ 108423 w 134841"/>
              <a:gd name="csY90" fmla="*/ 133250 h 134831"/>
              <a:gd name="csX91" fmla="*/ 109571 w 134841"/>
              <a:gd name="csY91" fmla="*/ 131497 h 134831"/>
              <a:gd name="csX92" fmla="*/ 109954 w 134841"/>
              <a:gd name="csY92" fmla="*/ 129439 h 134831"/>
              <a:gd name="csX93" fmla="*/ 109954 w 134841"/>
              <a:gd name="csY93" fmla="*/ 119641 h 134831"/>
              <a:gd name="csX94" fmla="*/ 115892 w 134841"/>
              <a:gd name="csY94" fmla="*/ 115881 h 134831"/>
              <a:gd name="csX95" fmla="*/ 119645 w 134841"/>
              <a:gd name="csY95" fmla="*/ 109944 h 134831"/>
              <a:gd name="csX96" fmla="*/ 129448 w 134841"/>
              <a:gd name="csY96" fmla="*/ 109944 h 134831"/>
              <a:gd name="csX97" fmla="*/ 131507 w 134841"/>
              <a:gd name="csY97" fmla="*/ 109553 h 134831"/>
              <a:gd name="csX98" fmla="*/ 133258 w 134841"/>
              <a:gd name="csY98" fmla="*/ 108413 h 134831"/>
              <a:gd name="csX99" fmla="*/ 134430 w 134841"/>
              <a:gd name="csY99" fmla="*/ 106678 h 134831"/>
              <a:gd name="csX100" fmla="*/ 134841 w 134841"/>
              <a:gd name="csY100" fmla="*/ 104620 h 134831"/>
              <a:gd name="csX101" fmla="*/ 134430 w 134841"/>
              <a:gd name="csY101" fmla="*/ 102578 h 134831"/>
              <a:gd name="csX102" fmla="*/ 133258 w 134841"/>
              <a:gd name="csY102" fmla="*/ 100843 h 134831"/>
              <a:gd name="csX103" fmla="*/ 131507 w 134841"/>
              <a:gd name="csY103" fmla="*/ 99687 h 134831"/>
              <a:gd name="csX104" fmla="*/ 129448 w 134841"/>
              <a:gd name="csY104" fmla="*/ 99312 h 134831"/>
              <a:gd name="csX105" fmla="*/ 120588 w 134841"/>
              <a:gd name="csY105" fmla="*/ 99312 h 134831"/>
              <a:gd name="csX106" fmla="*/ 120588 w 134841"/>
              <a:gd name="csY106" fmla="*/ 85142 h 134831"/>
              <a:gd name="csX107" fmla="*/ 129448 w 134841"/>
              <a:gd name="csY107" fmla="*/ 85142 h 134831"/>
              <a:gd name="csX108" fmla="*/ 131507 w 134841"/>
              <a:gd name="csY108" fmla="*/ 84751 h 134831"/>
              <a:gd name="csX109" fmla="*/ 133258 w 134841"/>
              <a:gd name="csY109" fmla="*/ 83611 h 134831"/>
              <a:gd name="csX110" fmla="*/ 134430 w 134841"/>
              <a:gd name="csY110" fmla="*/ 81876 h 134831"/>
              <a:gd name="csX111" fmla="*/ 134841 w 134841"/>
              <a:gd name="csY111" fmla="*/ 79817 h 134831"/>
              <a:gd name="csX112" fmla="*/ 134430 w 134841"/>
              <a:gd name="csY112" fmla="*/ 77759 h 134831"/>
              <a:gd name="csX113" fmla="*/ 133258 w 134841"/>
              <a:gd name="csY113" fmla="*/ 76024 h 134831"/>
              <a:gd name="csX114" fmla="*/ 131507 w 134841"/>
              <a:gd name="csY114" fmla="*/ 74884 h 134831"/>
              <a:gd name="csX115" fmla="*/ 129448 w 134841"/>
              <a:gd name="csY115" fmla="*/ 74510 h 134831"/>
              <a:gd name="csX116" fmla="*/ 120588 w 134841"/>
              <a:gd name="csY116" fmla="*/ 74510 h 134831"/>
              <a:gd name="csX117" fmla="*/ 120588 w 134841"/>
              <a:gd name="csY117" fmla="*/ 60323 h 134831"/>
              <a:gd name="csX118" fmla="*/ 129448 w 134841"/>
              <a:gd name="csY118" fmla="*/ 60323 h 134831"/>
              <a:gd name="csX119" fmla="*/ 131507 w 134841"/>
              <a:gd name="csY119" fmla="*/ 59949 h 134831"/>
              <a:gd name="csX120" fmla="*/ 133258 w 134841"/>
              <a:gd name="csY120" fmla="*/ 58792 h 134831"/>
              <a:gd name="csX121" fmla="*/ 134430 w 134841"/>
              <a:gd name="csY121" fmla="*/ 57057 h 134831"/>
              <a:gd name="csX122" fmla="*/ 134841 w 134841"/>
              <a:gd name="csY122" fmla="*/ 55015 h 134831"/>
              <a:gd name="csX123" fmla="*/ 134430 w 134841"/>
              <a:gd name="csY123" fmla="*/ 52957 h 134831"/>
              <a:gd name="csX124" fmla="*/ 133258 w 134841"/>
              <a:gd name="csY124" fmla="*/ 51222 h 134831"/>
              <a:gd name="csX125" fmla="*/ 131507 w 134841"/>
              <a:gd name="csY125" fmla="*/ 50082 h 134831"/>
              <a:gd name="csX126" fmla="*/ 129448 w 134841"/>
              <a:gd name="csY126" fmla="*/ 49691 h 134831"/>
              <a:gd name="csX127" fmla="*/ 120588 w 134841"/>
              <a:gd name="csY127" fmla="*/ 49691 h 134831"/>
              <a:gd name="csX128" fmla="*/ 120588 w 134841"/>
              <a:gd name="csY128" fmla="*/ 35520 h 134831"/>
              <a:gd name="csX129" fmla="*/ 129448 w 134841"/>
              <a:gd name="csY129" fmla="*/ 35520 h 134831"/>
              <a:gd name="csX130" fmla="*/ 131507 w 134841"/>
              <a:gd name="csY130" fmla="*/ 35129 h 134831"/>
              <a:gd name="csX131" fmla="*/ 133258 w 134841"/>
              <a:gd name="csY131" fmla="*/ 33990 h 134831"/>
              <a:gd name="csX132" fmla="*/ 134430 w 134841"/>
              <a:gd name="csY132" fmla="*/ 32254 h 134831"/>
              <a:gd name="csX133" fmla="*/ 134841 w 134841"/>
              <a:gd name="csY133" fmla="*/ 30196 h 134831"/>
              <a:gd name="csX134" fmla="*/ 134430 w 134841"/>
              <a:gd name="csY134" fmla="*/ 28155 h 134831"/>
              <a:gd name="csX135" fmla="*/ 133258 w 134841"/>
              <a:gd name="csY135" fmla="*/ 26420 h 134831"/>
              <a:gd name="csX136" fmla="*/ 131507 w 134841"/>
              <a:gd name="csY136" fmla="*/ 25263 h 134831"/>
              <a:gd name="csX137" fmla="*/ 129448 w 134841"/>
              <a:gd name="csY137" fmla="*/ 24888 h 134831"/>
              <a:gd name="csX138" fmla="*/ 119645 w 134841"/>
              <a:gd name="csY138" fmla="*/ 24888 h 134831"/>
              <a:gd name="csX139" fmla="*/ 115892 w 134841"/>
              <a:gd name="csY139" fmla="*/ 18952 h 134831"/>
              <a:gd name="csX140" fmla="*/ 109954 w 134841"/>
              <a:gd name="csY140" fmla="*/ 15192 h 134831"/>
              <a:gd name="csX141" fmla="*/ 109954 w 134841"/>
              <a:gd name="csY141" fmla="*/ 5394 h 134831"/>
              <a:gd name="csX142" fmla="*/ 109563 w 134841"/>
              <a:gd name="csY142" fmla="*/ 3319 h 134831"/>
              <a:gd name="csX143" fmla="*/ 108394 w 134841"/>
              <a:gd name="csY143" fmla="*/ 1549 h 134831"/>
              <a:gd name="csX144" fmla="*/ 106632 w 134841"/>
              <a:gd name="csY144" fmla="*/ 393 h 134831"/>
              <a:gd name="csX145" fmla="*/ 104554 w 134841"/>
              <a:gd name="csY145" fmla="*/ 1 h 134831"/>
              <a:gd name="csX146" fmla="*/ 100821 w 134841"/>
              <a:gd name="csY146" fmla="*/ 1617 h 134831"/>
              <a:gd name="csX147" fmla="*/ 99321 w 134841"/>
              <a:gd name="csY147" fmla="*/ 5394 h 134831"/>
              <a:gd name="csX148" fmla="*/ 99321 w 134841"/>
              <a:gd name="csY148" fmla="*/ 14257 h 134831"/>
              <a:gd name="csX149" fmla="*/ 85144 w 134841"/>
              <a:gd name="csY149" fmla="*/ 14257 h 134831"/>
              <a:gd name="csX150" fmla="*/ 85144 w 134841"/>
              <a:gd name="csY150" fmla="*/ 5394 h 134831"/>
              <a:gd name="csX151" fmla="*/ 84752 w 134841"/>
              <a:gd name="csY151" fmla="*/ 3319 h 134831"/>
              <a:gd name="csX152" fmla="*/ 83583 w 134841"/>
              <a:gd name="csY152" fmla="*/ 1549 h 134831"/>
              <a:gd name="csX153" fmla="*/ 81821 w 134841"/>
              <a:gd name="csY153" fmla="*/ 393 h 134831"/>
              <a:gd name="csX154" fmla="*/ 79744 w 134841"/>
              <a:gd name="csY154" fmla="*/ 1 h 134831"/>
              <a:gd name="csX155" fmla="*/ 76011 w 134841"/>
              <a:gd name="csY155" fmla="*/ 1617 h 134831"/>
              <a:gd name="csX156" fmla="*/ 74510 w 134841"/>
              <a:gd name="csY156" fmla="*/ 5394 h 134831"/>
              <a:gd name="csX157" fmla="*/ 74510 w 134841"/>
              <a:gd name="csY157" fmla="*/ 14257 h 134831"/>
              <a:gd name="csX158" fmla="*/ 60331 w 134841"/>
              <a:gd name="csY158" fmla="*/ 14257 h 134831"/>
              <a:gd name="csX159" fmla="*/ 60331 w 134841"/>
              <a:gd name="csY159" fmla="*/ 5394 h 134831"/>
              <a:gd name="csX160" fmla="*/ 59942 w 134841"/>
              <a:gd name="csY160" fmla="*/ 3319 h 134831"/>
              <a:gd name="csX161" fmla="*/ 58773 w 134841"/>
              <a:gd name="csY161" fmla="*/ 1549 h 134831"/>
              <a:gd name="csX162" fmla="*/ 57010 w 134841"/>
              <a:gd name="csY162" fmla="*/ 393 h 134831"/>
              <a:gd name="csX163" fmla="*/ 54931 w 134841"/>
              <a:gd name="csY163" fmla="*/ 1 h 134831"/>
              <a:gd name="csX164" fmla="*/ 51198 w 134841"/>
              <a:gd name="csY164" fmla="*/ 1617 h 134831"/>
              <a:gd name="csX165" fmla="*/ 49698 w 134841"/>
              <a:gd name="csY165" fmla="*/ 5394 h 134831"/>
              <a:gd name="csX166" fmla="*/ 49698 w 134841"/>
              <a:gd name="csY166" fmla="*/ 14257 h 134831"/>
              <a:gd name="csX167" fmla="*/ 35521 w 134841"/>
              <a:gd name="csY167" fmla="*/ 14257 h 134831"/>
              <a:gd name="csX168" fmla="*/ 35521 w 134841"/>
              <a:gd name="csY168" fmla="*/ 5394 h 134831"/>
              <a:gd name="csX169" fmla="*/ 35129 w 134841"/>
              <a:gd name="csY169" fmla="*/ 3319 h 134831"/>
              <a:gd name="csX170" fmla="*/ 33960 w 134841"/>
              <a:gd name="csY170" fmla="*/ 1549 h 134831"/>
              <a:gd name="csX171" fmla="*/ 32198 w 134841"/>
              <a:gd name="csY171" fmla="*/ 393 h 134831"/>
              <a:gd name="csX172" fmla="*/ 30121 w 134841"/>
              <a:gd name="csY172" fmla="*/ 1 h 134831"/>
              <a:gd name="csX173" fmla="*/ 51471 w 134841"/>
              <a:gd name="csY173" fmla="*/ 46152 h 134831"/>
              <a:gd name="csX174" fmla="*/ 83371 w 134841"/>
              <a:gd name="csY174" fmla="*/ 46152 h 134831"/>
              <a:gd name="csX175" fmla="*/ 87131 w 134841"/>
              <a:gd name="csY175" fmla="*/ 47701 h 134831"/>
              <a:gd name="csX176" fmla="*/ 88687 w 134841"/>
              <a:gd name="csY176" fmla="*/ 51460 h 134831"/>
              <a:gd name="csX177" fmla="*/ 88687 w 134841"/>
              <a:gd name="csY177" fmla="*/ 83356 h 134831"/>
              <a:gd name="csX178" fmla="*/ 87131 w 134841"/>
              <a:gd name="csY178" fmla="*/ 87115 h 134831"/>
              <a:gd name="csX179" fmla="*/ 83371 w 134841"/>
              <a:gd name="csY179" fmla="*/ 88680 h 134831"/>
              <a:gd name="csX180" fmla="*/ 51471 w 134841"/>
              <a:gd name="csY180" fmla="*/ 88680 h 134831"/>
              <a:gd name="csX181" fmla="*/ 47711 w 134841"/>
              <a:gd name="csY181" fmla="*/ 87115 h 134831"/>
              <a:gd name="csX182" fmla="*/ 46154 w 134841"/>
              <a:gd name="csY182" fmla="*/ 83356 h 134831"/>
              <a:gd name="csX183" fmla="*/ 46154 w 134841"/>
              <a:gd name="csY183" fmla="*/ 51460 h 134831"/>
              <a:gd name="csX184" fmla="*/ 47711 w 134841"/>
              <a:gd name="csY184" fmla="*/ 47701 h 134831"/>
              <a:gd name="csX185" fmla="*/ 51471 w 134841"/>
              <a:gd name="csY185" fmla="*/ 46152 h 134831"/>
            </a:gdLst>
            <a:ahLst/>
            <a:cxnLst/>
            <a:rect l="l" t="t" r="r" b="b"/>
            <a:pathLst>
              <a:path w="100000" h="100000">
                <a:moveTo>
                  <a:pt x="22338" y="4"/>
                </a:moveTo>
                <a:cubicBezTo>
                  <a:pt x="21293" y="17"/>
                  <a:pt x="20297" y="446"/>
                  <a:pt x="19570" y="1203"/>
                </a:cubicBezTo>
                <a:cubicBezTo>
                  <a:pt x="18841" y="1947"/>
                  <a:pt x="18442" y="2957"/>
                  <a:pt x="18457" y="4004"/>
                </a:cubicBezTo>
                <a:lnTo>
                  <a:pt x="18457" y="11270"/>
                </a:lnTo>
                <a:cubicBezTo>
                  <a:pt x="16800" y="11864"/>
                  <a:pt x="15296" y="12810"/>
                  <a:pt x="14054" y="14059"/>
                </a:cubicBezTo>
                <a:cubicBezTo>
                  <a:pt x="12811" y="15295"/>
                  <a:pt x="11859" y="16809"/>
                  <a:pt x="11269" y="18461"/>
                </a:cubicBezTo>
                <a:lnTo>
                  <a:pt x="4000" y="18461"/>
                </a:lnTo>
                <a:cubicBezTo>
                  <a:pt x="3476" y="18449"/>
                  <a:pt x="2958" y="18550"/>
                  <a:pt x="2473" y="18739"/>
                </a:cubicBezTo>
                <a:cubicBezTo>
                  <a:pt x="1988" y="18941"/>
                  <a:pt x="1547" y="19231"/>
                  <a:pt x="1175" y="19597"/>
                </a:cubicBezTo>
                <a:cubicBezTo>
                  <a:pt x="802" y="19963"/>
                  <a:pt x="507" y="20404"/>
                  <a:pt x="306" y="20884"/>
                </a:cubicBezTo>
                <a:cubicBezTo>
                  <a:pt x="103" y="21363"/>
                  <a:pt x="0" y="21881"/>
                  <a:pt x="0" y="22397"/>
                </a:cubicBezTo>
                <a:cubicBezTo>
                  <a:pt x="0" y="22927"/>
                  <a:pt x="103" y="23445"/>
                  <a:pt x="306" y="23924"/>
                </a:cubicBezTo>
                <a:cubicBezTo>
                  <a:pt x="507" y="24404"/>
                  <a:pt x="802" y="24845"/>
                  <a:pt x="1175" y="25211"/>
                </a:cubicBezTo>
                <a:cubicBezTo>
                  <a:pt x="1547" y="25577"/>
                  <a:pt x="1988" y="25867"/>
                  <a:pt x="2473" y="26056"/>
                </a:cubicBezTo>
                <a:cubicBezTo>
                  <a:pt x="2958" y="26258"/>
                  <a:pt x="3476" y="26346"/>
                  <a:pt x="4000" y="26346"/>
                </a:cubicBezTo>
                <a:lnTo>
                  <a:pt x="10571" y="26346"/>
                </a:lnTo>
                <a:lnTo>
                  <a:pt x="10571" y="36855"/>
                </a:lnTo>
                <a:lnTo>
                  <a:pt x="4000" y="36855"/>
                </a:lnTo>
                <a:cubicBezTo>
                  <a:pt x="3476" y="36855"/>
                  <a:pt x="2958" y="36944"/>
                  <a:pt x="2473" y="37145"/>
                </a:cubicBezTo>
                <a:cubicBezTo>
                  <a:pt x="1988" y="37334"/>
                  <a:pt x="1547" y="37625"/>
                  <a:pt x="1175" y="37991"/>
                </a:cubicBezTo>
                <a:cubicBezTo>
                  <a:pt x="802" y="38356"/>
                  <a:pt x="507" y="38798"/>
                  <a:pt x="306" y="39277"/>
                </a:cubicBezTo>
                <a:cubicBezTo>
                  <a:pt x="103" y="39756"/>
                  <a:pt x="0" y="40274"/>
                  <a:pt x="0" y="40804"/>
                </a:cubicBezTo>
                <a:cubicBezTo>
                  <a:pt x="0" y="41321"/>
                  <a:pt x="103" y="41838"/>
                  <a:pt x="306" y="42318"/>
                </a:cubicBezTo>
                <a:cubicBezTo>
                  <a:pt x="507" y="42810"/>
                  <a:pt x="802" y="43239"/>
                  <a:pt x="1175" y="43605"/>
                </a:cubicBezTo>
                <a:cubicBezTo>
                  <a:pt x="1547" y="43970"/>
                  <a:pt x="1988" y="44261"/>
                  <a:pt x="2473" y="44463"/>
                </a:cubicBezTo>
                <a:cubicBezTo>
                  <a:pt x="2958" y="44652"/>
                  <a:pt x="3476" y="44753"/>
                  <a:pt x="4000" y="44740"/>
                </a:cubicBezTo>
                <a:lnTo>
                  <a:pt x="10571" y="44740"/>
                </a:lnTo>
                <a:lnTo>
                  <a:pt x="10571" y="55261"/>
                </a:lnTo>
                <a:lnTo>
                  <a:pt x="4000" y="55261"/>
                </a:lnTo>
                <a:cubicBezTo>
                  <a:pt x="3476" y="55249"/>
                  <a:pt x="2958" y="55350"/>
                  <a:pt x="2473" y="55539"/>
                </a:cubicBezTo>
                <a:cubicBezTo>
                  <a:pt x="1988" y="55728"/>
                  <a:pt x="1547" y="56019"/>
                  <a:pt x="1175" y="56384"/>
                </a:cubicBezTo>
                <a:cubicBezTo>
                  <a:pt x="802" y="56762"/>
                  <a:pt x="507" y="57192"/>
                  <a:pt x="306" y="57671"/>
                </a:cubicBezTo>
                <a:cubicBezTo>
                  <a:pt x="103" y="58163"/>
                  <a:pt x="0" y="58680"/>
                  <a:pt x="0" y="59197"/>
                </a:cubicBezTo>
                <a:cubicBezTo>
                  <a:pt x="0" y="59715"/>
                  <a:pt x="103" y="60232"/>
                  <a:pt x="306" y="60724"/>
                </a:cubicBezTo>
                <a:cubicBezTo>
                  <a:pt x="507" y="61203"/>
                  <a:pt x="802" y="61633"/>
                  <a:pt x="1175" y="62011"/>
                </a:cubicBezTo>
                <a:cubicBezTo>
                  <a:pt x="1547" y="62376"/>
                  <a:pt x="1988" y="62666"/>
                  <a:pt x="2473" y="62856"/>
                </a:cubicBezTo>
                <a:cubicBezTo>
                  <a:pt x="2958" y="63045"/>
                  <a:pt x="3476" y="63146"/>
                  <a:pt x="4000" y="63146"/>
                </a:cubicBezTo>
                <a:lnTo>
                  <a:pt x="10571" y="63146"/>
                </a:lnTo>
                <a:lnTo>
                  <a:pt x="10571" y="73655"/>
                </a:lnTo>
                <a:lnTo>
                  <a:pt x="4000" y="73655"/>
                </a:lnTo>
                <a:cubicBezTo>
                  <a:pt x="3476" y="73642"/>
                  <a:pt x="2958" y="73743"/>
                  <a:pt x="2473" y="73933"/>
                </a:cubicBezTo>
                <a:cubicBezTo>
                  <a:pt x="1988" y="74135"/>
                  <a:pt x="1547" y="74425"/>
                  <a:pt x="1175" y="74790"/>
                </a:cubicBezTo>
                <a:cubicBezTo>
                  <a:pt x="802" y="75157"/>
                  <a:pt x="507" y="75598"/>
                  <a:pt x="306" y="76077"/>
                </a:cubicBezTo>
                <a:cubicBezTo>
                  <a:pt x="103" y="76557"/>
                  <a:pt x="0" y="77074"/>
                  <a:pt x="0" y="77591"/>
                </a:cubicBezTo>
                <a:cubicBezTo>
                  <a:pt x="0" y="78121"/>
                  <a:pt x="103" y="78639"/>
                  <a:pt x="306" y="79118"/>
                </a:cubicBezTo>
                <a:cubicBezTo>
                  <a:pt x="507" y="79597"/>
                  <a:pt x="802" y="80039"/>
                  <a:pt x="1175" y="80404"/>
                </a:cubicBezTo>
                <a:cubicBezTo>
                  <a:pt x="1547" y="80771"/>
                  <a:pt x="1988" y="81061"/>
                  <a:pt x="2473" y="81250"/>
                </a:cubicBezTo>
                <a:cubicBezTo>
                  <a:pt x="2958" y="81451"/>
                  <a:pt x="3476" y="81540"/>
                  <a:pt x="4000" y="81540"/>
                </a:cubicBezTo>
                <a:lnTo>
                  <a:pt x="11269" y="81540"/>
                </a:lnTo>
                <a:cubicBezTo>
                  <a:pt x="11859" y="83193"/>
                  <a:pt x="12811" y="84694"/>
                  <a:pt x="14054" y="85943"/>
                </a:cubicBezTo>
                <a:cubicBezTo>
                  <a:pt x="15296" y="87179"/>
                  <a:pt x="16800" y="88138"/>
                  <a:pt x="18457" y="88731"/>
                </a:cubicBezTo>
                <a:lnTo>
                  <a:pt x="18457" y="95998"/>
                </a:lnTo>
                <a:cubicBezTo>
                  <a:pt x="18449" y="96514"/>
                  <a:pt x="18545" y="97032"/>
                  <a:pt x="18741" y="97524"/>
                </a:cubicBezTo>
                <a:cubicBezTo>
                  <a:pt x="18935" y="98004"/>
                  <a:pt x="19225" y="98445"/>
                  <a:pt x="19591" y="98824"/>
                </a:cubicBezTo>
                <a:cubicBezTo>
                  <a:pt x="19958" y="99189"/>
                  <a:pt x="20396" y="99479"/>
                  <a:pt x="20878" y="99681"/>
                </a:cubicBezTo>
                <a:cubicBezTo>
                  <a:pt x="21360" y="99883"/>
                  <a:pt x="21878" y="99996"/>
                  <a:pt x="22400" y="99996"/>
                </a:cubicBezTo>
                <a:cubicBezTo>
                  <a:pt x="22922" y="99996"/>
                  <a:pt x="23439" y="99883"/>
                  <a:pt x="23922" y="99681"/>
                </a:cubicBezTo>
                <a:cubicBezTo>
                  <a:pt x="24404" y="99479"/>
                  <a:pt x="24841" y="99189"/>
                  <a:pt x="25207" y="98824"/>
                </a:cubicBezTo>
                <a:cubicBezTo>
                  <a:pt x="25574" y="98445"/>
                  <a:pt x="25863" y="98004"/>
                  <a:pt x="26059" y="97524"/>
                </a:cubicBezTo>
                <a:cubicBezTo>
                  <a:pt x="26253" y="97032"/>
                  <a:pt x="26350" y="96514"/>
                  <a:pt x="26343" y="95998"/>
                </a:cubicBezTo>
                <a:lnTo>
                  <a:pt x="26343" y="89425"/>
                </a:lnTo>
                <a:lnTo>
                  <a:pt x="36857" y="89425"/>
                </a:lnTo>
                <a:lnTo>
                  <a:pt x="36857" y="95998"/>
                </a:lnTo>
                <a:cubicBezTo>
                  <a:pt x="36849" y="96514"/>
                  <a:pt x="36946" y="97032"/>
                  <a:pt x="37141" y="97524"/>
                </a:cubicBezTo>
                <a:cubicBezTo>
                  <a:pt x="37336" y="98004"/>
                  <a:pt x="37625" y="98445"/>
                  <a:pt x="37992" y="98824"/>
                </a:cubicBezTo>
                <a:cubicBezTo>
                  <a:pt x="38358" y="99189"/>
                  <a:pt x="38796" y="99479"/>
                  <a:pt x="39278" y="99681"/>
                </a:cubicBezTo>
                <a:cubicBezTo>
                  <a:pt x="39760" y="99883"/>
                  <a:pt x="40277" y="99996"/>
                  <a:pt x="40800" y="99996"/>
                </a:cubicBezTo>
                <a:cubicBezTo>
                  <a:pt x="41322" y="99996"/>
                  <a:pt x="41839" y="99883"/>
                  <a:pt x="42321" y="99681"/>
                </a:cubicBezTo>
                <a:cubicBezTo>
                  <a:pt x="42803" y="99479"/>
                  <a:pt x="43241" y="99189"/>
                  <a:pt x="43608" y="98824"/>
                </a:cubicBezTo>
                <a:cubicBezTo>
                  <a:pt x="43974" y="98445"/>
                  <a:pt x="44264" y="98004"/>
                  <a:pt x="44458" y="97524"/>
                </a:cubicBezTo>
                <a:cubicBezTo>
                  <a:pt x="44654" y="97032"/>
                  <a:pt x="44750" y="96514"/>
                  <a:pt x="44742" y="95998"/>
                </a:cubicBezTo>
                <a:lnTo>
                  <a:pt x="44742" y="89425"/>
                </a:lnTo>
                <a:lnTo>
                  <a:pt x="55258" y="89425"/>
                </a:lnTo>
                <a:lnTo>
                  <a:pt x="55258" y="95998"/>
                </a:lnTo>
                <a:cubicBezTo>
                  <a:pt x="55250" y="96514"/>
                  <a:pt x="55346" y="97032"/>
                  <a:pt x="55542" y="97524"/>
                </a:cubicBezTo>
                <a:cubicBezTo>
                  <a:pt x="55736" y="98004"/>
                  <a:pt x="56025" y="98445"/>
                  <a:pt x="56392" y="98824"/>
                </a:cubicBezTo>
                <a:cubicBezTo>
                  <a:pt x="56759" y="99189"/>
                  <a:pt x="57196" y="99479"/>
                  <a:pt x="57678" y="99681"/>
                </a:cubicBezTo>
                <a:cubicBezTo>
                  <a:pt x="58160" y="99883"/>
                  <a:pt x="58677" y="99996"/>
                  <a:pt x="59201" y="99996"/>
                </a:cubicBezTo>
                <a:cubicBezTo>
                  <a:pt x="59723" y="99996"/>
                  <a:pt x="60241" y="99883"/>
                  <a:pt x="60723" y="99681"/>
                </a:cubicBezTo>
                <a:cubicBezTo>
                  <a:pt x="61205" y="99479"/>
                  <a:pt x="61641" y="99189"/>
                  <a:pt x="62008" y="98824"/>
                </a:cubicBezTo>
                <a:cubicBezTo>
                  <a:pt x="62375" y="98445"/>
                  <a:pt x="62664" y="98004"/>
                  <a:pt x="62858" y="97524"/>
                </a:cubicBezTo>
                <a:cubicBezTo>
                  <a:pt x="63054" y="97032"/>
                  <a:pt x="63150" y="96514"/>
                  <a:pt x="63144" y="95998"/>
                </a:cubicBezTo>
                <a:lnTo>
                  <a:pt x="63144" y="89425"/>
                </a:lnTo>
                <a:lnTo>
                  <a:pt x="73658" y="89425"/>
                </a:lnTo>
                <a:lnTo>
                  <a:pt x="73658" y="95998"/>
                </a:lnTo>
                <a:cubicBezTo>
                  <a:pt x="73650" y="96514"/>
                  <a:pt x="73746" y="97032"/>
                  <a:pt x="73942" y="97524"/>
                </a:cubicBezTo>
                <a:cubicBezTo>
                  <a:pt x="74136" y="98004"/>
                  <a:pt x="74426" y="98445"/>
                  <a:pt x="74792" y="98824"/>
                </a:cubicBezTo>
                <a:cubicBezTo>
                  <a:pt x="75159" y="99189"/>
                  <a:pt x="75597" y="99479"/>
                  <a:pt x="76079" y="99681"/>
                </a:cubicBezTo>
                <a:cubicBezTo>
                  <a:pt x="76561" y="99883"/>
                  <a:pt x="77078" y="99996"/>
                  <a:pt x="77601" y="99996"/>
                </a:cubicBezTo>
                <a:cubicBezTo>
                  <a:pt x="78123" y="99996"/>
                  <a:pt x="78641" y="99883"/>
                  <a:pt x="79122" y="99681"/>
                </a:cubicBezTo>
                <a:cubicBezTo>
                  <a:pt x="79604" y="99479"/>
                  <a:pt x="80042" y="99189"/>
                  <a:pt x="80408" y="98824"/>
                </a:cubicBezTo>
                <a:cubicBezTo>
                  <a:pt x="80775" y="98445"/>
                  <a:pt x="81064" y="98004"/>
                  <a:pt x="81259" y="97524"/>
                </a:cubicBezTo>
                <a:cubicBezTo>
                  <a:pt x="81454" y="97032"/>
                  <a:pt x="81551" y="96514"/>
                  <a:pt x="81543" y="95998"/>
                </a:cubicBezTo>
                <a:lnTo>
                  <a:pt x="81543" y="88731"/>
                </a:lnTo>
                <a:cubicBezTo>
                  <a:pt x="83199" y="88138"/>
                  <a:pt x="84703" y="87179"/>
                  <a:pt x="85947" y="85943"/>
                </a:cubicBezTo>
                <a:cubicBezTo>
                  <a:pt x="87190" y="84694"/>
                  <a:pt x="88142" y="83193"/>
                  <a:pt x="88730" y="81540"/>
                </a:cubicBezTo>
                <a:lnTo>
                  <a:pt x="96000" y="81540"/>
                </a:lnTo>
                <a:cubicBezTo>
                  <a:pt x="96523" y="81540"/>
                  <a:pt x="97042" y="81451"/>
                  <a:pt x="97527" y="81250"/>
                </a:cubicBezTo>
                <a:cubicBezTo>
                  <a:pt x="98012" y="81061"/>
                  <a:pt x="98454" y="80771"/>
                  <a:pt x="98826" y="80404"/>
                </a:cubicBezTo>
                <a:cubicBezTo>
                  <a:pt x="99198" y="80039"/>
                  <a:pt x="99493" y="79597"/>
                  <a:pt x="99695" y="79118"/>
                </a:cubicBezTo>
                <a:cubicBezTo>
                  <a:pt x="99895" y="78639"/>
                  <a:pt x="100000" y="78121"/>
                  <a:pt x="100000" y="77591"/>
                </a:cubicBezTo>
                <a:cubicBezTo>
                  <a:pt x="100000" y="77074"/>
                  <a:pt x="99895" y="76557"/>
                  <a:pt x="99695" y="76077"/>
                </a:cubicBezTo>
                <a:cubicBezTo>
                  <a:pt x="99493" y="75598"/>
                  <a:pt x="99198" y="75157"/>
                  <a:pt x="98826" y="74790"/>
                </a:cubicBezTo>
                <a:cubicBezTo>
                  <a:pt x="98454" y="74425"/>
                  <a:pt x="98012" y="74135"/>
                  <a:pt x="97527" y="73933"/>
                </a:cubicBezTo>
                <a:cubicBezTo>
                  <a:pt x="97042" y="73743"/>
                  <a:pt x="96523" y="73642"/>
                  <a:pt x="96000" y="73655"/>
                </a:cubicBezTo>
                <a:lnTo>
                  <a:pt x="89430" y="73655"/>
                </a:lnTo>
                <a:lnTo>
                  <a:pt x="89430" y="63146"/>
                </a:lnTo>
                <a:lnTo>
                  <a:pt x="96000" y="63146"/>
                </a:lnTo>
                <a:cubicBezTo>
                  <a:pt x="96523" y="63146"/>
                  <a:pt x="97042" y="63045"/>
                  <a:pt x="97527" y="62856"/>
                </a:cubicBezTo>
                <a:cubicBezTo>
                  <a:pt x="98012" y="62666"/>
                  <a:pt x="98454" y="62376"/>
                  <a:pt x="98826" y="62011"/>
                </a:cubicBezTo>
                <a:cubicBezTo>
                  <a:pt x="99198" y="61633"/>
                  <a:pt x="99493" y="61203"/>
                  <a:pt x="99695" y="60724"/>
                </a:cubicBezTo>
                <a:cubicBezTo>
                  <a:pt x="99895" y="60232"/>
                  <a:pt x="100000" y="59715"/>
                  <a:pt x="100000" y="59197"/>
                </a:cubicBezTo>
                <a:cubicBezTo>
                  <a:pt x="100000" y="58680"/>
                  <a:pt x="99895" y="58163"/>
                  <a:pt x="99695" y="57671"/>
                </a:cubicBezTo>
                <a:cubicBezTo>
                  <a:pt x="99493" y="57192"/>
                  <a:pt x="99198" y="56762"/>
                  <a:pt x="98826" y="56384"/>
                </a:cubicBezTo>
                <a:cubicBezTo>
                  <a:pt x="98454" y="56019"/>
                  <a:pt x="98012" y="55728"/>
                  <a:pt x="97527" y="55539"/>
                </a:cubicBezTo>
                <a:cubicBezTo>
                  <a:pt x="97042" y="55350"/>
                  <a:pt x="96523" y="55249"/>
                  <a:pt x="96000" y="55261"/>
                </a:cubicBezTo>
                <a:lnTo>
                  <a:pt x="89430" y="55261"/>
                </a:lnTo>
                <a:lnTo>
                  <a:pt x="89430" y="44740"/>
                </a:lnTo>
                <a:lnTo>
                  <a:pt x="96000" y="44740"/>
                </a:lnTo>
                <a:cubicBezTo>
                  <a:pt x="96523" y="44753"/>
                  <a:pt x="97042" y="44652"/>
                  <a:pt x="97527" y="44463"/>
                </a:cubicBezTo>
                <a:cubicBezTo>
                  <a:pt x="98012" y="44261"/>
                  <a:pt x="98454" y="43970"/>
                  <a:pt x="98826" y="43605"/>
                </a:cubicBezTo>
                <a:cubicBezTo>
                  <a:pt x="99198" y="43239"/>
                  <a:pt x="99493" y="42810"/>
                  <a:pt x="99695" y="42318"/>
                </a:cubicBezTo>
                <a:cubicBezTo>
                  <a:pt x="99895" y="41838"/>
                  <a:pt x="100000" y="41321"/>
                  <a:pt x="100000" y="40804"/>
                </a:cubicBezTo>
                <a:cubicBezTo>
                  <a:pt x="100000" y="40274"/>
                  <a:pt x="99895" y="39756"/>
                  <a:pt x="99695" y="39277"/>
                </a:cubicBezTo>
                <a:cubicBezTo>
                  <a:pt x="99493" y="38798"/>
                  <a:pt x="99198" y="38356"/>
                  <a:pt x="98826" y="37991"/>
                </a:cubicBezTo>
                <a:cubicBezTo>
                  <a:pt x="98454" y="37625"/>
                  <a:pt x="98012" y="37334"/>
                  <a:pt x="97527" y="37145"/>
                </a:cubicBezTo>
                <a:cubicBezTo>
                  <a:pt x="97042" y="36944"/>
                  <a:pt x="96523" y="36855"/>
                  <a:pt x="96000" y="36855"/>
                </a:cubicBezTo>
                <a:lnTo>
                  <a:pt x="89430" y="36855"/>
                </a:lnTo>
                <a:lnTo>
                  <a:pt x="89430" y="26346"/>
                </a:lnTo>
                <a:lnTo>
                  <a:pt x="96000" y="26346"/>
                </a:lnTo>
                <a:cubicBezTo>
                  <a:pt x="96523" y="26346"/>
                  <a:pt x="97042" y="26258"/>
                  <a:pt x="97527" y="26056"/>
                </a:cubicBezTo>
                <a:cubicBezTo>
                  <a:pt x="98012" y="25867"/>
                  <a:pt x="98454" y="25577"/>
                  <a:pt x="98826" y="25211"/>
                </a:cubicBezTo>
                <a:cubicBezTo>
                  <a:pt x="99198" y="24845"/>
                  <a:pt x="99493" y="24404"/>
                  <a:pt x="99695" y="23924"/>
                </a:cubicBezTo>
                <a:cubicBezTo>
                  <a:pt x="99895" y="23445"/>
                  <a:pt x="100000" y="22927"/>
                  <a:pt x="100000" y="22397"/>
                </a:cubicBezTo>
                <a:cubicBezTo>
                  <a:pt x="100000" y="21881"/>
                  <a:pt x="99895" y="21363"/>
                  <a:pt x="99695" y="20884"/>
                </a:cubicBezTo>
                <a:cubicBezTo>
                  <a:pt x="99493" y="20404"/>
                  <a:pt x="99198" y="19963"/>
                  <a:pt x="98826" y="19597"/>
                </a:cubicBezTo>
                <a:cubicBezTo>
                  <a:pt x="98454" y="19231"/>
                  <a:pt x="98012" y="18941"/>
                  <a:pt x="97527" y="18739"/>
                </a:cubicBezTo>
                <a:cubicBezTo>
                  <a:pt x="97042" y="18550"/>
                  <a:pt x="96523" y="18449"/>
                  <a:pt x="96000" y="18461"/>
                </a:cubicBezTo>
                <a:lnTo>
                  <a:pt x="88730" y="18461"/>
                </a:lnTo>
                <a:cubicBezTo>
                  <a:pt x="88142" y="16809"/>
                  <a:pt x="87190" y="15295"/>
                  <a:pt x="85947" y="14059"/>
                </a:cubicBezTo>
                <a:cubicBezTo>
                  <a:pt x="84703" y="12810"/>
                  <a:pt x="83199" y="11864"/>
                  <a:pt x="81543" y="11270"/>
                </a:cubicBezTo>
                <a:lnTo>
                  <a:pt x="81543" y="4004"/>
                </a:lnTo>
                <a:cubicBezTo>
                  <a:pt x="81551" y="3474"/>
                  <a:pt x="81453" y="2957"/>
                  <a:pt x="81253" y="2465"/>
                </a:cubicBezTo>
                <a:cubicBezTo>
                  <a:pt x="81055" y="1973"/>
                  <a:pt x="80760" y="1531"/>
                  <a:pt x="80387" y="1152"/>
                </a:cubicBezTo>
                <a:cubicBezTo>
                  <a:pt x="80013" y="787"/>
                  <a:pt x="79569" y="497"/>
                  <a:pt x="79080" y="295"/>
                </a:cubicBezTo>
                <a:cubicBezTo>
                  <a:pt x="78591" y="93"/>
                  <a:pt x="78066" y="-8"/>
                  <a:pt x="77539" y="4"/>
                </a:cubicBezTo>
                <a:cubicBezTo>
                  <a:pt x="76494" y="17"/>
                  <a:pt x="75499" y="446"/>
                  <a:pt x="74770" y="1203"/>
                </a:cubicBezTo>
                <a:cubicBezTo>
                  <a:pt x="74043" y="1947"/>
                  <a:pt x="73643" y="2957"/>
                  <a:pt x="73658" y="4004"/>
                </a:cubicBezTo>
                <a:lnTo>
                  <a:pt x="73658" y="10577"/>
                </a:lnTo>
                <a:lnTo>
                  <a:pt x="63144" y="10577"/>
                </a:lnTo>
                <a:lnTo>
                  <a:pt x="63144" y="4004"/>
                </a:lnTo>
                <a:cubicBezTo>
                  <a:pt x="63151" y="3474"/>
                  <a:pt x="63051" y="2957"/>
                  <a:pt x="62853" y="2465"/>
                </a:cubicBezTo>
                <a:cubicBezTo>
                  <a:pt x="62655" y="1973"/>
                  <a:pt x="62360" y="1531"/>
                  <a:pt x="61986" y="1152"/>
                </a:cubicBezTo>
                <a:cubicBezTo>
                  <a:pt x="61613" y="787"/>
                  <a:pt x="61169" y="497"/>
                  <a:pt x="60680" y="295"/>
                </a:cubicBezTo>
                <a:cubicBezTo>
                  <a:pt x="60190" y="93"/>
                  <a:pt x="59667" y="-8"/>
                  <a:pt x="59139" y="4"/>
                </a:cubicBezTo>
                <a:cubicBezTo>
                  <a:pt x="58094" y="17"/>
                  <a:pt x="57098" y="446"/>
                  <a:pt x="56371" y="1203"/>
                </a:cubicBezTo>
                <a:cubicBezTo>
                  <a:pt x="55643" y="1947"/>
                  <a:pt x="55243" y="2957"/>
                  <a:pt x="55258" y="4004"/>
                </a:cubicBezTo>
                <a:lnTo>
                  <a:pt x="55258" y="10577"/>
                </a:lnTo>
                <a:lnTo>
                  <a:pt x="44742" y="10577"/>
                </a:lnTo>
                <a:lnTo>
                  <a:pt x="44742" y="4004"/>
                </a:lnTo>
                <a:cubicBezTo>
                  <a:pt x="44750" y="3474"/>
                  <a:pt x="44652" y="2957"/>
                  <a:pt x="44454" y="2465"/>
                </a:cubicBezTo>
                <a:cubicBezTo>
                  <a:pt x="44254" y="1973"/>
                  <a:pt x="43960" y="1531"/>
                  <a:pt x="43587" y="1152"/>
                </a:cubicBezTo>
                <a:cubicBezTo>
                  <a:pt x="43213" y="787"/>
                  <a:pt x="42768" y="497"/>
                  <a:pt x="42279" y="295"/>
                </a:cubicBezTo>
                <a:cubicBezTo>
                  <a:pt x="41790" y="93"/>
                  <a:pt x="41266" y="-8"/>
                  <a:pt x="40738" y="4"/>
                </a:cubicBezTo>
                <a:cubicBezTo>
                  <a:pt x="39693" y="17"/>
                  <a:pt x="38697" y="446"/>
                  <a:pt x="37969" y="1203"/>
                </a:cubicBezTo>
                <a:cubicBezTo>
                  <a:pt x="37243" y="1947"/>
                  <a:pt x="36841" y="2957"/>
                  <a:pt x="36857" y="4004"/>
                </a:cubicBezTo>
                <a:lnTo>
                  <a:pt x="36857" y="10577"/>
                </a:lnTo>
                <a:lnTo>
                  <a:pt x="26343" y="10577"/>
                </a:lnTo>
                <a:lnTo>
                  <a:pt x="26343" y="4004"/>
                </a:lnTo>
                <a:cubicBezTo>
                  <a:pt x="26350" y="3474"/>
                  <a:pt x="26252" y="2957"/>
                  <a:pt x="26052" y="2465"/>
                </a:cubicBezTo>
                <a:cubicBezTo>
                  <a:pt x="25854" y="1973"/>
                  <a:pt x="25559" y="1531"/>
                  <a:pt x="25185" y="1152"/>
                </a:cubicBezTo>
                <a:cubicBezTo>
                  <a:pt x="24812" y="787"/>
                  <a:pt x="24368" y="497"/>
                  <a:pt x="23878" y="295"/>
                </a:cubicBezTo>
                <a:cubicBezTo>
                  <a:pt x="23391" y="93"/>
                  <a:pt x="22865" y="-8"/>
                  <a:pt x="22338" y="4"/>
                </a:cubicBezTo>
                <a:close/>
                <a:moveTo>
                  <a:pt x="38172" y="34231"/>
                </a:moveTo>
                <a:lnTo>
                  <a:pt x="61829" y="34231"/>
                </a:lnTo>
                <a:cubicBezTo>
                  <a:pt x="62875" y="34231"/>
                  <a:pt x="63877" y="34647"/>
                  <a:pt x="64618" y="35379"/>
                </a:cubicBezTo>
                <a:cubicBezTo>
                  <a:pt x="65357" y="36123"/>
                  <a:pt x="65772" y="37120"/>
                  <a:pt x="65772" y="38167"/>
                </a:cubicBezTo>
                <a:lnTo>
                  <a:pt x="65772" y="61822"/>
                </a:lnTo>
                <a:cubicBezTo>
                  <a:pt x="65772" y="62869"/>
                  <a:pt x="65357" y="63877"/>
                  <a:pt x="64618" y="64609"/>
                </a:cubicBezTo>
                <a:cubicBezTo>
                  <a:pt x="63877" y="65354"/>
                  <a:pt x="62875" y="65770"/>
                  <a:pt x="61829" y="65770"/>
                </a:cubicBezTo>
                <a:lnTo>
                  <a:pt x="38172" y="65770"/>
                </a:lnTo>
                <a:cubicBezTo>
                  <a:pt x="37125" y="65770"/>
                  <a:pt x="36123" y="65354"/>
                  <a:pt x="35383" y="64609"/>
                </a:cubicBezTo>
                <a:cubicBezTo>
                  <a:pt x="34644" y="63877"/>
                  <a:pt x="34228" y="62869"/>
                  <a:pt x="34228" y="61822"/>
                </a:cubicBezTo>
                <a:lnTo>
                  <a:pt x="34228" y="38167"/>
                </a:lnTo>
                <a:cubicBezTo>
                  <a:pt x="34228" y="37120"/>
                  <a:pt x="34644" y="36123"/>
                  <a:pt x="35383" y="35379"/>
                </a:cubicBezTo>
                <a:cubicBezTo>
                  <a:pt x="36123" y="34647"/>
                  <a:pt x="37125" y="34231"/>
                  <a:pt x="38172" y="3423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2" name="Чёрный — SVG 63">
            <a:extLst>
              <a:ext uri="{FF2B5EF4-FFF2-40B4-BE49-F238E27FC236}">
                <a16:creationId xmlns:a16="http://schemas.microsoft.com/office/drawing/2014/main" id="{726B2EE5-7F77-8E40-8E19-0B0DBF304FC9}"/>
              </a:ext>
            </a:extLst>
          </p:cNvPr>
          <p:cNvSpPr>
            <a:spLocks noGrp="1"/>
          </p:cNvSpPr>
          <p:nvPr/>
        </p:nvSpPr>
        <p:spPr>
          <a:xfrm>
            <a:off x="5220000" y="3730000"/>
            <a:ext cx="220000" cy="220000"/>
          </a:xfrm>
          <a:custGeom>
            <a:avLst/>
            <a:gdLst>
              <a:gd name="csX0" fmla="*/ 19499 w 141775"/>
              <a:gd name="csY0" fmla="*/ 1 h 141756"/>
              <a:gd name="csX1" fmla="*/ 1 w 141775"/>
              <a:gd name="csY1" fmla="*/ 19496 h 141756"/>
              <a:gd name="csX2" fmla="*/ 1 w 141775"/>
              <a:gd name="csY2" fmla="*/ 44298 h 141756"/>
              <a:gd name="csX3" fmla="*/ 393 w 141775"/>
              <a:gd name="csY3" fmla="*/ 46357 h 141756"/>
              <a:gd name="csX4" fmla="*/ 1532 w 141775"/>
              <a:gd name="csY4" fmla="*/ 48109 h 141756"/>
              <a:gd name="csX5" fmla="*/ 3268 w 141775"/>
              <a:gd name="csY5" fmla="*/ 49283 h 141756"/>
              <a:gd name="csX6" fmla="*/ 5326 w 141775"/>
              <a:gd name="csY6" fmla="*/ 49691 h 141756"/>
              <a:gd name="csX7" fmla="*/ 7368 w 141775"/>
              <a:gd name="csY7" fmla="*/ 49283 h 141756"/>
              <a:gd name="csX8" fmla="*/ 9104 w 141775"/>
              <a:gd name="csY8" fmla="*/ 48109 h 141756"/>
              <a:gd name="csX9" fmla="*/ 10260 w 141775"/>
              <a:gd name="csY9" fmla="*/ 46357 h 141756"/>
              <a:gd name="csX10" fmla="*/ 10635 w 141775"/>
              <a:gd name="csY10" fmla="*/ 44298 h 141756"/>
              <a:gd name="csX11" fmla="*/ 10635 w 141775"/>
              <a:gd name="csY11" fmla="*/ 19496 h 141756"/>
              <a:gd name="csX12" fmla="*/ 19499 w 141775"/>
              <a:gd name="csY12" fmla="*/ 10633 h 141756"/>
              <a:gd name="csX13" fmla="*/ 44304 w 141775"/>
              <a:gd name="csY13" fmla="*/ 10633 h 141756"/>
              <a:gd name="csX14" fmla="*/ 46363 w 141775"/>
              <a:gd name="csY14" fmla="*/ 10259 h 141756"/>
              <a:gd name="csX15" fmla="*/ 48115 w 141775"/>
              <a:gd name="csY15" fmla="*/ 9103 h 141756"/>
              <a:gd name="csX16" fmla="*/ 49290 w 141775"/>
              <a:gd name="csY16" fmla="*/ 7367 h 141756"/>
              <a:gd name="csX17" fmla="*/ 49697 w 141775"/>
              <a:gd name="csY17" fmla="*/ 5326 h 141756"/>
              <a:gd name="csX18" fmla="*/ 49290 w 141775"/>
              <a:gd name="csY18" fmla="*/ 3267 h 141756"/>
              <a:gd name="csX19" fmla="*/ 48115 w 141775"/>
              <a:gd name="csY19" fmla="*/ 1532 h 141756"/>
              <a:gd name="csX20" fmla="*/ 46363 w 141775"/>
              <a:gd name="csY20" fmla="*/ 393 h 141756"/>
              <a:gd name="csX21" fmla="*/ 44304 w 141775"/>
              <a:gd name="csY21" fmla="*/ 1 h 141756"/>
              <a:gd name="csX22" fmla="*/ 19499 w 141775"/>
              <a:gd name="csY22" fmla="*/ 1 h 141756"/>
              <a:gd name="csX23" fmla="*/ 97471 w 141775"/>
              <a:gd name="csY23" fmla="*/ 1 h 141756"/>
              <a:gd name="csX24" fmla="*/ 95413 w 141775"/>
              <a:gd name="csY24" fmla="*/ 393 h 141756"/>
              <a:gd name="csX25" fmla="*/ 93660 w 141775"/>
              <a:gd name="csY25" fmla="*/ 1532 h 141756"/>
              <a:gd name="csX26" fmla="*/ 92486 w 141775"/>
              <a:gd name="csY26" fmla="*/ 3267 h 141756"/>
              <a:gd name="csX27" fmla="*/ 92078 w 141775"/>
              <a:gd name="csY27" fmla="*/ 5326 h 141756"/>
              <a:gd name="csX28" fmla="*/ 92486 w 141775"/>
              <a:gd name="csY28" fmla="*/ 7367 h 141756"/>
              <a:gd name="csX29" fmla="*/ 93660 w 141775"/>
              <a:gd name="csY29" fmla="*/ 9103 h 141756"/>
              <a:gd name="csX30" fmla="*/ 95413 w 141775"/>
              <a:gd name="csY30" fmla="*/ 10259 h 141756"/>
              <a:gd name="csX31" fmla="*/ 97471 w 141775"/>
              <a:gd name="csY31" fmla="*/ 10633 h 141756"/>
              <a:gd name="csX32" fmla="*/ 122294 w 141775"/>
              <a:gd name="csY32" fmla="*/ 10633 h 141756"/>
              <a:gd name="csX33" fmla="*/ 131141 w 141775"/>
              <a:gd name="csY33" fmla="*/ 19496 h 141756"/>
              <a:gd name="csX34" fmla="*/ 131141 w 141775"/>
              <a:gd name="csY34" fmla="*/ 44298 h 141756"/>
              <a:gd name="csX35" fmla="*/ 131532 w 141775"/>
              <a:gd name="csY35" fmla="*/ 46357 h 141756"/>
              <a:gd name="csX36" fmla="*/ 132672 w 141775"/>
              <a:gd name="csY36" fmla="*/ 48109 h 141756"/>
              <a:gd name="csX37" fmla="*/ 134407 w 141775"/>
              <a:gd name="csY37" fmla="*/ 49283 h 141756"/>
              <a:gd name="csX38" fmla="*/ 136466 w 141775"/>
              <a:gd name="csY38" fmla="*/ 49691 h 141756"/>
              <a:gd name="csX39" fmla="*/ 138508 w 141775"/>
              <a:gd name="csY39" fmla="*/ 49283 h 141756"/>
              <a:gd name="csX40" fmla="*/ 140243 w 141775"/>
              <a:gd name="csY40" fmla="*/ 48109 h 141756"/>
              <a:gd name="csX41" fmla="*/ 141400 w 141775"/>
              <a:gd name="csY41" fmla="*/ 46357 h 141756"/>
              <a:gd name="csX42" fmla="*/ 141774 w 141775"/>
              <a:gd name="csY42" fmla="*/ 44298 h 141756"/>
              <a:gd name="csX43" fmla="*/ 141774 w 141775"/>
              <a:gd name="csY43" fmla="*/ 19496 h 141756"/>
              <a:gd name="csX44" fmla="*/ 122294 w 141775"/>
              <a:gd name="csY44" fmla="*/ 1 h 141756"/>
              <a:gd name="csX45" fmla="*/ 97471 w 141775"/>
              <a:gd name="csY45" fmla="*/ 1 h 141756"/>
              <a:gd name="csX46" fmla="*/ 35338 w 141775"/>
              <a:gd name="csY46" fmla="*/ 31795 h 141756"/>
              <a:gd name="csX47" fmla="*/ 30370 w 141775"/>
              <a:gd name="csY47" fmla="*/ 33956 h 141756"/>
              <a:gd name="csX48" fmla="*/ 28363 w 141775"/>
              <a:gd name="csY48" fmla="*/ 38991 h 141756"/>
              <a:gd name="csX49" fmla="*/ 28363 w 141775"/>
              <a:gd name="csY49" fmla="*/ 49623 h 141756"/>
              <a:gd name="csX50" fmla="*/ 28873 w 141775"/>
              <a:gd name="csY50" fmla="*/ 52362 h 141756"/>
              <a:gd name="csX51" fmla="*/ 30405 w 141775"/>
              <a:gd name="csY51" fmla="*/ 54692 h 141756"/>
              <a:gd name="csX52" fmla="*/ 32718 w 141775"/>
              <a:gd name="csY52" fmla="*/ 56257 h 141756"/>
              <a:gd name="csX53" fmla="*/ 35440 w 141775"/>
              <a:gd name="csY53" fmla="*/ 56801 h 141756"/>
              <a:gd name="csX54" fmla="*/ 38179 w 141775"/>
              <a:gd name="csY54" fmla="*/ 56257 h 141756"/>
              <a:gd name="csX55" fmla="*/ 40493 w 141775"/>
              <a:gd name="csY55" fmla="*/ 54692 h 141756"/>
              <a:gd name="csX56" fmla="*/ 42025 w 141775"/>
              <a:gd name="csY56" fmla="*/ 52362 h 141756"/>
              <a:gd name="csX57" fmla="*/ 42535 w 141775"/>
              <a:gd name="csY57" fmla="*/ 49623 h 141756"/>
              <a:gd name="csX58" fmla="*/ 42535 w 141775"/>
              <a:gd name="csY58" fmla="*/ 38991 h 141756"/>
              <a:gd name="csX59" fmla="*/ 42007 w 141775"/>
              <a:gd name="csY59" fmla="*/ 36218 h 141756"/>
              <a:gd name="csX60" fmla="*/ 40459 w 141775"/>
              <a:gd name="csY60" fmla="*/ 33870 h 141756"/>
              <a:gd name="csX61" fmla="*/ 38111 w 141775"/>
              <a:gd name="csY61" fmla="*/ 32323 h 141756"/>
              <a:gd name="csX62" fmla="*/ 35338 w 141775"/>
              <a:gd name="csY62" fmla="*/ 31795 h 141756"/>
              <a:gd name="csX63" fmla="*/ 70794 w 141775"/>
              <a:gd name="csY63" fmla="*/ 31795 h 141756"/>
              <a:gd name="csX64" fmla="*/ 65810 w 141775"/>
              <a:gd name="csY64" fmla="*/ 33956 h 141756"/>
              <a:gd name="csX65" fmla="*/ 63802 w 141775"/>
              <a:gd name="csY65" fmla="*/ 38991 h 141756"/>
              <a:gd name="csX66" fmla="*/ 63802 w 141775"/>
              <a:gd name="csY66" fmla="*/ 67332 h 141756"/>
              <a:gd name="csX67" fmla="*/ 60263 w 141775"/>
              <a:gd name="csY67" fmla="*/ 70887 h 141756"/>
              <a:gd name="csX68" fmla="*/ 57506 w 141775"/>
              <a:gd name="csY68" fmla="*/ 71397 h 141756"/>
              <a:gd name="csX69" fmla="*/ 55176 w 141775"/>
              <a:gd name="csY69" fmla="*/ 72928 h 141756"/>
              <a:gd name="csX70" fmla="*/ 53610 w 141775"/>
              <a:gd name="csY70" fmla="*/ 75242 h 141756"/>
              <a:gd name="csX71" fmla="*/ 53066 w 141775"/>
              <a:gd name="csY71" fmla="*/ 77963 h 141756"/>
              <a:gd name="csX72" fmla="*/ 53610 w 141775"/>
              <a:gd name="csY72" fmla="*/ 80702 h 141756"/>
              <a:gd name="csX73" fmla="*/ 55176 w 141775"/>
              <a:gd name="csY73" fmla="*/ 83016 h 141756"/>
              <a:gd name="csX74" fmla="*/ 57506 w 141775"/>
              <a:gd name="csY74" fmla="*/ 84547 h 141756"/>
              <a:gd name="csX75" fmla="*/ 60263 w 141775"/>
              <a:gd name="csY75" fmla="*/ 85057 h 141756"/>
              <a:gd name="csX76" fmla="*/ 77974 w 141775"/>
              <a:gd name="csY76" fmla="*/ 67332 h 141756"/>
              <a:gd name="csX77" fmla="*/ 77974 w 141775"/>
              <a:gd name="csY77" fmla="*/ 38991 h 141756"/>
              <a:gd name="csX78" fmla="*/ 77463 w 141775"/>
              <a:gd name="csY78" fmla="*/ 36218 h 141756"/>
              <a:gd name="csX79" fmla="*/ 75898 w 141775"/>
              <a:gd name="csY79" fmla="*/ 33870 h 141756"/>
              <a:gd name="csX80" fmla="*/ 73550 w 141775"/>
              <a:gd name="csY80" fmla="*/ 32323 h 141756"/>
              <a:gd name="csX81" fmla="*/ 70794 w 141775"/>
              <a:gd name="csY81" fmla="*/ 31795 h 141756"/>
              <a:gd name="csX82" fmla="*/ 106233 w 141775"/>
              <a:gd name="csY82" fmla="*/ 31795 h 141756"/>
              <a:gd name="csX83" fmla="*/ 101248 w 141775"/>
              <a:gd name="csY83" fmla="*/ 33956 h 141756"/>
              <a:gd name="csX84" fmla="*/ 99241 w 141775"/>
              <a:gd name="csY84" fmla="*/ 38991 h 141756"/>
              <a:gd name="csX85" fmla="*/ 99241 w 141775"/>
              <a:gd name="csY85" fmla="*/ 49623 h 141756"/>
              <a:gd name="csX86" fmla="*/ 99751 w 141775"/>
              <a:gd name="csY86" fmla="*/ 52362 h 141756"/>
              <a:gd name="csX87" fmla="*/ 101282 w 141775"/>
              <a:gd name="csY87" fmla="*/ 54692 h 141756"/>
              <a:gd name="csX88" fmla="*/ 103596 w 141775"/>
              <a:gd name="csY88" fmla="*/ 56257 h 141756"/>
              <a:gd name="csX89" fmla="*/ 106335 w 141775"/>
              <a:gd name="csY89" fmla="*/ 56801 h 141756"/>
              <a:gd name="csX90" fmla="*/ 109074 w 141775"/>
              <a:gd name="csY90" fmla="*/ 56257 h 141756"/>
              <a:gd name="csX91" fmla="*/ 111389 w 141775"/>
              <a:gd name="csY91" fmla="*/ 54692 h 141756"/>
              <a:gd name="csX92" fmla="*/ 112920 w 141775"/>
              <a:gd name="csY92" fmla="*/ 52362 h 141756"/>
              <a:gd name="csX93" fmla="*/ 113430 w 141775"/>
              <a:gd name="csY93" fmla="*/ 49623 h 141756"/>
              <a:gd name="csX94" fmla="*/ 113430 w 141775"/>
              <a:gd name="csY94" fmla="*/ 38991 h 141756"/>
              <a:gd name="csX95" fmla="*/ 112902 w 141775"/>
              <a:gd name="csY95" fmla="*/ 36218 h 141756"/>
              <a:gd name="csX96" fmla="*/ 111354 w 141775"/>
              <a:gd name="csY96" fmla="*/ 33870 h 141756"/>
              <a:gd name="csX97" fmla="*/ 109006 w 141775"/>
              <a:gd name="csY97" fmla="*/ 32323 h 141756"/>
              <a:gd name="csX98" fmla="*/ 106233 w 141775"/>
              <a:gd name="csY98" fmla="*/ 31795 h 141756"/>
              <a:gd name="csX99" fmla="*/ 5242 w 141775"/>
              <a:gd name="csY99" fmla="*/ 92066 h 141756"/>
              <a:gd name="csX100" fmla="*/ 1498 w 141775"/>
              <a:gd name="csY100" fmla="*/ 93682 h 141756"/>
              <a:gd name="csX101" fmla="*/ 1 w 141775"/>
              <a:gd name="csY101" fmla="*/ 97458 h 141756"/>
              <a:gd name="csX102" fmla="*/ 1 w 141775"/>
              <a:gd name="csY102" fmla="*/ 122277 h 141756"/>
              <a:gd name="csX103" fmla="*/ 19499 w 141775"/>
              <a:gd name="csY103" fmla="*/ 141755 h 141756"/>
              <a:gd name="csX104" fmla="*/ 44304 w 141775"/>
              <a:gd name="csY104" fmla="*/ 141755 h 141756"/>
              <a:gd name="csX105" fmla="*/ 46363 w 141775"/>
              <a:gd name="csY105" fmla="*/ 141381 h 141756"/>
              <a:gd name="csX106" fmla="*/ 48115 w 141775"/>
              <a:gd name="csY106" fmla="*/ 140224 h 141756"/>
              <a:gd name="csX107" fmla="*/ 49290 w 141775"/>
              <a:gd name="csY107" fmla="*/ 138489 h 141756"/>
              <a:gd name="csX108" fmla="*/ 49697 w 141775"/>
              <a:gd name="csY108" fmla="*/ 136447 h 141756"/>
              <a:gd name="csX109" fmla="*/ 49290 w 141775"/>
              <a:gd name="csY109" fmla="*/ 134389 h 141756"/>
              <a:gd name="csX110" fmla="*/ 48115 w 141775"/>
              <a:gd name="csY110" fmla="*/ 132654 h 141756"/>
              <a:gd name="csX111" fmla="*/ 46363 w 141775"/>
              <a:gd name="csY111" fmla="*/ 131514 h 141756"/>
              <a:gd name="csX112" fmla="*/ 44304 w 141775"/>
              <a:gd name="csY112" fmla="*/ 131123 h 141756"/>
              <a:gd name="csX113" fmla="*/ 19499 w 141775"/>
              <a:gd name="csY113" fmla="*/ 131123 h 141756"/>
              <a:gd name="csX114" fmla="*/ 10635 w 141775"/>
              <a:gd name="csY114" fmla="*/ 122277 h 141756"/>
              <a:gd name="csX115" fmla="*/ 10635 w 141775"/>
              <a:gd name="csY115" fmla="*/ 97458 h 141756"/>
              <a:gd name="csX116" fmla="*/ 10243 w 141775"/>
              <a:gd name="csY116" fmla="*/ 95383 h 141756"/>
              <a:gd name="csX117" fmla="*/ 9070 w 141775"/>
              <a:gd name="csY117" fmla="*/ 93631 h 141756"/>
              <a:gd name="csX118" fmla="*/ 7317 w 141775"/>
              <a:gd name="csY118" fmla="*/ 92457 h 141756"/>
              <a:gd name="csX119" fmla="*/ 5242 w 141775"/>
              <a:gd name="csY119" fmla="*/ 92066 h 141756"/>
              <a:gd name="csX120" fmla="*/ 136381 w 141775"/>
              <a:gd name="csY120" fmla="*/ 92066 h 141756"/>
              <a:gd name="csX121" fmla="*/ 132655 w 141775"/>
              <a:gd name="csY121" fmla="*/ 93682 h 141756"/>
              <a:gd name="csX122" fmla="*/ 131141 w 141775"/>
              <a:gd name="csY122" fmla="*/ 97458 h 141756"/>
              <a:gd name="csX123" fmla="*/ 131141 w 141775"/>
              <a:gd name="csY123" fmla="*/ 122277 h 141756"/>
              <a:gd name="csX124" fmla="*/ 122294 w 141775"/>
              <a:gd name="csY124" fmla="*/ 131123 h 141756"/>
              <a:gd name="csX125" fmla="*/ 97471 w 141775"/>
              <a:gd name="csY125" fmla="*/ 131123 h 141756"/>
              <a:gd name="csX126" fmla="*/ 95413 w 141775"/>
              <a:gd name="csY126" fmla="*/ 131514 h 141756"/>
              <a:gd name="csX127" fmla="*/ 93660 w 141775"/>
              <a:gd name="csY127" fmla="*/ 132654 h 141756"/>
              <a:gd name="csX128" fmla="*/ 92486 w 141775"/>
              <a:gd name="csY128" fmla="*/ 134389 h 141756"/>
              <a:gd name="csX129" fmla="*/ 92078 w 141775"/>
              <a:gd name="csY129" fmla="*/ 136447 h 141756"/>
              <a:gd name="csX130" fmla="*/ 92486 w 141775"/>
              <a:gd name="csY130" fmla="*/ 138489 h 141756"/>
              <a:gd name="csX131" fmla="*/ 93660 w 141775"/>
              <a:gd name="csY131" fmla="*/ 140224 h 141756"/>
              <a:gd name="csX132" fmla="*/ 95413 w 141775"/>
              <a:gd name="csY132" fmla="*/ 141381 h 141756"/>
              <a:gd name="csX133" fmla="*/ 97471 w 141775"/>
              <a:gd name="csY133" fmla="*/ 141755 h 141756"/>
              <a:gd name="csX134" fmla="*/ 122294 w 141775"/>
              <a:gd name="csY134" fmla="*/ 141755 h 141756"/>
              <a:gd name="csX135" fmla="*/ 141774 w 141775"/>
              <a:gd name="csY135" fmla="*/ 122277 h 141756"/>
              <a:gd name="csX136" fmla="*/ 141774 w 141775"/>
              <a:gd name="csY136" fmla="*/ 97458 h 141756"/>
              <a:gd name="csX137" fmla="*/ 141383 w 141775"/>
              <a:gd name="csY137" fmla="*/ 95383 h 141756"/>
              <a:gd name="csX138" fmla="*/ 140226 w 141775"/>
              <a:gd name="csY138" fmla="*/ 93631 h 141756"/>
              <a:gd name="csX139" fmla="*/ 138456 w 141775"/>
              <a:gd name="csY139" fmla="*/ 92457 h 141756"/>
              <a:gd name="csX140" fmla="*/ 136381 w 141775"/>
              <a:gd name="csY140" fmla="*/ 92066 h 141756"/>
              <a:gd name="csX141" fmla="*/ 51194 w 141775"/>
              <a:gd name="csY141" fmla="*/ 95621 h 141756"/>
              <a:gd name="csX142" fmla="*/ 47248 w 141775"/>
              <a:gd name="csY142" fmla="*/ 96897 h 141756"/>
              <a:gd name="csX143" fmla="*/ 44712 w 141775"/>
              <a:gd name="csY143" fmla="*/ 100163 h 141756"/>
              <a:gd name="csX144" fmla="*/ 44407 w 141775"/>
              <a:gd name="csY144" fmla="*/ 104297 h 141756"/>
              <a:gd name="csX145" fmla="*/ 46482 w 141775"/>
              <a:gd name="csY145" fmla="*/ 107886 h 141756"/>
              <a:gd name="csX146" fmla="*/ 70896 w 141775"/>
              <a:gd name="csY146" fmla="*/ 116953 h 141756"/>
              <a:gd name="csX147" fmla="*/ 95293 w 141775"/>
              <a:gd name="csY147" fmla="*/ 107886 h 141756"/>
              <a:gd name="csX148" fmla="*/ 96893 w 141775"/>
              <a:gd name="csY148" fmla="*/ 105624 h 141756"/>
              <a:gd name="csX149" fmla="*/ 97505 w 141775"/>
              <a:gd name="csY149" fmla="*/ 102902 h 141756"/>
              <a:gd name="csX150" fmla="*/ 97028 w 141775"/>
              <a:gd name="csY150" fmla="*/ 100163 h 141756"/>
              <a:gd name="csX151" fmla="*/ 95531 w 141775"/>
              <a:gd name="csY151" fmla="*/ 97832 h 141756"/>
              <a:gd name="csX152" fmla="*/ 93252 w 141775"/>
              <a:gd name="csY152" fmla="*/ 96250 h 141756"/>
              <a:gd name="csX153" fmla="*/ 90530 w 141775"/>
              <a:gd name="csY153" fmla="*/ 95655 h 141756"/>
              <a:gd name="csX154" fmla="*/ 87807 w 141775"/>
              <a:gd name="csY154" fmla="*/ 96165 h 141756"/>
              <a:gd name="csX155" fmla="*/ 85477 w 141775"/>
              <a:gd name="csY155" fmla="*/ 97662 h 141756"/>
              <a:gd name="csX156" fmla="*/ 70896 w 141775"/>
              <a:gd name="csY156" fmla="*/ 102782 h 141756"/>
              <a:gd name="csX157" fmla="*/ 56316 w 141775"/>
              <a:gd name="csY157" fmla="*/ 97662 h 141756"/>
              <a:gd name="csX158" fmla="*/ 53951 w 141775"/>
              <a:gd name="csY158" fmla="*/ 96131 h 141756"/>
              <a:gd name="csX159" fmla="*/ 51194 w 141775"/>
              <a:gd name="csY159" fmla="*/ 95621 h 141756"/>
            </a:gdLst>
            <a:ahLst/>
            <a:cxnLst/>
            <a:rect l="l" t="t" r="r" b="b"/>
            <a:pathLst>
              <a:path w="100000" h="100000">
                <a:moveTo>
                  <a:pt x="13753" y="7"/>
                </a:moveTo>
                <a:cubicBezTo>
                  <a:pt x="6205" y="7"/>
                  <a:pt x="1" y="6211"/>
                  <a:pt x="1" y="13758"/>
                </a:cubicBezTo>
                <a:lnTo>
                  <a:pt x="1" y="31252"/>
                </a:lnTo>
                <a:cubicBezTo>
                  <a:pt x="-11" y="31756"/>
                  <a:pt x="85" y="32248"/>
                  <a:pt x="277" y="32704"/>
                </a:cubicBezTo>
                <a:cubicBezTo>
                  <a:pt x="457" y="33172"/>
                  <a:pt x="733" y="33592"/>
                  <a:pt x="1081" y="33940"/>
                </a:cubicBezTo>
                <a:cubicBezTo>
                  <a:pt x="1429" y="34300"/>
                  <a:pt x="1849" y="34576"/>
                  <a:pt x="2305" y="34768"/>
                </a:cubicBezTo>
                <a:cubicBezTo>
                  <a:pt x="2761" y="34960"/>
                  <a:pt x="3253" y="35056"/>
                  <a:pt x="3757" y="35056"/>
                </a:cubicBezTo>
                <a:cubicBezTo>
                  <a:pt x="4249" y="35056"/>
                  <a:pt x="4741" y="34960"/>
                  <a:pt x="5197" y="34768"/>
                </a:cubicBezTo>
                <a:cubicBezTo>
                  <a:pt x="5653" y="34576"/>
                  <a:pt x="6073" y="34300"/>
                  <a:pt x="6421" y="33940"/>
                </a:cubicBezTo>
                <a:cubicBezTo>
                  <a:pt x="6769" y="33592"/>
                  <a:pt x="7045" y="33172"/>
                  <a:pt x="7237" y="32704"/>
                </a:cubicBezTo>
                <a:cubicBezTo>
                  <a:pt x="7417" y="32248"/>
                  <a:pt x="7513" y="31756"/>
                  <a:pt x="7501" y="31252"/>
                </a:cubicBezTo>
                <a:lnTo>
                  <a:pt x="7501" y="13758"/>
                </a:lnTo>
                <a:cubicBezTo>
                  <a:pt x="7501" y="10267"/>
                  <a:pt x="10261" y="7507"/>
                  <a:pt x="13753" y="7507"/>
                </a:cubicBezTo>
                <a:lnTo>
                  <a:pt x="31250" y="7507"/>
                </a:lnTo>
                <a:cubicBezTo>
                  <a:pt x="31754" y="7519"/>
                  <a:pt x="32246" y="7423"/>
                  <a:pt x="32702" y="7243"/>
                </a:cubicBezTo>
                <a:cubicBezTo>
                  <a:pt x="33170" y="7051"/>
                  <a:pt x="33590" y="6775"/>
                  <a:pt x="33938" y="6427"/>
                </a:cubicBezTo>
                <a:cubicBezTo>
                  <a:pt x="34298" y="6079"/>
                  <a:pt x="34574" y="5659"/>
                  <a:pt x="34766" y="5203"/>
                </a:cubicBezTo>
                <a:cubicBezTo>
                  <a:pt x="34958" y="4747"/>
                  <a:pt x="35053" y="4255"/>
                  <a:pt x="35053" y="3763"/>
                </a:cubicBezTo>
                <a:cubicBezTo>
                  <a:pt x="35053" y="3259"/>
                  <a:pt x="34958" y="2767"/>
                  <a:pt x="34766" y="2311"/>
                </a:cubicBezTo>
                <a:cubicBezTo>
                  <a:pt x="34574" y="1855"/>
                  <a:pt x="34298" y="1436"/>
                  <a:pt x="33938" y="1087"/>
                </a:cubicBezTo>
                <a:cubicBezTo>
                  <a:pt x="33590" y="740"/>
                  <a:pt x="33170" y="464"/>
                  <a:pt x="32702" y="284"/>
                </a:cubicBezTo>
                <a:cubicBezTo>
                  <a:pt x="32246" y="92"/>
                  <a:pt x="31754" y="-5"/>
                  <a:pt x="31250" y="7"/>
                </a:cubicBezTo>
                <a:lnTo>
                  <a:pt x="13753" y="7"/>
                </a:lnTo>
                <a:close/>
                <a:moveTo>
                  <a:pt x="68750" y="7"/>
                </a:moveTo>
                <a:cubicBezTo>
                  <a:pt x="68258" y="-5"/>
                  <a:pt x="67767" y="92"/>
                  <a:pt x="67299" y="284"/>
                </a:cubicBezTo>
                <a:cubicBezTo>
                  <a:pt x="66843" y="464"/>
                  <a:pt x="66423" y="740"/>
                  <a:pt x="66062" y="1087"/>
                </a:cubicBezTo>
                <a:cubicBezTo>
                  <a:pt x="65714" y="1436"/>
                  <a:pt x="65427" y="1855"/>
                  <a:pt x="65234" y="2311"/>
                </a:cubicBezTo>
                <a:cubicBezTo>
                  <a:pt x="65042" y="2767"/>
                  <a:pt x="64947" y="3259"/>
                  <a:pt x="64947" y="3763"/>
                </a:cubicBezTo>
                <a:cubicBezTo>
                  <a:pt x="64947" y="4255"/>
                  <a:pt x="65042" y="4747"/>
                  <a:pt x="65234" y="5203"/>
                </a:cubicBezTo>
                <a:cubicBezTo>
                  <a:pt x="65427" y="5659"/>
                  <a:pt x="65714" y="6079"/>
                  <a:pt x="66062" y="6427"/>
                </a:cubicBezTo>
                <a:cubicBezTo>
                  <a:pt x="66423" y="6775"/>
                  <a:pt x="66843" y="7051"/>
                  <a:pt x="67299" y="7243"/>
                </a:cubicBezTo>
                <a:cubicBezTo>
                  <a:pt x="67767" y="7423"/>
                  <a:pt x="68258" y="7519"/>
                  <a:pt x="68750" y="7507"/>
                </a:cubicBezTo>
                <a:lnTo>
                  <a:pt x="86259" y="7507"/>
                </a:lnTo>
                <a:cubicBezTo>
                  <a:pt x="89751" y="7507"/>
                  <a:pt x="92499" y="10267"/>
                  <a:pt x="92499" y="13758"/>
                </a:cubicBezTo>
                <a:lnTo>
                  <a:pt x="92499" y="31252"/>
                </a:lnTo>
                <a:cubicBezTo>
                  <a:pt x="92499" y="31756"/>
                  <a:pt x="92583" y="32248"/>
                  <a:pt x="92775" y="32704"/>
                </a:cubicBezTo>
                <a:cubicBezTo>
                  <a:pt x="92955" y="33172"/>
                  <a:pt x="93231" y="33592"/>
                  <a:pt x="93579" y="33940"/>
                </a:cubicBezTo>
                <a:cubicBezTo>
                  <a:pt x="93927" y="34300"/>
                  <a:pt x="94347" y="34576"/>
                  <a:pt x="94803" y="34768"/>
                </a:cubicBezTo>
                <a:cubicBezTo>
                  <a:pt x="95259" y="34960"/>
                  <a:pt x="95751" y="35056"/>
                  <a:pt x="96255" y="35056"/>
                </a:cubicBezTo>
                <a:cubicBezTo>
                  <a:pt x="96748" y="35056"/>
                  <a:pt x="97239" y="34960"/>
                  <a:pt x="97696" y="34768"/>
                </a:cubicBezTo>
                <a:cubicBezTo>
                  <a:pt x="98163" y="34576"/>
                  <a:pt x="98572" y="34300"/>
                  <a:pt x="98919" y="33940"/>
                </a:cubicBezTo>
                <a:cubicBezTo>
                  <a:pt x="99268" y="33592"/>
                  <a:pt x="99544" y="33172"/>
                  <a:pt x="99735" y="32704"/>
                </a:cubicBezTo>
                <a:cubicBezTo>
                  <a:pt x="99915" y="32248"/>
                  <a:pt x="100011" y="31756"/>
                  <a:pt x="99999" y="31252"/>
                </a:cubicBezTo>
                <a:lnTo>
                  <a:pt x="99999" y="13758"/>
                </a:lnTo>
                <a:cubicBezTo>
                  <a:pt x="99999" y="6211"/>
                  <a:pt x="93807" y="7"/>
                  <a:pt x="86259" y="7"/>
                </a:cubicBezTo>
                <a:lnTo>
                  <a:pt x="68750" y="7"/>
                </a:lnTo>
                <a:close/>
                <a:moveTo>
                  <a:pt x="24925" y="22433"/>
                </a:moveTo>
                <a:cubicBezTo>
                  <a:pt x="23606" y="22457"/>
                  <a:pt x="22346" y="22997"/>
                  <a:pt x="21421" y="23957"/>
                </a:cubicBezTo>
                <a:cubicBezTo>
                  <a:pt x="20497" y="24905"/>
                  <a:pt x="19982" y="26177"/>
                  <a:pt x="20006" y="27509"/>
                </a:cubicBezTo>
                <a:lnTo>
                  <a:pt x="20006" y="35008"/>
                </a:lnTo>
                <a:cubicBezTo>
                  <a:pt x="19994" y="35667"/>
                  <a:pt x="20113" y="36328"/>
                  <a:pt x="20365" y="36940"/>
                </a:cubicBezTo>
                <a:cubicBezTo>
                  <a:pt x="20605" y="37551"/>
                  <a:pt x="20978" y="38116"/>
                  <a:pt x="21446" y="38583"/>
                </a:cubicBezTo>
                <a:cubicBezTo>
                  <a:pt x="21902" y="39052"/>
                  <a:pt x="22466" y="39435"/>
                  <a:pt x="23077" y="39687"/>
                </a:cubicBezTo>
                <a:cubicBezTo>
                  <a:pt x="23678" y="39939"/>
                  <a:pt x="24337" y="40071"/>
                  <a:pt x="24997" y="40071"/>
                </a:cubicBezTo>
                <a:cubicBezTo>
                  <a:pt x="25670" y="40071"/>
                  <a:pt x="26318" y="39939"/>
                  <a:pt x="26929" y="39687"/>
                </a:cubicBezTo>
                <a:cubicBezTo>
                  <a:pt x="27542" y="39435"/>
                  <a:pt x="28094" y="39052"/>
                  <a:pt x="28561" y="38583"/>
                </a:cubicBezTo>
                <a:cubicBezTo>
                  <a:pt x="29030" y="38116"/>
                  <a:pt x="29390" y="37551"/>
                  <a:pt x="29642" y="36940"/>
                </a:cubicBezTo>
                <a:cubicBezTo>
                  <a:pt x="29894" y="36328"/>
                  <a:pt x="30014" y="35667"/>
                  <a:pt x="30002" y="35008"/>
                </a:cubicBezTo>
                <a:lnTo>
                  <a:pt x="30002" y="27509"/>
                </a:lnTo>
                <a:cubicBezTo>
                  <a:pt x="30014" y="26837"/>
                  <a:pt x="29882" y="26177"/>
                  <a:pt x="29629" y="25553"/>
                </a:cubicBezTo>
                <a:cubicBezTo>
                  <a:pt x="29378" y="24929"/>
                  <a:pt x="29006" y="24377"/>
                  <a:pt x="28537" y="23897"/>
                </a:cubicBezTo>
                <a:cubicBezTo>
                  <a:pt x="28058" y="23429"/>
                  <a:pt x="27506" y="23057"/>
                  <a:pt x="26881" y="22806"/>
                </a:cubicBezTo>
                <a:cubicBezTo>
                  <a:pt x="26258" y="22553"/>
                  <a:pt x="25598" y="22433"/>
                  <a:pt x="24925" y="22433"/>
                </a:cubicBezTo>
                <a:close/>
                <a:moveTo>
                  <a:pt x="49934" y="22433"/>
                </a:moveTo>
                <a:cubicBezTo>
                  <a:pt x="48602" y="22457"/>
                  <a:pt x="47343" y="22997"/>
                  <a:pt x="46419" y="23957"/>
                </a:cubicBezTo>
                <a:cubicBezTo>
                  <a:pt x="45494" y="24905"/>
                  <a:pt x="44990" y="26177"/>
                  <a:pt x="45002" y="27509"/>
                </a:cubicBezTo>
                <a:lnTo>
                  <a:pt x="45002" y="47499"/>
                </a:lnTo>
                <a:cubicBezTo>
                  <a:pt x="45002" y="48938"/>
                  <a:pt x="43946" y="50006"/>
                  <a:pt x="42506" y="50006"/>
                </a:cubicBezTo>
                <a:cubicBezTo>
                  <a:pt x="41834" y="49994"/>
                  <a:pt x="41186" y="50114"/>
                  <a:pt x="40561" y="50366"/>
                </a:cubicBezTo>
                <a:cubicBezTo>
                  <a:pt x="39950" y="50606"/>
                  <a:pt x="39398" y="50978"/>
                  <a:pt x="38918" y="51446"/>
                </a:cubicBezTo>
                <a:cubicBezTo>
                  <a:pt x="38450" y="51902"/>
                  <a:pt x="38078" y="52466"/>
                  <a:pt x="37813" y="53078"/>
                </a:cubicBezTo>
                <a:cubicBezTo>
                  <a:pt x="37562" y="53678"/>
                  <a:pt x="37430" y="54338"/>
                  <a:pt x="37430" y="54997"/>
                </a:cubicBezTo>
                <a:cubicBezTo>
                  <a:pt x="37430" y="55670"/>
                  <a:pt x="37562" y="56317"/>
                  <a:pt x="37813" y="56929"/>
                </a:cubicBezTo>
                <a:cubicBezTo>
                  <a:pt x="38078" y="57542"/>
                  <a:pt x="38450" y="58093"/>
                  <a:pt x="38918" y="58561"/>
                </a:cubicBezTo>
                <a:cubicBezTo>
                  <a:pt x="39398" y="59029"/>
                  <a:pt x="39950" y="59389"/>
                  <a:pt x="40561" y="59641"/>
                </a:cubicBezTo>
                <a:cubicBezTo>
                  <a:pt x="41186" y="59893"/>
                  <a:pt x="41834" y="60013"/>
                  <a:pt x="42506" y="60001"/>
                </a:cubicBezTo>
                <a:cubicBezTo>
                  <a:pt x="49346" y="60001"/>
                  <a:pt x="54998" y="54350"/>
                  <a:pt x="54998" y="47499"/>
                </a:cubicBezTo>
                <a:lnTo>
                  <a:pt x="54998" y="27509"/>
                </a:lnTo>
                <a:cubicBezTo>
                  <a:pt x="55010" y="26837"/>
                  <a:pt x="54890" y="26177"/>
                  <a:pt x="54638" y="25553"/>
                </a:cubicBezTo>
                <a:cubicBezTo>
                  <a:pt x="54386" y="24929"/>
                  <a:pt x="54014" y="24377"/>
                  <a:pt x="53534" y="23897"/>
                </a:cubicBezTo>
                <a:cubicBezTo>
                  <a:pt x="53066" y="23429"/>
                  <a:pt x="52502" y="23057"/>
                  <a:pt x="51878" y="22806"/>
                </a:cubicBezTo>
                <a:cubicBezTo>
                  <a:pt x="51266" y="22553"/>
                  <a:pt x="50594" y="22433"/>
                  <a:pt x="49934" y="22433"/>
                </a:cubicBezTo>
                <a:close/>
                <a:moveTo>
                  <a:pt x="74931" y="22433"/>
                </a:moveTo>
                <a:cubicBezTo>
                  <a:pt x="73599" y="22457"/>
                  <a:pt x="72339" y="22997"/>
                  <a:pt x="71415" y="23957"/>
                </a:cubicBezTo>
                <a:cubicBezTo>
                  <a:pt x="70491" y="24905"/>
                  <a:pt x="69986" y="26177"/>
                  <a:pt x="69999" y="27509"/>
                </a:cubicBezTo>
                <a:lnTo>
                  <a:pt x="69999" y="35008"/>
                </a:lnTo>
                <a:cubicBezTo>
                  <a:pt x="69999" y="35667"/>
                  <a:pt x="70119" y="36328"/>
                  <a:pt x="70359" y="36940"/>
                </a:cubicBezTo>
                <a:cubicBezTo>
                  <a:pt x="70610" y="37551"/>
                  <a:pt x="70983" y="38116"/>
                  <a:pt x="71439" y="38583"/>
                </a:cubicBezTo>
                <a:cubicBezTo>
                  <a:pt x="71907" y="39052"/>
                  <a:pt x="72458" y="39435"/>
                  <a:pt x="73071" y="39687"/>
                </a:cubicBezTo>
                <a:cubicBezTo>
                  <a:pt x="73683" y="39939"/>
                  <a:pt x="74343" y="40071"/>
                  <a:pt x="75003" y="40071"/>
                </a:cubicBezTo>
                <a:cubicBezTo>
                  <a:pt x="75663" y="40071"/>
                  <a:pt x="76323" y="39939"/>
                  <a:pt x="76935" y="39687"/>
                </a:cubicBezTo>
                <a:cubicBezTo>
                  <a:pt x="77547" y="39435"/>
                  <a:pt x="78099" y="39052"/>
                  <a:pt x="78567" y="38583"/>
                </a:cubicBezTo>
                <a:cubicBezTo>
                  <a:pt x="79034" y="38116"/>
                  <a:pt x="79395" y="37551"/>
                  <a:pt x="79647" y="36940"/>
                </a:cubicBezTo>
                <a:cubicBezTo>
                  <a:pt x="79886" y="36328"/>
                  <a:pt x="80007" y="35667"/>
                  <a:pt x="80007" y="35008"/>
                </a:cubicBezTo>
                <a:lnTo>
                  <a:pt x="80007" y="27509"/>
                </a:lnTo>
                <a:cubicBezTo>
                  <a:pt x="80007" y="26837"/>
                  <a:pt x="79886" y="26177"/>
                  <a:pt x="79635" y="25553"/>
                </a:cubicBezTo>
                <a:cubicBezTo>
                  <a:pt x="79383" y="24929"/>
                  <a:pt x="79010" y="24377"/>
                  <a:pt x="78543" y="23897"/>
                </a:cubicBezTo>
                <a:cubicBezTo>
                  <a:pt x="78062" y="23429"/>
                  <a:pt x="77499" y="23057"/>
                  <a:pt x="76887" y="22806"/>
                </a:cubicBezTo>
                <a:cubicBezTo>
                  <a:pt x="76262" y="22553"/>
                  <a:pt x="75603" y="22433"/>
                  <a:pt x="74931" y="22433"/>
                </a:cubicBezTo>
                <a:close/>
                <a:moveTo>
                  <a:pt x="3697" y="64945"/>
                </a:moveTo>
                <a:cubicBezTo>
                  <a:pt x="2701" y="64968"/>
                  <a:pt x="1753" y="65376"/>
                  <a:pt x="1057" y="66085"/>
                </a:cubicBezTo>
                <a:cubicBezTo>
                  <a:pt x="373" y="66792"/>
                  <a:pt x="-11" y="67752"/>
                  <a:pt x="1" y="68748"/>
                </a:cubicBezTo>
                <a:lnTo>
                  <a:pt x="1" y="86254"/>
                </a:lnTo>
                <a:cubicBezTo>
                  <a:pt x="1" y="93801"/>
                  <a:pt x="6205" y="99993"/>
                  <a:pt x="13753" y="99993"/>
                </a:cubicBezTo>
                <a:lnTo>
                  <a:pt x="31250" y="99993"/>
                </a:lnTo>
                <a:cubicBezTo>
                  <a:pt x="31754" y="100005"/>
                  <a:pt x="32246" y="99909"/>
                  <a:pt x="32702" y="99729"/>
                </a:cubicBezTo>
                <a:cubicBezTo>
                  <a:pt x="33170" y="99536"/>
                  <a:pt x="33590" y="99260"/>
                  <a:pt x="33938" y="98913"/>
                </a:cubicBezTo>
                <a:cubicBezTo>
                  <a:pt x="34298" y="98564"/>
                  <a:pt x="34574" y="98157"/>
                  <a:pt x="34766" y="97689"/>
                </a:cubicBezTo>
                <a:cubicBezTo>
                  <a:pt x="34958" y="97233"/>
                  <a:pt x="35053" y="96741"/>
                  <a:pt x="35053" y="96249"/>
                </a:cubicBezTo>
                <a:cubicBezTo>
                  <a:pt x="35053" y="95745"/>
                  <a:pt x="34958" y="95253"/>
                  <a:pt x="34766" y="94797"/>
                </a:cubicBezTo>
                <a:cubicBezTo>
                  <a:pt x="34574" y="94341"/>
                  <a:pt x="34298" y="93921"/>
                  <a:pt x="33938" y="93573"/>
                </a:cubicBezTo>
                <a:cubicBezTo>
                  <a:pt x="33590" y="93226"/>
                  <a:pt x="33170" y="92949"/>
                  <a:pt x="32702" y="92769"/>
                </a:cubicBezTo>
                <a:cubicBezTo>
                  <a:pt x="32246" y="92577"/>
                  <a:pt x="31754" y="92493"/>
                  <a:pt x="31250" y="92493"/>
                </a:cubicBezTo>
                <a:lnTo>
                  <a:pt x="13753" y="92493"/>
                </a:lnTo>
                <a:cubicBezTo>
                  <a:pt x="10261" y="92493"/>
                  <a:pt x="7501" y="89746"/>
                  <a:pt x="7501" y="86254"/>
                </a:cubicBezTo>
                <a:lnTo>
                  <a:pt x="7501" y="68748"/>
                </a:lnTo>
                <a:cubicBezTo>
                  <a:pt x="7513" y="68244"/>
                  <a:pt x="7417" y="67752"/>
                  <a:pt x="7225" y="67284"/>
                </a:cubicBezTo>
                <a:cubicBezTo>
                  <a:pt x="7033" y="66816"/>
                  <a:pt x="6757" y="66396"/>
                  <a:pt x="6397" y="66049"/>
                </a:cubicBezTo>
                <a:cubicBezTo>
                  <a:pt x="6049" y="65688"/>
                  <a:pt x="5629" y="65412"/>
                  <a:pt x="5161" y="65221"/>
                </a:cubicBezTo>
                <a:cubicBezTo>
                  <a:pt x="4693" y="65029"/>
                  <a:pt x="4189" y="64945"/>
                  <a:pt x="3697" y="64945"/>
                </a:cubicBezTo>
                <a:close/>
                <a:moveTo>
                  <a:pt x="96195" y="64945"/>
                </a:moveTo>
                <a:cubicBezTo>
                  <a:pt x="95199" y="64968"/>
                  <a:pt x="94251" y="65376"/>
                  <a:pt x="93567" y="66085"/>
                </a:cubicBezTo>
                <a:cubicBezTo>
                  <a:pt x="92871" y="66792"/>
                  <a:pt x="92487" y="67752"/>
                  <a:pt x="92499" y="68748"/>
                </a:cubicBezTo>
                <a:lnTo>
                  <a:pt x="92499" y="86254"/>
                </a:lnTo>
                <a:cubicBezTo>
                  <a:pt x="92499" y="89746"/>
                  <a:pt x="89751" y="92493"/>
                  <a:pt x="86259" y="92493"/>
                </a:cubicBezTo>
                <a:lnTo>
                  <a:pt x="68750" y="92493"/>
                </a:lnTo>
                <a:cubicBezTo>
                  <a:pt x="68258" y="92493"/>
                  <a:pt x="67767" y="92577"/>
                  <a:pt x="67299" y="92769"/>
                </a:cubicBezTo>
                <a:cubicBezTo>
                  <a:pt x="66843" y="92949"/>
                  <a:pt x="66423" y="93226"/>
                  <a:pt x="66062" y="93573"/>
                </a:cubicBezTo>
                <a:cubicBezTo>
                  <a:pt x="65714" y="93921"/>
                  <a:pt x="65427" y="94341"/>
                  <a:pt x="65234" y="94797"/>
                </a:cubicBezTo>
                <a:cubicBezTo>
                  <a:pt x="65042" y="95253"/>
                  <a:pt x="64947" y="95745"/>
                  <a:pt x="64947" y="96249"/>
                </a:cubicBezTo>
                <a:cubicBezTo>
                  <a:pt x="64947" y="96741"/>
                  <a:pt x="65042" y="97233"/>
                  <a:pt x="65234" y="97689"/>
                </a:cubicBezTo>
                <a:cubicBezTo>
                  <a:pt x="65427" y="98157"/>
                  <a:pt x="65714" y="98564"/>
                  <a:pt x="66062" y="98913"/>
                </a:cubicBezTo>
                <a:cubicBezTo>
                  <a:pt x="66423" y="99260"/>
                  <a:pt x="66843" y="99536"/>
                  <a:pt x="67299" y="99729"/>
                </a:cubicBezTo>
                <a:cubicBezTo>
                  <a:pt x="67767" y="99909"/>
                  <a:pt x="68258" y="100005"/>
                  <a:pt x="68750" y="99993"/>
                </a:cubicBezTo>
                <a:lnTo>
                  <a:pt x="86259" y="99993"/>
                </a:lnTo>
                <a:cubicBezTo>
                  <a:pt x="93807" y="99993"/>
                  <a:pt x="99999" y="93801"/>
                  <a:pt x="99999" y="86254"/>
                </a:cubicBezTo>
                <a:lnTo>
                  <a:pt x="99999" y="68748"/>
                </a:lnTo>
                <a:cubicBezTo>
                  <a:pt x="100011" y="68244"/>
                  <a:pt x="99915" y="67752"/>
                  <a:pt x="99724" y="67284"/>
                </a:cubicBezTo>
                <a:cubicBezTo>
                  <a:pt x="99544" y="66816"/>
                  <a:pt x="99255" y="66396"/>
                  <a:pt x="98907" y="66049"/>
                </a:cubicBezTo>
                <a:cubicBezTo>
                  <a:pt x="98548" y="65688"/>
                  <a:pt x="98127" y="65412"/>
                  <a:pt x="97659" y="65221"/>
                </a:cubicBezTo>
                <a:cubicBezTo>
                  <a:pt x="97191" y="65029"/>
                  <a:pt x="96700" y="64945"/>
                  <a:pt x="96195" y="64945"/>
                </a:cubicBezTo>
                <a:close/>
                <a:moveTo>
                  <a:pt x="36109" y="67452"/>
                </a:moveTo>
                <a:cubicBezTo>
                  <a:pt x="35113" y="67476"/>
                  <a:pt x="34142" y="67788"/>
                  <a:pt x="33326" y="68352"/>
                </a:cubicBezTo>
                <a:cubicBezTo>
                  <a:pt x="32509" y="68928"/>
                  <a:pt x="31886" y="69732"/>
                  <a:pt x="31537" y="70656"/>
                </a:cubicBezTo>
                <a:cubicBezTo>
                  <a:pt x="31178" y="71592"/>
                  <a:pt x="31106" y="72600"/>
                  <a:pt x="31322" y="73572"/>
                </a:cubicBezTo>
                <a:cubicBezTo>
                  <a:pt x="31550" y="74544"/>
                  <a:pt x="32054" y="75419"/>
                  <a:pt x="32786" y="76103"/>
                </a:cubicBezTo>
                <a:cubicBezTo>
                  <a:pt x="32786" y="76103"/>
                  <a:pt x="39494" y="82499"/>
                  <a:pt x="50006" y="82499"/>
                </a:cubicBezTo>
                <a:cubicBezTo>
                  <a:pt x="60506" y="82499"/>
                  <a:pt x="67214" y="76103"/>
                  <a:pt x="67214" y="76103"/>
                </a:cubicBezTo>
                <a:cubicBezTo>
                  <a:pt x="67695" y="75647"/>
                  <a:pt x="68078" y="75107"/>
                  <a:pt x="68343" y="74508"/>
                </a:cubicBezTo>
                <a:cubicBezTo>
                  <a:pt x="68619" y="73896"/>
                  <a:pt x="68762" y="73247"/>
                  <a:pt x="68774" y="72588"/>
                </a:cubicBezTo>
                <a:cubicBezTo>
                  <a:pt x="68786" y="71928"/>
                  <a:pt x="68679" y="71279"/>
                  <a:pt x="68438" y="70656"/>
                </a:cubicBezTo>
                <a:cubicBezTo>
                  <a:pt x="68199" y="70044"/>
                  <a:pt x="67838" y="69492"/>
                  <a:pt x="67382" y="69012"/>
                </a:cubicBezTo>
                <a:cubicBezTo>
                  <a:pt x="66926" y="68532"/>
                  <a:pt x="66375" y="68160"/>
                  <a:pt x="65775" y="67896"/>
                </a:cubicBezTo>
                <a:cubicBezTo>
                  <a:pt x="65162" y="67632"/>
                  <a:pt x="64514" y="67488"/>
                  <a:pt x="63855" y="67476"/>
                </a:cubicBezTo>
                <a:cubicBezTo>
                  <a:pt x="63194" y="67464"/>
                  <a:pt x="62546" y="67584"/>
                  <a:pt x="61934" y="67836"/>
                </a:cubicBezTo>
                <a:cubicBezTo>
                  <a:pt x="61323" y="68076"/>
                  <a:pt x="60758" y="68436"/>
                  <a:pt x="60291" y="68892"/>
                </a:cubicBezTo>
                <a:cubicBezTo>
                  <a:pt x="60291" y="68892"/>
                  <a:pt x="56619" y="72503"/>
                  <a:pt x="50006" y="72503"/>
                </a:cubicBezTo>
                <a:cubicBezTo>
                  <a:pt x="43394" y="72503"/>
                  <a:pt x="39722" y="68892"/>
                  <a:pt x="39722" y="68892"/>
                </a:cubicBezTo>
                <a:cubicBezTo>
                  <a:pt x="39242" y="68424"/>
                  <a:pt x="38678" y="68052"/>
                  <a:pt x="38054" y="67812"/>
                </a:cubicBezTo>
                <a:cubicBezTo>
                  <a:pt x="37442" y="67560"/>
                  <a:pt x="36770" y="67440"/>
                  <a:pt x="36109" y="6745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3" name="Чёрный — SVG 64">
            <a:extLst>
              <a:ext uri="{FF2B5EF4-FFF2-40B4-BE49-F238E27FC236}">
                <a16:creationId xmlns:a16="http://schemas.microsoft.com/office/drawing/2014/main" id="{703D9A38-2935-224B-ADCF-0FE5BE46304D}"/>
              </a:ext>
            </a:extLst>
          </p:cNvPr>
          <p:cNvSpPr>
            <a:spLocks noGrp="1"/>
          </p:cNvSpPr>
          <p:nvPr/>
        </p:nvSpPr>
        <p:spPr>
          <a:xfrm>
            <a:off x="5820000" y="3730000"/>
            <a:ext cx="220000" cy="220000"/>
          </a:xfrm>
          <a:custGeom>
            <a:avLst/>
            <a:gdLst>
              <a:gd name="csX0" fmla="*/ 70991 w 148979"/>
              <a:gd name="csY0" fmla="*/ 0 h 152385"/>
              <a:gd name="csX1" fmla="*/ 36436 w 148979"/>
              <a:gd name="csY1" fmla="*/ 6753 h 152385"/>
              <a:gd name="csX2" fmla="*/ 34123 w 148979"/>
              <a:gd name="csY2" fmla="*/ 8268 h 152385"/>
              <a:gd name="csX3" fmla="*/ 32574 w 148979"/>
              <a:gd name="csY3" fmla="*/ 10564 h 152385"/>
              <a:gd name="csX4" fmla="*/ 32524 w 148979"/>
              <a:gd name="csY4" fmla="*/ 15990 h 152385"/>
              <a:gd name="csX5" fmla="*/ 34055 w 148979"/>
              <a:gd name="csY5" fmla="*/ 18287 h 152385"/>
              <a:gd name="csX6" fmla="*/ 36334 w 148979"/>
              <a:gd name="csY6" fmla="*/ 19852 h 152385"/>
              <a:gd name="csX7" fmla="*/ 41761 w 148979"/>
              <a:gd name="csY7" fmla="*/ 19886 h 152385"/>
              <a:gd name="csX8" fmla="*/ 70991 w 148979"/>
              <a:gd name="csY8" fmla="*/ 14170 h 152385"/>
              <a:gd name="csX9" fmla="*/ 103452 w 148979"/>
              <a:gd name="csY9" fmla="*/ 21451 h 152385"/>
              <a:gd name="csX10" fmla="*/ 106141 w 148979"/>
              <a:gd name="csY10" fmla="*/ 22131 h 152385"/>
              <a:gd name="csX11" fmla="*/ 108896 w 148979"/>
              <a:gd name="csY11" fmla="*/ 21740 h 152385"/>
              <a:gd name="csX12" fmla="*/ 111279 w 148979"/>
              <a:gd name="csY12" fmla="*/ 20294 h 152385"/>
              <a:gd name="csX13" fmla="*/ 112928 w 148979"/>
              <a:gd name="csY13" fmla="*/ 18049 h 152385"/>
              <a:gd name="csX14" fmla="*/ 113592 w 148979"/>
              <a:gd name="csY14" fmla="*/ 15344 h 152385"/>
              <a:gd name="csX15" fmla="*/ 113167 w 148979"/>
              <a:gd name="csY15" fmla="*/ 12605 h 152385"/>
              <a:gd name="csX16" fmla="*/ 111704 w 148979"/>
              <a:gd name="csY16" fmla="*/ 10224 h 152385"/>
              <a:gd name="csX17" fmla="*/ 109441 w 148979"/>
              <a:gd name="csY17" fmla="*/ 8608 h 152385"/>
              <a:gd name="csX18" fmla="*/ 70991 w 148979"/>
              <a:gd name="csY18" fmla="*/ 0 h 152385"/>
              <a:gd name="csX19" fmla="*/ 17756 w 148979"/>
              <a:gd name="csY19" fmla="*/ 18661 h 152385"/>
              <a:gd name="csX20" fmla="*/ 13400 w 148979"/>
              <a:gd name="csY20" fmla="*/ 20294 h 152385"/>
              <a:gd name="csX21" fmla="*/ 1882 w 148979"/>
              <a:gd name="csY21" fmla="*/ 31283 h 152385"/>
              <a:gd name="csX22" fmla="*/ 419 w 148979"/>
              <a:gd name="csY22" fmla="*/ 33682 h 152385"/>
              <a:gd name="csX23" fmla="*/ 10 w 148979"/>
              <a:gd name="csY23" fmla="*/ 36455 h 152385"/>
              <a:gd name="csX24" fmla="*/ 692 w 148979"/>
              <a:gd name="csY24" fmla="*/ 39177 h 152385"/>
              <a:gd name="csX25" fmla="*/ 2393 w 148979"/>
              <a:gd name="csY25" fmla="*/ 41422 h 152385"/>
              <a:gd name="csX26" fmla="*/ 4825 w 148979"/>
              <a:gd name="csY26" fmla="*/ 42817 h 152385"/>
              <a:gd name="csX27" fmla="*/ 7616 w 148979"/>
              <a:gd name="csY27" fmla="*/ 43174 h 152385"/>
              <a:gd name="csX28" fmla="*/ 10321 w 148979"/>
              <a:gd name="csY28" fmla="*/ 42409 h 152385"/>
              <a:gd name="csX29" fmla="*/ 12515 w 148979"/>
              <a:gd name="csY29" fmla="*/ 40656 h 152385"/>
              <a:gd name="csX30" fmla="*/ 22264 w 148979"/>
              <a:gd name="csY30" fmla="*/ 31334 h 152385"/>
              <a:gd name="csX31" fmla="*/ 24714 w 148979"/>
              <a:gd name="csY31" fmla="*/ 27728 h 152385"/>
              <a:gd name="csX32" fmla="*/ 24578 w 148979"/>
              <a:gd name="csY32" fmla="*/ 23373 h 152385"/>
              <a:gd name="csX33" fmla="*/ 21941 w 148979"/>
              <a:gd name="csY33" fmla="*/ 19920 h 152385"/>
              <a:gd name="csX34" fmla="*/ 17756 w 148979"/>
              <a:gd name="csY34" fmla="*/ 18661 h 152385"/>
              <a:gd name="csX35" fmla="*/ 77439 w 148979"/>
              <a:gd name="csY35" fmla="*/ 21706 h 152385"/>
              <a:gd name="csX36" fmla="*/ 71041 w 148979"/>
              <a:gd name="csY36" fmla="*/ 28000 h 152385"/>
              <a:gd name="csX37" fmla="*/ 77303 w 148979"/>
              <a:gd name="csY37" fmla="*/ 35825 h 152385"/>
              <a:gd name="csX38" fmla="*/ 122779 w 148979"/>
              <a:gd name="csY38" fmla="*/ 69150 h 152385"/>
              <a:gd name="csX39" fmla="*/ 140609 w 148979"/>
              <a:gd name="csY39" fmla="*/ 78965 h 152385"/>
              <a:gd name="csX40" fmla="*/ 78868 w 148979"/>
              <a:gd name="csY40" fmla="*/ 21723 h 152385"/>
              <a:gd name="csX41" fmla="*/ 77439 w 148979"/>
              <a:gd name="csY41" fmla="*/ 21706 h 152385"/>
              <a:gd name="csX42" fmla="*/ 53195 w 148979"/>
              <a:gd name="csY42" fmla="*/ 23799 h 152385"/>
              <a:gd name="csX43" fmla="*/ 51306 w 148979"/>
              <a:gd name="csY43" fmla="*/ 24105 h 152385"/>
              <a:gd name="csX44" fmla="*/ 112 w 148979"/>
              <a:gd name="csY44" fmla="*/ 92149 h 152385"/>
              <a:gd name="csX45" fmla="*/ 1031 w 148979"/>
              <a:gd name="csY45" fmla="*/ 107136 h 152385"/>
              <a:gd name="csX46" fmla="*/ 1848 w 148979"/>
              <a:gd name="csY46" fmla="*/ 109824 h 152385"/>
              <a:gd name="csX47" fmla="*/ 3651 w 148979"/>
              <a:gd name="csY47" fmla="*/ 111967 h 152385"/>
              <a:gd name="csX48" fmla="*/ 6135 w 148979"/>
              <a:gd name="csY48" fmla="*/ 113260 h 152385"/>
              <a:gd name="csX49" fmla="*/ 8909 w 148979"/>
              <a:gd name="csY49" fmla="*/ 113481 h 152385"/>
              <a:gd name="csX50" fmla="*/ 11580 w 148979"/>
              <a:gd name="csY50" fmla="*/ 112613 h 152385"/>
              <a:gd name="csX51" fmla="*/ 13689 w 148979"/>
              <a:gd name="csY51" fmla="*/ 110793 h 152385"/>
              <a:gd name="csX52" fmla="*/ 14931 w 148979"/>
              <a:gd name="csY52" fmla="*/ 108293 h 152385"/>
              <a:gd name="csX53" fmla="*/ 15119 w 148979"/>
              <a:gd name="csY53" fmla="*/ 105503 h 152385"/>
              <a:gd name="csX54" fmla="*/ 14285 w 148979"/>
              <a:gd name="csY54" fmla="*/ 92149 h 152385"/>
              <a:gd name="csX55" fmla="*/ 55253 w 148979"/>
              <a:gd name="csY55" fmla="*/ 37713 h 152385"/>
              <a:gd name="csX56" fmla="*/ 59320 w 148979"/>
              <a:gd name="csY56" fmla="*/ 34754 h 152385"/>
              <a:gd name="csX57" fmla="*/ 60408 w 148979"/>
              <a:gd name="csY57" fmla="*/ 29838 h 152385"/>
              <a:gd name="csX58" fmla="*/ 57941 w 148979"/>
              <a:gd name="csY58" fmla="*/ 25449 h 152385"/>
              <a:gd name="csX59" fmla="*/ 53195 w 148979"/>
              <a:gd name="csY59" fmla="*/ 23799 h 152385"/>
              <a:gd name="csX60" fmla="*/ 70991 w 148979"/>
              <a:gd name="csY60" fmla="*/ 42528 h 152385"/>
              <a:gd name="csX61" fmla="*/ 21379 w 148979"/>
              <a:gd name="csY61" fmla="*/ 92149 h 152385"/>
              <a:gd name="csX62" fmla="*/ 27964 w 148979"/>
              <a:gd name="csY62" fmla="*/ 129880 h 152385"/>
              <a:gd name="csX63" fmla="*/ 34667 w 148979"/>
              <a:gd name="csY63" fmla="*/ 134677 h 152385"/>
              <a:gd name="csX64" fmla="*/ 36981 w 148979"/>
              <a:gd name="csY64" fmla="*/ 134286 h 152385"/>
              <a:gd name="csX65" fmla="*/ 41370 w 148979"/>
              <a:gd name="csY65" fmla="*/ 125287 h 152385"/>
              <a:gd name="csX66" fmla="*/ 35552 w 148979"/>
              <a:gd name="csY66" fmla="*/ 92149 h 152385"/>
              <a:gd name="csX67" fmla="*/ 70991 w 148979"/>
              <a:gd name="csY67" fmla="*/ 56698 h 152385"/>
              <a:gd name="csX68" fmla="*/ 97685 w 148979"/>
              <a:gd name="csY68" fmla="*/ 68963 h 152385"/>
              <a:gd name="csX69" fmla="*/ 112537 w 148979"/>
              <a:gd name="csY69" fmla="*/ 67432 h 152385"/>
              <a:gd name="csX70" fmla="*/ 111193 w 148979"/>
              <a:gd name="csY70" fmla="*/ 63196 h 152385"/>
              <a:gd name="csX71" fmla="*/ 70991 w 148979"/>
              <a:gd name="csY71" fmla="*/ 42528 h 152385"/>
              <a:gd name="csX72" fmla="*/ 70991 w 148979"/>
              <a:gd name="csY72" fmla="*/ 63792 h 152385"/>
              <a:gd name="csX73" fmla="*/ 42646 w 148979"/>
              <a:gd name="csY73" fmla="*/ 92149 h 152385"/>
              <a:gd name="csX74" fmla="*/ 57703 w 148979"/>
              <a:gd name="csY74" fmla="*/ 142264 h 152385"/>
              <a:gd name="csX75" fmla="*/ 63521 w 148979"/>
              <a:gd name="csY75" fmla="*/ 145309 h 152385"/>
              <a:gd name="csX76" fmla="*/ 67554 w 148979"/>
              <a:gd name="csY76" fmla="*/ 144033 h 152385"/>
              <a:gd name="csX77" fmla="*/ 69323 w 148979"/>
              <a:gd name="csY77" fmla="*/ 134167 h 152385"/>
              <a:gd name="csX78" fmla="*/ 56818 w 148979"/>
              <a:gd name="csY78" fmla="*/ 92149 h 152385"/>
              <a:gd name="csX79" fmla="*/ 70991 w 148979"/>
              <a:gd name="csY79" fmla="*/ 77962 h 152385"/>
              <a:gd name="csX80" fmla="*/ 78272 w 148979"/>
              <a:gd name="csY80" fmla="*/ 79986 h 152385"/>
              <a:gd name="csX81" fmla="*/ 90522 w 148979"/>
              <a:gd name="csY81" fmla="*/ 71634 h 152385"/>
              <a:gd name="csX82" fmla="*/ 70991 w 148979"/>
              <a:gd name="csY82" fmla="*/ 63792 h 152385"/>
              <a:gd name="csX83" fmla="*/ 109985 w 148979"/>
              <a:gd name="csY83" fmla="*/ 74424 h 152385"/>
              <a:gd name="csX84" fmla="*/ 70991 w 148979"/>
              <a:gd name="csY84" fmla="*/ 113413 h 152385"/>
              <a:gd name="csX85" fmla="*/ 109985 w 148979"/>
              <a:gd name="csY85" fmla="*/ 152386 h 152385"/>
              <a:gd name="csX86" fmla="*/ 148980 w 148979"/>
              <a:gd name="csY86" fmla="*/ 113413 h 152385"/>
              <a:gd name="csX87" fmla="*/ 109985 w 148979"/>
              <a:gd name="csY87" fmla="*/ 74424 h 152385"/>
              <a:gd name="csX88" fmla="*/ 131252 w 148979"/>
              <a:gd name="csY88" fmla="*/ 95687 h 152385"/>
              <a:gd name="csX89" fmla="*/ 133753 w 148979"/>
              <a:gd name="csY89" fmla="*/ 96725 h 152385"/>
              <a:gd name="csX90" fmla="*/ 133753 w 148979"/>
              <a:gd name="csY90" fmla="*/ 101744 h 152385"/>
              <a:gd name="csX91" fmla="*/ 105409 w 148979"/>
              <a:gd name="csY91" fmla="*/ 130084 h 152385"/>
              <a:gd name="csX92" fmla="*/ 102891 w 148979"/>
              <a:gd name="csY92" fmla="*/ 131122 h 152385"/>
              <a:gd name="csX93" fmla="*/ 100389 w 148979"/>
              <a:gd name="csY93" fmla="*/ 130084 h 152385"/>
              <a:gd name="csX94" fmla="*/ 86218 w 148979"/>
              <a:gd name="csY94" fmla="*/ 115913 h 152385"/>
              <a:gd name="csX95" fmla="*/ 86218 w 148979"/>
              <a:gd name="csY95" fmla="*/ 110895 h 152385"/>
              <a:gd name="csX96" fmla="*/ 91220 w 148979"/>
              <a:gd name="csY96" fmla="*/ 110895 h 152385"/>
              <a:gd name="csX97" fmla="*/ 102891 w 148979"/>
              <a:gd name="csY97" fmla="*/ 122565 h 152385"/>
              <a:gd name="csX98" fmla="*/ 128751 w 148979"/>
              <a:gd name="csY98" fmla="*/ 96725 h 152385"/>
              <a:gd name="csX99" fmla="*/ 131252 w 148979"/>
              <a:gd name="csY99" fmla="*/ 95687 h 152385"/>
            </a:gdLst>
            <a:ahLst/>
            <a:cxnLst/>
            <a:rect l="l" t="t" r="r" b="b"/>
            <a:pathLst>
              <a:path w="100000" h="100000">
                <a:moveTo>
                  <a:pt x="47704" y="0"/>
                </a:moveTo>
                <a:cubicBezTo>
                  <a:pt x="39699" y="0"/>
                  <a:pt x="32029" y="1585"/>
                  <a:pt x="25028" y="4432"/>
                </a:cubicBezTo>
                <a:cubicBezTo>
                  <a:pt x="24459" y="4655"/>
                  <a:pt x="23945" y="5001"/>
                  <a:pt x="23510" y="5426"/>
                </a:cubicBezTo>
                <a:cubicBezTo>
                  <a:pt x="23074" y="5850"/>
                  <a:pt x="22728" y="6363"/>
                  <a:pt x="22494" y="6932"/>
                </a:cubicBezTo>
                <a:cubicBezTo>
                  <a:pt x="22014" y="8060"/>
                  <a:pt x="22003" y="9343"/>
                  <a:pt x="22461" y="10493"/>
                </a:cubicBezTo>
                <a:cubicBezTo>
                  <a:pt x="22695" y="11052"/>
                  <a:pt x="23030" y="11565"/>
                  <a:pt x="23466" y="12001"/>
                </a:cubicBezTo>
                <a:cubicBezTo>
                  <a:pt x="23889" y="12436"/>
                  <a:pt x="24403" y="12782"/>
                  <a:pt x="24961" y="13028"/>
                </a:cubicBezTo>
                <a:cubicBezTo>
                  <a:pt x="26100" y="13508"/>
                  <a:pt x="27384" y="13519"/>
                  <a:pt x="28522" y="13050"/>
                </a:cubicBezTo>
                <a:cubicBezTo>
                  <a:pt x="34451" y="10639"/>
                  <a:pt x="40915" y="9299"/>
                  <a:pt x="47704" y="9299"/>
                </a:cubicBezTo>
                <a:cubicBezTo>
                  <a:pt x="55273" y="9299"/>
                  <a:pt x="62464" y="11029"/>
                  <a:pt x="69006" y="14077"/>
                </a:cubicBezTo>
                <a:cubicBezTo>
                  <a:pt x="69553" y="14345"/>
                  <a:pt x="70156" y="14501"/>
                  <a:pt x="70771" y="14523"/>
                </a:cubicBezTo>
                <a:cubicBezTo>
                  <a:pt x="71384" y="14557"/>
                  <a:pt x="71999" y="14467"/>
                  <a:pt x="72579" y="14266"/>
                </a:cubicBezTo>
                <a:cubicBezTo>
                  <a:pt x="73159" y="14055"/>
                  <a:pt x="73695" y="13731"/>
                  <a:pt x="74142" y="13318"/>
                </a:cubicBezTo>
                <a:cubicBezTo>
                  <a:pt x="74600" y="12905"/>
                  <a:pt x="74968" y="12403"/>
                  <a:pt x="75225" y="11844"/>
                </a:cubicBezTo>
                <a:cubicBezTo>
                  <a:pt x="75493" y="11286"/>
                  <a:pt x="75638" y="10683"/>
                  <a:pt x="75660" y="10069"/>
                </a:cubicBezTo>
                <a:cubicBezTo>
                  <a:pt x="75683" y="9455"/>
                  <a:pt x="75593" y="8841"/>
                  <a:pt x="75381" y="8272"/>
                </a:cubicBezTo>
                <a:cubicBezTo>
                  <a:pt x="75158" y="7691"/>
                  <a:pt x="74834" y="7167"/>
                  <a:pt x="74421" y="6709"/>
                </a:cubicBezTo>
                <a:cubicBezTo>
                  <a:pt x="73997" y="6262"/>
                  <a:pt x="73495" y="5905"/>
                  <a:pt x="72936" y="5649"/>
                </a:cubicBezTo>
                <a:cubicBezTo>
                  <a:pt x="65244" y="2065"/>
                  <a:pt x="56691" y="0"/>
                  <a:pt x="47704" y="0"/>
                </a:cubicBezTo>
                <a:close/>
                <a:moveTo>
                  <a:pt x="12770" y="12246"/>
                </a:moveTo>
                <a:cubicBezTo>
                  <a:pt x="11731" y="12268"/>
                  <a:pt x="10715" y="12648"/>
                  <a:pt x="9911" y="13318"/>
                </a:cubicBezTo>
                <a:cubicBezTo>
                  <a:pt x="7187" y="15494"/>
                  <a:pt x="4653" y="17917"/>
                  <a:pt x="2353" y="20529"/>
                </a:cubicBezTo>
                <a:cubicBezTo>
                  <a:pt x="1929" y="20987"/>
                  <a:pt x="1604" y="21522"/>
                  <a:pt x="1393" y="22103"/>
                </a:cubicBezTo>
                <a:cubicBezTo>
                  <a:pt x="1181" y="22684"/>
                  <a:pt x="1091" y="23309"/>
                  <a:pt x="1124" y="23923"/>
                </a:cubicBezTo>
                <a:cubicBezTo>
                  <a:pt x="1146" y="24548"/>
                  <a:pt x="1303" y="25151"/>
                  <a:pt x="1572" y="25709"/>
                </a:cubicBezTo>
                <a:cubicBezTo>
                  <a:pt x="1851" y="26267"/>
                  <a:pt x="2219" y="26770"/>
                  <a:pt x="2688" y="27182"/>
                </a:cubicBezTo>
                <a:cubicBezTo>
                  <a:pt x="3156" y="27595"/>
                  <a:pt x="3693" y="27908"/>
                  <a:pt x="4284" y="28098"/>
                </a:cubicBezTo>
                <a:cubicBezTo>
                  <a:pt x="4876" y="28299"/>
                  <a:pt x="5501" y="28377"/>
                  <a:pt x="6115" y="28332"/>
                </a:cubicBezTo>
                <a:cubicBezTo>
                  <a:pt x="6729" y="28288"/>
                  <a:pt x="7332" y="28109"/>
                  <a:pt x="7891" y="27830"/>
                </a:cubicBezTo>
                <a:cubicBezTo>
                  <a:pt x="8438" y="27551"/>
                  <a:pt x="8929" y="27160"/>
                  <a:pt x="9330" y="26680"/>
                </a:cubicBezTo>
                <a:cubicBezTo>
                  <a:pt x="11285" y="24458"/>
                  <a:pt x="13428" y="22416"/>
                  <a:pt x="15728" y="20562"/>
                </a:cubicBezTo>
                <a:cubicBezTo>
                  <a:pt x="16498" y="19971"/>
                  <a:pt x="17056" y="19134"/>
                  <a:pt x="17336" y="18196"/>
                </a:cubicBezTo>
                <a:cubicBezTo>
                  <a:pt x="17604" y="17258"/>
                  <a:pt x="17581" y="16265"/>
                  <a:pt x="17246" y="15338"/>
                </a:cubicBezTo>
                <a:cubicBezTo>
                  <a:pt x="16923" y="14423"/>
                  <a:pt x="16320" y="13630"/>
                  <a:pt x="15516" y="13072"/>
                </a:cubicBezTo>
                <a:cubicBezTo>
                  <a:pt x="14712" y="12514"/>
                  <a:pt x="13752" y="12235"/>
                  <a:pt x="12770" y="12246"/>
                </a:cubicBezTo>
                <a:close/>
                <a:moveTo>
                  <a:pt x="51936" y="14244"/>
                </a:moveTo>
                <a:cubicBezTo>
                  <a:pt x="49792" y="14445"/>
                  <a:pt x="47994" y="16131"/>
                  <a:pt x="47737" y="18375"/>
                </a:cubicBezTo>
                <a:cubicBezTo>
                  <a:pt x="47458" y="20931"/>
                  <a:pt x="49289" y="23231"/>
                  <a:pt x="51846" y="23510"/>
                </a:cubicBezTo>
                <a:cubicBezTo>
                  <a:pt x="65333" y="25028"/>
                  <a:pt x="76509" y="33579"/>
                  <a:pt x="81689" y="45378"/>
                </a:cubicBezTo>
                <a:cubicBezTo>
                  <a:pt x="86133" y="46651"/>
                  <a:pt x="90085" y="48906"/>
                  <a:pt x="93390" y="51819"/>
                </a:cubicBezTo>
                <a:cubicBezTo>
                  <a:pt x="89672" y="31949"/>
                  <a:pt x="73461" y="16567"/>
                  <a:pt x="52873" y="14255"/>
                </a:cubicBezTo>
                <a:cubicBezTo>
                  <a:pt x="52561" y="14222"/>
                  <a:pt x="52248" y="14222"/>
                  <a:pt x="51936" y="14244"/>
                </a:cubicBezTo>
                <a:close/>
                <a:moveTo>
                  <a:pt x="36026" y="15618"/>
                </a:moveTo>
                <a:cubicBezTo>
                  <a:pt x="35601" y="15629"/>
                  <a:pt x="35189" y="15696"/>
                  <a:pt x="34786" y="15818"/>
                </a:cubicBezTo>
                <a:cubicBezTo>
                  <a:pt x="15393" y="21433"/>
                  <a:pt x="1191" y="39339"/>
                  <a:pt x="1191" y="60471"/>
                </a:cubicBezTo>
                <a:cubicBezTo>
                  <a:pt x="1191" y="62626"/>
                  <a:pt x="1303" y="66053"/>
                  <a:pt x="1794" y="70306"/>
                </a:cubicBezTo>
                <a:cubicBezTo>
                  <a:pt x="1861" y="70932"/>
                  <a:pt x="2040" y="71523"/>
                  <a:pt x="2330" y="72070"/>
                </a:cubicBezTo>
                <a:cubicBezTo>
                  <a:pt x="2631" y="72606"/>
                  <a:pt x="3034" y="73086"/>
                  <a:pt x="3513" y="73476"/>
                </a:cubicBezTo>
                <a:cubicBezTo>
                  <a:pt x="3994" y="73867"/>
                  <a:pt x="4541" y="74146"/>
                  <a:pt x="5144" y="74325"/>
                </a:cubicBezTo>
                <a:cubicBezTo>
                  <a:pt x="5735" y="74492"/>
                  <a:pt x="6350" y="74548"/>
                  <a:pt x="6964" y="74470"/>
                </a:cubicBezTo>
                <a:cubicBezTo>
                  <a:pt x="7578" y="74403"/>
                  <a:pt x="8181" y="74213"/>
                  <a:pt x="8717" y="73900"/>
                </a:cubicBezTo>
                <a:cubicBezTo>
                  <a:pt x="9253" y="73599"/>
                  <a:pt x="9721" y="73197"/>
                  <a:pt x="10101" y="72706"/>
                </a:cubicBezTo>
                <a:cubicBezTo>
                  <a:pt x="10481" y="72215"/>
                  <a:pt x="10760" y="71657"/>
                  <a:pt x="10916" y="71065"/>
                </a:cubicBezTo>
                <a:cubicBezTo>
                  <a:pt x="11084" y="70462"/>
                  <a:pt x="11117" y="69838"/>
                  <a:pt x="11039" y="69235"/>
                </a:cubicBezTo>
                <a:cubicBezTo>
                  <a:pt x="10592" y="65383"/>
                  <a:pt x="10492" y="62302"/>
                  <a:pt x="10492" y="60471"/>
                </a:cubicBezTo>
                <a:cubicBezTo>
                  <a:pt x="10492" y="43503"/>
                  <a:pt x="21880" y="29236"/>
                  <a:pt x="37376" y="24748"/>
                </a:cubicBezTo>
                <a:cubicBezTo>
                  <a:pt x="38470" y="24447"/>
                  <a:pt x="39420" y="23767"/>
                  <a:pt x="40045" y="22807"/>
                </a:cubicBezTo>
                <a:cubicBezTo>
                  <a:pt x="40670" y="21858"/>
                  <a:pt x="40927" y="20708"/>
                  <a:pt x="40759" y="19581"/>
                </a:cubicBezTo>
                <a:cubicBezTo>
                  <a:pt x="40592" y="18453"/>
                  <a:pt x="40011" y="17426"/>
                  <a:pt x="39140" y="16700"/>
                </a:cubicBezTo>
                <a:cubicBezTo>
                  <a:pt x="38270" y="15964"/>
                  <a:pt x="37153" y="15584"/>
                  <a:pt x="36026" y="15618"/>
                </a:cubicBezTo>
                <a:close/>
                <a:moveTo>
                  <a:pt x="47704" y="27908"/>
                </a:moveTo>
                <a:cubicBezTo>
                  <a:pt x="29751" y="27908"/>
                  <a:pt x="15147" y="42509"/>
                  <a:pt x="15147" y="60471"/>
                </a:cubicBezTo>
                <a:cubicBezTo>
                  <a:pt x="15147" y="63329"/>
                  <a:pt x="15449" y="73610"/>
                  <a:pt x="19468" y="85231"/>
                </a:cubicBezTo>
                <a:cubicBezTo>
                  <a:pt x="20149" y="87163"/>
                  <a:pt x="21936" y="88379"/>
                  <a:pt x="23867" y="88379"/>
                </a:cubicBezTo>
                <a:cubicBezTo>
                  <a:pt x="24380" y="88379"/>
                  <a:pt x="24894" y="88312"/>
                  <a:pt x="25386" y="88123"/>
                </a:cubicBezTo>
                <a:cubicBezTo>
                  <a:pt x="27820" y="87285"/>
                  <a:pt x="29103" y="84628"/>
                  <a:pt x="28266" y="82217"/>
                </a:cubicBezTo>
                <a:cubicBezTo>
                  <a:pt x="24638" y="71679"/>
                  <a:pt x="24448" y="62257"/>
                  <a:pt x="24448" y="60471"/>
                </a:cubicBezTo>
                <a:cubicBezTo>
                  <a:pt x="24448" y="47656"/>
                  <a:pt x="34898" y="37207"/>
                  <a:pt x="47704" y="37207"/>
                </a:cubicBezTo>
                <a:cubicBezTo>
                  <a:pt x="54403" y="37207"/>
                  <a:pt x="60822" y="40188"/>
                  <a:pt x="65222" y="45256"/>
                </a:cubicBezTo>
                <a:cubicBezTo>
                  <a:pt x="68336" y="44418"/>
                  <a:pt x="71619" y="44050"/>
                  <a:pt x="74968" y="44251"/>
                </a:cubicBezTo>
                <a:cubicBezTo>
                  <a:pt x="74990" y="43280"/>
                  <a:pt x="74689" y="42309"/>
                  <a:pt x="74086" y="41471"/>
                </a:cubicBezTo>
                <a:cubicBezTo>
                  <a:pt x="67968" y="32976"/>
                  <a:pt x="58087" y="27908"/>
                  <a:pt x="47704" y="27908"/>
                </a:cubicBezTo>
                <a:close/>
                <a:moveTo>
                  <a:pt x="47704" y="41862"/>
                </a:moveTo>
                <a:cubicBezTo>
                  <a:pt x="37454" y="41862"/>
                  <a:pt x="29103" y="50212"/>
                  <a:pt x="29103" y="60471"/>
                </a:cubicBezTo>
                <a:cubicBezTo>
                  <a:pt x="29103" y="63586"/>
                  <a:pt x="29594" y="79817"/>
                  <a:pt x="38984" y="93358"/>
                </a:cubicBezTo>
                <a:cubicBezTo>
                  <a:pt x="39888" y="94653"/>
                  <a:pt x="41340" y="95356"/>
                  <a:pt x="42802" y="95356"/>
                </a:cubicBezTo>
                <a:cubicBezTo>
                  <a:pt x="43729" y="95356"/>
                  <a:pt x="44634" y="95077"/>
                  <a:pt x="45449" y="94519"/>
                </a:cubicBezTo>
                <a:cubicBezTo>
                  <a:pt x="47570" y="93057"/>
                  <a:pt x="48083" y="90166"/>
                  <a:pt x="46610" y="88045"/>
                </a:cubicBezTo>
                <a:cubicBezTo>
                  <a:pt x="38638" y="76557"/>
                  <a:pt x="38403" y="62068"/>
                  <a:pt x="38403" y="60471"/>
                </a:cubicBezTo>
                <a:cubicBezTo>
                  <a:pt x="38403" y="55325"/>
                  <a:pt x="42568" y="51161"/>
                  <a:pt x="47704" y="51161"/>
                </a:cubicBezTo>
                <a:cubicBezTo>
                  <a:pt x="49456" y="51161"/>
                  <a:pt x="51086" y="51630"/>
                  <a:pt x="52482" y="52489"/>
                </a:cubicBezTo>
                <a:cubicBezTo>
                  <a:pt x="54849" y="50257"/>
                  <a:pt x="57573" y="48404"/>
                  <a:pt x="60521" y="47009"/>
                </a:cubicBezTo>
                <a:cubicBezTo>
                  <a:pt x="57172" y="43816"/>
                  <a:pt x="52684" y="41862"/>
                  <a:pt x="47704" y="41862"/>
                </a:cubicBezTo>
                <a:close/>
                <a:moveTo>
                  <a:pt x="73293" y="48839"/>
                </a:moveTo>
                <a:cubicBezTo>
                  <a:pt x="59170" y="48839"/>
                  <a:pt x="47704" y="60293"/>
                  <a:pt x="47704" y="74425"/>
                </a:cubicBezTo>
                <a:cubicBezTo>
                  <a:pt x="47704" y="88547"/>
                  <a:pt x="59170" y="100001"/>
                  <a:pt x="73293" y="100001"/>
                </a:cubicBezTo>
                <a:cubicBezTo>
                  <a:pt x="87428" y="100001"/>
                  <a:pt x="98883" y="88547"/>
                  <a:pt x="98883" y="74425"/>
                </a:cubicBezTo>
                <a:cubicBezTo>
                  <a:pt x="98883" y="60293"/>
                  <a:pt x="87428" y="48839"/>
                  <a:pt x="73293" y="48839"/>
                </a:cubicBezTo>
                <a:close/>
                <a:moveTo>
                  <a:pt x="87249" y="62793"/>
                </a:moveTo>
                <a:cubicBezTo>
                  <a:pt x="87841" y="62793"/>
                  <a:pt x="88444" y="63017"/>
                  <a:pt x="88891" y="63474"/>
                </a:cubicBezTo>
                <a:cubicBezTo>
                  <a:pt x="89806" y="64378"/>
                  <a:pt x="89806" y="65852"/>
                  <a:pt x="88891" y="66768"/>
                </a:cubicBezTo>
                <a:lnTo>
                  <a:pt x="70290" y="85365"/>
                </a:lnTo>
                <a:cubicBezTo>
                  <a:pt x="69832" y="85823"/>
                  <a:pt x="69241" y="86047"/>
                  <a:pt x="68638" y="86047"/>
                </a:cubicBezTo>
                <a:cubicBezTo>
                  <a:pt x="68046" y="86047"/>
                  <a:pt x="67454" y="85823"/>
                  <a:pt x="66996" y="85365"/>
                </a:cubicBezTo>
                <a:lnTo>
                  <a:pt x="57697" y="76066"/>
                </a:lnTo>
                <a:cubicBezTo>
                  <a:pt x="56781" y="75162"/>
                  <a:pt x="56781" y="73688"/>
                  <a:pt x="57697" y="72773"/>
                </a:cubicBezTo>
                <a:cubicBezTo>
                  <a:pt x="58601" y="71869"/>
                  <a:pt x="60075" y="71869"/>
                  <a:pt x="60979" y="72773"/>
                </a:cubicBezTo>
                <a:lnTo>
                  <a:pt x="68638" y="80431"/>
                </a:lnTo>
                <a:lnTo>
                  <a:pt x="85608" y="63474"/>
                </a:lnTo>
                <a:cubicBezTo>
                  <a:pt x="86066" y="63017"/>
                  <a:pt x="86658" y="62793"/>
                  <a:pt x="87249" y="6279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4" name="Чёрный — SVG 65">
            <a:extLst>
              <a:ext uri="{FF2B5EF4-FFF2-40B4-BE49-F238E27FC236}">
                <a16:creationId xmlns:a16="http://schemas.microsoft.com/office/drawing/2014/main" id="{B2B3503C-7D41-8E49-AA2E-9F54A04E2F1A}"/>
              </a:ext>
            </a:extLst>
          </p:cNvPr>
          <p:cNvSpPr>
            <a:spLocks noGrp="1"/>
          </p:cNvSpPr>
          <p:nvPr/>
        </p:nvSpPr>
        <p:spPr>
          <a:xfrm>
            <a:off x="6420000" y="3730000"/>
            <a:ext cx="220000" cy="220000"/>
          </a:xfrm>
          <a:custGeom>
            <a:avLst/>
            <a:gdLst>
              <a:gd name="csX0" fmla="*/ 85135 w 170287"/>
              <a:gd name="csY0" fmla="*/ 0 h 145308"/>
              <a:gd name="csX1" fmla="*/ 50581 w 170287"/>
              <a:gd name="csY1" fmla="*/ 6753 h 145308"/>
              <a:gd name="csX2" fmla="*/ 48267 w 170287"/>
              <a:gd name="csY2" fmla="*/ 8268 h 145308"/>
              <a:gd name="csX3" fmla="*/ 46719 w 170287"/>
              <a:gd name="csY3" fmla="*/ 10564 h 145308"/>
              <a:gd name="csX4" fmla="*/ 46668 w 170287"/>
              <a:gd name="csY4" fmla="*/ 15990 h 145308"/>
              <a:gd name="csX5" fmla="*/ 48199 w 170287"/>
              <a:gd name="csY5" fmla="*/ 18287 h 145308"/>
              <a:gd name="csX6" fmla="*/ 50479 w 170287"/>
              <a:gd name="csY6" fmla="*/ 19852 h 145308"/>
              <a:gd name="csX7" fmla="*/ 55906 w 170287"/>
              <a:gd name="csY7" fmla="*/ 19886 h 145308"/>
              <a:gd name="csX8" fmla="*/ 85135 w 170287"/>
              <a:gd name="csY8" fmla="*/ 14170 h 145308"/>
              <a:gd name="csX9" fmla="*/ 117597 w 170287"/>
              <a:gd name="csY9" fmla="*/ 21451 h 145308"/>
              <a:gd name="csX10" fmla="*/ 120285 w 170287"/>
              <a:gd name="csY10" fmla="*/ 22131 h 145308"/>
              <a:gd name="csX11" fmla="*/ 123041 w 170287"/>
              <a:gd name="csY11" fmla="*/ 21740 h 145308"/>
              <a:gd name="csX12" fmla="*/ 125423 w 170287"/>
              <a:gd name="csY12" fmla="*/ 20294 h 145308"/>
              <a:gd name="csX13" fmla="*/ 127073 w 170287"/>
              <a:gd name="csY13" fmla="*/ 18049 h 145308"/>
              <a:gd name="csX14" fmla="*/ 127737 w 170287"/>
              <a:gd name="csY14" fmla="*/ 15344 h 145308"/>
              <a:gd name="csX15" fmla="*/ 127311 w 170287"/>
              <a:gd name="csY15" fmla="*/ 12605 h 145308"/>
              <a:gd name="csX16" fmla="*/ 125848 w 170287"/>
              <a:gd name="csY16" fmla="*/ 10224 h 145308"/>
              <a:gd name="csX17" fmla="*/ 123585 w 170287"/>
              <a:gd name="csY17" fmla="*/ 8608 h 145308"/>
              <a:gd name="csX18" fmla="*/ 85135 w 170287"/>
              <a:gd name="csY18" fmla="*/ 0 h 145308"/>
              <a:gd name="csX19" fmla="*/ 31900 w 170287"/>
              <a:gd name="csY19" fmla="*/ 18661 h 145308"/>
              <a:gd name="csX20" fmla="*/ 27545 w 170287"/>
              <a:gd name="csY20" fmla="*/ 20294 h 145308"/>
              <a:gd name="csX21" fmla="*/ 16026 w 170287"/>
              <a:gd name="csY21" fmla="*/ 31283 h 145308"/>
              <a:gd name="csX22" fmla="*/ 14564 w 170287"/>
              <a:gd name="csY22" fmla="*/ 33682 h 145308"/>
              <a:gd name="csX23" fmla="*/ 14155 w 170287"/>
              <a:gd name="csY23" fmla="*/ 36455 h 145308"/>
              <a:gd name="csX24" fmla="*/ 14836 w 170287"/>
              <a:gd name="csY24" fmla="*/ 39177 h 145308"/>
              <a:gd name="csX25" fmla="*/ 16537 w 170287"/>
              <a:gd name="csY25" fmla="*/ 41422 h 145308"/>
              <a:gd name="csX26" fmla="*/ 18970 w 170287"/>
              <a:gd name="csY26" fmla="*/ 42817 h 145308"/>
              <a:gd name="csX27" fmla="*/ 21760 w 170287"/>
              <a:gd name="csY27" fmla="*/ 43174 h 145308"/>
              <a:gd name="csX28" fmla="*/ 24465 w 170287"/>
              <a:gd name="csY28" fmla="*/ 42409 h 145308"/>
              <a:gd name="csX29" fmla="*/ 26660 w 170287"/>
              <a:gd name="csY29" fmla="*/ 40656 h 145308"/>
              <a:gd name="csX30" fmla="*/ 36409 w 170287"/>
              <a:gd name="csY30" fmla="*/ 31334 h 145308"/>
              <a:gd name="csX31" fmla="*/ 38859 w 170287"/>
              <a:gd name="csY31" fmla="*/ 27728 h 145308"/>
              <a:gd name="csX32" fmla="*/ 38723 w 170287"/>
              <a:gd name="csY32" fmla="*/ 23373 h 145308"/>
              <a:gd name="csX33" fmla="*/ 36085 w 170287"/>
              <a:gd name="csY33" fmla="*/ 19920 h 145308"/>
              <a:gd name="csX34" fmla="*/ 31900 w 170287"/>
              <a:gd name="csY34" fmla="*/ 18661 h 145308"/>
              <a:gd name="csX35" fmla="*/ 91583 w 170287"/>
              <a:gd name="csY35" fmla="*/ 21706 h 145308"/>
              <a:gd name="csX36" fmla="*/ 85169 w 170287"/>
              <a:gd name="csY36" fmla="*/ 28000 h 145308"/>
              <a:gd name="csX37" fmla="*/ 91447 w 170287"/>
              <a:gd name="csY37" fmla="*/ 35825 h 145308"/>
              <a:gd name="csX38" fmla="*/ 134219 w 170287"/>
              <a:gd name="csY38" fmla="*/ 63792 h 145308"/>
              <a:gd name="csX39" fmla="*/ 125661 w 170287"/>
              <a:gd name="csY39" fmla="*/ 63792 h 145308"/>
              <a:gd name="csX40" fmla="*/ 125338 w 170287"/>
              <a:gd name="csY40" fmla="*/ 63196 h 145308"/>
              <a:gd name="csX41" fmla="*/ 85135 w 170287"/>
              <a:gd name="csY41" fmla="*/ 42528 h 145308"/>
              <a:gd name="csX42" fmla="*/ 44490 w 170287"/>
              <a:gd name="csY42" fmla="*/ 63792 h 145308"/>
              <a:gd name="csX43" fmla="*/ 36171 w 170287"/>
              <a:gd name="csY43" fmla="*/ 63792 h 145308"/>
              <a:gd name="csX44" fmla="*/ 69415 w 170287"/>
              <a:gd name="csY44" fmla="*/ 37713 h 145308"/>
              <a:gd name="csX45" fmla="*/ 74229 w 170287"/>
              <a:gd name="csY45" fmla="*/ 28919 h 145308"/>
              <a:gd name="csX46" fmla="*/ 65434 w 170287"/>
              <a:gd name="csY46" fmla="*/ 24105 h 145308"/>
              <a:gd name="csX47" fmla="*/ 20297 w 170287"/>
              <a:gd name="csY47" fmla="*/ 63792 h 145308"/>
              <a:gd name="csX48" fmla="*/ 5393 w 170287"/>
              <a:gd name="csY48" fmla="*/ 63792 h 145308"/>
              <a:gd name="csX49" fmla="*/ 3335 w 170287"/>
              <a:gd name="csY49" fmla="*/ 64183 h 145308"/>
              <a:gd name="csX50" fmla="*/ 1582 w 170287"/>
              <a:gd name="csY50" fmla="*/ 65322 h 145308"/>
              <a:gd name="csX51" fmla="*/ 408 w 170287"/>
              <a:gd name="csY51" fmla="*/ 67058 h 145308"/>
              <a:gd name="csX52" fmla="*/ 0 w 170287"/>
              <a:gd name="csY52" fmla="*/ 69099 h 145308"/>
              <a:gd name="csX53" fmla="*/ 408 w 170287"/>
              <a:gd name="csY53" fmla="*/ 71158 h 145308"/>
              <a:gd name="csX54" fmla="*/ 1582 w 170287"/>
              <a:gd name="csY54" fmla="*/ 72893 h 145308"/>
              <a:gd name="csX55" fmla="*/ 3335 w 170287"/>
              <a:gd name="csY55" fmla="*/ 74032 h 145308"/>
              <a:gd name="csX56" fmla="*/ 5393 w 170287"/>
              <a:gd name="csY56" fmla="*/ 74424 h 145308"/>
              <a:gd name="csX57" fmla="*/ 164894 w 170287"/>
              <a:gd name="csY57" fmla="*/ 74424 h 145308"/>
              <a:gd name="csX58" fmla="*/ 166952 w 170287"/>
              <a:gd name="csY58" fmla="*/ 74032 h 145308"/>
              <a:gd name="csX59" fmla="*/ 168705 w 170287"/>
              <a:gd name="csY59" fmla="*/ 72893 h 145308"/>
              <a:gd name="csX60" fmla="*/ 169879 w 170287"/>
              <a:gd name="csY60" fmla="*/ 71158 h 145308"/>
              <a:gd name="csX61" fmla="*/ 170287 w 170287"/>
              <a:gd name="csY61" fmla="*/ 69099 h 145308"/>
              <a:gd name="csX62" fmla="*/ 169879 w 170287"/>
              <a:gd name="csY62" fmla="*/ 67058 h 145308"/>
              <a:gd name="csX63" fmla="*/ 168705 w 170287"/>
              <a:gd name="csY63" fmla="*/ 65322 h 145308"/>
              <a:gd name="csX64" fmla="*/ 166952 w 170287"/>
              <a:gd name="csY64" fmla="*/ 64183 h 145308"/>
              <a:gd name="csX65" fmla="*/ 164894 w 170287"/>
              <a:gd name="csY65" fmla="*/ 63792 h 145308"/>
              <a:gd name="csX66" fmla="*/ 150058 w 170287"/>
              <a:gd name="csY66" fmla="*/ 63792 h 145308"/>
              <a:gd name="csX67" fmla="*/ 93012 w 170287"/>
              <a:gd name="csY67" fmla="*/ 21723 h 145308"/>
              <a:gd name="csX68" fmla="*/ 91583 w 170287"/>
              <a:gd name="csY68" fmla="*/ 21706 h 145308"/>
              <a:gd name="csX69" fmla="*/ 85135 w 170287"/>
              <a:gd name="csY69" fmla="*/ 56698 h 145308"/>
              <a:gd name="csX70" fmla="*/ 106181 w 170287"/>
              <a:gd name="csY70" fmla="*/ 63792 h 145308"/>
              <a:gd name="csX71" fmla="*/ 64021 w 170287"/>
              <a:gd name="csY71" fmla="*/ 63792 h 145308"/>
              <a:gd name="csX72" fmla="*/ 85135 w 170287"/>
              <a:gd name="csY72" fmla="*/ 56698 h 145308"/>
              <a:gd name="csX73" fmla="*/ 14615 w 170287"/>
              <a:gd name="csY73" fmla="*/ 85056 h 145308"/>
              <a:gd name="csX74" fmla="*/ 14257 w 170287"/>
              <a:gd name="csY74" fmla="*/ 92149 h 145308"/>
              <a:gd name="csX75" fmla="*/ 15176 w 170287"/>
              <a:gd name="csY75" fmla="*/ 107136 h 145308"/>
              <a:gd name="csX76" fmla="*/ 22237 w 170287"/>
              <a:gd name="csY76" fmla="*/ 113413 h 145308"/>
              <a:gd name="csX77" fmla="*/ 23053 w 170287"/>
              <a:gd name="csY77" fmla="*/ 113379 h 145308"/>
              <a:gd name="csX78" fmla="*/ 29246 w 170287"/>
              <a:gd name="csY78" fmla="*/ 105503 h 145308"/>
              <a:gd name="csX79" fmla="*/ 28429 w 170287"/>
              <a:gd name="csY79" fmla="*/ 92149 h 145308"/>
              <a:gd name="csX80" fmla="*/ 28855 w 170287"/>
              <a:gd name="csY80" fmla="*/ 85056 h 145308"/>
              <a:gd name="csX81" fmla="*/ 14615 w 170287"/>
              <a:gd name="csY81" fmla="*/ 85056 h 145308"/>
              <a:gd name="csX82" fmla="*/ 36017 w 170287"/>
              <a:gd name="csY82" fmla="*/ 85056 h 145308"/>
              <a:gd name="csX83" fmla="*/ 35524 w 170287"/>
              <a:gd name="csY83" fmla="*/ 92149 h 145308"/>
              <a:gd name="csX84" fmla="*/ 42108 w 170287"/>
              <a:gd name="csY84" fmla="*/ 129880 h 145308"/>
              <a:gd name="csX85" fmla="*/ 48811 w 170287"/>
              <a:gd name="csY85" fmla="*/ 134677 h 145308"/>
              <a:gd name="csX86" fmla="*/ 51125 w 170287"/>
              <a:gd name="csY86" fmla="*/ 134286 h 145308"/>
              <a:gd name="csX87" fmla="*/ 55515 w 170287"/>
              <a:gd name="csY87" fmla="*/ 125287 h 145308"/>
              <a:gd name="csX88" fmla="*/ 49696 w 170287"/>
              <a:gd name="csY88" fmla="*/ 92149 h 145308"/>
              <a:gd name="csX89" fmla="*/ 50411 w 170287"/>
              <a:gd name="csY89" fmla="*/ 85056 h 145308"/>
              <a:gd name="csX90" fmla="*/ 36017 w 170287"/>
              <a:gd name="csY90" fmla="*/ 85056 h 145308"/>
              <a:gd name="csX91" fmla="*/ 57675 w 170287"/>
              <a:gd name="csY91" fmla="*/ 85056 h 145308"/>
              <a:gd name="csX92" fmla="*/ 56791 w 170287"/>
              <a:gd name="csY92" fmla="*/ 92149 h 145308"/>
              <a:gd name="csX93" fmla="*/ 71848 w 170287"/>
              <a:gd name="csY93" fmla="*/ 142264 h 145308"/>
              <a:gd name="csX94" fmla="*/ 77666 w 170287"/>
              <a:gd name="csY94" fmla="*/ 145309 h 145308"/>
              <a:gd name="csX95" fmla="*/ 81698 w 170287"/>
              <a:gd name="csY95" fmla="*/ 144033 h 145308"/>
              <a:gd name="csX96" fmla="*/ 83468 w 170287"/>
              <a:gd name="csY96" fmla="*/ 134167 h 145308"/>
              <a:gd name="csX97" fmla="*/ 70963 w 170287"/>
              <a:gd name="csY97" fmla="*/ 92149 h 145308"/>
              <a:gd name="csX98" fmla="*/ 72869 w 170287"/>
              <a:gd name="csY98" fmla="*/ 85056 h 145308"/>
              <a:gd name="csX99" fmla="*/ 57675 w 170287"/>
              <a:gd name="csY99" fmla="*/ 85056 h 145308"/>
              <a:gd name="csX100" fmla="*/ 85135 w 170287"/>
              <a:gd name="csY100" fmla="*/ 85056 h 145308"/>
              <a:gd name="csX101" fmla="*/ 78057 w 170287"/>
              <a:gd name="csY101" fmla="*/ 92149 h 145308"/>
              <a:gd name="csX102" fmla="*/ 94322 w 170287"/>
              <a:gd name="csY102" fmla="*/ 136123 h 145308"/>
              <a:gd name="csX103" fmla="*/ 97861 w 170287"/>
              <a:gd name="csY103" fmla="*/ 139661 h 145308"/>
              <a:gd name="csX104" fmla="*/ 102863 w 170287"/>
              <a:gd name="csY104" fmla="*/ 141754 h 145308"/>
              <a:gd name="csX105" fmla="*/ 107865 w 170287"/>
              <a:gd name="csY105" fmla="*/ 139661 h 145308"/>
              <a:gd name="csX106" fmla="*/ 107865 w 170287"/>
              <a:gd name="csY106" fmla="*/ 129676 h 145308"/>
              <a:gd name="csX107" fmla="*/ 104326 w 170287"/>
              <a:gd name="csY107" fmla="*/ 126137 h 145308"/>
              <a:gd name="csX108" fmla="*/ 92230 w 170287"/>
              <a:gd name="csY108" fmla="*/ 92149 h 145308"/>
              <a:gd name="csX109" fmla="*/ 85135 w 170287"/>
              <a:gd name="csY109" fmla="*/ 85056 h 145308"/>
              <a:gd name="csX110" fmla="*/ 97402 w 170287"/>
              <a:gd name="csY110" fmla="*/ 85056 h 145308"/>
              <a:gd name="csX111" fmla="*/ 99324 w 170287"/>
              <a:gd name="csY111" fmla="*/ 92149 h 145308"/>
              <a:gd name="csX112" fmla="*/ 108256 w 170287"/>
              <a:gd name="csY112" fmla="*/ 119741 h 145308"/>
              <a:gd name="csX113" fmla="*/ 117648 w 170287"/>
              <a:gd name="csY113" fmla="*/ 129353 h 145308"/>
              <a:gd name="csX114" fmla="*/ 127635 w 170287"/>
              <a:gd name="csY114" fmla="*/ 128757 h 145308"/>
              <a:gd name="csX115" fmla="*/ 127039 w 170287"/>
              <a:gd name="csY115" fmla="*/ 118721 h 145308"/>
              <a:gd name="csX116" fmla="*/ 119485 w 170287"/>
              <a:gd name="csY116" fmla="*/ 111100 h 145308"/>
              <a:gd name="csX117" fmla="*/ 113496 w 170287"/>
              <a:gd name="csY117" fmla="*/ 92013 h 145308"/>
              <a:gd name="csX118" fmla="*/ 112612 w 170287"/>
              <a:gd name="csY118" fmla="*/ 85056 h 145308"/>
              <a:gd name="csX119" fmla="*/ 97402 w 170287"/>
              <a:gd name="csY119" fmla="*/ 85056 h 145308"/>
              <a:gd name="csX120" fmla="*/ 127430 w 170287"/>
              <a:gd name="csY120" fmla="*/ 85056 h 145308"/>
              <a:gd name="csX121" fmla="*/ 120591 w 170287"/>
              <a:gd name="csY121" fmla="*/ 92387 h 145308"/>
              <a:gd name="csX122" fmla="*/ 122394 w 170287"/>
              <a:gd name="csY122" fmla="*/ 101778 h 145308"/>
              <a:gd name="csX123" fmla="*/ 138880 w 170287"/>
              <a:gd name="csY123" fmla="*/ 118091 h 145308"/>
              <a:gd name="csX124" fmla="*/ 141858 w 170287"/>
              <a:gd name="csY124" fmla="*/ 118721 h 145308"/>
              <a:gd name="csX125" fmla="*/ 148272 w 170287"/>
              <a:gd name="csY125" fmla="*/ 114604 h 145308"/>
              <a:gd name="csX126" fmla="*/ 144835 w 170287"/>
              <a:gd name="csY126" fmla="*/ 105214 h 145308"/>
              <a:gd name="csX127" fmla="*/ 135614 w 170287"/>
              <a:gd name="csY127" fmla="*/ 96640 h 145308"/>
              <a:gd name="csX128" fmla="*/ 134763 w 170287"/>
              <a:gd name="csY128" fmla="*/ 91894 h 145308"/>
              <a:gd name="csX129" fmla="*/ 127754 w 170287"/>
              <a:gd name="csY129" fmla="*/ 85056 h 145308"/>
              <a:gd name="csX130" fmla="*/ 127430 w 170287"/>
              <a:gd name="csY130" fmla="*/ 85056 h 145308"/>
              <a:gd name="csX131" fmla="*/ 141313 w 170287"/>
              <a:gd name="csY131" fmla="*/ 85056 h 145308"/>
              <a:gd name="csX132" fmla="*/ 141722 w 170287"/>
              <a:gd name="csY132" fmla="*/ 88985 h 145308"/>
              <a:gd name="csX133" fmla="*/ 148765 w 170287"/>
              <a:gd name="csY133" fmla="*/ 95687 h 145308"/>
              <a:gd name="csX134" fmla="*/ 149190 w 170287"/>
              <a:gd name="csY134" fmla="*/ 95687 h 145308"/>
              <a:gd name="csX135" fmla="*/ 155860 w 170287"/>
              <a:gd name="csY135" fmla="*/ 88220 h 145308"/>
              <a:gd name="csX136" fmla="*/ 155605 w 170287"/>
              <a:gd name="csY136" fmla="*/ 85056 h 145308"/>
              <a:gd name="csX137" fmla="*/ 141313 w 170287"/>
              <a:gd name="csY137" fmla="*/ 85056 h 145308"/>
            </a:gdLst>
            <a:ahLst/>
            <a:cxnLst/>
            <a:rect l="l" t="t" r="r" b="b"/>
            <a:pathLst>
              <a:path w="100000" h="100000">
                <a:moveTo>
                  <a:pt x="49995" y="7334"/>
                </a:moveTo>
                <a:cubicBezTo>
                  <a:pt x="42832" y="7334"/>
                  <a:pt x="35968" y="8753"/>
                  <a:pt x="29703" y="11300"/>
                </a:cubicBezTo>
                <a:cubicBezTo>
                  <a:pt x="29194" y="11500"/>
                  <a:pt x="28734" y="11810"/>
                  <a:pt x="28345" y="12190"/>
                </a:cubicBezTo>
                <a:cubicBezTo>
                  <a:pt x="27955" y="12569"/>
                  <a:pt x="27645" y="13028"/>
                  <a:pt x="27435" y="13538"/>
                </a:cubicBezTo>
                <a:cubicBezTo>
                  <a:pt x="27006" y="14547"/>
                  <a:pt x="26996" y="15696"/>
                  <a:pt x="27405" y="16724"/>
                </a:cubicBezTo>
                <a:cubicBezTo>
                  <a:pt x="27615" y="17224"/>
                  <a:pt x="27915" y="17684"/>
                  <a:pt x="28305" y="18073"/>
                </a:cubicBezTo>
                <a:cubicBezTo>
                  <a:pt x="28684" y="18463"/>
                  <a:pt x="29144" y="18773"/>
                  <a:pt x="29643" y="18992"/>
                </a:cubicBezTo>
                <a:cubicBezTo>
                  <a:pt x="30662" y="19422"/>
                  <a:pt x="31812" y="19432"/>
                  <a:pt x="32830" y="19012"/>
                </a:cubicBezTo>
                <a:cubicBezTo>
                  <a:pt x="38136" y="16855"/>
                  <a:pt x="43921" y="15656"/>
                  <a:pt x="49995" y="15656"/>
                </a:cubicBezTo>
                <a:cubicBezTo>
                  <a:pt x="56769" y="15656"/>
                  <a:pt x="63203" y="17204"/>
                  <a:pt x="69058" y="19931"/>
                </a:cubicBezTo>
                <a:cubicBezTo>
                  <a:pt x="69548" y="20171"/>
                  <a:pt x="70087" y="20311"/>
                  <a:pt x="70637" y="20331"/>
                </a:cubicBezTo>
                <a:cubicBezTo>
                  <a:pt x="71186" y="20361"/>
                  <a:pt x="71735" y="20281"/>
                  <a:pt x="72255" y="20101"/>
                </a:cubicBezTo>
                <a:cubicBezTo>
                  <a:pt x="72775" y="19911"/>
                  <a:pt x="73254" y="19622"/>
                  <a:pt x="73654" y="19252"/>
                </a:cubicBezTo>
                <a:cubicBezTo>
                  <a:pt x="74063" y="18883"/>
                  <a:pt x="74393" y="18433"/>
                  <a:pt x="74623" y="17934"/>
                </a:cubicBezTo>
                <a:cubicBezTo>
                  <a:pt x="74862" y="17434"/>
                  <a:pt x="74993" y="16895"/>
                  <a:pt x="75013" y="16345"/>
                </a:cubicBezTo>
                <a:cubicBezTo>
                  <a:pt x="75033" y="15795"/>
                  <a:pt x="74953" y="15246"/>
                  <a:pt x="74763" y="14737"/>
                </a:cubicBezTo>
                <a:cubicBezTo>
                  <a:pt x="74563" y="14217"/>
                  <a:pt x="74273" y="13748"/>
                  <a:pt x="73903" y="13338"/>
                </a:cubicBezTo>
                <a:cubicBezTo>
                  <a:pt x="73524" y="12938"/>
                  <a:pt x="73074" y="12619"/>
                  <a:pt x="72575" y="12389"/>
                </a:cubicBezTo>
                <a:cubicBezTo>
                  <a:pt x="65691" y="9182"/>
                  <a:pt x="58038" y="7334"/>
                  <a:pt x="49995" y="7334"/>
                </a:cubicBezTo>
                <a:close/>
                <a:moveTo>
                  <a:pt x="18733" y="18293"/>
                </a:moveTo>
                <a:cubicBezTo>
                  <a:pt x="17804" y="18313"/>
                  <a:pt x="16895" y="18653"/>
                  <a:pt x="16176" y="19252"/>
                </a:cubicBezTo>
                <a:cubicBezTo>
                  <a:pt x="13737" y="21200"/>
                  <a:pt x="11469" y="23368"/>
                  <a:pt x="9411" y="25705"/>
                </a:cubicBezTo>
                <a:cubicBezTo>
                  <a:pt x="9032" y="26115"/>
                  <a:pt x="8742" y="26594"/>
                  <a:pt x="8553" y="27114"/>
                </a:cubicBezTo>
                <a:cubicBezTo>
                  <a:pt x="8362" y="27634"/>
                  <a:pt x="8282" y="28193"/>
                  <a:pt x="8312" y="28742"/>
                </a:cubicBezTo>
                <a:cubicBezTo>
                  <a:pt x="8332" y="29301"/>
                  <a:pt x="8472" y="29841"/>
                  <a:pt x="8712" y="30341"/>
                </a:cubicBezTo>
                <a:cubicBezTo>
                  <a:pt x="8962" y="30840"/>
                  <a:pt x="9292" y="31290"/>
                  <a:pt x="9711" y="31659"/>
                </a:cubicBezTo>
                <a:cubicBezTo>
                  <a:pt x="10131" y="32029"/>
                  <a:pt x="10610" y="32309"/>
                  <a:pt x="11140" y="32478"/>
                </a:cubicBezTo>
                <a:cubicBezTo>
                  <a:pt x="11670" y="32658"/>
                  <a:pt x="12229" y="32728"/>
                  <a:pt x="12778" y="32688"/>
                </a:cubicBezTo>
                <a:cubicBezTo>
                  <a:pt x="13328" y="32648"/>
                  <a:pt x="13867" y="32488"/>
                  <a:pt x="14367" y="32239"/>
                </a:cubicBezTo>
                <a:cubicBezTo>
                  <a:pt x="14857" y="31989"/>
                  <a:pt x="15297" y="31639"/>
                  <a:pt x="15656" y="31209"/>
                </a:cubicBezTo>
                <a:cubicBezTo>
                  <a:pt x="17404" y="29222"/>
                  <a:pt x="19323" y="27393"/>
                  <a:pt x="21381" y="25735"/>
                </a:cubicBezTo>
                <a:cubicBezTo>
                  <a:pt x="22070" y="25206"/>
                  <a:pt x="22570" y="24457"/>
                  <a:pt x="22820" y="23617"/>
                </a:cubicBezTo>
                <a:cubicBezTo>
                  <a:pt x="23059" y="22778"/>
                  <a:pt x="23039" y="21889"/>
                  <a:pt x="22740" y="21060"/>
                </a:cubicBezTo>
                <a:cubicBezTo>
                  <a:pt x="22450" y="20241"/>
                  <a:pt x="21910" y="19531"/>
                  <a:pt x="21191" y="19032"/>
                </a:cubicBezTo>
                <a:cubicBezTo>
                  <a:pt x="20471" y="18533"/>
                  <a:pt x="19612" y="18283"/>
                  <a:pt x="18733" y="18293"/>
                </a:cubicBezTo>
                <a:close/>
                <a:moveTo>
                  <a:pt x="53782" y="20081"/>
                </a:moveTo>
                <a:cubicBezTo>
                  <a:pt x="51863" y="20261"/>
                  <a:pt x="50255" y="21769"/>
                  <a:pt x="50015" y="23777"/>
                </a:cubicBezTo>
                <a:cubicBezTo>
                  <a:pt x="49765" y="26065"/>
                  <a:pt x="51414" y="28123"/>
                  <a:pt x="53702" y="28372"/>
                </a:cubicBezTo>
                <a:cubicBezTo>
                  <a:pt x="64552" y="29592"/>
                  <a:pt x="73694" y="35875"/>
                  <a:pt x="78819" y="44796"/>
                </a:cubicBezTo>
                <a:lnTo>
                  <a:pt x="73794" y="44796"/>
                </a:lnTo>
                <a:cubicBezTo>
                  <a:pt x="73724" y="44675"/>
                  <a:pt x="73684" y="44556"/>
                  <a:pt x="73604" y="44446"/>
                </a:cubicBezTo>
                <a:cubicBezTo>
                  <a:pt x="68129" y="36844"/>
                  <a:pt x="59287" y="32309"/>
                  <a:pt x="49995" y="32309"/>
                </a:cubicBezTo>
                <a:cubicBezTo>
                  <a:pt x="40114" y="32309"/>
                  <a:pt x="31382" y="37253"/>
                  <a:pt x="26126" y="44796"/>
                </a:cubicBezTo>
                <a:lnTo>
                  <a:pt x="21241" y="44796"/>
                </a:lnTo>
                <a:cubicBezTo>
                  <a:pt x="25457" y="37553"/>
                  <a:pt x="32331" y="31919"/>
                  <a:pt x="40764" y="29481"/>
                </a:cubicBezTo>
                <a:cubicBezTo>
                  <a:pt x="42962" y="28832"/>
                  <a:pt x="44230" y="26524"/>
                  <a:pt x="43591" y="24317"/>
                </a:cubicBezTo>
                <a:cubicBezTo>
                  <a:pt x="42942" y="22109"/>
                  <a:pt x="40633" y="20840"/>
                  <a:pt x="38426" y="21490"/>
                </a:cubicBezTo>
                <a:cubicBezTo>
                  <a:pt x="26376" y="24996"/>
                  <a:pt x="16795" y="33737"/>
                  <a:pt x="11919" y="44796"/>
                </a:cubicBezTo>
                <a:lnTo>
                  <a:pt x="3167" y="44796"/>
                </a:lnTo>
                <a:cubicBezTo>
                  <a:pt x="2758" y="44786"/>
                  <a:pt x="2338" y="44866"/>
                  <a:pt x="1958" y="45025"/>
                </a:cubicBezTo>
                <a:cubicBezTo>
                  <a:pt x="1579" y="45175"/>
                  <a:pt x="1229" y="45405"/>
                  <a:pt x="929" y="45694"/>
                </a:cubicBezTo>
                <a:cubicBezTo>
                  <a:pt x="640" y="45984"/>
                  <a:pt x="399" y="46334"/>
                  <a:pt x="240" y="46714"/>
                </a:cubicBezTo>
                <a:cubicBezTo>
                  <a:pt x="80" y="47093"/>
                  <a:pt x="0" y="47503"/>
                  <a:pt x="0" y="47912"/>
                </a:cubicBezTo>
                <a:cubicBezTo>
                  <a:pt x="0" y="48332"/>
                  <a:pt x="80" y="48742"/>
                  <a:pt x="240" y="49121"/>
                </a:cubicBezTo>
                <a:cubicBezTo>
                  <a:pt x="399" y="49501"/>
                  <a:pt x="640" y="49850"/>
                  <a:pt x="929" y="50140"/>
                </a:cubicBezTo>
                <a:cubicBezTo>
                  <a:pt x="1229" y="50430"/>
                  <a:pt x="1579" y="50659"/>
                  <a:pt x="1958" y="50809"/>
                </a:cubicBezTo>
                <a:cubicBezTo>
                  <a:pt x="2338" y="50969"/>
                  <a:pt x="2758" y="51049"/>
                  <a:pt x="3167" y="51039"/>
                </a:cubicBezTo>
                <a:lnTo>
                  <a:pt x="96833" y="51039"/>
                </a:lnTo>
                <a:cubicBezTo>
                  <a:pt x="97243" y="51049"/>
                  <a:pt x="97652" y="50969"/>
                  <a:pt x="98042" y="50809"/>
                </a:cubicBezTo>
                <a:cubicBezTo>
                  <a:pt x="98421" y="50659"/>
                  <a:pt x="98771" y="50430"/>
                  <a:pt x="99071" y="50140"/>
                </a:cubicBezTo>
                <a:cubicBezTo>
                  <a:pt x="99360" y="49850"/>
                  <a:pt x="99601" y="49501"/>
                  <a:pt x="99760" y="49121"/>
                </a:cubicBezTo>
                <a:cubicBezTo>
                  <a:pt x="99920" y="48742"/>
                  <a:pt x="100000" y="48332"/>
                  <a:pt x="100000" y="47912"/>
                </a:cubicBezTo>
                <a:cubicBezTo>
                  <a:pt x="100000" y="47503"/>
                  <a:pt x="99920" y="47093"/>
                  <a:pt x="99760" y="46714"/>
                </a:cubicBezTo>
                <a:cubicBezTo>
                  <a:pt x="99601" y="46334"/>
                  <a:pt x="99360" y="45984"/>
                  <a:pt x="99071" y="45694"/>
                </a:cubicBezTo>
                <a:cubicBezTo>
                  <a:pt x="98771" y="45405"/>
                  <a:pt x="98421" y="45175"/>
                  <a:pt x="98042" y="45025"/>
                </a:cubicBezTo>
                <a:cubicBezTo>
                  <a:pt x="97652" y="44866"/>
                  <a:pt x="97243" y="44786"/>
                  <a:pt x="96833" y="44796"/>
                </a:cubicBezTo>
                <a:lnTo>
                  <a:pt x="88121" y="44796"/>
                </a:lnTo>
                <a:cubicBezTo>
                  <a:pt x="82336" y="31480"/>
                  <a:pt x="69807" y="21789"/>
                  <a:pt x="54621" y="20091"/>
                </a:cubicBezTo>
                <a:cubicBezTo>
                  <a:pt x="54341" y="20061"/>
                  <a:pt x="54062" y="20061"/>
                  <a:pt x="53782" y="20081"/>
                </a:cubicBezTo>
                <a:close/>
                <a:moveTo>
                  <a:pt x="49995" y="40630"/>
                </a:moveTo>
                <a:cubicBezTo>
                  <a:pt x="54481" y="40630"/>
                  <a:pt x="58807" y="42149"/>
                  <a:pt x="62354" y="44796"/>
                </a:cubicBezTo>
                <a:lnTo>
                  <a:pt x="37596" y="44796"/>
                </a:lnTo>
                <a:cubicBezTo>
                  <a:pt x="41063" y="42208"/>
                  <a:pt x="45349" y="40630"/>
                  <a:pt x="49995" y="40630"/>
                </a:cubicBezTo>
                <a:close/>
                <a:moveTo>
                  <a:pt x="8583" y="57283"/>
                </a:moveTo>
                <a:cubicBezTo>
                  <a:pt x="8432" y="58651"/>
                  <a:pt x="8372" y="60050"/>
                  <a:pt x="8372" y="61448"/>
                </a:cubicBezTo>
                <a:cubicBezTo>
                  <a:pt x="8372" y="63336"/>
                  <a:pt x="8452" y="66423"/>
                  <a:pt x="8912" y="70249"/>
                </a:cubicBezTo>
                <a:cubicBezTo>
                  <a:pt x="9162" y="72377"/>
                  <a:pt x="10970" y="73935"/>
                  <a:pt x="13059" y="73935"/>
                </a:cubicBezTo>
                <a:cubicBezTo>
                  <a:pt x="13198" y="73935"/>
                  <a:pt x="13368" y="73935"/>
                  <a:pt x="13538" y="73916"/>
                </a:cubicBezTo>
                <a:cubicBezTo>
                  <a:pt x="15826" y="73646"/>
                  <a:pt x="17444" y="71558"/>
                  <a:pt x="17175" y="69290"/>
                </a:cubicBezTo>
                <a:cubicBezTo>
                  <a:pt x="16785" y="65834"/>
                  <a:pt x="16695" y="63107"/>
                  <a:pt x="16695" y="61448"/>
                </a:cubicBezTo>
                <a:cubicBezTo>
                  <a:pt x="16695" y="60050"/>
                  <a:pt x="16775" y="58651"/>
                  <a:pt x="16945" y="57283"/>
                </a:cubicBezTo>
                <a:lnTo>
                  <a:pt x="8583" y="57283"/>
                </a:lnTo>
                <a:close/>
                <a:moveTo>
                  <a:pt x="21151" y="57283"/>
                </a:moveTo>
                <a:cubicBezTo>
                  <a:pt x="20961" y="58631"/>
                  <a:pt x="20861" y="60030"/>
                  <a:pt x="20861" y="61448"/>
                </a:cubicBezTo>
                <a:cubicBezTo>
                  <a:pt x="20861" y="64006"/>
                  <a:pt x="21131" y="73206"/>
                  <a:pt x="24728" y="83606"/>
                </a:cubicBezTo>
                <a:cubicBezTo>
                  <a:pt x="25337" y="85334"/>
                  <a:pt x="26936" y="86423"/>
                  <a:pt x="28664" y="86423"/>
                </a:cubicBezTo>
                <a:cubicBezTo>
                  <a:pt x="29124" y="86423"/>
                  <a:pt x="29584" y="86333"/>
                  <a:pt x="30023" y="86193"/>
                </a:cubicBezTo>
                <a:cubicBezTo>
                  <a:pt x="32201" y="85444"/>
                  <a:pt x="33350" y="83066"/>
                  <a:pt x="32601" y="80908"/>
                </a:cubicBezTo>
                <a:cubicBezTo>
                  <a:pt x="29353" y="71478"/>
                  <a:pt x="29184" y="63047"/>
                  <a:pt x="29184" y="61448"/>
                </a:cubicBezTo>
                <a:cubicBezTo>
                  <a:pt x="29184" y="60010"/>
                  <a:pt x="29334" y="58611"/>
                  <a:pt x="29604" y="57283"/>
                </a:cubicBezTo>
                <a:lnTo>
                  <a:pt x="21151" y="57283"/>
                </a:lnTo>
                <a:close/>
                <a:moveTo>
                  <a:pt x="33869" y="57283"/>
                </a:moveTo>
                <a:cubicBezTo>
                  <a:pt x="33540" y="58611"/>
                  <a:pt x="33350" y="60010"/>
                  <a:pt x="33350" y="61448"/>
                </a:cubicBezTo>
                <a:cubicBezTo>
                  <a:pt x="33350" y="64235"/>
                  <a:pt x="33789" y="78760"/>
                  <a:pt x="42192" y="90878"/>
                </a:cubicBezTo>
                <a:cubicBezTo>
                  <a:pt x="43002" y="92037"/>
                  <a:pt x="44301" y="92666"/>
                  <a:pt x="45609" y="92666"/>
                </a:cubicBezTo>
                <a:cubicBezTo>
                  <a:pt x="46438" y="92666"/>
                  <a:pt x="47247" y="92416"/>
                  <a:pt x="47977" y="91917"/>
                </a:cubicBezTo>
                <a:cubicBezTo>
                  <a:pt x="49875" y="90609"/>
                  <a:pt x="50334" y="88021"/>
                  <a:pt x="49016" y="86123"/>
                </a:cubicBezTo>
                <a:cubicBezTo>
                  <a:pt x="41882" y="75843"/>
                  <a:pt x="41673" y="62877"/>
                  <a:pt x="41673" y="61448"/>
                </a:cubicBezTo>
                <a:cubicBezTo>
                  <a:pt x="41673" y="59930"/>
                  <a:pt x="42092" y="58512"/>
                  <a:pt x="42792" y="57283"/>
                </a:cubicBezTo>
                <a:lnTo>
                  <a:pt x="33869" y="57283"/>
                </a:lnTo>
                <a:close/>
                <a:moveTo>
                  <a:pt x="49995" y="57283"/>
                </a:moveTo>
                <a:cubicBezTo>
                  <a:pt x="47707" y="57283"/>
                  <a:pt x="45838" y="59151"/>
                  <a:pt x="45838" y="61448"/>
                </a:cubicBezTo>
                <a:cubicBezTo>
                  <a:pt x="45838" y="62108"/>
                  <a:pt x="45939" y="77842"/>
                  <a:pt x="55390" y="87272"/>
                </a:cubicBezTo>
                <a:lnTo>
                  <a:pt x="57468" y="89349"/>
                </a:lnTo>
                <a:cubicBezTo>
                  <a:pt x="58287" y="90169"/>
                  <a:pt x="59346" y="90579"/>
                  <a:pt x="60406" y="90579"/>
                </a:cubicBezTo>
                <a:cubicBezTo>
                  <a:pt x="61465" y="90579"/>
                  <a:pt x="62534" y="90169"/>
                  <a:pt x="63343" y="89349"/>
                </a:cubicBezTo>
                <a:cubicBezTo>
                  <a:pt x="64981" y="87731"/>
                  <a:pt x="64981" y="85104"/>
                  <a:pt x="63343" y="83486"/>
                </a:cubicBezTo>
                <a:lnTo>
                  <a:pt x="61265" y="81408"/>
                </a:lnTo>
                <a:cubicBezTo>
                  <a:pt x="54331" y="74455"/>
                  <a:pt x="54162" y="61678"/>
                  <a:pt x="54162" y="61448"/>
                </a:cubicBezTo>
                <a:cubicBezTo>
                  <a:pt x="54162" y="59131"/>
                  <a:pt x="52293" y="57283"/>
                  <a:pt x="49995" y="57283"/>
                </a:cubicBezTo>
                <a:close/>
                <a:moveTo>
                  <a:pt x="57199" y="57283"/>
                </a:moveTo>
                <a:cubicBezTo>
                  <a:pt x="57908" y="58492"/>
                  <a:pt x="58327" y="59930"/>
                  <a:pt x="58327" y="61448"/>
                </a:cubicBezTo>
                <a:cubicBezTo>
                  <a:pt x="58387" y="65395"/>
                  <a:pt x="60056" y="73076"/>
                  <a:pt x="63573" y="77652"/>
                </a:cubicBezTo>
                <a:cubicBezTo>
                  <a:pt x="65321" y="79919"/>
                  <a:pt x="68688" y="82946"/>
                  <a:pt x="69088" y="83296"/>
                </a:cubicBezTo>
                <a:cubicBezTo>
                  <a:pt x="70796" y="84814"/>
                  <a:pt x="73434" y="84654"/>
                  <a:pt x="74953" y="82946"/>
                </a:cubicBezTo>
                <a:cubicBezTo>
                  <a:pt x="76471" y="81218"/>
                  <a:pt x="76331" y="78591"/>
                  <a:pt x="74603" y="77053"/>
                </a:cubicBezTo>
                <a:cubicBezTo>
                  <a:pt x="73794" y="76343"/>
                  <a:pt x="71246" y="73975"/>
                  <a:pt x="70167" y="72577"/>
                </a:cubicBezTo>
                <a:cubicBezTo>
                  <a:pt x="67899" y="69620"/>
                  <a:pt x="66690" y="63756"/>
                  <a:pt x="66650" y="61368"/>
                </a:cubicBezTo>
                <a:cubicBezTo>
                  <a:pt x="66650" y="59950"/>
                  <a:pt x="66460" y="58591"/>
                  <a:pt x="66131" y="57283"/>
                </a:cubicBezTo>
                <a:lnTo>
                  <a:pt x="57199" y="57283"/>
                </a:lnTo>
                <a:close/>
                <a:moveTo>
                  <a:pt x="74832" y="57283"/>
                </a:moveTo>
                <a:cubicBezTo>
                  <a:pt x="72545" y="57363"/>
                  <a:pt x="70726" y="59301"/>
                  <a:pt x="70816" y="61588"/>
                </a:cubicBezTo>
                <a:cubicBezTo>
                  <a:pt x="70836" y="62108"/>
                  <a:pt x="70976" y="64835"/>
                  <a:pt x="71875" y="67103"/>
                </a:cubicBezTo>
                <a:cubicBezTo>
                  <a:pt x="74224" y="73146"/>
                  <a:pt x="80827" y="76323"/>
                  <a:pt x="81556" y="76683"/>
                </a:cubicBezTo>
                <a:cubicBezTo>
                  <a:pt x="82116" y="76932"/>
                  <a:pt x="82716" y="77053"/>
                  <a:pt x="83305" y="77053"/>
                </a:cubicBezTo>
                <a:cubicBezTo>
                  <a:pt x="84864" y="77053"/>
                  <a:pt x="86362" y="76163"/>
                  <a:pt x="87072" y="74635"/>
                </a:cubicBezTo>
                <a:cubicBezTo>
                  <a:pt x="88031" y="72557"/>
                  <a:pt x="87132" y="70100"/>
                  <a:pt x="85053" y="69121"/>
                </a:cubicBezTo>
                <a:cubicBezTo>
                  <a:pt x="83945" y="68601"/>
                  <a:pt x="80597" y="66563"/>
                  <a:pt x="79638" y="64086"/>
                </a:cubicBezTo>
                <a:cubicBezTo>
                  <a:pt x="79368" y="63416"/>
                  <a:pt x="79179" y="62128"/>
                  <a:pt x="79139" y="61299"/>
                </a:cubicBezTo>
                <a:cubicBezTo>
                  <a:pt x="79059" y="59051"/>
                  <a:pt x="77291" y="57283"/>
                  <a:pt x="75023" y="57283"/>
                </a:cubicBezTo>
                <a:lnTo>
                  <a:pt x="74832" y="57283"/>
                </a:lnTo>
                <a:close/>
                <a:moveTo>
                  <a:pt x="82985" y="57283"/>
                </a:moveTo>
                <a:cubicBezTo>
                  <a:pt x="83115" y="58052"/>
                  <a:pt x="83175" y="58821"/>
                  <a:pt x="83225" y="59590"/>
                </a:cubicBezTo>
                <a:cubicBezTo>
                  <a:pt x="83345" y="61818"/>
                  <a:pt x="85173" y="63526"/>
                  <a:pt x="87361" y="63526"/>
                </a:cubicBezTo>
                <a:lnTo>
                  <a:pt x="87611" y="63526"/>
                </a:lnTo>
                <a:cubicBezTo>
                  <a:pt x="89899" y="63397"/>
                  <a:pt x="91648" y="61428"/>
                  <a:pt x="91528" y="59141"/>
                </a:cubicBezTo>
                <a:cubicBezTo>
                  <a:pt x="91478" y="58512"/>
                  <a:pt x="91448" y="57882"/>
                  <a:pt x="91378" y="57283"/>
                </a:cubicBezTo>
                <a:lnTo>
                  <a:pt x="82985" y="5728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5" name="Чёрный — SVG 66">
            <a:extLst>
              <a:ext uri="{FF2B5EF4-FFF2-40B4-BE49-F238E27FC236}">
                <a16:creationId xmlns:a16="http://schemas.microsoft.com/office/drawing/2014/main" id="{7E9E406E-90B8-0746-8CA2-B46FAC926849}"/>
              </a:ext>
            </a:extLst>
          </p:cNvPr>
          <p:cNvSpPr>
            <a:spLocks noGrp="1"/>
          </p:cNvSpPr>
          <p:nvPr/>
        </p:nvSpPr>
        <p:spPr>
          <a:xfrm>
            <a:off x="7020000" y="3730000"/>
            <a:ext cx="220000" cy="220000"/>
          </a:xfrm>
          <a:custGeom>
            <a:avLst/>
            <a:gdLst>
              <a:gd name="csX0" fmla="*/ 58475 w 141772"/>
              <a:gd name="csY0" fmla="*/ 0 h 141753"/>
              <a:gd name="csX1" fmla="*/ 53167 w 141772"/>
              <a:gd name="csY1" fmla="*/ 5308 h 141753"/>
              <a:gd name="csX2" fmla="*/ 53167 w 141772"/>
              <a:gd name="csY2" fmla="*/ 7434 h 141753"/>
              <a:gd name="csX3" fmla="*/ 47774 w 141772"/>
              <a:gd name="csY3" fmla="*/ 15276 h 141753"/>
              <a:gd name="csX4" fmla="*/ 38552 w 141772"/>
              <a:gd name="csY4" fmla="*/ 13490 h 141753"/>
              <a:gd name="csX5" fmla="*/ 37055 w 141772"/>
              <a:gd name="csY5" fmla="*/ 11993 h 141753"/>
              <a:gd name="csX6" fmla="*/ 33295 w 141772"/>
              <a:gd name="csY6" fmla="*/ 10428 h 141753"/>
              <a:gd name="csX7" fmla="*/ 29535 w 141772"/>
              <a:gd name="csY7" fmla="*/ 11993 h 141753"/>
              <a:gd name="csX8" fmla="*/ 11995 w 141772"/>
              <a:gd name="csY8" fmla="*/ 29531 h 141753"/>
              <a:gd name="csX9" fmla="*/ 10429 w 141772"/>
              <a:gd name="csY9" fmla="*/ 33291 h 141753"/>
              <a:gd name="csX10" fmla="*/ 11995 w 141772"/>
              <a:gd name="csY10" fmla="*/ 37050 h 141753"/>
              <a:gd name="csX11" fmla="*/ 13492 w 141772"/>
              <a:gd name="csY11" fmla="*/ 38547 h 141753"/>
              <a:gd name="csX12" fmla="*/ 15210 w 141772"/>
              <a:gd name="csY12" fmla="*/ 47954 h 141753"/>
              <a:gd name="csX13" fmla="*/ 7435 w 141772"/>
              <a:gd name="csY13" fmla="*/ 53160 h 141753"/>
              <a:gd name="csX14" fmla="*/ 5308 w 141772"/>
              <a:gd name="csY14" fmla="*/ 53160 h 141753"/>
              <a:gd name="csX15" fmla="*/ 0 w 141772"/>
              <a:gd name="csY15" fmla="*/ 58467 h 141753"/>
              <a:gd name="csX16" fmla="*/ 0 w 141772"/>
              <a:gd name="csY16" fmla="*/ 83286 h 141753"/>
              <a:gd name="csX17" fmla="*/ 5308 w 141772"/>
              <a:gd name="csY17" fmla="*/ 88594 h 141753"/>
              <a:gd name="csX18" fmla="*/ 7435 w 141772"/>
              <a:gd name="csY18" fmla="*/ 88594 h 141753"/>
              <a:gd name="csX19" fmla="*/ 15278 w 141772"/>
              <a:gd name="csY19" fmla="*/ 93986 h 141753"/>
              <a:gd name="csX20" fmla="*/ 13492 w 141772"/>
              <a:gd name="csY20" fmla="*/ 103223 h 141753"/>
              <a:gd name="csX21" fmla="*/ 11995 w 141772"/>
              <a:gd name="csY21" fmla="*/ 104720 h 141753"/>
              <a:gd name="csX22" fmla="*/ 10429 w 141772"/>
              <a:gd name="csY22" fmla="*/ 108480 h 141753"/>
              <a:gd name="csX23" fmla="*/ 11995 w 141772"/>
              <a:gd name="csY23" fmla="*/ 112239 h 141753"/>
              <a:gd name="csX24" fmla="*/ 29535 w 141772"/>
              <a:gd name="csY24" fmla="*/ 129778 h 141753"/>
              <a:gd name="csX25" fmla="*/ 33295 w 141772"/>
              <a:gd name="csY25" fmla="*/ 131343 h 141753"/>
              <a:gd name="csX26" fmla="*/ 37055 w 141772"/>
              <a:gd name="csY26" fmla="*/ 129778 h 141753"/>
              <a:gd name="csX27" fmla="*/ 38552 w 141772"/>
              <a:gd name="csY27" fmla="*/ 128281 h 141753"/>
              <a:gd name="csX28" fmla="*/ 47961 w 141772"/>
              <a:gd name="csY28" fmla="*/ 126562 h 141753"/>
              <a:gd name="csX29" fmla="*/ 53167 w 141772"/>
              <a:gd name="csY29" fmla="*/ 134337 h 141753"/>
              <a:gd name="csX30" fmla="*/ 53167 w 141772"/>
              <a:gd name="csY30" fmla="*/ 136446 h 141753"/>
              <a:gd name="csX31" fmla="*/ 58475 w 141772"/>
              <a:gd name="csY31" fmla="*/ 141754 h 141753"/>
              <a:gd name="csX32" fmla="*/ 83298 w 141772"/>
              <a:gd name="csY32" fmla="*/ 141754 h 141753"/>
              <a:gd name="csX33" fmla="*/ 88606 w 141772"/>
              <a:gd name="csY33" fmla="*/ 136446 h 141753"/>
              <a:gd name="csX34" fmla="*/ 88606 w 141772"/>
              <a:gd name="csY34" fmla="*/ 134337 h 141753"/>
              <a:gd name="csX35" fmla="*/ 93999 w 141772"/>
              <a:gd name="csY35" fmla="*/ 126478 h 141753"/>
              <a:gd name="csX36" fmla="*/ 103220 w 141772"/>
              <a:gd name="csY36" fmla="*/ 128264 h 141753"/>
              <a:gd name="csX37" fmla="*/ 104718 w 141772"/>
              <a:gd name="csY37" fmla="*/ 129761 h 141753"/>
              <a:gd name="csX38" fmla="*/ 108478 w 141772"/>
              <a:gd name="csY38" fmla="*/ 131326 h 141753"/>
              <a:gd name="csX39" fmla="*/ 112237 w 141772"/>
              <a:gd name="csY39" fmla="*/ 129778 h 141753"/>
              <a:gd name="csX40" fmla="*/ 129795 w 141772"/>
              <a:gd name="csY40" fmla="*/ 112222 h 141753"/>
              <a:gd name="csX41" fmla="*/ 131343 w 141772"/>
              <a:gd name="csY41" fmla="*/ 108463 h 141753"/>
              <a:gd name="csX42" fmla="*/ 129778 w 141772"/>
              <a:gd name="csY42" fmla="*/ 104703 h 141753"/>
              <a:gd name="csX43" fmla="*/ 128298 w 141772"/>
              <a:gd name="csY43" fmla="*/ 103206 h 141753"/>
              <a:gd name="csX44" fmla="*/ 126563 w 141772"/>
              <a:gd name="csY44" fmla="*/ 93799 h 141753"/>
              <a:gd name="csX45" fmla="*/ 134355 w 141772"/>
              <a:gd name="csY45" fmla="*/ 88594 h 141753"/>
              <a:gd name="csX46" fmla="*/ 136464 w 141772"/>
              <a:gd name="csY46" fmla="*/ 88594 h 141753"/>
              <a:gd name="csX47" fmla="*/ 141773 w 141772"/>
              <a:gd name="csY47" fmla="*/ 83286 h 141753"/>
              <a:gd name="csX48" fmla="*/ 141773 w 141772"/>
              <a:gd name="csY48" fmla="*/ 58467 h 141753"/>
              <a:gd name="csX49" fmla="*/ 136464 w 141772"/>
              <a:gd name="csY49" fmla="*/ 53160 h 141753"/>
              <a:gd name="csX50" fmla="*/ 134355 w 141772"/>
              <a:gd name="csY50" fmla="*/ 53160 h 141753"/>
              <a:gd name="csX51" fmla="*/ 126495 w 141772"/>
              <a:gd name="csY51" fmla="*/ 47767 h 141753"/>
              <a:gd name="csX52" fmla="*/ 128298 w 141772"/>
              <a:gd name="csY52" fmla="*/ 38547 h 141753"/>
              <a:gd name="csX53" fmla="*/ 129778 w 141772"/>
              <a:gd name="csY53" fmla="*/ 37050 h 141753"/>
              <a:gd name="csX54" fmla="*/ 131343 w 141772"/>
              <a:gd name="csY54" fmla="*/ 33291 h 141753"/>
              <a:gd name="csX55" fmla="*/ 129795 w 141772"/>
              <a:gd name="csY55" fmla="*/ 29514 h 141753"/>
              <a:gd name="csX56" fmla="*/ 112237 w 141772"/>
              <a:gd name="csY56" fmla="*/ 11976 h 141753"/>
              <a:gd name="csX57" fmla="*/ 108478 w 141772"/>
              <a:gd name="csY57" fmla="*/ 10428 h 141753"/>
              <a:gd name="csX58" fmla="*/ 104718 w 141772"/>
              <a:gd name="csY58" fmla="*/ 11993 h 141753"/>
              <a:gd name="csX59" fmla="*/ 103220 w 141772"/>
              <a:gd name="csY59" fmla="*/ 13473 h 141753"/>
              <a:gd name="csX60" fmla="*/ 93812 w 141772"/>
              <a:gd name="csY60" fmla="*/ 15208 h 141753"/>
              <a:gd name="csX61" fmla="*/ 88606 w 141772"/>
              <a:gd name="csY61" fmla="*/ 7434 h 141753"/>
              <a:gd name="csX62" fmla="*/ 88606 w 141772"/>
              <a:gd name="csY62" fmla="*/ 5308 h 141753"/>
              <a:gd name="csX63" fmla="*/ 83298 w 141772"/>
              <a:gd name="csY63" fmla="*/ 0 h 141753"/>
              <a:gd name="csX64" fmla="*/ 58475 w 141772"/>
              <a:gd name="csY64" fmla="*/ 0 h 141753"/>
              <a:gd name="csX65" fmla="*/ 65570 w 141772"/>
              <a:gd name="csY65" fmla="*/ 34090 h 141753"/>
              <a:gd name="csX66" fmla="*/ 65570 w 141772"/>
              <a:gd name="csY66" fmla="*/ 54248 h 141753"/>
              <a:gd name="csX67" fmla="*/ 57607 w 141772"/>
              <a:gd name="csY67" fmla="*/ 58825 h 141753"/>
              <a:gd name="csX68" fmla="*/ 53167 w 141772"/>
              <a:gd name="csY68" fmla="*/ 70885 h 141753"/>
              <a:gd name="csX69" fmla="*/ 53813 w 141772"/>
              <a:gd name="csY69" fmla="*/ 74730 h 141753"/>
              <a:gd name="csX70" fmla="*/ 36358 w 141772"/>
              <a:gd name="csY70" fmla="*/ 84732 h 141753"/>
              <a:gd name="csX71" fmla="*/ 33670 w 141772"/>
              <a:gd name="csY71" fmla="*/ 70885 h 141753"/>
              <a:gd name="csX72" fmla="*/ 65570 w 141772"/>
              <a:gd name="csY72" fmla="*/ 34090 h 141753"/>
              <a:gd name="csX73" fmla="*/ 76203 w 141772"/>
              <a:gd name="csY73" fmla="*/ 34090 h 141753"/>
              <a:gd name="csX74" fmla="*/ 108103 w 141772"/>
              <a:gd name="csY74" fmla="*/ 70885 h 141753"/>
              <a:gd name="csX75" fmla="*/ 105415 w 141772"/>
              <a:gd name="csY75" fmla="*/ 84732 h 141753"/>
              <a:gd name="csX76" fmla="*/ 87959 w 141772"/>
              <a:gd name="csY76" fmla="*/ 74764 h 141753"/>
              <a:gd name="csX77" fmla="*/ 88606 w 141772"/>
              <a:gd name="csY77" fmla="*/ 70885 h 141753"/>
              <a:gd name="csX78" fmla="*/ 84165 w 141772"/>
              <a:gd name="csY78" fmla="*/ 58825 h 141753"/>
              <a:gd name="csX79" fmla="*/ 76203 w 141772"/>
              <a:gd name="csY79" fmla="*/ 54248 h 141753"/>
              <a:gd name="csX80" fmla="*/ 76203 w 141772"/>
              <a:gd name="csY80" fmla="*/ 34090 h 141753"/>
              <a:gd name="csX81" fmla="*/ 70895 w 141772"/>
              <a:gd name="csY81" fmla="*/ 63792 h 141753"/>
              <a:gd name="csX82" fmla="*/ 76220 w 141772"/>
              <a:gd name="csY82" fmla="*/ 65884 h 141753"/>
              <a:gd name="csX83" fmla="*/ 77972 w 141772"/>
              <a:gd name="csY83" fmla="*/ 70885 h 141753"/>
              <a:gd name="csX84" fmla="*/ 76220 w 141772"/>
              <a:gd name="csY84" fmla="*/ 75870 h 141753"/>
              <a:gd name="csX85" fmla="*/ 70895 w 141772"/>
              <a:gd name="csY85" fmla="*/ 77962 h 141753"/>
              <a:gd name="csX86" fmla="*/ 65553 w 141772"/>
              <a:gd name="csY86" fmla="*/ 75870 h 141753"/>
              <a:gd name="csX87" fmla="*/ 63800 w 141772"/>
              <a:gd name="csY87" fmla="*/ 70885 h 141753"/>
              <a:gd name="csX88" fmla="*/ 65553 w 141772"/>
              <a:gd name="csY88" fmla="*/ 65884 h 141753"/>
              <a:gd name="csX89" fmla="*/ 70895 w 141772"/>
              <a:gd name="csY89" fmla="*/ 63792 h 141753"/>
              <a:gd name="csX90" fmla="*/ 59053 w 141772"/>
              <a:gd name="csY90" fmla="*/ 83984 h 141753"/>
              <a:gd name="csX91" fmla="*/ 70895 w 141772"/>
              <a:gd name="csY91" fmla="*/ 88594 h 141753"/>
              <a:gd name="csX92" fmla="*/ 82685 w 141772"/>
              <a:gd name="csY92" fmla="*/ 84001 h 141753"/>
              <a:gd name="csX93" fmla="*/ 100073 w 141772"/>
              <a:gd name="csY93" fmla="*/ 93935 h 141753"/>
              <a:gd name="csX94" fmla="*/ 70895 w 141772"/>
              <a:gd name="csY94" fmla="*/ 108089 h 141753"/>
              <a:gd name="csX95" fmla="*/ 41700 w 141772"/>
              <a:gd name="csY95" fmla="*/ 93918 h 141753"/>
              <a:gd name="csX96" fmla="*/ 59053 w 141772"/>
              <a:gd name="csY96" fmla="*/ 83984 h 141753"/>
            </a:gdLst>
            <a:ahLst/>
            <a:cxnLst/>
            <a:rect l="l" t="t" r="r" b="b"/>
            <a:pathLst>
              <a:path w="100000" h="100000">
                <a:moveTo>
                  <a:pt x="41246" y="7"/>
                </a:moveTo>
                <a:cubicBezTo>
                  <a:pt x="39182" y="7"/>
                  <a:pt x="37502" y="1686"/>
                  <a:pt x="37502" y="3751"/>
                </a:cubicBezTo>
                <a:lnTo>
                  <a:pt x="37502" y="5250"/>
                </a:lnTo>
                <a:cubicBezTo>
                  <a:pt x="37502" y="7662"/>
                  <a:pt x="36061" y="9810"/>
                  <a:pt x="33698" y="10782"/>
                </a:cubicBezTo>
                <a:cubicBezTo>
                  <a:pt x="31453" y="11730"/>
                  <a:pt x="28897" y="11226"/>
                  <a:pt x="27193" y="9522"/>
                </a:cubicBezTo>
                <a:lnTo>
                  <a:pt x="26137" y="8466"/>
                </a:lnTo>
                <a:cubicBezTo>
                  <a:pt x="25441" y="7758"/>
                  <a:pt x="24481" y="7362"/>
                  <a:pt x="23485" y="7362"/>
                </a:cubicBezTo>
                <a:cubicBezTo>
                  <a:pt x="22489" y="7362"/>
                  <a:pt x="21541" y="7758"/>
                  <a:pt x="20833" y="8466"/>
                </a:cubicBezTo>
                <a:lnTo>
                  <a:pt x="8461" y="20837"/>
                </a:lnTo>
                <a:cubicBezTo>
                  <a:pt x="7753" y="21533"/>
                  <a:pt x="7356" y="22493"/>
                  <a:pt x="7356" y="23489"/>
                </a:cubicBezTo>
                <a:cubicBezTo>
                  <a:pt x="7356" y="24484"/>
                  <a:pt x="7753" y="25432"/>
                  <a:pt x="8461" y="26140"/>
                </a:cubicBezTo>
                <a:lnTo>
                  <a:pt x="9517" y="27196"/>
                </a:lnTo>
                <a:cubicBezTo>
                  <a:pt x="11220" y="28912"/>
                  <a:pt x="11724" y="31456"/>
                  <a:pt x="10728" y="33831"/>
                </a:cubicBezTo>
                <a:cubicBezTo>
                  <a:pt x="9804" y="36063"/>
                  <a:pt x="7657" y="37504"/>
                  <a:pt x="5244" y="37504"/>
                </a:cubicBezTo>
                <a:lnTo>
                  <a:pt x="3744" y="37504"/>
                </a:lnTo>
                <a:cubicBezTo>
                  <a:pt x="1680" y="37504"/>
                  <a:pt x="0" y="39183"/>
                  <a:pt x="0" y="41247"/>
                </a:cubicBezTo>
                <a:lnTo>
                  <a:pt x="0" y="58753"/>
                </a:lnTo>
                <a:cubicBezTo>
                  <a:pt x="0" y="60817"/>
                  <a:pt x="1680" y="62497"/>
                  <a:pt x="3744" y="62497"/>
                </a:cubicBezTo>
                <a:lnTo>
                  <a:pt x="5244" y="62497"/>
                </a:lnTo>
                <a:cubicBezTo>
                  <a:pt x="7657" y="62497"/>
                  <a:pt x="9804" y="63937"/>
                  <a:pt x="10776" y="66300"/>
                </a:cubicBezTo>
                <a:cubicBezTo>
                  <a:pt x="11724" y="68545"/>
                  <a:pt x="11220" y="71100"/>
                  <a:pt x="9517" y="72816"/>
                </a:cubicBezTo>
                <a:lnTo>
                  <a:pt x="8461" y="73872"/>
                </a:lnTo>
                <a:cubicBezTo>
                  <a:pt x="7753" y="74568"/>
                  <a:pt x="7356" y="75516"/>
                  <a:pt x="7356" y="76524"/>
                </a:cubicBezTo>
                <a:cubicBezTo>
                  <a:pt x="7356" y="77508"/>
                  <a:pt x="7753" y="78467"/>
                  <a:pt x="8461" y="79175"/>
                </a:cubicBezTo>
                <a:lnTo>
                  <a:pt x="20833" y="91547"/>
                </a:lnTo>
                <a:cubicBezTo>
                  <a:pt x="21529" y="92254"/>
                  <a:pt x="22489" y="92651"/>
                  <a:pt x="23485" y="92651"/>
                </a:cubicBezTo>
                <a:cubicBezTo>
                  <a:pt x="24481" y="92651"/>
                  <a:pt x="25429" y="92243"/>
                  <a:pt x="26137" y="91547"/>
                </a:cubicBezTo>
                <a:lnTo>
                  <a:pt x="27193" y="90491"/>
                </a:lnTo>
                <a:cubicBezTo>
                  <a:pt x="28909" y="88787"/>
                  <a:pt x="31453" y="88283"/>
                  <a:pt x="33830" y="89278"/>
                </a:cubicBezTo>
                <a:cubicBezTo>
                  <a:pt x="36061" y="90190"/>
                  <a:pt x="37502" y="92338"/>
                  <a:pt x="37502" y="94762"/>
                </a:cubicBezTo>
                <a:lnTo>
                  <a:pt x="37502" y="96250"/>
                </a:lnTo>
                <a:cubicBezTo>
                  <a:pt x="37502" y="98314"/>
                  <a:pt x="39182" y="99994"/>
                  <a:pt x="41246" y="99994"/>
                </a:cubicBezTo>
                <a:lnTo>
                  <a:pt x="58755" y="99994"/>
                </a:lnTo>
                <a:cubicBezTo>
                  <a:pt x="60831" y="99994"/>
                  <a:pt x="62499" y="98314"/>
                  <a:pt x="62499" y="96250"/>
                </a:cubicBezTo>
                <a:lnTo>
                  <a:pt x="62499" y="94762"/>
                </a:lnTo>
                <a:cubicBezTo>
                  <a:pt x="62499" y="92338"/>
                  <a:pt x="63951" y="90190"/>
                  <a:pt x="66303" y="89219"/>
                </a:cubicBezTo>
                <a:cubicBezTo>
                  <a:pt x="68559" y="88283"/>
                  <a:pt x="71103" y="88775"/>
                  <a:pt x="72807" y="90479"/>
                </a:cubicBezTo>
                <a:lnTo>
                  <a:pt x="73864" y="91535"/>
                </a:lnTo>
                <a:cubicBezTo>
                  <a:pt x="74571" y="92243"/>
                  <a:pt x="75519" y="92639"/>
                  <a:pt x="76516" y="92639"/>
                </a:cubicBezTo>
                <a:cubicBezTo>
                  <a:pt x="77512" y="92639"/>
                  <a:pt x="78472" y="92243"/>
                  <a:pt x="79167" y="91547"/>
                </a:cubicBezTo>
                <a:lnTo>
                  <a:pt x="91552" y="79163"/>
                </a:lnTo>
                <a:cubicBezTo>
                  <a:pt x="92248" y="78467"/>
                  <a:pt x="92644" y="77508"/>
                  <a:pt x="92644" y="76512"/>
                </a:cubicBezTo>
                <a:cubicBezTo>
                  <a:pt x="92644" y="75516"/>
                  <a:pt x="92248" y="74568"/>
                  <a:pt x="91540" y="73860"/>
                </a:cubicBezTo>
                <a:lnTo>
                  <a:pt x="90496" y="72804"/>
                </a:lnTo>
                <a:cubicBezTo>
                  <a:pt x="88780" y="71100"/>
                  <a:pt x="88288" y="68545"/>
                  <a:pt x="89272" y="66169"/>
                </a:cubicBezTo>
                <a:cubicBezTo>
                  <a:pt x="90196" y="63937"/>
                  <a:pt x="92356" y="62497"/>
                  <a:pt x="94768" y="62497"/>
                </a:cubicBezTo>
                <a:lnTo>
                  <a:pt x="96256" y="62497"/>
                </a:lnTo>
                <a:cubicBezTo>
                  <a:pt x="98333" y="62497"/>
                  <a:pt x="100001" y="60817"/>
                  <a:pt x="100001" y="58753"/>
                </a:cubicBezTo>
                <a:lnTo>
                  <a:pt x="100001" y="41247"/>
                </a:lnTo>
                <a:cubicBezTo>
                  <a:pt x="100001" y="39183"/>
                  <a:pt x="98333" y="37504"/>
                  <a:pt x="96256" y="37504"/>
                </a:cubicBezTo>
                <a:lnTo>
                  <a:pt x="94768" y="37504"/>
                </a:lnTo>
                <a:cubicBezTo>
                  <a:pt x="92356" y="37504"/>
                  <a:pt x="90196" y="36063"/>
                  <a:pt x="89224" y="33700"/>
                </a:cubicBezTo>
                <a:cubicBezTo>
                  <a:pt x="88288" y="31456"/>
                  <a:pt x="88792" y="28900"/>
                  <a:pt x="90496" y="27196"/>
                </a:cubicBezTo>
                <a:lnTo>
                  <a:pt x="91540" y="26140"/>
                </a:lnTo>
                <a:cubicBezTo>
                  <a:pt x="92248" y="25432"/>
                  <a:pt x="92644" y="24484"/>
                  <a:pt x="92644" y="23489"/>
                </a:cubicBezTo>
                <a:cubicBezTo>
                  <a:pt x="92644" y="22493"/>
                  <a:pt x="92248" y="21533"/>
                  <a:pt x="91552" y="20825"/>
                </a:cubicBezTo>
                <a:lnTo>
                  <a:pt x="79167" y="8454"/>
                </a:lnTo>
                <a:cubicBezTo>
                  <a:pt x="78472" y="7758"/>
                  <a:pt x="77512" y="7362"/>
                  <a:pt x="76516" y="7362"/>
                </a:cubicBezTo>
                <a:cubicBezTo>
                  <a:pt x="75519" y="7362"/>
                  <a:pt x="74571" y="7758"/>
                  <a:pt x="73864" y="8466"/>
                </a:cubicBezTo>
                <a:lnTo>
                  <a:pt x="72807" y="9510"/>
                </a:lnTo>
                <a:cubicBezTo>
                  <a:pt x="71103" y="11226"/>
                  <a:pt x="68547" y="11730"/>
                  <a:pt x="66171" y="10734"/>
                </a:cubicBezTo>
                <a:cubicBezTo>
                  <a:pt x="63951" y="9810"/>
                  <a:pt x="62499" y="7662"/>
                  <a:pt x="62499" y="5250"/>
                </a:cubicBezTo>
                <a:lnTo>
                  <a:pt x="62499" y="3751"/>
                </a:lnTo>
                <a:cubicBezTo>
                  <a:pt x="62499" y="1686"/>
                  <a:pt x="60831" y="7"/>
                  <a:pt x="58755" y="7"/>
                </a:cubicBezTo>
                <a:lnTo>
                  <a:pt x="41246" y="7"/>
                </a:lnTo>
                <a:close/>
                <a:moveTo>
                  <a:pt x="46250" y="24052"/>
                </a:moveTo>
                <a:lnTo>
                  <a:pt x="46250" y="38271"/>
                </a:lnTo>
                <a:cubicBezTo>
                  <a:pt x="44042" y="38931"/>
                  <a:pt x="42026" y="39939"/>
                  <a:pt x="40634" y="41499"/>
                </a:cubicBezTo>
                <a:cubicBezTo>
                  <a:pt x="38486" y="43911"/>
                  <a:pt x="37502" y="46982"/>
                  <a:pt x="37502" y="50006"/>
                </a:cubicBezTo>
                <a:cubicBezTo>
                  <a:pt x="37502" y="50918"/>
                  <a:pt x="37778" y="51818"/>
                  <a:pt x="37957" y="52718"/>
                </a:cubicBezTo>
                <a:lnTo>
                  <a:pt x="25645" y="59773"/>
                </a:lnTo>
                <a:cubicBezTo>
                  <a:pt x="24433" y="56750"/>
                  <a:pt x="23749" y="53462"/>
                  <a:pt x="23749" y="50006"/>
                </a:cubicBezTo>
                <a:cubicBezTo>
                  <a:pt x="23749" y="36783"/>
                  <a:pt x="33529" y="25876"/>
                  <a:pt x="46250" y="24052"/>
                </a:cubicBezTo>
                <a:close/>
                <a:moveTo>
                  <a:pt x="53750" y="24052"/>
                </a:moveTo>
                <a:cubicBezTo>
                  <a:pt x="66471" y="25876"/>
                  <a:pt x="76251" y="36783"/>
                  <a:pt x="76251" y="50006"/>
                </a:cubicBezTo>
                <a:cubicBezTo>
                  <a:pt x="76251" y="53462"/>
                  <a:pt x="75567" y="56750"/>
                  <a:pt x="74355" y="59773"/>
                </a:cubicBezTo>
                <a:lnTo>
                  <a:pt x="62043" y="52742"/>
                </a:lnTo>
                <a:cubicBezTo>
                  <a:pt x="62222" y="51830"/>
                  <a:pt x="62499" y="50918"/>
                  <a:pt x="62499" y="50006"/>
                </a:cubicBezTo>
                <a:cubicBezTo>
                  <a:pt x="62499" y="46982"/>
                  <a:pt x="61515" y="43911"/>
                  <a:pt x="59366" y="41499"/>
                </a:cubicBezTo>
                <a:cubicBezTo>
                  <a:pt x="57975" y="39939"/>
                  <a:pt x="55971" y="38931"/>
                  <a:pt x="53750" y="38271"/>
                </a:cubicBezTo>
                <a:lnTo>
                  <a:pt x="53750" y="24052"/>
                </a:lnTo>
                <a:close/>
                <a:moveTo>
                  <a:pt x="50006" y="45003"/>
                </a:moveTo>
                <a:cubicBezTo>
                  <a:pt x="51986" y="45003"/>
                  <a:pt x="52994" y="45614"/>
                  <a:pt x="53762" y="46479"/>
                </a:cubicBezTo>
                <a:cubicBezTo>
                  <a:pt x="54531" y="47343"/>
                  <a:pt x="54998" y="48650"/>
                  <a:pt x="54998" y="50006"/>
                </a:cubicBezTo>
                <a:cubicBezTo>
                  <a:pt x="54998" y="51362"/>
                  <a:pt x="54531" y="52658"/>
                  <a:pt x="53762" y="53522"/>
                </a:cubicBezTo>
                <a:cubicBezTo>
                  <a:pt x="52994" y="54398"/>
                  <a:pt x="51986" y="54998"/>
                  <a:pt x="50006" y="54998"/>
                </a:cubicBezTo>
                <a:cubicBezTo>
                  <a:pt x="48026" y="54998"/>
                  <a:pt x="47018" y="54398"/>
                  <a:pt x="46238" y="53522"/>
                </a:cubicBezTo>
                <a:cubicBezTo>
                  <a:pt x="45470" y="52658"/>
                  <a:pt x="45002" y="51362"/>
                  <a:pt x="45002" y="50006"/>
                </a:cubicBezTo>
                <a:cubicBezTo>
                  <a:pt x="45002" y="48650"/>
                  <a:pt x="45470" y="47343"/>
                  <a:pt x="46238" y="46479"/>
                </a:cubicBezTo>
                <a:cubicBezTo>
                  <a:pt x="47018" y="45614"/>
                  <a:pt x="48026" y="45003"/>
                  <a:pt x="50006" y="45003"/>
                </a:cubicBezTo>
                <a:close/>
                <a:moveTo>
                  <a:pt x="41653" y="59245"/>
                </a:moveTo>
                <a:cubicBezTo>
                  <a:pt x="43790" y="61153"/>
                  <a:pt x="46634" y="62497"/>
                  <a:pt x="50006" y="62497"/>
                </a:cubicBezTo>
                <a:cubicBezTo>
                  <a:pt x="53355" y="62497"/>
                  <a:pt x="56187" y="61153"/>
                  <a:pt x="58323" y="59257"/>
                </a:cubicBezTo>
                <a:lnTo>
                  <a:pt x="70587" y="66264"/>
                </a:lnTo>
                <a:cubicBezTo>
                  <a:pt x="65775" y="72336"/>
                  <a:pt x="58358" y="76248"/>
                  <a:pt x="50006" y="76248"/>
                </a:cubicBezTo>
                <a:cubicBezTo>
                  <a:pt x="41653" y="76248"/>
                  <a:pt x="34225" y="72336"/>
                  <a:pt x="29413" y="66253"/>
                </a:cubicBezTo>
                <a:lnTo>
                  <a:pt x="41653" y="5924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6" name="Чёрный — SVG 67">
            <a:extLst>
              <a:ext uri="{FF2B5EF4-FFF2-40B4-BE49-F238E27FC236}">
                <a16:creationId xmlns:a16="http://schemas.microsoft.com/office/drawing/2014/main" id="{677D4DEC-7B52-3F42-8F47-F7C03C823869}"/>
              </a:ext>
            </a:extLst>
          </p:cNvPr>
          <p:cNvSpPr>
            <a:spLocks noGrp="1"/>
          </p:cNvSpPr>
          <p:nvPr/>
        </p:nvSpPr>
        <p:spPr>
          <a:xfrm>
            <a:off x="7620000" y="3730000"/>
            <a:ext cx="220000" cy="220000"/>
          </a:xfrm>
          <a:custGeom>
            <a:avLst/>
            <a:gdLst>
              <a:gd name="csX0" fmla="*/ 36647 w 148563"/>
              <a:gd name="csY0" fmla="*/ 92149 h 148031"/>
              <a:gd name="csX1" fmla="*/ 3266 w 148563"/>
              <a:gd name="csY1" fmla="*/ 92149 h 148031"/>
              <a:gd name="csX2" fmla="*/ 0 w 148563"/>
              <a:gd name="csY2" fmla="*/ 70885 h 148031"/>
              <a:gd name="csX3" fmla="*/ 3266 w 148563"/>
              <a:gd name="csY3" fmla="*/ 49621 h 148031"/>
              <a:gd name="csX4" fmla="*/ 36647 w 148563"/>
              <a:gd name="csY4" fmla="*/ 49621 h 148031"/>
              <a:gd name="csX5" fmla="*/ 35439 w 148563"/>
              <a:gd name="csY5" fmla="*/ 70885 h 148031"/>
              <a:gd name="csX6" fmla="*/ 36647 w 148563"/>
              <a:gd name="csY6" fmla="*/ 92149 h 148031"/>
              <a:gd name="csX7" fmla="*/ 38178 w 148563"/>
              <a:gd name="csY7" fmla="*/ 102781 h 148031"/>
              <a:gd name="csX8" fmla="*/ 50683 w 148563"/>
              <a:gd name="csY8" fmla="*/ 138811 h 148031"/>
              <a:gd name="csX9" fmla="*/ 7588 w 148563"/>
              <a:gd name="csY9" fmla="*/ 102781 h 148031"/>
              <a:gd name="csX10" fmla="*/ 38178 w 148563"/>
              <a:gd name="csY10" fmla="*/ 102781 h 148031"/>
              <a:gd name="csX11" fmla="*/ 38178 w 148563"/>
              <a:gd name="csY11" fmla="*/ 38989 h 148031"/>
              <a:gd name="csX12" fmla="*/ 7588 w 148563"/>
              <a:gd name="csY12" fmla="*/ 38989 h 148031"/>
              <a:gd name="csX13" fmla="*/ 50683 w 148563"/>
              <a:gd name="csY13" fmla="*/ 2943 h 148031"/>
              <a:gd name="csX14" fmla="*/ 38178 w 148563"/>
              <a:gd name="csY14" fmla="*/ 38989 h 148031"/>
              <a:gd name="csX15" fmla="*/ 86088 w 148563"/>
              <a:gd name="csY15" fmla="*/ 102781 h 148031"/>
              <a:gd name="csX16" fmla="*/ 86088 w 148563"/>
              <a:gd name="csY16" fmla="*/ 125355 h 148031"/>
              <a:gd name="csX17" fmla="*/ 71661 w 148563"/>
              <a:gd name="csY17" fmla="*/ 141720 h 148031"/>
              <a:gd name="csX18" fmla="*/ 70895 w 148563"/>
              <a:gd name="csY18" fmla="*/ 141754 h 148031"/>
              <a:gd name="csX19" fmla="*/ 70112 w 148563"/>
              <a:gd name="csY19" fmla="*/ 141720 h 148031"/>
              <a:gd name="csX20" fmla="*/ 48982 w 148563"/>
              <a:gd name="csY20" fmla="*/ 102781 h 148031"/>
              <a:gd name="csX21" fmla="*/ 86088 w 148563"/>
              <a:gd name="csY21" fmla="*/ 102781 h 148031"/>
              <a:gd name="csX22" fmla="*/ 48982 w 148563"/>
              <a:gd name="csY22" fmla="*/ 38989 h 148031"/>
              <a:gd name="csX23" fmla="*/ 70112 w 148563"/>
              <a:gd name="csY23" fmla="*/ 34 h 148031"/>
              <a:gd name="csX24" fmla="*/ 70895 w 148563"/>
              <a:gd name="csY24" fmla="*/ 0 h 148031"/>
              <a:gd name="csX25" fmla="*/ 71661 w 148563"/>
              <a:gd name="csY25" fmla="*/ 34 h 148031"/>
              <a:gd name="csX26" fmla="*/ 92791 w 148563"/>
              <a:gd name="csY26" fmla="*/ 38989 h 148031"/>
              <a:gd name="csX27" fmla="*/ 48982 w 148563"/>
              <a:gd name="csY27" fmla="*/ 38989 h 148031"/>
              <a:gd name="csX28" fmla="*/ 95173 w 148563"/>
              <a:gd name="csY28" fmla="*/ 57276 h 148031"/>
              <a:gd name="csX29" fmla="*/ 92366 w 148563"/>
              <a:gd name="csY29" fmla="*/ 58127 h 148031"/>
              <a:gd name="csX30" fmla="*/ 86088 w 148563"/>
              <a:gd name="csY30" fmla="*/ 67908 h 148031"/>
              <a:gd name="csX31" fmla="*/ 86088 w 148563"/>
              <a:gd name="csY31" fmla="*/ 92149 h 148031"/>
              <a:gd name="csX32" fmla="*/ 47314 w 148563"/>
              <a:gd name="csY32" fmla="*/ 92149 h 148031"/>
              <a:gd name="csX33" fmla="*/ 46072 w 148563"/>
              <a:gd name="csY33" fmla="*/ 70885 h 148031"/>
              <a:gd name="csX34" fmla="*/ 47314 w 148563"/>
              <a:gd name="csY34" fmla="*/ 49621 h 148031"/>
              <a:gd name="csX35" fmla="*/ 94458 w 148563"/>
              <a:gd name="csY35" fmla="*/ 49621 h 148031"/>
              <a:gd name="csX36" fmla="*/ 95173 w 148563"/>
              <a:gd name="csY36" fmla="*/ 57276 h 148031"/>
              <a:gd name="csX37" fmla="*/ 103611 w 148563"/>
              <a:gd name="csY37" fmla="*/ 38989 h 148031"/>
              <a:gd name="csX38" fmla="*/ 91090 w 148563"/>
              <a:gd name="csY38" fmla="*/ 2943 h 148031"/>
              <a:gd name="csX39" fmla="*/ 134185 w 148563"/>
              <a:gd name="csY39" fmla="*/ 38989 h 148031"/>
              <a:gd name="csX40" fmla="*/ 103611 w 148563"/>
              <a:gd name="csY40" fmla="*/ 38989 h 148031"/>
              <a:gd name="csX41" fmla="*/ 141773 w 148563"/>
              <a:gd name="csY41" fmla="*/ 70885 h 148031"/>
              <a:gd name="csX42" fmla="*/ 139255 w 148563"/>
              <a:gd name="csY42" fmla="*/ 89631 h 148031"/>
              <a:gd name="csX43" fmla="*/ 106113 w 148563"/>
              <a:gd name="csY43" fmla="*/ 61597 h 148031"/>
              <a:gd name="csX44" fmla="*/ 105126 w 148563"/>
              <a:gd name="csY44" fmla="*/ 49621 h 148031"/>
              <a:gd name="csX45" fmla="*/ 138523 w 148563"/>
              <a:gd name="csY45" fmla="*/ 49621 h 148031"/>
              <a:gd name="csX46" fmla="*/ 141773 w 148563"/>
              <a:gd name="csY46" fmla="*/ 70885 h 148031"/>
              <a:gd name="csX47" fmla="*/ 148340 w 148563"/>
              <a:gd name="csY47" fmla="*/ 109790 h 148031"/>
              <a:gd name="csX48" fmla="*/ 144869 w 148563"/>
              <a:gd name="csY48" fmla="*/ 112205 h 148031"/>
              <a:gd name="csX49" fmla="*/ 127005 w 148563"/>
              <a:gd name="csY49" fmla="*/ 112205 h 148031"/>
              <a:gd name="csX50" fmla="*/ 138013 w 148563"/>
              <a:gd name="csY50" fmla="*/ 136446 h 148031"/>
              <a:gd name="csX51" fmla="*/ 134457 w 148563"/>
              <a:gd name="csY51" fmla="*/ 145836 h 148031"/>
              <a:gd name="csX52" fmla="*/ 130952 w 148563"/>
              <a:gd name="csY52" fmla="*/ 147418 h 148031"/>
              <a:gd name="csX53" fmla="*/ 121595 w 148563"/>
              <a:gd name="csY53" fmla="*/ 143880 h 148031"/>
              <a:gd name="csX54" fmla="*/ 110689 w 148563"/>
              <a:gd name="csY54" fmla="*/ 119860 h 148031"/>
              <a:gd name="csX55" fmla="*/ 99699 w 148563"/>
              <a:gd name="csY55" fmla="*/ 133044 h 148031"/>
              <a:gd name="csX56" fmla="*/ 95632 w 148563"/>
              <a:gd name="csY56" fmla="*/ 134133 h 148031"/>
              <a:gd name="csX57" fmla="*/ 93182 w 148563"/>
              <a:gd name="csY57" fmla="*/ 130662 h 148031"/>
              <a:gd name="csX58" fmla="*/ 93182 w 148563"/>
              <a:gd name="csY58" fmla="*/ 67908 h 148031"/>
              <a:gd name="csX59" fmla="*/ 95309 w 148563"/>
              <a:gd name="csY59" fmla="*/ 64574 h 148031"/>
              <a:gd name="csX60" fmla="*/ 99273 w 148563"/>
              <a:gd name="csY60" fmla="*/ 65102 h 148031"/>
              <a:gd name="csX61" fmla="*/ 147268 w 148563"/>
              <a:gd name="csY61" fmla="*/ 105724 h 148031"/>
              <a:gd name="csX62" fmla="*/ 148340 w 148563"/>
              <a:gd name="csY62" fmla="*/ 109790 h 148031"/>
            </a:gdLst>
            <a:ahLst/>
            <a:cxnLst/>
            <a:rect l="l" t="t" r="r" b="b"/>
            <a:pathLst>
              <a:path w="100000" h="100000">
                <a:moveTo>
                  <a:pt x="24668" y="62206"/>
                </a:moveTo>
                <a:lnTo>
                  <a:pt x="2198" y="62206"/>
                </a:lnTo>
                <a:cubicBezTo>
                  <a:pt x="767" y="57672"/>
                  <a:pt x="0" y="52874"/>
                  <a:pt x="0" y="47893"/>
                </a:cubicBezTo>
                <a:cubicBezTo>
                  <a:pt x="0" y="42901"/>
                  <a:pt x="767" y="38103"/>
                  <a:pt x="2198" y="33580"/>
                </a:cubicBezTo>
                <a:lnTo>
                  <a:pt x="24668" y="33580"/>
                </a:lnTo>
                <a:cubicBezTo>
                  <a:pt x="24118" y="38275"/>
                  <a:pt x="23855" y="43118"/>
                  <a:pt x="23855" y="47893"/>
                </a:cubicBezTo>
                <a:cubicBezTo>
                  <a:pt x="23855" y="52656"/>
                  <a:pt x="24118" y="57500"/>
                  <a:pt x="24668" y="62206"/>
                </a:cubicBezTo>
                <a:close/>
                <a:moveTo>
                  <a:pt x="25698" y="69362"/>
                </a:moveTo>
                <a:cubicBezTo>
                  <a:pt x="27370" y="78901"/>
                  <a:pt x="30199" y="87535"/>
                  <a:pt x="34115" y="93615"/>
                </a:cubicBezTo>
                <a:cubicBezTo>
                  <a:pt x="21427" y="89870"/>
                  <a:pt x="10948" y="80973"/>
                  <a:pt x="5108" y="69362"/>
                </a:cubicBezTo>
                <a:lnTo>
                  <a:pt x="25698" y="69362"/>
                </a:lnTo>
                <a:close/>
                <a:moveTo>
                  <a:pt x="25698" y="26423"/>
                </a:moveTo>
                <a:lnTo>
                  <a:pt x="5108" y="26423"/>
                </a:lnTo>
                <a:cubicBezTo>
                  <a:pt x="10948" y="14801"/>
                  <a:pt x="21427" y="5905"/>
                  <a:pt x="34115" y="2160"/>
                </a:cubicBezTo>
                <a:cubicBezTo>
                  <a:pt x="30199" y="8240"/>
                  <a:pt x="27370" y="16874"/>
                  <a:pt x="25698" y="26423"/>
                </a:cubicBezTo>
                <a:close/>
                <a:moveTo>
                  <a:pt x="57947" y="69362"/>
                </a:moveTo>
                <a:lnTo>
                  <a:pt x="57947" y="84557"/>
                </a:lnTo>
                <a:cubicBezTo>
                  <a:pt x="55084" y="91164"/>
                  <a:pt x="51603" y="95195"/>
                  <a:pt x="48236" y="95573"/>
                </a:cubicBezTo>
                <a:cubicBezTo>
                  <a:pt x="48075" y="95596"/>
                  <a:pt x="47881" y="95596"/>
                  <a:pt x="47720" y="95596"/>
                </a:cubicBezTo>
                <a:cubicBezTo>
                  <a:pt x="47549" y="95596"/>
                  <a:pt x="47354" y="95596"/>
                  <a:pt x="47193" y="95573"/>
                </a:cubicBezTo>
                <a:cubicBezTo>
                  <a:pt x="41708" y="94954"/>
                  <a:pt x="35925" y="84695"/>
                  <a:pt x="32971" y="69362"/>
                </a:cubicBezTo>
                <a:lnTo>
                  <a:pt x="57947" y="69362"/>
                </a:lnTo>
                <a:close/>
                <a:moveTo>
                  <a:pt x="32971" y="26423"/>
                </a:moveTo>
                <a:cubicBezTo>
                  <a:pt x="35925" y="11080"/>
                  <a:pt x="41708" y="821"/>
                  <a:pt x="47193" y="202"/>
                </a:cubicBezTo>
                <a:cubicBezTo>
                  <a:pt x="47354" y="179"/>
                  <a:pt x="47549" y="179"/>
                  <a:pt x="47720" y="179"/>
                </a:cubicBezTo>
                <a:cubicBezTo>
                  <a:pt x="47881" y="179"/>
                  <a:pt x="48075" y="179"/>
                  <a:pt x="48236" y="202"/>
                </a:cubicBezTo>
                <a:cubicBezTo>
                  <a:pt x="53733" y="821"/>
                  <a:pt x="59505" y="11080"/>
                  <a:pt x="62459" y="26423"/>
                </a:cubicBezTo>
                <a:lnTo>
                  <a:pt x="32971" y="26423"/>
                </a:lnTo>
                <a:close/>
                <a:moveTo>
                  <a:pt x="64062" y="38732"/>
                </a:moveTo>
                <a:cubicBezTo>
                  <a:pt x="63409" y="38824"/>
                  <a:pt x="62769" y="39042"/>
                  <a:pt x="62173" y="39305"/>
                </a:cubicBezTo>
                <a:cubicBezTo>
                  <a:pt x="59596" y="40519"/>
                  <a:pt x="57947" y="43096"/>
                  <a:pt x="57947" y="45889"/>
                </a:cubicBezTo>
                <a:lnTo>
                  <a:pt x="57947" y="62206"/>
                </a:lnTo>
                <a:lnTo>
                  <a:pt x="31848" y="62206"/>
                </a:lnTo>
                <a:cubicBezTo>
                  <a:pt x="31321" y="57718"/>
                  <a:pt x="31012" y="52920"/>
                  <a:pt x="31012" y="47893"/>
                </a:cubicBezTo>
                <a:cubicBezTo>
                  <a:pt x="31012" y="42855"/>
                  <a:pt x="31321" y="38057"/>
                  <a:pt x="31848" y="33580"/>
                </a:cubicBezTo>
                <a:lnTo>
                  <a:pt x="63581" y="33580"/>
                </a:lnTo>
                <a:cubicBezTo>
                  <a:pt x="63776" y="35240"/>
                  <a:pt x="63937" y="36958"/>
                  <a:pt x="64062" y="38732"/>
                </a:cubicBezTo>
                <a:close/>
                <a:moveTo>
                  <a:pt x="69742" y="26423"/>
                </a:moveTo>
                <a:cubicBezTo>
                  <a:pt x="68071" y="16874"/>
                  <a:pt x="65230" y="8240"/>
                  <a:pt x="61314" y="2160"/>
                </a:cubicBezTo>
                <a:cubicBezTo>
                  <a:pt x="74003" y="5905"/>
                  <a:pt x="84481" y="14801"/>
                  <a:pt x="90322" y="26423"/>
                </a:cubicBezTo>
                <a:lnTo>
                  <a:pt x="69742" y="26423"/>
                </a:lnTo>
                <a:close/>
                <a:moveTo>
                  <a:pt x="95430" y="47893"/>
                </a:moveTo>
                <a:cubicBezTo>
                  <a:pt x="95430" y="52255"/>
                  <a:pt x="94834" y="56480"/>
                  <a:pt x="93735" y="60511"/>
                </a:cubicBezTo>
                <a:lnTo>
                  <a:pt x="71426" y="41641"/>
                </a:lnTo>
                <a:cubicBezTo>
                  <a:pt x="71288" y="38916"/>
                  <a:pt x="71071" y="36225"/>
                  <a:pt x="70762" y="33580"/>
                </a:cubicBezTo>
                <a:lnTo>
                  <a:pt x="93242" y="33580"/>
                </a:lnTo>
                <a:cubicBezTo>
                  <a:pt x="94674" y="38103"/>
                  <a:pt x="95430" y="42901"/>
                  <a:pt x="95430" y="47893"/>
                </a:cubicBezTo>
                <a:close/>
                <a:moveTo>
                  <a:pt x="99850" y="74080"/>
                </a:moveTo>
                <a:cubicBezTo>
                  <a:pt x="99484" y="75064"/>
                  <a:pt x="98556" y="75706"/>
                  <a:pt x="97514" y="75706"/>
                </a:cubicBezTo>
                <a:lnTo>
                  <a:pt x="85489" y="75706"/>
                </a:lnTo>
                <a:lnTo>
                  <a:pt x="92899" y="92023"/>
                </a:lnTo>
                <a:cubicBezTo>
                  <a:pt x="93998" y="94428"/>
                  <a:pt x="92922" y="97267"/>
                  <a:pt x="90505" y="98343"/>
                </a:cubicBezTo>
                <a:lnTo>
                  <a:pt x="88146" y="99408"/>
                </a:lnTo>
                <a:cubicBezTo>
                  <a:pt x="85752" y="100473"/>
                  <a:pt x="82935" y="99408"/>
                  <a:pt x="81847" y="97027"/>
                </a:cubicBezTo>
                <a:lnTo>
                  <a:pt x="74506" y="80859"/>
                </a:lnTo>
                <a:lnTo>
                  <a:pt x="67109" y="89733"/>
                </a:lnTo>
                <a:cubicBezTo>
                  <a:pt x="66445" y="90546"/>
                  <a:pt x="65345" y="90832"/>
                  <a:pt x="64371" y="90466"/>
                </a:cubicBezTo>
                <a:cubicBezTo>
                  <a:pt x="63387" y="90111"/>
                  <a:pt x="62722" y="89183"/>
                  <a:pt x="62722" y="88130"/>
                </a:cubicBezTo>
                <a:lnTo>
                  <a:pt x="62722" y="45889"/>
                </a:lnTo>
                <a:cubicBezTo>
                  <a:pt x="62722" y="44928"/>
                  <a:pt x="63295" y="44046"/>
                  <a:pt x="64154" y="43645"/>
                </a:cubicBezTo>
                <a:cubicBezTo>
                  <a:pt x="65036" y="43233"/>
                  <a:pt x="66089" y="43382"/>
                  <a:pt x="66822" y="44000"/>
                </a:cubicBezTo>
                <a:lnTo>
                  <a:pt x="99128" y="71343"/>
                </a:lnTo>
                <a:cubicBezTo>
                  <a:pt x="99919" y="72008"/>
                  <a:pt x="100205" y="73107"/>
                  <a:pt x="99850" y="7408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7" name="Чёрный — SVG 68">
            <a:extLst>
              <a:ext uri="{FF2B5EF4-FFF2-40B4-BE49-F238E27FC236}">
                <a16:creationId xmlns:a16="http://schemas.microsoft.com/office/drawing/2014/main" id="{B8F42458-46A4-844C-A519-673D8E2576E5}"/>
              </a:ext>
            </a:extLst>
          </p:cNvPr>
          <p:cNvSpPr>
            <a:spLocks noGrp="1"/>
          </p:cNvSpPr>
          <p:nvPr/>
        </p:nvSpPr>
        <p:spPr>
          <a:xfrm>
            <a:off x="8220000" y="3730000"/>
            <a:ext cx="220000" cy="220000"/>
          </a:xfrm>
          <a:custGeom>
            <a:avLst/>
            <a:gdLst>
              <a:gd name="csX0" fmla="*/ 67339 w 134695"/>
              <a:gd name="csY0" fmla="*/ 0 h 134676"/>
              <a:gd name="csX1" fmla="*/ 46072 w 134695"/>
              <a:gd name="csY1" fmla="*/ 21264 h 134676"/>
              <a:gd name="csX2" fmla="*/ 62031 w 134695"/>
              <a:gd name="csY2" fmla="*/ 41830 h 134676"/>
              <a:gd name="csX3" fmla="*/ 62031 w 134695"/>
              <a:gd name="csY3" fmla="*/ 77962 h 134676"/>
              <a:gd name="csX4" fmla="*/ 72664 w 134695"/>
              <a:gd name="csY4" fmla="*/ 77962 h 134676"/>
              <a:gd name="csX5" fmla="*/ 72664 w 134695"/>
              <a:gd name="csY5" fmla="*/ 41830 h 134676"/>
              <a:gd name="csX6" fmla="*/ 88606 w 134695"/>
              <a:gd name="csY6" fmla="*/ 21264 h 134676"/>
              <a:gd name="csX7" fmla="*/ 67339 w 134695"/>
              <a:gd name="csY7" fmla="*/ 0 h 134676"/>
              <a:gd name="csX8" fmla="*/ 26575 w 134695"/>
              <a:gd name="csY8" fmla="*/ 70885 h 134676"/>
              <a:gd name="csX9" fmla="*/ 21267 w 134695"/>
              <a:gd name="csY9" fmla="*/ 76193 h 134676"/>
              <a:gd name="csX10" fmla="*/ 26575 w 134695"/>
              <a:gd name="csY10" fmla="*/ 81517 h 134676"/>
              <a:gd name="csX11" fmla="*/ 37208 w 134695"/>
              <a:gd name="csY11" fmla="*/ 81517 h 134676"/>
              <a:gd name="csX12" fmla="*/ 42534 w 134695"/>
              <a:gd name="csY12" fmla="*/ 76193 h 134676"/>
              <a:gd name="csX13" fmla="*/ 37208 w 134695"/>
              <a:gd name="csY13" fmla="*/ 70885 h 134676"/>
              <a:gd name="csX14" fmla="*/ 26575 w 134695"/>
              <a:gd name="csY14" fmla="*/ 70885 h 134676"/>
              <a:gd name="csX15" fmla="*/ 14172 w 134695"/>
              <a:gd name="csY15" fmla="*/ 88594 h 134676"/>
              <a:gd name="csX16" fmla="*/ 0 w 134695"/>
              <a:gd name="csY16" fmla="*/ 102781 h 134676"/>
              <a:gd name="csX17" fmla="*/ 0 w 134695"/>
              <a:gd name="csY17" fmla="*/ 120490 h 134676"/>
              <a:gd name="csX18" fmla="*/ 14172 w 134695"/>
              <a:gd name="csY18" fmla="*/ 134677 h 134676"/>
              <a:gd name="csX19" fmla="*/ 120506 w 134695"/>
              <a:gd name="csY19" fmla="*/ 134677 h 134676"/>
              <a:gd name="csX20" fmla="*/ 134695 w 134695"/>
              <a:gd name="csY20" fmla="*/ 120490 h 134676"/>
              <a:gd name="csX21" fmla="*/ 134695 w 134695"/>
              <a:gd name="csY21" fmla="*/ 102781 h 134676"/>
              <a:gd name="csX22" fmla="*/ 120506 w 134695"/>
              <a:gd name="csY22" fmla="*/ 88594 h 134676"/>
              <a:gd name="csX23" fmla="*/ 14172 w 134695"/>
              <a:gd name="csY23" fmla="*/ 88594 h 134676"/>
            </a:gdLst>
            <a:ahLst/>
            <a:cxnLst/>
            <a:rect l="l" t="t" r="r" b="b"/>
            <a:pathLst>
              <a:path w="100000" h="100000">
                <a:moveTo>
                  <a:pt x="49994" y="7"/>
                </a:moveTo>
                <a:cubicBezTo>
                  <a:pt x="41278" y="7"/>
                  <a:pt x="34205" y="7079"/>
                  <a:pt x="34205" y="15794"/>
                </a:cubicBezTo>
                <a:cubicBezTo>
                  <a:pt x="34205" y="23144"/>
                  <a:pt x="39245" y="29307"/>
                  <a:pt x="46053" y="31062"/>
                </a:cubicBezTo>
                <a:lnTo>
                  <a:pt x="46053" y="57887"/>
                </a:lnTo>
                <a:lnTo>
                  <a:pt x="53947" y="57887"/>
                </a:lnTo>
                <a:lnTo>
                  <a:pt x="53947" y="31062"/>
                </a:lnTo>
                <a:cubicBezTo>
                  <a:pt x="60755" y="29307"/>
                  <a:pt x="65783" y="23144"/>
                  <a:pt x="65783" y="15794"/>
                </a:cubicBezTo>
                <a:cubicBezTo>
                  <a:pt x="65783" y="7079"/>
                  <a:pt x="58722" y="7"/>
                  <a:pt x="49994" y="7"/>
                </a:cubicBezTo>
                <a:close/>
                <a:moveTo>
                  <a:pt x="19730" y="52633"/>
                </a:moveTo>
                <a:cubicBezTo>
                  <a:pt x="17557" y="52633"/>
                  <a:pt x="15789" y="54402"/>
                  <a:pt x="15789" y="56574"/>
                </a:cubicBezTo>
                <a:cubicBezTo>
                  <a:pt x="15789" y="58759"/>
                  <a:pt x="17557" y="60527"/>
                  <a:pt x="19730" y="60527"/>
                </a:cubicBezTo>
                <a:lnTo>
                  <a:pt x="27624" y="60527"/>
                </a:lnTo>
                <a:cubicBezTo>
                  <a:pt x="29810" y="60527"/>
                  <a:pt x="31578" y="58759"/>
                  <a:pt x="31578" y="56574"/>
                </a:cubicBezTo>
                <a:cubicBezTo>
                  <a:pt x="31578" y="54402"/>
                  <a:pt x="29810" y="52633"/>
                  <a:pt x="27624" y="52633"/>
                </a:cubicBezTo>
                <a:lnTo>
                  <a:pt x="19730" y="52633"/>
                </a:lnTo>
                <a:close/>
                <a:moveTo>
                  <a:pt x="10522" y="65781"/>
                </a:moveTo>
                <a:cubicBezTo>
                  <a:pt x="4711" y="65781"/>
                  <a:pt x="0" y="70491"/>
                  <a:pt x="0" y="76314"/>
                </a:cubicBezTo>
                <a:lnTo>
                  <a:pt x="0" y="89461"/>
                </a:lnTo>
                <a:cubicBezTo>
                  <a:pt x="0" y="95283"/>
                  <a:pt x="4711" y="99994"/>
                  <a:pt x="10522" y="99994"/>
                </a:cubicBezTo>
                <a:lnTo>
                  <a:pt x="89466" y="99994"/>
                </a:lnTo>
                <a:cubicBezTo>
                  <a:pt x="95289" y="99994"/>
                  <a:pt x="100000" y="95283"/>
                  <a:pt x="100000" y="89461"/>
                </a:cubicBezTo>
                <a:lnTo>
                  <a:pt x="100000" y="76314"/>
                </a:lnTo>
                <a:cubicBezTo>
                  <a:pt x="100000" y="70491"/>
                  <a:pt x="95289" y="65781"/>
                  <a:pt x="89466" y="65781"/>
                </a:cubicBezTo>
                <a:lnTo>
                  <a:pt x="10522" y="6578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8" name="Чёрный — SVG 69">
            <a:extLst>
              <a:ext uri="{FF2B5EF4-FFF2-40B4-BE49-F238E27FC236}">
                <a16:creationId xmlns:a16="http://schemas.microsoft.com/office/drawing/2014/main" id="{02280339-4FAD-EB43-B3EF-99A4119A0BB0}"/>
              </a:ext>
            </a:extLst>
          </p:cNvPr>
          <p:cNvSpPr>
            <a:spLocks noGrp="1"/>
          </p:cNvSpPr>
          <p:nvPr/>
        </p:nvSpPr>
        <p:spPr>
          <a:xfrm>
            <a:off x="8820000" y="3730000"/>
            <a:ext cx="220000" cy="220000"/>
          </a:xfrm>
          <a:custGeom>
            <a:avLst/>
            <a:gdLst>
              <a:gd name="csX0" fmla="*/ 51397 w 148867"/>
              <a:gd name="csY0" fmla="*/ 0 h 141753"/>
              <a:gd name="csX1" fmla="*/ 35541 w 148867"/>
              <a:gd name="csY1" fmla="*/ 14170 h 141753"/>
              <a:gd name="csX2" fmla="*/ 113326 w 148867"/>
              <a:gd name="csY2" fmla="*/ 14170 h 141753"/>
              <a:gd name="csX3" fmla="*/ 97470 w 148867"/>
              <a:gd name="csY3" fmla="*/ 0 h 141753"/>
              <a:gd name="csX4" fmla="*/ 51397 w 148867"/>
              <a:gd name="csY4" fmla="*/ 0 h 141753"/>
              <a:gd name="csX5" fmla="*/ 35439 w 148867"/>
              <a:gd name="csY5" fmla="*/ 24802 h 141753"/>
              <a:gd name="csX6" fmla="*/ 35439 w 148867"/>
              <a:gd name="csY6" fmla="*/ 62022 h 141753"/>
              <a:gd name="csX7" fmla="*/ 38501 w 148867"/>
              <a:gd name="csY7" fmla="*/ 71327 h 141753"/>
              <a:gd name="csX8" fmla="*/ 20161 w 148867"/>
              <a:gd name="csY8" fmla="*/ 99226 h 141753"/>
              <a:gd name="csX9" fmla="*/ 10633 w 148867"/>
              <a:gd name="csY9" fmla="*/ 99226 h 141753"/>
              <a:gd name="csX10" fmla="*/ 0 w 148867"/>
              <a:gd name="csY10" fmla="*/ 109858 h 141753"/>
              <a:gd name="csX11" fmla="*/ 0 w 148867"/>
              <a:gd name="csY11" fmla="*/ 131122 h 141753"/>
              <a:gd name="csX12" fmla="*/ 10633 w 148867"/>
              <a:gd name="csY12" fmla="*/ 141754 h 141753"/>
              <a:gd name="csX13" fmla="*/ 31900 w 148867"/>
              <a:gd name="csY13" fmla="*/ 141754 h 141753"/>
              <a:gd name="csX14" fmla="*/ 42534 w 148867"/>
              <a:gd name="csY14" fmla="*/ 131122 h 141753"/>
              <a:gd name="csX15" fmla="*/ 42534 w 148867"/>
              <a:gd name="csY15" fmla="*/ 109858 h 141753"/>
              <a:gd name="csX16" fmla="*/ 32836 w 148867"/>
              <a:gd name="csY16" fmla="*/ 99328 h 141753"/>
              <a:gd name="csX17" fmla="*/ 47280 w 148867"/>
              <a:gd name="csY17" fmla="*/ 77366 h 141753"/>
              <a:gd name="csX18" fmla="*/ 51397 w 148867"/>
              <a:gd name="csY18" fmla="*/ 77962 h 141753"/>
              <a:gd name="csX19" fmla="*/ 69108 w 148867"/>
              <a:gd name="csY19" fmla="*/ 77962 h 141753"/>
              <a:gd name="csX20" fmla="*/ 69108 w 148867"/>
              <a:gd name="csY20" fmla="*/ 99226 h 141753"/>
              <a:gd name="csX21" fmla="*/ 63800 w 148867"/>
              <a:gd name="csY21" fmla="*/ 99226 h 141753"/>
              <a:gd name="csX22" fmla="*/ 53167 w 148867"/>
              <a:gd name="csY22" fmla="*/ 109858 h 141753"/>
              <a:gd name="csX23" fmla="*/ 53167 w 148867"/>
              <a:gd name="csY23" fmla="*/ 131122 h 141753"/>
              <a:gd name="csX24" fmla="*/ 63800 w 148867"/>
              <a:gd name="csY24" fmla="*/ 141754 h 141753"/>
              <a:gd name="csX25" fmla="*/ 85067 w 148867"/>
              <a:gd name="csY25" fmla="*/ 141754 h 141753"/>
              <a:gd name="csX26" fmla="*/ 95700 w 148867"/>
              <a:gd name="csY26" fmla="*/ 131122 h 141753"/>
              <a:gd name="csX27" fmla="*/ 95700 w 148867"/>
              <a:gd name="csY27" fmla="*/ 109858 h 141753"/>
              <a:gd name="csX28" fmla="*/ 85067 w 148867"/>
              <a:gd name="csY28" fmla="*/ 99226 h 141753"/>
              <a:gd name="csX29" fmla="*/ 79742 w 148867"/>
              <a:gd name="csY29" fmla="*/ 99226 h 141753"/>
              <a:gd name="csX30" fmla="*/ 79742 w 148867"/>
              <a:gd name="csY30" fmla="*/ 77962 h 141753"/>
              <a:gd name="csX31" fmla="*/ 97470 w 148867"/>
              <a:gd name="csY31" fmla="*/ 77962 h 141753"/>
              <a:gd name="csX32" fmla="*/ 101587 w 148867"/>
              <a:gd name="csY32" fmla="*/ 77366 h 141753"/>
              <a:gd name="csX33" fmla="*/ 116031 w 148867"/>
              <a:gd name="csY33" fmla="*/ 99328 h 141753"/>
              <a:gd name="csX34" fmla="*/ 106334 w 148867"/>
              <a:gd name="csY34" fmla="*/ 109858 h 141753"/>
              <a:gd name="csX35" fmla="*/ 106334 w 148867"/>
              <a:gd name="csY35" fmla="*/ 131122 h 141753"/>
              <a:gd name="csX36" fmla="*/ 116967 w 148867"/>
              <a:gd name="csY36" fmla="*/ 141754 h 141753"/>
              <a:gd name="csX37" fmla="*/ 138234 w 148867"/>
              <a:gd name="csY37" fmla="*/ 141754 h 141753"/>
              <a:gd name="csX38" fmla="*/ 148867 w 148867"/>
              <a:gd name="csY38" fmla="*/ 131122 h 141753"/>
              <a:gd name="csX39" fmla="*/ 148867 w 148867"/>
              <a:gd name="csY39" fmla="*/ 109858 h 141753"/>
              <a:gd name="csX40" fmla="*/ 138234 w 148867"/>
              <a:gd name="csY40" fmla="*/ 99226 h 141753"/>
              <a:gd name="csX41" fmla="*/ 128706 w 148867"/>
              <a:gd name="csY41" fmla="*/ 99226 h 141753"/>
              <a:gd name="csX42" fmla="*/ 110366 w 148867"/>
              <a:gd name="csY42" fmla="*/ 71327 h 141753"/>
              <a:gd name="csX43" fmla="*/ 113428 w 148867"/>
              <a:gd name="csY43" fmla="*/ 62022 h 141753"/>
              <a:gd name="csX44" fmla="*/ 113428 w 148867"/>
              <a:gd name="csY44" fmla="*/ 24802 h 141753"/>
              <a:gd name="csX45" fmla="*/ 35439 w 148867"/>
              <a:gd name="csY45" fmla="*/ 24802 h 141753"/>
              <a:gd name="csX46" fmla="*/ 54936 w 148867"/>
              <a:gd name="csY46" fmla="*/ 35434 h 141753"/>
              <a:gd name="csX47" fmla="*/ 60262 w 148867"/>
              <a:gd name="csY47" fmla="*/ 40759 h 141753"/>
              <a:gd name="csX48" fmla="*/ 54936 w 148867"/>
              <a:gd name="csY48" fmla="*/ 46066 h 141753"/>
              <a:gd name="csX49" fmla="*/ 49628 w 148867"/>
              <a:gd name="csY49" fmla="*/ 40759 h 141753"/>
              <a:gd name="csX50" fmla="*/ 54936 w 148867"/>
              <a:gd name="csY50" fmla="*/ 35434 h 141753"/>
              <a:gd name="csX51" fmla="*/ 76203 w 148867"/>
              <a:gd name="csY51" fmla="*/ 35434 h 141753"/>
              <a:gd name="csX52" fmla="*/ 93931 w 148867"/>
              <a:gd name="csY52" fmla="*/ 35434 h 141753"/>
              <a:gd name="csX53" fmla="*/ 99239 w 148867"/>
              <a:gd name="csY53" fmla="*/ 40759 h 141753"/>
              <a:gd name="csX54" fmla="*/ 93931 w 148867"/>
              <a:gd name="csY54" fmla="*/ 46066 h 141753"/>
              <a:gd name="csX55" fmla="*/ 76203 w 148867"/>
              <a:gd name="csY55" fmla="*/ 46066 h 141753"/>
              <a:gd name="csX56" fmla="*/ 70895 w 148867"/>
              <a:gd name="csY56" fmla="*/ 40759 h 141753"/>
              <a:gd name="csX57" fmla="*/ 76203 w 148867"/>
              <a:gd name="csY57" fmla="*/ 35434 h 141753"/>
              <a:gd name="csX58" fmla="*/ 54936 w 148867"/>
              <a:gd name="csY58" fmla="*/ 53160 h 141753"/>
              <a:gd name="csX59" fmla="*/ 60262 w 148867"/>
              <a:gd name="csY59" fmla="*/ 58467 h 141753"/>
              <a:gd name="csX60" fmla="*/ 54936 w 148867"/>
              <a:gd name="csY60" fmla="*/ 63792 h 141753"/>
              <a:gd name="csX61" fmla="*/ 49628 w 148867"/>
              <a:gd name="csY61" fmla="*/ 58467 h 141753"/>
              <a:gd name="csX62" fmla="*/ 54936 w 148867"/>
              <a:gd name="csY62" fmla="*/ 53160 h 141753"/>
              <a:gd name="csX63" fmla="*/ 76203 w 148867"/>
              <a:gd name="csY63" fmla="*/ 53160 h 141753"/>
              <a:gd name="csX64" fmla="*/ 93931 w 148867"/>
              <a:gd name="csY64" fmla="*/ 53160 h 141753"/>
              <a:gd name="csX65" fmla="*/ 99239 w 148867"/>
              <a:gd name="csY65" fmla="*/ 58467 h 141753"/>
              <a:gd name="csX66" fmla="*/ 93931 w 148867"/>
              <a:gd name="csY66" fmla="*/ 63792 h 141753"/>
              <a:gd name="csX67" fmla="*/ 76203 w 148867"/>
              <a:gd name="csY67" fmla="*/ 63792 h 141753"/>
              <a:gd name="csX68" fmla="*/ 70895 w 148867"/>
              <a:gd name="csY68" fmla="*/ 58467 h 141753"/>
              <a:gd name="csX69" fmla="*/ 76203 w 148867"/>
              <a:gd name="csY69" fmla="*/ 53160 h 141753"/>
            </a:gdLst>
            <a:ahLst/>
            <a:cxnLst/>
            <a:rect l="l" t="t" r="r" b="b"/>
            <a:pathLst>
              <a:path w="100000" h="100000">
                <a:moveTo>
                  <a:pt x="34525" y="2389"/>
                </a:moveTo>
                <a:cubicBezTo>
                  <a:pt x="29029" y="2389"/>
                  <a:pt x="24480" y="6560"/>
                  <a:pt x="23874" y="11908"/>
                </a:cubicBezTo>
                <a:lnTo>
                  <a:pt x="76126" y="11908"/>
                </a:lnTo>
                <a:cubicBezTo>
                  <a:pt x="75520" y="6560"/>
                  <a:pt x="70971" y="2389"/>
                  <a:pt x="65475" y="2389"/>
                </a:cubicBezTo>
                <a:lnTo>
                  <a:pt x="34525" y="2389"/>
                </a:lnTo>
                <a:close/>
                <a:moveTo>
                  <a:pt x="23806" y="19050"/>
                </a:moveTo>
                <a:lnTo>
                  <a:pt x="23806" y="44052"/>
                </a:lnTo>
                <a:cubicBezTo>
                  <a:pt x="23806" y="46395"/>
                  <a:pt x="24583" y="48543"/>
                  <a:pt x="25863" y="50303"/>
                </a:cubicBezTo>
                <a:lnTo>
                  <a:pt x="13543" y="69044"/>
                </a:lnTo>
                <a:lnTo>
                  <a:pt x="7143" y="69044"/>
                </a:lnTo>
                <a:cubicBezTo>
                  <a:pt x="3200" y="69044"/>
                  <a:pt x="0" y="72243"/>
                  <a:pt x="0" y="76185"/>
                </a:cubicBezTo>
                <a:lnTo>
                  <a:pt x="0" y="90469"/>
                </a:lnTo>
                <a:cubicBezTo>
                  <a:pt x="0" y="94423"/>
                  <a:pt x="3200" y="97611"/>
                  <a:pt x="7143" y="97611"/>
                </a:cubicBezTo>
                <a:lnTo>
                  <a:pt x="21429" y="97611"/>
                </a:lnTo>
                <a:cubicBezTo>
                  <a:pt x="25372" y="97611"/>
                  <a:pt x="28572" y="94423"/>
                  <a:pt x="28572" y="90469"/>
                </a:cubicBezTo>
                <a:lnTo>
                  <a:pt x="28572" y="76185"/>
                </a:lnTo>
                <a:cubicBezTo>
                  <a:pt x="28572" y="72460"/>
                  <a:pt x="25703" y="69432"/>
                  <a:pt x="22057" y="69112"/>
                </a:cubicBezTo>
                <a:lnTo>
                  <a:pt x="31760" y="54359"/>
                </a:lnTo>
                <a:cubicBezTo>
                  <a:pt x="32640" y="54588"/>
                  <a:pt x="33566" y="54760"/>
                  <a:pt x="34525" y="54760"/>
                </a:cubicBezTo>
                <a:lnTo>
                  <a:pt x="46423" y="54760"/>
                </a:lnTo>
                <a:lnTo>
                  <a:pt x="46423" y="69044"/>
                </a:lnTo>
                <a:lnTo>
                  <a:pt x="42857" y="69044"/>
                </a:lnTo>
                <a:cubicBezTo>
                  <a:pt x="38915" y="69044"/>
                  <a:pt x="35714" y="72243"/>
                  <a:pt x="35714" y="76185"/>
                </a:cubicBezTo>
                <a:lnTo>
                  <a:pt x="35714" y="90469"/>
                </a:lnTo>
                <a:cubicBezTo>
                  <a:pt x="35714" y="94423"/>
                  <a:pt x="38915" y="97611"/>
                  <a:pt x="42857" y="97611"/>
                </a:cubicBezTo>
                <a:lnTo>
                  <a:pt x="57143" y="97611"/>
                </a:lnTo>
                <a:cubicBezTo>
                  <a:pt x="61086" y="97611"/>
                  <a:pt x="64286" y="94423"/>
                  <a:pt x="64286" y="90469"/>
                </a:cubicBezTo>
                <a:lnTo>
                  <a:pt x="64286" y="76185"/>
                </a:lnTo>
                <a:cubicBezTo>
                  <a:pt x="64286" y="72243"/>
                  <a:pt x="61086" y="69044"/>
                  <a:pt x="57143" y="69044"/>
                </a:cubicBezTo>
                <a:lnTo>
                  <a:pt x="53566" y="69044"/>
                </a:lnTo>
                <a:lnTo>
                  <a:pt x="53566" y="54760"/>
                </a:lnTo>
                <a:lnTo>
                  <a:pt x="65475" y="54760"/>
                </a:lnTo>
                <a:cubicBezTo>
                  <a:pt x="66434" y="54760"/>
                  <a:pt x="67360" y="54588"/>
                  <a:pt x="68240" y="54359"/>
                </a:cubicBezTo>
                <a:lnTo>
                  <a:pt x="77943" y="69112"/>
                </a:lnTo>
                <a:cubicBezTo>
                  <a:pt x="74297" y="69432"/>
                  <a:pt x="71429" y="72460"/>
                  <a:pt x="71429" y="76185"/>
                </a:cubicBezTo>
                <a:lnTo>
                  <a:pt x="71429" y="90469"/>
                </a:lnTo>
                <a:cubicBezTo>
                  <a:pt x="71429" y="94423"/>
                  <a:pt x="74629" y="97611"/>
                  <a:pt x="78571" y="97611"/>
                </a:cubicBezTo>
                <a:lnTo>
                  <a:pt x="92857" y="97611"/>
                </a:lnTo>
                <a:cubicBezTo>
                  <a:pt x="96800" y="97611"/>
                  <a:pt x="100000" y="94423"/>
                  <a:pt x="100000" y="90469"/>
                </a:cubicBezTo>
                <a:lnTo>
                  <a:pt x="100000" y="76185"/>
                </a:lnTo>
                <a:cubicBezTo>
                  <a:pt x="100000" y="72243"/>
                  <a:pt x="96800" y="69044"/>
                  <a:pt x="92857" y="69044"/>
                </a:cubicBezTo>
                <a:lnTo>
                  <a:pt x="86457" y="69044"/>
                </a:lnTo>
                <a:lnTo>
                  <a:pt x="74137" y="50303"/>
                </a:lnTo>
                <a:cubicBezTo>
                  <a:pt x="75417" y="48543"/>
                  <a:pt x="76194" y="46395"/>
                  <a:pt x="76194" y="44052"/>
                </a:cubicBezTo>
                <a:lnTo>
                  <a:pt x="76194" y="19050"/>
                </a:lnTo>
                <a:lnTo>
                  <a:pt x="23806" y="19050"/>
                </a:lnTo>
                <a:close/>
                <a:moveTo>
                  <a:pt x="36903" y="26192"/>
                </a:moveTo>
                <a:cubicBezTo>
                  <a:pt x="38880" y="26192"/>
                  <a:pt x="40480" y="27792"/>
                  <a:pt x="40480" y="29769"/>
                </a:cubicBezTo>
                <a:cubicBezTo>
                  <a:pt x="40480" y="31734"/>
                  <a:pt x="38880" y="33334"/>
                  <a:pt x="36903" y="33334"/>
                </a:cubicBezTo>
                <a:cubicBezTo>
                  <a:pt x="34937" y="33334"/>
                  <a:pt x="33337" y="31734"/>
                  <a:pt x="33337" y="29769"/>
                </a:cubicBezTo>
                <a:cubicBezTo>
                  <a:pt x="33337" y="27792"/>
                  <a:pt x="34937" y="26192"/>
                  <a:pt x="36903" y="26192"/>
                </a:cubicBezTo>
                <a:close/>
                <a:moveTo>
                  <a:pt x="51189" y="26192"/>
                </a:moveTo>
                <a:lnTo>
                  <a:pt x="63097" y="26192"/>
                </a:lnTo>
                <a:cubicBezTo>
                  <a:pt x="65063" y="26192"/>
                  <a:pt x="66663" y="27792"/>
                  <a:pt x="66663" y="29769"/>
                </a:cubicBezTo>
                <a:cubicBezTo>
                  <a:pt x="66663" y="31734"/>
                  <a:pt x="65063" y="33334"/>
                  <a:pt x="63097" y="33334"/>
                </a:cubicBezTo>
                <a:lnTo>
                  <a:pt x="51189" y="33334"/>
                </a:lnTo>
                <a:cubicBezTo>
                  <a:pt x="49223" y="33334"/>
                  <a:pt x="47623" y="31734"/>
                  <a:pt x="47623" y="29769"/>
                </a:cubicBezTo>
                <a:cubicBezTo>
                  <a:pt x="47623" y="27792"/>
                  <a:pt x="49223" y="26192"/>
                  <a:pt x="51189" y="26192"/>
                </a:cubicBezTo>
                <a:close/>
                <a:moveTo>
                  <a:pt x="36903" y="38099"/>
                </a:moveTo>
                <a:cubicBezTo>
                  <a:pt x="38880" y="38099"/>
                  <a:pt x="40480" y="39699"/>
                  <a:pt x="40480" y="41664"/>
                </a:cubicBezTo>
                <a:cubicBezTo>
                  <a:pt x="40480" y="43641"/>
                  <a:pt x="38880" y="45241"/>
                  <a:pt x="36903" y="45241"/>
                </a:cubicBezTo>
                <a:cubicBezTo>
                  <a:pt x="34937" y="45241"/>
                  <a:pt x="33337" y="43641"/>
                  <a:pt x="33337" y="41664"/>
                </a:cubicBezTo>
                <a:cubicBezTo>
                  <a:pt x="33337" y="39699"/>
                  <a:pt x="34937" y="38099"/>
                  <a:pt x="36903" y="38099"/>
                </a:cubicBezTo>
                <a:close/>
                <a:moveTo>
                  <a:pt x="51189" y="38099"/>
                </a:moveTo>
                <a:lnTo>
                  <a:pt x="63097" y="38099"/>
                </a:lnTo>
                <a:cubicBezTo>
                  <a:pt x="65063" y="38099"/>
                  <a:pt x="66663" y="39699"/>
                  <a:pt x="66663" y="41664"/>
                </a:cubicBezTo>
                <a:cubicBezTo>
                  <a:pt x="66663" y="43641"/>
                  <a:pt x="65063" y="45241"/>
                  <a:pt x="63097" y="45241"/>
                </a:cubicBezTo>
                <a:lnTo>
                  <a:pt x="51189" y="45241"/>
                </a:lnTo>
                <a:cubicBezTo>
                  <a:pt x="49223" y="45241"/>
                  <a:pt x="47623" y="43641"/>
                  <a:pt x="47623" y="41664"/>
                </a:cubicBezTo>
                <a:cubicBezTo>
                  <a:pt x="47623" y="39699"/>
                  <a:pt x="49223" y="38099"/>
                  <a:pt x="51189" y="3809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89" name="Чёрный — SVG 70">
            <a:extLst>
              <a:ext uri="{FF2B5EF4-FFF2-40B4-BE49-F238E27FC236}">
                <a16:creationId xmlns:a16="http://schemas.microsoft.com/office/drawing/2014/main" id="{AC65894C-FBFF-C14B-87F4-FAD7217E651F}"/>
              </a:ext>
            </a:extLst>
          </p:cNvPr>
          <p:cNvSpPr>
            <a:spLocks noGrp="1"/>
          </p:cNvSpPr>
          <p:nvPr/>
        </p:nvSpPr>
        <p:spPr>
          <a:xfrm>
            <a:off x="9420000" y="3730000"/>
            <a:ext cx="220000" cy="220000"/>
          </a:xfrm>
          <a:custGeom>
            <a:avLst/>
            <a:gdLst>
              <a:gd name="csX0" fmla="*/ 146996 w 155945"/>
              <a:gd name="csY0" fmla="*/ 16620 h 127515"/>
              <a:gd name="csX1" fmla="*/ 138438 w 155945"/>
              <a:gd name="csY1" fmla="*/ 13524 h 127515"/>
              <a:gd name="csX2" fmla="*/ 138166 w 155945"/>
              <a:gd name="csY2" fmla="*/ 4406 h 127515"/>
              <a:gd name="csX3" fmla="*/ 132909 w 155945"/>
              <a:gd name="csY3" fmla="*/ 0 h 127515"/>
              <a:gd name="csX4" fmla="*/ 23036 w 155945"/>
              <a:gd name="csY4" fmla="*/ 0 h 127515"/>
              <a:gd name="csX5" fmla="*/ 17796 w 155945"/>
              <a:gd name="csY5" fmla="*/ 4406 h 127515"/>
              <a:gd name="csX6" fmla="*/ 17507 w 155945"/>
              <a:gd name="csY6" fmla="*/ 13473 h 127515"/>
              <a:gd name="csX7" fmla="*/ 8949 w 155945"/>
              <a:gd name="csY7" fmla="*/ 16569 h 127515"/>
              <a:gd name="csX8" fmla="*/ 0 w 155945"/>
              <a:gd name="csY8" fmla="*/ 36285 h 127515"/>
              <a:gd name="csX9" fmla="*/ 17268 w 155945"/>
              <a:gd name="csY9" fmla="*/ 60661 h 127515"/>
              <a:gd name="csX10" fmla="*/ 66471 w 155945"/>
              <a:gd name="csY10" fmla="*/ 124691 h 127515"/>
              <a:gd name="csX11" fmla="*/ 77989 w 155945"/>
              <a:gd name="csY11" fmla="*/ 127515 h 127515"/>
              <a:gd name="csX12" fmla="*/ 89473 w 155945"/>
              <a:gd name="csY12" fmla="*/ 124709 h 127515"/>
              <a:gd name="csX13" fmla="*/ 138676 w 155945"/>
              <a:gd name="csY13" fmla="*/ 60713 h 127515"/>
              <a:gd name="csX14" fmla="*/ 155945 w 155945"/>
              <a:gd name="csY14" fmla="*/ 36336 h 127515"/>
              <a:gd name="csX15" fmla="*/ 146996 w 155945"/>
              <a:gd name="csY15" fmla="*/ 16620 h 127515"/>
              <a:gd name="csX16" fmla="*/ 63800 w 155945"/>
              <a:gd name="csY16" fmla="*/ 60253 h 127515"/>
              <a:gd name="csX17" fmla="*/ 86700 w 155945"/>
              <a:gd name="csY17" fmla="*/ 60253 h 127515"/>
              <a:gd name="csX18" fmla="*/ 74740 w 155945"/>
              <a:gd name="csY18" fmla="*/ 33342 h 127515"/>
              <a:gd name="csX19" fmla="*/ 76544 w 155945"/>
              <a:gd name="csY19" fmla="*/ 28664 h 127515"/>
              <a:gd name="csX20" fmla="*/ 81222 w 155945"/>
              <a:gd name="csY20" fmla="*/ 30450 h 127515"/>
              <a:gd name="csX21" fmla="*/ 95394 w 155945"/>
              <a:gd name="csY21" fmla="*/ 62346 h 127515"/>
              <a:gd name="csX22" fmla="*/ 95122 w 155945"/>
              <a:gd name="csY22" fmla="*/ 65714 h 127515"/>
              <a:gd name="csX23" fmla="*/ 92162 w 155945"/>
              <a:gd name="csY23" fmla="*/ 67330 h 127515"/>
              <a:gd name="csX24" fmla="*/ 63800 w 155945"/>
              <a:gd name="csY24" fmla="*/ 67330 h 127515"/>
              <a:gd name="csX25" fmla="*/ 60261 w 155945"/>
              <a:gd name="csY25" fmla="*/ 63792 h 127515"/>
              <a:gd name="csX26" fmla="*/ 63800 w 155945"/>
              <a:gd name="csY26" fmla="*/ 60253 h 127515"/>
              <a:gd name="csX27" fmla="*/ 49628 w 155945"/>
              <a:gd name="csY27" fmla="*/ 35434 h 127515"/>
              <a:gd name="csX28" fmla="*/ 42534 w 155945"/>
              <a:gd name="csY28" fmla="*/ 28357 h 127515"/>
              <a:gd name="csX29" fmla="*/ 49628 w 155945"/>
              <a:gd name="csY29" fmla="*/ 21264 h 127515"/>
              <a:gd name="csX30" fmla="*/ 56706 w 155945"/>
              <a:gd name="csY30" fmla="*/ 28357 h 127515"/>
              <a:gd name="csX31" fmla="*/ 49628 w 155945"/>
              <a:gd name="csY31" fmla="*/ 35434 h 127515"/>
              <a:gd name="csX32" fmla="*/ 95700 w 155945"/>
              <a:gd name="csY32" fmla="*/ 88594 h 127515"/>
              <a:gd name="csX33" fmla="*/ 60261 w 155945"/>
              <a:gd name="csY33" fmla="*/ 88594 h 127515"/>
              <a:gd name="csX34" fmla="*/ 56706 w 155945"/>
              <a:gd name="csY34" fmla="*/ 85056 h 127515"/>
              <a:gd name="csX35" fmla="*/ 60261 w 155945"/>
              <a:gd name="csY35" fmla="*/ 81517 h 127515"/>
              <a:gd name="csX36" fmla="*/ 95700 w 155945"/>
              <a:gd name="csY36" fmla="*/ 81517 h 127515"/>
              <a:gd name="csX37" fmla="*/ 99239 w 155945"/>
              <a:gd name="csY37" fmla="*/ 85056 h 127515"/>
              <a:gd name="csX38" fmla="*/ 95700 w 155945"/>
              <a:gd name="csY38" fmla="*/ 88594 h 127515"/>
              <a:gd name="csX39" fmla="*/ 106334 w 155945"/>
              <a:gd name="csY39" fmla="*/ 35434 h 127515"/>
              <a:gd name="csX40" fmla="*/ 99239 w 155945"/>
              <a:gd name="csY40" fmla="*/ 28357 h 127515"/>
              <a:gd name="csX41" fmla="*/ 106334 w 155945"/>
              <a:gd name="csY41" fmla="*/ 21264 h 127515"/>
              <a:gd name="csX42" fmla="*/ 113428 w 155945"/>
              <a:gd name="csY42" fmla="*/ 28357 h 127515"/>
              <a:gd name="csX43" fmla="*/ 106334 w 155945"/>
              <a:gd name="csY43" fmla="*/ 35434 h 127515"/>
            </a:gdLst>
            <a:ahLst/>
            <a:cxnLst/>
            <a:rect l="l" t="t" r="r" b="b"/>
            <a:pathLst>
              <a:path w="100000" h="100000">
                <a:moveTo>
                  <a:pt x="94261" y="19773"/>
                </a:moveTo>
                <a:cubicBezTo>
                  <a:pt x="92614" y="18595"/>
                  <a:pt x="90749" y="17918"/>
                  <a:pt x="88774" y="17788"/>
                </a:cubicBezTo>
                <a:cubicBezTo>
                  <a:pt x="88839" y="15420"/>
                  <a:pt x="88828" y="13282"/>
                  <a:pt x="88599" y="11941"/>
                </a:cubicBezTo>
                <a:cubicBezTo>
                  <a:pt x="88316" y="10304"/>
                  <a:pt x="86897" y="9115"/>
                  <a:pt x="85228" y="9115"/>
                </a:cubicBezTo>
                <a:lnTo>
                  <a:pt x="14772" y="9115"/>
                </a:lnTo>
                <a:cubicBezTo>
                  <a:pt x="13114" y="9115"/>
                  <a:pt x="11696" y="10304"/>
                  <a:pt x="11412" y="11941"/>
                </a:cubicBezTo>
                <a:cubicBezTo>
                  <a:pt x="11183" y="13282"/>
                  <a:pt x="11161" y="15398"/>
                  <a:pt x="11226" y="17755"/>
                </a:cubicBezTo>
                <a:cubicBezTo>
                  <a:pt x="9251" y="17886"/>
                  <a:pt x="7375" y="18551"/>
                  <a:pt x="5739" y="19740"/>
                </a:cubicBezTo>
                <a:cubicBezTo>
                  <a:pt x="2139" y="22326"/>
                  <a:pt x="0" y="27060"/>
                  <a:pt x="0" y="32383"/>
                </a:cubicBezTo>
                <a:cubicBezTo>
                  <a:pt x="0" y="40139"/>
                  <a:pt x="4779" y="46607"/>
                  <a:pt x="11073" y="48014"/>
                </a:cubicBezTo>
                <a:cubicBezTo>
                  <a:pt x="15863" y="71839"/>
                  <a:pt x="32751" y="83925"/>
                  <a:pt x="42625" y="89074"/>
                </a:cubicBezTo>
                <a:cubicBezTo>
                  <a:pt x="44938" y="90284"/>
                  <a:pt x="47469" y="90885"/>
                  <a:pt x="50011" y="90885"/>
                </a:cubicBezTo>
                <a:cubicBezTo>
                  <a:pt x="52542" y="90885"/>
                  <a:pt x="55073" y="90284"/>
                  <a:pt x="57375" y="89085"/>
                </a:cubicBezTo>
                <a:cubicBezTo>
                  <a:pt x="67249" y="83936"/>
                  <a:pt x="84137" y="71871"/>
                  <a:pt x="88926" y="48048"/>
                </a:cubicBezTo>
                <a:cubicBezTo>
                  <a:pt x="95221" y="46640"/>
                  <a:pt x="100000" y="40172"/>
                  <a:pt x="100000" y="32416"/>
                </a:cubicBezTo>
                <a:cubicBezTo>
                  <a:pt x="100000" y="27092"/>
                  <a:pt x="97851" y="22358"/>
                  <a:pt x="94261" y="19773"/>
                </a:cubicBezTo>
                <a:close/>
                <a:moveTo>
                  <a:pt x="40912" y="47753"/>
                </a:moveTo>
                <a:lnTo>
                  <a:pt x="55597" y="47753"/>
                </a:lnTo>
                <a:lnTo>
                  <a:pt x="47927" y="30496"/>
                </a:lnTo>
                <a:cubicBezTo>
                  <a:pt x="47414" y="29340"/>
                  <a:pt x="47938" y="27998"/>
                  <a:pt x="49084" y="27496"/>
                </a:cubicBezTo>
                <a:cubicBezTo>
                  <a:pt x="50229" y="26983"/>
                  <a:pt x="51571" y="27496"/>
                  <a:pt x="52084" y="28642"/>
                </a:cubicBezTo>
                <a:lnTo>
                  <a:pt x="61172" y="49095"/>
                </a:lnTo>
                <a:cubicBezTo>
                  <a:pt x="61488" y="49804"/>
                  <a:pt x="61422" y="50611"/>
                  <a:pt x="60997" y="51255"/>
                </a:cubicBezTo>
                <a:cubicBezTo>
                  <a:pt x="60582" y="51898"/>
                  <a:pt x="59863" y="52291"/>
                  <a:pt x="59099" y="52291"/>
                </a:cubicBezTo>
                <a:lnTo>
                  <a:pt x="40912" y="52291"/>
                </a:lnTo>
                <a:cubicBezTo>
                  <a:pt x="39658" y="52291"/>
                  <a:pt x="38642" y="51276"/>
                  <a:pt x="38642" y="50022"/>
                </a:cubicBezTo>
                <a:cubicBezTo>
                  <a:pt x="38642" y="48768"/>
                  <a:pt x="39658" y="47753"/>
                  <a:pt x="40912" y="47753"/>
                </a:cubicBezTo>
                <a:close/>
                <a:moveTo>
                  <a:pt x="31824" y="31838"/>
                </a:moveTo>
                <a:cubicBezTo>
                  <a:pt x="29304" y="31838"/>
                  <a:pt x="27275" y="29809"/>
                  <a:pt x="27275" y="27299"/>
                </a:cubicBezTo>
                <a:cubicBezTo>
                  <a:pt x="27275" y="24780"/>
                  <a:pt x="29304" y="22751"/>
                  <a:pt x="31824" y="22751"/>
                </a:cubicBezTo>
                <a:cubicBezTo>
                  <a:pt x="34334" y="22751"/>
                  <a:pt x="36363" y="24780"/>
                  <a:pt x="36363" y="27299"/>
                </a:cubicBezTo>
                <a:cubicBezTo>
                  <a:pt x="36363" y="29809"/>
                  <a:pt x="34334" y="31838"/>
                  <a:pt x="31824" y="31838"/>
                </a:cubicBezTo>
                <a:close/>
                <a:moveTo>
                  <a:pt x="61368" y="65926"/>
                </a:moveTo>
                <a:lnTo>
                  <a:pt x="38642" y="65926"/>
                </a:lnTo>
                <a:cubicBezTo>
                  <a:pt x="37377" y="65926"/>
                  <a:pt x="36363" y="64912"/>
                  <a:pt x="36363" y="63658"/>
                </a:cubicBezTo>
                <a:cubicBezTo>
                  <a:pt x="36363" y="62403"/>
                  <a:pt x="37377" y="61388"/>
                  <a:pt x="38642" y="61388"/>
                </a:cubicBezTo>
                <a:lnTo>
                  <a:pt x="61368" y="61388"/>
                </a:lnTo>
                <a:cubicBezTo>
                  <a:pt x="62623" y="61388"/>
                  <a:pt x="63637" y="62403"/>
                  <a:pt x="63637" y="63658"/>
                </a:cubicBezTo>
                <a:cubicBezTo>
                  <a:pt x="63637" y="64912"/>
                  <a:pt x="62623" y="65926"/>
                  <a:pt x="61368" y="65926"/>
                </a:cubicBezTo>
                <a:close/>
                <a:moveTo>
                  <a:pt x="68187" y="31838"/>
                </a:moveTo>
                <a:cubicBezTo>
                  <a:pt x="65678" y="31838"/>
                  <a:pt x="63637" y="29809"/>
                  <a:pt x="63637" y="27299"/>
                </a:cubicBezTo>
                <a:cubicBezTo>
                  <a:pt x="63637" y="24780"/>
                  <a:pt x="65678" y="22751"/>
                  <a:pt x="68187" y="22751"/>
                </a:cubicBezTo>
                <a:cubicBezTo>
                  <a:pt x="70696" y="22751"/>
                  <a:pt x="72736" y="24780"/>
                  <a:pt x="72736" y="27299"/>
                </a:cubicBezTo>
                <a:cubicBezTo>
                  <a:pt x="72736" y="29809"/>
                  <a:pt x="70696" y="31838"/>
                  <a:pt x="68187" y="3183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0" name="Чёрный — SVG 71">
            <a:extLst>
              <a:ext uri="{FF2B5EF4-FFF2-40B4-BE49-F238E27FC236}">
                <a16:creationId xmlns:a16="http://schemas.microsoft.com/office/drawing/2014/main" id="{63552F5D-0B8E-A64D-832C-2BBFBD6374D7}"/>
              </a:ext>
            </a:extLst>
          </p:cNvPr>
          <p:cNvSpPr>
            <a:spLocks noGrp="1"/>
          </p:cNvSpPr>
          <p:nvPr/>
        </p:nvSpPr>
        <p:spPr>
          <a:xfrm>
            <a:off x="10020000" y="3730000"/>
            <a:ext cx="220000" cy="220000"/>
          </a:xfrm>
          <a:custGeom>
            <a:avLst/>
            <a:gdLst>
              <a:gd name="csX0" fmla="*/ 124109 w 148820"/>
              <a:gd name="csY0" fmla="*/ 2 h 102495"/>
              <a:gd name="csX1" fmla="*/ 120111 w 148820"/>
              <a:gd name="csY1" fmla="*/ 1125 h 102495"/>
              <a:gd name="csX2" fmla="*/ 117439 w 148820"/>
              <a:gd name="csY2" fmla="*/ 4289 h 102495"/>
              <a:gd name="csX3" fmla="*/ 116980 w 148820"/>
              <a:gd name="csY3" fmla="*/ 8405 h 102495"/>
              <a:gd name="csX4" fmla="*/ 118919 w 148820"/>
              <a:gd name="csY4" fmla="*/ 12080 h 102495"/>
              <a:gd name="csX5" fmla="*/ 118919 w 148820"/>
              <a:gd name="csY5" fmla="*/ 90501 h 102495"/>
              <a:gd name="csX6" fmla="*/ 117422 w 148820"/>
              <a:gd name="csY6" fmla="*/ 92832 h 102495"/>
              <a:gd name="csX7" fmla="*/ 116946 w 148820"/>
              <a:gd name="csY7" fmla="*/ 95553 h 102495"/>
              <a:gd name="csX8" fmla="*/ 117541 w 148820"/>
              <a:gd name="csY8" fmla="*/ 98258 h 102495"/>
              <a:gd name="csX9" fmla="*/ 119124 w 148820"/>
              <a:gd name="csY9" fmla="*/ 100521 h 102495"/>
              <a:gd name="csX10" fmla="*/ 121455 w 148820"/>
              <a:gd name="csY10" fmla="*/ 102018 h 102495"/>
              <a:gd name="csX11" fmla="*/ 124177 w 148820"/>
              <a:gd name="csY11" fmla="*/ 102494 h 102495"/>
              <a:gd name="csX12" fmla="*/ 126882 w 148820"/>
              <a:gd name="csY12" fmla="*/ 101898 h 102495"/>
              <a:gd name="csX13" fmla="*/ 129145 w 148820"/>
              <a:gd name="csY13" fmla="*/ 100316 h 102495"/>
              <a:gd name="csX14" fmla="*/ 129145 w 148820"/>
              <a:gd name="csY14" fmla="*/ 2265 h 102495"/>
              <a:gd name="csX15" fmla="*/ 126848 w 148820"/>
              <a:gd name="csY15" fmla="*/ 615 h 102495"/>
              <a:gd name="csX16" fmla="*/ 124109 w 148820"/>
              <a:gd name="csY16" fmla="*/ 2 h 102495"/>
              <a:gd name="csX17" fmla="*/ 24495 w 148820"/>
              <a:gd name="csY17" fmla="*/ 19 h 102495"/>
              <a:gd name="csX18" fmla="*/ 19663 w 148820"/>
              <a:gd name="csY18" fmla="*/ 2265 h 102495"/>
              <a:gd name="csX19" fmla="*/ 19663 w 148820"/>
              <a:gd name="csY19" fmla="*/ 100316 h 102495"/>
              <a:gd name="csX20" fmla="*/ 24631 w 148820"/>
              <a:gd name="csY20" fmla="*/ 102494 h 102495"/>
              <a:gd name="csX21" fmla="*/ 29685 w 148820"/>
              <a:gd name="csY21" fmla="*/ 100521 h 102495"/>
              <a:gd name="csX22" fmla="*/ 31879 w 148820"/>
              <a:gd name="csY22" fmla="*/ 95553 h 102495"/>
              <a:gd name="csX23" fmla="*/ 29906 w 148820"/>
              <a:gd name="csY23" fmla="*/ 90501 h 102495"/>
              <a:gd name="csX24" fmla="*/ 29906 w 148820"/>
              <a:gd name="csY24" fmla="*/ 12080 h 102495"/>
              <a:gd name="csX25" fmla="*/ 31828 w 148820"/>
              <a:gd name="csY25" fmla="*/ 8354 h 102495"/>
              <a:gd name="csX26" fmla="*/ 31334 w 148820"/>
              <a:gd name="csY26" fmla="*/ 4187 h 102495"/>
              <a:gd name="csX27" fmla="*/ 28561 w 148820"/>
              <a:gd name="csY27" fmla="*/ 1040 h 102495"/>
              <a:gd name="csX28" fmla="*/ 24495 w 148820"/>
              <a:gd name="csY28" fmla="*/ 19 h 102495"/>
              <a:gd name="csX29" fmla="*/ 48909 w 148820"/>
              <a:gd name="csY29" fmla="*/ 19327 h 102495"/>
              <a:gd name="csX30" fmla="*/ 44044 w 148820"/>
              <a:gd name="csY30" fmla="*/ 21504 h 102495"/>
              <a:gd name="csX31" fmla="*/ 44044 w 148820"/>
              <a:gd name="csY31" fmla="*/ 81060 h 102495"/>
              <a:gd name="csX32" fmla="*/ 46341 w 148820"/>
              <a:gd name="csY32" fmla="*/ 82710 h 102495"/>
              <a:gd name="csX33" fmla="*/ 49096 w 148820"/>
              <a:gd name="csY33" fmla="*/ 83339 h 102495"/>
              <a:gd name="csX34" fmla="*/ 51870 w 148820"/>
              <a:gd name="csY34" fmla="*/ 82846 h 102495"/>
              <a:gd name="csX35" fmla="*/ 54234 w 148820"/>
              <a:gd name="csY35" fmla="*/ 81315 h 102495"/>
              <a:gd name="csX36" fmla="*/ 55817 w 148820"/>
              <a:gd name="csY36" fmla="*/ 78967 h 102495"/>
              <a:gd name="csX37" fmla="*/ 56344 w 148820"/>
              <a:gd name="csY37" fmla="*/ 76195 h 102495"/>
              <a:gd name="csX38" fmla="*/ 55765 w 148820"/>
              <a:gd name="csY38" fmla="*/ 73439 h 102495"/>
              <a:gd name="csX39" fmla="*/ 54150 w 148820"/>
              <a:gd name="csY39" fmla="*/ 71126 h 102495"/>
              <a:gd name="csX40" fmla="*/ 54150 w 148820"/>
              <a:gd name="csY40" fmla="*/ 31456 h 102495"/>
              <a:gd name="csX41" fmla="*/ 56123 w 148820"/>
              <a:gd name="csY41" fmla="*/ 27764 h 102495"/>
              <a:gd name="csX42" fmla="*/ 55681 w 148820"/>
              <a:gd name="csY42" fmla="*/ 23597 h 102495"/>
              <a:gd name="csX43" fmla="*/ 52942 w 148820"/>
              <a:gd name="csY43" fmla="*/ 20415 h 102495"/>
              <a:gd name="csX44" fmla="*/ 48909 w 148820"/>
              <a:gd name="csY44" fmla="*/ 19327 h 102495"/>
              <a:gd name="csX45" fmla="*/ 99695 w 148820"/>
              <a:gd name="csY45" fmla="*/ 19327 h 102495"/>
              <a:gd name="csX46" fmla="*/ 95730 w 148820"/>
              <a:gd name="csY46" fmla="*/ 20501 h 102495"/>
              <a:gd name="csX47" fmla="*/ 93094 w 148820"/>
              <a:gd name="csY47" fmla="*/ 23698 h 102495"/>
              <a:gd name="csX48" fmla="*/ 92702 w 148820"/>
              <a:gd name="csY48" fmla="*/ 27815 h 102495"/>
              <a:gd name="csX49" fmla="*/ 94659 w 148820"/>
              <a:gd name="csY49" fmla="*/ 31456 h 102495"/>
              <a:gd name="csX50" fmla="*/ 94659 w 148820"/>
              <a:gd name="csY50" fmla="*/ 71126 h 102495"/>
              <a:gd name="csX51" fmla="*/ 93042 w 148820"/>
              <a:gd name="csY51" fmla="*/ 73439 h 102495"/>
              <a:gd name="csX52" fmla="*/ 92464 w 148820"/>
              <a:gd name="csY52" fmla="*/ 76195 h 102495"/>
              <a:gd name="csX53" fmla="*/ 93008 w 148820"/>
              <a:gd name="csY53" fmla="*/ 78967 h 102495"/>
              <a:gd name="csX54" fmla="*/ 94573 w 148820"/>
              <a:gd name="csY54" fmla="*/ 81315 h 102495"/>
              <a:gd name="csX55" fmla="*/ 96938 w 148820"/>
              <a:gd name="csY55" fmla="*/ 82846 h 102495"/>
              <a:gd name="csX56" fmla="*/ 99729 w 148820"/>
              <a:gd name="csY56" fmla="*/ 83339 h 102495"/>
              <a:gd name="csX57" fmla="*/ 102468 w 148820"/>
              <a:gd name="csY57" fmla="*/ 82710 h 102495"/>
              <a:gd name="csX58" fmla="*/ 104765 w 148820"/>
              <a:gd name="csY58" fmla="*/ 81060 h 102495"/>
              <a:gd name="csX59" fmla="*/ 104765 w 148820"/>
              <a:gd name="csY59" fmla="*/ 21504 h 102495"/>
              <a:gd name="csX60" fmla="*/ 102451 w 148820"/>
              <a:gd name="csY60" fmla="*/ 19905 h 102495"/>
              <a:gd name="csX61" fmla="*/ 99695 w 148820"/>
              <a:gd name="csY61" fmla="*/ 19327 h 102495"/>
              <a:gd name="csX62" fmla="*/ 74413 w 148820"/>
              <a:gd name="csY62" fmla="*/ 40658 h 102495"/>
              <a:gd name="csX63" fmla="*/ 66892 w 148820"/>
              <a:gd name="csY63" fmla="*/ 43772 h 102495"/>
              <a:gd name="csX64" fmla="*/ 63780 w 148820"/>
              <a:gd name="csY64" fmla="*/ 51290 h 102495"/>
              <a:gd name="csX65" fmla="*/ 66892 w 148820"/>
              <a:gd name="csY65" fmla="*/ 58810 h 102495"/>
              <a:gd name="csX66" fmla="*/ 74413 w 148820"/>
              <a:gd name="csY66" fmla="*/ 61922 h 102495"/>
              <a:gd name="csX67" fmla="*/ 81933 w 148820"/>
              <a:gd name="csY67" fmla="*/ 58810 h 102495"/>
              <a:gd name="csX68" fmla="*/ 85046 w 148820"/>
              <a:gd name="csY68" fmla="*/ 51290 h 102495"/>
              <a:gd name="csX69" fmla="*/ 81933 w 148820"/>
              <a:gd name="csY69" fmla="*/ 43772 h 102495"/>
              <a:gd name="csX70" fmla="*/ 74413 w 148820"/>
              <a:gd name="csY70" fmla="*/ 40658 h 102495"/>
            </a:gdLst>
            <a:ahLst/>
            <a:cxnLst/>
            <a:rect l="l" t="t" r="r" b="b"/>
            <a:pathLst>
              <a:path w="100000" h="100000">
                <a:moveTo>
                  <a:pt x="83395" y="15565"/>
                </a:moveTo>
                <a:cubicBezTo>
                  <a:pt x="82447" y="15543"/>
                  <a:pt x="81509" y="15805"/>
                  <a:pt x="80709" y="16320"/>
                </a:cubicBezTo>
                <a:cubicBezTo>
                  <a:pt x="79920" y="16834"/>
                  <a:pt x="79291" y="17577"/>
                  <a:pt x="78913" y="18446"/>
                </a:cubicBezTo>
                <a:cubicBezTo>
                  <a:pt x="78536" y="19315"/>
                  <a:pt x="78434" y="20286"/>
                  <a:pt x="78605" y="21212"/>
                </a:cubicBezTo>
                <a:cubicBezTo>
                  <a:pt x="78788" y="22149"/>
                  <a:pt x="79234" y="23007"/>
                  <a:pt x="79908" y="23681"/>
                </a:cubicBezTo>
                <a:cubicBezTo>
                  <a:pt x="94050" y="38415"/>
                  <a:pt x="94050" y="61643"/>
                  <a:pt x="79908" y="76376"/>
                </a:cubicBezTo>
                <a:cubicBezTo>
                  <a:pt x="79474" y="76823"/>
                  <a:pt x="79131" y="77360"/>
                  <a:pt x="78902" y="77943"/>
                </a:cubicBezTo>
                <a:cubicBezTo>
                  <a:pt x="78674" y="78525"/>
                  <a:pt x="78559" y="79143"/>
                  <a:pt x="78582" y="79771"/>
                </a:cubicBezTo>
                <a:cubicBezTo>
                  <a:pt x="78594" y="80400"/>
                  <a:pt x="78731" y="81018"/>
                  <a:pt x="78982" y="81589"/>
                </a:cubicBezTo>
                <a:cubicBezTo>
                  <a:pt x="79234" y="82161"/>
                  <a:pt x="79588" y="82675"/>
                  <a:pt x="80046" y="83109"/>
                </a:cubicBezTo>
                <a:cubicBezTo>
                  <a:pt x="80492" y="83544"/>
                  <a:pt x="81029" y="83886"/>
                  <a:pt x="81612" y="84115"/>
                </a:cubicBezTo>
                <a:cubicBezTo>
                  <a:pt x="82195" y="84344"/>
                  <a:pt x="82812" y="84447"/>
                  <a:pt x="83441" y="84435"/>
                </a:cubicBezTo>
                <a:cubicBezTo>
                  <a:pt x="84070" y="84424"/>
                  <a:pt x="84687" y="84287"/>
                  <a:pt x="85259" y="84035"/>
                </a:cubicBezTo>
                <a:cubicBezTo>
                  <a:pt x="85831" y="83783"/>
                  <a:pt x="86345" y="83418"/>
                  <a:pt x="86779" y="82972"/>
                </a:cubicBezTo>
                <a:cubicBezTo>
                  <a:pt x="104407" y="64615"/>
                  <a:pt x="104407" y="35443"/>
                  <a:pt x="86779" y="17086"/>
                </a:cubicBezTo>
                <a:cubicBezTo>
                  <a:pt x="86345" y="16617"/>
                  <a:pt x="85818" y="16240"/>
                  <a:pt x="85236" y="15977"/>
                </a:cubicBezTo>
                <a:cubicBezTo>
                  <a:pt x="84653" y="15725"/>
                  <a:pt x="84024" y="15577"/>
                  <a:pt x="83395" y="15565"/>
                </a:cubicBezTo>
                <a:close/>
                <a:moveTo>
                  <a:pt x="16459" y="15577"/>
                </a:moveTo>
                <a:cubicBezTo>
                  <a:pt x="15224" y="15634"/>
                  <a:pt x="14059" y="16172"/>
                  <a:pt x="13213" y="17086"/>
                </a:cubicBezTo>
                <a:cubicBezTo>
                  <a:pt x="-4404" y="35443"/>
                  <a:pt x="-4404" y="64615"/>
                  <a:pt x="13213" y="82972"/>
                </a:cubicBezTo>
                <a:cubicBezTo>
                  <a:pt x="14094" y="83886"/>
                  <a:pt x="15294" y="84412"/>
                  <a:pt x="16551" y="84435"/>
                </a:cubicBezTo>
                <a:cubicBezTo>
                  <a:pt x="17820" y="84458"/>
                  <a:pt x="19043" y="83990"/>
                  <a:pt x="19947" y="83109"/>
                </a:cubicBezTo>
                <a:cubicBezTo>
                  <a:pt x="20861" y="82241"/>
                  <a:pt x="21387" y="81041"/>
                  <a:pt x="21421" y="79771"/>
                </a:cubicBezTo>
                <a:cubicBezTo>
                  <a:pt x="21444" y="78514"/>
                  <a:pt x="20964" y="77291"/>
                  <a:pt x="20095" y="76376"/>
                </a:cubicBezTo>
                <a:cubicBezTo>
                  <a:pt x="5942" y="61643"/>
                  <a:pt x="5942" y="38415"/>
                  <a:pt x="20095" y="23681"/>
                </a:cubicBezTo>
                <a:cubicBezTo>
                  <a:pt x="20769" y="22995"/>
                  <a:pt x="21216" y="22126"/>
                  <a:pt x="21387" y="21178"/>
                </a:cubicBezTo>
                <a:cubicBezTo>
                  <a:pt x="21558" y="20229"/>
                  <a:pt x="21444" y="19258"/>
                  <a:pt x="21055" y="18378"/>
                </a:cubicBezTo>
                <a:cubicBezTo>
                  <a:pt x="20655" y="17509"/>
                  <a:pt x="20015" y="16766"/>
                  <a:pt x="19192" y="16263"/>
                </a:cubicBezTo>
                <a:cubicBezTo>
                  <a:pt x="18368" y="15760"/>
                  <a:pt x="17420" y="15520"/>
                  <a:pt x="16459" y="15577"/>
                </a:cubicBezTo>
                <a:close/>
                <a:moveTo>
                  <a:pt x="32865" y="28551"/>
                </a:moveTo>
                <a:cubicBezTo>
                  <a:pt x="31619" y="28597"/>
                  <a:pt x="30453" y="29122"/>
                  <a:pt x="29595" y="30014"/>
                </a:cubicBezTo>
                <a:cubicBezTo>
                  <a:pt x="18712" y="41079"/>
                  <a:pt x="18712" y="58979"/>
                  <a:pt x="29595" y="70033"/>
                </a:cubicBezTo>
                <a:cubicBezTo>
                  <a:pt x="30030" y="70502"/>
                  <a:pt x="30556" y="70879"/>
                  <a:pt x="31139" y="71141"/>
                </a:cubicBezTo>
                <a:cubicBezTo>
                  <a:pt x="31722" y="71404"/>
                  <a:pt x="32350" y="71553"/>
                  <a:pt x="32990" y="71564"/>
                </a:cubicBezTo>
                <a:cubicBezTo>
                  <a:pt x="33620" y="71587"/>
                  <a:pt x="34260" y="71473"/>
                  <a:pt x="34854" y="71233"/>
                </a:cubicBezTo>
                <a:cubicBezTo>
                  <a:pt x="35448" y="71004"/>
                  <a:pt x="35986" y="70649"/>
                  <a:pt x="36443" y="70204"/>
                </a:cubicBezTo>
                <a:cubicBezTo>
                  <a:pt x="36900" y="69758"/>
                  <a:pt x="37254" y="69221"/>
                  <a:pt x="37506" y="68626"/>
                </a:cubicBezTo>
                <a:cubicBezTo>
                  <a:pt x="37746" y="68044"/>
                  <a:pt x="37872" y="67404"/>
                  <a:pt x="37861" y="66764"/>
                </a:cubicBezTo>
                <a:cubicBezTo>
                  <a:pt x="37861" y="66135"/>
                  <a:pt x="37723" y="65494"/>
                  <a:pt x="37471" y="64912"/>
                </a:cubicBezTo>
                <a:cubicBezTo>
                  <a:pt x="37221" y="64328"/>
                  <a:pt x="36843" y="63803"/>
                  <a:pt x="36386" y="63357"/>
                </a:cubicBezTo>
                <a:cubicBezTo>
                  <a:pt x="29081" y="55938"/>
                  <a:pt x="29081" y="44119"/>
                  <a:pt x="36386" y="36701"/>
                </a:cubicBezTo>
                <a:cubicBezTo>
                  <a:pt x="37072" y="36026"/>
                  <a:pt x="37529" y="35158"/>
                  <a:pt x="37712" y="34220"/>
                </a:cubicBezTo>
                <a:cubicBezTo>
                  <a:pt x="37895" y="33271"/>
                  <a:pt x="37792" y="32300"/>
                  <a:pt x="37415" y="31420"/>
                </a:cubicBezTo>
                <a:cubicBezTo>
                  <a:pt x="37027" y="30540"/>
                  <a:pt x="36386" y="29785"/>
                  <a:pt x="35575" y="29282"/>
                </a:cubicBezTo>
                <a:cubicBezTo>
                  <a:pt x="34763" y="28768"/>
                  <a:pt x="33825" y="28517"/>
                  <a:pt x="32865" y="28551"/>
                </a:cubicBezTo>
                <a:close/>
                <a:moveTo>
                  <a:pt x="66990" y="28551"/>
                </a:moveTo>
                <a:cubicBezTo>
                  <a:pt x="66041" y="28540"/>
                  <a:pt x="65115" y="28814"/>
                  <a:pt x="64326" y="29340"/>
                </a:cubicBezTo>
                <a:cubicBezTo>
                  <a:pt x="63538" y="29865"/>
                  <a:pt x="62920" y="30608"/>
                  <a:pt x="62555" y="31488"/>
                </a:cubicBezTo>
                <a:cubicBezTo>
                  <a:pt x="62200" y="32357"/>
                  <a:pt x="62096" y="33329"/>
                  <a:pt x="62291" y="34254"/>
                </a:cubicBezTo>
                <a:cubicBezTo>
                  <a:pt x="62474" y="35180"/>
                  <a:pt x="62931" y="36026"/>
                  <a:pt x="63606" y="36701"/>
                </a:cubicBezTo>
                <a:cubicBezTo>
                  <a:pt x="70911" y="44119"/>
                  <a:pt x="70911" y="55938"/>
                  <a:pt x="63606" y="63357"/>
                </a:cubicBezTo>
                <a:cubicBezTo>
                  <a:pt x="63149" y="63803"/>
                  <a:pt x="62772" y="64328"/>
                  <a:pt x="62520" y="64912"/>
                </a:cubicBezTo>
                <a:cubicBezTo>
                  <a:pt x="62269" y="65494"/>
                  <a:pt x="62131" y="66135"/>
                  <a:pt x="62131" y="66764"/>
                </a:cubicBezTo>
                <a:cubicBezTo>
                  <a:pt x="62119" y="67404"/>
                  <a:pt x="62246" y="68044"/>
                  <a:pt x="62497" y="68626"/>
                </a:cubicBezTo>
                <a:cubicBezTo>
                  <a:pt x="62737" y="69221"/>
                  <a:pt x="63092" y="69758"/>
                  <a:pt x="63549" y="70204"/>
                </a:cubicBezTo>
                <a:cubicBezTo>
                  <a:pt x="64006" y="70649"/>
                  <a:pt x="64543" y="71004"/>
                  <a:pt x="65138" y="71233"/>
                </a:cubicBezTo>
                <a:cubicBezTo>
                  <a:pt x="65732" y="71473"/>
                  <a:pt x="66373" y="71587"/>
                  <a:pt x="67013" y="71564"/>
                </a:cubicBezTo>
                <a:cubicBezTo>
                  <a:pt x="67641" y="71553"/>
                  <a:pt x="68270" y="71404"/>
                  <a:pt x="68854" y="71141"/>
                </a:cubicBezTo>
                <a:cubicBezTo>
                  <a:pt x="69437" y="70879"/>
                  <a:pt x="69962" y="70502"/>
                  <a:pt x="70397" y="70033"/>
                </a:cubicBezTo>
                <a:cubicBezTo>
                  <a:pt x="81280" y="58979"/>
                  <a:pt x="81280" y="41079"/>
                  <a:pt x="70397" y="30014"/>
                </a:cubicBezTo>
                <a:cubicBezTo>
                  <a:pt x="69951" y="29557"/>
                  <a:pt x="69425" y="29191"/>
                  <a:pt x="68842" y="28939"/>
                </a:cubicBezTo>
                <a:cubicBezTo>
                  <a:pt x="68259" y="28688"/>
                  <a:pt x="67630" y="28551"/>
                  <a:pt x="66990" y="28551"/>
                </a:cubicBezTo>
                <a:close/>
                <a:moveTo>
                  <a:pt x="50002" y="42884"/>
                </a:moveTo>
                <a:cubicBezTo>
                  <a:pt x="48104" y="42884"/>
                  <a:pt x="46287" y="43639"/>
                  <a:pt x="44948" y="44977"/>
                </a:cubicBezTo>
                <a:cubicBezTo>
                  <a:pt x="43600" y="46314"/>
                  <a:pt x="42857" y="48132"/>
                  <a:pt x="42857" y="50029"/>
                </a:cubicBezTo>
                <a:cubicBezTo>
                  <a:pt x="42857" y="51926"/>
                  <a:pt x="43600" y="53744"/>
                  <a:pt x="44948" y="55082"/>
                </a:cubicBezTo>
                <a:cubicBezTo>
                  <a:pt x="46287" y="56419"/>
                  <a:pt x="48104" y="57173"/>
                  <a:pt x="50002" y="57173"/>
                </a:cubicBezTo>
                <a:cubicBezTo>
                  <a:pt x="51888" y="57173"/>
                  <a:pt x="53706" y="56419"/>
                  <a:pt x="55055" y="55082"/>
                </a:cubicBezTo>
                <a:cubicBezTo>
                  <a:pt x="56392" y="53744"/>
                  <a:pt x="57147" y="51926"/>
                  <a:pt x="57147" y="50029"/>
                </a:cubicBezTo>
                <a:cubicBezTo>
                  <a:pt x="57147" y="48132"/>
                  <a:pt x="56392" y="46314"/>
                  <a:pt x="55055" y="44977"/>
                </a:cubicBezTo>
                <a:cubicBezTo>
                  <a:pt x="53706" y="43639"/>
                  <a:pt x="51888" y="42884"/>
                  <a:pt x="50002" y="4288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1" name="Чёрный — SVG 72">
            <a:extLst>
              <a:ext uri="{FF2B5EF4-FFF2-40B4-BE49-F238E27FC236}">
                <a16:creationId xmlns:a16="http://schemas.microsoft.com/office/drawing/2014/main" id="{E7A2D48D-1B0B-9D49-89BD-59BD1C0BF58D}"/>
              </a:ext>
            </a:extLst>
          </p:cNvPr>
          <p:cNvSpPr>
            <a:spLocks noGrp="1"/>
          </p:cNvSpPr>
          <p:nvPr/>
        </p:nvSpPr>
        <p:spPr>
          <a:xfrm>
            <a:off x="10620000" y="3730000"/>
            <a:ext cx="220000" cy="220000"/>
          </a:xfrm>
          <a:custGeom>
            <a:avLst/>
            <a:gdLst>
              <a:gd name="csX0" fmla="*/ 58475 w 148867"/>
              <a:gd name="csY0" fmla="*/ 0 h 141753"/>
              <a:gd name="csX1" fmla="*/ 42534 w 148867"/>
              <a:gd name="csY1" fmla="*/ 15940 h 141753"/>
              <a:gd name="csX2" fmla="*/ 42534 w 148867"/>
              <a:gd name="csY2" fmla="*/ 46066 h 141753"/>
              <a:gd name="csX3" fmla="*/ 60261 w 148867"/>
              <a:gd name="csY3" fmla="*/ 46066 h 141753"/>
              <a:gd name="csX4" fmla="*/ 60261 w 148867"/>
              <a:gd name="csY4" fmla="*/ 42528 h 141753"/>
              <a:gd name="csX5" fmla="*/ 63800 w 148867"/>
              <a:gd name="csY5" fmla="*/ 38989 h 141753"/>
              <a:gd name="csX6" fmla="*/ 67339 w 148867"/>
              <a:gd name="csY6" fmla="*/ 38989 h 141753"/>
              <a:gd name="csX7" fmla="*/ 70895 w 148867"/>
              <a:gd name="csY7" fmla="*/ 42528 h 141753"/>
              <a:gd name="csX8" fmla="*/ 70895 w 148867"/>
              <a:gd name="csY8" fmla="*/ 46066 h 141753"/>
              <a:gd name="csX9" fmla="*/ 90375 w 148867"/>
              <a:gd name="csY9" fmla="*/ 46066 h 141753"/>
              <a:gd name="csX10" fmla="*/ 113428 w 148867"/>
              <a:gd name="csY10" fmla="*/ 69099 h 141753"/>
              <a:gd name="csX11" fmla="*/ 113428 w 148867"/>
              <a:gd name="csY11" fmla="*/ 88594 h 141753"/>
              <a:gd name="csX12" fmla="*/ 132909 w 148867"/>
              <a:gd name="csY12" fmla="*/ 88594 h 141753"/>
              <a:gd name="csX13" fmla="*/ 148867 w 148867"/>
              <a:gd name="csY13" fmla="*/ 72654 h 141753"/>
              <a:gd name="csX14" fmla="*/ 148867 w 148867"/>
              <a:gd name="csY14" fmla="*/ 15940 h 141753"/>
              <a:gd name="csX15" fmla="*/ 132909 w 148867"/>
              <a:gd name="csY15" fmla="*/ 0 h 141753"/>
              <a:gd name="csX16" fmla="*/ 58475 w 148867"/>
              <a:gd name="csY16" fmla="*/ 0 h 141753"/>
              <a:gd name="csX17" fmla="*/ 63800 w 148867"/>
              <a:gd name="csY17" fmla="*/ 17725 h 141753"/>
              <a:gd name="csX18" fmla="*/ 67339 w 148867"/>
              <a:gd name="csY18" fmla="*/ 17725 h 141753"/>
              <a:gd name="csX19" fmla="*/ 70895 w 148867"/>
              <a:gd name="csY19" fmla="*/ 21264 h 141753"/>
              <a:gd name="csX20" fmla="*/ 70895 w 148867"/>
              <a:gd name="csY20" fmla="*/ 24802 h 141753"/>
              <a:gd name="csX21" fmla="*/ 67339 w 148867"/>
              <a:gd name="csY21" fmla="*/ 28357 h 141753"/>
              <a:gd name="csX22" fmla="*/ 63800 w 148867"/>
              <a:gd name="csY22" fmla="*/ 28357 h 141753"/>
              <a:gd name="csX23" fmla="*/ 60261 w 148867"/>
              <a:gd name="csY23" fmla="*/ 24802 h 141753"/>
              <a:gd name="csX24" fmla="*/ 60261 w 148867"/>
              <a:gd name="csY24" fmla="*/ 21264 h 141753"/>
              <a:gd name="csX25" fmla="*/ 63800 w 148867"/>
              <a:gd name="csY25" fmla="*/ 17725 h 141753"/>
              <a:gd name="csX26" fmla="*/ 124062 w 148867"/>
              <a:gd name="csY26" fmla="*/ 17725 h 141753"/>
              <a:gd name="csX27" fmla="*/ 127601 w 148867"/>
              <a:gd name="csY27" fmla="*/ 17725 h 141753"/>
              <a:gd name="csX28" fmla="*/ 131139 w 148867"/>
              <a:gd name="csY28" fmla="*/ 21264 h 141753"/>
              <a:gd name="csX29" fmla="*/ 131139 w 148867"/>
              <a:gd name="csY29" fmla="*/ 24802 h 141753"/>
              <a:gd name="csX30" fmla="*/ 127601 w 148867"/>
              <a:gd name="csY30" fmla="*/ 28357 h 141753"/>
              <a:gd name="csX31" fmla="*/ 124062 w 148867"/>
              <a:gd name="csY31" fmla="*/ 28357 h 141753"/>
              <a:gd name="csX32" fmla="*/ 120506 w 148867"/>
              <a:gd name="csY32" fmla="*/ 24802 h 141753"/>
              <a:gd name="csX33" fmla="*/ 120506 w 148867"/>
              <a:gd name="csY33" fmla="*/ 21264 h 141753"/>
              <a:gd name="csX34" fmla="*/ 124062 w 148867"/>
              <a:gd name="csY34" fmla="*/ 17725 h 141753"/>
              <a:gd name="csX35" fmla="*/ 124062 w 148867"/>
              <a:gd name="csY35" fmla="*/ 38989 h 141753"/>
              <a:gd name="csX36" fmla="*/ 127601 w 148867"/>
              <a:gd name="csY36" fmla="*/ 38989 h 141753"/>
              <a:gd name="csX37" fmla="*/ 131139 w 148867"/>
              <a:gd name="csY37" fmla="*/ 42528 h 141753"/>
              <a:gd name="csX38" fmla="*/ 131139 w 148867"/>
              <a:gd name="csY38" fmla="*/ 46066 h 141753"/>
              <a:gd name="csX39" fmla="*/ 127601 w 148867"/>
              <a:gd name="csY39" fmla="*/ 49621 h 141753"/>
              <a:gd name="csX40" fmla="*/ 124062 w 148867"/>
              <a:gd name="csY40" fmla="*/ 49621 h 141753"/>
              <a:gd name="csX41" fmla="*/ 120506 w 148867"/>
              <a:gd name="csY41" fmla="*/ 46066 h 141753"/>
              <a:gd name="csX42" fmla="*/ 120506 w 148867"/>
              <a:gd name="csY42" fmla="*/ 42528 h 141753"/>
              <a:gd name="csX43" fmla="*/ 124062 w 148867"/>
              <a:gd name="csY43" fmla="*/ 38989 h 141753"/>
              <a:gd name="csX44" fmla="*/ 15942 w 148867"/>
              <a:gd name="csY44" fmla="*/ 53160 h 141753"/>
              <a:gd name="csX45" fmla="*/ 0 w 148867"/>
              <a:gd name="csY45" fmla="*/ 69099 h 141753"/>
              <a:gd name="csX46" fmla="*/ 0 w 148867"/>
              <a:gd name="csY46" fmla="*/ 117530 h 141753"/>
              <a:gd name="csX47" fmla="*/ 26575 w 148867"/>
              <a:gd name="csY47" fmla="*/ 91826 h 141753"/>
              <a:gd name="csX48" fmla="*/ 42534 w 148867"/>
              <a:gd name="csY48" fmla="*/ 91826 h 141753"/>
              <a:gd name="csX49" fmla="*/ 55106 w 148867"/>
              <a:gd name="csY49" fmla="*/ 104006 h 141753"/>
              <a:gd name="csX50" fmla="*/ 60364 w 148867"/>
              <a:gd name="csY50" fmla="*/ 98919 h 141753"/>
              <a:gd name="csX51" fmla="*/ 76322 w 148867"/>
              <a:gd name="csY51" fmla="*/ 98919 h 141753"/>
              <a:gd name="csX52" fmla="*/ 106146 w 148867"/>
              <a:gd name="csY52" fmla="*/ 127754 h 141753"/>
              <a:gd name="csX53" fmla="*/ 106334 w 148867"/>
              <a:gd name="csY53" fmla="*/ 125814 h 141753"/>
              <a:gd name="csX54" fmla="*/ 106334 w 148867"/>
              <a:gd name="csY54" fmla="*/ 69099 h 141753"/>
              <a:gd name="csX55" fmla="*/ 90375 w 148867"/>
              <a:gd name="csY55" fmla="*/ 53160 h 141753"/>
              <a:gd name="csX56" fmla="*/ 15942 w 148867"/>
              <a:gd name="csY56" fmla="*/ 53160 h 141753"/>
              <a:gd name="csX57" fmla="*/ 124062 w 148867"/>
              <a:gd name="csY57" fmla="*/ 60253 h 141753"/>
              <a:gd name="csX58" fmla="*/ 127601 w 148867"/>
              <a:gd name="csY58" fmla="*/ 60253 h 141753"/>
              <a:gd name="csX59" fmla="*/ 131139 w 148867"/>
              <a:gd name="csY59" fmla="*/ 63792 h 141753"/>
              <a:gd name="csX60" fmla="*/ 131139 w 148867"/>
              <a:gd name="csY60" fmla="*/ 67330 h 141753"/>
              <a:gd name="csX61" fmla="*/ 127601 w 148867"/>
              <a:gd name="csY61" fmla="*/ 70885 h 141753"/>
              <a:gd name="csX62" fmla="*/ 124062 w 148867"/>
              <a:gd name="csY62" fmla="*/ 70885 h 141753"/>
              <a:gd name="csX63" fmla="*/ 120506 w 148867"/>
              <a:gd name="csY63" fmla="*/ 67330 h 141753"/>
              <a:gd name="csX64" fmla="*/ 120506 w 148867"/>
              <a:gd name="csY64" fmla="*/ 63792 h 141753"/>
              <a:gd name="csX65" fmla="*/ 124062 w 148867"/>
              <a:gd name="csY65" fmla="*/ 60253 h 141753"/>
              <a:gd name="csX66" fmla="*/ 81528 w 148867"/>
              <a:gd name="csY66" fmla="*/ 70885 h 141753"/>
              <a:gd name="csX67" fmla="*/ 88606 w 148867"/>
              <a:gd name="csY67" fmla="*/ 77962 h 141753"/>
              <a:gd name="csX68" fmla="*/ 81528 w 148867"/>
              <a:gd name="csY68" fmla="*/ 85056 h 141753"/>
              <a:gd name="csX69" fmla="*/ 74434 w 148867"/>
              <a:gd name="csY69" fmla="*/ 77962 h 141753"/>
              <a:gd name="csX70" fmla="*/ 81528 w 148867"/>
              <a:gd name="csY70" fmla="*/ 70885 h 141753"/>
              <a:gd name="csX71" fmla="*/ 34554 w 148867"/>
              <a:gd name="csY71" fmla="*/ 99226 h 141753"/>
              <a:gd name="csX72" fmla="*/ 33976 w 148867"/>
              <a:gd name="csY72" fmla="*/ 99464 h 141753"/>
              <a:gd name="csX73" fmla="*/ 1038 w 148867"/>
              <a:gd name="csY73" fmla="*/ 131326 h 141753"/>
              <a:gd name="csX74" fmla="*/ 15942 w 148867"/>
              <a:gd name="csY74" fmla="*/ 141754 h 141753"/>
              <a:gd name="csX75" fmla="*/ 16061 w 148867"/>
              <a:gd name="csY75" fmla="*/ 141754 h 141753"/>
              <a:gd name="csX76" fmla="*/ 47467 w 148867"/>
              <a:gd name="csY76" fmla="*/ 111389 h 141753"/>
              <a:gd name="csX77" fmla="*/ 35133 w 148867"/>
              <a:gd name="csY77" fmla="*/ 99464 h 141753"/>
              <a:gd name="csX78" fmla="*/ 34554 w 148867"/>
              <a:gd name="csY78" fmla="*/ 99226 h 141753"/>
              <a:gd name="csX79" fmla="*/ 68343 w 148867"/>
              <a:gd name="csY79" fmla="*/ 106319 h 141753"/>
              <a:gd name="csX80" fmla="*/ 67765 w 148867"/>
              <a:gd name="csY80" fmla="*/ 106557 h 141753"/>
              <a:gd name="csX81" fmla="*/ 31373 w 148867"/>
              <a:gd name="csY81" fmla="*/ 141754 h 141753"/>
              <a:gd name="csX82" fmla="*/ 90375 w 148867"/>
              <a:gd name="csY82" fmla="*/ 141754 h 141753"/>
              <a:gd name="csX83" fmla="*/ 101025 w 148867"/>
              <a:gd name="csY83" fmla="*/ 137603 h 141753"/>
              <a:gd name="csX84" fmla="*/ 68938 w 148867"/>
              <a:gd name="csY84" fmla="*/ 106557 h 141753"/>
              <a:gd name="csX85" fmla="*/ 68343 w 148867"/>
              <a:gd name="csY85" fmla="*/ 106319 h 141753"/>
            </a:gdLst>
            <a:ahLst/>
            <a:cxnLst/>
            <a:rect l="l" t="t" r="r" b="b"/>
            <a:pathLst>
              <a:path w="100000" h="100000">
                <a:moveTo>
                  <a:pt x="39280" y="2389"/>
                </a:moveTo>
                <a:cubicBezTo>
                  <a:pt x="33383" y="2389"/>
                  <a:pt x="28572" y="7200"/>
                  <a:pt x="28572" y="13097"/>
                </a:cubicBezTo>
                <a:lnTo>
                  <a:pt x="28572" y="33334"/>
                </a:lnTo>
                <a:lnTo>
                  <a:pt x="40480" y="33334"/>
                </a:lnTo>
                <a:lnTo>
                  <a:pt x="40480" y="30957"/>
                </a:lnTo>
                <a:cubicBezTo>
                  <a:pt x="40480" y="29643"/>
                  <a:pt x="41543" y="28580"/>
                  <a:pt x="42857" y="28580"/>
                </a:cubicBezTo>
                <a:lnTo>
                  <a:pt x="45234" y="28580"/>
                </a:lnTo>
                <a:cubicBezTo>
                  <a:pt x="46549" y="28580"/>
                  <a:pt x="47623" y="29643"/>
                  <a:pt x="47623" y="30957"/>
                </a:cubicBezTo>
                <a:lnTo>
                  <a:pt x="47623" y="33334"/>
                </a:lnTo>
                <a:lnTo>
                  <a:pt x="60709" y="33334"/>
                </a:lnTo>
                <a:cubicBezTo>
                  <a:pt x="69246" y="33334"/>
                  <a:pt x="76194" y="40282"/>
                  <a:pt x="76194" y="48806"/>
                </a:cubicBezTo>
                <a:lnTo>
                  <a:pt x="76194" y="61902"/>
                </a:lnTo>
                <a:lnTo>
                  <a:pt x="89280" y="61902"/>
                </a:lnTo>
                <a:cubicBezTo>
                  <a:pt x="95189" y="61902"/>
                  <a:pt x="100000" y="57102"/>
                  <a:pt x="100000" y="51194"/>
                </a:cubicBezTo>
                <a:lnTo>
                  <a:pt x="100000" y="13097"/>
                </a:lnTo>
                <a:cubicBezTo>
                  <a:pt x="100000" y="7200"/>
                  <a:pt x="95189" y="2389"/>
                  <a:pt x="89280" y="2389"/>
                </a:cubicBezTo>
                <a:lnTo>
                  <a:pt x="39280" y="2389"/>
                </a:lnTo>
                <a:close/>
                <a:moveTo>
                  <a:pt x="42857" y="14296"/>
                </a:moveTo>
                <a:lnTo>
                  <a:pt x="45234" y="14296"/>
                </a:lnTo>
                <a:cubicBezTo>
                  <a:pt x="46549" y="14296"/>
                  <a:pt x="47623" y="15359"/>
                  <a:pt x="47623" y="16673"/>
                </a:cubicBezTo>
                <a:lnTo>
                  <a:pt x="47623" y="19050"/>
                </a:lnTo>
                <a:cubicBezTo>
                  <a:pt x="47623" y="20364"/>
                  <a:pt x="46549" y="21438"/>
                  <a:pt x="45234" y="21438"/>
                </a:cubicBezTo>
                <a:lnTo>
                  <a:pt x="42857" y="21438"/>
                </a:lnTo>
                <a:cubicBezTo>
                  <a:pt x="41543" y="21438"/>
                  <a:pt x="40480" y="20364"/>
                  <a:pt x="40480" y="19050"/>
                </a:cubicBezTo>
                <a:lnTo>
                  <a:pt x="40480" y="16673"/>
                </a:lnTo>
                <a:cubicBezTo>
                  <a:pt x="40480" y="15359"/>
                  <a:pt x="41543" y="14296"/>
                  <a:pt x="42857" y="14296"/>
                </a:cubicBezTo>
                <a:close/>
                <a:moveTo>
                  <a:pt x="83337" y="14296"/>
                </a:moveTo>
                <a:lnTo>
                  <a:pt x="85715" y="14296"/>
                </a:lnTo>
                <a:cubicBezTo>
                  <a:pt x="87029" y="14296"/>
                  <a:pt x="88091" y="15359"/>
                  <a:pt x="88091" y="16673"/>
                </a:cubicBezTo>
                <a:lnTo>
                  <a:pt x="88091" y="19050"/>
                </a:lnTo>
                <a:cubicBezTo>
                  <a:pt x="88091" y="20364"/>
                  <a:pt x="87029" y="21438"/>
                  <a:pt x="85715" y="21438"/>
                </a:cubicBezTo>
                <a:lnTo>
                  <a:pt x="83337" y="21438"/>
                </a:lnTo>
                <a:cubicBezTo>
                  <a:pt x="82023" y="21438"/>
                  <a:pt x="80949" y="20364"/>
                  <a:pt x="80949" y="19050"/>
                </a:cubicBezTo>
                <a:lnTo>
                  <a:pt x="80949" y="16673"/>
                </a:lnTo>
                <a:cubicBezTo>
                  <a:pt x="80949" y="15359"/>
                  <a:pt x="82023" y="14296"/>
                  <a:pt x="83337" y="14296"/>
                </a:cubicBezTo>
                <a:close/>
                <a:moveTo>
                  <a:pt x="83337" y="28580"/>
                </a:moveTo>
                <a:lnTo>
                  <a:pt x="85715" y="28580"/>
                </a:lnTo>
                <a:cubicBezTo>
                  <a:pt x="87029" y="28580"/>
                  <a:pt x="88091" y="29643"/>
                  <a:pt x="88091" y="30957"/>
                </a:cubicBezTo>
                <a:lnTo>
                  <a:pt x="88091" y="33334"/>
                </a:lnTo>
                <a:cubicBezTo>
                  <a:pt x="88091" y="34648"/>
                  <a:pt x="87029" y="35722"/>
                  <a:pt x="85715" y="35722"/>
                </a:cubicBezTo>
                <a:lnTo>
                  <a:pt x="83337" y="35722"/>
                </a:lnTo>
                <a:cubicBezTo>
                  <a:pt x="82023" y="35722"/>
                  <a:pt x="80949" y="34648"/>
                  <a:pt x="80949" y="33334"/>
                </a:cubicBezTo>
                <a:lnTo>
                  <a:pt x="80949" y="30957"/>
                </a:lnTo>
                <a:cubicBezTo>
                  <a:pt x="80949" y="29643"/>
                  <a:pt x="82023" y="28580"/>
                  <a:pt x="83337" y="28580"/>
                </a:cubicBezTo>
                <a:close/>
                <a:moveTo>
                  <a:pt x="10709" y="38099"/>
                </a:moveTo>
                <a:cubicBezTo>
                  <a:pt x="4812" y="38099"/>
                  <a:pt x="0" y="42909"/>
                  <a:pt x="0" y="48806"/>
                </a:cubicBezTo>
                <a:lnTo>
                  <a:pt x="0" y="81339"/>
                </a:lnTo>
                <a:lnTo>
                  <a:pt x="17852" y="64073"/>
                </a:lnTo>
                <a:cubicBezTo>
                  <a:pt x="20857" y="61170"/>
                  <a:pt x="25566" y="61170"/>
                  <a:pt x="28572" y="64073"/>
                </a:cubicBezTo>
                <a:lnTo>
                  <a:pt x="37017" y="72254"/>
                </a:lnTo>
                <a:lnTo>
                  <a:pt x="40549" y="68837"/>
                </a:lnTo>
                <a:cubicBezTo>
                  <a:pt x="43554" y="65924"/>
                  <a:pt x="48263" y="65924"/>
                  <a:pt x="51269" y="68837"/>
                </a:cubicBezTo>
                <a:lnTo>
                  <a:pt x="71303" y="88207"/>
                </a:lnTo>
                <a:cubicBezTo>
                  <a:pt x="71349" y="87772"/>
                  <a:pt x="71429" y="87350"/>
                  <a:pt x="71429" y="86904"/>
                </a:cubicBezTo>
                <a:lnTo>
                  <a:pt x="71429" y="48806"/>
                </a:lnTo>
                <a:cubicBezTo>
                  <a:pt x="71429" y="42909"/>
                  <a:pt x="66617" y="38099"/>
                  <a:pt x="60709" y="38099"/>
                </a:cubicBezTo>
                <a:lnTo>
                  <a:pt x="10709" y="38099"/>
                </a:lnTo>
                <a:close/>
                <a:moveTo>
                  <a:pt x="83337" y="42864"/>
                </a:moveTo>
                <a:lnTo>
                  <a:pt x="85715" y="42864"/>
                </a:lnTo>
                <a:cubicBezTo>
                  <a:pt x="87029" y="42864"/>
                  <a:pt x="88091" y="43927"/>
                  <a:pt x="88091" y="45241"/>
                </a:cubicBezTo>
                <a:lnTo>
                  <a:pt x="88091" y="47618"/>
                </a:lnTo>
                <a:cubicBezTo>
                  <a:pt x="88091" y="48932"/>
                  <a:pt x="87029" y="50006"/>
                  <a:pt x="85715" y="50006"/>
                </a:cubicBezTo>
                <a:lnTo>
                  <a:pt x="83337" y="50006"/>
                </a:lnTo>
                <a:cubicBezTo>
                  <a:pt x="82023" y="50006"/>
                  <a:pt x="80949" y="48932"/>
                  <a:pt x="80949" y="47618"/>
                </a:cubicBezTo>
                <a:lnTo>
                  <a:pt x="80949" y="45241"/>
                </a:lnTo>
                <a:cubicBezTo>
                  <a:pt x="80949" y="43927"/>
                  <a:pt x="82023" y="42864"/>
                  <a:pt x="83337" y="42864"/>
                </a:cubicBezTo>
                <a:close/>
                <a:moveTo>
                  <a:pt x="54766" y="50006"/>
                </a:moveTo>
                <a:cubicBezTo>
                  <a:pt x="57394" y="50006"/>
                  <a:pt x="59520" y="52131"/>
                  <a:pt x="59520" y="54760"/>
                </a:cubicBezTo>
                <a:cubicBezTo>
                  <a:pt x="59520" y="57387"/>
                  <a:pt x="57394" y="59525"/>
                  <a:pt x="54766" y="59525"/>
                </a:cubicBezTo>
                <a:cubicBezTo>
                  <a:pt x="52126" y="59525"/>
                  <a:pt x="50000" y="57387"/>
                  <a:pt x="50000" y="54760"/>
                </a:cubicBezTo>
                <a:cubicBezTo>
                  <a:pt x="50000" y="52131"/>
                  <a:pt x="52126" y="50006"/>
                  <a:pt x="54766" y="50006"/>
                </a:cubicBezTo>
                <a:close/>
                <a:moveTo>
                  <a:pt x="23211" y="69044"/>
                </a:moveTo>
                <a:cubicBezTo>
                  <a:pt x="23074" y="69044"/>
                  <a:pt x="22926" y="69101"/>
                  <a:pt x="22823" y="69203"/>
                </a:cubicBezTo>
                <a:lnTo>
                  <a:pt x="697" y="90606"/>
                </a:lnTo>
                <a:cubicBezTo>
                  <a:pt x="2205" y="94686"/>
                  <a:pt x="6114" y="97611"/>
                  <a:pt x="10709" y="97611"/>
                </a:cubicBezTo>
                <a:lnTo>
                  <a:pt x="10789" y="97611"/>
                </a:lnTo>
                <a:lnTo>
                  <a:pt x="31886" y="77214"/>
                </a:lnTo>
                <a:lnTo>
                  <a:pt x="23600" y="69203"/>
                </a:lnTo>
                <a:cubicBezTo>
                  <a:pt x="23486" y="69101"/>
                  <a:pt x="23348" y="69044"/>
                  <a:pt x="23211" y="69044"/>
                </a:cubicBezTo>
                <a:close/>
                <a:moveTo>
                  <a:pt x="45909" y="73808"/>
                </a:moveTo>
                <a:cubicBezTo>
                  <a:pt x="45772" y="73808"/>
                  <a:pt x="45623" y="73855"/>
                  <a:pt x="45520" y="73968"/>
                </a:cubicBezTo>
                <a:lnTo>
                  <a:pt x="21075" y="97611"/>
                </a:lnTo>
                <a:lnTo>
                  <a:pt x="60709" y="97611"/>
                </a:lnTo>
                <a:cubicBezTo>
                  <a:pt x="63475" y="97611"/>
                  <a:pt x="65966" y="96537"/>
                  <a:pt x="67863" y="94823"/>
                </a:cubicBezTo>
                <a:lnTo>
                  <a:pt x="46308" y="73968"/>
                </a:lnTo>
                <a:cubicBezTo>
                  <a:pt x="46194" y="73855"/>
                  <a:pt x="46046" y="73808"/>
                  <a:pt x="45909" y="7380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2" name="Чёрный — SVG 73">
            <a:extLst>
              <a:ext uri="{FF2B5EF4-FFF2-40B4-BE49-F238E27FC236}">
                <a16:creationId xmlns:a16="http://schemas.microsoft.com/office/drawing/2014/main" id="{50E2E3CF-2AE4-BD4D-B63E-649CDC6DA6C7}"/>
              </a:ext>
            </a:extLst>
          </p:cNvPr>
          <p:cNvSpPr>
            <a:spLocks noGrp="1"/>
          </p:cNvSpPr>
          <p:nvPr/>
        </p:nvSpPr>
        <p:spPr>
          <a:xfrm>
            <a:off x="420000" y="399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65570 w 141772"/>
              <a:gd name="csY5" fmla="*/ 22727 h 141753"/>
              <a:gd name="csX6" fmla="*/ 70895 w 141772"/>
              <a:gd name="csY6" fmla="*/ 17419 h 141753"/>
              <a:gd name="csX7" fmla="*/ 76203 w 141772"/>
              <a:gd name="csY7" fmla="*/ 22727 h 141753"/>
              <a:gd name="csX8" fmla="*/ 76203 w 141772"/>
              <a:gd name="csY8" fmla="*/ 69099 h 141753"/>
              <a:gd name="csX9" fmla="*/ 70895 w 141772"/>
              <a:gd name="csY9" fmla="*/ 74424 h 141753"/>
              <a:gd name="csX10" fmla="*/ 65570 w 141772"/>
              <a:gd name="csY10" fmla="*/ 69099 h 141753"/>
              <a:gd name="csX11" fmla="*/ 65570 w 141772"/>
              <a:gd name="csY11" fmla="*/ 22727 h 141753"/>
              <a:gd name="csX12" fmla="*/ 70895 w 141772"/>
              <a:gd name="csY12" fmla="*/ 120490 h 141753"/>
              <a:gd name="csX13" fmla="*/ 21267 w 141772"/>
              <a:gd name="csY13" fmla="*/ 70885 h 141753"/>
              <a:gd name="csX14" fmla="*/ 45086 w 141772"/>
              <a:gd name="csY14" fmla="*/ 28494 h 141753"/>
              <a:gd name="csX15" fmla="*/ 52384 w 141772"/>
              <a:gd name="csY15" fmla="*/ 30263 h 141753"/>
              <a:gd name="csX16" fmla="*/ 50615 w 141772"/>
              <a:gd name="csY16" fmla="*/ 37578 h 141753"/>
              <a:gd name="csX17" fmla="*/ 31900 w 141772"/>
              <a:gd name="csY17" fmla="*/ 70885 h 141753"/>
              <a:gd name="csX18" fmla="*/ 70895 w 141772"/>
              <a:gd name="csY18" fmla="*/ 109858 h 141753"/>
              <a:gd name="csX19" fmla="*/ 109873 w 141772"/>
              <a:gd name="csY19" fmla="*/ 70885 h 141753"/>
              <a:gd name="csX20" fmla="*/ 91158 w 141772"/>
              <a:gd name="csY20" fmla="*/ 37578 h 141753"/>
              <a:gd name="csX21" fmla="*/ 89389 w 141772"/>
              <a:gd name="csY21" fmla="*/ 30263 h 141753"/>
              <a:gd name="csX22" fmla="*/ 96704 w 141772"/>
              <a:gd name="csY22" fmla="*/ 28494 h 141753"/>
              <a:gd name="csX23" fmla="*/ 120506 w 141772"/>
              <a:gd name="csY23" fmla="*/ 70885 h 141753"/>
              <a:gd name="csX24" fmla="*/ 70895 w 141772"/>
              <a:gd name="csY24" fmla="*/ 120490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2" y="99994"/>
                  <a:pt x="100001" y="77568"/>
                  <a:pt x="100001" y="50006"/>
                </a:cubicBezTo>
                <a:cubicBezTo>
                  <a:pt x="100001" y="22433"/>
                  <a:pt x="77572" y="7"/>
                  <a:pt x="50006" y="7"/>
                </a:cubicBezTo>
                <a:close/>
                <a:moveTo>
                  <a:pt x="46250" y="16037"/>
                </a:moveTo>
                <a:cubicBezTo>
                  <a:pt x="46250" y="13962"/>
                  <a:pt x="47930" y="12293"/>
                  <a:pt x="50006" y="12293"/>
                </a:cubicBezTo>
                <a:cubicBezTo>
                  <a:pt x="52070" y="12293"/>
                  <a:pt x="53750" y="13962"/>
                  <a:pt x="53750" y="16037"/>
                </a:cubicBezTo>
                <a:lnTo>
                  <a:pt x="53750" y="48746"/>
                </a:lnTo>
                <a:cubicBezTo>
                  <a:pt x="53750" y="50822"/>
                  <a:pt x="52070" y="52502"/>
                  <a:pt x="50006" y="52502"/>
                </a:cubicBezTo>
                <a:cubicBezTo>
                  <a:pt x="47930" y="52502"/>
                  <a:pt x="46250" y="50822"/>
                  <a:pt x="46250" y="48746"/>
                </a:cubicBezTo>
                <a:lnTo>
                  <a:pt x="46250" y="16037"/>
                </a:lnTo>
                <a:close/>
                <a:moveTo>
                  <a:pt x="50006" y="84995"/>
                </a:moveTo>
                <a:cubicBezTo>
                  <a:pt x="30697" y="84995"/>
                  <a:pt x="15001" y="69300"/>
                  <a:pt x="15001" y="50006"/>
                </a:cubicBezTo>
                <a:cubicBezTo>
                  <a:pt x="15001" y="37695"/>
                  <a:pt x="21277" y="26525"/>
                  <a:pt x="31802" y="20105"/>
                </a:cubicBezTo>
                <a:cubicBezTo>
                  <a:pt x="33565" y="19025"/>
                  <a:pt x="35870" y="19589"/>
                  <a:pt x="36949" y="21353"/>
                </a:cubicBezTo>
                <a:cubicBezTo>
                  <a:pt x="38029" y="23128"/>
                  <a:pt x="37478" y="25432"/>
                  <a:pt x="35702" y="26513"/>
                </a:cubicBezTo>
                <a:cubicBezTo>
                  <a:pt x="27433" y="31552"/>
                  <a:pt x="22501" y="40336"/>
                  <a:pt x="22501" y="50006"/>
                </a:cubicBezTo>
                <a:cubicBezTo>
                  <a:pt x="22501" y="65161"/>
                  <a:pt x="34838" y="77496"/>
                  <a:pt x="50006" y="77496"/>
                </a:cubicBezTo>
                <a:cubicBezTo>
                  <a:pt x="65163" y="77496"/>
                  <a:pt x="77500" y="65161"/>
                  <a:pt x="77500" y="50006"/>
                </a:cubicBezTo>
                <a:cubicBezTo>
                  <a:pt x="77500" y="40336"/>
                  <a:pt x="72567" y="31552"/>
                  <a:pt x="64299" y="26513"/>
                </a:cubicBezTo>
                <a:cubicBezTo>
                  <a:pt x="62535" y="25432"/>
                  <a:pt x="61971" y="23128"/>
                  <a:pt x="63051" y="21353"/>
                </a:cubicBezTo>
                <a:cubicBezTo>
                  <a:pt x="64131" y="19589"/>
                  <a:pt x="66435" y="19025"/>
                  <a:pt x="68211" y="20105"/>
                </a:cubicBezTo>
                <a:cubicBezTo>
                  <a:pt x="78724" y="26525"/>
                  <a:pt x="85000" y="37695"/>
                  <a:pt x="85000" y="50006"/>
                </a:cubicBezTo>
                <a:cubicBezTo>
                  <a:pt x="85000" y="69300"/>
                  <a:pt x="69303" y="84995"/>
                  <a:pt x="50006" y="8499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3" name="Чёрный — SVG 74">
            <a:extLst>
              <a:ext uri="{FF2B5EF4-FFF2-40B4-BE49-F238E27FC236}">
                <a16:creationId xmlns:a16="http://schemas.microsoft.com/office/drawing/2014/main" id="{12EB3AF3-0FE4-AF45-8A7D-D2D887FC4449}"/>
              </a:ext>
            </a:extLst>
          </p:cNvPr>
          <p:cNvSpPr>
            <a:spLocks noGrp="1"/>
          </p:cNvSpPr>
          <p:nvPr/>
        </p:nvSpPr>
        <p:spPr>
          <a:xfrm>
            <a:off x="1020000" y="3990000"/>
            <a:ext cx="220000" cy="220000"/>
          </a:xfrm>
          <a:custGeom>
            <a:avLst/>
            <a:gdLst>
              <a:gd name="csX0" fmla="*/ 15942 w 127600"/>
              <a:gd name="csY0" fmla="*/ 0 h 127583"/>
              <a:gd name="csX1" fmla="*/ 0 w 127600"/>
              <a:gd name="csY1" fmla="*/ 15940 h 127583"/>
              <a:gd name="csX2" fmla="*/ 0 w 127600"/>
              <a:gd name="csY2" fmla="*/ 40759 h 127583"/>
              <a:gd name="csX3" fmla="*/ 15942 w 127600"/>
              <a:gd name="csY3" fmla="*/ 56698 h 127583"/>
              <a:gd name="csX4" fmla="*/ 40764 w 127600"/>
              <a:gd name="csY4" fmla="*/ 56698 h 127583"/>
              <a:gd name="csX5" fmla="*/ 56706 w 127600"/>
              <a:gd name="csY5" fmla="*/ 40759 h 127583"/>
              <a:gd name="csX6" fmla="*/ 56706 w 127600"/>
              <a:gd name="csY6" fmla="*/ 15940 h 127583"/>
              <a:gd name="csX7" fmla="*/ 40764 w 127600"/>
              <a:gd name="csY7" fmla="*/ 0 h 127583"/>
              <a:gd name="csX8" fmla="*/ 15942 w 127600"/>
              <a:gd name="csY8" fmla="*/ 0 h 127583"/>
              <a:gd name="csX9" fmla="*/ 86837 w 127600"/>
              <a:gd name="csY9" fmla="*/ 0 h 127583"/>
              <a:gd name="csX10" fmla="*/ 70895 w 127600"/>
              <a:gd name="csY10" fmla="*/ 15940 h 127583"/>
              <a:gd name="csX11" fmla="*/ 70895 w 127600"/>
              <a:gd name="csY11" fmla="*/ 40759 h 127583"/>
              <a:gd name="csX12" fmla="*/ 86837 w 127600"/>
              <a:gd name="csY12" fmla="*/ 56698 h 127583"/>
              <a:gd name="csX13" fmla="*/ 111642 w 127600"/>
              <a:gd name="csY13" fmla="*/ 56698 h 127583"/>
              <a:gd name="csX14" fmla="*/ 127601 w 127600"/>
              <a:gd name="csY14" fmla="*/ 40759 h 127583"/>
              <a:gd name="csX15" fmla="*/ 127601 w 127600"/>
              <a:gd name="csY15" fmla="*/ 15940 h 127583"/>
              <a:gd name="csX16" fmla="*/ 111642 w 127600"/>
              <a:gd name="csY16" fmla="*/ 0 h 127583"/>
              <a:gd name="csX17" fmla="*/ 86837 w 127600"/>
              <a:gd name="csY17" fmla="*/ 0 h 127583"/>
              <a:gd name="csX18" fmla="*/ 18426 w 127600"/>
              <a:gd name="csY18" fmla="*/ 14170 h 127583"/>
              <a:gd name="csX19" fmla="*/ 38280 w 127600"/>
              <a:gd name="csY19" fmla="*/ 14170 h 127583"/>
              <a:gd name="csX20" fmla="*/ 42534 w 127600"/>
              <a:gd name="csY20" fmla="*/ 18423 h 127583"/>
              <a:gd name="csX21" fmla="*/ 42534 w 127600"/>
              <a:gd name="csY21" fmla="*/ 38275 h 127583"/>
              <a:gd name="csX22" fmla="*/ 38280 w 127600"/>
              <a:gd name="csY22" fmla="*/ 42528 h 127583"/>
              <a:gd name="csX23" fmla="*/ 18426 w 127600"/>
              <a:gd name="csY23" fmla="*/ 42528 h 127583"/>
              <a:gd name="csX24" fmla="*/ 14172 w 127600"/>
              <a:gd name="csY24" fmla="*/ 38275 h 127583"/>
              <a:gd name="csX25" fmla="*/ 14172 w 127600"/>
              <a:gd name="csY25" fmla="*/ 18423 h 127583"/>
              <a:gd name="csX26" fmla="*/ 18426 w 127600"/>
              <a:gd name="csY26" fmla="*/ 14170 h 127583"/>
              <a:gd name="csX27" fmla="*/ 89320 w 127600"/>
              <a:gd name="csY27" fmla="*/ 14170 h 127583"/>
              <a:gd name="csX28" fmla="*/ 109175 w 127600"/>
              <a:gd name="csY28" fmla="*/ 14170 h 127583"/>
              <a:gd name="csX29" fmla="*/ 113428 w 127600"/>
              <a:gd name="csY29" fmla="*/ 18423 h 127583"/>
              <a:gd name="csX30" fmla="*/ 113428 w 127600"/>
              <a:gd name="csY30" fmla="*/ 38275 h 127583"/>
              <a:gd name="csX31" fmla="*/ 109175 w 127600"/>
              <a:gd name="csY31" fmla="*/ 42528 h 127583"/>
              <a:gd name="csX32" fmla="*/ 89320 w 127600"/>
              <a:gd name="csY32" fmla="*/ 42528 h 127583"/>
              <a:gd name="csX33" fmla="*/ 85067 w 127600"/>
              <a:gd name="csY33" fmla="*/ 38275 h 127583"/>
              <a:gd name="csX34" fmla="*/ 85067 w 127600"/>
              <a:gd name="csY34" fmla="*/ 18423 h 127583"/>
              <a:gd name="csX35" fmla="*/ 89320 w 127600"/>
              <a:gd name="csY35" fmla="*/ 14170 h 127583"/>
              <a:gd name="csX36" fmla="*/ 21267 w 127600"/>
              <a:gd name="csY36" fmla="*/ 21264 h 127583"/>
              <a:gd name="csX37" fmla="*/ 21267 w 127600"/>
              <a:gd name="csY37" fmla="*/ 35434 h 127583"/>
              <a:gd name="csX38" fmla="*/ 35439 w 127600"/>
              <a:gd name="csY38" fmla="*/ 35434 h 127583"/>
              <a:gd name="csX39" fmla="*/ 35439 w 127600"/>
              <a:gd name="csY39" fmla="*/ 21264 h 127583"/>
              <a:gd name="csX40" fmla="*/ 21267 w 127600"/>
              <a:gd name="csY40" fmla="*/ 21264 h 127583"/>
              <a:gd name="csX41" fmla="*/ 92162 w 127600"/>
              <a:gd name="csY41" fmla="*/ 21264 h 127583"/>
              <a:gd name="csX42" fmla="*/ 92162 w 127600"/>
              <a:gd name="csY42" fmla="*/ 35434 h 127583"/>
              <a:gd name="csX43" fmla="*/ 106334 w 127600"/>
              <a:gd name="csY43" fmla="*/ 35434 h 127583"/>
              <a:gd name="csX44" fmla="*/ 106334 w 127600"/>
              <a:gd name="csY44" fmla="*/ 21264 h 127583"/>
              <a:gd name="csX45" fmla="*/ 92162 w 127600"/>
              <a:gd name="csY45" fmla="*/ 21264 h 127583"/>
              <a:gd name="csX46" fmla="*/ 15942 w 127600"/>
              <a:gd name="csY46" fmla="*/ 70885 h 127583"/>
              <a:gd name="csX47" fmla="*/ 0 w 127600"/>
              <a:gd name="csY47" fmla="*/ 86825 h 127583"/>
              <a:gd name="csX48" fmla="*/ 0 w 127600"/>
              <a:gd name="csY48" fmla="*/ 111627 h 127583"/>
              <a:gd name="csX49" fmla="*/ 15942 w 127600"/>
              <a:gd name="csY49" fmla="*/ 127583 h 127583"/>
              <a:gd name="csX50" fmla="*/ 40764 w 127600"/>
              <a:gd name="csY50" fmla="*/ 127583 h 127583"/>
              <a:gd name="csX51" fmla="*/ 56706 w 127600"/>
              <a:gd name="csY51" fmla="*/ 111627 h 127583"/>
              <a:gd name="csX52" fmla="*/ 56706 w 127600"/>
              <a:gd name="csY52" fmla="*/ 86825 h 127583"/>
              <a:gd name="csX53" fmla="*/ 40764 w 127600"/>
              <a:gd name="csY53" fmla="*/ 70885 h 127583"/>
              <a:gd name="csX54" fmla="*/ 15942 w 127600"/>
              <a:gd name="csY54" fmla="*/ 70885 h 127583"/>
              <a:gd name="csX55" fmla="*/ 70895 w 127600"/>
              <a:gd name="csY55" fmla="*/ 70885 h 127583"/>
              <a:gd name="csX56" fmla="*/ 70895 w 127600"/>
              <a:gd name="csY56" fmla="*/ 90363 h 127583"/>
              <a:gd name="csX57" fmla="*/ 90375 w 127600"/>
              <a:gd name="csY57" fmla="*/ 90363 h 127583"/>
              <a:gd name="csX58" fmla="*/ 90375 w 127600"/>
              <a:gd name="csY58" fmla="*/ 70885 h 127583"/>
              <a:gd name="csX59" fmla="*/ 70895 w 127600"/>
              <a:gd name="csY59" fmla="*/ 70885 h 127583"/>
              <a:gd name="csX60" fmla="*/ 90375 w 127600"/>
              <a:gd name="csY60" fmla="*/ 90363 h 127583"/>
              <a:gd name="csX61" fmla="*/ 90375 w 127600"/>
              <a:gd name="csY61" fmla="*/ 108089 h 127583"/>
              <a:gd name="csX62" fmla="*/ 108103 w 127600"/>
              <a:gd name="csY62" fmla="*/ 108089 h 127583"/>
              <a:gd name="csX63" fmla="*/ 108103 w 127600"/>
              <a:gd name="csY63" fmla="*/ 90363 h 127583"/>
              <a:gd name="csX64" fmla="*/ 90375 w 127600"/>
              <a:gd name="csY64" fmla="*/ 90363 h 127583"/>
              <a:gd name="csX65" fmla="*/ 108103 w 127600"/>
              <a:gd name="csY65" fmla="*/ 90363 h 127583"/>
              <a:gd name="csX66" fmla="*/ 127601 w 127600"/>
              <a:gd name="csY66" fmla="*/ 90363 h 127583"/>
              <a:gd name="csX67" fmla="*/ 127601 w 127600"/>
              <a:gd name="csY67" fmla="*/ 70885 h 127583"/>
              <a:gd name="csX68" fmla="*/ 108103 w 127600"/>
              <a:gd name="csY68" fmla="*/ 70885 h 127583"/>
              <a:gd name="csX69" fmla="*/ 108103 w 127600"/>
              <a:gd name="csY69" fmla="*/ 90363 h 127583"/>
              <a:gd name="csX70" fmla="*/ 108103 w 127600"/>
              <a:gd name="csY70" fmla="*/ 108089 h 127583"/>
              <a:gd name="csX71" fmla="*/ 108103 w 127600"/>
              <a:gd name="csY71" fmla="*/ 127583 h 127583"/>
              <a:gd name="csX72" fmla="*/ 127601 w 127600"/>
              <a:gd name="csY72" fmla="*/ 127583 h 127583"/>
              <a:gd name="csX73" fmla="*/ 127601 w 127600"/>
              <a:gd name="csY73" fmla="*/ 108089 h 127583"/>
              <a:gd name="csX74" fmla="*/ 108103 w 127600"/>
              <a:gd name="csY74" fmla="*/ 108089 h 127583"/>
              <a:gd name="csX75" fmla="*/ 90375 w 127600"/>
              <a:gd name="csY75" fmla="*/ 108089 h 127583"/>
              <a:gd name="csX76" fmla="*/ 70895 w 127600"/>
              <a:gd name="csY76" fmla="*/ 108089 h 127583"/>
              <a:gd name="csX77" fmla="*/ 70895 w 127600"/>
              <a:gd name="csY77" fmla="*/ 127583 h 127583"/>
              <a:gd name="csX78" fmla="*/ 90375 w 127600"/>
              <a:gd name="csY78" fmla="*/ 127583 h 127583"/>
              <a:gd name="csX79" fmla="*/ 90375 w 127600"/>
              <a:gd name="csY79" fmla="*/ 108089 h 127583"/>
              <a:gd name="csX80" fmla="*/ 18426 w 127600"/>
              <a:gd name="csY80" fmla="*/ 85056 h 127583"/>
              <a:gd name="csX81" fmla="*/ 38280 w 127600"/>
              <a:gd name="csY81" fmla="*/ 85056 h 127583"/>
              <a:gd name="csX82" fmla="*/ 42534 w 127600"/>
              <a:gd name="csY82" fmla="*/ 89308 h 127583"/>
              <a:gd name="csX83" fmla="*/ 42534 w 127600"/>
              <a:gd name="csY83" fmla="*/ 109160 h 127583"/>
              <a:gd name="csX84" fmla="*/ 38280 w 127600"/>
              <a:gd name="csY84" fmla="*/ 113413 h 127583"/>
              <a:gd name="csX85" fmla="*/ 18426 w 127600"/>
              <a:gd name="csY85" fmla="*/ 113413 h 127583"/>
              <a:gd name="csX86" fmla="*/ 14172 w 127600"/>
              <a:gd name="csY86" fmla="*/ 109160 h 127583"/>
              <a:gd name="csX87" fmla="*/ 14172 w 127600"/>
              <a:gd name="csY87" fmla="*/ 89308 h 127583"/>
              <a:gd name="csX88" fmla="*/ 18426 w 127600"/>
              <a:gd name="csY88" fmla="*/ 85056 h 127583"/>
              <a:gd name="csX89" fmla="*/ 21267 w 127600"/>
              <a:gd name="csY89" fmla="*/ 92149 h 127583"/>
              <a:gd name="csX90" fmla="*/ 21267 w 127600"/>
              <a:gd name="csY90" fmla="*/ 106319 h 127583"/>
              <a:gd name="csX91" fmla="*/ 35439 w 127600"/>
              <a:gd name="csY91" fmla="*/ 106319 h 127583"/>
              <a:gd name="csX92" fmla="*/ 35439 w 127600"/>
              <a:gd name="csY92" fmla="*/ 92149 h 127583"/>
              <a:gd name="csX93" fmla="*/ 21267 w 127600"/>
              <a:gd name="csY93" fmla="*/ 92149 h 127583"/>
            </a:gdLst>
            <a:ahLst/>
            <a:cxnLst/>
            <a:rect l="l" t="t" r="r" b="b"/>
            <a:pathLst>
              <a:path w="100000" h="100000">
                <a:moveTo>
                  <a:pt x="12494" y="7"/>
                </a:moveTo>
                <a:cubicBezTo>
                  <a:pt x="5614" y="7"/>
                  <a:pt x="0" y="5620"/>
                  <a:pt x="0" y="12499"/>
                </a:cubicBezTo>
                <a:lnTo>
                  <a:pt x="0" y="31949"/>
                </a:lnTo>
                <a:cubicBezTo>
                  <a:pt x="0" y="38841"/>
                  <a:pt x="5614" y="44441"/>
                  <a:pt x="12494" y="44441"/>
                </a:cubicBezTo>
                <a:lnTo>
                  <a:pt x="31947" y="44441"/>
                </a:lnTo>
                <a:cubicBezTo>
                  <a:pt x="38840" y="44441"/>
                  <a:pt x="44440" y="38841"/>
                  <a:pt x="44440" y="31949"/>
                </a:cubicBezTo>
                <a:lnTo>
                  <a:pt x="44440" y="12499"/>
                </a:lnTo>
                <a:cubicBezTo>
                  <a:pt x="44440" y="5620"/>
                  <a:pt x="38840" y="7"/>
                  <a:pt x="31947" y="7"/>
                </a:cubicBezTo>
                <a:lnTo>
                  <a:pt x="12494" y="7"/>
                </a:lnTo>
                <a:close/>
                <a:moveTo>
                  <a:pt x="68054" y="7"/>
                </a:moveTo>
                <a:cubicBezTo>
                  <a:pt x="61161" y="7"/>
                  <a:pt x="55560" y="5620"/>
                  <a:pt x="55560" y="12499"/>
                </a:cubicBezTo>
                <a:lnTo>
                  <a:pt x="55560" y="31949"/>
                </a:lnTo>
                <a:cubicBezTo>
                  <a:pt x="55560" y="38841"/>
                  <a:pt x="61161" y="44441"/>
                  <a:pt x="68054" y="44441"/>
                </a:cubicBezTo>
                <a:lnTo>
                  <a:pt x="87494" y="44441"/>
                </a:lnTo>
                <a:cubicBezTo>
                  <a:pt x="94387" y="44441"/>
                  <a:pt x="100001" y="38841"/>
                  <a:pt x="100001" y="31949"/>
                </a:cubicBezTo>
                <a:lnTo>
                  <a:pt x="100001" y="12499"/>
                </a:lnTo>
                <a:cubicBezTo>
                  <a:pt x="100001" y="5620"/>
                  <a:pt x="94387" y="7"/>
                  <a:pt x="87494" y="7"/>
                </a:cubicBezTo>
                <a:lnTo>
                  <a:pt x="68054" y="7"/>
                </a:lnTo>
                <a:close/>
                <a:moveTo>
                  <a:pt x="14440" y="11112"/>
                </a:moveTo>
                <a:lnTo>
                  <a:pt x="30000" y="11112"/>
                </a:lnTo>
                <a:cubicBezTo>
                  <a:pt x="31840" y="11112"/>
                  <a:pt x="33334" y="12605"/>
                  <a:pt x="33334" y="14445"/>
                </a:cubicBezTo>
                <a:lnTo>
                  <a:pt x="33334" y="30003"/>
                </a:lnTo>
                <a:cubicBezTo>
                  <a:pt x="33334" y="31842"/>
                  <a:pt x="31840" y="33336"/>
                  <a:pt x="30000" y="33336"/>
                </a:cubicBezTo>
                <a:lnTo>
                  <a:pt x="14440" y="33336"/>
                </a:lnTo>
                <a:cubicBezTo>
                  <a:pt x="12600" y="33336"/>
                  <a:pt x="11107" y="31842"/>
                  <a:pt x="11107" y="30003"/>
                </a:cubicBezTo>
                <a:lnTo>
                  <a:pt x="11107" y="14445"/>
                </a:lnTo>
                <a:cubicBezTo>
                  <a:pt x="11107" y="12605"/>
                  <a:pt x="12600" y="11112"/>
                  <a:pt x="14440" y="11112"/>
                </a:cubicBezTo>
                <a:close/>
                <a:moveTo>
                  <a:pt x="70000" y="11112"/>
                </a:moveTo>
                <a:lnTo>
                  <a:pt x="85560" y="11112"/>
                </a:lnTo>
                <a:cubicBezTo>
                  <a:pt x="87400" y="11112"/>
                  <a:pt x="88893" y="12605"/>
                  <a:pt x="88893" y="14445"/>
                </a:cubicBezTo>
                <a:lnTo>
                  <a:pt x="88893" y="30003"/>
                </a:lnTo>
                <a:cubicBezTo>
                  <a:pt x="88893" y="31842"/>
                  <a:pt x="87400" y="33336"/>
                  <a:pt x="85560" y="33336"/>
                </a:cubicBezTo>
                <a:lnTo>
                  <a:pt x="70000" y="33336"/>
                </a:lnTo>
                <a:cubicBezTo>
                  <a:pt x="68161" y="33336"/>
                  <a:pt x="66667" y="31842"/>
                  <a:pt x="66667" y="30003"/>
                </a:cubicBezTo>
                <a:lnTo>
                  <a:pt x="66667" y="14445"/>
                </a:lnTo>
                <a:cubicBezTo>
                  <a:pt x="66667" y="12605"/>
                  <a:pt x="68161" y="11112"/>
                  <a:pt x="70000" y="11112"/>
                </a:cubicBezTo>
                <a:close/>
                <a:moveTo>
                  <a:pt x="16667" y="16671"/>
                </a:moveTo>
                <a:lnTo>
                  <a:pt x="16667" y="27776"/>
                </a:lnTo>
                <a:lnTo>
                  <a:pt x="27774" y="27776"/>
                </a:lnTo>
                <a:lnTo>
                  <a:pt x="27774" y="16671"/>
                </a:lnTo>
                <a:lnTo>
                  <a:pt x="16667" y="16671"/>
                </a:lnTo>
                <a:close/>
                <a:moveTo>
                  <a:pt x="72227" y="16671"/>
                </a:moveTo>
                <a:lnTo>
                  <a:pt x="72227" y="27776"/>
                </a:lnTo>
                <a:lnTo>
                  <a:pt x="83334" y="27776"/>
                </a:lnTo>
                <a:lnTo>
                  <a:pt x="83334" y="16671"/>
                </a:lnTo>
                <a:lnTo>
                  <a:pt x="72227" y="16671"/>
                </a:lnTo>
                <a:close/>
                <a:moveTo>
                  <a:pt x="12494" y="55559"/>
                </a:moveTo>
                <a:cubicBezTo>
                  <a:pt x="5614" y="55559"/>
                  <a:pt x="0" y="61159"/>
                  <a:pt x="0" y="68051"/>
                </a:cubicBezTo>
                <a:lnTo>
                  <a:pt x="0" y="87489"/>
                </a:lnTo>
                <a:cubicBezTo>
                  <a:pt x="0" y="94381"/>
                  <a:pt x="5614" y="99993"/>
                  <a:pt x="12494" y="99993"/>
                </a:cubicBezTo>
                <a:lnTo>
                  <a:pt x="31947" y="99993"/>
                </a:lnTo>
                <a:cubicBezTo>
                  <a:pt x="38840" y="99993"/>
                  <a:pt x="44440" y="94381"/>
                  <a:pt x="44440" y="87489"/>
                </a:cubicBezTo>
                <a:lnTo>
                  <a:pt x="44440" y="68051"/>
                </a:lnTo>
                <a:cubicBezTo>
                  <a:pt x="44440" y="61159"/>
                  <a:pt x="38840" y="55559"/>
                  <a:pt x="31947" y="55559"/>
                </a:cubicBezTo>
                <a:lnTo>
                  <a:pt x="12494" y="55559"/>
                </a:lnTo>
                <a:close/>
                <a:moveTo>
                  <a:pt x="55560" y="55559"/>
                </a:moveTo>
                <a:lnTo>
                  <a:pt x="55560" y="70824"/>
                </a:lnTo>
                <a:lnTo>
                  <a:pt x="70827" y="70824"/>
                </a:lnTo>
                <a:lnTo>
                  <a:pt x="70827" y="55559"/>
                </a:lnTo>
                <a:lnTo>
                  <a:pt x="55560" y="55559"/>
                </a:lnTo>
                <a:close/>
                <a:moveTo>
                  <a:pt x="70827" y="70824"/>
                </a:moveTo>
                <a:lnTo>
                  <a:pt x="70827" y="84716"/>
                </a:lnTo>
                <a:lnTo>
                  <a:pt x="84720" y="84716"/>
                </a:lnTo>
                <a:lnTo>
                  <a:pt x="84720" y="70824"/>
                </a:lnTo>
                <a:lnTo>
                  <a:pt x="70827" y="70824"/>
                </a:lnTo>
                <a:close/>
                <a:moveTo>
                  <a:pt x="84720" y="70824"/>
                </a:moveTo>
                <a:lnTo>
                  <a:pt x="100001" y="70824"/>
                </a:lnTo>
                <a:lnTo>
                  <a:pt x="100001" y="55559"/>
                </a:lnTo>
                <a:lnTo>
                  <a:pt x="84720" y="55559"/>
                </a:lnTo>
                <a:lnTo>
                  <a:pt x="84720" y="70824"/>
                </a:lnTo>
                <a:close/>
                <a:moveTo>
                  <a:pt x="84720" y="84716"/>
                </a:moveTo>
                <a:lnTo>
                  <a:pt x="84720" y="99993"/>
                </a:lnTo>
                <a:lnTo>
                  <a:pt x="100001" y="99993"/>
                </a:lnTo>
                <a:lnTo>
                  <a:pt x="100001" y="84716"/>
                </a:lnTo>
                <a:lnTo>
                  <a:pt x="84720" y="84716"/>
                </a:lnTo>
                <a:close/>
                <a:moveTo>
                  <a:pt x="70827" y="84716"/>
                </a:moveTo>
                <a:lnTo>
                  <a:pt x="55560" y="84716"/>
                </a:lnTo>
                <a:lnTo>
                  <a:pt x="55560" y="99993"/>
                </a:lnTo>
                <a:lnTo>
                  <a:pt x="70827" y="99993"/>
                </a:lnTo>
                <a:lnTo>
                  <a:pt x="70827" y="84716"/>
                </a:lnTo>
                <a:close/>
                <a:moveTo>
                  <a:pt x="14440" y="66665"/>
                </a:moveTo>
                <a:lnTo>
                  <a:pt x="30000" y="66665"/>
                </a:lnTo>
                <a:cubicBezTo>
                  <a:pt x="31840" y="66665"/>
                  <a:pt x="33334" y="68158"/>
                  <a:pt x="33334" y="69997"/>
                </a:cubicBezTo>
                <a:lnTo>
                  <a:pt x="33334" y="85555"/>
                </a:lnTo>
                <a:cubicBezTo>
                  <a:pt x="33334" y="87395"/>
                  <a:pt x="31840" y="88888"/>
                  <a:pt x="30000" y="88888"/>
                </a:cubicBezTo>
                <a:lnTo>
                  <a:pt x="14440" y="88888"/>
                </a:lnTo>
                <a:cubicBezTo>
                  <a:pt x="12600" y="88888"/>
                  <a:pt x="11107" y="87395"/>
                  <a:pt x="11107" y="85555"/>
                </a:cubicBezTo>
                <a:lnTo>
                  <a:pt x="11107" y="69997"/>
                </a:lnTo>
                <a:cubicBezTo>
                  <a:pt x="11107" y="68158"/>
                  <a:pt x="12600" y="66665"/>
                  <a:pt x="14440" y="66665"/>
                </a:cubicBezTo>
                <a:close/>
                <a:moveTo>
                  <a:pt x="16667" y="72224"/>
                </a:moveTo>
                <a:lnTo>
                  <a:pt x="16667" y="83329"/>
                </a:lnTo>
                <a:lnTo>
                  <a:pt x="27774" y="83329"/>
                </a:lnTo>
                <a:lnTo>
                  <a:pt x="27774" y="72224"/>
                </a:lnTo>
                <a:lnTo>
                  <a:pt x="16667" y="7222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4" name="Чёрный — SVG 75">
            <a:extLst>
              <a:ext uri="{FF2B5EF4-FFF2-40B4-BE49-F238E27FC236}">
                <a16:creationId xmlns:a16="http://schemas.microsoft.com/office/drawing/2014/main" id="{A2A79027-EC33-524C-B047-8B602C7EA843}"/>
              </a:ext>
            </a:extLst>
          </p:cNvPr>
          <p:cNvSpPr>
            <a:spLocks noGrp="1"/>
          </p:cNvSpPr>
          <p:nvPr/>
        </p:nvSpPr>
        <p:spPr>
          <a:xfrm>
            <a:off x="1620000" y="3990000"/>
            <a:ext cx="220000" cy="220000"/>
          </a:xfrm>
          <a:custGeom>
            <a:avLst/>
            <a:gdLst>
              <a:gd name="csX0" fmla="*/ 22900 w 148867"/>
              <a:gd name="csY0" fmla="*/ 2 h 134954"/>
              <a:gd name="csX1" fmla="*/ 19940 w 148867"/>
              <a:gd name="csY1" fmla="*/ 733 h 134954"/>
              <a:gd name="csX2" fmla="*/ 17541 w 148867"/>
              <a:gd name="csY2" fmla="*/ 2639 h 134954"/>
              <a:gd name="csX3" fmla="*/ 0 w 148867"/>
              <a:gd name="csY3" fmla="*/ 51290 h 134954"/>
              <a:gd name="csX4" fmla="*/ 17575 w 148867"/>
              <a:gd name="csY4" fmla="*/ 100283 h 134954"/>
              <a:gd name="csX5" fmla="*/ 19718 w 148867"/>
              <a:gd name="csY5" fmla="*/ 102035 h 134954"/>
              <a:gd name="csX6" fmla="*/ 22356 w 148867"/>
              <a:gd name="csY6" fmla="*/ 102834 h 134954"/>
              <a:gd name="csX7" fmla="*/ 25112 w 148867"/>
              <a:gd name="csY7" fmla="*/ 102545 h 134954"/>
              <a:gd name="csX8" fmla="*/ 27562 w 148867"/>
              <a:gd name="csY8" fmla="*/ 101235 h 134954"/>
              <a:gd name="csX9" fmla="*/ 29298 w 148867"/>
              <a:gd name="csY9" fmla="*/ 99092 h 134954"/>
              <a:gd name="csX10" fmla="*/ 30097 w 148867"/>
              <a:gd name="csY10" fmla="*/ 96438 h 134954"/>
              <a:gd name="csX11" fmla="*/ 29824 w 148867"/>
              <a:gd name="csY11" fmla="*/ 93682 h 134954"/>
              <a:gd name="csX12" fmla="*/ 28514 w 148867"/>
              <a:gd name="csY12" fmla="*/ 91250 h 134954"/>
              <a:gd name="csX13" fmla="*/ 14172 w 148867"/>
              <a:gd name="csY13" fmla="*/ 51307 h 134954"/>
              <a:gd name="csX14" fmla="*/ 14172 w 148867"/>
              <a:gd name="csY14" fmla="*/ 51290 h 134954"/>
              <a:gd name="csX15" fmla="*/ 14172 w 148867"/>
              <a:gd name="csY15" fmla="*/ 51290 h 134954"/>
              <a:gd name="csX16" fmla="*/ 28464 w 148867"/>
              <a:gd name="csY16" fmla="*/ 11689 h 134954"/>
              <a:gd name="csX17" fmla="*/ 30097 w 148867"/>
              <a:gd name="csY17" fmla="*/ 8014 h 134954"/>
              <a:gd name="csX18" fmla="*/ 29467 w 148867"/>
              <a:gd name="csY18" fmla="*/ 4051 h 134954"/>
              <a:gd name="csX19" fmla="*/ 26796 w 148867"/>
              <a:gd name="csY19" fmla="*/ 1057 h 134954"/>
              <a:gd name="csX20" fmla="*/ 22900 w 148867"/>
              <a:gd name="csY20" fmla="*/ 2 h 134954"/>
              <a:gd name="csX21" fmla="*/ 125747 w 148867"/>
              <a:gd name="csY21" fmla="*/ 2 h 134954"/>
              <a:gd name="csX22" fmla="*/ 121935 w 148867"/>
              <a:gd name="csY22" fmla="*/ 1142 h 134954"/>
              <a:gd name="csX23" fmla="*/ 119349 w 148867"/>
              <a:gd name="csY23" fmla="*/ 4153 h 134954"/>
              <a:gd name="csX24" fmla="*/ 118771 w 148867"/>
              <a:gd name="csY24" fmla="*/ 8082 h 134954"/>
              <a:gd name="csX25" fmla="*/ 120404 w 148867"/>
              <a:gd name="csY25" fmla="*/ 11689 h 134954"/>
              <a:gd name="csX26" fmla="*/ 134695 w 148867"/>
              <a:gd name="csY26" fmla="*/ 51290 h 134954"/>
              <a:gd name="csX27" fmla="*/ 134695 w 148867"/>
              <a:gd name="csY27" fmla="*/ 51290 h 134954"/>
              <a:gd name="csX28" fmla="*/ 134695 w 148867"/>
              <a:gd name="csY28" fmla="*/ 51307 h 134954"/>
              <a:gd name="csX29" fmla="*/ 120353 w 148867"/>
              <a:gd name="csY29" fmla="*/ 91250 h 134954"/>
              <a:gd name="csX30" fmla="*/ 118771 w 148867"/>
              <a:gd name="csY30" fmla="*/ 96438 h 134954"/>
              <a:gd name="csX31" fmla="*/ 121323 w 148867"/>
              <a:gd name="csY31" fmla="*/ 101235 h 134954"/>
              <a:gd name="csX32" fmla="*/ 123756 w 148867"/>
              <a:gd name="csY32" fmla="*/ 102545 h 134954"/>
              <a:gd name="csX33" fmla="*/ 126512 w 148867"/>
              <a:gd name="csY33" fmla="*/ 102817 h 134954"/>
              <a:gd name="csX34" fmla="*/ 131292 w 148867"/>
              <a:gd name="csY34" fmla="*/ 100283 h 134954"/>
              <a:gd name="csX35" fmla="*/ 148867 w 148867"/>
              <a:gd name="csY35" fmla="*/ 51290 h 134954"/>
              <a:gd name="csX36" fmla="*/ 131327 w 148867"/>
              <a:gd name="csY36" fmla="*/ 2639 h 134954"/>
              <a:gd name="csX37" fmla="*/ 128826 w 148867"/>
              <a:gd name="csY37" fmla="*/ 682 h 134954"/>
              <a:gd name="csX38" fmla="*/ 125747 w 148867"/>
              <a:gd name="csY38" fmla="*/ 2 h 134954"/>
              <a:gd name="csX39" fmla="*/ 40900 w 148867"/>
              <a:gd name="csY39" fmla="*/ 17728 h 134954"/>
              <a:gd name="csX40" fmla="*/ 37582 w 148867"/>
              <a:gd name="csY40" fmla="*/ 18459 h 134954"/>
              <a:gd name="csX41" fmla="*/ 34980 w 148867"/>
              <a:gd name="csY41" fmla="*/ 20636 h 134954"/>
              <a:gd name="csX42" fmla="*/ 34980 w 148867"/>
              <a:gd name="csY42" fmla="*/ 82285 h 134954"/>
              <a:gd name="csX43" fmla="*/ 37021 w 148867"/>
              <a:gd name="csY43" fmla="*/ 84207 h 134954"/>
              <a:gd name="csX44" fmla="*/ 39658 w 148867"/>
              <a:gd name="csY44" fmla="*/ 85194 h 134954"/>
              <a:gd name="csX45" fmla="*/ 42466 w 148867"/>
              <a:gd name="csY45" fmla="*/ 85058 h 134954"/>
              <a:gd name="csX46" fmla="*/ 45001 w 148867"/>
              <a:gd name="csY46" fmla="*/ 83867 h 134954"/>
              <a:gd name="csX47" fmla="*/ 46872 w 148867"/>
              <a:gd name="csY47" fmla="*/ 81775 h 134954"/>
              <a:gd name="csX48" fmla="*/ 47791 w 148867"/>
              <a:gd name="csY48" fmla="*/ 79121 h 134954"/>
              <a:gd name="csX49" fmla="*/ 47604 w 148867"/>
              <a:gd name="csY49" fmla="*/ 76314 h 134954"/>
              <a:gd name="csX50" fmla="*/ 46328 w 148867"/>
              <a:gd name="csY50" fmla="*/ 73796 h 134954"/>
              <a:gd name="csX51" fmla="*/ 46328 w 148867"/>
              <a:gd name="csY51" fmla="*/ 29125 h 134954"/>
              <a:gd name="csX52" fmla="*/ 47756 w 148867"/>
              <a:gd name="csY52" fmla="*/ 25553 h 134954"/>
              <a:gd name="csX53" fmla="*/ 47110 w 148867"/>
              <a:gd name="csY53" fmla="*/ 21759 h 134954"/>
              <a:gd name="csX54" fmla="*/ 44576 w 148867"/>
              <a:gd name="csY54" fmla="*/ 18868 h 134954"/>
              <a:gd name="csX55" fmla="*/ 40900 w 148867"/>
              <a:gd name="csY55" fmla="*/ 17728 h 134954"/>
              <a:gd name="csX56" fmla="*/ 108461 w 148867"/>
              <a:gd name="csY56" fmla="*/ 17728 h 134954"/>
              <a:gd name="csX57" fmla="*/ 104599 w 148867"/>
              <a:gd name="csY57" fmla="*/ 18663 h 134954"/>
              <a:gd name="csX58" fmla="*/ 101860 w 148867"/>
              <a:gd name="csY58" fmla="*/ 21538 h 134954"/>
              <a:gd name="csX59" fmla="*/ 101094 w 148867"/>
              <a:gd name="csY59" fmla="*/ 25434 h 134954"/>
              <a:gd name="csX60" fmla="*/ 102540 w 148867"/>
              <a:gd name="csY60" fmla="*/ 29125 h 134954"/>
              <a:gd name="csX61" fmla="*/ 102540 w 148867"/>
              <a:gd name="csY61" fmla="*/ 73796 h 134954"/>
              <a:gd name="csX62" fmla="*/ 101264 w 148867"/>
              <a:gd name="csY62" fmla="*/ 76314 h 134954"/>
              <a:gd name="csX63" fmla="*/ 101077 w 148867"/>
              <a:gd name="csY63" fmla="*/ 79121 h 134954"/>
              <a:gd name="csX64" fmla="*/ 101996 w 148867"/>
              <a:gd name="csY64" fmla="*/ 81775 h 134954"/>
              <a:gd name="csX65" fmla="*/ 103867 w 148867"/>
              <a:gd name="csY65" fmla="*/ 83867 h 134954"/>
              <a:gd name="csX66" fmla="*/ 106402 w 148867"/>
              <a:gd name="csY66" fmla="*/ 85058 h 134954"/>
              <a:gd name="csX67" fmla="*/ 109209 w 148867"/>
              <a:gd name="csY67" fmla="*/ 85194 h 134954"/>
              <a:gd name="csX68" fmla="*/ 111847 w 148867"/>
              <a:gd name="csY68" fmla="*/ 84207 h 134954"/>
              <a:gd name="csX69" fmla="*/ 113888 w 148867"/>
              <a:gd name="csY69" fmla="*/ 82285 h 134954"/>
              <a:gd name="csX70" fmla="*/ 113888 w 148867"/>
              <a:gd name="csY70" fmla="*/ 20636 h 134954"/>
              <a:gd name="csX71" fmla="*/ 111506 w 148867"/>
              <a:gd name="csY71" fmla="*/ 18561 h 134954"/>
              <a:gd name="csX72" fmla="*/ 108461 w 148867"/>
              <a:gd name="csY72" fmla="*/ 17728 h 134954"/>
              <a:gd name="csX73" fmla="*/ 74434 w 148867"/>
              <a:gd name="csY73" fmla="*/ 39060 h 134954"/>
              <a:gd name="csX74" fmla="*/ 66727 w 148867"/>
              <a:gd name="csY74" fmla="*/ 41339 h 134954"/>
              <a:gd name="csX75" fmla="*/ 61503 w 148867"/>
              <a:gd name="csY75" fmla="*/ 47429 h 134954"/>
              <a:gd name="csX76" fmla="*/ 60414 w 148867"/>
              <a:gd name="csY76" fmla="*/ 55373 h 134954"/>
              <a:gd name="csX77" fmla="*/ 63834 w 148867"/>
              <a:gd name="csY77" fmla="*/ 62654 h 134954"/>
              <a:gd name="csX78" fmla="*/ 42908 w 148867"/>
              <a:gd name="csY78" fmla="*/ 125425 h 134954"/>
              <a:gd name="csX79" fmla="*/ 42466 w 148867"/>
              <a:gd name="csY79" fmla="*/ 128215 h 134954"/>
              <a:gd name="csX80" fmla="*/ 43163 w 148867"/>
              <a:gd name="csY80" fmla="*/ 130937 h 134954"/>
              <a:gd name="csX81" fmla="*/ 44865 w 148867"/>
              <a:gd name="csY81" fmla="*/ 133182 h 134954"/>
              <a:gd name="csX82" fmla="*/ 47315 w 148867"/>
              <a:gd name="csY82" fmla="*/ 134594 h 134954"/>
              <a:gd name="csX83" fmla="*/ 50105 w 148867"/>
              <a:gd name="csY83" fmla="*/ 134934 h 134954"/>
              <a:gd name="csX84" fmla="*/ 52826 w 148867"/>
              <a:gd name="csY84" fmla="*/ 134152 h 134954"/>
              <a:gd name="csX85" fmla="*/ 55021 w 148867"/>
              <a:gd name="csY85" fmla="*/ 132383 h 134954"/>
              <a:gd name="csX86" fmla="*/ 56349 w 148867"/>
              <a:gd name="csY86" fmla="*/ 129899 h 134954"/>
              <a:gd name="csX87" fmla="*/ 74434 w 148867"/>
              <a:gd name="csY87" fmla="*/ 75650 h 134954"/>
              <a:gd name="csX88" fmla="*/ 92519 w 148867"/>
              <a:gd name="csY88" fmla="*/ 129899 h 134954"/>
              <a:gd name="csX89" fmla="*/ 93846 w 148867"/>
              <a:gd name="csY89" fmla="*/ 132383 h 134954"/>
              <a:gd name="csX90" fmla="*/ 96041 w 148867"/>
              <a:gd name="csY90" fmla="*/ 134152 h 134954"/>
              <a:gd name="csX91" fmla="*/ 98763 w 148867"/>
              <a:gd name="csY91" fmla="*/ 134934 h 134954"/>
              <a:gd name="csX92" fmla="*/ 101553 w 148867"/>
              <a:gd name="csY92" fmla="*/ 134594 h 134954"/>
              <a:gd name="csX93" fmla="*/ 104003 w 148867"/>
              <a:gd name="csY93" fmla="*/ 133182 h 134954"/>
              <a:gd name="csX94" fmla="*/ 105704 w 148867"/>
              <a:gd name="csY94" fmla="*/ 130937 h 134954"/>
              <a:gd name="csX95" fmla="*/ 106402 w 148867"/>
              <a:gd name="csY95" fmla="*/ 128215 h 134954"/>
              <a:gd name="csX96" fmla="*/ 105959 w 148867"/>
              <a:gd name="csY96" fmla="*/ 125425 h 134954"/>
              <a:gd name="csX97" fmla="*/ 85033 w 148867"/>
              <a:gd name="csY97" fmla="*/ 62620 h 134954"/>
              <a:gd name="csX98" fmla="*/ 88419 w 148867"/>
              <a:gd name="csY98" fmla="*/ 55373 h 134954"/>
              <a:gd name="csX99" fmla="*/ 87330 w 148867"/>
              <a:gd name="csY99" fmla="*/ 47429 h 134954"/>
              <a:gd name="csX100" fmla="*/ 82124 w 148867"/>
              <a:gd name="csY100" fmla="*/ 41339 h 134954"/>
              <a:gd name="csX101" fmla="*/ 74434 w 148867"/>
              <a:gd name="csY101" fmla="*/ 39060 h 134954"/>
            </a:gdLst>
            <a:ahLst/>
            <a:cxnLst/>
            <a:rect l="l" t="t" r="r" b="b"/>
            <a:pathLst>
              <a:path w="100000" h="100000">
                <a:moveTo>
                  <a:pt x="15383" y="4674"/>
                </a:moveTo>
                <a:cubicBezTo>
                  <a:pt x="14697" y="4686"/>
                  <a:pt x="14011" y="4857"/>
                  <a:pt x="13395" y="5165"/>
                </a:cubicBezTo>
                <a:cubicBezTo>
                  <a:pt x="12766" y="5474"/>
                  <a:pt x="12229" y="5908"/>
                  <a:pt x="11783" y="6446"/>
                </a:cubicBezTo>
                <a:cubicBezTo>
                  <a:pt x="4160" y="15633"/>
                  <a:pt x="-11" y="27197"/>
                  <a:pt x="0" y="39127"/>
                </a:cubicBezTo>
                <a:cubicBezTo>
                  <a:pt x="-23" y="51137"/>
                  <a:pt x="4160" y="62781"/>
                  <a:pt x="11806" y="72037"/>
                </a:cubicBezTo>
                <a:cubicBezTo>
                  <a:pt x="12206" y="72517"/>
                  <a:pt x="12686" y="72916"/>
                  <a:pt x="13245" y="73214"/>
                </a:cubicBezTo>
                <a:cubicBezTo>
                  <a:pt x="13794" y="73499"/>
                  <a:pt x="14400" y="73682"/>
                  <a:pt x="15017" y="73751"/>
                </a:cubicBezTo>
                <a:cubicBezTo>
                  <a:pt x="15646" y="73808"/>
                  <a:pt x="16275" y="73739"/>
                  <a:pt x="16869" y="73557"/>
                </a:cubicBezTo>
                <a:cubicBezTo>
                  <a:pt x="17475" y="73374"/>
                  <a:pt x="18023" y="73077"/>
                  <a:pt x="18515" y="72677"/>
                </a:cubicBezTo>
                <a:cubicBezTo>
                  <a:pt x="18995" y="72277"/>
                  <a:pt x="19394" y="71785"/>
                  <a:pt x="19681" y="71237"/>
                </a:cubicBezTo>
                <a:cubicBezTo>
                  <a:pt x="19978" y="70688"/>
                  <a:pt x="20160" y="70083"/>
                  <a:pt x="20217" y="69454"/>
                </a:cubicBezTo>
                <a:cubicBezTo>
                  <a:pt x="20274" y="68837"/>
                  <a:pt x="20217" y="68209"/>
                  <a:pt x="20034" y="67603"/>
                </a:cubicBezTo>
                <a:cubicBezTo>
                  <a:pt x="19852" y="67009"/>
                  <a:pt x="19543" y="66449"/>
                  <a:pt x="19154" y="65969"/>
                </a:cubicBezTo>
                <a:cubicBezTo>
                  <a:pt x="12914" y="58416"/>
                  <a:pt x="9508" y="48931"/>
                  <a:pt x="9520" y="39138"/>
                </a:cubicBezTo>
                <a:lnTo>
                  <a:pt x="9520" y="39127"/>
                </a:lnTo>
                <a:lnTo>
                  <a:pt x="9520" y="39127"/>
                </a:lnTo>
                <a:cubicBezTo>
                  <a:pt x="9520" y="29414"/>
                  <a:pt x="12914" y="19998"/>
                  <a:pt x="19120" y="12525"/>
                </a:cubicBezTo>
                <a:cubicBezTo>
                  <a:pt x="19714" y="11828"/>
                  <a:pt x="20092" y="10971"/>
                  <a:pt x="20217" y="10056"/>
                </a:cubicBezTo>
                <a:cubicBezTo>
                  <a:pt x="20343" y="9153"/>
                  <a:pt x="20195" y="8228"/>
                  <a:pt x="19794" y="7394"/>
                </a:cubicBezTo>
                <a:cubicBezTo>
                  <a:pt x="19406" y="6560"/>
                  <a:pt x="18777" y="5863"/>
                  <a:pt x="18000" y="5383"/>
                </a:cubicBezTo>
                <a:cubicBezTo>
                  <a:pt x="17211" y="4903"/>
                  <a:pt x="16309" y="4651"/>
                  <a:pt x="15383" y="4674"/>
                </a:cubicBezTo>
                <a:close/>
                <a:moveTo>
                  <a:pt x="84469" y="4674"/>
                </a:moveTo>
                <a:cubicBezTo>
                  <a:pt x="83566" y="4686"/>
                  <a:pt x="82674" y="4948"/>
                  <a:pt x="81909" y="5440"/>
                </a:cubicBezTo>
                <a:cubicBezTo>
                  <a:pt x="81154" y="5932"/>
                  <a:pt x="80549" y="6640"/>
                  <a:pt x="80172" y="7463"/>
                </a:cubicBezTo>
                <a:cubicBezTo>
                  <a:pt x="79794" y="8285"/>
                  <a:pt x="79658" y="9199"/>
                  <a:pt x="79783" y="10102"/>
                </a:cubicBezTo>
                <a:cubicBezTo>
                  <a:pt x="79909" y="10993"/>
                  <a:pt x="80297" y="11839"/>
                  <a:pt x="80880" y="12525"/>
                </a:cubicBezTo>
                <a:cubicBezTo>
                  <a:pt x="87086" y="19998"/>
                  <a:pt x="90480" y="29414"/>
                  <a:pt x="90480" y="39127"/>
                </a:cubicBezTo>
                <a:lnTo>
                  <a:pt x="90480" y="39127"/>
                </a:lnTo>
                <a:lnTo>
                  <a:pt x="90480" y="39138"/>
                </a:lnTo>
                <a:cubicBezTo>
                  <a:pt x="90492" y="48931"/>
                  <a:pt x="87086" y="58416"/>
                  <a:pt x="80846" y="65969"/>
                </a:cubicBezTo>
                <a:cubicBezTo>
                  <a:pt x="80046" y="66952"/>
                  <a:pt x="79658" y="68197"/>
                  <a:pt x="79783" y="69454"/>
                </a:cubicBezTo>
                <a:cubicBezTo>
                  <a:pt x="79897" y="70711"/>
                  <a:pt x="80515" y="71877"/>
                  <a:pt x="81498" y="72677"/>
                </a:cubicBezTo>
                <a:cubicBezTo>
                  <a:pt x="81977" y="73077"/>
                  <a:pt x="82526" y="73374"/>
                  <a:pt x="83132" y="73557"/>
                </a:cubicBezTo>
                <a:cubicBezTo>
                  <a:pt x="83726" y="73739"/>
                  <a:pt x="84354" y="73808"/>
                  <a:pt x="84983" y="73739"/>
                </a:cubicBezTo>
                <a:cubicBezTo>
                  <a:pt x="86240" y="73625"/>
                  <a:pt x="87395" y="73008"/>
                  <a:pt x="88194" y="72037"/>
                </a:cubicBezTo>
                <a:cubicBezTo>
                  <a:pt x="95840" y="62770"/>
                  <a:pt x="100024" y="51137"/>
                  <a:pt x="100000" y="39127"/>
                </a:cubicBezTo>
                <a:cubicBezTo>
                  <a:pt x="100011" y="27186"/>
                  <a:pt x="95840" y="15633"/>
                  <a:pt x="88218" y="6446"/>
                </a:cubicBezTo>
                <a:cubicBezTo>
                  <a:pt x="87760" y="5885"/>
                  <a:pt x="87189" y="5440"/>
                  <a:pt x="86538" y="5131"/>
                </a:cubicBezTo>
                <a:cubicBezTo>
                  <a:pt x="85897" y="4823"/>
                  <a:pt x="85189" y="4674"/>
                  <a:pt x="84469" y="4674"/>
                </a:cubicBezTo>
                <a:close/>
                <a:moveTo>
                  <a:pt x="27474" y="16582"/>
                </a:moveTo>
                <a:cubicBezTo>
                  <a:pt x="26709" y="16559"/>
                  <a:pt x="25943" y="16730"/>
                  <a:pt x="25245" y="17073"/>
                </a:cubicBezTo>
                <a:cubicBezTo>
                  <a:pt x="24549" y="17404"/>
                  <a:pt x="23954" y="17918"/>
                  <a:pt x="23497" y="18535"/>
                </a:cubicBezTo>
                <a:cubicBezTo>
                  <a:pt x="14320" y="30797"/>
                  <a:pt x="14320" y="47686"/>
                  <a:pt x="23497" y="59947"/>
                </a:cubicBezTo>
                <a:cubicBezTo>
                  <a:pt x="23863" y="60472"/>
                  <a:pt x="24332" y="60907"/>
                  <a:pt x="24869" y="61238"/>
                </a:cubicBezTo>
                <a:cubicBezTo>
                  <a:pt x="25417" y="61581"/>
                  <a:pt x="26011" y="61798"/>
                  <a:pt x="26640" y="61901"/>
                </a:cubicBezTo>
                <a:cubicBezTo>
                  <a:pt x="27269" y="61993"/>
                  <a:pt x="27909" y="61970"/>
                  <a:pt x="28526" y="61810"/>
                </a:cubicBezTo>
                <a:cubicBezTo>
                  <a:pt x="29143" y="61661"/>
                  <a:pt x="29726" y="61387"/>
                  <a:pt x="30229" y="61010"/>
                </a:cubicBezTo>
                <a:cubicBezTo>
                  <a:pt x="30743" y="60621"/>
                  <a:pt x="31166" y="60153"/>
                  <a:pt x="31486" y="59605"/>
                </a:cubicBezTo>
                <a:cubicBezTo>
                  <a:pt x="31806" y="59056"/>
                  <a:pt x="32023" y="58450"/>
                  <a:pt x="32103" y="57822"/>
                </a:cubicBezTo>
                <a:cubicBezTo>
                  <a:pt x="32183" y="57182"/>
                  <a:pt x="32137" y="56541"/>
                  <a:pt x="31978" y="55936"/>
                </a:cubicBezTo>
                <a:cubicBezTo>
                  <a:pt x="31806" y="55319"/>
                  <a:pt x="31520" y="54748"/>
                  <a:pt x="31120" y="54245"/>
                </a:cubicBezTo>
                <a:cubicBezTo>
                  <a:pt x="24457" y="45343"/>
                  <a:pt x="24457" y="33151"/>
                  <a:pt x="31120" y="24237"/>
                </a:cubicBezTo>
                <a:cubicBezTo>
                  <a:pt x="31658" y="23540"/>
                  <a:pt x="31989" y="22718"/>
                  <a:pt x="32080" y="21838"/>
                </a:cubicBezTo>
                <a:cubicBezTo>
                  <a:pt x="32183" y="20969"/>
                  <a:pt x="32023" y="20089"/>
                  <a:pt x="31646" y="19289"/>
                </a:cubicBezTo>
                <a:cubicBezTo>
                  <a:pt x="31269" y="18501"/>
                  <a:pt x="30686" y="17827"/>
                  <a:pt x="29944" y="17347"/>
                </a:cubicBezTo>
                <a:cubicBezTo>
                  <a:pt x="29212" y="16867"/>
                  <a:pt x="28355" y="16604"/>
                  <a:pt x="27474" y="16582"/>
                </a:cubicBezTo>
                <a:close/>
                <a:moveTo>
                  <a:pt x="72858" y="16582"/>
                </a:moveTo>
                <a:cubicBezTo>
                  <a:pt x="71943" y="16535"/>
                  <a:pt x="71051" y="16764"/>
                  <a:pt x="70263" y="17210"/>
                </a:cubicBezTo>
                <a:cubicBezTo>
                  <a:pt x="69475" y="17667"/>
                  <a:pt x="68835" y="18341"/>
                  <a:pt x="68423" y="19141"/>
                </a:cubicBezTo>
                <a:cubicBezTo>
                  <a:pt x="68000" y="19952"/>
                  <a:pt x="67829" y="20855"/>
                  <a:pt x="67909" y="21758"/>
                </a:cubicBezTo>
                <a:cubicBezTo>
                  <a:pt x="67989" y="22661"/>
                  <a:pt x="68320" y="23517"/>
                  <a:pt x="68880" y="24237"/>
                </a:cubicBezTo>
                <a:cubicBezTo>
                  <a:pt x="75543" y="33151"/>
                  <a:pt x="75543" y="45343"/>
                  <a:pt x="68880" y="54245"/>
                </a:cubicBezTo>
                <a:cubicBezTo>
                  <a:pt x="68480" y="54748"/>
                  <a:pt x="68194" y="55319"/>
                  <a:pt x="68023" y="55936"/>
                </a:cubicBezTo>
                <a:cubicBezTo>
                  <a:pt x="67863" y="56541"/>
                  <a:pt x="67817" y="57182"/>
                  <a:pt x="67898" y="57822"/>
                </a:cubicBezTo>
                <a:cubicBezTo>
                  <a:pt x="67977" y="58450"/>
                  <a:pt x="68194" y="59056"/>
                  <a:pt x="68515" y="59605"/>
                </a:cubicBezTo>
                <a:cubicBezTo>
                  <a:pt x="68835" y="60153"/>
                  <a:pt x="69258" y="60621"/>
                  <a:pt x="69772" y="61010"/>
                </a:cubicBezTo>
                <a:cubicBezTo>
                  <a:pt x="70275" y="61387"/>
                  <a:pt x="70857" y="61661"/>
                  <a:pt x="71475" y="61810"/>
                </a:cubicBezTo>
                <a:cubicBezTo>
                  <a:pt x="72092" y="61970"/>
                  <a:pt x="72732" y="61993"/>
                  <a:pt x="73360" y="61901"/>
                </a:cubicBezTo>
                <a:cubicBezTo>
                  <a:pt x="73989" y="61798"/>
                  <a:pt x="74583" y="61581"/>
                  <a:pt x="75132" y="61238"/>
                </a:cubicBezTo>
                <a:cubicBezTo>
                  <a:pt x="75669" y="60907"/>
                  <a:pt x="76138" y="60472"/>
                  <a:pt x="76503" y="59947"/>
                </a:cubicBezTo>
                <a:cubicBezTo>
                  <a:pt x="85681" y="47686"/>
                  <a:pt x="85681" y="30797"/>
                  <a:pt x="76503" y="18535"/>
                </a:cubicBezTo>
                <a:cubicBezTo>
                  <a:pt x="76080" y="17964"/>
                  <a:pt x="75531" y="17484"/>
                  <a:pt x="74903" y="17141"/>
                </a:cubicBezTo>
                <a:cubicBezTo>
                  <a:pt x="74275" y="16799"/>
                  <a:pt x="73566" y="16604"/>
                  <a:pt x="72858" y="16582"/>
                </a:cubicBezTo>
                <a:close/>
                <a:moveTo>
                  <a:pt x="50000" y="30911"/>
                </a:moveTo>
                <a:cubicBezTo>
                  <a:pt x="48160" y="30911"/>
                  <a:pt x="46366" y="31448"/>
                  <a:pt x="44823" y="32442"/>
                </a:cubicBezTo>
                <a:cubicBezTo>
                  <a:pt x="43292" y="33436"/>
                  <a:pt x="42069" y="34853"/>
                  <a:pt x="41314" y="36533"/>
                </a:cubicBezTo>
                <a:cubicBezTo>
                  <a:pt x="40560" y="38202"/>
                  <a:pt x="40308" y="40064"/>
                  <a:pt x="40583" y="41869"/>
                </a:cubicBezTo>
                <a:cubicBezTo>
                  <a:pt x="40869" y="43686"/>
                  <a:pt x="41657" y="45378"/>
                  <a:pt x="42880" y="46760"/>
                </a:cubicBezTo>
                <a:lnTo>
                  <a:pt x="28823" y="88926"/>
                </a:lnTo>
                <a:cubicBezTo>
                  <a:pt x="28595" y="89521"/>
                  <a:pt x="28503" y="90160"/>
                  <a:pt x="28526" y="90800"/>
                </a:cubicBezTo>
                <a:cubicBezTo>
                  <a:pt x="28560" y="91428"/>
                  <a:pt x="28720" y="92057"/>
                  <a:pt x="28994" y="92629"/>
                </a:cubicBezTo>
                <a:cubicBezTo>
                  <a:pt x="29268" y="93200"/>
                  <a:pt x="29657" y="93714"/>
                  <a:pt x="30138" y="94137"/>
                </a:cubicBezTo>
                <a:cubicBezTo>
                  <a:pt x="30617" y="94559"/>
                  <a:pt x="31177" y="94880"/>
                  <a:pt x="31783" y="95085"/>
                </a:cubicBezTo>
                <a:cubicBezTo>
                  <a:pt x="32389" y="95291"/>
                  <a:pt x="33029" y="95359"/>
                  <a:pt x="33658" y="95314"/>
                </a:cubicBezTo>
                <a:cubicBezTo>
                  <a:pt x="34297" y="95268"/>
                  <a:pt x="34914" y="95085"/>
                  <a:pt x="35485" y="94788"/>
                </a:cubicBezTo>
                <a:cubicBezTo>
                  <a:pt x="36046" y="94503"/>
                  <a:pt x="36549" y="94091"/>
                  <a:pt x="36960" y="93600"/>
                </a:cubicBezTo>
                <a:cubicBezTo>
                  <a:pt x="37360" y="93120"/>
                  <a:pt x="37669" y="92548"/>
                  <a:pt x="37852" y="91931"/>
                </a:cubicBezTo>
                <a:lnTo>
                  <a:pt x="50000" y="55490"/>
                </a:lnTo>
                <a:lnTo>
                  <a:pt x="62149" y="91931"/>
                </a:lnTo>
                <a:cubicBezTo>
                  <a:pt x="62331" y="92548"/>
                  <a:pt x="62640" y="93120"/>
                  <a:pt x="63040" y="93600"/>
                </a:cubicBezTo>
                <a:cubicBezTo>
                  <a:pt x="63452" y="94091"/>
                  <a:pt x="63954" y="94503"/>
                  <a:pt x="64515" y="94788"/>
                </a:cubicBezTo>
                <a:cubicBezTo>
                  <a:pt x="65086" y="95085"/>
                  <a:pt x="65704" y="95268"/>
                  <a:pt x="66343" y="95314"/>
                </a:cubicBezTo>
                <a:cubicBezTo>
                  <a:pt x="66972" y="95359"/>
                  <a:pt x="67612" y="95291"/>
                  <a:pt x="68217" y="95085"/>
                </a:cubicBezTo>
                <a:cubicBezTo>
                  <a:pt x="68823" y="94880"/>
                  <a:pt x="69383" y="94559"/>
                  <a:pt x="69863" y="94137"/>
                </a:cubicBezTo>
                <a:cubicBezTo>
                  <a:pt x="70343" y="93714"/>
                  <a:pt x="70732" y="93200"/>
                  <a:pt x="71006" y="92629"/>
                </a:cubicBezTo>
                <a:cubicBezTo>
                  <a:pt x="71280" y="92057"/>
                  <a:pt x="71440" y="91428"/>
                  <a:pt x="71475" y="90800"/>
                </a:cubicBezTo>
                <a:cubicBezTo>
                  <a:pt x="71497" y="90160"/>
                  <a:pt x="71406" y="89521"/>
                  <a:pt x="71177" y="88926"/>
                </a:cubicBezTo>
                <a:lnTo>
                  <a:pt x="57120" y="46737"/>
                </a:lnTo>
                <a:cubicBezTo>
                  <a:pt x="58332" y="45366"/>
                  <a:pt x="59120" y="43675"/>
                  <a:pt x="59395" y="41869"/>
                </a:cubicBezTo>
                <a:cubicBezTo>
                  <a:pt x="59669" y="40052"/>
                  <a:pt x="59417" y="38202"/>
                  <a:pt x="58663" y="36533"/>
                </a:cubicBezTo>
                <a:cubicBezTo>
                  <a:pt x="57920" y="34864"/>
                  <a:pt x="56697" y="33436"/>
                  <a:pt x="55166" y="32442"/>
                </a:cubicBezTo>
                <a:cubicBezTo>
                  <a:pt x="53623" y="31448"/>
                  <a:pt x="51829" y="30923"/>
                  <a:pt x="50000" y="3091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5" name="Чёрный — SVG 76">
            <a:extLst>
              <a:ext uri="{FF2B5EF4-FFF2-40B4-BE49-F238E27FC236}">
                <a16:creationId xmlns:a16="http://schemas.microsoft.com/office/drawing/2014/main" id="{E7333CA9-9530-9448-A862-47D9FBE2FBCC}"/>
              </a:ext>
            </a:extLst>
          </p:cNvPr>
          <p:cNvSpPr>
            <a:spLocks noGrp="1"/>
          </p:cNvSpPr>
          <p:nvPr/>
        </p:nvSpPr>
        <p:spPr>
          <a:xfrm>
            <a:off x="2220000" y="3990000"/>
            <a:ext cx="220000" cy="220000"/>
          </a:xfrm>
          <a:custGeom>
            <a:avLst/>
            <a:gdLst>
              <a:gd name="csX0" fmla="*/ 101017 w 127677"/>
              <a:gd name="csY0" fmla="*/ 1 h 131123"/>
              <a:gd name="csX1" fmla="*/ 98069 w 127677"/>
              <a:gd name="csY1" fmla="*/ 903 h 131123"/>
              <a:gd name="csX2" fmla="*/ 85067 w 127677"/>
              <a:gd name="csY2" fmla="*/ 9562 h 131123"/>
              <a:gd name="csX3" fmla="*/ 85067 w 127677"/>
              <a:gd name="csY3" fmla="*/ 8864 h 131123"/>
              <a:gd name="csX4" fmla="*/ 84684 w 127677"/>
              <a:gd name="csY4" fmla="*/ 6806 h 131123"/>
              <a:gd name="csX5" fmla="*/ 83536 w 127677"/>
              <a:gd name="csY5" fmla="*/ 5054 h 131123"/>
              <a:gd name="csX6" fmla="*/ 81802 w 127677"/>
              <a:gd name="csY6" fmla="*/ 3880 h 131123"/>
              <a:gd name="csX7" fmla="*/ 79750 w 127677"/>
              <a:gd name="csY7" fmla="*/ 3472 h 131123"/>
              <a:gd name="csX8" fmla="*/ 77699 w 127677"/>
              <a:gd name="csY8" fmla="*/ 3880 h 131123"/>
              <a:gd name="csX9" fmla="*/ 75963 w 127677"/>
              <a:gd name="csY9" fmla="*/ 5054 h 131123"/>
              <a:gd name="csX10" fmla="*/ 74816 w 127677"/>
              <a:gd name="csY10" fmla="*/ 6806 h 131123"/>
              <a:gd name="csX11" fmla="*/ 74434 w 127677"/>
              <a:gd name="csY11" fmla="*/ 8864 h 131123"/>
              <a:gd name="csX12" fmla="*/ 74434 w 127677"/>
              <a:gd name="csY12" fmla="*/ 14172 h 131123"/>
              <a:gd name="csX13" fmla="*/ 37494 w 127677"/>
              <a:gd name="csY13" fmla="*/ 14172 h 131123"/>
              <a:gd name="csX14" fmla="*/ 21267 w 127677"/>
              <a:gd name="csY14" fmla="*/ 3540 h 131123"/>
              <a:gd name="csX15" fmla="*/ 3544 w 127677"/>
              <a:gd name="csY15" fmla="*/ 21265 h 131123"/>
              <a:gd name="csX16" fmla="*/ 13873 w 127677"/>
              <a:gd name="csY16" fmla="*/ 37324 h 131123"/>
              <a:gd name="csX17" fmla="*/ 37646 w 127677"/>
              <a:gd name="csY17" fmla="*/ 80906 h 131123"/>
              <a:gd name="csX18" fmla="*/ 62596 w 127677"/>
              <a:gd name="csY18" fmla="*/ 67416 h 131123"/>
              <a:gd name="csX19" fmla="*/ 39355 w 127677"/>
              <a:gd name="csY19" fmla="*/ 24804 h 131123"/>
              <a:gd name="csX20" fmla="*/ 74434 w 127677"/>
              <a:gd name="csY20" fmla="*/ 24804 h 131123"/>
              <a:gd name="csX21" fmla="*/ 74434 w 127677"/>
              <a:gd name="csY21" fmla="*/ 30128 h 131123"/>
              <a:gd name="csX22" fmla="*/ 74816 w 127677"/>
              <a:gd name="csY22" fmla="*/ 32186 h 131123"/>
              <a:gd name="csX23" fmla="*/ 75963 w 127677"/>
              <a:gd name="csY23" fmla="*/ 33938 h 131123"/>
              <a:gd name="csX24" fmla="*/ 77699 w 127677"/>
              <a:gd name="csY24" fmla="*/ 35112 h 131123"/>
              <a:gd name="csX25" fmla="*/ 79750 w 127677"/>
              <a:gd name="csY25" fmla="*/ 35520 h 131123"/>
              <a:gd name="csX26" fmla="*/ 81802 w 127677"/>
              <a:gd name="csY26" fmla="*/ 35112 h 131123"/>
              <a:gd name="csX27" fmla="*/ 83536 w 127677"/>
              <a:gd name="csY27" fmla="*/ 33938 h 131123"/>
              <a:gd name="csX28" fmla="*/ 84684 w 127677"/>
              <a:gd name="csY28" fmla="*/ 32186 h 131123"/>
              <a:gd name="csX29" fmla="*/ 85067 w 127677"/>
              <a:gd name="csY29" fmla="*/ 30128 h 131123"/>
              <a:gd name="csX30" fmla="*/ 85067 w 127677"/>
              <a:gd name="csY30" fmla="*/ 29431 h 131123"/>
              <a:gd name="csX31" fmla="*/ 98069 w 127677"/>
              <a:gd name="csY31" fmla="*/ 38089 h 131123"/>
              <a:gd name="csX32" fmla="*/ 101017 w 127677"/>
              <a:gd name="csY32" fmla="*/ 38991 h 131123"/>
              <a:gd name="csX33" fmla="*/ 122284 w 127677"/>
              <a:gd name="csY33" fmla="*/ 38991 h 131123"/>
              <a:gd name="csX34" fmla="*/ 124343 w 127677"/>
              <a:gd name="csY34" fmla="*/ 38600 h 131123"/>
              <a:gd name="csX35" fmla="*/ 126091 w 127677"/>
              <a:gd name="csY35" fmla="*/ 37460 h 131123"/>
              <a:gd name="csX36" fmla="*/ 127264 w 127677"/>
              <a:gd name="csY36" fmla="*/ 35725 h 131123"/>
              <a:gd name="csX37" fmla="*/ 127677 w 127677"/>
              <a:gd name="csY37" fmla="*/ 33666 h 131123"/>
              <a:gd name="csX38" fmla="*/ 127264 w 127677"/>
              <a:gd name="csY38" fmla="*/ 31625 h 131123"/>
              <a:gd name="csX39" fmla="*/ 126091 w 127677"/>
              <a:gd name="csY39" fmla="*/ 29890 h 131123"/>
              <a:gd name="csX40" fmla="*/ 124343 w 127677"/>
              <a:gd name="csY40" fmla="*/ 28733 h 131123"/>
              <a:gd name="csX41" fmla="*/ 122284 w 127677"/>
              <a:gd name="csY41" fmla="*/ 28359 h 131123"/>
              <a:gd name="csX42" fmla="*/ 102630 w 127677"/>
              <a:gd name="csY42" fmla="*/ 28359 h 131123"/>
              <a:gd name="csX43" fmla="*/ 89339 w 127677"/>
              <a:gd name="csY43" fmla="*/ 19496 h 131123"/>
              <a:gd name="csX44" fmla="*/ 102630 w 127677"/>
              <a:gd name="csY44" fmla="*/ 10633 h 131123"/>
              <a:gd name="csX45" fmla="*/ 122284 w 127677"/>
              <a:gd name="csY45" fmla="*/ 10633 h 131123"/>
              <a:gd name="csX46" fmla="*/ 124343 w 127677"/>
              <a:gd name="csY46" fmla="*/ 10259 h 131123"/>
              <a:gd name="csX47" fmla="*/ 126091 w 127677"/>
              <a:gd name="csY47" fmla="*/ 9103 h 131123"/>
              <a:gd name="csX48" fmla="*/ 127264 w 127677"/>
              <a:gd name="csY48" fmla="*/ 7367 h 131123"/>
              <a:gd name="csX49" fmla="*/ 127677 w 127677"/>
              <a:gd name="csY49" fmla="*/ 5326 h 131123"/>
              <a:gd name="csX50" fmla="*/ 127264 w 127677"/>
              <a:gd name="csY50" fmla="*/ 3267 h 131123"/>
              <a:gd name="csX51" fmla="*/ 126091 w 127677"/>
              <a:gd name="csY51" fmla="*/ 1532 h 131123"/>
              <a:gd name="csX52" fmla="*/ 124343 w 127677"/>
              <a:gd name="csY52" fmla="*/ 393 h 131123"/>
              <a:gd name="csX53" fmla="*/ 122284 w 127677"/>
              <a:gd name="csY53" fmla="*/ 1 h 131123"/>
              <a:gd name="csX54" fmla="*/ 101017 w 127677"/>
              <a:gd name="csY54" fmla="*/ 1 h 131123"/>
              <a:gd name="csX55" fmla="*/ 21267 w 127677"/>
              <a:gd name="csY55" fmla="*/ 14172 h 131123"/>
              <a:gd name="csX56" fmla="*/ 28356 w 127677"/>
              <a:gd name="csY56" fmla="*/ 21265 h 131123"/>
              <a:gd name="csX57" fmla="*/ 21267 w 127677"/>
              <a:gd name="csY57" fmla="*/ 28359 h 131123"/>
              <a:gd name="csX58" fmla="*/ 14177 w 127677"/>
              <a:gd name="csY58" fmla="*/ 21265 h 131123"/>
              <a:gd name="csX59" fmla="*/ 21267 w 127677"/>
              <a:gd name="csY59" fmla="*/ 14172 h 131123"/>
              <a:gd name="csX60" fmla="*/ 63800 w 127677"/>
              <a:gd name="csY60" fmla="*/ 74425 h 131123"/>
              <a:gd name="csX61" fmla="*/ 40014 w 127677"/>
              <a:gd name="csY61" fmla="*/ 92150 h 131123"/>
              <a:gd name="csX62" fmla="*/ 19494 w 127677"/>
              <a:gd name="csY62" fmla="*/ 92150 h 131123"/>
              <a:gd name="csX63" fmla="*/ 0 w 127677"/>
              <a:gd name="csY63" fmla="*/ 111645 h 131123"/>
              <a:gd name="csX64" fmla="*/ 0 w 127677"/>
              <a:gd name="csY64" fmla="*/ 118722 h 131123"/>
              <a:gd name="csX65" fmla="*/ 12406 w 127677"/>
              <a:gd name="csY65" fmla="*/ 131123 h 131123"/>
              <a:gd name="csX66" fmla="*/ 115194 w 127677"/>
              <a:gd name="csY66" fmla="*/ 131123 h 131123"/>
              <a:gd name="csX67" fmla="*/ 127601 w 127677"/>
              <a:gd name="csY67" fmla="*/ 118722 h 131123"/>
              <a:gd name="csX68" fmla="*/ 127601 w 127677"/>
              <a:gd name="csY68" fmla="*/ 111645 h 131123"/>
              <a:gd name="csX69" fmla="*/ 108107 w 127677"/>
              <a:gd name="csY69" fmla="*/ 92150 h 131123"/>
              <a:gd name="csX70" fmla="*/ 87587 w 127677"/>
              <a:gd name="csY70" fmla="*/ 92150 h 131123"/>
              <a:gd name="csX71" fmla="*/ 63800 w 127677"/>
              <a:gd name="csY71" fmla="*/ 74425 h 131123"/>
              <a:gd name="csX72" fmla="*/ 63800 w 127677"/>
              <a:gd name="csY72" fmla="*/ 92150 h 131123"/>
              <a:gd name="csX73" fmla="*/ 70890 w 127677"/>
              <a:gd name="csY73" fmla="*/ 99227 h 131123"/>
              <a:gd name="csX74" fmla="*/ 63800 w 127677"/>
              <a:gd name="csY74" fmla="*/ 106321 h 131123"/>
              <a:gd name="csX75" fmla="*/ 56711 w 127677"/>
              <a:gd name="csY75" fmla="*/ 99227 h 131123"/>
              <a:gd name="csX76" fmla="*/ 63800 w 127677"/>
              <a:gd name="csY76" fmla="*/ 92150 h 131123"/>
            </a:gdLst>
            <a:ahLst/>
            <a:cxnLst/>
            <a:rect l="l" t="t" r="r" b="b"/>
            <a:pathLst>
              <a:path w="100000" h="100000">
                <a:moveTo>
                  <a:pt x="78354" y="1"/>
                </a:moveTo>
                <a:cubicBezTo>
                  <a:pt x="77553" y="1"/>
                  <a:pt x="76771" y="235"/>
                  <a:pt x="76106" y="689"/>
                </a:cubicBezTo>
                <a:lnTo>
                  <a:pt x="66190" y="7292"/>
                </a:lnTo>
                <a:lnTo>
                  <a:pt x="66190" y="6760"/>
                </a:lnTo>
                <a:cubicBezTo>
                  <a:pt x="66197" y="6216"/>
                  <a:pt x="66097" y="5683"/>
                  <a:pt x="65898" y="5191"/>
                </a:cubicBezTo>
                <a:cubicBezTo>
                  <a:pt x="65698" y="4685"/>
                  <a:pt x="65400" y="4243"/>
                  <a:pt x="65022" y="3854"/>
                </a:cubicBezTo>
                <a:cubicBezTo>
                  <a:pt x="64645" y="3478"/>
                  <a:pt x="64195" y="3166"/>
                  <a:pt x="63700" y="2959"/>
                </a:cubicBezTo>
                <a:cubicBezTo>
                  <a:pt x="63204" y="2752"/>
                  <a:pt x="62672" y="2648"/>
                  <a:pt x="62135" y="2648"/>
                </a:cubicBezTo>
                <a:cubicBezTo>
                  <a:pt x="61598" y="2648"/>
                  <a:pt x="61066" y="2752"/>
                  <a:pt x="60571" y="2959"/>
                </a:cubicBezTo>
                <a:cubicBezTo>
                  <a:pt x="60075" y="3166"/>
                  <a:pt x="59624" y="3478"/>
                  <a:pt x="59247" y="3854"/>
                </a:cubicBezTo>
                <a:cubicBezTo>
                  <a:pt x="58871" y="4243"/>
                  <a:pt x="58572" y="4685"/>
                  <a:pt x="58372" y="5191"/>
                </a:cubicBezTo>
                <a:cubicBezTo>
                  <a:pt x="58172" y="5683"/>
                  <a:pt x="58072" y="6216"/>
                  <a:pt x="58081" y="6760"/>
                </a:cubicBezTo>
                <a:lnTo>
                  <a:pt x="58081" y="10808"/>
                </a:lnTo>
                <a:lnTo>
                  <a:pt x="29909" y="10808"/>
                </a:lnTo>
                <a:cubicBezTo>
                  <a:pt x="27817" y="6046"/>
                  <a:pt x="23063" y="2700"/>
                  <a:pt x="17533" y="2700"/>
                </a:cubicBezTo>
                <a:cubicBezTo>
                  <a:pt x="10080" y="2700"/>
                  <a:pt x="4017" y="8771"/>
                  <a:pt x="4017" y="16218"/>
                </a:cubicBezTo>
                <a:cubicBezTo>
                  <a:pt x="4017" y="21654"/>
                  <a:pt x="7260" y="26311"/>
                  <a:pt x="11894" y="28465"/>
                </a:cubicBezTo>
                <a:lnTo>
                  <a:pt x="30024" y="61702"/>
                </a:lnTo>
                <a:cubicBezTo>
                  <a:pt x="34288" y="55566"/>
                  <a:pt x="41235" y="51700"/>
                  <a:pt x="49052" y="51414"/>
                </a:cubicBezTo>
                <a:lnTo>
                  <a:pt x="31328" y="18917"/>
                </a:lnTo>
                <a:lnTo>
                  <a:pt x="58081" y="18917"/>
                </a:lnTo>
                <a:lnTo>
                  <a:pt x="58081" y="22977"/>
                </a:lnTo>
                <a:cubicBezTo>
                  <a:pt x="58072" y="23509"/>
                  <a:pt x="58172" y="24041"/>
                  <a:pt x="58372" y="24546"/>
                </a:cubicBezTo>
                <a:cubicBezTo>
                  <a:pt x="58572" y="25040"/>
                  <a:pt x="58871" y="25494"/>
                  <a:pt x="59247" y="25883"/>
                </a:cubicBezTo>
                <a:cubicBezTo>
                  <a:pt x="59624" y="26259"/>
                  <a:pt x="60075" y="26570"/>
                  <a:pt x="60571" y="26778"/>
                </a:cubicBezTo>
                <a:cubicBezTo>
                  <a:pt x="61066" y="26986"/>
                  <a:pt x="61598" y="27089"/>
                  <a:pt x="62135" y="27089"/>
                </a:cubicBezTo>
                <a:cubicBezTo>
                  <a:pt x="62672" y="27089"/>
                  <a:pt x="63204" y="26986"/>
                  <a:pt x="63700" y="26778"/>
                </a:cubicBezTo>
                <a:cubicBezTo>
                  <a:pt x="64195" y="26570"/>
                  <a:pt x="64645" y="26259"/>
                  <a:pt x="65022" y="25883"/>
                </a:cubicBezTo>
                <a:cubicBezTo>
                  <a:pt x="65400" y="25494"/>
                  <a:pt x="65698" y="25040"/>
                  <a:pt x="65898" y="24546"/>
                </a:cubicBezTo>
                <a:cubicBezTo>
                  <a:pt x="66097" y="24041"/>
                  <a:pt x="66197" y="23509"/>
                  <a:pt x="66190" y="22977"/>
                </a:cubicBezTo>
                <a:lnTo>
                  <a:pt x="66190" y="22445"/>
                </a:lnTo>
                <a:lnTo>
                  <a:pt x="76106" y="29048"/>
                </a:lnTo>
                <a:cubicBezTo>
                  <a:pt x="76771" y="29490"/>
                  <a:pt x="77553" y="29736"/>
                  <a:pt x="78354" y="29736"/>
                </a:cubicBezTo>
                <a:lnTo>
                  <a:pt x="94573" y="29736"/>
                </a:lnTo>
                <a:cubicBezTo>
                  <a:pt x="95110" y="29736"/>
                  <a:pt x="95644" y="29645"/>
                  <a:pt x="96143" y="29438"/>
                </a:cubicBezTo>
                <a:cubicBezTo>
                  <a:pt x="96641" y="29244"/>
                  <a:pt x="97095" y="28945"/>
                  <a:pt x="97476" y="28569"/>
                </a:cubicBezTo>
                <a:cubicBezTo>
                  <a:pt x="97859" y="28193"/>
                  <a:pt x="98164" y="27738"/>
                  <a:pt x="98371" y="27245"/>
                </a:cubicBezTo>
                <a:cubicBezTo>
                  <a:pt x="98578" y="26753"/>
                  <a:pt x="98686" y="26220"/>
                  <a:pt x="98686" y="25675"/>
                </a:cubicBezTo>
                <a:cubicBezTo>
                  <a:pt x="98686" y="25144"/>
                  <a:pt x="98578" y="24611"/>
                  <a:pt x="98371" y="24119"/>
                </a:cubicBezTo>
                <a:cubicBezTo>
                  <a:pt x="98164" y="23613"/>
                  <a:pt x="97859" y="23171"/>
                  <a:pt x="97476" y="22795"/>
                </a:cubicBezTo>
                <a:cubicBezTo>
                  <a:pt x="97095" y="22419"/>
                  <a:pt x="96641" y="22120"/>
                  <a:pt x="96143" y="21913"/>
                </a:cubicBezTo>
                <a:cubicBezTo>
                  <a:pt x="95644" y="21719"/>
                  <a:pt x="95110" y="21615"/>
                  <a:pt x="94573" y="21628"/>
                </a:cubicBezTo>
                <a:lnTo>
                  <a:pt x="79584" y="21628"/>
                </a:lnTo>
                <a:lnTo>
                  <a:pt x="69448" y="14868"/>
                </a:lnTo>
                <a:lnTo>
                  <a:pt x="79584" y="8109"/>
                </a:lnTo>
                <a:lnTo>
                  <a:pt x="94573" y="8109"/>
                </a:lnTo>
                <a:cubicBezTo>
                  <a:pt x="95110" y="8122"/>
                  <a:pt x="95644" y="8018"/>
                  <a:pt x="96143" y="7824"/>
                </a:cubicBezTo>
                <a:cubicBezTo>
                  <a:pt x="96641" y="7617"/>
                  <a:pt x="97095" y="7318"/>
                  <a:pt x="97476" y="6942"/>
                </a:cubicBezTo>
                <a:cubicBezTo>
                  <a:pt x="97859" y="6566"/>
                  <a:pt x="98164" y="6112"/>
                  <a:pt x="98371" y="5618"/>
                </a:cubicBezTo>
                <a:cubicBezTo>
                  <a:pt x="98578" y="5126"/>
                  <a:pt x="98686" y="4593"/>
                  <a:pt x="98686" y="4062"/>
                </a:cubicBezTo>
                <a:cubicBezTo>
                  <a:pt x="98686" y="3517"/>
                  <a:pt x="98578" y="2985"/>
                  <a:pt x="98371" y="2492"/>
                </a:cubicBezTo>
                <a:cubicBezTo>
                  <a:pt x="98164" y="1999"/>
                  <a:pt x="97859" y="1545"/>
                  <a:pt x="97476" y="1168"/>
                </a:cubicBezTo>
                <a:cubicBezTo>
                  <a:pt x="97095" y="792"/>
                  <a:pt x="96641" y="494"/>
                  <a:pt x="96143" y="300"/>
                </a:cubicBezTo>
                <a:cubicBezTo>
                  <a:pt x="95644" y="92"/>
                  <a:pt x="95110" y="-12"/>
                  <a:pt x="94573" y="1"/>
                </a:cubicBezTo>
                <a:lnTo>
                  <a:pt x="78354" y="1"/>
                </a:lnTo>
                <a:close/>
                <a:moveTo>
                  <a:pt x="17533" y="10808"/>
                </a:moveTo>
                <a:cubicBezTo>
                  <a:pt x="20520" y="10808"/>
                  <a:pt x="22940" y="13234"/>
                  <a:pt x="22940" y="16218"/>
                </a:cubicBezTo>
                <a:cubicBezTo>
                  <a:pt x="22940" y="19202"/>
                  <a:pt x="20520" y="21628"/>
                  <a:pt x="17533" y="21628"/>
                </a:cubicBezTo>
                <a:cubicBezTo>
                  <a:pt x="14546" y="21628"/>
                  <a:pt x="12126" y="19202"/>
                  <a:pt x="12126" y="16218"/>
                </a:cubicBezTo>
                <a:cubicBezTo>
                  <a:pt x="12126" y="13234"/>
                  <a:pt x="14546" y="10808"/>
                  <a:pt x="17533" y="10808"/>
                </a:cubicBezTo>
                <a:close/>
                <a:moveTo>
                  <a:pt x="49971" y="56760"/>
                </a:moveTo>
                <a:cubicBezTo>
                  <a:pt x="41397" y="56760"/>
                  <a:pt x="34149" y="62351"/>
                  <a:pt x="31830" y="70278"/>
                </a:cubicBezTo>
                <a:lnTo>
                  <a:pt x="16181" y="70278"/>
                </a:lnTo>
                <a:cubicBezTo>
                  <a:pt x="7986" y="70278"/>
                  <a:pt x="1314" y="76946"/>
                  <a:pt x="1314" y="85145"/>
                </a:cubicBezTo>
                <a:lnTo>
                  <a:pt x="1314" y="90542"/>
                </a:lnTo>
                <a:cubicBezTo>
                  <a:pt x="1314" y="95757"/>
                  <a:pt x="5558" y="100000"/>
                  <a:pt x="10775" y="100000"/>
                </a:cubicBezTo>
                <a:lnTo>
                  <a:pt x="89166" y="100000"/>
                </a:lnTo>
                <a:cubicBezTo>
                  <a:pt x="94383" y="100000"/>
                  <a:pt x="98628" y="95757"/>
                  <a:pt x="98628" y="90542"/>
                </a:cubicBezTo>
                <a:lnTo>
                  <a:pt x="98628" y="85145"/>
                </a:lnTo>
                <a:cubicBezTo>
                  <a:pt x="98628" y="76946"/>
                  <a:pt x="91956" y="70278"/>
                  <a:pt x="83761" y="70278"/>
                </a:cubicBezTo>
                <a:lnTo>
                  <a:pt x="68112" y="70278"/>
                </a:lnTo>
                <a:cubicBezTo>
                  <a:pt x="65792" y="62351"/>
                  <a:pt x="58545" y="56760"/>
                  <a:pt x="49971" y="56760"/>
                </a:cubicBezTo>
                <a:close/>
                <a:moveTo>
                  <a:pt x="49971" y="70278"/>
                </a:moveTo>
                <a:cubicBezTo>
                  <a:pt x="52958" y="70278"/>
                  <a:pt x="55378" y="72691"/>
                  <a:pt x="55378" y="75675"/>
                </a:cubicBezTo>
                <a:cubicBezTo>
                  <a:pt x="55378" y="78672"/>
                  <a:pt x="52958" y="81085"/>
                  <a:pt x="49971" y="81085"/>
                </a:cubicBezTo>
                <a:cubicBezTo>
                  <a:pt x="46984" y="81085"/>
                  <a:pt x="44564" y="78672"/>
                  <a:pt x="44564" y="75675"/>
                </a:cubicBezTo>
                <a:cubicBezTo>
                  <a:pt x="44564" y="72691"/>
                  <a:pt x="46984" y="70278"/>
                  <a:pt x="49971" y="7027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6" name="Чёрный — SVG 77">
            <a:extLst>
              <a:ext uri="{FF2B5EF4-FFF2-40B4-BE49-F238E27FC236}">
                <a16:creationId xmlns:a16="http://schemas.microsoft.com/office/drawing/2014/main" id="{DA39A5C0-4D03-A340-8EC6-3133DDBE330B}"/>
              </a:ext>
            </a:extLst>
          </p:cNvPr>
          <p:cNvSpPr>
            <a:spLocks noGrp="1"/>
          </p:cNvSpPr>
          <p:nvPr/>
        </p:nvSpPr>
        <p:spPr>
          <a:xfrm>
            <a:off x="2820000" y="3990000"/>
            <a:ext cx="220000" cy="220000"/>
          </a:xfrm>
          <a:custGeom>
            <a:avLst/>
            <a:gdLst>
              <a:gd name="csX0" fmla="*/ 51396 w 141780"/>
              <a:gd name="csY0" fmla="*/ 0 h 152487"/>
              <a:gd name="csX1" fmla="*/ 42624 w 141780"/>
              <a:gd name="csY1" fmla="*/ 3640 h 152487"/>
              <a:gd name="csX2" fmla="*/ 38990 w 141780"/>
              <a:gd name="csY2" fmla="*/ 12401 h 152487"/>
              <a:gd name="csX3" fmla="*/ 38990 w 141780"/>
              <a:gd name="csY3" fmla="*/ 30127 h 152487"/>
              <a:gd name="csX4" fmla="*/ 42624 w 141780"/>
              <a:gd name="csY4" fmla="*/ 38888 h 152487"/>
              <a:gd name="csX5" fmla="*/ 51396 w 141780"/>
              <a:gd name="csY5" fmla="*/ 42528 h 152487"/>
              <a:gd name="csX6" fmla="*/ 65574 w 141780"/>
              <a:gd name="csY6" fmla="*/ 42528 h 152487"/>
              <a:gd name="csX7" fmla="*/ 65574 w 141780"/>
              <a:gd name="csY7" fmla="*/ 49587 h 152487"/>
              <a:gd name="csX8" fmla="*/ 42888 w 141780"/>
              <a:gd name="csY8" fmla="*/ 49587 h 152487"/>
              <a:gd name="csX9" fmla="*/ 36937 w 141780"/>
              <a:gd name="csY9" fmla="*/ 51118 h 152487"/>
              <a:gd name="csX10" fmla="*/ 32449 w 141780"/>
              <a:gd name="csY10" fmla="*/ 55320 h 152487"/>
              <a:gd name="csX11" fmla="*/ 24813 w 141780"/>
              <a:gd name="csY11" fmla="*/ 53143 h 152487"/>
              <a:gd name="csX12" fmla="*/ 14193 w 141780"/>
              <a:gd name="csY12" fmla="*/ 57702 h 152487"/>
              <a:gd name="csX13" fmla="*/ 10634 w 141780"/>
              <a:gd name="csY13" fmla="*/ 67313 h 152487"/>
              <a:gd name="csX14" fmla="*/ 14193 w 141780"/>
              <a:gd name="csY14" fmla="*/ 76941 h 152487"/>
              <a:gd name="csX15" fmla="*/ 16582 w 141780"/>
              <a:gd name="csY15" fmla="*/ 78642 h 152487"/>
              <a:gd name="csX16" fmla="*/ 11527 w 141780"/>
              <a:gd name="csY16" fmla="*/ 103206 h 152487"/>
              <a:gd name="csX17" fmla="*/ 4557 w 141780"/>
              <a:gd name="csY17" fmla="*/ 106319 h 152487"/>
              <a:gd name="csX18" fmla="*/ 1 w 141780"/>
              <a:gd name="csY18" fmla="*/ 116934 h 152487"/>
              <a:gd name="csX19" fmla="*/ 383 w 141780"/>
              <a:gd name="csY19" fmla="*/ 118993 h 152487"/>
              <a:gd name="csX20" fmla="*/ 1532 w 141780"/>
              <a:gd name="csY20" fmla="*/ 120745 h 152487"/>
              <a:gd name="csX21" fmla="*/ 3265 w 141780"/>
              <a:gd name="csY21" fmla="*/ 121918 h 152487"/>
              <a:gd name="csX22" fmla="*/ 5317 w 141780"/>
              <a:gd name="csY22" fmla="*/ 122327 h 152487"/>
              <a:gd name="csX23" fmla="*/ 7371 w 141780"/>
              <a:gd name="csY23" fmla="*/ 121918 h 152487"/>
              <a:gd name="csX24" fmla="*/ 9104 w 141780"/>
              <a:gd name="csY24" fmla="*/ 120745 h 152487"/>
              <a:gd name="csX25" fmla="*/ 10251 w 141780"/>
              <a:gd name="csY25" fmla="*/ 118993 h 152487"/>
              <a:gd name="csX26" fmla="*/ 10634 w 141780"/>
              <a:gd name="csY26" fmla="*/ 116934 h 152487"/>
              <a:gd name="csX27" fmla="*/ 11617 w 141780"/>
              <a:gd name="csY27" fmla="*/ 114263 h 152487"/>
              <a:gd name="csX28" fmla="*/ 14179 w 141780"/>
              <a:gd name="csY28" fmla="*/ 113379 h 152487"/>
              <a:gd name="csX29" fmla="*/ 16740 w 141780"/>
              <a:gd name="csY29" fmla="*/ 114263 h 152487"/>
              <a:gd name="csX30" fmla="*/ 17723 w 141780"/>
              <a:gd name="csY30" fmla="*/ 116934 h 152487"/>
              <a:gd name="csX31" fmla="*/ 18106 w 141780"/>
              <a:gd name="csY31" fmla="*/ 118993 h 152487"/>
              <a:gd name="csX32" fmla="*/ 19253 w 141780"/>
              <a:gd name="csY32" fmla="*/ 120745 h 152487"/>
              <a:gd name="csX33" fmla="*/ 20988 w 141780"/>
              <a:gd name="csY33" fmla="*/ 121918 h 152487"/>
              <a:gd name="csX34" fmla="*/ 23040 w 141780"/>
              <a:gd name="csY34" fmla="*/ 122327 h 152487"/>
              <a:gd name="csX35" fmla="*/ 25092 w 141780"/>
              <a:gd name="csY35" fmla="*/ 121918 h 152487"/>
              <a:gd name="csX36" fmla="*/ 26826 w 141780"/>
              <a:gd name="csY36" fmla="*/ 120745 h 152487"/>
              <a:gd name="csX37" fmla="*/ 27974 w 141780"/>
              <a:gd name="csY37" fmla="*/ 118993 h 152487"/>
              <a:gd name="csX38" fmla="*/ 28357 w 141780"/>
              <a:gd name="csY38" fmla="*/ 116934 h 152487"/>
              <a:gd name="csX39" fmla="*/ 23802 w 141780"/>
              <a:gd name="csY39" fmla="*/ 106319 h 152487"/>
              <a:gd name="csX40" fmla="*/ 21960 w 141780"/>
              <a:gd name="csY40" fmla="*/ 105231 h 152487"/>
              <a:gd name="csX41" fmla="*/ 26938 w 141780"/>
              <a:gd name="csY41" fmla="*/ 81041 h 152487"/>
              <a:gd name="csX42" fmla="*/ 34310 w 141780"/>
              <a:gd name="csY42" fmla="*/ 77945 h 152487"/>
              <a:gd name="csX43" fmla="*/ 41302 w 141780"/>
              <a:gd name="csY43" fmla="*/ 104176 h 152487"/>
              <a:gd name="csX44" fmla="*/ 45734 w 141780"/>
              <a:gd name="csY44" fmla="*/ 110827 h 152487"/>
              <a:gd name="csX45" fmla="*/ 53300 w 141780"/>
              <a:gd name="csY45" fmla="*/ 113379 h 152487"/>
              <a:gd name="csX46" fmla="*/ 88480 w 141780"/>
              <a:gd name="csY46" fmla="*/ 113379 h 152487"/>
              <a:gd name="csX47" fmla="*/ 96043 w 141780"/>
              <a:gd name="csY47" fmla="*/ 110810 h 152487"/>
              <a:gd name="csX48" fmla="*/ 100472 w 141780"/>
              <a:gd name="csY48" fmla="*/ 104176 h 152487"/>
              <a:gd name="csX49" fmla="*/ 107464 w 141780"/>
              <a:gd name="csY49" fmla="*/ 77945 h 152487"/>
              <a:gd name="csX50" fmla="*/ 114843 w 141780"/>
              <a:gd name="csY50" fmla="*/ 81041 h 152487"/>
              <a:gd name="csX51" fmla="*/ 119821 w 141780"/>
              <a:gd name="csY51" fmla="*/ 105231 h 152487"/>
              <a:gd name="csX52" fmla="*/ 117978 w 141780"/>
              <a:gd name="csY52" fmla="*/ 106319 h 152487"/>
              <a:gd name="csX53" fmla="*/ 113424 w 141780"/>
              <a:gd name="csY53" fmla="*/ 116934 h 152487"/>
              <a:gd name="csX54" fmla="*/ 113807 w 141780"/>
              <a:gd name="csY54" fmla="*/ 118993 h 152487"/>
              <a:gd name="csX55" fmla="*/ 114953 w 141780"/>
              <a:gd name="csY55" fmla="*/ 120745 h 152487"/>
              <a:gd name="csX56" fmla="*/ 116689 w 141780"/>
              <a:gd name="csY56" fmla="*/ 121918 h 152487"/>
              <a:gd name="csX57" fmla="*/ 118741 w 141780"/>
              <a:gd name="csY57" fmla="*/ 122327 h 152487"/>
              <a:gd name="csX58" fmla="*/ 120792 w 141780"/>
              <a:gd name="csY58" fmla="*/ 121918 h 152487"/>
              <a:gd name="csX59" fmla="*/ 122526 w 141780"/>
              <a:gd name="csY59" fmla="*/ 120745 h 152487"/>
              <a:gd name="csX60" fmla="*/ 123674 w 141780"/>
              <a:gd name="csY60" fmla="*/ 118993 h 152487"/>
              <a:gd name="csX61" fmla="*/ 124057 w 141780"/>
              <a:gd name="csY61" fmla="*/ 116934 h 152487"/>
              <a:gd name="csX62" fmla="*/ 125041 w 141780"/>
              <a:gd name="csY62" fmla="*/ 114263 h 152487"/>
              <a:gd name="csX63" fmla="*/ 127601 w 141780"/>
              <a:gd name="csY63" fmla="*/ 113379 h 152487"/>
              <a:gd name="csX64" fmla="*/ 130163 w 141780"/>
              <a:gd name="csY64" fmla="*/ 114263 h 152487"/>
              <a:gd name="csX65" fmla="*/ 131147 w 141780"/>
              <a:gd name="csY65" fmla="*/ 116934 h 152487"/>
              <a:gd name="csX66" fmla="*/ 131530 w 141780"/>
              <a:gd name="csY66" fmla="*/ 118993 h 152487"/>
              <a:gd name="csX67" fmla="*/ 132676 w 141780"/>
              <a:gd name="csY67" fmla="*/ 120745 h 152487"/>
              <a:gd name="csX68" fmla="*/ 134410 w 141780"/>
              <a:gd name="csY68" fmla="*/ 121918 h 152487"/>
              <a:gd name="csX69" fmla="*/ 136463 w 141780"/>
              <a:gd name="csY69" fmla="*/ 122327 h 152487"/>
              <a:gd name="csX70" fmla="*/ 138515 w 141780"/>
              <a:gd name="csY70" fmla="*/ 121918 h 152487"/>
              <a:gd name="csX71" fmla="*/ 140249 w 141780"/>
              <a:gd name="csY71" fmla="*/ 120745 h 152487"/>
              <a:gd name="csX72" fmla="*/ 141397 w 141780"/>
              <a:gd name="csY72" fmla="*/ 118993 h 152487"/>
              <a:gd name="csX73" fmla="*/ 141780 w 141780"/>
              <a:gd name="csY73" fmla="*/ 116934 h 152487"/>
              <a:gd name="csX74" fmla="*/ 137224 w 141780"/>
              <a:gd name="csY74" fmla="*/ 106319 h 152487"/>
              <a:gd name="csX75" fmla="*/ 130254 w 141780"/>
              <a:gd name="csY75" fmla="*/ 103206 h 152487"/>
              <a:gd name="csX76" fmla="*/ 125199 w 141780"/>
              <a:gd name="csY76" fmla="*/ 78642 h 152487"/>
              <a:gd name="csX77" fmla="*/ 127588 w 141780"/>
              <a:gd name="csY77" fmla="*/ 76941 h 152487"/>
              <a:gd name="csX78" fmla="*/ 131147 w 141780"/>
              <a:gd name="csY78" fmla="*/ 67313 h 152487"/>
              <a:gd name="csX79" fmla="*/ 127588 w 141780"/>
              <a:gd name="csY79" fmla="*/ 57702 h 152487"/>
              <a:gd name="csX80" fmla="*/ 116968 w 141780"/>
              <a:gd name="csY80" fmla="*/ 53143 h 152487"/>
              <a:gd name="csX81" fmla="*/ 109319 w 141780"/>
              <a:gd name="csY81" fmla="*/ 55320 h 152487"/>
              <a:gd name="csX82" fmla="*/ 108716 w 141780"/>
              <a:gd name="csY82" fmla="*/ 54436 h 152487"/>
              <a:gd name="csX83" fmla="*/ 104373 w 141780"/>
              <a:gd name="csY83" fmla="*/ 50863 h 152487"/>
              <a:gd name="csX84" fmla="*/ 98893 w 141780"/>
              <a:gd name="csY84" fmla="*/ 49587 h 152487"/>
              <a:gd name="csX85" fmla="*/ 76207 w 141780"/>
              <a:gd name="csY85" fmla="*/ 49587 h 152487"/>
              <a:gd name="csX86" fmla="*/ 76207 w 141780"/>
              <a:gd name="csY86" fmla="*/ 42528 h 152487"/>
              <a:gd name="csX87" fmla="*/ 90384 w 141780"/>
              <a:gd name="csY87" fmla="*/ 42528 h 152487"/>
              <a:gd name="csX88" fmla="*/ 99156 w 141780"/>
              <a:gd name="csY88" fmla="*/ 38888 h 152487"/>
              <a:gd name="csX89" fmla="*/ 102790 w 141780"/>
              <a:gd name="csY89" fmla="*/ 30127 h 152487"/>
              <a:gd name="csX90" fmla="*/ 102790 w 141780"/>
              <a:gd name="csY90" fmla="*/ 12401 h 152487"/>
              <a:gd name="csX91" fmla="*/ 99156 w 141780"/>
              <a:gd name="csY91" fmla="*/ 3640 h 152487"/>
              <a:gd name="csX92" fmla="*/ 90384 w 141780"/>
              <a:gd name="csY92" fmla="*/ 0 h 152487"/>
              <a:gd name="csX93" fmla="*/ 51396 w 141780"/>
              <a:gd name="csY93" fmla="*/ 0 h 152487"/>
              <a:gd name="csX94" fmla="*/ 60112 w 141780"/>
              <a:gd name="csY94" fmla="*/ 17725 h 152487"/>
              <a:gd name="csX95" fmla="*/ 61511 w 141780"/>
              <a:gd name="csY95" fmla="*/ 17947 h 152487"/>
              <a:gd name="csX96" fmla="*/ 62710 w 141780"/>
              <a:gd name="csY96" fmla="*/ 18712 h 152487"/>
              <a:gd name="csX97" fmla="*/ 63517 w 141780"/>
              <a:gd name="csY97" fmla="*/ 19869 h 152487"/>
              <a:gd name="csX98" fmla="*/ 63801 w 141780"/>
              <a:gd name="csY98" fmla="*/ 21264 h 152487"/>
              <a:gd name="csX99" fmla="*/ 62763 w 141780"/>
              <a:gd name="csY99" fmla="*/ 23764 h 152487"/>
              <a:gd name="csX100" fmla="*/ 60257 w 141780"/>
              <a:gd name="csY100" fmla="*/ 24802 h 152487"/>
              <a:gd name="csX101" fmla="*/ 57819 w 141780"/>
              <a:gd name="csY101" fmla="*/ 23764 h 152487"/>
              <a:gd name="csX102" fmla="*/ 56779 w 141780"/>
              <a:gd name="csY102" fmla="*/ 21332 h 152487"/>
              <a:gd name="csX103" fmla="*/ 57719 w 141780"/>
              <a:gd name="csY103" fmla="*/ 18865 h 152487"/>
              <a:gd name="csX104" fmla="*/ 60112 w 141780"/>
              <a:gd name="csY104" fmla="*/ 17725 h 152487"/>
              <a:gd name="csX105" fmla="*/ 81379 w 141780"/>
              <a:gd name="csY105" fmla="*/ 17725 h 152487"/>
              <a:gd name="csX106" fmla="*/ 82778 w 141780"/>
              <a:gd name="csY106" fmla="*/ 17947 h 152487"/>
              <a:gd name="csX107" fmla="*/ 83977 w 141780"/>
              <a:gd name="csY107" fmla="*/ 18712 h 152487"/>
              <a:gd name="csX108" fmla="*/ 84783 w 141780"/>
              <a:gd name="csY108" fmla="*/ 19869 h 152487"/>
              <a:gd name="csX109" fmla="*/ 85068 w 141780"/>
              <a:gd name="csY109" fmla="*/ 21264 h 152487"/>
              <a:gd name="csX110" fmla="*/ 84030 w 141780"/>
              <a:gd name="csY110" fmla="*/ 23764 h 152487"/>
              <a:gd name="csX111" fmla="*/ 81524 w 141780"/>
              <a:gd name="csY111" fmla="*/ 24802 h 152487"/>
              <a:gd name="csX112" fmla="*/ 79086 w 141780"/>
              <a:gd name="csY112" fmla="*/ 23764 h 152487"/>
              <a:gd name="csX113" fmla="*/ 78046 w 141780"/>
              <a:gd name="csY113" fmla="*/ 21332 h 152487"/>
              <a:gd name="csX114" fmla="*/ 78985 w 141780"/>
              <a:gd name="csY114" fmla="*/ 18865 h 152487"/>
              <a:gd name="csX115" fmla="*/ 81379 w 141780"/>
              <a:gd name="csY115" fmla="*/ 17725 h 152487"/>
              <a:gd name="csX116" fmla="*/ 24813 w 141780"/>
              <a:gd name="csY116" fmla="*/ 63775 h 152487"/>
              <a:gd name="csX117" fmla="*/ 27484 w 141780"/>
              <a:gd name="csY117" fmla="*/ 64761 h 152487"/>
              <a:gd name="csX118" fmla="*/ 28357 w 141780"/>
              <a:gd name="csY118" fmla="*/ 67313 h 152487"/>
              <a:gd name="csX119" fmla="*/ 27484 w 141780"/>
              <a:gd name="csY119" fmla="*/ 69882 h 152487"/>
              <a:gd name="csX120" fmla="*/ 24813 w 141780"/>
              <a:gd name="csY120" fmla="*/ 70851 h 152487"/>
              <a:gd name="csX121" fmla="*/ 22140 w 141780"/>
              <a:gd name="csY121" fmla="*/ 69882 h 152487"/>
              <a:gd name="csX122" fmla="*/ 21267 w 141780"/>
              <a:gd name="csY122" fmla="*/ 67313 h 152487"/>
              <a:gd name="csX123" fmla="*/ 22140 w 141780"/>
              <a:gd name="csY123" fmla="*/ 64761 h 152487"/>
              <a:gd name="csX124" fmla="*/ 24813 w 141780"/>
              <a:gd name="csY124" fmla="*/ 63775 h 152487"/>
              <a:gd name="csX125" fmla="*/ 116968 w 141780"/>
              <a:gd name="csY125" fmla="*/ 63775 h 152487"/>
              <a:gd name="csX126" fmla="*/ 119641 w 141780"/>
              <a:gd name="csY126" fmla="*/ 64761 h 152487"/>
              <a:gd name="csX127" fmla="*/ 120513 w 141780"/>
              <a:gd name="csY127" fmla="*/ 67313 h 152487"/>
              <a:gd name="csX128" fmla="*/ 119641 w 141780"/>
              <a:gd name="csY128" fmla="*/ 69882 h 152487"/>
              <a:gd name="csX129" fmla="*/ 116968 w 141780"/>
              <a:gd name="csY129" fmla="*/ 70851 h 152487"/>
              <a:gd name="csX130" fmla="*/ 114297 w 141780"/>
              <a:gd name="csY130" fmla="*/ 69882 h 152487"/>
              <a:gd name="csX131" fmla="*/ 113424 w 141780"/>
              <a:gd name="csY131" fmla="*/ 67313 h 152487"/>
              <a:gd name="csX132" fmla="*/ 114297 w 141780"/>
              <a:gd name="csY132" fmla="*/ 64761 h 152487"/>
              <a:gd name="csX133" fmla="*/ 116968 w 141780"/>
              <a:gd name="csY133" fmla="*/ 63775 h 152487"/>
              <a:gd name="csX134" fmla="*/ 53167 w 141780"/>
              <a:gd name="csY134" fmla="*/ 120592 h 152487"/>
              <a:gd name="csX135" fmla="*/ 53167 w 141780"/>
              <a:gd name="csY135" fmla="*/ 131223 h 152487"/>
              <a:gd name="csX136" fmla="*/ 60257 w 141780"/>
              <a:gd name="csY136" fmla="*/ 131223 h 152487"/>
              <a:gd name="csX137" fmla="*/ 62763 w 141780"/>
              <a:gd name="csY137" fmla="*/ 132261 h 152487"/>
              <a:gd name="csX138" fmla="*/ 63801 w 141780"/>
              <a:gd name="csY138" fmla="*/ 134762 h 152487"/>
              <a:gd name="csX139" fmla="*/ 62763 w 141780"/>
              <a:gd name="csY139" fmla="*/ 137280 h 152487"/>
              <a:gd name="csX140" fmla="*/ 60257 w 141780"/>
              <a:gd name="csY140" fmla="*/ 138317 h 152487"/>
              <a:gd name="csX141" fmla="*/ 53167 w 141780"/>
              <a:gd name="csY141" fmla="*/ 138317 h 152487"/>
              <a:gd name="csX142" fmla="*/ 53167 w 141780"/>
              <a:gd name="csY142" fmla="*/ 140087 h 152487"/>
              <a:gd name="csX143" fmla="*/ 56801 w 141780"/>
              <a:gd name="csY143" fmla="*/ 148847 h 152487"/>
              <a:gd name="csX144" fmla="*/ 65574 w 141780"/>
              <a:gd name="csY144" fmla="*/ 152487 h 152487"/>
              <a:gd name="csX145" fmla="*/ 76207 w 141780"/>
              <a:gd name="csY145" fmla="*/ 152487 h 152487"/>
              <a:gd name="csX146" fmla="*/ 84979 w 141780"/>
              <a:gd name="csY146" fmla="*/ 148847 h 152487"/>
              <a:gd name="csX147" fmla="*/ 88613 w 141780"/>
              <a:gd name="csY147" fmla="*/ 140087 h 152487"/>
              <a:gd name="csX148" fmla="*/ 88613 w 141780"/>
              <a:gd name="csY148" fmla="*/ 138317 h 152487"/>
              <a:gd name="csX149" fmla="*/ 81524 w 141780"/>
              <a:gd name="csY149" fmla="*/ 138317 h 152487"/>
              <a:gd name="csX150" fmla="*/ 79018 w 141780"/>
              <a:gd name="csY150" fmla="*/ 137280 h 152487"/>
              <a:gd name="csX151" fmla="*/ 77980 w 141780"/>
              <a:gd name="csY151" fmla="*/ 134762 h 152487"/>
              <a:gd name="csX152" fmla="*/ 79018 w 141780"/>
              <a:gd name="csY152" fmla="*/ 132261 h 152487"/>
              <a:gd name="csX153" fmla="*/ 81524 w 141780"/>
              <a:gd name="csY153" fmla="*/ 131223 h 152487"/>
              <a:gd name="csX154" fmla="*/ 88613 w 141780"/>
              <a:gd name="csY154" fmla="*/ 131223 h 152487"/>
              <a:gd name="csX155" fmla="*/ 88613 w 141780"/>
              <a:gd name="csY155" fmla="*/ 120592 h 152487"/>
              <a:gd name="csX156" fmla="*/ 53167 w 141780"/>
              <a:gd name="csY156" fmla="*/ 120592 h 152487"/>
            </a:gdLst>
            <a:ahLst/>
            <a:cxnLst/>
            <a:rect l="l" t="t" r="r" b="b"/>
            <a:pathLst>
              <a:path w="100000" h="100000">
                <a:moveTo>
                  <a:pt x="37216" y="0"/>
                </a:moveTo>
                <a:cubicBezTo>
                  <a:pt x="35058" y="0"/>
                  <a:pt x="32989" y="859"/>
                  <a:pt x="31463" y="2387"/>
                </a:cubicBezTo>
                <a:cubicBezTo>
                  <a:pt x="29937" y="3905"/>
                  <a:pt x="29080" y="5980"/>
                  <a:pt x="29080" y="8132"/>
                </a:cubicBezTo>
                <a:lnTo>
                  <a:pt x="29080" y="19757"/>
                </a:lnTo>
                <a:cubicBezTo>
                  <a:pt x="29080" y="21910"/>
                  <a:pt x="29937" y="23985"/>
                  <a:pt x="31463" y="25503"/>
                </a:cubicBezTo>
                <a:cubicBezTo>
                  <a:pt x="32989" y="27031"/>
                  <a:pt x="35058" y="27890"/>
                  <a:pt x="37216" y="27890"/>
                </a:cubicBezTo>
                <a:lnTo>
                  <a:pt x="46514" y="27890"/>
                </a:lnTo>
                <a:lnTo>
                  <a:pt x="46514" y="32519"/>
                </a:lnTo>
                <a:lnTo>
                  <a:pt x="31636" y="32519"/>
                </a:lnTo>
                <a:cubicBezTo>
                  <a:pt x="30272" y="32530"/>
                  <a:pt x="28931" y="32865"/>
                  <a:pt x="27734" y="33523"/>
                </a:cubicBezTo>
                <a:cubicBezTo>
                  <a:pt x="26538" y="34181"/>
                  <a:pt x="25526" y="35130"/>
                  <a:pt x="24791" y="36279"/>
                </a:cubicBezTo>
                <a:cubicBezTo>
                  <a:pt x="23356" y="35397"/>
                  <a:pt x="21642" y="34851"/>
                  <a:pt x="19783" y="34851"/>
                </a:cubicBezTo>
                <a:cubicBezTo>
                  <a:pt x="16974" y="34851"/>
                  <a:pt x="14426" y="36022"/>
                  <a:pt x="12818" y="37841"/>
                </a:cubicBezTo>
                <a:cubicBezTo>
                  <a:pt x="11211" y="39648"/>
                  <a:pt x="10485" y="41912"/>
                  <a:pt x="10485" y="44143"/>
                </a:cubicBezTo>
                <a:cubicBezTo>
                  <a:pt x="10485" y="46374"/>
                  <a:pt x="11211" y="48651"/>
                  <a:pt x="12818" y="50457"/>
                </a:cubicBezTo>
                <a:cubicBezTo>
                  <a:pt x="13234" y="50926"/>
                  <a:pt x="13856" y="51205"/>
                  <a:pt x="14385" y="51573"/>
                </a:cubicBezTo>
                <a:lnTo>
                  <a:pt x="11070" y="67682"/>
                </a:lnTo>
                <a:cubicBezTo>
                  <a:pt x="9435" y="67972"/>
                  <a:pt x="7832" y="68530"/>
                  <a:pt x="6499" y="69723"/>
                </a:cubicBezTo>
                <a:cubicBezTo>
                  <a:pt x="4691" y="71330"/>
                  <a:pt x="3511" y="73873"/>
                  <a:pt x="3511" y="76685"/>
                </a:cubicBezTo>
                <a:cubicBezTo>
                  <a:pt x="3504" y="77142"/>
                  <a:pt x="3590" y="77599"/>
                  <a:pt x="3762" y="78035"/>
                </a:cubicBezTo>
                <a:cubicBezTo>
                  <a:pt x="3935" y="78458"/>
                  <a:pt x="4191" y="78849"/>
                  <a:pt x="4515" y="79184"/>
                </a:cubicBezTo>
                <a:cubicBezTo>
                  <a:pt x="4840" y="79507"/>
                  <a:pt x="5226" y="79775"/>
                  <a:pt x="5652" y="79953"/>
                </a:cubicBezTo>
                <a:cubicBezTo>
                  <a:pt x="6078" y="80121"/>
                  <a:pt x="6536" y="80221"/>
                  <a:pt x="6998" y="80221"/>
                </a:cubicBezTo>
                <a:cubicBezTo>
                  <a:pt x="7460" y="80221"/>
                  <a:pt x="7917" y="80121"/>
                  <a:pt x="8345" y="79953"/>
                </a:cubicBezTo>
                <a:cubicBezTo>
                  <a:pt x="8771" y="79775"/>
                  <a:pt x="9157" y="79507"/>
                  <a:pt x="9481" y="79184"/>
                </a:cubicBezTo>
                <a:cubicBezTo>
                  <a:pt x="9806" y="78849"/>
                  <a:pt x="10062" y="78458"/>
                  <a:pt x="10233" y="78035"/>
                </a:cubicBezTo>
                <a:cubicBezTo>
                  <a:pt x="10406" y="77599"/>
                  <a:pt x="10491" y="77142"/>
                  <a:pt x="10485" y="76685"/>
                </a:cubicBezTo>
                <a:cubicBezTo>
                  <a:pt x="10485" y="75614"/>
                  <a:pt x="10759" y="75257"/>
                  <a:pt x="11129" y="74933"/>
                </a:cubicBezTo>
                <a:cubicBezTo>
                  <a:pt x="11500" y="74598"/>
                  <a:pt x="12131" y="74353"/>
                  <a:pt x="12809" y="74353"/>
                </a:cubicBezTo>
                <a:cubicBezTo>
                  <a:pt x="13487" y="74353"/>
                  <a:pt x="14118" y="74598"/>
                  <a:pt x="14489" y="74933"/>
                </a:cubicBezTo>
                <a:cubicBezTo>
                  <a:pt x="14859" y="75257"/>
                  <a:pt x="15133" y="75614"/>
                  <a:pt x="15133" y="76685"/>
                </a:cubicBezTo>
                <a:cubicBezTo>
                  <a:pt x="15127" y="77142"/>
                  <a:pt x="15213" y="77599"/>
                  <a:pt x="15385" y="78035"/>
                </a:cubicBezTo>
                <a:cubicBezTo>
                  <a:pt x="15556" y="78458"/>
                  <a:pt x="15813" y="78849"/>
                  <a:pt x="16137" y="79184"/>
                </a:cubicBezTo>
                <a:cubicBezTo>
                  <a:pt x="16461" y="79507"/>
                  <a:pt x="16848" y="79775"/>
                  <a:pt x="17275" y="79953"/>
                </a:cubicBezTo>
                <a:cubicBezTo>
                  <a:pt x="17701" y="80121"/>
                  <a:pt x="18159" y="80221"/>
                  <a:pt x="18620" y="80221"/>
                </a:cubicBezTo>
                <a:cubicBezTo>
                  <a:pt x="19082" y="80221"/>
                  <a:pt x="19540" y="80121"/>
                  <a:pt x="19966" y="79953"/>
                </a:cubicBezTo>
                <a:cubicBezTo>
                  <a:pt x="20392" y="79775"/>
                  <a:pt x="20779" y="79507"/>
                  <a:pt x="21103" y="79184"/>
                </a:cubicBezTo>
                <a:cubicBezTo>
                  <a:pt x="21428" y="78849"/>
                  <a:pt x="21683" y="78458"/>
                  <a:pt x="21856" y="78035"/>
                </a:cubicBezTo>
                <a:cubicBezTo>
                  <a:pt x="22028" y="77599"/>
                  <a:pt x="22114" y="77142"/>
                  <a:pt x="22107" y="76685"/>
                </a:cubicBezTo>
                <a:cubicBezTo>
                  <a:pt x="22107" y="73873"/>
                  <a:pt x="20927" y="71330"/>
                  <a:pt x="19120" y="69723"/>
                </a:cubicBezTo>
                <a:cubicBezTo>
                  <a:pt x="18755" y="69400"/>
                  <a:pt x="18310" y="69255"/>
                  <a:pt x="17912" y="69010"/>
                </a:cubicBezTo>
                <a:lnTo>
                  <a:pt x="21177" y="53146"/>
                </a:lnTo>
                <a:cubicBezTo>
                  <a:pt x="23027" y="52878"/>
                  <a:pt x="24723" y="52198"/>
                  <a:pt x="26011" y="51116"/>
                </a:cubicBezTo>
                <a:lnTo>
                  <a:pt x="30596" y="68318"/>
                </a:lnTo>
                <a:cubicBezTo>
                  <a:pt x="31059" y="70047"/>
                  <a:pt x="32079" y="71586"/>
                  <a:pt x="33503" y="72680"/>
                </a:cubicBezTo>
                <a:cubicBezTo>
                  <a:pt x="34926" y="73773"/>
                  <a:pt x="36670" y="74364"/>
                  <a:pt x="38465" y="74353"/>
                </a:cubicBezTo>
                <a:lnTo>
                  <a:pt x="61535" y="74353"/>
                </a:lnTo>
                <a:cubicBezTo>
                  <a:pt x="63330" y="74353"/>
                  <a:pt x="65073" y="73762"/>
                  <a:pt x="66495" y="72668"/>
                </a:cubicBezTo>
                <a:cubicBezTo>
                  <a:pt x="67916" y="71586"/>
                  <a:pt x="68937" y="70047"/>
                  <a:pt x="69400" y="68318"/>
                </a:cubicBezTo>
                <a:lnTo>
                  <a:pt x="73985" y="51116"/>
                </a:lnTo>
                <a:cubicBezTo>
                  <a:pt x="75272" y="52187"/>
                  <a:pt x="76970" y="52878"/>
                  <a:pt x="78824" y="53146"/>
                </a:cubicBezTo>
                <a:lnTo>
                  <a:pt x="82089" y="69010"/>
                </a:lnTo>
                <a:cubicBezTo>
                  <a:pt x="81691" y="69255"/>
                  <a:pt x="81245" y="69400"/>
                  <a:pt x="80880" y="69723"/>
                </a:cubicBezTo>
                <a:cubicBezTo>
                  <a:pt x="79073" y="71330"/>
                  <a:pt x="77894" y="73873"/>
                  <a:pt x="77894" y="76685"/>
                </a:cubicBezTo>
                <a:cubicBezTo>
                  <a:pt x="77887" y="77142"/>
                  <a:pt x="77973" y="77599"/>
                  <a:pt x="78145" y="78035"/>
                </a:cubicBezTo>
                <a:cubicBezTo>
                  <a:pt x="78317" y="78458"/>
                  <a:pt x="78573" y="78849"/>
                  <a:pt x="78896" y="79184"/>
                </a:cubicBezTo>
                <a:cubicBezTo>
                  <a:pt x="79221" y="79507"/>
                  <a:pt x="79608" y="79775"/>
                  <a:pt x="80035" y="79953"/>
                </a:cubicBezTo>
                <a:cubicBezTo>
                  <a:pt x="80461" y="80121"/>
                  <a:pt x="80918" y="80221"/>
                  <a:pt x="81380" y="80221"/>
                </a:cubicBezTo>
                <a:cubicBezTo>
                  <a:pt x="81842" y="80221"/>
                  <a:pt x="82299" y="80121"/>
                  <a:pt x="82725" y="79953"/>
                </a:cubicBezTo>
                <a:cubicBezTo>
                  <a:pt x="83152" y="79775"/>
                  <a:pt x="83539" y="79507"/>
                  <a:pt x="83863" y="79184"/>
                </a:cubicBezTo>
                <a:cubicBezTo>
                  <a:pt x="84187" y="78849"/>
                  <a:pt x="84443" y="78458"/>
                  <a:pt x="84615" y="78035"/>
                </a:cubicBezTo>
                <a:cubicBezTo>
                  <a:pt x="84787" y="77599"/>
                  <a:pt x="84873" y="77142"/>
                  <a:pt x="84867" y="76685"/>
                </a:cubicBezTo>
                <a:cubicBezTo>
                  <a:pt x="84867" y="75614"/>
                  <a:pt x="85141" y="75257"/>
                  <a:pt x="85512" y="74933"/>
                </a:cubicBezTo>
                <a:cubicBezTo>
                  <a:pt x="85882" y="74598"/>
                  <a:pt x="86513" y="74353"/>
                  <a:pt x="87191" y="74353"/>
                </a:cubicBezTo>
                <a:cubicBezTo>
                  <a:pt x="87869" y="74353"/>
                  <a:pt x="88501" y="74598"/>
                  <a:pt x="88871" y="74933"/>
                </a:cubicBezTo>
                <a:cubicBezTo>
                  <a:pt x="89241" y="75257"/>
                  <a:pt x="89516" y="75614"/>
                  <a:pt x="89516" y="76685"/>
                </a:cubicBezTo>
                <a:cubicBezTo>
                  <a:pt x="89510" y="77142"/>
                  <a:pt x="89594" y="77599"/>
                  <a:pt x="89767" y="78035"/>
                </a:cubicBezTo>
                <a:cubicBezTo>
                  <a:pt x="89939" y="78458"/>
                  <a:pt x="90194" y="78849"/>
                  <a:pt x="90519" y="79184"/>
                </a:cubicBezTo>
                <a:cubicBezTo>
                  <a:pt x="90843" y="79507"/>
                  <a:pt x="91230" y="79775"/>
                  <a:pt x="91656" y="79953"/>
                </a:cubicBezTo>
                <a:cubicBezTo>
                  <a:pt x="92082" y="80121"/>
                  <a:pt x="92539" y="80221"/>
                  <a:pt x="93002" y="80221"/>
                </a:cubicBezTo>
                <a:cubicBezTo>
                  <a:pt x="93465" y="80221"/>
                  <a:pt x="93922" y="80121"/>
                  <a:pt x="94348" y="79953"/>
                </a:cubicBezTo>
                <a:cubicBezTo>
                  <a:pt x="94774" y="79775"/>
                  <a:pt x="95161" y="79507"/>
                  <a:pt x="95485" y="79184"/>
                </a:cubicBezTo>
                <a:cubicBezTo>
                  <a:pt x="95810" y="78849"/>
                  <a:pt x="96066" y="78458"/>
                  <a:pt x="96238" y="78035"/>
                </a:cubicBezTo>
                <a:cubicBezTo>
                  <a:pt x="96410" y="77599"/>
                  <a:pt x="96495" y="77142"/>
                  <a:pt x="96489" y="76685"/>
                </a:cubicBezTo>
                <a:cubicBezTo>
                  <a:pt x="96489" y="73873"/>
                  <a:pt x="95310" y="71330"/>
                  <a:pt x="93501" y="69723"/>
                </a:cubicBezTo>
                <a:cubicBezTo>
                  <a:pt x="92168" y="68530"/>
                  <a:pt x="90566" y="67972"/>
                  <a:pt x="88931" y="67682"/>
                </a:cubicBezTo>
                <a:lnTo>
                  <a:pt x="85615" y="51573"/>
                </a:lnTo>
                <a:cubicBezTo>
                  <a:pt x="86144" y="51205"/>
                  <a:pt x="86767" y="50926"/>
                  <a:pt x="87182" y="50457"/>
                </a:cubicBezTo>
                <a:cubicBezTo>
                  <a:pt x="88790" y="48651"/>
                  <a:pt x="89516" y="46374"/>
                  <a:pt x="89516" y="44143"/>
                </a:cubicBezTo>
                <a:cubicBezTo>
                  <a:pt x="89516" y="41912"/>
                  <a:pt x="88790" y="39648"/>
                  <a:pt x="87182" y="37841"/>
                </a:cubicBezTo>
                <a:cubicBezTo>
                  <a:pt x="85574" y="36022"/>
                  <a:pt x="83027" y="34851"/>
                  <a:pt x="80218" y="34851"/>
                </a:cubicBezTo>
                <a:cubicBezTo>
                  <a:pt x="78355" y="34851"/>
                  <a:pt x="76636" y="35397"/>
                  <a:pt x="75201" y="36279"/>
                </a:cubicBezTo>
                <a:cubicBezTo>
                  <a:pt x="75078" y="36078"/>
                  <a:pt x="74946" y="35888"/>
                  <a:pt x="74806" y="35699"/>
                </a:cubicBezTo>
                <a:cubicBezTo>
                  <a:pt x="74051" y="34706"/>
                  <a:pt x="73075" y="33914"/>
                  <a:pt x="71958" y="33356"/>
                </a:cubicBezTo>
                <a:cubicBezTo>
                  <a:pt x="70841" y="32809"/>
                  <a:pt x="69610" y="32519"/>
                  <a:pt x="68364" y="32519"/>
                </a:cubicBezTo>
                <a:lnTo>
                  <a:pt x="53487" y="32519"/>
                </a:lnTo>
                <a:lnTo>
                  <a:pt x="53487" y="27890"/>
                </a:lnTo>
                <a:lnTo>
                  <a:pt x="62784" y="27890"/>
                </a:lnTo>
                <a:cubicBezTo>
                  <a:pt x="64942" y="27890"/>
                  <a:pt x="67012" y="27031"/>
                  <a:pt x="68537" y="25503"/>
                </a:cubicBezTo>
                <a:cubicBezTo>
                  <a:pt x="70063" y="23985"/>
                  <a:pt x="70920" y="21910"/>
                  <a:pt x="70920" y="19757"/>
                </a:cubicBezTo>
                <a:lnTo>
                  <a:pt x="70920" y="8132"/>
                </a:lnTo>
                <a:cubicBezTo>
                  <a:pt x="70920" y="5980"/>
                  <a:pt x="70063" y="3905"/>
                  <a:pt x="68537" y="2387"/>
                </a:cubicBezTo>
                <a:cubicBezTo>
                  <a:pt x="67012" y="859"/>
                  <a:pt x="64942" y="0"/>
                  <a:pt x="62784" y="0"/>
                </a:cubicBezTo>
                <a:lnTo>
                  <a:pt x="37216" y="0"/>
                </a:lnTo>
                <a:close/>
                <a:moveTo>
                  <a:pt x="42932" y="11624"/>
                </a:moveTo>
                <a:cubicBezTo>
                  <a:pt x="43245" y="11613"/>
                  <a:pt x="43557" y="11658"/>
                  <a:pt x="43849" y="11770"/>
                </a:cubicBezTo>
                <a:cubicBezTo>
                  <a:pt x="44142" y="11881"/>
                  <a:pt x="44409" y="12048"/>
                  <a:pt x="44636" y="12271"/>
                </a:cubicBezTo>
                <a:cubicBezTo>
                  <a:pt x="44861" y="12483"/>
                  <a:pt x="45042" y="12751"/>
                  <a:pt x="45165" y="13030"/>
                </a:cubicBezTo>
                <a:cubicBezTo>
                  <a:pt x="45287" y="13320"/>
                  <a:pt x="45351" y="13633"/>
                  <a:pt x="45351" y="13945"/>
                </a:cubicBezTo>
                <a:cubicBezTo>
                  <a:pt x="45351" y="14559"/>
                  <a:pt x="45106" y="15149"/>
                  <a:pt x="44670" y="15584"/>
                </a:cubicBezTo>
                <a:cubicBezTo>
                  <a:pt x="44234" y="16020"/>
                  <a:pt x="43644" y="16265"/>
                  <a:pt x="43027" y="16265"/>
                </a:cubicBezTo>
                <a:cubicBezTo>
                  <a:pt x="42427" y="16254"/>
                  <a:pt x="41853" y="16020"/>
                  <a:pt x="41428" y="15584"/>
                </a:cubicBezTo>
                <a:cubicBezTo>
                  <a:pt x="41003" y="15161"/>
                  <a:pt x="40759" y="14592"/>
                  <a:pt x="40746" y="13989"/>
                </a:cubicBezTo>
                <a:cubicBezTo>
                  <a:pt x="40734" y="13387"/>
                  <a:pt x="40955" y="12807"/>
                  <a:pt x="41363" y="12372"/>
                </a:cubicBezTo>
                <a:cubicBezTo>
                  <a:pt x="41769" y="11926"/>
                  <a:pt x="42332" y="11658"/>
                  <a:pt x="42932" y="11624"/>
                </a:cubicBezTo>
                <a:close/>
                <a:moveTo>
                  <a:pt x="56879" y="11624"/>
                </a:moveTo>
                <a:cubicBezTo>
                  <a:pt x="57191" y="11613"/>
                  <a:pt x="57504" y="11658"/>
                  <a:pt x="57796" y="11770"/>
                </a:cubicBezTo>
                <a:cubicBezTo>
                  <a:pt x="58089" y="11881"/>
                  <a:pt x="58356" y="12048"/>
                  <a:pt x="58582" y="12271"/>
                </a:cubicBezTo>
                <a:cubicBezTo>
                  <a:pt x="58808" y="12483"/>
                  <a:pt x="58988" y="12751"/>
                  <a:pt x="59111" y="13030"/>
                </a:cubicBezTo>
                <a:cubicBezTo>
                  <a:pt x="59234" y="13320"/>
                  <a:pt x="59298" y="13633"/>
                  <a:pt x="59298" y="13945"/>
                </a:cubicBezTo>
                <a:cubicBezTo>
                  <a:pt x="59298" y="14559"/>
                  <a:pt x="59053" y="15149"/>
                  <a:pt x="58617" y="15584"/>
                </a:cubicBezTo>
                <a:cubicBezTo>
                  <a:pt x="58181" y="16020"/>
                  <a:pt x="57590" y="16265"/>
                  <a:pt x="56974" y="16265"/>
                </a:cubicBezTo>
                <a:cubicBezTo>
                  <a:pt x="56373" y="16254"/>
                  <a:pt x="55800" y="16020"/>
                  <a:pt x="55375" y="15584"/>
                </a:cubicBezTo>
                <a:cubicBezTo>
                  <a:pt x="54950" y="15161"/>
                  <a:pt x="54705" y="14592"/>
                  <a:pt x="54693" y="13989"/>
                </a:cubicBezTo>
                <a:cubicBezTo>
                  <a:pt x="54680" y="13387"/>
                  <a:pt x="54901" y="12807"/>
                  <a:pt x="55309" y="12372"/>
                </a:cubicBezTo>
                <a:cubicBezTo>
                  <a:pt x="55716" y="11926"/>
                  <a:pt x="56279" y="11658"/>
                  <a:pt x="56879" y="11624"/>
                </a:cubicBezTo>
                <a:close/>
                <a:moveTo>
                  <a:pt x="19783" y="41823"/>
                </a:moveTo>
                <a:cubicBezTo>
                  <a:pt x="20849" y="41823"/>
                  <a:pt x="21205" y="42091"/>
                  <a:pt x="21535" y="42470"/>
                </a:cubicBezTo>
                <a:cubicBezTo>
                  <a:pt x="21865" y="42838"/>
                  <a:pt x="22107" y="43463"/>
                  <a:pt x="22107" y="44143"/>
                </a:cubicBezTo>
                <a:cubicBezTo>
                  <a:pt x="22107" y="44824"/>
                  <a:pt x="21865" y="45448"/>
                  <a:pt x="21535" y="45828"/>
                </a:cubicBezTo>
                <a:cubicBezTo>
                  <a:pt x="21205" y="46196"/>
                  <a:pt x="20849" y="46464"/>
                  <a:pt x="19783" y="46464"/>
                </a:cubicBezTo>
                <a:cubicBezTo>
                  <a:pt x="18717" y="46464"/>
                  <a:pt x="18359" y="46196"/>
                  <a:pt x="18030" y="45828"/>
                </a:cubicBezTo>
                <a:cubicBezTo>
                  <a:pt x="17701" y="45448"/>
                  <a:pt x="17458" y="44824"/>
                  <a:pt x="17458" y="44143"/>
                </a:cubicBezTo>
                <a:cubicBezTo>
                  <a:pt x="17458" y="43463"/>
                  <a:pt x="17701" y="42838"/>
                  <a:pt x="18030" y="42470"/>
                </a:cubicBezTo>
                <a:cubicBezTo>
                  <a:pt x="18359" y="42091"/>
                  <a:pt x="18717" y="41823"/>
                  <a:pt x="19783" y="41823"/>
                </a:cubicBezTo>
                <a:close/>
                <a:moveTo>
                  <a:pt x="80218" y="41823"/>
                </a:moveTo>
                <a:cubicBezTo>
                  <a:pt x="81283" y="41823"/>
                  <a:pt x="81641" y="42091"/>
                  <a:pt x="81971" y="42470"/>
                </a:cubicBezTo>
                <a:cubicBezTo>
                  <a:pt x="82299" y="42838"/>
                  <a:pt x="82542" y="43463"/>
                  <a:pt x="82542" y="44143"/>
                </a:cubicBezTo>
                <a:cubicBezTo>
                  <a:pt x="82542" y="44824"/>
                  <a:pt x="82299" y="45448"/>
                  <a:pt x="81971" y="45828"/>
                </a:cubicBezTo>
                <a:cubicBezTo>
                  <a:pt x="81641" y="46196"/>
                  <a:pt x="81283" y="46464"/>
                  <a:pt x="80218" y="46464"/>
                </a:cubicBezTo>
                <a:cubicBezTo>
                  <a:pt x="79152" y="46464"/>
                  <a:pt x="78795" y="46196"/>
                  <a:pt x="78466" y="45828"/>
                </a:cubicBezTo>
                <a:cubicBezTo>
                  <a:pt x="78136" y="45448"/>
                  <a:pt x="77894" y="44824"/>
                  <a:pt x="77894" y="44143"/>
                </a:cubicBezTo>
                <a:cubicBezTo>
                  <a:pt x="77894" y="43463"/>
                  <a:pt x="78136" y="42838"/>
                  <a:pt x="78466" y="42470"/>
                </a:cubicBezTo>
                <a:cubicBezTo>
                  <a:pt x="78795" y="42091"/>
                  <a:pt x="79152" y="41823"/>
                  <a:pt x="80218" y="41823"/>
                </a:cubicBezTo>
                <a:close/>
                <a:moveTo>
                  <a:pt x="38377" y="79083"/>
                </a:moveTo>
                <a:lnTo>
                  <a:pt x="38377" y="86055"/>
                </a:lnTo>
                <a:lnTo>
                  <a:pt x="43027" y="86055"/>
                </a:lnTo>
                <a:cubicBezTo>
                  <a:pt x="43644" y="86055"/>
                  <a:pt x="44234" y="86301"/>
                  <a:pt x="44670" y="86736"/>
                </a:cubicBezTo>
                <a:cubicBezTo>
                  <a:pt x="45106" y="87171"/>
                  <a:pt x="45351" y="87762"/>
                  <a:pt x="45351" y="88376"/>
                </a:cubicBezTo>
                <a:cubicBezTo>
                  <a:pt x="45351" y="89001"/>
                  <a:pt x="45106" y="89592"/>
                  <a:pt x="44670" y="90027"/>
                </a:cubicBezTo>
                <a:cubicBezTo>
                  <a:pt x="44234" y="90462"/>
                  <a:pt x="43644" y="90707"/>
                  <a:pt x="43027" y="90707"/>
                </a:cubicBezTo>
                <a:lnTo>
                  <a:pt x="38377" y="90707"/>
                </a:lnTo>
                <a:lnTo>
                  <a:pt x="38377" y="91868"/>
                </a:lnTo>
                <a:cubicBezTo>
                  <a:pt x="38377" y="94021"/>
                  <a:pt x="39236" y="96095"/>
                  <a:pt x="40761" y="97613"/>
                </a:cubicBezTo>
                <a:cubicBezTo>
                  <a:pt x="42286" y="99142"/>
                  <a:pt x="44356" y="100000"/>
                  <a:pt x="46514" y="100000"/>
                </a:cubicBezTo>
                <a:lnTo>
                  <a:pt x="53487" y="100000"/>
                </a:lnTo>
                <a:cubicBezTo>
                  <a:pt x="55644" y="100000"/>
                  <a:pt x="57714" y="99142"/>
                  <a:pt x="59239" y="97613"/>
                </a:cubicBezTo>
                <a:cubicBezTo>
                  <a:pt x="60765" y="96095"/>
                  <a:pt x="61623" y="94021"/>
                  <a:pt x="61623" y="91868"/>
                </a:cubicBezTo>
                <a:lnTo>
                  <a:pt x="61623" y="90707"/>
                </a:lnTo>
                <a:lnTo>
                  <a:pt x="56974" y="90707"/>
                </a:lnTo>
                <a:cubicBezTo>
                  <a:pt x="56357" y="90707"/>
                  <a:pt x="55766" y="90462"/>
                  <a:pt x="55330" y="90027"/>
                </a:cubicBezTo>
                <a:cubicBezTo>
                  <a:pt x="54894" y="89592"/>
                  <a:pt x="54650" y="89001"/>
                  <a:pt x="54650" y="88376"/>
                </a:cubicBezTo>
                <a:cubicBezTo>
                  <a:pt x="54650" y="87762"/>
                  <a:pt x="54894" y="87171"/>
                  <a:pt x="55330" y="86736"/>
                </a:cubicBezTo>
                <a:cubicBezTo>
                  <a:pt x="55766" y="86301"/>
                  <a:pt x="56357" y="86055"/>
                  <a:pt x="56974" y="86055"/>
                </a:cubicBezTo>
                <a:lnTo>
                  <a:pt x="61623" y="86055"/>
                </a:lnTo>
                <a:lnTo>
                  <a:pt x="61623" y="79083"/>
                </a:lnTo>
                <a:lnTo>
                  <a:pt x="38377" y="7908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7" name="Чёрный — SVG 78">
            <a:extLst>
              <a:ext uri="{FF2B5EF4-FFF2-40B4-BE49-F238E27FC236}">
                <a16:creationId xmlns:a16="http://schemas.microsoft.com/office/drawing/2014/main" id="{B38DCFC2-B741-F147-8828-78146B08BCA0}"/>
              </a:ext>
            </a:extLst>
          </p:cNvPr>
          <p:cNvSpPr>
            <a:spLocks noGrp="1"/>
          </p:cNvSpPr>
          <p:nvPr/>
        </p:nvSpPr>
        <p:spPr>
          <a:xfrm>
            <a:off x="3420000" y="3990000"/>
            <a:ext cx="220000" cy="220000"/>
          </a:xfrm>
          <a:custGeom>
            <a:avLst/>
            <a:gdLst>
              <a:gd name="csX0" fmla="*/ 26216 w 131157"/>
              <a:gd name="csY0" fmla="*/ 0 h 120489"/>
              <a:gd name="csX1" fmla="*/ 7587 w 131157"/>
              <a:gd name="csY1" fmla="*/ 13762 h 120489"/>
              <a:gd name="csX2" fmla="*/ 713 w 131157"/>
              <a:gd name="csY2" fmla="*/ 36063 h 120489"/>
              <a:gd name="csX3" fmla="*/ 3129 w 131157"/>
              <a:gd name="csY3" fmla="*/ 50234 h 120489"/>
              <a:gd name="csX4" fmla="*/ 15974 w 131157"/>
              <a:gd name="csY4" fmla="*/ 56698 h 120489"/>
              <a:gd name="csX5" fmla="*/ 104937 w 131157"/>
              <a:gd name="csY5" fmla="*/ 56698 h 120489"/>
              <a:gd name="csX6" fmla="*/ 123567 w 131157"/>
              <a:gd name="csY6" fmla="*/ 42936 h 120489"/>
              <a:gd name="csX7" fmla="*/ 130440 w 131157"/>
              <a:gd name="csY7" fmla="*/ 20634 h 120489"/>
              <a:gd name="csX8" fmla="*/ 128025 w 131157"/>
              <a:gd name="csY8" fmla="*/ 6464 h 120489"/>
              <a:gd name="csX9" fmla="*/ 115197 w 131157"/>
              <a:gd name="csY9" fmla="*/ 0 h 120489"/>
              <a:gd name="csX10" fmla="*/ 26216 w 131157"/>
              <a:gd name="csY10" fmla="*/ 0 h 120489"/>
              <a:gd name="csX11" fmla="*/ 127599 w 131157"/>
              <a:gd name="csY11" fmla="*/ 51153 h 120489"/>
              <a:gd name="csX12" fmla="*/ 112764 w 131157"/>
              <a:gd name="csY12" fmla="*/ 62635 h 120489"/>
              <a:gd name="csX13" fmla="*/ 104937 w 131157"/>
              <a:gd name="csY13" fmla="*/ 67330 h 120489"/>
              <a:gd name="csX14" fmla="*/ 15974 w 131157"/>
              <a:gd name="csY14" fmla="*/ 67330 h 120489"/>
              <a:gd name="csX15" fmla="*/ 11687 w 131157"/>
              <a:gd name="csY15" fmla="*/ 65170 h 120489"/>
              <a:gd name="csX16" fmla="*/ 10768 w 131157"/>
              <a:gd name="csY16" fmla="*/ 63213 h 120489"/>
              <a:gd name="csX17" fmla="*/ 560 w 131157"/>
              <a:gd name="csY17" fmla="*/ 57906 h 120489"/>
              <a:gd name="csX18" fmla="*/ 3129 w 131157"/>
              <a:gd name="csY18" fmla="*/ 71498 h 120489"/>
              <a:gd name="csX19" fmla="*/ 15974 w 131157"/>
              <a:gd name="csY19" fmla="*/ 77962 h 120489"/>
              <a:gd name="csX20" fmla="*/ 104937 w 131157"/>
              <a:gd name="csY20" fmla="*/ 77962 h 120489"/>
              <a:gd name="csX21" fmla="*/ 123567 w 131157"/>
              <a:gd name="csY21" fmla="*/ 64200 h 120489"/>
              <a:gd name="csX22" fmla="*/ 127599 w 131157"/>
              <a:gd name="csY22" fmla="*/ 51153 h 120489"/>
              <a:gd name="csX23" fmla="*/ 127599 w 131157"/>
              <a:gd name="csY23" fmla="*/ 72416 h 120489"/>
              <a:gd name="csX24" fmla="*/ 112764 w 131157"/>
              <a:gd name="csY24" fmla="*/ 83899 h 120489"/>
              <a:gd name="csX25" fmla="*/ 104937 w 131157"/>
              <a:gd name="csY25" fmla="*/ 88594 h 120489"/>
              <a:gd name="csX26" fmla="*/ 15974 w 131157"/>
              <a:gd name="csY26" fmla="*/ 88594 h 120489"/>
              <a:gd name="csX27" fmla="*/ 11687 w 131157"/>
              <a:gd name="csY27" fmla="*/ 86434 h 120489"/>
              <a:gd name="csX28" fmla="*/ 10768 w 131157"/>
              <a:gd name="csY28" fmla="*/ 84477 h 120489"/>
              <a:gd name="csX29" fmla="*/ 560 w 131157"/>
              <a:gd name="csY29" fmla="*/ 79170 h 120489"/>
              <a:gd name="csX30" fmla="*/ 3129 w 131157"/>
              <a:gd name="csY30" fmla="*/ 92762 h 120489"/>
              <a:gd name="csX31" fmla="*/ 15974 w 131157"/>
              <a:gd name="csY31" fmla="*/ 99226 h 120489"/>
              <a:gd name="csX32" fmla="*/ 104937 w 131157"/>
              <a:gd name="csY32" fmla="*/ 99226 h 120489"/>
              <a:gd name="csX33" fmla="*/ 123567 w 131157"/>
              <a:gd name="csY33" fmla="*/ 85464 h 120489"/>
              <a:gd name="csX34" fmla="*/ 127599 w 131157"/>
              <a:gd name="csY34" fmla="*/ 72416 h 120489"/>
              <a:gd name="csX35" fmla="*/ 127599 w 131157"/>
              <a:gd name="csY35" fmla="*/ 93680 h 120489"/>
              <a:gd name="csX36" fmla="*/ 112764 w 131157"/>
              <a:gd name="csY36" fmla="*/ 105163 h 120489"/>
              <a:gd name="csX37" fmla="*/ 104937 w 131157"/>
              <a:gd name="csY37" fmla="*/ 109858 h 120489"/>
              <a:gd name="csX38" fmla="*/ 15974 w 131157"/>
              <a:gd name="csY38" fmla="*/ 109858 h 120489"/>
              <a:gd name="csX39" fmla="*/ 11687 w 131157"/>
              <a:gd name="csY39" fmla="*/ 107697 h 120489"/>
              <a:gd name="csX40" fmla="*/ 10768 w 131157"/>
              <a:gd name="csY40" fmla="*/ 105741 h 120489"/>
              <a:gd name="csX41" fmla="*/ 560 w 131157"/>
              <a:gd name="csY41" fmla="*/ 100434 h 120489"/>
              <a:gd name="csX42" fmla="*/ 3129 w 131157"/>
              <a:gd name="csY42" fmla="*/ 114025 h 120489"/>
              <a:gd name="csX43" fmla="*/ 15974 w 131157"/>
              <a:gd name="csY43" fmla="*/ 120490 h 120489"/>
              <a:gd name="csX44" fmla="*/ 104937 w 131157"/>
              <a:gd name="csY44" fmla="*/ 120490 h 120489"/>
              <a:gd name="csX45" fmla="*/ 123567 w 131157"/>
              <a:gd name="csY45" fmla="*/ 106728 h 120489"/>
              <a:gd name="csX46" fmla="*/ 127599 w 131157"/>
              <a:gd name="csY46" fmla="*/ 93680 h 120489"/>
            </a:gdLst>
            <a:ahLst/>
            <a:cxnLst/>
            <a:rect l="l" t="t" r="r" b="b"/>
            <a:pathLst>
              <a:path w="100000" h="100000">
                <a:moveTo>
                  <a:pt x="19988" y="4067"/>
                </a:moveTo>
                <a:cubicBezTo>
                  <a:pt x="13425" y="4067"/>
                  <a:pt x="7717" y="8282"/>
                  <a:pt x="5785" y="14560"/>
                </a:cubicBezTo>
                <a:lnTo>
                  <a:pt x="544" y="31563"/>
                </a:lnTo>
                <a:cubicBezTo>
                  <a:pt x="-598" y="35299"/>
                  <a:pt x="77" y="39229"/>
                  <a:pt x="2386" y="42368"/>
                </a:cubicBezTo>
                <a:cubicBezTo>
                  <a:pt x="4707" y="45506"/>
                  <a:pt x="8275" y="47296"/>
                  <a:pt x="12179" y="47296"/>
                </a:cubicBezTo>
                <a:lnTo>
                  <a:pt x="80009" y="47296"/>
                </a:lnTo>
                <a:cubicBezTo>
                  <a:pt x="86573" y="47296"/>
                  <a:pt x="92280" y="43081"/>
                  <a:pt x="94213" y="36803"/>
                </a:cubicBezTo>
                <a:lnTo>
                  <a:pt x="99453" y="19799"/>
                </a:lnTo>
                <a:cubicBezTo>
                  <a:pt x="100595" y="16077"/>
                  <a:pt x="99934" y="12134"/>
                  <a:pt x="97612" y="8995"/>
                </a:cubicBezTo>
                <a:cubicBezTo>
                  <a:pt x="95303" y="5869"/>
                  <a:pt x="91736" y="4067"/>
                  <a:pt x="87831" y="4067"/>
                </a:cubicBezTo>
                <a:lnTo>
                  <a:pt x="19988" y="4067"/>
                </a:lnTo>
                <a:close/>
                <a:moveTo>
                  <a:pt x="97287" y="43068"/>
                </a:moveTo>
                <a:cubicBezTo>
                  <a:pt x="94706" y="47283"/>
                  <a:pt x="90684" y="50383"/>
                  <a:pt x="85976" y="51823"/>
                </a:cubicBezTo>
                <a:cubicBezTo>
                  <a:pt x="84821" y="54002"/>
                  <a:pt x="82564" y="55402"/>
                  <a:pt x="80009" y="55402"/>
                </a:cubicBezTo>
                <a:lnTo>
                  <a:pt x="12179" y="55402"/>
                </a:lnTo>
                <a:cubicBezTo>
                  <a:pt x="10869" y="55402"/>
                  <a:pt x="9689" y="54806"/>
                  <a:pt x="8911" y="53755"/>
                </a:cubicBezTo>
                <a:cubicBezTo>
                  <a:pt x="8574" y="53301"/>
                  <a:pt x="8340" y="52796"/>
                  <a:pt x="8210" y="52263"/>
                </a:cubicBezTo>
                <a:cubicBezTo>
                  <a:pt x="5304" y="51602"/>
                  <a:pt x="2633" y="50215"/>
                  <a:pt x="427" y="48217"/>
                </a:cubicBezTo>
                <a:cubicBezTo>
                  <a:pt x="-546" y="51810"/>
                  <a:pt x="168" y="55558"/>
                  <a:pt x="2386" y="58580"/>
                </a:cubicBezTo>
                <a:cubicBezTo>
                  <a:pt x="4707" y="61718"/>
                  <a:pt x="8275" y="63509"/>
                  <a:pt x="12179" y="63509"/>
                </a:cubicBezTo>
                <a:lnTo>
                  <a:pt x="80009" y="63509"/>
                </a:lnTo>
                <a:cubicBezTo>
                  <a:pt x="86586" y="63509"/>
                  <a:pt x="92293" y="59293"/>
                  <a:pt x="94213" y="53016"/>
                </a:cubicBezTo>
                <a:lnTo>
                  <a:pt x="97287" y="43068"/>
                </a:lnTo>
                <a:close/>
                <a:moveTo>
                  <a:pt x="97287" y="59280"/>
                </a:moveTo>
                <a:cubicBezTo>
                  <a:pt x="94706" y="63496"/>
                  <a:pt x="90684" y="66595"/>
                  <a:pt x="85976" y="68035"/>
                </a:cubicBezTo>
                <a:cubicBezTo>
                  <a:pt x="84821" y="70214"/>
                  <a:pt x="82564" y="71615"/>
                  <a:pt x="80009" y="71615"/>
                </a:cubicBezTo>
                <a:lnTo>
                  <a:pt x="12179" y="71615"/>
                </a:lnTo>
                <a:cubicBezTo>
                  <a:pt x="10869" y="71615"/>
                  <a:pt x="9689" y="71019"/>
                  <a:pt x="8911" y="69968"/>
                </a:cubicBezTo>
                <a:cubicBezTo>
                  <a:pt x="8574" y="69514"/>
                  <a:pt x="8340" y="69008"/>
                  <a:pt x="8210" y="68476"/>
                </a:cubicBezTo>
                <a:cubicBezTo>
                  <a:pt x="5304" y="67814"/>
                  <a:pt x="2633" y="66427"/>
                  <a:pt x="427" y="64430"/>
                </a:cubicBezTo>
                <a:cubicBezTo>
                  <a:pt x="-546" y="68022"/>
                  <a:pt x="168" y="71770"/>
                  <a:pt x="2386" y="74793"/>
                </a:cubicBezTo>
                <a:cubicBezTo>
                  <a:pt x="4707" y="77931"/>
                  <a:pt x="8275" y="79721"/>
                  <a:pt x="12179" y="79721"/>
                </a:cubicBezTo>
                <a:lnTo>
                  <a:pt x="80009" y="79721"/>
                </a:lnTo>
                <a:cubicBezTo>
                  <a:pt x="86586" y="79721"/>
                  <a:pt x="92293" y="75506"/>
                  <a:pt x="94213" y="69228"/>
                </a:cubicBezTo>
                <a:lnTo>
                  <a:pt x="97287" y="59280"/>
                </a:lnTo>
                <a:close/>
                <a:moveTo>
                  <a:pt x="97287" y="75493"/>
                </a:moveTo>
                <a:cubicBezTo>
                  <a:pt x="94706" y="79708"/>
                  <a:pt x="90684" y="82808"/>
                  <a:pt x="85976" y="84248"/>
                </a:cubicBezTo>
                <a:cubicBezTo>
                  <a:pt x="84821" y="86427"/>
                  <a:pt x="82564" y="87828"/>
                  <a:pt x="80009" y="87828"/>
                </a:cubicBezTo>
                <a:lnTo>
                  <a:pt x="12179" y="87828"/>
                </a:lnTo>
                <a:cubicBezTo>
                  <a:pt x="10869" y="87828"/>
                  <a:pt x="9689" y="87231"/>
                  <a:pt x="8911" y="86180"/>
                </a:cubicBezTo>
                <a:cubicBezTo>
                  <a:pt x="8574" y="85726"/>
                  <a:pt x="8340" y="85221"/>
                  <a:pt x="8210" y="84689"/>
                </a:cubicBezTo>
                <a:cubicBezTo>
                  <a:pt x="5304" y="84027"/>
                  <a:pt x="2633" y="82639"/>
                  <a:pt x="427" y="80642"/>
                </a:cubicBezTo>
                <a:cubicBezTo>
                  <a:pt x="-546" y="84235"/>
                  <a:pt x="168" y="87983"/>
                  <a:pt x="2386" y="91005"/>
                </a:cubicBezTo>
                <a:cubicBezTo>
                  <a:pt x="4707" y="94144"/>
                  <a:pt x="8275" y="95934"/>
                  <a:pt x="12179" y="95934"/>
                </a:cubicBezTo>
                <a:lnTo>
                  <a:pt x="80009" y="95934"/>
                </a:lnTo>
                <a:cubicBezTo>
                  <a:pt x="86586" y="95934"/>
                  <a:pt x="92293" y="91718"/>
                  <a:pt x="94213" y="85441"/>
                </a:cubicBezTo>
                <a:lnTo>
                  <a:pt x="97287" y="7549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8" name="Чёрный — SVG 79">
            <a:extLst>
              <a:ext uri="{FF2B5EF4-FFF2-40B4-BE49-F238E27FC236}">
                <a16:creationId xmlns:a16="http://schemas.microsoft.com/office/drawing/2014/main" id="{DADEFB46-D808-4747-8279-C0F19FC066F3}"/>
              </a:ext>
            </a:extLst>
          </p:cNvPr>
          <p:cNvSpPr>
            <a:spLocks noGrp="1"/>
          </p:cNvSpPr>
          <p:nvPr/>
        </p:nvSpPr>
        <p:spPr>
          <a:xfrm>
            <a:off x="4020000" y="3990000"/>
            <a:ext cx="220000" cy="220000"/>
          </a:xfrm>
          <a:custGeom>
            <a:avLst/>
            <a:gdLst>
              <a:gd name="csX0" fmla="*/ 83127 w 141772"/>
              <a:gd name="csY0" fmla="*/ 1 h 127567"/>
              <a:gd name="csX1" fmla="*/ 77275 w 141772"/>
              <a:gd name="csY1" fmla="*/ 2348 h 127567"/>
              <a:gd name="csX2" fmla="*/ 47280 w 141772"/>
              <a:gd name="csY2" fmla="*/ 30451 h 127567"/>
              <a:gd name="csX3" fmla="*/ 43657 w 141772"/>
              <a:gd name="csY3" fmla="*/ 31880 h 127567"/>
              <a:gd name="csX4" fmla="*/ 15942 w 141772"/>
              <a:gd name="csY4" fmla="*/ 31880 h 127567"/>
              <a:gd name="csX5" fmla="*/ 0 w 141772"/>
              <a:gd name="csY5" fmla="*/ 47836 h 127567"/>
              <a:gd name="csX6" fmla="*/ 0 w 141772"/>
              <a:gd name="csY6" fmla="*/ 79732 h 127567"/>
              <a:gd name="csX7" fmla="*/ 15942 w 141772"/>
              <a:gd name="csY7" fmla="*/ 95671 h 127567"/>
              <a:gd name="csX8" fmla="*/ 43657 w 141772"/>
              <a:gd name="csY8" fmla="*/ 95671 h 127567"/>
              <a:gd name="csX9" fmla="*/ 47280 w 141772"/>
              <a:gd name="csY9" fmla="*/ 97117 h 127567"/>
              <a:gd name="csX10" fmla="*/ 77326 w 141772"/>
              <a:gd name="csY10" fmla="*/ 125253 h 127567"/>
              <a:gd name="csX11" fmla="*/ 83298 w 141772"/>
              <a:gd name="csY11" fmla="*/ 127567 h 127567"/>
              <a:gd name="csX12" fmla="*/ 86887 w 141772"/>
              <a:gd name="csY12" fmla="*/ 126802 h 127567"/>
              <a:gd name="csX13" fmla="*/ 92162 w 141772"/>
              <a:gd name="csY13" fmla="*/ 118704 h 127567"/>
              <a:gd name="csX14" fmla="*/ 92162 w 141772"/>
              <a:gd name="csY14" fmla="*/ 8864 h 127567"/>
              <a:gd name="csX15" fmla="*/ 86887 w 141772"/>
              <a:gd name="csY15" fmla="*/ 749 h 127567"/>
              <a:gd name="csX16" fmla="*/ 83127 w 141772"/>
              <a:gd name="csY16" fmla="*/ 1 h 127567"/>
              <a:gd name="csX17" fmla="*/ 124930 w 141772"/>
              <a:gd name="csY17" fmla="*/ 19734 h 127567"/>
              <a:gd name="csX18" fmla="*/ 122190 w 141772"/>
              <a:gd name="csY18" fmla="*/ 20482 h 127567"/>
              <a:gd name="csX19" fmla="*/ 120217 w 141772"/>
              <a:gd name="csY19" fmla="*/ 22541 h 127567"/>
              <a:gd name="csX20" fmla="*/ 119587 w 141772"/>
              <a:gd name="csY20" fmla="*/ 25313 h 127567"/>
              <a:gd name="csX21" fmla="*/ 120489 w 141772"/>
              <a:gd name="csY21" fmla="*/ 28018 h 127567"/>
              <a:gd name="csX22" fmla="*/ 131139 w 141772"/>
              <a:gd name="csY22" fmla="*/ 63775 h 127567"/>
              <a:gd name="csX23" fmla="*/ 120489 w 141772"/>
              <a:gd name="csY23" fmla="*/ 99533 h 127567"/>
              <a:gd name="csX24" fmla="*/ 119655 w 141772"/>
              <a:gd name="csY24" fmla="*/ 101472 h 127567"/>
              <a:gd name="csX25" fmla="*/ 119638 w 141772"/>
              <a:gd name="csY25" fmla="*/ 103598 h 127567"/>
              <a:gd name="csX26" fmla="*/ 120438 w 141772"/>
              <a:gd name="csY26" fmla="*/ 105538 h 127567"/>
              <a:gd name="csX27" fmla="*/ 121952 w 141772"/>
              <a:gd name="csY27" fmla="*/ 107035 h 127567"/>
              <a:gd name="csX28" fmla="*/ 123909 w 141772"/>
              <a:gd name="csY28" fmla="*/ 107800 h 127567"/>
              <a:gd name="csX29" fmla="*/ 126035 w 141772"/>
              <a:gd name="csY29" fmla="*/ 107766 h 127567"/>
              <a:gd name="csX30" fmla="*/ 127958 w 141772"/>
              <a:gd name="csY30" fmla="*/ 106899 h 127567"/>
              <a:gd name="csX31" fmla="*/ 129387 w 141772"/>
              <a:gd name="csY31" fmla="*/ 105351 h 127567"/>
              <a:gd name="csX32" fmla="*/ 141773 w 141772"/>
              <a:gd name="csY32" fmla="*/ 63775 h 127567"/>
              <a:gd name="csX33" fmla="*/ 129387 w 141772"/>
              <a:gd name="csY33" fmla="*/ 22217 h 127567"/>
              <a:gd name="csX34" fmla="*/ 127482 w 141772"/>
              <a:gd name="csY34" fmla="*/ 20414 h 127567"/>
              <a:gd name="csX35" fmla="*/ 124930 w 141772"/>
              <a:gd name="csY35" fmla="*/ 19734 h 127567"/>
              <a:gd name="csX36" fmla="*/ 109923 w 141772"/>
              <a:gd name="csY36" fmla="*/ 36337 h 127567"/>
              <a:gd name="csX37" fmla="*/ 107287 w 141772"/>
              <a:gd name="csY37" fmla="*/ 37000 h 127567"/>
              <a:gd name="csX38" fmla="*/ 105313 w 141772"/>
              <a:gd name="csY38" fmla="*/ 38888 h 127567"/>
              <a:gd name="csX39" fmla="*/ 104530 w 141772"/>
              <a:gd name="csY39" fmla="*/ 41491 h 127567"/>
              <a:gd name="csX40" fmla="*/ 105143 w 141772"/>
              <a:gd name="csY40" fmla="*/ 44145 h 127567"/>
              <a:gd name="csX41" fmla="*/ 109873 w 141772"/>
              <a:gd name="csY41" fmla="*/ 63775 h 127567"/>
              <a:gd name="csX42" fmla="*/ 105143 w 141772"/>
              <a:gd name="csY42" fmla="*/ 83423 h 127567"/>
              <a:gd name="csX43" fmla="*/ 104514 w 141772"/>
              <a:gd name="csY43" fmla="*/ 85448 h 127567"/>
              <a:gd name="csX44" fmla="*/ 104717 w 141772"/>
              <a:gd name="csY44" fmla="*/ 87557 h 127567"/>
              <a:gd name="csX45" fmla="*/ 105722 w 141772"/>
              <a:gd name="csY45" fmla="*/ 89411 h 127567"/>
              <a:gd name="csX46" fmla="*/ 107389 w 141772"/>
              <a:gd name="csY46" fmla="*/ 90721 h 127567"/>
              <a:gd name="csX47" fmla="*/ 109430 w 141772"/>
              <a:gd name="csY47" fmla="*/ 91299 h 127567"/>
              <a:gd name="csX48" fmla="*/ 111523 w 141772"/>
              <a:gd name="csY48" fmla="*/ 91027 h 127567"/>
              <a:gd name="csX49" fmla="*/ 113344 w 141772"/>
              <a:gd name="csY49" fmla="*/ 89955 h 127567"/>
              <a:gd name="csX50" fmla="*/ 114620 w 141772"/>
              <a:gd name="csY50" fmla="*/ 88254 h 127567"/>
              <a:gd name="csX51" fmla="*/ 120506 w 141772"/>
              <a:gd name="csY51" fmla="*/ 63775 h 127567"/>
              <a:gd name="csX52" fmla="*/ 114620 w 141772"/>
              <a:gd name="csY52" fmla="*/ 39314 h 127567"/>
              <a:gd name="csX53" fmla="*/ 112680 w 141772"/>
              <a:gd name="csY53" fmla="*/ 37170 h 127567"/>
              <a:gd name="csX54" fmla="*/ 109923 w 141772"/>
              <a:gd name="csY54" fmla="*/ 36337 h 127567"/>
            </a:gdLst>
            <a:ahLst/>
            <a:cxnLst/>
            <a:rect l="l" t="t" r="r" b="b"/>
            <a:pathLst>
              <a:path w="100000" h="100000">
                <a:moveTo>
                  <a:pt x="58634" y="5011"/>
                </a:moveTo>
                <a:cubicBezTo>
                  <a:pt x="57147" y="5046"/>
                  <a:pt x="55670" y="5610"/>
                  <a:pt x="54507" y="6666"/>
                </a:cubicBezTo>
                <a:lnTo>
                  <a:pt x="33349" y="26489"/>
                </a:lnTo>
                <a:cubicBezTo>
                  <a:pt x="32653" y="27136"/>
                  <a:pt x="31742" y="27497"/>
                  <a:pt x="30794" y="27497"/>
                </a:cubicBezTo>
                <a:lnTo>
                  <a:pt x="11245" y="27497"/>
                </a:lnTo>
                <a:cubicBezTo>
                  <a:pt x="5052" y="27497"/>
                  <a:pt x="0" y="32548"/>
                  <a:pt x="0" y="38751"/>
                </a:cubicBezTo>
                <a:lnTo>
                  <a:pt x="0" y="61249"/>
                </a:lnTo>
                <a:cubicBezTo>
                  <a:pt x="0" y="67453"/>
                  <a:pt x="5052" y="72492"/>
                  <a:pt x="11245" y="72492"/>
                </a:cubicBezTo>
                <a:lnTo>
                  <a:pt x="30794" y="72492"/>
                </a:lnTo>
                <a:cubicBezTo>
                  <a:pt x="31742" y="72492"/>
                  <a:pt x="32653" y="72853"/>
                  <a:pt x="33349" y="73512"/>
                </a:cubicBezTo>
                <a:lnTo>
                  <a:pt x="54543" y="93358"/>
                </a:lnTo>
                <a:cubicBezTo>
                  <a:pt x="55719" y="94427"/>
                  <a:pt x="57231" y="94990"/>
                  <a:pt x="58755" y="94990"/>
                </a:cubicBezTo>
                <a:cubicBezTo>
                  <a:pt x="59606" y="94990"/>
                  <a:pt x="60471" y="94810"/>
                  <a:pt x="61286" y="94451"/>
                </a:cubicBezTo>
                <a:cubicBezTo>
                  <a:pt x="63543" y="93455"/>
                  <a:pt x="65007" y="91211"/>
                  <a:pt x="65007" y="88739"/>
                </a:cubicBezTo>
                <a:lnTo>
                  <a:pt x="65007" y="11262"/>
                </a:lnTo>
                <a:cubicBezTo>
                  <a:pt x="65007" y="8778"/>
                  <a:pt x="63543" y="6546"/>
                  <a:pt x="61286" y="5538"/>
                </a:cubicBezTo>
                <a:cubicBezTo>
                  <a:pt x="60434" y="5166"/>
                  <a:pt x="59534" y="4999"/>
                  <a:pt x="58634" y="5011"/>
                </a:cubicBezTo>
                <a:close/>
                <a:moveTo>
                  <a:pt x="88120" y="18929"/>
                </a:moveTo>
                <a:cubicBezTo>
                  <a:pt x="87435" y="18929"/>
                  <a:pt x="86776" y="19109"/>
                  <a:pt x="86188" y="19457"/>
                </a:cubicBezTo>
                <a:cubicBezTo>
                  <a:pt x="85600" y="19805"/>
                  <a:pt x="85120" y="20309"/>
                  <a:pt x="84796" y="20909"/>
                </a:cubicBezTo>
                <a:cubicBezTo>
                  <a:pt x="84472" y="21509"/>
                  <a:pt x="84316" y="22193"/>
                  <a:pt x="84352" y="22865"/>
                </a:cubicBezTo>
                <a:cubicBezTo>
                  <a:pt x="84388" y="23549"/>
                  <a:pt x="84604" y="24209"/>
                  <a:pt x="84988" y="24773"/>
                </a:cubicBezTo>
                <a:cubicBezTo>
                  <a:pt x="89728" y="32044"/>
                  <a:pt x="92500" y="40671"/>
                  <a:pt x="92500" y="49994"/>
                </a:cubicBezTo>
                <a:cubicBezTo>
                  <a:pt x="92500" y="59317"/>
                  <a:pt x="89728" y="67957"/>
                  <a:pt x="84988" y="75216"/>
                </a:cubicBezTo>
                <a:cubicBezTo>
                  <a:pt x="84700" y="75636"/>
                  <a:pt x="84508" y="76092"/>
                  <a:pt x="84400" y="76584"/>
                </a:cubicBezTo>
                <a:cubicBezTo>
                  <a:pt x="84292" y="77076"/>
                  <a:pt x="84292" y="77592"/>
                  <a:pt x="84388" y="78083"/>
                </a:cubicBezTo>
                <a:cubicBezTo>
                  <a:pt x="84484" y="78576"/>
                  <a:pt x="84676" y="79043"/>
                  <a:pt x="84952" y="79452"/>
                </a:cubicBezTo>
                <a:cubicBezTo>
                  <a:pt x="85240" y="79872"/>
                  <a:pt x="85600" y="80231"/>
                  <a:pt x="86020" y="80508"/>
                </a:cubicBezTo>
                <a:cubicBezTo>
                  <a:pt x="86439" y="80772"/>
                  <a:pt x="86908" y="80963"/>
                  <a:pt x="87400" y="81047"/>
                </a:cubicBezTo>
                <a:cubicBezTo>
                  <a:pt x="87904" y="81143"/>
                  <a:pt x="88408" y="81131"/>
                  <a:pt x="88900" y="81023"/>
                </a:cubicBezTo>
                <a:cubicBezTo>
                  <a:pt x="89380" y="80903"/>
                  <a:pt x="89848" y="80700"/>
                  <a:pt x="90256" y="80412"/>
                </a:cubicBezTo>
                <a:cubicBezTo>
                  <a:pt x="90664" y="80112"/>
                  <a:pt x="91012" y="79740"/>
                  <a:pt x="91264" y="79320"/>
                </a:cubicBezTo>
                <a:cubicBezTo>
                  <a:pt x="96772" y="70897"/>
                  <a:pt x="100001" y="60818"/>
                  <a:pt x="100001" y="49994"/>
                </a:cubicBezTo>
                <a:cubicBezTo>
                  <a:pt x="100001" y="39183"/>
                  <a:pt x="96772" y="29104"/>
                  <a:pt x="91264" y="20681"/>
                </a:cubicBezTo>
                <a:cubicBezTo>
                  <a:pt x="90928" y="20153"/>
                  <a:pt x="90472" y="19709"/>
                  <a:pt x="89920" y="19409"/>
                </a:cubicBezTo>
                <a:cubicBezTo>
                  <a:pt x="89368" y="19097"/>
                  <a:pt x="88756" y="18941"/>
                  <a:pt x="88120" y="18929"/>
                </a:cubicBezTo>
                <a:close/>
                <a:moveTo>
                  <a:pt x="77535" y="30640"/>
                </a:moveTo>
                <a:cubicBezTo>
                  <a:pt x="76888" y="30640"/>
                  <a:pt x="76239" y="30796"/>
                  <a:pt x="75676" y="31108"/>
                </a:cubicBezTo>
                <a:cubicBezTo>
                  <a:pt x="75099" y="31420"/>
                  <a:pt x="74620" y="31876"/>
                  <a:pt x="74283" y="32440"/>
                </a:cubicBezTo>
                <a:cubicBezTo>
                  <a:pt x="73948" y="32992"/>
                  <a:pt x="73755" y="33628"/>
                  <a:pt x="73731" y="34276"/>
                </a:cubicBezTo>
                <a:cubicBezTo>
                  <a:pt x="73707" y="34923"/>
                  <a:pt x="73863" y="35572"/>
                  <a:pt x="74163" y="36148"/>
                </a:cubicBezTo>
                <a:cubicBezTo>
                  <a:pt x="76287" y="40323"/>
                  <a:pt x="77500" y="45003"/>
                  <a:pt x="77500" y="49994"/>
                </a:cubicBezTo>
                <a:cubicBezTo>
                  <a:pt x="77500" y="54986"/>
                  <a:pt x="76287" y="59678"/>
                  <a:pt x="74163" y="63853"/>
                </a:cubicBezTo>
                <a:cubicBezTo>
                  <a:pt x="73924" y="64297"/>
                  <a:pt x="73768" y="64777"/>
                  <a:pt x="73720" y="65281"/>
                </a:cubicBezTo>
                <a:cubicBezTo>
                  <a:pt x="73659" y="65785"/>
                  <a:pt x="73720" y="66289"/>
                  <a:pt x="73863" y="66769"/>
                </a:cubicBezTo>
                <a:cubicBezTo>
                  <a:pt x="74008" y="67249"/>
                  <a:pt x="74247" y="67693"/>
                  <a:pt x="74572" y="68077"/>
                </a:cubicBezTo>
                <a:cubicBezTo>
                  <a:pt x="74896" y="68460"/>
                  <a:pt x="75292" y="68773"/>
                  <a:pt x="75748" y="69001"/>
                </a:cubicBezTo>
                <a:cubicBezTo>
                  <a:pt x="76192" y="69240"/>
                  <a:pt x="76684" y="69372"/>
                  <a:pt x="77187" y="69408"/>
                </a:cubicBezTo>
                <a:cubicBezTo>
                  <a:pt x="77692" y="69444"/>
                  <a:pt x="78183" y="69372"/>
                  <a:pt x="78664" y="69216"/>
                </a:cubicBezTo>
                <a:cubicBezTo>
                  <a:pt x="79144" y="69049"/>
                  <a:pt x="79576" y="68797"/>
                  <a:pt x="79948" y="68460"/>
                </a:cubicBezTo>
                <a:cubicBezTo>
                  <a:pt x="80332" y="68125"/>
                  <a:pt x="80632" y="67717"/>
                  <a:pt x="80848" y="67260"/>
                </a:cubicBezTo>
                <a:cubicBezTo>
                  <a:pt x="83476" y="62089"/>
                  <a:pt x="85000" y="56210"/>
                  <a:pt x="85000" y="49994"/>
                </a:cubicBezTo>
                <a:cubicBezTo>
                  <a:pt x="85000" y="43779"/>
                  <a:pt x="83476" y="37911"/>
                  <a:pt x="80848" y="32740"/>
                </a:cubicBezTo>
                <a:cubicBezTo>
                  <a:pt x="80536" y="32116"/>
                  <a:pt x="80068" y="31600"/>
                  <a:pt x="79480" y="31228"/>
                </a:cubicBezTo>
                <a:cubicBezTo>
                  <a:pt x="78903" y="30856"/>
                  <a:pt x="78220" y="30652"/>
                  <a:pt x="77535" y="3064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99" name="Чёрный — SVG 80">
            <a:extLst>
              <a:ext uri="{FF2B5EF4-FFF2-40B4-BE49-F238E27FC236}">
                <a16:creationId xmlns:a16="http://schemas.microsoft.com/office/drawing/2014/main" id="{1C71C1FF-A2DE-5F4D-8D0C-EB1AD94E5A6C}"/>
              </a:ext>
            </a:extLst>
          </p:cNvPr>
          <p:cNvSpPr>
            <a:spLocks noGrp="1"/>
          </p:cNvSpPr>
          <p:nvPr/>
        </p:nvSpPr>
        <p:spPr>
          <a:xfrm>
            <a:off x="4620000" y="399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5 h 127583"/>
              <a:gd name="csX2" fmla="*/ 0 w 127600"/>
              <a:gd name="csY2" fmla="*/ 90363 h 127583"/>
              <a:gd name="csX3" fmla="*/ 19497 w 127600"/>
              <a:gd name="csY3" fmla="*/ 109858 h 127583"/>
              <a:gd name="csX4" fmla="*/ 21335 w 127600"/>
              <a:gd name="csY4" fmla="*/ 109858 h 127583"/>
              <a:gd name="csX5" fmla="*/ 40764 w 127600"/>
              <a:gd name="csY5" fmla="*/ 127583 h 127583"/>
              <a:gd name="csX6" fmla="*/ 108103 w 127600"/>
              <a:gd name="csY6" fmla="*/ 127583 h 127583"/>
              <a:gd name="csX7" fmla="*/ 127601 w 127600"/>
              <a:gd name="csY7" fmla="*/ 108089 h 127583"/>
              <a:gd name="csX8" fmla="*/ 127601 w 127600"/>
              <a:gd name="csY8" fmla="*/ 37203 h 127583"/>
              <a:gd name="csX9" fmla="*/ 108103 w 127600"/>
              <a:gd name="csY9" fmla="*/ 17725 h 127583"/>
              <a:gd name="csX10" fmla="*/ 106266 w 127600"/>
              <a:gd name="csY10" fmla="*/ 17725 h 127583"/>
              <a:gd name="csX11" fmla="*/ 86837 w 127600"/>
              <a:gd name="csY11" fmla="*/ 0 h 127583"/>
              <a:gd name="csX12" fmla="*/ 19497 w 127600"/>
              <a:gd name="csY12" fmla="*/ 0 h 127583"/>
              <a:gd name="csX13" fmla="*/ 40764 w 127600"/>
              <a:gd name="csY13" fmla="*/ 17708 h 127583"/>
              <a:gd name="csX14" fmla="*/ 46072 w 127600"/>
              <a:gd name="csY14" fmla="*/ 23033 h 127583"/>
              <a:gd name="csX15" fmla="*/ 46072 w 127600"/>
              <a:gd name="csY15" fmla="*/ 24802 h 127583"/>
              <a:gd name="csX16" fmla="*/ 58475 w 127600"/>
              <a:gd name="csY16" fmla="*/ 24802 h 127583"/>
              <a:gd name="csX17" fmla="*/ 63800 w 127600"/>
              <a:gd name="csY17" fmla="*/ 30127 h 127583"/>
              <a:gd name="csX18" fmla="*/ 58475 w 127600"/>
              <a:gd name="csY18" fmla="*/ 35434 h 127583"/>
              <a:gd name="csX19" fmla="*/ 56417 w 127600"/>
              <a:gd name="csY19" fmla="*/ 35434 h 127583"/>
              <a:gd name="csX20" fmla="*/ 48675 w 127600"/>
              <a:gd name="csY20" fmla="*/ 54419 h 127583"/>
              <a:gd name="csX21" fmla="*/ 47331 w 127600"/>
              <a:gd name="csY21" fmla="*/ 55762 h 127583"/>
              <a:gd name="csX22" fmla="*/ 23036 w 127600"/>
              <a:gd name="csY22" fmla="*/ 63792 h 127583"/>
              <a:gd name="csX23" fmla="*/ 17728 w 127600"/>
              <a:gd name="csY23" fmla="*/ 58467 h 127583"/>
              <a:gd name="csX24" fmla="*/ 23036 w 127600"/>
              <a:gd name="csY24" fmla="*/ 53160 h 127583"/>
              <a:gd name="csX25" fmla="*/ 31611 w 127600"/>
              <a:gd name="csY25" fmla="*/ 52275 h 127583"/>
              <a:gd name="csX26" fmla="*/ 26371 w 127600"/>
              <a:gd name="csY26" fmla="*/ 48056 h 127583"/>
              <a:gd name="csX27" fmla="*/ 26371 w 127600"/>
              <a:gd name="csY27" fmla="*/ 40538 h 127583"/>
              <a:gd name="csX28" fmla="*/ 33874 w 127600"/>
              <a:gd name="csY28" fmla="*/ 40521 h 127583"/>
              <a:gd name="csX29" fmla="*/ 42142 w 127600"/>
              <a:gd name="csY29" fmla="*/ 45726 h 127583"/>
              <a:gd name="csX30" fmla="*/ 45749 w 127600"/>
              <a:gd name="csY30" fmla="*/ 35434 h 127583"/>
              <a:gd name="csX31" fmla="*/ 23036 w 127600"/>
              <a:gd name="csY31" fmla="*/ 35434 h 127583"/>
              <a:gd name="csX32" fmla="*/ 17728 w 127600"/>
              <a:gd name="csY32" fmla="*/ 30110 h 127583"/>
              <a:gd name="csX33" fmla="*/ 23036 w 127600"/>
              <a:gd name="csY33" fmla="*/ 24802 h 127583"/>
              <a:gd name="csX34" fmla="*/ 35439 w 127600"/>
              <a:gd name="csY34" fmla="*/ 24802 h 127583"/>
              <a:gd name="csX35" fmla="*/ 35439 w 127600"/>
              <a:gd name="csY35" fmla="*/ 23033 h 127583"/>
              <a:gd name="csX36" fmla="*/ 40764 w 127600"/>
              <a:gd name="csY36" fmla="*/ 17708 h 127583"/>
              <a:gd name="csX37" fmla="*/ 83298 w 127600"/>
              <a:gd name="csY37" fmla="*/ 31896 h 127583"/>
              <a:gd name="csX38" fmla="*/ 88606 w 127600"/>
              <a:gd name="csY38" fmla="*/ 37203 h 127583"/>
              <a:gd name="csX39" fmla="*/ 83298 w 127600"/>
              <a:gd name="csY39" fmla="*/ 42528 h 127583"/>
              <a:gd name="csX40" fmla="*/ 77973 w 127600"/>
              <a:gd name="csY40" fmla="*/ 37203 h 127583"/>
              <a:gd name="csX41" fmla="*/ 83298 w 127600"/>
              <a:gd name="csY41" fmla="*/ 31896 h 127583"/>
              <a:gd name="csX42" fmla="*/ 69109 w 127600"/>
              <a:gd name="csY42" fmla="*/ 49621 h 127583"/>
              <a:gd name="csX43" fmla="*/ 74434 w 127600"/>
              <a:gd name="csY43" fmla="*/ 54929 h 127583"/>
              <a:gd name="csX44" fmla="*/ 69109 w 127600"/>
              <a:gd name="csY44" fmla="*/ 60253 h 127583"/>
              <a:gd name="csX45" fmla="*/ 63800 w 127600"/>
              <a:gd name="csY45" fmla="*/ 54929 h 127583"/>
              <a:gd name="csX46" fmla="*/ 69109 w 127600"/>
              <a:gd name="csY46" fmla="*/ 49621 h 127583"/>
              <a:gd name="csX47" fmla="*/ 85067 w 127600"/>
              <a:gd name="csY47" fmla="*/ 60253 h 127583"/>
              <a:gd name="csX48" fmla="*/ 89916 w 127600"/>
              <a:gd name="csY48" fmla="*/ 63383 h 127583"/>
              <a:gd name="csX49" fmla="*/ 105858 w 127600"/>
              <a:gd name="csY49" fmla="*/ 98818 h 127583"/>
              <a:gd name="csX50" fmla="*/ 103204 w 127600"/>
              <a:gd name="csY50" fmla="*/ 105843 h 127583"/>
              <a:gd name="csX51" fmla="*/ 101025 w 127600"/>
              <a:gd name="csY51" fmla="*/ 106319 h 127583"/>
              <a:gd name="csX52" fmla="*/ 96176 w 127600"/>
              <a:gd name="csY52" fmla="*/ 103189 h 127583"/>
              <a:gd name="csX53" fmla="*/ 94782 w 127600"/>
              <a:gd name="csY53" fmla="*/ 100111 h 127583"/>
              <a:gd name="csX54" fmla="*/ 75352 w 127600"/>
              <a:gd name="csY54" fmla="*/ 100111 h 127583"/>
              <a:gd name="csX55" fmla="*/ 73958 w 127600"/>
              <a:gd name="csY55" fmla="*/ 103189 h 127583"/>
              <a:gd name="csX56" fmla="*/ 66930 w 127600"/>
              <a:gd name="csY56" fmla="*/ 105843 h 127583"/>
              <a:gd name="csX57" fmla="*/ 64276 w 127600"/>
              <a:gd name="csY57" fmla="*/ 98818 h 127583"/>
              <a:gd name="csX58" fmla="*/ 80218 w 127600"/>
              <a:gd name="csY58" fmla="*/ 63383 h 127583"/>
              <a:gd name="csX59" fmla="*/ 85067 w 127600"/>
              <a:gd name="csY59" fmla="*/ 60253 h 127583"/>
              <a:gd name="csX60" fmla="*/ 54936 w 127600"/>
              <a:gd name="csY60" fmla="*/ 67330 h 127583"/>
              <a:gd name="csX61" fmla="*/ 60261 w 127600"/>
              <a:gd name="csY61" fmla="*/ 72654 h 127583"/>
              <a:gd name="csX62" fmla="*/ 54936 w 127600"/>
              <a:gd name="csY62" fmla="*/ 77962 h 127583"/>
              <a:gd name="csX63" fmla="*/ 49628 w 127600"/>
              <a:gd name="csY63" fmla="*/ 72654 h 127583"/>
              <a:gd name="csX64" fmla="*/ 54936 w 127600"/>
              <a:gd name="csY64" fmla="*/ 67330 h 127583"/>
              <a:gd name="csX65" fmla="*/ 85067 w 127600"/>
              <a:gd name="csY65" fmla="*/ 78506 h 127583"/>
              <a:gd name="csX66" fmla="*/ 80133 w 127600"/>
              <a:gd name="csY66" fmla="*/ 89479 h 127583"/>
              <a:gd name="csX67" fmla="*/ 90001 w 127600"/>
              <a:gd name="csY67" fmla="*/ 89479 h 127583"/>
              <a:gd name="csX68" fmla="*/ 85067 w 127600"/>
              <a:gd name="csY68" fmla="*/ 78506 h 127583"/>
              <a:gd name="csX69" fmla="*/ 40764 w 127600"/>
              <a:gd name="csY69" fmla="*/ 85056 h 127583"/>
              <a:gd name="csX70" fmla="*/ 46072 w 127600"/>
              <a:gd name="csY70" fmla="*/ 90363 h 127583"/>
              <a:gd name="csX71" fmla="*/ 40764 w 127600"/>
              <a:gd name="csY71" fmla="*/ 95687 h 127583"/>
              <a:gd name="csX72" fmla="*/ 35439 w 127600"/>
              <a:gd name="csY72" fmla="*/ 90363 h 127583"/>
              <a:gd name="csX73" fmla="*/ 40764 w 127600"/>
              <a:gd name="csY73" fmla="*/ 85056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53" y="7"/>
                  <a:pt x="0" y="6859"/>
                  <a:pt x="0" y="15285"/>
                </a:cubicBezTo>
                <a:lnTo>
                  <a:pt x="0" y="70824"/>
                </a:lnTo>
                <a:cubicBezTo>
                  <a:pt x="0" y="79250"/>
                  <a:pt x="6853" y="86102"/>
                  <a:pt x="15280" y="86102"/>
                </a:cubicBezTo>
                <a:lnTo>
                  <a:pt x="16720" y="86102"/>
                </a:lnTo>
                <a:cubicBezTo>
                  <a:pt x="17426" y="93874"/>
                  <a:pt x="23987" y="99993"/>
                  <a:pt x="31947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29163"/>
                </a:lnTo>
                <a:cubicBezTo>
                  <a:pt x="100001" y="20750"/>
                  <a:pt x="93147" y="13898"/>
                  <a:pt x="84720" y="13898"/>
                </a:cubicBezTo>
                <a:lnTo>
                  <a:pt x="83281" y="13898"/>
                </a:lnTo>
                <a:cubicBezTo>
                  <a:pt x="82574" y="6126"/>
                  <a:pt x="76013" y="7"/>
                  <a:pt x="68054" y="7"/>
                </a:cubicBezTo>
                <a:lnTo>
                  <a:pt x="15280" y="7"/>
                </a:lnTo>
                <a:close/>
                <a:moveTo>
                  <a:pt x="31947" y="13884"/>
                </a:moveTo>
                <a:cubicBezTo>
                  <a:pt x="34253" y="13884"/>
                  <a:pt x="36107" y="15751"/>
                  <a:pt x="36107" y="18058"/>
                </a:cubicBezTo>
                <a:lnTo>
                  <a:pt x="36107" y="19444"/>
                </a:lnTo>
                <a:lnTo>
                  <a:pt x="45827" y="19444"/>
                </a:lnTo>
                <a:cubicBezTo>
                  <a:pt x="48134" y="19444"/>
                  <a:pt x="50000" y="21311"/>
                  <a:pt x="50000" y="23617"/>
                </a:cubicBezTo>
                <a:cubicBezTo>
                  <a:pt x="50000" y="25923"/>
                  <a:pt x="48134" y="27776"/>
                  <a:pt x="45827" y="27776"/>
                </a:cubicBezTo>
                <a:lnTo>
                  <a:pt x="44214" y="27776"/>
                </a:lnTo>
                <a:cubicBezTo>
                  <a:pt x="43587" y="33989"/>
                  <a:pt x="41547" y="38988"/>
                  <a:pt x="38147" y="42655"/>
                </a:cubicBezTo>
                <a:cubicBezTo>
                  <a:pt x="37853" y="43068"/>
                  <a:pt x="37507" y="43414"/>
                  <a:pt x="37093" y="43707"/>
                </a:cubicBezTo>
                <a:cubicBezTo>
                  <a:pt x="32640" y="47841"/>
                  <a:pt x="26226" y="50000"/>
                  <a:pt x="18053" y="50000"/>
                </a:cubicBezTo>
                <a:cubicBezTo>
                  <a:pt x="15747" y="50000"/>
                  <a:pt x="13893" y="48134"/>
                  <a:pt x="13893" y="45827"/>
                </a:cubicBezTo>
                <a:cubicBezTo>
                  <a:pt x="13893" y="43534"/>
                  <a:pt x="15747" y="41668"/>
                  <a:pt x="18053" y="41668"/>
                </a:cubicBezTo>
                <a:cubicBezTo>
                  <a:pt x="20574" y="41668"/>
                  <a:pt x="22813" y="41442"/>
                  <a:pt x="24774" y="40975"/>
                </a:cubicBezTo>
                <a:cubicBezTo>
                  <a:pt x="22520" y="39482"/>
                  <a:pt x="20987" y="37989"/>
                  <a:pt x="20667" y="37668"/>
                </a:cubicBezTo>
                <a:cubicBezTo>
                  <a:pt x="19040" y="36042"/>
                  <a:pt x="19040" y="33402"/>
                  <a:pt x="20667" y="31776"/>
                </a:cubicBezTo>
                <a:cubicBezTo>
                  <a:pt x="22294" y="30149"/>
                  <a:pt x="24920" y="30149"/>
                  <a:pt x="26547" y="31763"/>
                </a:cubicBezTo>
                <a:cubicBezTo>
                  <a:pt x="27494" y="32696"/>
                  <a:pt x="30334" y="35042"/>
                  <a:pt x="33027" y="35842"/>
                </a:cubicBezTo>
                <a:cubicBezTo>
                  <a:pt x="34534" y="33749"/>
                  <a:pt x="35440" y="31056"/>
                  <a:pt x="35853" y="27776"/>
                </a:cubicBezTo>
                <a:lnTo>
                  <a:pt x="18053" y="27776"/>
                </a:lnTo>
                <a:cubicBezTo>
                  <a:pt x="15747" y="27776"/>
                  <a:pt x="13893" y="25909"/>
                  <a:pt x="13893" y="23604"/>
                </a:cubicBezTo>
                <a:cubicBezTo>
                  <a:pt x="13893" y="21311"/>
                  <a:pt x="15747" y="19444"/>
                  <a:pt x="18053" y="19444"/>
                </a:cubicBezTo>
                <a:lnTo>
                  <a:pt x="27774" y="19444"/>
                </a:lnTo>
                <a:lnTo>
                  <a:pt x="27774" y="18058"/>
                </a:lnTo>
                <a:cubicBezTo>
                  <a:pt x="27774" y="15751"/>
                  <a:pt x="29640" y="13884"/>
                  <a:pt x="31947" y="13884"/>
                </a:cubicBezTo>
                <a:close/>
                <a:moveTo>
                  <a:pt x="65281" y="25004"/>
                </a:moveTo>
                <a:cubicBezTo>
                  <a:pt x="67574" y="25004"/>
                  <a:pt x="69440" y="26870"/>
                  <a:pt x="69440" y="29163"/>
                </a:cubicBezTo>
                <a:cubicBezTo>
                  <a:pt x="69440" y="31469"/>
                  <a:pt x="67574" y="33336"/>
                  <a:pt x="65281" y="33336"/>
                </a:cubicBezTo>
                <a:cubicBezTo>
                  <a:pt x="62973" y="33336"/>
                  <a:pt x="61107" y="31469"/>
                  <a:pt x="61107" y="29163"/>
                </a:cubicBezTo>
                <a:cubicBezTo>
                  <a:pt x="61107" y="26870"/>
                  <a:pt x="62973" y="25004"/>
                  <a:pt x="65281" y="25004"/>
                </a:cubicBezTo>
                <a:close/>
                <a:moveTo>
                  <a:pt x="54161" y="38895"/>
                </a:moveTo>
                <a:cubicBezTo>
                  <a:pt x="56467" y="38895"/>
                  <a:pt x="58334" y="40761"/>
                  <a:pt x="58334" y="43054"/>
                </a:cubicBezTo>
                <a:cubicBezTo>
                  <a:pt x="58334" y="45361"/>
                  <a:pt x="56467" y="47227"/>
                  <a:pt x="54161" y="47227"/>
                </a:cubicBezTo>
                <a:cubicBezTo>
                  <a:pt x="51867" y="47227"/>
                  <a:pt x="50000" y="45361"/>
                  <a:pt x="50000" y="43054"/>
                </a:cubicBezTo>
                <a:cubicBezTo>
                  <a:pt x="50000" y="40761"/>
                  <a:pt x="51867" y="38895"/>
                  <a:pt x="54161" y="38895"/>
                </a:cubicBezTo>
                <a:close/>
                <a:moveTo>
                  <a:pt x="66667" y="47227"/>
                </a:moveTo>
                <a:cubicBezTo>
                  <a:pt x="68307" y="47227"/>
                  <a:pt x="69787" y="48187"/>
                  <a:pt x="70467" y="49680"/>
                </a:cubicBezTo>
                <a:lnTo>
                  <a:pt x="82961" y="77450"/>
                </a:lnTo>
                <a:cubicBezTo>
                  <a:pt x="83908" y="79556"/>
                  <a:pt x="82973" y="82009"/>
                  <a:pt x="80881" y="82956"/>
                </a:cubicBezTo>
                <a:cubicBezTo>
                  <a:pt x="80321" y="83209"/>
                  <a:pt x="79747" y="83329"/>
                  <a:pt x="79173" y="83329"/>
                </a:cubicBezTo>
                <a:cubicBezTo>
                  <a:pt x="77587" y="83329"/>
                  <a:pt x="76067" y="82423"/>
                  <a:pt x="75373" y="80876"/>
                </a:cubicBezTo>
                <a:lnTo>
                  <a:pt x="74281" y="78464"/>
                </a:lnTo>
                <a:lnTo>
                  <a:pt x="59053" y="78464"/>
                </a:lnTo>
                <a:lnTo>
                  <a:pt x="57961" y="80876"/>
                </a:lnTo>
                <a:cubicBezTo>
                  <a:pt x="57027" y="82969"/>
                  <a:pt x="54560" y="83916"/>
                  <a:pt x="52453" y="82956"/>
                </a:cubicBezTo>
                <a:cubicBezTo>
                  <a:pt x="50361" y="82009"/>
                  <a:pt x="49426" y="79556"/>
                  <a:pt x="50373" y="77450"/>
                </a:cubicBezTo>
                <a:lnTo>
                  <a:pt x="62867" y="49680"/>
                </a:lnTo>
                <a:cubicBezTo>
                  <a:pt x="63547" y="48187"/>
                  <a:pt x="65027" y="47227"/>
                  <a:pt x="66667" y="47227"/>
                </a:cubicBezTo>
                <a:close/>
                <a:moveTo>
                  <a:pt x="43053" y="52773"/>
                </a:moveTo>
                <a:cubicBezTo>
                  <a:pt x="45361" y="52773"/>
                  <a:pt x="47226" y="54639"/>
                  <a:pt x="47226" y="56946"/>
                </a:cubicBezTo>
                <a:cubicBezTo>
                  <a:pt x="47226" y="59239"/>
                  <a:pt x="45361" y="61105"/>
                  <a:pt x="43053" y="61105"/>
                </a:cubicBezTo>
                <a:cubicBezTo>
                  <a:pt x="40760" y="61105"/>
                  <a:pt x="38893" y="59239"/>
                  <a:pt x="38893" y="56946"/>
                </a:cubicBezTo>
                <a:cubicBezTo>
                  <a:pt x="38893" y="54639"/>
                  <a:pt x="40760" y="52773"/>
                  <a:pt x="43053" y="52773"/>
                </a:cubicBezTo>
                <a:close/>
                <a:moveTo>
                  <a:pt x="66667" y="61532"/>
                </a:moveTo>
                <a:lnTo>
                  <a:pt x="62800" y="70131"/>
                </a:lnTo>
                <a:lnTo>
                  <a:pt x="70534" y="70131"/>
                </a:lnTo>
                <a:lnTo>
                  <a:pt x="66667" y="61532"/>
                </a:lnTo>
                <a:close/>
                <a:moveTo>
                  <a:pt x="31947" y="66665"/>
                </a:moveTo>
                <a:cubicBezTo>
                  <a:pt x="34241" y="66665"/>
                  <a:pt x="36107" y="68531"/>
                  <a:pt x="36107" y="70824"/>
                </a:cubicBezTo>
                <a:cubicBezTo>
                  <a:pt x="36107" y="73130"/>
                  <a:pt x="34241" y="74996"/>
                  <a:pt x="31947" y="74996"/>
                </a:cubicBezTo>
                <a:cubicBezTo>
                  <a:pt x="29640" y="74996"/>
                  <a:pt x="27774" y="73130"/>
                  <a:pt x="27774" y="70824"/>
                </a:cubicBezTo>
                <a:cubicBezTo>
                  <a:pt x="27774" y="68531"/>
                  <a:pt x="29640" y="66665"/>
                  <a:pt x="31947" y="6666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800" name="Чёрный — SVG 81">
            <a:extLst>
              <a:ext uri="{FF2B5EF4-FFF2-40B4-BE49-F238E27FC236}">
                <a16:creationId xmlns:a16="http://schemas.microsoft.com/office/drawing/2014/main" id="{00161AFC-ADC0-8E4D-ABE7-9E443585C8B4}"/>
              </a:ext>
            </a:extLst>
          </p:cNvPr>
          <p:cNvSpPr>
            <a:spLocks noGrp="1"/>
          </p:cNvSpPr>
          <p:nvPr/>
        </p:nvSpPr>
        <p:spPr>
          <a:xfrm>
            <a:off x="5220000" y="3990000"/>
            <a:ext cx="220000" cy="220000"/>
          </a:xfrm>
          <a:custGeom>
            <a:avLst/>
            <a:gdLst>
              <a:gd name="csX0" fmla="*/ 46072 w 163175"/>
              <a:gd name="csY0" fmla="*/ 0 h 145376"/>
              <a:gd name="csX1" fmla="*/ 0 w 163175"/>
              <a:gd name="csY1" fmla="*/ 46066 h 145376"/>
              <a:gd name="csX2" fmla="*/ 4781 w 163175"/>
              <a:gd name="csY2" fmla="*/ 66480 h 145376"/>
              <a:gd name="csX3" fmla="*/ 272 w 163175"/>
              <a:gd name="csY3" fmla="*/ 82606 h 145376"/>
              <a:gd name="csX4" fmla="*/ 2229 w 163175"/>
              <a:gd name="csY4" fmla="*/ 89955 h 145376"/>
              <a:gd name="csX5" fmla="*/ 7554 w 163175"/>
              <a:gd name="csY5" fmla="*/ 92149 h 145376"/>
              <a:gd name="csX6" fmla="*/ 9562 w 163175"/>
              <a:gd name="csY6" fmla="*/ 91860 h 145376"/>
              <a:gd name="csX7" fmla="*/ 25690 w 163175"/>
              <a:gd name="csY7" fmla="*/ 87352 h 145376"/>
              <a:gd name="csX8" fmla="*/ 46072 w 163175"/>
              <a:gd name="csY8" fmla="*/ 92149 h 145376"/>
              <a:gd name="csX9" fmla="*/ 92162 w 163175"/>
              <a:gd name="csY9" fmla="*/ 46066 h 145376"/>
              <a:gd name="csX10" fmla="*/ 46072 w 163175"/>
              <a:gd name="csY10" fmla="*/ 0 h 145376"/>
              <a:gd name="csX11" fmla="*/ 46208 w 163175"/>
              <a:gd name="csY11" fmla="*/ 21400 h 145376"/>
              <a:gd name="csX12" fmla="*/ 51534 w 163175"/>
              <a:gd name="csY12" fmla="*/ 26724 h 145376"/>
              <a:gd name="csX13" fmla="*/ 51534 w 163175"/>
              <a:gd name="csY13" fmla="*/ 28494 h 145376"/>
              <a:gd name="csX14" fmla="*/ 62167 w 163175"/>
              <a:gd name="csY14" fmla="*/ 28494 h 145376"/>
              <a:gd name="csX15" fmla="*/ 67475 w 163175"/>
              <a:gd name="csY15" fmla="*/ 33801 h 145376"/>
              <a:gd name="csX16" fmla="*/ 62167 w 163175"/>
              <a:gd name="csY16" fmla="*/ 39126 h 145376"/>
              <a:gd name="csX17" fmla="*/ 60143 w 163175"/>
              <a:gd name="csY17" fmla="*/ 39126 h 145376"/>
              <a:gd name="csX18" fmla="*/ 54868 w 163175"/>
              <a:gd name="csY18" fmla="*/ 56239 h 145376"/>
              <a:gd name="csX19" fmla="*/ 58628 w 163175"/>
              <a:gd name="csY19" fmla="*/ 56834 h 145376"/>
              <a:gd name="csX20" fmla="*/ 63937 w 163175"/>
              <a:gd name="csY20" fmla="*/ 62159 h 145376"/>
              <a:gd name="csX21" fmla="*/ 58628 w 163175"/>
              <a:gd name="csY21" fmla="*/ 67466 h 145376"/>
              <a:gd name="csX22" fmla="*/ 46327 w 163175"/>
              <a:gd name="csY22" fmla="*/ 64013 h 145376"/>
              <a:gd name="csX23" fmla="*/ 30624 w 163175"/>
              <a:gd name="csY23" fmla="*/ 67466 h 145376"/>
              <a:gd name="csX24" fmla="*/ 25299 w 163175"/>
              <a:gd name="csY24" fmla="*/ 62159 h 145376"/>
              <a:gd name="csX25" fmla="*/ 30624 w 163175"/>
              <a:gd name="csY25" fmla="*/ 56834 h 145376"/>
              <a:gd name="csX26" fmla="*/ 36970 w 163175"/>
              <a:gd name="csY26" fmla="*/ 56205 h 145376"/>
              <a:gd name="csX27" fmla="*/ 32819 w 163175"/>
              <a:gd name="csY27" fmla="*/ 50744 h 145376"/>
              <a:gd name="csX28" fmla="*/ 34588 w 163175"/>
              <a:gd name="csY28" fmla="*/ 43446 h 145376"/>
              <a:gd name="csX29" fmla="*/ 41887 w 163175"/>
              <a:gd name="csY29" fmla="*/ 45216 h 145376"/>
              <a:gd name="csX30" fmla="*/ 46004 w 163175"/>
              <a:gd name="csY30" fmla="*/ 50370 h 145376"/>
              <a:gd name="csX31" fmla="*/ 49509 w 163175"/>
              <a:gd name="csY31" fmla="*/ 39126 h 145376"/>
              <a:gd name="csX32" fmla="*/ 30267 w 163175"/>
              <a:gd name="csY32" fmla="*/ 39126 h 145376"/>
              <a:gd name="csX33" fmla="*/ 24942 w 163175"/>
              <a:gd name="csY33" fmla="*/ 33801 h 145376"/>
              <a:gd name="csX34" fmla="*/ 30267 w 163175"/>
              <a:gd name="csY34" fmla="*/ 28494 h 145376"/>
              <a:gd name="csX35" fmla="*/ 40900 w 163175"/>
              <a:gd name="csY35" fmla="*/ 28494 h 145376"/>
              <a:gd name="csX36" fmla="*/ 40900 w 163175"/>
              <a:gd name="csY36" fmla="*/ 26724 h 145376"/>
              <a:gd name="csX37" fmla="*/ 46208 w 163175"/>
              <a:gd name="csY37" fmla="*/ 21400 h 145376"/>
              <a:gd name="csX38" fmla="*/ 115334 w 163175"/>
              <a:gd name="csY38" fmla="*/ 42528 h 145376"/>
              <a:gd name="csX39" fmla="*/ 102744 w 163175"/>
              <a:gd name="csY39" fmla="*/ 44059 h 145376"/>
              <a:gd name="csX40" fmla="*/ 102795 w 163175"/>
              <a:gd name="csY40" fmla="*/ 46066 h 145376"/>
              <a:gd name="csX41" fmla="*/ 67526 w 163175"/>
              <a:gd name="csY41" fmla="*/ 98562 h 145376"/>
              <a:gd name="csX42" fmla="*/ 67475 w 163175"/>
              <a:gd name="csY42" fmla="*/ 99481 h 145376"/>
              <a:gd name="csX43" fmla="*/ 78262 w 163175"/>
              <a:gd name="csY43" fmla="*/ 113583 h 145376"/>
              <a:gd name="csX44" fmla="*/ 115334 w 163175"/>
              <a:gd name="csY44" fmla="*/ 145377 h 145376"/>
              <a:gd name="csX45" fmla="*/ 152406 w 163175"/>
              <a:gd name="csY45" fmla="*/ 113583 h 145376"/>
              <a:gd name="csX46" fmla="*/ 163176 w 163175"/>
              <a:gd name="csY46" fmla="*/ 99481 h 145376"/>
              <a:gd name="csX47" fmla="*/ 158123 w 163175"/>
              <a:gd name="csY47" fmla="*/ 88067 h 145376"/>
              <a:gd name="csX48" fmla="*/ 157681 w 163175"/>
              <a:gd name="csY48" fmla="*/ 82402 h 145376"/>
              <a:gd name="csX49" fmla="*/ 115334 w 163175"/>
              <a:gd name="csY49" fmla="*/ 42528 h 145376"/>
              <a:gd name="csX50" fmla="*/ 115334 w 163175"/>
              <a:gd name="csY50" fmla="*/ 67330 h 145376"/>
              <a:gd name="csX51" fmla="*/ 120268 w 163175"/>
              <a:gd name="csY51" fmla="*/ 70664 h 145376"/>
              <a:gd name="csX52" fmla="*/ 134440 w 163175"/>
              <a:gd name="csY52" fmla="*/ 106098 h 145376"/>
              <a:gd name="csX53" fmla="*/ 131497 w 163175"/>
              <a:gd name="csY53" fmla="*/ 113022 h 145376"/>
              <a:gd name="csX54" fmla="*/ 129506 w 163175"/>
              <a:gd name="csY54" fmla="*/ 113413 h 145376"/>
              <a:gd name="csX55" fmla="*/ 124589 w 163175"/>
              <a:gd name="csY55" fmla="*/ 110079 h 145376"/>
              <a:gd name="csX56" fmla="*/ 123058 w 163175"/>
              <a:gd name="csY56" fmla="*/ 106319 h 145376"/>
              <a:gd name="csX57" fmla="*/ 107610 w 163175"/>
              <a:gd name="csY57" fmla="*/ 106319 h 145376"/>
              <a:gd name="csX58" fmla="*/ 106079 w 163175"/>
              <a:gd name="csY58" fmla="*/ 110079 h 145376"/>
              <a:gd name="csX59" fmla="*/ 99171 w 163175"/>
              <a:gd name="csY59" fmla="*/ 113022 h 145376"/>
              <a:gd name="csX60" fmla="*/ 96228 w 163175"/>
              <a:gd name="csY60" fmla="*/ 106098 h 145376"/>
              <a:gd name="csX61" fmla="*/ 110400 w 163175"/>
              <a:gd name="csY61" fmla="*/ 70664 h 145376"/>
              <a:gd name="csX62" fmla="*/ 115334 w 163175"/>
              <a:gd name="csY62" fmla="*/ 67330 h 145376"/>
              <a:gd name="csX63" fmla="*/ 115334 w 163175"/>
              <a:gd name="csY63" fmla="*/ 86961 h 145376"/>
              <a:gd name="csX64" fmla="*/ 111863 w 163175"/>
              <a:gd name="csY64" fmla="*/ 95687 h 145376"/>
              <a:gd name="csX65" fmla="*/ 118805 w 163175"/>
              <a:gd name="csY65" fmla="*/ 95687 h 145376"/>
              <a:gd name="csX66" fmla="*/ 115334 w 163175"/>
              <a:gd name="csY66" fmla="*/ 86961 h 145376"/>
            </a:gdLst>
            <a:ahLst/>
            <a:cxnLst/>
            <a:rect l="l" t="t" r="r" b="b"/>
            <a:pathLst>
              <a:path w="100000" h="100000">
                <a:moveTo>
                  <a:pt x="28235" y="5454"/>
                </a:moveTo>
                <a:cubicBezTo>
                  <a:pt x="12689" y="5454"/>
                  <a:pt x="0" y="18120"/>
                  <a:pt x="0" y="33685"/>
                </a:cubicBezTo>
                <a:cubicBezTo>
                  <a:pt x="0" y="38032"/>
                  <a:pt x="1022" y="42306"/>
                  <a:pt x="2930" y="46195"/>
                </a:cubicBezTo>
                <a:lnTo>
                  <a:pt x="167" y="56078"/>
                </a:lnTo>
                <a:cubicBezTo>
                  <a:pt x="-260" y="57694"/>
                  <a:pt x="198" y="59403"/>
                  <a:pt x="1366" y="60582"/>
                </a:cubicBezTo>
                <a:cubicBezTo>
                  <a:pt x="2231" y="61447"/>
                  <a:pt x="3409" y="61926"/>
                  <a:pt x="4629" y="61926"/>
                </a:cubicBezTo>
                <a:cubicBezTo>
                  <a:pt x="5036" y="61926"/>
                  <a:pt x="5453" y="61854"/>
                  <a:pt x="5860" y="61749"/>
                </a:cubicBezTo>
                <a:lnTo>
                  <a:pt x="15744" y="58987"/>
                </a:lnTo>
                <a:cubicBezTo>
                  <a:pt x="19612" y="60926"/>
                  <a:pt x="23918" y="61926"/>
                  <a:pt x="28235" y="61926"/>
                </a:cubicBezTo>
                <a:cubicBezTo>
                  <a:pt x="43812" y="61926"/>
                  <a:pt x="56480" y="49260"/>
                  <a:pt x="56480" y="33685"/>
                </a:cubicBezTo>
                <a:cubicBezTo>
                  <a:pt x="56480" y="18120"/>
                  <a:pt x="43812" y="5454"/>
                  <a:pt x="28235" y="5454"/>
                </a:cubicBezTo>
                <a:close/>
                <a:moveTo>
                  <a:pt x="28318" y="18569"/>
                </a:moveTo>
                <a:cubicBezTo>
                  <a:pt x="30122" y="18569"/>
                  <a:pt x="31582" y="20028"/>
                  <a:pt x="31582" y="21831"/>
                </a:cubicBezTo>
                <a:lnTo>
                  <a:pt x="31582" y="22916"/>
                </a:lnTo>
                <a:lnTo>
                  <a:pt x="38098" y="22916"/>
                </a:lnTo>
                <a:cubicBezTo>
                  <a:pt x="39902" y="22916"/>
                  <a:pt x="41351" y="24365"/>
                  <a:pt x="41351" y="26169"/>
                </a:cubicBezTo>
                <a:cubicBezTo>
                  <a:pt x="41351" y="27972"/>
                  <a:pt x="39902" y="29432"/>
                  <a:pt x="38098" y="29432"/>
                </a:cubicBezTo>
                <a:lnTo>
                  <a:pt x="36858" y="29432"/>
                </a:lnTo>
                <a:cubicBezTo>
                  <a:pt x="36493" y="33967"/>
                  <a:pt x="35315" y="37396"/>
                  <a:pt x="33625" y="39919"/>
                </a:cubicBezTo>
                <a:cubicBezTo>
                  <a:pt x="34366" y="40159"/>
                  <a:pt x="35127" y="40284"/>
                  <a:pt x="35930" y="40284"/>
                </a:cubicBezTo>
                <a:cubicBezTo>
                  <a:pt x="37733" y="40284"/>
                  <a:pt x="39183" y="41744"/>
                  <a:pt x="39183" y="43547"/>
                </a:cubicBezTo>
                <a:cubicBezTo>
                  <a:pt x="39183" y="45351"/>
                  <a:pt x="37733" y="46800"/>
                  <a:pt x="35930" y="46800"/>
                </a:cubicBezTo>
                <a:cubicBezTo>
                  <a:pt x="33104" y="46800"/>
                  <a:pt x="30560" y="45914"/>
                  <a:pt x="28391" y="44684"/>
                </a:cubicBezTo>
                <a:cubicBezTo>
                  <a:pt x="25389" y="46289"/>
                  <a:pt x="21958" y="46800"/>
                  <a:pt x="18768" y="46800"/>
                </a:cubicBezTo>
                <a:cubicBezTo>
                  <a:pt x="16964" y="46800"/>
                  <a:pt x="15504" y="45351"/>
                  <a:pt x="15504" y="43547"/>
                </a:cubicBezTo>
                <a:cubicBezTo>
                  <a:pt x="15504" y="41744"/>
                  <a:pt x="16964" y="40284"/>
                  <a:pt x="18768" y="40284"/>
                </a:cubicBezTo>
                <a:cubicBezTo>
                  <a:pt x="20196" y="40284"/>
                  <a:pt x="21500" y="40159"/>
                  <a:pt x="22657" y="39899"/>
                </a:cubicBezTo>
                <a:cubicBezTo>
                  <a:pt x="21093" y="38157"/>
                  <a:pt x="20196" y="36729"/>
                  <a:pt x="20113" y="36552"/>
                </a:cubicBezTo>
                <a:cubicBezTo>
                  <a:pt x="19185" y="35040"/>
                  <a:pt x="19654" y="33018"/>
                  <a:pt x="21197" y="32079"/>
                </a:cubicBezTo>
                <a:cubicBezTo>
                  <a:pt x="22719" y="31152"/>
                  <a:pt x="24711" y="31621"/>
                  <a:pt x="25670" y="33164"/>
                </a:cubicBezTo>
                <a:cubicBezTo>
                  <a:pt x="25691" y="33185"/>
                  <a:pt x="26629" y="34686"/>
                  <a:pt x="28193" y="36323"/>
                </a:cubicBezTo>
                <a:cubicBezTo>
                  <a:pt x="29361" y="34602"/>
                  <a:pt x="30060" y="32340"/>
                  <a:pt x="30341" y="29432"/>
                </a:cubicBezTo>
                <a:lnTo>
                  <a:pt x="18549" y="29432"/>
                </a:lnTo>
                <a:cubicBezTo>
                  <a:pt x="16745" y="29432"/>
                  <a:pt x="15285" y="27972"/>
                  <a:pt x="15285" y="26169"/>
                </a:cubicBezTo>
                <a:cubicBezTo>
                  <a:pt x="15285" y="24365"/>
                  <a:pt x="16745" y="22916"/>
                  <a:pt x="18549" y="22916"/>
                </a:cubicBezTo>
                <a:lnTo>
                  <a:pt x="25065" y="22916"/>
                </a:lnTo>
                <a:lnTo>
                  <a:pt x="25065" y="21831"/>
                </a:lnTo>
                <a:cubicBezTo>
                  <a:pt x="25065" y="20028"/>
                  <a:pt x="26525" y="18569"/>
                  <a:pt x="28318" y="18569"/>
                </a:cubicBezTo>
                <a:close/>
                <a:moveTo>
                  <a:pt x="70681" y="31517"/>
                </a:moveTo>
                <a:cubicBezTo>
                  <a:pt x="67939" y="31517"/>
                  <a:pt x="65353" y="31840"/>
                  <a:pt x="62966" y="32455"/>
                </a:cubicBezTo>
                <a:cubicBezTo>
                  <a:pt x="62986" y="32861"/>
                  <a:pt x="62997" y="33279"/>
                  <a:pt x="62997" y="33685"/>
                </a:cubicBezTo>
                <a:cubicBezTo>
                  <a:pt x="62997" y="48197"/>
                  <a:pt x="54041" y="60665"/>
                  <a:pt x="41383" y="65857"/>
                </a:cubicBezTo>
                <a:cubicBezTo>
                  <a:pt x="41351" y="66034"/>
                  <a:pt x="41351" y="66222"/>
                  <a:pt x="41351" y="66420"/>
                </a:cubicBezTo>
                <a:cubicBezTo>
                  <a:pt x="41351" y="70527"/>
                  <a:pt x="44156" y="73978"/>
                  <a:pt x="47962" y="75062"/>
                </a:cubicBezTo>
                <a:cubicBezTo>
                  <a:pt x="51330" y="87145"/>
                  <a:pt x="59858" y="94547"/>
                  <a:pt x="70681" y="94547"/>
                </a:cubicBezTo>
                <a:cubicBezTo>
                  <a:pt x="81493" y="94547"/>
                  <a:pt x="90033" y="87145"/>
                  <a:pt x="93400" y="75062"/>
                </a:cubicBezTo>
                <a:cubicBezTo>
                  <a:pt x="97206" y="73978"/>
                  <a:pt x="100001" y="70527"/>
                  <a:pt x="100001" y="66420"/>
                </a:cubicBezTo>
                <a:cubicBezTo>
                  <a:pt x="100001" y="63532"/>
                  <a:pt x="98874" y="61030"/>
                  <a:pt x="96904" y="59425"/>
                </a:cubicBezTo>
                <a:lnTo>
                  <a:pt x="96633" y="55953"/>
                </a:lnTo>
                <a:cubicBezTo>
                  <a:pt x="96570" y="41546"/>
                  <a:pt x="85925" y="31517"/>
                  <a:pt x="70681" y="31517"/>
                </a:cubicBezTo>
                <a:close/>
                <a:moveTo>
                  <a:pt x="70681" y="46716"/>
                </a:moveTo>
                <a:cubicBezTo>
                  <a:pt x="72006" y="46716"/>
                  <a:pt x="73225" y="47519"/>
                  <a:pt x="73705" y="48760"/>
                </a:cubicBezTo>
                <a:lnTo>
                  <a:pt x="82390" y="70475"/>
                </a:lnTo>
                <a:cubicBezTo>
                  <a:pt x="83068" y="72154"/>
                  <a:pt x="82265" y="74040"/>
                  <a:pt x="80586" y="74718"/>
                </a:cubicBezTo>
                <a:cubicBezTo>
                  <a:pt x="80180" y="74895"/>
                  <a:pt x="79784" y="74958"/>
                  <a:pt x="79366" y="74958"/>
                </a:cubicBezTo>
                <a:cubicBezTo>
                  <a:pt x="78084" y="74958"/>
                  <a:pt x="76854" y="74176"/>
                  <a:pt x="76353" y="72915"/>
                </a:cubicBezTo>
                <a:lnTo>
                  <a:pt x="75415" y="70610"/>
                </a:lnTo>
                <a:lnTo>
                  <a:pt x="65948" y="70610"/>
                </a:lnTo>
                <a:lnTo>
                  <a:pt x="65009" y="72915"/>
                </a:lnTo>
                <a:cubicBezTo>
                  <a:pt x="64342" y="74583"/>
                  <a:pt x="62445" y="75386"/>
                  <a:pt x="60776" y="74718"/>
                </a:cubicBezTo>
                <a:cubicBezTo>
                  <a:pt x="59097" y="74040"/>
                  <a:pt x="58294" y="72154"/>
                  <a:pt x="58972" y="70475"/>
                </a:cubicBezTo>
                <a:lnTo>
                  <a:pt x="67657" y="48760"/>
                </a:lnTo>
                <a:cubicBezTo>
                  <a:pt x="68137" y="47519"/>
                  <a:pt x="69357" y="46716"/>
                  <a:pt x="70681" y="46716"/>
                </a:cubicBezTo>
                <a:close/>
                <a:moveTo>
                  <a:pt x="70681" y="58747"/>
                </a:moveTo>
                <a:lnTo>
                  <a:pt x="68554" y="64095"/>
                </a:lnTo>
                <a:lnTo>
                  <a:pt x="72808" y="64095"/>
                </a:lnTo>
                <a:lnTo>
                  <a:pt x="70681" y="5874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801" name="Чёрный — SVG 82">
            <a:extLst>
              <a:ext uri="{FF2B5EF4-FFF2-40B4-BE49-F238E27FC236}">
                <a16:creationId xmlns:a16="http://schemas.microsoft.com/office/drawing/2014/main" id="{8FFB7AD0-173A-CD49-AF27-0ED6009B5DBE}"/>
              </a:ext>
            </a:extLst>
          </p:cNvPr>
          <p:cNvSpPr>
            <a:spLocks noGrp="1"/>
          </p:cNvSpPr>
          <p:nvPr/>
        </p:nvSpPr>
        <p:spPr>
          <a:xfrm>
            <a:off x="5820000" y="3990000"/>
            <a:ext cx="220000" cy="220000"/>
          </a:xfrm>
          <a:custGeom>
            <a:avLst/>
            <a:gdLst>
              <a:gd name="csX0" fmla="*/ 99239 w 141772"/>
              <a:gd name="csY0" fmla="*/ 83286 h 106319"/>
              <a:gd name="csX1" fmla="*/ 76203 w 141772"/>
              <a:gd name="csY1" fmla="*/ 106319 h 106319"/>
              <a:gd name="csX2" fmla="*/ 23036 w 141772"/>
              <a:gd name="csY2" fmla="*/ 106319 h 106319"/>
              <a:gd name="csX3" fmla="*/ 0 w 141772"/>
              <a:gd name="csY3" fmla="*/ 83286 h 106319"/>
              <a:gd name="csX4" fmla="*/ 0 w 141772"/>
              <a:gd name="csY4" fmla="*/ 23033 h 106319"/>
              <a:gd name="csX5" fmla="*/ 23036 w 141772"/>
              <a:gd name="csY5" fmla="*/ 0 h 106319"/>
              <a:gd name="csX6" fmla="*/ 76203 w 141772"/>
              <a:gd name="csY6" fmla="*/ 0 h 106319"/>
              <a:gd name="csX7" fmla="*/ 99239 w 141772"/>
              <a:gd name="csY7" fmla="*/ 23033 h 106319"/>
              <a:gd name="csX8" fmla="*/ 99239 w 141772"/>
              <a:gd name="csY8" fmla="*/ 83286 h 106319"/>
              <a:gd name="csX9" fmla="*/ 139085 w 141772"/>
              <a:gd name="csY9" fmla="*/ 14868 h 106319"/>
              <a:gd name="csX10" fmla="*/ 133726 w 141772"/>
              <a:gd name="csY10" fmla="*/ 14936 h 106319"/>
              <a:gd name="csX11" fmla="*/ 106334 w 141772"/>
              <a:gd name="csY11" fmla="*/ 31368 h 106319"/>
              <a:gd name="csX12" fmla="*/ 106334 w 141772"/>
              <a:gd name="csY12" fmla="*/ 74951 h 106319"/>
              <a:gd name="csX13" fmla="*/ 133726 w 141772"/>
              <a:gd name="csY13" fmla="*/ 91384 h 106319"/>
              <a:gd name="csX14" fmla="*/ 136464 w 141772"/>
              <a:gd name="csY14" fmla="*/ 92149 h 106319"/>
              <a:gd name="csX15" fmla="*/ 139085 w 141772"/>
              <a:gd name="csY15" fmla="*/ 91452 h 106319"/>
              <a:gd name="csX16" fmla="*/ 141773 w 141772"/>
              <a:gd name="csY16" fmla="*/ 86825 h 106319"/>
              <a:gd name="csX17" fmla="*/ 141773 w 141772"/>
              <a:gd name="csY17" fmla="*/ 19495 h 106319"/>
              <a:gd name="csX18" fmla="*/ 139085 w 141772"/>
              <a:gd name="csY18" fmla="*/ 14868 h 106319"/>
            </a:gdLst>
            <a:ahLst/>
            <a:cxnLst/>
            <a:rect l="l" t="t" r="r" b="b"/>
            <a:pathLst>
              <a:path w="100000" h="100000">
                <a:moveTo>
                  <a:pt x="69999" y="71250"/>
                </a:moveTo>
                <a:cubicBezTo>
                  <a:pt x="69999" y="80226"/>
                  <a:pt x="62727" y="87496"/>
                  <a:pt x="53750" y="87496"/>
                </a:cubicBezTo>
                <a:lnTo>
                  <a:pt x="16249" y="87496"/>
                </a:lnTo>
                <a:cubicBezTo>
                  <a:pt x="7272" y="87496"/>
                  <a:pt x="0" y="80226"/>
                  <a:pt x="0" y="71250"/>
                </a:cubicBezTo>
                <a:lnTo>
                  <a:pt x="0" y="28750"/>
                </a:lnTo>
                <a:cubicBezTo>
                  <a:pt x="0" y="19775"/>
                  <a:pt x="7272" y="12504"/>
                  <a:pt x="16249" y="12504"/>
                </a:cubicBezTo>
                <a:lnTo>
                  <a:pt x="53750" y="12504"/>
                </a:lnTo>
                <a:cubicBezTo>
                  <a:pt x="62727" y="12504"/>
                  <a:pt x="69999" y="19775"/>
                  <a:pt x="69999" y="28750"/>
                </a:cubicBezTo>
                <a:lnTo>
                  <a:pt x="69999" y="71250"/>
                </a:lnTo>
                <a:close/>
                <a:moveTo>
                  <a:pt x="98105" y="22991"/>
                </a:moveTo>
                <a:cubicBezTo>
                  <a:pt x="96928" y="22331"/>
                  <a:pt x="95489" y="22343"/>
                  <a:pt x="94325" y="23039"/>
                </a:cubicBezTo>
                <a:lnTo>
                  <a:pt x="75004" y="34629"/>
                </a:lnTo>
                <a:lnTo>
                  <a:pt x="75004" y="65371"/>
                </a:lnTo>
                <a:lnTo>
                  <a:pt x="94325" y="76962"/>
                </a:lnTo>
                <a:cubicBezTo>
                  <a:pt x="94924" y="77322"/>
                  <a:pt x="95584" y="77502"/>
                  <a:pt x="96256" y="77502"/>
                </a:cubicBezTo>
                <a:cubicBezTo>
                  <a:pt x="96892" y="77502"/>
                  <a:pt x="97528" y="77334"/>
                  <a:pt x="98105" y="77010"/>
                </a:cubicBezTo>
                <a:cubicBezTo>
                  <a:pt x="99281" y="76350"/>
                  <a:pt x="100001" y="75102"/>
                  <a:pt x="100001" y="73746"/>
                </a:cubicBezTo>
                <a:lnTo>
                  <a:pt x="100001" y="26254"/>
                </a:lnTo>
                <a:cubicBezTo>
                  <a:pt x="100001" y="24899"/>
                  <a:pt x="99281" y="23650"/>
                  <a:pt x="98105" y="2299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802" name="Чёрный — SVG 83">
            <a:extLst>
              <a:ext uri="{FF2B5EF4-FFF2-40B4-BE49-F238E27FC236}">
                <a16:creationId xmlns:a16="http://schemas.microsoft.com/office/drawing/2014/main" id="{A9271498-77F2-C94D-B806-0931A090A74C}"/>
              </a:ext>
            </a:extLst>
          </p:cNvPr>
          <p:cNvSpPr>
            <a:spLocks noGrp="1"/>
          </p:cNvSpPr>
          <p:nvPr/>
        </p:nvSpPr>
        <p:spPr>
          <a:xfrm>
            <a:off x="6420000" y="3990000"/>
            <a:ext cx="220000" cy="220000"/>
          </a:xfrm>
          <a:custGeom>
            <a:avLst/>
            <a:gdLst>
              <a:gd name="csX0" fmla="*/ 129370 w 148867"/>
              <a:gd name="csY0" fmla="*/ 0 h 120489"/>
              <a:gd name="csX1" fmla="*/ 19497 w 148867"/>
              <a:gd name="csY1" fmla="*/ 0 h 120489"/>
              <a:gd name="csX2" fmla="*/ 0 w 148867"/>
              <a:gd name="csY2" fmla="*/ 19495 h 120489"/>
              <a:gd name="csX3" fmla="*/ 0 w 148867"/>
              <a:gd name="csY3" fmla="*/ 100995 h 120489"/>
              <a:gd name="csX4" fmla="*/ 19497 w 148867"/>
              <a:gd name="csY4" fmla="*/ 120490 h 120489"/>
              <a:gd name="csX5" fmla="*/ 129370 w 148867"/>
              <a:gd name="csY5" fmla="*/ 120490 h 120489"/>
              <a:gd name="csX6" fmla="*/ 148867 w 148867"/>
              <a:gd name="csY6" fmla="*/ 100995 h 120489"/>
              <a:gd name="csX7" fmla="*/ 148867 w 148867"/>
              <a:gd name="csY7" fmla="*/ 19495 h 120489"/>
              <a:gd name="csX8" fmla="*/ 129370 w 148867"/>
              <a:gd name="csY8" fmla="*/ 0 h 120489"/>
              <a:gd name="csX9" fmla="*/ 35439 w 148867"/>
              <a:gd name="csY9" fmla="*/ 70885 h 120489"/>
              <a:gd name="csX10" fmla="*/ 24806 w 148867"/>
              <a:gd name="csY10" fmla="*/ 60253 h 120489"/>
              <a:gd name="csX11" fmla="*/ 35439 w 148867"/>
              <a:gd name="csY11" fmla="*/ 49621 h 120489"/>
              <a:gd name="csX12" fmla="*/ 46072 w 148867"/>
              <a:gd name="csY12" fmla="*/ 60253 h 120489"/>
              <a:gd name="csX13" fmla="*/ 35439 w 148867"/>
              <a:gd name="csY13" fmla="*/ 70885 h 120489"/>
              <a:gd name="csX14" fmla="*/ 73719 w 148867"/>
              <a:gd name="csY14" fmla="*/ 68759 h 120489"/>
              <a:gd name="csX15" fmla="*/ 73021 w 148867"/>
              <a:gd name="csY15" fmla="*/ 73709 h 120489"/>
              <a:gd name="csX16" fmla="*/ 70895 w 148867"/>
              <a:gd name="csY16" fmla="*/ 74424 h 120489"/>
              <a:gd name="csX17" fmla="*/ 68054 w 148867"/>
              <a:gd name="csY17" fmla="*/ 73012 h 120489"/>
              <a:gd name="csX18" fmla="*/ 63800 w 148867"/>
              <a:gd name="csY18" fmla="*/ 67330 h 120489"/>
              <a:gd name="csX19" fmla="*/ 60261 w 148867"/>
              <a:gd name="csY19" fmla="*/ 67330 h 120489"/>
              <a:gd name="csX20" fmla="*/ 60261 w 148867"/>
              <a:gd name="csY20" fmla="*/ 70885 h 120489"/>
              <a:gd name="csX21" fmla="*/ 56706 w 148867"/>
              <a:gd name="csY21" fmla="*/ 74424 h 120489"/>
              <a:gd name="csX22" fmla="*/ 53167 w 148867"/>
              <a:gd name="csY22" fmla="*/ 70885 h 120489"/>
              <a:gd name="csX23" fmla="*/ 53167 w 148867"/>
              <a:gd name="csY23" fmla="*/ 49621 h 120489"/>
              <a:gd name="csX24" fmla="*/ 56706 w 148867"/>
              <a:gd name="csY24" fmla="*/ 46066 h 120489"/>
              <a:gd name="csX25" fmla="*/ 63800 w 148867"/>
              <a:gd name="csY25" fmla="*/ 46066 h 120489"/>
              <a:gd name="csX26" fmla="*/ 74434 w 148867"/>
              <a:gd name="csY26" fmla="*/ 56698 h 120489"/>
              <a:gd name="csX27" fmla="*/ 70708 w 148867"/>
              <a:gd name="csY27" fmla="*/ 64727 h 120489"/>
              <a:gd name="csX28" fmla="*/ 73719 w 148867"/>
              <a:gd name="csY28" fmla="*/ 68759 h 120489"/>
              <a:gd name="csX29" fmla="*/ 93931 w 148867"/>
              <a:gd name="csY29" fmla="*/ 56698 h 120489"/>
              <a:gd name="csX30" fmla="*/ 97470 w 148867"/>
              <a:gd name="csY30" fmla="*/ 60253 h 120489"/>
              <a:gd name="csX31" fmla="*/ 93931 w 148867"/>
              <a:gd name="csY31" fmla="*/ 63792 h 120489"/>
              <a:gd name="csX32" fmla="*/ 88606 w 148867"/>
              <a:gd name="csY32" fmla="*/ 63792 h 120489"/>
              <a:gd name="csX33" fmla="*/ 88606 w 148867"/>
              <a:gd name="csY33" fmla="*/ 67330 h 120489"/>
              <a:gd name="csX34" fmla="*/ 95700 w 148867"/>
              <a:gd name="csY34" fmla="*/ 67330 h 120489"/>
              <a:gd name="csX35" fmla="*/ 99239 w 148867"/>
              <a:gd name="csY35" fmla="*/ 70885 h 120489"/>
              <a:gd name="csX36" fmla="*/ 95700 w 148867"/>
              <a:gd name="csY36" fmla="*/ 74424 h 120489"/>
              <a:gd name="csX37" fmla="*/ 85067 w 148867"/>
              <a:gd name="csY37" fmla="*/ 74424 h 120489"/>
              <a:gd name="csX38" fmla="*/ 81528 w 148867"/>
              <a:gd name="csY38" fmla="*/ 70885 h 120489"/>
              <a:gd name="csX39" fmla="*/ 81528 w 148867"/>
              <a:gd name="csY39" fmla="*/ 49621 h 120489"/>
              <a:gd name="csX40" fmla="*/ 85067 w 148867"/>
              <a:gd name="csY40" fmla="*/ 46066 h 120489"/>
              <a:gd name="csX41" fmla="*/ 95700 w 148867"/>
              <a:gd name="csY41" fmla="*/ 46066 h 120489"/>
              <a:gd name="csX42" fmla="*/ 99239 w 148867"/>
              <a:gd name="csY42" fmla="*/ 49621 h 120489"/>
              <a:gd name="csX43" fmla="*/ 95700 w 148867"/>
              <a:gd name="csY43" fmla="*/ 53160 h 120489"/>
              <a:gd name="csX44" fmla="*/ 88606 w 148867"/>
              <a:gd name="csY44" fmla="*/ 53160 h 120489"/>
              <a:gd name="csX45" fmla="*/ 88606 w 148867"/>
              <a:gd name="csY45" fmla="*/ 56698 h 120489"/>
              <a:gd name="csX46" fmla="*/ 93931 w 148867"/>
              <a:gd name="csY46" fmla="*/ 56698 h 120489"/>
              <a:gd name="csX47" fmla="*/ 114449 w 148867"/>
              <a:gd name="csY47" fmla="*/ 67330 h 120489"/>
              <a:gd name="csX48" fmla="*/ 117290 w 148867"/>
              <a:gd name="csY48" fmla="*/ 65782 h 120489"/>
              <a:gd name="csX49" fmla="*/ 122037 w 148867"/>
              <a:gd name="csY49" fmla="*/ 64149 h 120489"/>
              <a:gd name="csX50" fmla="*/ 123654 w 148867"/>
              <a:gd name="csY50" fmla="*/ 68895 h 120489"/>
              <a:gd name="csX51" fmla="*/ 114449 w 148867"/>
              <a:gd name="csY51" fmla="*/ 74424 h 120489"/>
              <a:gd name="csX52" fmla="*/ 102795 w 148867"/>
              <a:gd name="csY52" fmla="*/ 60253 h 120489"/>
              <a:gd name="csX53" fmla="*/ 114449 w 148867"/>
              <a:gd name="csY53" fmla="*/ 46066 h 120489"/>
              <a:gd name="csX54" fmla="*/ 123654 w 148867"/>
              <a:gd name="csY54" fmla="*/ 51612 h 120489"/>
              <a:gd name="csX55" fmla="*/ 122037 w 148867"/>
              <a:gd name="csY55" fmla="*/ 56341 h 120489"/>
              <a:gd name="csX56" fmla="*/ 117324 w 148867"/>
              <a:gd name="csY56" fmla="*/ 54776 h 120489"/>
              <a:gd name="csX57" fmla="*/ 114449 w 148867"/>
              <a:gd name="csY57" fmla="*/ 53160 h 120489"/>
              <a:gd name="csX58" fmla="*/ 109873 w 148867"/>
              <a:gd name="csY58" fmla="*/ 60253 h 120489"/>
              <a:gd name="csX59" fmla="*/ 114449 w 148867"/>
              <a:gd name="csY59" fmla="*/ 67330 h 120489"/>
              <a:gd name="csX60" fmla="*/ 67339 w 148867"/>
              <a:gd name="csY60" fmla="*/ 56698 h 120489"/>
              <a:gd name="csX61" fmla="*/ 63800 w 148867"/>
              <a:gd name="csY61" fmla="*/ 60253 h 120489"/>
              <a:gd name="csX62" fmla="*/ 60261 w 148867"/>
              <a:gd name="csY62" fmla="*/ 60253 h 120489"/>
              <a:gd name="csX63" fmla="*/ 60261 w 148867"/>
              <a:gd name="csY63" fmla="*/ 53160 h 120489"/>
              <a:gd name="csX64" fmla="*/ 63800 w 148867"/>
              <a:gd name="csY64" fmla="*/ 53160 h 120489"/>
              <a:gd name="csX65" fmla="*/ 67339 w 148867"/>
              <a:gd name="csY65" fmla="*/ 56698 h 120489"/>
            </a:gdLst>
            <a:ahLst/>
            <a:cxnLst/>
            <a:rect l="l" t="t" r="r" b="b"/>
            <a:pathLst>
              <a:path w="100000" h="100000">
                <a:moveTo>
                  <a:pt x="86903" y="9531"/>
                </a:moveTo>
                <a:lnTo>
                  <a:pt x="13097" y="9531"/>
                </a:lnTo>
                <a:cubicBezTo>
                  <a:pt x="5874" y="9531"/>
                  <a:pt x="0" y="15405"/>
                  <a:pt x="0" y="22627"/>
                </a:cubicBezTo>
                <a:lnTo>
                  <a:pt x="0" y="77374"/>
                </a:lnTo>
                <a:cubicBezTo>
                  <a:pt x="0" y="84596"/>
                  <a:pt x="5874" y="90469"/>
                  <a:pt x="13097" y="90469"/>
                </a:cubicBezTo>
                <a:lnTo>
                  <a:pt x="86903" y="90469"/>
                </a:lnTo>
                <a:cubicBezTo>
                  <a:pt x="94126" y="90469"/>
                  <a:pt x="100000" y="84596"/>
                  <a:pt x="100000" y="77374"/>
                </a:cubicBezTo>
                <a:lnTo>
                  <a:pt x="100000" y="22627"/>
                </a:lnTo>
                <a:cubicBezTo>
                  <a:pt x="100000" y="15405"/>
                  <a:pt x="94126" y="9531"/>
                  <a:pt x="86903" y="9531"/>
                </a:cubicBezTo>
                <a:close/>
                <a:moveTo>
                  <a:pt x="23806" y="57148"/>
                </a:moveTo>
                <a:cubicBezTo>
                  <a:pt x="19863" y="57148"/>
                  <a:pt x="16663" y="53948"/>
                  <a:pt x="16663" y="50006"/>
                </a:cubicBezTo>
                <a:cubicBezTo>
                  <a:pt x="16663" y="46052"/>
                  <a:pt x="19863" y="42864"/>
                  <a:pt x="23806" y="42864"/>
                </a:cubicBezTo>
                <a:cubicBezTo>
                  <a:pt x="27760" y="42864"/>
                  <a:pt x="30948" y="46052"/>
                  <a:pt x="30948" y="50006"/>
                </a:cubicBezTo>
                <a:cubicBezTo>
                  <a:pt x="30948" y="53948"/>
                  <a:pt x="27760" y="57148"/>
                  <a:pt x="23806" y="57148"/>
                </a:cubicBezTo>
                <a:close/>
                <a:moveTo>
                  <a:pt x="49520" y="55720"/>
                </a:moveTo>
                <a:cubicBezTo>
                  <a:pt x="50309" y="56771"/>
                  <a:pt x="50103" y="58256"/>
                  <a:pt x="49051" y="59045"/>
                </a:cubicBezTo>
                <a:cubicBezTo>
                  <a:pt x="48617" y="59365"/>
                  <a:pt x="48115" y="59525"/>
                  <a:pt x="47623" y="59525"/>
                </a:cubicBezTo>
                <a:cubicBezTo>
                  <a:pt x="46903" y="59525"/>
                  <a:pt x="46183" y="59193"/>
                  <a:pt x="45715" y="58576"/>
                </a:cubicBezTo>
                <a:lnTo>
                  <a:pt x="42857" y="54760"/>
                </a:lnTo>
                <a:lnTo>
                  <a:pt x="40480" y="54760"/>
                </a:lnTo>
                <a:lnTo>
                  <a:pt x="40480" y="57148"/>
                </a:lnTo>
                <a:cubicBezTo>
                  <a:pt x="40480" y="58462"/>
                  <a:pt x="39406" y="59525"/>
                  <a:pt x="38092" y="59525"/>
                </a:cubicBezTo>
                <a:cubicBezTo>
                  <a:pt x="36777" y="59525"/>
                  <a:pt x="35714" y="58462"/>
                  <a:pt x="35714" y="57148"/>
                </a:cubicBezTo>
                <a:lnTo>
                  <a:pt x="35714" y="42864"/>
                </a:lnTo>
                <a:cubicBezTo>
                  <a:pt x="35714" y="41550"/>
                  <a:pt x="36777" y="40476"/>
                  <a:pt x="38092" y="40476"/>
                </a:cubicBezTo>
                <a:lnTo>
                  <a:pt x="42857" y="40476"/>
                </a:lnTo>
                <a:cubicBezTo>
                  <a:pt x="46800" y="40476"/>
                  <a:pt x="50000" y="43687"/>
                  <a:pt x="50000" y="47618"/>
                </a:cubicBezTo>
                <a:cubicBezTo>
                  <a:pt x="50000" y="49777"/>
                  <a:pt x="49018" y="51697"/>
                  <a:pt x="47497" y="53011"/>
                </a:cubicBezTo>
                <a:lnTo>
                  <a:pt x="49520" y="55720"/>
                </a:lnTo>
                <a:close/>
                <a:moveTo>
                  <a:pt x="63097" y="47618"/>
                </a:moveTo>
                <a:cubicBezTo>
                  <a:pt x="64411" y="47618"/>
                  <a:pt x="65475" y="48692"/>
                  <a:pt x="65475" y="50006"/>
                </a:cubicBezTo>
                <a:cubicBezTo>
                  <a:pt x="65475" y="51320"/>
                  <a:pt x="64411" y="52383"/>
                  <a:pt x="63097" y="52383"/>
                </a:cubicBezTo>
                <a:lnTo>
                  <a:pt x="59520" y="52383"/>
                </a:lnTo>
                <a:lnTo>
                  <a:pt x="59520" y="54760"/>
                </a:lnTo>
                <a:lnTo>
                  <a:pt x="64286" y="54760"/>
                </a:lnTo>
                <a:cubicBezTo>
                  <a:pt x="65600" y="54760"/>
                  <a:pt x="66663" y="55834"/>
                  <a:pt x="66663" y="57148"/>
                </a:cubicBezTo>
                <a:cubicBezTo>
                  <a:pt x="66663" y="58462"/>
                  <a:pt x="65600" y="59525"/>
                  <a:pt x="64286" y="59525"/>
                </a:cubicBezTo>
                <a:lnTo>
                  <a:pt x="57143" y="59525"/>
                </a:lnTo>
                <a:cubicBezTo>
                  <a:pt x="55829" y="59525"/>
                  <a:pt x="54766" y="58462"/>
                  <a:pt x="54766" y="57148"/>
                </a:cubicBezTo>
                <a:lnTo>
                  <a:pt x="54766" y="42864"/>
                </a:lnTo>
                <a:cubicBezTo>
                  <a:pt x="54766" y="41550"/>
                  <a:pt x="55829" y="40476"/>
                  <a:pt x="57143" y="40476"/>
                </a:cubicBezTo>
                <a:lnTo>
                  <a:pt x="64286" y="40476"/>
                </a:lnTo>
                <a:cubicBezTo>
                  <a:pt x="65600" y="40476"/>
                  <a:pt x="66663" y="41550"/>
                  <a:pt x="66663" y="42864"/>
                </a:cubicBezTo>
                <a:cubicBezTo>
                  <a:pt x="66663" y="44178"/>
                  <a:pt x="65600" y="45241"/>
                  <a:pt x="64286" y="45241"/>
                </a:cubicBezTo>
                <a:lnTo>
                  <a:pt x="59520" y="45241"/>
                </a:lnTo>
                <a:lnTo>
                  <a:pt x="59520" y="47618"/>
                </a:lnTo>
                <a:lnTo>
                  <a:pt x="63097" y="47618"/>
                </a:lnTo>
                <a:close/>
                <a:moveTo>
                  <a:pt x="76880" y="54760"/>
                </a:moveTo>
                <a:cubicBezTo>
                  <a:pt x="78217" y="54760"/>
                  <a:pt x="78788" y="53731"/>
                  <a:pt x="78788" y="53720"/>
                </a:cubicBezTo>
                <a:cubicBezTo>
                  <a:pt x="79360" y="52543"/>
                  <a:pt x="80789" y="52051"/>
                  <a:pt x="81977" y="52623"/>
                </a:cubicBezTo>
                <a:cubicBezTo>
                  <a:pt x="83154" y="53205"/>
                  <a:pt x="83646" y="54623"/>
                  <a:pt x="83063" y="55811"/>
                </a:cubicBezTo>
                <a:cubicBezTo>
                  <a:pt x="82388" y="57193"/>
                  <a:pt x="80331" y="59525"/>
                  <a:pt x="76880" y="59525"/>
                </a:cubicBezTo>
                <a:cubicBezTo>
                  <a:pt x="72561" y="59525"/>
                  <a:pt x="69052" y="55251"/>
                  <a:pt x="69052" y="50006"/>
                </a:cubicBezTo>
                <a:cubicBezTo>
                  <a:pt x="69052" y="44749"/>
                  <a:pt x="72561" y="40476"/>
                  <a:pt x="76880" y="40476"/>
                </a:cubicBezTo>
                <a:cubicBezTo>
                  <a:pt x="80331" y="40476"/>
                  <a:pt x="82388" y="42818"/>
                  <a:pt x="83063" y="44201"/>
                </a:cubicBezTo>
                <a:cubicBezTo>
                  <a:pt x="83646" y="45378"/>
                  <a:pt x="83154" y="46806"/>
                  <a:pt x="81977" y="47378"/>
                </a:cubicBezTo>
                <a:cubicBezTo>
                  <a:pt x="80800" y="47950"/>
                  <a:pt x="79395" y="47481"/>
                  <a:pt x="78811" y="46327"/>
                </a:cubicBezTo>
                <a:cubicBezTo>
                  <a:pt x="78697" y="46132"/>
                  <a:pt x="78125" y="45241"/>
                  <a:pt x="76880" y="45241"/>
                </a:cubicBezTo>
                <a:cubicBezTo>
                  <a:pt x="75246" y="45241"/>
                  <a:pt x="73806" y="47469"/>
                  <a:pt x="73806" y="50006"/>
                </a:cubicBezTo>
                <a:cubicBezTo>
                  <a:pt x="73806" y="52543"/>
                  <a:pt x="75246" y="54760"/>
                  <a:pt x="76880" y="54760"/>
                </a:cubicBezTo>
                <a:close/>
                <a:moveTo>
                  <a:pt x="45234" y="47618"/>
                </a:moveTo>
                <a:cubicBezTo>
                  <a:pt x="45234" y="48932"/>
                  <a:pt x="44172" y="50006"/>
                  <a:pt x="42857" y="50006"/>
                </a:cubicBezTo>
                <a:lnTo>
                  <a:pt x="40480" y="50006"/>
                </a:lnTo>
                <a:lnTo>
                  <a:pt x="40480" y="45241"/>
                </a:lnTo>
                <a:lnTo>
                  <a:pt x="42857" y="45241"/>
                </a:lnTo>
                <a:cubicBezTo>
                  <a:pt x="44172" y="45241"/>
                  <a:pt x="45234" y="46315"/>
                  <a:pt x="45234" y="4761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803" name="Чёрный — SVG 84">
            <a:extLst>
              <a:ext uri="{FF2B5EF4-FFF2-40B4-BE49-F238E27FC236}">
                <a16:creationId xmlns:a16="http://schemas.microsoft.com/office/drawing/2014/main" id="{EC8D5D34-C632-3842-B580-874D5FA35D9D}"/>
              </a:ext>
            </a:extLst>
          </p:cNvPr>
          <p:cNvSpPr>
            <a:spLocks noGrp="1"/>
          </p:cNvSpPr>
          <p:nvPr/>
        </p:nvSpPr>
        <p:spPr>
          <a:xfrm>
            <a:off x="7020000" y="3990000"/>
            <a:ext cx="220000" cy="220000"/>
          </a:xfrm>
          <a:custGeom>
            <a:avLst/>
            <a:gdLst>
              <a:gd name="csX0" fmla="*/ 70727 w 141437"/>
              <a:gd name="csY0" fmla="*/ 0 h 141753"/>
              <a:gd name="csX1" fmla="*/ 69945 w 141437"/>
              <a:gd name="csY1" fmla="*/ 34 h 141753"/>
              <a:gd name="csX2" fmla="*/ 48814 w 141437"/>
              <a:gd name="csY2" fmla="*/ 38989 h 141753"/>
              <a:gd name="csX3" fmla="*/ 92623 w 141437"/>
              <a:gd name="csY3" fmla="*/ 38989 h 141753"/>
              <a:gd name="csX4" fmla="*/ 71510 w 141437"/>
              <a:gd name="csY4" fmla="*/ 34 h 141753"/>
              <a:gd name="csX5" fmla="*/ 70727 w 141437"/>
              <a:gd name="csY5" fmla="*/ 0 h 141753"/>
              <a:gd name="csX6" fmla="*/ 50515 w 141437"/>
              <a:gd name="csY6" fmla="*/ 2943 h 141753"/>
              <a:gd name="csX7" fmla="*/ 7420 w 141437"/>
              <a:gd name="csY7" fmla="*/ 38989 h 141753"/>
              <a:gd name="csX8" fmla="*/ 38011 w 141437"/>
              <a:gd name="csY8" fmla="*/ 38989 h 141753"/>
              <a:gd name="csX9" fmla="*/ 50515 w 141437"/>
              <a:gd name="csY9" fmla="*/ 2943 h 141753"/>
              <a:gd name="csX10" fmla="*/ 90922 w 141437"/>
              <a:gd name="csY10" fmla="*/ 2943 h 141753"/>
              <a:gd name="csX11" fmla="*/ 103444 w 141437"/>
              <a:gd name="csY11" fmla="*/ 38989 h 141753"/>
              <a:gd name="csX12" fmla="*/ 134017 w 141437"/>
              <a:gd name="csY12" fmla="*/ 38989 h 141753"/>
              <a:gd name="csX13" fmla="*/ 90922 w 141437"/>
              <a:gd name="csY13" fmla="*/ 2943 h 141753"/>
              <a:gd name="csX14" fmla="*/ 37534 w 141437"/>
              <a:gd name="csY14" fmla="*/ 49706 h 141753"/>
              <a:gd name="csX15" fmla="*/ 34778 w 141437"/>
              <a:gd name="csY15" fmla="*/ 50863 h 141753"/>
              <a:gd name="csX16" fmla="*/ 33383 w 141437"/>
              <a:gd name="csY16" fmla="*/ 53534 h 141753"/>
              <a:gd name="csX17" fmla="*/ 30473 w 141437"/>
              <a:gd name="csY17" fmla="*/ 71804 h 141753"/>
              <a:gd name="csX18" fmla="*/ 25165 w 141437"/>
              <a:gd name="csY18" fmla="*/ 59556 h 141753"/>
              <a:gd name="csX19" fmla="*/ 23532 w 141437"/>
              <a:gd name="csY19" fmla="*/ 57617 h 141753"/>
              <a:gd name="csX20" fmla="*/ 21099 w 141437"/>
              <a:gd name="csY20" fmla="*/ 56885 h 141753"/>
              <a:gd name="csX21" fmla="*/ 18666 w 141437"/>
              <a:gd name="csY21" fmla="*/ 57617 h 141753"/>
              <a:gd name="csX22" fmla="*/ 17033 w 141437"/>
              <a:gd name="csY22" fmla="*/ 59556 h 141753"/>
              <a:gd name="csX23" fmla="*/ 11725 w 141437"/>
              <a:gd name="csY23" fmla="*/ 71804 h 141753"/>
              <a:gd name="csX24" fmla="*/ 8815 w 141437"/>
              <a:gd name="csY24" fmla="*/ 53534 h 141753"/>
              <a:gd name="csX25" fmla="*/ 7369 w 141437"/>
              <a:gd name="csY25" fmla="*/ 50846 h 141753"/>
              <a:gd name="csX26" fmla="*/ 4545 w 141437"/>
              <a:gd name="csY26" fmla="*/ 49740 h 141753"/>
              <a:gd name="csX27" fmla="*/ 2640 w 141437"/>
              <a:gd name="csY27" fmla="*/ 50115 h 141753"/>
              <a:gd name="csX28" fmla="*/ 1074 w 141437"/>
              <a:gd name="csY28" fmla="*/ 51271 h 141753"/>
              <a:gd name="csX29" fmla="*/ 156 w 141437"/>
              <a:gd name="csY29" fmla="*/ 52972 h 141753"/>
              <a:gd name="csX30" fmla="*/ 71 w 141437"/>
              <a:gd name="csY30" fmla="*/ 54912 h 141753"/>
              <a:gd name="csX31" fmla="*/ 5379 w 141437"/>
              <a:gd name="csY31" fmla="*/ 88237 h 141753"/>
              <a:gd name="csX32" fmla="*/ 6689 w 141437"/>
              <a:gd name="csY32" fmla="*/ 90720 h 141753"/>
              <a:gd name="csX33" fmla="*/ 9207 w 141437"/>
              <a:gd name="csY33" fmla="*/ 91928 h 141753"/>
              <a:gd name="csX34" fmla="*/ 11946 w 141437"/>
              <a:gd name="csY34" fmla="*/ 91384 h 141753"/>
              <a:gd name="csX35" fmla="*/ 13818 w 141437"/>
              <a:gd name="csY35" fmla="*/ 89291 h 141753"/>
              <a:gd name="csX36" fmla="*/ 21099 w 141437"/>
              <a:gd name="csY36" fmla="*/ 72467 h 141753"/>
              <a:gd name="csX37" fmla="*/ 28381 w 141437"/>
              <a:gd name="csY37" fmla="*/ 89291 h 141753"/>
              <a:gd name="csX38" fmla="*/ 30252 w 141437"/>
              <a:gd name="csY38" fmla="*/ 91384 h 141753"/>
              <a:gd name="csX39" fmla="*/ 32991 w 141437"/>
              <a:gd name="csY39" fmla="*/ 91928 h 141753"/>
              <a:gd name="csX40" fmla="*/ 35510 w 141437"/>
              <a:gd name="csY40" fmla="*/ 90720 h 141753"/>
              <a:gd name="csX41" fmla="*/ 36819 w 141437"/>
              <a:gd name="csY41" fmla="*/ 88237 h 141753"/>
              <a:gd name="csX42" fmla="*/ 42128 w 141437"/>
              <a:gd name="csY42" fmla="*/ 54912 h 141753"/>
              <a:gd name="csX43" fmla="*/ 42043 w 141437"/>
              <a:gd name="csY43" fmla="*/ 52939 h 141753"/>
              <a:gd name="csX44" fmla="*/ 41090 w 141437"/>
              <a:gd name="csY44" fmla="*/ 51204 h 141753"/>
              <a:gd name="csX45" fmla="*/ 39491 w 141437"/>
              <a:gd name="csY45" fmla="*/ 50047 h 141753"/>
              <a:gd name="csX46" fmla="*/ 37534 w 141437"/>
              <a:gd name="csY46" fmla="*/ 49706 h 141753"/>
              <a:gd name="csX47" fmla="*/ 87162 w 141437"/>
              <a:gd name="csY47" fmla="*/ 49706 h 141753"/>
              <a:gd name="csX48" fmla="*/ 84389 w 141437"/>
              <a:gd name="csY48" fmla="*/ 50863 h 141753"/>
              <a:gd name="csX49" fmla="*/ 82994 w 141437"/>
              <a:gd name="csY49" fmla="*/ 53534 h 141753"/>
              <a:gd name="csX50" fmla="*/ 80085 w 141437"/>
              <a:gd name="csY50" fmla="*/ 71804 h 141753"/>
              <a:gd name="csX51" fmla="*/ 74776 w 141437"/>
              <a:gd name="csY51" fmla="*/ 59556 h 141753"/>
              <a:gd name="csX52" fmla="*/ 73143 w 141437"/>
              <a:gd name="csY52" fmla="*/ 57617 h 141753"/>
              <a:gd name="csX53" fmla="*/ 70727 w 141437"/>
              <a:gd name="csY53" fmla="*/ 56885 h 141753"/>
              <a:gd name="csX54" fmla="*/ 68294 w 141437"/>
              <a:gd name="csY54" fmla="*/ 57617 h 141753"/>
              <a:gd name="csX55" fmla="*/ 66661 w 141437"/>
              <a:gd name="csY55" fmla="*/ 59556 h 141753"/>
              <a:gd name="csX56" fmla="*/ 61353 w 141437"/>
              <a:gd name="csY56" fmla="*/ 71804 h 141753"/>
              <a:gd name="csX57" fmla="*/ 58444 w 141437"/>
              <a:gd name="csY57" fmla="*/ 53534 h 141753"/>
              <a:gd name="csX58" fmla="*/ 56997 w 141437"/>
              <a:gd name="csY58" fmla="*/ 50846 h 141753"/>
              <a:gd name="csX59" fmla="*/ 54173 w 141437"/>
              <a:gd name="csY59" fmla="*/ 49740 h 141753"/>
              <a:gd name="csX60" fmla="*/ 52268 w 141437"/>
              <a:gd name="csY60" fmla="*/ 50115 h 141753"/>
              <a:gd name="csX61" fmla="*/ 50702 w 141437"/>
              <a:gd name="csY61" fmla="*/ 51271 h 141753"/>
              <a:gd name="csX62" fmla="*/ 49784 w 141437"/>
              <a:gd name="csY62" fmla="*/ 52972 h 141753"/>
              <a:gd name="csX63" fmla="*/ 49682 w 141437"/>
              <a:gd name="csY63" fmla="*/ 54912 h 141753"/>
              <a:gd name="csX64" fmla="*/ 55007 w 141437"/>
              <a:gd name="csY64" fmla="*/ 88237 h 141753"/>
              <a:gd name="csX65" fmla="*/ 56300 w 141437"/>
              <a:gd name="csY65" fmla="*/ 90720 h 141753"/>
              <a:gd name="csX66" fmla="*/ 58835 w 141437"/>
              <a:gd name="csY66" fmla="*/ 91928 h 141753"/>
              <a:gd name="csX67" fmla="*/ 61574 w 141437"/>
              <a:gd name="csY67" fmla="*/ 91384 h 141753"/>
              <a:gd name="csX68" fmla="*/ 63446 w 141437"/>
              <a:gd name="csY68" fmla="*/ 89291 h 141753"/>
              <a:gd name="csX69" fmla="*/ 70727 w 141437"/>
              <a:gd name="csY69" fmla="*/ 72467 h 141753"/>
              <a:gd name="csX70" fmla="*/ 77992 w 141437"/>
              <a:gd name="csY70" fmla="*/ 89291 h 141753"/>
              <a:gd name="csX71" fmla="*/ 79863 w 141437"/>
              <a:gd name="csY71" fmla="*/ 91384 h 141753"/>
              <a:gd name="csX72" fmla="*/ 82620 w 141437"/>
              <a:gd name="csY72" fmla="*/ 91928 h 141753"/>
              <a:gd name="csX73" fmla="*/ 85138 w 141437"/>
              <a:gd name="csY73" fmla="*/ 90720 h 141753"/>
              <a:gd name="csX74" fmla="*/ 86431 w 141437"/>
              <a:gd name="csY74" fmla="*/ 88237 h 141753"/>
              <a:gd name="csX75" fmla="*/ 91756 w 141437"/>
              <a:gd name="csY75" fmla="*/ 54912 h 141753"/>
              <a:gd name="csX76" fmla="*/ 91654 w 141437"/>
              <a:gd name="csY76" fmla="*/ 52939 h 141753"/>
              <a:gd name="csX77" fmla="*/ 90718 w 141437"/>
              <a:gd name="csY77" fmla="*/ 51204 h 141753"/>
              <a:gd name="csX78" fmla="*/ 89102 w 141437"/>
              <a:gd name="csY78" fmla="*/ 50047 h 141753"/>
              <a:gd name="csX79" fmla="*/ 87162 w 141437"/>
              <a:gd name="csY79" fmla="*/ 49706 h 141753"/>
              <a:gd name="csX80" fmla="*/ 136790 w 141437"/>
              <a:gd name="csY80" fmla="*/ 49706 h 141753"/>
              <a:gd name="csX81" fmla="*/ 134017 w 141437"/>
              <a:gd name="csY81" fmla="*/ 50863 h 141753"/>
              <a:gd name="csX82" fmla="*/ 132622 w 141437"/>
              <a:gd name="csY82" fmla="*/ 53534 h 141753"/>
              <a:gd name="csX83" fmla="*/ 129713 w 141437"/>
              <a:gd name="csY83" fmla="*/ 71804 h 141753"/>
              <a:gd name="csX84" fmla="*/ 124405 w 141437"/>
              <a:gd name="csY84" fmla="*/ 59556 h 141753"/>
              <a:gd name="csX85" fmla="*/ 122771 w 141437"/>
              <a:gd name="csY85" fmla="*/ 57617 h 141753"/>
              <a:gd name="csX86" fmla="*/ 120338 w 141437"/>
              <a:gd name="csY86" fmla="*/ 56885 h 141753"/>
              <a:gd name="csX87" fmla="*/ 117922 w 141437"/>
              <a:gd name="csY87" fmla="*/ 57617 h 141753"/>
              <a:gd name="csX88" fmla="*/ 116272 w 141437"/>
              <a:gd name="csY88" fmla="*/ 59556 h 141753"/>
              <a:gd name="csX89" fmla="*/ 110981 w 141437"/>
              <a:gd name="csY89" fmla="*/ 71804 h 141753"/>
              <a:gd name="csX90" fmla="*/ 108055 w 141437"/>
              <a:gd name="csY90" fmla="*/ 53534 h 141753"/>
              <a:gd name="csX91" fmla="*/ 106625 w 141437"/>
              <a:gd name="csY91" fmla="*/ 50846 h 141753"/>
              <a:gd name="csX92" fmla="*/ 103784 w 141437"/>
              <a:gd name="csY92" fmla="*/ 49740 h 141753"/>
              <a:gd name="csX93" fmla="*/ 101879 w 141437"/>
              <a:gd name="csY93" fmla="*/ 50115 h 141753"/>
              <a:gd name="csX94" fmla="*/ 100330 w 141437"/>
              <a:gd name="csY94" fmla="*/ 51271 h 141753"/>
              <a:gd name="csX95" fmla="*/ 99412 w 141437"/>
              <a:gd name="csY95" fmla="*/ 52972 h 141753"/>
              <a:gd name="csX96" fmla="*/ 99310 w 141437"/>
              <a:gd name="csY96" fmla="*/ 54912 h 141753"/>
              <a:gd name="csX97" fmla="*/ 104635 w 141437"/>
              <a:gd name="csY97" fmla="*/ 88237 h 141753"/>
              <a:gd name="csX98" fmla="*/ 105928 w 141437"/>
              <a:gd name="csY98" fmla="*/ 90720 h 141753"/>
              <a:gd name="csX99" fmla="*/ 108446 w 141437"/>
              <a:gd name="csY99" fmla="*/ 91928 h 141753"/>
              <a:gd name="csX100" fmla="*/ 111202 w 141437"/>
              <a:gd name="csY100" fmla="*/ 91384 h 141753"/>
              <a:gd name="csX101" fmla="*/ 113074 w 141437"/>
              <a:gd name="csY101" fmla="*/ 89291 h 141753"/>
              <a:gd name="csX102" fmla="*/ 120338 w 141437"/>
              <a:gd name="csY102" fmla="*/ 72467 h 141753"/>
              <a:gd name="csX103" fmla="*/ 127620 w 141437"/>
              <a:gd name="csY103" fmla="*/ 89291 h 141753"/>
              <a:gd name="csX104" fmla="*/ 129492 w 141437"/>
              <a:gd name="csY104" fmla="*/ 91384 h 141753"/>
              <a:gd name="csX105" fmla="*/ 132231 w 141437"/>
              <a:gd name="csY105" fmla="*/ 91928 h 141753"/>
              <a:gd name="csX106" fmla="*/ 134766 w 141437"/>
              <a:gd name="csY106" fmla="*/ 90720 h 141753"/>
              <a:gd name="csX107" fmla="*/ 136059 w 141437"/>
              <a:gd name="csY107" fmla="*/ 88237 h 141753"/>
              <a:gd name="csX108" fmla="*/ 141367 w 141437"/>
              <a:gd name="csY108" fmla="*/ 54912 h 141753"/>
              <a:gd name="csX109" fmla="*/ 141282 w 141437"/>
              <a:gd name="csY109" fmla="*/ 52939 h 141753"/>
              <a:gd name="csX110" fmla="*/ 140329 w 141437"/>
              <a:gd name="csY110" fmla="*/ 51204 h 141753"/>
              <a:gd name="csX111" fmla="*/ 138730 w 141437"/>
              <a:gd name="csY111" fmla="*/ 50047 h 141753"/>
              <a:gd name="csX112" fmla="*/ 136790 w 141437"/>
              <a:gd name="csY112" fmla="*/ 49706 h 141753"/>
              <a:gd name="csX113" fmla="*/ 7420 w 141437"/>
              <a:gd name="csY113" fmla="*/ 102781 h 141753"/>
              <a:gd name="csX114" fmla="*/ 50515 w 141437"/>
              <a:gd name="csY114" fmla="*/ 138811 h 141753"/>
              <a:gd name="csX115" fmla="*/ 38011 w 141437"/>
              <a:gd name="csY115" fmla="*/ 102781 h 141753"/>
              <a:gd name="csX116" fmla="*/ 7420 w 141437"/>
              <a:gd name="csY116" fmla="*/ 102781 h 141753"/>
              <a:gd name="csX117" fmla="*/ 48814 w 141437"/>
              <a:gd name="csY117" fmla="*/ 102781 h 141753"/>
              <a:gd name="csX118" fmla="*/ 69945 w 141437"/>
              <a:gd name="csY118" fmla="*/ 141720 h 141753"/>
              <a:gd name="csX119" fmla="*/ 70727 w 141437"/>
              <a:gd name="csY119" fmla="*/ 141754 h 141753"/>
              <a:gd name="csX120" fmla="*/ 71510 w 141437"/>
              <a:gd name="csY120" fmla="*/ 141720 h 141753"/>
              <a:gd name="csX121" fmla="*/ 92623 w 141437"/>
              <a:gd name="csY121" fmla="*/ 102781 h 141753"/>
              <a:gd name="csX122" fmla="*/ 48814 w 141437"/>
              <a:gd name="csY122" fmla="*/ 102781 h 141753"/>
              <a:gd name="csX123" fmla="*/ 103444 w 141437"/>
              <a:gd name="csY123" fmla="*/ 102781 h 141753"/>
              <a:gd name="csX124" fmla="*/ 90922 w 141437"/>
              <a:gd name="csY124" fmla="*/ 138811 h 141753"/>
              <a:gd name="csX125" fmla="*/ 134017 w 141437"/>
              <a:gd name="csY125" fmla="*/ 102781 h 141753"/>
              <a:gd name="csX126" fmla="*/ 103444 w 141437"/>
              <a:gd name="csY126" fmla="*/ 102781 h 141753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49826" y="0"/>
                  <a:pt x="49622" y="0"/>
                  <a:pt x="49454" y="24"/>
                </a:cubicBezTo>
                <a:cubicBezTo>
                  <a:pt x="43693" y="672"/>
                  <a:pt x="37656" y="11425"/>
                  <a:pt x="34547" y="27505"/>
                </a:cubicBezTo>
                <a:lnTo>
                  <a:pt x="65453" y="27505"/>
                </a:lnTo>
                <a:cubicBezTo>
                  <a:pt x="62356" y="11425"/>
                  <a:pt x="56307" y="672"/>
                  <a:pt x="50558" y="24"/>
                </a:cubicBezTo>
                <a:cubicBezTo>
                  <a:pt x="50378" y="0"/>
                  <a:pt x="50174" y="0"/>
                  <a:pt x="50006" y="0"/>
                </a:cubicBezTo>
                <a:close/>
                <a:moveTo>
                  <a:pt x="35747" y="2076"/>
                </a:moveTo>
                <a:cubicBezTo>
                  <a:pt x="22450" y="6001"/>
                  <a:pt x="11467" y="15325"/>
                  <a:pt x="5346" y="27505"/>
                </a:cubicBezTo>
                <a:lnTo>
                  <a:pt x="26926" y="27505"/>
                </a:lnTo>
                <a:cubicBezTo>
                  <a:pt x="28666" y="17497"/>
                  <a:pt x="31655" y="8448"/>
                  <a:pt x="35747" y="2076"/>
                </a:cubicBezTo>
                <a:close/>
                <a:moveTo>
                  <a:pt x="64253" y="2076"/>
                </a:moveTo>
                <a:cubicBezTo>
                  <a:pt x="68358" y="8448"/>
                  <a:pt x="71334" y="17497"/>
                  <a:pt x="73086" y="27505"/>
                </a:cubicBezTo>
                <a:lnTo>
                  <a:pt x="94654" y="27505"/>
                </a:lnTo>
                <a:cubicBezTo>
                  <a:pt x="88533" y="15325"/>
                  <a:pt x="77551" y="6001"/>
                  <a:pt x="64253" y="2076"/>
                </a:cubicBezTo>
                <a:close/>
                <a:moveTo>
                  <a:pt x="26590" y="35065"/>
                </a:moveTo>
                <a:cubicBezTo>
                  <a:pt x="25870" y="35101"/>
                  <a:pt x="25173" y="35402"/>
                  <a:pt x="24646" y="35881"/>
                </a:cubicBezTo>
                <a:cubicBezTo>
                  <a:pt x="24105" y="36374"/>
                  <a:pt x="23758" y="37045"/>
                  <a:pt x="23662" y="37766"/>
                </a:cubicBezTo>
                <a:lnTo>
                  <a:pt x="21609" y="50654"/>
                </a:lnTo>
                <a:lnTo>
                  <a:pt x="17864" y="42014"/>
                </a:lnTo>
                <a:cubicBezTo>
                  <a:pt x="17624" y="41450"/>
                  <a:pt x="17217" y="40982"/>
                  <a:pt x="16712" y="40646"/>
                </a:cubicBezTo>
                <a:cubicBezTo>
                  <a:pt x="16196" y="40310"/>
                  <a:pt x="15608" y="40130"/>
                  <a:pt x="14996" y="40130"/>
                </a:cubicBezTo>
                <a:cubicBezTo>
                  <a:pt x="14383" y="40130"/>
                  <a:pt x="13796" y="40310"/>
                  <a:pt x="13279" y="40646"/>
                </a:cubicBezTo>
                <a:cubicBezTo>
                  <a:pt x="12776" y="40982"/>
                  <a:pt x="12367" y="41450"/>
                  <a:pt x="12127" y="42014"/>
                </a:cubicBezTo>
                <a:lnTo>
                  <a:pt x="8383" y="50654"/>
                </a:lnTo>
                <a:lnTo>
                  <a:pt x="6330" y="37766"/>
                </a:lnTo>
                <a:cubicBezTo>
                  <a:pt x="6222" y="37033"/>
                  <a:pt x="5862" y="36362"/>
                  <a:pt x="5310" y="35869"/>
                </a:cubicBezTo>
                <a:cubicBezTo>
                  <a:pt x="4758" y="35378"/>
                  <a:pt x="4062" y="35101"/>
                  <a:pt x="3318" y="35089"/>
                </a:cubicBezTo>
                <a:cubicBezTo>
                  <a:pt x="2862" y="35077"/>
                  <a:pt x="2394" y="35162"/>
                  <a:pt x="1974" y="35354"/>
                </a:cubicBezTo>
                <a:cubicBezTo>
                  <a:pt x="1553" y="35534"/>
                  <a:pt x="1181" y="35821"/>
                  <a:pt x="869" y="36169"/>
                </a:cubicBezTo>
                <a:cubicBezTo>
                  <a:pt x="569" y="36518"/>
                  <a:pt x="353" y="36925"/>
                  <a:pt x="222" y="37369"/>
                </a:cubicBezTo>
                <a:cubicBezTo>
                  <a:pt x="101" y="37814"/>
                  <a:pt x="77" y="38281"/>
                  <a:pt x="162" y="38738"/>
                </a:cubicBezTo>
                <a:lnTo>
                  <a:pt x="3906" y="62247"/>
                </a:lnTo>
                <a:cubicBezTo>
                  <a:pt x="4014" y="62907"/>
                  <a:pt x="4338" y="63531"/>
                  <a:pt x="4830" y="63999"/>
                </a:cubicBezTo>
                <a:cubicBezTo>
                  <a:pt x="5310" y="64467"/>
                  <a:pt x="5934" y="64767"/>
                  <a:pt x="6607" y="64851"/>
                </a:cubicBezTo>
                <a:cubicBezTo>
                  <a:pt x="7278" y="64935"/>
                  <a:pt x="7962" y="64791"/>
                  <a:pt x="8539" y="64467"/>
                </a:cubicBezTo>
                <a:cubicBezTo>
                  <a:pt x="9127" y="64131"/>
                  <a:pt x="9595" y="63615"/>
                  <a:pt x="9859" y="62991"/>
                </a:cubicBezTo>
                <a:lnTo>
                  <a:pt x="14996" y="51122"/>
                </a:lnTo>
                <a:lnTo>
                  <a:pt x="20133" y="62991"/>
                </a:lnTo>
                <a:cubicBezTo>
                  <a:pt x="20397" y="63615"/>
                  <a:pt x="20865" y="64131"/>
                  <a:pt x="21453" y="64467"/>
                </a:cubicBezTo>
                <a:cubicBezTo>
                  <a:pt x="22029" y="64791"/>
                  <a:pt x="22713" y="64935"/>
                  <a:pt x="23385" y="64851"/>
                </a:cubicBezTo>
                <a:cubicBezTo>
                  <a:pt x="24057" y="64767"/>
                  <a:pt x="24682" y="64467"/>
                  <a:pt x="25162" y="63999"/>
                </a:cubicBezTo>
                <a:cubicBezTo>
                  <a:pt x="25654" y="63531"/>
                  <a:pt x="25978" y="62907"/>
                  <a:pt x="26086" y="62247"/>
                </a:cubicBezTo>
                <a:lnTo>
                  <a:pt x="29831" y="38738"/>
                </a:lnTo>
                <a:cubicBezTo>
                  <a:pt x="29915" y="38281"/>
                  <a:pt x="29891" y="37802"/>
                  <a:pt x="29771" y="37346"/>
                </a:cubicBezTo>
                <a:cubicBezTo>
                  <a:pt x="29639" y="36902"/>
                  <a:pt x="29410" y="36482"/>
                  <a:pt x="29099" y="36122"/>
                </a:cubicBezTo>
                <a:cubicBezTo>
                  <a:pt x="28786" y="35773"/>
                  <a:pt x="28402" y="35498"/>
                  <a:pt x="27970" y="35306"/>
                </a:cubicBezTo>
                <a:cubicBezTo>
                  <a:pt x="27538" y="35126"/>
                  <a:pt x="27070" y="35041"/>
                  <a:pt x="26590" y="35065"/>
                </a:cubicBezTo>
                <a:close/>
                <a:moveTo>
                  <a:pt x="61600" y="35065"/>
                </a:moveTo>
                <a:cubicBezTo>
                  <a:pt x="60880" y="35101"/>
                  <a:pt x="60184" y="35402"/>
                  <a:pt x="59644" y="35881"/>
                </a:cubicBezTo>
                <a:cubicBezTo>
                  <a:pt x="59116" y="36374"/>
                  <a:pt x="58768" y="37045"/>
                  <a:pt x="58660" y="37766"/>
                </a:cubicBezTo>
                <a:lnTo>
                  <a:pt x="56608" y="50654"/>
                </a:lnTo>
                <a:lnTo>
                  <a:pt x="52862" y="42014"/>
                </a:lnTo>
                <a:cubicBezTo>
                  <a:pt x="52623" y="41450"/>
                  <a:pt x="52227" y="40982"/>
                  <a:pt x="51710" y="40646"/>
                </a:cubicBezTo>
                <a:cubicBezTo>
                  <a:pt x="51207" y="40310"/>
                  <a:pt x="50606" y="40130"/>
                  <a:pt x="50006" y="40130"/>
                </a:cubicBezTo>
                <a:cubicBezTo>
                  <a:pt x="49394" y="40130"/>
                  <a:pt x="48794" y="40310"/>
                  <a:pt x="48290" y="40646"/>
                </a:cubicBezTo>
                <a:cubicBezTo>
                  <a:pt x="47774" y="40982"/>
                  <a:pt x="47377" y="41450"/>
                  <a:pt x="47138" y="42014"/>
                </a:cubicBezTo>
                <a:lnTo>
                  <a:pt x="43393" y="50654"/>
                </a:lnTo>
                <a:lnTo>
                  <a:pt x="41341" y="37766"/>
                </a:lnTo>
                <a:cubicBezTo>
                  <a:pt x="41232" y="37033"/>
                  <a:pt x="40873" y="36362"/>
                  <a:pt x="40320" y="35869"/>
                </a:cubicBezTo>
                <a:cubicBezTo>
                  <a:pt x="39768" y="35378"/>
                  <a:pt x="39060" y="35101"/>
                  <a:pt x="38328" y="35089"/>
                </a:cubicBezTo>
                <a:cubicBezTo>
                  <a:pt x="37860" y="35077"/>
                  <a:pt x="37404" y="35162"/>
                  <a:pt x="36984" y="35354"/>
                </a:cubicBezTo>
                <a:cubicBezTo>
                  <a:pt x="36564" y="35534"/>
                  <a:pt x="36180" y="35821"/>
                  <a:pt x="35879" y="36169"/>
                </a:cubicBezTo>
                <a:cubicBezTo>
                  <a:pt x="35579" y="36518"/>
                  <a:pt x="35352" y="36925"/>
                  <a:pt x="35232" y="37369"/>
                </a:cubicBezTo>
                <a:cubicBezTo>
                  <a:pt x="35111" y="37814"/>
                  <a:pt x="35087" y="38281"/>
                  <a:pt x="35160" y="38738"/>
                </a:cubicBezTo>
                <a:lnTo>
                  <a:pt x="38916" y="62247"/>
                </a:lnTo>
                <a:cubicBezTo>
                  <a:pt x="39024" y="62907"/>
                  <a:pt x="39348" y="63531"/>
                  <a:pt x="39828" y="63999"/>
                </a:cubicBezTo>
                <a:cubicBezTo>
                  <a:pt x="40320" y="64467"/>
                  <a:pt x="40944" y="64767"/>
                  <a:pt x="41617" y="64851"/>
                </a:cubicBezTo>
                <a:cubicBezTo>
                  <a:pt x="42288" y="64935"/>
                  <a:pt x="42961" y="64791"/>
                  <a:pt x="43549" y="64467"/>
                </a:cubicBezTo>
                <a:cubicBezTo>
                  <a:pt x="44137" y="64131"/>
                  <a:pt x="44605" y="63615"/>
                  <a:pt x="44870" y="62991"/>
                </a:cubicBezTo>
                <a:lnTo>
                  <a:pt x="50006" y="51122"/>
                </a:lnTo>
                <a:lnTo>
                  <a:pt x="55131" y="62991"/>
                </a:lnTo>
                <a:cubicBezTo>
                  <a:pt x="55407" y="63615"/>
                  <a:pt x="55863" y="64131"/>
                  <a:pt x="56451" y="64467"/>
                </a:cubicBezTo>
                <a:cubicBezTo>
                  <a:pt x="57039" y="64791"/>
                  <a:pt x="57724" y="64935"/>
                  <a:pt x="58396" y="64851"/>
                </a:cubicBezTo>
                <a:cubicBezTo>
                  <a:pt x="59056" y="64767"/>
                  <a:pt x="59692" y="64467"/>
                  <a:pt x="60172" y="63999"/>
                </a:cubicBezTo>
                <a:cubicBezTo>
                  <a:pt x="60664" y="63531"/>
                  <a:pt x="60976" y="62907"/>
                  <a:pt x="61084" y="62247"/>
                </a:cubicBezTo>
                <a:lnTo>
                  <a:pt x="64841" y="38738"/>
                </a:lnTo>
                <a:cubicBezTo>
                  <a:pt x="64925" y="38281"/>
                  <a:pt x="64901" y="37802"/>
                  <a:pt x="64769" y="37346"/>
                </a:cubicBezTo>
                <a:cubicBezTo>
                  <a:pt x="64649" y="36902"/>
                  <a:pt x="64421" y="36482"/>
                  <a:pt x="64109" y="36122"/>
                </a:cubicBezTo>
                <a:cubicBezTo>
                  <a:pt x="63797" y="35773"/>
                  <a:pt x="63412" y="35498"/>
                  <a:pt x="62969" y="35306"/>
                </a:cubicBezTo>
                <a:cubicBezTo>
                  <a:pt x="62536" y="35126"/>
                  <a:pt x="62069" y="35041"/>
                  <a:pt x="61600" y="35065"/>
                </a:cubicBezTo>
                <a:close/>
                <a:moveTo>
                  <a:pt x="96610" y="35065"/>
                </a:moveTo>
                <a:cubicBezTo>
                  <a:pt x="95879" y="35101"/>
                  <a:pt x="95194" y="35402"/>
                  <a:pt x="94654" y="35881"/>
                </a:cubicBezTo>
                <a:cubicBezTo>
                  <a:pt x="94114" y="36374"/>
                  <a:pt x="93778" y="37045"/>
                  <a:pt x="93670" y="37766"/>
                </a:cubicBezTo>
                <a:lnTo>
                  <a:pt x="91618" y="50654"/>
                </a:lnTo>
                <a:lnTo>
                  <a:pt x="87873" y="42014"/>
                </a:lnTo>
                <a:cubicBezTo>
                  <a:pt x="87633" y="41450"/>
                  <a:pt x="87237" y="40982"/>
                  <a:pt x="86721" y="40646"/>
                </a:cubicBezTo>
                <a:cubicBezTo>
                  <a:pt x="86217" y="40310"/>
                  <a:pt x="85617" y="40130"/>
                  <a:pt x="85004" y="40130"/>
                </a:cubicBezTo>
                <a:cubicBezTo>
                  <a:pt x="84405" y="40130"/>
                  <a:pt x="83804" y="40310"/>
                  <a:pt x="83300" y="40646"/>
                </a:cubicBezTo>
                <a:cubicBezTo>
                  <a:pt x="82784" y="40982"/>
                  <a:pt x="82388" y="41450"/>
                  <a:pt x="82136" y="42014"/>
                </a:cubicBezTo>
                <a:lnTo>
                  <a:pt x="78403" y="50654"/>
                </a:lnTo>
                <a:lnTo>
                  <a:pt x="76339" y="37766"/>
                </a:lnTo>
                <a:cubicBezTo>
                  <a:pt x="76242" y="37033"/>
                  <a:pt x="75883" y="36362"/>
                  <a:pt x="75330" y="35869"/>
                </a:cubicBezTo>
                <a:cubicBezTo>
                  <a:pt x="74779" y="35378"/>
                  <a:pt x="74070" y="35101"/>
                  <a:pt x="73326" y="35089"/>
                </a:cubicBezTo>
                <a:cubicBezTo>
                  <a:pt x="72870" y="35077"/>
                  <a:pt x="72414" y="35162"/>
                  <a:pt x="71982" y="35354"/>
                </a:cubicBezTo>
                <a:cubicBezTo>
                  <a:pt x="71562" y="35534"/>
                  <a:pt x="71190" y="35821"/>
                  <a:pt x="70890" y="36169"/>
                </a:cubicBezTo>
                <a:cubicBezTo>
                  <a:pt x="70590" y="36518"/>
                  <a:pt x="70362" y="36925"/>
                  <a:pt x="70242" y="37369"/>
                </a:cubicBezTo>
                <a:cubicBezTo>
                  <a:pt x="70122" y="37814"/>
                  <a:pt x="70098" y="38281"/>
                  <a:pt x="70170" y="38738"/>
                </a:cubicBezTo>
                <a:lnTo>
                  <a:pt x="73926" y="62247"/>
                </a:lnTo>
                <a:cubicBezTo>
                  <a:pt x="74034" y="62907"/>
                  <a:pt x="74347" y="63531"/>
                  <a:pt x="74839" y="63999"/>
                </a:cubicBezTo>
                <a:cubicBezTo>
                  <a:pt x="75318" y="64467"/>
                  <a:pt x="75943" y="64767"/>
                  <a:pt x="76615" y="64851"/>
                </a:cubicBezTo>
                <a:cubicBezTo>
                  <a:pt x="77287" y="64935"/>
                  <a:pt x="77972" y="64791"/>
                  <a:pt x="78559" y="64467"/>
                </a:cubicBezTo>
                <a:cubicBezTo>
                  <a:pt x="79148" y="64131"/>
                  <a:pt x="79603" y="63615"/>
                  <a:pt x="79880" y="62991"/>
                </a:cubicBezTo>
                <a:lnTo>
                  <a:pt x="85004" y="51122"/>
                </a:lnTo>
                <a:lnTo>
                  <a:pt x="90141" y="62991"/>
                </a:lnTo>
                <a:cubicBezTo>
                  <a:pt x="90405" y="63615"/>
                  <a:pt x="90874" y="64131"/>
                  <a:pt x="91462" y="64467"/>
                </a:cubicBezTo>
                <a:cubicBezTo>
                  <a:pt x="92050" y="64791"/>
                  <a:pt x="92722" y="64935"/>
                  <a:pt x="93394" y="64851"/>
                </a:cubicBezTo>
                <a:cubicBezTo>
                  <a:pt x="94066" y="64767"/>
                  <a:pt x="94690" y="64467"/>
                  <a:pt x="95182" y="63999"/>
                </a:cubicBezTo>
                <a:cubicBezTo>
                  <a:pt x="95662" y="63531"/>
                  <a:pt x="95986" y="62907"/>
                  <a:pt x="96095" y="62247"/>
                </a:cubicBezTo>
                <a:lnTo>
                  <a:pt x="99839" y="38738"/>
                </a:lnTo>
                <a:cubicBezTo>
                  <a:pt x="99923" y="38281"/>
                  <a:pt x="99899" y="37802"/>
                  <a:pt x="99779" y="37346"/>
                </a:cubicBezTo>
                <a:cubicBezTo>
                  <a:pt x="99647" y="36902"/>
                  <a:pt x="99419" y="36482"/>
                  <a:pt x="99107" y="36122"/>
                </a:cubicBezTo>
                <a:cubicBezTo>
                  <a:pt x="98807" y="35773"/>
                  <a:pt x="98411" y="35498"/>
                  <a:pt x="97979" y="35306"/>
                </a:cubicBezTo>
                <a:cubicBezTo>
                  <a:pt x="97546" y="35126"/>
                  <a:pt x="97079" y="35041"/>
                  <a:pt x="96610" y="35065"/>
                </a:cubicBezTo>
                <a:close/>
                <a:moveTo>
                  <a:pt x="5346" y="72507"/>
                </a:moveTo>
                <a:cubicBezTo>
                  <a:pt x="11467" y="84675"/>
                  <a:pt x="22450" y="94000"/>
                  <a:pt x="35747" y="97925"/>
                </a:cubicBezTo>
                <a:cubicBezTo>
                  <a:pt x="31655" y="91552"/>
                  <a:pt x="28666" y="82503"/>
                  <a:pt x="26926" y="72507"/>
                </a:cubicBezTo>
                <a:lnTo>
                  <a:pt x="5346" y="72507"/>
                </a:lnTo>
                <a:close/>
                <a:moveTo>
                  <a:pt x="34547" y="72507"/>
                </a:moveTo>
                <a:cubicBezTo>
                  <a:pt x="37656" y="88576"/>
                  <a:pt x="43693" y="99328"/>
                  <a:pt x="49454" y="99977"/>
                </a:cubicBezTo>
                <a:cubicBezTo>
                  <a:pt x="49622" y="100001"/>
                  <a:pt x="49826" y="100001"/>
                  <a:pt x="50006" y="100001"/>
                </a:cubicBezTo>
                <a:cubicBezTo>
                  <a:pt x="50174" y="100001"/>
                  <a:pt x="50378" y="100001"/>
                  <a:pt x="50558" y="99977"/>
                </a:cubicBezTo>
                <a:cubicBezTo>
                  <a:pt x="56307" y="99328"/>
                  <a:pt x="62356" y="88576"/>
                  <a:pt x="65453" y="72507"/>
                </a:cubicBezTo>
                <a:lnTo>
                  <a:pt x="34547" y="72507"/>
                </a:lnTo>
                <a:close/>
                <a:moveTo>
                  <a:pt x="73086" y="72507"/>
                </a:moveTo>
                <a:cubicBezTo>
                  <a:pt x="71334" y="82503"/>
                  <a:pt x="68358" y="91552"/>
                  <a:pt x="64253" y="97925"/>
                </a:cubicBezTo>
                <a:cubicBezTo>
                  <a:pt x="77551" y="94000"/>
                  <a:pt x="88533" y="84675"/>
                  <a:pt x="94654" y="72507"/>
                </a:cubicBezTo>
                <a:lnTo>
                  <a:pt x="73086" y="7250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804" name="Чёрный — SVG 85">
            <a:extLst>
              <a:ext uri="{FF2B5EF4-FFF2-40B4-BE49-F238E27FC236}">
                <a16:creationId xmlns:a16="http://schemas.microsoft.com/office/drawing/2014/main" id="{1AC0CDB2-B500-064A-9197-7DE789CA0182}"/>
              </a:ext>
            </a:extLst>
          </p:cNvPr>
          <p:cNvSpPr>
            <a:spLocks noGrp="1"/>
          </p:cNvSpPr>
          <p:nvPr/>
        </p:nvSpPr>
        <p:spPr>
          <a:xfrm>
            <a:off x="7620000" y="3990000"/>
            <a:ext cx="220000" cy="220000"/>
          </a:xfrm>
          <a:custGeom>
            <a:avLst/>
            <a:gdLst>
              <a:gd name="csX0" fmla="*/ 80457 w 160914"/>
              <a:gd name="csY0" fmla="*/ 0 h 123653"/>
              <a:gd name="csX1" fmla="*/ 2178 w 160914"/>
              <a:gd name="csY1" fmla="*/ 32372 h 123653"/>
              <a:gd name="csX2" fmla="*/ 579 w 160914"/>
              <a:gd name="csY2" fmla="*/ 34668 h 123653"/>
              <a:gd name="csX3" fmla="*/ 1 w 160914"/>
              <a:gd name="csY3" fmla="*/ 37407 h 123653"/>
              <a:gd name="csX4" fmla="*/ 529 w 160914"/>
              <a:gd name="csY4" fmla="*/ 40163 h 123653"/>
              <a:gd name="csX5" fmla="*/ 2077 w 160914"/>
              <a:gd name="csY5" fmla="*/ 42494 h 123653"/>
              <a:gd name="csX6" fmla="*/ 4407 w 160914"/>
              <a:gd name="csY6" fmla="*/ 44042 h 123653"/>
              <a:gd name="csX7" fmla="*/ 7164 w 160914"/>
              <a:gd name="csY7" fmla="*/ 44569 h 123653"/>
              <a:gd name="csX8" fmla="*/ 9903 w 160914"/>
              <a:gd name="csY8" fmla="*/ 43991 h 123653"/>
              <a:gd name="csX9" fmla="*/ 12200 w 160914"/>
              <a:gd name="csY9" fmla="*/ 42392 h 123653"/>
              <a:gd name="csX10" fmla="*/ 148715 w 160914"/>
              <a:gd name="csY10" fmla="*/ 42392 h 123653"/>
              <a:gd name="csX11" fmla="*/ 151012 w 160914"/>
              <a:gd name="csY11" fmla="*/ 43991 h 123653"/>
              <a:gd name="csX12" fmla="*/ 153751 w 160914"/>
              <a:gd name="csY12" fmla="*/ 44569 h 123653"/>
              <a:gd name="csX13" fmla="*/ 156508 w 160914"/>
              <a:gd name="csY13" fmla="*/ 44042 h 123653"/>
              <a:gd name="csX14" fmla="*/ 158838 w 160914"/>
              <a:gd name="csY14" fmla="*/ 42494 h 123653"/>
              <a:gd name="csX15" fmla="*/ 160386 w 160914"/>
              <a:gd name="csY15" fmla="*/ 40163 h 123653"/>
              <a:gd name="csX16" fmla="*/ 160914 w 160914"/>
              <a:gd name="csY16" fmla="*/ 37407 h 123653"/>
              <a:gd name="csX17" fmla="*/ 160336 w 160914"/>
              <a:gd name="csY17" fmla="*/ 34668 h 123653"/>
              <a:gd name="csX18" fmla="*/ 158736 w 160914"/>
              <a:gd name="csY18" fmla="*/ 32372 h 123653"/>
              <a:gd name="csX19" fmla="*/ 80457 w 160914"/>
              <a:gd name="csY19" fmla="*/ 0 h 123653"/>
              <a:gd name="csX20" fmla="*/ 80457 w 160914"/>
              <a:gd name="csY20" fmla="*/ 31607 h 123653"/>
              <a:gd name="csX21" fmla="*/ 24534 w 160914"/>
              <a:gd name="csY21" fmla="*/ 54725 h 123653"/>
              <a:gd name="csX22" fmla="*/ 22935 w 160914"/>
              <a:gd name="csY22" fmla="*/ 57021 h 123653"/>
              <a:gd name="csX23" fmla="*/ 22357 w 160914"/>
              <a:gd name="csY23" fmla="*/ 59760 h 123653"/>
              <a:gd name="csX24" fmla="*/ 22884 w 160914"/>
              <a:gd name="csY24" fmla="*/ 62516 h 123653"/>
              <a:gd name="csX25" fmla="*/ 24432 w 160914"/>
              <a:gd name="csY25" fmla="*/ 64847 h 123653"/>
              <a:gd name="csX26" fmla="*/ 26763 w 160914"/>
              <a:gd name="csY26" fmla="*/ 66394 h 123653"/>
              <a:gd name="csX27" fmla="*/ 29519 w 160914"/>
              <a:gd name="csY27" fmla="*/ 66922 h 123653"/>
              <a:gd name="csX28" fmla="*/ 32258 w 160914"/>
              <a:gd name="csY28" fmla="*/ 66343 h 123653"/>
              <a:gd name="csX29" fmla="*/ 34555 w 160914"/>
              <a:gd name="csY29" fmla="*/ 64744 h 123653"/>
              <a:gd name="csX30" fmla="*/ 126360 w 160914"/>
              <a:gd name="csY30" fmla="*/ 64744 h 123653"/>
              <a:gd name="csX31" fmla="*/ 128657 w 160914"/>
              <a:gd name="csY31" fmla="*/ 66343 h 123653"/>
              <a:gd name="csX32" fmla="*/ 131396 w 160914"/>
              <a:gd name="csY32" fmla="*/ 66922 h 123653"/>
              <a:gd name="csX33" fmla="*/ 134152 w 160914"/>
              <a:gd name="csY33" fmla="*/ 66394 h 123653"/>
              <a:gd name="csX34" fmla="*/ 136483 w 160914"/>
              <a:gd name="csY34" fmla="*/ 64847 h 123653"/>
              <a:gd name="csX35" fmla="*/ 138031 w 160914"/>
              <a:gd name="csY35" fmla="*/ 62516 h 123653"/>
              <a:gd name="csX36" fmla="*/ 138558 w 160914"/>
              <a:gd name="csY36" fmla="*/ 59760 h 123653"/>
              <a:gd name="csX37" fmla="*/ 137980 w 160914"/>
              <a:gd name="csY37" fmla="*/ 57021 h 123653"/>
              <a:gd name="csX38" fmla="*/ 136381 w 160914"/>
              <a:gd name="csY38" fmla="*/ 54725 h 123653"/>
              <a:gd name="csX39" fmla="*/ 80457 w 160914"/>
              <a:gd name="csY39" fmla="*/ 31607 h 123653"/>
              <a:gd name="csX40" fmla="*/ 80457 w 160914"/>
              <a:gd name="csY40" fmla="*/ 63213 h 123653"/>
              <a:gd name="csX41" fmla="*/ 46873 w 160914"/>
              <a:gd name="csY41" fmla="*/ 77077 h 123653"/>
              <a:gd name="csX42" fmla="*/ 45342 w 160914"/>
              <a:gd name="csY42" fmla="*/ 79374 h 123653"/>
              <a:gd name="csX43" fmla="*/ 44797 w 160914"/>
              <a:gd name="csY43" fmla="*/ 82096 h 123653"/>
              <a:gd name="csX44" fmla="*/ 45342 w 160914"/>
              <a:gd name="csY44" fmla="*/ 84801 h 123653"/>
              <a:gd name="csX45" fmla="*/ 46890 w 160914"/>
              <a:gd name="csY45" fmla="*/ 87097 h 123653"/>
              <a:gd name="csX46" fmla="*/ 49187 w 160914"/>
              <a:gd name="csY46" fmla="*/ 88645 h 123653"/>
              <a:gd name="csX47" fmla="*/ 51892 w 160914"/>
              <a:gd name="csY47" fmla="*/ 89172 h 123653"/>
              <a:gd name="csX48" fmla="*/ 54614 w 160914"/>
              <a:gd name="csY48" fmla="*/ 88628 h 123653"/>
              <a:gd name="csX49" fmla="*/ 56911 w 160914"/>
              <a:gd name="csY49" fmla="*/ 87097 h 123653"/>
              <a:gd name="csX50" fmla="*/ 104004 w 160914"/>
              <a:gd name="csY50" fmla="*/ 87097 h 123653"/>
              <a:gd name="csX51" fmla="*/ 106301 w 160914"/>
              <a:gd name="csY51" fmla="*/ 88696 h 123653"/>
              <a:gd name="csX52" fmla="*/ 109057 w 160914"/>
              <a:gd name="csY52" fmla="*/ 89274 h 123653"/>
              <a:gd name="csX53" fmla="*/ 111796 w 160914"/>
              <a:gd name="csY53" fmla="*/ 88747 h 123653"/>
              <a:gd name="csX54" fmla="*/ 114127 w 160914"/>
              <a:gd name="csY54" fmla="*/ 87199 h 123653"/>
              <a:gd name="csX55" fmla="*/ 115692 w 160914"/>
              <a:gd name="csY55" fmla="*/ 84868 h 123653"/>
              <a:gd name="csX56" fmla="*/ 116202 w 160914"/>
              <a:gd name="csY56" fmla="*/ 82113 h 123653"/>
              <a:gd name="csX57" fmla="*/ 115624 w 160914"/>
              <a:gd name="csY57" fmla="*/ 79374 h 123653"/>
              <a:gd name="csX58" fmla="*/ 114025 w 160914"/>
              <a:gd name="csY58" fmla="*/ 77077 h 123653"/>
              <a:gd name="csX59" fmla="*/ 80457 w 160914"/>
              <a:gd name="csY59" fmla="*/ 63213 h 123653"/>
              <a:gd name="csX60" fmla="*/ 81121 w 160914"/>
              <a:gd name="csY60" fmla="*/ 95296 h 123653"/>
              <a:gd name="csX61" fmla="*/ 71100 w 160914"/>
              <a:gd name="csY61" fmla="*/ 99447 h 123653"/>
              <a:gd name="csX62" fmla="*/ 66949 w 160914"/>
              <a:gd name="csY62" fmla="*/ 109484 h 123653"/>
              <a:gd name="csX63" fmla="*/ 71100 w 160914"/>
              <a:gd name="csY63" fmla="*/ 119503 h 123653"/>
              <a:gd name="csX64" fmla="*/ 81121 w 160914"/>
              <a:gd name="csY64" fmla="*/ 123654 h 123653"/>
              <a:gd name="csX65" fmla="*/ 91159 w 160914"/>
              <a:gd name="csY65" fmla="*/ 119503 h 123653"/>
              <a:gd name="csX66" fmla="*/ 95310 w 160914"/>
              <a:gd name="csY66" fmla="*/ 109484 h 123653"/>
              <a:gd name="csX67" fmla="*/ 91159 w 160914"/>
              <a:gd name="csY67" fmla="*/ 99447 h 123653"/>
              <a:gd name="csX68" fmla="*/ 81121 w 160914"/>
              <a:gd name="csY68" fmla="*/ 95296 h 123653"/>
            </a:gdLst>
            <a:ahLst/>
            <a:cxnLst/>
            <a:rect l="l" t="t" r="r" b="b"/>
            <a:pathLst>
              <a:path w="100000" h="100000">
                <a:moveTo>
                  <a:pt x="50000" y="11578"/>
                </a:moveTo>
                <a:cubicBezTo>
                  <a:pt x="32386" y="11578"/>
                  <a:pt x="14771" y="18280"/>
                  <a:pt x="1354" y="31696"/>
                </a:cubicBezTo>
                <a:cubicBezTo>
                  <a:pt x="931" y="32097"/>
                  <a:pt x="593" y="32584"/>
                  <a:pt x="360" y="33122"/>
                </a:cubicBezTo>
                <a:cubicBezTo>
                  <a:pt x="127" y="33662"/>
                  <a:pt x="11" y="34243"/>
                  <a:pt x="1" y="34825"/>
                </a:cubicBezTo>
                <a:cubicBezTo>
                  <a:pt x="-10" y="35417"/>
                  <a:pt x="106" y="35998"/>
                  <a:pt x="329" y="36537"/>
                </a:cubicBezTo>
                <a:cubicBezTo>
                  <a:pt x="551" y="37077"/>
                  <a:pt x="878" y="37573"/>
                  <a:pt x="1291" y="37986"/>
                </a:cubicBezTo>
                <a:cubicBezTo>
                  <a:pt x="1703" y="38408"/>
                  <a:pt x="2200" y="38736"/>
                  <a:pt x="2739" y="38948"/>
                </a:cubicBezTo>
                <a:cubicBezTo>
                  <a:pt x="3289" y="39170"/>
                  <a:pt x="3870" y="39286"/>
                  <a:pt x="4452" y="39275"/>
                </a:cubicBezTo>
                <a:cubicBezTo>
                  <a:pt x="5033" y="39275"/>
                  <a:pt x="5615" y="39149"/>
                  <a:pt x="6154" y="38916"/>
                </a:cubicBezTo>
                <a:cubicBezTo>
                  <a:pt x="6694" y="38683"/>
                  <a:pt x="7180" y="38345"/>
                  <a:pt x="7582" y="37922"/>
                </a:cubicBezTo>
                <a:cubicBezTo>
                  <a:pt x="31043" y="14464"/>
                  <a:pt x="68958" y="14464"/>
                  <a:pt x="92419" y="37922"/>
                </a:cubicBezTo>
                <a:cubicBezTo>
                  <a:pt x="92821" y="38345"/>
                  <a:pt x="93307" y="38683"/>
                  <a:pt x="93846" y="38916"/>
                </a:cubicBezTo>
                <a:cubicBezTo>
                  <a:pt x="94386" y="39149"/>
                  <a:pt x="94967" y="39275"/>
                  <a:pt x="95549" y="39275"/>
                </a:cubicBezTo>
                <a:cubicBezTo>
                  <a:pt x="96141" y="39286"/>
                  <a:pt x="96722" y="39170"/>
                  <a:pt x="97262" y="38948"/>
                </a:cubicBezTo>
                <a:cubicBezTo>
                  <a:pt x="97801" y="38736"/>
                  <a:pt x="98298" y="38408"/>
                  <a:pt x="98710" y="37986"/>
                </a:cubicBezTo>
                <a:cubicBezTo>
                  <a:pt x="99123" y="37573"/>
                  <a:pt x="99450" y="37077"/>
                  <a:pt x="99672" y="36537"/>
                </a:cubicBezTo>
                <a:cubicBezTo>
                  <a:pt x="99894" y="35998"/>
                  <a:pt x="100011" y="35417"/>
                  <a:pt x="100000" y="34825"/>
                </a:cubicBezTo>
                <a:cubicBezTo>
                  <a:pt x="100000" y="34243"/>
                  <a:pt x="99873" y="33662"/>
                  <a:pt x="99641" y="33122"/>
                </a:cubicBezTo>
                <a:cubicBezTo>
                  <a:pt x="99408" y="32584"/>
                  <a:pt x="99070" y="32097"/>
                  <a:pt x="98646" y="31696"/>
                </a:cubicBezTo>
                <a:cubicBezTo>
                  <a:pt x="85229" y="18280"/>
                  <a:pt x="67615" y="11578"/>
                  <a:pt x="50000" y="11578"/>
                </a:cubicBezTo>
                <a:close/>
                <a:moveTo>
                  <a:pt x="50000" y="31220"/>
                </a:moveTo>
                <a:cubicBezTo>
                  <a:pt x="37408" y="31220"/>
                  <a:pt x="24826" y="36009"/>
                  <a:pt x="15247" y="45587"/>
                </a:cubicBezTo>
                <a:cubicBezTo>
                  <a:pt x="14824" y="45988"/>
                  <a:pt x="14486" y="46475"/>
                  <a:pt x="14253" y="47014"/>
                </a:cubicBezTo>
                <a:cubicBezTo>
                  <a:pt x="14020" y="47553"/>
                  <a:pt x="13894" y="48135"/>
                  <a:pt x="13894" y="48716"/>
                </a:cubicBezTo>
                <a:cubicBezTo>
                  <a:pt x="13883" y="49308"/>
                  <a:pt x="13999" y="49889"/>
                  <a:pt x="14221" y="50428"/>
                </a:cubicBezTo>
                <a:cubicBezTo>
                  <a:pt x="14444" y="50967"/>
                  <a:pt x="14771" y="51464"/>
                  <a:pt x="15183" y="51877"/>
                </a:cubicBezTo>
                <a:cubicBezTo>
                  <a:pt x="15596" y="52289"/>
                  <a:pt x="16093" y="52617"/>
                  <a:pt x="16632" y="52838"/>
                </a:cubicBezTo>
                <a:cubicBezTo>
                  <a:pt x="17171" y="53061"/>
                  <a:pt x="17753" y="53177"/>
                  <a:pt x="18345" y="53167"/>
                </a:cubicBezTo>
                <a:cubicBezTo>
                  <a:pt x="18926" y="53167"/>
                  <a:pt x="19508" y="53040"/>
                  <a:pt x="20047" y="52807"/>
                </a:cubicBezTo>
                <a:cubicBezTo>
                  <a:pt x="20586" y="52574"/>
                  <a:pt x="21073" y="52236"/>
                  <a:pt x="21474" y="51813"/>
                </a:cubicBezTo>
                <a:cubicBezTo>
                  <a:pt x="37270" y="36029"/>
                  <a:pt x="62740" y="36029"/>
                  <a:pt x="78526" y="51813"/>
                </a:cubicBezTo>
                <a:cubicBezTo>
                  <a:pt x="78928" y="52236"/>
                  <a:pt x="79414" y="52574"/>
                  <a:pt x="79954" y="52807"/>
                </a:cubicBezTo>
                <a:cubicBezTo>
                  <a:pt x="80493" y="53040"/>
                  <a:pt x="81074" y="53167"/>
                  <a:pt x="81656" y="53167"/>
                </a:cubicBezTo>
                <a:cubicBezTo>
                  <a:pt x="82248" y="53177"/>
                  <a:pt x="82829" y="53061"/>
                  <a:pt x="83369" y="52838"/>
                </a:cubicBezTo>
                <a:cubicBezTo>
                  <a:pt x="83919" y="52617"/>
                  <a:pt x="84405" y="52289"/>
                  <a:pt x="84817" y="51877"/>
                </a:cubicBezTo>
                <a:cubicBezTo>
                  <a:pt x="85240" y="51464"/>
                  <a:pt x="85568" y="50967"/>
                  <a:pt x="85779" y="50428"/>
                </a:cubicBezTo>
                <a:cubicBezTo>
                  <a:pt x="86001" y="49889"/>
                  <a:pt x="86118" y="49308"/>
                  <a:pt x="86107" y="48716"/>
                </a:cubicBezTo>
                <a:cubicBezTo>
                  <a:pt x="86107" y="48135"/>
                  <a:pt x="85980" y="47553"/>
                  <a:pt x="85748" y="47014"/>
                </a:cubicBezTo>
                <a:cubicBezTo>
                  <a:pt x="85515" y="46475"/>
                  <a:pt x="85177" y="45988"/>
                  <a:pt x="84754" y="45587"/>
                </a:cubicBezTo>
                <a:cubicBezTo>
                  <a:pt x="75175" y="36009"/>
                  <a:pt x="62593" y="31220"/>
                  <a:pt x="50000" y="31220"/>
                </a:cubicBezTo>
                <a:close/>
                <a:moveTo>
                  <a:pt x="50000" y="50862"/>
                </a:moveTo>
                <a:cubicBezTo>
                  <a:pt x="42441" y="50862"/>
                  <a:pt x="34881" y="53737"/>
                  <a:pt x="29129" y="59477"/>
                </a:cubicBezTo>
                <a:cubicBezTo>
                  <a:pt x="28727" y="59890"/>
                  <a:pt x="28400" y="60376"/>
                  <a:pt x="28178" y="60905"/>
                </a:cubicBezTo>
                <a:cubicBezTo>
                  <a:pt x="27955" y="61444"/>
                  <a:pt x="27839" y="62015"/>
                  <a:pt x="27839" y="62596"/>
                </a:cubicBezTo>
                <a:cubicBezTo>
                  <a:pt x="27839" y="63167"/>
                  <a:pt x="27955" y="63749"/>
                  <a:pt x="28178" y="64278"/>
                </a:cubicBezTo>
                <a:cubicBezTo>
                  <a:pt x="28400" y="64816"/>
                  <a:pt x="28727" y="65303"/>
                  <a:pt x="29140" y="65704"/>
                </a:cubicBezTo>
                <a:cubicBezTo>
                  <a:pt x="29541" y="66116"/>
                  <a:pt x="30028" y="66444"/>
                  <a:pt x="30567" y="66666"/>
                </a:cubicBezTo>
                <a:cubicBezTo>
                  <a:pt x="31096" y="66888"/>
                  <a:pt x="31677" y="66994"/>
                  <a:pt x="32248" y="66994"/>
                </a:cubicBezTo>
                <a:cubicBezTo>
                  <a:pt x="32829" y="66994"/>
                  <a:pt x="33400" y="66878"/>
                  <a:pt x="33940" y="66656"/>
                </a:cubicBezTo>
                <a:cubicBezTo>
                  <a:pt x="34469" y="66433"/>
                  <a:pt x="34955" y="66116"/>
                  <a:pt x="35367" y="65704"/>
                </a:cubicBezTo>
                <a:cubicBezTo>
                  <a:pt x="43487" y="57585"/>
                  <a:pt x="56513" y="57585"/>
                  <a:pt x="64633" y="65704"/>
                </a:cubicBezTo>
                <a:cubicBezTo>
                  <a:pt x="65046" y="66127"/>
                  <a:pt x="65532" y="66466"/>
                  <a:pt x="66061" y="66698"/>
                </a:cubicBezTo>
                <a:cubicBezTo>
                  <a:pt x="66600" y="66930"/>
                  <a:pt x="67181" y="67057"/>
                  <a:pt x="67773" y="67057"/>
                </a:cubicBezTo>
                <a:cubicBezTo>
                  <a:pt x="68355" y="67068"/>
                  <a:pt x="68937" y="66952"/>
                  <a:pt x="69476" y="66730"/>
                </a:cubicBezTo>
                <a:cubicBezTo>
                  <a:pt x="70026" y="66508"/>
                  <a:pt x="70512" y="66180"/>
                  <a:pt x="70924" y="65768"/>
                </a:cubicBezTo>
                <a:cubicBezTo>
                  <a:pt x="71347" y="65356"/>
                  <a:pt x="71675" y="64859"/>
                  <a:pt x="71897" y="64319"/>
                </a:cubicBezTo>
                <a:cubicBezTo>
                  <a:pt x="72119" y="63780"/>
                  <a:pt x="72225" y="63199"/>
                  <a:pt x="72214" y="62607"/>
                </a:cubicBezTo>
                <a:cubicBezTo>
                  <a:pt x="72214" y="62025"/>
                  <a:pt x="72088" y="61444"/>
                  <a:pt x="71855" y="60905"/>
                </a:cubicBezTo>
                <a:cubicBezTo>
                  <a:pt x="71622" y="60365"/>
                  <a:pt x="71283" y="59880"/>
                  <a:pt x="70861" y="59477"/>
                </a:cubicBezTo>
                <a:cubicBezTo>
                  <a:pt x="65119" y="53737"/>
                  <a:pt x="57560" y="50862"/>
                  <a:pt x="50000" y="50862"/>
                </a:cubicBezTo>
                <a:close/>
                <a:moveTo>
                  <a:pt x="50413" y="70800"/>
                </a:moveTo>
                <a:cubicBezTo>
                  <a:pt x="48076" y="70800"/>
                  <a:pt x="45834" y="71730"/>
                  <a:pt x="44185" y="73379"/>
                </a:cubicBezTo>
                <a:cubicBezTo>
                  <a:pt x="42536" y="75039"/>
                  <a:pt x="41605" y="77280"/>
                  <a:pt x="41605" y="79617"/>
                </a:cubicBezTo>
                <a:cubicBezTo>
                  <a:pt x="41605" y="81953"/>
                  <a:pt x="42536" y="84194"/>
                  <a:pt x="44185" y="85843"/>
                </a:cubicBezTo>
                <a:cubicBezTo>
                  <a:pt x="45834" y="87492"/>
                  <a:pt x="48076" y="88423"/>
                  <a:pt x="50413" y="88423"/>
                </a:cubicBezTo>
                <a:cubicBezTo>
                  <a:pt x="52749" y="88423"/>
                  <a:pt x="54990" y="87492"/>
                  <a:pt x="56651" y="85843"/>
                </a:cubicBezTo>
                <a:cubicBezTo>
                  <a:pt x="58300" y="84194"/>
                  <a:pt x="59230" y="81953"/>
                  <a:pt x="59230" y="79617"/>
                </a:cubicBezTo>
                <a:cubicBezTo>
                  <a:pt x="59230" y="77280"/>
                  <a:pt x="58300" y="75039"/>
                  <a:pt x="56651" y="73379"/>
                </a:cubicBezTo>
                <a:cubicBezTo>
                  <a:pt x="54990" y="71730"/>
                  <a:pt x="52749" y="70800"/>
                  <a:pt x="50413" y="708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805" name="Чёрный — SVG 86">
            <a:extLst>
              <a:ext uri="{FF2B5EF4-FFF2-40B4-BE49-F238E27FC236}">
                <a16:creationId xmlns:a16="http://schemas.microsoft.com/office/drawing/2014/main" id="{73F717C0-A2D9-854B-A4C7-7E4D2F61EA53}"/>
              </a:ext>
            </a:extLst>
          </p:cNvPr>
          <p:cNvSpPr>
            <a:spLocks noGrp="1"/>
          </p:cNvSpPr>
          <p:nvPr/>
        </p:nvSpPr>
        <p:spPr>
          <a:xfrm>
            <a:off x="8220000" y="3990000"/>
            <a:ext cx="220000" cy="220000"/>
          </a:xfrm>
          <a:custGeom>
            <a:avLst/>
            <a:gdLst>
              <a:gd name="csX0" fmla="*/ 85067 w 170134"/>
              <a:gd name="csY0" fmla="*/ 0 h 127583"/>
              <a:gd name="csX1" fmla="*/ 34605 w 170134"/>
              <a:gd name="csY1" fmla="*/ 24802 h 127583"/>
              <a:gd name="csX2" fmla="*/ 30131 w 170134"/>
              <a:gd name="csY2" fmla="*/ 24802 h 127583"/>
              <a:gd name="csX3" fmla="*/ 0 w 170134"/>
              <a:gd name="csY3" fmla="*/ 54929 h 127583"/>
              <a:gd name="csX4" fmla="*/ 0 w 170134"/>
              <a:gd name="csY4" fmla="*/ 72654 h 127583"/>
              <a:gd name="csX5" fmla="*/ 30131 w 170134"/>
              <a:gd name="csY5" fmla="*/ 102781 h 127583"/>
              <a:gd name="csX6" fmla="*/ 34605 w 170134"/>
              <a:gd name="csY6" fmla="*/ 102781 h 127583"/>
              <a:gd name="csX7" fmla="*/ 85067 w 170134"/>
              <a:gd name="csY7" fmla="*/ 127583 h 127583"/>
              <a:gd name="csX8" fmla="*/ 135529 w 170134"/>
              <a:gd name="csY8" fmla="*/ 102781 h 127583"/>
              <a:gd name="csX9" fmla="*/ 140003 w 170134"/>
              <a:gd name="csY9" fmla="*/ 102781 h 127583"/>
              <a:gd name="csX10" fmla="*/ 170134 w 170134"/>
              <a:gd name="csY10" fmla="*/ 72654 h 127583"/>
              <a:gd name="csX11" fmla="*/ 170134 w 170134"/>
              <a:gd name="csY11" fmla="*/ 54929 h 127583"/>
              <a:gd name="csX12" fmla="*/ 140003 w 170134"/>
              <a:gd name="csY12" fmla="*/ 24802 h 127583"/>
              <a:gd name="csX13" fmla="*/ 135529 w 170134"/>
              <a:gd name="csY13" fmla="*/ 24802 h 127583"/>
              <a:gd name="csX14" fmla="*/ 85067 w 170134"/>
              <a:gd name="csY14" fmla="*/ 0 h 127583"/>
              <a:gd name="csX15" fmla="*/ 107950 w 170134"/>
              <a:gd name="csY15" fmla="*/ 35434 h 127583"/>
              <a:gd name="csX16" fmla="*/ 140003 w 170134"/>
              <a:gd name="csY16" fmla="*/ 35434 h 127583"/>
              <a:gd name="csX17" fmla="*/ 159501 w 170134"/>
              <a:gd name="csY17" fmla="*/ 54929 h 127583"/>
              <a:gd name="csX18" fmla="*/ 159501 w 170134"/>
              <a:gd name="csY18" fmla="*/ 72654 h 127583"/>
              <a:gd name="csX19" fmla="*/ 140003 w 170134"/>
              <a:gd name="csY19" fmla="*/ 92149 h 127583"/>
              <a:gd name="csX20" fmla="*/ 81222 w 170134"/>
              <a:gd name="csY20" fmla="*/ 92149 h 127583"/>
              <a:gd name="csX21" fmla="*/ 88453 w 170134"/>
              <a:gd name="csY21" fmla="*/ 72654 h 127583"/>
              <a:gd name="csX22" fmla="*/ 88453 w 170134"/>
              <a:gd name="csY22" fmla="*/ 54929 h 127583"/>
              <a:gd name="csX23" fmla="*/ 107950 w 170134"/>
              <a:gd name="csY23" fmla="*/ 35434 h 127583"/>
              <a:gd name="csX24" fmla="*/ 68411 w 170134"/>
              <a:gd name="csY24" fmla="*/ 44127 h 127583"/>
              <a:gd name="csX25" fmla="*/ 72835 w 170134"/>
              <a:gd name="csY25" fmla="*/ 48550 h 127583"/>
              <a:gd name="csX26" fmla="*/ 68411 w 170134"/>
              <a:gd name="csY26" fmla="*/ 52972 h 127583"/>
              <a:gd name="csX27" fmla="*/ 63987 w 170134"/>
              <a:gd name="csY27" fmla="*/ 48550 h 127583"/>
              <a:gd name="csX28" fmla="*/ 68411 w 170134"/>
              <a:gd name="csY28" fmla="*/ 44127 h 127583"/>
              <a:gd name="csX29" fmla="*/ 139306 w 170134"/>
              <a:gd name="csY29" fmla="*/ 44127 h 127583"/>
              <a:gd name="csX30" fmla="*/ 136175 w 170134"/>
              <a:gd name="csY30" fmla="*/ 45420 h 127583"/>
              <a:gd name="csX31" fmla="*/ 134865 w 170134"/>
              <a:gd name="csY31" fmla="*/ 48550 h 127583"/>
              <a:gd name="csX32" fmla="*/ 136175 w 170134"/>
              <a:gd name="csY32" fmla="*/ 51680 h 127583"/>
              <a:gd name="csX33" fmla="*/ 139306 w 170134"/>
              <a:gd name="csY33" fmla="*/ 52972 h 127583"/>
              <a:gd name="csX34" fmla="*/ 142437 w 170134"/>
              <a:gd name="csY34" fmla="*/ 51680 h 127583"/>
              <a:gd name="csX35" fmla="*/ 143729 w 170134"/>
              <a:gd name="csY35" fmla="*/ 48550 h 127583"/>
              <a:gd name="csX36" fmla="*/ 142437 w 170134"/>
              <a:gd name="csY36" fmla="*/ 45420 h 127583"/>
              <a:gd name="csX37" fmla="*/ 139306 w 170134"/>
              <a:gd name="csY37" fmla="*/ 44127 h 127583"/>
              <a:gd name="csX38" fmla="*/ 107405 w 170134"/>
              <a:gd name="csY38" fmla="*/ 46066 h 127583"/>
              <a:gd name="csX39" fmla="*/ 102965 w 170134"/>
              <a:gd name="csY39" fmla="*/ 50506 h 127583"/>
              <a:gd name="csX40" fmla="*/ 102965 w 170134"/>
              <a:gd name="csY40" fmla="*/ 77077 h 127583"/>
              <a:gd name="csX41" fmla="*/ 107405 w 170134"/>
              <a:gd name="csY41" fmla="*/ 81517 h 127583"/>
              <a:gd name="csX42" fmla="*/ 111829 w 170134"/>
              <a:gd name="csY42" fmla="*/ 77077 h 127583"/>
              <a:gd name="csX43" fmla="*/ 111829 w 170134"/>
              <a:gd name="csY43" fmla="*/ 71770 h 127583"/>
              <a:gd name="csX44" fmla="*/ 121578 w 170134"/>
              <a:gd name="csY44" fmla="*/ 71770 h 127583"/>
              <a:gd name="csX45" fmla="*/ 126001 w 170134"/>
              <a:gd name="csY45" fmla="*/ 67330 h 127583"/>
              <a:gd name="csX46" fmla="*/ 121578 w 170134"/>
              <a:gd name="csY46" fmla="*/ 62907 h 127583"/>
              <a:gd name="csX47" fmla="*/ 111829 w 170134"/>
              <a:gd name="csY47" fmla="*/ 62907 h 127583"/>
              <a:gd name="csX48" fmla="*/ 111829 w 170134"/>
              <a:gd name="csY48" fmla="*/ 54929 h 127583"/>
              <a:gd name="csX49" fmla="*/ 125117 w 170134"/>
              <a:gd name="csY49" fmla="*/ 54929 h 127583"/>
              <a:gd name="csX50" fmla="*/ 129557 w 170134"/>
              <a:gd name="csY50" fmla="*/ 50506 h 127583"/>
              <a:gd name="csX51" fmla="*/ 125117 w 170134"/>
              <a:gd name="csY51" fmla="*/ 46066 h 127583"/>
              <a:gd name="csX52" fmla="*/ 107405 w 170134"/>
              <a:gd name="csY52" fmla="*/ 46066 h 127583"/>
              <a:gd name="csX53" fmla="*/ 51976 w 170134"/>
              <a:gd name="csY53" fmla="*/ 46355 h 127583"/>
              <a:gd name="csX54" fmla="*/ 52878 w 170134"/>
              <a:gd name="csY54" fmla="*/ 46423 h 127583"/>
              <a:gd name="csX55" fmla="*/ 56467 w 170134"/>
              <a:gd name="csY55" fmla="*/ 51561 h 127583"/>
              <a:gd name="csX56" fmla="*/ 51840 w 170134"/>
              <a:gd name="csY56" fmla="*/ 77775 h 127583"/>
              <a:gd name="csX57" fmla="*/ 48284 w 170134"/>
              <a:gd name="csY57" fmla="*/ 81364 h 127583"/>
              <a:gd name="csX58" fmla="*/ 47467 w 170134"/>
              <a:gd name="csY58" fmla="*/ 81449 h 127583"/>
              <a:gd name="csX59" fmla="*/ 43691 w 170134"/>
              <a:gd name="csY59" fmla="*/ 79306 h 127583"/>
              <a:gd name="csX60" fmla="*/ 37209 w 170134"/>
              <a:gd name="csY60" fmla="*/ 68640 h 127583"/>
              <a:gd name="csX61" fmla="*/ 30743 w 170134"/>
              <a:gd name="csY61" fmla="*/ 79306 h 127583"/>
              <a:gd name="csX62" fmla="*/ 26150 w 170134"/>
              <a:gd name="csY62" fmla="*/ 81364 h 127583"/>
              <a:gd name="csX63" fmla="*/ 22611 w 170134"/>
              <a:gd name="csY63" fmla="*/ 77775 h 127583"/>
              <a:gd name="csX64" fmla="*/ 17966 w 170134"/>
              <a:gd name="csY64" fmla="*/ 51561 h 127583"/>
              <a:gd name="csX65" fmla="*/ 21556 w 170134"/>
              <a:gd name="csY65" fmla="*/ 46423 h 127583"/>
              <a:gd name="csX66" fmla="*/ 26694 w 170134"/>
              <a:gd name="csY66" fmla="*/ 50012 h 127583"/>
              <a:gd name="csX67" fmla="*/ 29280 w 170134"/>
              <a:gd name="csY67" fmla="*/ 64642 h 127583"/>
              <a:gd name="csX68" fmla="*/ 33431 w 170134"/>
              <a:gd name="csY68" fmla="*/ 57787 h 127583"/>
              <a:gd name="csX69" fmla="*/ 41002 w 170134"/>
              <a:gd name="csY69" fmla="*/ 57787 h 127583"/>
              <a:gd name="csX70" fmla="*/ 45154 w 170134"/>
              <a:gd name="csY70" fmla="*/ 64642 h 127583"/>
              <a:gd name="csX71" fmla="*/ 47740 w 170134"/>
              <a:gd name="csY71" fmla="*/ 50012 h 127583"/>
              <a:gd name="csX72" fmla="*/ 51976 w 170134"/>
              <a:gd name="csY72" fmla="*/ 46355 h 127583"/>
              <a:gd name="csX73" fmla="*/ 139237 w 170134"/>
              <a:gd name="csY73" fmla="*/ 56647 h 127583"/>
              <a:gd name="csX74" fmla="*/ 136124 w 170134"/>
              <a:gd name="csY74" fmla="*/ 57991 h 127583"/>
              <a:gd name="csX75" fmla="*/ 134865 w 170134"/>
              <a:gd name="csY75" fmla="*/ 61138 h 127583"/>
              <a:gd name="csX76" fmla="*/ 134865 w 170134"/>
              <a:gd name="csY76" fmla="*/ 77077 h 127583"/>
              <a:gd name="csX77" fmla="*/ 135188 w 170134"/>
              <a:gd name="csY77" fmla="*/ 78796 h 127583"/>
              <a:gd name="csX78" fmla="*/ 136141 w 170134"/>
              <a:gd name="csY78" fmla="*/ 80258 h 127583"/>
              <a:gd name="csX79" fmla="*/ 137588 w 170134"/>
              <a:gd name="csY79" fmla="*/ 81228 h 127583"/>
              <a:gd name="csX80" fmla="*/ 139306 w 170134"/>
              <a:gd name="csY80" fmla="*/ 81568 h 127583"/>
              <a:gd name="csX81" fmla="*/ 141007 w 170134"/>
              <a:gd name="csY81" fmla="*/ 81228 h 127583"/>
              <a:gd name="csX82" fmla="*/ 142453 w 170134"/>
              <a:gd name="csY82" fmla="*/ 80258 h 127583"/>
              <a:gd name="csX83" fmla="*/ 143406 w 170134"/>
              <a:gd name="csY83" fmla="*/ 78796 h 127583"/>
              <a:gd name="csX84" fmla="*/ 143729 w 170134"/>
              <a:gd name="csY84" fmla="*/ 77077 h 127583"/>
              <a:gd name="csX85" fmla="*/ 143729 w 170134"/>
              <a:gd name="csY85" fmla="*/ 61138 h 127583"/>
              <a:gd name="csX86" fmla="*/ 143406 w 170134"/>
              <a:gd name="csY86" fmla="*/ 59403 h 127583"/>
              <a:gd name="csX87" fmla="*/ 142437 w 170134"/>
              <a:gd name="csY87" fmla="*/ 57940 h 127583"/>
              <a:gd name="csX88" fmla="*/ 140956 w 170134"/>
              <a:gd name="csY88" fmla="*/ 56970 h 127583"/>
              <a:gd name="csX89" fmla="*/ 139237 w 170134"/>
              <a:gd name="csY89" fmla="*/ 56647 h 127583"/>
              <a:gd name="csX90" fmla="*/ 68411 w 170134"/>
              <a:gd name="csY90" fmla="*/ 56698 h 127583"/>
              <a:gd name="csX91" fmla="*/ 72835 w 170134"/>
              <a:gd name="csY91" fmla="*/ 61138 h 127583"/>
              <a:gd name="csX92" fmla="*/ 72835 w 170134"/>
              <a:gd name="csY92" fmla="*/ 77077 h 127583"/>
              <a:gd name="csX93" fmla="*/ 68411 w 170134"/>
              <a:gd name="csY93" fmla="*/ 81517 h 127583"/>
              <a:gd name="csX94" fmla="*/ 63987 w 170134"/>
              <a:gd name="csY94" fmla="*/ 77077 h 127583"/>
              <a:gd name="csX95" fmla="*/ 63987 w 170134"/>
              <a:gd name="csY95" fmla="*/ 61138 h 127583"/>
              <a:gd name="csX96" fmla="*/ 68411 w 170134"/>
              <a:gd name="csY96" fmla="*/ 56698 h 127583"/>
            </a:gdLst>
            <a:ahLst/>
            <a:cxnLst/>
            <a:rect l="l" t="t" r="r" b="b"/>
            <a:pathLst>
              <a:path w="100000" h="100000">
                <a:moveTo>
                  <a:pt x="50000" y="12505"/>
                </a:moveTo>
                <a:cubicBezTo>
                  <a:pt x="37950" y="12505"/>
                  <a:pt x="27200" y="18234"/>
                  <a:pt x="20340" y="27083"/>
                </a:cubicBezTo>
                <a:lnTo>
                  <a:pt x="17710" y="27083"/>
                </a:lnTo>
                <a:cubicBezTo>
                  <a:pt x="7970" y="27083"/>
                  <a:pt x="0" y="35052"/>
                  <a:pt x="0" y="44791"/>
                </a:cubicBezTo>
                <a:lnTo>
                  <a:pt x="0" y="55209"/>
                </a:lnTo>
                <a:cubicBezTo>
                  <a:pt x="0" y="64948"/>
                  <a:pt x="7970" y="72917"/>
                  <a:pt x="17710" y="72917"/>
                </a:cubicBezTo>
                <a:lnTo>
                  <a:pt x="20340" y="72917"/>
                </a:lnTo>
                <a:cubicBezTo>
                  <a:pt x="27200" y="81766"/>
                  <a:pt x="37950" y="87495"/>
                  <a:pt x="50000" y="87495"/>
                </a:cubicBezTo>
                <a:cubicBezTo>
                  <a:pt x="62050" y="87495"/>
                  <a:pt x="72800" y="81766"/>
                  <a:pt x="79660" y="72917"/>
                </a:cubicBezTo>
                <a:lnTo>
                  <a:pt x="82290" y="72917"/>
                </a:lnTo>
                <a:cubicBezTo>
                  <a:pt x="92030" y="72917"/>
                  <a:pt x="100000" y="64948"/>
                  <a:pt x="100000" y="55209"/>
                </a:cubicBezTo>
                <a:lnTo>
                  <a:pt x="100000" y="44791"/>
                </a:lnTo>
                <a:cubicBezTo>
                  <a:pt x="100000" y="35052"/>
                  <a:pt x="92030" y="27083"/>
                  <a:pt x="82290" y="27083"/>
                </a:cubicBezTo>
                <a:lnTo>
                  <a:pt x="79660" y="27083"/>
                </a:lnTo>
                <a:cubicBezTo>
                  <a:pt x="72800" y="18234"/>
                  <a:pt x="62050" y="12505"/>
                  <a:pt x="50000" y="12505"/>
                </a:cubicBezTo>
                <a:close/>
                <a:moveTo>
                  <a:pt x="63450" y="33332"/>
                </a:moveTo>
                <a:lnTo>
                  <a:pt x="82290" y="33332"/>
                </a:lnTo>
                <a:cubicBezTo>
                  <a:pt x="88660" y="33332"/>
                  <a:pt x="93750" y="38432"/>
                  <a:pt x="93750" y="44791"/>
                </a:cubicBezTo>
                <a:lnTo>
                  <a:pt x="93750" y="55209"/>
                </a:lnTo>
                <a:cubicBezTo>
                  <a:pt x="93750" y="61569"/>
                  <a:pt x="88660" y="66668"/>
                  <a:pt x="82290" y="66668"/>
                </a:cubicBezTo>
                <a:lnTo>
                  <a:pt x="47740" y="66668"/>
                </a:lnTo>
                <a:cubicBezTo>
                  <a:pt x="50380" y="63568"/>
                  <a:pt x="51990" y="59569"/>
                  <a:pt x="51990" y="55209"/>
                </a:cubicBezTo>
                <a:lnTo>
                  <a:pt x="51990" y="44791"/>
                </a:lnTo>
                <a:cubicBezTo>
                  <a:pt x="51990" y="38432"/>
                  <a:pt x="57080" y="33332"/>
                  <a:pt x="63450" y="33332"/>
                </a:cubicBezTo>
                <a:close/>
                <a:moveTo>
                  <a:pt x="40210" y="38442"/>
                </a:moveTo>
                <a:cubicBezTo>
                  <a:pt x="41650" y="38442"/>
                  <a:pt x="42810" y="39601"/>
                  <a:pt x="42810" y="41041"/>
                </a:cubicBezTo>
                <a:cubicBezTo>
                  <a:pt x="42810" y="42481"/>
                  <a:pt x="41650" y="43641"/>
                  <a:pt x="40210" y="43641"/>
                </a:cubicBezTo>
                <a:cubicBezTo>
                  <a:pt x="38770" y="43641"/>
                  <a:pt x="37610" y="42481"/>
                  <a:pt x="37610" y="41041"/>
                </a:cubicBezTo>
                <a:cubicBezTo>
                  <a:pt x="37610" y="39601"/>
                  <a:pt x="38770" y="38442"/>
                  <a:pt x="40210" y="38442"/>
                </a:cubicBezTo>
                <a:close/>
                <a:moveTo>
                  <a:pt x="81880" y="38442"/>
                </a:moveTo>
                <a:cubicBezTo>
                  <a:pt x="81190" y="38442"/>
                  <a:pt x="80520" y="38712"/>
                  <a:pt x="80040" y="39202"/>
                </a:cubicBezTo>
                <a:cubicBezTo>
                  <a:pt x="79550" y="39691"/>
                  <a:pt x="79270" y="40351"/>
                  <a:pt x="79270" y="41041"/>
                </a:cubicBezTo>
                <a:cubicBezTo>
                  <a:pt x="79270" y="41731"/>
                  <a:pt x="79550" y="42391"/>
                  <a:pt x="80040" y="42881"/>
                </a:cubicBezTo>
                <a:cubicBezTo>
                  <a:pt x="80520" y="43371"/>
                  <a:pt x="81190" y="43641"/>
                  <a:pt x="81880" y="43641"/>
                </a:cubicBezTo>
                <a:cubicBezTo>
                  <a:pt x="82570" y="43641"/>
                  <a:pt x="83230" y="43371"/>
                  <a:pt x="83720" y="42881"/>
                </a:cubicBezTo>
                <a:cubicBezTo>
                  <a:pt x="84210" y="42391"/>
                  <a:pt x="84480" y="41731"/>
                  <a:pt x="84480" y="41041"/>
                </a:cubicBezTo>
                <a:cubicBezTo>
                  <a:pt x="84480" y="40351"/>
                  <a:pt x="84210" y="39691"/>
                  <a:pt x="83720" y="39202"/>
                </a:cubicBezTo>
                <a:cubicBezTo>
                  <a:pt x="83230" y="38712"/>
                  <a:pt x="82570" y="38442"/>
                  <a:pt x="81880" y="38442"/>
                </a:cubicBezTo>
                <a:close/>
                <a:moveTo>
                  <a:pt x="63130" y="39581"/>
                </a:moveTo>
                <a:cubicBezTo>
                  <a:pt x="61690" y="39581"/>
                  <a:pt x="60520" y="40751"/>
                  <a:pt x="60520" y="42191"/>
                </a:cubicBezTo>
                <a:lnTo>
                  <a:pt x="60520" y="57809"/>
                </a:lnTo>
                <a:cubicBezTo>
                  <a:pt x="60520" y="59249"/>
                  <a:pt x="61690" y="60419"/>
                  <a:pt x="63130" y="60419"/>
                </a:cubicBezTo>
                <a:cubicBezTo>
                  <a:pt x="64560" y="60419"/>
                  <a:pt x="65730" y="59249"/>
                  <a:pt x="65730" y="57809"/>
                </a:cubicBezTo>
                <a:lnTo>
                  <a:pt x="65730" y="54690"/>
                </a:lnTo>
                <a:lnTo>
                  <a:pt x="71460" y="54690"/>
                </a:lnTo>
                <a:cubicBezTo>
                  <a:pt x="72900" y="54690"/>
                  <a:pt x="74060" y="53520"/>
                  <a:pt x="74060" y="52080"/>
                </a:cubicBezTo>
                <a:cubicBezTo>
                  <a:pt x="74060" y="50650"/>
                  <a:pt x="72900" y="49480"/>
                  <a:pt x="71460" y="49480"/>
                </a:cubicBezTo>
                <a:lnTo>
                  <a:pt x="65730" y="49480"/>
                </a:lnTo>
                <a:lnTo>
                  <a:pt x="65730" y="44791"/>
                </a:lnTo>
                <a:lnTo>
                  <a:pt x="73540" y="44791"/>
                </a:lnTo>
                <a:cubicBezTo>
                  <a:pt x="74980" y="44791"/>
                  <a:pt x="76150" y="43621"/>
                  <a:pt x="76150" y="42191"/>
                </a:cubicBezTo>
                <a:cubicBezTo>
                  <a:pt x="76150" y="40751"/>
                  <a:pt x="74980" y="39581"/>
                  <a:pt x="73540" y="39581"/>
                </a:cubicBezTo>
                <a:lnTo>
                  <a:pt x="63130" y="39581"/>
                </a:lnTo>
                <a:close/>
                <a:moveTo>
                  <a:pt x="30550" y="39751"/>
                </a:moveTo>
                <a:cubicBezTo>
                  <a:pt x="30730" y="39741"/>
                  <a:pt x="30900" y="39761"/>
                  <a:pt x="31080" y="39791"/>
                </a:cubicBezTo>
                <a:cubicBezTo>
                  <a:pt x="32500" y="40042"/>
                  <a:pt x="33440" y="41391"/>
                  <a:pt x="33190" y="42811"/>
                </a:cubicBezTo>
                <a:lnTo>
                  <a:pt x="30470" y="58219"/>
                </a:lnTo>
                <a:cubicBezTo>
                  <a:pt x="30280" y="59289"/>
                  <a:pt x="29450" y="60129"/>
                  <a:pt x="28380" y="60329"/>
                </a:cubicBezTo>
                <a:cubicBezTo>
                  <a:pt x="28220" y="60359"/>
                  <a:pt x="28060" y="60379"/>
                  <a:pt x="27900" y="60379"/>
                </a:cubicBezTo>
                <a:cubicBezTo>
                  <a:pt x="27000" y="60379"/>
                  <a:pt x="26150" y="59909"/>
                  <a:pt x="25680" y="59119"/>
                </a:cubicBezTo>
                <a:lnTo>
                  <a:pt x="21870" y="52850"/>
                </a:lnTo>
                <a:lnTo>
                  <a:pt x="18070" y="59119"/>
                </a:lnTo>
                <a:cubicBezTo>
                  <a:pt x="17510" y="60049"/>
                  <a:pt x="16430" y="60528"/>
                  <a:pt x="15370" y="60329"/>
                </a:cubicBezTo>
                <a:cubicBezTo>
                  <a:pt x="14300" y="60129"/>
                  <a:pt x="13470" y="59289"/>
                  <a:pt x="13290" y="58219"/>
                </a:cubicBezTo>
                <a:lnTo>
                  <a:pt x="10560" y="42811"/>
                </a:lnTo>
                <a:cubicBezTo>
                  <a:pt x="10310" y="41391"/>
                  <a:pt x="11250" y="40042"/>
                  <a:pt x="12670" y="39791"/>
                </a:cubicBezTo>
                <a:cubicBezTo>
                  <a:pt x="14080" y="39531"/>
                  <a:pt x="15440" y="40491"/>
                  <a:pt x="15690" y="41901"/>
                </a:cubicBezTo>
                <a:lnTo>
                  <a:pt x="17210" y="50500"/>
                </a:lnTo>
                <a:lnTo>
                  <a:pt x="19650" y="46471"/>
                </a:lnTo>
                <a:cubicBezTo>
                  <a:pt x="20590" y="44911"/>
                  <a:pt x="23160" y="44911"/>
                  <a:pt x="24100" y="46471"/>
                </a:cubicBezTo>
                <a:lnTo>
                  <a:pt x="26540" y="50500"/>
                </a:lnTo>
                <a:lnTo>
                  <a:pt x="28060" y="41901"/>
                </a:lnTo>
                <a:cubicBezTo>
                  <a:pt x="28280" y="40661"/>
                  <a:pt x="29350" y="39771"/>
                  <a:pt x="30550" y="39751"/>
                </a:cubicBezTo>
                <a:close/>
                <a:moveTo>
                  <a:pt x="81840" y="45801"/>
                </a:moveTo>
                <a:cubicBezTo>
                  <a:pt x="81150" y="45811"/>
                  <a:pt x="80490" y="46090"/>
                  <a:pt x="80010" y="46591"/>
                </a:cubicBezTo>
                <a:cubicBezTo>
                  <a:pt x="79530" y="47081"/>
                  <a:pt x="79260" y="47750"/>
                  <a:pt x="79270" y="48440"/>
                </a:cubicBezTo>
                <a:lnTo>
                  <a:pt x="79270" y="57809"/>
                </a:lnTo>
                <a:cubicBezTo>
                  <a:pt x="79270" y="58159"/>
                  <a:pt x="79330" y="58499"/>
                  <a:pt x="79460" y="58819"/>
                </a:cubicBezTo>
                <a:cubicBezTo>
                  <a:pt x="79590" y="59139"/>
                  <a:pt x="79780" y="59429"/>
                  <a:pt x="80020" y="59679"/>
                </a:cubicBezTo>
                <a:cubicBezTo>
                  <a:pt x="80260" y="59919"/>
                  <a:pt x="80550" y="60119"/>
                  <a:pt x="80870" y="60249"/>
                </a:cubicBezTo>
                <a:cubicBezTo>
                  <a:pt x="81190" y="60389"/>
                  <a:pt x="81530" y="60449"/>
                  <a:pt x="81880" y="60449"/>
                </a:cubicBezTo>
                <a:cubicBezTo>
                  <a:pt x="82220" y="60449"/>
                  <a:pt x="82560" y="60389"/>
                  <a:pt x="82880" y="60249"/>
                </a:cubicBezTo>
                <a:cubicBezTo>
                  <a:pt x="83200" y="60119"/>
                  <a:pt x="83490" y="59919"/>
                  <a:pt x="83730" y="59679"/>
                </a:cubicBezTo>
                <a:cubicBezTo>
                  <a:pt x="83970" y="59429"/>
                  <a:pt x="84160" y="59139"/>
                  <a:pt x="84290" y="58819"/>
                </a:cubicBezTo>
                <a:cubicBezTo>
                  <a:pt x="84420" y="58499"/>
                  <a:pt x="84490" y="58159"/>
                  <a:pt x="84480" y="57809"/>
                </a:cubicBezTo>
                <a:lnTo>
                  <a:pt x="84480" y="48440"/>
                </a:lnTo>
                <a:cubicBezTo>
                  <a:pt x="84490" y="48091"/>
                  <a:pt x="84420" y="47740"/>
                  <a:pt x="84290" y="47421"/>
                </a:cubicBezTo>
                <a:cubicBezTo>
                  <a:pt x="84160" y="47101"/>
                  <a:pt x="83960" y="46800"/>
                  <a:pt x="83720" y="46561"/>
                </a:cubicBezTo>
                <a:cubicBezTo>
                  <a:pt x="83470" y="46311"/>
                  <a:pt x="83180" y="46121"/>
                  <a:pt x="82850" y="45991"/>
                </a:cubicBezTo>
                <a:cubicBezTo>
                  <a:pt x="82530" y="45861"/>
                  <a:pt x="82180" y="45791"/>
                  <a:pt x="81840" y="45801"/>
                </a:cubicBezTo>
                <a:close/>
                <a:moveTo>
                  <a:pt x="40210" y="45831"/>
                </a:moveTo>
                <a:cubicBezTo>
                  <a:pt x="41650" y="45831"/>
                  <a:pt x="42810" y="47000"/>
                  <a:pt x="42810" y="48440"/>
                </a:cubicBezTo>
                <a:lnTo>
                  <a:pt x="42810" y="57809"/>
                </a:lnTo>
                <a:cubicBezTo>
                  <a:pt x="42810" y="59249"/>
                  <a:pt x="41650" y="60419"/>
                  <a:pt x="40210" y="60419"/>
                </a:cubicBezTo>
                <a:cubicBezTo>
                  <a:pt x="38770" y="60419"/>
                  <a:pt x="37610" y="59249"/>
                  <a:pt x="37610" y="57809"/>
                </a:cubicBezTo>
                <a:lnTo>
                  <a:pt x="37610" y="48440"/>
                </a:lnTo>
                <a:cubicBezTo>
                  <a:pt x="37610" y="47000"/>
                  <a:pt x="38770" y="45831"/>
                  <a:pt x="40210" y="4583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806" name="Чёрный — SVG 87">
            <a:extLst>
              <a:ext uri="{FF2B5EF4-FFF2-40B4-BE49-F238E27FC236}">
                <a16:creationId xmlns:a16="http://schemas.microsoft.com/office/drawing/2014/main" id="{628911D2-1935-CC4D-A52D-349A86D69A77}"/>
              </a:ext>
            </a:extLst>
          </p:cNvPr>
          <p:cNvSpPr>
            <a:spLocks noGrp="1"/>
          </p:cNvSpPr>
          <p:nvPr/>
        </p:nvSpPr>
        <p:spPr>
          <a:xfrm>
            <a:off x="8820000" y="3990000"/>
            <a:ext cx="220000" cy="220000"/>
          </a:xfrm>
          <a:custGeom>
            <a:avLst/>
            <a:gdLst>
              <a:gd name="csX0" fmla="*/ 47978 w 148867"/>
              <a:gd name="csY0" fmla="*/ 0 h 109861"/>
              <a:gd name="csX1" fmla="*/ 37753 w 148867"/>
              <a:gd name="csY1" fmla="*/ 1752 h 109861"/>
              <a:gd name="csX2" fmla="*/ 28633 w 148867"/>
              <a:gd name="csY2" fmla="*/ 9101 h 109861"/>
              <a:gd name="csX3" fmla="*/ 28651 w 148867"/>
              <a:gd name="csY3" fmla="*/ 10105 h 109861"/>
              <a:gd name="csX4" fmla="*/ 14631 w 148867"/>
              <a:gd name="csY4" fmla="*/ 30518 h 109861"/>
              <a:gd name="csX5" fmla="*/ 9562 w 148867"/>
              <a:gd name="csY5" fmla="*/ 45726 h 109861"/>
              <a:gd name="csX6" fmla="*/ 0 w 148867"/>
              <a:gd name="csY6" fmla="*/ 85311 h 109861"/>
              <a:gd name="csX7" fmla="*/ 17507 w 148867"/>
              <a:gd name="csY7" fmla="*/ 109381 h 109861"/>
              <a:gd name="csX8" fmla="*/ 23240 w 148867"/>
              <a:gd name="csY8" fmla="*/ 108531 h 109861"/>
              <a:gd name="csX9" fmla="*/ 49866 w 148867"/>
              <a:gd name="csY9" fmla="*/ 85056 h 109861"/>
              <a:gd name="csX10" fmla="*/ 99001 w 148867"/>
              <a:gd name="csY10" fmla="*/ 85056 h 109861"/>
              <a:gd name="csX11" fmla="*/ 125627 w 148867"/>
              <a:gd name="csY11" fmla="*/ 108531 h 109861"/>
              <a:gd name="csX12" fmla="*/ 129149 w 148867"/>
              <a:gd name="csY12" fmla="*/ 109858 h 109861"/>
              <a:gd name="csX13" fmla="*/ 131360 w 148867"/>
              <a:gd name="csY13" fmla="*/ 109381 h 109861"/>
              <a:gd name="csX14" fmla="*/ 148867 w 148867"/>
              <a:gd name="csY14" fmla="*/ 85311 h 109861"/>
              <a:gd name="csX15" fmla="*/ 139306 w 148867"/>
              <a:gd name="csY15" fmla="*/ 45726 h 109861"/>
              <a:gd name="csX16" fmla="*/ 134219 w 148867"/>
              <a:gd name="csY16" fmla="*/ 30518 h 109861"/>
              <a:gd name="csX17" fmla="*/ 120217 w 148867"/>
              <a:gd name="csY17" fmla="*/ 10105 h 109861"/>
              <a:gd name="csX18" fmla="*/ 120234 w 148867"/>
              <a:gd name="csY18" fmla="*/ 9101 h 109861"/>
              <a:gd name="csX19" fmla="*/ 111115 w 148867"/>
              <a:gd name="csY19" fmla="*/ 1752 h 109861"/>
              <a:gd name="csX20" fmla="*/ 100890 w 148867"/>
              <a:gd name="csY20" fmla="*/ 0 h 109861"/>
              <a:gd name="csX21" fmla="*/ 95564 w 148867"/>
              <a:gd name="csY21" fmla="*/ 3674 h 109861"/>
              <a:gd name="csX22" fmla="*/ 89933 w 148867"/>
              <a:gd name="csY22" fmla="*/ 3538 h 109861"/>
              <a:gd name="csX23" fmla="*/ 58934 w 148867"/>
              <a:gd name="csY23" fmla="*/ 3538 h 109861"/>
              <a:gd name="csX24" fmla="*/ 53303 w 148867"/>
              <a:gd name="csY24" fmla="*/ 3674 h 109861"/>
              <a:gd name="csX25" fmla="*/ 47978 w 148867"/>
              <a:gd name="csY25" fmla="*/ 0 h 109861"/>
              <a:gd name="csX26" fmla="*/ 74434 w 148867"/>
              <a:gd name="csY26" fmla="*/ 21264 h 109861"/>
              <a:gd name="csX27" fmla="*/ 79742 w 148867"/>
              <a:gd name="csY27" fmla="*/ 26588 h 109861"/>
              <a:gd name="csX28" fmla="*/ 74434 w 148867"/>
              <a:gd name="csY28" fmla="*/ 31896 h 109861"/>
              <a:gd name="csX29" fmla="*/ 69108 w 148867"/>
              <a:gd name="csY29" fmla="*/ 26588 h 109861"/>
              <a:gd name="csX30" fmla="*/ 74434 w 148867"/>
              <a:gd name="csY30" fmla="*/ 21264 h 109861"/>
              <a:gd name="csX31" fmla="*/ 106334 w 148867"/>
              <a:gd name="csY31" fmla="*/ 24802 h 109861"/>
              <a:gd name="csX32" fmla="*/ 109873 w 148867"/>
              <a:gd name="csY32" fmla="*/ 28357 h 109861"/>
              <a:gd name="csX33" fmla="*/ 106334 w 148867"/>
              <a:gd name="csY33" fmla="*/ 31896 h 109861"/>
              <a:gd name="csX34" fmla="*/ 102795 w 148867"/>
              <a:gd name="csY34" fmla="*/ 28357 h 109861"/>
              <a:gd name="csX35" fmla="*/ 106334 w 148867"/>
              <a:gd name="csY35" fmla="*/ 24802 h 109861"/>
              <a:gd name="csX36" fmla="*/ 42534 w 148867"/>
              <a:gd name="csY36" fmla="*/ 28357 h 109861"/>
              <a:gd name="csX37" fmla="*/ 49628 w 148867"/>
              <a:gd name="csY37" fmla="*/ 35434 h 109861"/>
              <a:gd name="csX38" fmla="*/ 42534 w 148867"/>
              <a:gd name="csY38" fmla="*/ 42528 h 109861"/>
              <a:gd name="csX39" fmla="*/ 35439 w 148867"/>
              <a:gd name="csY39" fmla="*/ 35434 h 109861"/>
              <a:gd name="csX40" fmla="*/ 42534 w 148867"/>
              <a:gd name="csY40" fmla="*/ 28357 h 109861"/>
              <a:gd name="csX41" fmla="*/ 99239 w 148867"/>
              <a:gd name="csY41" fmla="*/ 31896 h 109861"/>
              <a:gd name="csX42" fmla="*/ 102795 w 148867"/>
              <a:gd name="csY42" fmla="*/ 35434 h 109861"/>
              <a:gd name="csX43" fmla="*/ 99239 w 148867"/>
              <a:gd name="csY43" fmla="*/ 38989 h 109861"/>
              <a:gd name="csX44" fmla="*/ 95700 w 148867"/>
              <a:gd name="csY44" fmla="*/ 35434 h 109861"/>
              <a:gd name="csX45" fmla="*/ 99239 w 148867"/>
              <a:gd name="csY45" fmla="*/ 31896 h 109861"/>
              <a:gd name="csX46" fmla="*/ 113428 w 148867"/>
              <a:gd name="csY46" fmla="*/ 31896 h 109861"/>
              <a:gd name="csX47" fmla="*/ 116967 w 148867"/>
              <a:gd name="csY47" fmla="*/ 35434 h 109861"/>
              <a:gd name="csX48" fmla="*/ 113428 w 148867"/>
              <a:gd name="csY48" fmla="*/ 38989 h 109861"/>
              <a:gd name="csX49" fmla="*/ 109873 w 148867"/>
              <a:gd name="csY49" fmla="*/ 35434 h 109861"/>
              <a:gd name="csX50" fmla="*/ 113428 w 148867"/>
              <a:gd name="csY50" fmla="*/ 31896 h 109861"/>
              <a:gd name="csX51" fmla="*/ 106334 w 148867"/>
              <a:gd name="csY51" fmla="*/ 38989 h 109861"/>
              <a:gd name="csX52" fmla="*/ 109873 w 148867"/>
              <a:gd name="csY52" fmla="*/ 42528 h 109861"/>
              <a:gd name="csX53" fmla="*/ 106334 w 148867"/>
              <a:gd name="csY53" fmla="*/ 46066 h 109861"/>
              <a:gd name="csX54" fmla="*/ 102795 w 148867"/>
              <a:gd name="csY54" fmla="*/ 42528 h 109861"/>
              <a:gd name="csX55" fmla="*/ 106334 w 148867"/>
              <a:gd name="csY55" fmla="*/ 38989 h 109861"/>
              <a:gd name="csX56" fmla="*/ 88606 w 148867"/>
              <a:gd name="csY56" fmla="*/ 46066 h 109861"/>
              <a:gd name="csX57" fmla="*/ 95700 w 148867"/>
              <a:gd name="csY57" fmla="*/ 53160 h 109861"/>
              <a:gd name="csX58" fmla="*/ 88606 w 148867"/>
              <a:gd name="csY58" fmla="*/ 60253 h 109861"/>
              <a:gd name="csX59" fmla="*/ 81528 w 148867"/>
              <a:gd name="csY59" fmla="*/ 53160 h 109861"/>
              <a:gd name="csX60" fmla="*/ 88606 w 148867"/>
              <a:gd name="csY60" fmla="*/ 46066 h 109861"/>
              <a:gd name="csX61" fmla="*/ 58475 w 148867"/>
              <a:gd name="csY61" fmla="*/ 49621 h 109861"/>
              <a:gd name="csX62" fmla="*/ 67339 w 148867"/>
              <a:gd name="csY62" fmla="*/ 58484 h 109861"/>
              <a:gd name="csX63" fmla="*/ 58475 w 148867"/>
              <a:gd name="csY63" fmla="*/ 67330 h 109861"/>
              <a:gd name="csX64" fmla="*/ 49628 w 148867"/>
              <a:gd name="csY64" fmla="*/ 58484 h 109861"/>
              <a:gd name="csX65" fmla="*/ 58475 w 148867"/>
              <a:gd name="csY65" fmla="*/ 49621 h 109861"/>
            </a:gdLst>
            <a:ahLst/>
            <a:cxnLst/>
            <a:rect l="l" t="t" r="r" b="b"/>
            <a:pathLst>
              <a:path w="100000" h="100000">
                <a:moveTo>
                  <a:pt x="32229" y="13101"/>
                </a:moveTo>
                <a:cubicBezTo>
                  <a:pt x="31463" y="13101"/>
                  <a:pt x="29314" y="13090"/>
                  <a:pt x="25360" y="14278"/>
                </a:cubicBezTo>
                <a:cubicBezTo>
                  <a:pt x="21451" y="15466"/>
                  <a:pt x="19520" y="18038"/>
                  <a:pt x="19234" y="19214"/>
                </a:cubicBezTo>
                <a:cubicBezTo>
                  <a:pt x="19189" y="19397"/>
                  <a:pt x="19223" y="19648"/>
                  <a:pt x="19246" y="19889"/>
                </a:cubicBezTo>
                <a:cubicBezTo>
                  <a:pt x="14857" y="22757"/>
                  <a:pt x="11943" y="27179"/>
                  <a:pt x="9828" y="33601"/>
                </a:cubicBezTo>
                <a:cubicBezTo>
                  <a:pt x="8571" y="37441"/>
                  <a:pt x="7429" y="40812"/>
                  <a:pt x="6423" y="43817"/>
                </a:cubicBezTo>
                <a:cubicBezTo>
                  <a:pt x="2149" y="56478"/>
                  <a:pt x="0" y="62831"/>
                  <a:pt x="0" y="70408"/>
                </a:cubicBezTo>
                <a:cubicBezTo>
                  <a:pt x="0" y="81092"/>
                  <a:pt x="11280" y="86360"/>
                  <a:pt x="11760" y="86577"/>
                </a:cubicBezTo>
                <a:cubicBezTo>
                  <a:pt x="13051" y="87160"/>
                  <a:pt x="14549" y="86943"/>
                  <a:pt x="15611" y="86006"/>
                </a:cubicBezTo>
                <a:lnTo>
                  <a:pt x="33497" y="70237"/>
                </a:lnTo>
                <a:lnTo>
                  <a:pt x="66503" y="70237"/>
                </a:lnTo>
                <a:lnTo>
                  <a:pt x="84389" y="86006"/>
                </a:lnTo>
                <a:cubicBezTo>
                  <a:pt x="85063" y="86600"/>
                  <a:pt x="85897" y="86897"/>
                  <a:pt x="86755" y="86897"/>
                </a:cubicBezTo>
                <a:cubicBezTo>
                  <a:pt x="87257" y="86897"/>
                  <a:pt x="87760" y="86794"/>
                  <a:pt x="88240" y="86577"/>
                </a:cubicBezTo>
                <a:cubicBezTo>
                  <a:pt x="88720" y="86360"/>
                  <a:pt x="100000" y="81092"/>
                  <a:pt x="100000" y="70408"/>
                </a:cubicBezTo>
                <a:cubicBezTo>
                  <a:pt x="100000" y="62831"/>
                  <a:pt x="97852" y="56478"/>
                  <a:pt x="93577" y="43817"/>
                </a:cubicBezTo>
                <a:cubicBezTo>
                  <a:pt x="92572" y="40812"/>
                  <a:pt x="91429" y="37441"/>
                  <a:pt x="90160" y="33601"/>
                </a:cubicBezTo>
                <a:cubicBezTo>
                  <a:pt x="88057" y="27179"/>
                  <a:pt x="85143" y="22757"/>
                  <a:pt x="80755" y="19889"/>
                </a:cubicBezTo>
                <a:cubicBezTo>
                  <a:pt x="80777" y="19648"/>
                  <a:pt x="80812" y="19397"/>
                  <a:pt x="80766" y="19214"/>
                </a:cubicBezTo>
                <a:cubicBezTo>
                  <a:pt x="80481" y="18038"/>
                  <a:pt x="78549" y="15466"/>
                  <a:pt x="74640" y="14278"/>
                </a:cubicBezTo>
                <a:cubicBezTo>
                  <a:pt x="70686" y="13090"/>
                  <a:pt x="68537" y="13101"/>
                  <a:pt x="67772" y="13101"/>
                </a:cubicBezTo>
                <a:cubicBezTo>
                  <a:pt x="66823" y="13101"/>
                  <a:pt x="65486" y="14438"/>
                  <a:pt x="64194" y="15569"/>
                </a:cubicBezTo>
                <a:cubicBezTo>
                  <a:pt x="62983" y="15524"/>
                  <a:pt x="61737" y="15478"/>
                  <a:pt x="60412" y="15478"/>
                </a:cubicBezTo>
                <a:lnTo>
                  <a:pt x="39588" y="15478"/>
                </a:lnTo>
                <a:cubicBezTo>
                  <a:pt x="38263" y="15478"/>
                  <a:pt x="37017" y="15524"/>
                  <a:pt x="35806" y="15569"/>
                </a:cubicBezTo>
                <a:cubicBezTo>
                  <a:pt x="34514" y="14438"/>
                  <a:pt x="33177" y="13101"/>
                  <a:pt x="32229" y="13101"/>
                </a:cubicBezTo>
                <a:close/>
                <a:moveTo>
                  <a:pt x="50000" y="27385"/>
                </a:moveTo>
                <a:cubicBezTo>
                  <a:pt x="51966" y="27385"/>
                  <a:pt x="53566" y="28984"/>
                  <a:pt x="53566" y="30961"/>
                </a:cubicBezTo>
                <a:cubicBezTo>
                  <a:pt x="53566" y="32927"/>
                  <a:pt x="51966" y="34527"/>
                  <a:pt x="50000" y="34527"/>
                </a:cubicBezTo>
                <a:cubicBezTo>
                  <a:pt x="48023" y="34527"/>
                  <a:pt x="46423" y="32927"/>
                  <a:pt x="46423" y="30961"/>
                </a:cubicBezTo>
                <a:cubicBezTo>
                  <a:pt x="46423" y="28984"/>
                  <a:pt x="48023" y="27385"/>
                  <a:pt x="50000" y="27385"/>
                </a:cubicBezTo>
                <a:close/>
                <a:moveTo>
                  <a:pt x="71429" y="29761"/>
                </a:moveTo>
                <a:cubicBezTo>
                  <a:pt x="72743" y="29761"/>
                  <a:pt x="73806" y="30836"/>
                  <a:pt x="73806" y="32150"/>
                </a:cubicBezTo>
                <a:cubicBezTo>
                  <a:pt x="73806" y="33464"/>
                  <a:pt x="72743" y="34527"/>
                  <a:pt x="71429" y="34527"/>
                </a:cubicBezTo>
                <a:cubicBezTo>
                  <a:pt x="70114" y="34527"/>
                  <a:pt x="69052" y="33464"/>
                  <a:pt x="69052" y="32150"/>
                </a:cubicBezTo>
                <a:cubicBezTo>
                  <a:pt x="69052" y="30836"/>
                  <a:pt x="70114" y="29761"/>
                  <a:pt x="71429" y="29761"/>
                </a:cubicBezTo>
                <a:close/>
                <a:moveTo>
                  <a:pt x="28572" y="32150"/>
                </a:moveTo>
                <a:cubicBezTo>
                  <a:pt x="31200" y="32150"/>
                  <a:pt x="33337" y="34276"/>
                  <a:pt x="33337" y="36903"/>
                </a:cubicBezTo>
                <a:cubicBezTo>
                  <a:pt x="33337" y="39543"/>
                  <a:pt x="31200" y="41669"/>
                  <a:pt x="28572" y="41669"/>
                </a:cubicBezTo>
                <a:cubicBezTo>
                  <a:pt x="25943" y="41669"/>
                  <a:pt x="23806" y="39543"/>
                  <a:pt x="23806" y="36903"/>
                </a:cubicBezTo>
                <a:cubicBezTo>
                  <a:pt x="23806" y="34276"/>
                  <a:pt x="25943" y="32150"/>
                  <a:pt x="28572" y="32150"/>
                </a:cubicBezTo>
                <a:close/>
                <a:moveTo>
                  <a:pt x="66663" y="34527"/>
                </a:moveTo>
                <a:cubicBezTo>
                  <a:pt x="67977" y="34527"/>
                  <a:pt x="69052" y="35589"/>
                  <a:pt x="69052" y="36903"/>
                </a:cubicBezTo>
                <a:cubicBezTo>
                  <a:pt x="69052" y="38217"/>
                  <a:pt x="67977" y="39291"/>
                  <a:pt x="66663" y="39291"/>
                </a:cubicBezTo>
                <a:cubicBezTo>
                  <a:pt x="65349" y="39291"/>
                  <a:pt x="64286" y="38217"/>
                  <a:pt x="64286" y="36903"/>
                </a:cubicBezTo>
                <a:cubicBezTo>
                  <a:pt x="64286" y="35589"/>
                  <a:pt x="65349" y="34527"/>
                  <a:pt x="66663" y="34527"/>
                </a:cubicBezTo>
                <a:close/>
                <a:moveTo>
                  <a:pt x="76194" y="34527"/>
                </a:moveTo>
                <a:cubicBezTo>
                  <a:pt x="77509" y="34527"/>
                  <a:pt x="78571" y="35589"/>
                  <a:pt x="78571" y="36903"/>
                </a:cubicBezTo>
                <a:cubicBezTo>
                  <a:pt x="78571" y="38217"/>
                  <a:pt x="77509" y="39291"/>
                  <a:pt x="76194" y="39291"/>
                </a:cubicBezTo>
                <a:cubicBezTo>
                  <a:pt x="74880" y="39291"/>
                  <a:pt x="73806" y="38217"/>
                  <a:pt x="73806" y="36903"/>
                </a:cubicBezTo>
                <a:cubicBezTo>
                  <a:pt x="73806" y="35589"/>
                  <a:pt x="74880" y="34527"/>
                  <a:pt x="76194" y="34527"/>
                </a:cubicBezTo>
                <a:close/>
                <a:moveTo>
                  <a:pt x="71429" y="39291"/>
                </a:moveTo>
                <a:cubicBezTo>
                  <a:pt x="72743" y="39291"/>
                  <a:pt x="73806" y="40355"/>
                  <a:pt x="73806" y="41669"/>
                </a:cubicBezTo>
                <a:cubicBezTo>
                  <a:pt x="73806" y="42983"/>
                  <a:pt x="72743" y="44045"/>
                  <a:pt x="71429" y="44045"/>
                </a:cubicBezTo>
                <a:cubicBezTo>
                  <a:pt x="70114" y="44045"/>
                  <a:pt x="69052" y="42983"/>
                  <a:pt x="69052" y="41669"/>
                </a:cubicBezTo>
                <a:cubicBezTo>
                  <a:pt x="69052" y="40355"/>
                  <a:pt x="70114" y="39291"/>
                  <a:pt x="71429" y="39291"/>
                </a:cubicBezTo>
                <a:close/>
                <a:moveTo>
                  <a:pt x="59520" y="44045"/>
                </a:moveTo>
                <a:cubicBezTo>
                  <a:pt x="62160" y="44045"/>
                  <a:pt x="64286" y="46182"/>
                  <a:pt x="64286" y="48811"/>
                </a:cubicBezTo>
                <a:cubicBezTo>
                  <a:pt x="64286" y="51439"/>
                  <a:pt x="62160" y="53575"/>
                  <a:pt x="59520" y="53575"/>
                </a:cubicBezTo>
                <a:cubicBezTo>
                  <a:pt x="56892" y="53575"/>
                  <a:pt x="54766" y="51439"/>
                  <a:pt x="54766" y="48811"/>
                </a:cubicBezTo>
                <a:cubicBezTo>
                  <a:pt x="54766" y="46182"/>
                  <a:pt x="56892" y="44045"/>
                  <a:pt x="59520" y="44045"/>
                </a:cubicBezTo>
                <a:close/>
                <a:moveTo>
                  <a:pt x="39280" y="46433"/>
                </a:moveTo>
                <a:cubicBezTo>
                  <a:pt x="42572" y="46433"/>
                  <a:pt x="45234" y="49096"/>
                  <a:pt x="45234" y="52387"/>
                </a:cubicBezTo>
                <a:cubicBezTo>
                  <a:pt x="45234" y="55666"/>
                  <a:pt x="42572" y="58329"/>
                  <a:pt x="39280" y="58329"/>
                </a:cubicBezTo>
                <a:cubicBezTo>
                  <a:pt x="36000" y="58329"/>
                  <a:pt x="33337" y="55666"/>
                  <a:pt x="33337" y="52387"/>
                </a:cubicBezTo>
                <a:cubicBezTo>
                  <a:pt x="33337" y="49096"/>
                  <a:pt x="36000" y="46433"/>
                  <a:pt x="39280" y="4643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807" name="Чёрный — SVG 88">
            <a:extLst>
              <a:ext uri="{FF2B5EF4-FFF2-40B4-BE49-F238E27FC236}">
                <a16:creationId xmlns:a16="http://schemas.microsoft.com/office/drawing/2014/main" id="{FBCB1BEE-6966-F34C-826F-2960AEEF09EE}"/>
              </a:ext>
            </a:extLst>
          </p:cNvPr>
          <p:cNvSpPr>
            <a:spLocks noGrp="1"/>
          </p:cNvSpPr>
          <p:nvPr/>
        </p:nvSpPr>
        <p:spPr>
          <a:xfrm>
            <a:off x="9420000" y="3990000"/>
            <a:ext cx="220000" cy="220000"/>
          </a:xfrm>
          <a:custGeom>
            <a:avLst/>
            <a:gdLst>
              <a:gd name="csX0" fmla="*/ 54302 w 145323"/>
              <a:gd name="csY0" fmla="*/ 0 h 141753"/>
              <a:gd name="csX1" fmla="*/ 31153 w 145323"/>
              <a:gd name="csY1" fmla="*/ 18253 h 141753"/>
              <a:gd name="csX2" fmla="*/ 6133 w 145323"/>
              <a:gd name="csY2" fmla="*/ 47019 h 141753"/>
              <a:gd name="csX3" fmla="*/ 6451 w 145323"/>
              <a:gd name="csY3" fmla="*/ 51033 h 141753"/>
              <a:gd name="csX4" fmla="*/ 0 w 145323"/>
              <a:gd name="csY4" fmla="*/ 70885 h 141753"/>
              <a:gd name="csX5" fmla="*/ 4042 w 145323"/>
              <a:gd name="csY5" fmla="*/ 88424 h 141753"/>
              <a:gd name="csX6" fmla="*/ 21973 w 145323"/>
              <a:gd name="csY6" fmla="*/ 74526 h 141753"/>
              <a:gd name="csX7" fmla="*/ 28252 w 145323"/>
              <a:gd name="csY7" fmla="*/ 78676 h 141753"/>
              <a:gd name="csX8" fmla="*/ 24105 w 145323"/>
              <a:gd name="csY8" fmla="*/ 84953 h 141753"/>
              <a:gd name="csX9" fmla="*/ 11484 w 145323"/>
              <a:gd name="csY9" fmla="*/ 97746 h 141753"/>
              <a:gd name="csX10" fmla="*/ 11520 w 145323"/>
              <a:gd name="csY10" fmla="*/ 97780 h 141753"/>
              <a:gd name="csX11" fmla="*/ 10814 w 145323"/>
              <a:gd name="csY11" fmla="*/ 103666 h 141753"/>
              <a:gd name="csX12" fmla="*/ 27650 w 145323"/>
              <a:gd name="csY12" fmla="*/ 127975 h 141753"/>
              <a:gd name="csX13" fmla="*/ 27540 w 145323"/>
              <a:gd name="csY13" fmla="*/ 125814 h 141753"/>
              <a:gd name="csX14" fmla="*/ 31118 w 145323"/>
              <a:gd name="csY14" fmla="*/ 112630 h 141753"/>
              <a:gd name="csX15" fmla="*/ 38421 w 145323"/>
              <a:gd name="csY15" fmla="*/ 110742 h 141753"/>
              <a:gd name="csX16" fmla="*/ 40298 w 145323"/>
              <a:gd name="csY16" fmla="*/ 118023 h 141753"/>
              <a:gd name="csX17" fmla="*/ 38173 w 145323"/>
              <a:gd name="csY17" fmla="*/ 125814 h 141753"/>
              <a:gd name="csX18" fmla="*/ 38920 w 145323"/>
              <a:gd name="csY18" fmla="*/ 130458 h 141753"/>
              <a:gd name="csX19" fmla="*/ 38920 w 145323"/>
              <a:gd name="csY19" fmla="*/ 130526 h 141753"/>
              <a:gd name="csX20" fmla="*/ 57349 w 145323"/>
              <a:gd name="csY20" fmla="*/ 141754 h 141753"/>
              <a:gd name="csX21" fmla="*/ 77978 w 145323"/>
              <a:gd name="csY21" fmla="*/ 121561 h 141753"/>
              <a:gd name="csX22" fmla="*/ 77978 w 145323"/>
              <a:gd name="csY22" fmla="*/ 65322 h 141753"/>
              <a:gd name="csX23" fmla="*/ 58484 w 145323"/>
              <a:gd name="csY23" fmla="*/ 74424 h 141753"/>
              <a:gd name="csX24" fmla="*/ 53167 w 145323"/>
              <a:gd name="csY24" fmla="*/ 69099 h 141753"/>
              <a:gd name="csX25" fmla="*/ 58484 w 145323"/>
              <a:gd name="csY25" fmla="*/ 63792 h 141753"/>
              <a:gd name="csX26" fmla="*/ 77978 w 145323"/>
              <a:gd name="csY26" fmla="*/ 40759 h 141753"/>
              <a:gd name="csX27" fmla="*/ 77978 w 145323"/>
              <a:gd name="csY27" fmla="*/ 23220 h 141753"/>
              <a:gd name="csX28" fmla="*/ 54302 w 145323"/>
              <a:gd name="csY28" fmla="*/ 0 h 141753"/>
              <a:gd name="csX29" fmla="*/ 116967 w 145323"/>
              <a:gd name="csY29" fmla="*/ 7093 h 141753"/>
              <a:gd name="csX30" fmla="*/ 109699 w 145323"/>
              <a:gd name="csY30" fmla="*/ 9101 h 141753"/>
              <a:gd name="csX31" fmla="*/ 104495 w 145323"/>
              <a:gd name="csY31" fmla="*/ 14562 h 141753"/>
              <a:gd name="csX32" fmla="*/ 102827 w 145323"/>
              <a:gd name="csY32" fmla="*/ 21927 h 141753"/>
              <a:gd name="csX33" fmla="*/ 105170 w 145323"/>
              <a:gd name="csY33" fmla="*/ 29089 h 141753"/>
              <a:gd name="csX34" fmla="*/ 94316 w 145323"/>
              <a:gd name="csY34" fmla="*/ 39942 h 141753"/>
              <a:gd name="csX35" fmla="*/ 88611 w 145323"/>
              <a:gd name="csY35" fmla="*/ 42494 h 141753"/>
              <a:gd name="csX36" fmla="*/ 88611 w 145323"/>
              <a:gd name="csY36" fmla="*/ 53126 h 141753"/>
              <a:gd name="csX37" fmla="*/ 101834 w 145323"/>
              <a:gd name="csY37" fmla="*/ 47461 h 141753"/>
              <a:gd name="csX38" fmla="*/ 114143 w 145323"/>
              <a:gd name="csY38" fmla="*/ 35145 h 141753"/>
              <a:gd name="csX39" fmla="*/ 116967 w 145323"/>
              <a:gd name="csY39" fmla="*/ 35434 h 141753"/>
              <a:gd name="csX40" fmla="*/ 126993 w 145323"/>
              <a:gd name="csY40" fmla="*/ 31283 h 141753"/>
              <a:gd name="csX41" fmla="*/ 131144 w 145323"/>
              <a:gd name="csY41" fmla="*/ 21264 h 141753"/>
              <a:gd name="csX42" fmla="*/ 126993 w 145323"/>
              <a:gd name="csY42" fmla="*/ 11245 h 141753"/>
              <a:gd name="csX43" fmla="*/ 116967 w 145323"/>
              <a:gd name="csY43" fmla="*/ 7093 h 141753"/>
              <a:gd name="csX44" fmla="*/ 47877 w 145323"/>
              <a:gd name="csY44" fmla="*/ 28357 h 141753"/>
              <a:gd name="csX45" fmla="*/ 53063 w 145323"/>
              <a:gd name="csY45" fmla="*/ 32644 h 141753"/>
              <a:gd name="csX46" fmla="*/ 48874 w 145323"/>
              <a:gd name="csY46" fmla="*/ 38888 h 141753"/>
              <a:gd name="csX47" fmla="*/ 38886 w 145323"/>
              <a:gd name="csY47" fmla="*/ 53908 h 141753"/>
              <a:gd name="csX48" fmla="*/ 34697 w 145323"/>
              <a:gd name="csY48" fmla="*/ 60151 h 141753"/>
              <a:gd name="csX49" fmla="*/ 33673 w 145323"/>
              <a:gd name="csY49" fmla="*/ 60253 h 141753"/>
              <a:gd name="csX50" fmla="*/ 28460 w 145323"/>
              <a:gd name="csY50" fmla="*/ 55949 h 141753"/>
              <a:gd name="csX51" fmla="*/ 46826 w 145323"/>
              <a:gd name="csY51" fmla="*/ 28460 h 141753"/>
              <a:gd name="csX52" fmla="*/ 47877 w 145323"/>
              <a:gd name="csY52" fmla="*/ 28357 h 141753"/>
              <a:gd name="csX53" fmla="*/ 131144 w 145323"/>
              <a:gd name="csY53" fmla="*/ 56698 h 141753"/>
              <a:gd name="csX54" fmla="*/ 123226 w 145323"/>
              <a:gd name="csY54" fmla="*/ 59131 h 141753"/>
              <a:gd name="csX55" fmla="*/ 118012 w 145323"/>
              <a:gd name="csY55" fmla="*/ 65561 h 141753"/>
              <a:gd name="csX56" fmla="*/ 88611 w 145323"/>
              <a:gd name="csY56" fmla="*/ 65561 h 141753"/>
              <a:gd name="csX57" fmla="*/ 88611 w 145323"/>
              <a:gd name="csY57" fmla="*/ 76193 h 141753"/>
              <a:gd name="csX58" fmla="*/ 118019 w 145323"/>
              <a:gd name="csY58" fmla="*/ 76193 h 141753"/>
              <a:gd name="csX59" fmla="*/ 123230 w 145323"/>
              <a:gd name="csY59" fmla="*/ 82623 h 141753"/>
              <a:gd name="csX60" fmla="*/ 131144 w 145323"/>
              <a:gd name="csY60" fmla="*/ 85056 h 141753"/>
              <a:gd name="csX61" fmla="*/ 141170 w 145323"/>
              <a:gd name="csY61" fmla="*/ 80905 h 141753"/>
              <a:gd name="csX62" fmla="*/ 145323 w 145323"/>
              <a:gd name="csY62" fmla="*/ 70885 h 141753"/>
              <a:gd name="csX63" fmla="*/ 141170 w 145323"/>
              <a:gd name="csY63" fmla="*/ 60849 h 141753"/>
              <a:gd name="csX64" fmla="*/ 131144 w 145323"/>
              <a:gd name="csY64" fmla="*/ 56698 h 141753"/>
              <a:gd name="csX65" fmla="*/ 44527 w 145323"/>
              <a:gd name="csY65" fmla="*/ 88594 h 141753"/>
              <a:gd name="csX66" fmla="*/ 45579 w 145323"/>
              <a:gd name="csY66" fmla="*/ 88730 h 141753"/>
              <a:gd name="csX67" fmla="*/ 60153 w 145323"/>
              <a:gd name="csY67" fmla="*/ 116203 h 141753"/>
              <a:gd name="csX68" fmla="*/ 54940 w 145323"/>
              <a:gd name="csY68" fmla="*/ 120490 h 141753"/>
              <a:gd name="csX69" fmla="*/ 53914 w 145323"/>
              <a:gd name="csY69" fmla="*/ 120388 h 141753"/>
              <a:gd name="csX70" fmla="*/ 49727 w 145323"/>
              <a:gd name="csY70" fmla="*/ 114162 h 141753"/>
              <a:gd name="csX71" fmla="*/ 42955 w 145323"/>
              <a:gd name="csY71" fmla="*/ 99056 h 141753"/>
              <a:gd name="csX72" fmla="*/ 39204 w 145323"/>
              <a:gd name="csY72" fmla="*/ 92557 h 141753"/>
              <a:gd name="csX73" fmla="*/ 44527 w 145323"/>
              <a:gd name="csY73" fmla="*/ 88594 h 141753"/>
              <a:gd name="csX74" fmla="*/ 88611 w 145323"/>
              <a:gd name="csY74" fmla="*/ 88628 h 141753"/>
              <a:gd name="csX75" fmla="*/ 88611 w 145323"/>
              <a:gd name="csY75" fmla="*/ 99260 h 141753"/>
              <a:gd name="csX76" fmla="*/ 94316 w 145323"/>
              <a:gd name="csY76" fmla="*/ 101829 h 141753"/>
              <a:gd name="csX77" fmla="*/ 105163 w 145323"/>
              <a:gd name="csY77" fmla="*/ 112665 h 141753"/>
              <a:gd name="csX78" fmla="*/ 102817 w 145323"/>
              <a:gd name="csY78" fmla="*/ 119826 h 141753"/>
              <a:gd name="csX79" fmla="*/ 104484 w 145323"/>
              <a:gd name="csY79" fmla="*/ 127192 h 141753"/>
              <a:gd name="csX80" fmla="*/ 109692 w 145323"/>
              <a:gd name="csY80" fmla="*/ 132653 h 141753"/>
              <a:gd name="csX81" fmla="*/ 116967 w 145323"/>
              <a:gd name="csY81" fmla="*/ 134677 h 141753"/>
              <a:gd name="csX82" fmla="*/ 126993 w 145323"/>
              <a:gd name="csY82" fmla="*/ 130526 h 141753"/>
              <a:gd name="csX83" fmla="*/ 131144 w 145323"/>
              <a:gd name="csY83" fmla="*/ 120490 h 141753"/>
              <a:gd name="csX84" fmla="*/ 126993 w 145323"/>
              <a:gd name="csY84" fmla="*/ 110470 h 141753"/>
              <a:gd name="csX85" fmla="*/ 116967 w 145323"/>
              <a:gd name="csY85" fmla="*/ 106319 h 141753"/>
              <a:gd name="csX86" fmla="*/ 114136 w 145323"/>
              <a:gd name="csY86" fmla="*/ 106608 h 141753"/>
              <a:gd name="csX87" fmla="*/ 101834 w 145323"/>
              <a:gd name="csY87" fmla="*/ 94309 h 141753"/>
              <a:gd name="csX88" fmla="*/ 88611 w 145323"/>
              <a:gd name="csY88" fmla="*/ 88628 h 141753"/>
            </a:gdLst>
            <a:ahLst/>
            <a:cxnLst/>
            <a:rect l="l" t="t" r="r" b="b"/>
            <a:pathLst>
              <a:path w="100000" h="100000">
                <a:moveTo>
                  <a:pt x="37366" y="1228"/>
                </a:moveTo>
                <a:cubicBezTo>
                  <a:pt x="29562" y="1228"/>
                  <a:pt x="23023" y="6613"/>
                  <a:pt x="21437" y="13789"/>
                </a:cubicBezTo>
                <a:cubicBezTo>
                  <a:pt x="11680" y="15322"/>
                  <a:pt x="4220" y="23633"/>
                  <a:pt x="4220" y="33583"/>
                </a:cubicBezTo>
                <a:cubicBezTo>
                  <a:pt x="4220" y="34496"/>
                  <a:pt x="4293" y="35420"/>
                  <a:pt x="4439" y="36345"/>
                </a:cubicBezTo>
                <a:cubicBezTo>
                  <a:pt x="1512" y="40419"/>
                  <a:pt x="0" y="45102"/>
                  <a:pt x="0" y="50006"/>
                </a:cubicBezTo>
                <a:cubicBezTo>
                  <a:pt x="0" y="54513"/>
                  <a:pt x="953" y="58609"/>
                  <a:pt x="2781" y="62075"/>
                </a:cubicBezTo>
                <a:cubicBezTo>
                  <a:pt x="5537" y="57263"/>
                  <a:pt x="10095" y="53541"/>
                  <a:pt x="15120" y="52511"/>
                </a:cubicBezTo>
                <a:cubicBezTo>
                  <a:pt x="17096" y="52125"/>
                  <a:pt x="19050" y="53389"/>
                  <a:pt x="19441" y="55367"/>
                </a:cubicBezTo>
                <a:cubicBezTo>
                  <a:pt x="19831" y="57345"/>
                  <a:pt x="18563" y="59300"/>
                  <a:pt x="16587" y="59686"/>
                </a:cubicBezTo>
                <a:cubicBezTo>
                  <a:pt x="12856" y="60436"/>
                  <a:pt x="9269" y="64299"/>
                  <a:pt x="7902" y="68490"/>
                </a:cubicBezTo>
                <a:lnTo>
                  <a:pt x="7927" y="68513"/>
                </a:lnTo>
                <a:cubicBezTo>
                  <a:pt x="7610" y="69847"/>
                  <a:pt x="7441" y="71193"/>
                  <a:pt x="7441" y="72563"/>
                </a:cubicBezTo>
                <a:cubicBezTo>
                  <a:pt x="7441" y="80125"/>
                  <a:pt x="12246" y="86633"/>
                  <a:pt x="19027" y="89291"/>
                </a:cubicBezTo>
                <a:cubicBezTo>
                  <a:pt x="18978" y="88799"/>
                  <a:pt x="18951" y="88284"/>
                  <a:pt x="18951" y="87804"/>
                </a:cubicBezTo>
                <a:cubicBezTo>
                  <a:pt x="18951" y="84608"/>
                  <a:pt x="19803" y="81483"/>
                  <a:pt x="21413" y="78732"/>
                </a:cubicBezTo>
                <a:cubicBezTo>
                  <a:pt x="22462" y="76976"/>
                  <a:pt x="24707" y="76414"/>
                  <a:pt x="26438" y="77432"/>
                </a:cubicBezTo>
                <a:cubicBezTo>
                  <a:pt x="28170" y="78462"/>
                  <a:pt x="28755" y="80710"/>
                  <a:pt x="27730" y="82443"/>
                </a:cubicBezTo>
                <a:cubicBezTo>
                  <a:pt x="26754" y="84070"/>
                  <a:pt x="26268" y="85920"/>
                  <a:pt x="26268" y="87804"/>
                </a:cubicBezTo>
                <a:cubicBezTo>
                  <a:pt x="26268" y="88927"/>
                  <a:pt x="26440" y="89993"/>
                  <a:pt x="26782" y="90999"/>
                </a:cubicBezTo>
                <a:lnTo>
                  <a:pt x="26782" y="91046"/>
                </a:lnTo>
                <a:cubicBezTo>
                  <a:pt x="29123" y="95682"/>
                  <a:pt x="33975" y="98772"/>
                  <a:pt x="39463" y="98772"/>
                </a:cubicBezTo>
                <a:cubicBezTo>
                  <a:pt x="47292" y="98772"/>
                  <a:pt x="53658" y="92533"/>
                  <a:pt x="53658" y="84877"/>
                </a:cubicBezTo>
                <a:lnTo>
                  <a:pt x="53658" y="46178"/>
                </a:lnTo>
                <a:cubicBezTo>
                  <a:pt x="50049" y="49901"/>
                  <a:pt x="45391" y="52441"/>
                  <a:pt x="40244" y="52441"/>
                </a:cubicBezTo>
                <a:cubicBezTo>
                  <a:pt x="38220" y="52441"/>
                  <a:pt x="36585" y="50802"/>
                  <a:pt x="36585" y="48777"/>
                </a:cubicBezTo>
                <a:cubicBezTo>
                  <a:pt x="36585" y="46763"/>
                  <a:pt x="38220" y="45125"/>
                  <a:pt x="40244" y="45125"/>
                </a:cubicBezTo>
                <a:cubicBezTo>
                  <a:pt x="47341" y="45125"/>
                  <a:pt x="53658" y="36275"/>
                  <a:pt x="53658" y="29275"/>
                </a:cubicBezTo>
                <a:lnTo>
                  <a:pt x="53658" y="17206"/>
                </a:lnTo>
                <a:cubicBezTo>
                  <a:pt x="53658" y="8404"/>
                  <a:pt x="46342" y="1228"/>
                  <a:pt x="37366" y="1228"/>
                </a:cubicBezTo>
                <a:close/>
                <a:moveTo>
                  <a:pt x="80488" y="6109"/>
                </a:moveTo>
                <a:cubicBezTo>
                  <a:pt x="78726" y="6109"/>
                  <a:pt x="76998" y="6589"/>
                  <a:pt x="75486" y="7491"/>
                </a:cubicBezTo>
                <a:cubicBezTo>
                  <a:pt x="73975" y="8404"/>
                  <a:pt x="72737" y="9703"/>
                  <a:pt x="71905" y="11249"/>
                </a:cubicBezTo>
                <a:cubicBezTo>
                  <a:pt x="71073" y="12805"/>
                  <a:pt x="70676" y="14549"/>
                  <a:pt x="70758" y="16317"/>
                </a:cubicBezTo>
                <a:cubicBezTo>
                  <a:pt x="70839" y="18073"/>
                  <a:pt x="71397" y="19782"/>
                  <a:pt x="72370" y="21245"/>
                </a:cubicBezTo>
                <a:lnTo>
                  <a:pt x="64901" y="28713"/>
                </a:lnTo>
                <a:cubicBezTo>
                  <a:pt x="63852" y="29755"/>
                  <a:pt x="62463" y="30399"/>
                  <a:pt x="60975" y="30469"/>
                </a:cubicBezTo>
                <a:lnTo>
                  <a:pt x="60975" y="37785"/>
                </a:lnTo>
                <a:cubicBezTo>
                  <a:pt x="64414" y="37715"/>
                  <a:pt x="67636" y="36322"/>
                  <a:pt x="70074" y="33887"/>
                </a:cubicBezTo>
                <a:lnTo>
                  <a:pt x="78544" y="25412"/>
                </a:lnTo>
                <a:cubicBezTo>
                  <a:pt x="79184" y="25541"/>
                  <a:pt x="79835" y="25611"/>
                  <a:pt x="80488" y="25611"/>
                </a:cubicBezTo>
                <a:cubicBezTo>
                  <a:pt x="83075" y="25611"/>
                  <a:pt x="85557" y="24593"/>
                  <a:pt x="87387" y="22755"/>
                </a:cubicBezTo>
                <a:cubicBezTo>
                  <a:pt x="89216" y="20929"/>
                  <a:pt x="90243" y="18447"/>
                  <a:pt x="90243" y="15861"/>
                </a:cubicBezTo>
                <a:cubicBezTo>
                  <a:pt x="90243" y="13273"/>
                  <a:pt x="89216" y="10792"/>
                  <a:pt x="87387" y="8966"/>
                </a:cubicBezTo>
                <a:cubicBezTo>
                  <a:pt x="85557" y="7128"/>
                  <a:pt x="83075" y="6109"/>
                  <a:pt x="80488" y="6109"/>
                </a:cubicBezTo>
                <a:close/>
                <a:moveTo>
                  <a:pt x="32945" y="20741"/>
                </a:moveTo>
                <a:cubicBezTo>
                  <a:pt x="34631" y="20753"/>
                  <a:pt x="36172" y="21936"/>
                  <a:pt x="36514" y="23691"/>
                </a:cubicBezTo>
                <a:cubicBezTo>
                  <a:pt x="36904" y="25670"/>
                  <a:pt x="35632" y="27590"/>
                  <a:pt x="33631" y="27988"/>
                </a:cubicBezTo>
                <a:cubicBezTo>
                  <a:pt x="25266" y="29662"/>
                  <a:pt x="26587" y="37422"/>
                  <a:pt x="26758" y="38324"/>
                </a:cubicBezTo>
                <a:cubicBezTo>
                  <a:pt x="27148" y="40302"/>
                  <a:pt x="25875" y="42222"/>
                  <a:pt x="23876" y="42620"/>
                </a:cubicBezTo>
                <a:cubicBezTo>
                  <a:pt x="23656" y="42666"/>
                  <a:pt x="23415" y="42690"/>
                  <a:pt x="23171" y="42690"/>
                </a:cubicBezTo>
                <a:cubicBezTo>
                  <a:pt x="21463" y="42690"/>
                  <a:pt x="19925" y="41484"/>
                  <a:pt x="19584" y="39728"/>
                </a:cubicBezTo>
                <a:cubicBezTo>
                  <a:pt x="18315" y="33395"/>
                  <a:pt x="20637" y="23130"/>
                  <a:pt x="32222" y="20812"/>
                </a:cubicBezTo>
                <a:cubicBezTo>
                  <a:pt x="32466" y="20765"/>
                  <a:pt x="32706" y="20741"/>
                  <a:pt x="32945" y="20741"/>
                </a:cubicBezTo>
                <a:close/>
                <a:moveTo>
                  <a:pt x="90243" y="40243"/>
                </a:moveTo>
                <a:cubicBezTo>
                  <a:pt x="88301" y="40243"/>
                  <a:pt x="86405" y="40829"/>
                  <a:pt x="84795" y="41918"/>
                </a:cubicBezTo>
                <a:cubicBezTo>
                  <a:pt x="83184" y="43006"/>
                  <a:pt x="81936" y="44539"/>
                  <a:pt x="81207" y="46342"/>
                </a:cubicBezTo>
                <a:lnTo>
                  <a:pt x="60975" y="46342"/>
                </a:lnTo>
                <a:lnTo>
                  <a:pt x="60975" y="53658"/>
                </a:lnTo>
                <a:lnTo>
                  <a:pt x="81212" y="53658"/>
                </a:lnTo>
                <a:cubicBezTo>
                  <a:pt x="81940" y="55461"/>
                  <a:pt x="83188" y="57006"/>
                  <a:pt x="84797" y="58083"/>
                </a:cubicBezTo>
                <a:cubicBezTo>
                  <a:pt x="86405" y="59172"/>
                  <a:pt x="88303" y="59757"/>
                  <a:pt x="90243" y="59757"/>
                </a:cubicBezTo>
                <a:cubicBezTo>
                  <a:pt x="92830" y="59757"/>
                  <a:pt x="95313" y="58727"/>
                  <a:pt x="97142" y="56901"/>
                </a:cubicBezTo>
                <a:cubicBezTo>
                  <a:pt x="98973" y="55075"/>
                  <a:pt x="100000" y="52593"/>
                  <a:pt x="100000" y="50006"/>
                </a:cubicBezTo>
                <a:cubicBezTo>
                  <a:pt x="100000" y="47419"/>
                  <a:pt x="98973" y="44938"/>
                  <a:pt x="97142" y="43100"/>
                </a:cubicBezTo>
                <a:cubicBezTo>
                  <a:pt x="95313" y="41274"/>
                  <a:pt x="92830" y="40243"/>
                  <a:pt x="90243" y="40243"/>
                </a:cubicBezTo>
                <a:close/>
                <a:moveTo>
                  <a:pt x="30640" y="62192"/>
                </a:moveTo>
                <a:cubicBezTo>
                  <a:pt x="30880" y="62192"/>
                  <a:pt x="31120" y="62227"/>
                  <a:pt x="31364" y="62285"/>
                </a:cubicBezTo>
                <a:cubicBezTo>
                  <a:pt x="35925" y="63432"/>
                  <a:pt x="43855" y="68852"/>
                  <a:pt x="41393" y="81190"/>
                </a:cubicBezTo>
                <a:cubicBezTo>
                  <a:pt x="41051" y="82946"/>
                  <a:pt x="39512" y="84140"/>
                  <a:pt x="37805" y="84140"/>
                </a:cubicBezTo>
                <a:cubicBezTo>
                  <a:pt x="37560" y="84140"/>
                  <a:pt x="37320" y="84117"/>
                  <a:pt x="37099" y="84070"/>
                </a:cubicBezTo>
                <a:cubicBezTo>
                  <a:pt x="35100" y="83683"/>
                  <a:pt x="33827" y="81752"/>
                  <a:pt x="34218" y="79786"/>
                </a:cubicBezTo>
                <a:cubicBezTo>
                  <a:pt x="35853" y="71592"/>
                  <a:pt x="30608" y="69683"/>
                  <a:pt x="29558" y="69391"/>
                </a:cubicBezTo>
                <a:cubicBezTo>
                  <a:pt x="27632" y="68852"/>
                  <a:pt x="26464" y="66850"/>
                  <a:pt x="26977" y="64919"/>
                </a:cubicBezTo>
                <a:cubicBezTo>
                  <a:pt x="27426" y="63234"/>
                  <a:pt x="28957" y="62110"/>
                  <a:pt x="30640" y="62192"/>
                </a:cubicBezTo>
                <a:close/>
                <a:moveTo>
                  <a:pt x="60975" y="62215"/>
                </a:moveTo>
                <a:lnTo>
                  <a:pt x="60975" y="69531"/>
                </a:lnTo>
                <a:cubicBezTo>
                  <a:pt x="62463" y="69613"/>
                  <a:pt x="63852" y="70245"/>
                  <a:pt x="64901" y="71299"/>
                </a:cubicBezTo>
                <a:lnTo>
                  <a:pt x="72365" y="78756"/>
                </a:lnTo>
                <a:cubicBezTo>
                  <a:pt x="71391" y="80219"/>
                  <a:pt x="70833" y="81927"/>
                  <a:pt x="70751" y="83683"/>
                </a:cubicBezTo>
                <a:cubicBezTo>
                  <a:pt x="70667" y="85451"/>
                  <a:pt x="71064" y="87195"/>
                  <a:pt x="71898" y="88752"/>
                </a:cubicBezTo>
                <a:cubicBezTo>
                  <a:pt x="72730" y="90309"/>
                  <a:pt x="73969" y="91608"/>
                  <a:pt x="75482" y="92510"/>
                </a:cubicBezTo>
                <a:cubicBezTo>
                  <a:pt x="76994" y="93422"/>
                  <a:pt x="78725" y="93903"/>
                  <a:pt x="80488" y="93903"/>
                </a:cubicBezTo>
                <a:cubicBezTo>
                  <a:pt x="83075" y="93903"/>
                  <a:pt x="85557" y="92872"/>
                  <a:pt x="87387" y="91046"/>
                </a:cubicBezTo>
                <a:cubicBezTo>
                  <a:pt x="89216" y="89208"/>
                  <a:pt x="90243" y="86727"/>
                  <a:pt x="90243" y="84140"/>
                </a:cubicBezTo>
                <a:cubicBezTo>
                  <a:pt x="90243" y="81553"/>
                  <a:pt x="89216" y="79071"/>
                  <a:pt x="87387" y="77245"/>
                </a:cubicBezTo>
                <a:cubicBezTo>
                  <a:pt x="85557" y="75419"/>
                  <a:pt x="83075" y="74389"/>
                  <a:pt x="80488" y="74389"/>
                </a:cubicBezTo>
                <a:cubicBezTo>
                  <a:pt x="79833" y="74389"/>
                  <a:pt x="79180" y="74460"/>
                  <a:pt x="78540" y="74588"/>
                </a:cubicBezTo>
                <a:lnTo>
                  <a:pt x="70074" y="66124"/>
                </a:lnTo>
                <a:cubicBezTo>
                  <a:pt x="67636" y="63678"/>
                  <a:pt x="64414" y="62297"/>
                  <a:pt x="60975" y="6221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808" name="Чёрный — SVG 89">
            <a:extLst>
              <a:ext uri="{FF2B5EF4-FFF2-40B4-BE49-F238E27FC236}">
                <a16:creationId xmlns:a16="http://schemas.microsoft.com/office/drawing/2014/main" id="{7D8A4AA8-1968-0647-A9BF-5C1287DF3572}"/>
              </a:ext>
            </a:extLst>
          </p:cNvPr>
          <p:cNvSpPr>
            <a:spLocks noGrp="1"/>
          </p:cNvSpPr>
          <p:nvPr/>
        </p:nvSpPr>
        <p:spPr>
          <a:xfrm>
            <a:off x="10020000" y="3990000"/>
            <a:ext cx="220000" cy="220000"/>
          </a:xfrm>
          <a:custGeom>
            <a:avLst/>
            <a:gdLst>
              <a:gd name="csX0" fmla="*/ 127958 w 141772"/>
              <a:gd name="csY0" fmla="*/ 17725 h 106319"/>
              <a:gd name="csX1" fmla="*/ 13815 w 141772"/>
              <a:gd name="csY1" fmla="*/ 17725 h 106319"/>
              <a:gd name="csX2" fmla="*/ 27817 w 141772"/>
              <a:gd name="csY2" fmla="*/ 5035 h 106319"/>
              <a:gd name="csX3" fmla="*/ 40900 w 141772"/>
              <a:gd name="csY3" fmla="*/ 0 h 106319"/>
              <a:gd name="csX4" fmla="*/ 100873 w 141772"/>
              <a:gd name="csY4" fmla="*/ 0 h 106319"/>
              <a:gd name="csX5" fmla="*/ 113956 w 141772"/>
              <a:gd name="csY5" fmla="*/ 5035 h 106319"/>
              <a:gd name="csX6" fmla="*/ 127958 w 141772"/>
              <a:gd name="csY6" fmla="*/ 17725 h 106319"/>
              <a:gd name="csX7" fmla="*/ 141773 w 141772"/>
              <a:gd name="csY7" fmla="*/ 35928 h 106319"/>
              <a:gd name="csX8" fmla="*/ 141773 w 141772"/>
              <a:gd name="csY8" fmla="*/ 95194 h 106319"/>
              <a:gd name="csX9" fmla="*/ 130867 w 141772"/>
              <a:gd name="csY9" fmla="*/ 106319 h 106319"/>
              <a:gd name="csX10" fmla="*/ 101009 w 141772"/>
              <a:gd name="csY10" fmla="*/ 106319 h 106319"/>
              <a:gd name="csX11" fmla="*/ 84353 w 141772"/>
              <a:gd name="csY11" fmla="*/ 98443 h 106319"/>
              <a:gd name="csX12" fmla="*/ 78653 w 141772"/>
              <a:gd name="csY12" fmla="*/ 91605 h 106319"/>
              <a:gd name="csX13" fmla="*/ 70895 w 141772"/>
              <a:gd name="csY13" fmla="*/ 87930 h 106319"/>
              <a:gd name="csX14" fmla="*/ 63120 w 141772"/>
              <a:gd name="csY14" fmla="*/ 91605 h 106319"/>
              <a:gd name="csX15" fmla="*/ 57420 w 141772"/>
              <a:gd name="csY15" fmla="*/ 98443 h 106319"/>
              <a:gd name="csX16" fmla="*/ 40764 w 141772"/>
              <a:gd name="csY16" fmla="*/ 106319 h 106319"/>
              <a:gd name="csX17" fmla="*/ 10922 w 141772"/>
              <a:gd name="csY17" fmla="*/ 106319 h 106319"/>
              <a:gd name="csX18" fmla="*/ 0 w 141772"/>
              <a:gd name="csY18" fmla="*/ 95194 h 106319"/>
              <a:gd name="csX19" fmla="*/ 0 w 141772"/>
              <a:gd name="csY19" fmla="*/ 35928 h 106319"/>
              <a:gd name="csX20" fmla="*/ 10922 w 141772"/>
              <a:gd name="csY20" fmla="*/ 24802 h 106319"/>
              <a:gd name="csX21" fmla="*/ 130867 w 141772"/>
              <a:gd name="csY21" fmla="*/ 24802 h 106319"/>
              <a:gd name="csX22" fmla="*/ 141773 w 141772"/>
              <a:gd name="csY22" fmla="*/ 35928 h 106319"/>
              <a:gd name="csX23" fmla="*/ 38110 w 141772"/>
              <a:gd name="csY23" fmla="*/ 46066 h 106319"/>
              <a:gd name="csX24" fmla="*/ 21267 w 141772"/>
              <a:gd name="csY24" fmla="*/ 62907 h 106319"/>
              <a:gd name="csX25" fmla="*/ 38110 w 141772"/>
              <a:gd name="csY25" fmla="*/ 79731 h 106319"/>
              <a:gd name="csX26" fmla="*/ 54936 w 141772"/>
              <a:gd name="csY26" fmla="*/ 62907 h 106319"/>
              <a:gd name="csX27" fmla="*/ 38110 w 141772"/>
              <a:gd name="csY27" fmla="*/ 46066 h 106319"/>
              <a:gd name="csX28" fmla="*/ 103680 w 141772"/>
              <a:gd name="csY28" fmla="*/ 46066 h 106319"/>
              <a:gd name="csX29" fmla="*/ 86837 w 141772"/>
              <a:gd name="csY29" fmla="*/ 62907 h 106319"/>
              <a:gd name="csX30" fmla="*/ 103680 w 141772"/>
              <a:gd name="csY30" fmla="*/ 79731 h 106319"/>
              <a:gd name="csX31" fmla="*/ 120506 w 141772"/>
              <a:gd name="csY31" fmla="*/ 62907 h 106319"/>
              <a:gd name="csX32" fmla="*/ 103680 w 141772"/>
              <a:gd name="csY32" fmla="*/ 46066 h 106319"/>
            </a:gdLst>
            <a:ahLst/>
            <a:cxnLst/>
            <a:rect l="l" t="t" r="r" b="b"/>
            <a:pathLst>
              <a:path w="100000" h="100000">
                <a:moveTo>
                  <a:pt x="90256" y="25006"/>
                </a:moveTo>
                <a:lnTo>
                  <a:pt x="9745" y="25006"/>
                </a:lnTo>
                <a:lnTo>
                  <a:pt x="19621" y="16055"/>
                </a:lnTo>
                <a:cubicBezTo>
                  <a:pt x="22153" y="13751"/>
                  <a:pt x="25429" y="12504"/>
                  <a:pt x="28849" y="12504"/>
                </a:cubicBezTo>
                <a:lnTo>
                  <a:pt x="71152" y="12504"/>
                </a:lnTo>
                <a:cubicBezTo>
                  <a:pt x="74583" y="12504"/>
                  <a:pt x="77860" y="13751"/>
                  <a:pt x="80380" y="16055"/>
                </a:cubicBezTo>
                <a:lnTo>
                  <a:pt x="90256" y="25006"/>
                </a:lnTo>
                <a:close/>
                <a:moveTo>
                  <a:pt x="100001" y="37846"/>
                </a:moveTo>
                <a:lnTo>
                  <a:pt x="100001" y="79649"/>
                </a:lnTo>
                <a:cubicBezTo>
                  <a:pt x="100001" y="83993"/>
                  <a:pt x="96556" y="87496"/>
                  <a:pt x="92308" y="87496"/>
                </a:cubicBezTo>
                <a:lnTo>
                  <a:pt x="71247" y="87496"/>
                </a:lnTo>
                <a:cubicBezTo>
                  <a:pt x="66699" y="87496"/>
                  <a:pt x="62427" y="85469"/>
                  <a:pt x="59499" y="81941"/>
                </a:cubicBezTo>
                <a:lnTo>
                  <a:pt x="55479" y="77118"/>
                </a:lnTo>
                <a:cubicBezTo>
                  <a:pt x="54050" y="75378"/>
                  <a:pt x="52022" y="74526"/>
                  <a:pt x="50006" y="74526"/>
                </a:cubicBezTo>
                <a:cubicBezTo>
                  <a:pt x="47978" y="74526"/>
                  <a:pt x="45950" y="75378"/>
                  <a:pt x="44522" y="77118"/>
                </a:cubicBezTo>
                <a:lnTo>
                  <a:pt x="40502" y="81941"/>
                </a:lnTo>
                <a:cubicBezTo>
                  <a:pt x="37574" y="85469"/>
                  <a:pt x="33301" y="87496"/>
                  <a:pt x="28753" y="87496"/>
                </a:cubicBezTo>
                <a:lnTo>
                  <a:pt x="7704" y="87496"/>
                </a:lnTo>
                <a:cubicBezTo>
                  <a:pt x="3444" y="87496"/>
                  <a:pt x="0" y="83993"/>
                  <a:pt x="0" y="79649"/>
                </a:cubicBezTo>
                <a:lnTo>
                  <a:pt x="0" y="37846"/>
                </a:lnTo>
                <a:cubicBezTo>
                  <a:pt x="0" y="33501"/>
                  <a:pt x="3444" y="29998"/>
                  <a:pt x="7704" y="29998"/>
                </a:cubicBezTo>
                <a:lnTo>
                  <a:pt x="92308" y="29998"/>
                </a:lnTo>
                <a:cubicBezTo>
                  <a:pt x="96556" y="29998"/>
                  <a:pt x="100001" y="33501"/>
                  <a:pt x="100001" y="37846"/>
                </a:cubicBezTo>
                <a:close/>
                <a:moveTo>
                  <a:pt x="26881" y="44997"/>
                </a:moveTo>
                <a:cubicBezTo>
                  <a:pt x="20317" y="44997"/>
                  <a:pt x="15001" y="50312"/>
                  <a:pt x="15001" y="56875"/>
                </a:cubicBezTo>
                <a:cubicBezTo>
                  <a:pt x="15001" y="63427"/>
                  <a:pt x="20317" y="68742"/>
                  <a:pt x="26881" y="68742"/>
                </a:cubicBezTo>
                <a:cubicBezTo>
                  <a:pt x="33434" y="68742"/>
                  <a:pt x="38750" y="63427"/>
                  <a:pt x="38750" y="56875"/>
                </a:cubicBezTo>
                <a:cubicBezTo>
                  <a:pt x="38750" y="50312"/>
                  <a:pt x="33434" y="44997"/>
                  <a:pt x="26881" y="44997"/>
                </a:cubicBezTo>
                <a:close/>
                <a:moveTo>
                  <a:pt x="73132" y="44997"/>
                </a:moveTo>
                <a:cubicBezTo>
                  <a:pt x="66567" y="44997"/>
                  <a:pt x="61251" y="50312"/>
                  <a:pt x="61251" y="56875"/>
                </a:cubicBezTo>
                <a:cubicBezTo>
                  <a:pt x="61251" y="63427"/>
                  <a:pt x="66567" y="68742"/>
                  <a:pt x="73132" y="68742"/>
                </a:cubicBezTo>
                <a:cubicBezTo>
                  <a:pt x="79684" y="68742"/>
                  <a:pt x="85000" y="63427"/>
                  <a:pt x="85000" y="56875"/>
                </a:cubicBezTo>
                <a:cubicBezTo>
                  <a:pt x="85000" y="50312"/>
                  <a:pt x="79684" y="44997"/>
                  <a:pt x="73132" y="4499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6750774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DCDB11FA-3C65-3444-95FD-A7E879E30B7A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10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81E5C07F-A32E-8E4D-BE9F-A861195E19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252000"/>
            <a:ext cx="9533300" cy="393698"/>
          </a:xfrm>
        </p:spPr>
        <p:txBody>
          <a:bodyPr/>
          <a:lstStyle/>
          <a:p>
            <a:r>
              <a:t>Документы, графики и схемы</a:t>
            </a:r>
          </a:p>
        </p:txBody>
      </p:sp>
      <p:sp>
        <p:nvSpPr>
          <p:cNvPr id="482" name="Красный — SVG 1">
            <a:extLst>
              <a:ext uri="{FF2B5EF4-FFF2-40B4-BE49-F238E27FC236}">
                <a16:creationId xmlns:a16="http://schemas.microsoft.com/office/drawing/2014/main" id="{920A4512-46AD-AD4D-9312-BA1A2F8DA58A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15950 w 148867"/>
              <a:gd name="csY0" fmla="*/ 0 h 134671"/>
              <a:gd name="csX1" fmla="*/ 0 w 148867"/>
              <a:gd name="csY1" fmla="*/ 15948 h 134671"/>
              <a:gd name="csX2" fmla="*/ 0 w 148867"/>
              <a:gd name="csY2" fmla="*/ 97460 h 134671"/>
              <a:gd name="csX3" fmla="*/ 15950 w 148867"/>
              <a:gd name="csY3" fmla="*/ 113407 h 134671"/>
              <a:gd name="csX4" fmla="*/ 67358 w 148867"/>
              <a:gd name="csY4" fmla="*/ 113407 h 134671"/>
              <a:gd name="csX5" fmla="*/ 63800 w 148867"/>
              <a:gd name="csY5" fmla="*/ 95687 h 134671"/>
              <a:gd name="csX6" fmla="*/ 109878 w 148867"/>
              <a:gd name="csY6" fmla="*/ 49616 h 134671"/>
              <a:gd name="csX7" fmla="*/ 141778 w 148867"/>
              <a:gd name="csY7" fmla="*/ 62518 h 134671"/>
              <a:gd name="csX8" fmla="*/ 141778 w 148867"/>
              <a:gd name="csY8" fmla="*/ 33668 h 134671"/>
              <a:gd name="csX9" fmla="*/ 125828 w 148867"/>
              <a:gd name="csY9" fmla="*/ 17720 h 134671"/>
              <a:gd name="csX10" fmla="*/ 71041 w 148867"/>
              <a:gd name="csY10" fmla="*/ 17720 h 134671"/>
              <a:gd name="csX11" fmla="*/ 55195 w 148867"/>
              <a:gd name="csY11" fmla="*/ 4513 h 134671"/>
              <a:gd name="csX12" fmla="*/ 42721 w 148867"/>
              <a:gd name="csY12" fmla="*/ 0 h 134671"/>
              <a:gd name="csX13" fmla="*/ 15950 w 148867"/>
              <a:gd name="csY13" fmla="*/ 0 h 134671"/>
              <a:gd name="csX14" fmla="*/ 109878 w 148867"/>
              <a:gd name="csY14" fmla="*/ 56704 h 134671"/>
              <a:gd name="csX15" fmla="*/ 70890 w 148867"/>
              <a:gd name="csY15" fmla="*/ 95687 h 134671"/>
              <a:gd name="csX16" fmla="*/ 109878 w 148867"/>
              <a:gd name="csY16" fmla="*/ 134671 h 134671"/>
              <a:gd name="csX17" fmla="*/ 148867 w 148867"/>
              <a:gd name="csY17" fmla="*/ 95687 h 134671"/>
              <a:gd name="csX18" fmla="*/ 109878 w 148867"/>
              <a:gd name="csY18" fmla="*/ 56704 h 134671"/>
              <a:gd name="csX19" fmla="*/ 109878 w 148867"/>
              <a:gd name="csY19" fmla="*/ 67336 h 134671"/>
              <a:gd name="csX20" fmla="*/ 113423 w 148867"/>
              <a:gd name="csY20" fmla="*/ 70880 h 134671"/>
              <a:gd name="csX21" fmla="*/ 113423 w 148867"/>
              <a:gd name="csY21" fmla="*/ 92144 h 134671"/>
              <a:gd name="csX22" fmla="*/ 134690 w 148867"/>
              <a:gd name="csY22" fmla="*/ 92144 h 134671"/>
              <a:gd name="csX23" fmla="*/ 138234 w 148867"/>
              <a:gd name="csY23" fmla="*/ 95687 h 134671"/>
              <a:gd name="csX24" fmla="*/ 134690 w 148867"/>
              <a:gd name="csY24" fmla="*/ 99231 h 134671"/>
              <a:gd name="csX25" fmla="*/ 113423 w 148867"/>
              <a:gd name="csY25" fmla="*/ 99231 h 134671"/>
              <a:gd name="csX26" fmla="*/ 113423 w 148867"/>
              <a:gd name="csY26" fmla="*/ 120495 h 134671"/>
              <a:gd name="csX27" fmla="*/ 109878 w 148867"/>
              <a:gd name="csY27" fmla="*/ 124039 h 134671"/>
              <a:gd name="csX28" fmla="*/ 106334 w 148867"/>
              <a:gd name="csY28" fmla="*/ 120495 h 134671"/>
              <a:gd name="csX29" fmla="*/ 106334 w 148867"/>
              <a:gd name="csY29" fmla="*/ 99231 h 134671"/>
              <a:gd name="csX30" fmla="*/ 85067 w 148867"/>
              <a:gd name="csY30" fmla="*/ 99231 h 134671"/>
              <a:gd name="csX31" fmla="*/ 81523 w 148867"/>
              <a:gd name="csY31" fmla="*/ 95687 h 134671"/>
              <a:gd name="csX32" fmla="*/ 85067 w 148867"/>
              <a:gd name="csY32" fmla="*/ 92144 h 134671"/>
              <a:gd name="csX33" fmla="*/ 106334 w 148867"/>
              <a:gd name="csY33" fmla="*/ 92144 h 134671"/>
              <a:gd name="csX34" fmla="*/ 106334 w 148867"/>
              <a:gd name="csY34" fmla="*/ 70880 h 134671"/>
              <a:gd name="csX35" fmla="*/ 109878 w 148867"/>
              <a:gd name="csY35" fmla="*/ 67336 h 134671"/>
            </a:gdLst>
            <a:ahLst/>
            <a:cxnLst/>
            <a:rect l="l" t="t" r="r" b="b"/>
            <a:pathLst>
              <a:path w="100000" h="100000">
                <a:moveTo>
                  <a:pt x="10714" y="4768"/>
                </a:moveTo>
                <a:cubicBezTo>
                  <a:pt x="4807" y="4768"/>
                  <a:pt x="0" y="9574"/>
                  <a:pt x="0" y="15481"/>
                </a:cubicBezTo>
                <a:lnTo>
                  <a:pt x="0" y="70236"/>
                </a:lnTo>
                <a:cubicBezTo>
                  <a:pt x="0" y="76142"/>
                  <a:pt x="4807" y="80948"/>
                  <a:pt x="10714" y="80948"/>
                </a:cubicBezTo>
                <a:lnTo>
                  <a:pt x="45247" y="80948"/>
                </a:lnTo>
                <a:cubicBezTo>
                  <a:pt x="43714" y="77282"/>
                  <a:pt x="42857" y="73261"/>
                  <a:pt x="42857" y="69045"/>
                </a:cubicBezTo>
                <a:cubicBezTo>
                  <a:pt x="42857" y="51981"/>
                  <a:pt x="56743" y="38097"/>
                  <a:pt x="73810" y="38097"/>
                </a:cubicBezTo>
                <a:cubicBezTo>
                  <a:pt x="82126" y="38097"/>
                  <a:pt x="89671" y="41410"/>
                  <a:pt x="95238" y="46764"/>
                </a:cubicBezTo>
                <a:lnTo>
                  <a:pt x="95238" y="27384"/>
                </a:lnTo>
                <a:cubicBezTo>
                  <a:pt x="95238" y="21478"/>
                  <a:pt x="90431" y="16671"/>
                  <a:pt x="84524" y="16671"/>
                </a:cubicBezTo>
                <a:lnTo>
                  <a:pt x="47721" y="16671"/>
                </a:lnTo>
                <a:lnTo>
                  <a:pt x="37077" y="7800"/>
                </a:lnTo>
                <a:cubicBezTo>
                  <a:pt x="34729" y="5843"/>
                  <a:pt x="31752" y="4768"/>
                  <a:pt x="28697" y="4768"/>
                </a:cubicBezTo>
                <a:lnTo>
                  <a:pt x="10714" y="4768"/>
                </a:lnTo>
                <a:close/>
                <a:moveTo>
                  <a:pt x="73810" y="42858"/>
                </a:moveTo>
                <a:cubicBezTo>
                  <a:pt x="59346" y="42858"/>
                  <a:pt x="47620" y="54583"/>
                  <a:pt x="47620" y="69045"/>
                </a:cubicBezTo>
                <a:cubicBezTo>
                  <a:pt x="47620" y="83507"/>
                  <a:pt x="59346" y="95232"/>
                  <a:pt x="73810" y="95232"/>
                </a:cubicBezTo>
                <a:cubicBezTo>
                  <a:pt x="88275" y="95232"/>
                  <a:pt x="100000" y="83507"/>
                  <a:pt x="100000" y="69045"/>
                </a:cubicBezTo>
                <a:cubicBezTo>
                  <a:pt x="100000" y="54583"/>
                  <a:pt x="88275" y="42858"/>
                  <a:pt x="73810" y="42858"/>
                </a:cubicBezTo>
                <a:close/>
                <a:moveTo>
                  <a:pt x="73810" y="50000"/>
                </a:moveTo>
                <a:cubicBezTo>
                  <a:pt x="75123" y="50000"/>
                  <a:pt x="76191" y="51066"/>
                  <a:pt x="76191" y="52381"/>
                </a:cubicBezTo>
                <a:lnTo>
                  <a:pt x="76191" y="66665"/>
                </a:lnTo>
                <a:lnTo>
                  <a:pt x="90477" y="66665"/>
                </a:lnTo>
                <a:cubicBezTo>
                  <a:pt x="91791" y="66665"/>
                  <a:pt x="92857" y="67731"/>
                  <a:pt x="92857" y="69045"/>
                </a:cubicBezTo>
                <a:cubicBezTo>
                  <a:pt x="92857" y="70359"/>
                  <a:pt x="91791" y="71426"/>
                  <a:pt x="90477" y="71426"/>
                </a:cubicBezTo>
                <a:lnTo>
                  <a:pt x="76191" y="71426"/>
                </a:lnTo>
                <a:lnTo>
                  <a:pt x="76191" y="85709"/>
                </a:lnTo>
                <a:cubicBezTo>
                  <a:pt x="76191" y="87024"/>
                  <a:pt x="75123" y="88090"/>
                  <a:pt x="73810" y="88090"/>
                </a:cubicBezTo>
                <a:cubicBezTo>
                  <a:pt x="72495" y="88090"/>
                  <a:pt x="71429" y="87024"/>
                  <a:pt x="71429" y="85709"/>
                </a:cubicBezTo>
                <a:lnTo>
                  <a:pt x="71429" y="71426"/>
                </a:lnTo>
                <a:lnTo>
                  <a:pt x="57143" y="71426"/>
                </a:lnTo>
                <a:cubicBezTo>
                  <a:pt x="55829" y="71426"/>
                  <a:pt x="54762" y="70359"/>
                  <a:pt x="54762" y="69045"/>
                </a:cubicBezTo>
                <a:cubicBezTo>
                  <a:pt x="54762" y="67731"/>
                  <a:pt x="55829" y="66665"/>
                  <a:pt x="57143" y="66665"/>
                </a:cubicBezTo>
                <a:lnTo>
                  <a:pt x="71429" y="66665"/>
                </a:lnTo>
                <a:lnTo>
                  <a:pt x="71429" y="52381"/>
                </a:lnTo>
                <a:cubicBezTo>
                  <a:pt x="71429" y="51066"/>
                  <a:pt x="72495" y="50000"/>
                  <a:pt x="73810" y="500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83" name="Красный — SVG 2">
            <a:extLst>
              <a:ext uri="{FF2B5EF4-FFF2-40B4-BE49-F238E27FC236}">
                <a16:creationId xmlns:a16="http://schemas.microsoft.com/office/drawing/2014/main" id="{BCE4B2D2-0526-8A40-A096-491E77B772E8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1 w 141927"/>
              <a:gd name="csY0" fmla="*/ 108174 h 127583"/>
              <a:gd name="csX1" fmla="*/ 1618 w 141927"/>
              <a:gd name="csY1" fmla="*/ 111906 h 127583"/>
              <a:gd name="csX2" fmla="*/ 5395 w 141927"/>
              <a:gd name="csY2" fmla="*/ 113408 h 127583"/>
              <a:gd name="csX3" fmla="*/ 75269 w 141927"/>
              <a:gd name="csY3" fmla="*/ 113408 h 127583"/>
              <a:gd name="csX4" fmla="*/ 94001 w 141927"/>
              <a:gd name="csY4" fmla="*/ 127583 h 127583"/>
              <a:gd name="csX5" fmla="*/ 112749 w 141927"/>
              <a:gd name="csY5" fmla="*/ 113408 h 127583"/>
              <a:gd name="csX6" fmla="*/ 136534 w 141927"/>
              <a:gd name="csY6" fmla="*/ 113408 h 127583"/>
              <a:gd name="csX7" fmla="*/ 138593 w 141927"/>
              <a:gd name="csY7" fmla="*/ 113025 h 127583"/>
              <a:gd name="csX8" fmla="*/ 140345 w 141927"/>
              <a:gd name="csY8" fmla="*/ 111877 h 127583"/>
              <a:gd name="csX9" fmla="*/ 141519 w 141927"/>
              <a:gd name="csY9" fmla="*/ 110143 h 127583"/>
              <a:gd name="csX10" fmla="*/ 141927 w 141927"/>
              <a:gd name="csY10" fmla="*/ 108092 h 127583"/>
              <a:gd name="csX11" fmla="*/ 141519 w 141927"/>
              <a:gd name="csY11" fmla="*/ 106039 h 127583"/>
              <a:gd name="csX12" fmla="*/ 140345 w 141927"/>
              <a:gd name="csY12" fmla="*/ 104305 h 127583"/>
              <a:gd name="csX13" fmla="*/ 138593 w 141927"/>
              <a:gd name="csY13" fmla="*/ 103159 h 127583"/>
              <a:gd name="csX14" fmla="*/ 136534 w 141927"/>
              <a:gd name="csY14" fmla="*/ 102776 h 127583"/>
              <a:gd name="csX15" fmla="*/ 112749 w 141927"/>
              <a:gd name="csY15" fmla="*/ 102776 h 127583"/>
              <a:gd name="csX16" fmla="*/ 94001 w 141927"/>
              <a:gd name="csY16" fmla="*/ 88599 h 127583"/>
              <a:gd name="csX17" fmla="*/ 75269 w 141927"/>
              <a:gd name="csY17" fmla="*/ 102776 h 127583"/>
              <a:gd name="csX18" fmla="*/ 5395 w 141927"/>
              <a:gd name="csY18" fmla="*/ 102776 h 127583"/>
              <a:gd name="csX19" fmla="*/ 3319 w 141927"/>
              <a:gd name="csY19" fmla="*/ 103166 h 127583"/>
              <a:gd name="csX20" fmla="*/ 1550 w 141927"/>
              <a:gd name="csY20" fmla="*/ 104334 h 127583"/>
              <a:gd name="csX21" fmla="*/ 393 w 141927"/>
              <a:gd name="csY21" fmla="*/ 106097 h 127583"/>
              <a:gd name="csX22" fmla="*/ 1 w 141927"/>
              <a:gd name="csY22" fmla="*/ 108174 h 127583"/>
              <a:gd name="csX23" fmla="*/ 1 w 141927"/>
              <a:gd name="csY23" fmla="*/ 63875 h 127583"/>
              <a:gd name="csX24" fmla="*/ 1618 w 141927"/>
              <a:gd name="csY24" fmla="*/ 67607 h 127583"/>
              <a:gd name="csX25" fmla="*/ 5395 w 141927"/>
              <a:gd name="csY25" fmla="*/ 69108 h 127583"/>
              <a:gd name="csX26" fmla="*/ 22102 w 141927"/>
              <a:gd name="csY26" fmla="*/ 69108 h 127583"/>
              <a:gd name="csX27" fmla="*/ 40834 w 141927"/>
              <a:gd name="csY27" fmla="*/ 83283 h 127583"/>
              <a:gd name="csX28" fmla="*/ 59582 w 141927"/>
              <a:gd name="csY28" fmla="*/ 69108 h 127583"/>
              <a:gd name="csX29" fmla="*/ 136534 w 141927"/>
              <a:gd name="csY29" fmla="*/ 69108 h 127583"/>
              <a:gd name="csX30" fmla="*/ 138593 w 141927"/>
              <a:gd name="csY30" fmla="*/ 68725 h 127583"/>
              <a:gd name="csX31" fmla="*/ 140345 w 141927"/>
              <a:gd name="csY31" fmla="*/ 67577 h 127583"/>
              <a:gd name="csX32" fmla="*/ 141519 w 141927"/>
              <a:gd name="csY32" fmla="*/ 65843 h 127583"/>
              <a:gd name="csX33" fmla="*/ 141927 w 141927"/>
              <a:gd name="csY33" fmla="*/ 63792 h 127583"/>
              <a:gd name="csX34" fmla="*/ 141519 w 141927"/>
              <a:gd name="csY34" fmla="*/ 61740 h 127583"/>
              <a:gd name="csX35" fmla="*/ 140345 w 141927"/>
              <a:gd name="csY35" fmla="*/ 60005 h 127583"/>
              <a:gd name="csX36" fmla="*/ 138593 w 141927"/>
              <a:gd name="csY36" fmla="*/ 58858 h 127583"/>
              <a:gd name="csX37" fmla="*/ 136534 w 141927"/>
              <a:gd name="csY37" fmla="*/ 58476 h 127583"/>
              <a:gd name="csX38" fmla="*/ 59582 w 141927"/>
              <a:gd name="csY38" fmla="*/ 58476 h 127583"/>
              <a:gd name="csX39" fmla="*/ 40834 w 141927"/>
              <a:gd name="csY39" fmla="*/ 44300 h 127583"/>
              <a:gd name="csX40" fmla="*/ 22102 w 141927"/>
              <a:gd name="csY40" fmla="*/ 58476 h 127583"/>
              <a:gd name="csX41" fmla="*/ 5395 w 141927"/>
              <a:gd name="csY41" fmla="*/ 58476 h 127583"/>
              <a:gd name="csX42" fmla="*/ 3319 w 141927"/>
              <a:gd name="csY42" fmla="*/ 58865 h 127583"/>
              <a:gd name="csX43" fmla="*/ 1550 w 141927"/>
              <a:gd name="csY43" fmla="*/ 60034 h 127583"/>
              <a:gd name="csX44" fmla="*/ 393 w 141927"/>
              <a:gd name="csY44" fmla="*/ 61798 h 127583"/>
              <a:gd name="csX45" fmla="*/ 1 w 141927"/>
              <a:gd name="csY45" fmla="*/ 63875 h 127583"/>
              <a:gd name="csX46" fmla="*/ 1 w 141927"/>
              <a:gd name="csY46" fmla="*/ 19575 h 127583"/>
              <a:gd name="csX47" fmla="*/ 1618 w 141927"/>
              <a:gd name="csY47" fmla="*/ 23307 h 127583"/>
              <a:gd name="csX48" fmla="*/ 5395 w 141927"/>
              <a:gd name="csY48" fmla="*/ 24807 h 127583"/>
              <a:gd name="csX49" fmla="*/ 82363 w 141927"/>
              <a:gd name="csY49" fmla="*/ 24807 h 127583"/>
              <a:gd name="csX50" fmla="*/ 101095 w 141927"/>
              <a:gd name="csY50" fmla="*/ 38984 h 127583"/>
              <a:gd name="csX51" fmla="*/ 119827 w 141927"/>
              <a:gd name="csY51" fmla="*/ 24807 h 127583"/>
              <a:gd name="csX52" fmla="*/ 136534 w 141927"/>
              <a:gd name="csY52" fmla="*/ 24807 h 127583"/>
              <a:gd name="csX53" fmla="*/ 138593 w 141927"/>
              <a:gd name="csY53" fmla="*/ 24425 h 127583"/>
              <a:gd name="csX54" fmla="*/ 140345 w 141927"/>
              <a:gd name="csY54" fmla="*/ 23278 h 127583"/>
              <a:gd name="csX55" fmla="*/ 141519 w 141927"/>
              <a:gd name="csY55" fmla="*/ 21545 h 127583"/>
              <a:gd name="csX56" fmla="*/ 141927 w 141927"/>
              <a:gd name="csY56" fmla="*/ 19491 h 127583"/>
              <a:gd name="csX57" fmla="*/ 141519 w 141927"/>
              <a:gd name="csY57" fmla="*/ 17440 h 127583"/>
              <a:gd name="csX58" fmla="*/ 140345 w 141927"/>
              <a:gd name="csY58" fmla="*/ 15706 h 127583"/>
              <a:gd name="csX59" fmla="*/ 138593 w 141927"/>
              <a:gd name="csY59" fmla="*/ 14558 h 127583"/>
              <a:gd name="csX60" fmla="*/ 136534 w 141927"/>
              <a:gd name="csY60" fmla="*/ 14175 h 127583"/>
              <a:gd name="csX61" fmla="*/ 119827 w 141927"/>
              <a:gd name="csY61" fmla="*/ 14175 h 127583"/>
              <a:gd name="csX62" fmla="*/ 101095 w 141927"/>
              <a:gd name="csY62" fmla="*/ 0 h 127583"/>
              <a:gd name="csX63" fmla="*/ 82363 w 141927"/>
              <a:gd name="csY63" fmla="*/ 14175 h 127583"/>
              <a:gd name="csX64" fmla="*/ 5395 w 141927"/>
              <a:gd name="csY64" fmla="*/ 14175 h 127583"/>
              <a:gd name="csX65" fmla="*/ 3319 w 141927"/>
              <a:gd name="csY65" fmla="*/ 14567 h 127583"/>
              <a:gd name="csX66" fmla="*/ 1550 w 141927"/>
              <a:gd name="csY66" fmla="*/ 15735 h 127583"/>
              <a:gd name="csX67" fmla="*/ 393 w 141927"/>
              <a:gd name="csY67" fmla="*/ 17498 h 127583"/>
              <a:gd name="csX68" fmla="*/ 1 w 141927"/>
              <a:gd name="csY68" fmla="*/ 19575 h 127583"/>
            </a:gdLst>
            <a:ahLst/>
            <a:cxnLst/>
            <a:rect l="l" t="t" r="r" b="b"/>
            <a:pathLst>
              <a:path w="100000" h="100000">
                <a:moveTo>
                  <a:pt x="1" y="81271"/>
                </a:moveTo>
                <a:cubicBezTo>
                  <a:pt x="13" y="82265"/>
                  <a:pt x="421" y="83210"/>
                  <a:pt x="1140" y="83901"/>
                </a:cubicBezTo>
                <a:cubicBezTo>
                  <a:pt x="1847" y="84592"/>
                  <a:pt x="2806" y="84973"/>
                  <a:pt x="3801" y="84959"/>
                </a:cubicBezTo>
                <a:lnTo>
                  <a:pt x="53034" y="84959"/>
                </a:lnTo>
                <a:cubicBezTo>
                  <a:pt x="54664" y="90716"/>
                  <a:pt x="59963" y="94947"/>
                  <a:pt x="66232" y="94947"/>
                </a:cubicBezTo>
                <a:cubicBezTo>
                  <a:pt x="72513" y="94947"/>
                  <a:pt x="77799" y="90716"/>
                  <a:pt x="79442" y="84959"/>
                </a:cubicBezTo>
                <a:lnTo>
                  <a:pt x="96200" y="84959"/>
                </a:lnTo>
                <a:cubicBezTo>
                  <a:pt x="96704" y="84966"/>
                  <a:pt x="97195" y="84874"/>
                  <a:pt x="97651" y="84689"/>
                </a:cubicBezTo>
                <a:cubicBezTo>
                  <a:pt x="98118" y="84503"/>
                  <a:pt x="98538" y="84229"/>
                  <a:pt x="98885" y="83880"/>
                </a:cubicBezTo>
                <a:cubicBezTo>
                  <a:pt x="99245" y="83532"/>
                  <a:pt x="99521" y="83117"/>
                  <a:pt x="99713" y="82659"/>
                </a:cubicBezTo>
                <a:cubicBezTo>
                  <a:pt x="99904" y="82201"/>
                  <a:pt x="100000" y="81710"/>
                  <a:pt x="100000" y="81214"/>
                </a:cubicBezTo>
                <a:cubicBezTo>
                  <a:pt x="100000" y="80718"/>
                  <a:pt x="99904" y="80226"/>
                  <a:pt x="99713" y="79767"/>
                </a:cubicBezTo>
                <a:cubicBezTo>
                  <a:pt x="99521" y="79309"/>
                  <a:pt x="99245" y="78894"/>
                  <a:pt x="98885" y="78545"/>
                </a:cubicBezTo>
                <a:cubicBezTo>
                  <a:pt x="98538" y="78197"/>
                  <a:pt x="98118" y="77922"/>
                  <a:pt x="97651" y="77738"/>
                </a:cubicBezTo>
                <a:cubicBezTo>
                  <a:pt x="97195" y="77552"/>
                  <a:pt x="96704" y="77461"/>
                  <a:pt x="96200" y="77468"/>
                </a:cubicBezTo>
                <a:lnTo>
                  <a:pt x="79442" y="77468"/>
                </a:lnTo>
                <a:cubicBezTo>
                  <a:pt x="77799" y="71710"/>
                  <a:pt x="72513" y="67479"/>
                  <a:pt x="66232" y="67479"/>
                </a:cubicBezTo>
                <a:cubicBezTo>
                  <a:pt x="59963" y="67479"/>
                  <a:pt x="54664" y="71710"/>
                  <a:pt x="53034" y="77468"/>
                </a:cubicBezTo>
                <a:lnTo>
                  <a:pt x="3801" y="77468"/>
                </a:lnTo>
                <a:cubicBezTo>
                  <a:pt x="3297" y="77461"/>
                  <a:pt x="2806" y="77554"/>
                  <a:pt x="2339" y="77743"/>
                </a:cubicBezTo>
                <a:cubicBezTo>
                  <a:pt x="1871" y="77932"/>
                  <a:pt x="1451" y="78211"/>
                  <a:pt x="1092" y="78566"/>
                </a:cubicBezTo>
                <a:cubicBezTo>
                  <a:pt x="744" y="78921"/>
                  <a:pt x="469" y="79343"/>
                  <a:pt x="277" y="79808"/>
                </a:cubicBezTo>
                <a:cubicBezTo>
                  <a:pt x="85" y="80273"/>
                  <a:pt x="-11" y="80770"/>
                  <a:pt x="1" y="81271"/>
                </a:cubicBezTo>
                <a:close/>
                <a:moveTo>
                  <a:pt x="1" y="50059"/>
                </a:moveTo>
                <a:cubicBezTo>
                  <a:pt x="13" y="51052"/>
                  <a:pt x="421" y="51997"/>
                  <a:pt x="1140" y="52688"/>
                </a:cubicBezTo>
                <a:cubicBezTo>
                  <a:pt x="1847" y="53380"/>
                  <a:pt x="2806" y="53760"/>
                  <a:pt x="3801" y="53746"/>
                </a:cubicBezTo>
                <a:lnTo>
                  <a:pt x="15573" y="53746"/>
                </a:lnTo>
                <a:cubicBezTo>
                  <a:pt x="17203" y="59502"/>
                  <a:pt x="22502" y="63733"/>
                  <a:pt x="28771" y="63733"/>
                </a:cubicBezTo>
                <a:cubicBezTo>
                  <a:pt x="35053" y="63733"/>
                  <a:pt x="40339" y="59502"/>
                  <a:pt x="41981" y="53746"/>
                </a:cubicBezTo>
                <a:lnTo>
                  <a:pt x="96200" y="53746"/>
                </a:lnTo>
                <a:cubicBezTo>
                  <a:pt x="96704" y="53753"/>
                  <a:pt x="97195" y="53661"/>
                  <a:pt x="97651" y="53476"/>
                </a:cubicBezTo>
                <a:cubicBezTo>
                  <a:pt x="98118" y="53291"/>
                  <a:pt x="98538" y="53016"/>
                  <a:pt x="98885" y="52667"/>
                </a:cubicBezTo>
                <a:cubicBezTo>
                  <a:pt x="99245" y="52319"/>
                  <a:pt x="99521" y="51903"/>
                  <a:pt x="99713" y="51445"/>
                </a:cubicBezTo>
                <a:cubicBezTo>
                  <a:pt x="99904" y="50987"/>
                  <a:pt x="100000" y="50496"/>
                  <a:pt x="100000" y="50000"/>
                </a:cubicBezTo>
                <a:cubicBezTo>
                  <a:pt x="100000" y="49504"/>
                  <a:pt x="99904" y="49013"/>
                  <a:pt x="99713" y="48555"/>
                </a:cubicBezTo>
                <a:cubicBezTo>
                  <a:pt x="99521" y="48097"/>
                  <a:pt x="99245" y="47681"/>
                  <a:pt x="98885" y="47332"/>
                </a:cubicBezTo>
                <a:cubicBezTo>
                  <a:pt x="98538" y="46985"/>
                  <a:pt x="98118" y="46709"/>
                  <a:pt x="97651" y="46524"/>
                </a:cubicBezTo>
                <a:cubicBezTo>
                  <a:pt x="97195" y="46339"/>
                  <a:pt x="96704" y="46247"/>
                  <a:pt x="96200" y="46255"/>
                </a:cubicBezTo>
                <a:lnTo>
                  <a:pt x="41981" y="46255"/>
                </a:lnTo>
                <a:cubicBezTo>
                  <a:pt x="40339" y="40498"/>
                  <a:pt x="35053" y="36267"/>
                  <a:pt x="28771" y="36267"/>
                </a:cubicBezTo>
                <a:cubicBezTo>
                  <a:pt x="22502" y="36267"/>
                  <a:pt x="17203" y="40498"/>
                  <a:pt x="15573" y="46255"/>
                </a:cubicBezTo>
                <a:lnTo>
                  <a:pt x="3801" y="46255"/>
                </a:lnTo>
                <a:cubicBezTo>
                  <a:pt x="3297" y="46247"/>
                  <a:pt x="2806" y="46341"/>
                  <a:pt x="2339" y="46529"/>
                </a:cubicBezTo>
                <a:cubicBezTo>
                  <a:pt x="1871" y="46718"/>
                  <a:pt x="1451" y="46999"/>
                  <a:pt x="1092" y="47353"/>
                </a:cubicBezTo>
                <a:cubicBezTo>
                  <a:pt x="744" y="47707"/>
                  <a:pt x="469" y="48130"/>
                  <a:pt x="277" y="48595"/>
                </a:cubicBezTo>
                <a:cubicBezTo>
                  <a:pt x="85" y="49059"/>
                  <a:pt x="-11" y="49558"/>
                  <a:pt x="1" y="50059"/>
                </a:cubicBezTo>
                <a:close/>
                <a:moveTo>
                  <a:pt x="1" y="18846"/>
                </a:moveTo>
                <a:cubicBezTo>
                  <a:pt x="13" y="19838"/>
                  <a:pt x="421" y="20783"/>
                  <a:pt x="1140" y="21475"/>
                </a:cubicBezTo>
                <a:cubicBezTo>
                  <a:pt x="1847" y="22166"/>
                  <a:pt x="2806" y="22547"/>
                  <a:pt x="3801" y="22532"/>
                </a:cubicBezTo>
                <a:lnTo>
                  <a:pt x="58032" y="22532"/>
                </a:lnTo>
                <a:cubicBezTo>
                  <a:pt x="59662" y="28290"/>
                  <a:pt x="64961" y="32521"/>
                  <a:pt x="71230" y="32521"/>
                </a:cubicBezTo>
                <a:cubicBezTo>
                  <a:pt x="77500" y="32521"/>
                  <a:pt x="82798" y="28290"/>
                  <a:pt x="84429" y="22532"/>
                </a:cubicBezTo>
                <a:lnTo>
                  <a:pt x="96200" y="22532"/>
                </a:lnTo>
                <a:cubicBezTo>
                  <a:pt x="96704" y="22539"/>
                  <a:pt x="97195" y="22448"/>
                  <a:pt x="97651" y="22263"/>
                </a:cubicBezTo>
                <a:cubicBezTo>
                  <a:pt x="98118" y="22078"/>
                  <a:pt x="98538" y="21803"/>
                  <a:pt x="98885" y="21455"/>
                </a:cubicBezTo>
                <a:cubicBezTo>
                  <a:pt x="99245" y="21106"/>
                  <a:pt x="99521" y="20691"/>
                  <a:pt x="99713" y="20234"/>
                </a:cubicBezTo>
                <a:cubicBezTo>
                  <a:pt x="99904" y="19774"/>
                  <a:pt x="100000" y="19283"/>
                  <a:pt x="100000" y="18786"/>
                </a:cubicBezTo>
                <a:cubicBezTo>
                  <a:pt x="100000" y="18290"/>
                  <a:pt x="99904" y="17799"/>
                  <a:pt x="99713" y="17341"/>
                </a:cubicBezTo>
                <a:cubicBezTo>
                  <a:pt x="99521" y="16883"/>
                  <a:pt x="99245" y="16468"/>
                  <a:pt x="98885" y="16120"/>
                </a:cubicBezTo>
                <a:cubicBezTo>
                  <a:pt x="98538" y="15771"/>
                  <a:pt x="98118" y="15497"/>
                  <a:pt x="97651" y="15311"/>
                </a:cubicBezTo>
                <a:cubicBezTo>
                  <a:pt x="97195" y="15126"/>
                  <a:pt x="96704" y="15034"/>
                  <a:pt x="96200" y="15041"/>
                </a:cubicBezTo>
                <a:lnTo>
                  <a:pt x="84429" y="15041"/>
                </a:lnTo>
                <a:cubicBezTo>
                  <a:pt x="82798" y="9284"/>
                  <a:pt x="77500" y="5053"/>
                  <a:pt x="71230" y="5053"/>
                </a:cubicBezTo>
                <a:cubicBezTo>
                  <a:pt x="64961" y="5053"/>
                  <a:pt x="59662" y="9284"/>
                  <a:pt x="58032" y="15041"/>
                </a:cubicBezTo>
                <a:lnTo>
                  <a:pt x="3801" y="15041"/>
                </a:lnTo>
                <a:cubicBezTo>
                  <a:pt x="3297" y="15034"/>
                  <a:pt x="2806" y="15127"/>
                  <a:pt x="2339" y="15317"/>
                </a:cubicBezTo>
                <a:cubicBezTo>
                  <a:pt x="1871" y="15505"/>
                  <a:pt x="1451" y="15786"/>
                  <a:pt x="1092" y="16140"/>
                </a:cubicBezTo>
                <a:cubicBezTo>
                  <a:pt x="744" y="16495"/>
                  <a:pt x="469" y="16917"/>
                  <a:pt x="277" y="17382"/>
                </a:cubicBezTo>
                <a:cubicBezTo>
                  <a:pt x="85" y="17847"/>
                  <a:pt x="-11" y="18345"/>
                  <a:pt x="1" y="1884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84" name="Красный — SVG 3">
            <a:extLst>
              <a:ext uri="{FF2B5EF4-FFF2-40B4-BE49-F238E27FC236}">
                <a16:creationId xmlns:a16="http://schemas.microsoft.com/office/drawing/2014/main" id="{A925DF26-092B-214E-B26A-4C4B64C9B7B9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67295 w 145272"/>
              <a:gd name="csY0" fmla="*/ 0 h 148017"/>
              <a:gd name="csX1" fmla="*/ 51345 w 145272"/>
              <a:gd name="csY1" fmla="*/ 1863 h 148017"/>
              <a:gd name="csX2" fmla="*/ 47094 w 145272"/>
              <a:gd name="csY2" fmla="*/ 6680 h 148017"/>
              <a:gd name="csX3" fmla="*/ 45993 w 145272"/>
              <a:gd name="csY3" fmla="*/ 16785 h 148017"/>
              <a:gd name="csX4" fmla="*/ 40996 w 145272"/>
              <a:gd name="csY4" fmla="*/ 24476 h 148017"/>
              <a:gd name="csX5" fmla="*/ 31816 w 145272"/>
              <a:gd name="csY5" fmla="*/ 24967 h 148017"/>
              <a:gd name="csX6" fmla="*/ 22491 w 145272"/>
              <a:gd name="csY6" fmla="*/ 20896 h 148017"/>
              <a:gd name="csX7" fmla="*/ 16219 w 145272"/>
              <a:gd name="csY7" fmla="*/ 22171 h 148017"/>
              <a:gd name="csX8" fmla="*/ 234 w 145272"/>
              <a:gd name="csY8" fmla="*/ 49740 h 148017"/>
              <a:gd name="csX9" fmla="*/ 2255 w 145272"/>
              <a:gd name="csY9" fmla="*/ 55803 h 148017"/>
              <a:gd name="csX10" fmla="*/ 10515 w 145272"/>
              <a:gd name="csY10" fmla="*/ 61861 h 148017"/>
              <a:gd name="csX11" fmla="*/ 14661 w 145272"/>
              <a:gd name="csY11" fmla="*/ 70048 h 148017"/>
              <a:gd name="csX12" fmla="*/ 10515 w 145272"/>
              <a:gd name="csY12" fmla="*/ 78237 h 148017"/>
              <a:gd name="csX13" fmla="*/ 2255 w 145272"/>
              <a:gd name="csY13" fmla="*/ 84293 h 148017"/>
              <a:gd name="csX14" fmla="*/ 234 w 145272"/>
              <a:gd name="csY14" fmla="*/ 90358 h 148017"/>
              <a:gd name="csX15" fmla="*/ 16253 w 145272"/>
              <a:gd name="csY15" fmla="*/ 117928 h 148017"/>
              <a:gd name="csX16" fmla="*/ 22491 w 145272"/>
              <a:gd name="csY16" fmla="*/ 119200 h 148017"/>
              <a:gd name="csX17" fmla="*/ 31816 w 145272"/>
              <a:gd name="csY17" fmla="*/ 115131 h 148017"/>
              <a:gd name="csX18" fmla="*/ 40996 w 145272"/>
              <a:gd name="csY18" fmla="*/ 115623 h 148017"/>
              <a:gd name="csX19" fmla="*/ 45993 w 145272"/>
              <a:gd name="csY19" fmla="*/ 123312 h 148017"/>
              <a:gd name="csX20" fmla="*/ 47094 w 145272"/>
              <a:gd name="csY20" fmla="*/ 133418 h 148017"/>
              <a:gd name="csX21" fmla="*/ 51345 w 145272"/>
              <a:gd name="csY21" fmla="*/ 138236 h 148017"/>
              <a:gd name="csX22" fmla="*/ 67295 w 145272"/>
              <a:gd name="csY22" fmla="*/ 140112 h 148017"/>
              <a:gd name="csX23" fmla="*/ 67544 w 145272"/>
              <a:gd name="csY23" fmla="*/ 140112 h 148017"/>
              <a:gd name="csX24" fmla="*/ 67295 w 145272"/>
              <a:gd name="csY24" fmla="*/ 137385 h 148017"/>
              <a:gd name="csX25" fmla="*/ 67295 w 145272"/>
              <a:gd name="csY25" fmla="*/ 93085 h 148017"/>
              <a:gd name="csX26" fmla="*/ 44256 w 145272"/>
              <a:gd name="csY26" fmla="*/ 70048 h 148017"/>
              <a:gd name="csX27" fmla="*/ 67295 w 145272"/>
              <a:gd name="csY27" fmla="*/ 47014 h 148017"/>
              <a:gd name="csX28" fmla="*/ 90333 w 145272"/>
              <a:gd name="csY28" fmla="*/ 70048 h 148017"/>
              <a:gd name="csX29" fmla="*/ 90051 w 145272"/>
              <a:gd name="csY29" fmla="*/ 73593 h 148017"/>
              <a:gd name="csX30" fmla="*/ 120566 w 145272"/>
              <a:gd name="csY30" fmla="*/ 73593 h 148017"/>
              <a:gd name="csX31" fmla="*/ 119928 w 145272"/>
              <a:gd name="csY31" fmla="*/ 70048 h 148017"/>
              <a:gd name="csX32" fmla="*/ 124076 w 145272"/>
              <a:gd name="csY32" fmla="*/ 61861 h 148017"/>
              <a:gd name="csX33" fmla="*/ 132334 w 145272"/>
              <a:gd name="csY33" fmla="*/ 55803 h 148017"/>
              <a:gd name="csX34" fmla="*/ 134355 w 145272"/>
              <a:gd name="csY34" fmla="*/ 49740 h 148017"/>
              <a:gd name="csX35" fmla="*/ 118371 w 145272"/>
              <a:gd name="csY35" fmla="*/ 22171 h 148017"/>
              <a:gd name="csX36" fmla="*/ 112099 w 145272"/>
              <a:gd name="csY36" fmla="*/ 20896 h 148017"/>
              <a:gd name="csX37" fmla="*/ 102773 w 145272"/>
              <a:gd name="csY37" fmla="*/ 24967 h 148017"/>
              <a:gd name="csX38" fmla="*/ 93595 w 145272"/>
              <a:gd name="csY38" fmla="*/ 24476 h 148017"/>
              <a:gd name="csX39" fmla="*/ 88596 w 145272"/>
              <a:gd name="csY39" fmla="*/ 16785 h 148017"/>
              <a:gd name="csX40" fmla="*/ 87495 w 145272"/>
              <a:gd name="csY40" fmla="*/ 6680 h 148017"/>
              <a:gd name="csX41" fmla="*/ 83245 w 145272"/>
              <a:gd name="csY41" fmla="*/ 1863 h 148017"/>
              <a:gd name="csX42" fmla="*/ 67295 w 145272"/>
              <a:gd name="csY42" fmla="*/ 0 h 148017"/>
              <a:gd name="csX43" fmla="*/ 85017 w 145272"/>
              <a:gd name="csY43" fmla="*/ 80680 h 148017"/>
              <a:gd name="csX44" fmla="*/ 74383 w 145272"/>
              <a:gd name="csY44" fmla="*/ 91312 h 148017"/>
              <a:gd name="csX45" fmla="*/ 74383 w 145272"/>
              <a:gd name="csY45" fmla="*/ 137385 h 148017"/>
              <a:gd name="csX46" fmla="*/ 85017 w 145272"/>
              <a:gd name="csY46" fmla="*/ 148017 h 148017"/>
              <a:gd name="csX47" fmla="*/ 134640 w 145272"/>
              <a:gd name="csY47" fmla="*/ 148017 h 148017"/>
              <a:gd name="csX48" fmla="*/ 145273 w 145272"/>
              <a:gd name="csY48" fmla="*/ 137385 h 148017"/>
              <a:gd name="csX49" fmla="*/ 145273 w 145272"/>
              <a:gd name="csY49" fmla="*/ 91312 h 148017"/>
              <a:gd name="csX50" fmla="*/ 134640 w 145272"/>
              <a:gd name="csY50" fmla="*/ 80680 h 148017"/>
              <a:gd name="csX51" fmla="*/ 85017 w 145272"/>
              <a:gd name="csY51" fmla="*/ 80680 h 148017"/>
              <a:gd name="csX52" fmla="*/ 131330 w 145272"/>
              <a:gd name="csY52" fmla="*/ 98408 h 148017"/>
              <a:gd name="csX53" fmla="*/ 133767 w 145272"/>
              <a:gd name="csY53" fmla="*/ 99612 h 148017"/>
              <a:gd name="csX54" fmla="*/ 133428 w 145272"/>
              <a:gd name="csY54" fmla="*/ 104617 h 148017"/>
              <a:gd name="csX55" fmla="*/ 105072 w 145272"/>
              <a:gd name="csY55" fmla="*/ 129424 h 148017"/>
              <a:gd name="csX56" fmla="*/ 102739 w 145272"/>
              <a:gd name="csY56" fmla="*/ 130297 h 148017"/>
              <a:gd name="csX57" fmla="*/ 100240 w 145272"/>
              <a:gd name="csY57" fmla="*/ 129259 h 148017"/>
              <a:gd name="csX58" fmla="*/ 86063 w 145272"/>
              <a:gd name="csY58" fmla="*/ 115082 h 148017"/>
              <a:gd name="csX59" fmla="*/ 86063 w 145272"/>
              <a:gd name="csY59" fmla="*/ 110070 h 148017"/>
              <a:gd name="csX60" fmla="*/ 91068 w 145272"/>
              <a:gd name="csY60" fmla="*/ 110070 h 148017"/>
              <a:gd name="csX61" fmla="*/ 102906 w 145272"/>
              <a:gd name="csY61" fmla="*/ 121907 h 148017"/>
              <a:gd name="csX62" fmla="*/ 128761 w 145272"/>
              <a:gd name="csY62" fmla="*/ 99273 h 148017"/>
              <a:gd name="csX63" fmla="*/ 131330 w 145272"/>
              <a:gd name="csY63" fmla="*/ 98408 h 148017"/>
            </a:gdLst>
            <a:ahLst/>
            <a:cxnLst/>
            <a:rect l="l" t="t" r="r" b="b"/>
            <a:pathLst>
              <a:path w="100000" h="100000">
                <a:moveTo>
                  <a:pt x="46392" y="0"/>
                </a:moveTo>
                <a:cubicBezTo>
                  <a:pt x="42824" y="0"/>
                  <a:pt x="39255" y="420"/>
                  <a:pt x="35616" y="1259"/>
                </a:cubicBezTo>
                <a:cubicBezTo>
                  <a:pt x="34083" y="1617"/>
                  <a:pt x="32936" y="2933"/>
                  <a:pt x="32744" y="4513"/>
                </a:cubicBezTo>
                <a:lnTo>
                  <a:pt x="32000" y="11340"/>
                </a:lnTo>
                <a:cubicBezTo>
                  <a:pt x="31761" y="13494"/>
                  <a:pt x="30492" y="15459"/>
                  <a:pt x="28624" y="16536"/>
                </a:cubicBezTo>
                <a:cubicBezTo>
                  <a:pt x="26732" y="17636"/>
                  <a:pt x="24409" y="17754"/>
                  <a:pt x="22422" y="16868"/>
                </a:cubicBezTo>
                <a:lnTo>
                  <a:pt x="16122" y="14117"/>
                </a:lnTo>
                <a:cubicBezTo>
                  <a:pt x="14685" y="13471"/>
                  <a:pt x="12986" y="13805"/>
                  <a:pt x="11885" y="14979"/>
                </a:cubicBezTo>
                <a:cubicBezTo>
                  <a:pt x="6904" y="20294"/>
                  <a:pt x="3169" y="26733"/>
                  <a:pt x="1085" y="33604"/>
                </a:cubicBezTo>
                <a:cubicBezTo>
                  <a:pt x="630" y="35112"/>
                  <a:pt x="1182" y="36767"/>
                  <a:pt x="2451" y="37700"/>
                </a:cubicBezTo>
                <a:lnTo>
                  <a:pt x="8031" y="41793"/>
                </a:lnTo>
                <a:cubicBezTo>
                  <a:pt x="9780" y="43086"/>
                  <a:pt x="10832" y="45147"/>
                  <a:pt x="10832" y="47324"/>
                </a:cubicBezTo>
                <a:cubicBezTo>
                  <a:pt x="10832" y="49504"/>
                  <a:pt x="9780" y="51564"/>
                  <a:pt x="8031" y="52857"/>
                </a:cubicBezTo>
                <a:lnTo>
                  <a:pt x="2451" y="56948"/>
                </a:lnTo>
                <a:cubicBezTo>
                  <a:pt x="1182" y="57883"/>
                  <a:pt x="630" y="59536"/>
                  <a:pt x="1085" y="61046"/>
                </a:cubicBezTo>
                <a:cubicBezTo>
                  <a:pt x="3169" y="67917"/>
                  <a:pt x="6904" y="74356"/>
                  <a:pt x="11908" y="79672"/>
                </a:cubicBezTo>
                <a:cubicBezTo>
                  <a:pt x="12985" y="80821"/>
                  <a:pt x="14685" y="81179"/>
                  <a:pt x="16122" y="80531"/>
                </a:cubicBezTo>
                <a:lnTo>
                  <a:pt x="22422" y="77782"/>
                </a:lnTo>
                <a:cubicBezTo>
                  <a:pt x="24409" y="76897"/>
                  <a:pt x="26732" y="77012"/>
                  <a:pt x="28624" y="78115"/>
                </a:cubicBezTo>
                <a:cubicBezTo>
                  <a:pt x="30492" y="79192"/>
                  <a:pt x="31761" y="81131"/>
                  <a:pt x="32000" y="83309"/>
                </a:cubicBezTo>
                <a:lnTo>
                  <a:pt x="32744" y="90137"/>
                </a:lnTo>
                <a:cubicBezTo>
                  <a:pt x="32936" y="91717"/>
                  <a:pt x="34083" y="93009"/>
                  <a:pt x="35616" y="93392"/>
                </a:cubicBezTo>
                <a:cubicBezTo>
                  <a:pt x="39255" y="94230"/>
                  <a:pt x="42871" y="94659"/>
                  <a:pt x="46392" y="94659"/>
                </a:cubicBezTo>
                <a:lnTo>
                  <a:pt x="46560" y="94659"/>
                </a:lnTo>
                <a:cubicBezTo>
                  <a:pt x="46440" y="94061"/>
                  <a:pt x="46392" y="93439"/>
                  <a:pt x="46392" y="92817"/>
                </a:cubicBezTo>
                <a:lnTo>
                  <a:pt x="46392" y="62888"/>
                </a:lnTo>
                <a:cubicBezTo>
                  <a:pt x="37818" y="62888"/>
                  <a:pt x="30827" y="55897"/>
                  <a:pt x="30827" y="47324"/>
                </a:cubicBezTo>
                <a:cubicBezTo>
                  <a:pt x="30827" y="38753"/>
                  <a:pt x="37818" y="31763"/>
                  <a:pt x="46392" y="31763"/>
                </a:cubicBezTo>
                <a:cubicBezTo>
                  <a:pt x="54964" y="31763"/>
                  <a:pt x="61956" y="38753"/>
                  <a:pt x="61956" y="47324"/>
                </a:cubicBezTo>
                <a:cubicBezTo>
                  <a:pt x="61956" y="48139"/>
                  <a:pt x="61885" y="48953"/>
                  <a:pt x="61766" y="49719"/>
                </a:cubicBezTo>
                <a:lnTo>
                  <a:pt x="82381" y="49719"/>
                </a:lnTo>
                <a:cubicBezTo>
                  <a:pt x="82094" y="48953"/>
                  <a:pt x="81950" y="48163"/>
                  <a:pt x="81950" y="47324"/>
                </a:cubicBezTo>
                <a:cubicBezTo>
                  <a:pt x="81950" y="45147"/>
                  <a:pt x="83004" y="43086"/>
                  <a:pt x="84753" y="41793"/>
                </a:cubicBezTo>
                <a:lnTo>
                  <a:pt x="90332" y="37700"/>
                </a:lnTo>
                <a:cubicBezTo>
                  <a:pt x="91601" y="36767"/>
                  <a:pt x="92153" y="35112"/>
                  <a:pt x="91697" y="33604"/>
                </a:cubicBezTo>
                <a:cubicBezTo>
                  <a:pt x="89615" y="26733"/>
                  <a:pt x="85879" y="20294"/>
                  <a:pt x="80898" y="14979"/>
                </a:cubicBezTo>
                <a:cubicBezTo>
                  <a:pt x="79797" y="13829"/>
                  <a:pt x="78097" y="13471"/>
                  <a:pt x="76661" y="14117"/>
                </a:cubicBezTo>
                <a:lnTo>
                  <a:pt x="70360" y="16868"/>
                </a:lnTo>
                <a:cubicBezTo>
                  <a:pt x="68374" y="17754"/>
                  <a:pt x="66052" y="17636"/>
                  <a:pt x="64160" y="16536"/>
                </a:cubicBezTo>
                <a:cubicBezTo>
                  <a:pt x="62292" y="15459"/>
                  <a:pt x="61022" y="13519"/>
                  <a:pt x="60783" y="11340"/>
                </a:cubicBezTo>
                <a:lnTo>
                  <a:pt x="60039" y="4513"/>
                </a:lnTo>
                <a:cubicBezTo>
                  <a:pt x="59847" y="2933"/>
                  <a:pt x="58700" y="1641"/>
                  <a:pt x="57167" y="1259"/>
                </a:cubicBezTo>
                <a:cubicBezTo>
                  <a:pt x="53527" y="420"/>
                  <a:pt x="49959" y="0"/>
                  <a:pt x="46392" y="0"/>
                </a:cubicBezTo>
                <a:close/>
                <a:moveTo>
                  <a:pt x="58365" y="54507"/>
                </a:moveTo>
                <a:cubicBezTo>
                  <a:pt x="54397" y="54507"/>
                  <a:pt x="51180" y="57723"/>
                  <a:pt x="51180" y="61690"/>
                </a:cubicBezTo>
                <a:lnTo>
                  <a:pt x="51180" y="92817"/>
                </a:lnTo>
                <a:cubicBezTo>
                  <a:pt x="51180" y="96784"/>
                  <a:pt x="54397" y="100000"/>
                  <a:pt x="58365" y="100000"/>
                </a:cubicBezTo>
                <a:lnTo>
                  <a:pt x="91890" y="100000"/>
                </a:lnTo>
                <a:cubicBezTo>
                  <a:pt x="95858" y="100000"/>
                  <a:pt x="99073" y="96784"/>
                  <a:pt x="99073" y="92817"/>
                </a:cubicBezTo>
                <a:lnTo>
                  <a:pt x="99073" y="61690"/>
                </a:lnTo>
                <a:cubicBezTo>
                  <a:pt x="99073" y="57723"/>
                  <a:pt x="95858" y="54507"/>
                  <a:pt x="91890" y="54507"/>
                </a:cubicBezTo>
                <a:lnTo>
                  <a:pt x="58365" y="54507"/>
                </a:lnTo>
                <a:close/>
                <a:moveTo>
                  <a:pt x="89654" y="66484"/>
                </a:moveTo>
                <a:cubicBezTo>
                  <a:pt x="90266" y="66525"/>
                  <a:pt x="90864" y="66799"/>
                  <a:pt x="91300" y="67298"/>
                </a:cubicBezTo>
                <a:cubicBezTo>
                  <a:pt x="92172" y="68291"/>
                  <a:pt x="92067" y="69808"/>
                  <a:pt x="91071" y="70679"/>
                </a:cubicBezTo>
                <a:lnTo>
                  <a:pt x="71914" y="87439"/>
                </a:lnTo>
                <a:cubicBezTo>
                  <a:pt x="71460" y="87834"/>
                  <a:pt x="70899" y="88028"/>
                  <a:pt x="70338" y="88028"/>
                </a:cubicBezTo>
                <a:cubicBezTo>
                  <a:pt x="69725" y="88028"/>
                  <a:pt x="69111" y="87791"/>
                  <a:pt x="68649" y="87327"/>
                </a:cubicBezTo>
                <a:lnTo>
                  <a:pt x="59071" y="77749"/>
                </a:lnTo>
                <a:cubicBezTo>
                  <a:pt x="58134" y="76813"/>
                  <a:pt x="58134" y="75300"/>
                  <a:pt x="59071" y="74363"/>
                </a:cubicBezTo>
                <a:cubicBezTo>
                  <a:pt x="60007" y="73428"/>
                  <a:pt x="61516" y="73428"/>
                  <a:pt x="62453" y="74363"/>
                </a:cubicBezTo>
                <a:lnTo>
                  <a:pt x="70450" y="82360"/>
                </a:lnTo>
                <a:lnTo>
                  <a:pt x="87918" y="67069"/>
                </a:lnTo>
                <a:cubicBezTo>
                  <a:pt x="88417" y="66634"/>
                  <a:pt x="89042" y="66442"/>
                  <a:pt x="89654" y="6648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85" name="Красный — SVG 4">
            <a:extLst>
              <a:ext uri="{FF2B5EF4-FFF2-40B4-BE49-F238E27FC236}">
                <a16:creationId xmlns:a16="http://schemas.microsoft.com/office/drawing/2014/main" id="{E79FC183-A384-9049-A448-E5872D0DC0AA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15942 w 113428"/>
              <a:gd name="csY0" fmla="*/ 0 h 141759"/>
              <a:gd name="csX1" fmla="*/ 0 w 113428"/>
              <a:gd name="csY1" fmla="*/ 15948 h 141759"/>
              <a:gd name="csX2" fmla="*/ 0 w 113428"/>
              <a:gd name="csY2" fmla="*/ 125811 h 141759"/>
              <a:gd name="csX3" fmla="*/ 15942 w 113428"/>
              <a:gd name="csY3" fmla="*/ 141759 h 141759"/>
              <a:gd name="csX4" fmla="*/ 97470 w 113428"/>
              <a:gd name="csY4" fmla="*/ 141759 h 141759"/>
              <a:gd name="csX5" fmla="*/ 113428 w 113428"/>
              <a:gd name="csY5" fmla="*/ 125811 h 141759"/>
              <a:gd name="csX6" fmla="*/ 113428 w 113428"/>
              <a:gd name="csY6" fmla="*/ 56704 h 141759"/>
              <a:gd name="csX7" fmla="*/ 72664 w 113428"/>
              <a:gd name="csY7" fmla="*/ 56704 h 141759"/>
              <a:gd name="csX8" fmla="*/ 56706 w 113428"/>
              <a:gd name="csY8" fmla="*/ 40756 h 141759"/>
              <a:gd name="csX9" fmla="*/ 56706 w 113428"/>
              <a:gd name="csY9" fmla="*/ 0 h 141759"/>
              <a:gd name="csX10" fmla="*/ 15942 w 113428"/>
              <a:gd name="csY10" fmla="*/ 0 h 141759"/>
              <a:gd name="csX11" fmla="*/ 67339 w 113428"/>
              <a:gd name="csY11" fmla="*/ 3115 h 141759"/>
              <a:gd name="csX12" fmla="*/ 67339 w 113428"/>
              <a:gd name="csY12" fmla="*/ 40756 h 141759"/>
              <a:gd name="csX13" fmla="*/ 72664 w 113428"/>
              <a:gd name="csY13" fmla="*/ 46072 h 141759"/>
              <a:gd name="csX14" fmla="*/ 110315 w 113428"/>
              <a:gd name="csY14" fmla="*/ 46072 h 141759"/>
              <a:gd name="csX15" fmla="*/ 67339 w 113428"/>
              <a:gd name="csY15" fmla="*/ 3115 h 141759"/>
              <a:gd name="csX16" fmla="*/ 40764 w 113428"/>
              <a:gd name="csY16" fmla="*/ 70880 h 141759"/>
              <a:gd name="csX17" fmla="*/ 56706 w 113428"/>
              <a:gd name="csY17" fmla="*/ 88565 h 141759"/>
              <a:gd name="csX18" fmla="*/ 48590 w 113428"/>
              <a:gd name="csY18" fmla="*/ 109580 h 141759"/>
              <a:gd name="csX19" fmla="*/ 51397 w 113428"/>
              <a:gd name="csY19" fmla="*/ 109863 h 141759"/>
              <a:gd name="csX20" fmla="*/ 57624 w 113428"/>
              <a:gd name="csY20" fmla="*/ 103945 h 141759"/>
              <a:gd name="csX21" fmla="*/ 67339 w 113428"/>
              <a:gd name="csY21" fmla="*/ 95687 h 141759"/>
              <a:gd name="csX22" fmla="*/ 76135 w 113428"/>
              <a:gd name="csY22" fmla="*/ 105046 h 141759"/>
              <a:gd name="csX23" fmla="*/ 79742 w 113428"/>
              <a:gd name="csY23" fmla="*/ 109863 h 141759"/>
              <a:gd name="csX24" fmla="*/ 81596 w 113428"/>
              <a:gd name="csY24" fmla="*/ 105399 h 141759"/>
              <a:gd name="csX25" fmla="*/ 85986 w 113428"/>
              <a:gd name="csY25" fmla="*/ 99301 h 141759"/>
              <a:gd name="csX26" fmla="*/ 92094 w 113428"/>
              <a:gd name="csY26" fmla="*/ 103696 h 141759"/>
              <a:gd name="csX27" fmla="*/ 88402 w 113428"/>
              <a:gd name="csY27" fmla="*/ 116169 h 141759"/>
              <a:gd name="csX28" fmla="*/ 79742 w 113428"/>
              <a:gd name="csY28" fmla="*/ 120495 h 141759"/>
              <a:gd name="csX29" fmla="*/ 66454 w 113428"/>
              <a:gd name="csY29" fmla="*/ 110078 h 141759"/>
              <a:gd name="csX30" fmla="*/ 51397 w 113428"/>
              <a:gd name="csY30" fmla="*/ 120495 h 141759"/>
              <a:gd name="csX31" fmla="*/ 39403 w 113428"/>
              <a:gd name="csY31" fmla="*/ 117304 h 141759"/>
              <a:gd name="csX32" fmla="*/ 26575 w 113428"/>
              <a:gd name="csY32" fmla="*/ 120495 h 141759"/>
              <a:gd name="csX33" fmla="*/ 21267 w 113428"/>
              <a:gd name="csY33" fmla="*/ 115179 h 141759"/>
              <a:gd name="csX34" fmla="*/ 26575 w 113428"/>
              <a:gd name="csY34" fmla="*/ 109863 h 141759"/>
              <a:gd name="csX35" fmla="*/ 31049 w 113428"/>
              <a:gd name="csY35" fmla="*/ 109261 h 141759"/>
              <a:gd name="csX36" fmla="*/ 24805 w 113428"/>
              <a:gd name="csY36" fmla="*/ 88599 h 141759"/>
              <a:gd name="csX37" fmla="*/ 40764 w 113428"/>
              <a:gd name="csY37" fmla="*/ 70880 h 141759"/>
              <a:gd name="csX38" fmla="*/ 40764 w 113428"/>
              <a:gd name="csY38" fmla="*/ 81512 h 141759"/>
              <a:gd name="csX39" fmla="*/ 35439 w 113428"/>
              <a:gd name="csY39" fmla="*/ 88599 h 141759"/>
              <a:gd name="csX40" fmla="*/ 39982 w 113428"/>
              <a:gd name="csY40" fmla="*/ 103412 h 141759"/>
              <a:gd name="csX41" fmla="*/ 46072 w 113428"/>
              <a:gd name="csY41" fmla="*/ 88565 h 141759"/>
              <a:gd name="csX42" fmla="*/ 40764 w 113428"/>
              <a:gd name="csY42" fmla="*/ 81512 h 141759"/>
            </a:gdLst>
            <a:ahLst/>
            <a:cxnLst/>
            <a:rect l="l" t="t" r="r" b="b"/>
            <a:pathLst>
              <a:path w="100000" h="100000">
                <a:moveTo>
                  <a:pt x="21239" y="0"/>
                </a:moveTo>
                <a:cubicBezTo>
                  <a:pt x="15046" y="0"/>
                  <a:pt x="9993" y="5050"/>
                  <a:pt x="9993" y="11250"/>
                </a:cubicBezTo>
                <a:lnTo>
                  <a:pt x="9993" y="88750"/>
                </a:lnTo>
                <a:cubicBezTo>
                  <a:pt x="9993" y="94950"/>
                  <a:pt x="15046" y="100000"/>
                  <a:pt x="21239" y="100000"/>
                </a:cubicBezTo>
                <a:lnTo>
                  <a:pt x="78750" y="100000"/>
                </a:lnTo>
                <a:cubicBezTo>
                  <a:pt x="84955" y="100000"/>
                  <a:pt x="90007" y="94950"/>
                  <a:pt x="90007" y="88750"/>
                </a:cubicBezTo>
                <a:lnTo>
                  <a:pt x="90007" y="40000"/>
                </a:lnTo>
                <a:lnTo>
                  <a:pt x="61251" y="40000"/>
                </a:lnTo>
                <a:cubicBezTo>
                  <a:pt x="55047" y="40000"/>
                  <a:pt x="49994" y="34950"/>
                  <a:pt x="49994" y="28750"/>
                </a:cubicBezTo>
                <a:lnTo>
                  <a:pt x="49994" y="0"/>
                </a:lnTo>
                <a:lnTo>
                  <a:pt x="21239" y="0"/>
                </a:lnTo>
                <a:close/>
                <a:moveTo>
                  <a:pt x="57495" y="2197"/>
                </a:moveTo>
                <a:lnTo>
                  <a:pt x="57495" y="28750"/>
                </a:lnTo>
                <a:cubicBezTo>
                  <a:pt x="57495" y="30818"/>
                  <a:pt x="59187" y="32500"/>
                  <a:pt x="61251" y="32500"/>
                </a:cubicBezTo>
                <a:lnTo>
                  <a:pt x="87811" y="32500"/>
                </a:lnTo>
                <a:lnTo>
                  <a:pt x="57495" y="2197"/>
                </a:lnTo>
                <a:close/>
                <a:moveTo>
                  <a:pt x="38749" y="50000"/>
                </a:moveTo>
                <a:cubicBezTo>
                  <a:pt x="43945" y="50000"/>
                  <a:pt x="49994" y="53276"/>
                  <a:pt x="49994" y="62476"/>
                </a:cubicBezTo>
                <a:cubicBezTo>
                  <a:pt x="49994" y="66676"/>
                  <a:pt x="48098" y="72575"/>
                  <a:pt x="44269" y="77300"/>
                </a:cubicBezTo>
                <a:cubicBezTo>
                  <a:pt x="44905" y="77425"/>
                  <a:pt x="45542" y="77500"/>
                  <a:pt x="46249" y="77500"/>
                </a:cubicBezTo>
                <a:cubicBezTo>
                  <a:pt x="48302" y="77500"/>
                  <a:pt x="49070" y="76550"/>
                  <a:pt x="50642" y="73325"/>
                </a:cubicBezTo>
                <a:cubicBezTo>
                  <a:pt x="51771" y="71000"/>
                  <a:pt x="53499" y="67500"/>
                  <a:pt x="57495" y="67500"/>
                </a:cubicBezTo>
                <a:cubicBezTo>
                  <a:pt x="62128" y="67500"/>
                  <a:pt x="63172" y="71952"/>
                  <a:pt x="63700" y="74102"/>
                </a:cubicBezTo>
                <a:cubicBezTo>
                  <a:pt x="64480" y="77402"/>
                  <a:pt x="64780" y="77500"/>
                  <a:pt x="66244" y="77500"/>
                </a:cubicBezTo>
                <a:cubicBezTo>
                  <a:pt x="66724" y="77325"/>
                  <a:pt x="67745" y="75651"/>
                  <a:pt x="67552" y="74351"/>
                </a:cubicBezTo>
                <a:cubicBezTo>
                  <a:pt x="67229" y="72301"/>
                  <a:pt x="68620" y="70374"/>
                  <a:pt x="70649" y="70049"/>
                </a:cubicBezTo>
                <a:cubicBezTo>
                  <a:pt x="72701" y="69724"/>
                  <a:pt x="74633" y="71124"/>
                  <a:pt x="74958" y="73150"/>
                </a:cubicBezTo>
                <a:cubicBezTo>
                  <a:pt x="75426" y="76150"/>
                  <a:pt x="74429" y="79524"/>
                  <a:pt x="72353" y="81948"/>
                </a:cubicBezTo>
                <a:cubicBezTo>
                  <a:pt x="70673" y="83923"/>
                  <a:pt x="68524" y="85000"/>
                  <a:pt x="66244" y="85000"/>
                </a:cubicBezTo>
                <a:cubicBezTo>
                  <a:pt x="59980" y="85000"/>
                  <a:pt x="57819" y="80702"/>
                  <a:pt x="56871" y="77652"/>
                </a:cubicBezTo>
                <a:cubicBezTo>
                  <a:pt x="55323" y="80652"/>
                  <a:pt x="52526" y="85000"/>
                  <a:pt x="46249" y="85000"/>
                </a:cubicBezTo>
                <a:cubicBezTo>
                  <a:pt x="42973" y="85000"/>
                  <a:pt x="40165" y="84149"/>
                  <a:pt x="37788" y="82749"/>
                </a:cubicBezTo>
                <a:cubicBezTo>
                  <a:pt x="35196" y="84149"/>
                  <a:pt x="32172" y="85000"/>
                  <a:pt x="28739" y="85000"/>
                </a:cubicBezTo>
                <a:cubicBezTo>
                  <a:pt x="26675" y="85000"/>
                  <a:pt x="24995" y="83325"/>
                  <a:pt x="24995" y="81250"/>
                </a:cubicBezTo>
                <a:cubicBezTo>
                  <a:pt x="24995" y="79175"/>
                  <a:pt x="26675" y="77500"/>
                  <a:pt x="28739" y="77500"/>
                </a:cubicBezTo>
                <a:cubicBezTo>
                  <a:pt x="29867" y="77500"/>
                  <a:pt x="30923" y="77350"/>
                  <a:pt x="31895" y="77075"/>
                </a:cubicBezTo>
                <a:cubicBezTo>
                  <a:pt x="28919" y="72650"/>
                  <a:pt x="27491" y="67125"/>
                  <a:pt x="27491" y="62500"/>
                </a:cubicBezTo>
                <a:cubicBezTo>
                  <a:pt x="27491" y="53275"/>
                  <a:pt x="33540" y="50000"/>
                  <a:pt x="38749" y="50000"/>
                </a:cubicBezTo>
                <a:close/>
                <a:moveTo>
                  <a:pt x="38749" y="57500"/>
                </a:moveTo>
                <a:cubicBezTo>
                  <a:pt x="37716" y="57500"/>
                  <a:pt x="34992" y="57500"/>
                  <a:pt x="34992" y="62500"/>
                </a:cubicBezTo>
                <a:cubicBezTo>
                  <a:pt x="34992" y="65750"/>
                  <a:pt x="36048" y="69874"/>
                  <a:pt x="38197" y="72949"/>
                </a:cubicBezTo>
                <a:cubicBezTo>
                  <a:pt x="41149" y="69500"/>
                  <a:pt x="42493" y="64926"/>
                  <a:pt x="42493" y="62476"/>
                </a:cubicBezTo>
                <a:cubicBezTo>
                  <a:pt x="42493" y="57500"/>
                  <a:pt x="39769" y="57500"/>
                  <a:pt x="38749" y="575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86" name="Красный — SVG 5">
            <a:extLst>
              <a:ext uri="{FF2B5EF4-FFF2-40B4-BE49-F238E27FC236}">
                <a16:creationId xmlns:a16="http://schemas.microsoft.com/office/drawing/2014/main" id="{C0C99369-7E7A-2D4B-8839-8E3EE8628DA0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37317 w 141980"/>
              <a:gd name="csY0" fmla="*/ 0 h 131127"/>
              <a:gd name="csX1" fmla="*/ 17823 w 141980"/>
              <a:gd name="csY1" fmla="*/ 19491 h 131127"/>
              <a:gd name="csX2" fmla="*/ 17823 w 141980"/>
              <a:gd name="csY2" fmla="*/ 90371 h 131127"/>
              <a:gd name="csX3" fmla="*/ 37317 w 141980"/>
              <a:gd name="csY3" fmla="*/ 109863 h 131127"/>
              <a:gd name="csX4" fmla="*/ 40863 w 141980"/>
              <a:gd name="csY4" fmla="*/ 109863 h 131127"/>
              <a:gd name="csX5" fmla="*/ 60357 w 141980"/>
              <a:gd name="csY5" fmla="*/ 90371 h 131127"/>
              <a:gd name="csX6" fmla="*/ 60357 w 141980"/>
              <a:gd name="csY6" fmla="*/ 19491 h 131127"/>
              <a:gd name="csX7" fmla="*/ 40863 w 141980"/>
              <a:gd name="csY7" fmla="*/ 0 h 131127"/>
              <a:gd name="csX8" fmla="*/ 37317 w 141980"/>
              <a:gd name="csY8" fmla="*/ 0 h 131127"/>
              <a:gd name="csX9" fmla="*/ 101118 w 141980"/>
              <a:gd name="csY9" fmla="*/ 35439 h 131127"/>
              <a:gd name="csX10" fmla="*/ 81624 w 141980"/>
              <a:gd name="csY10" fmla="*/ 54932 h 131127"/>
              <a:gd name="csX11" fmla="*/ 81624 w 141980"/>
              <a:gd name="csY11" fmla="*/ 90371 h 131127"/>
              <a:gd name="csX12" fmla="*/ 101118 w 141980"/>
              <a:gd name="csY12" fmla="*/ 109863 h 131127"/>
              <a:gd name="csX13" fmla="*/ 104663 w 141980"/>
              <a:gd name="csY13" fmla="*/ 109863 h 131127"/>
              <a:gd name="csX14" fmla="*/ 124157 w 141980"/>
              <a:gd name="csY14" fmla="*/ 90371 h 131127"/>
              <a:gd name="csX15" fmla="*/ 124157 w 141980"/>
              <a:gd name="csY15" fmla="*/ 54932 h 131127"/>
              <a:gd name="csX16" fmla="*/ 104663 w 141980"/>
              <a:gd name="csY16" fmla="*/ 35439 h 131127"/>
              <a:gd name="csX17" fmla="*/ 101118 w 141980"/>
              <a:gd name="csY17" fmla="*/ 35439 h 131127"/>
              <a:gd name="csX18" fmla="*/ 7190 w 141980"/>
              <a:gd name="csY18" fmla="*/ 116951 h 131127"/>
              <a:gd name="csX19" fmla="*/ 4446 w 141980"/>
              <a:gd name="csY19" fmla="*/ 117462 h 131127"/>
              <a:gd name="csX20" fmla="*/ 2111 w 141980"/>
              <a:gd name="csY20" fmla="*/ 118991 h 131127"/>
              <a:gd name="csX21" fmla="*/ 550 w 141980"/>
              <a:gd name="csY21" fmla="*/ 121303 h 131127"/>
              <a:gd name="csX22" fmla="*/ 0 w 141980"/>
              <a:gd name="csY22" fmla="*/ 124040 h 131127"/>
              <a:gd name="csX23" fmla="*/ 550 w 141980"/>
              <a:gd name="csY23" fmla="*/ 126775 h 131127"/>
              <a:gd name="csX24" fmla="*/ 2111 w 141980"/>
              <a:gd name="csY24" fmla="*/ 129087 h 131127"/>
              <a:gd name="csX25" fmla="*/ 4446 w 141980"/>
              <a:gd name="csY25" fmla="*/ 130616 h 131127"/>
              <a:gd name="csX26" fmla="*/ 7190 w 141980"/>
              <a:gd name="csY26" fmla="*/ 131127 h 131127"/>
              <a:gd name="csX27" fmla="*/ 134790 w 141980"/>
              <a:gd name="csY27" fmla="*/ 131127 h 131127"/>
              <a:gd name="csX28" fmla="*/ 137535 w 141980"/>
              <a:gd name="csY28" fmla="*/ 130616 h 131127"/>
              <a:gd name="csX29" fmla="*/ 139869 w 141980"/>
              <a:gd name="csY29" fmla="*/ 129087 h 131127"/>
              <a:gd name="csX30" fmla="*/ 141431 w 141980"/>
              <a:gd name="csY30" fmla="*/ 126775 h 131127"/>
              <a:gd name="csX31" fmla="*/ 141980 w 141980"/>
              <a:gd name="csY31" fmla="*/ 124040 h 131127"/>
              <a:gd name="csX32" fmla="*/ 141431 w 141980"/>
              <a:gd name="csY32" fmla="*/ 121303 h 131127"/>
              <a:gd name="csX33" fmla="*/ 139869 w 141980"/>
              <a:gd name="csY33" fmla="*/ 118991 h 131127"/>
              <a:gd name="csX34" fmla="*/ 137535 w 141980"/>
              <a:gd name="csY34" fmla="*/ 117462 h 131127"/>
              <a:gd name="csX35" fmla="*/ 134790 w 141980"/>
              <a:gd name="csY35" fmla="*/ 116951 h 131127"/>
              <a:gd name="csX36" fmla="*/ 7190 w 141980"/>
              <a:gd name="csY36" fmla="*/ 116951 h 131127"/>
            </a:gdLst>
            <a:ahLst/>
            <a:cxnLst/>
            <a:rect l="l" t="t" r="r" b="b"/>
            <a:pathLst>
              <a:path w="100000" h="100000">
                <a:moveTo>
                  <a:pt x="26283" y="3822"/>
                </a:moveTo>
                <a:cubicBezTo>
                  <a:pt x="18699" y="3822"/>
                  <a:pt x="12553" y="9967"/>
                  <a:pt x="12553" y="17550"/>
                </a:cubicBezTo>
                <a:lnTo>
                  <a:pt x="12553" y="67473"/>
                </a:lnTo>
                <a:cubicBezTo>
                  <a:pt x="12553" y="75056"/>
                  <a:pt x="18699" y="81201"/>
                  <a:pt x="26283" y="81201"/>
                </a:cubicBezTo>
                <a:lnTo>
                  <a:pt x="28781" y="81201"/>
                </a:lnTo>
                <a:cubicBezTo>
                  <a:pt x="36365" y="81201"/>
                  <a:pt x="42511" y="75056"/>
                  <a:pt x="42511" y="67473"/>
                </a:cubicBezTo>
                <a:lnTo>
                  <a:pt x="42511" y="17550"/>
                </a:lnTo>
                <a:cubicBezTo>
                  <a:pt x="42511" y="9967"/>
                  <a:pt x="36365" y="3822"/>
                  <a:pt x="28781" y="3822"/>
                </a:cubicBezTo>
                <a:lnTo>
                  <a:pt x="26283" y="3822"/>
                </a:lnTo>
                <a:close/>
                <a:moveTo>
                  <a:pt x="71220" y="28783"/>
                </a:moveTo>
                <a:cubicBezTo>
                  <a:pt x="63636" y="28783"/>
                  <a:pt x="57490" y="34928"/>
                  <a:pt x="57490" y="42512"/>
                </a:cubicBezTo>
                <a:lnTo>
                  <a:pt x="57490" y="67473"/>
                </a:lnTo>
                <a:cubicBezTo>
                  <a:pt x="57490" y="75056"/>
                  <a:pt x="63636" y="81201"/>
                  <a:pt x="71220" y="81201"/>
                </a:cubicBezTo>
                <a:lnTo>
                  <a:pt x="73717" y="81201"/>
                </a:lnTo>
                <a:cubicBezTo>
                  <a:pt x="81301" y="81201"/>
                  <a:pt x="87447" y="75056"/>
                  <a:pt x="87447" y="67473"/>
                </a:cubicBezTo>
                <a:lnTo>
                  <a:pt x="87447" y="42512"/>
                </a:lnTo>
                <a:cubicBezTo>
                  <a:pt x="87447" y="34928"/>
                  <a:pt x="81301" y="28783"/>
                  <a:pt x="73717" y="28783"/>
                </a:cubicBezTo>
                <a:lnTo>
                  <a:pt x="71220" y="28783"/>
                </a:lnTo>
                <a:close/>
                <a:moveTo>
                  <a:pt x="5064" y="86193"/>
                </a:moveTo>
                <a:cubicBezTo>
                  <a:pt x="4403" y="86184"/>
                  <a:pt x="3746" y="86306"/>
                  <a:pt x="3131" y="86553"/>
                </a:cubicBezTo>
                <a:cubicBezTo>
                  <a:pt x="2518" y="86800"/>
                  <a:pt x="1959" y="87167"/>
                  <a:pt x="1487" y="87630"/>
                </a:cubicBezTo>
                <a:cubicBezTo>
                  <a:pt x="1016" y="88095"/>
                  <a:pt x="642" y="88649"/>
                  <a:pt x="387" y="89259"/>
                </a:cubicBezTo>
                <a:cubicBezTo>
                  <a:pt x="132" y="89869"/>
                  <a:pt x="0" y="90524"/>
                  <a:pt x="0" y="91186"/>
                </a:cubicBezTo>
                <a:cubicBezTo>
                  <a:pt x="0" y="91848"/>
                  <a:pt x="132" y="92503"/>
                  <a:pt x="387" y="93113"/>
                </a:cubicBezTo>
                <a:cubicBezTo>
                  <a:pt x="642" y="93723"/>
                  <a:pt x="1016" y="94276"/>
                  <a:pt x="1487" y="94741"/>
                </a:cubicBezTo>
                <a:cubicBezTo>
                  <a:pt x="1959" y="95206"/>
                  <a:pt x="2518" y="95572"/>
                  <a:pt x="3131" y="95818"/>
                </a:cubicBezTo>
                <a:cubicBezTo>
                  <a:pt x="3746" y="96065"/>
                  <a:pt x="4403" y="96187"/>
                  <a:pt x="5064" y="96178"/>
                </a:cubicBezTo>
                <a:lnTo>
                  <a:pt x="94936" y="96178"/>
                </a:lnTo>
                <a:cubicBezTo>
                  <a:pt x="95598" y="96187"/>
                  <a:pt x="96254" y="96065"/>
                  <a:pt x="96869" y="95818"/>
                </a:cubicBezTo>
                <a:cubicBezTo>
                  <a:pt x="97483" y="95572"/>
                  <a:pt x="98041" y="95206"/>
                  <a:pt x="98513" y="94741"/>
                </a:cubicBezTo>
                <a:cubicBezTo>
                  <a:pt x="98984" y="94276"/>
                  <a:pt x="99358" y="93723"/>
                  <a:pt x="99613" y="93113"/>
                </a:cubicBezTo>
                <a:cubicBezTo>
                  <a:pt x="99868" y="92503"/>
                  <a:pt x="100000" y="91848"/>
                  <a:pt x="100000" y="91186"/>
                </a:cubicBezTo>
                <a:cubicBezTo>
                  <a:pt x="100000" y="90524"/>
                  <a:pt x="99868" y="89869"/>
                  <a:pt x="99613" y="89259"/>
                </a:cubicBezTo>
                <a:cubicBezTo>
                  <a:pt x="99358" y="88649"/>
                  <a:pt x="98984" y="88095"/>
                  <a:pt x="98513" y="87630"/>
                </a:cubicBezTo>
                <a:cubicBezTo>
                  <a:pt x="98041" y="87167"/>
                  <a:pt x="97483" y="86800"/>
                  <a:pt x="96869" y="86553"/>
                </a:cubicBezTo>
                <a:cubicBezTo>
                  <a:pt x="96254" y="86306"/>
                  <a:pt x="95598" y="86184"/>
                  <a:pt x="94936" y="86193"/>
                </a:cubicBezTo>
                <a:lnTo>
                  <a:pt x="5064" y="8619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87" name="Красный — SVG 6">
            <a:extLst>
              <a:ext uri="{FF2B5EF4-FFF2-40B4-BE49-F238E27FC236}">
                <a16:creationId xmlns:a16="http://schemas.microsoft.com/office/drawing/2014/main" id="{8E5912D9-CE9B-E649-B048-7251D14EE045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104663 w 141980"/>
              <a:gd name="csY0" fmla="*/ 0 h 131127"/>
              <a:gd name="csX1" fmla="*/ 124157 w 141980"/>
              <a:gd name="csY1" fmla="*/ 19491 h 131127"/>
              <a:gd name="csX2" fmla="*/ 124157 w 141980"/>
              <a:gd name="csY2" fmla="*/ 90371 h 131127"/>
              <a:gd name="csX3" fmla="*/ 104663 w 141980"/>
              <a:gd name="csY3" fmla="*/ 109863 h 131127"/>
              <a:gd name="csX4" fmla="*/ 101118 w 141980"/>
              <a:gd name="csY4" fmla="*/ 109863 h 131127"/>
              <a:gd name="csX5" fmla="*/ 81624 w 141980"/>
              <a:gd name="csY5" fmla="*/ 90371 h 131127"/>
              <a:gd name="csX6" fmla="*/ 81624 w 141980"/>
              <a:gd name="csY6" fmla="*/ 19491 h 131127"/>
              <a:gd name="csX7" fmla="*/ 101118 w 141980"/>
              <a:gd name="csY7" fmla="*/ 0 h 131127"/>
              <a:gd name="csX8" fmla="*/ 104663 w 141980"/>
              <a:gd name="csY8" fmla="*/ 0 h 131127"/>
              <a:gd name="csX9" fmla="*/ 40863 w 141980"/>
              <a:gd name="csY9" fmla="*/ 35439 h 131127"/>
              <a:gd name="csX10" fmla="*/ 60357 w 141980"/>
              <a:gd name="csY10" fmla="*/ 54932 h 131127"/>
              <a:gd name="csX11" fmla="*/ 60357 w 141980"/>
              <a:gd name="csY11" fmla="*/ 90371 h 131127"/>
              <a:gd name="csX12" fmla="*/ 40863 w 141980"/>
              <a:gd name="csY12" fmla="*/ 109863 h 131127"/>
              <a:gd name="csX13" fmla="*/ 37317 w 141980"/>
              <a:gd name="csY13" fmla="*/ 109863 h 131127"/>
              <a:gd name="csX14" fmla="*/ 17823 w 141980"/>
              <a:gd name="csY14" fmla="*/ 90371 h 131127"/>
              <a:gd name="csX15" fmla="*/ 17823 w 141980"/>
              <a:gd name="csY15" fmla="*/ 54932 h 131127"/>
              <a:gd name="csX16" fmla="*/ 37317 w 141980"/>
              <a:gd name="csY16" fmla="*/ 35439 h 131127"/>
              <a:gd name="csX17" fmla="*/ 40863 w 141980"/>
              <a:gd name="csY17" fmla="*/ 35439 h 131127"/>
              <a:gd name="csX18" fmla="*/ 134790 w 141980"/>
              <a:gd name="csY18" fmla="*/ 116951 h 131127"/>
              <a:gd name="csX19" fmla="*/ 137535 w 141980"/>
              <a:gd name="csY19" fmla="*/ 117462 h 131127"/>
              <a:gd name="csX20" fmla="*/ 139869 w 141980"/>
              <a:gd name="csY20" fmla="*/ 118991 h 131127"/>
              <a:gd name="csX21" fmla="*/ 141431 w 141980"/>
              <a:gd name="csY21" fmla="*/ 121303 h 131127"/>
              <a:gd name="csX22" fmla="*/ 141980 w 141980"/>
              <a:gd name="csY22" fmla="*/ 124040 h 131127"/>
              <a:gd name="csX23" fmla="*/ 141431 w 141980"/>
              <a:gd name="csY23" fmla="*/ 126775 h 131127"/>
              <a:gd name="csX24" fmla="*/ 139869 w 141980"/>
              <a:gd name="csY24" fmla="*/ 129087 h 131127"/>
              <a:gd name="csX25" fmla="*/ 137535 w 141980"/>
              <a:gd name="csY25" fmla="*/ 130616 h 131127"/>
              <a:gd name="csX26" fmla="*/ 134790 w 141980"/>
              <a:gd name="csY26" fmla="*/ 131127 h 131127"/>
              <a:gd name="csX27" fmla="*/ 7190 w 141980"/>
              <a:gd name="csY27" fmla="*/ 131127 h 131127"/>
              <a:gd name="csX28" fmla="*/ 4446 w 141980"/>
              <a:gd name="csY28" fmla="*/ 130616 h 131127"/>
              <a:gd name="csX29" fmla="*/ 2111 w 141980"/>
              <a:gd name="csY29" fmla="*/ 129087 h 131127"/>
              <a:gd name="csX30" fmla="*/ 550 w 141980"/>
              <a:gd name="csY30" fmla="*/ 126775 h 131127"/>
              <a:gd name="csX31" fmla="*/ 0 w 141980"/>
              <a:gd name="csY31" fmla="*/ 124040 h 131127"/>
              <a:gd name="csX32" fmla="*/ 550 w 141980"/>
              <a:gd name="csY32" fmla="*/ 121303 h 131127"/>
              <a:gd name="csX33" fmla="*/ 2111 w 141980"/>
              <a:gd name="csY33" fmla="*/ 118991 h 131127"/>
              <a:gd name="csX34" fmla="*/ 4446 w 141980"/>
              <a:gd name="csY34" fmla="*/ 117462 h 131127"/>
              <a:gd name="csX35" fmla="*/ 7190 w 141980"/>
              <a:gd name="csY35" fmla="*/ 116951 h 131127"/>
              <a:gd name="csX36" fmla="*/ 134790 w 141980"/>
              <a:gd name="csY36" fmla="*/ 116951 h 131127"/>
            </a:gdLst>
            <a:ahLst/>
            <a:cxnLst/>
            <a:rect l="l" t="t" r="r" b="b"/>
            <a:pathLst>
              <a:path w="100000" h="100000">
                <a:moveTo>
                  <a:pt x="73717" y="3822"/>
                </a:moveTo>
                <a:cubicBezTo>
                  <a:pt x="81301" y="3822"/>
                  <a:pt x="87447" y="9967"/>
                  <a:pt x="87447" y="17550"/>
                </a:cubicBezTo>
                <a:lnTo>
                  <a:pt x="87447" y="67473"/>
                </a:lnTo>
                <a:cubicBezTo>
                  <a:pt x="87447" y="75056"/>
                  <a:pt x="81301" y="81201"/>
                  <a:pt x="73717" y="81201"/>
                </a:cubicBezTo>
                <a:lnTo>
                  <a:pt x="71220" y="81201"/>
                </a:lnTo>
                <a:cubicBezTo>
                  <a:pt x="63636" y="81201"/>
                  <a:pt x="57490" y="75056"/>
                  <a:pt x="57490" y="67473"/>
                </a:cubicBezTo>
                <a:lnTo>
                  <a:pt x="57490" y="17550"/>
                </a:lnTo>
                <a:cubicBezTo>
                  <a:pt x="57490" y="9967"/>
                  <a:pt x="63636" y="3822"/>
                  <a:pt x="71220" y="3822"/>
                </a:cubicBezTo>
                <a:lnTo>
                  <a:pt x="73717" y="3822"/>
                </a:lnTo>
                <a:close/>
                <a:moveTo>
                  <a:pt x="28781" y="28783"/>
                </a:moveTo>
                <a:cubicBezTo>
                  <a:pt x="36365" y="28783"/>
                  <a:pt x="42511" y="34928"/>
                  <a:pt x="42511" y="42512"/>
                </a:cubicBezTo>
                <a:lnTo>
                  <a:pt x="42511" y="67473"/>
                </a:lnTo>
                <a:cubicBezTo>
                  <a:pt x="42511" y="75056"/>
                  <a:pt x="36365" y="81201"/>
                  <a:pt x="28781" y="81201"/>
                </a:cubicBezTo>
                <a:lnTo>
                  <a:pt x="26283" y="81201"/>
                </a:lnTo>
                <a:cubicBezTo>
                  <a:pt x="18699" y="81201"/>
                  <a:pt x="12553" y="75056"/>
                  <a:pt x="12553" y="67473"/>
                </a:cubicBezTo>
                <a:lnTo>
                  <a:pt x="12553" y="42512"/>
                </a:lnTo>
                <a:cubicBezTo>
                  <a:pt x="12553" y="34928"/>
                  <a:pt x="18699" y="28783"/>
                  <a:pt x="26283" y="28783"/>
                </a:cubicBezTo>
                <a:lnTo>
                  <a:pt x="28781" y="28783"/>
                </a:lnTo>
                <a:close/>
                <a:moveTo>
                  <a:pt x="94936" y="86193"/>
                </a:moveTo>
                <a:cubicBezTo>
                  <a:pt x="95598" y="86184"/>
                  <a:pt x="96254" y="86306"/>
                  <a:pt x="96869" y="86553"/>
                </a:cubicBezTo>
                <a:cubicBezTo>
                  <a:pt x="97483" y="86800"/>
                  <a:pt x="98041" y="87167"/>
                  <a:pt x="98513" y="87630"/>
                </a:cubicBezTo>
                <a:cubicBezTo>
                  <a:pt x="98984" y="88095"/>
                  <a:pt x="99358" y="88649"/>
                  <a:pt x="99613" y="89259"/>
                </a:cubicBezTo>
                <a:cubicBezTo>
                  <a:pt x="99868" y="89869"/>
                  <a:pt x="100000" y="90524"/>
                  <a:pt x="100000" y="91186"/>
                </a:cubicBezTo>
                <a:cubicBezTo>
                  <a:pt x="100000" y="91848"/>
                  <a:pt x="99868" y="92503"/>
                  <a:pt x="99613" y="93113"/>
                </a:cubicBezTo>
                <a:cubicBezTo>
                  <a:pt x="99358" y="93723"/>
                  <a:pt x="98984" y="94276"/>
                  <a:pt x="98513" y="94741"/>
                </a:cubicBezTo>
                <a:cubicBezTo>
                  <a:pt x="98041" y="95206"/>
                  <a:pt x="97483" y="95572"/>
                  <a:pt x="96869" y="95818"/>
                </a:cubicBezTo>
                <a:cubicBezTo>
                  <a:pt x="96254" y="96065"/>
                  <a:pt x="95598" y="96187"/>
                  <a:pt x="94936" y="96178"/>
                </a:cubicBezTo>
                <a:lnTo>
                  <a:pt x="5064" y="96178"/>
                </a:lnTo>
                <a:cubicBezTo>
                  <a:pt x="4403" y="96187"/>
                  <a:pt x="3746" y="96065"/>
                  <a:pt x="3131" y="95818"/>
                </a:cubicBezTo>
                <a:cubicBezTo>
                  <a:pt x="2518" y="95572"/>
                  <a:pt x="1959" y="95206"/>
                  <a:pt x="1487" y="94741"/>
                </a:cubicBezTo>
                <a:cubicBezTo>
                  <a:pt x="1016" y="94276"/>
                  <a:pt x="642" y="93723"/>
                  <a:pt x="387" y="93113"/>
                </a:cubicBezTo>
                <a:cubicBezTo>
                  <a:pt x="132" y="92503"/>
                  <a:pt x="0" y="91848"/>
                  <a:pt x="0" y="91186"/>
                </a:cubicBezTo>
                <a:cubicBezTo>
                  <a:pt x="0" y="90524"/>
                  <a:pt x="132" y="89869"/>
                  <a:pt x="387" y="89259"/>
                </a:cubicBezTo>
                <a:cubicBezTo>
                  <a:pt x="642" y="88649"/>
                  <a:pt x="1016" y="88095"/>
                  <a:pt x="1487" y="87630"/>
                </a:cubicBezTo>
                <a:cubicBezTo>
                  <a:pt x="1959" y="87167"/>
                  <a:pt x="2518" y="86800"/>
                  <a:pt x="3131" y="86553"/>
                </a:cubicBezTo>
                <a:cubicBezTo>
                  <a:pt x="3746" y="86306"/>
                  <a:pt x="4403" y="86184"/>
                  <a:pt x="5064" y="86193"/>
                </a:cubicBezTo>
                <a:lnTo>
                  <a:pt x="94936" y="8619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88" name="Красный — SVG 7">
            <a:extLst>
              <a:ext uri="{FF2B5EF4-FFF2-40B4-BE49-F238E27FC236}">
                <a16:creationId xmlns:a16="http://schemas.microsoft.com/office/drawing/2014/main" id="{250E8BB8-7D45-9043-AE9B-4489799BB81B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5247 w 127600"/>
              <a:gd name="csY0" fmla="*/ 0 h 127583"/>
              <a:gd name="csX1" fmla="*/ 1533 w 127600"/>
              <a:gd name="csY1" fmla="*/ 1582 h 127583"/>
              <a:gd name="csX2" fmla="*/ 0 w 127600"/>
              <a:gd name="csY2" fmla="*/ 5316 h 127583"/>
              <a:gd name="csX3" fmla="*/ 0 w 127600"/>
              <a:gd name="csY3" fmla="*/ 122268 h 127583"/>
              <a:gd name="csX4" fmla="*/ 1557 w 127600"/>
              <a:gd name="csY4" fmla="*/ 126027 h 127583"/>
              <a:gd name="csX5" fmla="*/ 5317 w 127600"/>
              <a:gd name="csY5" fmla="*/ 127584 h 127583"/>
              <a:gd name="csX6" fmla="*/ 122284 w 127600"/>
              <a:gd name="csY6" fmla="*/ 127584 h 127583"/>
              <a:gd name="csX7" fmla="*/ 126044 w 127600"/>
              <a:gd name="csY7" fmla="*/ 126027 h 127583"/>
              <a:gd name="csX8" fmla="*/ 127601 w 127600"/>
              <a:gd name="csY8" fmla="*/ 122268 h 127583"/>
              <a:gd name="csX9" fmla="*/ 127601 w 127600"/>
              <a:gd name="csY9" fmla="*/ 23037 h 127583"/>
              <a:gd name="csX10" fmla="*/ 127005 w 127600"/>
              <a:gd name="csY10" fmla="*/ 20594 h 127583"/>
              <a:gd name="csX11" fmla="*/ 125353 w 127600"/>
              <a:gd name="csY11" fmla="*/ 18697 h 127583"/>
              <a:gd name="csX12" fmla="*/ 123014 w 127600"/>
              <a:gd name="csY12" fmla="*/ 17772 h 127583"/>
              <a:gd name="csX13" fmla="*/ 120511 w 127600"/>
              <a:gd name="csY13" fmla="*/ 18025 h 127583"/>
              <a:gd name="csX14" fmla="*/ 93070 w 127600"/>
              <a:gd name="csY14" fmla="*/ 27710 h 127583"/>
              <a:gd name="csX15" fmla="*/ 66992 w 127600"/>
              <a:gd name="csY15" fmla="*/ 8156 h 127583"/>
              <a:gd name="csX16" fmla="*/ 64702 w 127600"/>
              <a:gd name="csY16" fmla="*/ 7167 h 127583"/>
              <a:gd name="csX17" fmla="*/ 62215 w 127600"/>
              <a:gd name="csY17" fmla="*/ 7331 h 127583"/>
              <a:gd name="csX18" fmla="*/ 35971 w 127600"/>
              <a:gd name="csY18" fmla="*/ 15527 h 127583"/>
              <a:gd name="csX19" fmla="*/ 7802 w 127600"/>
              <a:gd name="csY19" fmla="*/ 616 h 127583"/>
              <a:gd name="csX20" fmla="*/ 5247 w 127600"/>
              <a:gd name="csY20" fmla="*/ 0 h 127583"/>
              <a:gd name="csX21" fmla="*/ 10633 w 127600"/>
              <a:gd name="csY21" fmla="*/ 14149 h 127583"/>
              <a:gd name="csX22" fmla="*/ 32960 w 127600"/>
              <a:gd name="csY22" fmla="*/ 25965 h 127583"/>
              <a:gd name="csX23" fmla="*/ 34957 w 127600"/>
              <a:gd name="csY23" fmla="*/ 26558 h 127583"/>
              <a:gd name="csX24" fmla="*/ 37030 w 127600"/>
              <a:gd name="csY24" fmla="*/ 26339 h 127583"/>
              <a:gd name="csX25" fmla="*/ 62790 w 127600"/>
              <a:gd name="csY25" fmla="*/ 18289 h 127583"/>
              <a:gd name="csX26" fmla="*/ 88965 w 127600"/>
              <a:gd name="csY26" fmla="*/ 37918 h 127583"/>
              <a:gd name="csX27" fmla="*/ 91350 w 127600"/>
              <a:gd name="csY27" fmla="*/ 38922 h 127583"/>
              <a:gd name="csX28" fmla="*/ 93928 w 127600"/>
              <a:gd name="csY28" fmla="*/ 38680 h 127583"/>
              <a:gd name="csX29" fmla="*/ 116967 w 127600"/>
              <a:gd name="csY29" fmla="*/ 30547 h 127583"/>
              <a:gd name="csX30" fmla="*/ 116967 w 127600"/>
              <a:gd name="csY30" fmla="*/ 58047 h 127583"/>
              <a:gd name="csX31" fmla="*/ 98006 w 127600"/>
              <a:gd name="csY31" fmla="*/ 77013 h 127583"/>
              <a:gd name="csX32" fmla="*/ 93395 w 127600"/>
              <a:gd name="csY32" fmla="*/ 77013 h 127583"/>
              <a:gd name="csX33" fmla="*/ 67559 w 127600"/>
              <a:gd name="csY33" fmla="*/ 51173 h 127583"/>
              <a:gd name="csX34" fmla="*/ 62880 w 127600"/>
              <a:gd name="csY34" fmla="*/ 49686 h 127583"/>
              <a:gd name="csX35" fmla="*/ 38886 w 127600"/>
              <a:gd name="csY35" fmla="*/ 53943 h 127583"/>
              <a:gd name="csX36" fmla="*/ 32787 w 127600"/>
              <a:gd name="csY36" fmla="*/ 52136 h 127583"/>
              <a:gd name="csX37" fmla="*/ 10633 w 127600"/>
              <a:gd name="csY37" fmla="*/ 31371 h 127583"/>
              <a:gd name="csX38" fmla="*/ 10633 w 127600"/>
              <a:gd name="csY38" fmla="*/ 14149 h 127583"/>
            </a:gdLst>
            <a:ahLst/>
            <a:cxnLst/>
            <a:rect l="l" t="t" r="r" b="b"/>
            <a:pathLst>
              <a:path w="100000" h="100000">
                <a:moveTo>
                  <a:pt x="4112" y="7"/>
                </a:moveTo>
                <a:cubicBezTo>
                  <a:pt x="3017" y="22"/>
                  <a:pt x="1971" y="467"/>
                  <a:pt x="1201" y="1246"/>
                </a:cubicBezTo>
                <a:cubicBezTo>
                  <a:pt x="432" y="2027"/>
                  <a:pt x="0" y="3077"/>
                  <a:pt x="0" y="4173"/>
                </a:cubicBezTo>
                <a:lnTo>
                  <a:pt x="0" y="95828"/>
                </a:lnTo>
                <a:cubicBezTo>
                  <a:pt x="0" y="96933"/>
                  <a:pt x="439" y="97993"/>
                  <a:pt x="1220" y="98774"/>
                </a:cubicBezTo>
                <a:cubicBezTo>
                  <a:pt x="2002" y="99555"/>
                  <a:pt x="3061" y="99994"/>
                  <a:pt x="4167" y="99994"/>
                </a:cubicBezTo>
                <a:lnTo>
                  <a:pt x="95834" y="99994"/>
                </a:lnTo>
                <a:cubicBezTo>
                  <a:pt x="96939" y="99994"/>
                  <a:pt x="97999" y="99555"/>
                  <a:pt x="98781" y="98774"/>
                </a:cubicBezTo>
                <a:cubicBezTo>
                  <a:pt x="99562" y="97993"/>
                  <a:pt x="100001" y="96933"/>
                  <a:pt x="100001" y="95828"/>
                </a:cubicBezTo>
                <a:lnTo>
                  <a:pt x="100001" y="18061"/>
                </a:lnTo>
                <a:cubicBezTo>
                  <a:pt x="100001" y="17394"/>
                  <a:pt x="99840" y="16737"/>
                  <a:pt x="99534" y="16146"/>
                </a:cubicBezTo>
                <a:cubicBezTo>
                  <a:pt x="99227" y="15554"/>
                  <a:pt x="98783" y="15043"/>
                  <a:pt x="98239" y="14659"/>
                </a:cubicBezTo>
                <a:cubicBezTo>
                  <a:pt x="97695" y="14275"/>
                  <a:pt x="97066" y="14026"/>
                  <a:pt x="96406" y="13935"/>
                </a:cubicBezTo>
                <a:cubicBezTo>
                  <a:pt x="95746" y="13843"/>
                  <a:pt x="95074" y="13910"/>
                  <a:pt x="94444" y="14133"/>
                </a:cubicBezTo>
                <a:lnTo>
                  <a:pt x="72939" y="21723"/>
                </a:lnTo>
                <a:lnTo>
                  <a:pt x="52502" y="6399"/>
                </a:lnTo>
                <a:cubicBezTo>
                  <a:pt x="51973" y="6001"/>
                  <a:pt x="51359" y="5736"/>
                  <a:pt x="50707" y="5623"/>
                </a:cubicBezTo>
                <a:cubicBezTo>
                  <a:pt x="50056" y="5511"/>
                  <a:pt x="49388" y="5556"/>
                  <a:pt x="48758" y="5752"/>
                </a:cubicBezTo>
                <a:lnTo>
                  <a:pt x="28190" y="12175"/>
                </a:lnTo>
                <a:lnTo>
                  <a:pt x="6114" y="489"/>
                </a:lnTo>
                <a:cubicBezTo>
                  <a:pt x="5498" y="164"/>
                  <a:pt x="4810" y="-2"/>
                  <a:pt x="4112" y="7"/>
                </a:cubicBezTo>
                <a:close/>
                <a:moveTo>
                  <a:pt x="8333" y="11095"/>
                </a:moveTo>
                <a:lnTo>
                  <a:pt x="25831" y="20355"/>
                </a:lnTo>
                <a:cubicBezTo>
                  <a:pt x="26316" y="20612"/>
                  <a:pt x="26848" y="20770"/>
                  <a:pt x="27396" y="20820"/>
                </a:cubicBezTo>
                <a:cubicBezTo>
                  <a:pt x="27944" y="20871"/>
                  <a:pt x="28496" y="20812"/>
                  <a:pt x="29020" y="20649"/>
                </a:cubicBezTo>
                <a:lnTo>
                  <a:pt x="49208" y="14340"/>
                </a:lnTo>
                <a:lnTo>
                  <a:pt x="69722" y="29723"/>
                </a:lnTo>
                <a:cubicBezTo>
                  <a:pt x="70271" y="30135"/>
                  <a:pt x="70912" y="30406"/>
                  <a:pt x="71591" y="30510"/>
                </a:cubicBezTo>
                <a:cubicBezTo>
                  <a:pt x="72270" y="30614"/>
                  <a:pt x="72964" y="30548"/>
                  <a:pt x="73611" y="30320"/>
                </a:cubicBezTo>
                <a:lnTo>
                  <a:pt x="91667" y="23946"/>
                </a:lnTo>
                <a:lnTo>
                  <a:pt x="91667" y="45498"/>
                </a:lnTo>
                <a:lnTo>
                  <a:pt x="76807" y="60362"/>
                </a:lnTo>
                <a:cubicBezTo>
                  <a:pt x="75807" y="61362"/>
                  <a:pt x="74194" y="61362"/>
                  <a:pt x="73194" y="60362"/>
                </a:cubicBezTo>
                <a:lnTo>
                  <a:pt x="52946" y="40111"/>
                </a:lnTo>
                <a:cubicBezTo>
                  <a:pt x="52002" y="39139"/>
                  <a:pt x="50612" y="38723"/>
                  <a:pt x="49279" y="38946"/>
                </a:cubicBezTo>
                <a:lnTo>
                  <a:pt x="30475" y="42282"/>
                </a:lnTo>
                <a:cubicBezTo>
                  <a:pt x="28724" y="42587"/>
                  <a:pt x="26972" y="42060"/>
                  <a:pt x="25695" y="40866"/>
                </a:cubicBezTo>
                <a:lnTo>
                  <a:pt x="8333" y="24592"/>
                </a:lnTo>
                <a:lnTo>
                  <a:pt x="8333" y="1109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89" name="Красный — SVG 8">
            <a:extLst>
              <a:ext uri="{FF2B5EF4-FFF2-40B4-BE49-F238E27FC236}">
                <a16:creationId xmlns:a16="http://schemas.microsoft.com/office/drawing/2014/main" id="{F4AF5199-887F-8E47-A33D-A09066DACD3E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122354 w 127600"/>
              <a:gd name="csY0" fmla="*/ 0 h 127583"/>
              <a:gd name="csX1" fmla="*/ 126068 w 127600"/>
              <a:gd name="csY1" fmla="*/ 1582 h 127583"/>
              <a:gd name="csX2" fmla="*/ 127601 w 127600"/>
              <a:gd name="csY2" fmla="*/ 5316 h 127583"/>
              <a:gd name="csX3" fmla="*/ 127601 w 127600"/>
              <a:gd name="csY3" fmla="*/ 122268 h 127583"/>
              <a:gd name="csX4" fmla="*/ 126044 w 127600"/>
              <a:gd name="csY4" fmla="*/ 126027 h 127583"/>
              <a:gd name="csX5" fmla="*/ 122284 w 127600"/>
              <a:gd name="csY5" fmla="*/ 127584 h 127583"/>
              <a:gd name="csX6" fmla="*/ 5317 w 127600"/>
              <a:gd name="csY6" fmla="*/ 127584 h 127583"/>
              <a:gd name="csX7" fmla="*/ 1557 w 127600"/>
              <a:gd name="csY7" fmla="*/ 126027 h 127583"/>
              <a:gd name="csX8" fmla="*/ 0 w 127600"/>
              <a:gd name="csY8" fmla="*/ 122268 h 127583"/>
              <a:gd name="csX9" fmla="*/ 0 w 127600"/>
              <a:gd name="csY9" fmla="*/ 23037 h 127583"/>
              <a:gd name="csX10" fmla="*/ 595 w 127600"/>
              <a:gd name="csY10" fmla="*/ 20594 h 127583"/>
              <a:gd name="csX11" fmla="*/ 2247 w 127600"/>
              <a:gd name="csY11" fmla="*/ 18697 h 127583"/>
              <a:gd name="csX12" fmla="*/ 4587 w 127600"/>
              <a:gd name="csY12" fmla="*/ 17772 h 127583"/>
              <a:gd name="csX13" fmla="*/ 7089 w 127600"/>
              <a:gd name="csY13" fmla="*/ 18025 h 127583"/>
              <a:gd name="csX14" fmla="*/ 34530 w 127600"/>
              <a:gd name="csY14" fmla="*/ 27710 h 127583"/>
              <a:gd name="csX15" fmla="*/ 60609 w 127600"/>
              <a:gd name="csY15" fmla="*/ 8156 h 127583"/>
              <a:gd name="csX16" fmla="*/ 62899 w 127600"/>
              <a:gd name="csY16" fmla="*/ 7167 h 127583"/>
              <a:gd name="csX17" fmla="*/ 65386 w 127600"/>
              <a:gd name="csY17" fmla="*/ 7331 h 127583"/>
              <a:gd name="csX18" fmla="*/ 91629 w 127600"/>
              <a:gd name="csY18" fmla="*/ 15527 h 127583"/>
              <a:gd name="csX19" fmla="*/ 119798 w 127600"/>
              <a:gd name="csY19" fmla="*/ 616 h 127583"/>
              <a:gd name="csX20" fmla="*/ 122354 w 127600"/>
              <a:gd name="csY20" fmla="*/ 0 h 127583"/>
              <a:gd name="csX21" fmla="*/ 116967 w 127600"/>
              <a:gd name="csY21" fmla="*/ 14149 h 127583"/>
              <a:gd name="csX22" fmla="*/ 94641 w 127600"/>
              <a:gd name="csY22" fmla="*/ 25965 h 127583"/>
              <a:gd name="csX23" fmla="*/ 92643 w 127600"/>
              <a:gd name="csY23" fmla="*/ 26558 h 127583"/>
              <a:gd name="csX24" fmla="*/ 90571 w 127600"/>
              <a:gd name="csY24" fmla="*/ 26339 h 127583"/>
              <a:gd name="csX25" fmla="*/ 64811 w 127600"/>
              <a:gd name="csY25" fmla="*/ 18289 h 127583"/>
              <a:gd name="csX26" fmla="*/ 38636 w 127600"/>
              <a:gd name="csY26" fmla="*/ 37918 h 127583"/>
              <a:gd name="csX27" fmla="*/ 36250 w 127600"/>
              <a:gd name="csY27" fmla="*/ 38922 h 127583"/>
              <a:gd name="csX28" fmla="*/ 33673 w 127600"/>
              <a:gd name="csY28" fmla="*/ 38680 h 127583"/>
              <a:gd name="csX29" fmla="*/ 10633 w 127600"/>
              <a:gd name="csY29" fmla="*/ 30547 h 127583"/>
              <a:gd name="csX30" fmla="*/ 10633 w 127600"/>
              <a:gd name="csY30" fmla="*/ 58047 h 127583"/>
              <a:gd name="csX31" fmla="*/ 29595 w 127600"/>
              <a:gd name="csY31" fmla="*/ 77013 h 127583"/>
              <a:gd name="csX32" fmla="*/ 34205 w 127600"/>
              <a:gd name="csY32" fmla="*/ 77013 h 127583"/>
              <a:gd name="csX33" fmla="*/ 60042 w 127600"/>
              <a:gd name="csY33" fmla="*/ 51173 h 127583"/>
              <a:gd name="csX34" fmla="*/ 64721 w 127600"/>
              <a:gd name="csY34" fmla="*/ 49686 h 127583"/>
              <a:gd name="csX35" fmla="*/ 88715 w 127600"/>
              <a:gd name="csY35" fmla="*/ 53943 h 127583"/>
              <a:gd name="csX36" fmla="*/ 94814 w 127600"/>
              <a:gd name="csY36" fmla="*/ 52136 h 127583"/>
              <a:gd name="csX37" fmla="*/ 116967 w 127600"/>
              <a:gd name="csY37" fmla="*/ 31371 h 127583"/>
              <a:gd name="csX38" fmla="*/ 116967 w 127600"/>
              <a:gd name="csY38" fmla="*/ 14149 h 127583"/>
            </a:gdLst>
            <a:ahLst/>
            <a:cxnLst/>
            <a:rect l="l" t="t" r="r" b="b"/>
            <a:pathLst>
              <a:path w="100000" h="100000">
                <a:moveTo>
                  <a:pt x="95889" y="7"/>
                </a:moveTo>
                <a:cubicBezTo>
                  <a:pt x="96983" y="22"/>
                  <a:pt x="98030" y="467"/>
                  <a:pt x="98799" y="1246"/>
                </a:cubicBezTo>
                <a:cubicBezTo>
                  <a:pt x="99568" y="2027"/>
                  <a:pt x="100001" y="3077"/>
                  <a:pt x="100001" y="4173"/>
                </a:cubicBezTo>
                <a:lnTo>
                  <a:pt x="100001" y="95828"/>
                </a:lnTo>
                <a:cubicBezTo>
                  <a:pt x="100001" y="96933"/>
                  <a:pt x="99562" y="97993"/>
                  <a:pt x="98781" y="98774"/>
                </a:cubicBezTo>
                <a:cubicBezTo>
                  <a:pt x="97999" y="99555"/>
                  <a:pt x="96939" y="99994"/>
                  <a:pt x="95834" y="99994"/>
                </a:cubicBezTo>
                <a:lnTo>
                  <a:pt x="4167" y="99994"/>
                </a:lnTo>
                <a:cubicBezTo>
                  <a:pt x="3061" y="99994"/>
                  <a:pt x="2002" y="99555"/>
                  <a:pt x="1220" y="98774"/>
                </a:cubicBezTo>
                <a:cubicBezTo>
                  <a:pt x="439" y="97993"/>
                  <a:pt x="0" y="96933"/>
                  <a:pt x="0" y="95828"/>
                </a:cubicBezTo>
                <a:lnTo>
                  <a:pt x="0" y="18061"/>
                </a:lnTo>
                <a:cubicBezTo>
                  <a:pt x="0" y="17394"/>
                  <a:pt x="160" y="16737"/>
                  <a:pt x="466" y="16146"/>
                </a:cubicBezTo>
                <a:cubicBezTo>
                  <a:pt x="774" y="15554"/>
                  <a:pt x="1217" y="15043"/>
                  <a:pt x="1761" y="14659"/>
                </a:cubicBezTo>
                <a:cubicBezTo>
                  <a:pt x="2306" y="14275"/>
                  <a:pt x="2935" y="14026"/>
                  <a:pt x="3595" y="13935"/>
                </a:cubicBezTo>
                <a:cubicBezTo>
                  <a:pt x="4255" y="13843"/>
                  <a:pt x="4926" y="13910"/>
                  <a:pt x="5556" y="14133"/>
                </a:cubicBezTo>
                <a:lnTo>
                  <a:pt x="27061" y="21723"/>
                </a:lnTo>
                <a:lnTo>
                  <a:pt x="47499" y="6399"/>
                </a:lnTo>
                <a:cubicBezTo>
                  <a:pt x="48027" y="6001"/>
                  <a:pt x="48642" y="5736"/>
                  <a:pt x="49294" y="5623"/>
                </a:cubicBezTo>
                <a:cubicBezTo>
                  <a:pt x="49944" y="5511"/>
                  <a:pt x="50612" y="5556"/>
                  <a:pt x="51243" y="5752"/>
                </a:cubicBezTo>
                <a:lnTo>
                  <a:pt x="71810" y="12175"/>
                </a:lnTo>
                <a:lnTo>
                  <a:pt x="93886" y="489"/>
                </a:lnTo>
                <a:cubicBezTo>
                  <a:pt x="94503" y="164"/>
                  <a:pt x="95191" y="-2"/>
                  <a:pt x="95889" y="7"/>
                </a:cubicBezTo>
                <a:close/>
                <a:moveTo>
                  <a:pt x="91667" y="11095"/>
                </a:moveTo>
                <a:lnTo>
                  <a:pt x="74170" y="20355"/>
                </a:lnTo>
                <a:cubicBezTo>
                  <a:pt x="73684" y="20612"/>
                  <a:pt x="73152" y="20770"/>
                  <a:pt x="72604" y="20820"/>
                </a:cubicBezTo>
                <a:cubicBezTo>
                  <a:pt x="72056" y="20871"/>
                  <a:pt x="71504" y="20812"/>
                  <a:pt x="70980" y="20649"/>
                </a:cubicBezTo>
                <a:lnTo>
                  <a:pt x="50792" y="14340"/>
                </a:lnTo>
                <a:lnTo>
                  <a:pt x="30279" y="29723"/>
                </a:lnTo>
                <a:cubicBezTo>
                  <a:pt x="29730" y="30135"/>
                  <a:pt x="29088" y="30406"/>
                  <a:pt x="28409" y="30510"/>
                </a:cubicBezTo>
                <a:cubicBezTo>
                  <a:pt x="27730" y="30614"/>
                  <a:pt x="27036" y="30548"/>
                  <a:pt x="26389" y="30320"/>
                </a:cubicBezTo>
                <a:lnTo>
                  <a:pt x="8333" y="23946"/>
                </a:lnTo>
                <a:lnTo>
                  <a:pt x="8333" y="45498"/>
                </a:lnTo>
                <a:lnTo>
                  <a:pt x="23194" y="60362"/>
                </a:lnTo>
                <a:cubicBezTo>
                  <a:pt x="24194" y="61362"/>
                  <a:pt x="25806" y="61362"/>
                  <a:pt x="26806" y="60362"/>
                </a:cubicBezTo>
                <a:lnTo>
                  <a:pt x="47055" y="40111"/>
                </a:lnTo>
                <a:cubicBezTo>
                  <a:pt x="47999" y="39139"/>
                  <a:pt x="49388" y="38723"/>
                  <a:pt x="50722" y="38946"/>
                </a:cubicBezTo>
                <a:lnTo>
                  <a:pt x="69526" y="42282"/>
                </a:lnTo>
                <a:cubicBezTo>
                  <a:pt x="71277" y="42587"/>
                  <a:pt x="73028" y="42060"/>
                  <a:pt x="74306" y="40866"/>
                </a:cubicBezTo>
                <a:lnTo>
                  <a:pt x="91667" y="24592"/>
                </a:lnTo>
                <a:lnTo>
                  <a:pt x="91667" y="1109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0" name="Красный — SVG 9">
            <a:extLst>
              <a:ext uri="{FF2B5EF4-FFF2-40B4-BE49-F238E27FC236}">
                <a16:creationId xmlns:a16="http://schemas.microsoft.com/office/drawing/2014/main" id="{FAD7C9AF-36A3-6543-807F-2AEBD36E541F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97369 w 138252"/>
              <a:gd name="csY0" fmla="*/ 0 h 141556"/>
              <a:gd name="csX1" fmla="*/ 68446 w 138252"/>
              <a:gd name="csY1" fmla="*/ 11940 h 141556"/>
              <a:gd name="csX2" fmla="*/ 2179 w 138252"/>
              <a:gd name="csY2" fmla="*/ 78189 h 141556"/>
              <a:gd name="csX3" fmla="*/ 580 w 138252"/>
              <a:gd name="csY3" fmla="*/ 80490 h 141556"/>
              <a:gd name="csX4" fmla="*/ 1 w 138252"/>
              <a:gd name="csY4" fmla="*/ 83230 h 141556"/>
              <a:gd name="csX5" fmla="*/ 529 w 138252"/>
              <a:gd name="csY5" fmla="*/ 85982 h 141556"/>
              <a:gd name="csX6" fmla="*/ 2077 w 138252"/>
              <a:gd name="csY6" fmla="*/ 88315 h 141556"/>
              <a:gd name="csX7" fmla="*/ 4408 w 138252"/>
              <a:gd name="csY7" fmla="*/ 89865 h 141556"/>
              <a:gd name="csX8" fmla="*/ 7164 w 138252"/>
              <a:gd name="csY8" fmla="*/ 90391 h 141556"/>
              <a:gd name="csX9" fmla="*/ 9903 w 138252"/>
              <a:gd name="csY9" fmla="*/ 89809 h 141556"/>
              <a:gd name="csX10" fmla="*/ 12200 w 138252"/>
              <a:gd name="csY10" fmla="*/ 88212 h 141556"/>
              <a:gd name="csX11" fmla="*/ 78467 w 138252"/>
              <a:gd name="csY11" fmla="*/ 21963 h 141556"/>
              <a:gd name="csX12" fmla="*/ 116288 w 138252"/>
              <a:gd name="csY12" fmla="*/ 21963 h 141556"/>
              <a:gd name="csX13" fmla="*/ 116288 w 138252"/>
              <a:gd name="csY13" fmla="*/ 59784 h 141556"/>
              <a:gd name="csX14" fmla="*/ 52437 w 138252"/>
              <a:gd name="csY14" fmla="*/ 123631 h 141556"/>
              <a:gd name="csX15" fmla="*/ 34096 w 138252"/>
              <a:gd name="csY15" fmla="*/ 123631 h 141556"/>
              <a:gd name="csX16" fmla="*/ 34096 w 138252"/>
              <a:gd name="csY16" fmla="*/ 105302 h 141556"/>
              <a:gd name="csX17" fmla="*/ 84949 w 138252"/>
              <a:gd name="csY17" fmla="*/ 54468 h 141556"/>
              <a:gd name="csX18" fmla="*/ 86548 w 138252"/>
              <a:gd name="csY18" fmla="*/ 52167 h 141556"/>
              <a:gd name="csX19" fmla="*/ 87127 w 138252"/>
              <a:gd name="csY19" fmla="*/ 49427 h 141556"/>
              <a:gd name="csX20" fmla="*/ 86599 w 138252"/>
              <a:gd name="csY20" fmla="*/ 46675 h 141556"/>
              <a:gd name="csX21" fmla="*/ 85051 w 138252"/>
              <a:gd name="csY21" fmla="*/ 44342 h 141556"/>
              <a:gd name="csX22" fmla="*/ 82720 w 138252"/>
              <a:gd name="csY22" fmla="*/ 42792 h 141556"/>
              <a:gd name="csX23" fmla="*/ 79964 w 138252"/>
              <a:gd name="csY23" fmla="*/ 42266 h 141556"/>
              <a:gd name="csX24" fmla="*/ 77225 w 138252"/>
              <a:gd name="csY24" fmla="*/ 42848 h 141556"/>
              <a:gd name="csX25" fmla="*/ 74911 w 138252"/>
              <a:gd name="csY25" fmla="*/ 44445 h 141556"/>
              <a:gd name="csX26" fmla="*/ 24075 w 138252"/>
              <a:gd name="csY26" fmla="*/ 95279 h 141556"/>
              <a:gd name="csX27" fmla="*/ 24075 w 138252"/>
              <a:gd name="csY27" fmla="*/ 133654 h 141556"/>
              <a:gd name="csX28" fmla="*/ 62457 w 138252"/>
              <a:gd name="csY28" fmla="*/ 133654 h 141556"/>
              <a:gd name="csX29" fmla="*/ 126309 w 138252"/>
              <a:gd name="csY29" fmla="*/ 69807 h 141556"/>
              <a:gd name="csX30" fmla="*/ 126309 w 138252"/>
              <a:gd name="csY30" fmla="*/ 11940 h 141556"/>
              <a:gd name="csX31" fmla="*/ 97369 w 138252"/>
              <a:gd name="csY31" fmla="*/ 0 h 141556"/>
            </a:gdLst>
            <a:ahLst/>
            <a:cxnLst/>
            <a:rect l="l" t="t" r="r" b="b"/>
            <a:pathLst>
              <a:path w="100000" h="100000">
                <a:moveTo>
                  <a:pt x="69952" y="0"/>
                </a:moveTo>
                <a:cubicBezTo>
                  <a:pt x="62548" y="0"/>
                  <a:pt x="55132" y="2812"/>
                  <a:pt x="49520" y="8435"/>
                </a:cubicBezTo>
                <a:lnTo>
                  <a:pt x="2706" y="55235"/>
                </a:lnTo>
                <a:cubicBezTo>
                  <a:pt x="2225" y="55697"/>
                  <a:pt x="1841" y="56249"/>
                  <a:pt x="1577" y="56861"/>
                </a:cubicBezTo>
                <a:cubicBezTo>
                  <a:pt x="1312" y="57473"/>
                  <a:pt x="1180" y="58130"/>
                  <a:pt x="1168" y="58797"/>
                </a:cubicBezTo>
                <a:cubicBezTo>
                  <a:pt x="1156" y="59463"/>
                  <a:pt x="1288" y="60124"/>
                  <a:pt x="1541" y="60741"/>
                </a:cubicBezTo>
                <a:cubicBezTo>
                  <a:pt x="1793" y="61357"/>
                  <a:pt x="2165" y="61918"/>
                  <a:pt x="2634" y="62389"/>
                </a:cubicBezTo>
                <a:cubicBezTo>
                  <a:pt x="3103" y="62860"/>
                  <a:pt x="3668" y="63232"/>
                  <a:pt x="4281" y="63484"/>
                </a:cubicBezTo>
                <a:cubicBezTo>
                  <a:pt x="4905" y="63736"/>
                  <a:pt x="5567" y="63862"/>
                  <a:pt x="6228" y="63855"/>
                </a:cubicBezTo>
                <a:cubicBezTo>
                  <a:pt x="6888" y="63848"/>
                  <a:pt x="7550" y="63709"/>
                  <a:pt x="8163" y="63444"/>
                </a:cubicBezTo>
                <a:cubicBezTo>
                  <a:pt x="8776" y="63180"/>
                  <a:pt x="9328" y="62796"/>
                  <a:pt x="9786" y="62316"/>
                </a:cubicBezTo>
                <a:lnTo>
                  <a:pt x="56599" y="15515"/>
                </a:lnTo>
                <a:cubicBezTo>
                  <a:pt x="64014" y="8096"/>
                  <a:pt x="75901" y="8096"/>
                  <a:pt x="83317" y="15515"/>
                </a:cubicBezTo>
                <a:cubicBezTo>
                  <a:pt x="90732" y="22935"/>
                  <a:pt x="90732" y="34813"/>
                  <a:pt x="83317" y="42233"/>
                </a:cubicBezTo>
                <a:lnTo>
                  <a:pt x="38210" y="87337"/>
                </a:lnTo>
                <a:cubicBezTo>
                  <a:pt x="34592" y="90954"/>
                  <a:pt x="28871" y="90954"/>
                  <a:pt x="25254" y="87337"/>
                </a:cubicBezTo>
                <a:cubicBezTo>
                  <a:pt x="21636" y="83720"/>
                  <a:pt x="21636" y="78005"/>
                  <a:pt x="25254" y="74389"/>
                </a:cubicBezTo>
                <a:lnTo>
                  <a:pt x="61178" y="38478"/>
                </a:lnTo>
                <a:cubicBezTo>
                  <a:pt x="61659" y="38017"/>
                  <a:pt x="62043" y="37464"/>
                  <a:pt x="62307" y="36853"/>
                </a:cubicBezTo>
                <a:cubicBezTo>
                  <a:pt x="62572" y="36241"/>
                  <a:pt x="62705" y="35583"/>
                  <a:pt x="62717" y="34917"/>
                </a:cubicBezTo>
                <a:cubicBezTo>
                  <a:pt x="62717" y="34251"/>
                  <a:pt x="62596" y="33590"/>
                  <a:pt x="62344" y="32973"/>
                </a:cubicBezTo>
                <a:cubicBezTo>
                  <a:pt x="62091" y="32356"/>
                  <a:pt x="61718" y="31796"/>
                  <a:pt x="61250" y="31325"/>
                </a:cubicBezTo>
                <a:cubicBezTo>
                  <a:pt x="60769" y="30854"/>
                  <a:pt x="60216" y="30481"/>
                  <a:pt x="59603" y="30230"/>
                </a:cubicBezTo>
                <a:cubicBezTo>
                  <a:pt x="58979" y="29978"/>
                  <a:pt x="58317" y="29852"/>
                  <a:pt x="57656" y="29858"/>
                </a:cubicBezTo>
                <a:cubicBezTo>
                  <a:pt x="56983" y="29865"/>
                  <a:pt x="56334" y="30005"/>
                  <a:pt x="55721" y="30269"/>
                </a:cubicBezTo>
                <a:cubicBezTo>
                  <a:pt x="55108" y="30533"/>
                  <a:pt x="54555" y="30917"/>
                  <a:pt x="54087" y="31397"/>
                </a:cubicBezTo>
                <a:lnTo>
                  <a:pt x="18174" y="67308"/>
                </a:lnTo>
                <a:cubicBezTo>
                  <a:pt x="10735" y="74753"/>
                  <a:pt x="10735" y="86973"/>
                  <a:pt x="18174" y="94418"/>
                </a:cubicBezTo>
                <a:cubicBezTo>
                  <a:pt x="25627" y="101861"/>
                  <a:pt x="37849" y="101861"/>
                  <a:pt x="45289" y="94418"/>
                </a:cubicBezTo>
                <a:lnTo>
                  <a:pt x="90396" y="49314"/>
                </a:lnTo>
                <a:cubicBezTo>
                  <a:pt x="101645" y="38067"/>
                  <a:pt x="101645" y="19682"/>
                  <a:pt x="90396" y="8435"/>
                </a:cubicBezTo>
                <a:cubicBezTo>
                  <a:pt x="84771" y="2812"/>
                  <a:pt x="77367" y="0"/>
                  <a:pt x="69952" y="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1" name="Красный — SVG 10">
            <a:extLst>
              <a:ext uri="{FF2B5EF4-FFF2-40B4-BE49-F238E27FC236}">
                <a16:creationId xmlns:a16="http://schemas.microsoft.com/office/drawing/2014/main" id="{F7359AB5-E6C7-004B-855F-FAD2AA5E406D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10633 w 127600"/>
              <a:gd name="csY0" fmla="*/ 0 h 127583"/>
              <a:gd name="csX1" fmla="*/ 0 w 127600"/>
              <a:gd name="csY1" fmla="*/ 10632 h 127583"/>
              <a:gd name="csX2" fmla="*/ 0 w 127600"/>
              <a:gd name="csY2" fmla="*/ 116951 h 127583"/>
              <a:gd name="csX3" fmla="*/ 10633 w 127600"/>
              <a:gd name="csY3" fmla="*/ 127583 h 127583"/>
              <a:gd name="csX4" fmla="*/ 46072 w 127600"/>
              <a:gd name="csY4" fmla="*/ 127583 h 127583"/>
              <a:gd name="csX5" fmla="*/ 56706 w 127600"/>
              <a:gd name="csY5" fmla="*/ 116951 h 127583"/>
              <a:gd name="csX6" fmla="*/ 56706 w 127600"/>
              <a:gd name="csY6" fmla="*/ 10632 h 127583"/>
              <a:gd name="csX7" fmla="*/ 46072 w 127600"/>
              <a:gd name="csY7" fmla="*/ 0 h 127583"/>
              <a:gd name="csX8" fmla="*/ 10633 w 127600"/>
              <a:gd name="csY8" fmla="*/ 0 h 127583"/>
              <a:gd name="csX9" fmla="*/ 81528 w 127600"/>
              <a:gd name="csY9" fmla="*/ 0 h 127583"/>
              <a:gd name="csX10" fmla="*/ 70895 w 127600"/>
              <a:gd name="csY10" fmla="*/ 10632 h 127583"/>
              <a:gd name="csX11" fmla="*/ 70895 w 127600"/>
              <a:gd name="csY11" fmla="*/ 116951 h 127583"/>
              <a:gd name="csX12" fmla="*/ 81528 w 127600"/>
              <a:gd name="csY12" fmla="*/ 127583 h 127583"/>
              <a:gd name="csX13" fmla="*/ 116967 w 127600"/>
              <a:gd name="csY13" fmla="*/ 127583 h 127583"/>
              <a:gd name="csX14" fmla="*/ 127601 w 127600"/>
              <a:gd name="csY14" fmla="*/ 116951 h 127583"/>
              <a:gd name="csX15" fmla="*/ 127601 w 127600"/>
              <a:gd name="csY15" fmla="*/ 10632 h 127583"/>
              <a:gd name="csX16" fmla="*/ 116967 w 127600"/>
              <a:gd name="csY16" fmla="*/ 0 h 127583"/>
              <a:gd name="csX17" fmla="*/ 81528 w 127600"/>
              <a:gd name="csY17" fmla="*/ 0 h 127583"/>
              <a:gd name="csX18" fmla="*/ 28361 w 127600"/>
              <a:gd name="csY18" fmla="*/ 17720 h 127583"/>
              <a:gd name="csX19" fmla="*/ 35439 w 127600"/>
              <a:gd name="csY19" fmla="*/ 24808 h 127583"/>
              <a:gd name="csX20" fmla="*/ 35439 w 127600"/>
              <a:gd name="csY20" fmla="*/ 74424 h 127583"/>
              <a:gd name="csX21" fmla="*/ 28361 w 127600"/>
              <a:gd name="csY21" fmla="*/ 81512 h 127583"/>
              <a:gd name="csX22" fmla="*/ 21267 w 127600"/>
              <a:gd name="csY22" fmla="*/ 74424 h 127583"/>
              <a:gd name="csX23" fmla="*/ 21267 w 127600"/>
              <a:gd name="csY23" fmla="*/ 24808 h 127583"/>
              <a:gd name="csX24" fmla="*/ 28361 w 127600"/>
              <a:gd name="csY24" fmla="*/ 17720 h 127583"/>
              <a:gd name="csX25" fmla="*/ 99239 w 127600"/>
              <a:gd name="csY25" fmla="*/ 17720 h 127583"/>
              <a:gd name="csX26" fmla="*/ 106334 w 127600"/>
              <a:gd name="csY26" fmla="*/ 24808 h 127583"/>
              <a:gd name="csX27" fmla="*/ 106334 w 127600"/>
              <a:gd name="csY27" fmla="*/ 74424 h 127583"/>
              <a:gd name="csX28" fmla="*/ 99239 w 127600"/>
              <a:gd name="csY28" fmla="*/ 81512 h 127583"/>
              <a:gd name="csX29" fmla="*/ 92162 w 127600"/>
              <a:gd name="csY29" fmla="*/ 74424 h 127583"/>
              <a:gd name="csX30" fmla="*/ 92162 w 127600"/>
              <a:gd name="csY30" fmla="*/ 24808 h 127583"/>
              <a:gd name="csX31" fmla="*/ 99239 w 127600"/>
              <a:gd name="csY31" fmla="*/ 17720 h 127583"/>
              <a:gd name="csX32" fmla="*/ 28361 w 127600"/>
              <a:gd name="csY32" fmla="*/ 95687 h 127583"/>
              <a:gd name="csX33" fmla="*/ 35439 w 127600"/>
              <a:gd name="csY33" fmla="*/ 102775 h 127583"/>
              <a:gd name="csX34" fmla="*/ 28361 w 127600"/>
              <a:gd name="csY34" fmla="*/ 109863 h 127583"/>
              <a:gd name="csX35" fmla="*/ 21267 w 127600"/>
              <a:gd name="csY35" fmla="*/ 102775 h 127583"/>
              <a:gd name="csX36" fmla="*/ 28361 w 127600"/>
              <a:gd name="csY36" fmla="*/ 95687 h 127583"/>
              <a:gd name="csX37" fmla="*/ 99239 w 127600"/>
              <a:gd name="csY37" fmla="*/ 95687 h 127583"/>
              <a:gd name="csX38" fmla="*/ 106334 w 127600"/>
              <a:gd name="csY38" fmla="*/ 102775 h 127583"/>
              <a:gd name="csX39" fmla="*/ 99239 w 127600"/>
              <a:gd name="csY39" fmla="*/ 109863 h 127583"/>
              <a:gd name="csX40" fmla="*/ 92162 w 127600"/>
              <a:gd name="csY40" fmla="*/ 102775 h 127583"/>
              <a:gd name="csX41" fmla="*/ 99239 w 127600"/>
              <a:gd name="csY41" fmla="*/ 95687 h 127583"/>
            </a:gdLst>
            <a:ahLst/>
            <a:cxnLst/>
            <a:rect l="l" t="t" r="r" b="b"/>
            <a:pathLst>
              <a:path w="100000" h="100000">
                <a:moveTo>
                  <a:pt x="8333" y="7"/>
                </a:moveTo>
                <a:cubicBezTo>
                  <a:pt x="3734" y="7"/>
                  <a:pt x="0" y="3737"/>
                  <a:pt x="0" y="8339"/>
                </a:cubicBezTo>
                <a:lnTo>
                  <a:pt x="0" y="91661"/>
                </a:lnTo>
                <a:cubicBezTo>
                  <a:pt x="0" y="96264"/>
                  <a:pt x="3734" y="99993"/>
                  <a:pt x="8333" y="99993"/>
                </a:cubicBezTo>
                <a:lnTo>
                  <a:pt x="36107" y="99993"/>
                </a:lnTo>
                <a:cubicBezTo>
                  <a:pt x="40720" y="99993"/>
                  <a:pt x="44440" y="96264"/>
                  <a:pt x="44440" y="91661"/>
                </a:cubicBezTo>
                <a:lnTo>
                  <a:pt x="44440" y="8339"/>
                </a:lnTo>
                <a:cubicBezTo>
                  <a:pt x="44440" y="3737"/>
                  <a:pt x="40720" y="7"/>
                  <a:pt x="36107" y="7"/>
                </a:cubicBezTo>
                <a:lnTo>
                  <a:pt x="8333" y="7"/>
                </a:lnTo>
                <a:close/>
                <a:moveTo>
                  <a:pt x="63893" y="7"/>
                </a:moveTo>
                <a:cubicBezTo>
                  <a:pt x="59281" y="7"/>
                  <a:pt x="55560" y="3737"/>
                  <a:pt x="55560" y="8339"/>
                </a:cubicBezTo>
                <a:lnTo>
                  <a:pt x="55560" y="91661"/>
                </a:lnTo>
                <a:cubicBezTo>
                  <a:pt x="55560" y="96264"/>
                  <a:pt x="59281" y="99993"/>
                  <a:pt x="63893" y="99993"/>
                </a:cubicBezTo>
                <a:lnTo>
                  <a:pt x="91667" y="99993"/>
                </a:lnTo>
                <a:cubicBezTo>
                  <a:pt x="96267" y="99993"/>
                  <a:pt x="100001" y="96264"/>
                  <a:pt x="100001" y="91661"/>
                </a:cubicBezTo>
                <a:lnTo>
                  <a:pt x="100001" y="8339"/>
                </a:lnTo>
                <a:cubicBezTo>
                  <a:pt x="100001" y="3737"/>
                  <a:pt x="96267" y="7"/>
                  <a:pt x="91667" y="7"/>
                </a:cubicBezTo>
                <a:lnTo>
                  <a:pt x="63893" y="7"/>
                </a:lnTo>
                <a:close/>
                <a:moveTo>
                  <a:pt x="22226" y="13894"/>
                </a:moveTo>
                <a:cubicBezTo>
                  <a:pt x="25293" y="13894"/>
                  <a:pt x="27774" y="16380"/>
                  <a:pt x="27774" y="19449"/>
                </a:cubicBezTo>
                <a:lnTo>
                  <a:pt x="27774" y="58333"/>
                </a:lnTo>
                <a:cubicBezTo>
                  <a:pt x="27774" y="61402"/>
                  <a:pt x="25293" y="63888"/>
                  <a:pt x="22226" y="63888"/>
                </a:cubicBezTo>
                <a:cubicBezTo>
                  <a:pt x="19147" y="63888"/>
                  <a:pt x="16667" y="61402"/>
                  <a:pt x="16667" y="58333"/>
                </a:cubicBezTo>
                <a:lnTo>
                  <a:pt x="16667" y="19449"/>
                </a:lnTo>
                <a:cubicBezTo>
                  <a:pt x="16667" y="16380"/>
                  <a:pt x="19147" y="13894"/>
                  <a:pt x="22226" y="13894"/>
                </a:cubicBezTo>
                <a:close/>
                <a:moveTo>
                  <a:pt x="77774" y="13894"/>
                </a:moveTo>
                <a:cubicBezTo>
                  <a:pt x="80853" y="13894"/>
                  <a:pt x="83334" y="16380"/>
                  <a:pt x="83334" y="19449"/>
                </a:cubicBezTo>
                <a:lnTo>
                  <a:pt x="83334" y="58333"/>
                </a:lnTo>
                <a:cubicBezTo>
                  <a:pt x="83334" y="61402"/>
                  <a:pt x="80853" y="63888"/>
                  <a:pt x="77774" y="63888"/>
                </a:cubicBezTo>
                <a:cubicBezTo>
                  <a:pt x="74707" y="63888"/>
                  <a:pt x="72227" y="61402"/>
                  <a:pt x="72227" y="58333"/>
                </a:cubicBezTo>
                <a:lnTo>
                  <a:pt x="72227" y="19449"/>
                </a:lnTo>
                <a:cubicBezTo>
                  <a:pt x="72227" y="16380"/>
                  <a:pt x="74707" y="13894"/>
                  <a:pt x="77774" y="13894"/>
                </a:cubicBezTo>
                <a:close/>
                <a:moveTo>
                  <a:pt x="22226" y="74996"/>
                </a:moveTo>
                <a:cubicBezTo>
                  <a:pt x="25293" y="74996"/>
                  <a:pt x="27774" y="77482"/>
                  <a:pt x="27774" y="80551"/>
                </a:cubicBezTo>
                <a:cubicBezTo>
                  <a:pt x="27774" y="83620"/>
                  <a:pt x="25293" y="86106"/>
                  <a:pt x="22226" y="86106"/>
                </a:cubicBezTo>
                <a:cubicBezTo>
                  <a:pt x="19147" y="86106"/>
                  <a:pt x="16667" y="83620"/>
                  <a:pt x="16667" y="80551"/>
                </a:cubicBezTo>
                <a:cubicBezTo>
                  <a:pt x="16667" y="77482"/>
                  <a:pt x="19147" y="74996"/>
                  <a:pt x="22226" y="74996"/>
                </a:cubicBezTo>
                <a:close/>
                <a:moveTo>
                  <a:pt x="77774" y="74996"/>
                </a:moveTo>
                <a:cubicBezTo>
                  <a:pt x="80853" y="74996"/>
                  <a:pt x="83334" y="77482"/>
                  <a:pt x="83334" y="80551"/>
                </a:cubicBezTo>
                <a:cubicBezTo>
                  <a:pt x="83334" y="83620"/>
                  <a:pt x="80853" y="86106"/>
                  <a:pt x="77774" y="86106"/>
                </a:cubicBezTo>
                <a:cubicBezTo>
                  <a:pt x="74707" y="86106"/>
                  <a:pt x="72227" y="83620"/>
                  <a:pt x="72227" y="80551"/>
                </a:cubicBezTo>
                <a:cubicBezTo>
                  <a:pt x="72227" y="77482"/>
                  <a:pt x="74707" y="74996"/>
                  <a:pt x="77774" y="7499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2" name="Красный — SVG 11">
            <a:extLst>
              <a:ext uri="{FF2B5EF4-FFF2-40B4-BE49-F238E27FC236}">
                <a16:creationId xmlns:a16="http://schemas.microsoft.com/office/drawing/2014/main" id="{4B53A8E2-F7FC-524B-963F-D3C464008894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19497 w 120506"/>
              <a:gd name="csY0" fmla="*/ 1 h 134672"/>
              <a:gd name="csX1" fmla="*/ 17439 w 120506"/>
              <a:gd name="csY1" fmla="*/ 383 h 134672"/>
              <a:gd name="csX2" fmla="*/ 15686 w 120506"/>
              <a:gd name="csY2" fmla="*/ 1532 h 134672"/>
              <a:gd name="csX3" fmla="*/ 14512 w 120506"/>
              <a:gd name="csY3" fmla="*/ 3265 h 134672"/>
              <a:gd name="csX4" fmla="*/ 14104 w 120506"/>
              <a:gd name="csY4" fmla="*/ 5317 h 134672"/>
              <a:gd name="csX5" fmla="*/ 14512 w 120506"/>
              <a:gd name="csY5" fmla="*/ 7370 h 134672"/>
              <a:gd name="csX6" fmla="*/ 15686 w 120506"/>
              <a:gd name="csY6" fmla="*/ 9103 h 134672"/>
              <a:gd name="csX7" fmla="*/ 17439 w 120506"/>
              <a:gd name="csY7" fmla="*/ 10250 h 134672"/>
              <a:gd name="csX8" fmla="*/ 19497 w 120506"/>
              <a:gd name="csY8" fmla="*/ 10632 h 134672"/>
              <a:gd name="csX9" fmla="*/ 44303 w 120506"/>
              <a:gd name="csY9" fmla="*/ 10632 h 134672"/>
              <a:gd name="csX10" fmla="*/ 46362 w 120506"/>
              <a:gd name="csY10" fmla="*/ 10250 h 134672"/>
              <a:gd name="csX11" fmla="*/ 48114 w 120506"/>
              <a:gd name="csY11" fmla="*/ 9103 h 134672"/>
              <a:gd name="csX12" fmla="*/ 49288 w 120506"/>
              <a:gd name="csY12" fmla="*/ 7370 h 134672"/>
              <a:gd name="csX13" fmla="*/ 49696 w 120506"/>
              <a:gd name="csY13" fmla="*/ 5317 h 134672"/>
              <a:gd name="csX14" fmla="*/ 49288 w 120506"/>
              <a:gd name="csY14" fmla="*/ 3265 h 134672"/>
              <a:gd name="csX15" fmla="*/ 48114 w 120506"/>
              <a:gd name="csY15" fmla="*/ 1532 h 134672"/>
              <a:gd name="csX16" fmla="*/ 46362 w 120506"/>
              <a:gd name="csY16" fmla="*/ 383 h 134672"/>
              <a:gd name="csX17" fmla="*/ 44303 w 120506"/>
              <a:gd name="csY17" fmla="*/ 1 h 134672"/>
              <a:gd name="csX18" fmla="*/ 19497 w 120506"/>
              <a:gd name="csY18" fmla="*/ 1 h 134672"/>
              <a:gd name="csX19" fmla="*/ 76203 w 120506"/>
              <a:gd name="csY19" fmla="*/ 1 h 134672"/>
              <a:gd name="csX20" fmla="*/ 74145 w 120506"/>
              <a:gd name="csY20" fmla="*/ 383 h 134672"/>
              <a:gd name="csX21" fmla="*/ 72392 w 120506"/>
              <a:gd name="csY21" fmla="*/ 1532 h 134672"/>
              <a:gd name="csX22" fmla="*/ 71218 w 120506"/>
              <a:gd name="csY22" fmla="*/ 3265 h 134672"/>
              <a:gd name="csX23" fmla="*/ 70810 w 120506"/>
              <a:gd name="csY23" fmla="*/ 5317 h 134672"/>
              <a:gd name="csX24" fmla="*/ 71218 w 120506"/>
              <a:gd name="csY24" fmla="*/ 7370 h 134672"/>
              <a:gd name="csX25" fmla="*/ 72392 w 120506"/>
              <a:gd name="csY25" fmla="*/ 9103 h 134672"/>
              <a:gd name="csX26" fmla="*/ 74145 w 120506"/>
              <a:gd name="csY26" fmla="*/ 10250 h 134672"/>
              <a:gd name="csX27" fmla="*/ 76203 w 120506"/>
              <a:gd name="csY27" fmla="*/ 10632 h 134672"/>
              <a:gd name="csX28" fmla="*/ 101009 w 120506"/>
              <a:gd name="csY28" fmla="*/ 10632 h 134672"/>
              <a:gd name="csX29" fmla="*/ 103067 w 120506"/>
              <a:gd name="csY29" fmla="*/ 10250 h 134672"/>
              <a:gd name="csX30" fmla="*/ 104820 w 120506"/>
              <a:gd name="csY30" fmla="*/ 9103 h 134672"/>
              <a:gd name="csX31" fmla="*/ 105994 w 120506"/>
              <a:gd name="csY31" fmla="*/ 7370 h 134672"/>
              <a:gd name="csX32" fmla="*/ 106402 w 120506"/>
              <a:gd name="csY32" fmla="*/ 5317 h 134672"/>
              <a:gd name="csX33" fmla="*/ 105994 w 120506"/>
              <a:gd name="csY33" fmla="*/ 3265 h 134672"/>
              <a:gd name="csX34" fmla="*/ 104820 w 120506"/>
              <a:gd name="csY34" fmla="*/ 1532 h 134672"/>
              <a:gd name="csX35" fmla="*/ 103067 w 120506"/>
              <a:gd name="csY35" fmla="*/ 383 h 134672"/>
              <a:gd name="csX36" fmla="*/ 101009 w 120506"/>
              <a:gd name="csY36" fmla="*/ 1 h 134672"/>
              <a:gd name="csX37" fmla="*/ 76203 w 120506"/>
              <a:gd name="csY37" fmla="*/ 1 h 134672"/>
              <a:gd name="csX38" fmla="*/ 23036 w 120506"/>
              <a:gd name="csY38" fmla="*/ 21264 h 134672"/>
              <a:gd name="csX39" fmla="*/ 10633 w 120506"/>
              <a:gd name="csY39" fmla="*/ 33669 h 134672"/>
              <a:gd name="csX40" fmla="*/ 10633 w 120506"/>
              <a:gd name="csY40" fmla="*/ 54074 h 134672"/>
              <a:gd name="csX41" fmla="*/ 0 w 120506"/>
              <a:gd name="csY41" fmla="*/ 69108 h 134672"/>
              <a:gd name="csX42" fmla="*/ 0 w 120506"/>
              <a:gd name="csY42" fmla="*/ 129356 h 134672"/>
              <a:gd name="csX43" fmla="*/ 5308 w 120506"/>
              <a:gd name="csY43" fmla="*/ 134672 h 134672"/>
              <a:gd name="csX44" fmla="*/ 44303 w 120506"/>
              <a:gd name="csY44" fmla="*/ 134672 h 134672"/>
              <a:gd name="csX45" fmla="*/ 49628 w 120506"/>
              <a:gd name="csY45" fmla="*/ 129356 h 134672"/>
              <a:gd name="csX46" fmla="*/ 49628 w 120506"/>
              <a:gd name="csY46" fmla="*/ 67337 h 134672"/>
              <a:gd name="csX47" fmla="*/ 70895 w 120506"/>
              <a:gd name="csY47" fmla="*/ 67337 h 134672"/>
              <a:gd name="csX48" fmla="*/ 70895 w 120506"/>
              <a:gd name="csY48" fmla="*/ 129356 h 134672"/>
              <a:gd name="csX49" fmla="*/ 76203 w 120506"/>
              <a:gd name="csY49" fmla="*/ 134672 h 134672"/>
              <a:gd name="csX50" fmla="*/ 115198 w 120506"/>
              <a:gd name="csY50" fmla="*/ 134672 h 134672"/>
              <a:gd name="csX51" fmla="*/ 120506 w 120506"/>
              <a:gd name="csY51" fmla="*/ 129356 h 134672"/>
              <a:gd name="csX52" fmla="*/ 120506 w 120506"/>
              <a:gd name="csY52" fmla="*/ 69108 h 134672"/>
              <a:gd name="csX53" fmla="*/ 109873 w 120506"/>
              <a:gd name="csY53" fmla="*/ 54074 h 134672"/>
              <a:gd name="csX54" fmla="*/ 109873 w 120506"/>
              <a:gd name="csY54" fmla="*/ 33669 h 134672"/>
              <a:gd name="csX55" fmla="*/ 97470 w 120506"/>
              <a:gd name="csY55" fmla="*/ 21264 h 134672"/>
              <a:gd name="csX56" fmla="*/ 83298 w 120506"/>
              <a:gd name="csY56" fmla="*/ 21264 h 134672"/>
              <a:gd name="csX57" fmla="*/ 70895 w 120506"/>
              <a:gd name="csY57" fmla="*/ 33669 h 134672"/>
              <a:gd name="csX58" fmla="*/ 70895 w 120506"/>
              <a:gd name="csY58" fmla="*/ 42528 h 134672"/>
              <a:gd name="csX59" fmla="*/ 49628 w 120506"/>
              <a:gd name="csY59" fmla="*/ 42528 h 134672"/>
              <a:gd name="csX60" fmla="*/ 49628 w 120506"/>
              <a:gd name="csY60" fmla="*/ 33669 h 134672"/>
              <a:gd name="csX61" fmla="*/ 37209 w 120506"/>
              <a:gd name="csY61" fmla="*/ 21264 h 134672"/>
              <a:gd name="csX62" fmla="*/ 23036 w 120506"/>
              <a:gd name="csY62" fmla="*/ 21264 h 134672"/>
            </a:gdLst>
            <a:ahLst/>
            <a:cxnLst/>
            <a:rect l="l" t="t" r="r" b="b"/>
            <a:pathLst>
              <a:path w="100000" h="100000">
                <a:moveTo>
                  <a:pt x="19737" y="1"/>
                </a:moveTo>
                <a:cubicBezTo>
                  <a:pt x="19207" y="-7"/>
                  <a:pt x="18688" y="90"/>
                  <a:pt x="18209" y="284"/>
                </a:cubicBezTo>
                <a:cubicBezTo>
                  <a:pt x="17716" y="480"/>
                  <a:pt x="17274" y="770"/>
                  <a:pt x="16907" y="1138"/>
                </a:cubicBezTo>
                <a:cubicBezTo>
                  <a:pt x="16528" y="1505"/>
                  <a:pt x="16238" y="1942"/>
                  <a:pt x="16035" y="2424"/>
                </a:cubicBezTo>
                <a:cubicBezTo>
                  <a:pt x="15833" y="2907"/>
                  <a:pt x="15732" y="3425"/>
                  <a:pt x="15732" y="3948"/>
                </a:cubicBezTo>
                <a:cubicBezTo>
                  <a:pt x="15732" y="4471"/>
                  <a:pt x="15833" y="4988"/>
                  <a:pt x="16035" y="5473"/>
                </a:cubicBezTo>
                <a:cubicBezTo>
                  <a:pt x="16238" y="5955"/>
                  <a:pt x="16528" y="6392"/>
                  <a:pt x="16907" y="6759"/>
                </a:cubicBezTo>
                <a:cubicBezTo>
                  <a:pt x="17274" y="7127"/>
                  <a:pt x="17716" y="7417"/>
                  <a:pt x="18209" y="7611"/>
                </a:cubicBezTo>
                <a:cubicBezTo>
                  <a:pt x="18688" y="7806"/>
                  <a:pt x="19207" y="7903"/>
                  <a:pt x="19737" y="7895"/>
                </a:cubicBezTo>
                <a:lnTo>
                  <a:pt x="38156" y="7895"/>
                </a:lnTo>
                <a:cubicBezTo>
                  <a:pt x="38687" y="7903"/>
                  <a:pt x="39205" y="7806"/>
                  <a:pt x="39685" y="7611"/>
                </a:cubicBezTo>
                <a:cubicBezTo>
                  <a:pt x="40178" y="7417"/>
                  <a:pt x="40620" y="7127"/>
                  <a:pt x="40986" y="6759"/>
                </a:cubicBezTo>
                <a:cubicBezTo>
                  <a:pt x="41365" y="6392"/>
                  <a:pt x="41656" y="5955"/>
                  <a:pt x="41858" y="5473"/>
                </a:cubicBezTo>
                <a:cubicBezTo>
                  <a:pt x="42060" y="4988"/>
                  <a:pt x="42161" y="4471"/>
                  <a:pt x="42161" y="3948"/>
                </a:cubicBezTo>
                <a:cubicBezTo>
                  <a:pt x="42161" y="3425"/>
                  <a:pt x="42060" y="2907"/>
                  <a:pt x="41858" y="2424"/>
                </a:cubicBezTo>
                <a:cubicBezTo>
                  <a:pt x="41656" y="1942"/>
                  <a:pt x="41365" y="1505"/>
                  <a:pt x="40986" y="1138"/>
                </a:cubicBezTo>
                <a:cubicBezTo>
                  <a:pt x="40620" y="770"/>
                  <a:pt x="40178" y="480"/>
                  <a:pt x="39685" y="284"/>
                </a:cubicBezTo>
                <a:cubicBezTo>
                  <a:pt x="39205" y="90"/>
                  <a:pt x="38687" y="-7"/>
                  <a:pt x="38156" y="1"/>
                </a:cubicBezTo>
                <a:lnTo>
                  <a:pt x="19737" y="1"/>
                </a:lnTo>
                <a:close/>
                <a:moveTo>
                  <a:pt x="61844" y="1"/>
                </a:moveTo>
                <a:cubicBezTo>
                  <a:pt x="61325" y="-7"/>
                  <a:pt x="60808" y="90"/>
                  <a:pt x="60315" y="284"/>
                </a:cubicBezTo>
                <a:cubicBezTo>
                  <a:pt x="59835" y="480"/>
                  <a:pt x="59393" y="770"/>
                  <a:pt x="59014" y="1138"/>
                </a:cubicBezTo>
                <a:cubicBezTo>
                  <a:pt x="58648" y="1505"/>
                  <a:pt x="58344" y="1942"/>
                  <a:pt x="58142" y="2424"/>
                </a:cubicBezTo>
                <a:cubicBezTo>
                  <a:pt x="57940" y="2907"/>
                  <a:pt x="57839" y="3425"/>
                  <a:pt x="57839" y="3948"/>
                </a:cubicBezTo>
                <a:cubicBezTo>
                  <a:pt x="57839" y="4471"/>
                  <a:pt x="57940" y="4988"/>
                  <a:pt x="58142" y="5473"/>
                </a:cubicBezTo>
                <a:cubicBezTo>
                  <a:pt x="58344" y="5955"/>
                  <a:pt x="58648" y="6392"/>
                  <a:pt x="59014" y="6759"/>
                </a:cubicBezTo>
                <a:cubicBezTo>
                  <a:pt x="59393" y="7127"/>
                  <a:pt x="59835" y="7417"/>
                  <a:pt x="60315" y="7611"/>
                </a:cubicBezTo>
                <a:cubicBezTo>
                  <a:pt x="60808" y="7806"/>
                  <a:pt x="61325" y="7903"/>
                  <a:pt x="61844" y="7895"/>
                </a:cubicBezTo>
                <a:lnTo>
                  <a:pt x="80263" y="7895"/>
                </a:lnTo>
                <a:cubicBezTo>
                  <a:pt x="80793" y="7903"/>
                  <a:pt x="81312" y="7806"/>
                  <a:pt x="81791" y="7611"/>
                </a:cubicBezTo>
                <a:cubicBezTo>
                  <a:pt x="82284" y="7417"/>
                  <a:pt x="82726" y="7127"/>
                  <a:pt x="83093" y="6759"/>
                </a:cubicBezTo>
                <a:cubicBezTo>
                  <a:pt x="83472" y="6392"/>
                  <a:pt x="83762" y="5955"/>
                  <a:pt x="83965" y="5473"/>
                </a:cubicBezTo>
                <a:cubicBezTo>
                  <a:pt x="84167" y="4988"/>
                  <a:pt x="84268" y="4471"/>
                  <a:pt x="84268" y="3948"/>
                </a:cubicBezTo>
                <a:cubicBezTo>
                  <a:pt x="84268" y="3425"/>
                  <a:pt x="84167" y="2907"/>
                  <a:pt x="83965" y="2424"/>
                </a:cubicBezTo>
                <a:cubicBezTo>
                  <a:pt x="83762" y="1942"/>
                  <a:pt x="83472" y="1505"/>
                  <a:pt x="83093" y="1138"/>
                </a:cubicBezTo>
                <a:cubicBezTo>
                  <a:pt x="82726" y="770"/>
                  <a:pt x="82284" y="480"/>
                  <a:pt x="81791" y="284"/>
                </a:cubicBezTo>
                <a:cubicBezTo>
                  <a:pt x="81312" y="90"/>
                  <a:pt x="80793" y="-7"/>
                  <a:pt x="80263" y="1"/>
                </a:cubicBezTo>
                <a:lnTo>
                  <a:pt x="61844" y="1"/>
                </a:lnTo>
                <a:close/>
                <a:moveTo>
                  <a:pt x="22365" y="15789"/>
                </a:moveTo>
                <a:cubicBezTo>
                  <a:pt x="17286" y="15789"/>
                  <a:pt x="13155" y="19922"/>
                  <a:pt x="13155" y="25001"/>
                </a:cubicBezTo>
                <a:lnTo>
                  <a:pt x="13155" y="40152"/>
                </a:lnTo>
                <a:cubicBezTo>
                  <a:pt x="8557" y="41782"/>
                  <a:pt x="5259" y="46168"/>
                  <a:pt x="5259" y="51316"/>
                </a:cubicBezTo>
                <a:lnTo>
                  <a:pt x="5259" y="96053"/>
                </a:lnTo>
                <a:cubicBezTo>
                  <a:pt x="5259" y="98232"/>
                  <a:pt x="7028" y="100000"/>
                  <a:pt x="9201" y="100000"/>
                </a:cubicBezTo>
                <a:lnTo>
                  <a:pt x="38156" y="100000"/>
                </a:lnTo>
                <a:cubicBezTo>
                  <a:pt x="40342" y="100000"/>
                  <a:pt x="42110" y="98232"/>
                  <a:pt x="42110" y="96053"/>
                </a:cubicBezTo>
                <a:lnTo>
                  <a:pt x="42110" y="50001"/>
                </a:lnTo>
                <a:lnTo>
                  <a:pt x="57902" y="50001"/>
                </a:lnTo>
                <a:lnTo>
                  <a:pt x="57902" y="96053"/>
                </a:lnTo>
                <a:cubicBezTo>
                  <a:pt x="57902" y="98232"/>
                  <a:pt x="59671" y="100000"/>
                  <a:pt x="61844" y="100000"/>
                </a:cubicBezTo>
                <a:lnTo>
                  <a:pt x="90799" y="100000"/>
                </a:lnTo>
                <a:cubicBezTo>
                  <a:pt x="92972" y="100000"/>
                  <a:pt x="94741" y="98232"/>
                  <a:pt x="94741" y="96053"/>
                </a:cubicBezTo>
                <a:lnTo>
                  <a:pt x="94741" y="51316"/>
                </a:lnTo>
                <a:cubicBezTo>
                  <a:pt x="94741" y="46168"/>
                  <a:pt x="91443" y="41782"/>
                  <a:pt x="86845" y="40152"/>
                </a:cubicBezTo>
                <a:lnTo>
                  <a:pt x="86845" y="25001"/>
                </a:lnTo>
                <a:cubicBezTo>
                  <a:pt x="86845" y="19922"/>
                  <a:pt x="82714" y="15789"/>
                  <a:pt x="77635" y="15789"/>
                </a:cubicBezTo>
                <a:lnTo>
                  <a:pt x="67112" y="15789"/>
                </a:lnTo>
                <a:cubicBezTo>
                  <a:pt x="62033" y="15789"/>
                  <a:pt x="57902" y="19922"/>
                  <a:pt x="57902" y="25001"/>
                </a:cubicBezTo>
                <a:lnTo>
                  <a:pt x="57902" y="31579"/>
                </a:lnTo>
                <a:lnTo>
                  <a:pt x="42110" y="31579"/>
                </a:lnTo>
                <a:lnTo>
                  <a:pt x="42110" y="25001"/>
                </a:lnTo>
                <a:cubicBezTo>
                  <a:pt x="42110" y="19922"/>
                  <a:pt x="37980" y="15789"/>
                  <a:pt x="32889" y="15789"/>
                </a:cubicBezTo>
                <a:lnTo>
                  <a:pt x="22365" y="1578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3" name="Красный — SVG 12">
            <a:extLst>
              <a:ext uri="{FF2B5EF4-FFF2-40B4-BE49-F238E27FC236}">
                <a16:creationId xmlns:a16="http://schemas.microsoft.com/office/drawing/2014/main" id="{D6F8501D-AA69-1E43-819A-EC1065C09826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120421 w 134695"/>
              <a:gd name="csY0" fmla="*/ 1 h 120648"/>
              <a:gd name="csX1" fmla="*/ 116695 w 134695"/>
              <a:gd name="csY1" fmla="*/ 1615 h 120648"/>
              <a:gd name="csX2" fmla="*/ 115198 w 134695"/>
              <a:gd name="csY2" fmla="*/ 5393 h 120648"/>
              <a:gd name="csX3" fmla="*/ 115198 w 134695"/>
              <a:gd name="csY3" fmla="*/ 10709 h 120648"/>
              <a:gd name="csX4" fmla="*/ 111642 w 134695"/>
              <a:gd name="csY4" fmla="*/ 10709 h 120648"/>
              <a:gd name="csX5" fmla="*/ 106334 w 134695"/>
              <a:gd name="csY5" fmla="*/ 16025 h 120648"/>
              <a:gd name="csX6" fmla="*/ 106334 w 134695"/>
              <a:gd name="csY6" fmla="*/ 47921 h 120648"/>
              <a:gd name="csX7" fmla="*/ 111642 w 134695"/>
              <a:gd name="csY7" fmla="*/ 53237 h 120648"/>
              <a:gd name="csX8" fmla="*/ 115198 w 134695"/>
              <a:gd name="csY8" fmla="*/ 53237 h 120648"/>
              <a:gd name="csX9" fmla="*/ 115198 w 134695"/>
              <a:gd name="csY9" fmla="*/ 58553 h 120648"/>
              <a:gd name="csX10" fmla="*/ 115572 w 134695"/>
              <a:gd name="csY10" fmla="*/ 60611 h 120648"/>
              <a:gd name="csX11" fmla="*/ 116729 w 134695"/>
              <a:gd name="csY11" fmla="*/ 62362 h 120648"/>
              <a:gd name="csX12" fmla="*/ 118464 w 134695"/>
              <a:gd name="csY12" fmla="*/ 63534 h 120648"/>
              <a:gd name="csX13" fmla="*/ 120506 w 134695"/>
              <a:gd name="csY13" fmla="*/ 63945 h 120648"/>
              <a:gd name="csX14" fmla="*/ 122565 w 134695"/>
              <a:gd name="csY14" fmla="*/ 63534 h 120648"/>
              <a:gd name="csX15" fmla="*/ 124300 w 134695"/>
              <a:gd name="csY15" fmla="*/ 62362 h 120648"/>
              <a:gd name="csX16" fmla="*/ 125440 w 134695"/>
              <a:gd name="csY16" fmla="*/ 60611 h 120648"/>
              <a:gd name="csX17" fmla="*/ 125831 w 134695"/>
              <a:gd name="csY17" fmla="*/ 58553 h 120648"/>
              <a:gd name="csX18" fmla="*/ 125831 w 134695"/>
              <a:gd name="csY18" fmla="*/ 53237 h 120648"/>
              <a:gd name="csX19" fmla="*/ 129370 w 134695"/>
              <a:gd name="csY19" fmla="*/ 53237 h 120648"/>
              <a:gd name="csX20" fmla="*/ 134695 w 134695"/>
              <a:gd name="csY20" fmla="*/ 47921 h 120648"/>
              <a:gd name="csX21" fmla="*/ 134695 w 134695"/>
              <a:gd name="csY21" fmla="*/ 16025 h 120648"/>
              <a:gd name="csX22" fmla="*/ 129370 w 134695"/>
              <a:gd name="csY22" fmla="*/ 10709 h 120648"/>
              <a:gd name="csX23" fmla="*/ 125831 w 134695"/>
              <a:gd name="csY23" fmla="*/ 10709 h 120648"/>
              <a:gd name="csX24" fmla="*/ 125831 w 134695"/>
              <a:gd name="csY24" fmla="*/ 5393 h 120648"/>
              <a:gd name="csX25" fmla="*/ 125440 w 134695"/>
              <a:gd name="csY25" fmla="*/ 3316 h 120648"/>
              <a:gd name="csX26" fmla="*/ 124266 w 134695"/>
              <a:gd name="csY26" fmla="*/ 1555 h 120648"/>
              <a:gd name="csX27" fmla="*/ 122514 w 134695"/>
              <a:gd name="csY27" fmla="*/ 388 h 120648"/>
              <a:gd name="csX28" fmla="*/ 120421 w 134695"/>
              <a:gd name="csY28" fmla="*/ 1 h 120648"/>
              <a:gd name="csX29" fmla="*/ 49543 w 134695"/>
              <a:gd name="csY29" fmla="*/ 21264 h 120648"/>
              <a:gd name="csX30" fmla="*/ 45800 w 134695"/>
              <a:gd name="csY30" fmla="*/ 22879 h 120648"/>
              <a:gd name="csX31" fmla="*/ 44303 w 134695"/>
              <a:gd name="csY31" fmla="*/ 26657 h 120648"/>
              <a:gd name="csX32" fmla="*/ 44303 w 134695"/>
              <a:gd name="csY32" fmla="*/ 31973 h 120648"/>
              <a:gd name="csX33" fmla="*/ 40764 w 134695"/>
              <a:gd name="csY33" fmla="*/ 31973 h 120648"/>
              <a:gd name="csX34" fmla="*/ 35439 w 134695"/>
              <a:gd name="csY34" fmla="*/ 37289 h 120648"/>
              <a:gd name="csX35" fmla="*/ 35439 w 134695"/>
              <a:gd name="csY35" fmla="*/ 69185 h 120648"/>
              <a:gd name="csX36" fmla="*/ 40764 w 134695"/>
              <a:gd name="csY36" fmla="*/ 74501 h 120648"/>
              <a:gd name="csX37" fmla="*/ 44303 w 134695"/>
              <a:gd name="csY37" fmla="*/ 74501 h 120648"/>
              <a:gd name="csX38" fmla="*/ 44303 w 134695"/>
              <a:gd name="csY38" fmla="*/ 79817 h 120648"/>
              <a:gd name="csX39" fmla="*/ 44694 w 134695"/>
              <a:gd name="csY39" fmla="*/ 81875 h 120648"/>
              <a:gd name="csX40" fmla="*/ 45834 w 134695"/>
              <a:gd name="csY40" fmla="*/ 83625 h 120648"/>
              <a:gd name="csX41" fmla="*/ 47569 w 134695"/>
              <a:gd name="csY41" fmla="*/ 84798 h 120648"/>
              <a:gd name="csX42" fmla="*/ 49628 w 134695"/>
              <a:gd name="csY42" fmla="*/ 85209 h 120648"/>
              <a:gd name="csX43" fmla="*/ 51670 w 134695"/>
              <a:gd name="csY43" fmla="*/ 84798 h 120648"/>
              <a:gd name="csX44" fmla="*/ 53405 w 134695"/>
              <a:gd name="csY44" fmla="*/ 83625 h 120648"/>
              <a:gd name="csX45" fmla="*/ 54562 w 134695"/>
              <a:gd name="csY45" fmla="*/ 81875 h 120648"/>
              <a:gd name="csX46" fmla="*/ 54936 w 134695"/>
              <a:gd name="csY46" fmla="*/ 79817 h 120648"/>
              <a:gd name="csX47" fmla="*/ 54936 w 134695"/>
              <a:gd name="csY47" fmla="*/ 74501 h 120648"/>
              <a:gd name="csX48" fmla="*/ 58475 w 134695"/>
              <a:gd name="csY48" fmla="*/ 74501 h 120648"/>
              <a:gd name="csX49" fmla="*/ 63800 w 134695"/>
              <a:gd name="csY49" fmla="*/ 69185 h 120648"/>
              <a:gd name="csX50" fmla="*/ 63800 w 134695"/>
              <a:gd name="csY50" fmla="*/ 37289 h 120648"/>
              <a:gd name="csX51" fmla="*/ 58475 w 134695"/>
              <a:gd name="csY51" fmla="*/ 31973 h 120648"/>
              <a:gd name="csX52" fmla="*/ 54936 w 134695"/>
              <a:gd name="csY52" fmla="*/ 31973 h 120648"/>
              <a:gd name="csX53" fmla="*/ 54936 w 134695"/>
              <a:gd name="csY53" fmla="*/ 26657 h 120648"/>
              <a:gd name="csX54" fmla="*/ 54545 w 134695"/>
              <a:gd name="csY54" fmla="*/ 24580 h 120648"/>
              <a:gd name="csX55" fmla="*/ 53388 w 134695"/>
              <a:gd name="csY55" fmla="*/ 22819 h 120648"/>
              <a:gd name="csX56" fmla="*/ 51619 w 134695"/>
              <a:gd name="csY56" fmla="*/ 21652 h 120648"/>
              <a:gd name="csX57" fmla="*/ 49543 w 134695"/>
              <a:gd name="csY57" fmla="*/ 21264 h 120648"/>
              <a:gd name="csX58" fmla="*/ 84982 w 134695"/>
              <a:gd name="csY58" fmla="*/ 28353 h 120648"/>
              <a:gd name="csX59" fmla="*/ 81256 w 134695"/>
              <a:gd name="csY59" fmla="*/ 29966 h 120648"/>
              <a:gd name="csX60" fmla="*/ 79742 w 134695"/>
              <a:gd name="csY60" fmla="*/ 33745 h 120648"/>
              <a:gd name="csX61" fmla="*/ 79742 w 134695"/>
              <a:gd name="csY61" fmla="*/ 39061 h 120648"/>
              <a:gd name="csX62" fmla="*/ 76203 w 134695"/>
              <a:gd name="csY62" fmla="*/ 39061 h 120648"/>
              <a:gd name="csX63" fmla="*/ 70895 w 134695"/>
              <a:gd name="csY63" fmla="*/ 44377 h 120648"/>
              <a:gd name="csX64" fmla="*/ 70895 w 134695"/>
              <a:gd name="csY64" fmla="*/ 76273 h 120648"/>
              <a:gd name="csX65" fmla="*/ 76203 w 134695"/>
              <a:gd name="csY65" fmla="*/ 81589 h 120648"/>
              <a:gd name="csX66" fmla="*/ 79742 w 134695"/>
              <a:gd name="csY66" fmla="*/ 81589 h 120648"/>
              <a:gd name="csX67" fmla="*/ 79742 w 134695"/>
              <a:gd name="csY67" fmla="*/ 86905 h 120648"/>
              <a:gd name="csX68" fmla="*/ 80133 w 134695"/>
              <a:gd name="csY68" fmla="*/ 88962 h 120648"/>
              <a:gd name="csX69" fmla="*/ 81273 w 134695"/>
              <a:gd name="csY69" fmla="*/ 90712 h 120648"/>
              <a:gd name="csX70" fmla="*/ 83008 w 134695"/>
              <a:gd name="csY70" fmla="*/ 91884 h 120648"/>
              <a:gd name="csX71" fmla="*/ 85067 w 134695"/>
              <a:gd name="csY71" fmla="*/ 92296 h 120648"/>
              <a:gd name="csX72" fmla="*/ 87126 w 134695"/>
              <a:gd name="csY72" fmla="*/ 91884 h 120648"/>
              <a:gd name="csX73" fmla="*/ 88861 w 134695"/>
              <a:gd name="csY73" fmla="*/ 90712 h 120648"/>
              <a:gd name="csX74" fmla="*/ 90001 w 134695"/>
              <a:gd name="csY74" fmla="*/ 88962 h 120648"/>
              <a:gd name="csX75" fmla="*/ 90375 w 134695"/>
              <a:gd name="csY75" fmla="*/ 86905 h 120648"/>
              <a:gd name="csX76" fmla="*/ 90375 w 134695"/>
              <a:gd name="csY76" fmla="*/ 81589 h 120648"/>
              <a:gd name="csX77" fmla="*/ 93931 w 134695"/>
              <a:gd name="csY77" fmla="*/ 81589 h 120648"/>
              <a:gd name="csX78" fmla="*/ 99239 w 134695"/>
              <a:gd name="csY78" fmla="*/ 76273 h 120648"/>
              <a:gd name="csX79" fmla="*/ 99239 w 134695"/>
              <a:gd name="csY79" fmla="*/ 44377 h 120648"/>
              <a:gd name="csX80" fmla="*/ 93931 w 134695"/>
              <a:gd name="csY80" fmla="*/ 39061 h 120648"/>
              <a:gd name="csX81" fmla="*/ 90375 w 134695"/>
              <a:gd name="csY81" fmla="*/ 39061 h 120648"/>
              <a:gd name="csX82" fmla="*/ 90375 w 134695"/>
              <a:gd name="csY82" fmla="*/ 33745 h 120648"/>
              <a:gd name="csX83" fmla="*/ 90001 w 134695"/>
              <a:gd name="csY83" fmla="*/ 31668 h 120648"/>
              <a:gd name="csX84" fmla="*/ 88827 w 134695"/>
              <a:gd name="csY84" fmla="*/ 29908 h 120648"/>
              <a:gd name="csX85" fmla="*/ 87057 w 134695"/>
              <a:gd name="csY85" fmla="*/ 28741 h 120648"/>
              <a:gd name="csX86" fmla="*/ 84982 w 134695"/>
              <a:gd name="csY86" fmla="*/ 28353 h 120648"/>
              <a:gd name="csX87" fmla="*/ 14087 w 134695"/>
              <a:gd name="csY87" fmla="*/ 56705 h 120648"/>
              <a:gd name="csX88" fmla="*/ 10361 w 134695"/>
              <a:gd name="csY88" fmla="*/ 58318 h 120648"/>
              <a:gd name="csX89" fmla="*/ 8864 w 134695"/>
              <a:gd name="csY89" fmla="*/ 62096 h 120648"/>
              <a:gd name="csX90" fmla="*/ 8864 w 134695"/>
              <a:gd name="csY90" fmla="*/ 67412 h 120648"/>
              <a:gd name="csX91" fmla="*/ 5308 w 134695"/>
              <a:gd name="csY91" fmla="*/ 67412 h 120648"/>
              <a:gd name="csX92" fmla="*/ 0 w 134695"/>
              <a:gd name="csY92" fmla="*/ 72728 h 120648"/>
              <a:gd name="csX93" fmla="*/ 0 w 134695"/>
              <a:gd name="csY93" fmla="*/ 104624 h 120648"/>
              <a:gd name="csX94" fmla="*/ 5308 w 134695"/>
              <a:gd name="csY94" fmla="*/ 109940 h 120648"/>
              <a:gd name="csX95" fmla="*/ 8864 w 134695"/>
              <a:gd name="csY95" fmla="*/ 109940 h 120648"/>
              <a:gd name="csX96" fmla="*/ 8864 w 134695"/>
              <a:gd name="csY96" fmla="*/ 115256 h 120648"/>
              <a:gd name="csX97" fmla="*/ 9238 w 134695"/>
              <a:gd name="csY97" fmla="*/ 117314 h 120648"/>
              <a:gd name="csX98" fmla="*/ 10395 w 134695"/>
              <a:gd name="csY98" fmla="*/ 119065 h 120648"/>
              <a:gd name="csX99" fmla="*/ 12130 w 134695"/>
              <a:gd name="csY99" fmla="*/ 120237 h 120648"/>
              <a:gd name="csX100" fmla="*/ 14172 w 134695"/>
              <a:gd name="csY100" fmla="*/ 120648 h 120648"/>
              <a:gd name="csX101" fmla="*/ 16231 w 134695"/>
              <a:gd name="csY101" fmla="*/ 120237 h 120648"/>
              <a:gd name="csX102" fmla="*/ 17966 w 134695"/>
              <a:gd name="csY102" fmla="*/ 119065 h 120648"/>
              <a:gd name="csX103" fmla="*/ 19106 w 134695"/>
              <a:gd name="csY103" fmla="*/ 117314 h 120648"/>
              <a:gd name="csX104" fmla="*/ 19497 w 134695"/>
              <a:gd name="csY104" fmla="*/ 115256 h 120648"/>
              <a:gd name="csX105" fmla="*/ 19497 w 134695"/>
              <a:gd name="csY105" fmla="*/ 109940 h 120648"/>
              <a:gd name="csX106" fmla="*/ 23036 w 134695"/>
              <a:gd name="csY106" fmla="*/ 109940 h 120648"/>
              <a:gd name="csX107" fmla="*/ 28361 w 134695"/>
              <a:gd name="csY107" fmla="*/ 104624 h 120648"/>
              <a:gd name="csX108" fmla="*/ 28361 w 134695"/>
              <a:gd name="csY108" fmla="*/ 72728 h 120648"/>
              <a:gd name="csX109" fmla="*/ 23036 w 134695"/>
              <a:gd name="csY109" fmla="*/ 67412 h 120648"/>
              <a:gd name="csX110" fmla="*/ 19497 w 134695"/>
              <a:gd name="csY110" fmla="*/ 67412 h 120648"/>
              <a:gd name="csX111" fmla="*/ 19497 w 134695"/>
              <a:gd name="csY111" fmla="*/ 62096 h 120648"/>
              <a:gd name="csX112" fmla="*/ 19106 w 134695"/>
              <a:gd name="csY112" fmla="*/ 60019 h 120648"/>
              <a:gd name="csX113" fmla="*/ 17932 w 134695"/>
              <a:gd name="csY113" fmla="*/ 58258 h 120648"/>
              <a:gd name="csX114" fmla="*/ 16180 w 134695"/>
              <a:gd name="csY114" fmla="*/ 57093 h 120648"/>
              <a:gd name="csX115" fmla="*/ 14087 w 134695"/>
              <a:gd name="csY115" fmla="*/ 56705 h 120648"/>
            </a:gdLst>
            <a:ahLst/>
            <a:cxnLst/>
            <a:rect l="l" t="t" r="r" b="b"/>
            <a:pathLst>
              <a:path w="100000" h="100000">
                <a:moveTo>
                  <a:pt x="89403" y="5215"/>
                </a:moveTo>
                <a:cubicBezTo>
                  <a:pt x="88367" y="5231"/>
                  <a:pt x="87369" y="5662"/>
                  <a:pt x="86636" y="6413"/>
                </a:cubicBezTo>
                <a:cubicBezTo>
                  <a:pt x="85904" y="7163"/>
                  <a:pt x="85512" y="8173"/>
                  <a:pt x="85525" y="9218"/>
                </a:cubicBezTo>
                <a:lnTo>
                  <a:pt x="85525" y="13165"/>
                </a:lnTo>
                <a:lnTo>
                  <a:pt x="82885" y="13165"/>
                </a:lnTo>
                <a:cubicBezTo>
                  <a:pt x="80713" y="13165"/>
                  <a:pt x="78944" y="14930"/>
                  <a:pt x="78944" y="17112"/>
                </a:cubicBezTo>
                <a:lnTo>
                  <a:pt x="78944" y="40792"/>
                </a:lnTo>
                <a:cubicBezTo>
                  <a:pt x="78944" y="42973"/>
                  <a:pt x="80713" y="44738"/>
                  <a:pt x="82885" y="44738"/>
                </a:cubicBezTo>
                <a:lnTo>
                  <a:pt x="85525" y="44738"/>
                </a:lnTo>
                <a:lnTo>
                  <a:pt x="85525" y="48685"/>
                </a:lnTo>
                <a:cubicBezTo>
                  <a:pt x="85512" y="49208"/>
                  <a:pt x="85613" y="49727"/>
                  <a:pt x="85803" y="50213"/>
                </a:cubicBezTo>
                <a:cubicBezTo>
                  <a:pt x="86005" y="50698"/>
                  <a:pt x="86296" y="51140"/>
                  <a:pt x="86662" y="51513"/>
                </a:cubicBezTo>
                <a:cubicBezTo>
                  <a:pt x="87028" y="51884"/>
                  <a:pt x="87470" y="52180"/>
                  <a:pt x="87950" y="52383"/>
                </a:cubicBezTo>
                <a:cubicBezTo>
                  <a:pt x="88430" y="52584"/>
                  <a:pt x="88948" y="52688"/>
                  <a:pt x="89466" y="52688"/>
                </a:cubicBezTo>
                <a:cubicBezTo>
                  <a:pt x="89997" y="52688"/>
                  <a:pt x="90514" y="52584"/>
                  <a:pt x="90994" y="52383"/>
                </a:cubicBezTo>
                <a:cubicBezTo>
                  <a:pt x="91474" y="52180"/>
                  <a:pt x="91917" y="51884"/>
                  <a:pt x="92283" y="51513"/>
                </a:cubicBezTo>
                <a:cubicBezTo>
                  <a:pt x="92649" y="51140"/>
                  <a:pt x="92940" y="50698"/>
                  <a:pt x="93129" y="50213"/>
                </a:cubicBezTo>
                <a:cubicBezTo>
                  <a:pt x="93331" y="49727"/>
                  <a:pt x="93419" y="49208"/>
                  <a:pt x="93419" y="48685"/>
                </a:cubicBezTo>
                <a:lnTo>
                  <a:pt x="93419" y="44738"/>
                </a:lnTo>
                <a:lnTo>
                  <a:pt x="96047" y="44738"/>
                </a:lnTo>
                <a:cubicBezTo>
                  <a:pt x="98232" y="44738"/>
                  <a:pt x="100000" y="42973"/>
                  <a:pt x="100000" y="40792"/>
                </a:cubicBezTo>
                <a:lnTo>
                  <a:pt x="100000" y="17112"/>
                </a:lnTo>
                <a:cubicBezTo>
                  <a:pt x="100000" y="14930"/>
                  <a:pt x="98232" y="13165"/>
                  <a:pt x="96047" y="13165"/>
                </a:cubicBezTo>
                <a:lnTo>
                  <a:pt x="93419" y="13165"/>
                </a:lnTo>
                <a:lnTo>
                  <a:pt x="93419" y="9218"/>
                </a:lnTo>
                <a:cubicBezTo>
                  <a:pt x="93419" y="8690"/>
                  <a:pt x="93331" y="8166"/>
                  <a:pt x="93129" y="7676"/>
                </a:cubicBezTo>
                <a:cubicBezTo>
                  <a:pt x="92927" y="7188"/>
                  <a:pt x="92636" y="6743"/>
                  <a:pt x="92257" y="6369"/>
                </a:cubicBezTo>
                <a:cubicBezTo>
                  <a:pt x="91891" y="5995"/>
                  <a:pt x="91436" y="5701"/>
                  <a:pt x="90957" y="5502"/>
                </a:cubicBezTo>
                <a:cubicBezTo>
                  <a:pt x="90464" y="5304"/>
                  <a:pt x="89933" y="5207"/>
                  <a:pt x="89403" y="5215"/>
                </a:cubicBezTo>
                <a:close/>
                <a:moveTo>
                  <a:pt x="36782" y="21001"/>
                </a:moveTo>
                <a:cubicBezTo>
                  <a:pt x="35733" y="21018"/>
                  <a:pt x="34736" y="21449"/>
                  <a:pt x="34003" y="22200"/>
                </a:cubicBezTo>
                <a:cubicBezTo>
                  <a:pt x="33283" y="22950"/>
                  <a:pt x="32879" y="23959"/>
                  <a:pt x="32891" y="25005"/>
                </a:cubicBezTo>
                <a:lnTo>
                  <a:pt x="32891" y="28952"/>
                </a:lnTo>
                <a:lnTo>
                  <a:pt x="30264" y="28952"/>
                </a:lnTo>
                <a:cubicBezTo>
                  <a:pt x="28079" y="28952"/>
                  <a:pt x="26311" y="30717"/>
                  <a:pt x="26311" y="32898"/>
                </a:cubicBezTo>
                <a:lnTo>
                  <a:pt x="26311" y="56579"/>
                </a:lnTo>
                <a:cubicBezTo>
                  <a:pt x="26311" y="58760"/>
                  <a:pt x="28079" y="60525"/>
                  <a:pt x="30264" y="60525"/>
                </a:cubicBezTo>
                <a:lnTo>
                  <a:pt x="32891" y="60525"/>
                </a:lnTo>
                <a:lnTo>
                  <a:pt x="32891" y="64472"/>
                </a:lnTo>
                <a:cubicBezTo>
                  <a:pt x="32891" y="64995"/>
                  <a:pt x="32980" y="65514"/>
                  <a:pt x="33182" y="66000"/>
                </a:cubicBezTo>
                <a:cubicBezTo>
                  <a:pt x="33371" y="66485"/>
                  <a:pt x="33662" y="66927"/>
                  <a:pt x="34028" y="67299"/>
                </a:cubicBezTo>
                <a:cubicBezTo>
                  <a:pt x="34394" y="67671"/>
                  <a:pt x="34836" y="67967"/>
                  <a:pt x="35316" y="68170"/>
                </a:cubicBezTo>
                <a:cubicBezTo>
                  <a:pt x="35796" y="68370"/>
                  <a:pt x="36315" y="68475"/>
                  <a:pt x="36845" y="68475"/>
                </a:cubicBezTo>
                <a:cubicBezTo>
                  <a:pt x="37363" y="68475"/>
                  <a:pt x="37880" y="68370"/>
                  <a:pt x="38361" y="68170"/>
                </a:cubicBezTo>
                <a:cubicBezTo>
                  <a:pt x="38840" y="67967"/>
                  <a:pt x="39283" y="67671"/>
                  <a:pt x="39649" y="67299"/>
                </a:cubicBezTo>
                <a:cubicBezTo>
                  <a:pt x="40015" y="66927"/>
                  <a:pt x="40306" y="66485"/>
                  <a:pt x="40508" y="66000"/>
                </a:cubicBezTo>
                <a:cubicBezTo>
                  <a:pt x="40697" y="65514"/>
                  <a:pt x="40798" y="64995"/>
                  <a:pt x="40785" y="64472"/>
                </a:cubicBezTo>
                <a:lnTo>
                  <a:pt x="40785" y="60525"/>
                </a:lnTo>
                <a:lnTo>
                  <a:pt x="43413" y="60525"/>
                </a:lnTo>
                <a:cubicBezTo>
                  <a:pt x="45599" y="60525"/>
                  <a:pt x="47366" y="58760"/>
                  <a:pt x="47366" y="56579"/>
                </a:cubicBezTo>
                <a:lnTo>
                  <a:pt x="47366" y="32898"/>
                </a:lnTo>
                <a:cubicBezTo>
                  <a:pt x="47366" y="30717"/>
                  <a:pt x="45599" y="28952"/>
                  <a:pt x="43413" y="28952"/>
                </a:cubicBezTo>
                <a:lnTo>
                  <a:pt x="40785" y="28952"/>
                </a:lnTo>
                <a:lnTo>
                  <a:pt x="40785" y="25005"/>
                </a:lnTo>
                <a:cubicBezTo>
                  <a:pt x="40798" y="24477"/>
                  <a:pt x="40697" y="23953"/>
                  <a:pt x="40495" y="23463"/>
                </a:cubicBezTo>
                <a:cubicBezTo>
                  <a:pt x="40293" y="22974"/>
                  <a:pt x="40002" y="22530"/>
                  <a:pt x="39636" y="22156"/>
                </a:cubicBezTo>
                <a:cubicBezTo>
                  <a:pt x="39258" y="21782"/>
                  <a:pt x="38815" y="21487"/>
                  <a:pt x="38323" y="21289"/>
                </a:cubicBezTo>
                <a:cubicBezTo>
                  <a:pt x="37830" y="21091"/>
                  <a:pt x="37312" y="20994"/>
                  <a:pt x="36782" y="21001"/>
                </a:cubicBezTo>
                <a:close/>
                <a:moveTo>
                  <a:pt x="63092" y="26264"/>
                </a:moveTo>
                <a:cubicBezTo>
                  <a:pt x="62044" y="26280"/>
                  <a:pt x="61046" y="26711"/>
                  <a:pt x="60326" y="27462"/>
                </a:cubicBezTo>
                <a:cubicBezTo>
                  <a:pt x="59593" y="28213"/>
                  <a:pt x="59189" y="29222"/>
                  <a:pt x="59202" y="30267"/>
                </a:cubicBezTo>
                <a:lnTo>
                  <a:pt x="59202" y="34214"/>
                </a:lnTo>
                <a:lnTo>
                  <a:pt x="56574" y="34214"/>
                </a:lnTo>
                <a:cubicBezTo>
                  <a:pt x="54402" y="34214"/>
                  <a:pt x="52634" y="35980"/>
                  <a:pt x="52634" y="38161"/>
                </a:cubicBezTo>
                <a:lnTo>
                  <a:pt x="52634" y="61841"/>
                </a:lnTo>
                <a:cubicBezTo>
                  <a:pt x="52634" y="64022"/>
                  <a:pt x="54402" y="65788"/>
                  <a:pt x="56574" y="65788"/>
                </a:cubicBezTo>
                <a:lnTo>
                  <a:pt x="59202" y="65788"/>
                </a:lnTo>
                <a:lnTo>
                  <a:pt x="59202" y="69734"/>
                </a:lnTo>
                <a:cubicBezTo>
                  <a:pt x="59202" y="70257"/>
                  <a:pt x="59303" y="70777"/>
                  <a:pt x="59492" y="71261"/>
                </a:cubicBezTo>
                <a:cubicBezTo>
                  <a:pt x="59682" y="71748"/>
                  <a:pt x="59973" y="72188"/>
                  <a:pt x="60339" y="72561"/>
                </a:cubicBezTo>
                <a:cubicBezTo>
                  <a:pt x="60718" y="72933"/>
                  <a:pt x="61147" y="73229"/>
                  <a:pt x="61627" y="73431"/>
                </a:cubicBezTo>
                <a:cubicBezTo>
                  <a:pt x="62120" y="73633"/>
                  <a:pt x="62638" y="73737"/>
                  <a:pt x="63155" y="73737"/>
                </a:cubicBezTo>
                <a:cubicBezTo>
                  <a:pt x="63673" y="73737"/>
                  <a:pt x="64191" y="73633"/>
                  <a:pt x="64684" y="73431"/>
                </a:cubicBezTo>
                <a:cubicBezTo>
                  <a:pt x="65164" y="73229"/>
                  <a:pt x="65593" y="72933"/>
                  <a:pt x="65972" y="72561"/>
                </a:cubicBezTo>
                <a:cubicBezTo>
                  <a:pt x="66338" y="72188"/>
                  <a:pt x="66629" y="71748"/>
                  <a:pt x="66818" y="71261"/>
                </a:cubicBezTo>
                <a:cubicBezTo>
                  <a:pt x="67008" y="70777"/>
                  <a:pt x="67109" y="70257"/>
                  <a:pt x="67096" y="69734"/>
                </a:cubicBezTo>
                <a:lnTo>
                  <a:pt x="67096" y="65788"/>
                </a:lnTo>
                <a:lnTo>
                  <a:pt x="69736" y="65788"/>
                </a:lnTo>
                <a:cubicBezTo>
                  <a:pt x="71908" y="65788"/>
                  <a:pt x="73677" y="64022"/>
                  <a:pt x="73677" y="61841"/>
                </a:cubicBezTo>
                <a:lnTo>
                  <a:pt x="73677" y="38161"/>
                </a:lnTo>
                <a:cubicBezTo>
                  <a:pt x="73677" y="35980"/>
                  <a:pt x="71908" y="34214"/>
                  <a:pt x="69736" y="34214"/>
                </a:cubicBezTo>
                <a:lnTo>
                  <a:pt x="67096" y="34214"/>
                </a:lnTo>
                <a:lnTo>
                  <a:pt x="67096" y="30267"/>
                </a:lnTo>
                <a:cubicBezTo>
                  <a:pt x="67109" y="29739"/>
                  <a:pt x="67008" y="29215"/>
                  <a:pt x="66818" y="28725"/>
                </a:cubicBezTo>
                <a:cubicBezTo>
                  <a:pt x="66616" y="28235"/>
                  <a:pt x="66313" y="27791"/>
                  <a:pt x="65947" y="27419"/>
                </a:cubicBezTo>
                <a:cubicBezTo>
                  <a:pt x="65567" y="27044"/>
                  <a:pt x="65126" y="26750"/>
                  <a:pt x="64633" y="26552"/>
                </a:cubicBezTo>
                <a:cubicBezTo>
                  <a:pt x="64140" y="26354"/>
                  <a:pt x="63623" y="26257"/>
                  <a:pt x="63092" y="26264"/>
                </a:cubicBezTo>
                <a:close/>
                <a:moveTo>
                  <a:pt x="10458" y="47313"/>
                </a:moveTo>
                <a:cubicBezTo>
                  <a:pt x="9423" y="47330"/>
                  <a:pt x="8425" y="47761"/>
                  <a:pt x="7692" y="48511"/>
                </a:cubicBezTo>
                <a:cubicBezTo>
                  <a:pt x="6959" y="49261"/>
                  <a:pt x="6568" y="50270"/>
                  <a:pt x="6581" y="51316"/>
                </a:cubicBezTo>
                <a:lnTo>
                  <a:pt x="6581" y="55262"/>
                </a:lnTo>
                <a:lnTo>
                  <a:pt x="3941" y="55262"/>
                </a:lnTo>
                <a:cubicBezTo>
                  <a:pt x="1768" y="55262"/>
                  <a:pt x="0" y="57028"/>
                  <a:pt x="0" y="59209"/>
                </a:cubicBezTo>
                <a:lnTo>
                  <a:pt x="0" y="82889"/>
                </a:lnTo>
                <a:cubicBezTo>
                  <a:pt x="0" y="85071"/>
                  <a:pt x="1768" y="86836"/>
                  <a:pt x="3941" y="86836"/>
                </a:cubicBezTo>
                <a:lnTo>
                  <a:pt x="6581" y="86836"/>
                </a:lnTo>
                <a:lnTo>
                  <a:pt x="6581" y="90783"/>
                </a:lnTo>
                <a:cubicBezTo>
                  <a:pt x="6568" y="91307"/>
                  <a:pt x="6669" y="91826"/>
                  <a:pt x="6858" y="92310"/>
                </a:cubicBezTo>
                <a:cubicBezTo>
                  <a:pt x="7061" y="92795"/>
                  <a:pt x="7351" y="93238"/>
                  <a:pt x="7717" y="93610"/>
                </a:cubicBezTo>
                <a:cubicBezTo>
                  <a:pt x="8083" y="93983"/>
                  <a:pt x="8526" y="94279"/>
                  <a:pt x="9006" y="94480"/>
                </a:cubicBezTo>
                <a:cubicBezTo>
                  <a:pt x="9486" y="94682"/>
                  <a:pt x="10003" y="94786"/>
                  <a:pt x="10522" y="94786"/>
                </a:cubicBezTo>
                <a:cubicBezTo>
                  <a:pt x="11052" y="94786"/>
                  <a:pt x="11570" y="94682"/>
                  <a:pt x="12050" y="94480"/>
                </a:cubicBezTo>
                <a:cubicBezTo>
                  <a:pt x="12530" y="94279"/>
                  <a:pt x="12972" y="93983"/>
                  <a:pt x="13338" y="93610"/>
                </a:cubicBezTo>
                <a:cubicBezTo>
                  <a:pt x="13705" y="93238"/>
                  <a:pt x="13995" y="92795"/>
                  <a:pt x="14185" y="92310"/>
                </a:cubicBezTo>
                <a:cubicBezTo>
                  <a:pt x="14387" y="91826"/>
                  <a:pt x="14475" y="91307"/>
                  <a:pt x="14475" y="90783"/>
                </a:cubicBezTo>
                <a:lnTo>
                  <a:pt x="14475" y="86836"/>
                </a:lnTo>
                <a:lnTo>
                  <a:pt x="17102" y="86836"/>
                </a:lnTo>
                <a:cubicBezTo>
                  <a:pt x="19288" y="86836"/>
                  <a:pt x="21056" y="85071"/>
                  <a:pt x="21056" y="82889"/>
                </a:cubicBezTo>
                <a:lnTo>
                  <a:pt x="21056" y="59209"/>
                </a:lnTo>
                <a:cubicBezTo>
                  <a:pt x="21056" y="57028"/>
                  <a:pt x="19288" y="55262"/>
                  <a:pt x="17102" y="55262"/>
                </a:cubicBezTo>
                <a:lnTo>
                  <a:pt x="14475" y="55262"/>
                </a:lnTo>
                <a:lnTo>
                  <a:pt x="14475" y="51316"/>
                </a:lnTo>
                <a:cubicBezTo>
                  <a:pt x="14475" y="50788"/>
                  <a:pt x="14387" y="50264"/>
                  <a:pt x="14185" y="49774"/>
                </a:cubicBezTo>
                <a:cubicBezTo>
                  <a:pt x="13983" y="49285"/>
                  <a:pt x="13692" y="48840"/>
                  <a:pt x="13313" y="48466"/>
                </a:cubicBezTo>
                <a:cubicBezTo>
                  <a:pt x="12947" y="48094"/>
                  <a:pt x="12492" y="47799"/>
                  <a:pt x="12012" y="47601"/>
                </a:cubicBezTo>
                <a:cubicBezTo>
                  <a:pt x="11519" y="47403"/>
                  <a:pt x="10989" y="47304"/>
                  <a:pt x="10458" y="4731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4" name="Красный — SVG 13">
            <a:extLst>
              <a:ext uri="{FF2B5EF4-FFF2-40B4-BE49-F238E27FC236}">
                <a16:creationId xmlns:a16="http://schemas.microsoft.com/office/drawing/2014/main" id="{7CD04B61-6DF7-674C-B907-0E2CCDFB52A8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70890 w 141777"/>
              <a:gd name="csY0" fmla="*/ 0 h 134649"/>
              <a:gd name="csX1" fmla="*/ 56711 w 141777"/>
              <a:gd name="csY1" fmla="*/ 14175 h 134649"/>
              <a:gd name="csX2" fmla="*/ 56711 w 141777"/>
              <a:gd name="csY2" fmla="*/ 124018 h 134649"/>
              <a:gd name="csX3" fmla="*/ 53146 w 141777"/>
              <a:gd name="csY3" fmla="*/ 124018 h 134649"/>
              <a:gd name="csX4" fmla="*/ 42568 w 141777"/>
              <a:gd name="csY4" fmla="*/ 124018 h 134649"/>
              <a:gd name="csX5" fmla="*/ 39003 w 141777"/>
              <a:gd name="csY5" fmla="*/ 124018 h 134649"/>
              <a:gd name="csX6" fmla="*/ 39017 w 141777"/>
              <a:gd name="csY6" fmla="*/ 46064 h 134649"/>
              <a:gd name="csX7" fmla="*/ 24846 w 141777"/>
              <a:gd name="csY7" fmla="*/ 31896 h 134649"/>
              <a:gd name="csX8" fmla="*/ 10674 w 141777"/>
              <a:gd name="csY8" fmla="*/ 46064 h 134649"/>
              <a:gd name="csX9" fmla="*/ 10661 w 141777"/>
              <a:gd name="csY9" fmla="*/ 124018 h 134649"/>
              <a:gd name="csX10" fmla="*/ 7090 w 141777"/>
              <a:gd name="csY10" fmla="*/ 124018 h 134649"/>
              <a:gd name="csX11" fmla="*/ 5317 w 141777"/>
              <a:gd name="csY11" fmla="*/ 124018 h 134649"/>
              <a:gd name="csX12" fmla="*/ 0 w 141777"/>
              <a:gd name="csY12" fmla="*/ 129334 h 134649"/>
              <a:gd name="csX13" fmla="*/ 5317 w 141777"/>
              <a:gd name="csY13" fmla="*/ 134650 h 134649"/>
              <a:gd name="csX14" fmla="*/ 136461 w 141777"/>
              <a:gd name="csY14" fmla="*/ 134650 h 134649"/>
              <a:gd name="csX15" fmla="*/ 141778 w 141777"/>
              <a:gd name="csY15" fmla="*/ 129334 h 134649"/>
              <a:gd name="csX16" fmla="*/ 136461 w 141777"/>
              <a:gd name="csY16" fmla="*/ 124018 h 134649"/>
              <a:gd name="csX17" fmla="*/ 134690 w 141777"/>
              <a:gd name="csY17" fmla="*/ 124018 h 134649"/>
              <a:gd name="csX18" fmla="*/ 131124 w 141777"/>
              <a:gd name="csY18" fmla="*/ 124018 h 134649"/>
              <a:gd name="csX19" fmla="*/ 131124 w 141777"/>
              <a:gd name="csY19" fmla="*/ 74403 h 134649"/>
              <a:gd name="csX20" fmla="*/ 116947 w 141777"/>
              <a:gd name="csY20" fmla="*/ 60226 h 134649"/>
              <a:gd name="csX21" fmla="*/ 102768 w 141777"/>
              <a:gd name="csY21" fmla="*/ 74403 h 134649"/>
              <a:gd name="csX22" fmla="*/ 102768 w 141777"/>
              <a:gd name="csY22" fmla="*/ 124018 h 134649"/>
              <a:gd name="csX23" fmla="*/ 99210 w 141777"/>
              <a:gd name="csY23" fmla="*/ 124018 h 134649"/>
              <a:gd name="csX24" fmla="*/ 88633 w 141777"/>
              <a:gd name="csY24" fmla="*/ 124018 h 134649"/>
              <a:gd name="csX25" fmla="*/ 85067 w 141777"/>
              <a:gd name="csY25" fmla="*/ 124018 h 134649"/>
              <a:gd name="csX26" fmla="*/ 85067 w 141777"/>
              <a:gd name="csY26" fmla="*/ 14175 h 134649"/>
              <a:gd name="csX27" fmla="*/ 70890 w 141777"/>
              <a:gd name="csY27" fmla="*/ 0 h 134649"/>
            </a:gdLst>
            <a:ahLst/>
            <a:cxnLst/>
            <a:rect l="l" t="t" r="r" b="b"/>
            <a:pathLst>
              <a:path w="100000" h="100000">
                <a:moveTo>
                  <a:pt x="50001" y="2514"/>
                </a:moveTo>
                <a:cubicBezTo>
                  <a:pt x="44485" y="2514"/>
                  <a:pt x="40000" y="6998"/>
                  <a:pt x="40000" y="12512"/>
                </a:cubicBezTo>
                <a:lnTo>
                  <a:pt x="40000" y="89988"/>
                </a:lnTo>
                <a:lnTo>
                  <a:pt x="37486" y="89988"/>
                </a:lnTo>
                <a:lnTo>
                  <a:pt x="30025" y="89988"/>
                </a:lnTo>
                <a:lnTo>
                  <a:pt x="27510" y="89988"/>
                </a:lnTo>
                <a:lnTo>
                  <a:pt x="27520" y="35004"/>
                </a:lnTo>
                <a:cubicBezTo>
                  <a:pt x="27520" y="29494"/>
                  <a:pt x="23034" y="25011"/>
                  <a:pt x="17525" y="25011"/>
                </a:cubicBezTo>
                <a:cubicBezTo>
                  <a:pt x="12015" y="25011"/>
                  <a:pt x="7529" y="29494"/>
                  <a:pt x="7529" y="35004"/>
                </a:cubicBezTo>
                <a:lnTo>
                  <a:pt x="7520" y="89988"/>
                </a:lnTo>
                <a:lnTo>
                  <a:pt x="5001" y="89988"/>
                </a:lnTo>
                <a:lnTo>
                  <a:pt x="3750" y="89988"/>
                </a:lnTo>
                <a:cubicBezTo>
                  <a:pt x="1677" y="89988"/>
                  <a:pt x="0" y="91667"/>
                  <a:pt x="0" y="93737"/>
                </a:cubicBezTo>
                <a:cubicBezTo>
                  <a:pt x="0" y="95807"/>
                  <a:pt x="1677" y="97487"/>
                  <a:pt x="3750" y="97487"/>
                </a:cubicBezTo>
                <a:lnTo>
                  <a:pt x="96250" y="97487"/>
                </a:lnTo>
                <a:cubicBezTo>
                  <a:pt x="98323" y="97487"/>
                  <a:pt x="100001" y="95807"/>
                  <a:pt x="100001" y="93737"/>
                </a:cubicBezTo>
                <a:cubicBezTo>
                  <a:pt x="100001" y="91667"/>
                  <a:pt x="98323" y="89988"/>
                  <a:pt x="96250" y="89988"/>
                </a:cubicBezTo>
                <a:lnTo>
                  <a:pt x="95001" y="89988"/>
                </a:lnTo>
                <a:lnTo>
                  <a:pt x="92486" y="89988"/>
                </a:lnTo>
                <a:lnTo>
                  <a:pt x="92486" y="54993"/>
                </a:lnTo>
                <a:cubicBezTo>
                  <a:pt x="92486" y="49478"/>
                  <a:pt x="88002" y="44993"/>
                  <a:pt x="82487" y="44993"/>
                </a:cubicBezTo>
                <a:cubicBezTo>
                  <a:pt x="76971" y="44993"/>
                  <a:pt x="72486" y="49478"/>
                  <a:pt x="72486" y="54993"/>
                </a:cubicBezTo>
                <a:lnTo>
                  <a:pt x="72486" y="89988"/>
                </a:lnTo>
                <a:lnTo>
                  <a:pt x="69976" y="89988"/>
                </a:lnTo>
                <a:lnTo>
                  <a:pt x="62516" y="89988"/>
                </a:lnTo>
                <a:lnTo>
                  <a:pt x="60001" y="89988"/>
                </a:lnTo>
                <a:lnTo>
                  <a:pt x="60001" y="12512"/>
                </a:lnTo>
                <a:cubicBezTo>
                  <a:pt x="60001" y="6998"/>
                  <a:pt x="55515" y="2514"/>
                  <a:pt x="50001" y="251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5" name="Красный — SVG 14">
            <a:extLst>
              <a:ext uri="{FF2B5EF4-FFF2-40B4-BE49-F238E27FC236}">
                <a16:creationId xmlns:a16="http://schemas.microsoft.com/office/drawing/2014/main" id="{6B82AEC3-962A-704E-9E40-28BD38E40BE0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5241 w 117035"/>
              <a:gd name="csY0" fmla="*/ 1 h 117028"/>
              <a:gd name="csX1" fmla="*/ 1497 w 117035"/>
              <a:gd name="csY1" fmla="*/ 1615 h 117028"/>
              <a:gd name="csX2" fmla="*/ 0 w 117035"/>
              <a:gd name="csY2" fmla="*/ 5393 h 117028"/>
              <a:gd name="csX3" fmla="*/ 0 w 117035"/>
              <a:gd name="csY3" fmla="*/ 111712 h 117028"/>
              <a:gd name="csX4" fmla="*/ 1565 w 117035"/>
              <a:gd name="csY4" fmla="*/ 115472 h 117028"/>
              <a:gd name="csX5" fmla="*/ 5325 w 117035"/>
              <a:gd name="csY5" fmla="*/ 117028 h 117028"/>
              <a:gd name="csX6" fmla="*/ 111659 w 117035"/>
              <a:gd name="csY6" fmla="*/ 117028 h 117028"/>
              <a:gd name="csX7" fmla="*/ 113701 w 117035"/>
              <a:gd name="csY7" fmla="*/ 116646 h 117028"/>
              <a:gd name="csX8" fmla="*/ 115454 w 117035"/>
              <a:gd name="csY8" fmla="*/ 115499 h 117028"/>
              <a:gd name="csX9" fmla="*/ 116627 w 117035"/>
              <a:gd name="csY9" fmla="*/ 113764 h 117028"/>
              <a:gd name="csX10" fmla="*/ 117036 w 117035"/>
              <a:gd name="csY10" fmla="*/ 111712 h 117028"/>
              <a:gd name="csX11" fmla="*/ 116627 w 117035"/>
              <a:gd name="csY11" fmla="*/ 109661 h 117028"/>
              <a:gd name="csX12" fmla="*/ 115454 w 117035"/>
              <a:gd name="csY12" fmla="*/ 107928 h 117028"/>
              <a:gd name="csX13" fmla="*/ 113701 w 117035"/>
              <a:gd name="csY13" fmla="*/ 106779 h 117028"/>
              <a:gd name="csX14" fmla="*/ 111659 w 117035"/>
              <a:gd name="csY14" fmla="*/ 106397 h 117028"/>
              <a:gd name="csX15" fmla="*/ 95701 w 117035"/>
              <a:gd name="csY15" fmla="*/ 106397 h 117028"/>
              <a:gd name="csX16" fmla="*/ 95701 w 117035"/>
              <a:gd name="csY16" fmla="*/ 46148 h 117028"/>
              <a:gd name="csX17" fmla="*/ 92162 w 117035"/>
              <a:gd name="csY17" fmla="*/ 42605 h 117028"/>
              <a:gd name="csX18" fmla="*/ 81529 w 117035"/>
              <a:gd name="csY18" fmla="*/ 42605 h 117028"/>
              <a:gd name="csX19" fmla="*/ 77973 w 117035"/>
              <a:gd name="csY19" fmla="*/ 46148 h 117028"/>
              <a:gd name="csX20" fmla="*/ 77973 w 117035"/>
              <a:gd name="csY20" fmla="*/ 106397 h 117028"/>
              <a:gd name="csX21" fmla="*/ 67340 w 117035"/>
              <a:gd name="csY21" fmla="*/ 106397 h 117028"/>
              <a:gd name="csX22" fmla="*/ 67340 w 117035"/>
              <a:gd name="csY22" fmla="*/ 24884 h 117028"/>
              <a:gd name="csX23" fmla="*/ 63801 w 117035"/>
              <a:gd name="csY23" fmla="*/ 21341 h 117028"/>
              <a:gd name="csX24" fmla="*/ 53167 w 117035"/>
              <a:gd name="csY24" fmla="*/ 21341 h 117028"/>
              <a:gd name="csX25" fmla="*/ 49628 w 117035"/>
              <a:gd name="csY25" fmla="*/ 24884 h 117028"/>
              <a:gd name="csX26" fmla="*/ 49628 w 117035"/>
              <a:gd name="csY26" fmla="*/ 106397 h 117028"/>
              <a:gd name="csX27" fmla="*/ 38995 w 117035"/>
              <a:gd name="csY27" fmla="*/ 106397 h 117028"/>
              <a:gd name="csX28" fmla="*/ 38995 w 117035"/>
              <a:gd name="csY28" fmla="*/ 67412 h 117028"/>
              <a:gd name="csX29" fmla="*/ 35439 w 117035"/>
              <a:gd name="csY29" fmla="*/ 63869 h 117028"/>
              <a:gd name="csX30" fmla="*/ 24806 w 117035"/>
              <a:gd name="csY30" fmla="*/ 63869 h 117028"/>
              <a:gd name="csX31" fmla="*/ 21267 w 117035"/>
              <a:gd name="csY31" fmla="*/ 67412 h 117028"/>
              <a:gd name="csX32" fmla="*/ 21267 w 117035"/>
              <a:gd name="csY32" fmla="*/ 106397 h 117028"/>
              <a:gd name="csX33" fmla="*/ 10634 w 117035"/>
              <a:gd name="csY33" fmla="*/ 106397 h 117028"/>
              <a:gd name="csX34" fmla="*/ 10634 w 117035"/>
              <a:gd name="csY34" fmla="*/ 5393 h 117028"/>
              <a:gd name="csX35" fmla="*/ 10242 w 117035"/>
              <a:gd name="csY35" fmla="*/ 3316 h 117028"/>
              <a:gd name="csX36" fmla="*/ 9069 w 117035"/>
              <a:gd name="csY36" fmla="*/ 1555 h 117028"/>
              <a:gd name="csX37" fmla="*/ 7316 w 117035"/>
              <a:gd name="csY37" fmla="*/ 388 h 117028"/>
              <a:gd name="csX38" fmla="*/ 5241 w 117035"/>
              <a:gd name="csY38" fmla="*/ 1 h 117028"/>
              <a:gd name="csX39" fmla="*/ 26592 w 117035"/>
              <a:gd name="csY39" fmla="*/ 77 h 117028"/>
              <a:gd name="csX40" fmla="*/ 22832 w 117035"/>
              <a:gd name="csY40" fmla="*/ 1634 h 117028"/>
              <a:gd name="csX41" fmla="*/ 21267 w 117035"/>
              <a:gd name="csY41" fmla="*/ 5393 h 117028"/>
              <a:gd name="csX42" fmla="*/ 22832 w 117035"/>
              <a:gd name="csY42" fmla="*/ 9153 h 117028"/>
              <a:gd name="csX43" fmla="*/ 26592 w 117035"/>
              <a:gd name="csY43" fmla="*/ 10709 h 117028"/>
              <a:gd name="csX44" fmla="*/ 30352 w 117035"/>
              <a:gd name="csY44" fmla="*/ 9153 h 117028"/>
              <a:gd name="csX45" fmla="*/ 31901 w 117035"/>
              <a:gd name="csY45" fmla="*/ 5393 h 117028"/>
              <a:gd name="csX46" fmla="*/ 30352 w 117035"/>
              <a:gd name="csY46" fmla="*/ 1634 h 117028"/>
              <a:gd name="csX47" fmla="*/ 26592 w 117035"/>
              <a:gd name="csY47" fmla="*/ 77 h 117028"/>
              <a:gd name="csX48" fmla="*/ 47859 w 117035"/>
              <a:gd name="csY48" fmla="*/ 77 h 117028"/>
              <a:gd name="csX49" fmla="*/ 44099 w 117035"/>
              <a:gd name="csY49" fmla="*/ 1634 h 117028"/>
              <a:gd name="csX50" fmla="*/ 42534 w 117035"/>
              <a:gd name="csY50" fmla="*/ 5393 h 117028"/>
              <a:gd name="csX51" fmla="*/ 44099 w 117035"/>
              <a:gd name="csY51" fmla="*/ 9153 h 117028"/>
              <a:gd name="csX52" fmla="*/ 47859 w 117035"/>
              <a:gd name="csY52" fmla="*/ 10709 h 117028"/>
              <a:gd name="csX53" fmla="*/ 51619 w 117035"/>
              <a:gd name="csY53" fmla="*/ 9153 h 117028"/>
              <a:gd name="csX54" fmla="*/ 53167 w 117035"/>
              <a:gd name="csY54" fmla="*/ 5393 h 117028"/>
              <a:gd name="csX55" fmla="*/ 51619 w 117035"/>
              <a:gd name="csY55" fmla="*/ 1634 h 117028"/>
              <a:gd name="csX56" fmla="*/ 47859 w 117035"/>
              <a:gd name="csY56" fmla="*/ 77 h 117028"/>
              <a:gd name="csX57" fmla="*/ 69126 w 117035"/>
              <a:gd name="csY57" fmla="*/ 77 h 117028"/>
              <a:gd name="csX58" fmla="*/ 65366 w 117035"/>
              <a:gd name="csY58" fmla="*/ 1634 h 117028"/>
              <a:gd name="csX59" fmla="*/ 63801 w 117035"/>
              <a:gd name="csY59" fmla="*/ 5393 h 117028"/>
              <a:gd name="csX60" fmla="*/ 65366 w 117035"/>
              <a:gd name="csY60" fmla="*/ 9153 h 117028"/>
              <a:gd name="csX61" fmla="*/ 69126 w 117035"/>
              <a:gd name="csY61" fmla="*/ 10709 h 117028"/>
              <a:gd name="csX62" fmla="*/ 72886 w 117035"/>
              <a:gd name="csY62" fmla="*/ 9153 h 117028"/>
              <a:gd name="csX63" fmla="*/ 74434 w 117035"/>
              <a:gd name="csY63" fmla="*/ 5393 h 117028"/>
              <a:gd name="csX64" fmla="*/ 72886 w 117035"/>
              <a:gd name="csY64" fmla="*/ 1634 h 117028"/>
              <a:gd name="csX65" fmla="*/ 69126 w 117035"/>
              <a:gd name="csY65" fmla="*/ 77 h 117028"/>
              <a:gd name="csX66" fmla="*/ 90392 w 117035"/>
              <a:gd name="csY66" fmla="*/ 77 h 117028"/>
              <a:gd name="csX67" fmla="*/ 86633 w 117035"/>
              <a:gd name="csY67" fmla="*/ 1634 h 117028"/>
              <a:gd name="csX68" fmla="*/ 85067 w 117035"/>
              <a:gd name="csY68" fmla="*/ 5393 h 117028"/>
              <a:gd name="csX69" fmla="*/ 86633 w 117035"/>
              <a:gd name="csY69" fmla="*/ 9153 h 117028"/>
              <a:gd name="csX70" fmla="*/ 90392 w 117035"/>
              <a:gd name="csY70" fmla="*/ 10709 h 117028"/>
              <a:gd name="csX71" fmla="*/ 94153 w 117035"/>
              <a:gd name="csY71" fmla="*/ 9153 h 117028"/>
              <a:gd name="csX72" fmla="*/ 95701 w 117035"/>
              <a:gd name="csY72" fmla="*/ 5393 h 117028"/>
              <a:gd name="csX73" fmla="*/ 94153 w 117035"/>
              <a:gd name="csY73" fmla="*/ 1634 h 117028"/>
              <a:gd name="csX74" fmla="*/ 90392 w 117035"/>
              <a:gd name="csY74" fmla="*/ 77 h 117028"/>
              <a:gd name="csX75" fmla="*/ 111659 w 117035"/>
              <a:gd name="csY75" fmla="*/ 77 h 117028"/>
              <a:gd name="csX76" fmla="*/ 107899 w 117035"/>
              <a:gd name="csY76" fmla="*/ 1634 h 117028"/>
              <a:gd name="csX77" fmla="*/ 106334 w 117035"/>
              <a:gd name="csY77" fmla="*/ 5393 h 117028"/>
              <a:gd name="csX78" fmla="*/ 107899 w 117035"/>
              <a:gd name="csY78" fmla="*/ 9153 h 117028"/>
              <a:gd name="csX79" fmla="*/ 111659 w 117035"/>
              <a:gd name="csY79" fmla="*/ 10709 h 117028"/>
              <a:gd name="csX80" fmla="*/ 115420 w 117035"/>
              <a:gd name="csY80" fmla="*/ 9153 h 117028"/>
              <a:gd name="csX81" fmla="*/ 116968 w 117035"/>
              <a:gd name="csY81" fmla="*/ 5393 h 117028"/>
              <a:gd name="csX82" fmla="*/ 115420 w 117035"/>
              <a:gd name="csY82" fmla="*/ 1634 h 117028"/>
              <a:gd name="csX83" fmla="*/ 111659 w 117035"/>
              <a:gd name="csY83" fmla="*/ 77 h 117028"/>
              <a:gd name="csX84" fmla="*/ 26592 w 117035"/>
              <a:gd name="csY84" fmla="*/ 21341 h 117028"/>
              <a:gd name="csX85" fmla="*/ 22832 w 117035"/>
              <a:gd name="csY85" fmla="*/ 22898 h 117028"/>
              <a:gd name="csX86" fmla="*/ 21267 w 117035"/>
              <a:gd name="csY86" fmla="*/ 26657 h 117028"/>
              <a:gd name="csX87" fmla="*/ 22832 w 117035"/>
              <a:gd name="csY87" fmla="*/ 30416 h 117028"/>
              <a:gd name="csX88" fmla="*/ 26592 w 117035"/>
              <a:gd name="csY88" fmla="*/ 31973 h 117028"/>
              <a:gd name="csX89" fmla="*/ 30352 w 117035"/>
              <a:gd name="csY89" fmla="*/ 30416 h 117028"/>
              <a:gd name="csX90" fmla="*/ 31901 w 117035"/>
              <a:gd name="csY90" fmla="*/ 26657 h 117028"/>
              <a:gd name="csX91" fmla="*/ 30352 w 117035"/>
              <a:gd name="csY91" fmla="*/ 22898 h 117028"/>
              <a:gd name="csX92" fmla="*/ 26592 w 117035"/>
              <a:gd name="csY92" fmla="*/ 21341 h 117028"/>
              <a:gd name="csX93" fmla="*/ 90392 w 117035"/>
              <a:gd name="csY93" fmla="*/ 21341 h 117028"/>
              <a:gd name="csX94" fmla="*/ 86633 w 117035"/>
              <a:gd name="csY94" fmla="*/ 22898 h 117028"/>
              <a:gd name="csX95" fmla="*/ 85067 w 117035"/>
              <a:gd name="csY95" fmla="*/ 26657 h 117028"/>
              <a:gd name="csX96" fmla="*/ 86633 w 117035"/>
              <a:gd name="csY96" fmla="*/ 30416 h 117028"/>
              <a:gd name="csX97" fmla="*/ 90392 w 117035"/>
              <a:gd name="csY97" fmla="*/ 31973 h 117028"/>
              <a:gd name="csX98" fmla="*/ 94153 w 117035"/>
              <a:gd name="csY98" fmla="*/ 30416 h 117028"/>
              <a:gd name="csX99" fmla="*/ 95701 w 117035"/>
              <a:gd name="csY99" fmla="*/ 26657 h 117028"/>
              <a:gd name="csX100" fmla="*/ 94153 w 117035"/>
              <a:gd name="csY100" fmla="*/ 22898 h 117028"/>
              <a:gd name="csX101" fmla="*/ 90392 w 117035"/>
              <a:gd name="csY101" fmla="*/ 21341 h 117028"/>
              <a:gd name="csX102" fmla="*/ 111659 w 117035"/>
              <a:gd name="csY102" fmla="*/ 21341 h 117028"/>
              <a:gd name="csX103" fmla="*/ 107899 w 117035"/>
              <a:gd name="csY103" fmla="*/ 22898 h 117028"/>
              <a:gd name="csX104" fmla="*/ 106334 w 117035"/>
              <a:gd name="csY104" fmla="*/ 26657 h 117028"/>
              <a:gd name="csX105" fmla="*/ 107899 w 117035"/>
              <a:gd name="csY105" fmla="*/ 30416 h 117028"/>
              <a:gd name="csX106" fmla="*/ 111659 w 117035"/>
              <a:gd name="csY106" fmla="*/ 31973 h 117028"/>
              <a:gd name="csX107" fmla="*/ 115420 w 117035"/>
              <a:gd name="csY107" fmla="*/ 30416 h 117028"/>
              <a:gd name="csX108" fmla="*/ 116968 w 117035"/>
              <a:gd name="csY108" fmla="*/ 26657 h 117028"/>
              <a:gd name="csX109" fmla="*/ 115420 w 117035"/>
              <a:gd name="csY109" fmla="*/ 22898 h 117028"/>
              <a:gd name="csX110" fmla="*/ 111659 w 117035"/>
              <a:gd name="csY110" fmla="*/ 21341 h 117028"/>
              <a:gd name="csX111" fmla="*/ 26592 w 117035"/>
              <a:gd name="csY111" fmla="*/ 42605 h 117028"/>
              <a:gd name="csX112" fmla="*/ 22832 w 117035"/>
              <a:gd name="csY112" fmla="*/ 44161 h 117028"/>
              <a:gd name="csX113" fmla="*/ 21267 w 117035"/>
              <a:gd name="csY113" fmla="*/ 47921 h 117028"/>
              <a:gd name="csX114" fmla="*/ 22832 w 117035"/>
              <a:gd name="csY114" fmla="*/ 51680 h 117028"/>
              <a:gd name="csX115" fmla="*/ 26592 w 117035"/>
              <a:gd name="csY115" fmla="*/ 53237 h 117028"/>
              <a:gd name="csX116" fmla="*/ 30352 w 117035"/>
              <a:gd name="csY116" fmla="*/ 51680 h 117028"/>
              <a:gd name="csX117" fmla="*/ 31901 w 117035"/>
              <a:gd name="csY117" fmla="*/ 47921 h 117028"/>
              <a:gd name="csX118" fmla="*/ 30352 w 117035"/>
              <a:gd name="csY118" fmla="*/ 44161 h 117028"/>
              <a:gd name="csX119" fmla="*/ 26592 w 117035"/>
              <a:gd name="csY119" fmla="*/ 42605 h 117028"/>
              <a:gd name="csX120" fmla="*/ 111659 w 117035"/>
              <a:gd name="csY120" fmla="*/ 42605 h 117028"/>
              <a:gd name="csX121" fmla="*/ 107899 w 117035"/>
              <a:gd name="csY121" fmla="*/ 44161 h 117028"/>
              <a:gd name="csX122" fmla="*/ 106334 w 117035"/>
              <a:gd name="csY122" fmla="*/ 47921 h 117028"/>
              <a:gd name="csX123" fmla="*/ 107899 w 117035"/>
              <a:gd name="csY123" fmla="*/ 51680 h 117028"/>
              <a:gd name="csX124" fmla="*/ 111659 w 117035"/>
              <a:gd name="csY124" fmla="*/ 53237 h 117028"/>
              <a:gd name="csX125" fmla="*/ 115420 w 117035"/>
              <a:gd name="csY125" fmla="*/ 51680 h 117028"/>
              <a:gd name="csX126" fmla="*/ 116968 w 117035"/>
              <a:gd name="csY126" fmla="*/ 47921 h 117028"/>
              <a:gd name="csX127" fmla="*/ 115420 w 117035"/>
              <a:gd name="csY127" fmla="*/ 44161 h 117028"/>
              <a:gd name="csX128" fmla="*/ 111659 w 117035"/>
              <a:gd name="csY128" fmla="*/ 42605 h 117028"/>
              <a:gd name="csX129" fmla="*/ 111659 w 117035"/>
              <a:gd name="csY129" fmla="*/ 63869 h 117028"/>
              <a:gd name="csX130" fmla="*/ 107899 w 117035"/>
              <a:gd name="csY130" fmla="*/ 65425 h 117028"/>
              <a:gd name="csX131" fmla="*/ 106334 w 117035"/>
              <a:gd name="csY131" fmla="*/ 69185 h 117028"/>
              <a:gd name="csX132" fmla="*/ 107899 w 117035"/>
              <a:gd name="csY132" fmla="*/ 72944 h 117028"/>
              <a:gd name="csX133" fmla="*/ 111659 w 117035"/>
              <a:gd name="csY133" fmla="*/ 74501 h 117028"/>
              <a:gd name="csX134" fmla="*/ 115420 w 117035"/>
              <a:gd name="csY134" fmla="*/ 72944 h 117028"/>
              <a:gd name="csX135" fmla="*/ 116968 w 117035"/>
              <a:gd name="csY135" fmla="*/ 69185 h 117028"/>
              <a:gd name="csX136" fmla="*/ 115420 w 117035"/>
              <a:gd name="csY136" fmla="*/ 65425 h 117028"/>
              <a:gd name="csX137" fmla="*/ 111659 w 117035"/>
              <a:gd name="csY137" fmla="*/ 63869 h 117028"/>
              <a:gd name="csX138" fmla="*/ 111659 w 117035"/>
              <a:gd name="csY138" fmla="*/ 85133 h 117028"/>
              <a:gd name="csX139" fmla="*/ 107899 w 117035"/>
              <a:gd name="csY139" fmla="*/ 86689 h 117028"/>
              <a:gd name="csX140" fmla="*/ 106334 w 117035"/>
              <a:gd name="csY140" fmla="*/ 90449 h 117028"/>
              <a:gd name="csX141" fmla="*/ 107899 w 117035"/>
              <a:gd name="csY141" fmla="*/ 94208 h 117028"/>
              <a:gd name="csX142" fmla="*/ 111659 w 117035"/>
              <a:gd name="csY142" fmla="*/ 95765 h 117028"/>
              <a:gd name="csX143" fmla="*/ 115420 w 117035"/>
              <a:gd name="csY143" fmla="*/ 94208 h 117028"/>
              <a:gd name="csX144" fmla="*/ 116968 w 117035"/>
              <a:gd name="csY144" fmla="*/ 90449 h 117028"/>
              <a:gd name="csX145" fmla="*/ 115420 w 117035"/>
              <a:gd name="csY145" fmla="*/ 86689 h 117028"/>
              <a:gd name="csX146" fmla="*/ 111659 w 117035"/>
              <a:gd name="csY146" fmla="*/ 85133 h 117028"/>
            </a:gdLst>
            <a:ahLst/>
            <a:cxnLst/>
            <a:rect l="l" t="t" r="r" b="b"/>
            <a:pathLst>
              <a:path w="100000" h="100000">
                <a:moveTo>
                  <a:pt x="4478" y="4"/>
                </a:moveTo>
                <a:cubicBezTo>
                  <a:pt x="3271" y="23"/>
                  <a:pt x="2122" y="518"/>
                  <a:pt x="1279" y="1383"/>
                </a:cubicBezTo>
                <a:cubicBezTo>
                  <a:pt x="451" y="2246"/>
                  <a:pt x="-15" y="3408"/>
                  <a:pt x="0" y="4611"/>
                </a:cubicBezTo>
                <a:lnTo>
                  <a:pt x="0" y="95455"/>
                </a:lnTo>
                <a:cubicBezTo>
                  <a:pt x="0" y="96660"/>
                  <a:pt x="480" y="97816"/>
                  <a:pt x="1337" y="98667"/>
                </a:cubicBezTo>
                <a:cubicBezTo>
                  <a:pt x="2181" y="99519"/>
                  <a:pt x="3344" y="99997"/>
                  <a:pt x="4550" y="99997"/>
                </a:cubicBezTo>
                <a:lnTo>
                  <a:pt x="95407" y="99997"/>
                </a:lnTo>
                <a:cubicBezTo>
                  <a:pt x="96003" y="100006"/>
                  <a:pt x="96598" y="99894"/>
                  <a:pt x="97151" y="99671"/>
                </a:cubicBezTo>
                <a:cubicBezTo>
                  <a:pt x="97718" y="99447"/>
                  <a:pt x="98227" y="99112"/>
                  <a:pt x="98649" y="98691"/>
                </a:cubicBezTo>
                <a:cubicBezTo>
                  <a:pt x="99085" y="98268"/>
                  <a:pt x="99419" y="97763"/>
                  <a:pt x="99651" y="97208"/>
                </a:cubicBezTo>
                <a:cubicBezTo>
                  <a:pt x="99884" y="96653"/>
                  <a:pt x="100001" y="96057"/>
                  <a:pt x="100001" y="95455"/>
                </a:cubicBezTo>
                <a:cubicBezTo>
                  <a:pt x="100001" y="94853"/>
                  <a:pt x="99884" y="94258"/>
                  <a:pt x="99651" y="93702"/>
                </a:cubicBezTo>
                <a:cubicBezTo>
                  <a:pt x="99419" y="93147"/>
                  <a:pt x="99085" y="92643"/>
                  <a:pt x="98649" y="92222"/>
                </a:cubicBezTo>
                <a:cubicBezTo>
                  <a:pt x="98227" y="91798"/>
                  <a:pt x="97718" y="91465"/>
                  <a:pt x="97151" y="91240"/>
                </a:cubicBezTo>
                <a:cubicBezTo>
                  <a:pt x="96598" y="91016"/>
                  <a:pt x="96003" y="90904"/>
                  <a:pt x="95407" y="90913"/>
                </a:cubicBezTo>
                <a:lnTo>
                  <a:pt x="81771" y="90913"/>
                </a:lnTo>
                <a:lnTo>
                  <a:pt x="81771" y="39434"/>
                </a:lnTo>
                <a:cubicBezTo>
                  <a:pt x="81771" y="37763"/>
                  <a:pt x="80420" y="36407"/>
                  <a:pt x="78747" y="36407"/>
                </a:cubicBezTo>
                <a:lnTo>
                  <a:pt x="69662" y="36407"/>
                </a:lnTo>
                <a:cubicBezTo>
                  <a:pt x="67990" y="36407"/>
                  <a:pt x="66624" y="37763"/>
                  <a:pt x="66624" y="39434"/>
                </a:cubicBezTo>
                <a:lnTo>
                  <a:pt x="66624" y="90913"/>
                </a:lnTo>
                <a:lnTo>
                  <a:pt x="57538" y="90913"/>
                </a:lnTo>
                <a:lnTo>
                  <a:pt x="57538" y="21265"/>
                </a:lnTo>
                <a:cubicBezTo>
                  <a:pt x="57538" y="19594"/>
                  <a:pt x="56186" y="18238"/>
                  <a:pt x="54514" y="18238"/>
                </a:cubicBezTo>
                <a:lnTo>
                  <a:pt x="45428" y="18238"/>
                </a:lnTo>
                <a:cubicBezTo>
                  <a:pt x="43757" y="18238"/>
                  <a:pt x="42404" y="19594"/>
                  <a:pt x="42404" y="21265"/>
                </a:cubicBezTo>
                <a:lnTo>
                  <a:pt x="42404" y="90913"/>
                </a:lnTo>
                <a:lnTo>
                  <a:pt x="33319" y="90913"/>
                </a:lnTo>
                <a:lnTo>
                  <a:pt x="33319" y="57603"/>
                </a:lnTo>
                <a:cubicBezTo>
                  <a:pt x="33319" y="55932"/>
                  <a:pt x="31953" y="54576"/>
                  <a:pt x="30281" y="54576"/>
                </a:cubicBezTo>
                <a:lnTo>
                  <a:pt x="21195" y="54576"/>
                </a:lnTo>
                <a:cubicBezTo>
                  <a:pt x="19523" y="54576"/>
                  <a:pt x="18171" y="55932"/>
                  <a:pt x="18171" y="57603"/>
                </a:cubicBezTo>
                <a:lnTo>
                  <a:pt x="18171" y="90913"/>
                </a:lnTo>
                <a:lnTo>
                  <a:pt x="9086" y="90913"/>
                </a:lnTo>
                <a:lnTo>
                  <a:pt x="9086" y="4611"/>
                </a:lnTo>
                <a:cubicBezTo>
                  <a:pt x="9101" y="4004"/>
                  <a:pt x="8984" y="3400"/>
                  <a:pt x="8751" y="2836"/>
                </a:cubicBezTo>
                <a:cubicBezTo>
                  <a:pt x="8519" y="2274"/>
                  <a:pt x="8185" y="1762"/>
                  <a:pt x="7749" y="1332"/>
                </a:cubicBezTo>
                <a:cubicBezTo>
                  <a:pt x="7327" y="902"/>
                  <a:pt x="6818" y="563"/>
                  <a:pt x="6251" y="335"/>
                </a:cubicBezTo>
                <a:cubicBezTo>
                  <a:pt x="5684" y="106"/>
                  <a:pt x="5074" y="-6"/>
                  <a:pt x="4478" y="4"/>
                </a:cubicBezTo>
                <a:close/>
                <a:moveTo>
                  <a:pt x="22721" y="69"/>
                </a:moveTo>
                <a:cubicBezTo>
                  <a:pt x="21515" y="69"/>
                  <a:pt x="20352" y="547"/>
                  <a:pt x="19509" y="1399"/>
                </a:cubicBezTo>
                <a:cubicBezTo>
                  <a:pt x="18652" y="2250"/>
                  <a:pt x="18171" y="3406"/>
                  <a:pt x="18171" y="4611"/>
                </a:cubicBezTo>
                <a:cubicBezTo>
                  <a:pt x="18171" y="5816"/>
                  <a:pt x="18652" y="6972"/>
                  <a:pt x="19509" y="7824"/>
                </a:cubicBezTo>
                <a:cubicBezTo>
                  <a:pt x="20352" y="8675"/>
                  <a:pt x="21515" y="9153"/>
                  <a:pt x="22721" y="9153"/>
                </a:cubicBezTo>
                <a:cubicBezTo>
                  <a:pt x="23913" y="9153"/>
                  <a:pt x="25077" y="8675"/>
                  <a:pt x="25934" y="7824"/>
                </a:cubicBezTo>
                <a:cubicBezTo>
                  <a:pt x="26777" y="6972"/>
                  <a:pt x="27258" y="5816"/>
                  <a:pt x="27258" y="4611"/>
                </a:cubicBezTo>
                <a:cubicBezTo>
                  <a:pt x="27258" y="3406"/>
                  <a:pt x="26777" y="2250"/>
                  <a:pt x="25934" y="1399"/>
                </a:cubicBezTo>
                <a:cubicBezTo>
                  <a:pt x="25077" y="547"/>
                  <a:pt x="23913" y="69"/>
                  <a:pt x="22721" y="69"/>
                </a:cubicBezTo>
                <a:close/>
                <a:moveTo>
                  <a:pt x="40893" y="69"/>
                </a:moveTo>
                <a:cubicBezTo>
                  <a:pt x="39686" y="69"/>
                  <a:pt x="38524" y="547"/>
                  <a:pt x="37680" y="1399"/>
                </a:cubicBezTo>
                <a:cubicBezTo>
                  <a:pt x="36822" y="2250"/>
                  <a:pt x="36343" y="3406"/>
                  <a:pt x="36343" y="4611"/>
                </a:cubicBezTo>
                <a:cubicBezTo>
                  <a:pt x="36343" y="5816"/>
                  <a:pt x="36822" y="6972"/>
                  <a:pt x="37680" y="7824"/>
                </a:cubicBezTo>
                <a:cubicBezTo>
                  <a:pt x="38524" y="8675"/>
                  <a:pt x="39686" y="9153"/>
                  <a:pt x="40893" y="9153"/>
                </a:cubicBezTo>
                <a:cubicBezTo>
                  <a:pt x="42085" y="9153"/>
                  <a:pt x="43248" y="8675"/>
                  <a:pt x="44106" y="7824"/>
                </a:cubicBezTo>
                <a:cubicBezTo>
                  <a:pt x="44949" y="6972"/>
                  <a:pt x="45428" y="5816"/>
                  <a:pt x="45428" y="4611"/>
                </a:cubicBezTo>
                <a:cubicBezTo>
                  <a:pt x="45428" y="3406"/>
                  <a:pt x="44949" y="2250"/>
                  <a:pt x="44106" y="1399"/>
                </a:cubicBezTo>
                <a:cubicBezTo>
                  <a:pt x="43248" y="547"/>
                  <a:pt x="42085" y="69"/>
                  <a:pt x="40893" y="69"/>
                </a:cubicBezTo>
                <a:close/>
                <a:moveTo>
                  <a:pt x="59064" y="69"/>
                </a:moveTo>
                <a:cubicBezTo>
                  <a:pt x="57858" y="69"/>
                  <a:pt x="56695" y="547"/>
                  <a:pt x="55852" y="1399"/>
                </a:cubicBezTo>
                <a:cubicBezTo>
                  <a:pt x="54994" y="2250"/>
                  <a:pt x="54514" y="3406"/>
                  <a:pt x="54514" y="4611"/>
                </a:cubicBezTo>
                <a:cubicBezTo>
                  <a:pt x="54514" y="5816"/>
                  <a:pt x="54994" y="6972"/>
                  <a:pt x="55852" y="7824"/>
                </a:cubicBezTo>
                <a:cubicBezTo>
                  <a:pt x="56695" y="8675"/>
                  <a:pt x="57858" y="9153"/>
                  <a:pt x="59064" y="9153"/>
                </a:cubicBezTo>
                <a:cubicBezTo>
                  <a:pt x="60256" y="9153"/>
                  <a:pt x="61419" y="8675"/>
                  <a:pt x="62277" y="7824"/>
                </a:cubicBezTo>
                <a:cubicBezTo>
                  <a:pt x="63120" y="6972"/>
                  <a:pt x="63600" y="5816"/>
                  <a:pt x="63600" y="4611"/>
                </a:cubicBezTo>
                <a:cubicBezTo>
                  <a:pt x="63600" y="3406"/>
                  <a:pt x="63120" y="2250"/>
                  <a:pt x="62277" y="1399"/>
                </a:cubicBezTo>
                <a:cubicBezTo>
                  <a:pt x="61419" y="547"/>
                  <a:pt x="60256" y="69"/>
                  <a:pt x="59064" y="69"/>
                </a:cubicBezTo>
                <a:close/>
                <a:moveTo>
                  <a:pt x="77235" y="69"/>
                </a:moveTo>
                <a:cubicBezTo>
                  <a:pt x="76029" y="69"/>
                  <a:pt x="74866" y="547"/>
                  <a:pt x="74023" y="1399"/>
                </a:cubicBezTo>
                <a:cubicBezTo>
                  <a:pt x="73165" y="2250"/>
                  <a:pt x="72685" y="3406"/>
                  <a:pt x="72685" y="4611"/>
                </a:cubicBezTo>
                <a:cubicBezTo>
                  <a:pt x="72685" y="5816"/>
                  <a:pt x="73165" y="6972"/>
                  <a:pt x="74023" y="7824"/>
                </a:cubicBezTo>
                <a:cubicBezTo>
                  <a:pt x="74866" y="8675"/>
                  <a:pt x="76029" y="9153"/>
                  <a:pt x="77235" y="9153"/>
                </a:cubicBezTo>
                <a:cubicBezTo>
                  <a:pt x="78428" y="9153"/>
                  <a:pt x="79591" y="8675"/>
                  <a:pt x="80449" y="7824"/>
                </a:cubicBezTo>
                <a:cubicBezTo>
                  <a:pt x="81291" y="6972"/>
                  <a:pt x="81771" y="5816"/>
                  <a:pt x="81771" y="4611"/>
                </a:cubicBezTo>
                <a:cubicBezTo>
                  <a:pt x="81771" y="3406"/>
                  <a:pt x="81291" y="2250"/>
                  <a:pt x="80449" y="1399"/>
                </a:cubicBezTo>
                <a:cubicBezTo>
                  <a:pt x="79591" y="547"/>
                  <a:pt x="78428" y="69"/>
                  <a:pt x="77235" y="69"/>
                </a:cubicBezTo>
                <a:close/>
                <a:moveTo>
                  <a:pt x="95407" y="69"/>
                </a:moveTo>
                <a:cubicBezTo>
                  <a:pt x="94200" y="69"/>
                  <a:pt x="93037" y="547"/>
                  <a:pt x="92194" y="1399"/>
                </a:cubicBezTo>
                <a:cubicBezTo>
                  <a:pt x="91337" y="2250"/>
                  <a:pt x="90857" y="3406"/>
                  <a:pt x="90857" y="4611"/>
                </a:cubicBezTo>
                <a:cubicBezTo>
                  <a:pt x="90857" y="5816"/>
                  <a:pt x="91337" y="6972"/>
                  <a:pt x="92194" y="7824"/>
                </a:cubicBezTo>
                <a:cubicBezTo>
                  <a:pt x="93037" y="8675"/>
                  <a:pt x="94200" y="9153"/>
                  <a:pt x="95407" y="9153"/>
                </a:cubicBezTo>
                <a:cubicBezTo>
                  <a:pt x="96598" y="9153"/>
                  <a:pt x="97762" y="8675"/>
                  <a:pt x="98620" y="7824"/>
                </a:cubicBezTo>
                <a:cubicBezTo>
                  <a:pt x="99463" y="6972"/>
                  <a:pt x="99943" y="5816"/>
                  <a:pt x="99943" y="4611"/>
                </a:cubicBezTo>
                <a:cubicBezTo>
                  <a:pt x="99943" y="3406"/>
                  <a:pt x="99463" y="2250"/>
                  <a:pt x="98620" y="1399"/>
                </a:cubicBezTo>
                <a:cubicBezTo>
                  <a:pt x="97762" y="547"/>
                  <a:pt x="96598" y="69"/>
                  <a:pt x="95407" y="69"/>
                </a:cubicBezTo>
                <a:close/>
                <a:moveTo>
                  <a:pt x="22721" y="18238"/>
                </a:moveTo>
                <a:cubicBezTo>
                  <a:pt x="21515" y="18238"/>
                  <a:pt x="20352" y="18716"/>
                  <a:pt x="19509" y="19568"/>
                </a:cubicBezTo>
                <a:cubicBezTo>
                  <a:pt x="18652" y="20419"/>
                  <a:pt x="18171" y="21575"/>
                  <a:pt x="18171" y="22780"/>
                </a:cubicBezTo>
                <a:cubicBezTo>
                  <a:pt x="18171" y="23985"/>
                  <a:pt x="18652" y="25141"/>
                  <a:pt x="19509" y="25992"/>
                </a:cubicBezTo>
                <a:cubicBezTo>
                  <a:pt x="20352" y="26844"/>
                  <a:pt x="21515" y="27322"/>
                  <a:pt x="22721" y="27322"/>
                </a:cubicBezTo>
                <a:cubicBezTo>
                  <a:pt x="23913" y="27322"/>
                  <a:pt x="25077" y="26844"/>
                  <a:pt x="25934" y="25992"/>
                </a:cubicBezTo>
                <a:cubicBezTo>
                  <a:pt x="26777" y="25141"/>
                  <a:pt x="27258" y="23985"/>
                  <a:pt x="27258" y="22780"/>
                </a:cubicBezTo>
                <a:cubicBezTo>
                  <a:pt x="27258" y="21575"/>
                  <a:pt x="26777" y="20419"/>
                  <a:pt x="25934" y="19568"/>
                </a:cubicBezTo>
                <a:cubicBezTo>
                  <a:pt x="25077" y="18716"/>
                  <a:pt x="23913" y="18238"/>
                  <a:pt x="22721" y="18238"/>
                </a:cubicBezTo>
                <a:close/>
                <a:moveTo>
                  <a:pt x="77235" y="18238"/>
                </a:moveTo>
                <a:cubicBezTo>
                  <a:pt x="76029" y="18238"/>
                  <a:pt x="74866" y="18716"/>
                  <a:pt x="74023" y="19568"/>
                </a:cubicBezTo>
                <a:cubicBezTo>
                  <a:pt x="73165" y="20419"/>
                  <a:pt x="72685" y="21575"/>
                  <a:pt x="72685" y="22780"/>
                </a:cubicBezTo>
                <a:cubicBezTo>
                  <a:pt x="72685" y="23985"/>
                  <a:pt x="73165" y="25141"/>
                  <a:pt x="74023" y="25992"/>
                </a:cubicBezTo>
                <a:cubicBezTo>
                  <a:pt x="74866" y="26844"/>
                  <a:pt x="76029" y="27322"/>
                  <a:pt x="77235" y="27322"/>
                </a:cubicBezTo>
                <a:cubicBezTo>
                  <a:pt x="78428" y="27322"/>
                  <a:pt x="79591" y="26844"/>
                  <a:pt x="80449" y="25992"/>
                </a:cubicBezTo>
                <a:cubicBezTo>
                  <a:pt x="81291" y="25141"/>
                  <a:pt x="81771" y="23985"/>
                  <a:pt x="81771" y="22780"/>
                </a:cubicBezTo>
                <a:cubicBezTo>
                  <a:pt x="81771" y="21575"/>
                  <a:pt x="81291" y="20419"/>
                  <a:pt x="80449" y="19568"/>
                </a:cubicBezTo>
                <a:cubicBezTo>
                  <a:pt x="79591" y="18716"/>
                  <a:pt x="78428" y="18238"/>
                  <a:pt x="77235" y="18238"/>
                </a:cubicBezTo>
                <a:close/>
                <a:moveTo>
                  <a:pt x="95407" y="18238"/>
                </a:moveTo>
                <a:cubicBezTo>
                  <a:pt x="94200" y="18238"/>
                  <a:pt x="93037" y="18716"/>
                  <a:pt x="92194" y="19568"/>
                </a:cubicBezTo>
                <a:cubicBezTo>
                  <a:pt x="91337" y="20419"/>
                  <a:pt x="90857" y="21575"/>
                  <a:pt x="90857" y="22780"/>
                </a:cubicBezTo>
                <a:cubicBezTo>
                  <a:pt x="90857" y="23985"/>
                  <a:pt x="91337" y="25141"/>
                  <a:pt x="92194" y="25992"/>
                </a:cubicBezTo>
                <a:cubicBezTo>
                  <a:pt x="93037" y="26844"/>
                  <a:pt x="94200" y="27322"/>
                  <a:pt x="95407" y="27322"/>
                </a:cubicBezTo>
                <a:cubicBezTo>
                  <a:pt x="96598" y="27322"/>
                  <a:pt x="97762" y="26844"/>
                  <a:pt x="98620" y="25992"/>
                </a:cubicBezTo>
                <a:cubicBezTo>
                  <a:pt x="99463" y="25141"/>
                  <a:pt x="99943" y="23985"/>
                  <a:pt x="99943" y="22780"/>
                </a:cubicBezTo>
                <a:cubicBezTo>
                  <a:pt x="99943" y="21575"/>
                  <a:pt x="99463" y="20419"/>
                  <a:pt x="98620" y="19568"/>
                </a:cubicBezTo>
                <a:cubicBezTo>
                  <a:pt x="97762" y="18716"/>
                  <a:pt x="96598" y="18238"/>
                  <a:pt x="95407" y="18238"/>
                </a:cubicBezTo>
                <a:close/>
                <a:moveTo>
                  <a:pt x="22721" y="36407"/>
                </a:moveTo>
                <a:cubicBezTo>
                  <a:pt x="21515" y="36407"/>
                  <a:pt x="20352" y="36885"/>
                  <a:pt x="19509" y="37736"/>
                </a:cubicBezTo>
                <a:cubicBezTo>
                  <a:pt x="18652" y="38588"/>
                  <a:pt x="18171" y="39744"/>
                  <a:pt x="18171" y="40949"/>
                </a:cubicBezTo>
                <a:cubicBezTo>
                  <a:pt x="18171" y="42154"/>
                  <a:pt x="18652" y="43309"/>
                  <a:pt x="19509" y="44161"/>
                </a:cubicBezTo>
                <a:cubicBezTo>
                  <a:pt x="20352" y="45013"/>
                  <a:pt x="21515" y="45491"/>
                  <a:pt x="22721" y="45491"/>
                </a:cubicBezTo>
                <a:cubicBezTo>
                  <a:pt x="23913" y="45491"/>
                  <a:pt x="25077" y="45013"/>
                  <a:pt x="25934" y="44161"/>
                </a:cubicBezTo>
                <a:cubicBezTo>
                  <a:pt x="26777" y="43309"/>
                  <a:pt x="27258" y="42154"/>
                  <a:pt x="27258" y="40949"/>
                </a:cubicBezTo>
                <a:cubicBezTo>
                  <a:pt x="27258" y="39744"/>
                  <a:pt x="26777" y="38588"/>
                  <a:pt x="25934" y="37736"/>
                </a:cubicBezTo>
                <a:cubicBezTo>
                  <a:pt x="25077" y="36885"/>
                  <a:pt x="23913" y="36407"/>
                  <a:pt x="22721" y="36407"/>
                </a:cubicBezTo>
                <a:close/>
                <a:moveTo>
                  <a:pt x="95407" y="36407"/>
                </a:moveTo>
                <a:cubicBezTo>
                  <a:pt x="94200" y="36407"/>
                  <a:pt x="93037" y="36885"/>
                  <a:pt x="92194" y="37736"/>
                </a:cubicBezTo>
                <a:cubicBezTo>
                  <a:pt x="91337" y="38588"/>
                  <a:pt x="90857" y="39744"/>
                  <a:pt x="90857" y="40949"/>
                </a:cubicBezTo>
                <a:cubicBezTo>
                  <a:pt x="90857" y="42154"/>
                  <a:pt x="91337" y="43309"/>
                  <a:pt x="92194" y="44161"/>
                </a:cubicBezTo>
                <a:cubicBezTo>
                  <a:pt x="93037" y="45013"/>
                  <a:pt x="94200" y="45491"/>
                  <a:pt x="95407" y="45491"/>
                </a:cubicBezTo>
                <a:cubicBezTo>
                  <a:pt x="96598" y="45491"/>
                  <a:pt x="97762" y="45013"/>
                  <a:pt x="98620" y="44161"/>
                </a:cubicBezTo>
                <a:cubicBezTo>
                  <a:pt x="99463" y="43309"/>
                  <a:pt x="99943" y="42154"/>
                  <a:pt x="99943" y="40949"/>
                </a:cubicBezTo>
                <a:cubicBezTo>
                  <a:pt x="99943" y="39744"/>
                  <a:pt x="99463" y="38588"/>
                  <a:pt x="98620" y="37736"/>
                </a:cubicBezTo>
                <a:cubicBezTo>
                  <a:pt x="97762" y="36885"/>
                  <a:pt x="96598" y="36407"/>
                  <a:pt x="95407" y="36407"/>
                </a:cubicBezTo>
                <a:close/>
                <a:moveTo>
                  <a:pt x="95407" y="54576"/>
                </a:moveTo>
                <a:cubicBezTo>
                  <a:pt x="94200" y="54576"/>
                  <a:pt x="93037" y="55053"/>
                  <a:pt x="92194" y="55905"/>
                </a:cubicBezTo>
                <a:cubicBezTo>
                  <a:pt x="91337" y="56757"/>
                  <a:pt x="90857" y="57913"/>
                  <a:pt x="90857" y="59118"/>
                </a:cubicBezTo>
                <a:cubicBezTo>
                  <a:pt x="90857" y="60323"/>
                  <a:pt x="91337" y="61478"/>
                  <a:pt x="92194" y="62330"/>
                </a:cubicBezTo>
                <a:cubicBezTo>
                  <a:pt x="93037" y="63182"/>
                  <a:pt x="94200" y="63660"/>
                  <a:pt x="95407" y="63660"/>
                </a:cubicBezTo>
                <a:cubicBezTo>
                  <a:pt x="96598" y="63660"/>
                  <a:pt x="97762" y="63182"/>
                  <a:pt x="98620" y="62330"/>
                </a:cubicBezTo>
                <a:cubicBezTo>
                  <a:pt x="99463" y="61478"/>
                  <a:pt x="99943" y="60323"/>
                  <a:pt x="99943" y="59118"/>
                </a:cubicBezTo>
                <a:cubicBezTo>
                  <a:pt x="99943" y="57913"/>
                  <a:pt x="99463" y="56757"/>
                  <a:pt x="98620" y="55905"/>
                </a:cubicBezTo>
                <a:cubicBezTo>
                  <a:pt x="97762" y="55053"/>
                  <a:pt x="96598" y="54576"/>
                  <a:pt x="95407" y="54576"/>
                </a:cubicBezTo>
                <a:close/>
                <a:moveTo>
                  <a:pt x="95407" y="72744"/>
                </a:moveTo>
                <a:cubicBezTo>
                  <a:pt x="94200" y="72744"/>
                  <a:pt x="93037" y="73222"/>
                  <a:pt x="92194" y="74074"/>
                </a:cubicBezTo>
                <a:cubicBezTo>
                  <a:pt x="91337" y="74926"/>
                  <a:pt x="90857" y="76081"/>
                  <a:pt x="90857" y="77287"/>
                </a:cubicBezTo>
                <a:cubicBezTo>
                  <a:pt x="90857" y="78491"/>
                  <a:pt x="91337" y="79647"/>
                  <a:pt x="92194" y="80499"/>
                </a:cubicBezTo>
                <a:cubicBezTo>
                  <a:pt x="93037" y="81350"/>
                  <a:pt x="94200" y="81829"/>
                  <a:pt x="95407" y="81829"/>
                </a:cubicBezTo>
                <a:cubicBezTo>
                  <a:pt x="96598" y="81829"/>
                  <a:pt x="97762" y="81350"/>
                  <a:pt x="98620" y="80499"/>
                </a:cubicBezTo>
                <a:cubicBezTo>
                  <a:pt x="99463" y="79647"/>
                  <a:pt x="99943" y="78491"/>
                  <a:pt x="99943" y="77287"/>
                </a:cubicBezTo>
                <a:cubicBezTo>
                  <a:pt x="99943" y="76081"/>
                  <a:pt x="99463" y="74926"/>
                  <a:pt x="98620" y="74074"/>
                </a:cubicBezTo>
                <a:cubicBezTo>
                  <a:pt x="97762" y="73222"/>
                  <a:pt x="96598" y="72744"/>
                  <a:pt x="95407" y="7274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6" name="Красный — SVG 15">
            <a:extLst>
              <a:ext uri="{FF2B5EF4-FFF2-40B4-BE49-F238E27FC236}">
                <a16:creationId xmlns:a16="http://schemas.microsoft.com/office/drawing/2014/main" id="{7B8A47FD-3AA4-EC4C-8BAD-ED4B6E05B969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15942 w 134695"/>
              <a:gd name="csY0" fmla="*/ 0 h 148847"/>
              <a:gd name="csX1" fmla="*/ 0 w 134695"/>
              <a:gd name="csY1" fmla="*/ 15948 h 148847"/>
              <a:gd name="csX2" fmla="*/ 0 w 134695"/>
              <a:gd name="csY2" fmla="*/ 125811 h 148847"/>
              <a:gd name="csX3" fmla="*/ 15942 w 134695"/>
              <a:gd name="csY3" fmla="*/ 141759 h 148847"/>
              <a:gd name="csX4" fmla="*/ 62524 w 134695"/>
              <a:gd name="csY4" fmla="*/ 141759 h 148847"/>
              <a:gd name="csX5" fmla="*/ 49628 w 134695"/>
              <a:gd name="csY5" fmla="*/ 109863 h 148847"/>
              <a:gd name="csX6" fmla="*/ 95700 w 134695"/>
              <a:gd name="csY6" fmla="*/ 63792 h 148847"/>
              <a:gd name="csX7" fmla="*/ 113428 w 134695"/>
              <a:gd name="csY7" fmla="*/ 67350 h 148847"/>
              <a:gd name="csX8" fmla="*/ 113428 w 134695"/>
              <a:gd name="csY8" fmla="*/ 56704 h 148847"/>
              <a:gd name="csX9" fmla="*/ 72664 w 134695"/>
              <a:gd name="csY9" fmla="*/ 56704 h 148847"/>
              <a:gd name="csX10" fmla="*/ 56706 w 134695"/>
              <a:gd name="csY10" fmla="*/ 40756 h 148847"/>
              <a:gd name="csX11" fmla="*/ 56706 w 134695"/>
              <a:gd name="csY11" fmla="*/ 0 h 148847"/>
              <a:gd name="csX12" fmla="*/ 15942 w 134695"/>
              <a:gd name="csY12" fmla="*/ 0 h 148847"/>
              <a:gd name="csX13" fmla="*/ 67339 w 134695"/>
              <a:gd name="csY13" fmla="*/ 3115 h 148847"/>
              <a:gd name="csX14" fmla="*/ 67339 w 134695"/>
              <a:gd name="csY14" fmla="*/ 40756 h 148847"/>
              <a:gd name="csX15" fmla="*/ 72664 w 134695"/>
              <a:gd name="csY15" fmla="*/ 46072 h 148847"/>
              <a:gd name="csX16" fmla="*/ 110315 w 134695"/>
              <a:gd name="csY16" fmla="*/ 46072 h 148847"/>
              <a:gd name="csX17" fmla="*/ 67339 w 134695"/>
              <a:gd name="csY17" fmla="*/ 3115 h 148847"/>
              <a:gd name="csX18" fmla="*/ 95700 w 134695"/>
              <a:gd name="csY18" fmla="*/ 70880 h 148847"/>
              <a:gd name="csX19" fmla="*/ 56706 w 134695"/>
              <a:gd name="csY19" fmla="*/ 109863 h 148847"/>
              <a:gd name="csX20" fmla="*/ 95700 w 134695"/>
              <a:gd name="csY20" fmla="*/ 148847 h 148847"/>
              <a:gd name="csX21" fmla="*/ 134695 w 134695"/>
              <a:gd name="csY21" fmla="*/ 109863 h 148847"/>
              <a:gd name="csX22" fmla="*/ 95700 w 134695"/>
              <a:gd name="csY22" fmla="*/ 70880 h 148847"/>
              <a:gd name="csX23" fmla="*/ 116967 w 134695"/>
              <a:gd name="csY23" fmla="*/ 92144 h 148847"/>
              <a:gd name="csX24" fmla="*/ 119468 w 134695"/>
              <a:gd name="csY24" fmla="*/ 93182 h 148847"/>
              <a:gd name="csX25" fmla="*/ 119468 w 134695"/>
              <a:gd name="csY25" fmla="*/ 98193 h 148847"/>
              <a:gd name="csX26" fmla="*/ 91124 w 134695"/>
              <a:gd name="csY26" fmla="*/ 126545 h 148847"/>
              <a:gd name="csX27" fmla="*/ 88606 w 134695"/>
              <a:gd name="csY27" fmla="*/ 127583 h 148847"/>
              <a:gd name="csX28" fmla="*/ 86105 w 134695"/>
              <a:gd name="csY28" fmla="*/ 126545 h 148847"/>
              <a:gd name="csX29" fmla="*/ 71933 w 134695"/>
              <a:gd name="csY29" fmla="*/ 112369 h 148847"/>
              <a:gd name="csX30" fmla="*/ 71933 w 134695"/>
              <a:gd name="csY30" fmla="*/ 107358 h 148847"/>
              <a:gd name="csX31" fmla="*/ 76935 w 134695"/>
              <a:gd name="csY31" fmla="*/ 107358 h 148847"/>
              <a:gd name="csX32" fmla="*/ 88606 w 134695"/>
              <a:gd name="csY32" fmla="*/ 119028 h 148847"/>
              <a:gd name="csX33" fmla="*/ 114466 w 134695"/>
              <a:gd name="csY33" fmla="*/ 93182 h 148847"/>
              <a:gd name="csX34" fmla="*/ 116967 w 134695"/>
              <a:gd name="csY34" fmla="*/ 92144 h 148847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6" y="0"/>
                  <a:pt x="4754" y="4807"/>
                  <a:pt x="4754" y="10714"/>
                </a:cubicBezTo>
                <a:lnTo>
                  <a:pt x="4754" y="84524"/>
                </a:lnTo>
                <a:cubicBezTo>
                  <a:pt x="4754" y="90431"/>
                  <a:pt x="9566" y="95238"/>
                  <a:pt x="15464" y="95238"/>
                </a:cubicBezTo>
                <a:lnTo>
                  <a:pt x="46759" y="95238"/>
                </a:lnTo>
                <a:cubicBezTo>
                  <a:pt x="41410" y="89671"/>
                  <a:pt x="38095" y="82126"/>
                  <a:pt x="38095" y="73809"/>
                </a:cubicBezTo>
                <a:cubicBezTo>
                  <a:pt x="38095" y="56743"/>
                  <a:pt x="51983" y="42857"/>
                  <a:pt x="69048" y="42857"/>
                </a:cubicBezTo>
                <a:cubicBezTo>
                  <a:pt x="73266" y="42857"/>
                  <a:pt x="77289" y="43714"/>
                  <a:pt x="80958" y="45248"/>
                </a:cubicBezTo>
                <a:lnTo>
                  <a:pt x="80958" y="38095"/>
                </a:lnTo>
                <a:lnTo>
                  <a:pt x="53572" y="38095"/>
                </a:lnTo>
                <a:cubicBezTo>
                  <a:pt x="47662" y="38095"/>
                  <a:pt x="42851" y="33288"/>
                  <a:pt x="42851" y="27381"/>
                </a:cubicBezTo>
                <a:lnTo>
                  <a:pt x="42851" y="0"/>
                </a:lnTo>
                <a:lnTo>
                  <a:pt x="15464" y="0"/>
                </a:lnTo>
                <a:close/>
                <a:moveTo>
                  <a:pt x="49994" y="2093"/>
                </a:moveTo>
                <a:lnTo>
                  <a:pt x="49994" y="27381"/>
                </a:lnTo>
                <a:cubicBezTo>
                  <a:pt x="49994" y="29350"/>
                  <a:pt x="51606" y="30953"/>
                  <a:pt x="53572" y="30953"/>
                </a:cubicBezTo>
                <a:lnTo>
                  <a:pt x="78867" y="30953"/>
                </a:lnTo>
                <a:lnTo>
                  <a:pt x="49994" y="2093"/>
                </a:lnTo>
                <a:close/>
                <a:moveTo>
                  <a:pt x="69048" y="47619"/>
                </a:moveTo>
                <a:cubicBezTo>
                  <a:pt x="54578" y="47619"/>
                  <a:pt x="42851" y="59346"/>
                  <a:pt x="42851" y="73809"/>
                </a:cubicBezTo>
                <a:cubicBezTo>
                  <a:pt x="42851" y="88274"/>
                  <a:pt x="54578" y="100000"/>
                  <a:pt x="69048" y="100000"/>
                </a:cubicBezTo>
                <a:cubicBezTo>
                  <a:pt x="83519" y="100000"/>
                  <a:pt x="95246" y="88274"/>
                  <a:pt x="95246" y="73809"/>
                </a:cubicBezTo>
                <a:cubicBezTo>
                  <a:pt x="95246" y="59346"/>
                  <a:pt x="83519" y="47619"/>
                  <a:pt x="69048" y="47619"/>
                </a:cubicBezTo>
                <a:close/>
                <a:moveTo>
                  <a:pt x="83336" y="61905"/>
                </a:moveTo>
                <a:cubicBezTo>
                  <a:pt x="83942" y="61905"/>
                  <a:pt x="84559" y="62137"/>
                  <a:pt x="85016" y="62603"/>
                </a:cubicBezTo>
                <a:cubicBezTo>
                  <a:pt x="85953" y="63533"/>
                  <a:pt x="85953" y="65038"/>
                  <a:pt x="85016" y="65969"/>
                </a:cubicBezTo>
                <a:lnTo>
                  <a:pt x="65974" y="85017"/>
                </a:lnTo>
                <a:cubicBezTo>
                  <a:pt x="65505" y="85481"/>
                  <a:pt x="64900" y="85714"/>
                  <a:pt x="64282" y="85714"/>
                </a:cubicBezTo>
                <a:cubicBezTo>
                  <a:pt x="63676" y="85714"/>
                  <a:pt x="63070" y="85481"/>
                  <a:pt x="62602" y="85017"/>
                </a:cubicBezTo>
                <a:lnTo>
                  <a:pt x="53081" y="75493"/>
                </a:lnTo>
                <a:cubicBezTo>
                  <a:pt x="52143" y="74562"/>
                  <a:pt x="52143" y="73057"/>
                  <a:pt x="53081" y="72126"/>
                </a:cubicBezTo>
                <a:cubicBezTo>
                  <a:pt x="54006" y="71195"/>
                  <a:pt x="55515" y="71195"/>
                  <a:pt x="56441" y="72126"/>
                </a:cubicBezTo>
                <a:lnTo>
                  <a:pt x="64282" y="79967"/>
                </a:lnTo>
                <a:lnTo>
                  <a:pt x="81656" y="62603"/>
                </a:lnTo>
                <a:cubicBezTo>
                  <a:pt x="82113" y="62137"/>
                  <a:pt x="82730" y="61905"/>
                  <a:pt x="83336" y="6190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7" name="Красный — SVG 16">
            <a:extLst>
              <a:ext uri="{FF2B5EF4-FFF2-40B4-BE49-F238E27FC236}">
                <a16:creationId xmlns:a16="http://schemas.microsoft.com/office/drawing/2014/main" id="{727FB7E4-C01F-F245-ADAE-7582175543B5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21267 w 120506"/>
              <a:gd name="csY0" fmla="*/ 0 h 134671"/>
              <a:gd name="csX1" fmla="*/ 0 w 120506"/>
              <a:gd name="csY1" fmla="*/ 21264 h 134671"/>
              <a:gd name="csX2" fmla="*/ 14172 w 120506"/>
              <a:gd name="csY2" fmla="*/ 41289 h 134671"/>
              <a:gd name="csX3" fmla="*/ 14172 w 120506"/>
              <a:gd name="csY3" fmla="*/ 93382 h 134671"/>
              <a:gd name="csX4" fmla="*/ 0 w 120506"/>
              <a:gd name="csY4" fmla="*/ 113408 h 134671"/>
              <a:gd name="csX5" fmla="*/ 21267 w 120506"/>
              <a:gd name="csY5" fmla="*/ 134672 h 134671"/>
              <a:gd name="csX6" fmla="*/ 42534 w 120506"/>
              <a:gd name="csY6" fmla="*/ 113408 h 134671"/>
              <a:gd name="csX7" fmla="*/ 28378 w 120506"/>
              <a:gd name="csY7" fmla="*/ 93396 h 134671"/>
              <a:gd name="csX8" fmla="*/ 29637 w 120506"/>
              <a:gd name="csY8" fmla="*/ 90288 h 134671"/>
              <a:gd name="csX9" fmla="*/ 35490 w 120506"/>
              <a:gd name="csY9" fmla="*/ 87367 h 134671"/>
              <a:gd name="csX10" fmla="*/ 61282 w 120506"/>
              <a:gd name="csY10" fmla="*/ 83290 h 134671"/>
              <a:gd name="csX11" fmla="*/ 91158 w 120506"/>
              <a:gd name="csY11" fmla="*/ 73289 h 134671"/>
              <a:gd name="csX12" fmla="*/ 106300 w 120506"/>
              <a:gd name="csY12" fmla="*/ 41296 h 134671"/>
              <a:gd name="csX13" fmla="*/ 120506 w 120506"/>
              <a:gd name="csY13" fmla="*/ 21264 h 134671"/>
              <a:gd name="csX14" fmla="*/ 99239 w 120506"/>
              <a:gd name="csY14" fmla="*/ 0 h 134671"/>
              <a:gd name="csX15" fmla="*/ 77973 w 120506"/>
              <a:gd name="csY15" fmla="*/ 21264 h 134671"/>
              <a:gd name="csX16" fmla="*/ 92127 w 120506"/>
              <a:gd name="csY16" fmla="*/ 41283 h 134671"/>
              <a:gd name="csX17" fmla="*/ 82974 w 120506"/>
              <a:gd name="csY17" fmla="*/ 61715 h 134671"/>
              <a:gd name="csX18" fmla="*/ 59224 w 120506"/>
              <a:gd name="csY18" fmla="*/ 69261 h 134671"/>
              <a:gd name="csX19" fmla="*/ 31424 w 120506"/>
              <a:gd name="csY19" fmla="*/ 73794 h 134671"/>
              <a:gd name="csX20" fmla="*/ 28361 w 120506"/>
              <a:gd name="csY20" fmla="*/ 74992 h 134671"/>
              <a:gd name="csX21" fmla="*/ 28361 w 120506"/>
              <a:gd name="csY21" fmla="*/ 41289 h 134671"/>
              <a:gd name="csX22" fmla="*/ 42534 w 120506"/>
              <a:gd name="csY22" fmla="*/ 21264 h 134671"/>
              <a:gd name="csX23" fmla="*/ 21267 w 120506"/>
              <a:gd name="csY23" fmla="*/ 0 h 134671"/>
            </a:gdLst>
            <a:ahLst/>
            <a:cxnLst/>
            <a:rect l="l" t="t" r="r" b="b"/>
            <a:pathLst>
              <a:path w="100000" h="100000">
                <a:moveTo>
                  <a:pt x="21051" y="0"/>
                </a:moveTo>
                <a:cubicBezTo>
                  <a:pt x="12347" y="0"/>
                  <a:pt x="5259" y="7084"/>
                  <a:pt x="5259" y="15790"/>
                </a:cubicBezTo>
                <a:cubicBezTo>
                  <a:pt x="5259" y="22647"/>
                  <a:pt x="9668" y="28484"/>
                  <a:pt x="15783" y="30659"/>
                </a:cubicBezTo>
                <a:lnTo>
                  <a:pt x="15783" y="69341"/>
                </a:lnTo>
                <a:cubicBezTo>
                  <a:pt x="9668" y="71517"/>
                  <a:pt x="5259" y="77354"/>
                  <a:pt x="5259" y="84211"/>
                </a:cubicBezTo>
                <a:cubicBezTo>
                  <a:pt x="5259" y="92915"/>
                  <a:pt x="12347" y="100001"/>
                  <a:pt x="21051" y="100001"/>
                </a:cubicBezTo>
                <a:cubicBezTo>
                  <a:pt x="29755" y="100001"/>
                  <a:pt x="36843" y="92915"/>
                  <a:pt x="36843" y="84211"/>
                </a:cubicBezTo>
                <a:cubicBezTo>
                  <a:pt x="36843" y="77361"/>
                  <a:pt x="32446" y="71533"/>
                  <a:pt x="26331" y="69351"/>
                </a:cubicBezTo>
                <a:cubicBezTo>
                  <a:pt x="26382" y="68086"/>
                  <a:pt x="26660" y="67646"/>
                  <a:pt x="27266" y="67043"/>
                </a:cubicBezTo>
                <a:cubicBezTo>
                  <a:pt x="27923" y="66377"/>
                  <a:pt x="29364" y="65546"/>
                  <a:pt x="31612" y="64874"/>
                </a:cubicBezTo>
                <a:cubicBezTo>
                  <a:pt x="36097" y="63530"/>
                  <a:pt x="43272" y="62947"/>
                  <a:pt x="50764" y="61847"/>
                </a:cubicBezTo>
                <a:cubicBezTo>
                  <a:pt x="58268" y="60748"/>
                  <a:pt x="66278" y="59131"/>
                  <a:pt x="72949" y="54421"/>
                </a:cubicBezTo>
                <a:cubicBezTo>
                  <a:pt x="79518" y="49767"/>
                  <a:pt x="84091" y="41685"/>
                  <a:pt x="84192" y="30664"/>
                </a:cubicBezTo>
                <a:cubicBezTo>
                  <a:pt x="90332" y="28495"/>
                  <a:pt x="94741" y="22654"/>
                  <a:pt x="94741" y="15790"/>
                </a:cubicBezTo>
                <a:cubicBezTo>
                  <a:pt x="94741" y="7084"/>
                  <a:pt x="87653" y="0"/>
                  <a:pt x="78949" y="0"/>
                </a:cubicBezTo>
                <a:cubicBezTo>
                  <a:pt x="70245" y="0"/>
                  <a:pt x="63158" y="7084"/>
                  <a:pt x="63158" y="15790"/>
                </a:cubicBezTo>
                <a:cubicBezTo>
                  <a:pt x="63158" y="22642"/>
                  <a:pt x="67554" y="28474"/>
                  <a:pt x="73668" y="30655"/>
                </a:cubicBezTo>
                <a:cubicBezTo>
                  <a:pt x="73593" y="39047"/>
                  <a:pt x="70990" y="42907"/>
                  <a:pt x="66871" y="45826"/>
                </a:cubicBezTo>
                <a:cubicBezTo>
                  <a:pt x="62678" y="48793"/>
                  <a:pt x="56209" y="50405"/>
                  <a:pt x="49236" y="51430"/>
                </a:cubicBezTo>
                <a:cubicBezTo>
                  <a:pt x="42262" y="52453"/>
                  <a:pt x="34960" y="52887"/>
                  <a:pt x="28593" y="54796"/>
                </a:cubicBezTo>
                <a:cubicBezTo>
                  <a:pt x="27810" y="55030"/>
                  <a:pt x="27077" y="55392"/>
                  <a:pt x="26319" y="55685"/>
                </a:cubicBezTo>
                <a:lnTo>
                  <a:pt x="26319" y="30659"/>
                </a:lnTo>
                <a:cubicBezTo>
                  <a:pt x="32433" y="28484"/>
                  <a:pt x="36843" y="22647"/>
                  <a:pt x="36843" y="15790"/>
                </a:cubicBezTo>
                <a:cubicBezTo>
                  <a:pt x="36843" y="7084"/>
                  <a:pt x="29755" y="0"/>
                  <a:pt x="21051" y="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8" name="Красный — SVG 17">
            <a:extLst>
              <a:ext uri="{FF2B5EF4-FFF2-40B4-BE49-F238E27FC236}">
                <a16:creationId xmlns:a16="http://schemas.microsoft.com/office/drawing/2014/main" id="{92615534-BEF9-DE47-9F32-07F7EC2D186E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21267 w 127600"/>
              <a:gd name="csY0" fmla="*/ 0 h 141759"/>
              <a:gd name="csX1" fmla="*/ 0 w 127600"/>
              <a:gd name="csY1" fmla="*/ 21264 h 141759"/>
              <a:gd name="csX2" fmla="*/ 0 w 127600"/>
              <a:gd name="csY2" fmla="*/ 30124 h 141759"/>
              <a:gd name="csX3" fmla="*/ 5308 w 127600"/>
              <a:gd name="csY3" fmla="*/ 35440 h 141759"/>
              <a:gd name="csX4" fmla="*/ 14172 w 127600"/>
              <a:gd name="csY4" fmla="*/ 35440 h 141759"/>
              <a:gd name="csX5" fmla="*/ 19497 w 127600"/>
              <a:gd name="csY5" fmla="*/ 35440 h 141759"/>
              <a:gd name="csX6" fmla="*/ 36085 w 127600"/>
              <a:gd name="csY6" fmla="*/ 42528 h 141759"/>
              <a:gd name="csX7" fmla="*/ 101009 w 127600"/>
              <a:gd name="csY7" fmla="*/ 42528 h 141759"/>
              <a:gd name="csX8" fmla="*/ 106334 w 127600"/>
              <a:gd name="csY8" fmla="*/ 47844 h 141759"/>
              <a:gd name="csX9" fmla="*/ 101009 w 127600"/>
              <a:gd name="csY9" fmla="*/ 53160 h 141759"/>
              <a:gd name="csX10" fmla="*/ 41887 w 127600"/>
              <a:gd name="csY10" fmla="*/ 53160 h 141759"/>
              <a:gd name="csX11" fmla="*/ 42534 w 127600"/>
              <a:gd name="csY11" fmla="*/ 58476 h 141759"/>
              <a:gd name="csX12" fmla="*/ 42534 w 127600"/>
              <a:gd name="csY12" fmla="*/ 63792 h 141759"/>
              <a:gd name="csX13" fmla="*/ 65570 w 127600"/>
              <a:gd name="csY13" fmla="*/ 63792 h 141759"/>
              <a:gd name="csX14" fmla="*/ 70895 w 127600"/>
              <a:gd name="csY14" fmla="*/ 69108 h 141759"/>
              <a:gd name="csX15" fmla="*/ 65570 w 127600"/>
              <a:gd name="csY15" fmla="*/ 74424 h 141759"/>
              <a:gd name="csX16" fmla="*/ 42534 w 127600"/>
              <a:gd name="csY16" fmla="*/ 74424 h 141759"/>
              <a:gd name="csX17" fmla="*/ 42534 w 127600"/>
              <a:gd name="csY17" fmla="*/ 115145 h 141759"/>
              <a:gd name="csX18" fmla="*/ 40152 w 127600"/>
              <a:gd name="csY18" fmla="*/ 124475 h 141759"/>
              <a:gd name="csX19" fmla="*/ 30726 w 127600"/>
              <a:gd name="csY19" fmla="*/ 141759 h 141759"/>
              <a:gd name="csX20" fmla="*/ 111642 w 127600"/>
              <a:gd name="csY20" fmla="*/ 141759 h 141759"/>
              <a:gd name="csX21" fmla="*/ 127601 w 127600"/>
              <a:gd name="csY21" fmla="*/ 125811 h 141759"/>
              <a:gd name="csX22" fmla="*/ 127601 w 127600"/>
              <a:gd name="csY22" fmla="*/ 21264 h 141759"/>
              <a:gd name="csX23" fmla="*/ 106334 w 127600"/>
              <a:gd name="csY23" fmla="*/ 0 h 141759"/>
              <a:gd name="csX24" fmla="*/ 21267 w 127600"/>
              <a:gd name="csY24" fmla="*/ 0 h 141759"/>
              <a:gd name="csX25" fmla="*/ 21267 w 127600"/>
              <a:gd name="csY25" fmla="*/ 10632 h 141759"/>
              <a:gd name="csX26" fmla="*/ 87926 w 127600"/>
              <a:gd name="csY26" fmla="*/ 10632 h 141759"/>
              <a:gd name="csX27" fmla="*/ 85067 w 127600"/>
              <a:gd name="csY27" fmla="*/ 21264 h 141759"/>
              <a:gd name="csX28" fmla="*/ 85067 w 127600"/>
              <a:gd name="csY28" fmla="*/ 24808 h 141759"/>
              <a:gd name="csX29" fmla="*/ 10633 w 127600"/>
              <a:gd name="csY29" fmla="*/ 24808 h 141759"/>
              <a:gd name="csX30" fmla="*/ 10633 w 127600"/>
              <a:gd name="csY30" fmla="*/ 21264 h 141759"/>
              <a:gd name="csX31" fmla="*/ 21267 w 127600"/>
              <a:gd name="csY31" fmla="*/ 10632 h 141759"/>
              <a:gd name="csX32" fmla="*/ 19497 w 127600"/>
              <a:gd name="csY32" fmla="*/ 42528 h 141759"/>
              <a:gd name="csX33" fmla="*/ 3539 w 127600"/>
              <a:gd name="csY33" fmla="*/ 58476 h 141759"/>
              <a:gd name="csX34" fmla="*/ 3539 w 127600"/>
              <a:gd name="csY34" fmla="*/ 115145 h 141759"/>
              <a:gd name="csX35" fmla="*/ 5053 w 127600"/>
              <a:gd name="csY35" fmla="*/ 121084 h 141759"/>
              <a:gd name="csX36" fmla="*/ 14836 w 127600"/>
              <a:gd name="csY36" fmla="*/ 138990 h 141759"/>
              <a:gd name="csX37" fmla="*/ 19497 w 127600"/>
              <a:gd name="csY37" fmla="*/ 141759 h 141759"/>
              <a:gd name="csX38" fmla="*/ 24159 w 127600"/>
              <a:gd name="csY38" fmla="*/ 138990 h 141759"/>
              <a:gd name="csX39" fmla="*/ 33925 w 127600"/>
              <a:gd name="csY39" fmla="*/ 121077 h 141759"/>
              <a:gd name="csX40" fmla="*/ 35439 w 127600"/>
              <a:gd name="csY40" fmla="*/ 115145 h 141759"/>
              <a:gd name="csX41" fmla="*/ 35439 w 127600"/>
              <a:gd name="csY41" fmla="*/ 58476 h 141759"/>
              <a:gd name="csX42" fmla="*/ 19497 w 127600"/>
              <a:gd name="csY42" fmla="*/ 42528 h 141759"/>
              <a:gd name="csX43" fmla="*/ 95700 w 127600"/>
              <a:gd name="csY43" fmla="*/ 77968 h 141759"/>
              <a:gd name="csX44" fmla="*/ 109873 w 127600"/>
              <a:gd name="csY44" fmla="*/ 92144 h 141759"/>
              <a:gd name="csX45" fmla="*/ 95700 w 127600"/>
              <a:gd name="csY45" fmla="*/ 106319 h 141759"/>
              <a:gd name="csX46" fmla="*/ 81528 w 127600"/>
              <a:gd name="csY46" fmla="*/ 92144 h 141759"/>
              <a:gd name="csX47" fmla="*/ 95700 w 127600"/>
              <a:gd name="csY47" fmla="*/ 77968 h 141759"/>
              <a:gd name="csX48" fmla="*/ 81528 w 127600"/>
              <a:gd name="csY48" fmla="*/ 112452 h 141759"/>
              <a:gd name="csX49" fmla="*/ 95700 w 127600"/>
              <a:gd name="csY49" fmla="*/ 116951 h 141759"/>
              <a:gd name="csX50" fmla="*/ 109873 w 127600"/>
              <a:gd name="csY50" fmla="*/ 112452 h 141759"/>
              <a:gd name="csX51" fmla="*/ 109873 w 127600"/>
              <a:gd name="csY51" fmla="*/ 125811 h 141759"/>
              <a:gd name="csX52" fmla="*/ 107235 w 127600"/>
              <a:gd name="csY52" fmla="*/ 130407 h 141759"/>
              <a:gd name="csX53" fmla="*/ 104564 w 127600"/>
              <a:gd name="csY53" fmla="*/ 131127 h 141759"/>
              <a:gd name="csX54" fmla="*/ 101928 w 127600"/>
              <a:gd name="csY54" fmla="*/ 130428 h 141759"/>
              <a:gd name="csX55" fmla="*/ 95700 w 127600"/>
              <a:gd name="csY55" fmla="*/ 126870 h 141759"/>
              <a:gd name="csX56" fmla="*/ 89473 w 127600"/>
              <a:gd name="csY56" fmla="*/ 130428 h 141759"/>
              <a:gd name="csX57" fmla="*/ 84166 w 127600"/>
              <a:gd name="csY57" fmla="*/ 130407 h 141759"/>
              <a:gd name="csX58" fmla="*/ 81528 w 127600"/>
              <a:gd name="csY58" fmla="*/ 125811 h 141759"/>
              <a:gd name="csX59" fmla="*/ 81528 w 127600"/>
              <a:gd name="csY59" fmla="*/ 112452 h 141759"/>
            </a:gdLst>
            <a:ahLst/>
            <a:cxnLst/>
            <a:rect l="l" t="t" r="r" b="b"/>
            <a:pathLst>
              <a:path w="100000" h="100000">
                <a:moveTo>
                  <a:pt x="19996" y="0"/>
                </a:moveTo>
                <a:cubicBezTo>
                  <a:pt x="11727" y="0"/>
                  <a:pt x="4994" y="6728"/>
                  <a:pt x="4994" y="15000"/>
                </a:cubicBezTo>
                <a:lnTo>
                  <a:pt x="4994" y="21250"/>
                </a:lnTo>
                <a:cubicBezTo>
                  <a:pt x="4994" y="23323"/>
                  <a:pt x="6674" y="25000"/>
                  <a:pt x="8738" y="25000"/>
                </a:cubicBezTo>
                <a:lnTo>
                  <a:pt x="14991" y="25000"/>
                </a:lnTo>
                <a:lnTo>
                  <a:pt x="18748" y="25000"/>
                </a:lnTo>
                <a:cubicBezTo>
                  <a:pt x="23345" y="25000"/>
                  <a:pt x="27486" y="26925"/>
                  <a:pt x="30449" y="30000"/>
                </a:cubicBezTo>
                <a:lnTo>
                  <a:pt x="76248" y="30000"/>
                </a:lnTo>
                <a:cubicBezTo>
                  <a:pt x="78324" y="30000"/>
                  <a:pt x="80004" y="31678"/>
                  <a:pt x="80004" y="33750"/>
                </a:cubicBezTo>
                <a:cubicBezTo>
                  <a:pt x="80004" y="35823"/>
                  <a:pt x="78324" y="37500"/>
                  <a:pt x="76248" y="37500"/>
                </a:cubicBezTo>
                <a:lnTo>
                  <a:pt x="34542" y="37500"/>
                </a:lnTo>
                <a:cubicBezTo>
                  <a:pt x="34830" y="38705"/>
                  <a:pt x="34998" y="39957"/>
                  <a:pt x="34998" y="41250"/>
                </a:cubicBezTo>
                <a:lnTo>
                  <a:pt x="34998" y="45000"/>
                </a:lnTo>
                <a:lnTo>
                  <a:pt x="51249" y="45000"/>
                </a:lnTo>
                <a:cubicBezTo>
                  <a:pt x="53325" y="45000"/>
                  <a:pt x="55005" y="46678"/>
                  <a:pt x="55005" y="48750"/>
                </a:cubicBezTo>
                <a:cubicBezTo>
                  <a:pt x="55005" y="50823"/>
                  <a:pt x="53325" y="52500"/>
                  <a:pt x="51249" y="52500"/>
                </a:cubicBezTo>
                <a:lnTo>
                  <a:pt x="34998" y="52500"/>
                </a:lnTo>
                <a:lnTo>
                  <a:pt x="34998" y="81226"/>
                </a:lnTo>
                <a:cubicBezTo>
                  <a:pt x="34998" y="83519"/>
                  <a:pt x="34409" y="85793"/>
                  <a:pt x="33318" y="87807"/>
                </a:cubicBezTo>
                <a:lnTo>
                  <a:pt x="26669" y="100000"/>
                </a:lnTo>
                <a:lnTo>
                  <a:pt x="83749" y="100000"/>
                </a:lnTo>
                <a:cubicBezTo>
                  <a:pt x="89954" y="100000"/>
                  <a:pt x="95007" y="94953"/>
                  <a:pt x="95007" y="88750"/>
                </a:cubicBezTo>
                <a:lnTo>
                  <a:pt x="95007" y="15000"/>
                </a:lnTo>
                <a:cubicBezTo>
                  <a:pt x="95007" y="6728"/>
                  <a:pt x="88273" y="0"/>
                  <a:pt x="80004" y="0"/>
                </a:cubicBezTo>
                <a:lnTo>
                  <a:pt x="19996" y="0"/>
                </a:lnTo>
                <a:close/>
                <a:moveTo>
                  <a:pt x="19996" y="7500"/>
                </a:moveTo>
                <a:lnTo>
                  <a:pt x="67019" y="7500"/>
                </a:lnTo>
                <a:cubicBezTo>
                  <a:pt x="65734" y="9707"/>
                  <a:pt x="65002" y="12270"/>
                  <a:pt x="65002" y="15000"/>
                </a:cubicBezTo>
                <a:lnTo>
                  <a:pt x="65002" y="17500"/>
                </a:lnTo>
                <a:lnTo>
                  <a:pt x="12495" y="17500"/>
                </a:lnTo>
                <a:lnTo>
                  <a:pt x="12495" y="15000"/>
                </a:lnTo>
                <a:cubicBezTo>
                  <a:pt x="12495" y="10865"/>
                  <a:pt x="15855" y="7500"/>
                  <a:pt x="19996" y="7500"/>
                </a:cubicBezTo>
                <a:close/>
                <a:moveTo>
                  <a:pt x="18748" y="30000"/>
                </a:moveTo>
                <a:cubicBezTo>
                  <a:pt x="12531" y="30000"/>
                  <a:pt x="7491" y="35038"/>
                  <a:pt x="7491" y="41250"/>
                </a:cubicBezTo>
                <a:lnTo>
                  <a:pt x="7491" y="81226"/>
                </a:lnTo>
                <a:cubicBezTo>
                  <a:pt x="7491" y="82683"/>
                  <a:pt x="7862" y="84133"/>
                  <a:pt x="8559" y="85415"/>
                </a:cubicBezTo>
                <a:lnTo>
                  <a:pt x="15460" y="98047"/>
                </a:lnTo>
                <a:cubicBezTo>
                  <a:pt x="16107" y="99252"/>
                  <a:pt x="17368" y="100000"/>
                  <a:pt x="18748" y="100000"/>
                </a:cubicBezTo>
                <a:cubicBezTo>
                  <a:pt x="20116" y="100000"/>
                  <a:pt x="21376" y="99252"/>
                  <a:pt x="22036" y="98047"/>
                </a:cubicBezTo>
                <a:lnTo>
                  <a:pt x="28926" y="85410"/>
                </a:lnTo>
                <a:cubicBezTo>
                  <a:pt x="29633" y="84130"/>
                  <a:pt x="29994" y="82686"/>
                  <a:pt x="29994" y="81226"/>
                </a:cubicBezTo>
                <a:lnTo>
                  <a:pt x="29994" y="41250"/>
                </a:lnTo>
                <a:cubicBezTo>
                  <a:pt x="29994" y="35038"/>
                  <a:pt x="24965" y="30000"/>
                  <a:pt x="18748" y="30000"/>
                </a:cubicBezTo>
                <a:close/>
                <a:moveTo>
                  <a:pt x="72503" y="55000"/>
                </a:moveTo>
                <a:cubicBezTo>
                  <a:pt x="78072" y="55000"/>
                  <a:pt x="82501" y="59433"/>
                  <a:pt x="82501" y="65000"/>
                </a:cubicBezTo>
                <a:cubicBezTo>
                  <a:pt x="82501" y="70568"/>
                  <a:pt x="78072" y="75000"/>
                  <a:pt x="72503" y="75000"/>
                </a:cubicBezTo>
                <a:cubicBezTo>
                  <a:pt x="66934" y="75000"/>
                  <a:pt x="62506" y="70568"/>
                  <a:pt x="62506" y="65000"/>
                </a:cubicBezTo>
                <a:cubicBezTo>
                  <a:pt x="62506" y="59433"/>
                  <a:pt x="66934" y="55000"/>
                  <a:pt x="72503" y="55000"/>
                </a:cubicBezTo>
                <a:close/>
                <a:moveTo>
                  <a:pt x="62506" y="79326"/>
                </a:moveTo>
                <a:cubicBezTo>
                  <a:pt x="65338" y="81320"/>
                  <a:pt x="68795" y="82500"/>
                  <a:pt x="72503" y="82500"/>
                </a:cubicBezTo>
                <a:cubicBezTo>
                  <a:pt x="76211" y="82500"/>
                  <a:pt x="79669" y="81320"/>
                  <a:pt x="82501" y="79326"/>
                </a:cubicBezTo>
                <a:lnTo>
                  <a:pt x="82501" y="88750"/>
                </a:lnTo>
                <a:cubicBezTo>
                  <a:pt x="82501" y="90087"/>
                  <a:pt x="81793" y="91323"/>
                  <a:pt x="80640" y="91992"/>
                </a:cubicBezTo>
                <a:cubicBezTo>
                  <a:pt x="80052" y="92330"/>
                  <a:pt x="79404" y="92500"/>
                  <a:pt x="78756" y="92500"/>
                </a:cubicBezTo>
                <a:cubicBezTo>
                  <a:pt x="78108" y="92500"/>
                  <a:pt x="77472" y="92337"/>
                  <a:pt x="76896" y="92007"/>
                </a:cubicBezTo>
                <a:lnTo>
                  <a:pt x="72503" y="89497"/>
                </a:lnTo>
                <a:lnTo>
                  <a:pt x="68110" y="92007"/>
                </a:lnTo>
                <a:cubicBezTo>
                  <a:pt x="66958" y="92672"/>
                  <a:pt x="65531" y="92665"/>
                  <a:pt x="64367" y="91992"/>
                </a:cubicBezTo>
                <a:cubicBezTo>
                  <a:pt x="63214" y="91323"/>
                  <a:pt x="62506" y="90087"/>
                  <a:pt x="62506" y="88750"/>
                </a:cubicBezTo>
                <a:lnTo>
                  <a:pt x="62506" y="7932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99" name="Красный — SVG 18">
            <a:extLst>
              <a:ext uri="{FF2B5EF4-FFF2-40B4-BE49-F238E27FC236}">
                <a16:creationId xmlns:a16="http://schemas.microsoft.com/office/drawing/2014/main" id="{C3EC4FC3-4D22-784B-BAFE-1B7170FF427F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15950 w 148867"/>
              <a:gd name="csY0" fmla="*/ 0 h 134671"/>
              <a:gd name="csX1" fmla="*/ 0 w 148867"/>
              <a:gd name="csY1" fmla="*/ 15948 h 134671"/>
              <a:gd name="csX2" fmla="*/ 0 w 148867"/>
              <a:gd name="csY2" fmla="*/ 97460 h 134671"/>
              <a:gd name="csX3" fmla="*/ 15950 w 148867"/>
              <a:gd name="csY3" fmla="*/ 113407 h 134671"/>
              <a:gd name="csX4" fmla="*/ 67358 w 148867"/>
              <a:gd name="csY4" fmla="*/ 113407 h 134671"/>
              <a:gd name="csX5" fmla="*/ 63800 w 148867"/>
              <a:gd name="csY5" fmla="*/ 95687 h 134671"/>
              <a:gd name="csX6" fmla="*/ 109878 w 148867"/>
              <a:gd name="csY6" fmla="*/ 49616 h 134671"/>
              <a:gd name="csX7" fmla="*/ 141778 w 148867"/>
              <a:gd name="csY7" fmla="*/ 62518 h 134671"/>
              <a:gd name="csX8" fmla="*/ 141778 w 148867"/>
              <a:gd name="csY8" fmla="*/ 33668 h 134671"/>
              <a:gd name="csX9" fmla="*/ 125828 w 148867"/>
              <a:gd name="csY9" fmla="*/ 17720 h 134671"/>
              <a:gd name="csX10" fmla="*/ 71041 w 148867"/>
              <a:gd name="csY10" fmla="*/ 17720 h 134671"/>
              <a:gd name="csX11" fmla="*/ 55195 w 148867"/>
              <a:gd name="csY11" fmla="*/ 4513 h 134671"/>
              <a:gd name="csX12" fmla="*/ 42721 w 148867"/>
              <a:gd name="csY12" fmla="*/ 0 h 134671"/>
              <a:gd name="csX13" fmla="*/ 15950 w 148867"/>
              <a:gd name="csY13" fmla="*/ 0 h 134671"/>
              <a:gd name="csX14" fmla="*/ 109878 w 148867"/>
              <a:gd name="csY14" fmla="*/ 56704 h 134671"/>
              <a:gd name="csX15" fmla="*/ 70890 w 148867"/>
              <a:gd name="csY15" fmla="*/ 95687 h 134671"/>
              <a:gd name="csX16" fmla="*/ 109878 w 148867"/>
              <a:gd name="csY16" fmla="*/ 134671 h 134671"/>
              <a:gd name="csX17" fmla="*/ 148867 w 148867"/>
              <a:gd name="csY17" fmla="*/ 95687 h 134671"/>
              <a:gd name="csX18" fmla="*/ 109878 w 148867"/>
              <a:gd name="csY18" fmla="*/ 56704 h 134671"/>
              <a:gd name="csX19" fmla="*/ 92157 w 148867"/>
              <a:gd name="csY19" fmla="*/ 74424 h 134671"/>
              <a:gd name="csX20" fmla="*/ 94663 w 148867"/>
              <a:gd name="csY20" fmla="*/ 75462 h 134671"/>
              <a:gd name="csX21" fmla="*/ 109878 w 148867"/>
              <a:gd name="csY21" fmla="*/ 90676 h 134671"/>
              <a:gd name="csX22" fmla="*/ 125094 w 148867"/>
              <a:gd name="csY22" fmla="*/ 75462 h 134671"/>
              <a:gd name="csX23" fmla="*/ 130107 w 148867"/>
              <a:gd name="csY23" fmla="*/ 75462 h 134671"/>
              <a:gd name="csX24" fmla="*/ 130107 w 148867"/>
              <a:gd name="csY24" fmla="*/ 80473 h 134671"/>
              <a:gd name="csX25" fmla="*/ 114890 w 148867"/>
              <a:gd name="csY25" fmla="*/ 95687 h 134671"/>
              <a:gd name="csX26" fmla="*/ 130107 w 148867"/>
              <a:gd name="csY26" fmla="*/ 110902 h 134671"/>
              <a:gd name="csX27" fmla="*/ 130107 w 148867"/>
              <a:gd name="csY27" fmla="*/ 115913 h 134671"/>
              <a:gd name="csX28" fmla="*/ 127601 w 148867"/>
              <a:gd name="csY28" fmla="*/ 116951 h 134671"/>
              <a:gd name="csX29" fmla="*/ 125094 w 148867"/>
              <a:gd name="csY29" fmla="*/ 115913 h 134671"/>
              <a:gd name="csX30" fmla="*/ 109878 w 148867"/>
              <a:gd name="csY30" fmla="*/ 100699 h 134671"/>
              <a:gd name="csX31" fmla="*/ 94663 w 148867"/>
              <a:gd name="csY31" fmla="*/ 115913 h 134671"/>
              <a:gd name="csX32" fmla="*/ 92157 w 148867"/>
              <a:gd name="csY32" fmla="*/ 116951 h 134671"/>
              <a:gd name="csX33" fmla="*/ 89650 w 148867"/>
              <a:gd name="csY33" fmla="*/ 115913 h 134671"/>
              <a:gd name="csX34" fmla="*/ 89650 w 148867"/>
              <a:gd name="csY34" fmla="*/ 110902 h 134671"/>
              <a:gd name="csX35" fmla="*/ 104866 w 148867"/>
              <a:gd name="csY35" fmla="*/ 95687 h 134671"/>
              <a:gd name="csX36" fmla="*/ 89650 w 148867"/>
              <a:gd name="csY36" fmla="*/ 80473 h 134671"/>
              <a:gd name="csX37" fmla="*/ 89650 w 148867"/>
              <a:gd name="csY37" fmla="*/ 75462 h 134671"/>
              <a:gd name="csX38" fmla="*/ 92157 w 148867"/>
              <a:gd name="csY38" fmla="*/ 74424 h 134671"/>
            </a:gdLst>
            <a:ahLst/>
            <a:cxnLst/>
            <a:rect l="l" t="t" r="r" b="b"/>
            <a:pathLst>
              <a:path w="100000" h="100000">
                <a:moveTo>
                  <a:pt x="10714" y="4768"/>
                </a:moveTo>
                <a:cubicBezTo>
                  <a:pt x="4807" y="4768"/>
                  <a:pt x="0" y="9574"/>
                  <a:pt x="0" y="15481"/>
                </a:cubicBezTo>
                <a:lnTo>
                  <a:pt x="0" y="70236"/>
                </a:lnTo>
                <a:cubicBezTo>
                  <a:pt x="0" y="76142"/>
                  <a:pt x="4807" y="80948"/>
                  <a:pt x="10714" y="80948"/>
                </a:cubicBezTo>
                <a:lnTo>
                  <a:pt x="45247" y="80948"/>
                </a:lnTo>
                <a:cubicBezTo>
                  <a:pt x="43714" y="77282"/>
                  <a:pt x="42857" y="73261"/>
                  <a:pt x="42857" y="69045"/>
                </a:cubicBezTo>
                <a:cubicBezTo>
                  <a:pt x="42857" y="51981"/>
                  <a:pt x="56743" y="38097"/>
                  <a:pt x="73810" y="38097"/>
                </a:cubicBezTo>
                <a:cubicBezTo>
                  <a:pt x="82126" y="38097"/>
                  <a:pt x="89671" y="41410"/>
                  <a:pt x="95238" y="46764"/>
                </a:cubicBezTo>
                <a:lnTo>
                  <a:pt x="95238" y="27384"/>
                </a:lnTo>
                <a:cubicBezTo>
                  <a:pt x="95238" y="21478"/>
                  <a:pt x="90431" y="16671"/>
                  <a:pt x="84524" y="16671"/>
                </a:cubicBezTo>
                <a:lnTo>
                  <a:pt x="47721" y="16671"/>
                </a:lnTo>
                <a:lnTo>
                  <a:pt x="37077" y="7800"/>
                </a:lnTo>
                <a:cubicBezTo>
                  <a:pt x="34729" y="5843"/>
                  <a:pt x="31752" y="4768"/>
                  <a:pt x="28697" y="4768"/>
                </a:cubicBezTo>
                <a:lnTo>
                  <a:pt x="10714" y="4768"/>
                </a:lnTo>
                <a:close/>
                <a:moveTo>
                  <a:pt x="73810" y="42858"/>
                </a:moveTo>
                <a:cubicBezTo>
                  <a:pt x="59346" y="42858"/>
                  <a:pt x="47620" y="54583"/>
                  <a:pt x="47620" y="69045"/>
                </a:cubicBezTo>
                <a:cubicBezTo>
                  <a:pt x="47620" y="83507"/>
                  <a:pt x="59346" y="95232"/>
                  <a:pt x="73810" y="95232"/>
                </a:cubicBezTo>
                <a:cubicBezTo>
                  <a:pt x="88275" y="95232"/>
                  <a:pt x="100000" y="83507"/>
                  <a:pt x="100000" y="69045"/>
                </a:cubicBezTo>
                <a:cubicBezTo>
                  <a:pt x="100000" y="54583"/>
                  <a:pt x="88275" y="42858"/>
                  <a:pt x="73810" y="42858"/>
                </a:cubicBezTo>
                <a:close/>
                <a:moveTo>
                  <a:pt x="61906" y="54762"/>
                </a:moveTo>
                <a:cubicBezTo>
                  <a:pt x="62514" y="54762"/>
                  <a:pt x="63122" y="54993"/>
                  <a:pt x="63589" y="55459"/>
                </a:cubicBezTo>
                <a:lnTo>
                  <a:pt x="73810" y="65679"/>
                </a:lnTo>
                <a:lnTo>
                  <a:pt x="84031" y="55459"/>
                </a:lnTo>
                <a:cubicBezTo>
                  <a:pt x="84962" y="54528"/>
                  <a:pt x="86466" y="54528"/>
                  <a:pt x="87398" y="55459"/>
                </a:cubicBezTo>
                <a:cubicBezTo>
                  <a:pt x="88329" y="56389"/>
                  <a:pt x="88329" y="57895"/>
                  <a:pt x="87398" y="58825"/>
                </a:cubicBezTo>
                <a:lnTo>
                  <a:pt x="77176" y="69045"/>
                </a:lnTo>
                <a:lnTo>
                  <a:pt x="87398" y="79265"/>
                </a:lnTo>
                <a:cubicBezTo>
                  <a:pt x="88329" y="80196"/>
                  <a:pt x="88329" y="81700"/>
                  <a:pt x="87398" y="82631"/>
                </a:cubicBezTo>
                <a:cubicBezTo>
                  <a:pt x="86934" y="83096"/>
                  <a:pt x="86323" y="83329"/>
                  <a:pt x="85715" y="83329"/>
                </a:cubicBezTo>
                <a:cubicBezTo>
                  <a:pt x="85105" y="83329"/>
                  <a:pt x="84495" y="83096"/>
                  <a:pt x="84031" y="82631"/>
                </a:cubicBezTo>
                <a:lnTo>
                  <a:pt x="73810" y="72412"/>
                </a:lnTo>
                <a:lnTo>
                  <a:pt x="63589" y="82631"/>
                </a:lnTo>
                <a:cubicBezTo>
                  <a:pt x="63123" y="83096"/>
                  <a:pt x="62514" y="83329"/>
                  <a:pt x="61906" y="83329"/>
                </a:cubicBezTo>
                <a:cubicBezTo>
                  <a:pt x="61295" y="83329"/>
                  <a:pt x="60686" y="83096"/>
                  <a:pt x="60222" y="82631"/>
                </a:cubicBezTo>
                <a:cubicBezTo>
                  <a:pt x="59291" y="81700"/>
                  <a:pt x="59291" y="80196"/>
                  <a:pt x="60222" y="79265"/>
                </a:cubicBezTo>
                <a:lnTo>
                  <a:pt x="70443" y="69045"/>
                </a:lnTo>
                <a:lnTo>
                  <a:pt x="60222" y="58825"/>
                </a:lnTo>
                <a:cubicBezTo>
                  <a:pt x="59291" y="57895"/>
                  <a:pt x="59291" y="56389"/>
                  <a:pt x="60222" y="55459"/>
                </a:cubicBezTo>
                <a:cubicBezTo>
                  <a:pt x="60687" y="54993"/>
                  <a:pt x="61296" y="54762"/>
                  <a:pt x="61906" y="5476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0" name="Красный — SVG 19">
            <a:extLst>
              <a:ext uri="{FF2B5EF4-FFF2-40B4-BE49-F238E27FC236}">
                <a16:creationId xmlns:a16="http://schemas.microsoft.com/office/drawing/2014/main" id="{FBB305D5-7DCE-8B4A-AC47-37B28BFFA647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70895 w 148867"/>
              <a:gd name="csY0" fmla="*/ 57731 h 131127"/>
              <a:gd name="csX1" fmla="*/ 68 w 148867"/>
              <a:gd name="csY1" fmla="*/ 19492 h 131127"/>
              <a:gd name="csX2" fmla="*/ 21267 w 148867"/>
              <a:gd name="csY2" fmla="*/ 0 h 131127"/>
              <a:gd name="csX3" fmla="*/ 120506 w 148867"/>
              <a:gd name="csY3" fmla="*/ 0 h 131127"/>
              <a:gd name="csX4" fmla="*/ 141705 w 148867"/>
              <a:gd name="csY4" fmla="*/ 19492 h 131127"/>
              <a:gd name="csX5" fmla="*/ 70895 w 148867"/>
              <a:gd name="csY5" fmla="*/ 57731 h 131127"/>
              <a:gd name="csX6" fmla="*/ 70044 w 148867"/>
              <a:gd name="csY6" fmla="*/ 69037 h 131127"/>
              <a:gd name="csX7" fmla="*/ 63800 w 148867"/>
              <a:gd name="csY7" fmla="*/ 92144 h 131127"/>
              <a:gd name="csX8" fmla="*/ 69006 w 148867"/>
              <a:gd name="csY8" fmla="*/ 113407 h 131127"/>
              <a:gd name="csX9" fmla="*/ 21267 w 148867"/>
              <a:gd name="csY9" fmla="*/ 113407 h 131127"/>
              <a:gd name="csX10" fmla="*/ 0 w 148867"/>
              <a:gd name="csY10" fmla="*/ 92144 h 131127"/>
              <a:gd name="csX11" fmla="*/ 0 w 148867"/>
              <a:gd name="csY11" fmla="*/ 31506 h 131127"/>
              <a:gd name="csX12" fmla="*/ 68377 w 148867"/>
              <a:gd name="csY12" fmla="*/ 68470 h 131127"/>
              <a:gd name="csX13" fmla="*/ 70044 w 148867"/>
              <a:gd name="csY13" fmla="*/ 69037 h 131127"/>
              <a:gd name="csX14" fmla="*/ 141773 w 148867"/>
              <a:gd name="csY14" fmla="*/ 31506 h 131127"/>
              <a:gd name="csX15" fmla="*/ 141773 w 148867"/>
              <a:gd name="csY15" fmla="*/ 58936 h 131127"/>
              <a:gd name="csX16" fmla="*/ 114415 w 148867"/>
              <a:gd name="csY16" fmla="*/ 46320 h 131127"/>
              <a:gd name="csX17" fmla="*/ 141773 w 148867"/>
              <a:gd name="csY17" fmla="*/ 31506 h 131127"/>
              <a:gd name="csX18" fmla="*/ 109873 w 148867"/>
              <a:gd name="csY18" fmla="*/ 53160 h 131127"/>
              <a:gd name="csX19" fmla="*/ 70895 w 148867"/>
              <a:gd name="csY19" fmla="*/ 92144 h 131127"/>
              <a:gd name="csX20" fmla="*/ 109873 w 148867"/>
              <a:gd name="csY20" fmla="*/ 131127 h 131127"/>
              <a:gd name="csX21" fmla="*/ 148867 w 148867"/>
              <a:gd name="csY21" fmla="*/ 92144 h 131127"/>
              <a:gd name="csX22" fmla="*/ 109873 w 148867"/>
              <a:gd name="csY22" fmla="*/ 53160 h 131127"/>
              <a:gd name="csX23" fmla="*/ 130101 w 148867"/>
              <a:gd name="csY23" fmla="*/ 107358 h 131127"/>
              <a:gd name="csX24" fmla="*/ 130101 w 148867"/>
              <a:gd name="csY24" fmla="*/ 112369 h 131127"/>
              <a:gd name="csX25" fmla="*/ 127601 w 148867"/>
              <a:gd name="csY25" fmla="*/ 113407 h 131127"/>
              <a:gd name="csX26" fmla="*/ 125100 w 148867"/>
              <a:gd name="csY26" fmla="*/ 112369 h 131127"/>
              <a:gd name="csX27" fmla="*/ 109873 w 148867"/>
              <a:gd name="csY27" fmla="*/ 97155 h 131127"/>
              <a:gd name="csX28" fmla="*/ 94662 w 148867"/>
              <a:gd name="csY28" fmla="*/ 112369 h 131127"/>
              <a:gd name="csX29" fmla="*/ 92162 w 148867"/>
              <a:gd name="csY29" fmla="*/ 113407 h 131127"/>
              <a:gd name="csX30" fmla="*/ 89644 w 148867"/>
              <a:gd name="csY30" fmla="*/ 112369 h 131127"/>
              <a:gd name="csX31" fmla="*/ 89644 w 148867"/>
              <a:gd name="csY31" fmla="*/ 107358 h 131127"/>
              <a:gd name="csX32" fmla="*/ 104870 w 148867"/>
              <a:gd name="csY32" fmla="*/ 92144 h 131127"/>
              <a:gd name="csX33" fmla="*/ 89644 w 148867"/>
              <a:gd name="csY33" fmla="*/ 76929 h 131127"/>
              <a:gd name="csX34" fmla="*/ 89644 w 148867"/>
              <a:gd name="csY34" fmla="*/ 71918 h 131127"/>
              <a:gd name="csX35" fmla="*/ 94662 w 148867"/>
              <a:gd name="csY35" fmla="*/ 71918 h 131127"/>
              <a:gd name="csX36" fmla="*/ 109873 w 148867"/>
              <a:gd name="csY36" fmla="*/ 87132 h 131127"/>
              <a:gd name="csX37" fmla="*/ 125100 w 148867"/>
              <a:gd name="csY37" fmla="*/ 71918 h 131127"/>
              <a:gd name="csX38" fmla="*/ 130101 w 148867"/>
              <a:gd name="csY38" fmla="*/ 71918 h 131127"/>
              <a:gd name="csX39" fmla="*/ 130101 w 148867"/>
              <a:gd name="csY39" fmla="*/ 76929 h 131127"/>
              <a:gd name="csX40" fmla="*/ 114892 w 148867"/>
              <a:gd name="csY40" fmla="*/ 92144 h 131127"/>
              <a:gd name="csX41" fmla="*/ 130101 w 148867"/>
              <a:gd name="csY41" fmla="*/ 107358 h 131127"/>
            </a:gdLst>
            <a:ahLst/>
            <a:cxnLst/>
            <a:rect l="l" t="t" r="r" b="b"/>
            <a:pathLst>
              <a:path w="100000" h="100000">
                <a:moveTo>
                  <a:pt x="47623" y="44739"/>
                </a:moveTo>
                <a:lnTo>
                  <a:pt x="46" y="19052"/>
                </a:lnTo>
                <a:cubicBezTo>
                  <a:pt x="663" y="11719"/>
                  <a:pt x="6811" y="5958"/>
                  <a:pt x="14286" y="5958"/>
                </a:cubicBezTo>
                <a:lnTo>
                  <a:pt x="80949" y="5958"/>
                </a:lnTo>
                <a:cubicBezTo>
                  <a:pt x="88423" y="5958"/>
                  <a:pt x="94572" y="11719"/>
                  <a:pt x="95189" y="19052"/>
                </a:cubicBezTo>
                <a:lnTo>
                  <a:pt x="47623" y="44739"/>
                </a:lnTo>
                <a:close/>
                <a:moveTo>
                  <a:pt x="47051" y="52333"/>
                </a:moveTo>
                <a:cubicBezTo>
                  <a:pt x="44377" y="56904"/>
                  <a:pt x="42857" y="62189"/>
                  <a:pt x="42857" y="67855"/>
                </a:cubicBezTo>
                <a:cubicBezTo>
                  <a:pt x="42857" y="72997"/>
                  <a:pt x="44115" y="77853"/>
                  <a:pt x="46354" y="82138"/>
                </a:cubicBezTo>
                <a:lnTo>
                  <a:pt x="14286" y="82138"/>
                </a:lnTo>
                <a:cubicBezTo>
                  <a:pt x="6400" y="82138"/>
                  <a:pt x="0" y="75735"/>
                  <a:pt x="0" y="67855"/>
                </a:cubicBezTo>
                <a:lnTo>
                  <a:pt x="0" y="27122"/>
                </a:lnTo>
                <a:lnTo>
                  <a:pt x="45932" y="51952"/>
                </a:lnTo>
                <a:cubicBezTo>
                  <a:pt x="46286" y="52143"/>
                  <a:pt x="46663" y="52286"/>
                  <a:pt x="47051" y="52333"/>
                </a:cubicBezTo>
                <a:close/>
                <a:moveTo>
                  <a:pt x="95235" y="27122"/>
                </a:moveTo>
                <a:lnTo>
                  <a:pt x="95235" y="45548"/>
                </a:lnTo>
                <a:cubicBezTo>
                  <a:pt x="90377" y="40859"/>
                  <a:pt x="83977" y="37740"/>
                  <a:pt x="76857" y="37073"/>
                </a:cubicBezTo>
                <a:lnTo>
                  <a:pt x="95235" y="27122"/>
                </a:lnTo>
                <a:close/>
                <a:moveTo>
                  <a:pt x="73806" y="41668"/>
                </a:moveTo>
                <a:cubicBezTo>
                  <a:pt x="59349" y="41668"/>
                  <a:pt x="47623" y="53393"/>
                  <a:pt x="47623" y="67855"/>
                </a:cubicBezTo>
                <a:cubicBezTo>
                  <a:pt x="47623" y="82317"/>
                  <a:pt x="59349" y="94042"/>
                  <a:pt x="73806" y="94042"/>
                </a:cubicBezTo>
                <a:cubicBezTo>
                  <a:pt x="88275" y="94042"/>
                  <a:pt x="100000" y="82317"/>
                  <a:pt x="100000" y="67855"/>
                </a:cubicBezTo>
                <a:cubicBezTo>
                  <a:pt x="100000" y="53393"/>
                  <a:pt x="88275" y="41668"/>
                  <a:pt x="73806" y="41668"/>
                </a:cubicBezTo>
                <a:close/>
                <a:moveTo>
                  <a:pt x="87394" y="78075"/>
                </a:moveTo>
                <a:cubicBezTo>
                  <a:pt x="88332" y="79005"/>
                  <a:pt x="88332" y="80510"/>
                  <a:pt x="87394" y="81441"/>
                </a:cubicBezTo>
                <a:cubicBezTo>
                  <a:pt x="86937" y="81905"/>
                  <a:pt x="86320" y="82138"/>
                  <a:pt x="85715" y="82138"/>
                </a:cubicBezTo>
                <a:cubicBezTo>
                  <a:pt x="85109" y="82138"/>
                  <a:pt x="84492" y="81905"/>
                  <a:pt x="84035" y="81441"/>
                </a:cubicBezTo>
                <a:lnTo>
                  <a:pt x="73806" y="71221"/>
                </a:lnTo>
                <a:lnTo>
                  <a:pt x="63588" y="81441"/>
                </a:lnTo>
                <a:cubicBezTo>
                  <a:pt x="63120" y="81905"/>
                  <a:pt x="62514" y="82138"/>
                  <a:pt x="61909" y="82138"/>
                </a:cubicBezTo>
                <a:cubicBezTo>
                  <a:pt x="61292" y="82138"/>
                  <a:pt x="60686" y="81905"/>
                  <a:pt x="60218" y="81441"/>
                </a:cubicBezTo>
                <a:cubicBezTo>
                  <a:pt x="59291" y="80510"/>
                  <a:pt x="59291" y="79005"/>
                  <a:pt x="60218" y="78075"/>
                </a:cubicBezTo>
                <a:lnTo>
                  <a:pt x="70445" y="67855"/>
                </a:lnTo>
                <a:lnTo>
                  <a:pt x="60218" y="57635"/>
                </a:lnTo>
                <a:cubicBezTo>
                  <a:pt x="59291" y="56704"/>
                  <a:pt x="59291" y="55200"/>
                  <a:pt x="60218" y="54269"/>
                </a:cubicBezTo>
                <a:cubicBezTo>
                  <a:pt x="61155" y="53338"/>
                  <a:pt x="62652" y="53338"/>
                  <a:pt x="63588" y="54269"/>
                </a:cubicBezTo>
                <a:lnTo>
                  <a:pt x="73806" y="64488"/>
                </a:lnTo>
                <a:lnTo>
                  <a:pt x="84035" y="54269"/>
                </a:lnTo>
                <a:cubicBezTo>
                  <a:pt x="84960" y="53338"/>
                  <a:pt x="86468" y="53338"/>
                  <a:pt x="87394" y="54269"/>
                </a:cubicBezTo>
                <a:cubicBezTo>
                  <a:pt x="88332" y="55200"/>
                  <a:pt x="88332" y="56704"/>
                  <a:pt x="87394" y="57635"/>
                </a:cubicBezTo>
                <a:lnTo>
                  <a:pt x="77178" y="67855"/>
                </a:lnTo>
                <a:lnTo>
                  <a:pt x="87394" y="7807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1" name="Красный — SVG 20">
            <a:extLst>
              <a:ext uri="{FF2B5EF4-FFF2-40B4-BE49-F238E27FC236}">
                <a16:creationId xmlns:a16="http://schemas.microsoft.com/office/drawing/2014/main" id="{6B29470E-75F3-BA44-B264-1C20554FDF8A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15942 w 141772"/>
              <a:gd name="csY0" fmla="*/ 0 h 131129"/>
              <a:gd name="csX1" fmla="*/ 0 w 141772"/>
              <a:gd name="csY1" fmla="*/ 15948 h 131129"/>
              <a:gd name="csX2" fmla="*/ 0 w 141772"/>
              <a:gd name="csY2" fmla="*/ 97460 h 131129"/>
              <a:gd name="csX3" fmla="*/ 15942 w 141772"/>
              <a:gd name="csY3" fmla="*/ 113407 h 131129"/>
              <a:gd name="csX4" fmla="*/ 56706 w 141772"/>
              <a:gd name="csY4" fmla="*/ 113407 h 131129"/>
              <a:gd name="csX5" fmla="*/ 56706 w 141772"/>
              <a:gd name="csY5" fmla="*/ 125811 h 131129"/>
              <a:gd name="csX6" fmla="*/ 59360 w 141772"/>
              <a:gd name="csY6" fmla="*/ 130407 h 131129"/>
              <a:gd name="csX7" fmla="*/ 64668 w 141772"/>
              <a:gd name="csY7" fmla="*/ 130428 h 131129"/>
              <a:gd name="csX8" fmla="*/ 70895 w 141772"/>
              <a:gd name="csY8" fmla="*/ 126870 h 131129"/>
              <a:gd name="csX9" fmla="*/ 77104 w 141772"/>
              <a:gd name="csY9" fmla="*/ 130428 h 131129"/>
              <a:gd name="csX10" fmla="*/ 79742 w 141772"/>
              <a:gd name="csY10" fmla="*/ 131127 h 131129"/>
              <a:gd name="csX11" fmla="*/ 82430 w 141772"/>
              <a:gd name="csY11" fmla="*/ 130407 h 131129"/>
              <a:gd name="csX12" fmla="*/ 85067 w 141772"/>
              <a:gd name="csY12" fmla="*/ 125811 h 131129"/>
              <a:gd name="csX13" fmla="*/ 85067 w 141772"/>
              <a:gd name="csY13" fmla="*/ 113407 h 131129"/>
              <a:gd name="csX14" fmla="*/ 125831 w 141772"/>
              <a:gd name="csY14" fmla="*/ 113407 h 131129"/>
              <a:gd name="csX15" fmla="*/ 141773 w 141772"/>
              <a:gd name="csY15" fmla="*/ 97460 h 131129"/>
              <a:gd name="csX16" fmla="*/ 141773 w 141772"/>
              <a:gd name="csY16" fmla="*/ 15948 h 131129"/>
              <a:gd name="csX17" fmla="*/ 125831 w 141772"/>
              <a:gd name="csY17" fmla="*/ 0 h 131129"/>
              <a:gd name="csX18" fmla="*/ 15942 w 141772"/>
              <a:gd name="csY18" fmla="*/ 0 h 131129"/>
              <a:gd name="csX19" fmla="*/ 30131 w 141772"/>
              <a:gd name="csY19" fmla="*/ 24808 h 131129"/>
              <a:gd name="csX20" fmla="*/ 111642 w 141772"/>
              <a:gd name="csY20" fmla="*/ 24808 h 131129"/>
              <a:gd name="csX21" fmla="*/ 116967 w 141772"/>
              <a:gd name="csY21" fmla="*/ 30124 h 131129"/>
              <a:gd name="csX22" fmla="*/ 111642 w 141772"/>
              <a:gd name="csY22" fmla="*/ 35440 h 131129"/>
              <a:gd name="csX23" fmla="*/ 30131 w 141772"/>
              <a:gd name="csY23" fmla="*/ 35440 h 131129"/>
              <a:gd name="csX24" fmla="*/ 24806 w 141772"/>
              <a:gd name="csY24" fmla="*/ 30124 h 131129"/>
              <a:gd name="csX25" fmla="*/ 30131 w 141772"/>
              <a:gd name="csY25" fmla="*/ 24808 h 131129"/>
              <a:gd name="csX26" fmla="*/ 37209 w 141772"/>
              <a:gd name="csY26" fmla="*/ 46072 h 131129"/>
              <a:gd name="csX27" fmla="*/ 104564 w 141772"/>
              <a:gd name="csY27" fmla="*/ 46072 h 131129"/>
              <a:gd name="csX28" fmla="*/ 109873 w 141772"/>
              <a:gd name="csY28" fmla="*/ 51388 h 131129"/>
              <a:gd name="csX29" fmla="*/ 104564 w 141772"/>
              <a:gd name="csY29" fmla="*/ 56704 h 131129"/>
              <a:gd name="csX30" fmla="*/ 37209 w 141772"/>
              <a:gd name="csY30" fmla="*/ 56704 h 131129"/>
              <a:gd name="csX31" fmla="*/ 31900 w 141772"/>
              <a:gd name="csY31" fmla="*/ 51388 h 131129"/>
              <a:gd name="csX32" fmla="*/ 37209 w 141772"/>
              <a:gd name="csY32" fmla="*/ 46072 h 131129"/>
              <a:gd name="csX33" fmla="*/ 70895 w 141772"/>
              <a:gd name="csY33" fmla="*/ 70880 h 131129"/>
              <a:gd name="csX34" fmla="*/ 88606 w 141772"/>
              <a:gd name="csY34" fmla="*/ 88599 h 131129"/>
              <a:gd name="csX35" fmla="*/ 70895 w 141772"/>
              <a:gd name="csY35" fmla="*/ 106319 h 131129"/>
              <a:gd name="csX36" fmla="*/ 53167 w 141772"/>
              <a:gd name="csY36" fmla="*/ 88599 h 131129"/>
              <a:gd name="csX37" fmla="*/ 70895 w 141772"/>
              <a:gd name="csY37" fmla="*/ 70880 h 131129"/>
            </a:gdLst>
            <a:ahLst/>
            <a:cxnLst/>
            <a:rect l="l" t="t" r="r" b="b"/>
            <a:pathLst>
              <a:path w="100000" h="100000">
                <a:moveTo>
                  <a:pt x="11245" y="3754"/>
                </a:moveTo>
                <a:cubicBezTo>
                  <a:pt x="5052" y="3754"/>
                  <a:pt x="0" y="8800"/>
                  <a:pt x="0" y="15003"/>
                </a:cubicBezTo>
                <a:lnTo>
                  <a:pt x="0" y="72498"/>
                </a:lnTo>
                <a:cubicBezTo>
                  <a:pt x="0" y="78699"/>
                  <a:pt x="5052" y="83746"/>
                  <a:pt x="11245" y="83746"/>
                </a:cubicBezTo>
                <a:lnTo>
                  <a:pt x="39998" y="83746"/>
                </a:lnTo>
                <a:lnTo>
                  <a:pt x="39998" y="92495"/>
                </a:lnTo>
                <a:cubicBezTo>
                  <a:pt x="39998" y="93833"/>
                  <a:pt x="40718" y="95068"/>
                  <a:pt x="41870" y="95737"/>
                </a:cubicBezTo>
                <a:cubicBezTo>
                  <a:pt x="43022" y="96410"/>
                  <a:pt x="44450" y="96418"/>
                  <a:pt x="45614" y="95752"/>
                </a:cubicBezTo>
                <a:lnTo>
                  <a:pt x="50006" y="93242"/>
                </a:lnTo>
                <a:lnTo>
                  <a:pt x="54386" y="95752"/>
                </a:lnTo>
                <a:cubicBezTo>
                  <a:pt x="54962" y="96081"/>
                  <a:pt x="55610" y="96245"/>
                  <a:pt x="56247" y="96245"/>
                </a:cubicBezTo>
                <a:cubicBezTo>
                  <a:pt x="56906" y="96245"/>
                  <a:pt x="57554" y="96077"/>
                  <a:pt x="58143" y="95737"/>
                </a:cubicBezTo>
                <a:cubicBezTo>
                  <a:pt x="59295" y="95068"/>
                  <a:pt x="60003" y="93833"/>
                  <a:pt x="60003" y="92495"/>
                </a:cubicBezTo>
                <a:lnTo>
                  <a:pt x="60003" y="83746"/>
                </a:lnTo>
                <a:lnTo>
                  <a:pt x="88756" y="83746"/>
                </a:lnTo>
                <a:cubicBezTo>
                  <a:pt x="94960" y="83746"/>
                  <a:pt x="100001" y="78699"/>
                  <a:pt x="100001" y="72498"/>
                </a:cubicBezTo>
                <a:lnTo>
                  <a:pt x="100001" y="15003"/>
                </a:lnTo>
                <a:cubicBezTo>
                  <a:pt x="100001" y="8800"/>
                  <a:pt x="94960" y="3754"/>
                  <a:pt x="88756" y="3754"/>
                </a:cubicBezTo>
                <a:lnTo>
                  <a:pt x="11245" y="3754"/>
                </a:lnTo>
                <a:close/>
                <a:moveTo>
                  <a:pt x="21253" y="21252"/>
                </a:moveTo>
                <a:lnTo>
                  <a:pt x="78748" y="21252"/>
                </a:lnTo>
                <a:cubicBezTo>
                  <a:pt x="80823" y="21252"/>
                  <a:pt x="82504" y="22929"/>
                  <a:pt x="82504" y="25002"/>
                </a:cubicBezTo>
                <a:cubicBezTo>
                  <a:pt x="82504" y="27074"/>
                  <a:pt x="80823" y="28751"/>
                  <a:pt x="78748" y="28751"/>
                </a:cubicBezTo>
                <a:lnTo>
                  <a:pt x="21253" y="28751"/>
                </a:lnTo>
                <a:cubicBezTo>
                  <a:pt x="19177" y="28751"/>
                  <a:pt x="17497" y="27074"/>
                  <a:pt x="17497" y="25002"/>
                </a:cubicBezTo>
                <a:cubicBezTo>
                  <a:pt x="17497" y="22929"/>
                  <a:pt x="19177" y="21252"/>
                  <a:pt x="21253" y="21252"/>
                </a:cubicBezTo>
                <a:close/>
                <a:moveTo>
                  <a:pt x="26246" y="36251"/>
                </a:moveTo>
                <a:lnTo>
                  <a:pt x="73755" y="36251"/>
                </a:lnTo>
                <a:cubicBezTo>
                  <a:pt x="75832" y="36251"/>
                  <a:pt x="77500" y="37928"/>
                  <a:pt x="77500" y="40000"/>
                </a:cubicBezTo>
                <a:cubicBezTo>
                  <a:pt x="77500" y="42073"/>
                  <a:pt x="75832" y="43750"/>
                  <a:pt x="73755" y="43750"/>
                </a:cubicBezTo>
                <a:lnTo>
                  <a:pt x="26246" y="43750"/>
                </a:lnTo>
                <a:cubicBezTo>
                  <a:pt x="24181" y="43750"/>
                  <a:pt x="22501" y="42073"/>
                  <a:pt x="22501" y="40000"/>
                </a:cubicBezTo>
                <a:cubicBezTo>
                  <a:pt x="22501" y="37928"/>
                  <a:pt x="24181" y="36251"/>
                  <a:pt x="26246" y="36251"/>
                </a:cubicBezTo>
                <a:close/>
                <a:moveTo>
                  <a:pt x="50006" y="53749"/>
                </a:moveTo>
                <a:cubicBezTo>
                  <a:pt x="56906" y="53749"/>
                  <a:pt x="62499" y="59346"/>
                  <a:pt x="62499" y="66248"/>
                </a:cubicBezTo>
                <a:cubicBezTo>
                  <a:pt x="62499" y="73149"/>
                  <a:pt x="56906" y="78747"/>
                  <a:pt x="50006" y="78747"/>
                </a:cubicBezTo>
                <a:cubicBezTo>
                  <a:pt x="43094" y="78747"/>
                  <a:pt x="37502" y="73149"/>
                  <a:pt x="37502" y="66248"/>
                </a:cubicBezTo>
                <a:cubicBezTo>
                  <a:pt x="37502" y="59346"/>
                  <a:pt x="43094" y="53749"/>
                  <a:pt x="50006" y="5374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2" name="Красный — SVG 21">
            <a:extLst>
              <a:ext uri="{FF2B5EF4-FFF2-40B4-BE49-F238E27FC236}">
                <a16:creationId xmlns:a16="http://schemas.microsoft.com/office/drawing/2014/main" id="{A9AD8C66-3F1A-8544-9896-A5B1C1F509C2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21267 w 127600"/>
              <a:gd name="csY0" fmla="*/ 0 h 141759"/>
              <a:gd name="csX1" fmla="*/ 0 w 127600"/>
              <a:gd name="csY1" fmla="*/ 21264 h 141759"/>
              <a:gd name="csX2" fmla="*/ 0 w 127600"/>
              <a:gd name="csY2" fmla="*/ 30124 h 141759"/>
              <a:gd name="csX3" fmla="*/ 5308 w 127600"/>
              <a:gd name="csY3" fmla="*/ 35440 h 141759"/>
              <a:gd name="csX4" fmla="*/ 14172 w 127600"/>
              <a:gd name="csY4" fmla="*/ 35440 h 141759"/>
              <a:gd name="csX5" fmla="*/ 14172 w 127600"/>
              <a:gd name="csY5" fmla="*/ 125811 h 141759"/>
              <a:gd name="csX6" fmla="*/ 30131 w 127600"/>
              <a:gd name="csY6" fmla="*/ 141759 h 141759"/>
              <a:gd name="csX7" fmla="*/ 111642 w 127600"/>
              <a:gd name="csY7" fmla="*/ 141759 h 141759"/>
              <a:gd name="csX8" fmla="*/ 127601 w 127600"/>
              <a:gd name="csY8" fmla="*/ 125811 h 141759"/>
              <a:gd name="csX9" fmla="*/ 127601 w 127600"/>
              <a:gd name="csY9" fmla="*/ 21264 h 141759"/>
              <a:gd name="csX10" fmla="*/ 106334 w 127600"/>
              <a:gd name="csY10" fmla="*/ 0 h 141759"/>
              <a:gd name="csX11" fmla="*/ 21267 w 127600"/>
              <a:gd name="csY11" fmla="*/ 0 h 141759"/>
              <a:gd name="csX12" fmla="*/ 21267 w 127600"/>
              <a:gd name="csY12" fmla="*/ 10632 h 141759"/>
              <a:gd name="csX13" fmla="*/ 87925 w 127600"/>
              <a:gd name="csY13" fmla="*/ 10632 h 141759"/>
              <a:gd name="csX14" fmla="*/ 85067 w 127600"/>
              <a:gd name="csY14" fmla="*/ 21264 h 141759"/>
              <a:gd name="csX15" fmla="*/ 85067 w 127600"/>
              <a:gd name="csY15" fmla="*/ 24808 h 141759"/>
              <a:gd name="csX16" fmla="*/ 10633 w 127600"/>
              <a:gd name="csY16" fmla="*/ 24808 h 141759"/>
              <a:gd name="csX17" fmla="*/ 10633 w 127600"/>
              <a:gd name="csY17" fmla="*/ 21264 h 141759"/>
              <a:gd name="csX18" fmla="*/ 21267 w 127600"/>
              <a:gd name="csY18" fmla="*/ 10632 h 141759"/>
              <a:gd name="csX19" fmla="*/ 40764 w 127600"/>
              <a:gd name="csY19" fmla="*/ 42528 h 141759"/>
              <a:gd name="csX20" fmla="*/ 101009 w 127600"/>
              <a:gd name="csY20" fmla="*/ 42528 h 141759"/>
              <a:gd name="csX21" fmla="*/ 106334 w 127600"/>
              <a:gd name="csY21" fmla="*/ 47844 h 141759"/>
              <a:gd name="csX22" fmla="*/ 101009 w 127600"/>
              <a:gd name="csY22" fmla="*/ 53160 h 141759"/>
              <a:gd name="csX23" fmla="*/ 40764 w 127600"/>
              <a:gd name="csY23" fmla="*/ 53160 h 141759"/>
              <a:gd name="csX24" fmla="*/ 35439 w 127600"/>
              <a:gd name="csY24" fmla="*/ 47844 h 141759"/>
              <a:gd name="csX25" fmla="*/ 40764 w 127600"/>
              <a:gd name="csY25" fmla="*/ 42528 h 141759"/>
              <a:gd name="csX26" fmla="*/ 40764 w 127600"/>
              <a:gd name="csY26" fmla="*/ 63792 h 141759"/>
              <a:gd name="csX27" fmla="*/ 65570 w 127600"/>
              <a:gd name="csY27" fmla="*/ 63792 h 141759"/>
              <a:gd name="csX28" fmla="*/ 70895 w 127600"/>
              <a:gd name="csY28" fmla="*/ 69108 h 141759"/>
              <a:gd name="csX29" fmla="*/ 65570 w 127600"/>
              <a:gd name="csY29" fmla="*/ 74424 h 141759"/>
              <a:gd name="csX30" fmla="*/ 40764 w 127600"/>
              <a:gd name="csY30" fmla="*/ 74424 h 141759"/>
              <a:gd name="csX31" fmla="*/ 35439 w 127600"/>
              <a:gd name="csY31" fmla="*/ 69108 h 141759"/>
              <a:gd name="csX32" fmla="*/ 40764 w 127600"/>
              <a:gd name="csY32" fmla="*/ 63792 h 141759"/>
              <a:gd name="csX33" fmla="*/ 95700 w 127600"/>
              <a:gd name="csY33" fmla="*/ 77968 h 141759"/>
              <a:gd name="csX34" fmla="*/ 109873 w 127600"/>
              <a:gd name="csY34" fmla="*/ 92144 h 141759"/>
              <a:gd name="csX35" fmla="*/ 95700 w 127600"/>
              <a:gd name="csY35" fmla="*/ 106319 h 141759"/>
              <a:gd name="csX36" fmla="*/ 81528 w 127600"/>
              <a:gd name="csY36" fmla="*/ 92144 h 141759"/>
              <a:gd name="csX37" fmla="*/ 95700 w 127600"/>
              <a:gd name="csY37" fmla="*/ 77968 h 141759"/>
              <a:gd name="csX38" fmla="*/ 81528 w 127600"/>
              <a:gd name="csY38" fmla="*/ 112452 h 141759"/>
              <a:gd name="csX39" fmla="*/ 95700 w 127600"/>
              <a:gd name="csY39" fmla="*/ 116951 h 141759"/>
              <a:gd name="csX40" fmla="*/ 109873 w 127600"/>
              <a:gd name="csY40" fmla="*/ 112452 h 141759"/>
              <a:gd name="csX41" fmla="*/ 109873 w 127600"/>
              <a:gd name="csY41" fmla="*/ 125811 h 141759"/>
              <a:gd name="csX42" fmla="*/ 107236 w 127600"/>
              <a:gd name="csY42" fmla="*/ 130407 h 141759"/>
              <a:gd name="csX43" fmla="*/ 104564 w 127600"/>
              <a:gd name="csY43" fmla="*/ 131127 h 141759"/>
              <a:gd name="csX44" fmla="*/ 101927 w 127600"/>
              <a:gd name="csY44" fmla="*/ 130428 h 141759"/>
              <a:gd name="csX45" fmla="*/ 95700 w 127600"/>
              <a:gd name="csY45" fmla="*/ 126870 h 141759"/>
              <a:gd name="csX46" fmla="*/ 89474 w 127600"/>
              <a:gd name="csY46" fmla="*/ 130428 h 141759"/>
              <a:gd name="csX47" fmla="*/ 84165 w 127600"/>
              <a:gd name="csY47" fmla="*/ 130407 h 141759"/>
              <a:gd name="csX48" fmla="*/ 81528 w 127600"/>
              <a:gd name="csY48" fmla="*/ 125811 h 141759"/>
              <a:gd name="csX49" fmla="*/ 81528 w 127600"/>
              <a:gd name="csY49" fmla="*/ 112452 h 141759"/>
            </a:gdLst>
            <a:ahLst/>
            <a:cxnLst/>
            <a:rect l="l" t="t" r="r" b="b"/>
            <a:pathLst>
              <a:path w="100000" h="100000">
                <a:moveTo>
                  <a:pt x="19996" y="0"/>
                </a:moveTo>
                <a:cubicBezTo>
                  <a:pt x="11727" y="0"/>
                  <a:pt x="4994" y="6728"/>
                  <a:pt x="4994" y="15000"/>
                </a:cubicBezTo>
                <a:lnTo>
                  <a:pt x="4994" y="21250"/>
                </a:lnTo>
                <a:cubicBezTo>
                  <a:pt x="4994" y="23323"/>
                  <a:pt x="6674" y="25000"/>
                  <a:pt x="8738" y="25000"/>
                </a:cubicBezTo>
                <a:lnTo>
                  <a:pt x="14991" y="25000"/>
                </a:lnTo>
                <a:lnTo>
                  <a:pt x="14991" y="88750"/>
                </a:lnTo>
                <a:cubicBezTo>
                  <a:pt x="14991" y="94953"/>
                  <a:pt x="20044" y="100000"/>
                  <a:pt x="26249" y="100000"/>
                </a:cubicBezTo>
                <a:lnTo>
                  <a:pt x="83749" y="100000"/>
                </a:lnTo>
                <a:cubicBezTo>
                  <a:pt x="89954" y="100000"/>
                  <a:pt x="95007" y="94953"/>
                  <a:pt x="95007" y="88750"/>
                </a:cubicBezTo>
                <a:lnTo>
                  <a:pt x="95007" y="15000"/>
                </a:lnTo>
                <a:cubicBezTo>
                  <a:pt x="95007" y="6728"/>
                  <a:pt x="88273" y="0"/>
                  <a:pt x="80004" y="0"/>
                </a:cubicBezTo>
                <a:lnTo>
                  <a:pt x="19996" y="0"/>
                </a:lnTo>
                <a:close/>
                <a:moveTo>
                  <a:pt x="19996" y="7500"/>
                </a:moveTo>
                <a:lnTo>
                  <a:pt x="67018" y="7500"/>
                </a:lnTo>
                <a:cubicBezTo>
                  <a:pt x="65734" y="9707"/>
                  <a:pt x="65002" y="12270"/>
                  <a:pt x="65002" y="15000"/>
                </a:cubicBezTo>
                <a:lnTo>
                  <a:pt x="65002" y="17500"/>
                </a:lnTo>
                <a:lnTo>
                  <a:pt x="12495" y="17500"/>
                </a:lnTo>
                <a:lnTo>
                  <a:pt x="12495" y="15000"/>
                </a:lnTo>
                <a:cubicBezTo>
                  <a:pt x="12495" y="10865"/>
                  <a:pt x="15855" y="7500"/>
                  <a:pt x="19996" y="7500"/>
                </a:cubicBezTo>
                <a:close/>
                <a:moveTo>
                  <a:pt x="33750" y="30000"/>
                </a:moveTo>
                <a:lnTo>
                  <a:pt x="76248" y="30000"/>
                </a:lnTo>
                <a:cubicBezTo>
                  <a:pt x="78324" y="30000"/>
                  <a:pt x="80004" y="31678"/>
                  <a:pt x="80004" y="33750"/>
                </a:cubicBezTo>
                <a:cubicBezTo>
                  <a:pt x="80004" y="35823"/>
                  <a:pt x="78324" y="37500"/>
                  <a:pt x="76248" y="37500"/>
                </a:cubicBezTo>
                <a:lnTo>
                  <a:pt x="33750" y="37500"/>
                </a:lnTo>
                <a:cubicBezTo>
                  <a:pt x="31674" y="37500"/>
                  <a:pt x="29994" y="35823"/>
                  <a:pt x="29994" y="33750"/>
                </a:cubicBezTo>
                <a:cubicBezTo>
                  <a:pt x="29994" y="31678"/>
                  <a:pt x="31674" y="30000"/>
                  <a:pt x="33750" y="30000"/>
                </a:cubicBezTo>
                <a:close/>
                <a:moveTo>
                  <a:pt x="33750" y="45000"/>
                </a:moveTo>
                <a:lnTo>
                  <a:pt x="51249" y="45000"/>
                </a:lnTo>
                <a:cubicBezTo>
                  <a:pt x="53325" y="45000"/>
                  <a:pt x="55005" y="46678"/>
                  <a:pt x="55005" y="48750"/>
                </a:cubicBezTo>
                <a:cubicBezTo>
                  <a:pt x="55005" y="50823"/>
                  <a:pt x="53325" y="52500"/>
                  <a:pt x="51249" y="52500"/>
                </a:cubicBezTo>
                <a:lnTo>
                  <a:pt x="33750" y="52500"/>
                </a:lnTo>
                <a:cubicBezTo>
                  <a:pt x="31674" y="52500"/>
                  <a:pt x="29994" y="50823"/>
                  <a:pt x="29994" y="48750"/>
                </a:cubicBezTo>
                <a:cubicBezTo>
                  <a:pt x="29994" y="46678"/>
                  <a:pt x="31674" y="45000"/>
                  <a:pt x="33750" y="45000"/>
                </a:cubicBezTo>
                <a:close/>
                <a:moveTo>
                  <a:pt x="72503" y="55000"/>
                </a:moveTo>
                <a:cubicBezTo>
                  <a:pt x="78072" y="55000"/>
                  <a:pt x="82501" y="59433"/>
                  <a:pt x="82501" y="65000"/>
                </a:cubicBezTo>
                <a:cubicBezTo>
                  <a:pt x="82501" y="70568"/>
                  <a:pt x="78072" y="75000"/>
                  <a:pt x="72503" y="75000"/>
                </a:cubicBezTo>
                <a:cubicBezTo>
                  <a:pt x="66934" y="75000"/>
                  <a:pt x="62506" y="70568"/>
                  <a:pt x="62506" y="65000"/>
                </a:cubicBezTo>
                <a:cubicBezTo>
                  <a:pt x="62506" y="59433"/>
                  <a:pt x="66934" y="55000"/>
                  <a:pt x="72503" y="55000"/>
                </a:cubicBezTo>
                <a:close/>
                <a:moveTo>
                  <a:pt x="62506" y="79326"/>
                </a:moveTo>
                <a:cubicBezTo>
                  <a:pt x="65338" y="81320"/>
                  <a:pt x="68795" y="82500"/>
                  <a:pt x="72503" y="82500"/>
                </a:cubicBezTo>
                <a:cubicBezTo>
                  <a:pt x="76212" y="82500"/>
                  <a:pt x="79668" y="81320"/>
                  <a:pt x="82501" y="79326"/>
                </a:cubicBezTo>
                <a:lnTo>
                  <a:pt x="82501" y="88750"/>
                </a:lnTo>
                <a:cubicBezTo>
                  <a:pt x="82501" y="90087"/>
                  <a:pt x="81793" y="91323"/>
                  <a:pt x="80641" y="91992"/>
                </a:cubicBezTo>
                <a:cubicBezTo>
                  <a:pt x="80052" y="92330"/>
                  <a:pt x="79404" y="92500"/>
                  <a:pt x="78756" y="92500"/>
                </a:cubicBezTo>
                <a:cubicBezTo>
                  <a:pt x="78108" y="92500"/>
                  <a:pt x="77472" y="92337"/>
                  <a:pt x="76896" y="92007"/>
                </a:cubicBezTo>
                <a:lnTo>
                  <a:pt x="72503" y="89497"/>
                </a:lnTo>
                <a:lnTo>
                  <a:pt x="68111" y="92007"/>
                </a:lnTo>
                <a:cubicBezTo>
                  <a:pt x="66958" y="92672"/>
                  <a:pt x="65531" y="92665"/>
                  <a:pt x="64366" y="91992"/>
                </a:cubicBezTo>
                <a:cubicBezTo>
                  <a:pt x="63214" y="91323"/>
                  <a:pt x="62506" y="90087"/>
                  <a:pt x="62506" y="88750"/>
                </a:cubicBezTo>
                <a:lnTo>
                  <a:pt x="62506" y="7932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3" name="Красный — SVG 22">
            <a:extLst>
              <a:ext uri="{FF2B5EF4-FFF2-40B4-BE49-F238E27FC236}">
                <a16:creationId xmlns:a16="http://schemas.microsoft.com/office/drawing/2014/main" id="{9A8B33AB-0BF8-7D4C-A9C1-484A8357D470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48980 w 141867"/>
              <a:gd name="csY0" fmla="*/ 10 h 141848"/>
              <a:gd name="csX1" fmla="*/ 42055 w 141867"/>
              <a:gd name="csY1" fmla="*/ 1235 h 141848"/>
              <a:gd name="csX2" fmla="*/ 30758 w 141867"/>
              <a:gd name="csY2" fmla="*/ 14289 h 141848"/>
              <a:gd name="csX3" fmla="*/ 25008 w 141867"/>
              <a:gd name="csY3" fmla="*/ 25011 h 141848"/>
              <a:gd name="csX4" fmla="*/ 25008 w 141867"/>
              <a:gd name="csY4" fmla="*/ 25011 h 141848"/>
              <a:gd name="csX5" fmla="*/ 14153 w 141867"/>
              <a:gd name="csY5" fmla="*/ 30963 h 141848"/>
              <a:gd name="csX6" fmla="*/ 1240 w 141867"/>
              <a:gd name="csY6" fmla="*/ 42060 h 141848"/>
              <a:gd name="csX7" fmla="*/ 2516 w 141867"/>
              <a:gd name="csY7" fmla="*/ 59038 h 141848"/>
              <a:gd name="csX8" fmla="*/ 5987 w 141867"/>
              <a:gd name="csY8" fmla="*/ 70924 h 141848"/>
              <a:gd name="csX9" fmla="*/ 2482 w 141867"/>
              <a:gd name="csY9" fmla="*/ 82567 h 141848"/>
              <a:gd name="csX10" fmla="*/ 1240 w 141867"/>
              <a:gd name="csY10" fmla="*/ 99795 h 141848"/>
              <a:gd name="csX11" fmla="*/ 14290 w 141867"/>
              <a:gd name="csY11" fmla="*/ 111098 h 141848"/>
              <a:gd name="csX12" fmla="*/ 25008 w 141867"/>
              <a:gd name="csY12" fmla="*/ 116835 h 141848"/>
              <a:gd name="csX13" fmla="*/ 25008 w 141867"/>
              <a:gd name="csY13" fmla="*/ 116844 h 141848"/>
              <a:gd name="csX14" fmla="*/ 25008 w 141867"/>
              <a:gd name="csY14" fmla="*/ 116844 h 141848"/>
              <a:gd name="csX15" fmla="*/ 30963 w 141867"/>
              <a:gd name="csY15" fmla="*/ 127704 h 141848"/>
              <a:gd name="csX16" fmla="*/ 42055 w 141867"/>
              <a:gd name="csY16" fmla="*/ 140612 h 141848"/>
              <a:gd name="csX17" fmla="*/ 59035 w 141867"/>
              <a:gd name="csY17" fmla="*/ 139326 h 141848"/>
              <a:gd name="csX18" fmla="*/ 70927 w 141867"/>
              <a:gd name="csY18" fmla="*/ 135857 h 141848"/>
              <a:gd name="csX19" fmla="*/ 82581 w 141867"/>
              <a:gd name="csY19" fmla="*/ 139373 h 141848"/>
              <a:gd name="csX20" fmla="*/ 99799 w 141867"/>
              <a:gd name="csY20" fmla="*/ 140612 h 141848"/>
              <a:gd name="csX21" fmla="*/ 111113 w 141867"/>
              <a:gd name="csY21" fmla="*/ 127558 h 141848"/>
              <a:gd name="csX22" fmla="*/ 116846 w 141867"/>
              <a:gd name="csY22" fmla="*/ 116844 h 141848"/>
              <a:gd name="csX23" fmla="*/ 116846 w 141867"/>
              <a:gd name="csY23" fmla="*/ 116835 h 141848"/>
              <a:gd name="csX24" fmla="*/ 127718 w 141867"/>
              <a:gd name="csY24" fmla="*/ 110890 h 141848"/>
              <a:gd name="csX25" fmla="*/ 140631 w 141867"/>
              <a:gd name="csY25" fmla="*/ 99795 h 141848"/>
              <a:gd name="csX26" fmla="*/ 139338 w 141867"/>
              <a:gd name="csY26" fmla="*/ 82815 h 141848"/>
              <a:gd name="csX27" fmla="*/ 135867 w 141867"/>
              <a:gd name="csY27" fmla="*/ 70924 h 141848"/>
              <a:gd name="csX28" fmla="*/ 139389 w 141867"/>
              <a:gd name="csY28" fmla="*/ 59282 h 141848"/>
              <a:gd name="csX29" fmla="*/ 140631 w 141867"/>
              <a:gd name="csY29" fmla="*/ 42060 h 141848"/>
              <a:gd name="csX30" fmla="*/ 127582 w 141867"/>
              <a:gd name="csY30" fmla="*/ 30756 h 141848"/>
              <a:gd name="csX31" fmla="*/ 116846 w 141867"/>
              <a:gd name="csY31" fmla="*/ 25011 h 141848"/>
              <a:gd name="csX32" fmla="*/ 110892 w 141867"/>
              <a:gd name="csY32" fmla="*/ 14151 h 141848"/>
              <a:gd name="csX33" fmla="*/ 99799 w 141867"/>
              <a:gd name="csY33" fmla="*/ 1235 h 141848"/>
              <a:gd name="csX34" fmla="*/ 82820 w 141867"/>
              <a:gd name="csY34" fmla="*/ 2522 h 141848"/>
              <a:gd name="csX35" fmla="*/ 70927 w 141867"/>
              <a:gd name="csY35" fmla="*/ 5996 h 141848"/>
              <a:gd name="csX36" fmla="*/ 59290 w 141867"/>
              <a:gd name="csY36" fmla="*/ 2473 h 141848"/>
              <a:gd name="csX37" fmla="*/ 51175 w 141867"/>
              <a:gd name="csY37" fmla="*/ 204 h 141848"/>
              <a:gd name="csX38" fmla="*/ 48980 w 141867"/>
              <a:gd name="csY38" fmla="*/ 10 h 141848"/>
              <a:gd name="csX39" fmla="*/ 51447 w 141867"/>
              <a:gd name="csY39" fmla="*/ 39028 h 141848"/>
              <a:gd name="csX40" fmla="*/ 63850 w 141867"/>
              <a:gd name="csY40" fmla="*/ 51431 h 141848"/>
              <a:gd name="csX41" fmla="*/ 51447 w 141867"/>
              <a:gd name="csY41" fmla="*/ 63836 h 141848"/>
              <a:gd name="csX42" fmla="*/ 39027 w 141867"/>
              <a:gd name="csY42" fmla="*/ 51431 h 141848"/>
              <a:gd name="csX43" fmla="*/ 51447 w 141867"/>
              <a:gd name="csY43" fmla="*/ 39028 h 141848"/>
              <a:gd name="csX44" fmla="*/ 97519 w 141867"/>
              <a:gd name="csY44" fmla="*/ 39028 h 141848"/>
              <a:gd name="csX45" fmla="*/ 101279 w 141867"/>
              <a:gd name="csY45" fmla="*/ 40585 h 141848"/>
              <a:gd name="csX46" fmla="*/ 101279 w 141867"/>
              <a:gd name="csY46" fmla="*/ 48102 h 141848"/>
              <a:gd name="csX47" fmla="*/ 48112 w 141867"/>
              <a:gd name="csY47" fmla="*/ 101262 h 141848"/>
              <a:gd name="csX48" fmla="*/ 44352 w 141867"/>
              <a:gd name="csY48" fmla="*/ 102820 h 141848"/>
              <a:gd name="csX49" fmla="*/ 40592 w 141867"/>
              <a:gd name="csY49" fmla="*/ 101262 h 141848"/>
              <a:gd name="csX50" fmla="*/ 40592 w 141867"/>
              <a:gd name="csY50" fmla="*/ 93745 h 141848"/>
              <a:gd name="csX51" fmla="*/ 93759 w 141867"/>
              <a:gd name="csY51" fmla="*/ 40585 h 141848"/>
              <a:gd name="csX52" fmla="*/ 97519 w 141867"/>
              <a:gd name="csY52" fmla="*/ 39028 h 141848"/>
              <a:gd name="csX53" fmla="*/ 90425 w 141867"/>
              <a:gd name="csY53" fmla="*/ 78011 h 141848"/>
              <a:gd name="csX54" fmla="*/ 102827 w 141867"/>
              <a:gd name="csY54" fmla="*/ 90415 h 141848"/>
              <a:gd name="csX55" fmla="*/ 90425 w 141867"/>
              <a:gd name="csY55" fmla="*/ 102820 h 141848"/>
              <a:gd name="csX56" fmla="*/ 78022 w 141867"/>
              <a:gd name="csY56" fmla="*/ 90415 h 141848"/>
              <a:gd name="csX57" fmla="*/ 90425 w 141867"/>
              <a:gd name="csY57" fmla="*/ 78011 h 141848"/>
            </a:gdLst>
            <a:ahLst/>
            <a:cxnLst/>
            <a:rect l="l" t="t" r="r" b="b"/>
            <a:pathLst>
              <a:path w="100000" h="100000">
                <a:moveTo>
                  <a:pt x="34525" y="14"/>
                </a:moveTo>
                <a:cubicBezTo>
                  <a:pt x="32942" y="-38"/>
                  <a:pt x="31299" y="190"/>
                  <a:pt x="29644" y="877"/>
                </a:cubicBezTo>
                <a:cubicBezTo>
                  <a:pt x="25219" y="2707"/>
                  <a:pt x="23228" y="6727"/>
                  <a:pt x="21681" y="10079"/>
                </a:cubicBezTo>
                <a:cubicBezTo>
                  <a:pt x="20122" y="13431"/>
                  <a:pt x="18791" y="16483"/>
                  <a:pt x="17628" y="17637"/>
                </a:cubicBezTo>
                <a:lnTo>
                  <a:pt x="17628" y="17637"/>
                </a:lnTo>
                <a:cubicBezTo>
                  <a:pt x="16357" y="18910"/>
                  <a:pt x="13298" y="20281"/>
                  <a:pt x="9976" y="21832"/>
                </a:cubicBezTo>
                <a:cubicBezTo>
                  <a:pt x="6643" y="23384"/>
                  <a:pt x="2673" y="25297"/>
                  <a:pt x="874" y="29654"/>
                </a:cubicBezTo>
                <a:cubicBezTo>
                  <a:pt x="-937" y="34012"/>
                  <a:pt x="527" y="38173"/>
                  <a:pt x="1773" y="41622"/>
                </a:cubicBezTo>
                <a:cubicBezTo>
                  <a:pt x="3033" y="45071"/>
                  <a:pt x="4220" y="48199"/>
                  <a:pt x="4220" y="50000"/>
                </a:cubicBezTo>
                <a:cubicBezTo>
                  <a:pt x="4220" y="51632"/>
                  <a:pt x="3021" y="54740"/>
                  <a:pt x="1750" y="58207"/>
                </a:cubicBezTo>
                <a:cubicBezTo>
                  <a:pt x="467" y="61673"/>
                  <a:pt x="-961" y="65930"/>
                  <a:pt x="874" y="70351"/>
                </a:cubicBezTo>
                <a:cubicBezTo>
                  <a:pt x="2697" y="74771"/>
                  <a:pt x="6727" y="76767"/>
                  <a:pt x="10073" y="78318"/>
                </a:cubicBezTo>
                <a:cubicBezTo>
                  <a:pt x="13430" y="79868"/>
                  <a:pt x="16477" y="81210"/>
                  <a:pt x="17628" y="82362"/>
                </a:cubicBezTo>
                <a:lnTo>
                  <a:pt x="17628" y="82368"/>
                </a:lnTo>
                <a:lnTo>
                  <a:pt x="17628" y="82368"/>
                </a:lnTo>
                <a:cubicBezTo>
                  <a:pt x="18911" y="83641"/>
                  <a:pt x="20278" y="86697"/>
                  <a:pt x="21825" y="90023"/>
                </a:cubicBezTo>
                <a:cubicBezTo>
                  <a:pt x="23372" y="93348"/>
                  <a:pt x="25291" y="97318"/>
                  <a:pt x="29644" y="99122"/>
                </a:cubicBezTo>
                <a:cubicBezTo>
                  <a:pt x="34009" y="100927"/>
                  <a:pt x="38171" y="99470"/>
                  <a:pt x="41613" y="98216"/>
                </a:cubicBezTo>
                <a:cubicBezTo>
                  <a:pt x="45067" y="96960"/>
                  <a:pt x="48197" y="95770"/>
                  <a:pt x="49995" y="95770"/>
                </a:cubicBezTo>
                <a:cubicBezTo>
                  <a:pt x="51627" y="95772"/>
                  <a:pt x="54745" y="96976"/>
                  <a:pt x="58210" y="98249"/>
                </a:cubicBezTo>
                <a:cubicBezTo>
                  <a:pt x="61676" y="99522"/>
                  <a:pt x="65922" y="100955"/>
                  <a:pt x="70347" y="99122"/>
                </a:cubicBezTo>
                <a:cubicBezTo>
                  <a:pt x="74772" y="97292"/>
                  <a:pt x="76763" y="93273"/>
                  <a:pt x="78322" y="89920"/>
                </a:cubicBezTo>
                <a:cubicBezTo>
                  <a:pt x="79869" y="86569"/>
                  <a:pt x="81212" y="83522"/>
                  <a:pt x="82363" y="82368"/>
                </a:cubicBezTo>
                <a:lnTo>
                  <a:pt x="82363" y="82362"/>
                </a:lnTo>
                <a:cubicBezTo>
                  <a:pt x="83635" y="81089"/>
                  <a:pt x="86692" y="79723"/>
                  <a:pt x="90027" y="78171"/>
                </a:cubicBezTo>
                <a:cubicBezTo>
                  <a:pt x="93349" y="76620"/>
                  <a:pt x="97330" y="74708"/>
                  <a:pt x="99129" y="70351"/>
                </a:cubicBezTo>
                <a:cubicBezTo>
                  <a:pt x="100928" y="65994"/>
                  <a:pt x="99476" y="61832"/>
                  <a:pt x="98217" y="58382"/>
                </a:cubicBezTo>
                <a:cubicBezTo>
                  <a:pt x="96970" y="54933"/>
                  <a:pt x="95771" y="51800"/>
                  <a:pt x="95771" y="50000"/>
                </a:cubicBezTo>
                <a:cubicBezTo>
                  <a:pt x="95771" y="48368"/>
                  <a:pt x="96982" y="45260"/>
                  <a:pt x="98253" y="41794"/>
                </a:cubicBezTo>
                <a:cubicBezTo>
                  <a:pt x="99525" y="38326"/>
                  <a:pt x="100964" y="34075"/>
                  <a:pt x="99129" y="29654"/>
                </a:cubicBezTo>
                <a:cubicBezTo>
                  <a:pt x="97294" y="25233"/>
                  <a:pt x="93277" y="23236"/>
                  <a:pt x="89931" y="21686"/>
                </a:cubicBezTo>
                <a:cubicBezTo>
                  <a:pt x="86573" y="20135"/>
                  <a:pt x="83527" y="18790"/>
                  <a:pt x="82363" y="17637"/>
                </a:cubicBezTo>
                <a:cubicBezTo>
                  <a:pt x="81092" y="16364"/>
                  <a:pt x="79725" y="13306"/>
                  <a:pt x="78166" y="9982"/>
                </a:cubicBezTo>
                <a:cubicBezTo>
                  <a:pt x="76619" y="6655"/>
                  <a:pt x="74700" y="2682"/>
                  <a:pt x="70347" y="877"/>
                </a:cubicBezTo>
                <a:cubicBezTo>
                  <a:pt x="65994" y="-927"/>
                  <a:pt x="61833" y="529"/>
                  <a:pt x="58379" y="1784"/>
                </a:cubicBezTo>
                <a:cubicBezTo>
                  <a:pt x="54925" y="3039"/>
                  <a:pt x="51806" y="4235"/>
                  <a:pt x="49995" y="4233"/>
                </a:cubicBezTo>
                <a:cubicBezTo>
                  <a:pt x="48364" y="4233"/>
                  <a:pt x="45259" y="3024"/>
                  <a:pt x="41793" y="1750"/>
                </a:cubicBezTo>
                <a:cubicBezTo>
                  <a:pt x="40054" y="1113"/>
                  <a:pt x="38123" y="438"/>
                  <a:pt x="36073" y="150"/>
                </a:cubicBezTo>
                <a:cubicBezTo>
                  <a:pt x="35569" y="79"/>
                  <a:pt x="35053" y="31"/>
                  <a:pt x="34525" y="14"/>
                </a:cubicBezTo>
                <a:close/>
                <a:moveTo>
                  <a:pt x="36264" y="27517"/>
                </a:moveTo>
                <a:cubicBezTo>
                  <a:pt x="41085" y="27517"/>
                  <a:pt x="45007" y="31431"/>
                  <a:pt x="45007" y="36260"/>
                </a:cubicBezTo>
                <a:cubicBezTo>
                  <a:pt x="45007" y="41088"/>
                  <a:pt x="41085" y="45004"/>
                  <a:pt x="36264" y="45004"/>
                </a:cubicBezTo>
                <a:cubicBezTo>
                  <a:pt x="31431" y="45004"/>
                  <a:pt x="27510" y="41088"/>
                  <a:pt x="27510" y="36260"/>
                </a:cubicBezTo>
                <a:cubicBezTo>
                  <a:pt x="27510" y="31431"/>
                  <a:pt x="31431" y="27517"/>
                  <a:pt x="36264" y="27517"/>
                </a:cubicBezTo>
                <a:close/>
                <a:moveTo>
                  <a:pt x="68740" y="27517"/>
                </a:moveTo>
                <a:cubicBezTo>
                  <a:pt x="69699" y="27517"/>
                  <a:pt x="70658" y="27883"/>
                  <a:pt x="71390" y="28614"/>
                </a:cubicBezTo>
                <a:cubicBezTo>
                  <a:pt x="72853" y="30079"/>
                  <a:pt x="72853" y="32449"/>
                  <a:pt x="71390" y="33913"/>
                </a:cubicBezTo>
                <a:lnTo>
                  <a:pt x="33913" y="71385"/>
                </a:lnTo>
                <a:cubicBezTo>
                  <a:pt x="33182" y="72117"/>
                  <a:pt x="32222" y="72483"/>
                  <a:pt x="31263" y="72483"/>
                </a:cubicBezTo>
                <a:cubicBezTo>
                  <a:pt x="30304" y="72483"/>
                  <a:pt x="29344" y="72117"/>
                  <a:pt x="28613" y="71385"/>
                </a:cubicBezTo>
                <a:cubicBezTo>
                  <a:pt x="27150" y="69921"/>
                  <a:pt x="27150" y="67550"/>
                  <a:pt x="28613" y="66086"/>
                </a:cubicBezTo>
                <a:lnTo>
                  <a:pt x="66089" y="28614"/>
                </a:lnTo>
                <a:cubicBezTo>
                  <a:pt x="66821" y="27883"/>
                  <a:pt x="67780" y="27517"/>
                  <a:pt x="68740" y="27517"/>
                </a:cubicBezTo>
                <a:close/>
                <a:moveTo>
                  <a:pt x="63739" y="54996"/>
                </a:moveTo>
                <a:cubicBezTo>
                  <a:pt x="68572" y="54996"/>
                  <a:pt x="72481" y="58910"/>
                  <a:pt x="72481" y="63739"/>
                </a:cubicBezTo>
                <a:cubicBezTo>
                  <a:pt x="72481" y="68568"/>
                  <a:pt x="68572" y="72483"/>
                  <a:pt x="63739" y="72483"/>
                </a:cubicBezTo>
                <a:cubicBezTo>
                  <a:pt x="58906" y="72483"/>
                  <a:pt x="54997" y="68568"/>
                  <a:pt x="54997" y="63739"/>
                </a:cubicBezTo>
                <a:cubicBezTo>
                  <a:pt x="54997" y="58910"/>
                  <a:pt x="58906" y="54996"/>
                  <a:pt x="63739" y="5499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4" name="Красный — SVG 23">
            <a:extLst>
              <a:ext uri="{FF2B5EF4-FFF2-40B4-BE49-F238E27FC236}">
                <a16:creationId xmlns:a16="http://schemas.microsoft.com/office/drawing/2014/main" id="{453BA28E-EF99-4F4C-9D6C-B708747E6A8A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21267 w 141772"/>
              <a:gd name="csY0" fmla="*/ 0 h 113407"/>
              <a:gd name="csX1" fmla="*/ 68 w 141772"/>
              <a:gd name="csY1" fmla="*/ 19492 h 113407"/>
              <a:gd name="csX2" fmla="*/ 70895 w 141772"/>
              <a:gd name="csY2" fmla="*/ 57728 h 113407"/>
              <a:gd name="csX3" fmla="*/ 141705 w 141772"/>
              <a:gd name="csY3" fmla="*/ 19492 h 113407"/>
              <a:gd name="csX4" fmla="*/ 120506 w 141772"/>
              <a:gd name="csY4" fmla="*/ 0 h 113407"/>
              <a:gd name="csX5" fmla="*/ 21267 w 141772"/>
              <a:gd name="csY5" fmla="*/ 0 h 113407"/>
              <a:gd name="csX6" fmla="*/ 0 w 141772"/>
              <a:gd name="csY6" fmla="*/ 31508 h 113407"/>
              <a:gd name="csX7" fmla="*/ 0 w 141772"/>
              <a:gd name="csY7" fmla="*/ 92144 h 113407"/>
              <a:gd name="csX8" fmla="*/ 21267 w 141772"/>
              <a:gd name="csY8" fmla="*/ 113407 h 113407"/>
              <a:gd name="csX9" fmla="*/ 120506 w 141772"/>
              <a:gd name="csY9" fmla="*/ 113407 h 113407"/>
              <a:gd name="csX10" fmla="*/ 141773 w 141772"/>
              <a:gd name="csY10" fmla="*/ 92144 h 113407"/>
              <a:gd name="csX11" fmla="*/ 141773 w 141772"/>
              <a:gd name="csY11" fmla="*/ 31508 h 113407"/>
              <a:gd name="csX12" fmla="*/ 73413 w 141772"/>
              <a:gd name="csY12" fmla="*/ 68471 h 113407"/>
              <a:gd name="csX13" fmla="*/ 70895 w 141772"/>
              <a:gd name="csY13" fmla="*/ 69108 h 113407"/>
              <a:gd name="csX14" fmla="*/ 68377 w 141772"/>
              <a:gd name="csY14" fmla="*/ 68471 h 113407"/>
              <a:gd name="csX15" fmla="*/ 0 w 141772"/>
              <a:gd name="csY15" fmla="*/ 31508 h 113407"/>
            </a:gdLst>
            <a:ahLst/>
            <a:cxnLst/>
            <a:rect l="l" t="t" r="r" b="b"/>
            <a:pathLst>
              <a:path w="100000" h="100000">
                <a:moveTo>
                  <a:pt x="15001" y="10004"/>
                </a:moveTo>
                <a:cubicBezTo>
                  <a:pt x="7152" y="10004"/>
                  <a:pt x="696" y="16053"/>
                  <a:pt x="48" y="23753"/>
                </a:cubicBezTo>
                <a:lnTo>
                  <a:pt x="50006" y="50723"/>
                </a:lnTo>
                <a:lnTo>
                  <a:pt x="99953" y="23753"/>
                </a:lnTo>
                <a:cubicBezTo>
                  <a:pt x="99305" y="16053"/>
                  <a:pt x="92848" y="10004"/>
                  <a:pt x="85000" y="10004"/>
                </a:cubicBezTo>
                <a:lnTo>
                  <a:pt x="15001" y="10004"/>
                </a:lnTo>
                <a:close/>
                <a:moveTo>
                  <a:pt x="0" y="32228"/>
                </a:moveTo>
                <a:lnTo>
                  <a:pt x="0" y="74998"/>
                </a:lnTo>
                <a:cubicBezTo>
                  <a:pt x="0" y="83272"/>
                  <a:pt x="6721" y="89996"/>
                  <a:pt x="15001" y="89996"/>
                </a:cubicBezTo>
                <a:lnTo>
                  <a:pt x="85000" y="89996"/>
                </a:lnTo>
                <a:cubicBezTo>
                  <a:pt x="93280" y="89996"/>
                  <a:pt x="100001" y="83272"/>
                  <a:pt x="100001" y="74998"/>
                </a:cubicBezTo>
                <a:lnTo>
                  <a:pt x="100001" y="32228"/>
                </a:lnTo>
                <a:lnTo>
                  <a:pt x="51782" y="58300"/>
                </a:lnTo>
                <a:cubicBezTo>
                  <a:pt x="51230" y="58600"/>
                  <a:pt x="50630" y="58750"/>
                  <a:pt x="50006" y="58750"/>
                </a:cubicBezTo>
                <a:cubicBezTo>
                  <a:pt x="49382" y="58750"/>
                  <a:pt x="48770" y="58600"/>
                  <a:pt x="48230" y="58300"/>
                </a:cubicBezTo>
                <a:lnTo>
                  <a:pt x="0" y="3222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5" name="Красный — SVG 24">
            <a:extLst>
              <a:ext uri="{FF2B5EF4-FFF2-40B4-BE49-F238E27FC236}">
                <a16:creationId xmlns:a16="http://schemas.microsoft.com/office/drawing/2014/main" id="{A7812502-A461-7544-9464-3887E3C46D6D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15950 w 113423"/>
              <a:gd name="csY0" fmla="*/ 0 h 141759"/>
              <a:gd name="csX1" fmla="*/ 0 w 113423"/>
              <a:gd name="csY1" fmla="*/ 15948 h 141759"/>
              <a:gd name="csX2" fmla="*/ 0 w 113423"/>
              <a:gd name="csY2" fmla="*/ 125811 h 141759"/>
              <a:gd name="csX3" fmla="*/ 15950 w 113423"/>
              <a:gd name="csY3" fmla="*/ 141759 h 141759"/>
              <a:gd name="csX4" fmla="*/ 97473 w 113423"/>
              <a:gd name="csY4" fmla="*/ 141759 h 141759"/>
              <a:gd name="csX5" fmla="*/ 113423 w 113423"/>
              <a:gd name="csY5" fmla="*/ 125811 h 141759"/>
              <a:gd name="csX6" fmla="*/ 113423 w 113423"/>
              <a:gd name="csY6" fmla="*/ 56704 h 141759"/>
              <a:gd name="csX7" fmla="*/ 72661 w 113423"/>
              <a:gd name="csY7" fmla="*/ 56704 h 141759"/>
              <a:gd name="csX8" fmla="*/ 56711 w 113423"/>
              <a:gd name="csY8" fmla="*/ 40756 h 141759"/>
              <a:gd name="csX9" fmla="*/ 56711 w 113423"/>
              <a:gd name="csY9" fmla="*/ 0 h 141759"/>
              <a:gd name="csX10" fmla="*/ 15950 w 113423"/>
              <a:gd name="csY10" fmla="*/ 0 h 141759"/>
              <a:gd name="csX11" fmla="*/ 67344 w 113423"/>
              <a:gd name="csY11" fmla="*/ 3115 h 141759"/>
              <a:gd name="csX12" fmla="*/ 67344 w 113423"/>
              <a:gd name="csY12" fmla="*/ 40756 h 141759"/>
              <a:gd name="csX13" fmla="*/ 72661 w 113423"/>
              <a:gd name="csY13" fmla="*/ 46072 h 141759"/>
              <a:gd name="csX14" fmla="*/ 110308 w 113423"/>
              <a:gd name="csY14" fmla="*/ 46072 h 141759"/>
              <a:gd name="csX15" fmla="*/ 67344 w 113423"/>
              <a:gd name="csY15" fmla="*/ 3115 h 141759"/>
            </a:gdLst>
            <a:ahLst/>
            <a:cxnLst/>
            <a:rect l="l" t="t" r="r" b="b"/>
            <a:pathLst>
              <a:path w="100000" h="100000">
                <a:moveTo>
                  <a:pt x="21246" y="0"/>
                </a:moveTo>
                <a:cubicBezTo>
                  <a:pt x="15042" y="0"/>
                  <a:pt x="9994" y="5047"/>
                  <a:pt x="9994" y="11250"/>
                </a:cubicBezTo>
                <a:lnTo>
                  <a:pt x="9994" y="88750"/>
                </a:lnTo>
                <a:cubicBezTo>
                  <a:pt x="9994" y="94953"/>
                  <a:pt x="15042" y="100000"/>
                  <a:pt x="21246" y="100000"/>
                </a:cubicBezTo>
                <a:lnTo>
                  <a:pt x="78754" y="100000"/>
                </a:lnTo>
                <a:cubicBezTo>
                  <a:pt x="84957" y="100000"/>
                  <a:pt x="90006" y="94953"/>
                  <a:pt x="90006" y="88750"/>
                </a:cubicBezTo>
                <a:lnTo>
                  <a:pt x="90006" y="40000"/>
                </a:lnTo>
                <a:lnTo>
                  <a:pt x="61251" y="40000"/>
                </a:lnTo>
                <a:cubicBezTo>
                  <a:pt x="55048" y="40000"/>
                  <a:pt x="50000" y="34952"/>
                  <a:pt x="50000" y="28750"/>
                </a:cubicBezTo>
                <a:lnTo>
                  <a:pt x="50000" y="0"/>
                </a:lnTo>
                <a:lnTo>
                  <a:pt x="21246" y="0"/>
                </a:lnTo>
                <a:close/>
                <a:moveTo>
                  <a:pt x="57500" y="2197"/>
                </a:moveTo>
                <a:lnTo>
                  <a:pt x="57500" y="28750"/>
                </a:lnTo>
                <a:cubicBezTo>
                  <a:pt x="57500" y="30818"/>
                  <a:pt x="59183" y="32500"/>
                  <a:pt x="61251" y="32500"/>
                </a:cubicBezTo>
                <a:lnTo>
                  <a:pt x="87808" y="32500"/>
                </a:lnTo>
                <a:lnTo>
                  <a:pt x="57500" y="219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6" name="Красный — SVG 25">
            <a:extLst>
              <a:ext uri="{FF2B5EF4-FFF2-40B4-BE49-F238E27FC236}">
                <a16:creationId xmlns:a16="http://schemas.microsoft.com/office/drawing/2014/main" id="{61DC456A-4FA3-AC4D-A0AF-845E73631A03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46072 w 127600"/>
              <a:gd name="csY0" fmla="*/ 77967 h 127583"/>
              <a:gd name="csX1" fmla="*/ 46072 w 127600"/>
              <a:gd name="csY1" fmla="*/ 122267 h 127583"/>
              <a:gd name="csX2" fmla="*/ 48965 w 127600"/>
              <a:gd name="csY2" fmla="*/ 126995 h 127583"/>
              <a:gd name="csX3" fmla="*/ 51397 w 127600"/>
              <a:gd name="csY3" fmla="*/ 127583 h 127583"/>
              <a:gd name="csX4" fmla="*/ 54477 w 127600"/>
              <a:gd name="csY4" fmla="*/ 126595 h 127583"/>
              <a:gd name="csX5" fmla="*/ 79299 w 127600"/>
              <a:gd name="csY5" fmla="*/ 108874 h 127583"/>
              <a:gd name="csX6" fmla="*/ 81528 w 127600"/>
              <a:gd name="csY6" fmla="*/ 104547 h 127583"/>
              <a:gd name="csX7" fmla="*/ 81528 w 127600"/>
              <a:gd name="csY7" fmla="*/ 77967 h 127583"/>
              <a:gd name="csX8" fmla="*/ 46072 w 127600"/>
              <a:gd name="csY8" fmla="*/ 77967 h 127583"/>
              <a:gd name="csX9" fmla="*/ 118737 w 127600"/>
              <a:gd name="csY9" fmla="*/ 0 h 127583"/>
              <a:gd name="csX10" fmla="*/ 8864 w 127600"/>
              <a:gd name="csY10" fmla="*/ 0 h 127583"/>
              <a:gd name="csX11" fmla="*/ 0 w 127600"/>
              <a:gd name="csY11" fmla="*/ 8859 h 127583"/>
              <a:gd name="csX12" fmla="*/ 0 w 127600"/>
              <a:gd name="csY12" fmla="*/ 19808 h 127583"/>
              <a:gd name="csX13" fmla="*/ 10123 w 127600"/>
              <a:gd name="csY13" fmla="*/ 40685 h 127583"/>
              <a:gd name="csX14" fmla="*/ 43963 w 127600"/>
              <a:gd name="csY14" fmla="*/ 67335 h 127583"/>
              <a:gd name="csX15" fmla="*/ 83638 w 127600"/>
              <a:gd name="csY15" fmla="*/ 67335 h 127583"/>
              <a:gd name="csX16" fmla="*/ 117461 w 127600"/>
              <a:gd name="csY16" fmla="*/ 40685 h 127583"/>
              <a:gd name="csX17" fmla="*/ 127601 w 127600"/>
              <a:gd name="csY17" fmla="*/ 19808 h 127583"/>
              <a:gd name="csX18" fmla="*/ 127601 w 127600"/>
              <a:gd name="csY18" fmla="*/ 8859 h 127583"/>
              <a:gd name="csX19" fmla="*/ 118737 w 127600"/>
              <a:gd name="csY19" fmla="*/ 0 h 127583"/>
            </a:gdLst>
            <a:ahLst/>
            <a:cxnLst/>
            <a:rect l="l" t="t" r="r" b="b"/>
            <a:pathLst>
              <a:path w="100000" h="100000">
                <a:moveTo>
                  <a:pt x="36107" y="61109"/>
                </a:moveTo>
                <a:lnTo>
                  <a:pt x="36107" y="95827"/>
                </a:lnTo>
                <a:cubicBezTo>
                  <a:pt x="36107" y="97388"/>
                  <a:pt x="36987" y="98819"/>
                  <a:pt x="38374" y="99533"/>
                </a:cubicBezTo>
                <a:cubicBezTo>
                  <a:pt x="38973" y="99841"/>
                  <a:pt x="39627" y="99993"/>
                  <a:pt x="40280" y="99993"/>
                </a:cubicBezTo>
                <a:cubicBezTo>
                  <a:pt x="41133" y="99993"/>
                  <a:pt x="41987" y="99732"/>
                  <a:pt x="42694" y="99219"/>
                </a:cubicBezTo>
                <a:lnTo>
                  <a:pt x="62147" y="85331"/>
                </a:lnTo>
                <a:cubicBezTo>
                  <a:pt x="63241" y="84549"/>
                  <a:pt x="63893" y="83285"/>
                  <a:pt x="63893" y="81940"/>
                </a:cubicBezTo>
                <a:lnTo>
                  <a:pt x="63893" y="61109"/>
                </a:lnTo>
                <a:lnTo>
                  <a:pt x="36107" y="61109"/>
                </a:lnTo>
                <a:close/>
                <a:moveTo>
                  <a:pt x="93054" y="7"/>
                </a:moveTo>
                <a:lnTo>
                  <a:pt x="6947" y="7"/>
                </a:lnTo>
                <a:cubicBezTo>
                  <a:pt x="3120" y="7"/>
                  <a:pt x="0" y="3123"/>
                  <a:pt x="0" y="6949"/>
                </a:cubicBezTo>
                <a:lnTo>
                  <a:pt x="0" y="15530"/>
                </a:lnTo>
                <a:cubicBezTo>
                  <a:pt x="0" y="21953"/>
                  <a:pt x="2893" y="27917"/>
                  <a:pt x="7933" y="31891"/>
                </a:cubicBezTo>
                <a:lnTo>
                  <a:pt x="34454" y="52777"/>
                </a:lnTo>
                <a:lnTo>
                  <a:pt x="65547" y="52777"/>
                </a:lnTo>
                <a:lnTo>
                  <a:pt x="92054" y="31891"/>
                </a:lnTo>
                <a:cubicBezTo>
                  <a:pt x="97107" y="27917"/>
                  <a:pt x="100001" y="21950"/>
                  <a:pt x="100001" y="15530"/>
                </a:cubicBezTo>
                <a:lnTo>
                  <a:pt x="100001" y="6949"/>
                </a:lnTo>
                <a:cubicBezTo>
                  <a:pt x="100001" y="3123"/>
                  <a:pt x="96880" y="7"/>
                  <a:pt x="93054" y="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7" name="Красный — SVG 26">
            <a:extLst>
              <a:ext uri="{FF2B5EF4-FFF2-40B4-BE49-F238E27FC236}">
                <a16:creationId xmlns:a16="http://schemas.microsoft.com/office/drawing/2014/main" id="{A7BB48E7-B265-394E-8CA6-B1899B2CDFEE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79898 w 142081"/>
              <a:gd name="csY0" fmla="*/ 1 h 156012"/>
              <a:gd name="csX1" fmla="*/ 76155 w 142081"/>
              <a:gd name="csY1" fmla="*/ 1615 h 156012"/>
              <a:gd name="csX2" fmla="*/ 74658 w 142081"/>
              <a:gd name="csY2" fmla="*/ 5393 h 156012"/>
              <a:gd name="csX3" fmla="*/ 74658 w 142081"/>
              <a:gd name="csY3" fmla="*/ 10709 h 156012"/>
              <a:gd name="csX4" fmla="*/ 23260 w 142081"/>
              <a:gd name="csY4" fmla="*/ 10709 h 156012"/>
              <a:gd name="csX5" fmla="*/ 21202 w 142081"/>
              <a:gd name="csY5" fmla="*/ 11092 h 156012"/>
              <a:gd name="csX6" fmla="*/ 19449 w 142081"/>
              <a:gd name="csY6" fmla="*/ 12240 h 156012"/>
              <a:gd name="csX7" fmla="*/ 18275 w 142081"/>
              <a:gd name="csY7" fmla="*/ 13973 h 156012"/>
              <a:gd name="csX8" fmla="*/ 17867 w 142081"/>
              <a:gd name="csY8" fmla="*/ 16025 h 156012"/>
              <a:gd name="csX9" fmla="*/ 18275 w 142081"/>
              <a:gd name="csY9" fmla="*/ 18077 h 156012"/>
              <a:gd name="csX10" fmla="*/ 19449 w 142081"/>
              <a:gd name="csY10" fmla="*/ 19812 h 156012"/>
              <a:gd name="csX11" fmla="*/ 21202 w 142081"/>
              <a:gd name="csY11" fmla="*/ 20958 h 156012"/>
              <a:gd name="csX12" fmla="*/ 23260 w 142081"/>
              <a:gd name="csY12" fmla="*/ 21341 h 156012"/>
              <a:gd name="csX13" fmla="*/ 79098 w 142081"/>
              <a:gd name="csY13" fmla="*/ 21341 h 156012"/>
              <a:gd name="csX14" fmla="*/ 80834 w 142081"/>
              <a:gd name="csY14" fmla="*/ 21341 h 156012"/>
              <a:gd name="csX15" fmla="*/ 136689 w 142081"/>
              <a:gd name="csY15" fmla="*/ 21341 h 156012"/>
              <a:gd name="csX16" fmla="*/ 138747 w 142081"/>
              <a:gd name="csY16" fmla="*/ 20958 h 156012"/>
              <a:gd name="csX17" fmla="*/ 140500 w 142081"/>
              <a:gd name="csY17" fmla="*/ 19812 h 156012"/>
              <a:gd name="csX18" fmla="*/ 141674 w 142081"/>
              <a:gd name="csY18" fmla="*/ 18077 h 156012"/>
              <a:gd name="csX19" fmla="*/ 142082 w 142081"/>
              <a:gd name="csY19" fmla="*/ 16025 h 156012"/>
              <a:gd name="csX20" fmla="*/ 141674 w 142081"/>
              <a:gd name="csY20" fmla="*/ 13973 h 156012"/>
              <a:gd name="csX21" fmla="*/ 140500 w 142081"/>
              <a:gd name="csY21" fmla="*/ 12240 h 156012"/>
              <a:gd name="csX22" fmla="*/ 138747 w 142081"/>
              <a:gd name="csY22" fmla="*/ 11092 h 156012"/>
              <a:gd name="csX23" fmla="*/ 136689 w 142081"/>
              <a:gd name="csY23" fmla="*/ 10709 h 156012"/>
              <a:gd name="csX24" fmla="*/ 85291 w 142081"/>
              <a:gd name="csY24" fmla="*/ 10709 h 156012"/>
              <a:gd name="csX25" fmla="*/ 85291 w 142081"/>
              <a:gd name="csY25" fmla="*/ 5393 h 156012"/>
              <a:gd name="csX26" fmla="*/ 84900 w 142081"/>
              <a:gd name="csY26" fmla="*/ 3316 h 156012"/>
              <a:gd name="csX27" fmla="*/ 83726 w 142081"/>
              <a:gd name="csY27" fmla="*/ 1555 h 156012"/>
              <a:gd name="csX28" fmla="*/ 81973 w 142081"/>
              <a:gd name="csY28" fmla="*/ 388 h 156012"/>
              <a:gd name="csX29" fmla="*/ 79898 w 142081"/>
              <a:gd name="csY29" fmla="*/ 1 h 156012"/>
              <a:gd name="csX30" fmla="*/ 24689 w 142081"/>
              <a:gd name="csY30" fmla="*/ 28430 h 156012"/>
              <a:gd name="csX31" fmla="*/ 2351 w 142081"/>
              <a:gd name="csY31" fmla="*/ 93286 h 156012"/>
              <a:gd name="csX32" fmla="*/ 224 w 142081"/>
              <a:gd name="csY32" fmla="*/ 99308 h 156012"/>
              <a:gd name="csX33" fmla="*/ 5549 w 142081"/>
              <a:gd name="csY33" fmla="*/ 102853 h 156012"/>
              <a:gd name="csX34" fmla="*/ 104789 w 142081"/>
              <a:gd name="csY34" fmla="*/ 102853 h 156012"/>
              <a:gd name="csX35" fmla="*/ 107630 w 142081"/>
              <a:gd name="csY35" fmla="*/ 101787 h 156012"/>
              <a:gd name="csX36" fmla="*/ 134562 w 142081"/>
              <a:gd name="csY36" fmla="*/ 28430 h 156012"/>
              <a:gd name="csX37" fmla="*/ 24689 w 142081"/>
              <a:gd name="csY37" fmla="*/ 28430 h 156012"/>
              <a:gd name="csX38" fmla="*/ 134919 w 142081"/>
              <a:gd name="csY38" fmla="*/ 73795 h 156012"/>
              <a:gd name="csX39" fmla="*/ 111883 w 142081"/>
              <a:gd name="csY39" fmla="*/ 107815 h 156012"/>
              <a:gd name="csX40" fmla="*/ 104789 w 142081"/>
              <a:gd name="csY40" fmla="*/ 109940 h 156012"/>
              <a:gd name="csX41" fmla="*/ 25030 w 142081"/>
              <a:gd name="csY41" fmla="*/ 109940 h 156012"/>
              <a:gd name="csX42" fmla="*/ 25030 w 142081"/>
              <a:gd name="csY42" fmla="*/ 111712 h 156012"/>
              <a:gd name="csX43" fmla="*/ 40988 w 142081"/>
              <a:gd name="csY43" fmla="*/ 127660 h 156012"/>
              <a:gd name="csX44" fmla="*/ 61540 w 142081"/>
              <a:gd name="csY44" fmla="*/ 127660 h 156012"/>
              <a:gd name="csX45" fmla="*/ 50550 w 142081"/>
              <a:gd name="csY45" fmla="*/ 148218 h 156012"/>
              <a:gd name="csX46" fmla="*/ 52693 w 142081"/>
              <a:gd name="csY46" fmla="*/ 155307 h 156012"/>
              <a:gd name="csX47" fmla="*/ 55160 w 142081"/>
              <a:gd name="csY47" fmla="*/ 156013 h 156012"/>
              <a:gd name="csX48" fmla="*/ 59771 w 142081"/>
              <a:gd name="csY48" fmla="*/ 153175 h 156012"/>
              <a:gd name="csX49" fmla="*/ 73552 w 142081"/>
              <a:gd name="csY49" fmla="*/ 127660 h 156012"/>
              <a:gd name="csX50" fmla="*/ 86397 w 142081"/>
              <a:gd name="csY50" fmla="*/ 127660 h 156012"/>
              <a:gd name="csX51" fmla="*/ 100178 w 142081"/>
              <a:gd name="csY51" fmla="*/ 153175 h 156012"/>
              <a:gd name="csX52" fmla="*/ 104789 w 142081"/>
              <a:gd name="csY52" fmla="*/ 156013 h 156012"/>
              <a:gd name="csX53" fmla="*/ 107273 w 142081"/>
              <a:gd name="csY53" fmla="*/ 155307 h 156012"/>
              <a:gd name="csX54" fmla="*/ 109399 w 142081"/>
              <a:gd name="csY54" fmla="*/ 148218 h 156012"/>
              <a:gd name="csX55" fmla="*/ 98409 w 142081"/>
              <a:gd name="csY55" fmla="*/ 127660 h 156012"/>
              <a:gd name="csX56" fmla="*/ 118961 w 142081"/>
              <a:gd name="csY56" fmla="*/ 127660 h 156012"/>
              <a:gd name="csX57" fmla="*/ 134919 w 142081"/>
              <a:gd name="csY57" fmla="*/ 111712 h 156012"/>
              <a:gd name="csX58" fmla="*/ 134919 w 142081"/>
              <a:gd name="csY58" fmla="*/ 73795 h 156012"/>
            </a:gdLst>
            <a:ahLst/>
            <a:cxnLst/>
            <a:rect l="l" t="t" r="r" b="b"/>
            <a:pathLst>
              <a:path w="100000" h="100000">
                <a:moveTo>
                  <a:pt x="55677" y="1"/>
                </a:moveTo>
                <a:cubicBezTo>
                  <a:pt x="54772" y="15"/>
                  <a:pt x="53911" y="387"/>
                  <a:pt x="53278" y="1035"/>
                </a:cubicBezTo>
                <a:cubicBezTo>
                  <a:pt x="52657" y="1683"/>
                  <a:pt x="52308" y="2554"/>
                  <a:pt x="52319" y="3457"/>
                </a:cubicBezTo>
                <a:lnTo>
                  <a:pt x="52319" y="6864"/>
                </a:lnTo>
                <a:lnTo>
                  <a:pt x="19374" y="6864"/>
                </a:lnTo>
                <a:cubicBezTo>
                  <a:pt x="18927" y="6858"/>
                  <a:pt x="18480" y="6942"/>
                  <a:pt x="18055" y="7110"/>
                </a:cubicBezTo>
                <a:cubicBezTo>
                  <a:pt x="17640" y="7278"/>
                  <a:pt x="17259" y="7528"/>
                  <a:pt x="16931" y="7846"/>
                </a:cubicBezTo>
                <a:cubicBezTo>
                  <a:pt x="16615" y="8162"/>
                  <a:pt x="16353" y="8540"/>
                  <a:pt x="16179" y="8956"/>
                </a:cubicBezTo>
                <a:cubicBezTo>
                  <a:pt x="16015" y="9373"/>
                  <a:pt x="15917" y="9820"/>
                  <a:pt x="15917" y="10272"/>
                </a:cubicBezTo>
                <a:cubicBezTo>
                  <a:pt x="15917" y="10723"/>
                  <a:pt x="16015" y="11170"/>
                  <a:pt x="16179" y="11587"/>
                </a:cubicBezTo>
                <a:cubicBezTo>
                  <a:pt x="16353" y="12003"/>
                  <a:pt x="16615" y="12382"/>
                  <a:pt x="16931" y="12699"/>
                </a:cubicBezTo>
                <a:cubicBezTo>
                  <a:pt x="17259" y="13015"/>
                  <a:pt x="17640" y="13266"/>
                  <a:pt x="18055" y="13434"/>
                </a:cubicBezTo>
                <a:cubicBezTo>
                  <a:pt x="18480" y="13602"/>
                  <a:pt x="18927" y="13685"/>
                  <a:pt x="19374" y="13679"/>
                </a:cubicBezTo>
                <a:lnTo>
                  <a:pt x="55165" y="13679"/>
                </a:lnTo>
                <a:cubicBezTo>
                  <a:pt x="55536" y="13739"/>
                  <a:pt x="55906" y="13739"/>
                  <a:pt x="56277" y="13679"/>
                </a:cubicBezTo>
                <a:lnTo>
                  <a:pt x="92079" y="13679"/>
                </a:lnTo>
                <a:cubicBezTo>
                  <a:pt x="92526" y="13685"/>
                  <a:pt x="92973" y="13602"/>
                  <a:pt x="93398" y="13434"/>
                </a:cubicBezTo>
                <a:cubicBezTo>
                  <a:pt x="93813" y="13266"/>
                  <a:pt x="94194" y="13015"/>
                  <a:pt x="94522" y="12699"/>
                </a:cubicBezTo>
                <a:cubicBezTo>
                  <a:pt x="94838" y="12382"/>
                  <a:pt x="95100" y="12003"/>
                  <a:pt x="95274" y="11587"/>
                </a:cubicBezTo>
                <a:cubicBezTo>
                  <a:pt x="95449" y="11170"/>
                  <a:pt x="95536" y="10723"/>
                  <a:pt x="95536" y="10272"/>
                </a:cubicBezTo>
                <a:cubicBezTo>
                  <a:pt x="95536" y="9820"/>
                  <a:pt x="95449" y="9373"/>
                  <a:pt x="95274" y="8956"/>
                </a:cubicBezTo>
                <a:cubicBezTo>
                  <a:pt x="95100" y="8540"/>
                  <a:pt x="94838" y="8162"/>
                  <a:pt x="94522" y="7846"/>
                </a:cubicBezTo>
                <a:cubicBezTo>
                  <a:pt x="94194" y="7528"/>
                  <a:pt x="93813" y="7278"/>
                  <a:pt x="93398" y="7110"/>
                </a:cubicBezTo>
                <a:cubicBezTo>
                  <a:pt x="92973" y="6942"/>
                  <a:pt x="92526" y="6858"/>
                  <a:pt x="92079" y="6864"/>
                </a:cubicBezTo>
                <a:lnTo>
                  <a:pt x="59134" y="6864"/>
                </a:lnTo>
                <a:lnTo>
                  <a:pt x="59134" y="3457"/>
                </a:lnTo>
                <a:cubicBezTo>
                  <a:pt x="59145" y="3001"/>
                  <a:pt x="59058" y="2549"/>
                  <a:pt x="58884" y="2125"/>
                </a:cubicBezTo>
                <a:cubicBezTo>
                  <a:pt x="58709" y="1704"/>
                  <a:pt x="58458" y="1320"/>
                  <a:pt x="58131" y="997"/>
                </a:cubicBezTo>
                <a:cubicBezTo>
                  <a:pt x="57814" y="674"/>
                  <a:pt x="57433" y="420"/>
                  <a:pt x="57007" y="249"/>
                </a:cubicBezTo>
                <a:cubicBezTo>
                  <a:pt x="56583" y="78"/>
                  <a:pt x="56135" y="-6"/>
                  <a:pt x="55677" y="1"/>
                </a:cubicBezTo>
                <a:close/>
                <a:moveTo>
                  <a:pt x="20290" y="18223"/>
                </a:moveTo>
                <a:cubicBezTo>
                  <a:pt x="19374" y="40257"/>
                  <a:pt x="14827" y="53889"/>
                  <a:pt x="5972" y="59794"/>
                </a:cubicBezTo>
                <a:cubicBezTo>
                  <a:pt x="4838" y="60704"/>
                  <a:pt x="4150" y="62291"/>
                  <a:pt x="4608" y="63654"/>
                </a:cubicBezTo>
                <a:cubicBezTo>
                  <a:pt x="5295" y="65017"/>
                  <a:pt x="6429" y="65926"/>
                  <a:pt x="8021" y="65926"/>
                </a:cubicBezTo>
                <a:lnTo>
                  <a:pt x="71632" y="65926"/>
                </a:lnTo>
                <a:cubicBezTo>
                  <a:pt x="72308" y="65926"/>
                  <a:pt x="72995" y="65698"/>
                  <a:pt x="73453" y="65243"/>
                </a:cubicBezTo>
                <a:cubicBezTo>
                  <a:pt x="84129" y="57974"/>
                  <a:pt x="89811" y="42756"/>
                  <a:pt x="90716" y="18223"/>
                </a:cubicBezTo>
                <a:lnTo>
                  <a:pt x="20290" y="18223"/>
                </a:lnTo>
                <a:close/>
                <a:moveTo>
                  <a:pt x="90945" y="47301"/>
                </a:moveTo>
                <a:cubicBezTo>
                  <a:pt x="87760" y="57296"/>
                  <a:pt x="82766" y="64564"/>
                  <a:pt x="76179" y="69107"/>
                </a:cubicBezTo>
                <a:cubicBezTo>
                  <a:pt x="74816" y="70016"/>
                  <a:pt x="73224" y="70469"/>
                  <a:pt x="71632" y="70469"/>
                </a:cubicBezTo>
                <a:lnTo>
                  <a:pt x="20508" y="70469"/>
                </a:lnTo>
                <a:lnTo>
                  <a:pt x="20508" y="71605"/>
                </a:lnTo>
                <a:cubicBezTo>
                  <a:pt x="20508" y="77284"/>
                  <a:pt x="25055" y="81827"/>
                  <a:pt x="30737" y="81827"/>
                </a:cubicBezTo>
                <a:lnTo>
                  <a:pt x="43910" y="81827"/>
                </a:lnTo>
                <a:lnTo>
                  <a:pt x="36866" y="95004"/>
                </a:lnTo>
                <a:cubicBezTo>
                  <a:pt x="35960" y="96594"/>
                  <a:pt x="36648" y="98639"/>
                  <a:pt x="38240" y="99548"/>
                </a:cubicBezTo>
                <a:cubicBezTo>
                  <a:pt x="38687" y="99775"/>
                  <a:pt x="39374" y="100001"/>
                  <a:pt x="39821" y="100001"/>
                </a:cubicBezTo>
                <a:cubicBezTo>
                  <a:pt x="40956" y="100001"/>
                  <a:pt x="42100" y="99317"/>
                  <a:pt x="42777" y="98182"/>
                </a:cubicBezTo>
                <a:lnTo>
                  <a:pt x="51610" y="81827"/>
                </a:lnTo>
                <a:lnTo>
                  <a:pt x="59843" y="81827"/>
                </a:lnTo>
                <a:lnTo>
                  <a:pt x="68676" y="98182"/>
                </a:lnTo>
                <a:cubicBezTo>
                  <a:pt x="69353" y="99317"/>
                  <a:pt x="70497" y="100001"/>
                  <a:pt x="71632" y="100001"/>
                </a:cubicBezTo>
                <a:cubicBezTo>
                  <a:pt x="72090" y="100001"/>
                  <a:pt x="72766" y="99775"/>
                  <a:pt x="73224" y="99548"/>
                </a:cubicBezTo>
                <a:cubicBezTo>
                  <a:pt x="74805" y="98639"/>
                  <a:pt x="75492" y="96594"/>
                  <a:pt x="74587" y="95004"/>
                </a:cubicBezTo>
                <a:lnTo>
                  <a:pt x="67543" y="81827"/>
                </a:lnTo>
                <a:lnTo>
                  <a:pt x="80716" y="81827"/>
                </a:lnTo>
                <a:cubicBezTo>
                  <a:pt x="86397" y="81827"/>
                  <a:pt x="90945" y="77284"/>
                  <a:pt x="90945" y="71605"/>
                </a:cubicBezTo>
                <a:lnTo>
                  <a:pt x="90945" y="4730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8" name="Красный — SVG 27">
            <a:extLst>
              <a:ext uri="{FF2B5EF4-FFF2-40B4-BE49-F238E27FC236}">
                <a16:creationId xmlns:a16="http://schemas.microsoft.com/office/drawing/2014/main" id="{0F5953CC-945D-454E-941C-6D0910B55598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57417 w 134690"/>
              <a:gd name="csY0" fmla="*/ 0 h 141758"/>
              <a:gd name="csX1" fmla="*/ 42534 w 134690"/>
              <a:gd name="csY1" fmla="*/ 14881 h 141758"/>
              <a:gd name="csX2" fmla="*/ 42534 w 134690"/>
              <a:gd name="csY2" fmla="*/ 34733 h 141758"/>
              <a:gd name="csX3" fmla="*/ 57417 w 134690"/>
              <a:gd name="csY3" fmla="*/ 49616 h 141758"/>
              <a:gd name="csX4" fmla="*/ 62028 w 134690"/>
              <a:gd name="csY4" fmla="*/ 49616 h 141758"/>
              <a:gd name="csX5" fmla="*/ 62028 w 134690"/>
              <a:gd name="csY5" fmla="*/ 67335 h 141758"/>
              <a:gd name="csX6" fmla="*/ 35444 w 134690"/>
              <a:gd name="csY6" fmla="*/ 67335 h 141758"/>
              <a:gd name="csX7" fmla="*/ 19494 w 134690"/>
              <a:gd name="csY7" fmla="*/ 83283 h 141758"/>
              <a:gd name="csX8" fmla="*/ 19494 w 134690"/>
              <a:gd name="csY8" fmla="*/ 92144 h 141758"/>
              <a:gd name="csX9" fmla="*/ 14883 w 134690"/>
              <a:gd name="csY9" fmla="*/ 92144 h 141758"/>
              <a:gd name="csX10" fmla="*/ 0 w 134690"/>
              <a:gd name="csY10" fmla="*/ 107025 h 141758"/>
              <a:gd name="csX11" fmla="*/ 0 w 134690"/>
              <a:gd name="csY11" fmla="*/ 126877 h 141758"/>
              <a:gd name="csX12" fmla="*/ 14883 w 134690"/>
              <a:gd name="csY12" fmla="*/ 141759 h 141758"/>
              <a:gd name="csX13" fmla="*/ 34738 w 134690"/>
              <a:gd name="csY13" fmla="*/ 141759 h 141758"/>
              <a:gd name="csX14" fmla="*/ 49623 w 134690"/>
              <a:gd name="csY14" fmla="*/ 126877 h 141758"/>
              <a:gd name="csX15" fmla="*/ 49623 w 134690"/>
              <a:gd name="csY15" fmla="*/ 107025 h 141758"/>
              <a:gd name="csX16" fmla="*/ 34738 w 134690"/>
              <a:gd name="csY16" fmla="*/ 92144 h 141758"/>
              <a:gd name="csX17" fmla="*/ 30127 w 134690"/>
              <a:gd name="csY17" fmla="*/ 92144 h 141758"/>
              <a:gd name="csX18" fmla="*/ 30127 w 134690"/>
              <a:gd name="csY18" fmla="*/ 83283 h 141758"/>
              <a:gd name="csX19" fmla="*/ 35444 w 134690"/>
              <a:gd name="csY19" fmla="*/ 77967 h 141758"/>
              <a:gd name="csX20" fmla="*/ 99244 w 134690"/>
              <a:gd name="csY20" fmla="*/ 77967 h 141758"/>
              <a:gd name="csX21" fmla="*/ 104561 w 134690"/>
              <a:gd name="csY21" fmla="*/ 83283 h 141758"/>
              <a:gd name="csX22" fmla="*/ 104561 w 134690"/>
              <a:gd name="csY22" fmla="*/ 92144 h 141758"/>
              <a:gd name="csX23" fmla="*/ 99950 w 134690"/>
              <a:gd name="csY23" fmla="*/ 92144 h 141758"/>
              <a:gd name="csX24" fmla="*/ 85067 w 134690"/>
              <a:gd name="csY24" fmla="*/ 107025 h 141758"/>
              <a:gd name="csX25" fmla="*/ 85067 w 134690"/>
              <a:gd name="csY25" fmla="*/ 126877 h 141758"/>
              <a:gd name="csX26" fmla="*/ 99950 w 134690"/>
              <a:gd name="csY26" fmla="*/ 141759 h 141758"/>
              <a:gd name="csX27" fmla="*/ 119805 w 134690"/>
              <a:gd name="csY27" fmla="*/ 141759 h 141758"/>
              <a:gd name="csX28" fmla="*/ 134690 w 134690"/>
              <a:gd name="csY28" fmla="*/ 126877 h 141758"/>
              <a:gd name="csX29" fmla="*/ 134690 w 134690"/>
              <a:gd name="csY29" fmla="*/ 107025 h 141758"/>
              <a:gd name="csX30" fmla="*/ 119805 w 134690"/>
              <a:gd name="csY30" fmla="*/ 92144 h 141758"/>
              <a:gd name="csX31" fmla="*/ 115194 w 134690"/>
              <a:gd name="csY31" fmla="*/ 92144 h 141758"/>
              <a:gd name="csX32" fmla="*/ 115194 w 134690"/>
              <a:gd name="csY32" fmla="*/ 83283 h 141758"/>
              <a:gd name="csX33" fmla="*/ 99244 w 134690"/>
              <a:gd name="csY33" fmla="*/ 67335 h 141758"/>
              <a:gd name="csX34" fmla="*/ 72661 w 134690"/>
              <a:gd name="csY34" fmla="*/ 67335 h 141758"/>
              <a:gd name="csX35" fmla="*/ 72661 w 134690"/>
              <a:gd name="csY35" fmla="*/ 49616 h 141758"/>
              <a:gd name="csX36" fmla="*/ 77272 w 134690"/>
              <a:gd name="csY36" fmla="*/ 49616 h 141758"/>
              <a:gd name="csX37" fmla="*/ 92157 w 134690"/>
              <a:gd name="csY37" fmla="*/ 34733 h 141758"/>
              <a:gd name="csX38" fmla="*/ 92157 w 134690"/>
              <a:gd name="csY38" fmla="*/ 14881 h 141758"/>
              <a:gd name="csX39" fmla="*/ 77272 w 134690"/>
              <a:gd name="csY39" fmla="*/ 0 h 141758"/>
              <a:gd name="csX40" fmla="*/ 57417 w 134690"/>
              <a:gd name="csY40" fmla="*/ 0 h 141758"/>
            </a:gdLst>
            <a:ahLst/>
            <a:cxnLst/>
            <a:rect l="l" t="t" r="r" b="b"/>
            <a:pathLst>
              <a:path w="100000" h="100000">
                <a:moveTo>
                  <a:pt x="42997" y="0"/>
                </a:moveTo>
                <a:cubicBezTo>
                  <a:pt x="37206" y="0"/>
                  <a:pt x="32498" y="4707"/>
                  <a:pt x="32498" y="10497"/>
                </a:cubicBezTo>
                <a:lnTo>
                  <a:pt x="32498" y="24502"/>
                </a:lnTo>
                <a:cubicBezTo>
                  <a:pt x="32498" y="30292"/>
                  <a:pt x="37206" y="35000"/>
                  <a:pt x="42997" y="35000"/>
                </a:cubicBezTo>
                <a:lnTo>
                  <a:pt x="46249" y="35000"/>
                </a:lnTo>
                <a:lnTo>
                  <a:pt x="46249" y="47500"/>
                </a:lnTo>
                <a:lnTo>
                  <a:pt x="27496" y="47500"/>
                </a:lnTo>
                <a:cubicBezTo>
                  <a:pt x="21327" y="47500"/>
                  <a:pt x="16245" y="52582"/>
                  <a:pt x="16245" y="58750"/>
                </a:cubicBezTo>
                <a:lnTo>
                  <a:pt x="16245" y="65001"/>
                </a:lnTo>
                <a:lnTo>
                  <a:pt x="12992" y="65001"/>
                </a:lnTo>
                <a:cubicBezTo>
                  <a:pt x="7201" y="65001"/>
                  <a:pt x="2493" y="69709"/>
                  <a:pt x="2493" y="75498"/>
                </a:cubicBezTo>
                <a:lnTo>
                  <a:pt x="2493" y="89503"/>
                </a:lnTo>
                <a:cubicBezTo>
                  <a:pt x="2493" y="95293"/>
                  <a:pt x="7201" y="100001"/>
                  <a:pt x="12992" y="100001"/>
                </a:cubicBezTo>
                <a:lnTo>
                  <a:pt x="26998" y="100001"/>
                </a:lnTo>
                <a:cubicBezTo>
                  <a:pt x="32789" y="100001"/>
                  <a:pt x="37498" y="95293"/>
                  <a:pt x="37498" y="89503"/>
                </a:cubicBezTo>
                <a:lnTo>
                  <a:pt x="37498" y="75498"/>
                </a:lnTo>
                <a:cubicBezTo>
                  <a:pt x="37498" y="69709"/>
                  <a:pt x="32789" y="65001"/>
                  <a:pt x="26998" y="65001"/>
                </a:cubicBezTo>
                <a:lnTo>
                  <a:pt x="23745" y="65001"/>
                </a:lnTo>
                <a:lnTo>
                  <a:pt x="23745" y="58750"/>
                </a:lnTo>
                <a:cubicBezTo>
                  <a:pt x="23745" y="56635"/>
                  <a:pt x="25381" y="55000"/>
                  <a:pt x="27496" y="55000"/>
                </a:cubicBezTo>
                <a:lnTo>
                  <a:pt x="72502" y="55000"/>
                </a:lnTo>
                <a:cubicBezTo>
                  <a:pt x="74619" y="55000"/>
                  <a:pt x="76253" y="56635"/>
                  <a:pt x="76253" y="58750"/>
                </a:cubicBezTo>
                <a:lnTo>
                  <a:pt x="76253" y="65001"/>
                </a:lnTo>
                <a:lnTo>
                  <a:pt x="73000" y="65001"/>
                </a:lnTo>
                <a:cubicBezTo>
                  <a:pt x="67210" y="65001"/>
                  <a:pt x="62502" y="69709"/>
                  <a:pt x="62502" y="75498"/>
                </a:cubicBezTo>
                <a:lnTo>
                  <a:pt x="62502" y="89503"/>
                </a:lnTo>
                <a:cubicBezTo>
                  <a:pt x="62502" y="95293"/>
                  <a:pt x="67210" y="100001"/>
                  <a:pt x="73000" y="100001"/>
                </a:cubicBezTo>
                <a:lnTo>
                  <a:pt x="87007" y="100001"/>
                </a:lnTo>
                <a:cubicBezTo>
                  <a:pt x="92798" y="100001"/>
                  <a:pt x="97507" y="95293"/>
                  <a:pt x="97507" y="89503"/>
                </a:cubicBezTo>
                <a:lnTo>
                  <a:pt x="97507" y="75498"/>
                </a:lnTo>
                <a:cubicBezTo>
                  <a:pt x="97507" y="69709"/>
                  <a:pt x="92798" y="65001"/>
                  <a:pt x="87007" y="65001"/>
                </a:cubicBezTo>
                <a:lnTo>
                  <a:pt x="83754" y="65001"/>
                </a:lnTo>
                <a:lnTo>
                  <a:pt x="83754" y="58750"/>
                </a:lnTo>
                <a:cubicBezTo>
                  <a:pt x="83754" y="52582"/>
                  <a:pt x="78673" y="47500"/>
                  <a:pt x="72502" y="47500"/>
                </a:cubicBezTo>
                <a:lnTo>
                  <a:pt x="53750" y="47500"/>
                </a:lnTo>
                <a:lnTo>
                  <a:pt x="53750" y="35000"/>
                </a:lnTo>
                <a:lnTo>
                  <a:pt x="57003" y="35000"/>
                </a:lnTo>
                <a:cubicBezTo>
                  <a:pt x="62793" y="35000"/>
                  <a:pt x="67503" y="30292"/>
                  <a:pt x="67503" y="24502"/>
                </a:cubicBezTo>
                <a:lnTo>
                  <a:pt x="67503" y="10497"/>
                </a:lnTo>
                <a:cubicBezTo>
                  <a:pt x="67503" y="4707"/>
                  <a:pt x="62793" y="0"/>
                  <a:pt x="57003" y="0"/>
                </a:cubicBezTo>
                <a:lnTo>
                  <a:pt x="42997" y="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09" name="Красный — SVG 28">
            <a:extLst>
              <a:ext uri="{FF2B5EF4-FFF2-40B4-BE49-F238E27FC236}">
                <a16:creationId xmlns:a16="http://schemas.microsoft.com/office/drawing/2014/main" id="{BF2F6F33-27CD-A54F-A613-F944D0819A4E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23036 w 127600"/>
              <a:gd name="csY0" fmla="*/ 0 h 127583"/>
              <a:gd name="csX1" fmla="*/ 0 w 127600"/>
              <a:gd name="csY1" fmla="*/ 23036 h 127583"/>
              <a:gd name="csX2" fmla="*/ 0 w 127600"/>
              <a:gd name="csY2" fmla="*/ 104547 h 127583"/>
              <a:gd name="csX3" fmla="*/ 23036 w 127600"/>
              <a:gd name="csY3" fmla="*/ 127583 h 127583"/>
              <a:gd name="csX4" fmla="*/ 104564 w 127600"/>
              <a:gd name="csY4" fmla="*/ 127583 h 127583"/>
              <a:gd name="csX5" fmla="*/ 127601 w 127600"/>
              <a:gd name="csY5" fmla="*/ 104547 h 127583"/>
              <a:gd name="csX6" fmla="*/ 127601 w 127600"/>
              <a:gd name="csY6" fmla="*/ 23036 h 127583"/>
              <a:gd name="csX7" fmla="*/ 104564 w 127600"/>
              <a:gd name="csY7" fmla="*/ 0 h 127583"/>
              <a:gd name="csX8" fmla="*/ 23036 w 127600"/>
              <a:gd name="csY8" fmla="*/ 0 h 127583"/>
              <a:gd name="csX9" fmla="*/ 42534 w 127600"/>
              <a:gd name="csY9" fmla="*/ 10632 h 127583"/>
              <a:gd name="csX10" fmla="*/ 60261 w 127600"/>
              <a:gd name="csY10" fmla="*/ 10632 h 127583"/>
              <a:gd name="csX11" fmla="*/ 60261 w 127600"/>
              <a:gd name="csY11" fmla="*/ 31896 h 127583"/>
              <a:gd name="csX12" fmla="*/ 42534 w 127600"/>
              <a:gd name="csY12" fmla="*/ 31896 h 127583"/>
              <a:gd name="csX13" fmla="*/ 42534 w 127600"/>
              <a:gd name="csY13" fmla="*/ 10632 h 127583"/>
              <a:gd name="csX14" fmla="*/ 70895 w 127600"/>
              <a:gd name="csY14" fmla="*/ 10632 h 127583"/>
              <a:gd name="csX15" fmla="*/ 88606 w 127600"/>
              <a:gd name="csY15" fmla="*/ 10632 h 127583"/>
              <a:gd name="csX16" fmla="*/ 88606 w 127600"/>
              <a:gd name="csY16" fmla="*/ 31896 h 127583"/>
              <a:gd name="csX17" fmla="*/ 70895 w 127600"/>
              <a:gd name="csY17" fmla="*/ 31896 h 127583"/>
              <a:gd name="csX18" fmla="*/ 70895 w 127600"/>
              <a:gd name="csY18" fmla="*/ 10632 h 127583"/>
              <a:gd name="csX19" fmla="*/ 99239 w 127600"/>
              <a:gd name="csY19" fmla="*/ 10632 h 127583"/>
              <a:gd name="csX20" fmla="*/ 104564 w 127600"/>
              <a:gd name="csY20" fmla="*/ 10632 h 127583"/>
              <a:gd name="csX21" fmla="*/ 116967 w 127600"/>
              <a:gd name="csY21" fmla="*/ 23036 h 127583"/>
              <a:gd name="csX22" fmla="*/ 116967 w 127600"/>
              <a:gd name="csY22" fmla="*/ 31896 h 127583"/>
              <a:gd name="csX23" fmla="*/ 99239 w 127600"/>
              <a:gd name="csY23" fmla="*/ 31896 h 127583"/>
              <a:gd name="csX24" fmla="*/ 99239 w 127600"/>
              <a:gd name="csY24" fmla="*/ 10632 h 127583"/>
              <a:gd name="csX25" fmla="*/ 10633 w 127600"/>
              <a:gd name="csY25" fmla="*/ 42528 h 127583"/>
              <a:gd name="csX26" fmla="*/ 31900 w 127600"/>
              <a:gd name="csY26" fmla="*/ 42528 h 127583"/>
              <a:gd name="csX27" fmla="*/ 31900 w 127600"/>
              <a:gd name="csY27" fmla="*/ 60248 h 127583"/>
              <a:gd name="csX28" fmla="*/ 10633 w 127600"/>
              <a:gd name="csY28" fmla="*/ 60248 h 127583"/>
              <a:gd name="csX29" fmla="*/ 10633 w 127600"/>
              <a:gd name="csY29" fmla="*/ 42528 h 127583"/>
              <a:gd name="csX30" fmla="*/ 70895 w 127600"/>
              <a:gd name="csY30" fmla="*/ 42528 h 127583"/>
              <a:gd name="csX31" fmla="*/ 88606 w 127600"/>
              <a:gd name="csY31" fmla="*/ 42528 h 127583"/>
              <a:gd name="csX32" fmla="*/ 88606 w 127600"/>
              <a:gd name="csY32" fmla="*/ 60248 h 127583"/>
              <a:gd name="csX33" fmla="*/ 70895 w 127600"/>
              <a:gd name="csY33" fmla="*/ 60248 h 127583"/>
              <a:gd name="csX34" fmla="*/ 70895 w 127600"/>
              <a:gd name="csY34" fmla="*/ 42528 h 127583"/>
              <a:gd name="csX35" fmla="*/ 99239 w 127600"/>
              <a:gd name="csY35" fmla="*/ 42528 h 127583"/>
              <a:gd name="csX36" fmla="*/ 116967 w 127600"/>
              <a:gd name="csY36" fmla="*/ 42528 h 127583"/>
              <a:gd name="csX37" fmla="*/ 116967 w 127600"/>
              <a:gd name="csY37" fmla="*/ 60248 h 127583"/>
              <a:gd name="csX38" fmla="*/ 99239 w 127600"/>
              <a:gd name="csY38" fmla="*/ 60248 h 127583"/>
              <a:gd name="csX39" fmla="*/ 99239 w 127600"/>
              <a:gd name="csY39" fmla="*/ 42528 h 127583"/>
              <a:gd name="csX40" fmla="*/ 10633 w 127600"/>
              <a:gd name="csY40" fmla="*/ 70880 h 127583"/>
              <a:gd name="csX41" fmla="*/ 31900 w 127600"/>
              <a:gd name="csY41" fmla="*/ 70880 h 127583"/>
              <a:gd name="csX42" fmla="*/ 31900 w 127600"/>
              <a:gd name="csY42" fmla="*/ 88599 h 127583"/>
              <a:gd name="csX43" fmla="*/ 10633 w 127600"/>
              <a:gd name="csY43" fmla="*/ 88599 h 127583"/>
              <a:gd name="csX44" fmla="*/ 10633 w 127600"/>
              <a:gd name="csY44" fmla="*/ 70880 h 127583"/>
              <a:gd name="csX45" fmla="*/ 42534 w 127600"/>
              <a:gd name="csY45" fmla="*/ 70880 h 127583"/>
              <a:gd name="csX46" fmla="*/ 60261 w 127600"/>
              <a:gd name="csY46" fmla="*/ 70880 h 127583"/>
              <a:gd name="csX47" fmla="*/ 60261 w 127600"/>
              <a:gd name="csY47" fmla="*/ 88599 h 127583"/>
              <a:gd name="csX48" fmla="*/ 42534 w 127600"/>
              <a:gd name="csY48" fmla="*/ 88599 h 127583"/>
              <a:gd name="csX49" fmla="*/ 42534 w 127600"/>
              <a:gd name="csY49" fmla="*/ 70880 h 127583"/>
              <a:gd name="csX50" fmla="*/ 99239 w 127600"/>
              <a:gd name="csY50" fmla="*/ 70880 h 127583"/>
              <a:gd name="csX51" fmla="*/ 116967 w 127600"/>
              <a:gd name="csY51" fmla="*/ 70880 h 127583"/>
              <a:gd name="csX52" fmla="*/ 116967 w 127600"/>
              <a:gd name="csY52" fmla="*/ 88599 h 127583"/>
              <a:gd name="csX53" fmla="*/ 99239 w 127600"/>
              <a:gd name="csY53" fmla="*/ 88599 h 127583"/>
              <a:gd name="csX54" fmla="*/ 99239 w 127600"/>
              <a:gd name="csY54" fmla="*/ 70880 h 127583"/>
              <a:gd name="csX55" fmla="*/ 10633 w 127600"/>
              <a:gd name="csY55" fmla="*/ 99231 h 127583"/>
              <a:gd name="csX56" fmla="*/ 31900 w 127600"/>
              <a:gd name="csY56" fmla="*/ 99231 h 127583"/>
              <a:gd name="csX57" fmla="*/ 31900 w 127600"/>
              <a:gd name="csY57" fmla="*/ 116951 h 127583"/>
              <a:gd name="csX58" fmla="*/ 23036 w 127600"/>
              <a:gd name="csY58" fmla="*/ 116951 h 127583"/>
              <a:gd name="csX59" fmla="*/ 10633 w 127600"/>
              <a:gd name="csY59" fmla="*/ 104547 h 127583"/>
              <a:gd name="csX60" fmla="*/ 10633 w 127600"/>
              <a:gd name="csY60" fmla="*/ 99231 h 127583"/>
              <a:gd name="csX61" fmla="*/ 42534 w 127600"/>
              <a:gd name="csY61" fmla="*/ 99231 h 127583"/>
              <a:gd name="csX62" fmla="*/ 60261 w 127600"/>
              <a:gd name="csY62" fmla="*/ 99231 h 127583"/>
              <a:gd name="csX63" fmla="*/ 60261 w 127600"/>
              <a:gd name="csY63" fmla="*/ 116951 h 127583"/>
              <a:gd name="csX64" fmla="*/ 42534 w 127600"/>
              <a:gd name="csY64" fmla="*/ 116951 h 127583"/>
              <a:gd name="csX65" fmla="*/ 42534 w 127600"/>
              <a:gd name="csY65" fmla="*/ 99231 h 127583"/>
              <a:gd name="csX66" fmla="*/ 70895 w 127600"/>
              <a:gd name="csY66" fmla="*/ 99231 h 127583"/>
              <a:gd name="csX67" fmla="*/ 88606 w 127600"/>
              <a:gd name="csY67" fmla="*/ 99231 h 127583"/>
              <a:gd name="csX68" fmla="*/ 88606 w 127600"/>
              <a:gd name="csY68" fmla="*/ 116951 h 127583"/>
              <a:gd name="csX69" fmla="*/ 70895 w 127600"/>
              <a:gd name="csY69" fmla="*/ 116951 h 127583"/>
              <a:gd name="csX70" fmla="*/ 70895 w 127600"/>
              <a:gd name="csY70" fmla="*/ 99231 h 127583"/>
            </a:gdLst>
            <a:ahLst/>
            <a:cxnLst/>
            <a:rect l="l" t="t" r="r" b="b"/>
            <a:pathLst>
              <a:path w="100000" h="100000">
                <a:moveTo>
                  <a:pt x="18053" y="7"/>
                </a:moveTo>
                <a:cubicBezTo>
                  <a:pt x="8133" y="7"/>
                  <a:pt x="0" y="8139"/>
                  <a:pt x="0" y="18060"/>
                </a:cubicBezTo>
                <a:lnTo>
                  <a:pt x="0" y="81940"/>
                </a:lnTo>
                <a:cubicBezTo>
                  <a:pt x="0" y="91862"/>
                  <a:pt x="8133" y="99993"/>
                  <a:pt x="18053" y="99993"/>
                </a:cubicBezTo>
                <a:lnTo>
                  <a:pt x="81947" y="99993"/>
                </a:lnTo>
                <a:cubicBezTo>
                  <a:pt x="91867" y="99993"/>
                  <a:pt x="100001" y="91862"/>
                  <a:pt x="100001" y="81940"/>
                </a:cubicBezTo>
                <a:lnTo>
                  <a:pt x="100001" y="18060"/>
                </a:lnTo>
                <a:cubicBezTo>
                  <a:pt x="100001" y="8139"/>
                  <a:pt x="91867" y="7"/>
                  <a:pt x="81947" y="7"/>
                </a:cubicBezTo>
                <a:lnTo>
                  <a:pt x="18053" y="7"/>
                </a:lnTo>
                <a:close/>
                <a:moveTo>
                  <a:pt x="33334" y="8339"/>
                </a:moveTo>
                <a:lnTo>
                  <a:pt x="47226" y="8339"/>
                </a:lnTo>
                <a:lnTo>
                  <a:pt x="47226" y="25004"/>
                </a:lnTo>
                <a:lnTo>
                  <a:pt x="33334" y="25004"/>
                </a:lnTo>
                <a:lnTo>
                  <a:pt x="33334" y="8339"/>
                </a:lnTo>
                <a:close/>
                <a:moveTo>
                  <a:pt x="55560" y="8339"/>
                </a:moveTo>
                <a:lnTo>
                  <a:pt x="69440" y="8339"/>
                </a:lnTo>
                <a:lnTo>
                  <a:pt x="69440" y="25004"/>
                </a:lnTo>
                <a:lnTo>
                  <a:pt x="55560" y="25004"/>
                </a:lnTo>
                <a:lnTo>
                  <a:pt x="55560" y="8339"/>
                </a:lnTo>
                <a:close/>
                <a:moveTo>
                  <a:pt x="77774" y="8339"/>
                </a:moveTo>
                <a:lnTo>
                  <a:pt x="81947" y="8339"/>
                </a:lnTo>
                <a:cubicBezTo>
                  <a:pt x="87361" y="8339"/>
                  <a:pt x="91667" y="12644"/>
                  <a:pt x="91667" y="18060"/>
                </a:cubicBezTo>
                <a:lnTo>
                  <a:pt x="91667" y="25004"/>
                </a:lnTo>
                <a:lnTo>
                  <a:pt x="77774" y="25004"/>
                </a:lnTo>
                <a:lnTo>
                  <a:pt x="77774" y="8339"/>
                </a:lnTo>
                <a:close/>
                <a:moveTo>
                  <a:pt x="8333" y="33336"/>
                </a:moveTo>
                <a:lnTo>
                  <a:pt x="25000" y="33336"/>
                </a:lnTo>
                <a:lnTo>
                  <a:pt x="25000" y="47223"/>
                </a:lnTo>
                <a:lnTo>
                  <a:pt x="8333" y="47223"/>
                </a:lnTo>
                <a:lnTo>
                  <a:pt x="8333" y="33336"/>
                </a:lnTo>
                <a:close/>
                <a:moveTo>
                  <a:pt x="55560" y="33336"/>
                </a:moveTo>
                <a:lnTo>
                  <a:pt x="69440" y="33336"/>
                </a:lnTo>
                <a:lnTo>
                  <a:pt x="69440" y="47223"/>
                </a:lnTo>
                <a:lnTo>
                  <a:pt x="55560" y="47223"/>
                </a:lnTo>
                <a:lnTo>
                  <a:pt x="55560" y="33336"/>
                </a:lnTo>
                <a:close/>
                <a:moveTo>
                  <a:pt x="77774" y="33336"/>
                </a:moveTo>
                <a:lnTo>
                  <a:pt x="91667" y="33336"/>
                </a:lnTo>
                <a:lnTo>
                  <a:pt x="91667" y="47223"/>
                </a:lnTo>
                <a:lnTo>
                  <a:pt x="77774" y="47223"/>
                </a:lnTo>
                <a:lnTo>
                  <a:pt x="77774" y="33336"/>
                </a:lnTo>
                <a:close/>
                <a:moveTo>
                  <a:pt x="8333" y="55555"/>
                </a:moveTo>
                <a:lnTo>
                  <a:pt x="25000" y="55555"/>
                </a:lnTo>
                <a:lnTo>
                  <a:pt x="25000" y="69442"/>
                </a:lnTo>
                <a:lnTo>
                  <a:pt x="8333" y="69442"/>
                </a:lnTo>
                <a:lnTo>
                  <a:pt x="8333" y="55555"/>
                </a:lnTo>
                <a:close/>
                <a:moveTo>
                  <a:pt x="33334" y="55555"/>
                </a:moveTo>
                <a:lnTo>
                  <a:pt x="47226" y="55555"/>
                </a:lnTo>
                <a:lnTo>
                  <a:pt x="47226" y="69442"/>
                </a:lnTo>
                <a:lnTo>
                  <a:pt x="33334" y="69442"/>
                </a:lnTo>
                <a:lnTo>
                  <a:pt x="33334" y="55555"/>
                </a:lnTo>
                <a:close/>
                <a:moveTo>
                  <a:pt x="77774" y="55555"/>
                </a:moveTo>
                <a:lnTo>
                  <a:pt x="91667" y="55555"/>
                </a:lnTo>
                <a:lnTo>
                  <a:pt x="91667" y="69442"/>
                </a:lnTo>
                <a:lnTo>
                  <a:pt x="77774" y="69442"/>
                </a:lnTo>
                <a:lnTo>
                  <a:pt x="77774" y="55555"/>
                </a:lnTo>
                <a:close/>
                <a:moveTo>
                  <a:pt x="8333" y="77774"/>
                </a:moveTo>
                <a:lnTo>
                  <a:pt x="25000" y="77774"/>
                </a:lnTo>
                <a:lnTo>
                  <a:pt x="25000" y="91661"/>
                </a:lnTo>
                <a:lnTo>
                  <a:pt x="18053" y="91661"/>
                </a:lnTo>
                <a:cubicBezTo>
                  <a:pt x="12640" y="91661"/>
                  <a:pt x="8333" y="87356"/>
                  <a:pt x="8333" y="81940"/>
                </a:cubicBezTo>
                <a:lnTo>
                  <a:pt x="8333" y="77774"/>
                </a:lnTo>
                <a:close/>
                <a:moveTo>
                  <a:pt x="33334" y="77774"/>
                </a:moveTo>
                <a:lnTo>
                  <a:pt x="47226" y="77774"/>
                </a:lnTo>
                <a:lnTo>
                  <a:pt x="47226" y="91661"/>
                </a:lnTo>
                <a:lnTo>
                  <a:pt x="33334" y="91661"/>
                </a:lnTo>
                <a:lnTo>
                  <a:pt x="33334" y="77774"/>
                </a:lnTo>
                <a:close/>
                <a:moveTo>
                  <a:pt x="55560" y="77774"/>
                </a:moveTo>
                <a:lnTo>
                  <a:pt x="69440" y="77774"/>
                </a:lnTo>
                <a:lnTo>
                  <a:pt x="69440" y="91661"/>
                </a:lnTo>
                <a:lnTo>
                  <a:pt x="55560" y="91661"/>
                </a:lnTo>
                <a:lnTo>
                  <a:pt x="55560" y="7777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0" name="Красный — SVG 29">
            <a:extLst>
              <a:ext uri="{FF2B5EF4-FFF2-40B4-BE49-F238E27FC236}">
                <a16:creationId xmlns:a16="http://schemas.microsoft.com/office/drawing/2014/main" id="{FAFDCD63-858D-6D42-8346-126720CC47A5}"/>
              </a:ext>
            </a:extLst>
          </p:cNvPr>
          <p:cNvSpPr>
            <a:spLocks noGrp="1"/>
          </p:cNvSpPr>
          <p:nvPr/>
        </p:nvSpPr>
        <p:spPr>
          <a:xfrm>
            <a:off x="6420000" y="1410000"/>
            <a:ext cx="220000" cy="220000"/>
          </a:xfrm>
          <a:custGeom>
            <a:avLst/>
            <a:gdLst>
              <a:gd name="csX0" fmla="*/ 69343 w 157994"/>
              <a:gd name="csY0" fmla="*/ 116598 h 148847"/>
              <a:gd name="csX1" fmla="*/ 67995 w 157994"/>
              <a:gd name="csY1" fmla="*/ 115817 h 148847"/>
              <a:gd name="csX2" fmla="*/ 65585 w 157994"/>
              <a:gd name="csY2" fmla="*/ 113272 h 148847"/>
              <a:gd name="csX3" fmla="*/ 64770 w 157994"/>
              <a:gd name="csY3" fmla="*/ 109863 h 148847"/>
              <a:gd name="csX4" fmla="*/ 65733 w 157994"/>
              <a:gd name="csY4" fmla="*/ 106418 h 148847"/>
              <a:gd name="csX5" fmla="*/ 68315 w 157994"/>
              <a:gd name="csY5" fmla="*/ 103945 h 148847"/>
              <a:gd name="csX6" fmla="*/ 69661 w 157994"/>
              <a:gd name="csY6" fmla="*/ 103166 h 148847"/>
              <a:gd name="csX7" fmla="*/ 72752 w 157994"/>
              <a:gd name="csY7" fmla="*/ 98761 h 148847"/>
              <a:gd name="csX8" fmla="*/ 71859 w 157994"/>
              <a:gd name="csY8" fmla="*/ 93454 h 148847"/>
              <a:gd name="csX9" fmla="*/ 68315 w 157994"/>
              <a:gd name="csY9" fmla="*/ 87287 h 148847"/>
              <a:gd name="csX10" fmla="*/ 66486 w 157994"/>
              <a:gd name="csY10" fmla="*/ 85202 h 148847"/>
              <a:gd name="csX11" fmla="*/ 63997 w 157994"/>
              <a:gd name="csY11" fmla="*/ 83977 h 148847"/>
              <a:gd name="csX12" fmla="*/ 61227 w 157994"/>
              <a:gd name="csY12" fmla="*/ 83800 h 148847"/>
              <a:gd name="csX13" fmla="*/ 58602 w 157994"/>
              <a:gd name="csY13" fmla="*/ 84702 h 148847"/>
              <a:gd name="csX14" fmla="*/ 57362 w 157994"/>
              <a:gd name="csY14" fmla="*/ 85445 h 148847"/>
              <a:gd name="csX15" fmla="*/ 53978 w 157994"/>
              <a:gd name="csY15" fmla="*/ 86347 h 148847"/>
              <a:gd name="csX16" fmla="*/ 50592 w 157994"/>
              <a:gd name="csY16" fmla="*/ 85445 h 148847"/>
              <a:gd name="csX17" fmla="*/ 50592 w 157994"/>
              <a:gd name="csY17" fmla="*/ 85232 h 148847"/>
              <a:gd name="csX18" fmla="*/ 48017 w 157994"/>
              <a:gd name="csY18" fmla="*/ 82817 h 148847"/>
              <a:gd name="csX19" fmla="*/ 47048 w 157994"/>
              <a:gd name="csY19" fmla="*/ 79420 h 148847"/>
              <a:gd name="csX20" fmla="*/ 47048 w 157994"/>
              <a:gd name="csY20" fmla="*/ 77967 h 148847"/>
              <a:gd name="csX21" fmla="*/ 44971 w 157994"/>
              <a:gd name="csY21" fmla="*/ 72956 h 148847"/>
              <a:gd name="csX22" fmla="*/ 39959 w 157994"/>
              <a:gd name="csY22" fmla="*/ 70880 h 148847"/>
              <a:gd name="csX23" fmla="*/ 32869 w 157994"/>
              <a:gd name="csY23" fmla="*/ 70880 h 148847"/>
              <a:gd name="csX24" fmla="*/ 27857 w 157994"/>
              <a:gd name="csY24" fmla="*/ 72956 h 148847"/>
              <a:gd name="csX25" fmla="*/ 25782 w 157994"/>
              <a:gd name="csY25" fmla="*/ 77967 h 148847"/>
              <a:gd name="csX26" fmla="*/ 25782 w 157994"/>
              <a:gd name="csY26" fmla="*/ 79420 h 148847"/>
              <a:gd name="csX27" fmla="*/ 24812 w 157994"/>
              <a:gd name="csY27" fmla="*/ 82817 h 148847"/>
              <a:gd name="csX28" fmla="*/ 22236 w 157994"/>
              <a:gd name="csY28" fmla="*/ 85232 h 148847"/>
              <a:gd name="csX29" fmla="*/ 22236 w 157994"/>
              <a:gd name="csY29" fmla="*/ 85409 h 148847"/>
              <a:gd name="csX30" fmla="*/ 18852 w 157994"/>
              <a:gd name="csY30" fmla="*/ 86311 h 148847"/>
              <a:gd name="csX31" fmla="*/ 15466 w 157994"/>
              <a:gd name="csY31" fmla="*/ 85409 h 148847"/>
              <a:gd name="csX32" fmla="*/ 14226 w 157994"/>
              <a:gd name="csY32" fmla="*/ 84666 h 148847"/>
              <a:gd name="csX33" fmla="*/ 11596 w 157994"/>
              <a:gd name="csY33" fmla="*/ 83771 h 148847"/>
              <a:gd name="csX34" fmla="*/ 8824 w 157994"/>
              <a:gd name="csY34" fmla="*/ 83957 h 148847"/>
              <a:gd name="csX35" fmla="*/ 6337 w 157994"/>
              <a:gd name="csY35" fmla="*/ 85192 h 148847"/>
              <a:gd name="csX36" fmla="*/ 4515 w 157994"/>
              <a:gd name="csY36" fmla="*/ 87287 h 148847"/>
              <a:gd name="csX37" fmla="*/ 969 w 157994"/>
              <a:gd name="csY37" fmla="*/ 93454 h 148847"/>
              <a:gd name="csX38" fmla="*/ 88 w 157994"/>
              <a:gd name="csY38" fmla="*/ 96077 h 148847"/>
              <a:gd name="csX39" fmla="*/ 277 w 157994"/>
              <a:gd name="csY39" fmla="*/ 98836 h 148847"/>
              <a:gd name="csX40" fmla="*/ 1509 w 157994"/>
              <a:gd name="csY40" fmla="*/ 101313 h 148847"/>
              <a:gd name="csX41" fmla="*/ 3593 w 157994"/>
              <a:gd name="csY41" fmla="*/ 103130 h 148847"/>
              <a:gd name="csX42" fmla="*/ 4940 w 157994"/>
              <a:gd name="csY42" fmla="*/ 103909 h 148847"/>
              <a:gd name="csX43" fmla="*/ 7523 w 157994"/>
              <a:gd name="csY43" fmla="*/ 106384 h 148847"/>
              <a:gd name="csX44" fmla="*/ 8484 w 157994"/>
              <a:gd name="csY44" fmla="*/ 109829 h 148847"/>
              <a:gd name="csX45" fmla="*/ 7523 w 157994"/>
              <a:gd name="csY45" fmla="*/ 113272 h 148847"/>
              <a:gd name="csX46" fmla="*/ 4940 w 157994"/>
              <a:gd name="csY46" fmla="*/ 115747 h 148847"/>
              <a:gd name="csX47" fmla="*/ 3593 w 157994"/>
              <a:gd name="csY47" fmla="*/ 116526 h 148847"/>
              <a:gd name="csX48" fmla="*/ 1483 w 157994"/>
              <a:gd name="csY48" fmla="*/ 118353 h 148847"/>
              <a:gd name="csX49" fmla="*/ 243 w 157994"/>
              <a:gd name="csY49" fmla="*/ 120850 h 148847"/>
              <a:gd name="csX50" fmla="*/ 63 w 157994"/>
              <a:gd name="csY50" fmla="*/ 123635 h 148847"/>
              <a:gd name="csX51" fmla="*/ 969 w 157994"/>
              <a:gd name="csY51" fmla="*/ 126272 h 148847"/>
              <a:gd name="csX52" fmla="*/ 4515 w 157994"/>
              <a:gd name="csY52" fmla="*/ 132438 h 148847"/>
              <a:gd name="csX53" fmla="*/ 6344 w 157994"/>
              <a:gd name="csY53" fmla="*/ 134526 h 148847"/>
              <a:gd name="csX54" fmla="*/ 8833 w 157994"/>
              <a:gd name="csY54" fmla="*/ 135750 h 148847"/>
              <a:gd name="csX55" fmla="*/ 11601 w 157994"/>
              <a:gd name="csY55" fmla="*/ 135926 h 148847"/>
              <a:gd name="csX56" fmla="*/ 14226 w 157994"/>
              <a:gd name="csY56" fmla="*/ 135026 h 148847"/>
              <a:gd name="csX57" fmla="*/ 15466 w 157994"/>
              <a:gd name="csY57" fmla="*/ 134281 h 148847"/>
              <a:gd name="csX58" fmla="*/ 18857 w 157994"/>
              <a:gd name="csY58" fmla="*/ 133398 h 148847"/>
              <a:gd name="csX59" fmla="*/ 22236 w 157994"/>
              <a:gd name="csY59" fmla="*/ 134316 h 148847"/>
              <a:gd name="csX60" fmla="*/ 22236 w 157994"/>
              <a:gd name="csY60" fmla="*/ 134672 h 148847"/>
              <a:gd name="csX61" fmla="*/ 24812 w 157994"/>
              <a:gd name="csY61" fmla="*/ 137087 h 148847"/>
              <a:gd name="csX62" fmla="*/ 25782 w 157994"/>
              <a:gd name="csY62" fmla="*/ 140483 h 148847"/>
              <a:gd name="csX63" fmla="*/ 25782 w 157994"/>
              <a:gd name="csY63" fmla="*/ 141759 h 148847"/>
              <a:gd name="csX64" fmla="*/ 27857 w 157994"/>
              <a:gd name="csY64" fmla="*/ 146772 h 148847"/>
              <a:gd name="csX65" fmla="*/ 32869 w 157994"/>
              <a:gd name="csY65" fmla="*/ 148847 h 148847"/>
              <a:gd name="csX66" fmla="*/ 39959 w 157994"/>
              <a:gd name="csY66" fmla="*/ 148847 h 148847"/>
              <a:gd name="csX67" fmla="*/ 44971 w 157994"/>
              <a:gd name="csY67" fmla="*/ 146772 h 148847"/>
              <a:gd name="csX68" fmla="*/ 47048 w 157994"/>
              <a:gd name="csY68" fmla="*/ 141759 h 148847"/>
              <a:gd name="csX69" fmla="*/ 47048 w 157994"/>
              <a:gd name="csY69" fmla="*/ 140306 h 148847"/>
              <a:gd name="csX70" fmla="*/ 48061 w 157994"/>
              <a:gd name="csY70" fmla="*/ 137011 h 148847"/>
              <a:gd name="csX71" fmla="*/ 50592 w 157994"/>
              <a:gd name="csY71" fmla="*/ 134672 h 148847"/>
              <a:gd name="csX72" fmla="*/ 50592 w 157994"/>
              <a:gd name="csY72" fmla="*/ 134316 h 148847"/>
              <a:gd name="csX73" fmla="*/ 53978 w 157994"/>
              <a:gd name="csY73" fmla="*/ 133415 h 148847"/>
              <a:gd name="csX74" fmla="*/ 57362 w 157994"/>
              <a:gd name="csY74" fmla="*/ 134316 h 148847"/>
              <a:gd name="csX75" fmla="*/ 58602 w 157994"/>
              <a:gd name="csY75" fmla="*/ 135061 h 148847"/>
              <a:gd name="csX76" fmla="*/ 61233 w 157994"/>
              <a:gd name="csY76" fmla="*/ 135956 h 148847"/>
              <a:gd name="csX77" fmla="*/ 64004 w 157994"/>
              <a:gd name="csY77" fmla="*/ 135771 h 148847"/>
              <a:gd name="csX78" fmla="*/ 66493 w 157994"/>
              <a:gd name="csY78" fmla="*/ 134536 h 148847"/>
              <a:gd name="csX79" fmla="*/ 68315 w 157994"/>
              <a:gd name="csY79" fmla="*/ 132438 h 148847"/>
              <a:gd name="csX80" fmla="*/ 71859 w 157994"/>
              <a:gd name="csY80" fmla="*/ 126272 h 148847"/>
              <a:gd name="csX81" fmla="*/ 72598 w 157994"/>
              <a:gd name="csY81" fmla="*/ 120915 h 148847"/>
              <a:gd name="csX82" fmla="*/ 69343 w 157994"/>
              <a:gd name="csY82" fmla="*/ 116598 h 148847"/>
              <a:gd name="csX83" fmla="*/ 36415 w 157994"/>
              <a:gd name="csY83" fmla="*/ 120495 h 148847"/>
              <a:gd name="csX84" fmla="*/ 30506 w 157994"/>
              <a:gd name="csY84" fmla="*/ 118703 h 148847"/>
              <a:gd name="csX85" fmla="*/ 26590 w 157994"/>
              <a:gd name="csY85" fmla="*/ 113932 h 148847"/>
              <a:gd name="csX86" fmla="*/ 25986 w 157994"/>
              <a:gd name="csY86" fmla="*/ 107789 h 148847"/>
              <a:gd name="csX87" fmla="*/ 28895 w 157994"/>
              <a:gd name="csY87" fmla="*/ 102346 h 148847"/>
              <a:gd name="csX88" fmla="*/ 34339 w 157994"/>
              <a:gd name="csY88" fmla="*/ 99435 h 148847"/>
              <a:gd name="csX89" fmla="*/ 40485 w 157994"/>
              <a:gd name="csY89" fmla="*/ 100041 h 148847"/>
              <a:gd name="csX90" fmla="*/ 45255 w 157994"/>
              <a:gd name="csY90" fmla="*/ 103957 h 148847"/>
              <a:gd name="csX91" fmla="*/ 47048 w 157994"/>
              <a:gd name="csY91" fmla="*/ 109863 h 148847"/>
              <a:gd name="csX92" fmla="*/ 43933 w 157994"/>
              <a:gd name="csY92" fmla="*/ 117382 h 148847"/>
              <a:gd name="csX93" fmla="*/ 36415 w 157994"/>
              <a:gd name="csY93" fmla="*/ 120495 h 148847"/>
              <a:gd name="csX94" fmla="*/ 154694 w 157994"/>
              <a:gd name="csY94" fmla="*/ 116951 h 148847"/>
              <a:gd name="csX95" fmla="*/ 153062 w 157994"/>
              <a:gd name="csY95" fmla="*/ 115994 h 148847"/>
              <a:gd name="csX96" fmla="*/ 150606 w 157994"/>
              <a:gd name="csY96" fmla="*/ 113372 h 148847"/>
              <a:gd name="csX97" fmla="*/ 149837 w 157994"/>
              <a:gd name="csY97" fmla="*/ 109863 h 148847"/>
              <a:gd name="csX98" fmla="*/ 150800 w 157994"/>
              <a:gd name="csY98" fmla="*/ 106418 h 148847"/>
              <a:gd name="csX99" fmla="*/ 153382 w 157994"/>
              <a:gd name="csY99" fmla="*/ 103945 h 148847"/>
              <a:gd name="csX100" fmla="*/ 154728 w 157994"/>
              <a:gd name="csY100" fmla="*/ 103166 h 148847"/>
              <a:gd name="csX101" fmla="*/ 157819 w 157994"/>
              <a:gd name="csY101" fmla="*/ 98761 h 148847"/>
              <a:gd name="csX102" fmla="*/ 156926 w 157994"/>
              <a:gd name="csY102" fmla="*/ 93454 h 148847"/>
              <a:gd name="csX103" fmla="*/ 153382 w 157994"/>
              <a:gd name="csY103" fmla="*/ 87287 h 148847"/>
              <a:gd name="csX104" fmla="*/ 149080 w 157994"/>
              <a:gd name="csY104" fmla="*/ 83994 h 148847"/>
              <a:gd name="csX105" fmla="*/ 143705 w 157994"/>
              <a:gd name="csY105" fmla="*/ 84702 h 148847"/>
              <a:gd name="csX106" fmla="*/ 142465 w 157994"/>
              <a:gd name="csY106" fmla="*/ 85445 h 148847"/>
              <a:gd name="csX107" fmla="*/ 139079 w 157994"/>
              <a:gd name="csY107" fmla="*/ 86347 h 148847"/>
              <a:gd name="csX108" fmla="*/ 135695 w 157994"/>
              <a:gd name="csY108" fmla="*/ 85445 h 148847"/>
              <a:gd name="csX109" fmla="*/ 135659 w 157994"/>
              <a:gd name="csY109" fmla="*/ 85232 h 148847"/>
              <a:gd name="csX110" fmla="*/ 133094 w 157994"/>
              <a:gd name="csY110" fmla="*/ 82810 h 148847"/>
              <a:gd name="csX111" fmla="*/ 132115 w 157994"/>
              <a:gd name="csY111" fmla="*/ 79420 h 148847"/>
              <a:gd name="csX112" fmla="*/ 132115 w 157994"/>
              <a:gd name="csY112" fmla="*/ 77967 h 148847"/>
              <a:gd name="csX113" fmla="*/ 130038 w 157994"/>
              <a:gd name="csY113" fmla="*/ 72956 h 148847"/>
              <a:gd name="csX114" fmla="*/ 125026 w 157994"/>
              <a:gd name="csY114" fmla="*/ 70880 h 148847"/>
              <a:gd name="csX115" fmla="*/ 117937 w 157994"/>
              <a:gd name="csY115" fmla="*/ 70880 h 148847"/>
              <a:gd name="csX116" fmla="*/ 112924 w 157994"/>
              <a:gd name="csY116" fmla="*/ 72956 h 148847"/>
              <a:gd name="csX117" fmla="*/ 110849 w 157994"/>
              <a:gd name="csY117" fmla="*/ 77967 h 148847"/>
              <a:gd name="csX118" fmla="*/ 110849 w 157994"/>
              <a:gd name="csY118" fmla="*/ 79420 h 148847"/>
              <a:gd name="csX119" fmla="*/ 109865 w 157994"/>
              <a:gd name="csY119" fmla="*/ 82807 h 148847"/>
              <a:gd name="csX120" fmla="*/ 107303 w 157994"/>
              <a:gd name="csY120" fmla="*/ 85232 h 148847"/>
              <a:gd name="csX121" fmla="*/ 107303 w 157994"/>
              <a:gd name="csY121" fmla="*/ 85409 h 148847"/>
              <a:gd name="csX122" fmla="*/ 103919 w 157994"/>
              <a:gd name="csY122" fmla="*/ 86311 h 148847"/>
              <a:gd name="csX123" fmla="*/ 100534 w 157994"/>
              <a:gd name="csY123" fmla="*/ 85409 h 148847"/>
              <a:gd name="csX124" fmla="*/ 99258 w 157994"/>
              <a:gd name="csY124" fmla="*/ 84666 h 148847"/>
              <a:gd name="csX125" fmla="*/ 93885 w 157994"/>
              <a:gd name="csY125" fmla="*/ 83958 h 148847"/>
              <a:gd name="csX126" fmla="*/ 89582 w 157994"/>
              <a:gd name="csY126" fmla="*/ 87253 h 148847"/>
              <a:gd name="csX127" fmla="*/ 86036 w 157994"/>
              <a:gd name="csY127" fmla="*/ 93420 h 148847"/>
              <a:gd name="csX128" fmla="*/ 85329 w 157994"/>
              <a:gd name="csY128" fmla="*/ 98792 h 148847"/>
              <a:gd name="csX129" fmla="*/ 88624 w 157994"/>
              <a:gd name="csY129" fmla="*/ 103094 h 148847"/>
              <a:gd name="csX130" fmla="*/ 90007 w 157994"/>
              <a:gd name="csY130" fmla="*/ 103875 h 148847"/>
              <a:gd name="csX131" fmla="*/ 92580 w 157994"/>
              <a:gd name="csY131" fmla="*/ 106353 h 148847"/>
              <a:gd name="csX132" fmla="*/ 93551 w 157994"/>
              <a:gd name="csY132" fmla="*/ 109793 h 148847"/>
              <a:gd name="csX133" fmla="*/ 92580 w 157994"/>
              <a:gd name="csY133" fmla="*/ 113231 h 148847"/>
              <a:gd name="csX134" fmla="*/ 90007 w 157994"/>
              <a:gd name="csY134" fmla="*/ 115711 h 148847"/>
              <a:gd name="csX135" fmla="*/ 88624 w 157994"/>
              <a:gd name="csY135" fmla="*/ 116490 h 148847"/>
              <a:gd name="csX136" fmla="*/ 86513 w 157994"/>
              <a:gd name="csY136" fmla="*/ 118328 h 148847"/>
              <a:gd name="csX137" fmla="*/ 85278 w 157994"/>
              <a:gd name="csY137" fmla="*/ 120838 h 148847"/>
              <a:gd name="csX138" fmla="*/ 85111 w 157994"/>
              <a:gd name="csY138" fmla="*/ 123632 h 148847"/>
              <a:gd name="csX139" fmla="*/ 86036 w 157994"/>
              <a:gd name="csY139" fmla="*/ 126272 h 148847"/>
              <a:gd name="csX140" fmla="*/ 89582 w 157994"/>
              <a:gd name="csY140" fmla="*/ 132438 h 148847"/>
              <a:gd name="csX141" fmla="*/ 93885 w 157994"/>
              <a:gd name="csY141" fmla="*/ 135733 h 148847"/>
              <a:gd name="csX142" fmla="*/ 99258 w 157994"/>
              <a:gd name="csY142" fmla="*/ 135026 h 148847"/>
              <a:gd name="csX143" fmla="*/ 100534 w 157994"/>
              <a:gd name="csY143" fmla="*/ 134281 h 148847"/>
              <a:gd name="csX144" fmla="*/ 103919 w 157994"/>
              <a:gd name="csY144" fmla="*/ 133381 h 148847"/>
              <a:gd name="csX145" fmla="*/ 107303 w 157994"/>
              <a:gd name="csY145" fmla="*/ 134281 h 148847"/>
              <a:gd name="csX146" fmla="*/ 107303 w 157994"/>
              <a:gd name="csY146" fmla="*/ 134672 h 148847"/>
              <a:gd name="csX147" fmla="*/ 109865 w 157994"/>
              <a:gd name="csY147" fmla="*/ 137096 h 148847"/>
              <a:gd name="csX148" fmla="*/ 110849 w 157994"/>
              <a:gd name="csY148" fmla="*/ 140483 h 148847"/>
              <a:gd name="csX149" fmla="*/ 110849 w 157994"/>
              <a:gd name="csY149" fmla="*/ 141759 h 148847"/>
              <a:gd name="csX150" fmla="*/ 112924 w 157994"/>
              <a:gd name="csY150" fmla="*/ 146772 h 148847"/>
              <a:gd name="csX151" fmla="*/ 117937 w 157994"/>
              <a:gd name="csY151" fmla="*/ 148847 h 148847"/>
              <a:gd name="csX152" fmla="*/ 125026 w 157994"/>
              <a:gd name="csY152" fmla="*/ 148847 h 148847"/>
              <a:gd name="csX153" fmla="*/ 130038 w 157994"/>
              <a:gd name="csY153" fmla="*/ 146772 h 148847"/>
              <a:gd name="csX154" fmla="*/ 132115 w 157994"/>
              <a:gd name="csY154" fmla="*/ 141759 h 148847"/>
              <a:gd name="csX155" fmla="*/ 132115 w 157994"/>
              <a:gd name="csY155" fmla="*/ 140306 h 148847"/>
              <a:gd name="csX156" fmla="*/ 133138 w 157994"/>
              <a:gd name="csY156" fmla="*/ 137018 h 148847"/>
              <a:gd name="csX157" fmla="*/ 135659 w 157994"/>
              <a:gd name="csY157" fmla="*/ 134672 h 148847"/>
              <a:gd name="csX158" fmla="*/ 135659 w 157994"/>
              <a:gd name="csY158" fmla="*/ 134316 h 148847"/>
              <a:gd name="csX159" fmla="*/ 139045 w 157994"/>
              <a:gd name="csY159" fmla="*/ 133415 h 148847"/>
              <a:gd name="csX160" fmla="*/ 142429 w 157994"/>
              <a:gd name="csY160" fmla="*/ 134316 h 148847"/>
              <a:gd name="csX161" fmla="*/ 143669 w 157994"/>
              <a:gd name="csY161" fmla="*/ 135061 h 148847"/>
              <a:gd name="csX162" fmla="*/ 146300 w 157994"/>
              <a:gd name="csY162" fmla="*/ 135956 h 148847"/>
              <a:gd name="csX163" fmla="*/ 149071 w 157994"/>
              <a:gd name="csY163" fmla="*/ 135771 h 148847"/>
              <a:gd name="csX164" fmla="*/ 151560 w 157994"/>
              <a:gd name="csY164" fmla="*/ 134536 h 148847"/>
              <a:gd name="csX165" fmla="*/ 153382 w 157994"/>
              <a:gd name="csY165" fmla="*/ 132438 h 148847"/>
              <a:gd name="csX166" fmla="*/ 156926 w 157994"/>
              <a:gd name="csY166" fmla="*/ 126023 h 148847"/>
              <a:gd name="csX167" fmla="*/ 157627 w 157994"/>
              <a:gd name="csY167" fmla="*/ 121041 h 148847"/>
              <a:gd name="csX168" fmla="*/ 154694 w 157994"/>
              <a:gd name="csY168" fmla="*/ 116951 h 148847"/>
              <a:gd name="csX169" fmla="*/ 121482 w 157994"/>
              <a:gd name="csY169" fmla="*/ 120495 h 148847"/>
              <a:gd name="csX170" fmla="*/ 115573 w 157994"/>
              <a:gd name="csY170" fmla="*/ 118703 h 148847"/>
              <a:gd name="csX171" fmla="*/ 111657 w 157994"/>
              <a:gd name="csY171" fmla="*/ 113932 h 148847"/>
              <a:gd name="csX172" fmla="*/ 111053 w 157994"/>
              <a:gd name="csY172" fmla="*/ 107789 h 148847"/>
              <a:gd name="csX173" fmla="*/ 113962 w 157994"/>
              <a:gd name="csY173" fmla="*/ 102346 h 148847"/>
              <a:gd name="csX174" fmla="*/ 119407 w 157994"/>
              <a:gd name="csY174" fmla="*/ 99435 h 148847"/>
              <a:gd name="csX175" fmla="*/ 125552 w 157994"/>
              <a:gd name="csY175" fmla="*/ 100041 h 148847"/>
              <a:gd name="csX176" fmla="*/ 130322 w 157994"/>
              <a:gd name="csY176" fmla="*/ 103957 h 148847"/>
              <a:gd name="csX177" fmla="*/ 132115 w 157994"/>
              <a:gd name="csY177" fmla="*/ 109863 h 148847"/>
              <a:gd name="csX178" fmla="*/ 129000 w 157994"/>
              <a:gd name="csY178" fmla="*/ 117382 h 148847"/>
              <a:gd name="csX179" fmla="*/ 121482 w 157994"/>
              <a:gd name="csY179" fmla="*/ 120495 h 148847"/>
              <a:gd name="csX180" fmla="*/ 111876 w 157994"/>
              <a:gd name="csY180" fmla="*/ 45717 h 148847"/>
              <a:gd name="csX181" fmla="*/ 110529 w 157994"/>
              <a:gd name="csY181" fmla="*/ 44938 h 148847"/>
              <a:gd name="csX182" fmla="*/ 108118 w 157994"/>
              <a:gd name="csY182" fmla="*/ 42393 h 148847"/>
              <a:gd name="csX183" fmla="*/ 107303 w 157994"/>
              <a:gd name="csY183" fmla="*/ 38984 h 148847"/>
              <a:gd name="csX184" fmla="*/ 108266 w 157994"/>
              <a:gd name="csY184" fmla="*/ 35540 h 148847"/>
              <a:gd name="csX185" fmla="*/ 110849 w 157994"/>
              <a:gd name="csY185" fmla="*/ 33065 h 148847"/>
              <a:gd name="csX186" fmla="*/ 112195 w 157994"/>
              <a:gd name="csY186" fmla="*/ 32285 h 148847"/>
              <a:gd name="csX187" fmla="*/ 115286 w 157994"/>
              <a:gd name="csY187" fmla="*/ 27881 h 148847"/>
              <a:gd name="csX188" fmla="*/ 114393 w 157994"/>
              <a:gd name="csY188" fmla="*/ 22575 h 148847"/>
              <a:gd name="csX189" fmla="*/ 110849 w 157994"/>
              <a:gd name="csY189" fmla="*/ 16409 h 148847"/>
              <a:gd name="csX190" fmla="*/ 109020 w 157994"/>
              <a:gd name="csY190" fmla="*/ 14322 h 148847"/>
              <a:gd name="csX191" fmla="*/ 106531 w 157994"/>
              <a:gd name="csY191" fmla="*/ 13097 h 148847"/>
              <a:gd name="csX192" fmla="*/ 103761 w 157994"/>
              <a:gd name="csY192" fmla="*/ 12922 h 148847"/>
              <a:gd name="csX193" fmla="*/ 101136 w 157994"/>
              <a:gd name="csY193" fmla="*/ 13822 h 148847"/>
              <a:gd name="csX194" fmla="*/ 100215 w 157994"/>
              <a:gd name="csY194" fmla="*/ 14459 h 148847"/>
              <a:gd name="csX195" fmla="*/ 96670 w 157994"/>
              <a:gd name="csY195" fmla="*/ 15409 h 148847"/>
              <a:gd name="csX196" fmla="*/ 93126 w 157994"/>
              <a:gd name="csY196" fmla="*/ 14459 h 148847"/>
              <a:gd name="csX197" fmla="*/ 90550 w 157994"/>
              <a:gd name="csY197" fmla="*/ 11899 h 148847"/>
              <a:gd name="csX198" fmla="*/ 89582 w 157994"/>
              <a:gd name="csY198" fmla="*/ 8398 h 148847"/>
              <a:gd name="csX199" fmla="*/ 89582 w 157994"/>
              <a:gd name="csY199" fmla="*/ 7089 h 148847"/>
              <a:gd name="csX200" fmla="*/ 87505 w 157994"/>
              <a:gd name="csY200" fmla="*/ 2075 h 148847"/>
              <a:gd name="csX201" fmla="*/ 82492 w 157994"/>
              <a:gd name="csY201" fmla="*/ 0 h 148847"/>
              <a:gd name="csX202" fmla="*/ 75403 w 157994"/>
              <a:gd name="csY202" fmla="*/ 0 h 148847"/>
              <a:gd name="csX203" fmla="*/ 70391 w 157994"/>
              <a:gd name="csY203" fmla="*/ 2075 h 148847"/>
              <a:gd name="csX204" fmla="*/ 68315 w 157994"/>
              <a:gd name="csY204" fmla="*/ 7089 h 148847"/>
              <a:gd name="csX205" fmla="*/ 68315 w 157994"/>
              <a:gd name="csY205" fmla="*/ 8398 h 148847"/>
              <a:gd name="csX206" fmla="*/ 67328 w 157994"/>
              <a:gd name="csY206" fmla="*/ 11858 h 148847"/>
              <a:gd name="csX207" fmla="*/ 64770 w 157994"/>
              <a:gd name="csY207" fmla="*/ 14388 h 148847"/>
              <a:gd name="csX208" fmla="*/ 61226 w 157994"/>
              <a:gd name="csY208" fmla="*/ 15339 h 148847"/>
              <a:gd name="csX209" fmla="*/ 57682 w 157994"/>
              <a:gd name="csY209" fmla="*/ 14388 h 148847"/>
              <a:gd name="csX210" fmla="*/ 56583 w 157994"/>
              <a:gd name="csY210" fmla="*/ 13750 h 148847"/>
              <a:gd name="csX211" fmla="*/ 51275 w 157994"/>
              <a:gd name="csY211" fmla="*/ 13141 h 148847"/>
              <a:gd name="csX212" fmla="*/ 47048 w 157994"/>
              <a:gd name="csY212" fmla="*/ 16409 h 148847"/>
              <a:gd name="csX213" fmla="*/ 43503 w 157994"/>
              <a:gd name="csY213" fmla="*/ 22575 h 148847"/>
              <a:gd name="csX214" fmla="*/ 42622 w 157994"/>
              <a:gd name="csY214" fmla="*/ 25197 h 148847"/>
              <a:gd name="csX215" fmla="*/ 42810 w 157994"/>
              <a:gd name="csY215" fmla="*/ 27956 h 148847"/>
              <a:gd name="csX216" fmla="*/ 44042 w 157994"/>
              <a:gd name="csY216" fmla="*/ 30433 h 148847"/>
              <a:gd name="csX217" fmla="*/ 46126 w 157994"/>
              <a:gd name="csY217" fmla="*/ 32250 h 148847"/>
              <a:gd name="csX218" fmla="*/ 47474 w 157994"/>
              <a:gd name="csY218" fmla="*/ 33030 h 148847"/>
              <a:gd name="csX219" fmla="*/ 50056 w 157994"/>
              <a:gd name="csY219" fmla="*/ 35504 h 148847"/>
              <a:gd name="csX220" fmla="*/ 51018 w 157994"/>
              <a:gd name="csY220" fmla="*/ 38949 h 148847"/>
              <a:gd name="csX221" fmla="*/ 50056 w 157994"/>
              <a:gd name="csY221" fmla="*/ 42393 h 148847"/>
              <a:gd name="csX222" fmla="*/ 47474 w 157994"/>
              <a:gd name="csY222" fmla="*/ 44867 h 148847"/>
              <a:gd name="csX223" fmla="*/ 46126 w 157994"/>
              <a:gd name="csY223" fmla="*/ 45646 h 148847"/>
              <a:gd name="csX224" fmla="*/ 44017 w 157994"/>
              <a:gd name="csY224" fmla="*/ 47473 h 148847"/>
              <a:gd name="csX225" fmla="*/ 42776 w 157994"/>
              <a:gd name="csY225" fmla="*/ 49972 h 148847"/>
              <a:gd name="csX226" fmla="*/ 42596 w 157994"/>
              <a:gd name="csY226" fmla="*/ 52755 h 148847"/>
              <a:gd name="csX227" fmla="*/ 43503 w 157994"/>
              <a:gd name="csY227" fmla="*/ 55392 h 148847"/>
              <a:gd name="csX228" fmla="*/ 47048 w 157994"/>
              <a:gd name="csY228" fmla="*/ 61560 h 148847"/>
              <a:gd name="csX229" fmla="*/ 48876 w 157994"/>
              <a:gd name="csY229" fmla="*/ 63645 h 148847"/>
              <a:gd name="csX230" fmla="*/ 51366 w 157994"/>
              <a:gd name="csY230" fmla="*/ 64870 h 148847"/>
              <a:gd name="csX231" fmla="*/ 54134 w 157994"/>
              <a:gd name="csY231" fmla="*/ 65047 h 148847"/>
              <a:gd name="csX232" fmla="*/ 56760 w 157994"/>
              <a:gd name="csY232" fmla="*/ 64145 h 148847"/>
              <a:gd name="csX233" fmla="*/ 57859 w 157994"/>
              <a:gd name="csY233" fmla="*/ 63508 h 148847"/>
              <a:gd name="csX234" fmla="*/ 61403 w 157994"/>
              <a:gd name="csY234" fmla="*/ 62558 h 148847"/>
              <a:gd name="csX235" fmla="*/ 64948 w 157994"/>
              <a:gd name="csY235" fmla="*/ 63508 h 148847"/>
              <a:gd name="csX236" fmla="*/ 67505 w 157994"/>
              <a:gd name="csY236" fmla="*/ 66037 h 148847"/>
              <a:gd name="csX237" fmla="*/ 68492 w 157994"/>
              <a:gd name="csY237" fmla="*/ 69497 h 148847"/>
              <a:gd name="csX238" fmla="*/ 68492 w 157994"/>
              <a:gd name="csY238" fmla="*/ 70880 h 148847"/>
              <a:gd name="csX239" fmla="*/ 70568 w 157994"/>
              <a:gd name="csY239" fmla="*/ 75892 h 148847"/>
              <a:gd name="csX240" fmla="*/ 75582 w 157994"/>
              <a:gd name="csY240" fmla="*/ 77967 h 148847"/>
              <a:gd name="csX241" fmla="*/ 82669 w 157994"/>
              <a:gd name="csY241" fmla="*/ 77967 h 148847"/>
              <a:gd name="csX242" fmla="*/ 87683 w 157994"/>
              <a:gd name="csY242" fmla="*/ 75892 h 148847"/>
              <a:gd name="csX243" fmla="*/ 89759 w 157994"/>
              <a:gd name="csY243" fmla="*/ 70880 h 148847"/>
              <a:gd name="csX244" fmla="*/ 89759 w 157994"/>
              <a:gd name="csY244" fmla="*/ 69569 h 148847"/>
              <a:gd name="csX245" fmla="*/ 90746 w 157994"/>
              <a:gd name="csY245" fmla="*/ 66109 h 148847"/>
              <a:gd name="csX246" fmla="*/ 93303 w 157994"/>
              <a:gd name="csY246" fmla="*/ 63579 h 148847"/>
              <a:gd name="csX247" fmla="*/ 96848 w 157994"/>
              <a:gd name="csY247" fmla="*/ 62630 h 148847"/>
              <a:gd name="csX248" fmla="*/ 100392 w 157994"/>
              <a:gd name="csY248" fmla="*/ 63579 h 148847"/>
              <a:gd name="csX249" fmla="*/ 101491 w 157994"/>
              <a:gd name="csY249" fmla="*/ 64217 h 148847"/>
              <a:gd name="csX250" fmla="*/ 106697 w 157994"/>
              <a:gd name="csY250" fmla="*/ 64746 h 148847"/>
              <a:gd name="csX251" fmla="*/ 110849 w 157994"/>
              <a:gd name="csY251" fmla="*/ 61560 h 148847"/>
              <a:gd name="csX252" fmla="*/ 114393 w 157994"/>
              <a:gd name="csY252" fmla="*/ 55392 h 148847"/>
              <a:gd name="csX253" fmla="*/ 115131 w 157994"/>
              <a:gd name="csY253" fmla="*/ 50036 h 148847"/>
              <a:gd name="csX254" fmla="*/ 111876 w 157994"/>
              <a:gd name="csY254" fmla="*/ 45717 h 148847"/>
              <a:gd name="csX255" fmla="*/ 78949 w 157994"/>
              <a:gd name="csY255" fmla="*/ 49616 h 148847"/>
              <a:gd name="csX256" fmla="*/ 73040 w 157994"/>
              <a:gd name="csY256" fmla="*/ 47823 h 148847"/>
              <a:gd name="csX257" fmla="*/ 69123 w 157994"/>
              <a:gd name="csY257" fmla="*/ 43052 h 148847"/>
              <a:gd name="csX258" fmla="*/ 68519 w 157994"/>
              <a:gd name="csY258" fmla="*/ 36909 h 148847"/>
              <a:gd name="csX259" fmla="*/ 71429 w 157994"/>
              <a:gd name="csY259" fmla="*/ 31465 h 148847"/>
              <a:gd name="csX260" fmla="*/ 76873 w 157994"/>
              <a:gd name="csY260" fmla="*/ 28557 h 148847"/>
              <a:gd name="csX261" fmla="*/ 83018 w 157994"/>
              <a:gd name="csY261" fmla="*/ 29160 h 148847"/>
              <a:gd name="csX262" fmla="*/ 87789 w 157994"/>
              <a:gd name="csY262" fmla="*/ 33076 h 148847"/>
              <a:gd name="csX263" fmla="*/ 89582 w 157994"/>
              <a:gd name="csY263" fmla="*/ 38984 h 148847"/>
              <a:gd name="csX264" fmla="*/ 86467 w 157994"/>
              <a:gd name="csY264" fmla="*/ 46502 h 148847"/>
              <a:gd name="csX265" fmla="*/ 78949 w 157994"/>
              <a:gd name="csY265" fmla="*/ 49616 h 148847"/>
            </a:gdLst>
            <a:ahLst/>
            <a:cxnLst/>
            <a:rect l="l" t="t" r="r" b="b"/>
            <a:pathLst>
              <a:path w="100000" h="100000">
                <a:moveTo>
                  <a:pt x="43890" y="76694"/>
                </a:moveTo>
                <a:lnTo>
                  <a:pt x="43036" y="76199"/>
                </a:lnTo>
                <a:cubicBezTo>
                  <a:pt x="42396" y="75806"/>
                  <a:pt x="41869" y="75251"/>
                  <a:pt x="41511" y="74589"/>
                </a:cubicBezTo>
                <a:cubicBezTo>
                  <a:pt x="41152" y="73927"/>
                  <a:pt x="40974" y="73183"/>
                  <a:pt x="40995" y="72431"/>
                </a:cubicBezTo>
                <a:cubicBezTo>
                  <a:pt x="40999" y="71663"/>
                  <a:pt x="41209" y="70911"/>
                  <a:pt x="41605" y="70250"/>
                </a:cubicBezTo>
                <a:cubicBezTo>
                  <a:pt x="41998" y="69592"/>
                  <a:pt x="42563" y="69051"/>
                  <a:pt x="43239" y="68685"/>
                </a:cubicBezTo>
                <a:lnTo>
                  <a:pt x="44091" y="68192"/>
                </a:lnTo>
                <a:cubicBezTo>
                  <a:pt x="45085" y="67555"/>
                  <a:pt x="45787" y="66554"/>
                  <a:pt x="46047" y="65404"/>
                </a:cubicBezTo>
                <a:cubicBezTo>
                  <a:pt x="46308" y="64253"/>
                  <a:pt x="46104" y="63048"/>
                  <a:pt x="45482" y="62045"/>
                </a:cubicBezTo>
                <a:lnTo>
                  <a:pt x="43239" y="58142"/>
                </a:lnTo>
                <a:cubicBezTo>
                  <a:pt x="42944" y="57630"/>
                  <a:pt x="42551" y="57182"/>
                  <a:pt x="42081" y="56822"/>
                </a:cubicBezTo>
                <a:cubicBezTo>
                  <a:pt x="41612" y="56463"/>
                  <a:pt x="41077" y="56199"/>
                  <a:pt x="40506" y="56047"/>
                </a:cubicBezTo>
                <a:cubicBezTo>
                  <a:pt x="39934" y="55894"/>
                  <a:pt x="39339" y="55856"/>
                  <a:pt x="38753" y="55935"/>
                </a:cubicBezTo>
                <a:cubicBezTo>
                  <a:pt x="38167" y="56013"/>
                  <a:pt x="37603" y="56208"/>
                  <a:pt x="37091" y="56506"/>
                </a:cubicBezTo>
                <a:lnTo>
                  <a:pt x="36306" y="56976"/>
                </a:lnTo>
                <a:cubicBezTo>
                  <a:pt x="35655" y="57349"/>
                  <a:pt x="34917" y="57547"/>
                  <a:pt x="34165" y="57547"/>
                </a:cubicBezTo>
                <a:cubicBezTo>
                  <a:pt x="33413" y="57547"/>
                  <a:pt x="32674" y="57349"/>
                  <a:pt x="32021" y="56976"/>
                </a:cubicBezTo>
                <a:lnTo>
                  <a:pt x="32021" y="56841"/>
                </a:lnTo>
                <a:cubicBezTo>
                  <a:pt x="31350" y="56488"/>
                  <a:pt x="30787" y="55959"/>
                  <a:pt x="30392" y="55313"/>
                </a:cubicBezTo>
                <a:cubicBezTo>
                  <a:pt x="29996" y="54664"/>
                  <a:pt x="29785" y="53921"/>
                  <a:pt x="29778" y="53162"/>
                </a:cubicBezTo>
                <a:lnTo>
                  <a:pt x="29778" y="52243"/>
                </a:lnTo>
                <a:cubicBezTo>
                  <a:pt x="29778" y="51053"/>
                  <a:pt x="29306" y="49912"/>
                  <a:pt x="28464" y="49071"/>
                </a:cubicBezTo>
                <a:cubicBezTo>
                  <a:pt x="27623" y="48230"/>
                  <a:pt x="26481" y="47757"/>
                  <a:pt x="25291" y="47757"/>
                </a:cubicBezTo>
                <a:lnTo>
                  <a:pt x="20804" y="47757"/>
                </a:lnTo>
                <a:cubicBezTo>
                  <a:pt x="19615" y="47757"/>
                  <a:pt x="18474" y="48230"/>
                  <a:pt x="17632" y="49071"/>
                </a:cubicBezTo>
                <a:cubicBezTo>
                  <a:pt x="16791" y="49912"/>
                  <a:pt x="16318" y="51053"/>
                  <a:pt x="16318" y="52243"/>
                </a:cubicBezTo>
                <a:lnTo>
                  <a:pt x="16318" y="53162"/>
                </a:lnTo>
                <a:cubicBezTo>
                  <a:pt x="16312" y="53921"/>
                  <a:pt x="16099" y="54664"/>
                  <a:pt x="15704" y="55313"/>
                </a:cubicBezTo>
                <a:cubicBezTo>
                  <a:pt x="15309" y="55959"/>
                  <a:pt x="14746" y="56488"/>
                  <a:pt x="14074" y="56841"/>
                </a:cubicBezTo>
                <a:lnTo>
                  <a:pt x="14074" y="56953"/>
                </a:lnTo>
                <a:cubicBezTo>
                  <a:pt x="13423" y="57328"/>
                  <a:pt x="12684" y="57524"/>
                  <a:pt x="11932" y="57524"/>
                </a:cubicBezTo>
                <a:cubicBezTo>
                  <a:pt x="11181" y="57524"/>
                  <a:pt x="10442" y="57328"/>
                  <a:pt x="9789" y="56953"/>
                </a:cubicBezTo>
                <a:lnTo>
                  <a:pt x="9004" y="56483"/>
                </a:lnTo>
                <a:cubicBezTo>
                  <a:pt x="8493" y="56185"/>
                  <a:pt x="7926" y="55994"/>
                  <a:pt x="7340" y="55916"/>
                </a:cubicBezTo>
                <a:cubicBezTo>
                  <a:pt x="6753" y="55839"/>
                  <a:pt x="6157" y="55879"/>
                  <a:pt x="5585" y="56034"/>
                </a:cubicBezTo>
                <a:cubicBezTo>
                  <a:pt x="5013" y="56188"/>
                  <a:pt x="4478" y="56454"/>
                  <a:pt x="4011" y="56816"/>
                </a:cubicBezTo>
                <a:cubicBezTo>
                  <a:pt x="3543" y="57177"/>
                  <a:pt x="3151" y="57628"/>
                  <a:pt x="2858" y="58142"/>
                </a:cubicBezTo>
                <a:lnTo>
                  <a:pt x="613" y="62045"/>
                </a:lnTo>
                <a:cubicBezTo>
                  <a:pt x="321" y="62556"/>
                  <a:pt x="131" y="63120"/>
                  <a:pt x="56" y="63705"/>
                </a:cubicBezTo>
                <a:cubicBezTo>
                  <a:pt x="-20" y="64289"/>
                  <a:pt x="22" y="64882"/>
                  <a:pt x="175" y="65452"/>
                </a:cubicBezTo>
                <a:cubicBezTo>
                  <a:pt x="329" y="66020"/>
                  <a:pt x="594" y="66552"/>
                  <a:pt x="955" y="67019"/>
                </a:cubicBezTo>
                <a:cubicBezTo>
                  <a:pt x="1315" y="67486"/>
                  <a:pt x="1763" y="67876"/>
                  <a:pt x="2274" y="68169"/>
                </a:cubicBezTo>
                <a:lnTo>
                  <a:pt x="3127" y="68662"/>
                </a:lnTo>
                <a:cubicBezTo>
                  <a:pt x="3802" y="69028"/>
                  <a:pt x="4367" y="69570"/>
                  <a:pt x="4762" y="70229"/>
                </a:cubicBezTo>
                <a:cubicBezTo>
                  <a:pt x="5156" y="70888"/>
                  <a:pt x="5367" y="71640"/>
                  <a:pt x="5370" y="72409"/>
                </a:cubicBezTo>
                <a:cubicBezTo>
                  <a:pt x="5367" y="73177"/>
                  <a:pt x="5156" y="73930"/>
                  <a:pt x="4762" y="74589"/>
                </a:cubicBezTo>
                <a:cubicBezTo>
                  <a:pt x="4367" y="75247"/>
                  <a:pt x="3802" y="75789"/>
                  <a:pt x="3127" y="76155"/>
                </a:cubicBezTo>
                <a:lnTo>
                  <a:pt x="2274" y="76648"/>
                </a:lnTo>
                <a:cubicBezTo>
                  <a:pt x="1757" y="76941"/>
                  <a:pt x="1303" y="77334"/>
                  <a:pt x="939" y="77805"/>
                </a:cubicBezTo>
                <a:cubicBezTo>
                  <a:pt x="575" y="78274"/>
                  <a:pt x="309" y="78812"/>
                  <a:pt x="154" y="79385"/>
                </a:cubicBezTo>
                <a:cubicBezTo>
                  <a:pt x="0" y="79959"/>
                  <a:pt x="-39" y="80558"/>
                  <a:pt x="40" y="81148"/>
                </a:cubicBezTo>
                <a:cubicBezTo>
                  <a:pt x="118" y="81737"/>
                  <a:pt x="314" y="82304"/>
                  <a:pt x="613" y="82817"/>
                </a:cubicBezTo>
                <a:lnTo>
                  <a:pt x="2858" y="86719"/>
                </a:lnTo>
                <a:cubicBezTo>
                  <a:pt x="3153" y="87232"/>
                  <a:pt x="3546" y="87681"/>
                  <a:pt x="4015" y="88041"/>
                </a:cubicBezTo>
                <a:cubicBezTo>
                  <a:pt x="4484" y="88401"/>
                  <a:pt x="5019" y="88664"/>
                  <a:pt x="5591" y="88816"/>
                </a:cubicBezTo>
                <a:cubicBezTo>
                  <a:pt x="6162" y="88968"/>
                  <a:pt x="6757" y="89006"/>
                  <a:pt x="7343" y="88927"/>
                </a:cubicBezTo>
                <a:cubicBezTo>
                  <a:pt x="7929" y="88848"/>
                  <a:pt x="8494" y="88654"/>
                  <a:pt x="9004" y="88357"/>
                </a:cubicBezTo>
                <a:lnTo>
                  <a:pt x="9789" y="87886"/>
                </a:lnTo>
                <a:cubicBezTo>
                  <a:pt x="10444" y="87515"/>
                  <a:pt x="11184" y="87323"/>
                  <a:pt x="11935" y="87327"/>
                </a:cubicBezTo>
                <a:cubicBezTo>
                  <a:pt x="12687" y="87331"/>
                  <a:pt x="13425" y="87531"/>
                  <a:pt x="14074" y="87908"/>
                </a:cubicBezTo>
                <a:lnTo>
                  <a:pt x="14074" y="88133"/>
                </a:lnTo>
                <a:cubicBezTo>
                  <a:pt x="14746" y="88485"/>
                  <a:pt x="15309" y="89014"/>
                  <a:pt x="15704" y="89662"/>
                </a:cubicBezTo>
                <a:cubicBezTo>
                  <a:pt x="16099" y="90310"/>
                  <a:pt x="16312" y="91053"/>
                  <a:pt x="16318" y="91811"/>
                </a:cubicBezTo>
                <a:lnTo>
                  <a:pt x="16318" y="92619"/>
                </a:lnTo>
                <a:cubicBezTo>
                  <a:pt x="16318" y="93808"/>
                  <a:pt x="16791" y="94950"/>
                  <a:pt x="17632" y="95792"/>
                </a:cubicBezTo>
                <a:cubicBezTo>
                  <a:pt x="18474" y="96632"/>
                  <a:pt x="19615" y="97105"/>
                  <a:pt x="20804" y="97105"/>
                </a:cubicBezTo>
                <a:lnTo>
                  <a:pt x="25291" y="97105"/>
                </a:lnTo>
                <a:cubicBezTo>
                  <a:pt x="26481" y="97105"/>
                  <a:pt x="27623" y="96632"/>
                  <a:pt x="28464" y="95792"/>
                </a:cubicBezTo>
                <a:cubicBezTo>
                  <a:pt x="29306" y="94950"/>
                  <a:pt x="29778" y="93808"/>
                  <a:pt x="29778" y="92619"/>
                </a:cubicBezTo>
                <a:lnTo>
                  <a:pt x="29778" y="91699"/>
                </a:lnTo>
                <a:cubicBezTo>
                  <a:pt x="29804" y="90959"/>
                  <a:pt x="30025" y="90240"/>
                  <a:pt x="30420" y="89614"/>
                </a:cubicBezTo>
                <a:cubicBezTo>
                  <a:pt x="30813" y="88988"/>
                  <a:pt x="31366" y="88476"/>
                  <a:pt x="32021" y="88133"/>
                </a:cubicBezTo>
                <a:lnTo>
                  <a:pt x="32021" y="87908"/>
                </a:lnTo>
                <a:cubicBezTo>
                  <a:pt x="32674" y="87535"/>
                  <a:pt x="33413" y="87338"/>
                  <a:pt x="34165" y="87338"/>
                </a:cubicBezTo>
                <a:cubicBezTo>
                  <a:pt x="34917" y="87338"/>
                  <a:pt x="35655" y="87535"/>
                  <a:pt x="36306" y="87908"/>
                </a:cubicBezTo>
                <a:lnTo>
                  <a:pt x="37091" y="88380"/>
                </a:lnTo>
                <a:cubicBezTo>
                  <a:pt x="37604" y="88676"/>
                  <a:pt x="38169" y="88869"/>
                  <a:pt x="38757" y="88946"/>
                </a:cubicBezTo>
                <a:cubicBezTo>
                  <a:pt x="39343" y="89023"/>
                  <a:pt x="39939" y="88983"/>
                  <a:pt x="40510" y="88829"/>
                </a:cubicBezTo>
                <a:cubicBezTo>
                  <a:pt x="41082" y="88675"/>
                  <a:pt x="41617" y="88409"/>
                  <a:pt x="42086" y="88047"/>
                </a:cubicBezTo>
                <a:cubicBezTo>
                  <a:pt x="42554" y="87684"/>
                  <a:pt x="42946" y="87234"/>
                  <a:pt x="43239" y="86719"/>
                </a:cubicBezTo>
                <a:lnTo>
                  <a:pt x="45482" y="82817"/>
                </a:lnTo>
                <a:cubicBezTo>
                  <a:pt x="46080" y="81793"/>
                  <a:pt x="46248" y="80574"/>
                  <a:pt x="45950" y="79426"/>
                </a:cubicBezTo>
                <a:cubicBezTo>
                  <a:pt x="45651" y="78279"/>
                  <a:pt x="44911" y="77296"/>
                  <a:pt x="43890" y="76694"/>
                </a:cubicBezTo>
                <a:close/>
                <a:moveTo>
                  <a:pt x="23048" y="79160"/>
                </a:moveTo>
                <a:cubicBezTo>
                  <a:pt x="21717" y="79160"/>
                  <a:pt x="20415" y="78766"/>
                  <a:pt x="19308" y="78026"/>
                </a:cubicBezTo>
                <a:cubicBezTo>
                  <a:pt x="18203" y="77287"/>
                  <a:pt x="17340" y="76236"/>
                  <a:pt x="16830" y="75006"/>
                </a:cubicBezTo>
                <a:cubicBezTo>
                  <a:pt x="16320" y="73777"/>
                  <a:pt x="16188" y="72423"/>
                  <a:pt x="16447" y="71118"/>
                </a:cubicBezTo>
                <a:cubicBezTo>
                  <a:pt x="16707" y="69813"/>
                  <a:pt x="17347" y="68614"/>
                  <a:pt x="18289" y="67673"/>
                </a:cubicBezTo>
                <a:cubicBezTo>
                  <a:pt x="19230" y="66732"/>
                  <a:pt x="20429" y="66091"/>
                  <a:pt x="21734" y="65831"/>
                </a:cubicBezTo>
                <a:cubicBezTo>
                  <a:pt x="23041" y="65571"/>
                  <a:pt x="24393" y="65705"/>
                  <a:pt x="25624" y="66214"/>
                </a:cubicBezTo>
                <a:cubicBezTo>
                  <a:pt x="26854" y="66723"/>
                  <a:pt x="27905" y="67586"/>
                  <a:pt x="28643" y="68693"/>
                </a:cubicBezTo>
                <a:cubicBezTo>
                  <a:pt x="29383" y="69799"/>
                  <a:pt x="29778" y="71100"/>
                  <a:pt x="29778" y="72431"/>
                </a:cubicBezTo>
                <a:cubicBezTo>
                  <a:pt x="29778" y="74216"/>
                  <a:pt x="29069" y="75928"/>
                  <a:pt x="27807" y="77190"/>
                </a:cubicBezTo>
                <a:cubicBezTo>
                  <a:pt x="26545" y="78451"/>
                  <a:pt x="24833" y="79160"/>
                  <a:pt x="23048" y="79160"/>
                </a:cubicBezTo>
                <a:close/>
                <a:moveTo>
                  <a:pt x="97911" y="76917"/>
                </a:moveTo>
                <a:lnTo>
                  <a:pt x="96878" y="76311"/>
                </a:lnTo>
                <a:cubicBezTo>
                  <a:pt x="96221" y="75908"/>
                  <a:pt x="95683" y="75335"/>
                  <a:pt x="95324" y="74652"/>
                </a:cubicBezTo>
                <a:cubicBezTo>
                  <a:pt x="94965" y="73970"/>
                  <a:pt x="94796" y="73202"/>
                  <a:pt x="94837" y="72431"/>
                </a:cubicBezTo>
                <a:cubicBezTo>
                  <a:pt x="94841" y="71663"/>
                  <a:pt x="95051" y="70911"/>
                  <a:pt x="95447" y="70250"/>
                </a:cubicBezTo>
                <a:cubicBezTo>
                  <a:pt x="95840" y="69592"/>
                  <a:pt x="96405" y="69051"/>
                  <a:pt x="97081" y="68685"/>
                </a:cubicBezTo>
                <a:lnTo>
                  <a:pt x="97933" y="68192"/>
                </a:lnTo>
                <a:cubicBezTo>
                  <a:pt x="98927" y="67555"/>
                  <a:pt x="99629" y="66554"/>
                  <a:pt x="99889" y="65404"/>
                </a:cubicBezTo>
                <a:cubicBezTo>
                  <a:pt x="100150" y="64253"/>
                  <a:pt x="99947" y="63048"/>
                  <a:pt x="99324" y="62045"/>
                </a:cubicBezTo>
                <a:lnTo>
                  <a:pt x="97081" y="58142"/>
                </a:lnTo>
                <a:cubicBezTo>
                  <a:pt x="96485" y="57114"/>
                  <a:pt x="95506" y="56364"/>
                  <a:pt x="94358" y="56058"/>
                </a:cubicBezTo>
                <a:cubicBezTo>
                  <a:pt x="93209" y="55751"/>
                  <a:pt x="91986" y="55911"/>
                  <a:pt x="90956" y="56506"/>
                </a:cubicBezTo>
                <a:lnTo>
                  <a:pt x="90171" y="56976"/>
                </a:lnTo>
                <a:cubicBezTo>
                  <a:pt x="89519" y="57349"/>
                  <a:pt x="88781" y="57547"/>
                  <a:pt x="88028" y="57547"/>
                </a:cubicBezTo>
                <a:cubicBezTo>
                  <a:pt x="87277" y="57547"/>
                  <a:pt x="86537" y="57349"/>
                  <a:pt x="85886" y="56976"/>
                </a:cubicBezTo>
                <a:lnTo>
                  <a:pt x="85863" y="56841"/>
                </a:lnTo>
                <a:cubicBezTo>
                  <a:pt x="85195" y="56485"/>
                  <a:pt x="84634" y="55955"/>
                  <a:pt x="84240" y="55308"/>
                </a:cubicBezTo>
                <a:cubicBezTo>
                  <a:pt x="83846" y="54661"/>
                  <a:pt x="83632" y="53920"/>
                  <a:pt x="83620" y="53162"/>
                </a:cubicBezTo>
                <a:lnTo>
                  <a:pt x="83620" y="52243"/>
                </a:lnTo>
                <a:cubicBezTo>
                  <a:pt x="83620" y="51053"/>
                  <a:pt x="83148" y="49912"/>
                  <a:pt x="82306" y="49071"/>
                </a:cubicBezTo>
                <a:cubicBezTo>
                  <a:pt x="81464" y="48230"/>
                  <a:pt x="80323" y="47757"/>
                  <a:pt x="79133" y="47757"/>
                </a:cubicBezTo>
                <a:lnTo>
                  <a:pt x="74647" y="47757"/>
                </a:lnTo>
                <a:cubicBezTo>
                  <a:pt x="73457" y="47757"/>
                  <a:pt x="72316" y="48230"/>
                  <a:pt x="71474" y="49071"/>
                </a:cubicBezTo>
                <a:cubicBezTo>
                  <a:pt x="70633" y="49912"/>
                  <a:pt x="70160" y="51053"/>
                  <a:pt x="70160" y="52243"/>
                </a:cubicBezTo>
                <a:lnTo>
                  <a:pt x="70160" y="53162"/>
                </a:lnTo>
                <a:cubicBezTo>
                  <a:pt x="70146" y="53920"/>
                  <a:pt x="69932" y="54660"/>
                  <a:pt x="69537" y="55306"/>
                </a:cubicBezTo>
                <a:cubicBezTo>
                  <a:pt x="69142" y="55953"/>
                  <a:pt x="68584" y="56483"/>
                  <a:pt x="67916" y="56841"/>
                </a:cubicBezTo>
                <a:lnTo>
                  <a:pt x="67916" y="56953"/>
                </a:lnTo>
                <a:cubicBezTo>
                  <a:pt x="67265" y="57328"/>
                  <a:pt x="66526" y="57524"/>
                  <a:pt x="65774" y="57524"/>
                </a:cubicBezTo>
                <a:cubicBezTo>
                  <a:pt x="65023" y="57524"/>
                  <a:pt x="64284" y="57328"/>
                  <a:pt x="63632" y="56953"/>
                </a:cubicBezTo>
                <a:lnTo>
                  <a:pt x="62824" y="56483"/>
                </a:lnTo>
                <a:cubicBezTo>
                  <a:pt x="61794" y="55889"/>
                  <a:pt x="60571" y="55728"/>
                  <a:pt x="59423" y="56035"/>
                </a:cubicBezTo>
                <a:cubicBezTo>
                  <a:pt x="58275" y="56342"/>
                  <a:pt x="57295" y="57092"/>
                  <a:pt x="56700" y="58120"/>
                </a:cubicBezTo>
                <a:lnTo>
                  <a:pt x="54455" y="62024"/>
                </a:lnTo>
                <a:cubicBezTo>
                  <a:pt x="53862" y="63053"/>
                  <a:pt x="53701" y="64276"/>
                  <a:pt x="54008" y="65424"/>
                </a:cubicBezTo>
                <a:cubicBezTo>
                  <a:pt x="54315" y="66571"/>
                  <a:pt x="55065" y="67551"/>
                  <a:pt x="56093" y="68147"/>
                </a:cubicBezTo>
                <a:lnTo>
                  <a:pt x="56969" y="68641"/>
                </a:lnTo>
                <a:cubicBezTo>
                  <a:pt x="57641" y="69010"/>
                  <a:pt x="58203" y="69552"/>
                  <a:pt x="58597" y="70209"/>
                </a:cubicBezTo>
                <a:cubicBezTo>
                  <a:pt x="58991" y="70868"/>
                  <a:pt x="59204" y="71619"/>
                  <a:pt x="59212" y="72387"/>
                </a:cubicBezTo>
                <a:cubicBezTo>
                  <a:pt x="59204" y="73153"/>
                  <a:pt x="58991" y="73905"/>
                  <a:pt x="58597" y="74563"/>
                </a:cubicBezTo>
                <a:cubicBezTo>
                  <a:pt x="58203" y="75220"/>
                  <a:pt x="57641" y="75763"/>
                  <a:pt x="56969" y="76132"/>
                </a:cubicBezTo>
                <a:lnTo>
                  <a:pt x="56093" y="76625"/>
                </a:lnTo>
                <a:cubicBezTo>
                  <a:pt x="55576" y="76920"/>
                  <a:pt x="55121" y="77316"/>
                  <a:pt x="54757" y="77789"/>
                </a:cubicBezTo>
                <a:cubicBezTo>
                  <a:pt x="54394" y="78261"/>
                  <a:pt x="54128" y="78801"/>
                  <a:pt x="53975" y="79377"/>
                </a:cubicBezTo>
                <a:cubicBezTo>
                  <a:pt x="53822" y="79953"/>
                  <a:pt x="53787" y="80555"/>
                  <a:pt x="53870" y="81146"/>
                </a:cubicBezTo>
                <a:cubicBezTo>
                  <a:pt x="53951" y="81736"/>
                  <a:pt x="54151" y="82304"/>
                  <a:pt x="54455" y="82817"/>
                </a:cubicBezTo>
                <a:lnTo>
                  <a:pt x="56700" y="86719"/>
                </a:lnTo>
                <a:cubicBezTo>
                  <a:pt x="57295" y="87748"/>
                  <a:pt x="58275" y="88499"/>
                  <a:pt x="59423" y="88805"/>
                </a:cubicBezTo>
                <a:cubicBezTo>
                  <a:pt x="60571" y="89112"/>
                  <a:pt x="61794" y="88952"/>
                  <a:pt x="62824" y="88357"/>
                </a:cubicBezTo>
                <a:lnTo>
                  <a:pt x="63632" y="87886"/>
                </a:lnTo>
                <a:cubicBezTo>
                  <a:pt x="64284" y="87512"/>
                  <a:pt x="65023" y="87316"/>
                  <a:pt x="65774" y="87316"/>
                </a:cubicBezTo>
                <a:cubicBezTo>
                  <a:pt x="66526" y="87316"/>
                  <a:pt x="67265" y="87512"/>
                  <a:pt x="67916" y="87886"/>
                </a:cubicBezTo>
                <a:lnTo>
                  <a:pt x="67916" y="88133"/>
                </a:lnTo>
                <a:cubicBezTo>
                  <a:pt x="68584" y="88492"/>
                  <a:pt x="69142" y="89021"/>
                  <a:pt x="69537" y="89668"/>
                </a:cubicBezTo>
                <a:cubicBezTo>
                  <a:pt x="69932" y="90315"/>
                  <a:pt x="70146" y="91054"/>
                  <a:pt x="70160" y="91811"/>
                </a:cubicBezTo>
                <a:lnTo>
                  <a:pt x="70160" y="92619"/>
                </a:lnTo>
                <a:cubicBezTo>
                  <a:pt x="70160" y="93808"/>
                  <a:pt x="70633" y="94950"/>
                  <a:pt x="71474" y="95792"/>
                </a:cubicBezTo>
                <a:cubicBezTo>
                  <a:pt x="72316" y="96632"/>
                  <a:pt x="73457" y="97105"/>
                  <a:pt x="74647" y="97105"/>
                </a:cubicBezTo>
                <a:lnTo>
                  <a:pt x="79133" y="97105"/>
                </a:lnTo>
                <a:cubicBezTo>
                  <a:pt x="80323" y="97105"/>
                  <a:pt x="81464" y="96632"/>
                  <a:pt x="82306" y="95792"/>
                </a:cubicBezTo>
                <a:cubicBezTo>
                  <a:pt x="83148" y="94950"/>
                  <a:pt x="83620" y="93808"/>
                  <a:pt x="83620" y="92619"/>
                </a:cubicBezTo>
                <a:lnTo>
                  <a:pt x="83620" y="91699"/>
                </a:lnTo>
                <a:cubicBezTo>
                  <a:pt x="83651" y="90961"/>
                  <a:pt x="83873" y="90244"/>
                  <a:pt x="84268" y="89618"/>
                </a:cubicBezTo>
                <a:cubicBezTo>
                  <a:pt x="84661" y="88992"/>
                  <a:pt x="85211" y="88480"/>
                  <a:pt x="85863" y="88133"/>
                </a:cubicBezTo>
                <a:lnTo>
                  <a:pt x="85863" y="87908"/>
                </a:lnTo>
                <a:cubicBezTo>
                  <a:pt x="86516" y="87535"/>
                  <a:pt x="87255" y="87338"/>
                  <a:pt x="88007" y="87338"/>
                </a:cubicBezTo>
                <a:cubicBezTo>
                  <a:pt x="88758" y="87338"/>
                  <a:pt x="89497" y="87535"/>
                  <a:pt x="90148" y="87908"/>
                </a:cubicBezTo>
                <a:lnTo>
                  <a:pt x="90933" y="88380"/>
                </a:lnTo>
                <a:cubicBezTo>
                  <a:pt x="91446" y="88676"/>
                  <a:pt x="92011" y="88869"/>
                  <a:pt x="92598" y="88946"/>
                </a:cubicBezTo>
                <a:cubicBezTo>
                  <a:pt x="93185" y="89023"/>
                  <a:pt x="93781" y="88983"/>
                  <a:pt x="94352" y="88829"/>
                </a:cubicBezTo>
                <a:cubicBezTo>
                  <a:pt x="94924" y="88675"/>
                  <a:pt x="95459" y="88409"/>
                  <a:pt x="95928" y="88047"/>
                </a:cubicBezTo>
                <a:cubicBezTo>
                  <a:pt x="96396" y="87684"/>
                  <a:pt x="96788" y="87234"/>
                  <a:pt x="97081" y="86719"/>
                </a:cubicBezTo>
                <a:lnTo>
                  <a:pt x="99324" y="82659"/>
                </a:lnTo>
                <a:cubicBezTo>
                  <a:pt x="99872" y="81705"/>
                  <a:pt x="100030" y="80575"/>
                  <a:pt x="99768" y="79506"/>
                </a:cubicBezTo>
                <a:cubicBezTo>
                  <a:pt x="99504" y="78437"/>
                  <a:pt x="98840" y="77510"/>
                  <a:pt x="97911" y="76917"/>
                </a:cubicBezTo>
                <a:close/>
                <a:moveTo>
                  <a:pt x="76890" y="79160"/>
                </a:moveTo>
                <a:cubicBezTo>
                  <a:pt x="75559" y="79160"/>
                  <a:pt x="74257" y="78766"/>
                  <a:pt x="73150" y="78026"/>
                </a:cubicBezTo>
                <a:cubicBezTo>
                  <a:pt x="72045" y="77287"/>
                  <a:pt x="71182" y="76236"/>
                  <a:pt x="70672" y="75006"/>
                </a:cubicBezTo>
                <a:cubicBezTo>
                  <a:pt x="70162" y="73777"/>
                  <a:pt x="70030" y="72423"/>
                  <a:pt x="70289" y="71118"/>
                </a:cubicBezTo>
                <a:cubicBezTo>
                  <a:pt x="70549" y="69813"/>
                  <a:pt x="71189" y="68614"/>
                  <a:pt x="72131" y="67673"/>
                </a:cubicBezTo>
                <a:cubicBezTo>
                  <a:pt x="73072" y="66732"/>
                  <a:pt x="74271" y="66091"/>
                  <a:pt x="75577" y="65831"/>
                </a:cubicBezTo>
                <a:cubicBezTo>
                  <a:pt x="76883" y="65571"/>
                  <a:pt x="78235" y="65705"/>
                  <a:pt x="79466" y="66214"/>
                </a:cubicBezTo>
                <a:cubicBezTo>
                  <a:pt x="80696" y="66723"/>
                  <a:pt x="81747" y="67586"/>
                  <a:pt x="82485" y="68693"/>
                </a:cubicBezTo>
                <a:cubicBezTo>
                  <a:pt x="83225" y="69799"/>
                  <a:pt x="83620" y="71100"/>
                  <a:pt x="83620" y="72431"/>
                </a:cubicBezTo>
                <a:cubicBezTo>
                  <a:pt x="83620" y="74216"/>
                  <a:pt x="82911" y="75928"/>
                  <a:pt x="81649" y="77190"/>
                </a:cubicBezTo>
                <a:cubicBezTo>
                  <a:pt x="80387" y="78451"/>
                  <a:pt x="78675" y="79160"/>
                  <a:pt x="76890" y="79160"/>
                </a:cubicBezTo>
                <a:close/>
                <a:moveTo>
                  <a:pt x="70810" y="31831"/>
                </a:moveTo>
                <a:lnTo>
                  <a:pt x="69958" y="31338"/>
                </a:lnTo>
                <a:cubicBezTo>
                  <a:pt x="69317" y="30944"/>
                  <a:pt x="68791" y="30388"/>
                  <a:pt x="68432" y="29727"/>
                </a:cubicBezTo>
                <a:cubicBezTo>
                  <a:pt x="68073" y="29065"/>
                  <a:pt x="67896" y="28321"/>
                  <a:pt x="67916" y="27569"/>
                </a:cubicBezTo>
                <a:cubicBezTo>
                  <a:pt x="67920" y="26801"/>
                  <a:pt x="68130" y="26048"/>
                  <a:pt x="68525" y="25389"/>
                </a:cubicBezTo>
                <a:cubicBezTo>
                  <a:pt x="68920" y="24730"/>
                  <a:pt x="69484" y="24189"/>
                  <a:pt x="70160" y="23823"/>
                </a:cubicBezTo>
                <a:lnTo>
                  <a:pt x="71012" y="23329"/>
                </a:lnTo>
                <a:cubicBezTo>
                  <a:pt x="72006" y="22693"/>
                  <a:pt x="72708" y="21692"/>
                  <a:pt x="72969" y="20542"/>
                </a:cubicBezTo>
                <a:cubicBezTo>
                  <a:pt x="73229" y="19392"/>
                  <a:pt x="73026" y="18185"/>
                  <a:pt x="72403" y="17183"/>
                </a:cubicBezTo>
                <a:lnTo>
                  <a:pt x="70160" y="13281"/>
                </a:lnTo>
                <a:cubicBezTo>
                  <a:pt x="69865" y="12768"/>
                  <a:pt x="69472" y="12319"/>
                  <a:pt x="69003" y="11960"/>
                </a:cubicBezTo>
                <a:cubicBezTo>
                  <a:pt x="68533" y="11599"/>
                  <a:pt x="67998" y="11336"/>
                  <a:pt x="67427" y="11184"/>
                </a:cubicBezTo>
                <a:cubicBezTo>
                  <a:pt x="66855" y="11032"/>
                  <a:pt x="66259" y="10994"/>
                  <a:pt x="65674" y="11074"/>
                </a:cubicBezTo>
                <a:cubicBezTo>
                  <a:pt x="65088" y="11152"/>
                  <a:pt x="64524" y="11346"/>
                  <a:pt x="64013" y="11643"/>
                </a:cubicBezTo>
                <a:lnTo>
                  <a:pt x="63430" y="12046"/>
                </a:lnTo>
                <a:cubicBezTo>
                  <a:pt x="62747" y="12441"/>
                  <a:pt x="61974" y="12648"/>
                  <a:pt x="61186" y="12648"/>
                </a:cubicBezTo>
                <a:cubicBezTo>
                  <a:pt x="60398" y="12648"/>
                  <a:pt x="59624" y="12441"/>
                  <a:pt x="58943" y="12046"/>
                </a:cubicBezTo>
                <a:cubicBezTo>
                  <a:pt x="58267" y="11657"/>
                  <a:pt x="57707" y="11098"/>
                  <a:pt x="57312" y="10426"/>
                </a:cubicBezTo>
                <a:cubicBezTo>
                  <a:pt x="56919" y="9753"/>
                  <a:pt x="56708" y="8990"/>
                  <a:pt x="56700" y="8210"/>
                </a:cubicBezTo>
                <a:lnTo>
                  <a:pt x="56700" y="7382"/>
                </a:lnTo>
                <a:cubicBezTo>
                  <a:pt x="56700" y="6192"/>
                  <a:pt x="56227" y="5051"/>
                  <a:pt x="55385" y="4208"/>
                </a:cubicBezTo>
                <a:cubicBezTo>
                  <a:pt x="54544" y="3368"/>
                  <a:pt x="53402" y="2895"/>
                  <a:pt x="52212" y="2895"/>
                </a:cubicBezTo>
                <a:lnTo>
                  <a:pt x="47725" y="2895"/>
                </a:lnTo>
                <a:cubicBezTo>
                  <a:pt x="46535" y="2895"/>
                  <a:pt x="45395" y="3368"/>
                  <a:pt x="44553" y="4208"/>
                </a:cubicBezTo>
                <a:cubicBezTo>
                  <a:pt x="43712" y="5051"/>
                  <a:pt x="43239" y="6192"/>
                  <a:pt x="43239" y="7382"/>
                </a:cubicBezTo>
                <a:lnTo>
                  <a:pt x="43239" y="8210"/>
                </a:lnTo>
                <a:cubicBezTo>
                  <a:pt x="43223" y="8982"/>
                  <a:pt x="43007" y="9736"/>
                  <a:pt x="42614" y="10400"/>
                </a:cubicBezTo>
                <a:cubicBezTo>
                  <a:pt x="42221" y="11065"/>
                  <a:pt x="41664" y="11616"/>
                  <a:pt x="40995" y="12001"/>
                </a:cubicBezTo>
                <a:cubicBezTo>
                  <a:pt x="40314" y="12396"/>
                  <a:pt x="39539" y="12603"/>
                  <a:pt x="38752" y="12603"/>
                </a:cubicBezTo>
                <a:cubicBezTo>
                  <a:pt x="37965" y="12603"/>
                  <a:pt x="37191" y="12396"/>
                  <a:pt x="36509" y="12001"/>
                </a:cubicBezTo>
                <a:lnTo>
                  <a:pt x="35813" y="11598"/>
                </a:lnTo>
                <a:cubicBezTo>
                  <a:pt x="34787" y="11036"/>
                  <a:pt x="33581" y="10898"/>
                  <a:pt x="32454" y="11212"/>
                </a:cubicBezTo>
                <a:cubicBezTo>
                  <a:pt x="31326" y="11525"/>
                  <a:pt x="30366" y="12269"/>
                  <a:pt x="29778" y="13281"/>
                </a:cubicBezTo>
                <a:lnTo>
                  <a:pt x="27535" y="17183"/>
                </a:lnTo>
                <a:cubicBezTo>
                  <a:pt x="27242" y="17695"/>
                  <a:pt x="27052" y="18258"/>
                  <a:pt x="26977" y="18843"/>
                </a:cubicBezTo>
                <a:cubicBezTo>
                  <a:pt x="26901" y="19428"/>
                  <a:pt x="26942" y="20021"/>
                  <a:pt x="27096" y="20589"/>
                </a:cubicBezTo>
                <a:cubicBezTo>
                  <a:pt x="27250" y="21157"/>
                  <a:pt x="27515" y="21690"/>
                  <a:pt x="27876" y="22157"/>
                </a:cubicBezTo>
                <a:cubicBezTo>
                  <a:pt x="28235" y="22623"/>
                  <a:pt x="28683" y="23014"/>
                  <a:pt x="29195" y="23307"/>
                </a:cubicBezTo>
                <a:lnTo>
                  <a:pt x="30048" y="23801"/>
                </a:lnTo>
                <a:cubicBezTo>
                  <a:pt x="30723" y="24167"/>
                  <a:pt x="31287" y="24708"/>
                  <a:pt x="31682" y="25366"/>
                </a:cubicBezTo>
                <a:cubicBezTo>
                  <a:pt x="32077" y="26025"/>
                  <a:pt x="32288" y="26778"/>
                  <a:pt x="32291" y="27547"/>
                </a:cubicBezTo>
                <a:cubicBezTo>
                  <a:pt x="32288" y="28315"/>
                  <a:pt x="32077" y="29068"/>
                  <a:pt x="31682" y="29727"/>
                </a:cubicBezTo>
                <a:cubicBezTo>
                  <a:pt x="31287" y="30386"/>
                  <a:pt x="30723" y="30926"/>
                  <a:pt x="30048" y="31293"/>
                </a:cubicBezTo>
                <a:lnTo>
                  <a:pt x="29195" y="31786"/>
                </a:lnTo>
                <a:cubicBezTo>
                  <a:pt x="28678" y="32079"/>
                  <a:pt x="28224" y="32472"/>
                  <a:pt x="27860" y="32942"/>
                </a:cubicBezTo>
                <a:cubicBezTo>
                  <a:pt x="27496" y="33412"/>
                  <a:pt x="27230" y="33948"/>
                  <a:pt x="27074" y="34524"/>
                </a:cubicBezTo>
                <a:cubicBezTo>
                  <a:pt x="26921" y="35098"/>
                  <a:pt x="26882" y="35696"/>
                  <a:pt x="26961" y="36285"/>
                </a:cubicBezTo>
                <a:cubicBezTo>
                  <a:pt x="27039" y="36874"/>
                  <a:pt x="27235" y="37442"/>
                  <a:pt x="27535" y="37954"/>
                </a:cubicBezTo>
                <a:lnTo>
                  <a:pt x="29778" y="41858"/>
                </a:lnTo>
                <a:cubicBezTo>
                  <a:pt x="30074" y="42370"/>
                  <a:pt x="30467" y="42818"/>
                  <a:pt x="30935" y="43178"/>
                </a:cubicBezTo>
                <a:cubicBezTo>
                  <a:pt x="31404" y="43537"/>
                  <a:pt x="31940" y="43801"/>
                  <a:pt x="32511" y="43953"/>
                </a:cubicBezTo>
                <a:cubicBezTo>
                  <a:pt x="33082" y="44106"/>
                  <a:pt x="33678" y="44144"/>
                  <a:pt x="34263" y="44065"/>
                </a:cubicBezTo>
                <a:cubicBezTo>
                  <a:pt x="34851" y="43987"/>
                  <a:pt x="35415" y="43793"/>
                  <a:pt x="35925" y="43494"/>
                </a:cubicBezTo>
                <a:lnTo>
                  <a:pt x="36621" y="43091"/>
                </a:lnTo>
                <a:cubicBezTo>
                  <a:pt x="37303" y="42698"/>
                  <a:pt x="38077" y="42490"/>
                  <a:pt x="38864" y="42490"/>
                </a:cubicBezTo>
                <a:cubicBezTo>
                  <a:pt x="39652" y="42490"/>
                  <a:pt x="40426" y="42698"/>
                  <a:pt x="41108" y="43091"/>
                </a:cubicBezTo>
                <a:cubicBezTo>
                  <a:pt x="41776" y="43477"/>
                  <a:pt x="42333" y="44029"/>
                  <a:pt x="42726" y="44692"/>
                </a:cubicBezTo>
                <a:cubicBezTo>
                  <a:pt x="43119" y="45356"/>
                  <a:pt x="43335" y="46111"/>
                  <a:pt x="43351" y="46882"/>
                </a:cubicBezTo>
                <a:lnTo>
                  <a:pt x="43351" y="47757"/>
                </a:lnTo>
                <a:cubicBezTo>
                  <a:pt x="43351" y="48947"/>
                  <a:pt x="43824" y="50088"/>
                  <a:pt x="44665" y="50929"/>
                </a:cubicBezTo>
                <a:cubicBezTo>
                  <a:pt x="45507" y="51770"/>
                  <a:pt x="46647" y="52243"/>
                  <a:pt x="47839" y="52243"/>
                </a:cubicBezTo>
                <a:lnTo>
                  <a:pt x="52324" y="52243"/>
                </a:lnTo>
                <a:cubicBezTo>
                  <a:pt x="53514" y="52243"/>
                  <a:pt x="54656" y="51770"/>
                  <a:pt x="55498" y="50929"/>
                </a:cubicBezTo>
                <a:cubicBezTo>
                  <a:pt x="56339" y="50088"/>
                  <a:pt x="56812" y="48947"/>
                  <a:pt x="56812" y="47757"/>
                </a:cubicBezTo>
                <a:lnTo>
                  <a:pt x="56812" y="46927"/>
                </a:lnTo>
                <a:cubicBezTo>
                  <a:pt x="56827" y="46155"/>
                  <a:pt x="57043" y="45401"/>
                  <a:pt x="57436" y="44737"/>
                </a:cubicBezTo>
                <a:cubicBezTo>
                  <a:pt x="57829" y="44073"/>
                  <a:pt x="58387" y="43522"/>
                  <a:pt x="59055" y="43136"/>
                </a:cubicBezTo>
                <a:cubicBezTo>
                  <a:pt x="59737" y="42742"/>
                  <a:pt x="60511" y="42535"/>
                  <a:pt x="61299" y="42535"/>
                </a:cubicBezTo>
                <a:cubicBezTo>
                  <a:pt x="62086" y="42535"/>
                  <a:pt x="62859" y="42742"/>
                  <a:pt x="63542" y="43136"/>
                </a:cubicBezTo>
                <a:lnTo>
                  <a:pt x="64237" y="43540"/>
                </a:lnTo>
                <a:cubicBezTo>
                  <a:pt x="65253" y="44067"/>
                  <a:pt x="66432" y="44187"/>
                  <a:pt x="67532" y="43875"/>
                </a:cubicBezTo>
                <a:cubicBezTo>
                  <a:pt x="68633" y="43563"/>
                  <a:pt x="69574" y="42840"/>
                  <a:pt x="70160" y="41858"/>
                </a:cubicBezTo>
                <a:lnTo>
                  <a:pt x="72403" y="37954"/>
                </a:lnTo>
                <a:cubicBezTo>
                  <a:pt x="73001" y="36930"/>
                  <a:pt x="73169" y="35711"/>
                  <a:pt x="72870" y="34564"/>
                </a:cubicBezTo>
                <a:cubicBezTo>
                  <a:pt x="72572" y="33417"/>
                  <a:pt x="71831" y="32434"/>
                  <a:pt x="70810" y="31831"/>
                </a:cubicBezTo>
                <a:close/>
                <a:moveTo>
                  <a:pt x="49970" y="34298"/>
                </a:moveTo>
                <a:cubicBezTo>
                  <a:pt x="48639" y="34298"/>
                  <a:pt x="47337" y="33904"/>
                  <a:pt x="46230" y="33164"/>
                </a:cubicBezTo>
                <a:cubicBezTo>
                  <a:pt x="45124" y="32425"/>
                  <a:pt x="44261" y="31373"/>
                  <a:pt x="43750" y="30144"/>
                </a:cubicBezTo>
                <a:cubicBezTo>
                  <a:pt x="43242" y="28914"/>
                  <a:pt x="43109" y="27561"/>
                  <a:pt x="43368" y="26256"/>
                </a:cubicBezTo>
                <a:cubicBezTo>
                  <a:pt x="43628" y="24951"/>
                  <a:pt x="44269" y="23751"/>
                  <a:pt x="45210" y="22810"/>
                </a:cubicBezTo>
                <a:cubicBezTo>
                  <a:pt x="46151" y="21870"/>
                  <a:pt x="47351" y="21229"/>
                  <a:pt x="48656" y="20969"/>
                </a:cubicBezTo>
                <a:cubicBezTo>
                  <a:pt x="49962" y="20710"/>
                  <a:pt x="51315" y="20842"/>
                  <a:pt x="52545" y="21351"/>
                </a:cubicBezTo>
                <a:cubicBezTo>
                  <a:pt x="53775" y="21861"/>
                  <a:pt x="54826" y="22724"/>
                  <a:pt x="55565" y="23830"/>
                </a:cubicBezTo>
                <a:cubicBezTo>
                  <a:pt x="56305" y="24937"/>
                  <a:pt x="56700" y="26239"/>
                  <a:pt x="56700" y="27569"/>
                </a:cubicBezTo>
                <a:cubicBezTo>
                  <a:pt x="56700" y="29353"/>
                  <a:pt x="55990" y="31065"/>
                  <a:pt x="54728" y="32327"/>
                </a:cubicBezTo>
                <a:cubicBezTo>
                  <a:pt x="53466" y="33589"/>
                  <a:pt x="51754" y="34298"/>
                  <a:pt x="49970" y="3429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1" name="Красный — SVG 30">
            <a:extLst>
              <a:ext uri="{FF2B5EF4-FFF2-40B4-BE49-F238E27FC236}">
                <a16:creationId xmlns:a16="http://schemas.microsoft.com/office/drawing/2014/main" id="{BC58210F-3276-374E-A8BF-B4CA3BF909D5}"/>
              </a:ext>
            </a:extLst>
          </p:cNvPr>
          <p:cNvSpPr>
            <a:spLocks noGrp="1"/>
          </p:cNvSpPr>
          <p:nvPr/>
        </p:nvSpPr>
        <p:spPr>
          <a:xfrm>
            <a:off x="7020000" y="1410000"/>
            <a:ext cx="220000" cy="220000"/>
          </a:xfrm>
          <a:custGeom>
            <a:avLst/>
            <a:gdLst>
              <a:gd name="csX0" fmla="*/ 15942 w 113428"/>
              <a:gd name="csY0" fmla="*/ 0 h 141759"/>
              <a:gd name="csX1" fmla="*/ 0 w 113428"/>
              <a:gd name="csY1" fmla="*/ 15948 h 141759"/>
              <a:gd name="csX2" fmla="*/ 0 w 113428"/>
              <a:gd name="csY2" fmla="*/ 125811 h 141759"/>
              <a:gd name="csX3" fmla="*/ 15942 w 113428"/>
              <a:gd name="csY3" fmla="*/ 141759 h 141759"/>
              <a:gd name="csX4" fmla="*/ 97470 w 113428"/>
              <a:gd name="csY4" fmla="*/ 141759 h 141759"/>
              <a:gd name="csX5" fmla="*/ 113428 w 113428"/>
              <a:gd name="csY5" fmla="*/ 125811 h 141759"/>
              <a:gd name="csX6" fmla="*/ 113428 w 113428"/>
              <a:gd name="csY6" fmla="*/ 49616 h 141759"/>
              <a:gd name="csX7" fmla="*/ 79742 w 113428"/>
              <a:gd name="csY7" fmla="*/ 49616 h 141759"/>
              <a:gd name="csX8" fmla="*/ 63800 w 113428"/>
              <a:gd name="csY8" fmla="*/ 33668 h 141759"/>
              <a:gd name="csX9" fmla="*/ 63800 w 113428"/>
              <a:gd name="csY9" fmla="*/ 0 h 141759"/>
              <a:gd name="csX10" fmla="*/ 15942 w 113428"/>
              <a:gd name="csY10" fmla="*/ 0 h 141759"/>
              <a:gd name="csX11" fmla="*/ 74434 w 113428"/>
              <a:gd name="csY11" fmla="*/ 318 h 141759"/>
              <a:gd name="csX12" fmla="*/ 74434 w 113428"/>
              <a:gd name="csY12" fmla="*/ 33668 h 141759"/>
              <a:gd name="csX13" fmla="*/ 79742 w 113428"/>
              <a:gd name="csY13" fmla="*/ 38984 h 141759"/>
              <a:gd name="csX14" fmla="*/ 113105 w 113428"/>
              <a:gd name="csY14" fmla="*/ 38984 h 141759"/>
              <a:gd name="csX15" fmla="*/ 111863 w 113428"/>
              <a:gd name="csY15" fmla="*/ 36997 h 141759"/>
              <a:gd name="csX16" fmla="*/ 76424 w 113428"/>
              <a:gd name="csY16" fmla="*/ 1557 h 141759"/>
              <a:gd name="csX17" fmla="*/ 74434 w 113428"/>
              <a:gd name="csY17" fmla="*/ 318 h 141759"/>
              <a:gd name="csX18" fmla="*/ 33670 w 113428"/>
              <a:gd name="csY18" fmla="*/ 67336 h 141759"/>
              <a:gd name="csX19" fmla="*/ 79742 w 113428"/>
              <a:gd name="csY19" fmla="*/ 67336 h 141759"/>
              <a:gd name="csX20" fmla="*/ 85067 w 113428"/>
              <a:gd name="csY20" fmla="*/ 72652 h 141759"/>
              <a:gd name="csX21" fmla="*/ 79742 w 113428"/>
              <a:gd name="csY21" fmla="*/ 77968 h 141759"/>
              <a:gd name="csX22" fmla="*/ 33670 w 113428"/>
              <a:gd name="csY22" fmla="*/ 77968 h 141759"/>
              <a:gd name="csX23" fmla="*/ 28361 w 113428"/>
              <a:gd name="csY23" fmla="*/ 72652 h 141759"/>
              <a:gd name="csX24" fmla="*/ 33670 w 113428"/>
              <a:gd name="csY24" fmla="*/ 67336 h 141759"/>
              <a:gd name="csX25" fmla="*/ 33670 w 113428"/>
              <a:gd name="csY25" fmla="*/ 88599 h 141759"/>
              <a:gd name="csX26" fmla="*/ 79742 w 113428"/>
              <a:gd name="csY26" fmla="*/ 88599 h 141759"/>
              <a:gd name="csX27" fmla="*/ 85067 w 113428"/>
              <a:gd name="csY27" fmla="*/ 93915 h 141759"/>
              <a:gd name="csX28" fmla="*/ 79742 w 113428"/>
              <a:gd name="csY28" fmla="*/ 99231 h 141759"/>
              <a:gd name="csX29" fmla="*/ 33670 w 113428"/>
              <a:gd name="csY29" fmla="*/ 99231 h 141759"/>
              <a:gd name="csX30" fmla="*/ 28361 w 113428"/>
              <a:gd name="csY30" fmla="*/ 93915 h 141759"/>
              <a:gd name="csX31" fmla="*/ 33670 w 113428"/>
              <a:gd name="csY31" fmla="*/ 88599 h 141759"/>
              <a:gd name="csX32" fmla="*/ 33670 w 113428"/>
              <a:gd name="csY32" fmla="*/ 109863 h 141759"/>
              <a:gd name="csX33" fmla="*/ 65570 w 113428"/>
              <a:gd name="csY33" fmla="*/ 109863 h 141759"/>
              <a:gd name="csX34" fmla="*/ 70895 w 113428"/>
              <a:gd name="csY34" fmla="*/ 115179 h 141759"/>
              <a:gd name="csX35" fmla="*/ 65570 w 113428"/>
              <a:gd name="csY35" fmla="*/ 120495 h 141759"/>
              <a:gd name="csX36" fmla="*/ 33670 w 113428"/>
              <a:gd name="csY36" fmla="*/ 120495 h 141759"/>
              <a:gd name="csX37" fmla="*/ 28361 w 113428"/>
              <a:gd name="csY37" fmla="*/ 115179 h 141759"/>
              <a:gd name="csX38" fmla="*/ 33670 w 113428"/>
              <a:gd name="csY38" fmla="*/ 109863 h 141759"/>
            </a:gdLst>
            <a:ahLst/>
            <a:cxnLst/>
            <a:rect l="l" t="t" r="r" b="b"/>
            <a:pathLst>
              <a:path w="100000" h="100000">
                <a:moveTo>
                  <a:pt x="21239" y="0"/>
                </a:moveTo>
                <a:cubicBezTo>
                  <a:pt x="15046" y="0"/>
                  <a:pt x="9993" y="5050"/>
                  <a:pt x="9993" y="11250"/>
                </a:cubicBezTo>
                <a:lnTo>
                  <a:pt x="9993" y="88750"/>
                </a:lnTo>
                <a:cubicBezTo>
                  <a:pt x="9993" y="94950"/>
                  <a:pt x="15046" y="100000"/>
                  <a:pt x="21239" y="100000"/>
                </a:cubicBezTo>
                <a:lnTo>
                  <a:pt x="78750" y="100000"/>
                </a:lnTo>
                <a:cubicBezTo>
                  <a:pt x="84955" y="100000"/>
                  <a:pt x="90007" y="94950"/>
                  <a:pt x="90007" y="88750"/>
                </a:cubicBezTo>
                <a:lnTo>
                  <a:pt x="90007" y="35000"/>
                </a:lnTo>
                <a:lnTo>
                  <a:pt x="66244" y="35000"/>
                </a:lnTo>
                <a:cubicBezTo>
                  <a:pt x="60052" y="35000"/>
                  <a:pt x="54999" y="29950"/>
                  <a:pt x="54999" y="23750"/>
                </a:cubicBezTo>
                <a:lnTo>
                  <a:pt x="54999" y="0"/>
                </a:lnTo>
                <a:lnTo>
                  <a:pt x="21239" y="0"/>
                </a:lnTo>
                <a:close/>
                <a:moveTo>
                  <a:pt x="62500" y="224"/>
                </a:moveTo>
                <a:lnTo>
                  <a:pt x="62500" y="23750"/>
                </a:lnTo>
                <a:cubicBezTo>
                  <a:pt x="62500" y="25825"/>
                  <a:pt x="64180" y="27500"/>
                  <a:pt x="66244" y="27500"/>
                </a:cubicBezTo>
                <a:lnTo>
                  <a:pt x="89779" y="27500"/>
                </a:lnTo>
                <a:cubicBezTo>
                  <a:pt x="89600" y="26975"/>
                  <a:pt x="89300" y="26498"/>
                  <a:pt x="88903" y="26099"/>
                </a:cubicBezTo>
                <a:lnTo>
                  <a:pt x="63904" y="1098"/>
                </a:lnTo>
                <a:cubicBezTo>
                  <a:pt x="63496" y="698"/>
                  <a:pt x="63028" y="399"/>
                  <a:pt x="62500" y="224"/>
                </a:cubicBezTo>
                <a:close/>
                <a:moveTo>
                  <a:pt x="33744" y="47500"/>
                </a:moveTo>
                <a:lnTo>
                  <a:pt x="66244" y="47500"/>
                </a:lnTo>
                <a:cubicBezTo>
                  <a:pt x="68321" y="47500"/>
                  <a:pt x="70001" y="49175"/>
                  <a:pt x="70001" y="51250"/>
                </a:cubicBezTo>
                <a:cubicBezTo>
                  <a:pt x="70001" y="53325"/>
                  <a:pt x="68321" y="55000"/>
                  <a:pt x="66244" y="55000"/>
                </a:cubicBezTo>
                <a:lnTo>
                  <a:pt x="33744" y="55000"/>
                </a:lnTo>
                <a:cubicBezTo>
                  <a:pt x="31667" y="55000"/>
                  <a:pt x="29999" y="53325"/>
                  <a:pt x="29999" y="51250"/>
                </a:cubicBezTo>
                <a:cubicBezTo>
                  <a:pt x="29999" y="49175"/>
                  <a:pt x="31667" y="47500"/>
                  <a:pt x="33744" y="47500"/>
                </a:cubicBezTo>
                <a:close/>
                <a:moveTo>
                  <a:pt x="33744" y="62500"/>
                </a:moveTo>
                <a:lnTo>
                  <a:pt x="66244" y="62500"/>
                </a:lnTo>
                <a:cubicBezTo>
                  <a:pt x="68321" y="62500"/>
                  <a:pt x="70001" y="64175"/>
                  <a:pt x="70001" y="66250"/>
                </a:cubicBezTo>
                <a:cubicBezTo>
                  <a:pt x="70001" y="68325"/>
                  <a:pt x="68321" y="70000"/>
                  <a:pt x="66244" y="70000"/>
                </a:cubicBezTo>
                <a:lnTo>
                  <a:pt x="33744" y="70000"/>
                </a:lnTo>
                <a:cubicBezTo>
                  <a:pt x="31667" y="70000"/>
                  <a:pt x="29999" y="68325"/>
                  <a:pt x="29999" y="66250"/>
                </a:cubicBezTo>
                <a:cubicBezTo>
                  <a:pt x="29999" y="64175"/>
                  <a:pt x="31667" y="62500"/>
                  <a:pt x="33744" y="62500"/>
                </a:cubicBezTo>
                <a:close/>
                <a:moveTo>
                  <a:pt x="33744" y="77500"/>
                </a:moveTo>
                <a:lnTo>
                  <a:pt x="56247" y="77500"/>
                </a:lnTo>
                <a:cubicBezTo>
                  <a:pt x="58323" y="77500"/>
                  <a:pt x="60004" y="79175"/>
                  <a:pt x="60004" y="81250"/>
                </a:cubicBezTo>
                <a:cubicBezTo>
                  <a:pt x="60004" y="83325"/>
                  <a:pt x="58323" y="85000"/>
                  <a:pt x="56247" y="85000"/>
                </a:cubicBezTo>
                <a:lnTo>
                  <a:pt x="33744" y="85000"/>
                </a:lnTo>
                <a:cubicBezTo>
                  <a:pt x="31667" y="85000"/>
                  <a:pt x="29999" y="83325"/>
                  <a:pt x="29999" y="81250"/>
                </a:cubicBezTo>
                <a:cubicBezTo>
                  <a:pt x="29999" y="79175"/>
                  <a:pt x="31667" y="77500"/>
                  <a:pt x="33744" y="775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2" name="Красный — SVG 31">
            <a:extLst>
              <a:ext uri="{FF2B5EF4-FFF2-40B4-BE49-F238E27FC236}">
                <a16:creationId xmlns:a16="http://schemas.microsoft.com/office/drawing/2014/main" id="{BCCFA10A-1DA0-5040-940D-968197E930F9}"/>
              </a:ext>
            </a:extLst>
          </p:cNvPr>
          <p:cNvSpPr>
            <a:spLocks noGrp="1"/>
          </p:cNvSpPr>
          <p:nvPr/>
        </p:nvSpPr>
        <p:spPr>
          <a:xfrm>
            <a:off x="7620000" y="1410000"/>
            <a:ext cx="220000" cy="220000"/>
          </a:xfrm>
          <a:custGeom>
            <a:avLst/>
            <a:gdLst>
              <a:gd name="csX0" fmla="*/ 15942 w 113428"/>
              <a:gd name="csY0" fmla="*/ 0 h 141759"/>
              <a:gd name="csX1" fmla="*/ 0 w 113428"/>
              <a:gd name="csY1" fmla="*/ 15948 h 141759"/>
              <a:gd name="csX2" fmla="*/ 0 w 113428"/>
              <a:gd name="csY2" fmla="*/ 125811 h 141759"/>
              <a:gd name="csX3" fmla="*/ 15942 w 113428"/>
              <a:gd name="csY3" fmla="*/ 141759 h 141759"/>
              <a:gd name="csX4" fmla="*/ 97470 w 113428"/>
              <a:gd name="csY4" fmla="*/ 141759 h 141759"/>
              <a:gd name="csX5" fmla="*/ 113428 w 113428"/>
              <a:gd name="csY5" fmla="*/ 125811 h 141759"/>
              <a:gd name="csX6" fmla="*/ 113428 w 113428"/>
              <a:gd name="csY6" fmla="*/ 56704 h 141759"/>
              <a:gd name="csX7" fmla="*/ 72664 w 113428"/>
              <a:gd name="csY7" fmla="*/ 56704 h 141759"/>
              <a:gd name="csX8" fmla="*/ 56706 w 113428"/>
              <a:gd name="csY8" fmla="*/ 40756 h 141759"/>
              <a:gd name="csX9" fmla="*/ 56706 w 113428"/>
              <a:gd name="csY9" fmla="*/ 0 h 141759"/>
              <a:gd name="csX10" fmla="*/ 15942 w 113428"/>
              <a:gd name="csY10" fmla="*/ 0 h 141759"/>
              <a:gd name="csX11" fmla="*/ 67339 w 113428"/>
              <a:gd name="csY11" fmla="*/ 3115 h 141759"/>
              <a:gd name="csX12" fmla="*/ 67339 w 113428"/>
              <a:gd name="csY12" fmla="*/ 40756 h 141759"/>
              <a:gd name="csX13" fmla="*/ 72664 w 113428"/>
              <a:gd name="csY13" fmla="*/ 46072 h 141759"/>
              <a:gd name="csX14" fmla="*/ 110315 w 113428"/>
              <a:gd name="csY14" fmla="*/ 46072 h 141759"/>
              <a:gd name="csX15" fmla="*/ 67339 w 113428"/>
              <a:gd name="csY15" fmla="*/ 3115 h 141759"/>
              <a:gd name="csX16" fmla="*/ 85067 w 113428"/>
              <a:gd name="csY16" fmla="*/ 74424 h 141759"/>
              <a:gd name="csX17" fmla="*/ 92162 w 113428"/>
              <a:gd name="csY17" fmla="*/ 81512 h 141759"/>
              <a:gd name="csX18" fmla="*/ 85543 w 113428"/>
              <a:gd name="csY18" fmla="*/ 88551 h 141759"/>
              <a:gd name="csX19" fmla="*/ 70844 w 113428"/>
              <a:gd name="csY19" fmla="*/ 103253 h 141759"/>
              <a:gd name="csX20" fmla="*/ 63800 w 113428"/>
              <a:gd name="csY20" fmla="*/ 109863 h 141759"/>
              <a:gd name="csX21" fmla="*/ 56757 w 113428"/>
              <a:gd name="csY21" fmla="*/ 103253 h 141759"/>
              <a:gd name="csX22" fmla="*/ 46072 w 113428"/>
              <a:gd name="csY22" fmla="*/ 92573 h 141759"/>
              <a:gd name="csX23" fmla="*/ 35388 w 113428"/>
              <a:gd name="csY23" fmla="*/ 103253 h 141759"/>
              <a:gd name="csX24" fmla="*/ 28361 w 113428"/>
              <a:gd name="csY24" fmla="*/ 109863 h 141759"/>
              <a:gd name="csX25" fmla="*/ 21267 w 113428"/>
              <a:gd name="csY25" fmla="*/ 102775 h 141759"/>
              <a:gd name="csX26" fmla="*/ 27885 w 113428"/>
              <a:gd name="csY26" fmla="*/ 95736 h 141759"/>
              <a:gd name="csX27" fmla="*/ 39046 w 113428"/>
              <a:gd name="csY27" fmla="*/ 84578 h 141759"/>
              <a:gd name="csX28" fmla="*/ 46072 w 113428"/>
              <a:gd name="csY28" fmla="*/ 77968 h 141759"/>
              <a:gd name="csX29" fmla="*/ 53116 w 113428"/>
              <a:gd name="csY29" fmla="*/ 84578 h 141759"/>
              <a:gd name="csX30" fmla="*/ 63800 w 113428"/>
              <a:gd name="csY30" fmla="*/ 95258 h 141759"/>
              <a:gd name="csX31" fmla="*/ 78024 w 113428"/>
              <a:gd name="csY31" fmla="*/ 81034 h 141759"/>
              <a:gd name="csX32" fmla="*/ 85067 w 113428"/>
              <a:gd name="csY32" fmla="*/ 74424 h 141759"/>
            </a:gdLst>
            <a:ahLst/>
            <a:cxnLst/>
            <a:rect l="l" t="t" r="r" b="b"/>
            <a:pathLst>
              <a:path w="100000" h="100000">
                <a:moveTo>
                  <a:pt x="21239" y="0"/>
                </a:moveTo>
                <a:cubicBezTo>
                  <a:pt x="15034" y="0"/>
                  <a:pt x="9993" y="5037"/>
                  <a:pt x="9993" y="11250"/>
                </a:cubicBezTo>
                <a:lnTo>
                  <a:pt x="9993" y="88750"/>
                </a:lnTo>
                <a:cubicBezTo>
                  <a:pt x="9993" y="94963"/>
                  <a:pt x="15034" y="100000"/>
                  <a:pt x="21239" y="100000"/>
                </a:cubicBezTo>
                <a:lnTo>
                  <a:pt x="78750" y="100000"/>
                </a:lnTo>
                <a:cubicBezTo>
                  <a:pt x="84967" y="100000"/>
                  <a:pt x="90007" y="94963"/>
                  <a:pt x="90007" y="88750"/>
                </a:cubicBezTo>
                <a:lnTo>
                  <a:pt x="90007" y="40000"/>
                </a:lnTo>
                <a:lnTo>
                  <a:pt x="61251" y="40000"/>
                </a:lnTo>
                <a:cubicBezTo>
                  <a:pt x="55035" y="40000"/>
                  <a:pt x="49994" y="34963"/>
                  <a:pt x="49994" y="28750"/>
                </a:cubicBezTo>
                <a:lnTo>
                  <a:pt x="49994" y="0"/>
                </a:lnTo>
                <a:lnTo>
                  <a:pt x="21239" y="0"/>
                </a:lnTo>
                <a:close/>
                <a:moveTo>
                  <a:pt x="57495" y="2197"/>
                </a:moveTo>
                <a:lnTo>
                  <a:pt x="57495" y="28750"/>
                </a:lnTo>
                <a:cubicBezTo>
                  <a:pt x="57495" y="30818"/>
                  <a:pt x="59187" y="32500"/>
                  <a:pt x="61251" y="32500"/>
                </a:cubicBezTo>
                <a:lnTo>
                  <a:pt x="87811" y="32500"/>
                </a:lnTo>
                <a:lnTo>
                  <a:pt x="57495" y="2197"/>
                </a:lnTo>
                <a:close/>
                <a:moveTo>
                  <a:pt x="70001" y="52500"/>
                </a:moveTo>
                <a:cubicBezTo>
                  <a:pt x="72761" y="52500"/>
                  <a:pt x="75006" y="54737"/>
                  <a:pt x="75006" y="57500"/>
                </a:cubicBezTo>
                <a:cubicBezTo>
                  <a:pt x="75006" y="60145"/>
                  <a:pt x="72941" y="62291"/>
                  <a:pt x="70337" y="62466"/>
                </a:cubicBezTo>
                <a:lnTo>
                  <a:pt x="59968" y="72837"/>
                </a:lnTo>
                <a:cubicBezTo>
                  <a:pt x="59788" y="75439"/>
                  <a:pt x="57639" y="77500"/>
                  <a:pt x="54999" y="77500"/>
                </a:cubicBezTo>
                <a:cubicBezTo>
                  <a:pt x="52358" y="77500"/>
                  <a:pt x="50210" y="75437"/>
                  <a:pt x="50030" y="72837"/>
                </a:cubicBezTo>
                <a:lnTo>
                  <a:pt x="42493" y="65303"/>
                </a:lnTo>
                <a:lnTo>
                  <a:pt x="34956" y="72837"/>
                </a:lnTo>
                <a:cubicBezTo>
                  <a:pt x="34788" y="75437"/>
                  <a:pt x="32640" y="77500"/>
                  <a:pt x="29999" y="77500"/>
                </a:cubicBezTo>
                <a:cubicBezTo>
                  <a:pt x="27227" y="77500"/>
                  <a:pt x="24995" y="75260"/>
                  <a:pt x="24995" y="72500"/>
                </a:cubicBezTo>
                <a:cubicBezTo>
                  <a:pt x="24995" y="69855"/>
                  <a:pt x="27059" y="67709"/>
                  <a:pt x="29663" y="67534"/>
                </a:cubicBezTo>
                <a:lnTo>
                  <a:pt x="37537" y="59663"/>
                </a:lnTo>
                <a:cubicBezTo>
                  <a:pt x="37704" y="57061"/>
                  <a:pt x="39852" y="55000"/>
                  <a:pt x="42493" y="55000"/>
                </a:cubicBezTo>
                <a:cubicBezTo>
                  <a:pt x="45145" y="55000"/>
                  <a:pt x="47294" y="57063"/>
                  <a:pt x="47462" y="59663"/>
                </a:cubicBezTo>
                <a:lnTo>
                  <a:pt x="54999" y="67197"/>
                </a:lnTo>
                <a:lnTo>
                  <a:pt x="65033" y="57163"/>
                </a:lnTo>
                <a:cubicBezTo>
                  <a:pt x="65212" y="54563"/>
                  <a:pt x="67360" y="52500"/>
                  <a:pt x="70001" y="525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3" name="Красный — SVG 32">
            <a:extLst>
              <a:ext uri="{FF2B5EF4-FFF2-40B4-BE49-F238E27FC236}">
                <a16:creationId xmlns:a16="http://schemas.microsoft.com/office/drawing/2014/main" id="{CB696AFD-4A24-A240-B9A7-01D0307235D6}"/>
              </a:ext>
            </a:extLst>
          </p:cNvPr>
          <p:cNvSpPr>
            <a:spLocks noGrp="1"/>
          </p:cNvSpPr>
          <p:nvPr/>
        </p:nvSpPr>
        <p:spPr>
          <a:xfrm>
            <a:off x="8220000" y="1410000"/>
            <a:ext cx="220000" cy="220000"/>
          </a:xfrm>
          <a:custGeom>
            <a:avLst/>
            <a:gdLst>
              <a:gd name="csX0" fmla="*/ 5241 w 127669"/>
              <a:gd name="csY0" fmla="*/ 1 h 127660"/>
              <a:gd name="csX1" fmla="*/ 1497 w 127669"/>
              <a:gd name="csY1" fmla="*/ 1615 h 127660"/>
              <a:gd name="csX2" fmla="*/ 0 w 127669"/>
              <a:gd name="csY2" fmla="*/ 5393 h 127660"/>
              <a:gd name="csX3" fmla="*/ 0 w 127669"/>
              <a:gd name="csY3" fmla="*/ 122344 h 127660"/>
              <a:gd name="csX4" fmla="*/ 1565 w 127669"/>
              <a:gd name="csY4" fmla="*/ 126104 h 127660"/>
              <a:gd name="csX5" fmla="*/ 5325 w 127669"/>
              <a:gd name="csY5" fmla="*/ 127660 h 127660"/>
              <a:gd name="csX6" fmla="*/ 122293 w 127669"/>
              <a:gd name="csY6" fmla="*/ 127660 h 127660"/>
              <a:gd name="csX7" fmla="*/ 124335 w 127669"/>
              <a:gd name="csY7" fmla="*/ 127278 h 127660"/>
              <a:gd name="csX8" fmla="*/ 126087 w 127669"/>
              <a:gd name="csY8" fmla="*/ 126131 h 127660"/>
              <a:gd name="csX9" fmla="*/ 127261 w 127669"/>
              <a:gd name="csY9" fmla="*/ 124396 h 127660"/>
              <a:gd name="csX10" fmla="*/ 127669 w 127669"/>
              <a:gd name="csY10" fmla="*/ 122344 h 127660"/>
              <a:gd name="csX11" fmla="*/ 127261 w 127669"/>
              <a:gd name="csY11" fmla="*/ 120293 h 127660"/>
              <a:gd name="csX12" fmla="*/ 126087 w 127669"/>
              <a:gd name="csY12" fmla="*/ 118559 h 127660"/>
              <a:gd name="csX13" fmla="*/ 124335 w 127669"/>
              <a:gd name="csY13" fmla="*/ 117411 h 127660"/>
              <a:gd name="csX14" fmla="*/ 122293 w 127669"/>
              <a:gd name="csY14" fmla="*/ 117028 h 127660"/>
              <a:gd name="csX15" fmla="*/ 10634 w 127669"/>
              <a:gd name="csY15" fmla="*/ 117028 h 127660"/>
              <a:gd name="csX16" fmla="*/ 10634 w 127669"/>
              <a:gd name="csY16" fmla="*/ 5393 h 127660"/>
              <a:gd name="csX17" fmla="*/ 10242 w 127669"/>
              <a:gd name="csY17" fmla="*/ 3316 h 127660"/>
              <a:gd name="csX18" fmla="*/ 9069 w 127669"/>
              <a:gd name="csY18" fmla="*/ 1555 h 127660"/>
              <a:gd name="csX19" fmla="*/ 7316 w 127669"/>
              <a:gd name="csY19" fmla="*/ 388 h 127660"/>
              <a:gd name="csX20" fmla="*/ 5241 w 127669"/>
              <a:gd name="csY20" fmla="*/ 1 h 127660"/>
              <a:gd name="csX21" fmla="*/ 58492 w 127669"/>
              <a:gd name="csY21" fmla="*/ 14252 h 127660"/>
              <a:gd name="csX22" fmla="*/ 49714 w 127669"/>
              <a:gd name="csY22" fmla="*/ 17886 h 127660"/>
              <a:gd name="csX23" fmla="*/ 46073 w 127669"/>
              <a:gd name="csY23" fmla="*/ 26657 h 127660"/>
              <a:gd name="csX24" fmla="*/ 49714 w 127669"/>
              <a:gd name="csY24" fmla="*/ 35428 h 127660"/>
              <a:gd name="csX25" fmla="*/ 58492 w 127669"/>
              <a:gd name="csY25" fmla="*/ 39061 h 127660"/>
              <a:gd name="csX26" fmla="*/ 67254 w 127669"/>
              <a:gd name="csY26" fmla="*/ 35428 h 127660"/>
              <a:gd name="csX27" fmla="*/ 70895 w 127669"/>
              <a:gd name="csY27" fmla="*/ 26657 h 127660"/>
              <a:gd name="csX28" fmla="*/ 67254 w 127669"/>
              <a:gd name="csY28" fmla="*/ 17886 h 127660"/>
              <a:gd name="csX29" fmla="*/ 58492 w 127669"/>
              <a:gd name="csY29" fmla="*/ 14252 h 127660"/>
              <a:gd name="csX30" fmla="*/ 30131 w 127669"/>
              <a:gd name="csY30" fmla="*/ 21341 h 127660"/>
              <a:gd name="csX31" fmla="*/ 26371 w 127669"/>
              <a:gd name="csY31" fmla="*/ 22898 h 127660"/>
              <a:gd name="csX32" fmla="*/ 24806 w 127669"/>
              <a:gd name="csY32" fmla="*/ 26657 h 127660"/>
              <a:gd name="csX33" fmla="*/ 26371 w 127669"/>
              <a:gd name="csY33" fmla="*/ 30416 h 127660"/>
              <a:gd name="csX34" fmla="*/ 30131 w 127669"/>
              <a:gd name="csY34" fmla="*/ 31973 h 127660"/>
              <a:gd name="csX35" fmla="*/ 33891 w 127669"/>
              <a:gd name="csY35" fmla="*/ 30416 h 127660"/>
              <a:gd name="csX36" fmla="*/ 35439 w 127669"/>
              <a:gd name="csY36" fmla="*/ 26657 h 127660"/>
              <a:gd name="csX37" fmla="*/ 33891 w 127669"/>
              <a:gd name="csY37" fmla="*/ 22898 h 127660"/>
              <a:gd name="csX38" fmla="*/ 30131 w 127669"/>
              <a:gd name="csY38" fmla="*/ 21341 h 127660"/>
              <a:gd name="csX39" fmla="*/ 86837 w 127669"/>
              <a:gd name="csY39" fmla="*/ 21341 h 127660"/>
              <a:gd name="csX40" fmla="*/ 83077 w 127669"/>
              <a:gd name="csY40" fmla="*/ 22898 h 127660"/>
              <a:gd name="csX41" fmla="*/ 81529 w 127669"/>
              <a:gd name="csY41" fmla="*/ 26657 h 127660"/>
              <a:gd name="csX42" fmla="*/ 83077 w 127669"/>
              <a:gd name="csY42" fmla="*/ 30416 h 127660"/>
              <a:gd name="csX43" fmla="*/ 86837 w 127669"/>
              <a:gd name="csY43" fmla="*/ 31973 h 127660"/>
              <a:gd name="csX44" fmla="*/ 90597 w 127669"/>
              <a:gd name="csY44" fmla="*/ 30416 h 127660"/>
              <a:gd name="csX45" fmla="*/ 92162 w 127669"/>
              <a:gd name="csY45" fmla="*/ 26657 h 127660"/>
              <a:gd name="csX46" fmla="*/ 90597 w 127669"/>
              <a:gd name="csY46" fmla="*/ 22898 h 127660"/>
              <a:gd name="csX47" fmla="*/ 86837 w 127669"/>
              <a:gd name="csY47" fmla="*/ 21341 h 127660"/>
              <a:gd name="csX48" fmla="*/ 115198 w 127669"/>
              <a:gd name="csY48" fmla="*/ 21341 h 127660"/>
              <a:gd name="csX49" fmla="*/ 111438 w 127669"/>
              <a:gd name="csY49" fmla="*/ 22898 h 127660"/>
              <a:gd name="csX50" fmla="*/ 109873 w 127669"/>
              <a:gd name="csY50" fmla="*/ 26657 h 127660"/>
              <a:gd name="csX51" fmla="*/ 111438 w 127669"/>
              <a:gd name="csY51" fmla="*/ 30416 h 127660"/>
              <a:gd name="csX52" fmla="*/ 115198 w 127669"/>
              <a:gd name="csY52" fmla="*/ 31973 h 127660"/>
              <a:gd name="csX53" fmla="*/ 118958 w 127669"/>
              <a:gd name="csY53" fmla="*/ 30416 h 127660"/>
              <a:gd name="csX54" fmla="*/ 120506 w 127669"/>
              <a:gd name="csY54" fmla="*/ 26657 h 127660"/>
              <a:gd name="csX55" fmla="*/ 118958 w 127669"/>
              <a:gd name="csY55" fmla="*/ 22898 h 127660"/>
              <a:gd name="csX56" fmla="*/ 115198 w 127669"/>
              <a:gd name="csY56" fmla="*/ 21341 h 127660"/>
              <a:gd name="csX57" fmla="*/ 115198 w 127669"/>
              <a:gd name="csY57" fmla="*/ 46148 h 127660"/>
              <a:gd name="csX58" fmla="*/ 106419 w 127669"/>
              <a:gd name="csY58" fmla="*/ 49782 h 127660"/>
              <a:gd name="csX59" fmla="*/ 102795 w 127669"/>
              <a:gd name="csY59" fmla="*/ 58553 h 127660"/>
              <a:gd name="csX60" fmla="*/ 106419 w 127669"/>
              <a:gd name="csY60" fmla="*/ 67324 h 127660"/>
              <a:gd name="csX61" fmla="*/ 115198 w 127669"/>
              <a:gd name="csY61" fmla="*/ 70957 h 127660"/>
              <a:gd name="csX62" fmla="*/ 123960 w 127669"/>
              <a:gd name="csY62" fmla="*/ 67324 h 127660"/>
              <a:gd name="csX63" fmla="*/ 127601 w 127669"/>
              <a:gd name="csY63" fmla="*/ 58553 h 127660"/>
              <a:gd name="csX64" fmla="*/ 123960 w 127669"/>
              <a:gd name="csY64" fmla="*/ 49782 h 127660"/>
              <a:gd name="csX65" fmla="*/ 115198 w 127669"/>
              <a:gd name="csY65" fmla="*/ 46148 h 127660"/>
              <a:gd name="csX66" fmla="*/ 30131 w 127669"/>
              <a:gd name="csY66" fmla="*/ 53237 h 127660"/>
              <a:gd name="csX67" fmla="*/ 26371 w 127669"/>
              <a:gd name="csY67" fmla="*/ 54793 h 127660"/>
              <a:gd name="csX68" fmla="*/ 24806 w 127669"/>
              <a:gd name="csY68" fmla="*/ 58553 h 127660"/>
              <a:gd name="csX69" fmla="*/ 26371 w 127669"/>
              <a:gd name="csY69" fmla="*/ 62312 h 127660"/>
              <a:gd name="csX70" fmla="*/ 30131 w 127669"/>
              <a:gd name="csY70" fmla="*/ 63869 h 127660"/>
              <a:gd name="csX71" fmla="*/ 33891 w 127669"/>
              <a:gd name="csY71" fmla="*/ 62312 h 127660"/>
              <a:gd name="csX72" fmla="*/ 35439 w 127669"/>
              <a:gd name="csY72" fmla="*/ 58553 h 127660"/>
              <a:gd name="csX73" fmla="*/ 33891 w 127669"/>
              <a:gd name="csY73" fmla="*/ 54793 h 127660"/>
              <a:gd name="csX74" fmla="*/ 30131 w 127669"/>
              <a:gd name="csY74" fmla="*/ 53237 h 127660"/>
              <a:gd name="csX75" fmla="*/ 58492 w 127669"/>
              <a:gd name="csY75" fmla="*/ 53237 h 127660"/>
              <a:gd name="csX76" fmla="*/ 54732 w 127669"/>
              <a:gd name="csY76" fmla="*/ 54793 h 127660"/>
              <a:gd name="csX77" fmla="*/ 53167 w 127669"/>
              <a:gd name="csY77" fmla="*/ 58553 h 127660"/>
              <a:gd name="csX78" fmla="*/ 54732 w 127669"/>
              <a:gd name="csY78" fmla="*/ 62312 h 127660"/>
              <a:gd name="csX79" fmla="*/ 58492 w 127669"/>
              <a:gd name="csY79" fmla="*/ 63869 h 127660"/>
              <a:gd name="csX80" fmla="*/ 62253 w 127669"/>
              <a:gd name="csY80" fmla="*/ 62312 h 127660"/>
              <a:gd name="csX81" fmla="*/ 63801 w 127669"/>
              <a:gd name="csY81" fmla="*/ 58553 h 127660"/>
              <a:gd name="csX82" fmla="*/ 62253 w 127669"/>
              <a:gd name="csY82" fmla="*/ 54793 h 127660"/>
              <a:gd name="csX83" fmla="*/ 58492 w 127669"/>
              <a:gd name="csY83" fmla="*/ 53237 h 127660"/>
              <a:gd name="csX84" fmla="*/ 86837 w 127669"/>
              <a:gd name="csY84" fmla="*/ 53237 h 127660"/>
              <a:gd name="csX85" fmla="*/ 83077 w 127669"/>
              <a:gd name="csY85" fmla="*/ 54793 h 127660"/>
              <a:gd name="csX86" fmla="*/ 81529 w 127669"/>
              <a:gd name="csY86" fmla="*/ 58553 h 127660"/>
              <a:gd name="csX87" fmla="*/ 83077 w 127669"/>
              <a:gd name="csY87" fmla="*/ 62312 h 127660"/>
              <a:gd name="csX88" fmla="*/ 86837 w 127669"/>
              <a:gd name="csY88" fmla="*/ 63869 h 127660"/>
              <a:gd name="csX89" fmla="*/ 90597 w 127669"/>
              <a:gd name="csY89" fmla="*/ 62312 h 127660"/>
              <a:gd name="csX90" fmla="*/ 92162 w 127669"/>
              <a:gd name="csY90" fmla="*/ 58553 h 127660"/>
              <a:gd name="csX91" fmla="*/ 90597 w 127669"/>
              <a:gd name="csY91" fmla="*/ 54793 h 127660"/>
              <a:gd name="csX92" fmla="*/ 86837 w 127669"/>
              <a:gd name="csY92" fmla="*/ 53237 h 127660"/>
              <a:gd name="csX93" fmla="*/ 86837 w 127669"/>
              <a:gd name="csY93" fmla="*/ 78044 h 127660"/>
              <a:gd name="csX94" fmla="*/ 78075 w 127669"/>
              <a:gd name="csY94" fmla="*/ 81678 h 127660"/>
              <a:gd name="csX95" fmla="*/ 74434 w 127669"/>
              <a:gd name="csY95" fmla="*/ 90449 h 127660"/>
              <a:gd name="csX96" fmla="*/ 78075 w 127669"/>
              <a:gd name="csY96" fmla="*/ 99220 h 127660"/>
              <a:gd name="csX97" fmla="*/ 86837 w 127669"/>
              <a:gd name="csY97" fmla="*/ 102853 h 127660"/>
              <a:gd name="csX98" fmla="*/ 95616 w 127669"/>
              <a:gd name="csY98" fmla="*/ 99220 h 127660"/>
              <a:gd name="csX99" fmla="*/ 99240 w 127669"/>
              <a:gd name="csY99" fmla="*/ 90449 h 127660"/>
              <a:gd name="csX100" fmla="*/ 95616 w 127669"/>
              <a:gd name="csY100" fmla="*/ 81678 h 127660"/>
              <a:gd name="csX101" fmla="*/ 86837 w 127669"/>
              <a:gd name="csY101" fmla="*/ 78044 h 127660"/>
              <a:gd name="csX102" fmla="*/ 30131 w 127669"/>
              <a:gd name="csY102" fmla="*/ 85133 h 127660"/>
              <a:gd name="csX103" fmla="*/ 26371 w 127669"/>
              <a:gd name="csY103" fmla="*/ 86689 h 127660"/>
              <a:gd name="csX104" fmla="*/ 24806 w 127669"/>
              <a:gd name="csY104" fmla="*/ 90449 h 127660"/>
              <a:gd name="csX105" fmla="*/ 26371 w 127669"/>
              <a:gd name="csY105" fmla="*/ 94208 h 127660"/>
              <a:gd name="csX106" fmla="*/ 30131 w 127669"/>
              <a:gd name="csY106" fmla="*/ 95765 h 127660"/>
              <a:gd name="csX107" fmla="*/ 33891 w 127669"/>
              <a:gd name="csY107" fmla="*/ 94208 h 127660"/>
              <a:gd name="csX108" fmla="*/ 35439 w 127669"/>
              <a:gd name="csY108" fmla="*/ 90449 h 127660"/>
              <a:gd name="csX109" fmla="*/ 33891 w 127669"/>
              <a:gd name="csY109" fmla="*/ 86689 h 127660"/>
              <a:gd name="csX110" fmla="*/ 30131 w 127669"/>
              <a:gd name="csY110" fmla="*/ 85133 h 127660"/>
              <a:gd name="csX111" fmla="*/ 58492 w 127669"/>
              <a:gd name="csY111" fmla="*/ 85133 h 127660"/>
              <a:gd name="csX112" fmla="*/ 54732 w 127669"/>
              <a:gd name="csY112" fmla="*/ 86689 h 127660"/>
              <a:gd name="csX113" fmla="*/ 53167 w 127669"/>
              <a:gd name="csY113" fmla="*/ 90449 h 127660"/>
              <a:gd name="csX114" fmla="*/ 54732 w 127669"/>
              <a:gd name="csY114" fmla="*/ 94208 h 127660"/>
              <a:gd name="csX115" fmla="*/ 58492 w 127669"/>
              <a:gd name="csY115" fmla="*/ 95765 h 127660"/>
              <a:gd name="csX116" fmla="*/ 62253 w 127669"/>
              <a:gd name="csY116" fmla="*/ 94208 h 127660"/>
              <a:gd name="csX117" fmla="*/ 63801 w 127669"/>
              <a:gd name="csY117" fmla="*/ 90449 h 127660"/>
              <a:gd name="csX118" fmla="*/ 62253 w 127669"/>
              <a:gd name="csY118" fmla="*/ 86689 h 127660"/>
              <a:gd name="csX119" fmla="*/ 58492 w 127669"/>
              <a:gd name="csY119" fmla="*/ 85133 h 127660"/>
              <a:gd name="csX120" fmla="*/ 115198 w 127669"/>
              <a:gd name="csY120" fmla="*/ 85133 h 127660"/>
              <a:gd name="csX121" fmla="*/ 111438 w 127669"/>
              <a:gd name="csY121" fmla="*/ 86689 h 127660"/>
              <a:gd name="csX122" fmla="*/ 109873 w 127669"/>
              <a:gd name="csY122" fmla="*/ 90449 h 127660"/>
              <a:gd name="csX123" fmla="*/ 111438 w 127669"/>
              <a:gd name="csY123" fmla="*/ 94208 h 127660"/>
              <a:gd name="csX124" fmla="*/ 115198 w 127669"/>
              <a:gd name="csY124" fmla="*/ 95765 h 127660"/>
              <a:gd name="csX125" fmla="*/ 118958 w 127669"/>
              <a:gd name="csY125" fmla="*/ 94208 h 127660"/>
              <a:gd name="csX126" fmla="*/ 120506 w 127669"/>
              <a:gd name="csY126" fmla="*/ 90449 h 127660"/>
              <a:gd name="csX127" fmla="*/ 118958 w 127669"/>
              <a:gd name="csY127" fmla="*/ 86689 h 127660"/>
              <a:gd name="csX128" fmla="*/ 115198 w 127669"/>
              <a:gd name="csY128" fmla="*/ 85133 h 127660"/>
            </a:gdLst>
            <a:ahLst/>
            <a:cxnLst/>
            <a:rect l="l" t="t" r="r" b="b"/>
            <a:pathLst>
              <a:path w="100000" h="100000">
                <a:moveTo>
                  <a:pt x="4105" y="4"/>
                </a:moveTo>
                <a:cubicBezTo>
                  <a:pt x="2998" y="22"/>
                  <a:pt x="1946" y="476"/>
                  <a:pt x="1173" y="1269"/>
                </a:cubicBezTo>
                <a:cubicBezTo>
                  <a:pt x="414" y="2060"/>
                  <a:pt x="-13" y="3125"/>
                  <a:pt x="0" y="4228"/>
                </a:cubicBezTo>
                <a:lnTo>
                  <a:pt x="0" y="95833"/>
                </a:lnTo>
                <a:cubicBezTo>
                  <a:pt x="0" y="96938"/>
                  <a:pt x="440" y="97997"/>
                  <a:pt x="1226" y="98778"/>
                </a:cubicBezTo>
                <a:cubicBezTo>
                  <a:pt x="1999" y="99559"/>
                  <a:pt x="3066" y="99996"/>
                  <a:pt x="4171" y="99996"/>
                </a:cubicBezTo>
                <a:lnTo>
                  <a:pt x="95789" y="99996"/>
                </a:lnTo>
                <a:cubicBezTo>
                  <a:pt x="96335" y="100005"/>
                  <a:pt x="96882" y="99902"/>
                  <a:pt x="97389" y="99697"/>
                </a:cubicBezTo>
                <a:cubicBezTo>
                  <a:pt x="97908" y="99492"/>
                  <a:pt x="98374" y="99185"/>
                  <a:pt x="98761" y="98799"/>
                </a:cubicBezTo>
                <a:cubicBezTo>
                  <a:pt x="99160" y="98411"/>
                  <a:pt x="99467" y="97949"/>
                  <a:pt x="99680" y="97440"/>
                </a:cubicBezTo>
                <a:cubicBezTo>
                  <a:pt x="99893" y="96931"/>
                  <a:pt x="100000" y="96385"/>
                  <a:pt x="100000" y="95833"/>
                </a:cubicBezTo>
                <a:cubicBezTo>
                  <a:pt x="100000" y="95281"/>
                  <a:pt x="99893" y="94735"/>
                  <a:pt x="99680" y="94226"/>
                </a:cubicBezTo>
                <a:cubicBezTo>
                  <a:pt x="99467" y="93717"/>
                  <a:pt x="99160" y="93255"/>
                  <a:pt x="98761" y="92868"/>
                </a:cubicBezTo>
                <a:cubicBezTo>
                  <a:pt x="98374" y="92480"/>
                  <a:pt x="97908" y="92175"/>
                  <a:pt x="97389" y="91969"/>
                </a:cubicBezTo>
                <a:cubicBezTo>
                  <a:pt x="96882" y="91763"/>
                  <a:pt x="96335" y="91661"/>
                  <a:pt x="95789" y="91669"/>
                </a:cubicBezTo>
                <a:lnTo>
                  <a:pt x="8329" y="91669"/>
                </a:lnTo>
                <a:lnTo>
                  <a:pt x="8329" y="4228"/>
                </a:lnTo>
                <a:cubicBezTo>
                  <a:pt x="8343" y="3671"/>
                  <a:pt x="8236" y="3118"/>
                  <a:pt x="8022" y="2601"/>
                </a:cubicBezTo>
                <a:cubicBezTo>
                  <a:pt x="7809" y="2085"/>
                  <a:pt x="7503" y="1616"/>
                  <a:pt x="7104" y="1222"/>
                </a:cubicBezTo>
                <a:cubicBezTo>
                  <a:pt x="6717" y="828"/>
                  <a:pt x="6251" y="517"/>
                  <a:pt x="5730" y="307"/>
                </a:cubicBezTo>
                <a:cubicBezTo>
                  <a:pt x="5210" y="98"/>
                  <a:pt x="4651" y="-4"/>
                  <a:pt x="4105" y="4"/>
                </a:cubicBezTo>
                <a:close/>
                <a:moveTo>
                  <a:pt x="45815" y="11167"/>
                </a:moveTo>
                <a:cubicBezTo>
                  <a:pt x="43231" y="11167"/>
                  <a:pt x="40766" y="12192"/>
                  <a:pt x="38940" y="14013"/>
                </a:cubicBezTo>
                <a:cubicBezTo>
                  <a:pt x="37114" y="15836"/>
                  <a:pt x="36088" y="18306"/>
                  <a:pt x="36088" y="20883"/>
                </a:cubicBezTo>
                <a:cubicBezTo>
                  <a:pt x="36088" y="23460"/>
                  <a:pt x="37114" y="25932"/>
                  <a:pt x="38940" y="27753"/>
                </a:cubicBezTo>
                <a:cubicBezTo>
                  <a:pt x="40766" y="29576"/>
                  <a:pt x="43231" y="30599"/>
                  <a:pt x="45815" y="30599"/>
                </a:cubicBezTo>
                <a:cubicBezTo>
                  <a:pt x="48388" y="30599"/>
                  <a:pt x="50853" y="29576"/>
                  <a:pt x="52678" y="27753"/>
                </a:cubicBezTo>
                <a:cubicBezTo>
                  <a:pt x="54504" y="25932"/>
                  <a:pt x="55530" y="23460"/>
                  <a:pt x="55530" y="20883"/>
                </a:cubicBezTo>
                <a:cubicBezTo>
                  <a:pt x="55530" y="18306"/>
                  <a:pt x="54504" y="15836"/>
                  <a:pt x="52678" y="14013"/>
                </a:cubicBezTo>
                <a:cubicBezTo>
                  <a:pt x="50853" y="12192"/>
                  <a:pt x="48388" y="11167"/>
                  <a:pt x="45815" y="11167"/>
                </a:cubicBezTo>
                <a:close/>
                <a:moveTo>
                  <a:pt x="23601" y="16719"/>
                </a:moveTo>
                <a:cubicBezTo>
                  <a:pt x="22495" y="16719"/>
                  <a:pt x="21429" y="17158"/>
                  <a:pt x="20656" y="17939"/>
                </a:cubicBezTo>
                <a:cubicBezTo>
                  <a:pt x="19869" y="18719"/>
                  <a:pt x="19430" y="19779"/>
                  <a:pt x="19430" y="20883"/>
                </a:cubicBezTo>
                <a:cubicBezTo>
                  <a:pt x="19430" y="21988"/>
                  <a:pt x="19869" y="23047"/>
                  <a:pt x="20656" y="23828"/>
                </a:cubicBezTo>
                <a:cubicBezTo>
                  <a:pt x="21429" y="24609"/>
                  <a:pt x="22495" y="25047"/>
                  <a:pt x="23601" y="25047"/>
                </a:cubicBezTo>
                <a:cubicBezTo>
                  <a:pt x="24707" y="25047"/>
                  <a:pt x="25760" y="24609"/>
                  <a:pt x="26546" y="23828"/>
                </a:cubicBezTo>
                <a:cubicBezTo>
                  <a:pt x="27319" y="23047"/>
                  <a:pt x="27759" y="21988"/>
                  <a:pt x="27759" y="20883"/>
                </a:cubicBezTo>
                <a:cubicBezTo>
                  <a:pt x="27759" y="19779"/>
                  <a:pt x="27319" y="18719"/>
                  <a:pt x="26546" y="17939"/>
                </a:cubicBezTo>
                <a:cubicBezTo>
                  <a:pt x="25760" y="17158"/>
                  <a:pt x="24707" y="16719"/>
                  <a:pt x="23601" y="16719"/>
                </a:cubicBezTo>
                <a:close/>
                <a:moveTo>
                  <a:pt x="68017" y="16719"/>
                </a:moveTo>
                <a:cubicBezTo>
                  <a:pt x="66911" y="16719"/>
                  <a:pt x="65859" y="17158"/>
                  <a:pt x="65072" y="17939"/>
                </a:cubicBezTo>
                <a:cubicBezTo>
                  <a:pt x="64299" y="18719"/>
                  <a:pt x="63860" y="19779"/>
                  <a:pt x="63860" y="20883"/>
                </a:cubicBezTo>
                <a:cubicBezTo>
                  <a:pt x="63860" y="21988"/>
                  <a:pt x="64299" y="23047"/>
                  <a:pt x="65072" y="23828"/>
                </a:cubicBezTo>
                <a:cubicBezTo>
                  <a:pt x="65859" y="24609"/>
                  <a:pt x="66911" y="25047"/>
                  <a:pt x="68017" y="25047"/>
                </a:cubicBezTo>
                <a:cubicBezTo>
                  <a:pt x="69123" y="25047"/>
                  <a:pt x="70189" y="24609"/>
                  <a:pt x="70962" y="23828"/>
                </a:cubicBezTo>
                <a:cubicBezTo>
                  <a:pt x="71749" y="23047"/>
                  <a:pt x="72188" y="21988"/>
                  <a:pt x="72188" y="20883"/>
                </a:cubicBezTo>
                <a:cubicBezTo>
                  <a:pt x="72188" y="19779"/>
                  <a:pt x="71749" y="18719"/>
                  <a:pt x="70962" y="17939"/>
                </a:cubicBezTo>
                <a:cubicBezTo>
                  <a:pt x="70189" y="17158"/>
                  <a:pt x="69123" y="16719"/>
                  <a:pt x="68017" y="16719"/>
                </a:cubicBezTo>
                <a:close/>
                <a:moveTo>
                  <a:pt x="90232" y="16719"/>
                </a:moveTo>
                <a:cubicBezTo>
                  <a:pt x="89126" y="16719"/>
                  <a:pt x="88060" y="17158"/>
                  <a:pt x="87287" y="17939"/>
                </a:cubicBezTo>
                <a:cubicBezTo>
                  <a:pt x="86500" y="18719"/>
                  <a:pt x="86061" y="19779"/>
                  <a:pt x="86061" y="20883"/>
                </a:cubicBezTo>
                <a:cubicBezTo>
                  <a:pt x="86061" y="21988"/>
                  <a:pt x="86500" y="23047"/>
                  <a:pt x="87287" y="23828"/>
                </a:cubicBezTo>
                <a:cubicBezTo>
                  <a:pt x="88060" y="24609"/>
                  <a:pt x="89126" y="25047"/>
                  <a:pt x="90232" y="25047"/>
                </a:cubicBezTo>
                <a:cubicBezTo>
                  <a:pt x="91338" y="25047"/>
                  <a:pt x="92390" y="24609"/>
                  <a:pt x="93177" y="23828"/>
                </a:cubicBezTo>
                <a:cubicBezTo>
                  <a:pt x="93950" y="23047"/>
                  <a:pt x="94389" y="21988"/>
                  <a:pt x="94389" y="20883"/>
                </a:cubicBezTo>
                <a:cubicBezTo>
                  <a:pt x="94389" y="19779"/>
                  <a:pt x="93950" y="18719"/>
                  <a:pt x="93177" y="17939"/>
                </a:cubicBezTo>
                <a:cubicBezTo>
                  <a:pt x="92390" y="17158"/>
                  <a:pt x="91338" y="16719"/>
                  <a:pt x="90232" y="16719"/>
                </a:cubicBezTo>
                <a:close/>
                <a:moveTo>
                  <a:pt x="90232" y="36150"/>
                </a:moveTo>
                <a:cubicBezTo>
                  <a:pt x="87647" y="36150"/>
                  <a:pt x="85181" y="37175"/>
                  <a:pt x="83355" y="38997"/>
                </a:cubicBezTo>
                <a:cubicBezTo>
                  <a:pt x="81543" y="40819"/>
                  <a:pt x="80517" y="43290"/>
                  <a:pt x="80517" y="45867"/>
                </a:cubicBezTo>
                <a:cubicBezTo>
                  <a:pt x="80517" y="48444"/>
                  <a:pt x="81543" y="50915"/>
                  <a:pt x="83355" y="52737"/>
                </a:cubicBezTo>
                <a:cubicBezTo>
                  <a:pt x="85181" y="54559"/>
                  <a:pt x="87647" y="55582"/>
                  <a:pt x="90232" y="55582"/>
                </a:cubicBezTo>
                <a:cubicBezTo>
                  <a:pt x="92804" y="55582"/>
                  <a:pt x="95282" y="54559"/>
                  <a:pt x="97095" y="52737"/>
                </a:cubicBezTo>
                <a:cubicBezTo>
                  <a:pt x="98921" y="50915"/>
                  <a:pt x="99947" y="48444"/>
                  <a:pt x="99947" y="45867"/>
                </a:cubicBezTo>
                <a:cubicBezTo>
                  <a:pt x="99947" y="43290"/>
                  <a:pt x="98921" y="40819"/>
                  <a:pt x="97095" y="38997"/>
                </a:cubicBezTo>
                <a:cubicBezTo>
                  <a:pt x="95282" y="37175"/>
                  <a:pt x="92804" y="36150"/>
                  <a:pt x="90232" y="36150"/>
                </a:cubicBezTo>
                <a:close/>
                <a:moveTo>
                  <a:pt x="23601" y="41703"/>
                </a:moveTo>
                <a:cubicBezTo>
                  <a:pt x="22495" y="41703"/>
                  <a:pt x="21429" y="42141"/>
                  <a:pt x="20656" y="42922"/>
                </a:cubicBezTo>
                <a:cubicBezTo>
                  <a:pt x="19869" y="43702"/>
                  <a:pt x="19430" y="44762"/>
                  <a:pt x="19430" y="45867"/>
                </a:cubicBezTo>
                <a:cubicBezTo>
                  <a:pt x="19430" y="46971"/>
                  <a:pt x="19869" y="48030"/>
                  <a:pt x="20656" y="48811"/>
                </a:cubicBezTo>
                <a:cubicBezTo>
                  <a:pt x="21429" y="49592"/>
                  <a:pt x="22495" y="50031"/>
                  <a:pt x="23601" y="50031"/>
                </a:cubicBezTo>
                <a:cubicBezTo>
                  <a:pt x="24707" y="50031"/>
                  <a:pt x="25760" y="49592"/>
                  <a:pt x="26546" y="48811"/>
                </a:cubicBezTo>
                <a:cubicBezTo>
                  <a:pt x="27319" y="48030"/>
                  <a:pt x="27759" y="46971"/>
                  <a:pt x="27759" y="45867"/>
                </a:cubicBezTo>
                <a:cubicBezTo>
                  <a:pt x="27759" y="44762"/>
                  <a:pt x="27319" y="43702"/>
                  <a:pt x="26546" y="42922"/>
                </a:cubicBezTo>
                <a:cubicBezTo>
                  <a:pt x="25760" y="42141"/>
                  <a:pt x="24707" y="41703"/>
                  <a:pt x="23601" y="41703"/>
                </a:cubicBezTo>
                <a:close/>
                <a:moveTo>
                  <a:pt x="45815" y="41703"/>
                </a:moveTo>
                <a:cubicBezTo>
                  <a:pt x="44709" y="41703"/>
                  <a:pt x="43643" y="42141"/>
                  <a:pt x="42870" y="42922"/>
                </a:cubicBezTo>
                <a:cubicBezTo>
                  <a:pt x="42085" y="43702"/>
                  <a:pt x="41644" y="44762"/>
                  <a:pt x="41644" y="45867"/>
                </a:cubicBezTo>
                <a:cubicBezTo>
                  <a:pt x="41644" y="46971"/>
                  <a:pt x="42085" y="48030"/>
                  <a:pt x="42870" y="48811"/>
                </a:cubicBezTo>
                <a:cubicBezTo>
                  <a:pt x="43643" y="49592"/>
                  <a:pt x="44709" y="50031"/>
                  <a:pt x="45815" y="50031"/>
                </a:cubicBezTo>
                <a:cubicBezTo>
                  <a:pt x="46909" y="50031"/>
                  <a:pt x="47975" y="49592"/>
                  <a:pt x="48761" y="48811"/>
                </a:cubicBezTo>
                <a:cubicBezTo>
                  <a:pt x="49534" y="48030"/>
                  <a:pt x="49974" y="46971"/>
                  <a:pt x="49974" y="45867"/>
                </a:cubicBezTo>
                <a:cubicBezTo>
                  <a:pt x="49974" y="44762"/>
                  <a:pt x="49534" y="43702"/>
                  <a:pt x="48761" y="42922"/>
                </a:cubicBezTo>
                <a:cubicBezTo>
                  <a:pt x="47975" y="42141"/>
                  <a:pt x="46909" y="41703"/>
                  <a:pt x="45815" y="41703"/>
                </a:cubicBezTo>
                <a:close/>
                <a:moveTo>
                  <a:pt x="68017" y="41703"/>
                </a:moveTo>
                <a:cubicBezTo>
                  <a:pt x="66911" y="41703"/>
                  <a:pt x="65859" y="42141"/>
                  <a:pt x="65072" y="42922"/>
                </a:cubicBezTo>
                <a:cubicBezTo>
                  <a:pt x="64299" y="43702"/>
                  <a:pt x="63860" y="44762"/>
                  <a:pt x="63860" y="45867"/>
                </a:cubicBezTo>
                <a:cubicBezTo>
                  <a:pt x="63860" y="46971"/>
                  <a:pt x="64299" y="48030"/>
                  <a:pt x="65072" y="48811"/>
                </a:cubicBezTo>
                <a:cubicBezTo>
                  <a:pt x="65859" y="49592"/>
                  <a:pt x="66911" y="50031"/>
                  <a:pt x="68017" y="50031"/>
                </a:cubicBezTo>
                <a:cubicBezTo>
                  <a:pt x="69123" y="50031"/>
                  <a:pt x="70189" y="49592"/>
                  <a:pt x="70962" y="48811"/>
                </a:cubicBezTo>
                <a:cubicBezTo>
                  <a:pt x="71749" y="48030"/>
                  <a:pt x="72188" y="46971"/>
                  <a:pt x="72188" y="45867"/>
                </a:cubicBezTo>
                <a:cubicBezTo>
                  <a:pt x="72188" y="44762"/>
                  <a:pt x="71749" y="43702"/>
                  <a:pt x="70962" y="42922"/>
                </a:cubicBezTo>
                <a:cubicBezTo>
                  <a:pt x="70189" y="42141"/>
                  <a:pt x="69123" y="41703"/>
                  <a:pt x="68017" y="41703"/>
                </a:cubicBezTo>
                <a:close/>
                <a:moveTo>
                  <a:pt x="68017" y="61133"/>
                </a:moveTo>
                <a:cubicBezTo>
                  <a:pt x="65445" y="61133"/>
                  <a:pt x="62967" y="62158"/>
                  <a:pt x="61154" y="63980"/>
                </a:cubicBezTo>
                <a:cubicBezTo>
                  <a:pt x="59328" y="65803"/>
                  <a:pt x="58302" y="68273"/>
                  <a:pt x="58302" y="70850"/>
                </a:cubicBezTo>
                <a:cubicBezTo>
                  <a:pt x="58302" y="73427"/>
                  <a:pt x="59328" y="75898"/>
                  <a:pt x="61154" y="77720"/>
                </a:cubicBezTo>
                <a:cubicBezTo>
                  <a:pt x="62967" y="79543"/>
                  <a:pt x="65445" y="80566"/>
                  <a:pt x="68017" y="80566"/>
                </a:cubicBezTo>
                <a:cubicBezTo>
                  <a:pt x="70602" y="80566"/>
                  <a:pt x="73068" y="79543"/>
                  <a:pt x="74894" y="77720"/>
                </a:cubicBezTo>
                <a:cubicBezTo>
                  <a:pt x="76719" y="75898"/>
                  <a:pt x="77732" y="73427"/>
                  <a:pt x="77732" y="70850"/>
                </a:cubicBezTo>
                <a:cubicBezTo>
                  <a:pt x="77732" y="68273"/>
                  <a:pt x="76719" y="65803"/>
                  <a:pt x="74894" y="63980"/>
                </a:cubicBezTo>
                <a:cubicBezTo>
                  <a:pt x="73068" y="62158"/>
                  <a:pt x="70602" y="61133"/>
                  <a:pt x="68017" y="61133"/>
                </a:cubicBezTo>
                <a:close/>
                <a:moveTo>
                  <a:pt x="23601" y="66686"/>
                </a:moveTo>
                <a:cubicBezTo>
                  <a:pt x="22495" y="66686"/>
                  <a:pt x="21429" y="67124"/>
                  <a:pt x="20656" y="67905"/>
                </a:cubicBezTo>
                <a:cubicBezTo>
                  <a:pt x="19869" y="68686"/>
                  <a:pt x="19430" y="69745"/>
                  <a:pt x="19430" y="70850"/>
                </a:cubicBezTo>
                <a:cubicBezTo>
                  <a:pt x="19430" y="71954"/>
                  <a:pt x="19869" y="73013"/>
                  <a:pt x="20656" y="73794"/>
                </a:cubicBezTo>
                <a:cubicBezTo>
                  <a:pt x="21429" y="74575"/>
                  <a:pt x="22495" y="75014"/>
                  <a:pt x="23601" y="75014"/>
                </a:cubicBezTo>
                <a:cubicBezTo>
                  <a:pt x="24707" y="75014"/>
                  <a:pt x="25760" y="74575"/>
                  <a:pt x="26546" y="73794"/>
                </a:cubicBezTo>
                <a:cubicBezTo>
                  <a:pt x="27319" y="73013"/>
                  <a:pt x="27759" y="71954"/>
                  <a:pt x="27759" y="70850"/>
                </a:cubicBezTo>
                <a:cubicBezTo>
                  <a:pt x="27759" y="69745"/>
                  <a:pt x="27319" y="68686"/>
                  <a:pt x="26546" y="67905"/>
                </a:cubicBezTo>
                <a:cubicBezTo>
                  <a:pt x="25760" y="67124"/>
                  <a:pt x="24707" y="66686"/>
                  <a:pt x="23601" y="66686"/>
                </a:cubicBezTo>
                <a:close/>
                <a:moveTo>
                  <a:pt x="45815" y="66686"/>
                </a:moveTo>
                <a:cubicBezTo>
                  <a:pt x="44709" y="66686"/>
                  <a:pt x="43643" y="67124"/>
                  <a:pt x="42870" y="67905"/>
                </a:cubicBezTo>
                <a:cubicBezTo>
                  <a:pt x="42085" y="68686"/>
                  <a:pt x="41644" y="69745"/>
                  <a:pt x="41644" y="70850"/>
                </a:cubicBezTo>
                <a:cubicBezTo>
                  <a:pt x="41644" y="71954"/>
                  <a:pt x="42085" y="73013"/>
                  <a:pt x="42870" y="73794"/>
                </a:cubicBezTo>
                <a:cubicBezTo>
                  <a:pt x="43643" y="74575"/>
                  <a:pt x="44709" y="75014"/>
                  <a:pt x="45815" y="75014"/>
                </a:cubicBezTo>
                <a:cubicBezTo>
                  <a:pt x="46909" y="75014"/>
                  <a:pt x="47975" y="74575"/>
                  <a:pt x="48761" y="73794"/>
                </a:cubicBezTo>
                <a:cubicBezTo>
                  <a:pt x="49534" y="73013"/>
                  <a:pt x="49974" y="71954"/>
                  <a:pt x="49974" y="70850"/>
                </a:cubicBezTo>
                <a:cubicBezTo>
                  <a:pt x="49974" y="69745"/>
                  <a:pt x="49534" y="68686"/>
                  <a:pt x="48761" y="67905"/>
                </a:cubicBezTo>
                <a:cubicBezTo>
                  <a:pt x="47975" y="67124"/>
                  <a:pt x="46909" y="66686"/>
                  <a:pt x="45815" y="66686"/>
                </a:cubicBezTo>
                <a:close/>
                <a:moveTo>
                  <a:pt x="90232" y="66686"/>
                </a:moveTo>
                <a:cubicBezTo>
                  <a:pt x="89126" y="66686"/>
                  <a:pt x="88060" y="67124"/>
                  <a:pt x="87287" y="67905"/>
                </a:cubicBezTo>
                <a:cubicBezTo>
                  <a:pt x="86500" y="68686"/>
                  <a:pt x="86061" y="69745"/>
                  <a:pt x="86061" y="70850"/>
                </a:cubicBezTo>
                <a:cubicBezTo>
                  <a:pt x="86061" y="71954"/>
                  <a:pt x="86500" y="73013"/>
                  <a:pt x="87287" y="73794"/>
                </a:cubicBezTo>
                <a:cubicBezTo>
                  <a:pt x="88060" y="74575"/>
                  <a:pt x="89126" y="75014"/>
                  <a:pt x="90232" y="75014"/>
                </a:cubicBezTo>
                <a:cubicBezTo>
                  <a:pt x="91338" y="75014"/>
                  <a:pt x="92390" y="74575"/>
                  <a:pt x="93177" y="73794"/>
                </a:cubicBezTo>
                <a:cubicBezTo>
                  <a:pt x="93950" y="73013"/>
                  <a:pt x="94389" y="71954"/>
                  <a:pt x="94389" y="70850"/>
                </a:cubicBezTo>
                <a:cubicBezTo>
                  <a:pt x="94389" y="69745"/>
                  <a:pt x="93950" y="68686"/>
                  <a:pt x="93177" y="67905"/>
                </a:cubicBezTo>
                <a:cubicBezTo>
                  <a:pt x="92390" y="67124"/>
                  <a:pt x="91338" y="66686"/>
                  <a:pt x="90232" y="6668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4" name="Красный — SVG 33">
            <a:extLst>
              <a:ext uri="{FF2B5EF4-FFF2-40B4-BE49-F238E27FC236}">
                <a16:creationId xmlns:a16="http://schemas.microsoft.com/office/drawing/2014/main" id="{EEA2AAF4-7230-3A4E-BDFF-76AF18994498}"/>
              </a:ext>
            </a:extLst>
          </p:cNvPr>
          <p:cNvSpPr>
            <a:spLocks noGrp="1"/>
          </p:cNvSpPr>
          <p:nvPr/>
        </p:nvSpPr>
        <p:spPr>
          <a:xfrm>
            <a:off x="8820000" y="1410000"/>
            <a:ext cx="220000" cy="220000"/>
          </a:xfrm>
          <a:custGeom>
            <a:avLst/>
            <a:gdLst>
              <a:gd name="csX0" fmla="*/ 15942 w 116967"/>
              <a:gd name="csY0" fmla="*/ 0 h 141759"/>
              <a:gd name="csX1" fmla="*/ 0 w 116967"/>
              <a:gd name="csY1" fmla="*/ 15948 h 141759"/>
              <a:gd name="csX2" fmla="*/ 0 w 116967"/>
              <a:gd name="csY2" fmla="*/ 67336 h 141759"/>
              <a:gd name="csX3" fmla="*/ 3539 w 116967"/>
              <a:gd name="csY3" fmla="*/ 70880 h 141759"/>
              <a:gd name="csX4" fmla="*/ 113428 w 116967"/>
              <a:gd name="csY4" fmla="*/ 70880 h 141759"/>
              <a:gd name="csX5" fmla="*/ 116967 w 116967"/>
              <a:gd name="csY5" fmla="*/ 67336 h 141759"/>
              <a:gd name="csX6" fmla="*/ 116967 w 116967"/>
              <a:gd name="csY6" fmla="*/ 56704 h 141759"/>
              <a:gd name="csX7" fmla="*/ 76203 w 116967"/>
              <a:gd name="csY7" fmla="*/ 56704 h 141759"/>
              <a:gd name="csX8" fmla="*/ 60261 w 116967"/>
              <a:gd name="csY8" fmla="*/ 40756 h 141759"/>
              <a:gd name="csX9" fmla="*/ 60261 w 116967"/>
              <a:gd name="csY9" fmla="*/ 0 h 141759"/>
              <a:gd name="csX10" fmla="*/ 15942 w 116967"/>
              <a:gd name="csY10" fmla="*/ 0 h 141759"/>
              <a:gd name="csX11" fmla="*/ 70895 w 116967"/>
              <a:gd name="csY11" fmla="*/ 3115 h 141759"/>
              <a:gd name="csX12" fmla="*/ 70895 w 116967"/>
              <a:gd name="csY12" fmla="*/ 40756 h 141759"/>
              <a:gd name="csX13" fmla="*/ 76203 w 116967"/>
              <a:gd name="csY13" fmla="*/ 46072 h 141759"/>
              <a:gd name="csX14" fmla="*/ 113854 w 116967"/>
              <a:gd name="csY14" fmla="*/ 46072 h 141759"/>
              <a:gd name="csX15" fmla="*/ 70895 w 116967"/>
              <a:gd name="csY15" fmla="*/ 3115 h 141759"/>
              <a:gd name="csX16" fmla="*/ 3539 w 116967"/>
              <a:gd name="csY16" fmla="*/ 77968 h 141759"/>
              <a:gd name="csX17" fmla="*/ 0 w 116967"/>
              <a:gd name="csY17" fmla="*/ 81512 h 141759"/>
              <a:gd name="csX18" fmla="*/ 0 w 116967"/>
              <a:gd name="csY18" fmla="*/ 85056 h 141759"/>
              <a:gd name="csX19" fmla="*/ 3539 w 116967"/>
              <a:gd name="csY19" fmla="*/ 88599 h 141759"/>
              <a:gd name="csX20" fmla="*/ 7094 w 116967"/>
              <a:gd name="csY20" fmla="*/ 88599 h 141759"/>
              <a:gd name="csX21" fmla="*/ 10633 w 116967"/>
              <a:gd name="csY21" fmla="*/ 85056 h 141759"/>
              <a:gd name="csX22" fmla="*/ 10633 w 116967"/>
              <a:gd name="csY22" fmla="*/ 81512 h 141759"/>
              <a:gd name="csX23" fmla="*/ 7094 w 116967"/>
              <a:gd name="csY23" fmla="*/ 77968 h 141759"/>
              <a:gd name="csX24" fmla="*/ 3539 w 116967"/>
              <a:gd name="csY24" fmla="*/ 77968 h 141759"/>
              <a:gd name="csX25" fmla="*/ 24806 w 116967"/>
              <a:gd name="csY25" fmla="*/ 77968 h 141759"/>
              <a:gd name="csX26" fmla="*/ 21267 w 116967"/>
              <a:gd name="csY26" fmla="*/ 81512 h 141759"/>
              <a:gd name="csX27" fmla="*/ 21267 w 116967"/>
              <a:gd name="csY27" fmla="*/ 85056 h 141759"/>
              <a:gd name="csX28" fmla="*/ 24806 w 116967"/>
              <a:gd name="csY28" fmla="*/ 88599 h 141759"/>
              <a:gd name="csX29" fmla="*/ 28361 w 116967"/>
              <a:gd name="csY29" fmla="*/ 88599 h 141759"/>
              <a:gd name="csX30" fmla="*/ 31900 w 116967"/>
              <a:gd name="csY30" fmla="*/ 85056 h 141759"/>
              <a:gd name="csX31" fmla="*/ 31900 w 116967"/>
              <a:gd name="csY31" fmla="*/ 81512 h 141759"/>
              <a:gd name="csX32" fmla="*/ 28361 w 116967"/>
              <a:gd name="csY32" fmla="*/ 77968 h 141759"/>
              <a:gd name="csX33" fmla="*/ 24806 w 116967"/>
              <a:gd name="csY33" fmla="*/ 77968 h 141759"/>
              <a:gd name="csX34" fmla="*/ 46072 w 116967"/>
              <a:gd name="csY34" fmla="*/ 77968 h 141759"/>
              <a:gd name="csX35" fmla="*/ 42534 w 116967"/>
              <a:gd name="csY35" fmla="*/ 81512 h 141759"/>
              <a:gd name="csX36" fmla="*/ 42534 w 116967"/>
              <a:gd name="csY36" fmla="*/ 85056 h 141759"/>
              <a:gd name="csX37" fmla="*/ 46072 w 116967"/>
              <a:gd name="csY37" fmla="*/ 88599 h 141759"/>
              <a:gd name="csX38" fmla="*/ 49628 w 116967"/>
              <a:gd name="csY38" fmla="*/ 88599 h 141759"/>
              <a:gd name="csX39" fmla="*/ 53167 w 116967"/>
              <a:gd name="csY39" fmla="*/ 85056 h 141759"/>
              <a:gd name="csX40" fmla="*/ 53167 w 116967"/>
              <a:gd name="csY40" fmla="*/ 81512 h 141759"/>
              <a:gd name="csX41" fmla="*/ 49628 w 116967"/>
              <a:gd name="csY41" fmla="*/ 77968 h 141759"/>
              <a:gd name="csX42" fmla="*/ 46072 w 116967"/>
              <a:gd name="csY42" fmla="*/ 77968 h 141759"/>
              <a:gd name="csX43" fmla="*/ 67339 w 116967"/>
              <a:gd name="csY43" fmla="*/ 77968 h 141759"/>
              <a:gd name="csX44" fmla="*/ 63800 w 116967"/>
              <a:gd name="csY44" fmla="*/ 81512 h 141759"/>
              <a:gd name="csX45" fmla="*/ 63800 w 116967"/>
              <a:gd name="csY45" fmla="*/ 85056 h 141759"/>
              <a:gd name="csX46" fmla="*/ 67339 w 116967"/>
              <a:gd name="csY46" fmla="*/ 88599 h 141759"/>
              <a:gd name="csX47" fmla="*/ 70895 w 116967"/>
              <a:gd name="csY47" fmla="*/ 88599 h 141759"/>
              <a:gd name="csX48" fmla="*/ 74434 w 116967"/>
              <a:gd name="csY48" fmla="*/ 85056 h 141759"/>
              <a:gd name="csX49" fmla="*/ 74434 w 116967"/>
              <a:gd name="csY49" fmla="*/ 81512 h 141759"/>
              <a:gd name="csX50" fmla="*/ 70895 w 116967"/>
              <a:gd name="csY50" fmla="*/ 77968 h 141759"/>
              <a:gd name="csX51" fmla="*/ 67339 w 116967"/>
              <a:gd name="csY51" fmla="*/ 77968 h 141759"/>
              <a:gd name="csX52" fmla="*/ 88606 w 116967"/>
              <a:gd name="csY52" fmla="*/ 77968 h 141759"/>
              <a:gd name="csX53" fmla="*/ 85067 w 116967"/>
              <a:gd name="csY53" fmla="*/ 81512 h 141759"/>
              <a:gd name="csX54" fmla="*/ 85067 w 116967"/>
              <a:gd name="csY54" fmla="*/ 85056 h 141759"/>
              <a:gd name="csX55" fmla="*/ 88606 w 116967"/>
              <a:gd name="csY55" fmla="*/ 88599 h 141759"/>
              <a:gd name="csX56" fmla="*/ 92162 w 116967"/>
              <a:gd name="csY56" fmla="*/ 88599 h 141759"/>
              <a:gd name="csX57" fmla="*/ 95700 w 116967"/>
              <a:gd name="csY57" fmla="*/ 85056 h 141759"/>
              <a:gd name="csX58" fmla="*/ 95700 w 116967"/>
              <a:gd name="csY58" fmla="*/ 81512 h 141759"/>
              <a:gd name="csX59" fmla="*/ 92162 w 116967"/>
              <a:gd name="csY59" fmla="*/ 77968 h 141759"/>
              <a:gd name="csX60" fmla="*/ 88606 w 116967"/>
              <a:gd name="csY60" fmla="*/ 77968 h 141759"/>
              <a:gd name="csX61" fmla="*/ 109873 w 116967"/>
              <a:gd name="csY61" fmla="*/ 77968 h 141759"/>
              <a:gd name="csX62" fmla="*/ 106334 w 116967"/>
              <a:gd name="csY62" fmla="*/ 81512 h 141759"/>
              <a:gd name="csX63" fmla="*/ 106334 w 116967"/>
              <a:gd name="csY63" fmla="*/ 85056 h 141759"/>
              <a:gd name="csX64" fmla="*/ 109873 w 116967"/>
              <a:gd name="csY64" fmla="*/ 88599 h 141759"/>
              <a:gd name="csX65" fmla="*/ 113428 w 116967"/>
              <a:gd name="csY65" fmla="*/ 88599 h 141759"/>
              <a:gd name="csX66" fmla="*/ 116967 w 116967"/>
              <a:gd name="csY66" fmla="*/ 85056 h 141759"/>
              <a:gd name="csX67" fmla="*/ 116967 w 116967"/>
              <a:gd name="csY67" fmla="*/ 81512 h 141759"/>
              <a:gd name="csX68" fmla="*/ 113428 w 116967"/>
              <a:gd name="csY68" fmla="*/ 77968 h 141759"/>
              <a:gd name="csX69" fmla="*/ 109873 w 116967"/>
              <a:gd name="csY69" fmla="*/ 77968 h 141759"/>
              <a:gd name="csX70" fmla="*/ 14172 w 116967"/>
              <a:gd name="csY70" fmla="*/ 88599 h 141759"/>
              <a:gd name="csX71" fmla="*/ 10633 w 116967"/>
              <a:gd name="csY71" fmla="*/ 92144 h 141759"/>
              <a:gd name="csX72" fmla="*/ 10633 w 116967"/>
              <a:gd name="csY72" fmla="*/ 95687 h 141759"/>
              <a:gd name="csX73" fmla="*/ 14172 w 116967"/>
              <a:gd name="csY73" fmla="*/ 99231 h 141759"/>
              <a:gd name="csX74" fmla="*/ 17728 w 116967"/>
              <a:gd name="csY74" fmla="*/ 99231 h 141759"/>
              <a:gd name="csX75" fmla="*/ 21267 w 116967"/>
              <a:gd name="csY75" fmla="*/ 95687 h 141759"/>
              <a:gd name="csX76" fmla="*/ 21267 w 116967"/>
              <a:gd name="csY76" fmla="*/ 92144 h 141759"/>
              <a:gd name="csX77" fmla="*/ 17728 w 116967"/>
              <a:gd name="csY77" fmla="*/ 88599 h 141759"/>
              <a:gd name="csX78" fmla="*/ 14172 w 116967"/>
              <a:gd name="csY78" fmla="*/ 88599 h 141759"/>
              <a:gd name="csX79" fmla="*/ 35439 w 116967"/>
              <a:gd name="csY79" fmla="*/ 88599 h 141759"/>
              <a:gd name="csX80" fmla="*/ 31900 w 116967"/>
              <a:gd name="csY80" fmla="*/ 92144 h 141759"/>
              <a:gd name="csX81" fmla="*/ 31900 w 116967"/>
              <a:gd name="csY81" fmla="*/ 95687 h 141759"/>
              <a:gd name="csX82" fmla="*/ 35439 w 116967"/>
              <a:gd name="csY82" fmla="*/ 99231 h 141759"/>
              <a:gd name="csX83" fmla="*/ 38995 w 116967"/>
              <a:gd name="csY83" fmla="*/ 99231 h 141759"/>
              <a:gd name="csX84" fmla="*/ 42534 w 116967"/>
              <a:gd name="csY84" fmla="*/ 95687 h 141759"/>
              <a:gd name="csX85" fmla="*/ 42534 w 116967"/>
              <a:gd name="csY85" fmla="*/ 92144 h 141759"/>
              <a:gd name="csX86" fmla="*/ 38995 w 116967"/>
              <a:gd name="csY86" fmla="*/ 88599 h 141759"/>
              <a:gd name="csX87" fmla="*/ 35439 w 116967"/>
              <a:gd name="csY87" fmla="*/ 88599 h 141759"/>
              <a:gd name="csX88" fmla="*/ 56706 w 116967"/>
              <a:gd name="csY88" fmla="*/ 88599 h 141759"/>
              <a:gd name="csX89" fmla="*/ 53167 w 116967"/>
              <a:gd name="csY89" fmla="*/ 92144 h 141759"/>
              <a:gd name="csX90" fmla="*/ 53167 w 116967"/>
              <a:gd name="csY90" fmla="*/ 95687 h 141759"/>
              <a:gd name="csX91" fmla="*/ 56706 w 116967"/>
              <a:gd name="csY91" fmla="*/ 99231 h 141759"/>
              <a:gd name="csX92" fmla="*/ 60261 w 116967"/>
              <a:gd name="csY92" fmla="*/ 99231 h 141759"/>
              <a:gd name="csX93" fmla="*/ 63800 w 116967"/>
              <a:gd name="csY93" fmla="*/ 95687 h 141759"/>
              <a:gd name="csX94" fmla="*/ 63800 w 116967"/>
              <a:gd name="csY94" fmla="*/ 92144 h 141759"/>
              <a:gd name="csX95" fmla="*/ 60261 w 116967"/>
              <a:gd name="csY95" fmla="*/ 88599 h 141759"/>
              <a:gd name="csX96" fmla="*/ 56706 w 116967"/>
              <a:gd name="csY96" fmla="*/ 88599 h 141759"/>
              <a:gd name="csX97" fmla="*/ 77973 w 116967"/>
              <a:gd name="csY97" fmla="*/ 88599 h 141759"/>
              <a:gd name="csX98" fmla="*/ 74434 w 116967"/>
              <a:gd name="csY98" fmla="*/ 92144 h 141759"/>
              <a:gd name="csX99" fmla="*/ 74434 w 116967"/>
              <a:gd name="csY99" fmla="*/ 95687 h 141759"/>
              <a:gd name="csX100" fmla="*/ 77973 w 116967"/>
              <a:gd name="csY100" fmla="*/ 99231 h 141759"/>
              <a:gd name="csX101" fmla="*/ 81528 w 116967"/>
              <a:gd name="csY101" fmla="*/ 99231 h 141759"/>
              <a:gd name="csX102" fmla="*/ 85067 w 116967"/>
              <a:gd name="csY102" fmla="*/ 95687 h 141759"/>
              <a:gd name="csX103" fmla="*/ 85067 w 116967"/>
              <a:gd name="csY103" fmla="*/ 92144 h 141759"/>
              <a:gd name="csX104" fmla="*/ 81528 w 116967"/>
              <a:gd name="csY104" fmla="*/ 88599 h 141759"/>
              <a:gd name="csX105" fmla="*/ 77973 w 116967"/>
              <a:gd name="csY105" fmla="*/ 88599 h 141759"/>
              <a:gd name="csX106" fmla="*/ 99239 w 116967"/>
              <a:gd name="csY106" fmla="*/ 88599 h 141759"/>
              <a:gd name="csX107" fmla="*/ 95700 w 116967"/>
              <a:gd name="csY107" fmla="*/ 92144 h 141759"/>
              <a:gd name="csX108" fmla="*/ 95700 w 116967"/>
              <a:gd name="csY108" fmla="*/ 95687 h 141759"/>
              <a:gd name="csX109" fmla="*/ 99239 w 116967"/>
              <a:gd name="csY109" fmla="*/ 99231 h 141759"/>
              <a:gd name="csX110" fmla="*/ 102795 w 116967"/>
              <a:gd name="csY110" fmla="*/ 99231 h 141759"/>
              <a:gd name="csX111" fmla="*/ 106334 w 116967"/>
              <a:gd name="csY111" fmla="*/ 95687 h 141759"/>
              <a:gd name="csX112" fmla="*/ 106334 w 116967"/>
              <a:gd name="csY112" fmla="*/ 92144 h 141759"/>
              <a:gd name="csX113" fmla="*/ 102795 w 116967"/>
              <a:gd name="csY113" fmla="*/ 88599 h 141759"/>
              <a:gd name="csX114" fmla="*/ 99239 w 116967"/>
              <a:gd name="csY114" fmla="*/ 88599 h 141759"/>
              <a:gd name="csX115" fmla="*/ 3539 w 116967"/>
              <a:gd name="csY115" fmla="*/ 99231 h 141759"/>
              <a:gd name="csX116" fmla="*/ 0 w 116967"/>
              <a:gd name="csY116" fmla="*/ 102775 h 141759"/>
              <a:gd name="csX117" fmla="*/ 0 w 116967"/>
              <a:gd name="csY117" fmla="*/ 106319 h 141759"/>
              <a:gd name="csX118" fmla="*/ 3539 w 116967"/>
              <a:gd name="csY118" fmla="*/ 109863 h 141759"/>
              <a:gd name="csX119" fmla="*/ 7094 w 116967"/>
              <a:gd name="csY119" fmla="*/ 109863 h 141759"/>
              <a:gd name="csX120" fmla="*/ 10633 w 116967"/>
              <a:gd name="csY120" fmla="*/ 106319 h 141759"/>
              <a:gd name="csX121" fmla="*/ 10633 w 116967"/>
              <a:gd name="csY121" fmla="*/ 102775 h 141759"/>
              <a:gd name="csX122" fmla="*/ 7094 w 116967"/>
              <a:gd name="csY122" fmla="*/ 99231 h 141759"/>
              <a:gd name="csX123" fmla="*/ 3539 w 116967"/>
              <a:gd name="csY123" fmla="*/ 99231 h 141759"/>
              <a:gd name="csX124" fmla="*/ 24806 w 116967"/>
              <a:gd name="csY124" fmla="*/ 99231 h 141759"/>
              <a:gd name="csX125" fmla="*/ 21267 w 116967"/>
              <a:gd name="csY125" fmla="*/ 102775 h 141759"/>
              <a:gd name="csX126" fmla="*/ 21267 w 116967"/>
              <a:gd name="csY126" fmla="*/ 106319 h 141759"/>
              <a:gd name="csX127" fmla="*/ 24806 w 116967"/>
              <a:gd name="csY127" fmla="*/ 109863 h 141759"/>
              <a:gd name="csX128" fmla="*/ 28361 w 116967"/>
              <a:gd name="csY128" fmla="*/ 109863 h 141759"/>
              <a:gd name="csX129" fmla="*/ 31900 w 116967"/>
              <a:gd name="csY129" fmla="*/ 106319 h 141759"/>
              <a:gd name="csX130" fmla="*/ 31900 w 116967"/>
              <a:gd name="csY130" fmla="*/ 102775 h 141759"/>
              <a:gd name="csX131" fmla="*/ 28361 w 116967"/>
              <a:gd name="csY131" fmla="*/ 99231 h 141759"/>
              <a:gd name="csX132" fmla="*/ 24806 w 116967"/>
              <a:gd name="csY132" fmla="*/ 99231 h 141759"/>
              <a:gd name="csX133" fmla="*/ 46072 w 116967"/>
              <a:gd name="csY133" fmla="*/ 99231 h 141759"/>
              <a:gd name="csX134" fmla="*/ 42534 w 116967"/>
              <a:gd name="csY134" fmla="*/ 102775 h 141759"/>
              <a:gd name="csX135" fmla="*/ 42534 w 116967"/>
              <a:gd name="csY135" fmla="*/ 106319 h 141759"/>
              <a:gd name="csX136" fmla="*/ 46072 w 116967"/>
              <a:gd name="csY136" fmla="*/ 109863 h 141759"/>
              <a:gd name="csX137" fmla="*/ 49628 w 116967"/>
              <a:gd name="csY137" fmla="*/ 109863 h 141759"/>
              <a:gd name="csX138" fmla="*/ 53167 w 116967"/>
              <a:gd name="csY138" fmla="*/ 106319 h 141759"/>
              <a:gd name="csX139" fmla="*/ 53167 w 116967"/>
              <a:gd name="csY139" fmla="*/ 102775 h 141759"/>
              <a:gd name="csX140" fmla="*/ 49628 w 116967"/>
              <a:gd name="csY140" fmla="*/ 99231 h 141759"/>
              <a:gd name="csX141" fmla="*/ 46072 w 116967"/>
              <a:gd name="csY141" fmla="*/ 99231 h 141759"/>
              <a:gd name="csX142" fmla="*/ 67339 w 116967"/>
              <a:gd name="csY142" fmla="*/ 99231 h 141759"/>
              <a:gd name="csX143" fmla="*/ 63800 w 116967"/>
              <a:gd name="csY143" fmla="*/ 102775 h 141759"/>
              <a:gd name="csX144" fmla="*/ 63800 w 116967"/>
              <a:gd name="csY144" fmla="*/ 106319 h 141759"/>
              <a:gd name="csX145" fmla="*/ 67339 w 116967"/>
              <a:gd name="csY145" fmla="*/ 109863 h 141759"/>
              <a:gd name="csX146" fmla="*/ 70895 w 116967"/>
              <a:gd name="csY146" fmla="*/ 109863 h 141759"/>
              <a:gd name="csX147" fmla="*/ 74434 w 116967"/>
              <a:gd name="csY147" fmla="*/ 106319 h 141759"/>
              <a:gd name="csX148" fmla="*/ 74434 w 116967"/>
              <a:gd name="csY148" fmla="*/ 102775 h 141759"/>
              <a:gd name="csX149" fmla="*/ 70895 w 116967"/>
              <a:gd name="csY149" fmla="*/ 99231 h 141759"/>
              <a:gd name="csX150" fmla="*/ 67339 w 116967"/>
              <a:gd name="csY150" fmla="*/ 99231 h 141759"/>
              <a:gd name="csX151" fmla="*/ 88606 w 116967"/>
              <a:gd name="csY151" fmla="*/ 99231 h 141759"/>
              <a:gd name="csX152" fmla="*/ 85067 w 116967"/>
              <a:gd name="csY152" fmla="*/ 102775 h 141759"/>
              <a:gd name="csX153" fmla="*/ 85067 w 116967"/>
              <a:gd name="csY153" fmla="*/ 106319 h 141759"/>
              <a:gd name="csX154" fmla="*/ 88606 w 116967"/>
              <a:gd name="csY154" fmla="*/ 109863 h 141759"/>
              <a:gd name="csX155" fmla="*/ 92162 w 116967"/>
              <a:gd name="csY155" fmla="*/ 109863 h 141759"/>
              <a:gd name="csX156" fmla="*/ 95700 w 116967"/>
              <a:gd name="csY156" fmla="*/ 106319 h 141759"/>
              <a:gd name="csX157" fmla="*/ 95700 w 116967"/>
              <a:gd name="csY157" fmla="*/ 102775 h 141759"/>
              <a:gd name="csX158" fmla="*/ 92162 w 116967"/>
              <a:gd name="csY158" fmla="*/ 99231 h 141759"/>
              <a:gd name="csX159" fmla="*/ 88606 w 116967"/>
              <a:gd name="csY159" fmla="*/ 99231 h 141759"/>
              <a:gd name="csX160" fmla="*/ 109873 w 116967"/>
              <a:gd name="csY160" fmla="*/ 99231 h 141759"/>
              <a:gd name="csX161" fmla="*/ 106334 w 116967"/>
              <a:gd name="csY161" fmla="*/ 102775 h 141759"/>
              <a:gd name="csX162" fmla="*/ 106334 w 116967"/>
              <a:gd name="csY162" fmla="*/ 106319 h 141759"/>
              <a:gd name="csX163" fmla="*/ 109873 w 116967"/>
              <a:gd name="csY163" fmla="*/ 109863 h 141759"/>
              <a:gd name="csX164" fmla="*/ 113428 w 116967"/>
              <a:gd name="csY164" fmla="*/ 109863 h 141759"/>
              <a:gd name="csX165" fmla="*/ 116967 w 116967"/>
              <a:gd name="csY165" fmla="*/ 106319 h 141759"/>
              <a:gd name="csX166" fmla="*/ 116967 w 116967"/>
              <a:gd name="csY166" fmla="*/ 102775 h 141759"/>
              <a:gd name="csX167" fmla="*/ 113428 w 116967"/>
              <a:gd name="csY167" fmla="*/ 99231 h 141759"/>
              <a:gd name="csX168" fmla="*/ 109873 w 116967"/>
              <a:gd name="csY168" fmla="*/ 99231 h 141759"/>
              <a:gd name="csX169" fmla="*/ 14172 w 116967"/>
              <a:gd name="csY169" fmla="*/ 109863 h 141759"/>
              <a:gd name="csX170" fmla="*/ 10633 w 116967"/>
              <a:gd name="csY170" fmla="*/ 113407 h 141759"/>
              <a:gd name="csX171" fmla="*/ 10633 w 116967"/>
              <a:gd name="csY171" fmla="*/ 116951 h 141759"/>
              <a:gd name="csX172" fmla="*/ 14172 w 116967"/>
              <a:gd name="csY172" fmla="*/ 120495 h 141759"/>
              <a:gd name="csX173" fmla="*/ 17728 w 116967"/>
              <a:gd name="csY173" fmla="*/ 120495 h 141759"/>
              <a:gd name="csX174" fmla="*/ 21267 w 116967"/>
              <a:gd name="csY174" fmla="*/ 116951 h 141759"/>
              <a:gd name="csX175" fmla="*/ 21267 w 116967"/>
              <a:gd name="csY175" fmla="*/ 113407 h 141759"/>
              <a:gd name="csX176" fmla="*/ 17728 w 116967"/>
              <a:gd name="csY176" fmla="*/ 109863 h 141759"/>
              <a:gd name="csX177" fmla="*/ 14172 w 116967"/>
              <a:gd name="csY177" fmla="*/ 109863 h 141759"/>
              <a:gd name="csX178" fmla="*/ 35439 w 116967"/>
              <a:gd name="csY178" fmla="*/ 109863 h 141759"/>
              <a:gd name="csX179" fmla="*/ 31900 w 116967"/>
              <a:gd name="csY179" fmla="*/ 113407 h 141759"/>
              <a:gd name="csX180" fmla="*/ 31900 w 116967"/>
              <a:gd name="csY180" fmla="*/ 116951 h 141759"/>
              <a:gd name="csX181" fmla="*/ 35439 w 116967"/>
              <a:gd name="csY181" fmla="*/ 120495 h 141759"/>
              <a:gd name="csX182" fmla="*/ 38995 w 116967"/>
              <a:gd name="csY182" fmla="*/ 120495 h 141759"/>
              <a:gd name="csX183" fmla="*/ 42534 w 116967"/>
              <a:gd name="csY183" fmla="*/ 116951 h 141759"/>
              <a:gd name="csX184" fmla="*/ 42534 w 116967"/>
              <a:gd name="csY184" fmla="*/ 113407 h 141759"/>
              <a:gd name="csX185" fmla="*/ 38995 w 116967"/>
              <a:gd name="csY185" fmla="*/ 109863 h 141759"/>
              <a:gd name="csX186" fmla="*/ 35439 w 116967"/>
              <a:gd name="csY186" fmla="*/ 109863 h 141759"/>
              <a:gd name="csX187" fmla="*/ 56706 w 116967"/>
              <a:gd name="csY187" fmla="*/ 109863 h 141759"/>
              <a:gd name="csX188" fmla="*/ 53167 w 116967"/>
              <a:gd name="csY188" fmla="*/ 113407 h 141759"/>
              <a:gd name="csX189" fmla="*/ 53167 w 116967"/>
              <a:gd name="csY189" fmla="*/ 116951 h 141759"/>
              <a:gd name="csX190" fmla="*/ 56706 w 116967"/>
              <a:gd name="csY190" fmla="*/ 120495 h 141759"/>
              <a:gd name="csX191" fmla="*/ 60261 w 116967"/>
              <a:gd name="csY191" fmla="*/ 120495 h 141759"/>
              <a:gd name="csX192" fmla="*/ 63800 w 116967"/>
              <a:gd name="csY192" fmla="*/ 116951 h 141759"/>
              <a:gd name="csX193" fmla="*/ 63800 w 116967"/>
              <a:gd name="csY193" fmla="*/ 113407 h 141759"/>
              <a:gd name="csX194" fmla="*/ 60261 w 116967"/>
              <a:gd name="csY194" fmla="*/ 109863 h 141759"/>
              <a:gd name="csX195" fmla="*/ 56706 w 116967"/>
              <a:gd name="csY195" fmla="*/ 109863 h 141759"/>
              <a:gd name="csX196" fmla="*/ 77973 w 116967"/>
              <a:gd name="csY196" fmla="*/ 109863 h 141759"/>
              <a:gd name="csX197" fmla="*/ 74434 w 116967"/>
              <a:gd name="csY197" fmla="*/ 113407 h 141759"/>
              <a:gd name="csX198" fmla="*/ 74434 w 116967"/>
              <a:gd name="csY198" fmla="*/ 116951 h 141759"/>
              <a:gd name="csX199" fmla="*/ 77973 w 116967"/>
              <a:gd name="csY199" fmla="*/ 120495 h 141759"/>
              <a:gd name="csX200" fmla="*/ 81528 w 116967"/>
              <a:gd name="csY200" fmla="*/ 120495 h 141759"/>
              <a:gd name="csX201" fmla="*/ 85067 w 116967"/>
              <a:gd name="csY201" fmla="*/ 116951 h 141759"/>
              <a:gd name="csX202" fmla="*/ 85067 w 116967"/>
              <a:gd name="csY202" fmla="*/ 113407 h 141759"/>
              <a:gd name="csX203" fmla="*/ 81528 w 116967"/>
              <a:gd name="csY203" fmla="*/ 109863 h 141759"/>
              <a:gd name="csX204" fmla="*/ 77973 w 116967"/>
              <a:gd name="csY204" fmla="*/ 109863 h 141759"/>
              <a:gd name="csX205" fmla="*/ 99239 w 116967"/>
              <a:gd name="csY205" fmla="*/ 109863 h 141759"/>
              <a:gd name="csX206" fmla="*/ 95700 w 116967"/>
              <a:gd name="csY206" fmla="*/ 113407 h 141759"/>
              <a:gd name="csX207" fmla="*/ 95700 w 116967"/>
              <a:gd name="csY207" fmla="*/ 116951 h 141759"/>
              <a:gd name="csX208" fmla="*/ 99239 w 116967"/>
              <a:gd name="csY208" fmla="*/ 120495 h 141759"/>
              <a:gd name="csX209" fmla="*/ 102795 w 116967"/>
              <a:gd name="csY209" fmla="*/ 120495 h 141759"/>
              <a:gd name="csX210" fmla="*/ 106334 w 116967"/>
              <a:gd name="csY210" fmla="*/ 116951 h 141759"/>
              <a:gd name="csX211" fmla="*/ 106334 w 116967"/>
              <a:gd name="csY211" fmla="*/ 113407 h 141759"/>
              <a:gd name="csX212" fmla="*/ 102795 w 116967"/>
              <a:gd name="csY212" fmla="*/ 109863 h 141759"/>
              <a:gd name="csX213" fmla="*/ 99239 w 116967"/>
              <a:gd name="csY213" fmla="*/ 109863 h 141759"/>
              <a:gd name="csX214" fmla="*/ 3539 w 116967"/>
              <a:gd name="csY214" fmla="*/ 120495 h 141759"/>
              <a:gd name="csX215" fmla="*/ 0 w 116967"/>
              <a:gd name="csY215" fmla="*/ 124039 h 141759"/>
              <a:gd name="csX216" fmla="*/ 0 w 116967"/>
              <a:gd name="csY216" fmla="*/ 127583 h 141759"/>
              <a:gd name="csX217" fmla="*/ 3539 w 116967"/>
              <a:gd name="csY217" fmla="*/ 131127 h 141759"/>
              <a:gd name="csX218" fmla="*/ 7094 w 116967"/>
              <a:gd name="csY218" fmla="*/ 131127 h 141759"/>
              <a:gd name="csX219" fmla="*/ 10633 w 116967"/>
              <a:gd name="csY219" fmla="*/ 127583 h 141759"/>
              <a:gd name="csX220" fmla="*/ 10633 w 116967"/>
              <a:gd name="csY220" fmla="*/ 124039 h 141759"/>
              <a:gd name="csX221" fmla="*/ 7094 w 116967"/>
              <a:gd name="csY221" fmla="*/ 120495 h 141759"/>
              <a:gd name="csX222" fmla="*/ 3539 w 116967"/>
              <a:gd name="csY222" fmla="*/ 120495 h 141759"/>
              <a:gd name="csX223" fmla="*/ 24806 w 116967"/>
              <a:gd name="csY223" fmla="*/ 120495 h 141759"/>
              <a:gd name="csX224" fmla="*/ 21267 w 116967"/>
              <a:gd name="csY224" fmla="*/ 124039 h 141759"/>
              <a:gd name="csX225" fmla="*/ 21267 w 116967"/>
              <a:gd name="csY225" fmla="*/ 127583 h 141759"/>
              <a:gd name="csX226" fmla="*/ 24806 w 116967"/>
              <a:gd name="csY226" fmla="*/ 131127 h 141759"/>
              <a:gd name="csX227" fmla="*/ 28361 w 116967"/>
              <a:gd name="csY227" fmla="*/ 131127 h 141759"/>
              <a:gd name="csX228" fmla="*/ 31900 w 116967"/>
              <a:gd name="csY228" fmla="*/ 127583 h 141759"/>
              <a:gd name="csX229" fmla="*/ 31900 w 116967"/>
              <a:gd name="csY229" fmla="*/ 124039 h 141759"/>
              <a:gd name="csX230" fmla="*/ 28361 w 116967"/>
              <a:gd name="csY230" fmla="*/ 120495 h 141759"/>
              <a:gd name="csX231" fmla="*/ 24806 w 116967"/>
              <a:gd name="csY231" fmla="*/ 120495 h 141759"/>
              <a:gd name="csX232" fmla="*/ 46072 w 116967"/>
              <a:gd name="csY232" fmla="*/ 120495 h 141759"/>
              <a:gd name="csX233" fmla="*/ 42534 w 116967"/>
              <a:gd name="csY233" fmla="*/ 124039 h 141759"/>
              <a:gd name="csX234" fmla="*/ 42534 w 116967"/>
              <a:gd name="csY234" fmla="*/ 127583 h 141759"/>
              <a:gd name="csX235" fmla="*/ 46072 w 116967"/>
              <a:gd name="csY235" fmla="*/ 131127 h 141759"/>
              <a:gd name="csX236" fmla="*/ 49628 w 116967"/>
              <a:gd name="csY236" fmla="*/ 131127 h 141759"/>
              <a:gd name="csX237" fmla="*/ 53167 w 116967"/>
              <a:gd name="csY237" fmla="*/ 127583 h 141759"/>
              <a:gd name="csX238" fmla="*/ 53167 w 116967"/>
              <a:gd name="csY238" fmla="*/ 124039 h 141759"/>
              <a:gd name="csX239" fmla="*/ 49628 w 116967"/>
              <a:gd name="csY239" fmla="*/ 120495 h 141759"/>
              <a:gd name="csX240" fmla="*/ 46072 w 116967"/>
              <a:gd name="csY240" fmla="*/ 120495 h 141759"/>
              <a:gd name="csX241" fmla="*/ 67339 w 116967"/>
              <a:gd name="csY241" fmla="*/ 120495 h 141759"/>
              <a:gd name="csX242" fmla="*/ 63800 w 116967"/>
              <a:gd name="csY242" fmla="*/ 124039 h 141759"/>
              <a:gd name="csX243" fmla="*/ 63800 w 116967"/>
              <a:gd name="csY243" fmla="*/ 127583 h 141759"/>
              <a:gd name="csX244" fmla="*/ 67339 w 116967"/>
              <a:gd name="csY244" fmla="*/ 131127 h 141759"/>
              <a:gd name="csX245" fmla="*/ 70895 w 116967"/>
              <a:gd name="csY245" fmla="*/ 131127 h 141759"/>
              <a:gd name="csX246" fmla="*/ 74434 w 116967"/>
              <a:gd name="csY246" fmla="*/ 127583 h 141759"/>
              <a:gd name="csX247" fmla="*/ 74434 w 116967"/>
              <a:gd name="csY247" fmla="*/ 124039 h 141759"/>
              <a:gd name="csX248" fmla="*/ 70895 w 116967"/>
              <a:gd name="csY248" fmla="*/ 120495 h 141759"/>
              <a:gd name="csX249" fmla="*/ 67339 w 116967"/>
              <a:gd name="csY249" fmla="*/ 120495 h 141759"/>
              <a:gd name="csX250" fmla="*/ 88606 w 116967"/>
              <a:gd name="csY250" fmla="*/ 120495 h 141759"/>
              <a:gd name="csX251" fmla="*/ 85067 w 116967"/>
              <a:gd name="csY251" fmla="*/ 124039 h 141759"/>
              <a:gd name="csX252" fmla="*/ 85067 w 116967"/>
              <a:gd name="csY252" fmla="*/ 127583 h 141759"/>
              <a:gd name="csX253" fmla="*/ 88606 w 116967"/>
              <a:gd name="csY253" fmla="*/ 131127 h 141759"/>
              <a:gd name="csX254" fmla="*/ 92162 w 116967"/>
              <a:gd name="csY254" fmla="*/ 131127 h 141759"/>
              <a:gd name="csX255" fmla="*/ 95700 w 116967"/>
              <a:gd name="csY255" fmla="*/ 127583 h 141759"/>
              <a:gd name="csX256" fmla="*/ 95700 w 116967"/>
              <a:gd name="csY256" fmla="*/ 124039 h 141759"/>
              <a:gd name="csX257" fmla="*/ 92162 w 116967"/>
              <a:gd name="csY257" fmla="*/ 120495 h 141759"/>
              <a:gd name="csX258" fmla="*/ 88606 w 116967"/>
              <a:gd name="csY258" fmla="*/ 120495 h 141759"/>
              <a:gd name="csX259" fmla="*/ 109873 w 116967"/>
              <a:gd name="csY259" fmla="*/ 120495 h 141759"/>
              <a:gd name="csX260" fmla="*/ 106334 w 116967"/>
              <a:gd name="csY260" fmla="*/ 124039 h 141759"/>
              <a:gd name="csX261" fmla="*/ 106334 w 116967"/>
              <a:gd name="csY261" fmla="*/ 127583 h 141759"/>
              <a:gd name="csX262" fmla="*/ 109873 w 116967"/>
              <a:gd name="csY262" fmla="*/ 131127 h 141759"/>
              <a:gd name="csX263" fmla="*/ 113428 w 116967"/>
              <a:gd name="csY263" fmla="*/ 131127 h 141759"/>
              <a:gd name="csX264" fmla="*/ 116967 w 116967"/>
              <a:gd name="csY264" fmla="*/ 127583 h 141759"/>
              <a:gd name="csX265" fmla="*/ 116967 w 116967"/>
              <a:gd name="csY265" fmla="*/ 124039 h 141759"/>
              <a:gd name="csX266" fmla="*/ 113428 w 116967"/>
              <a:gd name="csY266" fmla="*/ 120495 h 141759"/>
              <a:gd name="csX267" fmla="*/ 109873 w 116967"/>
              <a:gd name="csY267" fmla="*/ 120495 h 141759"/>
              <a:gd name="csX268" fmla="*/ 14172 w 116967"/>
              <a:gd name="csY268" fmla="*/ 131127 h 141759"/>
              <a:gd name="csX269" fmla="*/ 10633 w 116967"/>
              <a:gd name="csY269" fmla="*/ 134671 h 141759"/>
              <a:gd name="csX270" fmla="*/ 10633 w 116967"/>
              <a:gd name="csY270" fmla="*/ 138215 h 141759"/>
              <a:gd name="csX271" fmla="*/ 14172 w 116967"/>
              <a:gd name="csY271" fmla="*/ 141759 h 141759"/>
              <a:gd name="csX272" fmla="*/ 17728 w 116967"/>
              <a:gd name="csY272" fmla="*/ 141759 h 141759"/>
              <a:gd name="csX273" fmla="*/ 21267 w 116967"/>
              <a:gd name="csY273" fmla="*/ 138215 h 141759"/>
              <a:gd name="csX274" fmla="*/ 21267 w 116967"/>
              <a:gd name="csY274" fmla="*/ 134671 h 141759"/>
              <a:gd name="csX275" fmla="*/ 17728 w 116967"/>
              <a:gd name="csY275" fmla="*/ 131127 h 141759"/>
              <a:gd name="csX276" fmla="*/ 14172 w 116967"/>
              <a:gd name="csY276" fmla="*/ 131127 h 141759"/>
              <a:gd name="csX277" fmla="*/ 35439 w 116967"/>
              <a:gd name="csY277" fmla="*/ 131127 h 141759"/>
              <a:gd name="csX278" fmla="*/ 31900 w 116967"/>
              <a:gd name="csY278" fmla="*/ 134671 h 141759"/>
              <a:gd name="csX279" fmla="*/ 31900 w 116967"/>
              <a:gd name="csY279" fmla="*/ 138215 h 141759"/>
              <a:gd name="csX280" fmla="*/ 35439 w 116967"/>
              <a:gd name="csY280" fmla="*/ 141759 h 141759"/>
              <a:gd name="csX281" fmla="*/ 38995 w 116967"/>
              <a:gd name="csY281" fmla="*/ 141759 h 141759"/>
              <a:gd name="csX282" fmla="*/ 42534 w 116967"/>
              <a:gd name="csY282" fmla="*/ 138215 h 141759"/>
              <a:gd name="csX283" fmla="*/ 42534 w 116967"/>
              <a:gd name="csY283" fmla="*/ 134671 h 141759"/>
              <a:gd name="csX284" fmla="*/ 38995 w 116967"/>
              <a:gd name="csY284" fmla="*/ 131127 h 141759"/>
              <a:gd name="csX285" fmla="*/ 35439 w 116967"/>
              <a:gd name="csY285" fmla="*/ 131127 h 141759"/>
              <a:gd name="csX286" fmla="*/ 56706 w 116967"/>
              <a:gd name="csY286" fmla="*/ 131127 h 141759"/>
              <a:gd name="csX287" fmla="*/ 53167 w 116967"/>
              <a:gd name="csY287" fmla="*/ 134671 h 141759"/>
              <a:gd name="csX288" fmla="*/ 53167 w 116967"/>
              <a:gd name="csY288" fmla="*/ 138215 h 141759"/>
              <a:gd name="csX289" fmla="*/ 56706 w 116967"/>
              <a:gd name="csY289" fmla="*/ 141759 h 141759"/>
              <a:gd name="csX290" fmla="*/ 60261 w 116967"/>
              <a:gd name="csY290" fmla="*/ 141759 h 141759"/>
              <a:gd name="csX291" fmla="*/ 63800 w 116967"/>
              <a:gd name="csY291" fmla="*/ 138215 h 141759"/>
              <a:gd name="csX292" fmla="*/ 63800 w 116967"/>
              <a:gd name="csY292" fmla="*/ 134671 h 141759"/>
              <a:gd name="csX293" fmla="*/ 60261 w 116967"/>
              <a:gd name="csY293" fmla="*/ 131127 h 141759"/>
              <a:gd name="csX294" fmla="*/ 56706 w 116967"/>
              <a:gd name="csY294" fmla="*/ 131127 h 141759"/>
              <a:gd name="csX295" fmla="*/ 77973 w 116967"/>
              <a:gd name="csY295" fmla="*/ 131127 h 141759"/>
              <a:gd name="csX296" fmla="*/ 74434 w 116967"/>
              <a:gd name="csY296" fmla="*/ 134671 h 141759"/>
              <a:gd name="csX297" fmla="*/ 74434 w 116967"/>
              <a:gd name="csY297" fmla="*/ 138215 h 141759"/>
              <a:gd name="csX298" fmla="*/ 77973 w 116967"/>
              <a:gd name="csY298" fmla="*/ 141759 h 141759"/>
              <a:gd name="csX299" fmla="*/ 81528 w 116967"/>
              <a:gd name="csY299" fmla="*/ 141759 h 141759"/>
              <a:gd name="csX300" fmla="*/ 85067 w 116967"/>
              <a:gd name="csY300" fmla="*/ 138215 h 141759"/>
              <a:gd name="csX301" fmla="*/ 85067 w 116967"/>
              <a:gd name="csY301" fmla="*/ 134671 h 141759"/>
              <a:gd name="csX302" fmla="*/ 81528 w 116967"/>
              <a:gd name="csY302" fmla="*/ 131127 h 141759"/>
              <a:gd name="csX303" fmla="*/ 77973 w 116967"/>
              <a:gd name="csY303" fmla="*/ 131127 h 141759"/>
              <a:gd name="csX304" fmla="*/ 99239 w 116967"/>
              <a:gd name="csY304" fmla="*/ 131127 h 141759"/>
              <a:gd name="csX305" fmla="*/ 95700 w 116967"/>
              <a:gd name="csY305" fmla="*/ 134671 h 141759"/>
              <a:gd name="csX306" fmla="*/ 95700 w 116967"/>
              <a:gd name="csY306" fmla="*/ 138215 h 141759"/>
              <a:gd name="csX307" fmla="*/ 99239 w 116967"/>
              <a:gd name="csY307" fmla="*/ 141759 h 141759"/>
              <a:gd name="csX308" fmla="*/ 102795 w 116967"/>
              <a:gd name="csY308" fmla="*/ 141759 h 141759"/>
              <a:gd name="csX309" fmla="*/ 106334 w 116967"/>
              <a:gd name="csY309" fmla="*/ 138215 h 141759"/>
              <a:gd name="csX310" fmla="*/ 106334 w 116967"/>
              <a:gd name="csY310" fmla="*/ 134671 h 141759"/>
              <a:gd name="csX311" fmla="*/ 102795 w 116967"/>
              <a:gd name="csY311" fmla="*/ 131127 h 141759"/>
              <a:gd name="csX312" fmla="*/ 99239 w 116967"/>
              <a:gd name="csY312" fmla="*/ 131127 h 141759"/>
            </a:gdLst>
            <a:ahLst/>
            <a:cxnLst/>
            <a:rect l="l" t="t" r="r" b="b"/>
            <a:pathLst>
              <a:path w="100000" h="100000">
                <a:moveTo>
                  <a:pt x="19990" y="0"/>
                </a:moveTo>
                <a:cubicBezTo>
                  <a:pt x="13785" y="0"/>
                  <a:pt x="8744" y="5037"/>
                  <a:pt x="8744" y="11250"/>
                </a:cubicBezTo>
                <a:lnTo>
                  <a:pt x="8744" y="47500"/>
                </a:lnTo>
                <a:cubicBezTo>
                  <a:pt x="8744" y="48880"/>
                  <a:pt x="9860" y="50000"/>
                  <a:pt x="11241" y="50000"/>
                </a:cubicBezTo>
                <a:lnTo>
                  <a:pt x="88759" y="50000"/>
                </a:lnTo>
                <a:cubicBezTo>
                  <a:pt x="90140" y="50000"/>
                  <a:pt x="91256" y="48880"/>
                  <a:pt x="91256" y="47500"/>
                </a:cubicBezTo>
                <a:lnTo>
                  <a:pt x="91256" y="40000"/>
                </a:lnTo>
                <a:lnTo>
                  <a:pt x="62500" y="40000"/>
                </a:lnTo>
                <a:cubicBezTo>
                  <a:pt x="56283" y="40000"/>
                  <a:pt x="51254" y="34963"/>
                  <a:pt x="51254" y="28750"/>
                </a:cubicBezTo>
                <a:lnTo>
                  <a:pt x="51254" y="0"/>
                </a:lnTo>
                <a:lnTo>
                  <a:pt x="19990" y="0"/>
                </a:lnTo>
                <a:close/>
                <a:moveTo>
                  <a:pt x="58755" y="2197"/>
                </a:moveTo>
                <a:lnTo>
                  <a:pt x="58755" y="28750"/>
                </a:lnTo>
                <a:cubicBezTo>
                  <a:pt x="58755" y="30818"/>
                  <a:pt x="60436" y="32500"/>
                  <a:pt x="62500" y="32500"/>
                </a:cubicBezTo>
                <a:lnTo>
                  <a:pt x="89060" y="32500"/>
                </a:lnTo>
                <a:lnTo>
                  <a:pt x="58755" y="2197"/>
                </a:lnTo>
                <a:close/>
                <a:moveTo>
                  <a:pt x="11241" y="55000"/>
                </a:moveTo>
                <a:cubicBezTo>
                  <a:pt x="9860" y="55000"/>
                  <a:pt x="8744" y="56120"/>
                  <a:pt x="8744" y="57500"/>
                </a:cubicBezTo>
                <a:lnTo>
                  <a:pt x="8744" y="60000"/>
                </a:lnTo>
                <a:cubicBezTo>
                  <a:pt x="8744" y="61380"/>
                  <a:pt x="9860" y="62500"/>
                  <a:pt x="11241" y="62500"/>
                </a:cubicBezTo>
                <a:lnTo>
                  <a:pt x="13749" y="62500"/>
                </a:lnTo>
                <a:cubicBezTo>
                  <a:pt x="15129" y="62500"/>
                  <a:pt x="16245" y="61380"/>
                  <a:pt x="16245" y="60000"/>
                </a:cubicBezTo>
                <a:lnTo>
                  <a:pt x="16245" y="57500"/>
                </a:lnTo>
                <a:cubicBezTo>
                  <a:pt x="16245" y="56120"/>
                  <a:pt x="15129" y="55000"/>
                  <a:pt x="13749" y="55000"/>
                </a:cubicBezTo>
                <a:lnTo>
                  <a:pt x="11241" y="55000"/>
                </a:lnTo>
                <a:close/>
                <a:moveTo>
                  <a:pt x="26243" y="55000"/>
                </a:moveTo>
                <a:cubicBezTo>
                  <a:pt x="24863" y="55000"/>
                  <a:pt x="23747" y="56120"/>
                  <a:pt x="23747" y="57500"/>
                </a:cubicBezTo>
                <a:lnTo>
                  <a:pt x="23747" y="60000"/>
                </a:lnTo>
                <a:cubicBezTo>
                  <a:pt x="23747" y="61380"/>
                  <a:pt x="24863" y="62500"/>
                  <a:pt x="26243" y="62500"/>
                </a:cubicBezTo>
                <a:lnTo>
                  <a:pt x="28751" y="62500"/>
                </a:lnTo>
                <a:cubicBezTo>
                  <a:pt x="30131" y="62500"/>
                  <a:pt x="31247" y="61380"/>
                  <a:pt x="31247" y="60000"/>
                </a:cubicBezTo>
                <a:lnTo>
                  <a:pt x="31247" y="57500"/>
                </a:lnTo>
                <a:cubicBezTo>
                  <a:pt x="31247" y="56120"/>
                  <a:pt x="30131" y="55000"/>
                  <a:pt x="28751" y="55000"/>
                </a:cubicBezTo>
                <a:lnTo>
                  <a:pt x="26243" y="55000"/>
                </a:lnTo>
                <a:close/>
                <a:moveTo>
                  <a:pt x="41245" y="55000"/>
                </a:moveTo>
                <a:cubicBezTo>
                  <a:pt x="39865" y="55000"/>
                  <a:pt x="38749" y="56120"/>
                  <a:pt x="38749" y="57500"/>
                </a:cubicBezTo>
                <a:lnTo>
                  <a:pt x="38749" y="60000"/>
                </a:lnTo>
                <a:cubicBezTo>
                  <a:pt x="38749" y="61380"/>
                  <a:pt x="39865" y="62500"/>
                  <a:pt x="41245" y="62500"/>
                </a:cubicBezTo>
                <a:lnTo>
                  <a:pt x="43753" y="62500"/>
                </a:lnTo>
                <a:cubicBezTo>
                  <a:pt x="45134" y="62500"/>
                  <a:pt x="46250" y="61380"/>
                  <a:pt x="46250" y="60000"/>
                </a:cubicBezTo>
                <a:lnTo>
                  <a:pt x="46250" y="57500"/>
                </a:lnTo>
                <a:cubicBezTo>
                  <a:pt x="46250" y="56120"/>
                  <a:pt x="45134" y="55000"/>
                  <a:pt x="43753" y="55000"/>
                </a:cubicBezTo>
                <a:lnTo>
                  <a:pt x="41245" y="55000"/>
                </a:lnTo>
                <a:close/>
                <a:moveTo>
                  <a:pt x="56247" y="55000"/>
                </a:moveTo>
                <a:cubicBezTo>
                  <a:pt x="54866" y="55000"/>
                  <a:pt x="53750" y="56120"/>
                  <a:pt x="53750" y="57500"/>
                </a:cubicBezTo>
                <a:lnTo>
                  <a:pt x="53750" y="60000"/>
                </a:lnTo>
                <a:cubicBezTo>
                  <a:pt x="53750" y="61380"/>
                  <a:pt x="54866" y="62500"/>
                  <a:pt x="56247" y="62500"/>
                </a:cubicBezTo>
                <a:lnTo>
                  <a:pt x="58755" y="62500"/>
                </a:lnTo>
                <a:cubicBezTo>
                  <a:pt x="60136" y="62500"/>
                  <a:pt x="61252" y="61380"/>
                  <a:pt x="61252" y="60000"/>
                </a:cubicBezTo>
                <a:lnTo>
                  <a:pt x="61252" y="57500"/>
                </a:lnTo>
                <a:cubicBezTo>
                  <a:pt x="61252" y="56120"/>
                  <a:pt x="60136" y="55000"/>
                  <a:pt x="58755" y="55000"/>
                </a:cubicBezTo>
                <a:lnTo>
                  <a:pt x="56247" y="55000"/>
                </a:lnTo>
                <a:close/>
                <a:moveTo>
                  <a:pt x="71249" y="55000"/>
                </a:moveTo>
                <a:cubicBezTo>
                  <a:pt x="69869" y="55000"/>
                  <a:pt x="68753" y="56120"/>
                  <a:pt x="68753" y="57500"/>
                </a:cubicBezTo>
                <a:lnTo>
                  <a:pt x="68753" y="60000"/>
                </a:lnTo>
                <a:cubicBezTo>
                  <a:pt x="68753" y="61380"/>
                  <a:pt x="69869" y="62500"/>
                  <a:pt x="71249" y="62500"/>
                </a:cubicBezTo>
                <a:lnTo>
                  <a:pt x="73758" y="62500"/>
                </a:lnTo>
                <a:cubicBezTo>
                  <a:pt x="75137" y="62500"/>
                  <a:pt x="76253" y="61380"/>
                  <a:pt x="76253" y="60000"/>
                </a:cubicBezTo>
                <a:lnTo>
                  <a:pt x="76253" y="57500"/>
                </a:lnTo>
                <a:cubicBezTo>
                  <a:pt x="76253" y="56120"/>
                  <a:pt x="75137" y="55000"/>
                  <a:pt x="73758" y="55000"/>
                </a:cubicBezTo>
                <a:lnTo>
                  <a:pt x="71249" y="55000"/>
                </a:lnTo>
                <a:close/>
                <a:moveTo>
                  <a:pt x="86251" y="55000"/>
                </a:moveTo>
                <a:cubicBezTo>
                  <a:pt x="84871" y="55000"/>
                  <a:pt x="83755" y="56120"/>
                  <a:pt x="83755" y="57500"/>
                </a:cubicBezTo>
                <a:lnTo>
                  <a:pt x="83755" y="60000"/>
                </a:lnTo>
                <a:cubicBezTo>
                  <a:pt x="83755" y="61380"/>
                  <a:pt x="84871" y="62500"/>
                  <a:pt x="86251" y="62500"/>
                </a:cubicBezTo>
                <a:lnTo>
                  <a:pt x="88759" y="62500"/>
                </a:lnTo>
                <a:cubicBezTo>
                  <a:pt x="90140" y="62500"/>
                  <a:pt x="91256" y="61380"/>
                  <a:pt x="91256" y="60000"/>
                </a:cubicBezTo>
                <a:lnTo>
                  <a:pt x="91256" y="57500"/>
                </a:lnTo>
                <a:cubicBezTo>
                  <a:pt x="91256" y="56120"/>
                  <a:pt x="90140" y="55000"/>
                  <a:pt x="88759" y="55000"/>
                </a:cubicBezTo>
                <a:lnTo>
                  <a:pt x="86251" y="55000"/>
                </a:lnTo>
                <a:close/>
                <a:moveTo>
                  <a:pt x="18742" y="62500"/>
                </a:moveTo>
                <a:cubicBezTo>
                  <a:pt x="17362" y="62500"/>
                  <a:pt x="16245" y="63620"/>
                  <a:pt x="16245" y="65000"/>
                </a:cubicBezTo>
                <a:lnTo>
                  <a:pt x="16245" y="67500"/>
                </a:lnTo>
                <a:cubicBezTo>
                  <a:pt x="16245" y="68880"/>
                  <a:pt x="17362" y="70000"/>
                  <a:pt x="18742" y="70000"/>
                </a:cubicBezTo>
                <a:lnTo>
                  <a:pt x="21250" y="70000"/>
                </a:lnTo>
                <a:cubicBezTo>
                  <a:pt x="22631" y="70000"/>
                  <a:pt x="23747" y="68880"/>
                  <a:pt x="23747" y="67500"/>
                </a:cubicBezTo>
                <a:lnTo>
                  <a:pt x="23747" y="65000"/>
                </a:lnTo>
                <a:cubicBezTo>
                  <a:pt x="23747" y="63620"/>
                  <a:pt x="22631" y="62500"/>
                  <a:pt x="21250" y="62500"/>
                </a:cubicBezTo>
                <a:lnTo>
                  <a:pt x="18742" y="62500"/>
                </a:lnTo>
                <a:close/>
                <a:moveTo>
                  <a:pt x="33744" y="62500"/>
                </a:moveTo>
                <a:cubicBezTo>
                  <a:pt x="32363" y="62500"/>
                  <a:pt x="31247" y="63620"/>
                  <a:pt x="31247" y="65000"/>
                </a:cubicBezTo>
                <a:lnTo>
                  <a:pt x="31247" y="67500"/>
                </a:lnTo>
                <a:cubicBezTo>
                  <a:pt x="31247" y="68880"/>
                  <a:pt x="32363" y="70000"/>
                  <a:pt x="33744" y="70000"/>
                </a:cubicBezTo>
                <a:lnTo>
                  <a:pt x="36252" y="70000"/>
                </a:lnTo>
                <a:cubicBezTo>
                  <a:pt x="37632" y="70000"/>
                  <a:pt x="38749" y="68880"/>
                  <a:pt x="38749" y="67500"/>
                </a:cubicBezTo>
                <a:lnTo>
                  <a:pt x="38749" y="65000"/>
                </a:lnTo>
                <a:cubicBezTo>
                  <a:pt x="38749" y="63620"/>
                  <a:pt x="37632" y="62500"/>
                  <a:pt x="36252" y="62500"/>
                </a:cubicBezTo>
                <a:lnTo>
                  <a:pt x="33744" y="62500"/>
                </a:lnTo>
                <a:close/>
                <a:moveTo>
                  <a:pt x="48746" y="62500"/>
                </a:moveTo>
                <a:cubicBezTo>
                  <a:pt x="47366" y="62500"/>
                  <a:pt x="46250" y="63620"/>
                  <a:pt x="46250" y="65000"/>
                </a:cubicBezTo>
                <a:lnTo>
                  <a:pt x="46250" y="67500"/>
                </a:lnTo>
                <a:cubicBezTo>
                  <a:pt x="46250" y="68880"/>
                  <a:pt x="47366" y="70000"/>
                  <a:pt x="48746" y="70000"/>
                </a:cubicBezTo>
                <a:lnTo>
                  <a:pt x="51254" y="70000"/>
                </a:lnTo>
                <a:cubicBezTo>
                  <a:pt x="52634" y="70000"/>
                  <a:pt x="53750" y="68880"/>
                  <a:pt x="53750" y="67500"/>
                </a:cubicBezTo>
                <a:lnTo>
                  <a:pt x="53750" y="65000"/>
                </a:lnTo>
                <a:cubicBezTo>
                  <a:pt x="53750" y="63620"/>
                  <a:pt x="52634" y="62500"/>
                  <a:pt x="51254" y="62500"/>
                </a:cubicBezTo>
                <a:lnTo>
                  <a:pt x="48746" y="62500"/>
                </a:lnTo>
                <a:close/>
                <a:moveTo>
                  <a:pt x="63748" y="62500"/>
                </a:moveTo>
                <a:cubicBezTo>
                  <a:pt x="62368" y="62500"/>
                  <a:pt x="61252" y="63620"/>
                  <a:pt x="61252" y="65000"/>
                </a:cubicBezTo>
                <a:lnTo>
                  <a:pt x="61252" y="67500"/>
                </a:lnTo>
                <a:cubicBezTo>
                  <a:pt x="61252" y="68880"/>
                  <a:pt x="62368" y="70000"/>
                  <a:pt x="63748" y="70000"/>
                </a:cubicBezTo>
                <a:lnTo>
                  <a:pt x="66256" y="70000"/>
                </a:lnTo>
                <a:cubicBezTo>
                  <a:pt x="67637" y="70000"/>
                  <a:pt x="68753" y="68880"/>
                  <a:pt x="68753" y="67500"/>
                </a:cubicBezTo>
                <a:lnTo>
                  <a:pt x="68753" y="65000"/>
                </a:lnTo>
                <a:cubicBezTo>
                  <a:pt x="68753" y="63620"/>
                  <a:pt x="67637" y="62500"/>
                  <a:pt x="66256" y="62500"/>
                </a:cubicBezTo>
                <a:lnTo>
                  <a:pt x="63748" y="62500"/>
                </a:lnTo>
                <a:close/>
                <a:moveTo>
                  <a:pt x="78750" y="62500"/>
                </a:moveTo>
                <a:cubicBezTo>
                  <a:pt x="77370" y="62500"/>
                  <a:pt x="76253" y="63620"/>
                  <a:pt x="76253" y="65000"/>
                </a:cubicBezTo>
                <a:lnTo>
                  <a:pt x="76253" y="67500"/>
                </a:lnTo>
                <a:cubicBezTo>
                  <a:pt x="76253" y="68880"/>
                  <a:pt x="77370" y="70000"/>
                  <a:pt x="78750" y="70000"/>
                </a:cubicBezTo>
                <a:lnTo>
                  <a:pt x="81258" y="70000"/>
                </a:lnTo>
                <a:cubicBezTo>
                  <a:pt x="82639" y="70000"/>
                  <a:pt x="83755" y="68880"/>
                  <a:pt x="83755" y="67500"/>
                </a:cubicBezTo>
                <a:lnTo>
                  <a:pt x="83755" y="65000"/>
                </a:lnTo>
                <a:cubicBezTo>
                  <a:pt x="83755" y="63620"/>
                  <a:pt x="82639" y="62500"/>
                  <a:pt x="81258" y="62500"/>
                </a:cubicBezTo>
                <a:lnTo>
                  <a:pt x="78750" y="62500"/>
                </a:lnTo>
                <a:close/>
                <a:moveTo>
                  <a:pt x="11241" y="70000"/>
                </a:moveTo>
                <a:cubicBezTo>
                  <a:pt x="9860" y="70000"/>
                  <a:pt x="8744" y="71120"/>
                  <a:pt x="8744" y="72500"/>
                </a:cubicBezTo>
                <a:lnTo>
                  <a:pt x="8744" y="75000"/>
                </a:lnTo>
                <a:cubicBezTo>
                  <a:pt x="8744" y="76380"/>
                  <a:pt x="9860" y="77500"/>
                  <a:pt x="11241" y="77500"/>
                </a:cubicBezTo>
                <a:lnTo>
                  <a:pt x="13749" y="77500"/>
                </a:lnTo>
                <a:cubicBezTo>
                  <a:pt x="15129" y="77500"/>
                  <a:pt x="16245" y="76380"/>
                  <a:pt x="16245" y="75000"/>
                </a:cubicBezTo>
                <a:lnTo>
                  <a:pt x="16245" y="72500"/>
                </a:lnTo>
                <a:cubicBezTo>
                  <a:pt x="16245" y="71120"/>
                  <a:pt x="15129" y="70000"/>
                  <a:pt x="13749" y="70000"/>
                </a:cubicBezTo>
                <a:lnTo>
                  <a:pt x="11241" y="70000"/>
                </a:lnTo>
                <a:close/>
                <a:moveTo>
                  <a:pt x="26243" y="70000"/>
                </a:moveTo>
                <a:cubicBezTo>
                  <a:pt x="24863" y="70000"/>
                  <a:pt x="23747" y="71120"/>
                  <a:pt x="23747" y="72500"/>
                </a:cubicBezTo>
                <a:lnTo>
                  <a:pt x="23747" y="75000"/>
                </a:lnTo>
                <a:cubicBezTo>
                  <a:pt x="23747" y="76380"/>
                  <a:pt x="24863" y="77500"/>
                  <a:pt x="26243" y="77500"/>
                </a:cubicBezTo>
                <a:lnTo>
                  <a:pt x="28751" y="77500"/>
                </a:lnTo>
                <a:cubicBezTo>
                  <a:pt x="30131" y="77500"/>
                  <a:pt x="31247" y="76380"/>
                  <a:pt x="31247" y="75000"/>
                </a:cubicBezTo>
                <a:lnTo>
                  <a:pt x="31247" y="72500"/>
                </a:lnTo>
                <a:cubicBezTo>
                  <a:pt x="31247" y="71120"/>
                  <a:pt x="30131" y="70000"/>
                  <a:pt x="28751" y="70000"/>
                </a:cubicBezTo>
                <a:lnTo>
                  <a:pt x="26243" y="70000"/>
                </a:lnTo>
                <a:close/>
                <a:moveTo>
                  <a:pt x="41245" y="70000"/>
                </a:moveTo>
                <a:cubicBezTo>
                  <a:pt x="39865" y="70000"/>
                  <a:pt x="38749" y="71120"/>
                  <a:pt x="38749" y="72500"/>
                </a:cubicBezTo>
                <a:lnTo>
                  <a:pt x="38749" y="75000"/>
                </a:lnTo>
                <a:cubicBezTo>
                  <a:pt x="38749" y="76380"/>
                  <a:pt x="39865" y="77500"/>
                  <a:pt x="41245" y="77500"/>
                </a:cubicBezTo>
                <a:lnTo>
                  <a:pt x="43753" y="77500"/>
                </a:lnTo>
                <a:cubicBezTo>
                  <a:pt x="45134" y="77500"/>
                  <a:pt x="46250" y="76380"/>
                  <a:pt x="46250" y="75000"/>
                </a:cubicBezTo>
                <a:lnTo>
                  <a:pt x="46250" y="72500"/>
                </a:lnTo>
                <a:cubicBezTo>
                  <a:pt x="46250" y="71120"/>
                  <a:pt x="45134" y="70000"/>
                  <a:pt x="43753" y="70000"/>
                </a:cubicBezTo>
                <a:lnTo>
                  <a:pt x="41245" y="70000"/>
                </a:lnTo>
                <a:close/>
                <a:moveTo>
                  <a:pt x="56247" y="70000"/>
                </a:moveTo>
                <a:cubicBezTo>
                  <a:pt x="54866" y="70000"/>
                  <a:pt x="53750" y="71120"/>
                  <a:pt x="53750" y="72500"/>
                </a:cubicBezTo>
                <a:lnTo>
                  <a:pt x="53750" y="75000"/>
                </a:lnTo>
                <a:cubicBezTo>
                  <a:pt x="53750" y="76380"/>
                  <a:pt x="54866" y="77500"/>
                  <a:pt x="56247" y="77500"/>
                </a:cubicBezTo>
                <a:lnTo>
                  <a:pt x="58755" y="77500"/>
                </a:lnTo>
                <a:cubicBezTo>
                  <a:pt x="60136" y="77500"/>
                  <a:pt x="61252" y="76380"/>
                  <a:pt x="61252" y="75000"/>
                </a:cubicBezTo>
                <a:lnTo>
                  <a:pt x="61252" y="72500"/>
                </a:lnTo>
                <a:cubicBezTo>
                  <a:pt x="61252" y="71120"/>
                  <a:pt x="60136" y="70000"/>
                  <a:pt x="58755" y="70000"/>
                </a:cubicBezTo>
                <a:lnTo>
                  <a:pt x="56247" y="70000"/>
                </a:lnTo>
                <a:close/>
                <a:moveTo>
                  <a:pt x="71249" y="70000"/>
                </a:moveTo>
                <a:cubicBezTo>
                  <a:pt x="69869" y="70000"/>
                  <a:pt x="68753" y="71120"/>
                  <a:pt x="68753" y="72500"/>
                </a:cubicBezTo>
                <a:lnTo>
                  <a:pt x="68753" y="75000"/>
                </a:lnTo>
                <a:cubicBezTo>
                  <a:pt x="68753" y="76380"/>
                  <a:pt x="69869" y="77500"/>
                  <a:pt x="71249" y="77500"/>
                </a:cubicBezTo>
                <a:lnTo>
                  <a:pt x="73758" y="77500"/>
                </a:lnTo>
                <a:cubicBezTo>
                  <a:pt x="75137" y="77500"/>
                  <a:pt x="76253" y="76380"/>
                  <a:pt x="76253" y="75000"/>
                </a:cubicBezTo>
                <a:lnTo>
                  <a:pt x="76253" y="72500"/>
                </a:lnTo>
                <a:cubicBezTo>
                  <a:pt x="76253" y="71120"/>
                  <a:pt x="75137" y="70000"/>
                  <a:pt x="73758" y="70000"/>
                </a:cubicBezTo>
                <a:lnTo>
                  <a:pt x="71249" y="70000"/>
                </a:lnTo>
                <a:close/>
                <a:moveTo>
                  <a:pt x="86251" y="70000"/>
                </a:moveTo>
                <a:cubicBezTo>
                  <a:pt x="84871" y="70000"/>
                  <a:pt x="83755" y="71120"/>
                  <a:pt x="83755" y="72500"/>
                </a:cubicBezTo>
                <a:lnTo>
                  <a:pt x="83755" y="75000"/>
                </a:lnTo>
                <a:cubicBezTo>
                  <a:pt x="83755" y="76380"/>
                  <a:pt x="84871" y="77500"/>
                  <a:pt x="86251" y="77500"/>
                </a:cubicBezTo>
                <a:lnTo>
                  <a:pt x="88759" y="77500"/>
                </a:lnTo>
                <a:cubicBezTo>
                  <a:pt x="90140" y="77500"/>
                  <a:pt x="91256" y="76380"/>
                  <a:pt x="91256" y="75000"/>
                </a:cubicBezTo>
                <a:lnTo>
                  <a:pt x="91256" y="72500"/>
                </a:lnTo>
                <a:cubicBezTo>
                  <a:pt x="91256" y="71120"/>
                  <a:pt x="90140" y="70000"/>
                  <a:pt x="88759" y="70000"/>
                </a:cubicBezTo>
                <a:lnTo>
                  <a:pt x="86251" y="70000"/>
                </a:lnTo>
                <a:close/>
                <a:moveTo>
                  <a:pt x="18742" y="77500"/>
                </a:moveTo>
                <a:cubicBezTo>
                  <a:pt x="17362" y="77500"/>
                  <a:pt x="16245" y="78620"/>
                  <a:pt x="16245" y="80000"/>
                </a:cubicBezTo>
                <a:lnTo>
                  <a:pt x="16245" y="82500"/>
                </a:lnTo>
                <a:cubicBezTo>
                  <a:pt x="16245" y="83880"/>
                  <a:pt x="17362" y="85000"/>
                  <a:pt x="18742" y="85000"/>
                </a:cubicBezTo>
                <a:lnTo>
                  <a:pt x="21250" y="85000"/>
                </a:lnTo>
                <a:cubicBezTo>
                  <a:pt x="22631" y="85000"/>
                  <a:pt x="23747" y="83880"/>
                  <a:pt x="23747" y="82500"/>
                </a:cubicBezTo>
                <a:lnTo>
                  <a:pt x="23747" y="80000"/>
                </a:lnTo>
                <a:cubicBezTo>
                  <a:pt x="23747" y="78620"/>
                  <a:pt x="22631" y="77500"/>
                  <a:pt x="21250" y="77500"/>
                </a:cubicBezTo>
                <a:lnTo>
                  <a:pt x="18742" y="77500"/>
                </a:lnTo>
                <a:close/>
                <a:moveTo>
                  <a:pt x="33744" y="77500"/>
                </a:moveTo>
                <a:cubicBezTo>
                  <a:pt x="32363" y="77500"/>
                  <a:pt x="31247" y="78620"/>
                  <a:pt x="31247" y="80000"/>
                </a:cubicBezTo>
                <a:lnTo>
                  <a:pt x="31247" y="82500"/>
                </a:lnTo>
                <a:cubicBezTo>
                  <a:pt x="31247" y="83880"/>
                  <a:pt x="32363" y="85000"/>
                  <a:pt x="33744" y="85000"/>
                </a:cubicBezTo>
                <a:lnTo>
                  <a:pt x="36252" y="85000"/>
                </a:lnTo>
                <a:cubicBezTo>
                  <a:pt x="37632" y="85000"/>
                  <a:pt x="38749" y="83880"/>
                  <a:pt x="38749" y="82500"/>
                </a:cubicBezTo>
                <a:lnTo>
                  <a:pt x="38749" y="80000"/>
                </a:lnTo>
                <a:cubicBezTo>
                  <a:pt x="38749" y="78620"/>
                  <a:pt x="37632" y="77500"/>
                  <a:pt x="36252" y="77500"/>
                </a:cubicBezTo>
                <a:lnTo>
                  <a:pt x="33744" y="77500"/>
                </a:lnTo>
                <a:close/>
                <a:moveTo>
                  <a:pt x="48746" y="77500"/>
                </a:moveTo>
                <a:cubicBezTo>
                  <a:pt x="47366" y="77500"/>
                  <a:pt x="46250" y="78620"/>
                  <a:pt x="46250" y="80000"/>
                </a:cubicBezTo>
                <a:lnTo>
                  <a:pt x="46250" y="82500"/>
                </a:lnTo>
                <a:cubicBezTo>
                  <a:pt x="46250" y="83880"/>
                  <a:pt x="47366" y="85000"/>
                  <a:pt x="48746" y="85000"/>
                </a:cubicBezTo>
                <a:lnTo>
                  <a:pt x="51254" y="85000"/>
                </a:lnTo>
                <a:cubicBezTo>
                  <a:pt x="52634" y="85000"/>
                  <a:pt x="53750" y="83880"/>
                  <a:pt x="53750" y="82500"/>
                </a:cubicBezTo>
                <a:lnTo>
                  <a:pt x="53750" y="80000"/>
                </a:lnTo>
                <a:cubicBezTo>
                  <a:pt x="53750" y="78620"/>
                  <a:pt x="52634" y="77500"/>
                  <a:pt x="51254" y="77500"/>
                </a:cubicBezTo>
                <a:lnTo>
                  <a:pt x="48746" y="77500"/>
                </a:lnTo>
                <a:close/>
                <a:moveTo>
                  <a:pt x="63748" y="77500"/>
                </a:moveTo>
                <a:cubicBezTo>
                  <a:pt x="62368" y="77500"/>
                  <a:pt x="61252" y="78620"/>
                  <a:pt x="61252" y="80000"/>
                </a:cubicBezTo>
                <a:lnTo>
                  <a:pt x="61252" y="82500"/>
                </a:lnTo>
                <a:cubicBezTo>
                  <a:pt x="61252" y="83880"/>
                  <a:pt x="62368" y="85000"/>
                  <a:pt x="63748" y="85000"/>
                </a:cubicBezTo>
                <a:lnTo>
                  <a:pt x="66256" y="85000"/>
                </a:lnTo>
                <a:cubicBezTo>
                  <a:pt x="67637" y="85000"/>
                  <a:pt x="68753" y="83880"/>
                  <a:pt x="68753" y="82500"/>
                </a:cubicBezTo>
                <a:lnTo>
                  <a:pt x="68753" y="80000"/>
                </a:lnTo>
                <a:cubicBezTo>
                  <a:pt x="68753" y="78620"/>
                  <a:pt x="67637" y="77500"/>
                  <a:pt x="66256" y="77500"/>
                </a:cubicBezTo>
                <a:lnTo>
                  <a:pt x="63748" y="77500"/>
                </a:lnTo>
                <a:close/>
                <a:moveTo>
                  <a:pt x="78750" y="77500"/>
                </a:moveTo>
                <a:cubicBezTo>
                  <a:pt x="77370" y="77500"/>
                  <a:pt x="76253" y="78620"/>
                  <a:pt x="76253" y="80000"/>
                </a:cubicBezTo>
                <a:lnTo>
                  <a:pt x="76253" y="82500"/>
                </a:lnTo>
                <a:cubicBezTo>
                  <a:pt x="76253" y="83880"/>
                  <a:pt x="77370" y="85000"/>
                  <a:pt x="78750" y="85000"/>
                </a:cubicBezTo>
                <a:lnTo>
                  <a:pt x="81258" y="85000"/>
                </a:lnTo>
                <a:cubicBezTo>
                  <a:pt x="82639" y="85000"/>
                  <a:pt x="83755" y="83880"/>
                  <a:pt x="83755" y="82500"/>
                </a:cubicBezTo>
                <a:lnTo>
                  <a:pt x="83755" y="80000"/>
                </a:lnTo>
                <a:cubicBezTo>
                  <a:pt x="83755" y="78620"/>
                  <a:pt x="82639" y="77500"/>
                  <a:pt x="81258" y="77500"/>
                </a:cubicBezTo>
                <a:lnTo>
                  <a:pt x="78750" y="77500"/>
                </a:lnTo>
                <a:close/>
                <a:moveTo>
                  <a:pt x="11241" y="85000"/>
                </a:moveTo>
                <a:cubicBezTo>
                  <a:pt x="9860" y="85000"/>
                  <a:pt x="8744" y="86120"/>
                  <a:pt x="8744" y="87500"/>
                </a:cubicBezTo>
                <a:lnTo>
                  <a:pt x="8744" y="90000"/>
                </a:lnTo>
                <a:cubicBezTo>
                  <a:pt x="8744" y="91380"/>
                  <a:pt x="9860" y="92500"/>
                  <a:pt x="11241" y="92500"/>
                </a:cubicBezTo>
                <a:lnTo>
                  <a:pt x="13749" y="92500"/>
                </a:lnTo>
                <a:cubicBezTo>
                  <a:pt x="15129" y="92500"/>
                  <a:pt x="16245" y="91380"/>
                  <a:pt x="16245" y="90000"/>
                </a:cubicBezTo>
                <a:lnTo>
                  <a:pt x="16245" y="87500"/>
                </a:lnTo>
                <a:cubicBezTo>
                  <a:pt x="16245" y="86120"/>
                  <a:pt x="15129" y="85000"/>
                  <a:pt x="13749" y="85000"/>
                </a:cubicBezTo>
                <a:lnTo>
                  <a:pt x="11241" y="85000"/>
                </a:lnTo>
                <a:close/>
                <a:moveTo>
                  <a:pt x="26243" y="85000"/>
                </a:moveTo>
                <a:cubicBezTo>
                  <a:pt x="24863" y="85000"/>
                  <a:pt x="23747" y="86120"/>
                  <a:pt x="23747" y="87500"/>
                </a:cubicBezTo>
                <a:lnTo>
                  <a:pt x="23747" y="90000"/>
                </a:lnTo>
                <a:cubicBezTo>
                  <a:pt x="23747" y="91380"/>
                  <a:pt x="24863" y="92500"/>
                  <a:pt x="26243" y="92500"/>
                </a:cubicBezTo>
                <a:lnTo>
                  <a:pt x="28751" y="92500"/>
                </a:lnTo>
                <a:cubicBezTo>
                  <a:pt x="30131" y="92500"/>
                  <a:pt x="31247" y="91380"/>
                  <a:pt x="31247" y="90000"/>
                </a:cubicBezTo>
                <a:lnTo>
                  <a:pt x="31247" y="87500"/>
                </a:lnTo>
                <a:cubicBezTo>
                  <a:pt x="31247" y="86120"/>
                  <a:pt x="30131" y="85000"/>
                  <a:pt x="28751" y="85000"/>
                </a:cubicBezTo>
                <a:lnTo>
                  <a:pt x="26243" y="85000"/>
                </a:lnTo>
                <a:close/>
                <a:moveTo>
                  <a:pt x="41245" y="85000"/>
                </a:moveTo>
                <a:cubicBezTo>
                  <a:pt x="39865" y="85000"/>
                  <a:pt x="38749" y="86120"/>
                  <a:pt x="38749" y="87500"/>
                </a:cubicBezTo>
                <a:lnTo>
                  <a:pt x="38749" y="90000"/>
                </a:lnTo>
                <a:cubicBezTo>
                  <a:pt x="38749" y="91380"/>
                  <a:pt x="39865" y="92500"/>
                  <a:pt x="41245" y="92500"/>
                </a:cubicBezTo>
                <a:lnTo>
                  <a:pt x="43753" y="92500"/>
                </a:lnTo>
                <a:cubicBezTo>
                  <a:pt x="45134" y="92500"/>
                  <a:pt x="46250" y="91380"/>
                  <a:pt x="46250" y="90000"/>
                </a:cubicBezTo>
                <a:lnTo>
                  <a:pt x="46250" y="87500"/>
                </a:lnTo>
                <a:cubicBezTo>
                  <a:pt x="46250" y="86120"/>
                  <a:pt x="45134" y="85000"/>
                  <a:pt x="43753" y="85000"/>
                </a:cubicBezTo>
                <a:lnTo>
                  <a:pt x="41245" y="85000"/>
                </a:lnTo>
                <a:close/>
                <a:moveTo>
                  <a:pt x="56247" y="85000"/>
                </a:moveTo>
                <a:cubicBezTo>
                  <a:pt x="54866" y="85000"/>
                  <a:pt x="53750" y="86120"/>
                  <a:pt x="53750" y="87500"/>
                </a:cubicBezTo>
                <a:lnTo>
                  <a:pt x="53750" y="90000"/>
                </a:lnTo>
                <a:cubicBezTo>
                  <a:pt x="53750" y="91380"/>
                  <a:pt x="54866" y="92500"/>
                  <a:pt x="56247" y="92500"/>
                </a:cubicBezTo>
                <a:lnTo>
                  <a:pt x="58755" y="92500"/>
                </a:lnTo>
                <a:cubicBezTo>
                  <a:pt x="60136" y="92500"/>
                  <a:pt x="61252" y="91380"/>
                  <a:pt x="61252" y="90000"/>
                </a:cubicBezTo>
                <a:lnTo>
                  <a:pt x="61252" y="87500"/>
                </a:lnTo>
                <a:cubicBezTo>
                  <a:pt x="61252" y="86120"/>
                  <a:pt x="60136" y="85000"/>
                  <a:pt x="58755" y="85000"/>
                </a:cubicBezTo>
                <a:lnTo>
                  <a:pt x="56247" y="85000"/>
                </a:lnTo>
                <a:close/>
                <a:moveTo>
                  <a:pt x="71249" y="85000"/>
                </a:moveTo>
                <a:cubicBezTo>
                  <a:pt x="69869" y="85000"/>
                  <a:pt x="68753" y="86120"/>
                  <a:pt x="68753" y="87500"/>
                </a:cubicBezTo>
                <a:lnTo>
                  <a:pt x="68753" y="90000"/>
                </a:lnTo>
                <a:cubicBezTo>
                  <a:pt x="68753" y="91380"/>
                  <a:pt x="69869" y="92500"/>
                  <a:pt x="71249" y="92500"/>
                </a:cubicBezTo>
                <a:lnTo>
                  <a:pt x="73758" y="92500"/>
                </a:lnTo>
                <a:cubicBezTo>
                  <a:pt x="75137" y="92500"/>
                  <a:pt x="76253" y="91380"/>
                  <a:pt x="76253" y="90000"/>
                </a:cubicBezTo>
                <a:lnTo>
                  <a:pt x="76253" y="87500"/>
                </a:lnTo>
                <a:cubicBezTo>
                  <a:pt x="76253" y="86120"/>
                  <a:pt x="75137" y="85000"/>
                  <a:pt x="73758" y="85000"/>
                </a:cubicBezTo>
                <a:lnTo>
                  <a:pt x="71249" y="85000"/>
                </a:lnTo>
                <a:close/>
                <a:moveTo>
                  <a:pt x="86251" y="85000"/>
                </a:moveTo>
                <a:cubicBezTo>
                  <a:pt x="84871" y="85000"/>
                  <a:pt x="83755" y="86120"/>
                  <a:pt x="83755" y="87500"/>
                </a:cubicBezTo>
                <a:lnTo>
                  <a:pt x="83755" y="90000"/>
                </a:lnTo>
                <a:cubicBezTo>
                  <a:pt x="83755" y="91380"/>
                  <a:pt x="84871" y="92500"/>
                  <a:pt x="86251" y="92500"/>
                </a:cubicBezTo>
                <a:lnTo>
                  <a:pt x="88759" y="92500"/>
                </a:lnTo>
                <a:cubicBezTo>
                  <a:pt x="90140" y="92500"/>
                  <a:pt x="91256" y="91380"/>
                  <a:pt x="91256" y="90000"/>
                </a:cubicBezTo>
                <a:lnTo>
                  <a:pt x="91256" y="87500"/>
                </a:lnTo>
                <a:cubicBezTo>
                  <a:pt x="91256" y="86120"/>
                  <a:pt x="90140" y="85000"/>
                  <a:pt x="88759" y="85000"/>
                </a:cubicBezTo>
                <a:lnTo>
                  <a:pt x="86251" y="85000"/>
                </a:lnTo>
                <a:close/>
                <a:moveTo>
                  <a:pt x="18742" y="92500"/>
                </a:moveTo>
                <a:cubicBezTo>
                  <a:pt x="17362" y="92500"/>
                  <a:pt x="16245" y="93620"/>
                  <a:pt x="16245" y="95000"/>
                </a:cubicBezTo>
                <a:lnTo>
                  <a:pt x="16245" y="97500"/>
                </a:lnTo>
                <a:cubicBezTo>
                  <a:pt x="16245" y="98880"/>
                  <a:pt x="17362" y="100000"/>
                  <a:pt x="18742" y="100000"/>
                </a:cubicBezTo>
                <a:lnTo>
                  <a:pt x="21250" y="100000"/>
                </a:lnTo>
                <a:cubicBezTo>
                  <a:pt x="22631" y="100000"/>
                  <a:pt x="23747" y="98880"/>
                  <a:pt x="23747" y="97500"/>
                </a:cubicBezTo>
                <a:lnTo>
                  <a:pt x="23747" y="95000"/>
                </a:lnTo>
                <a:cubicBezTo>
                  <a:pt x="23747" y="93620"/>
                  <a:pt x="22631" y="92500"/>
                  <a:pt x="21250" y="92500"/>
                </a:cubicBezTo>
                <a:lnTo>
                  <a:pt x="18742" y="92500"/>
                </a:lnTo>
                <a:close/>
                <a:moveTo>
                  <a:pt x="33744" y="92500"/>
                </a:moveTo>
                <a:cubicBezTo>
                  <a:pt x="32363" y="92500"/>
                  <a:pt x="31247" y="93620"/>
                  <a:pt x="31247" y="95000"/>
                </a:cubicBezTo>
                <a:lnTo>
                  <a:pt x="31247" y="97500"/>
                </a:lnTo>
                <a:cubicBezTo>
                  <a:pt x="31247" y="98880"/>
                  <a:pt x="32363" y="100000"/>
                  <a:pt x="33744" y="100000"/>
                </a:cubicBezTo>
                <a:lnTo>
                  <a:pt x="36252" y="100000"/>
                </a:lnTo>
                <a:cubicBezTo>
                  <a:pt x="37632" y="100000"/>
                  <a:pt x="38749" y="98880"/>
                  <a:pt x="38749" y="97500"/>
                </a:cubicBezTo>
                <a:lnTo>
                  <a:pt x="38749" y="95000"/>
                </a:lnTo>
                <a:cubicBezTo>
                  <a:pt x="38749" y="93620"/>
                  <a:pt x="37632" y="92500"/>
                  <a:pt x="36252" y="92500"/>
                </a:cubicBezTo>
                <a:lnTo>
                  <a:pt x="33744" y="92500"/>
                </a:lnTo>
                <a:close/>
                <a:moveTo>
                  <a:pt x="48746" y="92500"/>
                </a:moveTo>
                <a:cubicBezTo>
                  <a:pt x="47366" y="92500"/>
                  <a:pt x="46250" y="93620"/>
                  <a:pt x="46250" y="95000"/>
                </a:cubicBezTo>
                <a:lnTo>
                  <a:pt x="46250" y="97500"/>
                </a:lnTo>
                <a:cubicBezTo>
                  <a:pt x="46250" y="98880"/>
                  <a:pt x="47366" y="100000"/>
                  <a:pt x="48746" y="100000"/>
                </a:cubicBezTo>
                <a:lnTo>
                  <a:pt x="51254" y="100000"/>
                </a:lnTo>
                <a:cubicBezTo>
                  <a:pt x="52634" y="100000"/>
                  <a:pt x="53750" y="98880"/>
                  <a:pt x="53750" y="97500"/>
                </a:cubicBezTo>
                <a:lnTo>
                  <a:pt x="53750" y="95000"/>
                </a:lnTo>
                <a:cubicBezTo>
                  <a:pt x="53750" y="93620"/>
                  <a:pt x="52634" y="92500"/>
                  <a:pt x="51254" y="92500"/>
                </a:cubicBezTo>
                <a:lnTo>
                  <a:pt x="48746" y="92500"/>
                </a:lnTo>
                <a:close/>
                <a:moveTo>
                  <a:pt x="63748" y="92500"/>
                </a:moveTo>
                <a:cubicBezTo>
                  <a:pt x="62368" y="92500"/>
                  <a:pt x="61252" y="93620"/>
                  <a:pt x="61252" y="95000"/>
                </a:cubicBezTo>
                <a:lnTo>
                  <a:pt x="61252" y="97500"/>
                </a:lnTo>
                <a:cubicBezTo>
                  <a:pt x="61252" y="98880"/>
                  <a:pt x="62368" y="100000"/>
                  <a:pt x="63748" y="100000"/>
                </a:cubicBezTo>
                <a:lnTo>
                  <a:pt x="66256" y="100000"/>
                </a:lnTo>
                <a:cubicBezTo>
                  <a:pt x="67637" y="100000"/>
                  <a:pt x="68753" y="98880"/>
                  <a:pt x="68753" y="97500"/>
                </a:cubicBezTo>
                <a:lnTo>
                  <a:pt x="68753" y="95000"/>
                </a:lnTo>
                <a:cubicBezTo>
                  <a:pt x="68753" y="93620"/>
                  <a:pt x="67637" y="92500"/>
                  <a:pt x="66256" y="92500"/>
                </a:cubicBezTo>
                <a:lnTo>
                  <a:pt x="63748" y="92500"/>
                </a:lnTo>
                <a:close/>
                <a:moveTo>
                  <a:pt x="78750" y="92500"/>
                </a:moveTo>
                <a:cubicBezTo>
                  <a:pt x="77370" y="92500"/>
                  <a:pt x="76253" y="93620"/>
                  <a:pt x="76253" y="95000"/>
                </a:cubicBezTo>
                <a:lnTo>
                  <a:pt x="76253" y="97500"/>
                </a:lnTo>
                <a:cubicBezTo>
                  <a:pt x="76253" y="98880"/>
                  <a:pt x="77370" y="100000"/>
                  <a:pt x="78750" y="100000"/>
                </a:cubicBezTo>
                <a:lnTo>
                  <a:pt x="81258" y="100000"/>
                </a:lnTo>
                <a:cubicBezTo>
                  <a:pt x="82639" y="100000"/>
                  <a:pt x="83755" y="98880"/>
                  <a:pt x="83755" y="97500"/>
                </a:cubicBezTo>
                <a:lnTo>
                  <a:pt x="83755" y="95000"/>
                </a:lnTo>
                <a:cubicBezTo>
                  <a:pt x="83755" y="93620"/>
                  <a:pt x="82639" y="92500"/>
                  <a:pt x="81258" y="92500"/>
                </a:cubicBezTo>
                <a:lnTo>
                  <a:pt x="78750" y="9250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5" name="Красный — SVG 34">
            <a:extLst>
              <a:ext uri="{FF2B5EF4-FFF2-40B4-BE49-F238E27FC236}">
                <a16:creationId xmlns:a16="http://schemas.microsoft.com/office/drawing/2014/main" id="{B869ED5D-CF4E-DE4A-85E9-9BD06511F0D4}"/>
              </a:ext>
            </a:extLst>
          </p:cNvPr>
          <p:cNvSpPr>
            <a:spLocks noGrp="1"/>
          </p:cNvSpPr>
          <p:nvPr/>
        </p:nvSpPr>
        <p:spPr>
          <a:xfrm>
            <a:off x="9420000" y="141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2 h 127583"/>
              <a:gd name="csX2" fmla="*/ 0 w 127600"/>
              <a:gd name="csY2" fmla="*/ 82937 h 127583"/>
              <a:gd name="csX3" fmla="*/ 26609 w 127600"/>
              <a:gd name="csY3" fmla="*/ 57209 h 127583"/>
              <a:gd name="csX4" fmla="*/ 46548 w 127600"/>
              <a:gd name="csY4" fmla="*/ 57209 h 127583"/>
              <a:gd name="csX5" fmla="*/ 68445 w 127600"/>
              <a:gd name="csY5" fmla="*/ 78390 h 127583"/>
              <a:gd name="csX6" fmla="*/ 75710 w 127600"/>
              <a:gd name="csY6" fmla="*/ 71371 h 127583"/>
              <a:gd name="csX7" fmla="*/ 95650 w 127600"/>
              <a:gd name="csY7" fmla="*/ 71371 h 127583"/>
              <a:gd name="csX8" fmla="*/ 127601 w 127600"/>
              <a:gd name="csY8" fmla="*/ 102270 h 127583"/>
              <a:gd name="csX9" fmla="*/ 127601 w 127600"/>
              <a:gd name="csY9" fmla="*/ 19492 h 127583"/>
              <a:gd name="csX10" fmla="*/ 108103 w 127600"/>
              <a:gd name="csY10" fmla="*/ 0 h 127583"/>
              <a:gd name="csX11" fmla="*/ 19497 w 127600"/>
              <a:gd name="csY11" fmla="*/ 0 h 127583"/>
              <a:gd name="csX12" fmla="*/ 86837 w 127600"/>
              <a:gd name="csY12" fmla="*/ 24808 h 127583"/>
              <a:gd name="csX13" fmla="*/ 102795 w 127600"/>
              <a:gd name="csY13" fmla="*/ 40756 h 127583"/>
              <a:gd name="csX14" fmla="*/ 86837 w 127600"/>
              <a:gd name="csY14" fmla="*/ 56704 h 127583"/>
              <a:gd name="csX15" fmla="*/ 70895 w 127600"/>
              <a:gd name="csY15" fmla="*/ 40756 h 127583"/>
              <a:gd name="csX16" fmla="*/ 86837 w 127600"/>
              <a:gd name="csY16" fmla="*/ 24808 h 127583"/>
              <a:gd name="csX17" fmla="*/ 86837 w 127600"/>
              <a:gd name="csY17" fmla="*/ 35440 h 127583"/>
              <a:gd name="csX18" fmla="*/ 83077 w 127600"/>
              <a:gd name="csY18" fmla="*/ 36997 h 127583"/>
              <a:gd name="csX19" fmla="*/ 81528 w 127600"/>
              <a:gd name="csY19" fmla="*/ 40756 h 127583"/>
              <a:gd name="csX20" fmla="*/ 83077 w 127600"/>
              <a:gd name="csY20" fmla="*/ 44515 h 127583"/>
              <a:gd name="csX21" fmla="*/ 86837 w 127600"/>
              <a:gd name="csY21" fmla="*/ 46072 h 127583"/>
              <a:gd name="csX22" fmla="*/ 90596 w 127600"/>
              <a:gd name="csY22" fmla="*/ 44515 h 127583"/>
              <a:gd name="csX23" fmla="*/ 92162 w 127600"/>
              <a:gd name="csY23" fmla="*/ 40756 h 127583"/>
              <a:gd name="csX24" fmla="*/ 90596 w 127600"/>
              <a:gd name="csY24" fmla="*/ 36997 h 127583"/>
              <a:gd name="csX25" fmla="*/ 86837 w 127600"/>
              <a:gd name="csY25" fmla="*/ 35440 h 127583"/>
              <a:gd name="csX26" fmla="*/ 36579 w 127600"/>
              <a:gd name="csY26" fmla="*/ 63826 h 127583"/>
              <a:gd name="csX27" fmla="*/ 33993 w 127600"/>
              <a:gd name="csY27" fmla="*/ 64851 h 127583"/>
              <a:gd name="csX28" fmla="*/ 0 w 127600"/>
              <a:gd name="csY28" fmla="*/ 97729 h 127583"/>
              <a:gd name="csX29" fmla="*/ 0 w 127600"/>
              <a:gd name="csY29" fmla="*/ 108091 h 127583"/>
              <a:gd name="csX30" fmla="*/ 17694 w 127600"/>
              <a:gd name="csY30" fmla="*/ 127493 h 127583"/>
              <a:gd name="csX31" fmla="*/ 60806 w 127600"/>
              <a:gd name="csY31" fmla="*/ 85789 h 127583"/>
              <a:gd name="csX32" fmla="*/ 39147 w 127600"/>
              <a:gd name="csY32" fmla="*/ 64851 h 127583"/>
              <a:gd name="csX33" fmla="*/ 36579 w 127600"/>
              <a:gd name="csY33" fmla="*/ 63826 h 127583"/>
              <a:gd name="csX34" fmla="*/ 85679 w 127600"/>
              <a:gd name="csY34" fmla="*/ 78002 h 127583"/>
              <a:gd name="csX35" fmla="*/ 83111 w 127600"/>
              <a:gd name="csY35" fmla="*/ 79013 h 127583"/>
              <a:gd name="csX36" fmla="*/ 32887 w 127600"/>
              <a:gd name="csY36" fmla="*/ 127583 h 127583"/>
              <a:gd name="csX37" fmla="*/ 108103 w 127600"/>
              <a:gd name="csY37" fmla="*/ 127583 h 127583"/>
              <a:gd name="csX38" fmla="*/ 126086 w 127600"/>
              <a:gd name="csY38" fmla="*/ 115602 h 127583"/>
              <a:gd name="csX39" fmla="*/ 88265 w 127600"/>
              <a:gd name="csY39" fmla="*/ 79013 h 127583"/>
              <a:gd name="csX40" fmla="*/ 85679 w 127600"/>
              <a:gd name="csY40" fmla="*/ 78002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40" y="7"/>
                  <a:pt x="0" y="6844"/>
                  <a:pt x="0" y="15283"/>
                </a:cubicBezTo>
                <a:lnTo>
                  <a:pt x="0" y="65004"/>
                </a:lnTo>
                <a:lnTo>
                  <a:pt x="20853" y="44841"/>
                </a:lnTo>
                <a:cubicBezTo>
                  <a:pt x="25080" y="40747"/>
                  <a:pt x="32253" y="40753"/>
                  <a:pt x="36480" y="44841"/>
                </a:cubicBezTo>
                <a:lnTo>
                  <a:pt x="53640" y="61441"/>
                </a:lnTo>
                <a:lnTo>
                  <a:pt x="59334" y="55940"/>
                </a:lnTo>
                <a:cubicBezTo>
                  <a:pt x="63547" y="51862"/>
                  <a:pt x="70747" y="51862"/>
                  <a:pt x="74961" y="55940"/>
                </a:cubicBezTo>
                <a:lnTo>
                  <a:pt x="100001" y="80156"/>
                </a:lnTo>
                <a:lnTo>
                  <a:pt x="100001" y="15283"/>
                </a:lnTo>
                <a:cubicBezTo>
                  <a:pt x="100001" y="6844"/>
                  <a:pt x="93161" y="7"/>
                  <a:pt x="84720" y="7"/>
                </a:cubicBezTo>
                <a:lnTo>
                  <a:pt x="15280" y="7"/>
                </a:lnTo>
                <a:close/>
                <a:moveTo>
                  <a:pt x="68054" y="19449"/>
                </a:moveTo>
                <a:cubicBezTo>
                  <a:pt x="74947" y="19449"/>
                  <a:pt x="80560" y="25056"/>
                  <a:pt x="80560" y="31947"/>
                </a:cubicBezTo>
                <a:cubicBezTo>
                  <a:pt x="80560" y="38837"/>
                  <a:pt x="74947" y="44446"/>
                  <a:pt x="68054" y="44446"/>
                </a:cubicBezTo>
                <a:cubicBezTo>
                  <a:pt x="61161" y="44446"/>
                  <a:pt x="55560" y="38837"/>
                  <a:pt x="55560" y="31947"/>
                </a:cubicBezTo>
                <a:cubicBezTo>
                  <a:pt x="55560" y="25056"/>
                  <a:pt x="61161" y="19449"/>
                  <a:pt x="68054" y="19449"/>
                </a:cubicBezTo>
                <a:close/>
                <a:moveTo>
                  <a:pt x="68054" y="27781"/>
                </a:moveTo>
                <a:cubicBezTo>
                  <a:pt x="66947" y="27781"/>
                  <a:pt x="65893" y="28220"/>
                  <a:pt x="65107" y="29001"/>
                </a:cubicBezTo>
                <a:cubicBezTo>
                  <a:pt x="64334" y="29783"/>
                  <a:pt x="63893" y="30842"/>
                  <a:pt x="63893" y="31947"/>
                </a:cubicBezTo>
                <a:cubicBezTo>
                  <a:pt x="63893" y="33052"/>
                  <a:pt x="64334" y="34112"/>
                  <a:pt x="65107" y="34893"/>
                </a:cubicBezTo>
                <a:cubicBezTo>
                  <a:pt x="65893" y="35674"/>
                  <a:pt x="66947" y="36113"/>
                  <a:pt x="68054" y="36113"/>
                </a:cubicBezTo>
                <a:cubicBezTo>
                  <a:pt x="69161" y="36113"/>
                  <a:pt x="70226" y="35674"/>
                  <a:pt x="71000" y="34893"/>
                </a:cubicBezTo>
                <a:cubicBezTo>
                  <a:pt x="71787" y="34112"/>
                  <a:pt x="72227" y="33052"/>
                  <a:pt x="72227" y="31947"/>
                </a:cubicBezTo>
                <a:cubicBezTo>
                  <a:pt x="72227" y="30842"/>
                  <a:pt x="71787" y="29783"/>
                  <a:pt x="71000" y="29001"/>
                </a:cubicBezTo>
                <a:cubicBezTo>
                  <a:pt x="70226" y="28220"/>
                  <a:pt x="69161" y="27781"/>
                  <a:pt x="68054" y="27781"/>
                </a:cubicBezTo>
                <a:close/>
                <a:moveTo>
                  <a:pt x="28667" y="50027"/>
                </a:moveTo>
                <a:cubicBezTo>
                  <a:pt x="27933" y="50027"/>
                  <a:pt x="27200" y="50295"/>
                  <a:pt x="26640" y="50830"/>
                </a:cubicBezTo>
                <a:lnTo>
                  <a:pt x="0" y="76597"/>
                </a:lnTo>
                <a:lnTo>
                  <a:pt x="0" y="84717"/>
                </a:lnTo>
                <a:cubicBezTo>
                  <a:pt x="0" y="92675"/>
                  <a:pt x="6093" y="99210"/>
                  <a:pt x="13867" y="99923"/>
                </a:cubicBezTo>
                <a:lnTo>
                  <a:pt x="47654" y="67239"/>
                </a:lnTo>
                <a:lnTo>
                  <a:pt x="30679" y="50830"/>
                </a:lnTo>
                <a:cubicBezTo>
                  <a:pt x="30133" y="50295"/>
                  <a:pt x="29400" y="50027"/>
                  <a:pt x="28667" y="50027"/>
                </a:cubicBezTo>
                <a:close/>
                <a:moveTo>
                  <a:pt x="67147" y="61137"/>
                </a:moveTo>
                <a:cubicBezTo>
                  <a:pt x="66414" y="61137"/>
                  <a:pt x="65680" y="61401"/>
                  <a:pt x="65134" y="61929"/>
                </a:cubicBezTo>
                <a:lnTo>
                  <a:pt x="25774" y="99993"/>
                </a:lnTo>
                <a:lnTo>
                  <a:pt x="84720" y="99993"/>
                </a:lnTo>
                <a:cubicBezTo>
                  <a:pt x="91067" y="99993"/>
                  <a:pt x="96507" y="96116"/>
                  <a:pt x="98813" y="90604"/>
                </a:cubicBezTo>
                <a:lnTo>
                  <a:pt x="69173" y="61929"/>
                </a:lnTo>
                <a:cubicBezTo>
                  <a:pt x="68627" y="61401"/>
                  <a:pt x="67893" y="61137"/>
                  <a:pt x="67147" y="6113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6" name="Красный — SVG 35">
            <a:extLst>
              <a:ext uri="{FF2B5EF4-FFF2-40B4-BE49-F238E27FC236}">
                <a16:creationId xmlns:a16="http://schemas.microsoft.com/office/drawing/2014/main" id="{9A2431AB-E6C0-3C49-8E90-17CBB9C30280}"/>
              </a:ext>
            </a:extLst>
          </p:cNvPr>
          <p:cNvSpPr>
            <a:spLocks noGrp="1"/>
          </p:cNvSpPr>
          <p:nvPr/>
        </p:nvSpPr>
        <p:spPr>
          <a:xfrm>
            <a:off x="10020000" y="1410000"/>
            <a:ext cx="220000" cy="220000"/>
          </a:xfrm>
          <a:custGeom>
            <a:avLst/>
            <a:gdLst>
              <a:gd name="csX0" fmla="*/ 15942 w 134695"/>
              <a:gd name="csY0" fmla="*/ 0 h 148847"/>
              <a:gd name="csX1" fmla="*/ 0 w 134695"/>
              <a:gd name="csY1" fmla="*/ 15948 h 148847"/>
              <a:gd name="csX2" fmla="*/ 0 w 134695"/>
              <a:gd name="csY2" fmla="*/ 125811 h 148847"/>
              <a:gd name="csX3" fmla="*/ 15942 w 134695"/>
              <a:gd name="csY3" fmla="*/ 141759 h 148847"/>
              <a:gd name="csX4" fmla="*/ 62490 w 134695"/>
              <a:gd name="csY4" fmla="*/ 141759 h 148847"/>
              <a:gd name="csX5" fmla="*/ 49628 w 134695"/>
              <a:gd name="csY5" fmla="*/ 109863 h 148847"/>
              <a:gd name="csX6" fmla="*/ 95700 w 134695"/>
              <a:gd name="csY6" fmla="*/ 63792 h 148847"/>
              <a:gd name="csX7" fmla="*/ 113428 w 134695"/>
              <a:gd name="csY7" fmla="*/ 67336 h 148847"/>
              <a:gd name="csX8" fmla="*/ 113428 w 134695"/>
              <a:gd name="csY8" fmla="*/ 56704 h 148847"/>
              <a:gd name="csX9" fmla="*/ 72664 w 134695"/>
              <a:gd name="csY9" fmla="*/ 56704 h 148847"/>
              <a:gd name="csX10" fmla="*/ 56706 w 134695"/>
              <a:gd name="csY10" fmla="*/ 40756 h 148847"/>
              <a:gd name="csX11" fmla="*/ 56706 w 134695"/>
              <a:gd name="csY11" fmla="*/ 0 h 148847"/>
              <a:gd name="csX12" fmla="*/ 15942 w 134695"/>
              <a:gd name="csY12" fmla="*/ 0 h 148847"/>
              <a:gd name="csX13" fmla="*/ 67339 w 134695"/>
              <a:gd name="csY13" fmla="*/ 3115 h 148847"/>
              <a:gd name="csX14" fmla="*/ 67339 w 134695"/>
              <a:gd name="csY14" fmla="*/ 40756 h 148847"/>
              <a:gd name="csX15" fmla="*/ 72664 w 134695"/>
              <a:gd name="csY15" fmla="*/ 46072 h 148847"/>
              <a:gd name="csX16" fmla="*/ 110315 w 134695"/>
              <a:gd name="csY16" fmla="*/ 46072 h 148847"/>
              <a:gd name="csX17" fmla="*/ 67339 w 134695"/>
              <a:gd name="csY17" fmla="*/ 3115 h 148847"/>
              <a:gd name="csX18" fmla="*/ 95700 w 134695"/>
              <a:gd name="csY18" fmla="*/ 70880 h 148847"/>
              <a:gd name="csX19" fmla="*/ 56706 w 134695"/>
              <a:gd name="csY19" fmla="*/ 109863 h 148847"/>
              <a:gd name="csX20" fmla="*/ 95700 w 134695"/>
              <a:gd name="csY20" fmla="*/ 148847 h 148847"/>
              <a:gd name="csX21" fmla="*/ 134695 w 134695"/>
              <a:gd name="csY21" fmla="*/ 109863 h 148847"/>
              <a:gd name="csX22" fmla="*/ 95700 w 134695"/>
              <a:gd name="csY22" fmla="*/ 70880 h 148847"/>
              <a:gd name="csX23" fmla="*/ 95700 w 134695"/>
              <a:gd name="csY23" fmla="*/ 85056 h 148847"/>
              <a:gd name="csX24" fmla="*/ 99239 w 134695"/>
              <a:gd name="csY24" fmla="*/ 88599 h 148847"/>
              <a:gd name="csX25" fmla="*/ 99239 w 134695"/>
              <a:gd name="csY25" fmla="*/ 116951 h 148847"/>
              <a:gd name="csX26" fmla="*/ 95700 w 134695"/>
              <a:gd name="csY26" fmla="*/ 120495 h 148847"/>
              <a:gd name="csX27" fmla="*/ 92162 w 134695"/>
              <a:gd name="csY27" fmla="*/ 116951 h 148847"/>
              <a:gd name="csX28" fmla="*/ 92162 w 134695"/>
              <a:gd name="csY28" fmla="*/ 88599 h 148847"/>
              <a:gd name="csX29" fmla="*/ 95700 w 134695"/>
              <a:gd name="csY29" fmla="*/ 85056 h 148847"/>
              <a:gd name="csX30" fmla="*/ 95700 w 134695"/>
              <a:gd name="csY30" fmla="*/ 126697 h 148847"/>
              <a:gd name="csX31" fmla="*/ 100124 w 134695"/>
              <a:gd name="csY31" fmla="*/ 131127 h 148847"/>
              <a:gd name="csX32" fmla="*/ 95700 w 134695"/>
              <a:gd name="csY32" fmla="*/ 135557 h 148847"/>
              <a:gd name="csX33" fmla="*/ 91277 w 134695"/>
              <a:gd name="csY33" fmla="*/ 131127 h 148847"/>
              <a:gd name="csX34" fmla="*/ 95700 w 134695"/>
              <a:gd name="csY34" fmla="*/ 126697 h 148847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6" y="0"/>
                  <a:pt x="4754" y="4807"/>
                  <a:pt x="4754" y="10714"/>
                </a:cubicBezTo>
                <a:lnTo>
                  <a:pt x="4754" y="84524"/>
                </a:lnTo>
                <a:cubicBezTo>
                  <a:pt x="4754" y="90431"/>
                  <a:pt x="9566" y="95238"/>
                  <a:pt x="15464" y="95238"/>
                </a:cubicBezTo>
                <a:lnTo>
                  <a:pt x="46737" y="95238"/>
                </a:lnTo>
                <a:cubicBezTo>
                  <a:pt x="41387" y="89674"/>
                  <a:pt x="38095" y="82119"/>
                  <a:pt x="38095" y="73809"/>
                </a:cubicBezTo>
                <a:cubicBezTo>
                  <a:pt x="38095" y="56743"/>
                  <a:pt x="51983" y="42857"/>
                  <a:pt x="69048" y="42857"/>
                </a:cubicBezTo>
                <a:cubicBezTo>
                  <a:pt x="73266" y="42857"/>
                  <a:pt x="77289" y="43705"/>
                  <a:pt x="80958" y="45238"/>
                </a:cubicBezTo>
                <a:lnTo>
                  <a:pt x="80958" y="38095"/>
                </a:lnTo>
                <a:lnTo>
                  <a:pt x="53572" y="38095"/>
                </a:lnTo>
                <a:cubicBezTo>
                  <a:pt x="47662" y="38095"/>
                  <a:pt x="42851" y="33288"/>
                  <a:pt x="42851" y="27381"/>
                </a:cubicBezTo>
                <a:lnTo>
                  <a:pt x="42851" y="0"/>
                </a:lnTo>
                <a:lnTo>
                  <a:pt x="15464" y="0"/>
                </a:lnTo>
                <a:close/>
                <a:moveTo>
                  <a:pt x="49994" y="2093"/>
                </a:moveTo>
                <a:lnTo>
                  <a:pt x="49994" y="27381"/>
                </a:lnTo>
                <a:cubicBezTo>
                  <a:pt x="49994" y="29350"/>
                  <a:pt x="51606" y="30953"/>
                  <a:pt x="53572" y="30953"/>
                </a:cubicBezTo>
                <a:lnTo>
                  <a:pt x="78867" y="30953"/>
                </a:lnTo>
                <a:lnTo>
                  <a:pt x="49994" y="2093"/>
                </a:lnTo>
                <a:close/>
                <a:moveTo>
                  <a:pt x="69048" y="47619"/>
                </a:moveTo>
                <a:cubicBezTo>
                  <a:pt x="54578" y="47619"/>
                  <a:pt x="42851" y="59346"/>
                  <a:pt x="42851" y="73809"/>
                </a:cubicBezTo>
                <a:cubicBezTo>
                  <a:pt x="42851" y="88274"/>
                  <a:pt x="54578" y="100000"/>
                  <a:pt x="69048" y="100000"/>
                </a:cubicBezTo>
                <a:cubicBezTo>
                  <a:pt x="83519" y="100000"/>
                  <a:pt x="95246" y="88274"/>
                  <a:pt x="95246" y="73809"/>
                </a:cubicBezTo>
                <a:cubicBezTo>
                  <a:pt x="95246" y="59346"/>
                  <a:pt x="83519" y="47619"/>
                  <a:pt x="69048" y="47619"/>
                </a:cubicBezTo>
                <a:close/>
                <a:moveTo>
                  <a:pt x="69048" y="57143"/>
                </a:moveTo>
                <a:cubicBezTo>
                  <a:pt x="70363" y="57143"/>
                  <a:pt x="71426" y="58209"/>
                  <a:pt x="71426" y="59524"/>
                </a:cubicBezTo>
                <a:lnTo>
                  <a:pt x="71426" y="78571"/>
                </a:lnTo>
                <a:cubicBezTo>
                  <a:pt x="71426" y="79886"/>
                  <a:pt x="70363" y="80952"/>
                  <a:pt x="69048" y="80952"/>
                </a:cubicBezTo>
                <a:cubicBezTo>
                  <a:pt x="67734" y="80952"/>
                  <a:pt x="66671" y="79886"/>
                  <a:pt x="66671" y="78571"/>
                </a:cubicBezTo>
                <a:lnTo>
                  <a:pt x="66671" y="59524"/>
                </a:lnTo>
                <a:cubicBezTo>
                  <a:pt x="66671" y="58209"/>
                  <a:pt x="67734" y="57143"/>
                  <a:pt x="69048" y="57143"/>
                </a:cubicBezTo>
                <a:close/>
                <a:moveTo>
                  <a:pt x="69048" y="85119"/>
                </a:moveTo>
                <a:cubicBezTo>
                  <a:pt x="70694" y="85119"/>
                  <a:pt x="72020" y="86453"/>
                  <a:pt x="72020" y="88095"/>
                </a:cubicBezTo>
                <a:cubicBezTo>
                  <a:pt x="72020" y="89738"/>
                  <a:pt x="70694" y="91071"/>
                  <a:pt x="69048" y="91071"/>
                </a:cubicBezTo>
                <a:cubicBezTo>
                  <a:pt x="67403" y="91071"/>
                  <a:pt x="66077" y="89738"/>
                  <a:pt x="66077" y="88095"/>
                </a:cubicBezTo>
                <a:cubicBezTo>
                  <a:pt x="66077" y="86453"/>
                  <a:pt x="67403" y="85119"/>
                  <a:pt x="69048" y="8511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7" name="Красный — SVG 36">
            <a:extLst>
              <a:ext uri="{FF2B5EF4-FFF2-40B4-BE49-F238E27FC236}">
                <a16:creationId xmlns:a16="http://schemas.microsoft.com/office/drawing/2014/main" id="{917C519D-D5AE-EC41-9137-ED4D96531946}"/>
              </a:ext>
            </a:extLst>
          </p:cNvPr>
          <p:cNvSpPr>
            <a:spLocks noGrp="1"/>
          </p:cNvSpPr>
          <p:nvPr/>
        </p:nvSpPr>
        <p:spPr>
          <a:xfrm>
            <a:off x="10620000" y="1410000"/>
            <a:ext cx="220000" cy="220000"/>
          </a:xfrm>
          <a:custGeom>
            <a:avLst/>
            <a:gdLst>
              <a:gd name="csX0" fmla="*/ 141773 w 141774"/>
              <a:gd name="csY0" fmla="*/ 65564 h 131281"/>
              <a:gd name="csX1" fmla="*/ 140208 w 141774"/>
              <a:gd name="csY1" fmla="*/ 61882 h 131281"/>
              <a:gd name="csX2" fmla="*/ 126035 w 141774"/>
              <a:gd name="csY2" fmla="*/ 47706 h 131281"/>
              <a:gd name="csX3" fmla="*/ 124317 w 141774"/>
              <a:gd name="csY3" fmla="*/ 46509 h 131281"/>
              <a:gd name="csX4" fmla="*/ 122259 w 141774"/>
              <a:gd name="csY4" fmla="*/ 46071 h 131281"/>
              <a:gd name="csX5" fmla="*/ 120200 w 141774"/>
              <a:gd name="csY5" fmla="*/ 46466 h 131281"/>
              <a:gd name="csX6" fmla="*/ 118448 w 141774"/>
              <a:gd name="csY6" fmla="*/ 47630 h 131281"/>
              <a:gd name="csX7" fmla="*/ 117274 w 141774"/>
              <a:gd name="csY7" fmla="*/ 49378 h 131281"/>
              <a:gd name="csX8" fmla="*/ 116882 w 141774"/>
              <a:gd name="csY8" fmla="*/ 51442 h 131281"/>
              <a:gd name="csX9" fmla="*/ 117324 w 141774"/>
              <a:gd name="csY9" fmla="*/ 53498 h 131281"/>
              <a:gd name="csX10" fmla="*/ 118516 w 141774"/>
              <a:gd name="csY10" fmla="*/ 55223 h 131281"/>
              <a:gd name="csX11" fmla="*/ 123620 w 141774"/>
              <a:gd name="csY11" fmla="*/ 60325 h 131281"/>
              <a:gd name="csX12" fmla="*/ 104548 w 141774"/>
              <a:gd name="csY12" fmla="*/ 60325 h 131281"/>
              <a:gd name="csX13" fmla="*/ 102506 w 141774"/>
              <a:gd name="csY13" fmla="*/ 60708 h 131281"/>
              <a:gd name="csX14" fmla="*/ 100753 w 141774"/>
              <a:gd name="csY14" fmla="*/ 61854 h 131281"/>
              <a:gd name="csX15" fmla="*/ 99580 w 141774"/>
              <a:gd name="csY15" fmla="*/ 63589 h 131281"/>
              <a:gd name="csX16" fmla="*/ 99171 w 141774"/>
              <a:gd name="csY16" fmla="*/ 65641 h 131281"/>
              <a:gd name="csX17" fmla="*/ 99580 w 141774"/>
              <a:gd name="csY17" fmla="*/ 67693 h 131281"/>
              <a:gd name="csX18" fmla="*/ 100753 w 141774"/>
              <a:gd name="csY18" fmla="*/ 69426 h 131281"/>
              <a:gd name="csX19" fmla="*/ 102506 w 141774"/>
              <a:gd name="csY19" fmla="*/ 70574 h 131281"/>
              <a:gd name="csX20" fmla="*/ 104548 w 141774"/>
              <a:gd name="csY20" fmla="*/ 70957 h 131281"/>
              <a:gd name="csX21" fmla="*/ 123620 w 141774"/>
              <a:gd name="csY21" fmla="*/ 70957 h 131281"/>
              <a:gd name="csX22" fmla="*/ 118516 w 141774"/>
              <a:gd name="csY22" fmla="*/ 76059 h 131281"/>
              <a:gd name="csX23" fmla="*/ 117324 w 141774"/>
              <a:gd name="csY23" fmla="*/ 77784 h 131281"/>
              <a:gd name="csX24" fmla="*/ 116882 w 141774"/>
              <a:gd name="csY24" fmla="*/ 79838 h 131281"/>
              <a:gd name="csX25" fmla="*/ 117274 w 141774"/>
              <a:gd name="csY25" fmla="*/ 81902 h 131281"/>
              <a:gd name="csX26" fmla="*/ 118448 w 141774"/>
              <a:gd name="csY26" fmla="*/ 83652 h 131281"/>
              <a:gd name="csX27" fmla="*/ 120200 w 141774"/>
              <a:gd name="csY27" fmla="*/ 84816 h 131281"/>
              <a:gd name="csX28" fmla="*/ 122259 w 141774"/>
              <a:gd name="csY28" fmla="*/ 85209 h 131281"/>
              <a:gd name="csX29" fmla="*/ 124317 w 141774"/>
              <a:gd name="csY29" fmla="*/ 84773 h 131281"/>
              <a:gd name="csX30" fmla="*/ 126035 w 141774"/>
              <a:gd name="csY30" fmla="*/ 83576 h 131281"/>
              <a:gd name="csX31" fmla="*/ 140208 w 141774"/>
              <a:gd name="csY31" fmla="*/ 69399 h 131281"/>
              <a:gd name="csX32" fmla="*/ 141382 w 141774"/>
              <a:gd name="csY32" fmla="*/ 67640 h 131281"/>
              <a:gd name="csX33" fmla="*/ 141773 w 141774"/>
              <a:gd name="csY33" fmla="*/ 65564 h 131281"/>
              <a:gd name="csX34" fmla="*/ 120506 w 141774"/>
              <a:gd name="csY34" fmla="*/ 111636 h 131281"/>
              <a:gd name="csX35" fmla="*/ 118941 w 141774"/>
              <a:gd name="csY35" fmla="*/ 107954 h 131281"/>
              <a:gd name="csX36" fmla="*/ 104769 w 141774"/>
              <a:gd name="csY36" fmla="*/ 93777 h 131281"/>
              <a:gd name="csX37" fmla="*/ 103050 w 141774"/>
              <a:gd name="csY37" fmla="*/ 92580 h 131281"/>
              <a:gd name="csX38" fmla="*/ 100992 w 141774"/>
              <a:gd name="csY38" fmla="*/ 92144 h 131281"/>
              <a:gd name="csX39" fmla="*/ 98933 w 141774"/>
              <a:gd name="csY39" fmla="*/ 92539 h 131281"/>
              <a:gd name="csX40" fmla="*/ 97181 w 141774"/>
              <a:gd name="csY40" fmla="*/ 93701 h 131281"/>
              <a:gd name="csX41" fmla="*/ 96007 w 141774"/>
              <a:gd name="csY41" fmla="*/ 95451 h 131281"/>
              <a:gd name="csX42" fmla="*/ 95616 w 141774"/>
              <a:gd name="csY42" fmla="*/ 97515 h 131281"/>
              <a:gd name="csX43" fmla="*/ 96058 w 141774"/>
              <a:gd name="csY43" fmla="*/ 99570 h 131281"/>
              <a:gd name="csX44" fmla="*/ 97249 w 141774"/>
              <a:gd name="csY44" fmla="*/ 101295 h 131281"/>
              <a:gd name="csX45" fmla="*/ 102353 w 141774"/>
              <a:gd name="csY45" fmla="*/ 106396 h 131281"/>
              <a:gd name="csX46" fmla="*/ 83281 w 141774"/>
              <a:gd name="csY46" fmla="*/ 106396 h 131281"/>
              <a:gd name="csX47" fmla="*/ 81239 w 141774"/>
              <a:gd name="csY47" fmla="*/ 106779 h 131281"/>
              <a:gd name="csX48" fmla="*/ 79487 w 141774"/>
              <a:gd name="csY48" fmla="*/ 107927 h 131281"/>
              <a:gd name="csX49" fmla="*/ 78313 w 141774"/>
              <a:gd name="csY49" fmla="*/ 109661 h 131281"/>
              <a:gd name="csX50" fmla="*/ 77904 w 141774"/>
              <a:gd name="csY50" fmla="*/ 111712 h 131281"/>
              <a:gd name="csX51" fmla="*/ 78313 w 141774"/>
              <a:gd name="csY51" fmla="*/ 113764 h 131281"/>
              <a:gd name="csX52" fmla="*/ 79487 w 141774"/>
              <a:gd name="csY52" fmla="*/ 115499 h 131281"/>
              <a:gd name="csX53" fmla="*/ 81239 w 141774"/>
              <a:gd name="csY53" fmla="*/ 116645 h 131281"/>
              <a:gd name="csX54" fmla="*/ 83281 w 141774"/>
              <a:gd name="csY54" fmla="*/ 117028 h 131281"/>
              <a:gd name="csX55" fmla="*/ 102353 w 141774"/>
              <a:gd name="csY55" fmla="*/ 117028 h 131281"/>
              <a:gd name="csX56" fmla="*/ 97249 w 141774"/>
              <a:gd name="csY56" fmla="*/ 122130 h 131281"/>
              <a:gd name="csX57" fmla="*/ 96058 w 141774"/>
              <a:gd name="csY57" fmla="*/ 123856 h 131281"/>
              <a:gd name="csX58" fmla="*/ 95616 w 141774"/>
              <a:gd name="csY58" fmla="*/ 125911 h 131281"/>
              <a:gd name="csX59" fmla="*/ 96007 w 141774"/>
              <a:gd name="csY59" fmla="*/ 127975 h 131281"/>
              <a:gd name="csX60" fmla="*/ 97181 w 141774"/>
              <a:gd name="csY60" fmla="*/ 129724 h 131281"/>
              <a:gd name="csX61" fmla="*/ 98933 w 141774"/>
              <a:gd name="csY61" fmla="*/ 130887 h 131281"/>
              <a:gd name="csX62" fmla="*/ 100992 w 141774"/>
              <a:gd name="csY62" fmla="*/ 131282 h 131281"/>
              <a:gd name="csX63" fmla="*/ 103050 w 141774"/>
              <a:gd name="csY63" fmla="*/ 130845 h 131281"/>
              <a:gd name="csX64" fmla="*/ 104769 w 141774"/>
              <a:gd name="csY64" fmla="*/ 129647 h 131281"/>
              <a:gd name="csX65" fmla="*/ 118941 w 141774"/>
              <a:gd name="csY65" fmla="*/ 115472 h 131281"/>
              <a:gd name="csX66" fmla="*/ 120115 w 141774"/>
              <a:gd name="csY66" fmla="*/ 113711 h 131281"/>
              <a:gd name="csX67" fmla="*/ 120506 w 141774"/>
              <a:gd name="csY67" fmla="*/ 111636 h 131281"/>
              <a:gd name="csX68" fmla="*/ 99239 w 141774"/>
              <a:gd name="csY68" fmla="*/ 19493 h 131281"/>
              <a:gd name="csX69" fmla="*/ 97674 w 141774"/>
              <a:gd name="csY69" fmla="*/ 15810 h 131281"/>
              <a:gd name="csX70" fmla="*/ 83502 w 141774"/>
              <a:gd name="csY70" fmla="*/ 1635 h 131281"/>
              <a:gd name="csX71" fmla="*/ 81784 w 141774"/>
              <a:gd name="csY71" fmla="*/ 436 h 131281"/>
              <a:gd name="csX72" fmla="*/ 79725 w 141774"/>
              <a:gd name="csY72" fmla="*/ 0 h 131281"/>
              <a:gd name="csX73" fmla="*/ 77666 w 141774"/>
              <a:gd name="csY73" fmla="*/ 395 h 131281"/>
              <a:gd name="csX74" fmla="*/ 75914 w 141774"/>
              <a:gd name="csY74" fmla="*/ 1557 h 131281"/>
              <a:gd name="csX75" fmla="*/ 74740 w 141774"/>
              <a:gd name="csY75" fmla="*/ 3307 h 131281"/>
              <a:gd name="csX76" fmla="*/ 74349 w 141774"/>
              <a:gd name="csY76" fmla="*/ 5371 h 131281"/>
              <a:gd name="csX77" fmla="*/ 74791 w 141774"/>
              <a:gd name="csY77" fmla="*/ 7426 h 131281"/>
              <a:gd name="csX78" fmla="*/ 75982 w 141774"/>
              <a:gd name="csY78" fmla="*/ 9152 h 131281"/>
              <a:gd name="csX79" fmla="*/ 81086 w 141774"/>
              <a:gd name="csY79" fmla="*/ 14254 h 131281"/>
              <a:gd name="csX80" fmla="*/ 62014 w 141774"/>
              <a:gd name="csY80" fmla="*/ 14254 h 131281"/>
              <a:gd name="csX81" fmla="*/ 59972 w 141774"/>
              <a:gd name="csY81" fmla="*/ 14637 h 131281"/>
              <a:gd name="csX82" fmla="*/ 58220 w 141774"/>
              <a:gd name="csY82" fmla="*/ 15783 h 131281"/>
              <a:gd name="csX83" fmla="*/ 57046 w 141774"/>
              <a:gd name="csY83" fmla="*/ 17517 h 131281"/>
              <a:gd name="csX84" fmla="*/ 56638 w 141774"/>
              <a:gd name="csY84" fmla="*/ 19570 h 131281"/>
              <a:gd name="csX85" fmla="*/ 57046 w 141774"/>
              <a:gd name="csY85" fmla="*/ 21621 h 131281"/>
              <a:gd name="csX86" fmla="*/ 58220 w 141774"/>
              <a:gd name="csY86" fmla="*/ 23355 h 131281"/>
              <a:gd name="csX87" fmla="*/ 59972 w 141774"/>
              <a:gd name="csY87" fmla="*/ 24503 h 131281"/>
              <a:gd name="csX88" fmla="*/ 62014 w 141774"/>
              <a:gd name="csY88" fmla="*/ 24886 h 131281"/>
              <a:gd name="csX89" fmla="*/ 81086 w 141774"/>
              <a:gd name="csY89" fmla="*/ 24886 h 131281"/>
              <a:gd name="csX90" fmla="*/ 75982 w 141774"/>
              <a:gd name="csY90" fmla="*/ 29986 h 131281"/>
              <a:gd name="csX91" fmla="*/ 74791 w 141774"/>
              <a:gd name="csY91" fmla="*/ 31712 h 131281"/>
              <a:gd name="csX92" fmla="*/ 74349 w 141774"/>
              <a:gd name="csY92" fmla="*/ 33767 h 131281"/>
              <a:gd name="csX93" fmla="*/ 74740 w 141774"/>
              <a:gd name="csY93" fmla="*/ 35831 h 131281"/>
              <a:gd name="csX94" fmla="*/ 75914 w 141774"/>
              <a:gd name="csY94" fmla="*/ 37581 h 131281"/>
              <a:gd name="csX95" fmla="*/ 77666 w 141774"/>
              <a:gd name="csY95" fmla="*/ 38743 h 131281"/>
              <a:gd name="csX96" fmla="*/ 79725 w 141774"/>
              <a:gd name="csY96" fmla="*/ 39138 h 131281"/>
              <a:gd name="csX97" fmla="*/ 81784 w 141774"/>
              <a:gd name="csY97" fmla="*/ 38702 h 131281"/>
              <a:gd name="csX98" fmla="*/ 83502 w 141774"/>
              <a:gd name="csY98" fmla="*/ 37503 h 131281"/>
              <a:gd name="csX99" fmla="*/ 97674 w 141774"/>
              <a:gd name="csY99" fmla="*/ 23328 h 131281"/>
              <a:gd name="csX100" fmla="*/ 98848 w 141774"/>
              <a:gd name="csY100" fmla="*/ 21569 h 131281"/>
              <a:gd name="csX101" fmla="*/ 99239 w 141774"/>
              <a:gd name="csY101" fmla="*/ 19493 h 131281"/>
              <a:gd name="csX102" fmla="*/ 92145 w 141774"/>
              <a:gd name="csY102" fmla="*/ 65641 h 131281"/>
              <a:gd name="csX103" fmla="*/ 76203 w 141774"/>
              <a:gd name="csY103" fmla="*/ 49693 h 131281"/>
              <a:gd name="csX104" fmla="*/ 15942 w 141774"/>
              <a:gd name="csY104" fmla="*/ 49693 h 131281"/>
              <a:gd name="csX105" fmla="*/ 0 w 141774"/>
              <a:gd name="csY105" fmla="*/ 65641 h 131281"/>
              <a:gd name="csX106" fmla="*/ 15942 w 141774"/>
              <a:gd name="csY106" fmla="*/ 81589 h 131281"/>
              <a:gd name="csX107" fmla="*/ 76203 w 141774"/>
              <a:gd name="csY107" fmla="*/ 81589 h 131281"/>
              <a:gd name="csX108" fmla="*/ 92145 w 141774"/>
              <a:gd name="csY108" fmla="*/ 65641 h 131281"/>
              <a:gd name="csX109" fmla="*/ 70878 w 141774"/>
              <a:gd name="csY109" fmla="*/ 111712 h 131281"/>
              <a:gd name="csX110" fmla="*/ 54936 w 141774"/>
              <a:gd name="csY110" fmla="*/ 95764 h 131281"/>
              <a:gd name="csX111" fmla="*/ 15942 w 141774"/>
              <a:gd name="csY111" fmla="*/ 95764 h 131281"/>
              <a:gd name="csX112" fmla="*/ 0 w 141774"/>
              <a:gd name="csY112" fmla="*/ 111712 h 131281"/>
              <a:gd name="csX113" fmla="*/ 15942 w 141774"/>
              <a:gd name="csY113" fmla="*/ 127660 h 131281"/>
              <a:gd name="csX114" fmla="*/ 54936 w 141774"/>
              <a:gd name="csY114" fmla="*/ 127660 h 131281"/>
              <a:gd name="csX115" fmla="*/ 70878 w 141774"/>
              <a:gd name="csY115" fmla="*/ 111712 h 131281"/>
              <a:gd name="csX116" fmla="*/ 49611 w 141774"/>
              <a:gd name="csY116" fmla="*/ 19570 h 131281"/>
              <a:gd name="csX117" fmla="*/ 33670 w 141774"/>
              <a:gd name="csY117" fmla="*/ 3622 h 131281"/>
              <a:gd name="csX118" fmla="*/ 15942 w 141774"/>
              <a:gd name="csY118" fmla="*/ 3622 h 131281"/>
              <a:gd name="csX119" fmla="*/ 0 w 141774"/>
              <a:gd name="csY119" fmla="*/ 19570 h 131281"/>
              <a:gd name="csX120" fmla="*/ 15942 w 141774"/>
              <a:gd name="csY120" fmla="*/ 35518 h 131281"/>
              <a:gd name="csX121" fmla="*/ 33670 w 141774"/>
              <a:gd name="csY121" fmla="*/ 35518 h 131281"/>
              <a:gd name="csX122" fmla="*/ 49611 w 141774"/>
              <a:gd name="csY122" fmla="*/ 19570 h 131281"/>
            </a:gdLst>
            <a:ahLst/>
            <a:cxnLst/>
            <a:rect l="l" t="t" r="r" b="b"/>
            <a:pathLst>
              <a:path w="100000" h="100000">
                <a:moveTo>
                  <a:pt x="99999" y="49946"/>
                </a:moveTo>
                <a:cubicBezTo>
                  <a:pt x="99987" y="48971"/>
                  <a:pt x="99591" y="48039"/>
                  <a:pt x="98895" y="47349"/>
                </a:cubicBezTo>
                <a:lnTo>
                  <a:pt x="88899" y="37350"/>
                </a:lnTo>
                <a:cubicBezTo>
                  <a:pt x="88551" y="36990"/>
                  <a:pt x="88143" y="36703"/>
                  <a:pt x="87687" y="36506"/>
                </a:cubicBezTo>
                <a:cubicBezTo>
                  <a:pt x="87219" y="36307"/>
                  <a:pt x="86727" y="36203"/>
                  <a:pt x="86235" y="36197"/>
                </a:cubicBezTo>
                <a:cubicBezTo>
                  <a:pt x="85731" y="36192"/>
                  <a:pt x="85238" y="36287"/>
                  <a:pt x="84783" y="36475"/>
                </a:cubicBezTo>
                <a:cubicBezTo>
                  <a:pt x="84314" y="36664"/>
                  <a:pt x="83895" y="36944"/>
                  <a:pt x="83547" y="37296"/>
                </a:cubicBezTo>
                <a:cubicBezTo>
                  <a:pt x="83187" y="37649"/>
                  <a:pt x="82911" y="38067"/>
                  <a:pt x="82719" y="38529"/>
                </a:cubicBezTo>
                <a:cubicBezTo>
                  <a:pt x="82538" y="38991"/>
                  <a:pt x="82442" y="39487"/>
                  <a:pt x="82442" y="39985"/>
                </a:cubicBezTo>
                <a:cubicBezTo>
                  <a:pt x="82454" y="40484"/>
                  <a:pt x="82550" y="40978"/>
                  <a:pt x="82754" y="41435"/>
                </a:cubicBezTo>
                <a:cubicBezTo>
                  <a:pt x="82947" y="41893"/>
                  <a:pt x="83235" y="42306"/>
                  <a:pt x="83595" y="42652"/>
                </a:cubicBezTo>
                <a:lnTo>
                  <a:pt x="87195" y="46251"/>
                </a:lnTo>
                <a:lnTo>
                  <a:pt x="73743" y="46251"/>
                </a:lnTo>
                <a:cubicBezTo>
                  <a:pt x="73250" y="46244"/>
                  <a:pt x="72759" y="46336"/>
                  <a:pt x="72302" y="46521"/>
                </a:cubicBezTo>
                <a:cubicBezTo>
                  <a:pt x="71834" y="46706"/>
                  <a:pt x="71414" y="46981"/>
                  <a:pt x="71066" y="47329"/>
                </a:cubicBezTo>
                <a:cubicBezTo>
                  <a:pt x="70706" y="47678"/>
                  <a:pt x="70430" y="48095"/>
                  <a:pt x="70239" y="48553"/>
                </a:cubicBezTo>
                <a:cubicBezTo>
                  <a:pt x="70046" y="49011"/>
                  <a:pt x="69950" y="49504"/>
                  <a:pt x="69950" y="50000"/>
                </a:cubicBezTo>
                <a:cubicBezTo>
                  <a:pt x="69950" y="50497"/>
                  <a:pt x="70046" y="50989"/>
                  <a:pt x="70239" y="51448"/>
                </a:cubicBezTo>
                <a:cubicBezTo>
                  <a:pt x="70430" y="51905"/>
                  <a:pt x="70706" y="52322"/>
                  <a:pt x="71066" y="52670"/>
                </a:cubicBezTo>
                <a:cubicBezTo>
                  <a:pt x="71414" y="53019"/>
                  <a:pt x="71834" y="53294"/>
                  <a:pt x="72302" y="53480"/>
                </a:cubicBezTo>
                <a:cubicBezTo>
                  <a:pt x="72759" y="53665"/>
                  <a:pt x="73250" y="53757"/>
                  <a:pt x="73743" y="53750"/>
                </a:cubicBezTo>
                <a:lnTo>
                  <a:pt x="87195" y="53750"/>
                </a:lnTo>
                <a:lnTo>
                  <a:pt x="83595" y="57349"/>
                </a:lnTo>
                <a:cubicBezTo>
                  <a:pt x="83235" y="57694"/>
                  <a:pt x="82947" y="58108"/>
                  <a:pt x="82754" y="58565"/>
                </a:cubicBezTo>
                <a:cubicBezTo>
                  <a:pt x="82550" y="59023"/>
                  <a:pt x="82454" y="59517"/>
                  <a:pt x="82442" y="60014"/>
                </a:cubicBezTo>
                <a:cubicBezTo>
                  <a:pt x="82442" y="60514"/>
                  <a:pt x="82538" y="61009"/>
                  <a:pt x="82719" y="61470"/>
                </a:cubicBezTo>
                <a:cubicBezTo>
                  <a:pt x="82911" y="61932"/>
                  <a:pt x="83187" y="62352"/>
                  <a:pt x="83547" y="62704"/>
                </a:cubicBezTo>
                <a:cubicBezTo>
                  <a:pt x="83895" y="63057"/>
                  <a:pt x="84314" y="63336"/>
                  <a:pt x="84783" y="63525"/>
                </a:cubicBezTo>
                <a:cubicBezTo>
                  <a:pt x="85238" y="63714"/>
                  <a:pt x="85731" y="63808"/>
                  <a:pt x="86235" y="63803"/>
                </a:cubicBezTo>
                <a:cubicBezTo>
                  <a:pt x="86727" y="63798"/>
                  <a:pt x="87219" y="63693"/>
                  <a:pt x="87687" y="63495"/>
                </a:cubicBezTo>
                <a:cubicBezTo>
                  <a:pt x="88143" y="63298"/>
                  <a:pt x="88551" y="63010"/>
                  <a:pt x="88899" y="62651"/>
                </a:cubicBezTo>
                <a:lnTo>
                  <a:pt x="98895" y="52651"/>
                </a:lnTo>
                <a:cubicBezTo>
                  <a:pt x="99255" y="52297"/>
                  <a:pt x="99532" y="51874"/>
                  <a:pt x="99724" y="51410"/>
                </a:cubicBezTo>
                <a:cubicBezTo>
                  <a:pt x="99915" y="50946"/>
                  <a:pt x="100011" y="50448"/>
                  <a:pt x="99999" y="49946"/>
                </a:cubicBezTo>
                <a:close/>
                <a:moveTo>
                  <a:pt x="84999" y="82443"/>
                </a:moveTo>
                <a:cubicBezTo>
                  <a:pt x="84987" y="81467"/>
                  <a:pt x="84591" y="80536"/>
                  <a:pt x="83895" y="79846"/>
                </a:cubicBezTo>
                <a:lnTo>
                  <a:pt x="73899" y="69846"/>
                </a:lnTo>
                <a:cubicBezTo>
                  <a:pt x="73550" y="69488"/>
                  <a:pt x="73142" y="69199"/>
                  <a:pt x="72686" y="69002"/>
                </a:cubicBezTo>
                <a:cubicBezTo>
                  <a:pt x="72218" y="68804"/>
                  <a:pt x="71726" y="68699"/>
                  <a:pt x="71234" y="68694"/>
                </a:cubicBezTo>
                <a:cubicBezTo>
                  <a:pt x="70730" y="68689"/>
                  <a:pt x="70239" y="68783"/>
                  <a:pt x="69782" y="68973"/>
                </a:cubicBezTo>
                <a:cubicBezTo>
                  <a:pt x="69314" y="69161"/>
                  <a:pt x="68894" y="69440"/>
                  <a:pt x="68546" y="69792"/>
                </a:cubicBezTo>
                <a:cubicBezTo>
                  <a:pt x="68186" y="70145"/>
                  <a:pt x="67910" y="70565"/>
                  <a:pt x="67718" y="71027"/>
                </a:cubicBezTo>
                <a:cubicBezTo>
                  <a:pt x="67538" y="71489"/>
                  <a:pt x="67443" y="71983"/>
                  <a:pt x="67443" y="72483"/>
                </a:cubicBezTo>
                <a:cubicBezTo>
                  <a:pt x="67454" y="72981"/>
                  <a:pt x="67550" y="73474"/>
                  <a:pt x="67754" y="73932"/>
                </a:cubicBezTo>
                <a:cubicBezTo>
                  <a:pt x="67946" y="74390"/>
                  <a:pt x="68234" y="74803"/>
                  <a:pt x="68594" y="75149"/>
                </a:cubicBezTo>
                <a:lnTo>
                  <a:pt x="72194" y="78747"/>
                </a:lnTo>
                <a:lnTo>
                  <a:pt x="58742" y="78747"/>
                </a:lnTo>
                <a:cubicBezTo>
                  <a:pt x="58250" y="78740"/>
                  <a:pt x="57758" y="78832"/>
                  <a:pt x="57302" y="79017"/>
                </a:cubicBezTo>
                <a:cubicBezTo>
                  <a:pt x="56834" y="79203"/>
                  <a:pt x="56414" y="79478"/>
                  <a:pt x="56066" y="79827"/>
                </a:cubicBezTo>
                <a:cubicBezTo>
                  <a:pt x="55706" y="80176"/>
                  <a:pt x="55430" y="80591"/>
                  <a:pt x="55238" y="81050"/>
                </a:cubicBezTo>
                <a:cubicBezTo>
                  <a:pt x="55046" y="81508"/>
                  <a:pt x="54949" y="82000"/>
                  <a:pt x="54949" y="82496"/>
                </a:cubicBezTo>
                <a:cubicBezTo>
                  <a:pt x="54949" y="82993"/>
                  <a:pt x="55046" y="83485"/>
                  <a:pt x="55238" y="83944"/>
                </a:cubicBezTo>
                <a:cubicBezTo>
                  <a:pt x="55430" y="84403"/>
                  <a:pt x="55706" y="84818"/>
                  <a:pt x="56066" y="85168"/>
                </a:cubicBezTo>
                <a:cubicBezTo>
                  <a:pt x="56414" y="85517"/>
                  <a:pt x="56834" y="85791"/>
                  <a:pt x="57302" y="85976"/>
                </a:cubicBezTo>
                <a:cubicBezTo>
                  <a:pt x="57758" y="86162"/>
                  <a:pt x="58250" y="86253"/>
                  <a:pt x="58742" y="86246"/>
                </a:cubicBezTo>
                <a:lnTo>
                  <a:pt x="72194" y="86246"/>
                </a:lnTo>
                <a:lnTo>
                  <a:pt x="68594" y="89845"/>
                </a:lnTo>
                <a:cubicBezTo>
                  <a:pt x="68234" y="90190"/>
                  <a:pt x="67946" y="90604"/>
                  <a:pt x="67754" y="91062"/>
                </a:cubicBezTo>
                <a:cubicBezTo>
                  <a:pt x="67550" y="91520"/>
                  <a:pt x="67454" y="92013"/>
                  <a:pt x="67443" y="92512"/>
                </a:cubicBezTo>
                <a:cubicBezTo>
                  <a:pt x="67443" y="93010"/>
                  <a:pt x="67538" y="93506"/>
                  <a:pt x="67718" y="93968"/>
                </a:cubicBezTo>
                <a:cubicBezTo>
                  <a:pt x="67910" y="94430"/>
                  <a:pt x="68186" y="94848"/>
                  <a:pt x="68546" y="95201"/>
                </a:cubicBezTo>
                <a:cubicBezTo>
                  <a:pt x="68894" y="95554"/>
                  <a:pt x="69314" y="95833"/>
                  <a:pt x="69782" y="96021"/>
                </a:cubicBezTo>
                <a:cubicBezTo>
                  <a:pt x="70239" y="96210"/>
                  <a:pt x="70730" y="96305"/>
                  <a:pt x="71234" y="96300"/>
                </a:cubicBezTo>
                <a:cubicBezTo>
                  <a:pt x="71726" y="96294"/>
                  <a:pt x="72218" y="96189"/>
                  <a:pt x="72686" y="95992"/>
                </a:cubicBezTo>
                <a:cubicBezTo>
                  <a:pt x="73142" y="95794"/>
                  <a:pt x="73550" y="95507"/>
                  <a:pt x="73899" y="95147"/>
                </a:cubicBezTo>
                <a:lnTo>
                  <a:pt x="83895" y="85149"/>
                </a:lnTo>
                <a:cubicBezTo>
                  <a:pt x="84255" y="84793"/>
                  <a:pt x="84531" y="84372"/>
                  <a:pt x="84723" y="83906"/>
                </a:cubicBezTo>
                <a:cubicBezTo>
                  <a:pt x="84915" y="83442"/>
                  <a:pt x="85011" y="82944"/>
                  <a:pt x="84999" y="82443"/>
                </a:cubicBezTo>
                <a:close/>
                <a:moveTo>
                  <a:pt x="69998" y="17450"/>
                </a:moveTo>
                <a:cubicBezTo>
                  <a:pt x="69986" y="16474"/>
                  <a:pt x="69590" y="15543"/>
                  <a:pt x="68894" y="14852"/>
                </a:cubicBezTo>
                <a:lnTo>
                  <a:pt x="58898" y="4854"/>
                </a:lnTo>
                <a:cubicBezTo>
                  <a:pt x="58550" y="4494"/>
                  <a:pt x="58142" y="4206"/>
                  <a:pt x="57686" y="4008"/>
                </a:cubicBezTo>
                <a:cubicBezTo>
                  <a:pt x="57218" y="3811"/>
                  <a:pt x="56725" y="3706"/>
                  <a:pt x="56234" y="3701"/>
                </a:cubicBezTo>
                <a:cubicBezTo>
                  <a:pt x="55730" y="3696"/>
                  <a:pt x="55238" y="3791"/>
                  <a:pt x="54782" y="3979"/>
                </a:cubicBezTo>
                <a:cubicBezTo>
                  <a:pt x="54314" y="4168"/>
                  <a:pt x="53894" y="4446"/>
                  <a:pt x="53546" y="4799"/>
                </a:cubicBezTo>
                <a:cubicBezTo>
                  <a:pt x="53186" y="5152"/>
                  <a:pt x="52910" y="5571"/>
                  <a:pt x="52718" y="6033"/>
                </a:cubicBezTo>
                <a:cubicBezTo>
                  <a:pt x="52538" y="6495"/>
                  <a:pt x="52442" y="6990"/>
                  <a:pt x="52442" y="7489"/>
                </a:cubicBezTo>
                <a:cubicBezTo>
                  <a:pt x="52454" y="7988"/>
                  <a:pt x="52550" y="8481"/>
                  <a:pt x="52754" y="8939"/>
                </a:cubicBezTo>
                <a:cubicBezTo>
                  <a:pt x="52946" y="9396"/>
                  <a:pt x="53234" y="9810"/>
                  <a:pt x="53594" y="10156"/>
                </a:cubicBezTo>
                <a:lnTo>
                  <a:pt x="57194" y="13755"/>
                </a:lnTo>
                <a:lnTo>
                  <a:pt x="43741" y="13755"/>
                </a:lnTo>
                <a:cubicBezTo>
                  <a:pt x="43249" y="13748"/>
                  <a:pt x="42757" y="13839"/>
                  <a:pt x="42301" y="14025"/>
                </a:cubicBezTo>
                <a:cubicBezTo>
                  <a:pt x="41833" y="14210"/>
                  <a:pt x="41413" y="14484"/>
                  <a:pt x="41065" y="14833"/>
                </a:cubicBezTo>
                <a:cubicBezTo>
                  <a:pt x="40706" y="15182"/>
                  <a:pt x="40429" y="15598"/>
                  <a:pt x="40237" y="16056"/>
                </a:cubicBezTo>
                <a:cubicBezTo>
                  <a:pt x="40045" y="16514"/>
                  <a:pt x="39949" y="17006"/>
                  <a:pt x="39949" y="17504"/>
                </a:cubicBezTo>
                <a:cubicBezTo>
                  <a:pt x="39949" y="18001"/>
                  <a:pt x="40045" y="18493"/>
                  <a:pt x="40237" y="18951"/>
                </a:cubicBezTo>
                <a:cubicBezTo>
                  <a:pt x="40429" y="19409"/>
                  <a:pt x="40706" y="19825"/>
                  <a:pt x="41065" y="20174"/>
                </a:cubicBezTo>
                <a:cubicBezTo>
                  <a:pt x="41413" y="20523"/>
                  <a:pt x="41833" y="20798"/>
                  <a:pt x="42301" y="20984"/>
                </a:cubicBezTo>
                <a:cubicBezTo>
                  <a:pt x="42757" y="21169"/>
                  <a:pt x="43249" y="21260"/>
                  <a:pt x="43741" y="21254"/>
                </a:cubicBezTo>
                <a:lnTo>
                  <a:pt x="57194" y="21254"/>
                </a:lnTo>
                <a:lnTo>
                  <a:pt x="53594" y="24851"/>
                </a:lnTo>
                <a:cubicBezTo>
                  <a:pt x="53234" y="25197"/>
                  <a:pt x="52946" y="25611"/>
                  <a:pt x="52754" y="26069"/>
                </a:cubicBezTo>
                <a:cubicBezTo>
                  <a:pt x="52550" y="26527"/>
                  <a:pt x="52454" y="27019"/>
                  <a:pt x="52442" y="27518"/>
                </a:cubicBezTo>
                <a:cubicBezTo>
                  <a:pt x="52442" y="28017"/>
                  <a:pt x="52538" y="28512"/>
                  <a:pt x="52718" y="28974"/>
                </a:cubicBezTo>
                <a:cubicBezTo>
                  <a:pt x="52910" y="29436"/>
                  <a:pt x="53186" y="29856"/>
                  <a:pt x="53546" y="30208"/>
                </a:cubicBezTo>
                <a:cubicBezTo>
                  <a:pt x="53894" y="30561"/>
                  <a:pt x="54314" y="30840"/>
                  <a:pt x="54782" y="31028"/>
                </a:cubicBezTo>
                <a:cubicBezTo>
                  <a:pt x="55238" y="31216"/>
                  <a:pt x="55730" y="31311"/>
                  <a:pt x="56234" y="31307"/>
                </a:cubicBezTo>
                <a:cubicBezTo>
                  <a:pt x="56725" y="31302"/>
                  <a:pt x="57218" y="31197"/>
                  <a:pt x="57686" y="30999"/>
                </a:cubicBezTo>
                <a:cubicBezTo>
                  <a:pt x="58142" y="30801"/>
                  <a:pt x="58550" y="30513"/>
                  <a:pt x="58898" y="30153"/>
                </a:cubicBezTo>
                <a:lnTo>
                  <a:pt x="68894" y="20155"/>
                </a:lnTo>
                <a:cubicBezTo>
                  <a:pt x="69254" y="19801"/>
                  <a:pt x="69530" y="19378"/>
                  <a:pt x="69722" y="18914"/>
                </a:cubicBezTo>
                <a:cubicBezTo>
                  <a:pt x="69914" y="18449"/>
                  <a:pt x="70010" y="17951"/>
                  <a:pt x="69998" y="17450"/>
                </a:cubicBezTo>
                <a:close/>
                <a:moveTo>
                  <a:pt x="64994" y="50000"/>
                </a:moveTo>
                <a:cubicBezTo>
                  <a:pt x="64994" y="43832"/>
                  <a:pt x="59918" y="38751"/>
                  <a:pt x="53750" y="38751"/>
                </a:cubicBezTo>
                <a:lnTo>
                  <a:pt x="11245" y="38751"/>
                </a:lnTo>
                <a:cubicBezTo>
                  <a:pt x="5076" y="38751"/>
                  <a:pt x="0" y="43832"/>
                  <a:pt x="0" y="50000"/>
                </a:cubicBezTo>
                <a:cubicBezTo>
                  <a:pt x="0" y="56169"/>
                  <a:pt x="5076" y="61249"/>
                  <a:pt x="11245" y="61249"/>
                </a:cubicBezTo>
                <a:lnTo>
                  <a:pt x="53750" y="61249"/>
                </a:lnTo>
                <a:cubicBezTo>
                  <a:pt x="59918" y="61249"/>
                  <a:pt x="64994" y="56169"/>
                  <a:pt x="64994" y="50000"/>
                </a:cubicBezTo>
                <a:close/>
                <a:moveTo>
                  <a:pt x="49994" y="82496"/>
                </a:moveTo>
                <a:cubicBezTo>
                  <a:pt x="49994" y="76329"/>
                  <a:pt x="44917" y="71248"/>
                  <a:pt x="38749" y="71248"/>
                </a:cubicBezTo>
                <a:lnTo>
                  <a:pt x="11245" y="71248"/>
                </a:lnTo>
                <a:cubicBezTo>
                  <a:pt x="5076" y="71248"/>
                  <a:pt x="0" y="76329"/>
                  <a:pt x="0" y="82496"/>
                </a:cubicBezTo>
                <a:cubicBezTo>
                  <a:pt x="0" y="88665"/>
                  <a:pt x="5076" y="93745"/>
                  <a:pt x="11245" y="93745"/>
                </a:cubicBezTo>
                <a:lnTo>
                  <a:pt x="38749" y="93745"/>
                </a:lnTo>
                <a:cubicBezTo>
                  <a:pt x="44917" y="93745"/>
                  <a:pt x="49994" y="88665"/>
                  <a:pt x="49994" y="82496"/>
                </a:cubicBezTo>
                <a:close/>
                <a:moveTo>
                  <a:pt x="34993" y="17504"/>
                </a:moveTo>
                <a:cubicBezTo>
                  <a:pt x="34993" y="11335"/>
                  <a:pt x="29917" y="6255"/>
                  <a:pt x="23749" y="6255"/>
                </a:cubicBezTo>
                <a:lnTo>
                  <a:pt x="11245" y="6255"/>
                </a:lnTo>
                <a:cubicBezTo>
                  <a:pt x="5076" y="6255"/>
                  <a:pt x="0" y="11335"/>
                  <a:pt x="0" y="17504"/>
                </a:cubicBezTo>
                <a:cubicBezTo>
                  <a:pt x="0" y="23672"/>
                  <a:pt x="5076" y="28753"/>
                  <a:pt x="11245" y="28753"/>
                </a:cubicBezTo>
                <a:lnTo>
                  <a:pt x="23749" y="28753"/>
                </a:lnTo>
                <a:cubicBezTo>
                  <a:pt x="29917" y="28753"/>
                  <a:pt x="34993" y="23672"/>
                  <a:pt x="34993" y="175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8" name="Красный — SVG 37">
            <a:extLst>
              <a:ext uri="{FF2B5EF4-FFF2-40B4-BE49-F238E27FC236}">
                <a16:creationId xmlns:a16="http://schemas.microsoft.com/office/drawing/2014/main" id="{70084A3D-A689-F247-B78F-8D6181B82994}"/>
              </a:ext>
            </a:extLst>
          </p:cNvPr>
          <p:cNvSpPr>
            <a:spLocks noGrp="1"/>
          </p:cNvSpPr>
          <p:nvPr/>
        </p:nvSpPr>
        <p:spPr>
          <a:xfrm>
            <a:off x="420000" y="1670000"/>
            <a:ext cx="220000" cy="220000"/>
          </a:xfrm>
          <a:custGeom>
            <a:avLst/>
            <a:gdLst>
              <a:gd name="csX0" fmla="*/ 102132 w 141828"/>
              <a:gd name="csY0" fmla="*/ 38984 h 131126"/>
              <a:gd name="csX1" fmla="*/ 39743 w 141828"/>
              <a:gd name="csY1" fmla="*/ 38984 h 131126"/>
              <a:gd name="csX2" fmla="*/ 56757 w 141828"/>
              <a:gd name="csY2" fmla="*/ 8152 h 131126"/>
              <a:gd name="csX3" fmla="*/ 70929 w 141828"/>
              <a:gd name="csY3" fmla="*/ 0 h 131126"/>
              <a:gd name="csX4" fmla="*/ 85118 w 141828"/>
              <a:gd name="csY4" fmla="*/ 8152 h 131126"/>
              <a:gd name="csX5" fmla="*/ 102132 w 141828"/>
              <a:gd name="csY5" fmla="*/ 38984 h 131126"/>
              <a:gd name="csX6" fmla="*/ 127652 w 141828"/>
              <a:gd name="csY6" fmla="*/ 85056 h 131126"/>
              <a:gd name="csX7" fmla="*/ 14581 w 141828"/>
              <a:gd name="csY7" fmla="*/ 85056 h 131126"/>
              <a:gd name="csX8" fmla="*/ 34078 w 141828"/>
              <a:gd name="csY8" fmla="*/ 49616 h 131126"/>
              <a:gd name="csX9" fmla="*/ 107797 w 141828"/>
              <a:gd name="csY9" fmla="*/ 49616 h 131126"/>
              <a:gd name="csX10" fmla="*/ 127652 w 141828"/>
              <a:gd name="csY10" fmla="*/ 85056 h 131126"/>
              <a:gd name="csX11" fmla="*/ 139697 w 141828"/>
              <a:gd name="csY11" fmla="*/ 123331 h 131126"/>
              <a:gd name="csX12" fmla="*/ 125882 w 141828"/>
              <a:gd name="csY12" fmla="*/ 131127 h 131126"/>
              <a:gd name="csX13" fmla="*/ 15992 w 141828"/>
              <a:gd name="csY13" fmla="*/ 131127 h 131126"/>
              <a:gd name="csX14" fmla="*/ 2178 w 141828"/>
              <a:gd name="csY14" fmla="*/ 123331 h 131126"/>
              <a:gd name="csX15" fmla="*/ 1821 w 141828"/>
              <a:gd name="csY15" fmla="*/ 107383 h 131126"/>
              <a:gd name="csX16" fmla="*/ 8558 w 141828"/>
              <a:gd name="csY16" fmla="*/ 95687 h 131126"/>
              <a:gd name="csX17" fmla="*/ 133317 w 141828"/>
              <a:gd name="csY17" fmla="*/ 95687 h 131126"/>
              <a:gd name="csX18" fmla="*/ 139697 w 141828"/>
              <a:gd name="csY18" fmla="*/ 107383 h 131126"/>
              <a:gd name="csX19" fmla="*/ 139697 w 141828"/>
              <a:gd name="csY19" fmla="*/ 123331 h 131126"/>
            </a:gdLst>
            <a:ahLst/>
            <a:cxnLst/>
            <a:rect l="l" t="t" r="r" b="b"/>
            <a:pathLst>
              <a:path w="100000" h="100000">
                <a:moveTo>
                  <a:pt x="72011" y="31260"/>
                </a:moveTo>
                <a:lnTo>
                  <a:pt x="28022" y="31260"/>
                </a:lnTo>
                <a:lnTo>
                  <a:pt x="40018" y="9521"/>
                </a:lnTo>
                <a:cubicBezTo>
                  <a:pt x="42273" y="6022"/>
                  <a:pt x="45764" y="3773"/>
                  <a:pt x="50011" y="3773"/>
                </a:cubicBezTo>
                <a:cubicBezTo>
                  <a:pt x="54269" y="3773"/>
                  <a:pt x="57759" y="6022"/>
                  <a:pt x="60015" y="9521"/>
                </a:cubicBezTo>
                <a:lnTo>
                  <a:pt x="72011" y="31260"/>
                </a:lnTo>
                <a:close/>
                <a:moveTo>
                  <a:pt x="90005" y="63744"/>
                </a:moveTo>
                <a:lnTo>
                  <a:pt x="10281" y="63744"/>
                </a:lnTo>
                <a:lnTo>
                  <a:pt x="24028" y="38756"/>
                </a:lnTo>
                <a:lnTo>
                  <a:pt x="76005" y="38756"/>
                </a:lnTo>
                <a:lnTo>
                  <a:pt x="90005" y="63744"/>
                </a:lnTo>
                <a:close/>
                <a:moveTo>
                  <a:pt x="98497" y="90731"/>
                </a:moveTo>
                <a:cubicBezTo>
                  <a:pt x="96494" y="94230"/>
                  <a:pt x="92752" y="96228"/>
                  <a:pt x="88757" y="96228"/>
                </a:cubicBezTo>
                <a:lnTo>
                  <a:pt x="11276" y="96228"/>
                </a:lnTo>
                <a:cubicBezTo>
                  <a:pt x="7281" y="96228"/>
                  <a:pt x="3527" y="94230"/>
                  <a:pt x="1536" y="90731"/>
                </a:cubicBezTo>
                <a:cubicBezTo>
                  <a:pt x="-467" y="87232"/>
                  <a:pt x="-467" y="82985"/>
                  <a:pt x="1284" y="79486"/>
                </a:cubicBezTo>
                <a:lnTo>
                  <a:pt x="6034" y="71240"/>
                </a:lnTo>
                <a:lnTo>
                  <a:pt x="93999" y="71240"/>
                </a:lnTo>
                <a:lnTo>
                  <a:pt x="98497" y="79486"/>
                </a:lnTo>
                <a:cubicBezTo>
                  <a:pt x="100501" y="82985"/>
                  <a:pt x="100501" y="87232"/>
                  <a:pt x="98497" y="9073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19" name="Красный — SVG 38">
            <a:extLst>
              <a:ext uri="{FF2B5EF4-FFF2-40B4-BE49-F238E27FC236}">
                <a16:creationId xmlns:a16="http://schemas.microsoft.com/office/drawing/2014/main" id="{2834C785-B99C-4C4B-A240-8060249FB4B4}"/>
              </a:ext>
            </a:extLst>
          </p:cNvPr>
          <p:cNvSpPr>
            <a:spLocks noGrp="1"/>
          </p:cNvSpPr>
          <p:nvPr/>
        </p:nvSpPr>
        <p:spPr>
          <a:xfrm>
            <a:off x="1020000" y="1670000"/>
            <a:ext cx="220000" cy="220000"/>
          </a:xfrm>
          <a:custGeom>
            <a:avLst/>
            <a:gdLst>
              <a:gd name="csX0" fmla="*/ 15942 w 155961"/>
              <a:gd name="csY0" fmla="*/ 0 h 141759"/>
              <a:gd name="csX1" fmla="*/ 0 w 155961"/>
              <a:gd name="csY1" fmla="*/ 15948 h 141759"/>
              <a:gd name="csX2" fmla="*/ 0 w 155961"/>
              <a:gd name="csY2" fmla="*/ 35440 h 141759"/>
              <a:gd name="csX3" fmla="*/ 42720 w 155961"/>
              <a:gd name="csY3" fmla="*/ 35440 h 141759"/>
              <a:gd name="csX4" fmla="*/ 48386 w 155961"/>
              <a:gd name="csY4" fmla="*/ 33391 h 141759"/>
              <a:gd name="csX5" fmla="*/ 69125 w 155961"/>
              <a:gd name="csY5" fmla="*/ 16114 h 141759"/>
              <a:gd name="csX6" fmla="*/ 55209 w 155961"/>
              <a:gd name="csY6" fmla="*/ 4513 h 141759"/>
              <a:gd name="csX7" fmla="*/ 42720 w 155961"/>
              <a:gd name="csY7" fmla="*/ 0 h 141759"/>
              <a:gd name="csX8" fmla="*/ 15942 w 155961"/>
              <a:gd name="csY8" fmla="*/ 0 h 141759"/>
              <a:gd name="csX9" fmla="*/ 83808 w 155961"/>
              <a:gd name="csY9" fmla="*/ 17720 h 141759"/>
              <a:gd name="csX10" fmla="*/ 55191 w 155961"/>
              <a:gd name="csY10" fmla="*/ 41545 h 141759"/>
              <a:gd name="csX11" fmla="*/ 42720 w 155961"/>
              <a:gd name="csY11" fmla="*/ 46072 h 141759"/>
              <a:gd name="csX12" fmla="*/ 0 w 155961"/>
              <a:gd name="csY12" fmla="*/ 46072 h 141759"/>
              <a:gd name="csX13" fmla="*/ 0 w 155961"/>
              <a:gd name="csY13" fmla="*/ 97460 h 141759"/>
              <a:gd name="csX14" fmla="*/ 15942 w 155961"/>
              <a:gd name="csY14" fmla="*/ 113407 h 141759"/>
              <a:gd name="csX15" fmla="*/ 56757 w 155961"/>
              <a:gd name="csY15" fmla="*/ 113407 h 141759"/>
              <a:gd name="csX16" fmla="*/ 90375 w 155961"/>
              <a:gd name="csY16" fmla="*/ 81512 h 141759"/>
              <a:gd name="csX17" fmla="*/ 129370 w 155961"/>
              <a:gd name="csY17" fmla="*/ 81512 h 141759"/>
              <a:gd name="csX18" fmla="*/ 141773 w 155961"/>
              <a:gd name="csY18" fmla="*/ 83879 h 141759"/>
              <a:gd name="csX19" fmla="*/ 141773 w 155961"/>
              <a:gd name="csY19" fmla="*/ 33668 h 141759"/>
              <a:gd name="csX20" fmla="*/ 125831 w 155961"/>
              <a:gd name="csY20" fmla="*/ 17720 h 141759"/>
              <a:gd name="csX21" fmla="*/ 83808 w 155961"/>
              <a:gd name="csY21" fmla="*/ 17720 h 141759"/>
              <a:gd name="csX22" fmla="*/ 90375 w 155961"/>
              <a:gd name="csY22" fmla="*/ 88599 h 141759"/>
              <a:gd name="csX23" fmla="*/ 63800 w 155961"/>
              <a:gd name="csY23" fmla="*/ 115179 h 141759"/>
              <a:gd name="csX24" fmla="*/ 90375 w 155961"/>
              <a:gd name="csY24" fmla="*/ 141759 h 141759"/>
              <a:gd name="csX25" fmla="*/ 97470 w 155961"/>
              <a:gd name="csY25" fmla="*/ 141759 h 141759"/>
              <a:gd name="csX26" fmla="*/ 102795 w 155961"/>
              <a:gd name="csY26" fmla="*/ 136443 h 141759"/>
              <a:gd name="csX27" fmla="*/ 97470 w 155961"/>
              <a:gd name="csY27" fmla="*/ 131127 h 141759"/>
              <a:gd name="csX28" fmla="*/ 90375 w 155961"/>
              <a:gd name="csY28" fmla="*/ 131127 h 141759"/>
              <a:gd name="csX29" fmla="*/ 74434 w 155961"/>
              <a:gd name="csY29" fmla="*/ 115179 h 141759"/>
              <a:gd name="csX30" fmla="*/ 90375 w 155961"/>
              <a:gd name="csY30" fmla="*/ 99231 h 141759"/>
              <a:gd name="csX31" fmla="*/ 97470 w 155961"/>
              <a:gd name="csY31" fmla="*/ 99231 h 141759"/>
              <a:gd name="csX32" fmla="*/ 102795 w 155961"/>
              <a:gd name="csY32" fmla="*/ 93915 h 141759"/>
              <a:gd name="csX33" fmla="*/ 97470 w 155961"/>
              <a:gd name="csY33" fmla="*/ 88599 h 141759"/>
              <a:gd name="csX34" fmla="*/ 90375 w 155961"/>
              <a:gd name="csY34" fmla="*/ 88599 h 141759"/>
              <a:gd name="csX35" fmla="*/ 122276 w 155961"/>
              <a:gd name="csY35" fmla="*/ 88599 h 141759"/>
              <a:gd name="csX36" fmla="*/ 116967 w 155961"/>
              <a:gd name="csY36" fmla="*/ 93915 h 141759"/>
              <a:gd name="csX37" fmla="*/ 122276 w 155961"/>
              <a:gd name="csY37" fmla="*/ 99231 h 141759"/>
              <a:gd name="csX38" fmla="*/ 129370 w 155961"/>
              <a:gd name="csY38" fmla="*/ 99231 h 141759"/>
              <a:gd name="csX39" fmla="*/ 145328 w 155961"/>
              <a:gd name="csY39" fmla="*/ 115179 h 141759"/>
              <a:gd name="csX40" fmla="*/ 129370 w 155961"/>
              <a:gd name="csY40" fmla="*/ 131127 h 141759"/>
              <a:gd name="csX41" fmla="*/ 122276 w 155961"/>
              <a:gd name="csY41" fmla="*/ 131127 h 141759"/>
              <a:gd name="csX42" fmla="*/ 116967 w 155961"/>
              <a:gd name="csY42" fmla="*/ 136443 h 141759"/>
              <a:gd name="csX43" fmla="*/ 122276 w 155961"/>
              <a:gd name="csY43" fmla="*/ 141759 h 141759"/>
              <a:gd name="csX44" fmla="*/ 129370 w 155961"/>
              <a:gd name="csY44" fmla="*/ 141759 h 141759"/>
              <a:gd name="csX45" fmla="*/ 155962 w 155961"/>
              <a:gd name="csY45" fmla="*/ 115179 h 141759"/>
              <a:gd name="csX46" fmla="*/ 129370 w 155961"/>
              <a:gd name="csY46" fmla="*/ 88599 h 141759"/>
              <a:gd name="csX47" fmla="*/ 122276 w 155961"/>
              <a:gd name="csY47" fmla="*/ 88599 h 141759"/>
              <a:gd name="csX48" fmla="*/ 90375 w 155961"/>
              <a:gd name="csY48" fmla="*/ 109863 h 141759"/>
              <a:gd name="csX49" fmla="*/ 85067 w 155961"/>
              <a:gd name="csY49" fmla="*/ 115179 h 141759"/>
              <a:gd name="csX50" fmla="*/ 90375 w 155961"/>
              <a:gd name="csY50" fmla="*/ 120495 h 141759"/>
              <a:gd name="csX51" fmla="*/ 129370 w 155961"/>
              <a:gd name="csY51" fmla="*/ 120495 h 141759"/>
              <a:gd name="csX52" fmla="*/ 134695 w 155961"/>
              <a:gd name="csY52" fmla="*/ 115179 h 141759"/>
              <a:gd name="csX53" fmla="*/ 129370 w 155961"/>
              <a:gd name="csY53" fmla="*/ 109863 h 141759"/>
              <a:gd name="csX54" fmla="*/ 90375 w 155961"/>
              <a:gd name="csY54" fmla="*/ 109863 h 141759"/>
            </a:gdLst>
            <a:ahLst/>
            <a:cxnLst/>
            <a:rect l="l" t="t" r="r" b="b"/>
            <a:pathLst>
              <a:path w="100000" h="100000">
                <a:moveTo>
                  <a:pt x="10222" y="4553"/>
                </a:moveTo>
                <a:cubicBezTo>
                  <a:pt x="4593" y="4553"/>
                  <a:pt x="0" y="9143"/>
                  <a:pt x="0" y="14779"/>
                </a:cubicBezTo>
                <a:lnTo>
                  <a:pt x="0" y="27277"/>
                </a:lnTo>
                <a:lnTo>
                  <a:pt x="27391" y="27277"/>
                </a:lnTo>
                <a:cubicBezTo>
                  <a:pt x="28723" y="27277"/>
                  <a:pt x="29999" y="26808"/>
                  <a:pt x="31024" y="25963"/>
                </a:cubicBezTo>
                <a:lnTo>
                  <a:pt x="44322" y="14885"/>
                </a:lnTo>
                <a:lnTo>
                  <a:pt x="35399" y="7447"/>
                </a:lnTo>
                <a:cubicBezTo>
                  <a:pt x="33152" y="5583"/>
                  <a:pt x="30304" y="4553"/>
                  <a:pt x="27391" y="4553"/>
                </a:cubicBezTo>
                <a:lnTo>
                  <a:pt x="10222" y="4553"/>
                </a:lnTo>
                <a:close/>
                <a:moveTo>
                  <a:pt x="53737" y="15915"/>
                </a:moveTo>
                <a:lnTo>
                  <a:pt x="35388" y="31191"/>
                </a:lnTo>
                <a:cubicBezTo>
                  <a:pt x="33152" y="33063"/>
                  <a:pt x="30304" y="34094"/>
                  <a:pt x="27391" y="34094"/>
                </a:cubicBezTo>
                <a:lnTo>
                  <a:pt x="0" y="34094"/>
                </a:lnTo>
                <a:lnTo>
                  <a:pt x="0" y="67043"/>
                </a:lnTo>
                <a:cubicBezTo>
                  <a:pt x="0" y="72678"/>
                  <a:pt x="4593" y="77268"/>
                  <a:pt x="10222" y="77268"/>
                </a:cubicBezTo>
                <a:lnTo>
                  <a:pt x="36392" y="77268"/>
                </a:lnTo>
                <a:cubicBezTo>
                  <a:pt x="36980" y="65888"/>
                  <a:pt x="46428" y="56817"/>
                  <a:pt x="57947" y="56817"/>
                </a:cubicBezTo>
                <a:lnTo>
                  <a:pt x="82950" y="56817"/>
                </a:lnTo>
                <a:cubicBezTo>
                  <a:pt x="85753" y="56817"/>
                  <a:pt x="88448" y="57358"/>
                  <a:pt x="90903" y="58335"/>
                </a:cubicBezTo>
                <a:lnTo>
                  <a:pt x="90903" y="26141"/>
                </a:lnTo>
                <a:cubicBezTo>
                  <a:pt x="90903" y="20505"/>
                  <a:pt x="86310" y="15915"/>
                  <a:pt x="80681" y="15915"/>
                </a:cubicBezTo>
                <a:lnTo>
                  <a:pt x="53737" y="15915"/>
                </a:lnTo>
                <a:close/>
                <a:moveTo>
                  <a:pt x="57947" y="61361"/>
                </a:moveTo>
                <a:cubicBezTo>
                  <a:pt x="48554" y="61361"/>
                  <a:pt x="40908" y="69004"/>
                  <a:pt x="40908" y="78404"/>
                </a:cubicBezTo>
                <a:cubicBezTo>
                  <a:pt x="40908" y="87805"/>
                  <a:pt x="48554" y="95447"/>
                  <a:pt x="57947" y="95447"/>
                </a:cubicBezTo>
                <a:lnTo>
                  <a:pt x="62496" y="95447"/>
                </a:lnTo>
                <a:cubicBezTo>
                  <a:pt x="64383" y="95447"/>
                  <a:pt x="65911" y="93920"/>
                  <a:pt x="65911" y="92038"/>
                </a:cubicBezTo>
                <a:cubicBezTo>
                  <a:pt x="65911" y="90157"/>
                  <a:pt x="64383" y="88630"/>
                  <a:pt x="62496" y="88630"/>
                </a:cubicBezTo>
                <a:lnTo>
                  <a:pt x="57947" y="88630"/>
                </a:lnTo>
                <a:cubicBezTo>
                  <a:pt x="52318" y="88630"/>
                  <a:pt x="47726" y="84040"/>
                  <a:pt x="47726" y="78404"/>
                </a:cubicBezTo>
                <a:cubicBezTo>
                  <a:pt x="47726" y="72769"/>
                  <a:pt x="52318" y="68179"/>
                  <a:pt x="57947" y="68179"/>
                </a:cubicBezTo>
                <a:lnTo>
                  <a:pt x="62496" y="68179"/>
                </a:lnTo>
                <a:cubicBezTo>
                  <a:pt x="64383" y="68179"/>
                  <a:pt x="65911" y="66652"/>
                  <a:pt x="65911" y="64770"/>
                </a:cubicBezTo>
                <a:cubicBezTo>
                  <a:pt x="65911" y="62889"/>
                  <a:pt x="64383" y="61361"/>
                  <a:pt x="62496" y="61361"/>
                </a:cubicBezTo>
                <a:lnTo>
                  <a:pt x="57947" y="61361"/>
                </a:lnTo>
                <a:close/>
                <a:moveTo>
                  <a:pt x="78402" y="61361"/>
                </a:moveTo>
                <a:cubicBezTo>
                  <a:pt x="76525" y="61361"/>
                  <a:pt x="74998" y="62889"/>
                  <a:pt x="74998" y="64770"/>
                </a:cubicBezTo>
                <a:cubicBezTo>
                  <a:pt x="74998" y="66652"/>
                  <a:pt x="76525" y="68179"/>
                  <a:pt x="78402" y="68179"/>
                </a:cubicBezTo>
                <a:lnTo>
                  <a:pt x="82950" y="68179"/>
                </a:lnTo>
                <a:cubicBezTo>
                  <a:pt x="88590" y="68179"/>
                  <a:pt x="93182" y="72769"/>
                  <a:pt x="93182" y="78404"/>
                </a:cubicBezTo>
                <a:cubicBezTo>
                  <a:pt x="93182" y="84040"/>
                  <a:pt x="88590" y="88630"/>
                  <a:pt x="82950" y="88630"/>
                </a:cubicBezTo>
                <a:lnTo>
                  <a:pt x="78402" y="88630"/>
                </a:lnTo>
                <a:cubicBezTo>
                  <a:pt x="76525" y="88630"/>
                  <a:pt x="74998" y="90157"/>
                  <a:pt x="74998" y="92038"/>
                </a:cubicBezTo>
                <a:cubicBezTo>
                  <a:pt x="74998" y="93920"/>
                  <a:pt x="76525" y="95447"/>
                  <a:pt x="78402" y="95447"/>
                </a:cubicBezTo>
                <a:lnTo>
                  <a:pt x="82950" y="95447"/>
                </a:lnTo>
                <a:cubicBezTo>
                  <a:pt x="92354" y="95447"/>
                  <a:pt x="100001" y="87805"/>
                  <a:pt x="100001" y="78404"/>
                </a:cubicBezTo>
                <a:cubicBezTo>
                  <a:pt x="100001" y="69004"/>
                  <a:pt x="92354" y="61361"/>
                  <a:pt x="82950" y="61361"/>
                </a:cubicBezTo>
                <a:lnTo>
                  <a:pt x="78402" y="61361"/>
                </a:lnTo>
                <a:close/>
                <a:moveTo>
                  <a:pt x="57947" y="74996"/>
                </a:moveTo>
                <a:cubicBezTo>
                  <a:pt x="56071" y="74996"/>
                  <a:pt x="54544" y="76523"/>
                  <a:pt x="54544" y="78404"/>
                </a:cubicBezTo>
                <a:cubicBezTo>
                  <a:pt x="54544" y="80286"/>
                  <a:pt x="56071" y="81813"/>
                  <a:pt x="57947" y="81813"/>
                </a:cubicBezTo>
                <a:lnTo>
                  <a:pt x="82950" y="81813"/>
                </a:lnTo>
                <a:cubicBezTo>
                  <a:pt x="84837" y="81813"/>
                  <a:pt x="86365" y="80286"/>
                  <a:pt x="86365" y="78404"/>
                </a:cubicBezTo>
                <a:cubicBezTo>
                  <a:pt x="86365" y="76523"/>
                  <a:pt x="84837" y="74996"/>
                  <a:pt x="82950" y="74996"/>
                </a:cubicBezTo>
                <a:lnTo>
                  <a:pt x="57947" y="7499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0" name="Красный — SVG 39">
            <a:extLst>
              <a:ext uri="{FF2B5EF4-FFF2-40B4-BE49-F238E27FC236}">
                <a16:creationId xmlns:a16="http://schemas.microsoft.com/office/drawing/2014/main" id="{19A5D53C-4CC2-4A41-9F27-7819CA1348FC}"/>
              </a:ext>
            </a:extLst>
          </p:cNvPr>
          <p:cNvSpPr>
            <a:spLocks noGrp="1"/>
          </p:cNvSpPr>
          <p:nvPr/>
        </p:nvSpPr>
        <p:spPr>
          <a:xfrm>
            <a:off x="1620000" y="1670000"/>
            <a:ext cx="220000" cy="220000"/>
          </a:xfrm>
          <a:custGeom>
            <a:avLst/>
            <a:gdLst>
              <a:gd name="csX0" fmla="*/ 17728 w 127600"/>
              <a:gd name="csY0" fmla="*/ 0 h 127583"/>
              <a:gd name="csX1" fmla="*/ 0 w 127600"/>
              <a:gd name="csY1" fmla="*/ 17720 h 127583"/>
              <a:gd name="csX2" fmla="*/ 17728 w 127600"/>
              <a:gd name="csY2" fmla="*/ 35439 h 127583"/>
              <a:gd name="csX3" fmla="*/ 25860 w 127600"/>
              <a:gd name="csY3" fmla="*/ 33371 h 127583"/>
              <a:gd name="csX4" fmla="*/ 33278 w 127600"/>
              <a:gd name="csY4" fmla="*/ 40784 h 127583"/>
              <a:gd name="csX5" fmla="*/ 28361 w 127600"/>
              <a:gd name="csY5" fmla="*/ 56703 h 127583"/>
              <a:gd name="csX6" fmla="*/ 33976 w 127600"/>
              <a:gd name="csY6" fmla="*/ 73558 h 127583"/>
              <a:gd name="csX7" fmla="*/ 25214 w 127600"/>
              <a:gd name="csY7" fmla="*/ 83229 h 127583"/>
              <a:gd name="csX8" fmla="*/ 17728 w 127600"/>
              <a:gd name="csY8" fmla="*/ 81512 h 127583"/>
              <a:gd name="csX9" fmla="*/ 0 w 127600"/>
              <a:gd name="csY9" fmla="*/ 99231 h 127583"/>
              <a:gd name="csX10" fmla="*/ 17728 w 127600"/>
              <a:gd name="csY10" fmla="*/ 116951 h 127583"/>
              <a:gd name="csX11" fmla="*/ 35439 w 127600"/>
              <a:gd name="csY11" fmla="*/ 99231 h 127583"/>
              <a:gd name="csX12" fmla="*/ 33023 w 127600"/>
              <a:gd name="csY12" fmla="*/ 90448 h 127583"/>
              <a:gd name="csX13" fmla="*/ 41785 w 127600"/>
              <a:gd name="csY13" fmla="*/ 80764 h 127583"/>
              <a:gd name="csX14" fmla="*/ 56706 w 127600"/>
              <a:gd name="csY14" fmla="*/ 85056 h 127583"/>
              <a:gd name="csX15" fmla="*/ 61776 w 127600"/>
              <a:gd name="csY15" fmla="*/ 84578 h 127583"/>
              <a:gd name="csX16" fmla="*/ 66846 w 127600"/>
              <a:gd name="csY16" fmla="*/ 96186 h 127583"/>
              <a:gd name="csX17" fmla="*/ 60261 w 127600"/>
              <a:gd name="csY17" fmla="*/ 109863 h 127583"/>
              <a:gd name="csX18" fmla="*/ 77973 w 127600"/>
              <a:gd name="csY18" fmla="*/ 127583 h 127583"/>
              <a:gd name="csX19" fmla="*/ 95700 w 127600"/>
              <a:gd name="csY19" fmla="*/ 109863 h 127583"/>
              <a:gd name="csX20" fmla="*/ 77973 w 127600"/>
              <a:gd name="csY20" fmla="*/ 92144 h 127583"/>
              <a:gd name="csX21" fmla="*/ 76731 w 127600"/>
              <a:gd name="csY21" fmla="*/ 92205 h 127583"/>
              <a:gd name="csX22" fmla="*/ 71694 w 127600"/>
              <a:gd name="csY22" fmla="*/ 80723 h 127583"/>
              <a:gd name="csX23" fmla="*/ 81069 w 127600"/>
              <a:gd name="csY23" fmla="*/ 71149 h 127583"/>
              <a:gd name="csX24" fmla="*/ 92179 w 127600"/>
              <a:gd name="csY24" fmla="*/ 73925 h 127583"/>
              <a:gd name="csX25" fmla="*/ 92162 w 127600"/>
              <a:gd name="csY25" fmla="*/ 74424 h 127583"/>
              <a:gd name="csX26" fmla="*/ 109873 w 127600"/>
              <a:gd name="csY26" fmla="*/ 92144 h 127583"/>
              <a:gd name="csX27" fmla="*/ 127601 w 127600"/>
              <a:gd name="csY27" fmla="*/ 74424 h 127583"/>
              <a:gd name="csX28" fmla="*/ 109873 w 127600"/>
              <a:gd name="csY28" fmla="*/ 56703 h 127583"/>
              <a:gd name="csX29" fmla="*/ 95734 w 127600"/>
              <a:gd name="csY29" fmla="*/ 63861 h 127583"/>
              <a:gd name="csX30" fmla="*/ 84693 w 127600"/>
              <a:gd name="csY30" fmla="*/ 61099 h 127583"/>
              <a:gd name="csX31" fmla="*/ 85067 w 127600"/>
              <a:gd name="csY31" fmla="*/ 56703 h 127583"/>
              <a:gd name="csX32" fmla="*/ 82362 w 127600"/>
              <a:gd name="csY32" fmla="*/ 44695 h 127583"/>
              <a:gd name="csX33" fmla="*/ 96058 w 127600"/>
              <a:gd name="csY33" fmla="*/ 34783 h 127583"/>
              <a:gd name="csX34" fmla="*/ 108103 w 127600"/>
              <a:gd name="csY34" fmla="*/ 38984 h 127583"/>
              <a:gd name="csX35" fmla="*/ 127601 w 127600"/>
              <a:gd name="csY35" fmla="*/ 19491 h 127583"/>
              <a:gd name="csX36" fmla="*/ 108103 w 127600"/>
              <a:gd name="csY36" fmla="*/ 0 h 127583"/>
              <a:gd name="csX37" fmla="*/ 88606 w 127600"/>
              <a:gd name="csY37" fmla="*/ 19491 h 127583"/>
              <a:gd name="csX38" fmla="*/ 89814 w 127600"/>
              <a:gd name="csY38" fmla="*/ 26172 h 127583"/>
              <a:gd name="csX39" fmla="*/ 76118 w 127600"/>
              <a:gd name="csY39" fmla="*/ 36091 h 127583"/>
              <a:gd name="csX40" fmla="*/ 56706 w 127600"/>
              <a:gd name="csY40" fmla="*/ 28352 h 127583"/>
              <a:gd name="csX41" fmla="*/ 40781 w 127600"/>
              <a:gd name="csY41" fmla="*/ 33267 h 127583"/>
              <a:gd name="csX42" fmla="*/ 33381 w 127600"/>
              <a:gd name="csY42" fmla="*/ 25853 h 127583"/>
              <a:gd name="csX43" fmla="*/ 35439 w 127600"/>
              <a:gd name="csY43" fmla="*/ 17720 h 127583"/>
              <a:gd name="csX44" fmla="*/ 17728 w 127600"/>
              <a:gd name="csY44" fmla="*/ 0 h 127583"/>
            </a:gdLst>
            <a:ahLst/>
            <a:cxnLst/>
            <a:rect l="l" t="t" r="r" b="b"/>
            <a:pathLst>
              <a:path w="100000" h="100000">
                <a:moveTo>
                  <a:pt x="13893" y="7"/>
                </a:moveTo>
                <a:cubicBezTo>
                  <a:pt x="6226" y="7"/>
                  <a:pt x="0" y="6236"/>
                  <a:pt x="0" y="13894"/>
                </a:cubicBezTo>
                <a:cubicBezTo>
                  <a:pt x="0" y="21551"/>
                  <a:pt x="6226" y="27780"/>
                  <a:pt x="13893" y="27780"/>
                </a:cubicBezTo>
                <a:cubicBezTo>
                  <a:pt x="16200" y="27780"/>
                  <a:pt x="18346" y="27160"/>
                  <a:pt x="20266" y="26159"/>
                </a:cubicBezTo>
                <a:lnTo>
                  <a:pt x="26080" y="31969"/>
                </a:lnTo>
                <a:cubicBezTo>
                  <a:pt x="23654" y="35529"/>
                  <a:pt x="22226" y="39822"/>
                  <a:pt x="22226" y="44445"/>
                </a:cubicBezTo>
                <a:cubicBezTo>
                  <a:pt x="22226" y="49396"/>
                  <a:pt x="23880" y="53957"/>
                  <a:pt x="26627" y="57654"/>
                </a:cubicBezTo>
                <a:lnTo>
                  <a:pt x="19760" y="65233"/>
                </a:lnTo>
                <a:cubicBezTo>
                  <a:pt x="17973" y="64391"/>
                  <a:pt x="15987" y="63888"/>
                  <a:pt x="13893" y="63888"/>
                </a:cubicBezTo>
                <a:cubicBezTo>
                  <a:pt x="6226" y="63888"/>
                  <a:pt x="0" y="70117"/>
                  <a:pt x="0" y="77774"/>
                </a:cubicBezTo>
                <a:cubicBezTo>
                  <a:pt x="0" y="85431"/>
                  <a:pt x="6226" y="91661"/>
                  <a:pt x="13893" y="91661"/>
                </a:cubicBezTo>
                <a:cubicBezTo>
                  <a:pt x="21547" y="91661"/>
                  <a:pt x="27774" y="85431"/>
                  <a:pt x="27774" y="77774"/>
                </a:cubicBezTo>
                <a:cubicBezTo>
                  <a:pt x="27774" y="75258"/>
                  <a:pt x="27053" y="72928"/>
                  <a:pt x="25880" y="70891"/>
                </a:cubicBezTo>
                <a:lnTo>
                  <a:pt x="32747" y="63301"/>
                </a:lnTo>
                <a:cubicBezTo>
                  <a:pt x="36161" y="65418"/>
                  <a:pt x="40147" y="66665"/>
                  <a:pt x="44440" y="66665"/>
                </a:cubicBezTo>
                <a:cubicBezTo>
                  <a:pt x="45800" y="66665"/>
                  <a:pt x="47121" y="66525"/>
                  <a:pt x="48414" y="66290"/>
                </a:cubicBezTo>
                <a:lnTo>
                  <a:pt x="52387" y="75388"/>
                </a:lnTo>
                <a:cubicBezTo>
                  <a:pt x="49266" y="77936"/>
                  <a:pt x="47226" y="81768"/>
                  <a:pt x="47226" y="86106"/>
                </a:cubicBezTo>
                <a:cubicBezTo>
                  <a:pt x="47226" y="93764"/>
                  <a:pt x="53454" y="99993"/>
                  <a:pt x="61107" y="99993"/>
                </a:cubicBezTo>
                <a:cubicBezTo>
                  <a:pt x="68774" y="99993"/>
                  <a:pt x="75000" y="93764"/>
                  <a:pt x="75000" y="86106"/>
                </a:cubicBezTo>
                <a:cubicBezTo>
                  <a:pt x="75000" y="78449"/>
                  <a:pt x="68774" y="72220"/>
                  <a:pt x="61107" y="72220"/>
                </a:cubicBezTo>
                <a:cubicBezTo>
                  <a:pt x="60774" y="72220"/>
                  <a:pt x="60454" y="72245"/>
                  <a:pt x="60134" y="72268"/>
                </a:cubicBezTo>
                <a:lnTo>
                  <a:pt x="56187" y="63269"/>
                </a:lnTo>
                <a:cubicBezTo>
                  <a:pt x="59200" y="61387"/>
                  <a:pt x="61720" y="58815"/>
                  <a:pt x="63534" y="55766"/>
                </a:cubicBezTo>
                <a:lnTo>
                  <a:pt x="72241" y="57942"/>
                </a:lnTo>
                <a:cubicBezTo>
                  <a:pt x="72241" y="58072"/>
                  <a:pt x="72227" y="58200"/>
                  <a:pt x="72227" y="58333"/>
                </a:cubicBezTo>
                <a:cubicBezTo>
                  <a:pt x="72227" y="65990"/>
                  <a:pt x="78454" y="72220"/>
                  <a:pt x="86107" y="72220"/>
                </a:cubicBezTo>
                <a:cubicBezTo>
                  <a:pt x="93774" y="72220"/>
                  <a:pt x="100001" y="65990"/>
                  <a:pt x="100001" y="58333"/>
                </a:cubicBezTo>
                <a:cubicBezTo>
                  <a:pt x="100001" y="50674"/>
                  <a:pt x="93774" y="44445"/>
                  <a:pt x="86107" y="44445"/>
                </a:cubicBezTo>
                <a:cubicBezTo>
                  <a:pt x="81574" y="44445"/>
                  <a:pt x="77560" y="46671"/>
                  <a:pt x="75027" y="50054"/>
                </a:cubicBezTo>
                <a:lnTo>
                  <a:pt x="66374" y="47890"/>
                </a:lnTo>
                <a:cubicBezTo>
                  <a:pt x="66547" y="46763"/>
                  <a:pt x="66667" y="45620"/>
                  <a:pt x="66667" y="44445"/>
                </a:cubicBezTo>
                <a:cubicBezTo>
                  <a:pt x="66667" y="41079"/>
                  <a:pt x="65893" y="37896"/>
                  <a:pt x="64547" y="35034"/>
                </a:cubicBezTo>
                <a:lnTo>
                  <a:pt x="75281" y="27266"/>
                </a:lnTo>
                <a:cubicBezTo>
                  <a:pt x="77880" y="29320"/>
                  <a:pt x="81161" y="30558"/>
                  <a:pt x="84720" y="30558"/>
                </a:cubicBezTo>
                <a:cubicBezTo>
                  <a:pt x="93147" y="30558"/>
                  <a:pt x="100001" y="23707"/>
                  <a:pt x="100001" y="15282"/>
                </a:cubicBezTo>
                <a:cubicBezTo>
                  <a:pt x="100001" y="6859"/>
                  <a:pt x="93147" y="7"/>
                  <a:pt x="84720" y="7"/>
                </a:cubicBezTo>
                <a:cubicBezTo>
                  <a:pt x="76294" y="7"/>
                  <a:pt x="69440" y="6859"/>
                  <a:pt x="69440" y="15282"/>
                </a:cubicBezTo>
                <a:cubicBezTo>
                  <a:pt x="69440" y="17123"/>
                  <a:pt x="69787" y="18881"/>
                  <a:pt x="70387" y="20518"/>
                </a:cubicBezTo>
                <a:lnTo>
                  <a:pt x="59654" y="28291"/>
                </a:lnTo>
                <a:cubicBezTo>
                  <a:pt x="55667" y="24543"/>
                  <a:pt x="50334" y="22226"/>
                  <a:pt x="44440" y="22226"/>
                </a:cubicBezTo>
                <a:cubicBezTo>
                  <a:pt x="39827" y="22226"/>
                  <a:pt x="35520" y="23652"/>
                  <a:pt x="31960" y="26078"/>
                </a:cubicBezTo>
                <a:lnTo>
                  <a:pt x="26161" y="20268"/>
                </a:lnTo>
                <a:cubicBezTo>
                  <a:pt x="27161" y="18350"/>
                  <a:pt x="27774" y="16203"/>
                  <a:pt x="27774" y="13894"/>
                </a:cubicBezTo>
                <a:cubicBezTo>
                  <a:pt x="27774" y="6236"/>
                  <a:pt x="21547" y="7"/>
                  <a:pt x="13893" y="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1" name="Красный — SVG 40">
            <a:extLst>
              <a:ext uri="{FF2B5EF4-FFF2-40B4-BE49-F238E27FC236}">
                <a16:creationId xmlns:a16="http://schemas.microsoft.com/office/drawing/2014/main" id="{9A07E10A-D9B1-1745-9132-746ABF6172E9}"/>
              </a:ext>
            </a:extLst>
          </p:cNvPr>
          <p:cNvSpPr>
            <a:spLocks noGrp="1"/>
          </p:cNvSpPr>
          <p:nvPr/>
        </p:nvSpPr>
        <p:spPr>
          <a:xfrm>
            <a:off x="2220000" y="1670000"/>
            <a:ext cx="220000" cy="220000"/>
          </a:xfrm>
          <a:custGeom>
            <a:avLst/>
            <a:gdLst>
              <a:gd name="csX0" fmla="*/ 35439 w 131139"/>
              <a:gd name="csY0" fmla="*/ 0 h 116951"/>
              <a:gd name="csX1" fmla="*/ 60262 w 131139"/>
              <a:gd name="csY1" fmla="*/ 0 h 116951"/>
              <a:gd name="csX2" fmla="*/ 60262 w 131139"/>
              <a:gd name="csY2" fmla="*/ 21264 h 116951"/>
              <a:gd name="csX3" fmla="*/ 35439 w 131139"/>
              <a:gd name="csY3" fmla="*/ 21264 h 116951"/>
              <a:gd name="csX4" fmla="*/ 35439 w 131139"/>
              <a:gd name="csY4" fmla="*/ 0 h 116951"/>
              <a:gd name="csX5" fmla="*/ 70895 w 131139"/>
              <a:gd name="csY5" fmla="*/ 0 h 116951"/>
              <a:gd name="csX6" fmla="*/ 95700 w 131139"/>
              <a:gd name="csY6" fmla="*/ 0 h 116951"/>
              <a:gd name="csX7" fmla="*/ 95700 w 131139"/>
              <a:gd name="csY7" fmla="*/ 21264 h 116951"/>
              <a:gd name="csX8" fmla="*/ 70895 w 131139"/>
              <a:gd name="csY8" fmla="*/ 21264 h 116951"/>
              <a:gd name="csX9" fmla="*/ 70895 w 131139"/>
              <a:gd name="csY9" fmla="*/ 0 h 116951"/>
              <a:gd name="csX10" fmla="*/ 70895 w 131139"/>
              <a:gd name="csY10" fmla="*/ 63792 h 116951"/>
              <a:gd name="csX11" fmla="*/ 95700 w 131139"/>
              <a:gd name="csY11" fmla="*/ 63792 h 116951"/>
              <a:gd name="csX12" fmla="*/ 95700 w 131139"/>
              <a:gd name="csY12" fmla="*/ 85056 h 116951"/>
              <a:gd name="csX13" fmla="*/ 70895 w 131139"/>
              <a:gd name="csY13" fmla="*/ 85056 h 116951"/>
              <a:gd name="csX14" fmla="*/ 70895 w 131139"/>
              <a:gd name="csY14" fmla="*/ 63792 h 116951"/>
              <a:gd name="csX15" fmla="*/ 0 w 131139"/>
              <a:gd name="csY15" fmla="*/ 63792 h 116951"/>
              <a:gd name="csX16" fmla="*/ 24805 w 131139"/>
              <a:gd name="csY16" fmla="*/ 63792 h 116951"/>
              <a:gd name="csX17" fmla="*/ 24805 w 131139"/>
              <a:gd name="csY17" fmla="*/ 85056 h 116951"/>
              <a:gd name="csX18" fmla="*/ 0 w 131139"/>
              <a:gd name="csY18" fmla="*/ 85056 h 116951"/>
              <a:gd name="csX19" fmla="*/ 0 w 131139"/>
              <a:gd name="csY19" fmla="*/ 63792 h 116951"/>
              <a:gd name="csX20" fmla="*/ 35439 w 131139"/>
              <a:gd name="csY20" fmla="*/ 63792 h 116951"/>
              <a:gd name="csX21" fmla="*/ 60262 w 131139"/>
              <a:gd name="csY21" fmla="*/ 63792 h 116951"/>
              <a:gd name="csX22" fmla="*/ 60262 w 131139"/>
              <a:gd name="csY22" fmla="*/ 85056 h 116951"/>
              <a:gd name="csX23" fmla="*/ 35439 w 131139"/>
              <a:gd name="csY23" fmla="*/ 85056 h 116951"/>
              <a:gd name="csX24" fmla="*/ 35439 w 131139"/>
              <a:gd name="csY24" fmla="*/ 63792 h 116951"/>
              <a:gd name="csX25" fmla="*/ 106334 w 131139"/>
              <a:gd name="csY25" fmla="*/ 31896 h 116951"/>
              <a:gd name="csX26" fmla="*/ 131139 w 131139"/>
              <a:gd name="csY26" fmla="*/ 31896 h 116951"/>
              <a:gd name="csX27" fmla="*/ 131139 w 131139"/>
              <a:gd name="csY27" fmla="*/ 53160 h 116951"/>
              <a:gd name="csX28" fmla="*/ 106334 w 131139"/>
              <a:gd name="csY28" fmla="*/ 53160 h 116951"/>
              <a:gd name="csX29" fmla="*/ 106334 w 131139"/>
              <a:gd name="csY29" fmla="*/ 31896 h 116951"/>
              <a:gd name="csX30" fmla="*/ 70895 w 131139"/>
              <a:gd name="csY30" fmla="*/ 31896 h 116951"/>
              <a:gd name="csX31" fmla="*/ 95700 w 131139"/>
              <a:gd name="csY31" fmla="*/ 31896 h 116951"/>
              <a:gd name="csX32" fmla="*/ 95700 w 131139"/>
              <a:gd name="csY32" fmla="*/ 53160 h 116951"/>
              <a:gd name="csX33" fmla="*/ 70895 w 131139"/>
              <a:gd name="csY33" fmla="*/ 53160 h 116951"/>
              <a:gd name="csX34" fmla="*/ 70895 w 131139"/>
              <a:gd name="csY34" fmla="*/ 31896 h 116951"/>
              <a:gd name="csX35" fmla="*/ 35439 w 131139"/>
              <a:gd name="csY35" fmla="*/ 31896 h 116951"/>
              <a:gd name="csX36" fmla="*/ 60262 w 131139"/>
              <a:gd name="csY36" fmla="*/ 31896 h 116951"/>
              <a:gd name="csX37" fmla="*/ 60262 w 131139"/>
              <a:gd name="csY37" fmla="*/ 53160 h 116951"/>
              <a:gd name="csX38" fmla="*/ 35439 w 131139"/>
              <a:gd name="csY38" fmla="*/ 53160 h 116951"/>
              <a:gd name="csX39" fmla="*/ 35439 w 131139"/>
              <a:gd name="csY39" fmla="*/ 31896 h 116951"/>
              <a:gd name="csX40" fmla="*/ 0 w 131139"/>
              <a:gd name="csY40" fmla="*/ 31896 h 116951"/>
              <a:gd name="csX41" fmla="*/ 24805 w 131139"/>
              <a:gd name="csY41" fmla="*/ 31896 h 116951"/>
              <a:gd name="csX42" fmla="*/ 24805 w 131139"/>
              <a:gd name="csY42" fmla="*/ 53160 h 116951"/>
              <a:gd name="csX43" fmla="*/ 0 w 131139"/>
              <a:gd name="csY43" fmla="*/ 53160 h 116951"/>
              <a:gd name="csX44" fmla="*/ 0 w 131139"/>
              <a:gd name="csY44" fmla="*/ 31896 h 116951"/>
              <a:gd name="csX45" fmla="*/ 14172 w 131139"/>
              <a:gd name="csY45" fmla="*/ 0 h 116951"/>
              <a:gd name="csX46" fmla="*/ 24805 w 131139"/>
              <a:gd name="csY46" fmla="*/ 0 h 116951"/>
              <a:gd name="csX47" fmla="*/ 24805 w 131139"/>
              <a:gd name="csY47" fmla="*/ 21264 h 116951"/>
              <a:gd name="csX48" fmla="*/ 0 w 131139"/>
              <a:gd name="csY48" fmla="*/ 21264 h 116951"/>
              <a:gd name="csX49" fmla="*/ 0 w 131139"/>
              <a:gd name="csY49" fmla="*/ 14175 h 116951"/>
              <a:gd name="csX50" fmla="*/ 14172 w 131139"/>
              <a:gd name="csY50" fmla="*/ 0 h 116951"/>
              <a:gd name="csX51" fmla="*/ 116967 w 131139"/>
              <a:gd name="csY51" fmla="*/ 0 h 116951"/>
              <a:gd name="csX52" fmla="*/ 106334 w 131139"/>
              <a:gd name="csY52" fmla="*/ 0 h 116951"/>
              <a:gd name="csX53" fmla="*/ 106334 w 131139"/>
              <a:gd name="csY53" fmla="*/ 21264 h 116951"/>
              <a:gd name="csX54" fmla="*/ 131139 w 131139"/>
              <a:gd name="csY54" fmla="*/ 21264 h 116951"/>
              <a:gd name="csX55" fmla="*/ 131139 w 131139"/>
              <a:gd name="csY55" fmla="*/ 14175 h 116951"/>
              <a:gd name="csX56" fmla="*/ 116967 w 131139"/>
              <a:gd name="csY56" fmla="*/ 0 h 116951"/>
              <a:gd name="csX57" fmla="*/ 116967 w 131139"/>
              <a:gd name="csY57" fmla="*/ 85056 h 116951"/>
              <a:gd name="csX58" fmla="*/ 106334 w 131139"/>
              <a:gd name="csY58" fmla="*/ 85056 h 116951"/>
              <a:gd name="csX59" fmla="*/ 106334 w 131139"/>
              <a:gd name="csY59" fmla="*/ 63792 h 116951"/>
              <a:gd name="csX60" fmla="*/ 131139 w 131139"/>
              <a:gd name="csY60" fmla="*/ 63792 h 116951"/>
              <a:gd name="csX61" fmla="*/ 131139 w 131139"/>
              <a:gd name="csY61" fmla="*/ 70880 h 116951"/>
              <a:gd name="csX62" fmla="*/ 116967 w 131139"/>
              <a:gd name="csY62" fmla="*/ 85056 h 116951"/>
              <a:gd name="csX63" fmla="*/ 46072 w 131139"/>
              <a:gd name="csY63" fmla="*/ 116951 h 116951"/>
              <a:gd name="csX64" fmla="*/ 35439 w 131139"/>
              <a:gd name="csY64" fmla="*/ 116951 h 116951"/>
              <a:gd name="csX65" fmla="*/ 35439 w 131139"/>
              <a:gd name="csY65" fmla="*/ 95687 h 116951"/>
              <a:gd name="csX66" fmla="*/ 60262 w 131139"/>
              <a:gd name="csY66" fmla="*/ 95687 h 116951"/>
              <a:gd name="csX67" fmla="*/ 60262 w 131139"/>
              <a:gd name="csY67" fmla="*/ 102776 h 116951"/>
              <a:gd name="csX68" fmla="*/ 46072 w 131139"/>
              <a:gd name="csY68" fmla="*/ 116951 h 116951"/>
              <a:gd name="csX69" fmla="*/ 14172 w 131139"/>
              <a:gd name="csY69" fmla="*/ 116951 h 116951"/>
              <a:gd name="csX70" fmla="*/ 24805 w 131139"/>
              <a:gd name="csY70" fmla="*/ 116951 h 116951"/>
              <a:gd name="csX71" fmla="*/ 24805 w 131139"/>
              <a:gd name="csY71" fmla="*/ 95687 h 116951"/>
              <a:gd name="csX72" fmla="*/ 0 w 131139"/>
              <a:gd name="csY72" fmla="*/ 95687 h 116951"/>
              <a:gd name="csX73" fmla="*/ 0 w 131139"/>
              <a:gd name="csY73" fmla="*/ 102776 h 116951"/>
              <a:gd name="csX74" fmla="*/ 14172 w 131139"/>
              <a:gd name="csY74" fmla="*/ 116951 h 116951"/>
            </a:gdLst>
            <a:ahLst/>
            <a:cxnLst/>
            <a:rect l="l" t="t" r="r" b="b"/>
            <a:pathLst>
              <a:path w="100000" h="100000">
                <a:moveTo>
                  <a:pt x="27024" y="5410"/>
                </a:moveTo>
                <a:lnTo>
                  <a:pt x="45953" y="5410"/>
                </a:lnTo>
                <a:lnTo>
                  <a:pt x="45953" y="21624"/>
                </a:lnTo>
                <a:lnTo>
                  <a:pt x="27024" y="21624"/>
                </a:lnTo>
                <a:lnTo>
                  <a:pt x="27024" y="5410"/>
                </a:lnTo>
                <a:close/>
                <a:moveTo>
                  <a:pt x="54061" y="5410"/>
                </a:moveTo>
                <a:lnTo>
                  <a:pt x="72976" y="5410"/>
                </a:lnTo>
                <a:lnTo>
                  <a:pt x="72976" y="21624"/>
                </a:lnTo>
                <a:lnTo>
                  <a:pt x="54061" y="21624"/>
                </a:lnTo>
                <a:lnTo>
                  <a:pt x="54061" y="5410"/>
                </a:lnTo>
                <a:close/>
                <a:moveTo>
                  <a:pt x="54061" y="54054"/>
                </a:moveTo>
                <a:lnTo>
                  <a:pt x="72976" y="54054"/>
                </a:lnTo>
                <a:lnTo>
                  <a:pt x="72976" y="70269"/>
                </a:lnTo>
                <a:lnTo>
                  <a:pt x="54061" y="70269"/>
                </a:lnTo>
                <a:lnTo>
                  <a:pt x="54061" y="54054"/>
                </a:lnTo>
                <a:close/>
                <a:moveTo>
                  <a:pt x="0" y="54054"/>
                </a:moveTo>
                <a:lnTo>
                  <a:pt x="18915" y="54054"/>
                </a:lnTo>
                <a:lnTo>
                  <a:pt x="18915" y="70269"/>
                </a:lnTo>
                <a:lnTo>
                  <a:pt x="0" y="70269"/>
                </a:lnTo>
                <a:lnTo>
                  <a:pt x="0" y="54054"/>
                </a:lnTo>
                <a:close/>
                <a:moveTo>
                  <a:pt x="27024" y="54054"/>
                </a:moveTo>
                <a:lnTo>
                  <a:pt x="45953" y="54054"/>
                </a:lnTo>
                <a:lnTo>
                  <a:pt x="45953" y="70269"/>
                </a:lnTo>
                <a:lnTo>
                  <a:pt x="27024" y="70269"/>
                </a:lnTo>
                <a:lnTo>
                  <a:pt x="27024" y="54054"/>
                </a:lnTo>
                <a:close/>
                <a:moveTo>
                  <a:pt x="81085" y="29732"/>
                </a:moveTo>
                <a:lnTo>
                  <a:pt x="100000" y="29732"/>
                </a:lnTo>
                <a:lnTo>
                  <a:pt x="100000" y="45947"/>
                </a:lnTo>
                <a:lnTo>
                  <a:pt x="81085" y="45947"/>
                </a:lnTo>
                <a:lnTo>
                  <a:pt x="81085" y="29732"/>
                </a:lnTo>
                <a:close/>
                <a:moveTo>
                  <a:pt x="54061" y="29732"/>
                </a:moveTo>
                <a:lnTo>
                  <a:pt x="72976" y="29732"/>
                </a:lnTo>
                <a:lnTo>
                  <a:pt x="72976" y="45947"/>
                </a:lnTo>
                <a:lnTo>
                  <a:pt x="54061" y="45947"/>
                </a:lnTo>
                <a:lnTo>
                  <a:pt x="54061" y="29732"/>
                </a:lnTo>
                <a:close/>
                <a:moveTo>
                  <a:pt x="27024" y="29732"/>
                </a:moveTo>
                <a:lnTo>
                  <a:pt x="45953" y="29732"/>
                </a:lnTo>
                <a:lnTo>
                  <a:pt x="45953" y="45947"/>
                </a:lnTo>
                <a:lnTo>
                  <a:pt x="27024" y="45947"/>
                </a:lnTo>
                <a:lnTo>
                  <a:pt x="27024" y="29732"/>
                </a:lnTo>
                <a:close/>
                <a:moveTo>
                  <a:pt x="0" y="29732"/>
                </a:moveTo>
                <a:lnTo>
                  <a:pt x="18915" y="29732"/>
                </a:lnTo>
                <a:lnTo>
                  <a:pt x="18915" y="45947"/>
                </a:lnTo>
                <a:lnTo>
                  <a:pt x="0" y="45947"/>
                </a:lnTo>
                <a:lnTo>
                  <a:pt x="0" y="29732"/>
                </a:lnTo>
                <a:close/>
                <a:moveTo>
                  <a:pt x="10807" y="5410"/>
                </a:moveTo>
                <a:lnTo>
                  <a:pt x="18915" y="5410"/>
                </a:lnTo>
                <a:lnTo>
                  <a:pt x="18915" y="21624"/>
                </a:lnTo>
                <a:lnTo>
                  <a:pt x="0" y="21624"/>
                </a:lnTo>
                <a:lnTo>
                  <a:pt x="0" y="16219"/>
                </a:lnTo>
                <a:cubicBezTo>
                  <a:pt x="0" y="10249"/>
                  <a:pt x="4839" y="5410"/>
                  <a:pt x="10807" y="5410"/>
                </a:cubicBezTo>
                <a:close/>
                <a:moveTo>
                  <a:pt x="89193" y="5410"/>
                </a:moveTo>
                <a:lnTo>
                  <a:pt x="81085" y="5410"/>
                </a:lnTo>
                <a:lnTo>
                  <a:pt x="81085" y="21624"/>
                </a:lnTo>
                <a:lnTo>
                  <a:pt x="100000" y="21624"/>
                </a:lnTo>
                <a:lnTo>
                  <a:pt x="100000" y="16219"/>
                </a:lnTo>
                <a:cubicBezTo>
                  <a:pt x="100000" y="10249"/>
                  <a:pt x="95161" y="5410"/>
                  <a:pt x="89193" y="5410"/>
                </a:cubicBezTo>
                <a:close/>
                <a:moveTo>
                  <a:pt x="89193" y="70269"/>
                </a:moveTo>
                <a:lnTo>
                  <a:pt x="81085" y="70269"/>
                </a:lnTo>
                <a:lnTo>
                  <a:pt x="81085" y="54054"/>
                </a:lnTo>
                <a:lnTo>
                  <a:pt x="100000" y="54054"/>
                </a:lnTo>
                <a:lnTo>
                  <a:pt x="100000" y="59459"/>
                </a:lnTo>
                <a:cubicBezTo>
                  <a:pt x="100000" y="65429"/>
                  <a:pt x="95161" y="70269"/>
                  <a:pt x="89193" y="70269"/>
                </a:cubicBezTo>
                <a:close/>
                <a:moveTo>
                  <a:pt x="35132" y="94590"/>
                </a:moveTo>
                <a:lnTo>
                  <a:pt x="27024" y="94590"/>
                </a:lnTo>
                <a:lnTo>
                  <a:pt x="27024" y="78376"/>
                </a:lnTo>
                <a:lnTo>
                  <a:pt x="45953" y="78376"/>
                </a:lnTo>
                <a:lnTo>
                  <a:pt x="45953" y="83781"/>
                </a:lnTo>
                <a:cubicBezTo>
                  <a:pt x="45953" y="89751"/>
                  <a:pt x="41113" y="94590"/>
                  <a:pt x="35132" y="94590"/>
                </a:cubicBezTo>
                <a:close/>
                <a:moveTo>
                  <a:pt x="10807" y="94590"/>
                </a:moveTo>
                <a:lnTo>
                  <a:pt x="18915" y="94590"/>
                </a:lnTo>
                <a:lnTo>
                  <a:pt x="18915" y="78376"/>
                </a:lnTo>
                <a:lnTo>
                  <a:pt x="0" y="78376"/>
                </a:lnTo>
                <a:lnTo>
                  <a:pt x="0" y="83781"/>
                </a:lnTo>
                <a:cubicBezTo>
                  <a:pt x="0" y="89751"/>
                  <a:pt x="4839" y="94590"/>
                  <a:pt x="10807" y="9459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2" name="Красный — SVG 41">
            <a:extLst>
              <a:ext uri="{FF2B5EF4-FFF2-40B4-BE49-F238E27FC236}">
                <a16:creationId xmlns:a16="http://schemas.microsoft.com/office/drawing/2014/main" id="{6E606019-7CC2-FC41-A1CA-423130FFF6DC}"/>
              </a:ext>
            </a:extLst>
          </p:cNvPr>
          <p:cNvSpPr>
            <a:spLocks noGrp="1"/>
          </p:cNvSpPr>
          <p:nvPr/>
        </p:nvSpPr>
        <p:spPr>
          <a:xfrm>
            <a:off x="2820000" y="1670000"/>
            <a:ext cx="220000" cy="220000"/>
          </a:xfrm>
          <a:custGeom>
            <a:avLst/>
            <a:gdLst>
              <a:gd name="csX0" fmla="*/ 15942 w 134296"/>
              <a:gd name="csY0" fmla="*/ 0 h 148848"/>
              <a:gd name="csX1" fmla="*/ 0 w 134296"/>
              <a:gd name="csY1" fmla="*/ 15948 h 148848"/>
              <a:gd name="csX2" fmla="*/ 0 w 134296"/>
              <a:gd name="csY2" fmla="*/ 125811 h 148848"/>
              <a:gd name="csX3" fmla="*/ 15942 w 134296"/>
              <a:gd name="csY3" fmla="*/ 141759 h 148848"/>
              <a:gd name="csX4" fmla="*/ 62507 w 134296"/>
              <a:gd name="csY4" fmla="*/ 141759 h 148848"/>
              <a:gd name="csX5" fmla="*/ 49628 w 134296"/>
              <a:gd name="csY5" fmla="*/ 109863 h 148848"/>
              <a:gd name="csX6" fmla="*/ 95700 w 134296"/>
              <a:gd name="csY6" fmla="*/ 63792 h 148848"/>
              <a:gd name="csX7" fmla="*/ 113428 w 134296"/>
              <a:gd name="csY7" fmla="*/ 67336 h 148848"/>
              <a:gd name="csX8" fmla="*/ 113428 w 134296"/>
              <a:gd name="csY8" fmla="*/ 56704 h 148848"/>
              <a:gd name="csX9" fmla="*/ 72664 w 134296"/>
              <a:gd name="csY9" fmla="*/ 56704 h 148848"/>
              <a:gd name="csX10" fmla="*/ 56706 w 134296"/>
              <a:gd name="csY10" fmla="*/ 40756 h 148848"/>
              <a:gd name="csX11" fmla="*/ 56706 w 134296"/>
              <a:gd name="csY11" fmla="*/ 0 h 148848"/>
              <a:gd name="csX12" fmla="*/ 15942 w 134296"/>
              <a:gd name="csY12" fmla="*/ 0 h 148848"/>
              <a:gd name="csX13" fmla="*/ 67339 w 134296"/>
              <a:gd name="csY13" fmla="*/ 3115 h 148848"/>
              <a:gd name="csX14" fmla="*/ 67339 w 134296"/>
              <a:gd name="csY14" fmla="*/ 40756 h 148848"/>
              <a:gd name="csX15" fmla="*/ 72664 w 134296"/>
              <a:gd name="csY15" fmla="*/ 46072 h 148848"/>
              <a:gd name="csX16" fmla="*/ 110315 w 134296"/>
              <a:gd name="csY16" fmla="*/ 46072 h 148848"/>
              <a:gd name="csX17" fmla="*/ 67339 w 134296"/>
              <a:gd name="csY17" fmla="*/ 3115 h 148848"/>
              <a:gd name="csX18" fmla="*/ 85322 w 134296"/>
              <a:gd name="csY18" fmla="*/ 72693 h 148848"/>
              <a:gd name="csX19" fmla="*/ 78296 w 134296"/>
              <a:gd name="csY19" fmla="*/ 77462 h 148848"/>
              <a:gd name="csX20" fmla="*/ 77122 w 134296"/>
              <a:gd name="csY20" fmla="*/ 81830 h 148848"/>
              <a:gd name="csX21" fmla="*/ 71422 w 134296"/>
              <a:gd name="csY21" fmla="*/ 86620 h 148848"/>
              <a:gd name="csX22" fmla="*/ 66914 w 134296"/>
              <a:gd name="csY22" fmla="*/ 87008 h 148848"/>
              <a:gd name="csX23" fmla="*/ 61588 w 134296"/>
              <a:gd name="csY23" fmla="*/ 96213 h 148848"/>
              <a:gd name="csX24" fmla="*/ 63511 w 134296"/>
              <a:gd name="csY24" fmla="*/ 100311 h 148848"/>
              <a:gd name="csX25" fmla="*/ 62218 w 134296"/>
              <a:gd name="csY25" fmla="*/ 107642 h 148848"/>
              <a:gd name="csX26" fmla="*/ 59019 w 134296"/>
              <a:gd name="csY26" fmla="*/ 110839 h 148848"/>
              <a:gd name="csX27" fmla="*/ 60857 w 134296"/>
              <a:gd name="csY27" fmla="*/ 121305 h 148848"/>
              <a:gd name="csX28" fmla="*/ 64957 w 134296"/>
              <a:gd name="csY28" fmla="*/ 123216 h 148848"/>
              <a:gd name="csX29" fmla="*/ 68683 w 134296"/>
              <a:gd name="csY29" fmla="*/ 129660 h 148848"/>
              <a:gd name="csX30" fmla="*/ 68292 w 134296"/>
              <a:gd name="csY30" fmla="*/ 134166 h 148848"/>
              <a:gd name="csX31" fmla="*/ 76424 w 134296"/>
              <a:gd name="csY31" fmla="*/ 140998 h 148848"/>
              <a:gd name="csX32" fmla="*/ 80797 w 134296"/>
              <a:gd name="csY32" fmla="*/ 139828 h 148848"/>
              <a:gd name="csX33" fmla="*/ 87789 w 134296"/>
              <a:gd name="csY33" fmla="*/ 142375 h 148848"/>
              <a:gd name="csX34" fmla="*/ 90375 w 134296"/>
              <a:gd name="csY34" fmla="*/ 146078 h 148848"/>
              <a:gd name="csX35" fmla="*/ 101009 w 134296"/>
              <a:gd name="csY35" fmla="*/ 146078 h 148848"/>
              <a:gd name="csX36" fmla="*/ 103612 w 134296"/>
              <a:gd name="csY36" fmla="*/ 142375 h 148848"/>
              <a:gd name="csX37" fmla="*/ 110604 w 134296"/>
              <a:gd name="csY37" fmla="*/ 139828 h 148848"/>
              <a:gd name="csX38" fmla="*/ 114977 w 134296"/>
              <a:gd name="csY38" fmla="*/ 141005 h 148848"/>
              <a:gd name="csX39" fmla="*/ 123109 w 134296"/>
              <a:gd name="csY39" fmla="*/ 134173 h 148848"/>
              <a:gd name="csX40" fmla="*/ 122718 w 134296"/>
              <a:gd name="csY40" fmla="*/ 129667 h 148848"/>
              <a:gd name="csX41" fmla="*/ 126444 w 134296"/>
              <a:gd name="csY41" fmla="*/ 123216 h 148848"/>
              <a:gd name="csX42" fmla="*/ 130544 w 134296"/>
              <a:gd name="csY42" fmla="*/ 121312 h 148848"/>
              <a:gd name="csX43" fmla="*/ 132398 w 134296"/>
              <a:gd name="csY43" fmla="*/ 110839 h 148848"/>
              <a:gd name="csX44" fmla="*/ 129183 w 134296"/>
              <a:gd name="csY44" fmla="*/ 107648 h 148848"/>
              <a:gd name="csX45" fmla="*/ 127890 w 134296"/>
              <a:gd name="csY45" fmla="*/ 100311 h 148848"/>
              <a:gd name="csX46" fmla="*/ 129812 w 134296"/>
              <a:gd name="csY46" fmla="*/ 96220 h 148848"/>
              <a:gd name="csX47" fmla="*/ 124487 w 134296"/>
              <a:gd name="csY47" fmla="*/ 87014 h 148848"/>
              <a:gd name="csX48" fmla="*/ 119996 w 134296"/>
              <a:gd name="csY48" fmla="*/ 86620 h 148848"/>
              <a:gd name="csX49" fmla="*/ 114279 w 134296"/>
              <a:gd name="csY49" fmla="*/ 81837 h 148848"/>
              <a:gd name="csX50" fmla="*/ 113105 w 134296"/>
              <a:gd name="csY50" fmla="*/ 77469 h 148848"/>
              <a:gd name="csX51" fmla="*/ 103135 w 134296"/>
              <a:gd name="csY51" fmla="*/ 73835 h 148848"/>
              <a:gd name="csX52" fmla="*/ 99426 w 134296"/>
              <a:gd name="csY52" fmla="*/ 76424 h 148848"/>
              <a:gd name="csX53" fmla="*/ 91975 w 134296"/>
              <a:gd name="csY53" fmla="*/ 76424 h 148848"/>
              <a:gd name="csX54" fmla="*/ 88266 w 134296"/>
              <a:gd name="csY54" fmla="*/ 73828 h 148848"/>
              <a:gd name="csX55" fmla="*/ 85322 w 134296"/>
              <a:gd name="csY55" fmla="*/ 72693 h 148848"/>
            </a:gdLst>
            <a:ahLst/>
            <a:cxnLst/>
            <a:rect l="l" t="t" r="r" b="b"/>
            <a:pathLst>
              <a:path w="100000" h="100000">
                <a:moveTo>
                  <a:pt x="15598" y="0"/>
                </a:moveTo>
                <a:cubicBezTo>
                  <a:pt x="9700" y="0"/>
                  <a:pt x="4888" y="4807"/>
                  <a:pt x="4888" y="10714"/>
                </a:cubicBezTo>
                <a:lnTo>
                  <a:pt x="4888" y="84523"/>
                </a:lnTo>
                <a:cubicBezTo>
                  <a:pt x="4888" y="90431"/>
                  <a:pt x="9700" y="95237"/>
                  <a:pt x="15598" y="95237"/>
                </a:cubicBezTo>
                <a:lnTo>
                  <a:pt x="46882" y="95237"/>
                </a:lnTo>
                <a:cubicBezTo>
                  <a:pt x="41533" y="89676"/>
                  <a:pt x="38230" y="82133"/>
                  <a:pt x="38230" y="73809"/>
                </a:cubicBezTo>
                <a:cubicBezTo>
                  <a:pt x="38230" y="56714"/>
                  <a:pt x="52083" y="42857"/>
                  <a:pt x="69182" y="42857"/>
                </a:cubicBezTo>
                <a:cubicBezTo>
                  <a:pt x="73400" y="42857"/>
                  <a:pt x="77423" y="43707"/>
                  <a:pt x="81092" y="45238"/>
                </a:cubicBezTo>
                <a:lnTo>
                  <a:pt x="81092" y="38095"/>
                </a:lnTo>
                <a:lnTo>
                  <a:pt x="53706" y="38095"/>
                </a:lnTo>
                <a:cubicBezTo>
                  <a:pt x="47796" y="38095"/>
                  <a:pt x="42985" y="33288"/>
                  <a:pt x="42985" y="27381"/>
                </a:cubicBezTo>
                <a:lnTo>
                  <a:pt x="42985" y="0"/>
                </a:lnTo>
                <a:lnTo>
                  <a:pt x="15598" y="0"/>
                </a:lnTo>
                <a:close/>
                <a:moveTo>
                  <a:pt x="50128" y="2093"/>
                </a:moveTo>
                <a:lnTo>
                  <a:pt x="50128" y="27381"/>
                </a:lnTo>
                <a:cubicBezTo>
                  <a:pt x="50128" y="29350"/>
                  <a:pt x="51740" y="30952"/>
                  <a:pt x="53706" y="30952"/>
                </a:cubicBezTo>
                <a:lnTo>
                  <a:pt x="79001" y="30952"/>
                </a:lnTo>
                <a:lnTo>
                  <a:pt x="50128" y="2093"/>
                </a:lnTo>
                <a:close/>
                <a:moveTo>
                  <a:pt x="62210" y="48837"/>
                </a:moveTo>
                <a:cubicBezTo>
                  <a:pt x="60153" y="48594"/>
                  <a:pt x="58072" y="49848"/>
                  <a:pt x="57490" y="52041"/>
                </a:cubicBezTo>
                <a:lnTo>
                  <a:pt x="56701" y="54976"/>
                </a:lnTo>
                <a:cubicBezTo>
                  <a:pt x="56220" y="56749"/>
                  <a:pt x="54689" y="58034"/>
                  <a:pt x="52871" y="58194"/>
                </a:cubicBezTo>
                <a:lnTo>
                  <a:pt x="49843" y="58454"/>
                </a:lnTo>
                <a:cubicBezTo>
                  <a:pt x="46825" y="58718"/>
                  <a:pt x="44985" y="61896"/>
                  <a:pt x="46265" y="64638"/>
                </a:cubicBezTo>
                <a:lnTo>
                  <a:pt x="47557" y="67392"/>
                </a:lnTo>
                <a:cubicBezTo>
                  <a:pt x="48334" y="69054"/>
                  <a:pt x="47979" y="71021"/>
                  <a:pt x="46688" y="72317"/>
                </a:cubicBezTo>
                <a:lnTo>
                  <a:pt x="44539" y="74465"/>
                </a:lnTo>
                <a:cubicBezTo>
                  <a:pt x="42402" y="76603"/>
                  <a:pt x="43030" y="80217"/>
                  <a:pt x="45774" y="81496"/>
                </a:cubicBezTo>
                <a:lnTo>
                  <a:pt x="48528" y="82780"/>
                </a:lnTo>
                <a:cubicBezTo>
                  <a:pt x="50185" y="83553"/>
                  <a:pt x="51191" y="85285"/>
                  <a:pt x="51031" y="87109"/>
                </a:cubicBezTo>
                <a:lnTo>
                  <a:pt x="50769" y="90136"/>
                </a:lnTo>
                <a:cubicBezTo>
                  <a:pt x="50506" y="93151"/>
                  <a:pt x="53317" y="95510"/>
                  <a:pt x="56232" y="94726"/>
                </a:cubicBezTo>
                <a:lnTo>
                  <a:pt x="59170" y="93940"/>
                </a:lnTo>
                <a:cubicBezTo>
                  <a:pt x="60941" y="93464"/>
                  <a:pt x="62816" y="94152"/>
                  <a:pt x="63867" y="95651"/>
                </a:cubicBezTo>
                <a:lnTo>
                  <a:pt x="65605" y="98139"/>
                </a:lnTo>
                <a:cubicBezTo>
                  <a:pt x="67342" y="100620"/>
                  <a:pt x="71023" y="100620"/>
                  <a:pt x="72749" y="98139"/>
                </a:cubicBezTo>
                <a:lnTo>
                  <a:pt x="74497" y="95651"/>
                </a:lnTo>
                <a:cubicBezTo>
                  <a:pt x="75549" y="94152"/>
                  <a:pt x="77423" y="93464"/>
                  <a:pt x="79195" y="93940"/>
                </a:cubicBezTo>
                <a:lnTo>
                  <a:pt x="82133" y="94731"/>
                </a:lnTo>
                <a:cubicBezTo>
                  <a:pt x="85047" y="95514"/>
                  <a:pt x="87859" y="93155"/>
                  <a:pt x="87596" y="90141"/>
                </a:cubicBezTo>
                <a:lnTo>
                  <a:pt x="87333" y="87114"/>
                </a:lnTo>
                <a:cubicBezTo>
                  <a:pt x="87173" y="85290"/>
                  <a:pt x="88179" y="83553"/>
                  <a:pt x="89837" y="82780"/>
                </a:cubicBezTo>
                <a:lnTo>
                  <a:pt x="92591" y="81501"/>
                </a:lnTo>
                <a:cubicBezTo>
                  <a:pt x="95334" y="80222"/>
                  <a:pt x="95974" y="76603"/>
                  <a:pt x="93837" y="74465"/>
                </a:cubicBezTo>
                <a:lnTo>
                  <a:pt x="91677" y="72321"/>
                </a:lnTo>
                <a:cubicBezTo>
                  <a:pt x="90385" y="71025"/>
                  <a:pt x="90031" y="69054"/>
                  <a:pt x="90808" y="67392"/>
                </a:cubicBezTo>
                <a:lnTo>
                  <a:pt x="92099" y="64643"/>
                </a:lnTo>
                <a:cubicBezTo>
                  <a:pt x="93380" y="61901"/>
                  <a:pt x="91540" y="58723"/>
                  <a:pt x="88522" y="58458"/>
                </a:cubicBezTo>
                <a:lnTo>
                  <a:pt x="85505" y="58194"/>
                </a:lnTo>
                <a:cubicBezTo>
                  <a:pt x="83676" y="58034"/>
                  <a:pt x="82144" y="56754"/>
                  <a:pt x="81664" y="54980"/>
                </a:cubicBezTo>
                <a:lnTo>
                  <a:pt x="80875" y="52046"/>
                </a:lnTo>
                <a:cubicBezTo>
                  <a:pt x="80098" y="49122"/>
                  <a:pt x="76646" y="47866"/>
                  <a:pt x="74177" y="49604"/>
                </a:cubicBezTo>
                <a:lnTo>
                  <a:pt x="71685" y="51344"/>
                </a:lnTo>
                <a:cubicBezTo>
                  <a:pt x="70177" y="52396"/>
                  <a:pt x="68188" y="52398"/>
                  <a:pt x="66679" y="51344"/>
                </a:cubicBezTo>
                <a:lnTo>
                  <a:pt x="64188" y="49600"/>
                </a:lnTo>
                <a:cubicBezTo>
                  <a:pt x="63570" y="49166"/>
                  <a:pt x="62896" y="48918"/>
                  <a:pt x="62210" y="4883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3" name="Красный — SVG 42">
            <a:extLst>
              <a:ext uri="{FF2B5EF4-FFF2-40B4-BE49-F238E27FC236}">
                <a16:creationId xmlns:a16="http://schemas.microsoft.com/office/drawing/2014/main" id="{EECE762B-2F21-3449-8F79-4BA2B33C2EE2}"/>
              </a:ext>
            </a:extLst>
          </p:cNvPr>
          <p:cNvSpPr>
            <a:spLocks noGrp="1"/>
          </p:cNvSpPr>
          <p:nvPr/>
        </p:nvSpPr>
        <p:spPr>
          <a:xfrm>
            <a:off x="3420000" y="1670000"/>
            <a:ext cx="220000" cy="220000"/>
          </a:xfrm>
          <a:custGeom>
            <a:avLst/>
            <a:gdLst>
              <a:gd name="csX0" fmla="*/ 136430 w 141908"/>
              <a:gd name="csY0" fmla="*/ 2 h 141886"/>
              <a:gd name="csX1" fmla="*/ 132773 w 141908"/>
              <a:gd name="csY1" fmla="*/ 1608 h 141886"/>
              <a:gd name="csX2" fmla="*/ 1633 w 141908"/>
              <a:gd name="csY2" fmla="*/ 132735 h 141886"/>
              <a:gd name="csX3" fmla="*/ 442 w 141908"/>
              <a:gd name="csY3" fmla="*/ 134461 h 141886"/>
              <a:gd name="csX4" fmla="*/ 0 w 141908"/>
              <a:gd name="csY4" fmla="*/ 136516 h 141886"/>
              <a:gd name="csX5" fmla="*/ 391 w 141908"/>
              <a:gd name="csY5" fmla="*/ 138580 h 141886"/>
              <a:gd name="csX6" fmla="*/ 1565 w 141908"/>
              <a:gd name="csY6" fmla="*/ 140330 h 141886"/>
              <a:gd name="csX7" fmla="*/ 3301 w 141908"/>
              <a:gd name="csY7" fmla="*/ 141492 h 141886"/>
              <a:gd name="csX8" fmla="*/ 5376 w 141908"/>
              <a:gd name="csY8" fmla="*/ 141887 h 141886"/>
              <a:gd name="csX9" fmla="*/ 7435 w 141908"/>
              <a:gd name="csY9" fmla="*/ 141451 h 141886"/>
              <a:gd name="csX10" fmla="*/ 9153 w 141908"/>
              <a:gd name="csY10" fmla="*/ 140252 h 141886"/>
              <a:gd name="csX11" fmla="*/ 21777 w 141908"/>
              <a:gd name="csY11" fmla="*/ 127634 h 141886"/>
              <a:gd name="csX12" fmla="*/ 120591 w 141908"/>
              <a:gd name="csY12" fmla="*/ 127634 h 141886"/>
              <a:gd name="csX13" fmla="*/ 141858 w 141908"/>
              <a:gd name="csY13" fmla="*/ 106370 h 141886"/>
              <a:gd name="csX14" fmla="*/ 141858 w 141908"/>
              <a:gd name="csY14" fmla="*/ 45735 h 141886"/>
              <a:gd name="csX15" fmla="*/ 73481 w 141908"/>
              <a:gd name="csY15" fmla="*/ 82697 h 141886"/>
              <a:gd name="csX16" fmla="*/ 70963 w 141908"/>
              <a:gd name="csY16" fmla="*/ 83334 h 141886"/>
              <a:gd name="csX17" fmla="*/ 68445 w 141908"/>
              <a:gd name="csY17" fmla="*/ 82697 h 141886"/>
              <a:gd name="csX18" fmla="*/ 67322 w 141908"/>
              <a:gd name="csY18" fmla="*/ 82088 h 141886"/>
              <a:gd name="csX19" fmla="*/ 85084 w 141908"/>
              <a:gd name="csY19" fmla="*/ 64334 h 141886"/>
              <a:gd name="csX20" fmla="*/ 141790 w 141908"/>
              <a:gd name="csY20" fmla="*/ 33718 h 141886"/>
              <a:gd name="csX21" fmla="*/ 131888 w 141908"/>
              <a:gd name="csY21" fmla="*/ 17535 h 141886"/>
              <a:gd name="csX22" fmla="*/ 140293 w 141908"/>
              <a:gd name="csY22" fmla="*/ 9125 h 141886"/>
              <a:gd name="csX23" fmla="*/ 141807 w 141908"/>
              <a:gd name="csY23" fmla="*/ 6368 h 141886"/>
              <a:gd name="csX24" fmla="*/ 141483 w 141908"/>
              <a:gd name="csY24" fmla="*/ 3244 h 141886"/>
              <a:gd name="csX25" fmla="*/ 139459 w 141908"/>
              <a:gd name="csY25" fmla="*/ 843 h 141886"/>
              <a:gd name="csX26" fmla="*/ 136430 w 141908"/>
              <a:gd name="csY26" fmla="*/ 2 h 141886"/>
              <a:gd name="csX27" fmla="*/ 21352 w 141908"/>
              <a:gd name="csY27" fmla="*/ 14227 h 141886"/>
              <a:gd name="csX28" fmla="*/ 153 w 141908"/>
              <a:gd name="csY28" fmla="*/ 33718 h 141886"/>
              <a:gd name="csX29" fmla="*/ 55651 w 141908"/>
              <a:gd name="csY29" fmla="*/ 63704 h 141886"/>
              <a:gd name="csX30" fmla="*/ 105143 w 141908"/>
              <a:gd name="csY30" fmla="*/ 14227 h 141886"/>
              <a:gd name="csX31" fmla="*/ 21352 w 141908"/>
              <a:gd name="csY31" fmla="*/ 14227 h 141886"/>
              <a:gd name="csX32" fmla="*/ 85 w 141908"/>
              <a:gd name="csY32" fmla="*/ 45735 h 141886"/>
              <a:gd name="csX33" fmla="*/ 85 w 141908"/>
              <a:gd name="csY33" fmla="*/ 106370 h 141886"/>
              <a:gd name="csX34" fmla="*/ 2705 w 141908"/>
              <a:gd name="csY34" fmla="*/ 116649 h 141886"/>
              <a:gd name="csX35" fmla="*/ 47825 w 141908"/>
              <a:gd name="csY35" fmla="*/ 71532 h 141886"/>
              <a:gd name="csX36" fmla="*/ 85 w 141908"/>
              <a:gd name="csY36" fmla="*/ 45735 h 141886"/>
            </a:gdLst>
            <a:ahLst/>
            <a:cxnLst/>
            <a:rect l="l" t="t" r="r" b="b"/>
            <a:pathLst>
              <a:path w="100000" h="100000">
                <a:moveTo>
                  <a:pt x="96140" y="9"/>
                </a:moveTo>
                <a:cubicBezTo>
                  <a:pt x="95169" y="37"/>
                  <a:pt x="94246" y="443"/>
                  <a:pt x="93563" y="1141"/>
                </a:cubicBezTo>
                <a:lnTo>
                  <a:pt x="1151" y="93544"/>
                </a:lnTo>
                <a:cubicBezTo>
                  <a:pt x="791" y="93889"/>
                  <a:pt x="503" y="94303"/>
                  <a:pt x="311" y="94760"/>
                </a:cubicBezTo>
                <a:cubicBezTo>
                  <a:pt x="108" y="95217"/>
                  <a:pt x="0" y="95710"/>
                  <a:pt x="0" y="96208"/>
                </a:cubicBezTo>
                <a:cubicBezTo>
                  <a:pt x="0" y="96706"/>
                  <a:pt x="84" y="97201"/>
                  <a:pt x="276" y="97663"/>
                </a:cubicBezTo>
                <a:cubicBezTo>
                  <a:pt x="467" y="98124"/>
                  <a:pt x="743" y="98543"/>
                  <a:pt x="1103" y="98896"/>
                </a:cubicBezTo>
                <a:cubicBezTo>
                  <a:pt x="1451" y="99248"/>
                  <a:pt x="1870" y="99526"/>
                  <a:pt x="2326" y="99715"/>
                </a:cubicBezTo>
                <a:cubicBezTo>
                  <a:pt x="2793" y="99903"/>
                  <a:pt x="3285" y="99998"/>
                  <a:pt x="3788" y="99993"/>
                </a:cubicBezTo>
                <a:cubicBezTo>
                  <a:pt x="4280" y="99987"/>
                  <a:pt x="4771" y="99883"/>
                  <a:pt x="5239" y="99686"/>
                </a:cubicBezTo>
                <a:cubicBezTo>
                  <a:pt x="5695" y="99488"/>
                  <a:pt x="6103" y="99201"/>
                  <a:pt x="6450" y="98841"/>
                </a:cubicBezTo>
                <a:lnTo>
                  <a:pt x="15346" y="89949"/>
                </a:lnTo>
                <a:lnTo>
                  <a:pt x="84978" y="89949"/>
                </a:lnTo>
                <a:cubicBezTo>
                  <a:pt x="93239" y="89949"/>
                  <a:pt x="99965" y="83231"/>
                  <a:pt x="99965" y="74965"/>
                </a:cubicBezTo>
                <a:lnTo>
                  <a:pt x="99965" y="32236"/>
                </a:lnTo>
                <a:lnTo>
                  <a:pt x="51781" y="58283"/>
                </a:lnTo>
                <a:cubicBezTo>
                  <a:pt x="51229" y="58583"/>
                  <a:pt x="50630" y="58732"/>
                  <a:pt x="50006" y="58732"/>
                </a:cubicBezTo>
                <a:cubicBezTo>
                  <a:pt x="49383" y="58732"/>
                  <a:pt x="48783" y="58583"/>
                  <a:pt x="48232" y="58283"/>
                </a:cubicBezTo>
                <a:lnTo>
                  <a:pt x="47441" y="57854"/>
                </a:lnTo>
                <a:lnTo>
                  <a:pt x="59957" y="45343"/>
                </a:lnTo>
                <a:lnTo>
                  <a:pt x="99917" y="23768"/>
                </a:lnTo>
                <a:cubicBezTo>
                  <a:pt x="99509" y="18944"/>
                  <a:pt x="96811" y="14805"/>
                  <a:pt x="92939" y="12364"/>
                </a:cubicBezTo>
                <a:lnTo>
                  <a:pt x="98862" y="6438"/>
                </a:lnTo>
                <a:cubicBezTo>
                  <a:pt x="99401" y="5912"/>
                  <a:pt x="99773" y="5234"/>
                  <a:pt x="99929" y="4495"/>
                </a:cubicBezTo>
                <a:cubicBezTo>
                  <a:pt x="100073" y="3756"/>
                  <a:pt x="100001" y="2989"/>
                  <a:pt x="99701" y="2294"/>
                </a:cubicBezTo>
                <a:cubicBezTo>
                  <a:pt x="99413" y="1599"/>
                  <a:pt x="98910" y="1009"/>
                  <a:pt x="98274" y="602"/>
                </a:cubicBezTo>
                <a:cubicBezTo>
                  <a:pt x="97639" y="194"/>
                  <a:pt x="96895" y="-13"/>
                  <a:pt x="96140" y="9"/>
                </a:cubicBezTo>
                <a:close/>
                <a:moveTo>
                  <a:pt x="15046" y="10033"/>
                </a:moveTo>
                <a:cubicBezTo>
                  <a:pt x="7193" y="10033"/>
                  <a:pt x="755" y="16077"/>
                  <a:pt x="108" y="23768"/>
                </a:cubicBezTo>
                <a:lnTo>
                  <a:pt x="39216" y="44899"/>
                </a:lnTo>
                <a:lnTo>
                  <a:pt x="74092" y="10033"/>
                </a:lnTo>
                <a:lnTo>
                  <a:pt x="15046" y="10033"/>
                </a:lnTo>
                <a:close/>
                <a:moveTo>
                  <a:pt x="60" y="32236"/>
                </a:moveTo>
                <a:lnTo>
                  <a:pt x="60" y="74965"/>
                </a:lnTo>
                <a:cubicBezTo>
                  <a:pt x="60" y="77587"/>
                  <a:pt x="731" y="80060"/>
                  <a:pt x="1906" y="82208"/>
                </a:cubicBezTo>
                <a:lnTo>
                  <a:pt x="33701" y="50415"/>
                </a:lnTo>
                <a:lnTo>
                  <a:pt x="60" y="3223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4" name="Красный — SVG 43">
            <a:extLst>
              <a:ext uri="{FF2B5EF4-FFF2-40B4-BE49-F238E27FC236}">
                <a16:creationId xmlns:a16="http://schemas.microsoft.com/office/drawing/2014/main" id="{82107307-0456-5048-B473-B24B6A0BE26E}"/>
              </a:ext>
            </a:extLst>
          </p:cNvPr>
          <p:cNvSpPr>
            <a:spLocks noGrp="1"/>
          </p:cNvSpPr>
          <p:nvPr/>
        </p:nvSpPr>
        <p:spPr>
          <a:xfrm>
            <a:off x="4020000" y="1670000"/>
            <a:ext cx="220000" cy="220000"/>
          </a:xfrm>
          <a:custGeom>
            <a:avLst/>
            <a:gdLst>
              <a:gd name="csX0" fmla="*/ 15950 w 148864"/>
              <a:gd name="csY0" fmla="*/ 0 h 113407"/>
              <a:gd name="csX1" fmla="*/ 0 w 148864"/>
              <a:gd name="csY1" fmla="*/ 15948 h 113407"/>
              <a:gd name="csX2" fmla="*/ 0 w 148864"/>
              <a:gd name="csY2" fmla="*/ 97460 h 113407"/>
              <a:gd name="csX3" fmla="*/ 644 w 148864"/>
              <a:gd name="csY3" fmla="*/ 101696 h 113407"/>
              <a:gd name="csX4" fmla="*/ 1135 w 148864"/>
              <a:gd name="csY4" fmla="*/ 100090 h 113407"/>
              <a:gd name="csX5" fmla="*/ 5455 w 148864"/>
              <a:gd name="csY5" fmla="*/ 88599 h 113407"/>
              <a:gd name="csX6" fmla="*/ 9270 w 148864"/>
              <a:gd name="csY6" fmla="*/ 78438 h 113407"/>
              <a:gd name="csX7" fmla="*/ 18913 w 148864"/>
              <a:gd name="csY7" fmla="*/ 52772 h 113407"/>
              <a:gd name="csX8" fmla="*/ 38823 w 148864"/>
              <a:gd name="csY8" fmla="*/ 38984 h 113407"/>
              <a:gd name="csX9" fmla="*/ 134690 w 148864"/>
              <a:gd name="csY9" fmla="*/ 38984 h 113407"/>
              <a:gd name="csX10" fmla="*/ 134690 w 148864"/>
              <a:gd name="csY10" fmla="*/ 33668 h 113407"/>
              <a:gd name="csX11" fmla="*/ 118739 w 148864"/>
              <a:gd name="csY11" fmla="*/ 17720 h 113407"/>
              <a:gd name="csX12" fmla="*/ 71042 w 148864"/>
              <a:gd name="csY12" fmla="*/ 17720 h 113407"/>
              <a:gd name="csX13" fmla="*/ 55195 w 148864"/>
              <a:gd name="csY13" fmla="*/ 4513 h 113407"/>
              <a:gd name="csX14" fmla="*/ 42721 w 148864"/>
              <a:gd name="csY14" fmla="*/ 0 h 113407"/>
              <a:gd name="csX15" fmla="*/ 15950 w 148864"/>
              <a:gd name="csY15" fmla="*/ 0 h 113407"/>
              <a:gd name="csX16" fmla="*/ 38823 w 148864"/>
              <a:gd name="csY16" fmla="*/ 49616 h 113407"/>
              <a:gd name="csX17" fmla="*/ 28868 w 148864"/>
              <a:gd name="csY17" fmla="*/ 56510 h 113407"/>
              <a:gd name="csX18" fmla="*/ 11097 w 148864"/>
              <a:gd name="csY18" fmla="*/ 103828 h 113407"/>
              <a:gd name="csX19" fmla="*/ 17729 w 148864"/>
              <a:gd name="csY19" fmla="*/ 113407 h 113407"/>
              <a:gd name="csX20" fmla="*/ 120678 w 148864"/>
              <a:gd name="csY20" fmla="*/ 113407 h 113407"/>
              <a:gd name="csX21" fmla="*/ 130633 w 148864"/>
              <a:gd name="csY21" fmla="*/ 106513 h 113407"/>
              <a:gd name="csX22" fmla="*/ 148390 w 148864"/>
              <a:gd name="csY22" fmla="*/ 59237 h 113407"/>
              <a:gd name="csX23" fmla="*/ 141772 w 148864"/>
              <a:gd name="csY23" fmla="*/ 49616 h 113407"/>
              <a:gd name="csX24" fmla="*/ 38823 w 148864"/>
              <a:gd name="csY24" fmla="*/ 49616 h 113407"/>
            </a:gdLst>
            <a:ahLst/>
            <a:cxnLst/>
            <a:rect l="l" t="t" r="r" b="b"/>
            <a:pathLst>
              <a:path w="100000" h="100000">
                <a:moveTo>
                  <a:pt x="10714" y="11909"/>
                </a:moveTo>
                <a:cubicBezTo>
                  <a:pt x="4807" y="11909"/>
                  <a:pt x="0" y="16716"/>
                  <a:pt x="0" y="22622"/>
                </a:cubicBezTo>
                <a:lnTo>
                  <a:pt x="0" y="77378"/>
                </a:lnTo>
                <a:cubicBezTo>
                  <a:pt x="0" y="78371"/>
                  <a:pt x="178" y="79312"/>
                  <a:pt x="433" y="80224"/>
                </a:cubicBezTo>
                <a:cubicBezTo>
                  <a:pt x="530" y="79862"/>
                  <a:pt x="629" y="79500"/>
                  <a:pt x="762" y="79145"/>
                </a:cubicBezTo>
                <a:lnTo>
                  <a:pt x="3664" y="71426"/>
                </a:lnTo>
                <a:lnTo>
                  <a:pt x="6227" y="64600"/>
                </a:lnTo>
                <a:lnTo>
                  <a:pt x="12705" y="47359"/>
                </a:lnTo>
                <a:cubicBezTo>
                  <a:pt x="14786" y="41817"/>
                  <a:pt x="20160" y="38097"/>
                  <a:pt x="26080" y="38097"/>
                </a:cubicBezTo>
                <a:lnTo>
                  <a:pt x="90479" y="38097"/>
                </a:lnTo>
                <a:lnTo>
                  <a:pt x="90479" y="34526"/>
                </a:lnTo>
                <a:cubicBezTo>
                  <a:pt x="90479" y="28619"/>
                  <a:pt x="85671" y="23813"/>
                  <a:pt x="79763" y="23813"/>
                </a:cubicBezTo>
                <a:lnTo>
                  <a:pt x="47723" y="23813"/>
                </a:lnTo>
                <a:lnTo>
                  <a:pt x="37077" y="14941"/>
                </a:lnTo>
                <a:cubicBezTo>
                  <a:pt x="34730" y="12984"/>
                  <a:pt x="31752" y="11909"/>
                  <a:pt x="28698" y="11909"/>
                </a:cubicBezTo>
                <a:lnTo>
                  <a:pt x="10714" y="11909"/>
                </a:lnTo>
                <a:close/>
                <a:moveTo>
                  <a:pt x="26080" y="45239"/>
                </a:moveTo>
                <a:cubicBezTo>
                  <a:pt x="23103" y="45239"/>
                  <a:pt x="20437" y="47084"/>
                  <a:pt x="19392" y="49870"/>
                </a:cubicBezTo>
                <a:lnTo>
                  <a:pt x="7454" y="81656"/>
                </a:lnTo>
                <a:cubicBezTo>
                  <a:pt x="6283" y="84768"/>
                  <a:pt x="8584" y="88091"/>
                  <a:pt x="11910" y="88091"/>
                </a:cubicBezTo>
                <a:lnTo>
                  <a:pt x="81066" y="88091"/>
                </a:lnTo>
                <a:cubicBezTo>
                  <a:pt x="84042" y="88091"/>
                  <a:pt x="86708" y="86245"/>
                  <a:pt x="87753" y="83460"/>
                </a:cubicBezTo>
                <a:lnTo>
                  <a:pt x="99682" y="51702"/>
                </a:lnTo>
                <a:cubicBezTo>
                  <a:pt x="100874" y="48586"/>
                  <a:pt x="98574" y="45239"/>
                  <a:pt x="95236" y="45239"/>
                </a:cubicBezTo>
                <a:lnTo>
                  <a:pt x="26080" y="4523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5" name="Красный — SVG 44">
            <a:extLst>
              <a:ext uri="{FF2B5EF4-FFF2-40B4-BE49-F238E27FC236}">
                <a16:creationId xmlns:a16="http://schemas.microsoft.com/office/drawing/2014/main" id="{6583E5A5-5ECB-D846-96D2-FCA11F376FE4}"/>
              </a:ext>
            </a:extLst>
          </p:cNvPr>
          <p:cNvSpPr>
            <a:spLocks noGrp="1"/>
          </p:cNvSpPr>
          <p:nvPr/>
        </p:nvSpPr>
        <p:spPr>
          <a:xfrm>
            <a:off x="4620000" y="1670000"/>
            <a:ext cx="220000" cy="220000"/>
          </a:xfrm>
          <a:custGeom>
            <a:avLst/>
            <a:gdLst>
              <a:gd name="csX0" fmla="*/ 83297 w 145325"/>
              <a:gd name="csY0" fmla="*/ 0 h 145305"/>
              <a:gd name="csX1" fmla="*/ 77981 w 145325"/>
              <a:gd name="csY1" fmla="*/ 5316 h 145305"/>
              <a:gd name="csX2" fmla="*/ 77981 w 145325"/>
              <a:gd name="csY2" fmla="*/ 62019 h 145305"/>
              <a:gd name="csX3" fmla="*/ 83297 w 145325"/>
              <a:gd name="csY3" fmla="*/ 67335 h 145305"/>
              <a:gd name="csX4" fmla="*/ 140009 w 145325"/>
              <a:gd name="csY4" fmla="*/ 67335 h 145305"/>
              <a:gd name="csX5" fmla="*/ 145325 w 145325"/>
              <a:gd name="csY5" fmla="*/ 62019 h 145305"/>
              <a:gd name="csX6" fmla="*/ 83297 w 145325"/>
              <a:gd name="csY6" fmla="*/ 0 h 145305"/>
              <a:gd name="csX7" fmla="*/ 62017 w 145325"/>
              <a:gd name="csY7" fmla="*/ 21264 h 145305"/>
              <a:gd name="csX8" fmla="*/ 730 w 145325"/>
              <a:gd name="csY8" fmla="*/ 92904 h 145305"/>
              <a:gd name="csX9" fmla="*/ 52408 w 145325"/>
              <a:gd name="csY9" fmla="*/ 144576 h 145305"/>
              <a:gd name="csX10" fmla="*/ 124059 w 145325"/>
              <a:gd name="csY10" fmla="*/ 83297 h 145305"/>
              <a:gd name="csX11" fmla="*/ 118742 w 145325"/>
              <a:gd name="csY11" fmla="*/ 77967 h 145305"/>
              <a:gd name="csX12" fmla="*/ 74436 w 145325"/>
              <a:gd name="csY12" fmla="*/ 77967 h 145305"/>
              <a:gd name="csX13" fmla="*/ 67347 w 145325"/>
              <a:gd name="csY13" fmla="*/ 70880 h 145305"/>
              <a:gd name="csX14" fmla="*/ 67347 w 145325"/>
              <a:gd name="csY14" fmla="*/ 26580 h 145305"/>
              <a:gd name="csX15" fmla="*/ 62017 w 145325"/>
              <a:gd name="csY15" fmla="*/ 21264 h 145305"/>
            </a:gdLst>
            <a:ahLst/>
            <a:cxnLst/>
            <a:rect l="l" t="t" r="r" b="b"/>
            <a:pathLst>
              <a:path w="100000" h="100000">
                <a:moveTo>
                  <a:pt x="57318" y="7"/>
                </a:moveTo>
                <a:cubicBezTo>
                  <a:pt x="55299" y="7"/>
                  <a:pt x="53660" y="1646"/>
                  <a:pt x="53660" y="3665"/>
                </a:cubicBezTo>
                <a:lnTo>
                  <a:pt x="53660" y="42683"/>
                </a:lnTo>
                <a:cubicBezTo>
                  <a:pt x="53660" y="44702"/>
                  <a:pt x="55299" y="46341"/>
                  <a:pt x="57318" y="46341"/>
                </a:cubicBezTo>
                <a:lnTo>
                  <a:pt x="96342" y="46341"/>
                </a:lnTo>
                <a:cubicBezTo>
                  <a:pt x="98362" y="46341"/>
                  <a:pt x="100000" y="44702"/>
                  <a:pt x="100000" y="42683"/>
                </a:cubicBezTo>
                <a:cubicBezTo>
                  <a:pt x="100000" y="19152"/>
                  <a:pt x="80852" y="7"/>
                  <a:pt x="57318" y="7"/>
                </a:cubicBezTo>
                <a:close/>
                <a:moveTo>
                  <a:pt x="42675" y="14639"/>
                </a:moveTo>
                <a:cubicBezTo>
                  <a:pt x="16970" y="14644"/>
                  <a:pt x="-3500" y="37486"/>
                  <a:pt x="502" y="63935"/>
                </a:cubicBezTo>
                <a:cubicBezTo>
                  <a:pt x="3253" y="82124"/>
                  <a:pt x="17872" y="96740"/>
                  <a:pt x="36063" y="99491"/>
                </a:cubicBezTo>
                <a:cubicBezTo>
                  <a:pt x="62516" y="103494"/>
                  <a:pt x="85362" y="83026"/>
                  <a:pt x="85367" y="57325"/>
                </a:cubicBezTo>
                <a:cubicBezTo>
                  <a:pt x="85367" y="55305"/>
                  <a:pt x="83728" y="53657"/>
                  <a:pt x="81708" y="53657"/>
                </a:cubicBezTo>
                <a:lnTo>
                  <a:pt x="51220" y="53657"/>
                </a:lnTo>
                <a:cubicBezTo>
                  <a:pt x="48526" y="53657"/>
                  <a:pt x="46342" y="51475"/>
                  <a:pt x="46342" y="48780"/>
                </a:cubicBezTo>
                <a:lnTo>
                  <a:pt x="46342" y="18297"/>
                </a:lnTo>
                <a:cubicBezTo>
                  <a:pt x="46342" y="16277"/>
                  <a:pt x="44694" y="14639"/>
                  <a:pt x="42675" y="1463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6" name="Красный — SVG 45">
            <a:extLst>
              <a:ext uri="{FF2B5EF4-FFF2-40B4-BE49-F238E27FC236}">
                <a16:creationId xmlns:a16="http://schemas.microsoft.com/office/drawing/2014/main" id="{23C6153C-099A-B14F-B056-DBD8733E7085}"/>
              </a:ext>
            </a:extLst>
          </p:cNvPr>
          <p:cNvSpPr>
            <a:spLocks noGrp="1"/>
          </p:cNvSpPr>
          <p:nvPr/>
        </p:nvSpPr>
        <p:spPr>
          <a:xfrm>
            <a:off x="5220000" y="1670000"/>
            <a:ext cx="220000" cy="220000"/>
          </a:xfrm>
          <a:custGeom>
            <a:avLst/>
            <a:gdLst>
              <a:gd name="csX0" fmla="*/ 15942 w 134695"/>
              <a:gd name="csY0" fmla="*/ 0 h 148847"/>
              <a:gd name="csX1" fmla="*/ 0 w 134695"/>
              <a:gd name="csY1" fmla="*/ 15948 h 148847"/>
              <a:gd name="csX2" fmla="*/ 0 w 134695"/>
              <a:gd name="csY2" fmla="*/ 125811 h 148847"/>
              <a:gd name="csX3" fmla="*/ 15942 w 134695"/>
              <a:gd name="csY3" fmla="*/ 141759 h 148847"/>
              <a:gd name="csX4" fmla="*/ 62507 w 134695"/>
              <a:gd name="csY4" fmla="*/ 141759 h 148847"/>
              <a:gd name="csX5" fmla="*/ 49628 w 134695"/>
              <a:gd name="csY5" fmla="*/ 109863 h 148847"/>
              <a:gd name="csX6" fmla="*/ 95700 w 134695"/>
              <a:gd name="csY6" fmla="*/ 63792 h 148847"/>
              <a:gd name="csX7" fmla="*/ 113428 w 134695"/>
              <a:gd name="csY7" fmla="*/ 67336 h 148847"/>
              <a:gd name="csX8" fmla="*/ 113428 w 134695"/>
              <a:gd name="csY8" fmla="*/ 56704 h 148847"/>
              <a:gd name="csX9" fmla="*/ 72664 w 134695"/>
              <a:gd name="csY9" fmla="*/ 56704 h 148847"/>
              <a:gd name="csX10" fmla="*/ 56706 w 134695"/>
              <a:gd name="csY10" fmla="*/ 40756 h 148847"/>
              <a:gd name="csX11" fmla="*/ 56706 w 134695"/>
              <a:gd name="csY11" fmla="*/ 0 h 148847"/>
              <a:gd name="csX12" fmla="*/ 15942 w 134695"/>
              <a:gd name="csY12" fmla="*/ 0 h 148847"/>
              <a:gd name="csX13" fmla="*/ 67339 w 134695"/>
              <a:gd name="csY13" fmla="*/ 3115 h 148847"/>
              <a:gd name="csX14" fmla="*/ 67339 w 134695"/>
              <a:gd name="csY14" fmla="*/ 40756 h 148847"/>
              <a:gd name="csX15" fmla="*/ 72664 w 134695"/>
              <a:gd name="csY15" fmla="*/ 46072 h 148847"/>
              <a:gd name="csX16" fmla="*/ 110315 w 134695"/>
              <a:gd name="csY16" fmla="*/ 46072 h 148847"/>
              <a:gd name="csX17" fmla="*/ 67339 w 134695"/>
              <a:gd name="csY17" fmla="*/ 3115 h 148847"/>
              <a:gd name="csX18" fmla="*/ 95700 w 134695"/>
              <a:gd name="csY18" fmla="*/ 70880 h 148847"/>
              <a:gd name="csX19" fmla="*/ 56706 w 134695"/>
              <a:gd name="csY19" fmla="*/ 109863 h 148847"/>
              <a:gd name="csX20" fmla="*/ 95700 w 134695"/>
              <a:gd name="csY20" fmla="*/ 148847 h 148847"/>
              <a:gd name="csX21" fmla="*/ 134695 w 134695"/>
              <a:gd name="csY21" fmla="*/ 109863 h 148847"/>
              <a:gd name="csX22" fmla="*/ 95700 w 134695"/>
              <a:gd name="csY22" fmla="*/ 70880 h 148847"/>
              <a:gd name="csX23" fmla="*/ 95700 w 134695"/>
              <a:gd name="csY23" fmla="*/ 92144 h 148847"/>
              <a:gd name="csX24" fmla="*/ 123568 w 134695"/>
              <a:gd name="csY24" fmla="*/ 108078 h 148847"/>
              <a:gd name="csX25" fmla="*/ 123568 w 134695"/>
              <a:gd name="csY25" fmla="*/ 111649 h 148847"/>
              <a:gd name="csX26" fmla="*/ 95700 w 134695"/>
              <a:gd name="csY26" fmla="*/ 127583 h 148847"/>
              <a:gd name="csX27" fmla="*/ 67832 w 134695"/>
              <a:gd name="csY27" fmla="*/ 111649 h 148847"/>
              <a:gd name="csX28" fmla="*/ 67832 w 134695"/>
              <a:gd name="csY28" fmla="*/ 108078 h 148847"/>
              <a:gd name="csX29" fmla="*/ 95700 w 134695"/>
              <a:gd name="csY29" fmla="*/ 92144 h 148847"/>
              <a:gd name="csX30" fmla="*/ 95700 w 134695"/>
              <a:gd name="csY30" fmla="*/ 99231 h 148847"/>
              <a:gd name="csX31" fmla="*/ 85067 w 134695"/>
              <a:gd name="csY31" fmla="*/ 109863 h 148847"/>
              <a:gd name="csX32" fmla="*/ 95700 w 134695"/>
              <a:gd name="csY32" fmla="*/ 120495 h 148847"/>
              <a:gd name="csX33" fmla="*/ 106334 w 134695"/>
              <a:gd name="csY33" fmla="*/ 109863 h 148847"/>
              <a:gd name="csX34" fmla="*/ 95700 w 134695"/>
              <a:gd name="csY34" fmla="*/ 99231 h 148847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6" y="0"/>
                  <a:pt x="4754" y="4807"/>
                  <a:pt x="4754" y="10714"/>
                </a:cubicBezTo>
                <a:lnTo>
                  <a:pt x="4754" y="84524"/>
                </a:lnTo>
                <a:cubicBezTo>
                  <a:pt x="4754" y="90431"/>
                  <a:pt x="9566" y="95238"/>
                  <a:pt x="15464" y="95238"/>
                </a:cubicBezTo>
                <a:lnTo>
                  <a:pt x="46748" y="95238"/>
                </a:lnTo>
                <a:cubicBezTo>
                  <a:pt x="41399" y="89677"/>
                  <a:pt x="38095" y="82133"/>
                  <a:pt x="38095" y="73809"/>
                </a:cubicBezTo>
                <a:cubicBezTo>
                  <a:pt x="38095" y="56715"/>
                  <a:pt x="51949" y="42857"/>
                  <a:pt x="69048" y="42857"/>
                </a:cubicBezTo>
                <a:cubicBezTo>
                  <a:pt x="73266" y="42857"/>
                  <a:pt x="77289" y="43707"/>
                  <a:pt x="80958" y="45238"/>
                </a:cubicBezTo>
                <a:lnTo>
                  <a:pt x="80958" y="38095"/>
                </a:lnTo>
                <a:lnTo>
                  <a:pt x="53572" y="38095"/>
                </a:lnTo>
                <a:cubicBezTo>
                  <a:pt x="47662" y="38095"/>
                  <a:pt x="42851" y="33288"/>
                  <a:pt x="42851" y="27381"/>
                </a:cubicBezTo>
                <a:lnTo>
                  <a:pt x="42851" y="0"/>
                </a:lnTo>
                <a:lnTo>
                  <a:pt x="15464" y="0"/>
                </a:lnTo>
                <a:close/>
                <a:moveTo>
                  <a:pt x="49994" y="2093"/>
                </a:moveTo>
                <a:lnTo>
                  <a:pt x="49994" y="27381"/>
                </a:lnTo>
                <a:cubicBezTo>
                  <a:pt x="49994" y="29350"/>
                  <a:pt x="51606" y="30953"/>
                  <a:pt x="53572" y="30953"/>
                </a:cubicBezTo>
                <a:lnTo>
                  <a:pt x="78867" y="30953"/>
                </a:lnTo>
                <a:lnTo>
                  <a:pt x="49994" y="2093"/>
                </a:lnTo>
                <a:close/>
                <a:moveTo>
                  <a:pt x="69048" y="47619"/>
                </a:moveTo>
                <a:cubicBezTo>
                  <a:pt x="54578" y="47619"/>
                  <a:pt x="42851" y="59346"/>
                  <a:pt x="42851" y="73809"/>
                </a:cubicBezTo>
                <a:cubicBezTo>
                  <a:pt x="42851" y="88274"/>
                  <a:pt x="54578" y="100000"/>
                  <a:pt x="69048" y="100000"/>
                </a:cubicBezTo>
                <a:cubicBezTo>
                  <a:pt x="83519" y="100000"/>
                  <a:pt x="95246" y="88274"/>
                  <a:pt x="95246" y="73809"/>
                </a:cubicBezTo>
                <a:cubicBezTo>
                  <a:pt x="95246" y="59346"/>
                  <a:pt x="83519" y="47619"/>
                  <a:pt x="69048" y="47619"/>
                </a:cubicBezTo>
                <a:close/>
                <a:moveTo>
                  <a:pt x="69048" y="61905"/>
                </a:moveTo>
                <a:cubicBezTo>
                  <a:pt x="81393" y="61905"/>
                  <a:pt x="87519" y="72171"/>
                  <a:pt x="87771" y="72610"/>
                </a:cubicBezTo>
                <a:cubicBezTo>
                  <a:pt x="88205" y="73353"/>
                  <a:pt x="88205" y="74266"/>
                  <a:pt x="87771" y="75009"/>
                </a:cubicBezTo>
                <a:cubicBezTo>
                  <a:pt x="87519" y="75447"/>
                  <a:pt x="81393" y="85714"/>
                  <a:pt x="69048" y="85714"/>
                </a:cubicBezTo>
                <a:cubicBezTo>
                  <a:pt x="56704" y="85714"/>
                  <a:pt x="50577" y="75447"/>
                  <a:pt x="50326" y="75009"/>
                </a:cubicBezTo>
                <a:cubicBezTo>
                  <a:pt x="49891" y="74266"/>
                  <a:pt x="49891" y="73353"/>
                  <a:pt x="50326" y="72610"/>
                </a:cubicBezTo>
                <a:cubicBezTo>
                  <a:pt x="50577" y="72171"/>
                  <a:pt x="56704" y="61905"/>
                  <a:pt x="69048" y="61905"/>
                </a:cubicBezTo>
                <a:close/>
                <a:moveTo>
                  <a:pt x="69048" y="66666"/>
                </a:moveTo>
                <a:cubicBezTo>
                  <a:pt x="65105" y="66666"/>
                  <a:pt x="61905" y="69864"/>
                  <a:pt x="61905" y="73809"/>
                </a:cubicBezTo>
                <a:cubicBezTo>
                  <a:pt x="61905" y="77755"/>
                  <a:pt x="65105" y="80952"/>
                  <a:pt x="69048" y="80952"/>
                </a:cubicBezTo>
                <a:cubicBezTo>
                  <a:pt x="72992" y="80952"/>
                  <a:pt x="76192" y="77755"/>
                  <a:pt x="76192" y="73809"/>
                </a:cubicBezTo>
                <a:cubicBezTo>
                  <a:pt x="76192" y="69864"/>
                  <a:pt x="72992" y="66666"/>
                  <a:pt x="69048" y="6666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7" name="Красный — SVG 46">
            <a:extLst>
              <a:ext uri="{FF2B5EF4-FFF2-40B4-BE49-F238E27FC236}">
                <a16:creationId xmlns:a16="http://schemas.microsoft.com/office/drawing/2014/main" id="{109A77AA-7C0F-624E-889B-6999C072D55B}"/>
              </a:ext>
            </a:extLst>
          </p:cNvPr>
          <p:cNvSpPr>
            <a:spLocks noGrp="1"/>
          </p:cNvSpPr>
          <p:nvPr/>
        </p:nvSpPr>
        <p:spPr>
          <a:xfrm>
            <a:off x="5820000" y="1670000"/>
            <a:ext cx="220000" cy="220000"/>
          </a:xfrm>
          <a:custGeom>
            <a:avLst/>
            <a:gdLst>
              <a:gd name="csX0" fmla="*/ 33670 w 141772"/>
              <a:gd name="csY0" fmla="*/ 1 h 134671"/>
              <a:gd name="csX1" fmla="*/ 31611 w 141772"/>
              <a:gd name="csY1" fmla="*/ 383 h 134671"/>
              <a:gd name="csX2" fmla="*/ 29859 w 141772"/>
              <a:gd name="csY2" fmla="*/ 1531 h 134671"/>
              <a:gd name="csX3" fmla="*/ 28685 w 141772"/>
              <a:gd name="csY3" fmla="*/ 3265 h 134671"/>
              <a:gd name="csX4" fmla="*/ 28276 w 141772"/>
              <a:gd name="csY4" fmla="*/ 5316 h 134671"/>
              <a:gd name="csX5" fmla="*/ 28685 w 141772"/>
              <a:gd name="csY5" fmla="*/ 7368 h 134671"/>
              <a:gd name="csX6" fmla="*/ 29859 w 141772"/>
              <a:gd name="csY6" fmla="*/ 9102 h 134671"/>
              <a:gd name="csX7" fmla="*/ 31611 w 141772"/>
              <a:gd name="csY7" fmla="*/ 10250 h 134671"/>
              <a:gd name="csX8" fmla="*/ 33670 w 141772"/>
              <a:gd name="csY8" fmla="*/ 10632 h 134671"/>
              <a:gd name="csX9" fmla="*/ 108103 w 141772"/>
              <a:gd name="csY9" fmla="*/ 10632 h 134671"/>
              <a:gd name="csX10" fmla="*/ 110162 w 141772"/>
              <a:gd name="csY10" fmla="*/ 10250 h 134671"/>
              <a:gd name="csX11" fmla="*/ 111914 w 141772"/>
              <a:gd name="csY11" fmla="*/ 9102 h 134671"/>
              <a:gd name="csX12" fmla="*/ 113088 w 141772"/>
              <a:gd name="csY12" fmla="*/ 7368 h 134671"/>
              <a:gd name="csX13" fmla="*/ 113496 w 141772"/>
              <a:gd name="csY13" fmla="*/ 5316 h 134671"/>
              <a:gd name="csX14" fmla="*/ 113088 w 141772"/>
              <a:gd name="csY14" fmla="*/ 3265 h 134671"/>
              <a:gd name="csX15" fmla="*/ 111914 w 141772"/>
              <a:gd name="csY15" fmla="*/ 1531 h 134671"/>
              <a:gd name="csX16" fmla="*/ 110162 w 141772"/>
              <a:gd name="csY16" fmla="*/ 383 h 134671"/>
              <a:gd name="csX17" fmla="*/ 108103 w 141772"/>
              <a:gd name="csY17" fmla="*/ 1 h 134671"/>
              <a:gd name="csX18" fmla="*/ 33670 w 141772"/>
              <a:gd name="csY18" fmla="*/ 1 h 134671"/>
              <a:gd name="csX19" fmla="*/ 30131 w 141772"/>
              <a:gd name="csY19" fmla="*/ 17720 h 134671"/>
              <a:gd name="csX20" fmla="*/ 18868 w 141772"/>
              <a:gd name="csY20" fmla="*/ 22402 h 134671"/>
              <a:gd name="csX21" fmla="*/ 14172 w 141772"/>
              <a:gd name="csY21" fmla="*/ 33668 h 134671"/>
              <a:gd name="csX22" fmla="*/ 14172 w 141772"/>
              <a:gd name="csY22" fmla="*/ 81512 h 134671"/>
              <a:gd name="csX23" fmla="*/ 49935 w 141772"/>
              <a:gd name="csY23" fmla="*/ 81512 h 134671"/>
              <a:gd name="csX24" fmla="*/ 54596 w 141772"/>
              <a:gd name="csY24" fmla="*/ 83172 h 134671"/>
              <a:gd name="csX25" fmla="*/ 57029 w 141772"/>
              <a:gd name="csY25" fmla="*/ 87465 h 134671"/>
              <a:gd name="csX26" fmla="*/ 59938 w 141772"/>
              <a:gd name="csY26" fmla="*/ 93916 h 134671"/>
              <a:gd name="csX27" fmla="*/ 62133 w 141772"/>
              <a:gd name="csY27" fmla="*/ 96110 h 134671"/>
              <a:gd name="csX28" fmla="*/ 64396 w 141772"/>
              <a:gd name="csY28" fmla="*/ 97564 h 134671"/>
              <a:gd name="csX29" fmla="*/ 65076 w 141772"/>
              <a:gd name="csY29" fmla="*/ 97848 h 134671"/>
              <a:gd name="csX30" fmla="*/ 67135 w 141772"/>
              <a:gd name="csY30" fmla="*/ 98595 h 134671"/>
              <a:gd name="csX31" fmla="*/ 67917 w 141772"/>
              <a:gd name="csY31" fmla="*/ 98810 h 134671"/>
              <a:gd name="csX32" fmla="*/ 73872 w 141772"/>
              <a:gd name="csY32" fmla="*/ 98810 h 134671"/>
              <a:gd name="csX33" fmla="*/ 74655 w 141772"/>
              <a:gd name="csY33" fmla="*/ 98595 h 134671"/>
              <a:gd name="csX34" fmla="*/ 76697 w 141772"/>
              <a:gd name="csY34" fmla="*/ 97848 h 134671"/>
              <a:gd name="csX35" fmla="*/ 77377 w 141772"/>
              <a:gd name="csY35" fmla="*/ 97564 h 134671"/>
              <a:gd name="csX36" fmla="*/ 79640 w 141772"/>
              <a:gd name="csY36" fmla="*/ 96110 h 134671"/>
              <a:gd name="csX37" fmla="*/ 81835 w 141772"/>
              <a:gd name="csY37" fmla="*/ 93916 h 134671"/>
              <a:gd name="csX38" fmla="*/ 84744 w 141772"/>
              <a:gd name="csY38" fmla="*/ 87465 h 134671"/>
              <a:gd name="csX39" fmla="*/ 87194 w 141772"/>
              <a:gd name="csY39" fmla="*/ 83172 h 134671"/>
              <a:gd name="csX40" fmla="*/ 91838 w 141772"/>
              <a:gd name="csY40" fmla="*/ 81512 h 134671"/>
              <a:gd name="csX41" fmla="*/ 127601 w 141772"/>
              <a:gd name="csY41" fmla="*/ 81512 h 134671"/>
              <a:gd name="csX42" fmla="*/ 127601 w 141772"/>
              <a:gd name="csY42" fmla="*/ 33668 h 134671"/>
              <a:gd name="csX43" fmla="*/ 122922 w 141772"/>
              <a:gd name="csY43" fmla="*/ 22402 h 134671"/>
              <a:gd name="csX44" fmla="*/ 111642 w 141772"/>
              <a:gd name="csY44" fmla="*/ 17720 h 134671"/>
              <a:gd name="csX45" fmla="*/ 30131 w 141772"/>
              <a:gd name="csY45" fmla="*/ 17720 h 134671"/>
              <a:gd name="csX46" fmla="*/ 7401 w 141772"/>
              <a:gd name="csY46" fmla="*/ 88600 h 134671"/>
              <a:gd name="csX47" fmla="*/ 2399 w 141772"/>
              <a:gd name="csY47" fmla="*/ 90676 h 134671"/>
              <a:gd name="csX48" fmla="*/ 323 w 141772"/>
              <a:gd name="csY48" fmla="*/ 95688 h 134671"/>
              <a:gd name="csX49" fmla="*/ 0 w 141772"/>
              <a:gd name="csY49" fmla="*/ 115180 h 134671"/>
              <a:gd name="csX50" fmla="*/ 5717 w 141772"/>
              <a:gd name="csY50" fmla="*/ 128952 h 134671"/>
              <a:gd name="csX51" fmla="*/ 19497 w 141772"/>
              <a:gd name="csY51" fmla="*/ 134672 h 134671"/>
              <a:gd name="csX52" fmla="*/ 122276 w 141772"/>
              <a:gd name="csY52" fmla="*/ 134672 h 134671"/>
              <a:gd name="csX53" fmla="*/ 136056 w 141772"/>
              <a:gd name="csY53" fmla="*/ 128952 h 134671"/>
              <a:gd name="csX54" fmla="*/ 141773 w 141772"/>
              <a:gd name="csY54" fmla="*/ 115180 h 134671"/>
              <a:gd name="csX55" fmla="*/ 141534 w 141772"/>
              <a:gd name="csY55" fmla="*/ 95688 h 134671"/>
              <a:gd name="csX56" fmla="*/ 139459 w 141772"/>
              <a:gd name="csY56" fmla="*/ 90676 h 134671"/>
              <a:gd name="csX57" fmla="*/ 134440 w 141772"/>
              <a:gd name="csY57" fmla="*/ 88600 h 134671"/>
              <a:gd name="csX58" fmla="*/ 91838 w 141772"/>
              <a:gd name="csY58" fmla="*/ 88600 h 134671"/>
              <a:gd name="csX59" fmla="*/ 84574 w 141772"/>
              <a:gd name="csY59" fmla="*/ 101215 h 134671"/>
              <a:gd name="csX60" fmla="*/ 70895 w 141772"/>
              <a:gd name="csY60" fmla="*/ 106198 h 134671"/>
              <a:gd name="csX61" fmla="*/ 57216 w 141772"/>
              <a:gd name="csY61" fmla="*/ 101215 h 134671"/>
              <a:gd name="csX62" fmla="*/ 49935 w 141772"/>
              <a:gd name="csY62" fmla="*/ 88600 h 134671"/>
              <a:gd name="csX63" fmla="*/ 7401 w 141772"/>
              <a:gd name="csY63" fmla="*/ 88600 h 134671"/>
            </a:gdLst>
            <a:ahLst/>
            <a:cxnLst/>
            <a:rect l="l" t="t" r="r" b="b"/>
            <a:pathLst>
              <a:path w="100000" h="100000">
                <a:moveTo>
                  <a:pt x="23749" y="2505"/>
                </a:moveTo>
                <a:cubicBezTo>
                  <a:pt x="23257" y="2498"/>
                  <a:pt x="22765" y="2590"/>
                  <a:pt x="22297" y="2775"/>
                </a:cubicBezTo>
                <a:cubicBezTo>
                  <a:pt x="21841" y="2960"/>
                  <a:pt x="21421" y="3235"/>
                  <a:pt x="21061" y="3584"/>
                </a:cubicBezTo>
                <a:cubicBezTo>
                  <a:pt x="20713" y="3933"/>
                  <a:pt x="20425" y="4349"/>
                  <a:pt x="20233" y="4807"/>
                </a:cubicBezTo>
                <a:cubicBezTo>
                  <a:pt x="20041" y="5266"/>
                  <a:pt x="19945" y="5757"/>
                  <a:pt x="19945" y="6254"/>
                </a:cubicBezTo>
                <a:cubicBezTo>
                  <a:pt x="19945" y="6751"/>
                  <a:pt x="20041" y="7244"/>
                  <a:pt x="20233" y="7701"/>
                </a:cubicBezTo>
                <a:cubicBezTo>
                  <a:pt x="20425" y="8160"/>
                  <a:pt x="20713" y="8576"/>
                  <a:pt x="21061" y="8925"/>
                </a:cubicBezTo>
                <a:cubicBezTo>
                  <a:pt x="21421" y="9274"/>
                  <a:pt x="21841" y="9549"/>
                  <a:pt x="22297" y="9734"/>
                </a:cubicBezTo>
                <a:cubicBezTo>
                  <a:pt x="22765" y="9919"/>
                  <a:pt x="23257" y="10011"/>
                  <a:pt x="23749" y="10004"/>
                </a:cubicBezTo>
                <a:lnTo>
                  <a:pt x="76251" y="10004"/>
                </a:lnTo>
                <a:cubicBezTo>
                  <a:pt x="76756" y="10011"/>
                  <a:pt x="77248" y="9919"/>
                  <a:pt x="77704" y="9734"/>
                </a:cubicBezTo>
                <a:cubicBezTo>
                  <a:pt x="78171" y="9549"/>
                  <a:pt x="78592" y="9274"/>
                  <a:pt x="78939" y="8925"/>
                </a:cubicBezTo>
                <a:cubicBezTo>
                  <a:pt x="79300" y="8576"/>
                  <a:pt x="79576" y="8160"/>
                  <a:pt x="79768" y="7701"/>
                </a:cubicBezTo>
                <a:cubicBezTo>
                  <a:pt x="79959" y="7244"/>
                  <a:pt x="80055" y="6751"/>
                  <a:pt x="80055" y="6254"/>
                </a:cubicBezTo>
                <a:cubicBezTo>
                  <a:pt x="80055" y="5757"/>
                  <a:pt x="79959" y="5266"/>
                  <a:pt x="79768" y="4807"/>
                </a:cubicBezTo>
                <a:cubicBezTo>
                  <a:pt x="79576" y="4349"/>
                  <a:pt x="79300" y="3933"/>
                  <a:pt x="78939" y="3584"/>
                </a:cubicBezTo>
                <a:cubicBezTo>
                  <a:pt x="78592" y="3235"/>
                  <a:pt x="78171" y="2960"/>
                  <a:pt x="77704" y="2775"/>
                </a:cubicBezTo>
                <a:cubicBezTo>
                  <a:pt x="77248" y="2590"/>
                  <a:pt x="76756" y="2498"/>
                  <a:pt x="76251" y="2505"/>
                </a:cubicBezTo>
                <a:lnTo>
                  <a:pt x="23749" y="2505"/>
                </a:lnTo>
                <a:close/>
                <a:moveTo>
                  <a:pt x="21253" y="15003"/>
                </a:moveTo>
                <a:cubicBezTo>
                  <a:pt x="18265" y="15010"/>
                  <a:pt x="15409" y="16197"/>
                  <a:pt x="13309" y="18306"/>
                </a:cubicBezTo>
                <a:cubicBezTo>
                  <a:pt x="11197" y="20414"/>
                  <a:pt x="10008" y="23272"/>
                  <a:pt x="9996" y="26252"/>
                </a:cubicBezTo>
                <a:lnTo>
                  <a:pt x="9996" y="60000"/>
                </a:lnTo>
                <a:lnTo>
                  <a:pt x="35222" y="60000"/>
                </a:lnTo>
                <a:cubicBezTo>
                  <a:pt x="36422" y="59984"/>
                  <a:pt x="37586" y="60399"/>
                  <a:pt x="38510" y="61170"/>
                </a:cubicBezTo>
                <a:cubicBezTo>
                  <a:pt x="39422" y="61941"/>
                  <a:pt x="40034" y="63016"/>
                  <a:pt x="40226" y="64199"/>
                </a:cubicBezTo>
                <a:cubicBezTo>
                  <a:pt x="40514" y="65864"/>
                  <a:pt x="41222" y="67430"/>
                  <a:pt x="42278" y="68749"/>
                </a:cubicBezTo>
                <a:cubicBezTo>
                  <a:pt x="42734" y="69320"/>
                  <a:pt x="43250" y="69839"/>
                  <a:pt x="43826" y="70296"/>
                </a:cubicBezTo>
                <a:cubicBezTo>
                  <a:pt x="44330" y="70690"/>
                  <a:pt x="44858" y="71033"/>
                  <a:pt x="45422" y="71322"/>
                </a:cubicBezTo>
                <a:lnTo>
                  <a:pt x="45902" y="71522"/>
                </a:lnTo>
                <a:cubicBezTo>
                  <a:pt x="46370" y="71746"/>
                  <a:pt x="46850" y="71922"/>
                  <a:pt x="47354" y="72049"/>
                </a:cubicBezTo>
                <a:lnTo>
                  <a:pt x="47906" y="72201"/>
                </a:lnTo>
                <a:cubicBezTo>
                  <a:pt x="49286" y="72534"/>
                  <a:pt x="50727" y="72534"/>
                  <a:pt x="52106" y="72201"/>
                </a:cubicBezTo>
                <a:lnTo>
                  <a:pt x="52658" y="72049"/>
                </a:lnTo>
                <a:cubicBezTo>
                  <a:pt x="53150" y="71922"/>
                  <a:pt x="53642" y="71746"/>
                  <a:pt x="54099" y="71522"/>
                </a:cubicBezTo>
                <a:lnTo>
                  <a:pt x="54578" y="71322"/>
                </a:lnTo>
                <a:cubicBezTo>
                  <a:pt x="55143" y="71033"/>
                  <a:pt x="55682" y="70690"/>
                  <a:pt x="56175" y="70296"/>
                </a:cubicBezTo>
                <a:cubicBezTo>
                  <a:pt x="56750" y="69839"/>
                  <a:pt x="57267" y="69320"/>
                  <a:pt x="57723" y="68749"/>
                </a:cubicBezTo>
                <a:cubicBezTo>
                  <a:pt x="58779" y="67430"/>
                  <a:pt x="59487" y="65864"/>
                  <a:pt x="59775" y="64199"/>
                </a:cubicBezTo>
                <a:cubicBezTo>
                  <a:pt x="59967" y="63016"/>
                  <a:pt x="60579" y="61941"/>
                  <a:pt x="61503" y="61170"/>
                </a:cubicBezTo>
                <a:cubicBezTo>
                  <a:pt x="62415" y="60399"/>
                  <a:pt x="63579" y="59984"/>
                  <a:pt x="64779" y="60000"/>
                </a:cubicBezTo>
                <a:lnTo>
                  <a:pt x="90004" y="60000"/>
                </a:lnTo>
                <a:lnTo>
                  <a:pt x="90004" y="26252"/>
                </a:lnTo>
                <a:cubicBezTo>
                  <a:pt x="89992" y="23272"/>
                  <a:pt x="88816" y="20414"/>
                  <a:pt x="86704" y="18306"/>
                </a:cubicBezTo>
                <a:cubicBezTo>
                  <a:pt x="84592" y="16197"/>
                  <a:pt x="81736" y="15010"/>
                  <a:pt x="78748" y="15003"/>
                </a:cubicBezTo>
                <a:lnTo>
                  <a:pt x="21253" y="15003"/>
                </a:lnTo>
                <a:close/>
                <a:moveTo>
                  <a:pt x="5220" y="64999"/>
                </a:moveTo>
                <a:cubicBezTo>
                  <a:pt x="3900" y="64999"/>
                  <a:pt x="2628" y="65526"/>
                  <a:pt x="1692" y="66463"/>
                </a:cubicBezTo>
                <a:cubicBezTo>
                  <a:pt x="756" y="67401"/>
                  <a:pt x="228" y="68673"/>
                  <a:pt x="228" y="69999"/>
                </a:cubicBezTo>
                <a:lnTo>
                  <a:pt x="0" y="83747"/>
                </a:lnTo>
                <a:cubicBezTo>
                  <a:pt x="12" y="87392"/>
                  <a:pt x="1452" y="90885"/>
                  <a:pt x="4033" y="93462"/>
                </a:cubicBezTo>
                <a:cubicBezTo>
                  <a:pt x="6612" y="96039"/>
                  <a:pt x="10104" y="97489"/>
                  <a:pt x="13752" y="97496"/>
                </a:cubicBezTo>
                <a:lnTo>
                  <a:pt x="86248" y="97496"/>
                </a:lnTo>
                <a:cubicBezTo>
                  <a:pt x="89896" y="97489"/>
                  <a:pt x="93388" y="96039"/>
                  <a:pt x="95968" y="93462"/>
                </a:cubicBezTo>
                <a:cubicBezTo>
                  <a:pt x="98548" y="90885"/>
                  <a:pt x="100001" y="87392"/>
                  <a:pt x="100001" y="83747"/>
                </a:cubicBezTo>
                <a:lnTo>
                  <a:pt x="99832" y="69999"/>
                </a:lnTo>
                <a:cubicBezTo>
                  <a:pt x="99832" y="68673"/>
                  <a:pt x="99305" y="67401"/>
                  <a:pt x="98369" y="66463"/>
                </a:cubicBezTo>
                <a:cubicBezTo>
                  <a:pt x="97432" y="65526"/>
                  <a:pt x="96160" y="64999"/>
                  <a:pt x="94828" y="64999"/>
                </a:cubicBezTo>
                <a:lnTo>
                  <a:pt x="64779" y="64999"/>
                </a:lnTo>
                <a:cubicBezTo>
                  <a:pt x="64167" y="68476"/>
                  <a:pt x="62355" y="71627"/>
                  <a:pt x="59655" y="73897"/>
                </a:cubicBezTo>
                <a:cubicBezTo>
                  <a:pt x="56955" y="76167"/>
                  <a:pt x="53535" y="77412"/>
                  <a:pt x="50006" y="77412"/>
                </a:cubicBezTo>
                <a:cubicBezTo>
                  <a:pt x="46478" y="77412"/>
                  <a:pt x="43058" y="76167"/>
                  <a:pt x="40358" y="73897"/>
                </a:cubicBezTo>
                <a:cubicBezTo>
                  <a:pt x="37646" y="71627"/>
                  <a:pt x="35834" y="68476"/>
                  <a:pt x="35222" y="64999"/>
                </a:cubicBezTo>
                <a:lnTo>
                  <a:pt x="5220" y="6499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8" name="Красный — SVG 47">
            <a:extLst>
              <a:ext uri="{FF2B5EF4-FFF2-40B4-BE49-F238E27FC236}">
                <a16:creationId xmlns:a16="http://schemas.microsoft.com/office/drawing/2014/main" id="{76D3CA09-A135-DD43-B7EE-A8CA297BF0AE}"/>
              </a:ext>
            </a:extLst>
          </p:cNvPr>
          <p:cNvSpPr>
            <a:spLocks noGrp="1"/>
          </p:cNvSpPr>
          <p:nvPr/>
        </p:nvSpPr>
        <p:spPr>
          <a:xfrm>
            <a:off x="6420000" y="1670000"/>
            <a:ext cx="220000" cy="220000"/>
          </a:xfrm>
          <a:custGeom>
            <a:avLst/>
            <a:gdLst>
              <a:gd name="csX0" fmla="*/ 124062 w 134695"/>
              <a:gd name="csY0" fmla="*/ 60248 h 155935"/>
              <a:gd name="csX1" fmla="*/ 129370 w 134695"/>
              <a:gd name="csY1" fmla="*/ 60248 h 155935"/>
              <a:gd name="csX2" fmla="*/ 134695 w 134695"/>
              <a:gd name="csY2" fmla="*/ 54932 h 155935"/>
              <a:gd name="csX3" fmla="*/ 134695 w 134695"/>
              <a:gd name="csY3" fmla="*/ 33668 h 155935"/>
              <a:gd name="csX4" fmla="*/ 122276 w 134695"/>
              <a:gd name="csY4" fmla="*/ 21264 h 155935"/>
              <a:gd name="csX5" fmla="*/ 95700 w 134695"/>
              <a:gd name="csY5" fmla="*/ 21264 h 155935"/>
              <a:gd name="csX6" fmla="*/ 95700 w 134695"/>
              <a:gd name="csY6" fmla="*/ 17720 h 155935"/>
              <a:gd name="csX7" fmla="*/ 77973 w 134695"/>
              <a:gd name="csY7" fmla="*/ 0 h 155935"/>
              <a:gd name="csX8" fmla="*/ 60261 w 134695"/>
              <a:gd name="csY8" fmla="*/ 17720 h 155935"/>
              <a:gd name="csX9" fmla="*/ 60261 w 134695"/>
              <a:gd name="csY9" fmla="*/ 21264 h 155935"/>
              <a:gd name="csX10" fmla="*/ 33670 w 134695"/>
              <a:gd name="csY10" fmla="*/ 21264 h 155935"/>
              <a:gd name="csX11" fmla="*/ 21267 w 134695"/>
              <a:gd name="csY11" fmla="*/ 33668 h 155935"/>
              <a:gd name="csX12" fmla="*/ 21267 w 134695"/>
              <a:gd name="csY12" fmla="*/ 60248 h 155935"/>
              <a:gd name="csX13" fmla="*/ 17728 w 134695"/>
              <a:gd name="csY13" fmla="*/ 60248 h 155935"/>
              <a:gd name="csX14" fmla="*/ 0 w 134695"/>
              <a:gd name="csY14" fmla="*/ 77968 h 155935"/>
              <a:gd name="csX15" fmla="*/ 17728 w 134695"/>
              <a:gd name="csY15" fmla="*/ 95687 h 155935"/>
              <a:gd name="csX16" fmla="*/ 21267 w 134695"/>
              <a:gd name="csY16" fmla="*/ 95687 h 155935"/>
              <a:gd name="csX17" fmla="*/ 21267 w 134695"/>
              <a:gd name="csY17" fmla="*/ 122267 h 155935"/>
              <a:gd name="csX18" fmla="*/ 33670 w 134695"/>
              <a:gd name="csY18" fmla="*/ 134671 h 155935"/>
              <a:gd name="csX19" fmla="*/ 60261 w 134695"/>
              <a:gd name="csY19" fmla="*/ 134671 h 155935"/>
              <a:gd name="csX20" fmla="*/ 60261 w 134695"/>
              <a:gd name="csY20" fmla="*/ 138215 h 155935"/>
              <a:gd name="csX21" fmla="*/ 77973 w 134695"/>
              <a:gd name="csY21" fmla="*/ 155935 h 155935"/>
              <a:gd name="csX22" fmla="*/ 95700 w 134695"/>
              <a:gd name="csY22" fmla="*/ 138215 h 155935"/>
              <a:gd name="csX23" fmla="*/ 95700 w 134695"/>
              <a:gd name="csY23" fmla="*/ 134671 h 155935"/>
              <a:gd name="csX24" fmla="*/ 122276 w 134695"/>
              <a:gd name="csY24" fmla="*/ 134671 h 155935"/>
              <a:gd name="csX25" fmla="*/ 134695 w 134695"/>
              <a:gd name="csY25" fmla="*/ 122267 h 155935"/>
              <a:gd name="csX26" fmla="*/ 134695 w 134695"/>
              <a:gd name="csY26" fmla="*/ 101003 h 155935"/>
              <a:gd name="csX27" fmla="*/ 129370 w 134695"/>
              <a:gd name="csY27" fmla="*/ 95687 h 155935"/>
              <a:gd name="csX28" fmla="*/ 124062 w 134695"/>
              <a:gd name="csY28" fmla="*/ 95687 h 155935"/>
              <a:gd name="csX29" fmla="*/ 106334 w 134695"/>
              <a:gd name="csY29" fmla="*/ 77968 h 155935"/>
              <a:gd name="csX30" fmla="*/ 124062 w 134695"/>
              <a:gd name="csY30" fmla="*/ 60248 h 155935"/>
            </a:gdLst>
            <a:ahLst/>
            <a:cxnLst/>
            <a:rect l="l" t="t" r="r" b="b"/>
            <a:pathLst>
              <a:path w="100000" h="100000">
                <a:moveTo>
                  <a:pt x="86371" y="38637"/>
                </a:moveTo>
                <a:cubicBezTo>
                  <a:pt x="86523" y="38637"/>
                  <a:pt x="89775" y="38637"/>
                  <a:pt x="89775" y="38637"/>
                </a:cubicBezTo>
                <a:cubicBezTo>
                  <a:pt x="91662" y="38637"/>
                  <a:pt x="93189" y="37109"/>
                  <a:pt x="93189" y="35227"/>
                </a:cubicBezTo>
                <a:lnTo>
                  <a:pt x="93189" y="21591"/>
                </a:lnTo>
                <a:cubicBezTo>
                  <a:pt x="93189" y="17198"/>
                  <a:pt x="89622" y="13636"/>
                  <a:pt x="85225" y="13636"/>
                </a:cubicBezTo>
                <a:lnTo>
                  <a:pt x="68182" y="13636"/>
                </a:lnTo>
                <a:cubicBezTo>
                  <a:pt x="68182" y="13636"/>
                  <a:pt x="68182" y="12120"/>
                  <a:pt x="68182" y="11364"/>
                </a:cubicBezTo>
                <a:cubicBezTo>
                  <a:pt x="68182" y="5089"/>
                  <a:pt x="63098" y="0"/>
                  <a:pt x="56814" y="0"/>
                </a:cubicBezTo>
                <a:cubicBezTo>
                  <a:pt x="50540" y="0"/>
                  <a:pt x="45455" y="5089"/>
                  <a:pt x="45455" y="11364"/>
                </a:cubicBezTo>
                <a:cubicBezTo>
                  <a:pt x="45455" y="12143"/>
                  <a:pt x="45455" y="13636"/>
                  <a:pt x="45455" y="13636"/>
                </a:cubicBezTo>
                <a:lnTo>
                  <a:pt x="28403" y="13636"/>
                </a:lnTo>
                <a:cubicBezTo>
                  <a:pt x="24006" y="13636"/>
                  <a:pt x="20449" y="17198"/>
                  <a:pt x="20449" y="21591"/>
                </a:cubicBezTo>
                <a:lnTo>
                  <a:pt x="20449" y="38637"/>
                </a:lnTo>
                <a:cubicBezTo>
                  <a:pt x="20449" y="38637"/>
                  <a:pt x="18954" y="38637"/>
                  <a:pt x="18179" y="38637"/>
                </a:cubicBezTo>
                <a:cubicBezTo>
                  <a:pt x="11895" y="38637"/>
                  <a:pt x="6811" y="43725"/>
                  <a:pt x="6811" y="50000"/>
                </a:cubicBezTo>
                <a:cubicBezTo>
                  <a:pt x="6811" y="56275"/>
                  <a:pt x="11895" y="61363"/>
                  <a:pt x="18179" y="61363"/>
                </a:cubicBezTo>
                <a:cubicBezTo>
                  <a:pt x="18954" y="61363"/>
                  <a:pt x="20449" y="61363"/>
                  <a:pt x="20449" y="61363"/>
                </a:cubicBezTo>
                <a:lnTo>
                  <a:pt x="20449" y="78409"/>
                </a:lnTo>
                <a:cubicBezTo>
                  <a:pt x="20449" y="82802"/>
                  <a:pt x="24006" y="86364"/>
                  <a:pt x="28403" y="86364"/>
                </a:cubicBezTo>
                <a:lnTo>
                  <a:pt x="45455" y="86364"/>
                </a:lnTo>
                <a:cubicBezTo>
                  <a:pt x="45455" y="86364"/>
                  <a:pt x="45455" y="87857"/>
                  <a:pt x="45455" y="88636"/>
                </a:cubicBezTo>
                <a:cubicBezTo>
                  <a:pt x="45455" y="94911"/>
                  <a:pt x="50540" y="100000"/>
                  <a:pt x="56814" y="100000"/>
                </a:cubicBezTo>
                <a:cubicBezTo>
                  <a:pt x="63098" y="100000"/>
                  <a:pt x="68182" y="94911"/>
                  <a:pt x="68182" y="88636"/>
                </a:cubicBezTo>
                <a:cubicBezTo>
                  <a:pt x="68182" y="87857"/>
                  <a:pt x="68182" y="86364"/>
                  <a:pt x="68182" y="86364"/>
                </a:cubicBezTo>
                <a:lnTo>
                  <a:pt x="85225" y="86364"/>
                </a:lnTo>
                <a:cubicBezTo>
                  <a:pt x="89622" y="86364"/>
                  <a:pt x="93189" y="82802"/>
                  <a:pt x="93189" y="78409"/>
                </a:cubicBezTo>
                <a:lnTo>
                  <a:pt x="93189" y="64773"/>
                </a:lnTo>
                <a:cubicBezTo>
                  <a:pt x="93189" y="62898"/>
                  <a:pt x="91651" y="61363"/>
                  <a:pt x="89775" y="61363"/>
                </a:cubicBezTo>
                <a:cubicBezTo>
                  <a:pt x="86076" y="61363"/>
                  <a:pt x="87483" y="61363"/>
                  <a:pt x="86371" y="61363"/>
                </a:cubicBezTo>
                <a:cubicBezTo>
                  <a:pt x="80097" y="61363"/>
                  <a:pt x="75002" y="56275"/>
                  <a:pt x="75002" y="50000"/>
                </a:cubicBezTo>
                <a:cubicBezTo>
                  <a:pt x="75002" y="43725"/>
                  <a:pt x="80086" y="38637"/>
                  <a:pt x="86371" y="3863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29" name="Красный — SVG 48">
            <a:extLst>
              <a:ext uri="{FF2B5EF4-FFF2-40B4-BE49-F238E27FC236}">
                <a16:creationId xmlns:a16="http://schemas.microsoft.com/office/drawing/2014/main" id="{6E9D9957-443A-9849-8EC5-BCE61114749C}"/>
              </a:ext>
            </a:extLst>
          </p:cNvPr>
          <p:cNvSpPr>
            <a:spLocks noGrp="1"/>
          </p:cNvSpPr>
          <p:nvPr/>
        </p:nvSpPr>
        <p:spPr>
          <a:xfrm>
            <a:off x="7020000" y="1670000"/>
            <a:ext cx="220000" cy="220000"/>
          </a:xfrm>
          <a:custGeom>
            <a:avLst/>
            <a:gdLst>
              <a:gd name="csX0" fmla="*/ 83298 w 134695"/>
              <a:gd name="csY0" fmla="*/ 0 h 134671"/>
              <a:gd name="csX1" fmla="*/ 67560 w 134695"/>
              <a:gd name="csY1" fmla="*/ 13760 h 134671"/>
              <a:gd name="csX2" fmla="*/ 50462 w 134695"/>
              <a:gd name="csY2" fmla="*/ 17707 h 134671"/>
              <a:gd name="csX3" fmla="*/ 37209 w 134695"/>
              <a:gd name="csY3" fmla="*/ 10632 h 134671"/>
              <a:gd name="csX4" fmla="*/ 21267 w 134695"/>
              <a:gd name="csY4" fmla="*/ 26580 h 134671"/>
              <a:gd name="csX5" fmla="*/ 25503 w 134695"/>
              <a:gd name="csY5" fmla="*/ 37316 h 134671"/>
              <a:gd name="csX6" fmla="*/ 17507 w 134695"/>
              <a:gd name="csY6" fmla="*/ 53320 h 134671"/>
              <a:gd name="csX7" fmla="*/ 15942 w 134695"/>
              <a:gd name="csY7" fmla="*/ 53160 h 134671"/>
              <a:gd name="csX8" fmla="*/ 0 w 134695"/>
              <a:gd name="csY8" fmla="*/ 69108 h 134671"/>
              <a:gd name="csX9" fmla="*/ 15942 w 134695"/>
              <a:gd name="csY9" fmla="*/ 85056 h 134671"/>
              <a:gd name="csX10" fmla="*/ 29739 w 134695"/>
              <a:gd name="csY10" fmla="*/ 76970 h 134671"/>
              <a:gd name="csX11" fmla="*/ 46447 w 134695"/>
              <a:gd name="csY11" fmla="*/ 79539 h 134671"/>
              <a:gd name="csX12" fmla="*/ 61350 w 134695"/>
              <a:gd name="csY12" fmla="*/ 92074 h 134671"/>
              <a:gd name="csX13" fmla="*/ 66148 w 134695"/>
              <a:gd name="csY13" fmla="*/ 106457 h 134671"/>
              <a:gd name="csX14" fmla="*/ 60261 w 134695"/>
              <a:gd name="csY14" fmla="*/ 118724 h 134671"/>
              <a:gd name="csX15" fmla="*/ 76203 w 134695"/>
              <a:gd name="csY15" fmla="*/ 134672 h 134671"/>
              <a:gd name="csX16" fmla="*/ 92162 w 134695"/>
              <a:gd name="csY16" fmla="*/ 118724 h 134671"/>
              <a:gd name="csX17" fmla="*/ 91736 w 134695"/>
              <a:gd name="csY17" fmla="*/ 115192 h 134671"/>
              <a:gd name="csX18" fmla="*/ 109516 w 134695"/>
              <a:gd name="csY18" fmla="*/ 103336 h 134671"/>
              <a:gd name="csX19" fmla="*/ 118737 w 134695"/>
              <a:gd name="csY19" fmla="*/ 106319 h 134671"/>
              <a:gd name="csX20" fmla="*/ 134695 w 134695"/>
              <a:gd name="csY20" fmla="*/ 90371 h 134671"/>
              <a:gd name="csX21" fmla="*/ 124402 w 134695"/>
              <a:gd name="csY21" fmla="*/ 75511 h 134671"/>
              <a:gd name="csX22" fmla="*/ 124402 w 134695"/>
              <a:gd name="csY22" fmla="*/ 59161 h 134671"/>
              <a:gd name="csX23" fmla="*/ 134695 w 134695"/>
              <a:gd name="csY23" fmla="*/ 44300 h 134671"/>
              <a:gd name="csX24" fmla="*/ 118737 w 134695"/>
              <a:gd name="csY24" fmla="*/ 28352 h 134671"/>
              <a:gd name="csX25" fmla="*/ 110706 w 134695"/>
              <a:gd name="csY25" fmla="*/ 30601 h 134671"/>
              <a:gd name="csX26" fmla="*/ 98423 w 134695"/>
              <a:gd name="csY26" fmla="*/ 20779 h 134671"/>
              <a:gd name="csX27" fmla="*/ 99239 w 134695"/>
              <a:gd name="csY27" fmla="*/ 15948 h 134671"/>
              <a:gd name="csX28" fmla="*/ 83298 w 134695"/>
              <a:gd name="csY28" fmla="*/ 0 h 134671"/>
              <a:gd name="csX29" fmla="*/ 70044 w 134695"/>
              <a:gd name="csY29" fmla="*/ 24821 h 134671"/>
              <a:gd name="csX30" fmla="*/ 83298 w 134695"/>
              <a:gd name="csY30" fmla="*/ 31896 h 134671"/>
              <a:gd name="csX31" fmla="*/ 91328 w 134695"/>
              <a:gd name="csY31" fmla="*/ 29647 h 134671"/>
              <a:gd name="csX32" fmla="*/ 103611 w 134695"/>
              <a:gd name="csY32" fmla="*/ 39467 h 134671"/>
              <a:gd name="csX33" fmla="*/ 102795 w 134695"/>
              <a:gd name="csY33" fmla="*/ 44300 h 134671"/>
              <a:gd name="csX34" fmla="*/ 113071 w 134695"/>
              <a:gd name="csY34" fmla="*/ 59161 h 134671"/>
              <a:gd name="csX35" fmla="*/ 113071 w 134695"/>
              <a:gd name="csY35" fmla="*/ 75511 h 134671"/>
              <a:gd name="csX36" fmla="*/ 102795 w 134695"/>
              <a:gd name="csY36" fmla="*/ 90371 h 134671"/>
              <a:gd name="csX37" fmla="*/ 103203 w 134695"/>
              <a:gd name="csY37" fmla="*/ 93901 h 134671"/>
              <a:gd name="csX38" fmla="*/ 85424 w 134695"/>
              <a:gd name="csY38" fmla="*/ 105758 h 134671"/>
              <a:gd name="csX39" fmla="*/ 76883 w 134695"/>
              <a:gd name="csY39" fmla="*/ 102844 h 134671"/>
              <a:gd name="csX40" fmla="*/ 72086 w 134695"/>
              <a:gd name="csY40" fmla="*/ 88461 h 134671"/>
              <a:gd name="csX41" fmla="*/ 77973 w 134695"/>
              <a:gd name="csY41" fmla="*/ 76196 h 134671"/>
              <a:gd name="csX42" fmla="*/ 62031 w 134695"/>
              <a:gd name="csY42" fmla="*/ 60248 h 134671"/>
              <a:gd name="csX43" fmla="*/ 48233 w 134695"/>
              <a:gd name="csY43" fmla="*/ 68339 h 134671"/>
              <a:gd name="csX44" fmla="*/ 31526 w 134695"/>
              <a:gd name="csY44" fmla="*/ 65765 h 134671"/>
              <a:gd name="csX45" fmla="*/ 27664 w 134695"/>
              <a:gd name="csY45" fmla="*/ 58372 h 134671"/>
              <a:gd name="csX46" fmla="*/ 35660 w 134695"/>
              <a:gd name="csY46" fmla="*/ 42368 h 134671"/>
              <a:gd name="csX47" fmla="*/ 37209 w 134695"/>
              <a:gd name="csY47" fmla="*/ 42528 h 134671"/>
              <a:gd name="csX48" fmla="*/ 52946 w 134695"/>
              <a:gd name="csY48" fmla="*/ 28774 h 134671"/>
              <a:gd name="csX49" fmla="*/ 70044 w 134695"/>
              <a:gd name="csY49" fmla="*/ 24821 h 134671"/>
            </a:gdLst>
            <a:ahLst/>
            <a:cxnLst/>
            <a:rect l="l" t="t" r="r" b="b"/>
            <a:pathLst>
              <a:path w="100000" h="100000">
                <a:moveTo>
                  <a:pt x="61842" y="9"/>
                </a:moveTo>
                <a:cubicBezTo>
                  <a:pt x="55867" y="9"/>
                  <a:pt x="50966" y="4469"/>
                  <a:pt x="50158" y="10225"/>
                </a:cubicBezTo>
                <a:lnTo>
                  <a:pt x="37464" y="13155"/>
                </a:lnTo>
                <a:cubicBezTo>
                  <a:pt x="35329" y="9990"/>
                  <a:pt x="31717" y="7902"/>
                  <a:pt x="27625" y="7902"/>
                </a:cubicBezTo>
                <a:cubicBezTo>
                  <a:pt x="21106" y="7902"/>
                  <a:pt x="15789" y="13214"/>
                  <a:pt x="15789" y="19742"/>
                </a:cubicBezTo>
                <a:cubicBezTo>
                  <a:pt x="15789" y="22821"/>
                  <a:pt x="17001" y="25605"/>
                  <a:pt x="18934" y="27713"/>
                </a:cubicBezTo>
                <a:lnTo>
                  <a:pt x="12998" y="39595"/>
                </a:lnTo>
                <a:cubicBezTo>
                  <a:pt x="12606" y="39555"/>
                  <a:pt x="12240" y="39476"/>
                  <a:pt x="11836" y="39476"/>
                </a:cubicBezTo>
                <a:cubicBezTo>
                  <a:pt x="5318" y="39476"/>
                  <a:pt x="0" y="44788"/>
                  <a:pt x="0" y="51316"/>
                </a:cubicBezTo>
                <a:cubicBezTo>
                  <a:pt x="0" y="57844"/>
                  <a:pt x="5318" y="63156"/>
                  <a:pt x="11836" y="63156"/>
                </a:cubicBezTo>
                <a:cubicBezTo>
                  <a:pt x="16231" y="63156"/>
                  <a:pt x="20033" y="60719"/>
                  <a:pt x="22079" y="57153"/>
                </a:cubicBezTo>
                <a:lnTo>
                  <a:pt x="34483" y="59060"/>
                </a:lnTo>
                <a:cubicBezTo>
                  <a:pt x="35594" y="64235"/>
                  <a:pt x="40091" y="68130"/>
                  <a:pt x="45547" y="68366"/>
                </a:cubicBezTo>
                <a:lnTo>
                  <a:pt x="49109" y="79045"/>
                </a:lnTo>
                <a:cubicBezTo>
                  <a:pt x="46457" y="81218"/>
                  <a:pt x="44739" y="84472"/>
                  <a:pt x="44739" y="88152"/>
                </a:cubicBezTo>
                <a:cubicBezTo>
                  <a:pt x="44739" y="94678"/>
                  <a:pt x="50044" y="99992"/>
                  <a:pt x="56574" y="99992"/>
                </a:cubicBezTo>
                <a:cubicBezTo>
                  <a:pt x="63105" y="99992"/>
                  <a:pt x="68423" y="94678"/>
                  <a:pt x="68423" y="88152"/>
                </a:cubicBezTo>
                <a:cubicBezTo>
                  <a:pt x="68423" y="87249"/>
                  <a:pt x="68297" y="86376"/>
                  <a:pt x="68106" y="85530"/>
                </a:cubicBezTo>
                <a:lnTo>
                  <a:pt x="81307" y="76727"/>
                </a:lnTo>
                <a:cubicBezTo>
                  <a:pt x="83251" y="78110"/>
                  <a:pt x="85601" y="78942"/>
                  <a:pt x="88152" y="78942"/>
                </a:cubicBezTo>
                <a:cubicBezTo>
                  <a:pt x="94682" y="78942"/>
                  <a:pt x="100000" y="73631"/>
                  <a:pt x="100000" y="67102"/>
                </a:cubicBezTo>
                <a:cubicBezTo>
                  <a:pt x="100000" y="62061"/>
                  <a:pt x="96817" y="57773"/>
                  <a:pt x="92358" y="56070"/>
                </a:cubicBezTo>
                <a:lnTo>
                  <a:pt x="92358" y="43931"/>
                </a:lnTo>
                <a:cubicBezTo>
                  <a:pt x="96817" y="42227"/>
                  <a:pt x="100000" y="37938"/>
                  <a:pt x="100000" y="32898"/>
                </a:cubicBezTo>
                <a:cubicBezTo>
                  <a:pt x="100000" y="26370"/>
                  <a:pt x="94682" y="21058"/>
                  <a:pt x="88152" y="21058"/>
                </a:cubicBezTo>
                <a:cubicBezTo>
                  <a:pt x="85967" y="21058"/>
                  <a:pt x="83946" y="21691"/>
                  <a:pt x="82190" y="22728"/>
                </a:cubicBezTo>
                <a:lnTo>
                  <a:pt x="73071" y="15436"/>
                </a:lnTo>
                <a:cubicBezTo>
                  <a:pt x="73424" y="14297"/>
                  <a:pt x="73677" y="13107"/>
                  <a:pt x="73677" y="11849"/>
                </a:cubicBezTo>
                <a:cubicBezTo>
                  <a:pt x="73677" y="5321"/>
                  <a:pt x="68372" y="9"/>
                  <a:pt x="61842" y="9"/>
                </a:cubicBezTo>
                <a:close/>
                <a:moveTo>
                  <a:pt x="52002" y="18436"/>
                </a:moveTo>
                <a:cubicBezTo>
                  <a:pt x="54137" y="21601"/>
                  <a:pt x="57749" y="23689"/>
                  <a:pt x="61842" y="23689"/>
                </a:cubicBezTo>
                <a:cubicBezTo>
                  <a:pt x="64027" y="23689"/>
                  <a:pt x="66048" y="23055"/>
                  <a:pt x="67804" y="22019"/>
                </a:cubicBezTo>
                <a:lnTo>
                  <a:pt x="76923" y="29310"/>
                </a:lnTo>
                <a:cubicBezTo>
                  <a:pt x="76569" y="30450"/>
                  <a:pt x="76317" y="31639"/>
                  <a:pt x="76317" y="32898"/>
                </a:cubicBezTo>
                <a:cubicBezTo>
                  <a:pt x="76317" y="37938"/>
                  <a:pt x="79500" y="42227"/>
                  <a:pt x="83946" y="43931"/>
                </a:cubicBezTo>
                <a:lnTo>
                  <a:pt x="83946" y="56070"/>
                </a:lnTo>
                <a:cubicBezTo>
                  <a:pt x="79500" y="57773"/>
                  <a:pt x="76317" y="62061"/>
                  <a:pt x="76317" y="67102"/>
                </a:cubicBezTo>
                <a:cubicBezTo>
                  <a:pt x="76317" y="68005"/>
                  <a:pt x="76430" y="68878"/>
                  <a:pt x="76620" y="69723"/>
                </a:cubicBezTo>
                <a:lnTo>
                  <a:pt x="63420" y="78526"/>
                </a:lnTo>
                <a:cubicBezTo>
                  <a:pt x="61614" y="77237"/>
                  <a:pt x="59442" y="76465"/>
                  <a:pt x="57079" y="76362"/>
                </a:cubicBezTo>
                <a:lnTo>
                  <a:pt x="53518" y="65684"/>
                </a:lnTo>
                <a:cubicBezTo>
                  <a:pt x="56171" y="63511"/>
                  <a:pt x="57889" y="60258"/>
                  <a:pt x="57889" y="56578"/>
                </a:cubicBezTo>
                <a:cubicBezTo>
                  <a:pt x="57889" y="50050"/>
                  <a:pt x="52583" y="44738"/>
                  <a:pt x="46053" y="44738"/>
                </a:cubicBezTo>
                <a:cubicBezTo>
                  <a:pt x="41657" y="44738"/>
                  <a:pt x="37855" y="47177"/>
                  <a:pt x="35809" y="50745"/>
                </a:cubicBezTo>
                <a:lnTo>
                  <a:pt x="23405" y="48834"/>
                </a:lnTo>
                <a:cubicBezTo>
                  <a:pt x="22963" y="46739"/>
                  <a:pt x="21940" y="44870"/>
                  <a:pt x="20538" y="43345"/>
                </a:cubicBezTo>
                <a:lnTo>
                  <a:pt x="26475" y="31464"/>
                </a:lnTo>
                <a:cubicBezTo>
                  <a:pt x="26867" y="31503"/>
                  <a:pt x="27233" y="31582"/>
                  <a:pt x="27625" y="31582"/>
                </a:cubicBezTo>
                <a:cubicBezTo>
                  <a:pt x="33599" y="31582"/>
                  <a:pt x="38500" y="27124"/>
                  <a:pt x="39308" y="21371"/>
                </a:cubicBezTo>
                <a:lnTo>
                  <a:pt x="52002" y="1843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0" name="Красный — SVG 49">
            <a:extLst>
              <a:ext uri="{FF2B5EF4-FFF2-40B4-BE49-F238E27FC236}">
                <a16:creationId xmlns:a16="http://schemas.microsoft.com/office/drawing/2014/main" id="{011D9111-A14B-994E-870C-5B9DE35C6F51}"/>
              </a:ext>
            </a:extLst>
          </p:cNvPr>
          <p:cNvSpPr>
            <a:spLocks noGrp="1"/>
          </p:cNvSpPr>
          <p:nvPr/>
        </p:nvSpPr>
        <p:spPr>
          <a:xfrm>
            <a:off x="7620000" y="1670000"/>
            <a:ext cx="220000" cy="220000"/>
          </a:xfrm>
          <a:custGeom>
            <a:avLst/>
            <a:gdLst>
              <a:gd name="csX0" fmla="*/ 15942 w 131140"/>
              <a:gd name="csY0" fmla="*/ 0 h 148922"/>
              <a:gd name="csX1" fmla="*/ 0 w 131140"/>
              <a:gd name="csY1" fmla="*/ 15948 h 148922"/>
              <a:gd name="csX2" fmla="*/ 0 w 131140"/>
              <a:gd name="csY2" fmla="*/ 125811 h 148922"/>
              <a:gd name="csX3" fmla="*/ 15942 w 131140"/>
              <a:gd name="csY3" fmla="*/ 141759 h 148922"/>
              <a:gd name="csX4" fmla="*/ 60261 w 131140"/>
              <a:gd name="csY4" fmla="*/ 141759 h 148922"/>
              <a:gd name="csX5" fmla="*/ 60261 w 131140"/>
              <a:gd name="csY5" fmla="*/ 122267 h 148922"/>
              <a:gd name="csX6" fmla="*/ 72664 w 131140"/>
              <a:gd name="csY6" fmla="*/ 109863 h 148922"/>
              <a:gd name="csX7" fmla="*/ 78024 w 131140"/>
              <a:gd name="csY7" fmla="*/ 111130 h 148922"/>
              <a:gd name="csX8" fmla="*/ 90375 w 131140"/>
              <a:gd name="csY8" fmla="*/ 99231 h 148922"/>
              <a:gd name="csX9" fmla="*/ 95752 w 131140"/>
              <a:gd name="csY9" fmla="*/ 100498 h 148922"/>
              <a:gd name="csX10" fmla="*/ 108103 w 131140"/>
              <a:gd name="csY10" fmla="*/ 88599 h 148922"/>
              <a:gd name="csX11" fmla="*/ 113428 w 131140"/>
              <a:gd name="csY11" fmla="*/ 89839 h 148922"/>
              <a:gd name="csX12" fmla="*/ 113428 w 131140"/>
              <a:gd name="csY12" fmla="*/ 56704 h 148922"/>
              <a:gd name="csX13" fmla="*/ 72664 w 131140"/>
              <a:gd name="csY13" fmla="*/ 56704 h 148922"/>
              <a:gd name="csX14" fmla="*/ 56706 w 131140"/>
              <a:gd name="csY14" fmla="*/ 40756 h 148922"/>
              <a:gd name="csX15" fmla="*/ 56706 w 131140"/>
              <a:gd name="csY15" fmla="*/ 0 h 148922"/>
              <a:gd name="csX16" fmla="*/ 15942 w 131140"/>
              <a:gd name="csY16" fmla="*/ 0 h 148922"/>
              <a:gd name="csX17" fmla="*/ 67339 w 131140"/>
              <a:gd name="csY17" fmla="*/ 3115 h 148922"/>
              <a:gd name="csX18" fmla="*/ 67339 w 131140"/>
              <a:gd name="csY18" fmla="*/ 40756 h 148922"/>
              <a:gd name="csX19" fmla="*/ 72664 w 131140"/>
              <a:gd name="csY19" fmla="*/ 46072 h 148922"/>
              <a:gd name="csX20" fmla="*/ 110315 w 131140"/>
              <a:gd name="csY20" fmla="*/ 46072 h 148922"/>
              <a:gd name="csX21" fmla="*/ 67339 w 131140"/>
              <a:gd name="csY21" fmla="*/ 3115 h 148922"/>
              <a:gd name="csX22" fmla="*/ 125746 w 131140"/>
              <a:gd name="csY22" fmla="*/ 88523 h 148922"/>
              <a:gd name="csX23" fmla="*/ 122020 w 131140"/>
              <a:gd name="csY23" fmla="*/ 90137 h 148922"/>
              <a:gd name="csX24" fmla="*/ 120506 w 131140"/>
              <a:gd name="csY24" fmla="*/ 93915 h 148922"/>
              <a:gd name="csX25" fmla="*/ 120506 w 131140"/>
              <a:gd name="csY25" fmla="*/ 143531 h 148922"/>
              <a:gd name="csX26" fmla="*/ 120897 w 131140"/>
              <a:gd name="csY26" fmla="*/ 145589 h 148922"/>
              <a:gd name="csX27" fmla="*/ 122037 w 131140"/>
              <a:gd name="csY27" fmla="*/ 147339 h 148922"/>
              <a:gd name="csX28" fmla="*/ 123773 w 131140"/>
              <a:gd name="csY28" fmla="*/ 148511 h 148922"/>
              <a:gd name="csX29" fmla="*/ 125831 w 131140"/>
              <a:gd name="csY29" fmla="*/ 148923 h 148922"/>
              <a:gd name="csX30" fmla="*/ 127873 w 131140"/>
              <a:gd name="csY30" fmla="*/ 148511 h 148922"/>
              <a:gd name="csX31" fmla="*/ 129608 w 131140"/>
              <a:gd name="csY31" fmla="*/ 147339 h 148922"/>
              <a:gd name="csX32" fmla="*/ 130765 w 131140"/>
              <a:gd name="csY32" fmla="*/ 145589 h 148922"/>
              <a:gd name="csX33" fmla="*/ 131139 w 131140"/>
              <a:gd name="csY33" fmla="*/ 143531 h 148922"/>
              <a:gd name="csX34" fmla="*/ 131139 w 131140"/>
              <a:gd name="csY34" fmla="*/ 93915 h 148922"/>
              <a:gd name="csX35" fmla="*/ 130748 w 131140"/>
              <a:gd name="csY35" fmla="*/ 91838 h 148922"/>
              <a:gd name="csX36" fmla="*/ 129591 w 131140"/>
              <a:gd name="csY36" fmla="*/ 90078 h 148922"/>
              <a:gd name="csX37" fmla="*/ 127822 w 131140"/>
              <a:gd name="csY37" fmla="*/ 88911 h 148922"/>
              <a:gd name="csX38" fmla="*/ 125746 w 131140"/>
              <a:gd name="csY38" fmla="*/ 88523 h 148922"/>
              <a:gd name="csX39" fmla="*/ 108018 w 131140"/>
              <a:gd name="csY39" fmla="*/ 95611 h 148922"/>
              <a:gd name="csX40" fmla="*/ 104292 w 131140"/>
              <a:gd name="csY40" fmla="*/ 97225 h 148922"/>
              <a:gd name="csX41" fmla="*/ 102795 w 131140"/>
              <a:gd name="csY41" fmla="*/ 101003 h 148922"/>
              <a:gd name="csX42" fmla="*/ 102795 w 131140"/>
              <a:gd name="csY42" fmla="*/ 143531 h 148922"/>
              <a:gd name="csX43" fmla="*/ 103169 w 131140"/>
              <a:gd name="csY43" fmla="*/ 145589 h 148922"/>
              <a:gd name="csX44" fmla="*/ 104326 w 131140"/>
              <a:gd name="csY44" fmla="*/ 147339 h 148922"/>
              <a:gd name="csX45" fmla="*/ 106062 w 131140"/>
              <a:gd name="csY45" fmla="*/ 148511 h 148922"/>
              <a:gd name="csX46" fmla="*/ 108103 w 131140"/>
              <a:gd name="csY46" fmla="*/ 148923 h 148922"/>
              <a:gd name="csX47" fmla="*/ 110162 w 131140"/>
              <a:gd name="csY47" fmla="*/ 148511 h 148922"/>
              <a:gd name="csX48" fmla="*/ 111897 w 131140"/>
              <a:gd name="csY48" fmla="*/ 147339 h 148922"/>
              <a:gd name="csX49" fmla="*/ 113037 w 131140"/>
              <a:gd name="csY49" fmla="*/ 145589 h 148922"/>
              <a:gd name="csX50" fmla="*/ 113428 w 131140"/>
              <a:gd name="csY50" fmla="*/ 143531 h 148922"/>
              <a:gd name="csX51" fmla="*/ 113428 w 131140"/>
              <a:gd name="csY51" fmla="*/ 101003 h 148922"/>
              <a:gd name="csX52" fmla="*/ 113037 w 131140"/>
              <a:gd name="csY52" fmla="*/ 98926 h 148922"/>
              <a:gd name="csX53" fmla="*/ 111863 w 131140"/>
              <a:gd name="csY53" fmla="*/ 97165 h 148922"/>
              <a:gd name="csX54" fmla="*/ 110094 w 131140"/>
              <a:gd name="csY54" fmla="*/ 95999 h 148922"/>
              <a:gd name="csX55" fmla="*/ 108018 w 131140"/>
              <a:gd name="csY55" fmla="*/ 95611 h 148922"/>
              <a:gd name="csX56" fmla="*/ 90307 w 131140"/>
              <a:gd name="csY56" fmla="*/ 106243 h 148922"/>
              <a:gd name="csX57" fmla="*/ 86564 w 131140"/>
              <a:gd name="csY57" fmla="*/ 107857 h 148922"/>
              <a:gd name="csX58" fmla="*/ 85067 w 131140"/>
              <a:gd name="csY58" fmla="*/ 111635 h 148922"/>
              <a:gd name="csX59" fmla="*/ 85067 w 131140"/>
              <a:gd name="csY59" fmla="*/ 143531 h 148922"/>
              <a:gd name="csX60" fmla="*/ 85458 w 131140"/>
              <a:gd name="csY60" fmla="*/ 145589 h 148922"/>
              <a:gd name="csX61" fmla="*/ 86598 w 131140"/>
              <a:gd name="csY61" fmla="*/ 147339 h 148922"/>
              <a:gd name="csX62" fmla="*/ 88333 w 131140"/>
              <a:gd name="csY62" fmla="*/ 148511 h 148922"/>
              <a:gd name="csX63" fmla="*/ 90375 w 131140"/>
              <a:gd name="csY63" fmla="*/ 148923 h 148922"/>
              <a:gd name="csX64" fmla="*/ 92434 w 131140"/>
              <a:gd name="csY64" fmla="*/ 148511 h 148922"/>
              <a:gd name="csX65" fmla="*/ 94169 w 131140"/>
              <a:gd name="csY65" fmla="*/ 147339 h 148922"/>
              <a:gd name="csX66" fmla="*/ 95309 w 131140"/>
              <a:gd name="csY66" fmla="*/ 145589 h 148922"/>
              <a:gd name="csX67" fmla="*/ 95700 w 131140"/>
              <a:gd name="csY67" fmla="*/ 143531 h 148922"/>
              <a:gd name="csX68" fmla="*/ 95700 w 131140"/>
              <a:gd name="csY68" fmla="*/ 111635 h 148922"/>
              <a:gd name="csX69" fmla="*/ 95309 w 131140"/>
              <a:gd name="csY69" fmla="*/ 109558 h 148922"/>
              <a:gd name="csX70" fmla="*/ 94135 w 131140"/>
              <a:gd name="csY70" fmla="*/ 107797 h 148922"/>
              <a:gd name="csX71" fmla="*/ 92383 w 131140"/>
              <a:gd name="csY71" fmla="*/ 106631 h 148922"/>
              <a:gd name="csX72" fmla="*/ 90307 w 131140"/>
              <a:gd name="csY72" fmla="*/ 106243 h 148922"/>
              <a:gd name="csX73" fmla="*/ 72579 w 131140"/>
              <a:gd name="csY73" fmla="*/ 116875 h 148922"/>
              <a:gd name="csX74" fmla="*/ 68853 w 131140"/>
              <a:gd name="csY74" fmla="*/ 118488 h 148922"/>
              <a:gd name="csX75" fmla="*/ 67339 w 131140"/>
              <a:gd name="csY75" fmla="*/ 122267 h 148922"/>
              <a:gd name="csX76" fmla="*/ 67339 w 131140"/>
              <a:gd name="csY76" fmla="*/ 143531 h 148922"/>
              <a:gd name="csX77" fmla="*/ 67730 w 131140"/>
              <a:gd name="csY77" fmla="*/ 145589 h 148922"/>
              <a:gd name="csX78" fmla="*/ 68870 w 131140"/>
              <a:gd name="csY78" fmla="*/ 147339 h 148922"/>
              <a:gd name="csX79" fmla="*/ 70606 w 131140"/>
              <a:gd name="csY79" fmla="*/ 148511 h 148922"/>
              <a:gd name="csX80" fmla="*/ 72664 w 131140"/>
              <a:gd name="csY80" fmla="*/ 148923 h 148922"/>
              <a:gd name="csX81" fmla="*/ 74706 w 131140"/>
              <a:gd name="csY81" fmla="*/ 148511 h 148922"/>
              <a:gd name="csX82" fmla="*/ 76441 w 131140"/>
              <a:gd name="csY82" fmla="*/ 147339 h 148922"/>
              <a:gd name="csX83" fmla="*/ 77598 w 131140"/>
              <a:gd name="csY83" fmla="*/ 145589 h 148922"/>
              <a:gd name="csX84" fmla="*/ 77973 w 131140"/>
              <a:gd name="csY84" fmla="*/ 143531 h 148922"/>
              <a:gd name="csX85" fmla="*/ 77973 w 131140"/>
              <a:gd name="csY85" fmla="*/ 122267 h 148922"/>
              <a:gd name="csX86" fmla="*/ 77581 w 131140"/>
              <a:gd name="csY86" fmla="*/ 120190 h 148922"/>
              <a:gd name="csX87" fmla="*/ 76424 w 131140"/>
              <a:gd name="csY87" fmla="*/ 118429 h 148922"/>
              <a:gd name="csX88" fmla="*/ 74655 w 131140"/>
              <a:gd name="csY88" fmla="*/ 117263 h 148922"/>
              <a:gd name="csX89" fmla="*/ 72579 w 131140"/>
              <a:gd name="csY89" fmla="*/ 116875 h 148922"/>
            </a:gdLst>
            <a:ahLst/>
            <a:cxnLst/>
            <a:rect l="l" t="t" r="r" b="b"/>
            <a:pathLst>
              <a:path w="100000" h="100000">
                <a:moveTo>
                  <a:pt x="16675" y="0"/>
                </a:moveTo>
                <a:cubicBezTo>
                  <a:pt x="10769" y="0"/>
                  <a:pt x="5970" y="4795"/>
                  <a:pt x="5970" y="10709"/>
                </a:cubicBezTo>
                <a:lnTo>
                  <a:pt x="5970" y="84481"/>
                </a:lnTo>
                <a:cubicBezTo>
                  <a:pt x="5970" y="90395"/>
                  <a:pt x="10769" y="95190"/>
                  <a:pt x="16675" y="95190"/>
                </a:cubicBezTo>
                <a:lnTo>
                  <a:pt x="46435" y="95190"/>
                </a:lnTo>
                <a:lnTo>
                  <a:pt x="46435" y="82101"/>
                </a:lnTo>
                <a:cubicBezTo>
                  <a:pt x="46435" y="77502"/>
                  <a:pt x="50160" y="73772"/>
                  <a:pt x="54764" y="73772"/>
                </a:cubicBezTo>
                <a:cubicBezTo>
                  <a:pt x="56055" y="73772"/>
                  <a:pt x="57266" y="74094"/>
                  <a:pt x="58363" y="74623"/>
                </a:cubicBezTo>
                <a:cubicBezTo>
                  <a:pt x="58545" y="70184"/>
                  <a:pt x="62178" y="66633"/>
                  <a:pt x="66656" y="66633"/>
                </a:cubicBezTo>
                <a:cubicBezTo>
                  <a:pt x="67959" y="66633"/>
                  <a:pt x="69170" y="66955"/>
                  <a:pt x="70267" y="67484"/>
                </a:cubicBezTo>
                <a:cubicBezTo>
                  <a:pt x="70450" y="63046"/>
                  <a:pt x="74082" y="59494"/>
                  <a:pt x="78561" y="59494"/>
                </a:cubicBezTo>
                <a:cubicBezTo>
                  <a:pt x="79840" y="59494"/>
                  <a:pt x="81051" y="59807"/>
                  <a:pt x="82136" y="60326"/>
                </a:cubicBezTo>
                <a:lnTo>
                  <a:pt x="82136" y="38076"/>
                </a:lnTo>
                <a:lnTo>
                  <a:pt x="54764" y="38076"/>
                </a:lnTo>
                <a:cubicBezTo>
                  <a:pt x="48846" y="38076"/>
                  <a:pt x="44048" y="33281"/>
                  <a:pt x="44048" y="27367"/>
                </a:cubicBezTo>
                <a:lnTo>
                  <a:pt x="44048" y="0"/>
                </a:lnTo>
                <a:lnTo>
                  <a:pt x="16675" y="0"/>
                </a:lnTo>
                <a:close/>
                <a:moveTo>
                  <a:pt x="51188" y="2092"/>
                </a:moveTo>
                <a:lnTo>
                  <a:pt x="51188" y="27367"/>
                </a:lnTo>
                <a:cubicBezTo>
                  <a:pt x="51188" y="29335"/>
                  <a:pt x="52799" y="30937"/>
                  <a:pt x="54764" y="30937"/>
                </a:cubicBezTo>
                <a:lnTo>
                  <a:pt x="80046" y="30937"/>
                </a:lnTo>
                <a:lnTo>
                  <a:pt x="51188" y="2092"/>
                </a:lnTo>
                <a:close/>
                <a:moveTo>
                  <a:pt x="90408" y="59443"/>
                </a:moveTo>
                <a:cubicBezTo>
                  <a:pt x="89460" y="59457"/>
                  <a:pt x="88557" y="59847"/>
                  <a:pt x="87906" y="60526"/>
                </a:cubicBezTo>
                <a:cubicBezTo>
                  <a:pt x="87243" y="61205"/>
                  <a:pt x="86878" y="62118"/>
                  <a:pt x="86889" y="63063"/>
                </a:cubicBezTo>
                <a:lnTo>
                  <a:pt x="86889" y="96380"/>
                </a:lnTo>
                <a:cubicBezTo>
                  <a:pt x="86889" y="96853"/>
                  <a:pt x="86969" y="97323"/>
                  <a:pt x="87152" y="97762"/>
                </a:cubicBezTo>
                <a:cubicBezTo>
                  <a:pt x="87323" y="98200"/>
                  <a:pt x="87586" y="98600"/>
                  <a:pt x="87917" y="98937"/>
                </a:cubicBezTo>
                <a:cubicBezTo>
                  <a:pt x="88249" y="99274"/>
                  <a:pt x="88648" y="99541"/>
                  <a:pt x="89083" y="99724"/>
                </a:cubicBezTo>
                <a:cubicBezTo>
                  <a:pt x="89517" y="99907"/>
                  <a:pt x="89985" y="100001"/>
                  <a:pt x="90465" y="100001"/>
                </a:cubicBezTo>
                <a:cubicBezTo>
                  <a:pt x="90934" y="100001"/>
                  <a:pt x="91402" y="99907"/>
                  <a:pt x="91836" y="99724"/>
                </a:cubicBezTo>
                <a:cubicBezTo>
                  <a:pt x="92281" y="99541"/>
                  <a:pt x="92670" y="99274"/>
                  <a:pt x="93001" y="98937"/>
                </a:cubicBezTo>
                <a:cubicBezTo>
                  <a:pt x="93332" y="98600"/>
                  <a:pt x="93595" y="98200"/>
                  <a:pt x="93778" y="97762"/>
                </a:cubicBezTo>
                <a:cubicBezTo>
                  <a:pt x="93949" y="97323"/>
                  <a:pt x="94041" y="96853"/>
                  <a:pt x="94029" y="96380"/>
                </a:cubicBezTo>
                <a:lnTo>
                  <a:pt x="94029" y="63063"/>
                </a:lnTo>
                <a:cubicBezTo>
                  <a:pt x="94041" y="62586"/>
                  <a:pt x="93949" y="62112"/>
                  <a:pt x="93767" y="61669"/>
                </a:cubicBezTo>
                <a:cubicBezTo>
                  <a:pt x="93595" y="61226"/>
                  <a:pt x="93321" y="60824"/>
                  <a:pt x="92990" y="60487"/>
                </a:cubicBezTo>
                <a:cubicBezTo>
                  <a:pt x="92647" y="60149"/>
                  <a:pt x="92247" y="59882"/>
                  <a:pt x="91802" y="59703"/>
                </a:cubicBezTo>
                <a:cubicBezTo>
                  <a:pt x="91356" y="59524"/>
                  <a:pt x="90888" y="59435"/>
                  <a:pt x="90408" y="59443"/>
                </a:cubicBezTo>
                <a:close/>
                <a:moveTo>
                  <a:pt x="78504" y="64202"/>
                </a:moveTo>
                <a:cubicBezTo>
                  <a:pt x="77555" y="64217"/>
                  <a:pt x="76664" y="64607"/>
                  <a:pt x="76002" y="65286"/>
                </a:cubicBezTo>
                <a:cubicBezTo>
                  <a:pt x="75339" y="65965"/>
                  <a:pt x="74973" y="66877"/>
                  <a:pt x="74996" y="67823"/>
                </a:cubicBezTo>
                <a:lnTo>
                  <a:pt x="74996" y="96380"/>
                </a:lnTo>
                <a:cubicBezTo>
                  <a:pt x="74985" y="96853"/>
                  <a:pt x="75076" y="97323"/>
                  <a:pt x="75247" y="97762"/>
                </a:cubicBezTo>
                <a:cubicBezTo>
                  <a:pt x="75431" y="98200"/>
                  <a:pt x="75693" y="98600"/>
                  <a:pt x="76024" y="98937"/>
                </a:cubicBezTo>
                <a:cubicBezTo>
                  <a:pt x="76356" y="99274"/>
                  <a:pt x="76744" y="99541"/>
                  <a:pt x="77190" y="99724"/>
                </a:cubicBezTo>
                <a:cubicBezTo>
                  <a:pt x="77624" y="99907"/>
                  <a:pt x="78092" y="100001"/>
                  <a:pt x="78561" y="100001"/>
                </a:cubicBezTo>
                <a:cubicBezTo>
                  <a:pt x="79041" y="100001"/>
                  <a:pt x="79509" y="99907"/>
                  <a:pt x="79943" y="99724"/>
                </a:cubicBezTo>
                <a:cubicBezTo>
                  <a:pt x="80377" y="99541"/>
                  <a:pt x="80777" y="99274"/>
                  <a:pt x="81108" y="98937"/>
                </a:cubicBezTo>
                <a:cubicBezTo>
                  <a:pt x="81440" y="98600"/>
                  <a:pt x="81703" y="98200"/>
                  <a:pt x="81874" y="97762"/>
                </a:cubicBezTo>
                <a:cubicBezTo>
                  <a:pt x="82056" y="97323"/>
                  <a:pt x="82136" y="96853"/>
                  <a:pt x="82136" y="96380"/>
                </a:cubicBezTo>
                <a:lnTo>
                  <a:pt x="82136" y="67823"/>
                </a:lnTo>
                <a:cubicBezTo>
                  <a:pt x="82136" y="67345"/>
                  <a:pt x="82045" y="66871"/>
                  <a:pt x="81874" y="66428"/>
                </a:cubicBezTo>
                <a:cubicBezTo>
                  <a:pt x="81691" y="65986"/>
                  <a:pt x="81429" y="65583"/>
                  <a:pt x="81085" y="65246"/>
                </a:cubicBezTo>
                <a:cubicBezTo>
                  <a:pt x="80743" y="64908"/>
                  <a:pt x="80343" y="64642"/>
                  <a:pt x="79898" y="64463"/>
                </a:cubicBezTo>
                <a:cubicBezTo>
                  <a:pt x="79463" y="64283"/>
                  <a:pt x="78984" y="64195"/>
                  <a:pt x="78504" y="64202"/>
                </a:cubicBezTo>
                <a:close/>
                <a:moveTo>
                  <a:pt x="66611" y="71341"/>
                </a:moveTo>
                <a:cubicBezTo>
                  <a:pt x="65663" y="71356"/>
                  <a:pt x="64760" y="71746"/>
                  <a:pt x="64097" y="72425"/>
                </a:cubicBezTo>
                <a:cubicBezTo>
                  <a:pt x="63447" y="73104"/>
                  <a:pt x="63081" y="74017"/>
                  <a:pt x="63092" y="74962"/>
                </a:cubicBezTo>
                <a:lnTo>
                  <a:pt x="63092" y="96380"/>
                </a:lnTo>
                <a:cubicBezTo>
                  <a:pt x="63081" y="96853"/>
                  <a:pt x="63172" y="97323"/>
                  <a:pt x="63355" y="97762"/>
                </a:cubicBezTo>
                <a:cubicBezTo>
                  <a:pt x="63526" y="98200"/>
                  <a:pt x="63789" y="98600"/>
                  <a:pt x="64120" y="98937"/>
                </a:cubicBezTo>
                <a:cubicBezTo>
                  <a:pt x="64452" y="99274"/>
                  <a:pt x="64851" y="99541"/>
                  <a:pt x="65285" y="99724"/>
                </a:cubicBezTo>
                <a:cubicBezTo>
                  <a:pt x="65720" y="99907"/>
                  <a:pt x="66188" y="100001"/>
                  <a:pt x="66656" y="100001"/>
                </a:cubicBezTo>
                <a:cubicBezTo>
                  <a:pt x="67136" y="100001"/>
                  <a:pt x="67605" y="99907"/>
                  <a:pt x="68039" y="99724"/>
                </a:cubicBezTo>
                <a:cubicBezTo>
                  <a:pt x="68473" y="99541"/>
                  <a:pt x="68873" y="99274"/>
                  <a:pt x="69204" y="98937"/>
                </a:cubicBezTo>
                <a:cubicBezTo>
                  <a:pt x="69535" y="98600"/>
                  <a:pt x="69798" y="98200"/>
                  <a:pt x="69970" y="97762"/>
                </a:cubicBezTo>
                <a:cubicBezTo>
                  <a:pt x="70152" y="97323"/>
                  <a:pt x="70243" y="96853"/>
                  <a:pt x="70232" y="96380"/>
                </a:cubicBezTo>
                <a:lnTo>
                  <a:pt x="70232" y="74962"/>
                </a:lnTo>
                <a:cubicBezTo>
                  <a:pt x="70243" y="74485"/>
                  <a:pt x="70152" y="74010"/>
                  <a:pt x="69970" y="73567"/>
                </a:cubicBezTo>
                <a:cubicBezTo>
                  <a:pt x="69787" y="73125"/>
                  <a:pt x="69524" y="72723"/>
                  <a:pt x="69181" y="72385"/>
                </a:cubicBezTo>
                <a:cubicBezTo>
                  <a:pt x="68850" y="72047"/>
                  <a:pt x="68450" y="71781"/>
                  <a:pt x="68005" y="71602"/>
                </a:cubicBezTo>
                <a:cubicBezTo>
                  <a:pt x="67559" y="71423"/>
                  <a:pt x="67079" y="71334"/>
                  <a:pt x="66611" y="71341"/>
                </a:cubicBezTo>
                <a:close/>
                <a:moveTo>
                  <a:pt x="54706" y="78481"/>
                </a:moveTo>
                <a:cubicBezTo>
                  <a:pt x="53758" y="78495"/>
                  <a:pt x="52856" y="78886"/>
                  <a:pt x="52205" y="79564"/>
                </a:cubicBezTo>
                <a:cubicBezTo>
                  <a:pt x="51542" y="80243"/>
                  <a:pt x="51176" y="81156"/>
                  <a:pt x="51188" y="82101"/>
                </a:cubicBezTo>
                <a:lnTo>
                  <a:pt x="51188" y="96380"/>
                </a:lnTo>
                <a:cubicBezTo>
                  <a:pt x="51188" y="96853"/>
                  <a:pt x="51268" y="97323"/>
                  <a:pt x="51450" y="97762"/>
                </a:cubicBezTo>
                <a:cubicBezTo>
                  <a:pt x="51622" y="98200"/>
                  <a:pt x="51885" y="98600"/>
                  <a:pt x="52216" y="98937"/>
                </a:cubicBezTo>
                <a:cubicBezTo>
                  <a:pt x="52548" y="99274"/>
                  <a:pt x="52947" y="99541"/>
                  <a:pt x="53382" y="99724"/>
                </a:cubicBezTo>
                <a:cubicBezTo>
                  <a:pt x="53815" y="99907"/>
                  <a:pt x="54284" y="100001"/>
                  <a:pt x="54764" y="100001"/>
                </a:cubicBezTo>
                <a:cubicBezTo>
                  <a:pt x="55232" y="100001"/>
                  <a:pt x="55700" y="99907"/>
                  <a:pt x="56135" y="99724"/>
                </a:cubicBezTo>
                <a:cubicBezTo>
                  <a:pt x="56580" y="99541"/>
                  <a:pt x="56969" y="99274"/>
                  <a:pt x="57300" y="98937"/>
                </a:cubicBezTo>
                <a:cubicBezTo>
                  <a:pt x="57632" y="98600"/>
                  <a:pt x="57894" y="98200"/>
                  <a:pt x="58077" y="97762"/>
                </a:cubicBezTo>
                <a:cubicBezTo>
                  <a:pt x="58248" y="97323"/>
                  <a:pt x="58340" y="96853"/>
                  <a:pt x="58329" y="96380"/>
                </a:cubicBezTo>
                <a:lnTo>
                  <a:pt x="58329" y="82101"/>
                </a:lnTo>
                <a:cubicBezTo>
                  <a:pt x="58340" y="81624"/>
                  <a:pt x="58248" y="81149"/>
                  <a:pt x="58065" y="80707"/>
                </a:cubicBezTo>
                <a:cubicBezTo>
                  <a:pt x="57894" y="80264"/>
                  <a:pt x="57620" y="79862"/>
                  <a:pt x="57288" y="79524"/>
                </a:cubicBezTo>
                <a:cubicBezTo>
                  <a:pt x="56946" y="79186"/>
                  <a:pt x="56546" y="78921"/>
                  <a:pt x="56101" y="78741"/>
                </a:cubicBezTo>
                <a:cubicBezTo>
                  <a:pt x="55655" y="78562"/>
                  <a:pt x="55187" y="78473"/>
                  <a:pt x="54706" y="7848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1" name="Красный — SVG 50">
            <a:extLst>
              <a:ext uri="{FF2B5EF4-FFF2-40B4-BE49-F238E27FC236}">
                <a16:creationId xmlns:a16="http://schemas.microsoft.com/office/drawing/2014/main" id="{D6CD4CAB-EDED-5846-886B-FE769B8E8844}"/>
              </a:ext>
            </a:extLst>
          </p:cNvPr>
          <p:cNvSpPr>
            <a:spLocks noGrp="1"/>
          </p:cNvSpPr>
          <p:nvPr/>
        </p:nvSpPr>
        <p:spPr>
          <a:xfrm>
            <a:off x="8220000" y="1670000"/>
            <a:ext cx="220000" cy="220000"/>
          </a:xfrm>
          <a:custGeom>
            <a:avLst/>
            <a:gdLst>
              <a:gd name="csX0" fmla="*/ 70810 w 141772"/>
              <a:gd name="csY0" fmla="*/ 1 h 127660"/>
              <a:gd name="csX1" fmla="*/ 67067 w 141772"/>
              <a:gd name="csY1" fmla="*/ 1615 h 127660"/>
              <a:gd name="csX2" fmla="*/ 65570 w 141772"/>
              <a:gd name="csY2" fmla="*/ 5393 h 127660"/>
              <a:gd name="csX3" fmla="*/ 65570 w 141772"/>
              <a:gd name="csY3" fmla="*/ 15229 h 127660"/>
              <a:gd name="csX4" fmla="*/ 55923 w 141772"/>
              <a:gd name="csY4" fmla="*/ 24884 h 127660"/>
              <a:gd name="csX5" fmla="*/ 30131 w 141772"/>
              <a:gd name="csY5" fmla="*/ 24884 h 127660"/>
              <a:gd name="csX6" fmla="*/ 26677 w 141772"/>
              <a:gd name="csY6" fmla="*/ 26087 h 127660"/>
              <a:gd name="csX7" fmla="*/ 24823 w 141772"/>
              <a:gd name="csY7" fmla="*/ 29226 h 127660"/>
              <a:gd name="csX8" fmla="*/ 340 w 141772"/>
              <a:gd name="csY8" fmla="*/ 95695 h 127660"/>
              <a:gd name="csX9" fmla="*/ 306 w 141772"/>
              <a:gd name="csY9" fmla="*/ 95828 h 127660"/>
              <a:gd name="csX10" fmla="*/ 0 w 141772"/>
              <a:gd name="csY10" fmla="*/ 97537 h 127660"/>
              <a:gd name="csX11" fmla="*/ 30131 w 141772"/>
              <a:gd name="csY11" fmla="*/ 127660 h 127660"/>
              <a:gd name="csX12" fmla="*/ 60261 w 141772"/>
              <a:gd name="csY12" fmla="*/ 97537 h 127660"/>
              <a:gd name="csX13" fmla="*/ 59955 w 141772"/>
              <a:gd name="csY13" fmla="*/ 95828 h 127660"/>
              <a:gd name="csX14" fmla="*/ 59921 w 141772"/>
              <a:gd name="csY14" fmla="*/ 95695 h 127660"/>
              <a:gd name="csX15" fmla="*/ 37753 w 141772"/>
              <a:gd name="csY15" fmla="*/ 35516 h 127660"/>
              <a:gd name="csX16" fmla="*/ 55923 w 141772"/>
              <a:gd name="csY16" fmla="*/ 35516 h 127660"/>
              <a:gd name="csX17" fmla="*/ 70895 w 141772"/>
              <a:gd name="csY17" fmla="*/ 46148 h 127660"/>
              <a:gd name="csX18" fmla="*/ 85867 w 141772"/>
              <a:gd name="csY18" fmla="*/ 35516 h 127660"/>
              <a:gd name="csX19" fmla="*/ 104037 w 141772"/>
              <a:gd name="csY19" fmla="*/ 35516 h 127660"/>
              <a:gd name="csX20" fmla="*/ 81852 w 141772"/>
              <a:gd name="csY20" fmla="*/ 95695 h 127660"/>
              <a:gd name="csX21" fmla="*/ 81835 w 141772"/>
              <a:gd name="csY21" fmla="*/ 95828 h 127660"/>
              <a:gd name="csX22" fmla="*/ 81528 w 141772"/>
              <a:gd name="csY22" fmla="*/ 97537 h 127660"/>
              <a:gd name="csX23" fmla="*/ 111642 w 141772"/>
              <a:gd name="csY23" fmla="*/ 127660 h 127660"/>
              <a:gd name="csX24" fmla="*/ 141773 w 141772"/>
              <a:gd name="csY24" fmla="*/ 97537 h 127660"/>
              <a:gd name="csX25" fmla="*/ 141466 w 141772"/>
              <a:gd name="csY25" fmla="*/ 95828 h 127660"/>
              <a:gd name="csX26" fmla="*/ 141449 w 141772"/>
              <a:gd name="csY26" fmla="*/ 95695 h 127660"/>
              <a:gd name="csX27" fmla="*/ 116933 w 141772"/>
              <a:gd name="csY27" fmla="*/ 29183 h 127660"/>
              <a:gd name="csX28" fmla="*/ 115079 w 141772"/>
              <a:gd name="csY28" fmla="*/ 26075 h 127660"/>
              <a:gd name="csX29" fmla="*/ 111642 w 141772"/>
              <a:gd name="csY29" fmla="*/ 24884 h 127660"/>
              <a:gd name="csX30" fmla="*/ 85867 w 141772"/>
              <a:gd name="csY30" fmla="*/ 24884 h 127660"/>
              <a:gd name="csX31" fmla="*/ 76203 w 141772"/>
              <a:gd name="csY31" fmla="*/ 15229 h 127660"/>
              <a:gd name="csX32" fmla="*/ 76203 w 141772"/>
              <a:gd name="csY32" fmla="*/ 5393 h 127660"/>
              <a:gd name="csX33" fmla="*/ 75812 w 141772"/>
              <a:gd name="csY33" fmla="*/ 3316 h 127660"/>
              <a:gd name="csX34" fmla="*/ 74655 w 141772"/>
              <a:gd name="csY34" fmla="*/ 1555 h 127660"/>
              <a:gd name="csX35" fmla="*/ 72886 w 141772"/>
              <a:gd name="csY35" fmla="*/ 388 h 127660"/>
              <a:gd name="csX36" fmla="*/ 70810 w 141772"/>
              <a:gd name="csY36" fmla="*/ 1 h 127660"/>
              <a:gd name="csX37" fmla="*/ 30131 w 141772"/>
              <a:gd name="csY37" fmla="*/ 45582 h 127660"/>
              <a:gd name="csX38" fmla="*/ 47314 w 141772"/>
              <a:gd name="csY38" fmla="*/ 92221 h 127660"/>
              <a:gd name="csX39" fmla="*/ 12930 w 141772"/>
              <a:gd name="csY39" fmla="*/ 92221 h 127660"/>
              <a:gd name="csX40" fmla="*/ 30131 w 141772"/>
              <a:gd name="csY40" fmla="*/ 45582 h 127660"/>
              <a:gd name="csX41" fmla="*/ 111642 w 141772"/>
              <a:gd name="csY41" fmla="*/ 45582 h 127660"/>
              <a:gd name="csX42" fmla="*/ 128843 w 141772"/>
              <a:gd name="csY42" fmla="*/ 92221 h 127660"/>
              <a:gd name="csX43" fmla="*/ 94476 w 141772"/>
              <a:gd name="csY43" fmla="*/ 92221 h 127660"/>
              <a:gd name="csX44" fmla="*/ 111642 w 141772"/>
              <a:gd name="csY44" fmla="*/ 45582 h 127660"/>
            </a:gdLst>
            <a:ahLst/>
            <a:cxnLst/>
            <a:rect l="l" t="t" r="r" b="b"/>
            <a:pathLst>
              <a:path w="100000" h="100000">
                <a:moveTo>
                  <a:pt x="49946" y="4978"/>
                </a:moveTo>
                <a:cubicBezTo>
                  <a:pt x="48950" y="4993"/>
                  <a:pt x="48002" y="5402"/>
                  <a:pt x="47306" y="6116"/>
                </a:cubicBezTo>
                <a:cubicBezTo>
                  <a:pt x="46622" y="6829"/>
                  <a:pt x="46238" y="7788"/>
                  <a:pt x="46250" y="8781"/>
                </a:cubicBezTo>
                <a:lnTo>
                  <a:pt x="46250" y="15719"/>
                </a:lnTo>
                <a:cubicBezTo>
                  <a:pt x="43070" y="16852"/>
                  <a:pt x="40574" y="19354"/>
                  <a:pt x="39446" y="22529"/>
                </a:cubicBezTo>
                <a:lnTo>
                  <a:pt x="21253" y="22529"/>
                </a:lnTo>
                <a:cubicBezTo>
                  <a:pt x="20365" y="22517"/>
                  <a:pt x="19501" y="22818"/>
                  <a:pt x="18817" y="23378"/>
                </a:cubicBezTo>
                <a:cubicBezTo>
                  <a:pt x="18133" y="23938"/>
                  <a:pt x="17677" y="24721"/>
                  <a:pt x="17509" y="25592"/>
                </a:cubicBezTo>
                <a:lnTo>
                  <a:pt x="240" y="72476"/>
                </a:lnTo>
                <a:cubicBezTo>
                  <a:pt x="228" y="72506"/>
                  <a:pt x="228" y="72540"/>
                  <a:pt x="216" y="72570"/>
                </a:cubicBezTo>
                <a:cubicBezTo>
                  <a:pt x="84" y="72949"/>
                  <a:pt x="0" y="73351"/>
                  <a:pt x="0" y="73775"/>
                </a:cubicBezTo>
                <a:cubicBezTo>
                  <a:pt x="0" y="84220"/>
                  <a:pt x="7944" y="95023"/>
                  <a:pt x="21253" y="95023"/>
                </a:cubicBezTo>
                <a:cubicBezTo>
                  <a:pt x="34550" y="95023"/>
                  <a:pt x="42506" y="84220"/>
                  <a:pt x="42506" y="73775"/>
                </a:cubicBezTo>
                <a:cubicBezTo>
                  <a:pt x="42506" y="73351"/>
                  <a:pt x="42422" y="72949"/>
                  <a:pt x="42290" y="72570"/>
                </a:cubicBezTo>
                <a:cubicBezTo>
                  <a:pt x="42278" y="72540"/>
                  <a:pt x="42278" y="72506"/>
                  <a:pt x="42266" y="72476"/>
                </a:cubicBezTo>
                <a:lnTo>
                  <a:pt x="26629" y="30028"/>
                </a:lnTo>
                <a:lnTo>
                  <a:pt x="39446" y="30028"/>
                </a:lnTo>
                <a:cubicBezTo>
                  <a:pt x="40994" y="34384"/>
                  <a:pt x="45122" y="37528"/>
                  <a:pt x="50006" y="37528"/>
                </a:cubicBezTo>
                <a:cubicBezTo>
                  <a:pt x="54878" y="37528"/>
                  <a:pt x="59007" y="34384"/>
                  <a:pt x="60567" y="30028"/>
                </a:cubicBezTo>
                <a:lnTo>
                  <a:pt x="73383" y="30028"/>
                </a:lnTo>
                <a:lnTo>
                  <a:pt x="57735" y="72476"/>
                </a:lnTo>
                <a:cubicBezTo>
                  <a:pt x="57723" y="72506"/>
                  <a:pt x="57723" y="72540"/>
                  <a:pt x="57723" y="72570"/>
                </a:cubicBezTo>
                <a:cubicBezTo>
                  <a:pt x="57590" y="72949"/>
                  <a:pt x="57506" y="73351"/>
                  <a:pt x="57506" y="73775"/>
                </a:cubicBezTo>
                <a:cubicBezTo>
                  <a:pt x="57506" y="84220"/>
                  <a:pt x="65451" y="95023"/>
                  <a:pt x="78748" y="95023"/>
                </a:cubicBezTo>
                <a:cubicBezTo>
                  <a:pt x="92056" y="95023"/>
                  <a:pt x="100001" y="84220"/>
                  <a:pt x="100001" y="73775"/>
                </a:cubicBezTo>
                <a:cubicBezTo>
                  <a:pt x="100001" y="73351"/>
                  <a:pt x="99917" y="72949"/>
                  <a:pt x="99784" y="72570"/>
                </a:cubicBezTo>
                <a:cubicBezTo>
                  <a:pt x="99784" y="72540"/>
                  <a:pt x="99784" y="72506"/>
                  <a:pt x="99772" y="72476"/>
                </a:cubicBezTo>
                <a:lnTo>
                  <a:pt x="82480" y="25561"/>
                </a:lnTo>
                <a:cubicBezTo>
                  <a:pt x="82312" y="24700"/>
                  <a:pt x="81855" y="23924"/>
                  <a:pt x="81172" y="23369"/>
                </a:cubicBezTo>
                <a:cubicBezTo>
                  <a:pt x="80488" y="22816"/>
                  <a:pt x="79636" y="22519"/>
                  <a:pt x="78748" y="22529"/>
                </a:cubicBezTo>
                <a:lnTo>
                  <a:pt x="60567" y="22529"/>
                </a:lnTo>
                <a:cubicBezTo>
                  <a:pt x="59426" y="19354"/>
                  <a:pt x="56931" y="16852"/>
                  <a:pt x="53750" y="15719"/>
                </a:cubicBezTo>
                <a:lnTo>
                  <a:pt x="53750" y="8781"/>
                </a:lnTo>
                <a:cubicBezTo>
                  <a:pt x="53762" y="8279"/>
                  <a:pt x="53666" y="7782"/>
                  <a:pt x="53475" y="7316"/>
                </a:cubicBezTo>
                <a:cubicBezTo>
                  <a:pt x="53282" y="6852"/>
                  <a:pt x="53006" y="6429"/>
                  <a:pt x="52658" y="6074"/>
                </a:cubicBezTo>
                <a:cubicBezTo>
                  <a:pt x="52299" y="5719"/>
                  <a:pt x="51878" y="5439"/>
                  <a:pt x="51411" y="5251"/>
                </a:cubicBezTo>
                <a:cubicBezTo>
                  <a:pt x="50942" y="5062"/>
                  <a:pt x="50450" y="4970"/>
                  <a:pt x="49946" y="4978"/>
                </a:cubicBezTo>
                <a:close/>
                <a:moveTo>
                  <a:pt x="21253" y="37129"/>
                </a:moveTo>
                <a:lnTo>
                  <a:pt x="33373" y="70026"/>
                </a:lnTo>
                <a:lnTo>
                  <a:pt x="9120" y="70026"/>
                </a:lnTo>
                <a:lnTo>
                  <a:pt x="21253" y="37129"/>
                </a:lnTo>
                <a:close/>
                <a:moveTo>
                  <a:pt x="78748" y="37129"/>
                </a:moveTo>
                <a:lnTo>
                  <a:pt x="90880" y="70026"/>
                </a:lnTo>
                <a:lnTo>
                  <a:pt x="66639" y="70026"/>
                </a:lnTo>
                <a:lnTo>
                  <a:pt x="78748" y="3712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2" name="Красный — SVG 51">
            <a:extLst>
              <a:ext uri="{FF2B5EF4-FFF2-40B4-BE49-F238E27FC236}">
                <a16:creationId xmlns:a16="http://schemas.microsoft.com/office/drawing/2014/main" id="{5638E89D-C079-8C4A-AB5B-FE994031D1AD}"/>
              </a:ext>
            </a:extLst>
          </p:cNvPr>
          <p:cNvSpPr>
            <a:spLocks noGrp="1"/>
          </p:cNvSpPr>
          <p:nvPr/>
        </p:nvSpPr>
        <p:spPr>
          <a:xfrm>
            <a:off x="8820000" y="1670000"/>
            <a:ext cx="220000" cy="220000"/>
          </a:xfrm>
          <a:custGeom>
            <a:avLst/>
            <a:gdLst>
              <a:gd name="csX0" fmla="*/ 6993 w 127703"/>
              <a:gd name="csY0" fmla="*/ 1 h 127681"/>
              <a:gd name="csX1" fmla="*/ 2008 w 127703"/>
              <a:gd name="csY1" fmla="*/ 2149 h 127681"/>
              <a:gd name="csX2" fmla="*/ 0 w 127703"/>
              <a:gd name="csY2" fmla="*/ 7186 h 127681"/>
              <a:gd name="csX3" fmla="*/ 0 w 127703"/>
              <a:gd name="csY3" fmla="*/ 120594 h 127681"/>
              <a:gd name="csX4" fmla="*/ 2076 w 127703"/>
              <a:gd name="csY4" fmla="*/ 125606 h 127681"/>
              <a:gd name="csX5" fmla="*/ 7095 w 127703"/>
              <a:gd name="csY5" fmla="*/ 127681 h 127681"/>
              <a:gd name="csX6" fmla="*/ 120506 w 127703"/>
              <a:gd name="csY6" fmla="*/ 127681 h 127681"/>
              <a:gd name="csX7" fmla="*/ 123262 w 127703"/>
              <a:gd name="csY7" fmla="*/ 127171 h 127681"/>
              <a:gd name="csX8" fmla="*/ 125593 w 127703"/>
              <a:gd name="csY8" fmla="*/ 125641 h 127681"/>
              <a:gd name="csX9" fmla="*/ 127159 w 127703"/>
              <a:gd name="csY9" fmla="*/ 123330 h 127681"/>
              <a:gd name="csX10" fmla="*/ 127703 w 127703"/>
              <a:gd name="csY10" fmla="*/ 120594 h 127681"/>
              <a:gd name="csX11" fmla="*/ 127159 w 127703"/>
              <a:gd name="csY11" fmla="*/ 117857 h 127681"/>
              <a:gd name="csX12" fmla="*/ 125593 w 127703"/>
              <a:gd name="csY12" fmla="*/ 115545 h 127681"/>
              <a:gd name="csX13" fmla="*/ 123262 w 127703"/>
              <a:gd name="csY13" fmla="*/ 114016 h 127681"/>
              <a:gd name="csX14" fmla="*/ 120506 w 127703"/>
              <a:gd name="csY14" fmla="*/ 113506 h 127681"/>
              <a:gd name="csX15" fmla="*/ 14173 w 127703"/>
              <a:gd name="csY15" fmla="*/ 113506 h 127681"/>
              <a:gd name="csX16" fmla="*/ 14173 w 127703"/>
              <a:gd name="csY16" fmla="*/ 7186 h 127681"/>
              <a:gd name="csX17" fmla="*/ 13662 w 127703"/>
              <a:gd name="csY17" fmla="*/ 4420 h 127681"/>
              <a:gd name="csX18" fmla="*/ 12097 w 127703"/>
              <a:gd name="csY18" fmla="*/ 2074 h 127681"/>
              <a:gd name="csX19" fmla="*/ 9749 w 127703"/>
              <a:gd name="csY19" fmla="*/ 520 h 127681"/>
              <a:gd name="csX20" fmla="*/ 6993 w 127703"/>
              <a:gd name="csY20" fmla="*/ 1 h 127681"/>
              <a:gd name="csX21" fmla="*/ 90392 w 127703"/>
              <a:gd name="csY21" fmla="*/ 98 h 127681"/>
              <a:gd name="csX22" fmla="*/ 86632 w 127703"/>
              <a:gd name="csY22" fmla="*/ 1656 h 127681"/>
              <a:gd name="csX23" fmla="*/ 85067 w 127703"/>
              <a:gd name="csY23" fmla="*/ 5414 h 127681"/>
              <a:gd name="csX24" fmla="*/ 86632 w 127703"/>
              <a:gd name="csY24" fmla="*/ 9173 h 127681"/>
              <a:gd name="csX25" fmla="*/ 90392 w 127703"/>
              <a:gd name="csY25" fmla="*/ 10730 h 127681"/>
              <a:gd name="csX26" fmla="*/ 94153 w 127703"/>
              <a:gd name="csY26" fmla="*/ 9173 h 127681"/>
              <a:gd name="csX27" fmla="*/ 95701 w 127703"/>
              <a:gd name="csY27" fmla="*/ 5414 h 127681"/>
              <a:gd name="csX28" fmla="*/ 94153 w 127703"/>
              <a:gd name="csY28" fmla="*/ 1656 h 127681"/>
              <a:gd name="csX29" fmla="*/ 90392 w 127703"/>
              <a:gd name="csY29" fmla="*/ 98 h 127681"/>
              <a:gd name="csX30" fmla="*/ 122292 w 127703"/>
              <a:gd name="csY30" fmla="*/ 28450 h 127681"/>
              <a:gd name="csX31" fmla="*/ 118533 w 127703"/>
              <a:gd name="csY31" fmla="*/ 30007 h 127681"/>
              <a:gd name="csX32" fmla="*/ 116967 w 127703"/>
              <a:gd name="csY32" fmla="*/ 33766 h 127681"/>
              <a:gd name="csX33" fmla="*/ 118533 w 127703"/>
              <a:gd name="csY33" fmla="*/ 37526 h 127681"/>
              <a:gd name="csX34" fmla="*/ 122292 w 127703"/>
              <a:gd name="csY34" fmla="*/ 39082 h 127681"/>
              <a:gd name="csX35" fmla="*/ 126053 w 127703"/>
              <a:gd name="csY35" fmla="*/ 37526 h 127681"/>
              <a:gd name="csX36" fmla="*/ 127601 w 127703"/>
              <a:gd name="csY36" fmla="*/ 33766 h 127681"/>
              <a:gd name="csX37" fmla="*/ 126053 w 127703"/>
              <a:gd name="csY37" fmla="*/ 30007 h 127681"/>
              <a:gd name="csX38" fmla="*/ 122292 w 127703"/>
              <a:gd name="csY38" fmla="*/ 28450 h 127681"/>
              <a:gd name="csX39" fmla="*/ 83298 w 127703"/>
              <a:gd name="csY39" fmla="*/ 31994 h 127681"/>
              <a:gd name="csX40" fmla="*/ 79538 w 127703"/>
              <a:gd name="csY40" fmla="*/ 33552 h 127681"/>
              <a:gd name="csX41" fmla="*/ 77973 w 127703"/>
              <a:gd name="csY41" fmla="*/ 37309 h 127681"/>
              <a:gd name="csX42" fmla="*/ 79538 w 127703"/>
              <a:gd name="csY42" fmla="*/ 41069 h 127681"/>
              <a:gd name="csX43" fmla="*/ 83298 w 127703"/>
              <a:gd name="csY43" fmla="*/ 42625 h 127681"/>
              <a:gd name="csX44" fmla="*/ 87058 w 127703"/>
              <a:gd name="csY44" fmla="*/ 41069 h 127681"/>
              <a:gd name="csX45" fmla="*/ 88606 w 127703"/>
              <a:gd name="csY45" fmla="*/ 37309 h 127681"/>
              <a:gd name="csX46" fmla="*/ 87058 w 127703"/>
              <a:gd name="csY46" fmla="*/ 33552 h 127681"/>
              <a:gd name="csX47" fmla="*/ 83298 w 127703"/>
              <a:gd name="csY47" fmla="*/ 31994 h 127681"/>
              <a:gd name="csX48" fmla="*/ 51398 w 127703"/>
              <a:gd name="csY48" fmla="*/ 46171 h 127681"/>
              <a:gd name="csX49" fmla="*/ 47638 w 127703"/>
              <a:gd name="csY49" fmla="*/ 47727 h 127681"/>
              <a:gd name="csX50" fmla="*/ 46073 w 127703"/>
              <a:gd name="csY50" fmla="*/ 51487 h 127681"/>
              <a:gd name="csX51" fmla="*/ 47638 w 127703"/>
              <a:gd name="csY51" fmla="*/ 55244 h 127681"/>
              <a:gd name="csX52" fmla="*/ 51398 w 127703"/>
              <a:gd name="csY52" fmla="*/ 56803 h 127681"/>
              <a:gd name="csX53" fmla="*/ 55158 w 127703"/>
              <a:gd name="csY53" fmla="*/ 55244 h 127681"/>
              <a:gd name="csX54" fmla="*/ 56706 w 127703"/>
              <a:gd name="csY54" fmla="*/ 51487 h 127681"/>
              <a:gd name="csX55" fmla="*/ 55158 w 127703"/>
              <a:gd name="csY55" fmla="*/ 47727 h 127681"/>
              <a:gd name="csX56" fmla="*/ 51398 w 127703"/>
              <a:gd name="csY56" fmla="*/ 46171 h 127681"/>
              <a:gd name="csX57" fmla="*/ 104565 w 127703"/>
              <a:gd name="csY57" fmla="*/ 56803 h 127681"/>
              <a:gd name="csX58" fmla="*/ 100805 w 127703"/>
              <a:gd name="csY58" fmla="*/ 58359 h 127681"/>
              <a:gd name="csX59" fmla="*/ 99240 w 127703"/>
              <a:gd name="csY59" fmla="*/ 62118 h 127681"/>
              <a:gd name="csX60" fmla="*/ 100805 w 127703"/>
              <a:gd name="csY60" fmla="*/ 65876 h 127681"/>
              <a:gd name="csX61" fmla="*/ 104565 w 127703"/>
              <a:gd name="csY61" fmla="*/ 67434 h 127681"/>
              <a:gd name="csX62" fmla="*/ 108325 w 127703"/>
              <a:gd name="csY62" fmla="*/ 65876 h 127681"/>
              <a:gd name="csX63" fmla="*/ 109873 w 127703"/>
              <a:gd name="csY63" fmla="*/ 62118 h 127681"/>
              <a:gd name="csX64" fmla="*/ 108325 w 127703"/>
              <a:gd name="csY64" fmla="*/ 58359 h 127681"/>
              <a:gd name="csX65" fmla="*/ 104565 w 127703"/>
              <a:gd name="csY65" fmla="*/ 56803 h 127681"/>
              <a:gd name="csX66" fmla="*/ 79759 w 127703"/>
              <a:gd name="csY66" fmla="*/ 67434 h 127681"/>
              <a:gd name="csX67" fmla="*/ 75999 w 127703"/>
              <a:gd name="csY67" fmla="*/ 68991 h 127681"/>
              <a:gd name="csX68" fmla="*/ 74434 w 127703"/>
              <a:gd name="csY68" fmla="*/ 72750 h 127681"/>
              <a:gd name="csX69" fmla="*/ 75999 w 127703"/>
              <a:gd name="csY69" fmla="*/ 76508 h 127681"/>
              <a:gd name="csX70" fmla="*/ 79759 w 127703"/>
              <a:gd name="csY70" fmla="*/ 78066 h 127681"/>
              <a:gd name="csX71" fmla="*/ 83519 w 127703"/>
              <a:gd name="csY71" fmla="*/ 76508 h 127681"/>
              <a:gd name="csX72" fmla="*/ 85067 w 127703"/>
              <a:gd name="csY72" fmla="*/ 72750 h 127681"/>
              <a:gd name="csX73" fmla="*/ 83519 w 127703"/>
              <a:gd name="csY73" fmla="*/ 68991 h 127681"/>
              <a:gd name="csX74" fmla="*/ 79759 w 127703"/>
              <a:gd name="csY74" fmla="*/ 67434 h 127681"/>
              <a:gd name="csX75" fmla="*/ 54937 w 127703"/>
              <a:gd name="csY75" fmla="*/ 70978 h 127681"/>
              <a:gd name="csX76" fmla="*/ 51177 w 127703"/>
              <a:gd name="csY76" fmla="*/ 72534 h 127681"/>
              <a:gd name="csX77" fmla="*/ 49628 w 127703"/>
              <a:gd name="csY77" fmla="*/ 76294 h 127681"/>
              <a:gd name="csX78" fmla="*/ 51177 w 127703"/>
              <a:gd name="csY78" fmla="*/ 80053 h 127681"/>
              <a:gd name="csX79" fmla="*/ 54937 w 127703"/>
              <a:gd name="csY79" fmla="*/ 81610 h 127681"/>
              <a:gd name="csX80" fmla="*/ 58697 w 127703"/>
              <a:gd name="csY80" fmla="*/ 80053 h 127681"/>
              <a:gd name="csX81" fmla="*/ 60262 w 127703"/>
              <a:gd name="csY81" fmla="*/ 76294 h 127681"/>
              <a:gd name="csX82" fmla="*/ 58697 w 127703"/>
              <a:gd name="csY82" fmla="*/ 72534 h 127681"/>
              <a:gd name="csX83" fmla="*/ 54937 w 127703"/>
              <a:gd name="csY83" fmla="*/ 70978 h 127681"/>
              <a:gd name="csX84" fmla="*/ 30131 w 127703"/>
              <a:gd name="csY84" fmla="*/ 81610 h 127681"/>
              <a:gd name="csX85" fmla="*/ 26371 w 127703"/>
              <a:gd name="csY85" fmla="*/ 83166 h 127681"/>
              <a:gd name="csX86" fmla="*/ 24806 w 127703"/>
              <a:gd name="csY86" fmla="*/ 86926 h 127681"/>
              <a:gd name="csX87" fmla="*/ 26371 w 127703"/>
              <a:gd name="csY87" fmla="*/ 90685 h 127681"/>
              <a:gd name="csX88" fmla="*/ 30131 w 127703"/>
              <a:gd name="csY88" fmla="*/ 92242 h 127681"/>
              <a:gd name="csX89" fmla="*/ 33891 w 127703"/>
              <a:gd name="csY89" fmla="*/ 90685 h 127681"/>
              <a:gd name="csX90" fmla="*/ 35439 w 127703"/>
              <a:gd name="csY90" fmla="*/ 86926 h 127681"/>
              <a:gd name="csX91" fmla="*/ 33891 w 127703"/>
              <a:gd name="csY91" fmla="*/ 83166 h 127681"/>
              <a:gd name="csX92" fmla="*/ 30131 w 127703"/>
              <a:gd name="csY92" fmla="*/ 81610 h 127681"/>
              <a:gd name="csX93" fmla="*/ 54937 w 127703"/>
              <a:gd name="csY93" fmla="*/ 92242 h 127681"/>
              <a:gd name="csX94" fmla="*/ 51177 w 127703"/>
              <a:gd name="csY94" fmla="*/ 93798 h 127681"/>
              <a:gd name="csX95" fmla="*/ 49628 w 127703"/>
              <a:gd name="csY95" fmla="*/ 97558 h 127681"/>
              <a:gd name="csX96" fmla="*/ 51177 w 127703"/>
              <a:gd name="csY96" fmla="*/ 101317 h 127681"/>
              <a:gd name="csX97" fmla="*/ 54937 w 127703"/>
              <a:gd name="csY97" fmla="*/ 102874 h 127681"/>
              <a:gd name="csX98" fmla="*/ 58697 w 127703"/>
              <a:gd name="csY98" fmla="*/ 101317 h 127681"/>
              <a:gd name="csX99" fmla="*/ 60262 w 127703"/>
              <a:gd name="csY99" fmla="*/ 97558 h 127681"/>
              <a:gd name="csX100" fmla="*/ 58697 w 127703"/>
              <a:gd name="csY100" fmla="*/ 93798 h 127681"/>
              <a:gd name="csX101" fmla="*/ 54937 w 127703"/>
              <a:gd name="csY101" fmla="*/ 92242 h 127681"/>
            </a:gdLst>
            <a:ahLst/>
            <a:cxnLst/>
            <a:rect l="l" t="t" r="r" b="b"/>
            <a:pathLst>
              <a:path w="100000" h="100000">
                <a:moveTo>
                  <a:pt x="5476" y="9"/>
                </a:moveTo>
                <a:cubicBezTo>
                  <a:pt x="3997" y="32"/>
                  <a:pt x="2598" y="637"/>
                  <a:pt x="1572" y="1691"/>
                </a:cubicBezTo>
                <a:cubicBezTo>
                  <a:pt x="547" y="2746"/>
                  <a:pt x="-13" y="4165"/>
                  <a:pt x="0" y="5636"/>
                </a:cubicBezTo>
                <a:lnTo>
                  <a:pt x="0" y="94442"/>
                </a:lnTo>
                <a:cubicBezTo>
                  <a:pt x="0" y="95914"/>
                  <a:pt x="587" y="97326"/>
                  <a:pt x="1626" y="98367"/>
                </a:cubicBezTo>
                <a:cubicBezTo>
                  <a:pt x="2665" y="99406"/>
                  <a:pt x="4077" y="99991"/>
                  <a:pt x="5556" y="99991"/>
                </a:cubicBezTo>
                <a:lnTo>
                  <a:pt x="94364" y="99991"/>
                </a:lnTo>
                <a:cubicBezTo>
                  <a:pt x="95111" y="100002"/>
                  <a:pt x="95830" y="99866"/>
                  <a:pt x="96522" y="99592"/>
                </a:cubicBezTo>
                <a:cubicBezTo>
                  <a:pt x="97202" y="99317"/>
                  <a:pt x="97829" y="98911"/>
                  <a:pt x="98348" y="98394"/>
                </a:cubicBezTo>
                <a:cubicBezTo>
                  <a:pt x="98868" y="97877"/>
                  <a:pt x="99280" y="97262"/>
                  <a:pt x="99574" y="96584"/>
                </a:cubicBezTo>
                <a:cubicBezTo>
                  <a:pt x="99854" y="95906"/>
                  <a:pt x="100000" y="95177"/>
                  <a:pt x="100000" y="94442"/>
                </a:cubicBezTo>
                <a:cubicBezTo>
                  <a:pt x="100000" y="93706"/>
                  <a:pt x="99854" y="92978"/>
                  <a:pt x="99574" y="92299"/>
                </a:cubicBezTo>
                <a:cubicBezTo>
                  <a:pt x="99280" y="91620"/>
                  <a:pt x="98868" y="91005"/>
                  <a:pt x="98348" y="90488"/>
                </a:cubicBezTo>
                <a:cubicBezTo>
                  <a:pt x="97829" y="89973"/>
                  <a:pt x="97202" y="89565"/>
                  <a:pt x="96522" y="89291"/>
                </a:cubicBezTo>
                <a:cubicBezTo>
                  <a:pt x="95830" y="89017"/>
                  <a:pt x="95111" y="88880"/>
                  <a:pt x="94364" y="88891"/>
                </a:cubicBezTo>
                <a:lnTo>
                  <a:pt x="11098" y="88891"/>
                </a:lnTo>
                <a:lnTo>
                  <a:pt x="11098" y="5636"/>
                </a:lnTo>
                <a:cubicBezTo>
                  <a:pt x="11112" y="4894"/>
                  <a:pt x="10978" y="4157"/>
                  <a:pt x="10698" y="3470"/>
                </a:cubicBezTo>
                <a:cubicBezTo>
                  <a:pt x="10419" y="2782"/>
                  <a:pt x="10005" y="2158"/>
                  <a:pt x="9473" y="1633"/>
                </a:cubicBezTo>
                <a:cubicBezTo>
                  <a:pt x="8953" y="1108"/>
                  <a:pt x="8327" y="695"/>
                  <a:pt x="7634" y="416"/>
                </a:cubicBezTo>
                <a:cubicBezTo>
                  <a:pt x="6954" y="137"/>
                  <a:pt x="6208" y="-2"/>
                  <a:pt x="5476" y="9"/>
                </a:cubicBezTo>
                <a:close/>
                <a:moveTo>
                  <a:pt x="70783" y="85"/>
                </a:moveTo>
                <a:cubicBezTo>
                  <a:pt x="69678" y="85"/>
                  <a:pt x="68612" y="525"/>
                  <a:pt x="67839" y="1305"/>
                </a:cubicBezTo>
                <a:cubicBezTo>
                  <a:pt x="67053" y="2086"/>
                  <a:pt x="66613" y="3145"/>
                  <a:pt x="66613" y="4248"/>
                </a:cubicBezTo>
                <a:cubicBezTo>
                  <a:pt x="66613" y="5352"/>
                  <a:pt x="67053" y="6411"/>
                  <a:pt x="67839" y="7192"/>
                </a:cubicBezTo>
                <a:cubicBezTo>
                  <a:pt x="68612" y="7972"/>
                  <a:pt x="69678" y="8411"/>
                  <a:pt x="70783" y="8411"/>
                </a:cubicBezTo>
                <a:cubicBezTo>
                  <a:pt x="71876" y="8411"/>
                  <a:pt x="72942" y="7972"/>
                  <a:pt x="73728" y="7192"/>
                </a:cubicBezTo>
                <a:cubicBezTo>
                  <a:pt x="74500" y="6411"/>
                  <a:pt x="74940" y="5352"/>
                  <a:pt x="74940" y="4248"/>
                </a:cubicBezTo>
                <a:cubicBezTo>
                  <a:pt x="74940" y="3145"/>
                  <a:pt x="74500" y="2086"/>
                  <a:pt x="73728" y="1305"/>
                </a:cubicBezTo>
                <a:cubicBezTo>
                  <a:pt x="72942" y="525"/>
                  <a:pt x="71876" y="85"/>
                  <a:pt x="70783" y="85"/>
                </a:cubicBezTo>
                <a:close/>
                <a:moveTo>
                  <a:pt x="95763" y="22287"/>
                </a:moveTo>
                <a:cubicBezTo>
                  <a:pt x="94658" y="22287"/>
                  <a:pt x="93591" y="22725"/>
                  <a:pt x="92819" y="23506"/>
                </a:cubicBezTo>
                <a:cubicBezTo>
                  <a:pt x="92033" y="24286"/>
                  <a:pt x="91593" y="25346"/>
                  <a:pt x="91593" y="26450"/>
                </a:cubicBezTo>
                <a:cubicBezTo>
                  <a:pt x="91593" y="27554"/>
                  <a:pt x="92033" y="28613"/>
                  <a:pt x="92819" y="29394"/>
                </a:cubicBezTo>
                <a:cubicBezTo>
                  <a:pt x="93591" y="30174"/>
                  <a:pt x="94658" y="30612"/>
                  <a:pt x="95763" y="30612"/>
                </a:cubicBezTo>
                <a:cubicBezTo>
                  <a:pt x="96856" y="30612"/>
                  <a:pt x="97922" y="30174"/>
                  <a:pt x="98708" y="29394"/>
                </a:cubicBezTo>
                <a:cubicBezTo>
                  <a:pt x="99480" y="28613"/>
                  <a:pt x="99920" y="27554"/>
                  <a:pt x="99920" y="26450"/>
                </a:cubicBezTo>
                <a:cubicBezTo>
                  <a:pt x="99920" y="25346"/>
                  <a:pt x="99480" y="24286"/>
                  <a:pt x="98708" y="23506"/>
                </a:cubicBezTo>
                <a:cubicBezTo>
                  <a:pt x="97922" y="22725"/>
                  <a:pt x="96856" y="22287"/>
                  <a:pt x="95763" y="22287"/>
                </a:cubicBezTo>
                <a:close/>
                <a:moveTo>
                  <a:pt x="65228" y="25062"/>
                </a:moveTo>
                <a:cubicBezTo>
                  <a:pt x="64122" y="25062"/>
                  <a:pt x="63070" y="25501"/>
                  <a:pt x="62284" y="26282"/>
                </a:cubicBezTo>
                <a:cubicBezTo>
                  <a:pt x="61497" y="27063"/>
                  <a:pt x="61058" y="28122"/>
                  <a:pt x="61058" y="29224"/>
                </a:cubicBezTo>
                <a:cubicBezTo>
                  <a:pt x="61058" y="30329"/>
                  <a:pt x="61497" y="31388"/>
                  <a:pt x="62284" y="32168"/>
                </a:cubicBezTo>
                <a:cubicBezTo>
                  <a:pt x="63070" y="32949"/>
                  <a:pt x="64122" y="33387"/>
                  <a:pt x="65228" y="33387"/>
                </a:cubicBezTo>
                <a:cubicBezTo>
                  <a:pt x="66334" y="33387"/>
                  <a:pt x="67386" y="32949"/>
                  <a:pt x="68172" y="32168"/>
                </a:cubicBezTo>
                <a:cubicBezTo>
                  <a:pt x="68945" y="31388"/>
                  <a:pt x="69384" y="30329"/>
                  <a:pt x="69384" y="29224"/>
                </a:cubicBezTo>
                <a:cubicBezTo>
                  <a:pt x="69384" y="28122"/>
                  <a:pt x="68945" y="27063"/>
                  <a:pt x="68172" y="26282"/>
                </a:cubicBezTo>
                <a:cubicBezTo>
                  <a:pt x="67386" y="25501"/>
                  <a:pt x="66334" y="25062"/>
                  <a:pt x="65228" y="25062"/>
                </a:cubicBezTo>
                <a:close/>
                <a:moveTo>
                  <a:pt x="40248" y="36164"/>
                </a:moveTo>
                <a:cubicBezTo>
                  <a:pt x="39142" y="36164"/>
                  <a:pt x="38090" y="36601"/>
                  <a:pt x="37304" y="37382"/>
                </a:cubicBezTo>
                <a:cubicBezTo>
                  <a:pt x="36518" y="38163"/>
                  <a:pt x="36078" y="39221"/>
                  <a:pt x="36078" y="40326"/>
                </a:cubicBezTo>
                <a:cubicBezTo>
                  <a:pt x="36078" y="41431"/>
                  <a:pt x="36518" y="42488"/>
                  <a:pt x="37304" y="43268"/>
                </a:cubicBezTo>
                <a:cubicBezTo>
                  <a:pt x="38090" y="44051"/>
                  <a:pt x="39142" y="44489"/>
                  <a:pt x="40248" y="44489"/>
                </a:cubicBezTo>
                <a:cubicBezTo>
                  <a:pt x="41354" y="44489"/>
                  <a:pt x="42406" y="44051"/>
                  <a:pt x="43192" y="43268"/>
                </a:cubicBezTo>
                <a:cubicBezTo>
                  <a:pt x="43965" y="42488"/>
                  <a:pt x="44405" y="41431"/>
                  <a:pt x="44405" y="40326"/>
                </a:cubicBezTo>
                <a:cubicBezTo>
                  <a:pt x="44405" y="39221"/>
                  <a:pt x="43965" y="38163"/>
                  <a:pt x="43192" y="37382"/>
                </a:cubicBezTo>
                <a:cubicBezTo>
                  <a:pt x="42406" y="36601"/>
                  <a:pt x="41354" y="36164"/>
                  <a:pt x="40248" y="36164"/>
                </a:cubicBezTo>
                <a:close/>
                <a:moveTo>
                  <a:pt x="81881" y="44489"/>
                </a:moveTo>
                <a:cubicBezTo>
                  <a:pt x="80775" y="44489"/>
                  <a:pt x="79723" y="44927"/>
                  <a:pt x="78937" y="45708"/>
                </a:cubicBezTo>
                <a:cubicBezTo>
                  <a:pt x="78151" y="46488"/>
                  <a:pt x="77712" y="47547"/>
                  <a:pt x="77712" y="48651"/>
                </a:cubicBezTo>
                <a:cubicBezTo>
                  <a:pt x="77712" y="49756"/>
                  <a:pt x="78151" y="50813"/>
                  <a:pt x="78937" y="51594"/>
                </a:cubicBezTo>
                <a:cubicBezTo>
                  <a:pt x="79723" y="52376"/>
                  <a:pt x="80775" y="52814"/>
                  <a:pt x="81881" y="52814"/>
                </a:cubicBezTo>
                <a:cubicBezTo>
                  <a:pt x="82987" y="52814"/>
                  <a:pt x="84040" y="52376"/>
                  <a:pt x="84826" y="51594"/>
                </a:cubicBezTo>
                <a:cubicBezTo>
                  <a:pt x="85598" y="50813"/>
                  <a:pt x="86038" y="49756"/>
                  <a:pt x="86038" y="48651"/>
                </a:cubicBezTo>
                <a:cubicBezTo>
                  <a:pt x="86038" y="47547"/>
                  <a:pt x="85598" y="46488"/>
                  <a:pt x="84826" y="45708"/>
                </a:cubicBezTo>
                <a:cubicBezTo>
                  <a:pt x="84040" y="44927"/>
                  <a:pt x="82987" y="44489"/>
                  <a:pt x="81881" y="44489"/>
                </a:cubicBezTo>
                <a:close/>
                <a:moveTo>
                  <a:pt x="62457" y="52814"/>
                </a:moveTo>
                <a:cubicBezTo>
                  <a:pt x="61351" y="52814"/>
                  <a:pt x="60285" y="53252"/>
                  <a:pt x="59512" y="54033"/>
                </a:cubicBezTo>
                <a:cubicBezTo>
                  <a:pt x="58727" y="54814"/>
                  <a:pt x="58287" y="55873"/>
                  <a:pt x="58287" y="56977"/>
                </a:cubicBezTo>
                <a:cubicBezTo>
                  <a:pt x="58287" y="58082"/>
                  <a:pt x="58727" y="59139"/>
                  <a:pt x="59512" y="59920"/>
                </a:cubicBezTo>
                <a:cubicBezTo>
                  <a:pt x="60285" y="60702"/>
                  <a:pt x="61351" y="61140"/>
                  <a:pt x="62457" y="61140"/>
                </a:cubicBezTo>
                <a:cubicBezTo>
                  <a:pt x="63549" y="61140"/>
                  <a:pt x="64615" y="60702"/>
                  <a:pt x="65401" y="59920"/>
                </a:cubicBezTo>
                <a:cubicBezTo>
                  <a:pt x="66174" y="59139"/>
                  <a:pt x="66613" y="58082"/>
                  <a:pt x="66613" y="56977"/>
                </a:cubicBezTo>
                <a:cubicBezTo>
                  <a:pt x="66613" y="55873"/>
                  <a:pt x="66174" y="54814"/>
                  <a:pt x="65401" y="54033"/>
                </a:cubicBezTo>
                <a:cubicBezTo>
                  <a:pt x="64615" y="53252"/>
                  <a:pt x="63549" y="52814"/>
                  <a:pt x="62457" y="52814"/>
                </a:cubicBezTo>
                <a:close/>
                <a:moveTo>
                  <a:pt x="43019" y="55589"/>
                </a:moveTo>
                <a:cubicBezTo>
                  <a:pt x="41913" y="55589"/>
                  <a:pt x="40860" y="56028"/>
                  <a:pt x="40075" y="56808"/>
                </a:cubicBezTo>
                <a:cubicBezTo>
                  <a:pt x="39302" y="57588"/>
                  <a:pt x="38862" y="58648"/>
                  <a:pt x="38862" y="59752"/>
                </a:cubicBezTo>
                <a:cubicBezTo>
                  <a:pt x="38862" y="60856"/>
                  <a:pt x="39302" y="61915"/>
                  <a:pt x="40075" y="62695"/>
                </a:cubicBezTo>
                <a:cubicBezTo>
                  <a:pt x="40860" y="63476"/>
                  <a:pt x="41913" y="63915"/>
                  <a:pt x="43019" y="63915"/>
                </a:cubicBezTo>
                <a:cubicBezTo>
                  <a:pt x="44125" y="63915"/>
                  <a:pt x="45191" y="63476"/>
                  <a:pt x="45964" y="62695"/>
                </a:cubicBezTo>
                <a:cubicBezTo>
                  <a:pt x="46749" y="61915"/>
                  <a:pt x="47189" y="60856"/>
                  <a:pt x="47189" y="59752"/>
                </a:cubicBezTo>
                <a:cubicBezTo>
                  <a:pt x="47189" y="58648"/>
                  <a:pt x="46749" y="57588"/>
                  <a:pt x="45964" y="56808"/>
                </a:cubicBezTo>
                <a:cubicBezTo>
                  <a:pt x="45191" y="56028"/>
                  <a:pt x="44125" y="55589"/>
                  <a:pt x="43019" y="55589"/>
                </a:cubicBezTo>
                <a:close/>
                <a:moveTo>
                  <a:pt x="23595" y="63915"/>
                </a:moveTo>
                <a:cubicBezTo>
                  <a:pt x="22489" y="63915"/>
                  <a:pt x="21436" y="64352"/>
                  <a:pt x="20650" y="65133"/>
                </a:cubicBezTo>
                <a:cubicBezTo>
                  <a:pt x="19864" y="65914"/>
                  <a:pt x="19425" y="66973"/>
                  <a:pt x="19425" y="68077"/>
                </a:cubicBezTo>
                <a:cubicBezTo>
                  <a:pt x="19425" y="69182"/>
                  <a:pt x="19864" y="70240"/>
                  <a:pt x="20650" y="71021"/>
                </a:cubicBezTo>
                <a:cubicBezTo>
                  <a:pt x="21436" y="71802"/>
                  <a:pt x="22489" y="72240"/>
                  <a:pt x="23595" y="72240"/>
                </a:cubicBezTo>
                <a:cubicBezTo>
                  <a:pt x="24700" y="72240"/>
                  <a:pt x="25753" y="71802"/>
                  <a:pt x="26539" y="71021"/>
                </a:cubicBezTo>
                <a:cubicBezTo>
                  <a:pt x="27312" y="70240"/>
                  <a:pt x="27751" y="69182"/>
                  <a:pt x="27751" y="68077"/>
                </a:cubicBezTo>
                <a:cubicBezTo>
                  <a:pt x="27751" y="66973"/>
                  <a:pt x="27312" y="65914"/>
                  <a:pt x="26539" y="65133"/>
                </a:cubicBezTo>
                <a:cubicBezTo>
                  <a:pt x="25753" y="64352"/>
                  <a:pt x="24700" y="63915"/>
                  <a:pt x="23595" y="63915"/>
                </a:cubicBezTo>
                <a:close/>
                <a:moveTo>
                  <a:pt x="43019" y="72240"/>
                </a:moveTo>
                <a:cubicBezTo>
                  <a:pt x="41913" y="72240"/>
                  <a:pt x="40860" y="72678"/>
                  <a:pt x="40075" y="73459"/>
                </a:cubicBezTo>
                <a:cubicBezTo>
                  <a:pt x="39302" y="74239"/>
                  <a:pt x="38862" y="75299"/>
                  <a:pt x="38862" y="76403"/>
                </a:cubicBezTo>
                <a:cubicBezTo>
                  <a:pt x="38862" y="77507"/>
                  <a:pt x="39302" y="78566"/>
                  <a:pt x="40075" y="79347"/>
                </a:cubicBezTo>
                <a:cubicBezTo>
                  <a:pt x="40860" y="80127"/>
                  <a:pt x="41913" y="80566"/>
                  <a:pt x="43019" y="80566"/>
                </a:cubicBezTo>
                <a:cubicBezTo>
                  <a:pt x="44125" y="80566"/>
                  <a:pt x="45191" y="80127"/>
                  <a:pt x="45964" y="79347"/>
                </a:cubicBezTo>
                <a:cubicBezTo>
                  <a:pt x="46749" y="78566"/>
                  <a:pt x="47189" y="77507"/>
                  <a:pt x="47189" y="76403"/>
                </a:cubicBezTo>
                <a:cubicBezTo>
                  <a:pt x="47189" y="75299"/>
                  <a:pt x="46749" y="74239"/>
                  <a:pt x="45964" y="73459"/>
                </a:cubicBezTo>
                <a:cubicBezTo>
                  <a:pt x="45191" y="72678"/>
                  <a:pt x="44125" y="72240"/>
                  <a:pt x="43019" y="7224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3" name="Красный — SVG 52">
            <a:extLst>
              <a:ext uri="{FF2B5EF4-FFF2-40B4-BE49-F238E27FC236}">
                <a16:creationId xmlns:a16="http://schemas.microsoft.com/office/drawing/2014/main" id="{2351E3EE-DCE0-2046-9C86-935F20165462}"/>
              </a:ext>
            </a:extLst>
          </p:cNvPr>
          <p:cNvSpPr>
            <a:spLocks noGrp="1"/>
          </p:cNvSpPr>
          <p:nvPr/>
        </p:nvSpPr>
        <p:spPr>
          <a:xfrm>
            <a:off x="9420000" y="1670000"/>
            <a:ext cx="220000" cy="220000"/>
          </a:xfrm>
          <a:custGeom>
            <a:avLst/>
            <a:gdLst>
              <a:gd name="csX0" fmla="*/ 51397 w 127703"/>
              <a:gd name="csY0" fmla="*/ 0 h 127685"/>
              <a:gd name="csX1" fmla="*/ 0 w 127703"/>
              <a:gd name="csY1" fmla="*/ 51387 h 127685"/>
              <a:gd name="csX2" fmla="*/ 51397 w 127703"/>
              <a:gd name="csY2" fmla="*/ 102776 h 127685"/>
              <a:gd name="csX3" fmla="*/ 82311 w 127703"/>
              <a:gd name="csY3" fmla="*/ 92323 h 127685"/>
              <a:gd name="csX4" fmla="*/ 115504 w 127703"/>
              <a:gd name="csY4" fmla="*/ 125506 h 127685"/>
              <a:gd name="csX5" fmla="*/ 117801 w 127703"/>
              <a:gd name="csY5" fmla="*/ 127104 h 127685"/>
              <a:gd name="csX6" fmla="*/ 120540 w 127703"/>
              <a:gd name="csY6" fmla="*/ 127685 h 127685"/>
              <a:gd name="csX7" fmla="*/ 123296 w 127703"/>
              <a:gd name="csY7" fmla="*/ 127160 h 127685"/>
              <a:gd name="csX8" fmla="*/ 125627 w 127703"/>
              <a:gd name="csY8" fmla="*/ 125610 h 127685"/>
              <a:gd name="csX9" fmla="*/ 127175 w 127703"/>
              <a:gd name="csY9" fmla="*/ 123276 h 127685"/>
              <a:gd name="csX10" fmla="*/ 127703 w 127703"/>
              <a:gd name="csY10" fmla="*/ 120525 h 127685"/>
              <a:gd name="csX11" fmla="*/ 127124 w 127703"/>
              <a:gd name="csY11" fmla="*/ 117785 h 127685"/>
              <a:gd name="csX12" fmla="*/ 125525 w 127703"/>
              <a:gd name="csY12" fmla="*/ 115483 h 127685"/>
              <a:gd name="csX13" fmla="*/ 92332 w 127703"/>
              <a:gd name="csY13" fmla="*/ 82293 h 127685"/>
              <a:gd name="csX14" fmla="*/ 102795 w 127703"/>
              <a:gd name="csY14" fmla="*/ 51387 h 127685"/>
              <a:gd name="csX15" fmla="*/ 51397 w 127703"/>
              <a:gd name="csY15" fmla="*/ 0 h 127685"/>
              <a:gd name="csX16" fmla="*/ 51397 w 127703"/>
              <a:gd name="csY16" fmla="*/ 14175 h 127685"/>
              <a:gd name="csX17" fmla="*/ 88606 w 127703"/>
              <a:gd name="csY17" fmla="*/ 51387 h 127685"/>
              <a:gd name="csX18" fmla="*/ 78500 w 127703"/>
              <a:gd name="csY18" fmla="*/ 76895 h 127685"/>
              <a:gd name="csX19" fmla="*/ 76918 w 127703"/>
              <a:gd name="csY19" fmla="*/ 78479 h 127685"/>
              <a:gd name="csX20" fmla="*/ 51397 w 127703"/>
              <a:gd name="csY20" fmla="*/ 88599 h 127685"/>
              <a:gd name="csX21" fmla="*/ 14172 w 127703"/>
              <a:gd name="csY21" fmla="*/ 51387 h 127685"/>
              <a:gd name="csX22" fmla="*/ 51397 w 127703"/>
              <a:gd name="csY22" fmla="*/ 14175 h 127685"/>
            </a:gdLst>
            <a:ahLst/>
            <a:cxnLst/>
            <a:rect l="l" t="t" r="r" b="b"/>
            <a:pathLst>
              <a:path w="100000" h="100000">
                <a:moveTo>
                  <a:pt x="40247" y="7"/>
                </a:moveTo>
                <a:cubicBezTo>
                  <a:pt x="18079" y="7"/>
                  <a:pt x="0" y="18089"/>
                  <a:pt x="0" y="40247"/>
                </a:cubicBezTo>
                <a:cubicBezTo>
                  <a:pt x="0" y="62406"/>
                  <a:pt x="18079" y="80488"/>
                  <a:pt x="40247" y="80488"/>
                </a:cubicBezTo>
                <a:cubicBezTo>
                  <a:pt x="49334" y="80488"/>
                  <a:pt x="57700" y="77415"/>
                  <a:pt x="64455" y="72302"/>
                </a:cubicBezTo>
                <a:lnTo>
                  <a:pt x="90447" y="98287"/>
                </a:lnTo>
                <a:cubicBezTo>
                  <a:pt x="90954" y="98820"/>
                  <a:pt x="91566" y="99244"/>
                  <a:pt x="92246" y="99538"/>
                </a:cubicBezTo>
                <a:cubicBezTo>
                  <a:pt x="92926" y="99831"/>
                  <a:pt x="93658" y="99987"/>
                  <a:pt x="94391" y="99993"/>
                </a:cubicBezTo>
                <a:cubicBezTo>
                  <a:pt x="95137" y="100002"/>
                  <a:pt x="95869" y="99861"/>
                  <a:pt x="96549" y="99582"/>
                </a:cubicBezTo>
                <a:cubicBezTo>
                  <a:pt x="97229" y="99303"/>
                  <a:pt x="97854" y="98890"/>
                  <a:pt x="98374" y="98368"/>
                </a:cubicBezTo>
                <a:cubicBezTo>
                  <a:pt x="98894" y="97846"/>
                  <a:pt x="99307" y="97225"/>
                  <a:pt x="99587" y="96540"/>
                </a:cubicBezTo>
                <a:cubicBezTo>
                  <a:pt x="99866" y="95857"/>
                  <a:pt x="100013" y="95125"/>
                  <a:pt x="100000" y="94386"/>
                </a:cubicBezTo>
                <a:cubicBezTo>
                  <a:pt x="99987" y="93649"/>
                  <a:pt x="99839" y="92919"/>
                  <a:pt x="99547" y="92241"/>
                </a:cubicBezTo>
                <a:cubicBezTo>
                  <a:pt x="99254" y="91562"/>
                  <a:pt x="98827" y="90950"/>
                  <a:pt x="98294" y="90438"/>
                </a:cubicBezTo>
                <a:lnTo>
                  <a:pt x="72302" y="64448"/>
                </a:lnTo>
                <a:cubicBezTo>
                  <a:pt x="77418" y="57700"/>
                  <a:pt x="80495" y="49330"/>
                  <a:pt x="80495" y="40247"/>
                </a:cubicBezTo>
                <a:cubicBezTo>
                  <a:pt x="80495" y="18089"/>
                  <a:pt x="62403" y="7"/>
                  <a:pt x="40247" y="7"/>
                </a:cubicBezTo>
                <a:close/>
                <a:moveTo>
                  <a:pt x="40247" y="11107"/>
                </a:moveTo>
                <a:cubicBezTo>
                  <a:pt x="56408" y="11107"/>
                  <a:pt x="69384" y="24089"/>
                  <a:pt x="69384" y="40247"/>
                </a:cubicBezTo>
                <a:cubicBezTo>
                  <a:pt x="69384" y="48006"/>
                  <a:pt x="66374" y="55013"/>
                  <a:pt x="61471" y="60221"/>
                </a:cubicBezTo>
                <a:cubicBezTo>
                  <a:pt x="60991" y="60566"/>
                  <a:pt x="60578" y="60984"/>
                  <a:pt x="60232" y="61461"/>
                </a:cubicBezTo>
                <a:cubicBezTo>
                  <a:pt x="55022" y="66369"/>
                  <a:pt x="48015" y="69386"/>
                  <a:pt x="40247" y="69386"/>
                </a:cubicBezTo>
                <a:cubicBezTo>
                  <a:pt x="24087" y="69386"/>
                  <a:pt x="11098" y="56406"/>
                  <a:pt x="11098" y="40247"/>
                </a:cubicBezTo>
                <a:cubicBezTo>
                  <a:pt x="11098" y="24089"/>
                  <a:pt x="24087" y="11107"/>
                  <a:pt x="40247" y="1110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4" name="Красный — SVG 53">
            <a:extLst>
              <a:ext uri="{FF2B5EF4-FFF2-40B4-BE49-F238E27FC236}">
                <a16:creationId xmlns:a16="http://schemas.microsoft.com/office/drawing/2014/main" id="{D1C890B3-3DED-7440-87BE-3B8BE302C769}"/>
              </a:ext>
            </a:extLst>
          </p:cNvPr>
          <p:cNvSpPr>
            <a:spLocks noGrp="1"/>
          </p:cNvSpPr>
          <p:nvPr/>
        </p:nvSpPr>
        <p:spPr>
          <a:xfrm>
            <a:off x="10020000" y="1670000"/>
            <a:ext cx="220000" cy="220000"/>
          </a:xfrm>
          <a:custGeom>
            <a:avLst/>
            <a:gdLst>
              <a:gd name="csX0" fmla="*/ 15950 w 148864"/>
              <a:gd name="csY0" fmla="*/ 0 h 134671"/>
              <a:gd name="csX1" fmla="*/ 0 w 148864"/>
              <a:gd name="csY1" fmla="*/ 15948 h 134671"/>
              <a:gd name="csX2" fmla="*/ 0 w 148864"/>
              <a:gd name="csY2" fmla="*/ 97460 h 134671"/>
              <a:gd name="csX3" fmla="*/ 15950 w 148864"/>
              <a:gd name="csY3" fmla="*/ 113407 h 134671"/>
              <a:gd name="csX4" fmla="*/ 78047 w 148864"/>
              <a:gd name="csY4" fmla="*/ 113407 h 134671"/>
              <a:gd name="csX5" fmla="*/ 70890 w 148864"/>
              <a:gd name="csY5" fmla="*/ 92144 h 134671"/>
              <a:gd name="csX6" fmla="*/ 106334 w 148864"/>
              <a:gd name="csY6" fmla="*/ 56704 h 134671"/>
              <a:gd name="csX7" fmla="*/ 141778 w 148864"/>
              <a:gd name="csY7" fmla="*/ 92144 h 134671"/>
              <a:gd name="csX8" fmla="*/ 141778 w 148864"/>
              <a:gd name="csY8" fmla="*/ 33668 h 134671"/>
              <a:gd name="csX9" fmla="*/ 125828 w 148864"/>
              <a:gd name="csY9" fmla="*/ 17720 h 134671"/>
              <a:gd name="csX10" fmla="*/ 71041 w 148864"/>
              <a:gd name="csY10" fmla="*/ 17720 h 134671"/>
              <a:gd name="csX11" fmla="*/ 55195 w 148864"/>
              <a:gd name="csY11" fmla="*/ 4513 h 134671"/>
              <a:gd name="csX12" fmla="*/ 42721 w 148864"/>
              <a:gd name="csY12" fmla="*/ 0 h 134671"/>
              <a:gd name="csX13" fmla="*/ 15950 w 148864"/>
              <a:gd name="csY13" fmla="*/ 0 h 134671"/>
              <a:gd name="csX14" fmla="*/ 106334 w 148864"/>
              <a:gd name="csY14" fmla="*/ 63792 h 134671"/>
              <a:gd name="csX15" fmla="*/ 77978 w 148864"/>
              <a:gd name="csY15" fmla="*/ 92144 h 134671"/>
              <a:gd name="csX16" fmla="*/ 106334 w 148864"/>
              <a:gd name="csY16" fmla="*/ 120495 h 134671"/>
              <a:gd name="csX17" fmla="*/ 122257 w 148864"/>
              <a:gd name="csY17" fmla="*/ 115581 h 134671"/>
              <a:gd name="csX18" fmla="*/ 139792 w 148864"/>
              <a:gd name="csY18" fmla="*/ 133114 h 134671"/>
              <a:gd name="csX19" fmla="*/ 143551 w 148864"/>
              <a:gd name="csY19" fmla="*/ 134671 h 134671"/>
              <a:gd name="csX20" fmla="*/ 147309 w 148864"/>
              <a:gd name="csY20" fmla="*/ 133114 h 134671"/>
              <a:gd name="csX21" fmla="*/ 147309 w 148864"/>
              <a:gd name="csY21" fmla="*/ 125597 h 134671"/>
              <a:gd name="csX22" fmla="*/ 129782 w 148864"/>
              <a:gd name="csY22" fmla="*/ 108064 h 134671"/>
              <a:gd name="csX23" fmla="*/ 134690 w 148864"/>
              <a:gd name="csY23" fmla="*/ 92144 h 134671"/>
              <a:gd name="csX24" fmla="*/ 106334 w 148864"/>
              <a:gd name="csY24" fmla="*/ 63792 h 134671"/>
              <a:gd name="csX25" fmla="*/ 106334 w 148864"/>
              <a:gd name="csY25" fmla="*/ 74424 h 134671"/>
              <a:gd name="csX26" fmla="*/ 124057 w 148864"/>
              <a:gd name="csY26" fmla="*/ 92144 h 134671"/>
              <a:gd name="csX27" fmla="*/ 106334 w 148864"/>
              <a:gd name="csY27" fmla="*/ 109863 h 134671"/>
              <a:gd name="csX28" fmla="*/ 88611 w 148864"/>
              <a:gd name="csY28" fmla="*/ 92144 h 134671"/>
              <a:gd name="csX29" fmla="*/ 106334 w 148864"/>
              <a:gd name="csY29" fmla="*/ 74424 h 134671"/>
            </a:gdLst>
            <a:ahLst/>
            <a:cxnLst/>
            <a:rect l="l" t="t" r="r" b="b"/>
            <a:pathLst>
              <a:path w="100000" h="100000">
                <a:moveTo>
                  <a:pt x="10714" y="4767"/>
                </a:moveTo>
                <a:cubicBezTo>
                  <a:pt x="4807" y="4767"/>
                  <a:pt x="0" y="9574"/>
                  <a:pt x="0" y="15480"/>
                </a:cubicBezTo>
                <a:lnTo>
                  <a:pt x="0" y="70236"/>
                </a:lnTo>
                <a:cubicBezTo>
                  <a:pt x="0" y="76142"/>
                  <a:pt x="4807" y="80949"/>
                  <a:pt x="10714" y="80949"/>
                </a:cubicBezTo>
                <a:lnTo>
                  <a:pt x="52428" y="80949"/>
                </a:lnTo>
                <a:cubicBezTo>
                  <a:pt x="49426" y="76964"/>
                  <a:pt x="47621" y="72028"/>
                  <a:pt x="47621" y="66665"/>
                </a:cubicBezTo>
                <a:cubicBezTo>
                  <a:pt x="47621" y="53538"/>
                  <a:pt x="58301" y="42858"/>
                  <a:pt x="71430" y="42858"/>
                </a:cubicBezTo>
                <a:cubicBezTo>
                  <a:pt x="84558" y="42858"/>
                  <a:pt x="95240" y="53538"/>
                  <a:pt x="95240" y="66665"/>
                </a:cubicBezTo>
                <a:lnTo>
                  <a:pt x="95240" y="27384"/>
                </a:lnTo>
                <a:cubicBezTo>
                  <a:pt x="95240" y="21477"/>
                  <a:pt x="90433" y="16671"/>
                  <a:pt x="84525" y="16671"/>
                </a:cubicBezTo>
                <a:lnTo>
                  <a:pt x="47722" y="16671"/>
                </a:lnTo>
                <a:lnTo>
                  <a:pt x="37077" y="7799"/>
                </a:lnTo>
                <a:cubicBezTo>
                  <a:pt x="34730" y="5842"/>
                  <a:pt x="31752" y="4767"/>
                  <a:pt x="28698" y="4767"/>
                </a:cubicBezTo>
                <a:lnTo>
                  <a:pt x="10714" y="4767"/>
                </a:lnTo>
                <a:close/>
                <a:moveTo>
                  <a:pt x="71430" y="47620"/>
                </a:moveTo>
                <a:cubicBezTo>
                  <a:pt x="60927" y="47620"/>
                  <a:pt x="52382" y="56164"/>
                  <a:pt x="52382" y="66665"/>
                </a:cubicBezTo>
                <a:cubicBezTo>
                  <a:pt x="52382" y="77166"/>
                  <a:pt x="60927" y="85710"/>
                  <a:pt x="71430" y="85710"/>
                </a:cubicBezTo>
                <a:cubicBezTo>
                  <a:pt x="75395" y="85710"/>
                  <a:pt x="79074" y="84490"/>
                  <a:pt x="82127" y="82409"/>
                </a:cubicBezTo>
                <a:lnTo>
                  <a:pt x="93906" y="94187"/>
                </a:lnTo>
                <a:cubicBezTo>
                  <a:pt x="94603" y="94887"/>
                  <a:pt x="95517" y="95233"/>
                  <a:pt x="96431" y="95233"/>
                </a:cubicBezTo>
                <a:cubicBezTo>
                  <a:pt x="97345" y="95233"/>
                  <a:pt x="98258" y="94884"/>
                  <a:pt x="98955" y="94187"/>
                </a:cubicBezTo>
                <a:cubicBezTo>
                  <a:pt x="100349" y="92792"/>
                  <a:pt x="100349" y="90532"/>
                  <a:pt x="98955" y="89137"/>
                </a:cubicBezTo>
                <a:lnTo>
                  <a:pt x="87182" y="77360"/>
                </a:lnTo>
                <a:cubicBezTo>
                  <a:pt x="89259" y="74307"/>
                  <a:pt x="90479" y="70629"/>
                  <a:pt x="90479" y="66665"/>
                </a:cubicBezTo>
                <a:cubicBezTo>
                  <a:pt x="90479" y="56164"/>
                  <a:pt x="81933" y="47620"/>
                  <a:pt x="71430" y="47620"/>
                </a:cubicBezTo>
                <a:close/>
                <a:moveTo>
                  <a:pt x="71430" y="54762"/>
                </a:moveTo>
                <a:cubicBezTo>
                  <a:pt x="77995" y="54762"/>
                  <a:pt x="83336" y="60102"/>
                  <a:pt x="83336" y="66665"/>
                </a:cubicBezTo>
                <a:cubicBezTo>
                  <a:pt x="83336" y="73228"/>
                  <a:pt x="77995" y="78568"/>
                  <a:pt x="71430" y="78568"/>
                </a:cubicBezTo>
                <a:cubicBezTo>
                  <a:pt x="64865" y="78568"/>
                  <a:pt x="59525" y="73228"/>
                  <a:pt x="59525" y="66665"/>
                </a:cubicBezTo>
                <a:cubicBezTo>
                  <a:pt x="59525" y="60102"/>
                  <a:pt x="64865" y="54762"/>
                  <a:pt x="71430" y="5476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5" name="Красный — SVG 54">
            <a:extLst>
              <a:ext uri="{FF2B5EF4-FFF2-40B4-BE49-F238E27FC236}">
                <a16:creationId xmlns:a16="http://schemas.microsoft.com/office/drawing/2014/main" id="{E88872EC-49BD-404D-9C3A-6199FD552D57}"/>
              </a:ext>
            </a:extLst>
          </p:cNvPr>
          <p:cNvSpPr>
            <a:spLocks noGrp="1"/>
          </p:cNvSpPr>
          <p:nvPr/>
        </p:nvSpPr>
        <p:spPr>
          <a:xfrm>
            <a:off x="10620000" y="1670000"/>
            <a:ext cx="220000" cy="220000"/>
          </a:xfrm>
          <a:custGeom>
            <a:avLst/>
            <a:gdLst>
              <a:gd name="csX0" fmla="*/ 106802 w 144404"/>
              <a:gd name="csY0" fmla="*/ 0 h 141751"/>
              <a:gd name="csX1" fmla="*/ 97684 w 144404"/>
              <a:gd name="csY1" fmla="*/ 1107 h 141751"/>
              <a:gd name="csX2" fmla="*/ 93628 w 144404"/>
              <a:gd name="csY2" fmla="*/ 5765 h 141751"/>
              <a:gd name="csX3" fmla="*/ 93482 w 144404"/>
              <a:gd name="csY3" fmla="*/ 7260 h 141751"/>
              <a:gd name="csX4" fmla="*/ 90852 w 144404"/>
              <a:gd name="csY4" fmla="*/ 11352 h 141751"/>
              <a:gd name="csX5" fmla="*/ 85999 w 144404"/>
              <a:gd name="csY5" fmla="*/ 11588 h 141751"/>
              <a:gd name="csX6" fmla="*/ 84621 w 144404"/>
              <a:gd name="csY6" fmla="*/ 10964 h 141751"/>
              <a:gd name="csX7" fmla="*/ 78565 w 144404"/>
              <a:gd name="csY7" fmla="*/ 12141 h 141751"/>
              <a:gd name="csX8" fmla="*/ 69420 w 144404"/>
              <a:gd name="csY8" fmla="*/ 27929 h 141751"/>
              <a:gd name="csX9" fmla="*/ 71434 w 144404"/>
              <a:gd name="csY9" fmla="*/ 33759 h 141751"/>
              <a:gd name="csX10" fmla="*/ 72673 w 144404"/>
              <a:gd name="csY10" fmla="*/ 34643 h 141751"/>
              <a:gd name="csX11" fmla="*/ 74902 w 144404"/>
              <a:gd name="csY11" fmla="*/ 38978 h 141751"/>
              <a:gd name="csX12" fmla="*/ 72680 w 144404"/>
              <a:gd name="csY12" fmla="*/ 43303 h 141751"/>
              <a:gd name="csX13" fmla="*/ 71434 w 144404"/>
              <a:gd name="csY13" fmla="*/ 44197 h 141751"/>
              <a:gd name="csX14" fmla="*/ 71143 w 144404"/>
              <a:gd name="csY14" fmla="*/ 44479 h 141751"/>
              <a:gd name="csX15" fmla="*/ 71399 w 144404"/>
              <a:gd name="csY15" fmla="*/ 46161 h 141751"/>
              <a:gd name="csX16" fmla="*/ 73122 w 144404"/>
              <a:gd name="csY16" fmla="*/ 48694 h 141751"/>
              <a:gd name="csX17" fmla="*/ 74895 w 144404"/>
              <a:gd name="csY17" fmla="*/ 49179 h 141751"/>
              <a:gd name="csX18" fmla="*/ 76190 w 144404"/>
              <a:gd name="csY18" fmla="*/ 48924 h 141751"/>
              <a:gd name="csX19" fmla="*/ 82289 w 144404"/>
              <a:gd name="csY19" fmla="*/ 46542 h 141751"/>
              <a:gd name="csX20" fmla="*/ 86789 w 144404"/>
              <a:gd name="csY20" fmla="*/ 45699 h 141751"/>
              <a:gd name="csX21" fmla="*/ 96328 w 144404"/>
              <a:gd name="csY21" fmla="*/ 50169 h 141751"/>
              <a:gd name="csX22" fmla="*/ 106490 w 144404"/>
              <a:gd name="csY22" fmla="*/ 67737 h 141751"/>
              <a:gd name="csX23" fmla="*/ 105764 w 144404"/>
              <a:gd name="csY23" fmla="*/ 77899 h 141751"/>
              <a:gd name="csX24" fmla="*/ 106802 w 144404"/>
              <a:gd name="csY24" fmla="*/ 77960 h 141751"/>
              <a:gd name="csX25" fmla="*/ 115926 w 144404"/>
              <a:gd name="csY25" fmla="*/ 76846 h 141751"/>
              <a:gd name="csX26" fmla="*/ 119975 w 144404"/>
              <a:gd name="csY26" fmla="*/ 72195 h 141751"/>
              <a:gd name="csX27" fmla="*/ 120122 w 144404"/>
              <a:gd name="csY27" fmla="*/ 70693 h 141751"/>
              <a:gd name="csX28" fmla="*/ 122752 w 144404"/>
              <a:gd name="csY28" fmla="*/ 66602 h 141751"/>
              <a:gd name="csX29" fmla="*/ 127606 w 144404"/>
              <a:gd name="csY29" fmla="*/ 66367 h 141751"/>
              <a:gd name="csX30" fmla="*/ 128982 w 144404"/>
              <a:gd name="csY30" fmla="*/ 66997 h 141751"/>
              <a:gd name="csX31" fmla="*/ 135041 w 144404"/>
              <a:gd name="csY31" fmla="*/ 65819 h 141751"/>
              <a:gd name="csX32" fmla="*/ 144185 w 144404"/>
              <a:gd name="csY32" fmla="*/ 50031 h 141751"/>
              <a:gd name="csX33" fmla="*/ 142171 w 144404"/>
              <a:gd name="csY33" fmla="*/ 44197 h 141751"/>
              <a:gd name="csX34" fmla="*/ 140931 w 144404"/>
              <a:gd name="csY34" fmla="*/ 43310 h 141751"/>
              <a:gd name="csX35" fmla="*/ 138702 w 144404"/>
              <a:gd name="csY35" fmla="*/ 38978 h 141751"/>
              <a:gd name="csX36" fmla="*/ 140924 w 144404"/>
              <a:gd name="csY36" fmla="*/ 34650 h 141751"/>
              <a:gd name="csX37" fmla="*/ 142171 w 144404"/>
              <a:gd name="csY37" fmla="*/ 33759 h 141751"/>
              <a:gd name="csX38" fmla="*/ 144185 w 144404"/>
              <a:gd name="csY38" fmla="*/ 27929 h 141751"/>
              <a:gd name="csX39" fmla="*/ 135041 w 144404"/>
              <a:gd name="csY39" fmla="*/ 12141 h 141751"/>
              <a:gd name="csX40" fmla="*/ 128982 w 144404"/>
              <a:gd name="csY40" fmla="*/ 10964 h 141751"/>
              <a:gd name="csX41" fmla="*/ 127613 w 144404"/>
              <a:gd name="csY41" fmla="*/ 11588 h 141751"/>
              <a:gd name="csX42" fmla="*/ 122752 w 144404"/>
              <a:gd name="csY42" fmla="*/ 11352 h 141751"/>
              <a:gd name="csX43" fmla="*/ 120122 w 144404"/>
              <a:gd name="csY43" fmla="*/ 7267 h 141751"/>
              <a:gd name="csX44" fmla="*/ 119975 w 144404"/>
              <a:gd name="csY44" fmla="*/ 5765 h 141751"/>
              <a:gd name="csX45" fmla="*/ 115919 w 144404"/>
              <a:gd name="csY45" fmla="*/ 1107 h 141751"/>
              <a:gd name="csX46" fmla="*/ 106802 w 144404"/>
              <a:gd name="csY46" fmla="*/ 0 h 141751"/>
              <a:gd name="csX47" fmla="*/ 106802 w 144404"/>
              <a:gd name="csY47" fmla="*/ 28346 h 141751"/>
              <a:gd name="csX48" fmla="*/ 117435 w 144404"/>
              <a:gd name="csY48" fmla="*/ 38978 h 141751"/>
              <a:gd name="csX49" fmla="*/ 106802 w 144404"/>
              <a:gd name="csY49" fmla="*/ 49609 h 141751"/>
              <a:gd name="csX50" fmla="*/ 96168 w 144404"/>
              <a:gd name="csY50" fmla="*/ 38978 h 141751"/>
              <a:gd name="csX51" fmla="*/ 106802 w 144404"/>
              <a:gd name="csY51" fmla="*/ 28346 h 141751"/>
              <a:gd name="csX52" fmla="*/ 49744 w 144404"/>
              <a:gd name="csY52" fmla="*/ 35419 h 141751"/>
              <a:gd name="csX53" fmla="*/ 41118 w 144404"/>
              <a:gd name="csY53" fmla="*/ 36256 h 141751"/>
              <a:gd name="csX54" fmla="*/ 36785 w 144404"/>
              <a:gd name="csY54" fmla="*/ 40687 h 141751"/>
              <a:gd name="csX55" fmla="*/ 35788 w 144404"/>
              <a:gd name="csY55" fmla="*/ 47228 h 141751"/>
              <a:gd name="csX56" fmla="*/ 30595 w 144404"/>
              <a:gd name="csY56" fmla="*/ 54835 h 141751"/>
              <a:gd name="csX57" fmla="*/ 21410 w 144404"/>
              <a:gd name="csY57" fmla="*/ 55534 h 141751"/>
              <a:gd name="csX58" fmla="*/ 15304 w 144404"/>
              <a:gd name="csY58" fmla="*/ 53146 h 141751"/>
              <a:gd name="csX59" fmla="*/ 9281 w 144404"/>
              <a:gd name="csY59" fmla="*/ 54696 h 141751"/>
              <a:gd name="csX60" fmla="*/ 330 w 144404"/>
              <a:gd name="csY60" fmla="*/ 70208 h 141751"/>
              <a:gd name="csX61" fmla="*/ 1997 w 144404"/>
              <a:gd name="csY61" fmla="*/ 76203 h 141751"/>
              <a:gd name="csX62" fmla="*/ 7113 w 144404"/>
              <a:gd name="csY62" fmla="*/ 80294 h 141751"/>
              <a:gd name="csX63" fmla="*/ 11101 w 144404"/>
              <a:gd name="csY63" fmla="*/ 88592 h 141751"/>
              <a:gd name="csX64" fmla="*/ 7113 w 144404"/>
              <a:gd name="csY64" fmla="*/ 96892 h 141751"/>
              <a:gd name="csX65" fmla="*/ 1997 w 144404"/>
              <a:gd name="csY65" fmla="*/ 100983 h 141751"/>
              <a:gd name="csX66" fmla="*/ 330 w 144404"/>
              <a:gd name="csY66" fmla="*/ 106978 h 141751"/>
              <a:gd name="csX67" fmla="*/ 9281 w 144404"/>
              <a:gd name="csY67" fmla="*/ 122488 h 141751"/>
              <a:gd name="csX68" fmla="*/ 15304 w 144404"/>
              <a:gd name="csY68" fmla="*/ 124040 h 141751"/>
              <a:gd name="csX69" fmla="*/ 21410 w 144404"/>
              <a:gd name="csY69" fmla="*/ 121652 h 141751"/>
              <a:gd name="csX70" fmla="*/ 30595 w 144404"/>
              <a:gd name="csY70" fmla="*/ 122351 h 141751"/>
              <a:gd name="csX71" fmla="*/ 35795 w 144404"/>
              <a:gd name="csY71" fmla="*/ 129958 h 141751"/>
              <a:gd name="csX72" fmla="*/ 36785 w 144404"/>
              <a:gd name="csY72" fmla="*/ 136499 h 141751"/>
              <a:gd name="csX73" fmla="*/ 41118 w 144404"/>
              <a:gd name="csY73" fmla="*/ 140929 h 141751"/>
              <a:gd name="csX74" fmla="*/ 50091 w 144404"/>
              <a:gd name="csY74" fmla="*/ 141752 h 141751"/>
              <a:gd name="csX75" fmla="*/ 59062 w 144404"/>
              <a:gd name="csY75" fmla="*/ 140935 h 141751"/>
              <a:gd name="csX76" fmla="*/ 63395 w 144404"/>
              <a:gd name="csY76" fmla="*/ 136499 h 141751"/>
              <a:gd name="csX77" fmla="*/ 64386 w 144404"/>
              <a:gd name="csY77" fmla="*/ 129958 h 141751"/>
              <a:gd name="csX78" fmla="*/ 64392 w 144404"/>
              <a:gd name="csY78" fmla="*/ 129958 h 141751"/>
              <a:gd name="csX79" fmla="*/ 69585 w 144404"/>
              <a:gd name="csY79" fmla="*/ 122351 h 141751"/>
              <a:gd name="csX80" fmla="*/ 78772 w 144404"/>
              <a:gd name="csY80" fmla="*/ 121658 h 141751"/>
              <a:gd name="csX81" fmla="*/ 84878 w 144404"/>
              <a:gd name="csY81" fmla="*/ 124047 h 141751"/>
              <a:gd name="csX82" fmla="*/ 90901 w 144404"/>
              <a:gd name="csY82" fmla="*/ 122488 h 141751"/>
              <a:gd name="csX83" fmla="*/ 99852 w 144404"/>
              <a:gd name="csY83" fmla="*/ 106985 h 141751"/>
              <a:gd name="csX84" fmla="*/ 98183 w 144404"/>
              <a:gd name="csY84" fmla="*/ 100983 h 141751"/>
              <a:gd name="csX85" fmla="*/ 93067 w 144404"/>
              <a:gd name="csY85" fmla="*/ 96892 h 141751"/>
              <a:gd name="csX86" fmla="*/ 89079 w 144404"/>
              <a:gd name="csY86" fmla="*/ 88592 h 141751"/>
              <a:gd name="csX87" fmla="*/ 93074 w 144404"/>
              <a:gd name="csY87" fmla="*/ 80286 h 141751"/>
              <a:gd name="csX88" fmla="*/ 98183 w 144404"/>
              <a:gd name="csY88" fmla="*/ 76203 h 141751"/>
              <a:gd name="csX89" fmla="*/ 99845 w 144404"/>
              <a:gd name="csY89" fmla="*/ 70201 h 141751"/>
              <a:gd name="csX90" fmla="*/ 90879 w 144404"/>
              <a:gd name="csY90" fmla="*/ 54703 h 141751"/>
              <a:gd name="csX91" fmla="*/ 84856 w 144404"/>
              <a:gd name="csY91" fmla="*/ 53146 h 141751"/>
              <a:gd name="csX92" fmla="*/ 78772 w 144404"/>
              <a:gd name="csY92" fmla="*/ 55528 h 141751"/>
              <a:gd name="csX93" fmla="*/ 69585 w 144404"/>
              <a:gd name="csY93" fmla="*/ 54835 h 141751"/>
              <a:gd name="csX94" fmla="*/ 64386 w 144404"/>
              <a:gd name="csY94" fmla="*/ 47228 h 141751"/>
              <a:gd name="csX95" fmla="*/ 63395 w 144404"/>
              <a:gd name="csY95" fmla="*/ 40714 h 141751"/>
              <a:gd name="csX96" fmla="*/ 59042 w 144404"/>
              <a:gd name="csY96" fmla="*/ 36278 h 141751"/>
              <a:gd name="csX97" fmla="*/ 49744 w 144404"/>
              <a:gd name="csY97" fmla="*/ 35419 h 141751"/>
              <a:gd name="csX98" fmla="*/ 50091 w 144404"/>
              <a:gd name="csY98" fmla="*/ 70873 h 141751"/>
              <a:gd name="csX99" fmla="*/ 67812 w 144404"/>
              <a:gd name="csY99" fmla="*/ 88592 h 141751"/>
              <a:gd name="csX100" fmla="*/ 50091 w 144404"/>
              <a:gd name="csY100" fmla="*/ 106313 h 141751"/>
              <a:gd name="csX101" fmla="*/ 32368 w 144404"/>
              <a:gd name="csY101" fmla="*/ 88592 h 141751"/>
              <a:gd name="csX102" fmla="*/ 50091 w 144404"/>
              <a:gd name="csY102" fmla="*/ 70873 h 141751"/>
            </a:gdLst>
            <a:ahLst/>
            <a:cxnLst/>
            <a:rect l="l" t="t" r="r" b="b"/>
            <a:pathLst>
              <a:path w="100000" h="100000">
                <a:moveTo>
                  <a:pt x="73961" y="919"/>
                </a:moveTo>
                <a:cubicBezTo>
                  <a:pt x="71866" y="919"/>
                  <a:pt x="69772" y="1173"/>
                  <a:pt x="67646" y="1685"/>
                </a:cubicBezTo>
                <a:cubicBezTo>
                  <a:pt x="66119" y="2051"/>
                  <a:pt x="64990" y="3350"/>
                  <a:pt x="64838" y="4911"/>
                </a:cubicBezTo>
                <a:lnTo>
                  <a:pt x="64736" y="5946"/>
                </a:lnTo>
                <a:cubicBezTo>
                  <a:pt x="64621" y="7127"/>
                  <a:pt x="63944" y="8186"/>
                  <a:pt x="62915" y="8780"/>
                </a:cubicBezTo>
                <a:cubicBezTo>
                  <a:pt x="61886" y="9371"/>
                  <a:pt x="60629" y="9438"/>
                  <a:pt x="59554" y="8943"/>
                </a:cubicBezTo>
                <a:lnTo>
                  <a:pt x="58600" y="8511"/>
                </a:lnTo>
                <a:cubicBezTo>
                  <a:pt x="57180" y="7865"/>
                  <a:pt x="55485" y="8187"/>
                  <a:pt x="54406" y="9326"/>
                </a:cubicBezTo>
                <a:cubicBezTo>
                  <a:pt x="51465" y="12418"/>
                  <a:pt x="49270" y="16201"/>
                  <a:pt x="48073" y="20259"/>
                </a:cubicBezTo>
                <a:cubicBezTo>
                  <a:pt x="47625" y="21765"/>
                  <a:pt x="48189" y="23383"/>
                  <a:pt x="49468" y="24297"/>
                </a:cubicBezTo>
                <a:lnTo>
                  <a:pt x="50326" y="24909"/>
                </a:lnTo>
                <a:cubicBezTo>
                  <a:pt x="51291" y="25604"/>
                  <a:pt x="51870" y="26725"/>
                  <a:pt x="51870" y="27911"/>
                </a:cubicBezTo>
                <a:cubicBezTo>
                  <a:pt x="51870" y="29096"/>
                  <a:pt x="51294" y="30213"/>
                  <a:pt x="50331" y="30906"/>
                </a:cubicBezTo>
                <a:lnTo>
                  <a:pt x="49468" y="31525"/>
                </a:lnTo>
                <a:cubicBezTo>
                  <a:pt x="49389" y="31581"/>
                  <a:pt x="49340" y="31659"/>
                  <a:pt x="49267" y="31720"/>
                </a:cubicBezTo>
                <a:lnTo>
                  <a:pt x="49444" y="32885"/>
                </a:lnTo>
                <a:cubicBezTo>
                  <a:pt x="49559" y="33637"/>
                  <a:pt x="49980" y="34260"/>
                  <a:pt x="50637" y="34639"/>
                </a:cubicBezTo>
                <a:cubicBezTo>
                  <a:pt x="51018" y="34859"/>
                  <a:pt x="51443" y="34975"/>
                  <a:pt x="51865" y="34975"/>
                </a:cubicBezTo>
                <a:cubicBezTo>
                  <a:pt x="52164" y="34975"/>
                  <a:pt x="52465" y="34916"/>
                  <a:pt x="52762" y="34799"/>
                </a:cubicBezTo>
                <a:lnTo>
                  <a:pt x="56985" y="33149"/>
                </a:lnTo>
                <a:cubicBezTo>
                  <a:pt x="57985" y="32762"/>
                  <a:pt x="59030" y="32565"/>
                  <a:pt x="60102" y="32565"/>
                </a:cubicBezTo>
                <a:cubicBezTo>
                  <a:pt x="62664" y="32565"/>
                  <a:pt x="65074" y="33695"/>
                  <a:pt x="66707" y="35661"/>
                </a:cubicBezTo>
                <a:cubicBezTo>
                  <a:pt x="69729" y="39294"/>
                  <a:pt x="72098" y="43385"/>
                  <a:pt x="73744" y="47827"/>
                </a:cubicBezTo>
                <a:cubicBezTo>
                  <a:pt x="74621" y="50193"/>
                  <a:pt x="74380" y="52743"/>
                  <a:pt x="73242" y="54864"/>
                </a:cubicBezTo>
                <a:cubicBezTo>
                  <a:pt x="73482" y="54871"/>
                  <a:pt x="73725" y="54906"/>
                  <a:pt x="73961" y="54906"/>
                </a:cubicBezTo>
                <a:cubicBezTo>
                  <a:pt x="76027" y="54906"/>
                  <a:pt x="78154" y="54648"/>
                  <a:pt x="80279" y="54135"/>
                </a:cubicBezTo>
                <a:cubicBezTo>
                  <a:pt x="81804" y="53770"/>
                  <a:pt x="82931" y="52475"/>
                  <a:pt x="83083" y="50914"/>
                </a:cubicBezTo>
                <a:lnTo>
                  <a:pt x="83185" y="49874"/>
                </a:lnTo>
                <a:cubicBezTo>
                  <a:pt x="83300" y="48694"/>
                  <a:pt x="83978" y="47634"/>
                  <a:pt x="85006" y="47041"/>
                </a:cubicBezTo>
                <a:cubicBezTo>
                  <a:pt x="86037" y="46451"/>
                  <a:pt x="87294" y="46387"/>
                  <a:pt x="88367" y="46878"/>
                </a:cubicBezTo>
                <a:lnTo>
                  <a:pt x="89320" y="47314"/>
                </a:lnTo>
                <a:cubicBezTo>
                  <a:pt x="90743" y="47964"/>
                  <a:pt x="92438" y="47640"/>
                  <a:pt x="93516" y="46498"/>
                </a:cubicBezTo>
                <a:cubicBezTo>
                  <a:pt x="96455" y="43406"/>
                  <a:pt x="98650" y="39625"/>
                  <a:pt x="99848" y="35565"/>
                </a:cubicBezTo>
                <a:cubicBezTo>
                  <a:pt x="100295" y="34056"/>
                  <a:pt x="99732" y="32436"/>
                  <a:pt x="98454" y="31525"/>
                </a:cubicBezTo>
                <a:lnTo>
                  <a:pt x="97595" y="30911"/>
                </a:lnTo>
                <a:cubicBezTo>
                  <a:pt x="96631" y="30216"/>
                  <a:pt x="96051" y="29096"/>
                  <a:pt x="96051" y="27911"/>
                </a:cubicBezTo>
                <a:cubicBezTo>
                  <a:pt x="96051" y="26725"/>
                  <a:pt x="96629" y="25606"/>
                  <a:pt x="97590" y="24914"/>
                </a:cubicBezTo>
                <a:lnTo>
                  <a:pt x="98454" y="24297"/>
                </a:lnTo>
                <a:cubicBezTo>
                  <a:pt x="99732" y="23386"/>
                  <a:pt x="100295" y="21767"/>
                  <a:pt x="99848" y="20259"/>
                </a:cubicBezTo>
                <a:cubicBezTo>
                  <a:pt x="98650" y="16201"/>
                  <a:pt x="96455" y="12418"/>
                  <a:pt x="93516" y="9326"/>
                </a:cubicBezTo>
                <a:cubicBezTo>
                  <a:pt x="92435" y="8184"/>
                  <a:pt x="90739" y="7861"/>
                  <a:pt x="89320" y="8511"/>
                </a:cubicBezTo>
                <a:lnTo>
                  <a:pt x="88372" y="8943"/>
                </a:lnTo>
                <a:cubicBezTo>
                  <a:pt x="87287" y="9434"/>
                  <a:pt x="86032" y="9366"/>
                  <a:pt x="85006" y="8780"/>
                </a:cubicBezTo>
                <a:cubicBezTo>
                  <a:pt x="83978" y="8186"/>
                  <a:pt x="83300" y="7129"/>
                  <a:pt x="83185" y="5951"/>
                </a:cubicBezTo>
                <a:lnTo>
                  <a:pt x="83083" y="4911"/>
                </a:lnTo>
                <a:cubicBezTo>
                  <a:pt x="82931" y="3348"/>
                  <a:pt x="81801" y="2051"/>
                  <a:pt x="80274" y="1685"/>
                </a:cubicBezTo>
                <a:cubicBezTo>
                  <a:pt x="78149" y="1173"/>
                  <a:pt x="76055" y="919"/>
                  <a:pt x="73961" y="919"/>
                </a:cubicBezTo>
                <a:close/>
                <a:moveTo>
                  <a:pt x="73961" y="20548"/>
                </a:moveTo>
                <a:cubicBezTo>
                  <a:pt x="78028" y="20548"/>
                  <a:pt x="81324" y="23844"/>
                  <a:pt x="81324" y="27911"/>
                </a:cubicBezTo>
                <a:cubicBezTo>
                  <a:pt x="81324" y="31977"/>
                  <a:pt x="78028" y="35273"/>
                  <a:pt x="73961" y="35273"/>
                </a:cubicBezTo>
                <a:cubicBezTo>
                  <a:pt x="69893" y="35273"/>
                  <a:pt x="66596" y="31977"/>
                  <a:pt x="66596" y="27911"/>
                </a:cubicBezTo>
                <a:cubicBezTo>
                  <a:pt x="66596" y="23844"/>
                  <a:pt x="69893" y="20548"/>
                  <a:pt x="73961" y="20548"/>
                </a:cubicBezTo>
                <a:close/>
                <a:moveTo>
                  <a:pt x="34448" y="25446"/>
                </a:moveTo>
                <a:cubicBezTo>
                  <a:pt x="32466" y="25452"/>
                  <a:pt x="30564" y="25655"/>
                  <a:pt x="28474" y="26026"/>
                </a:cubicBezTo>
                <a:cubicBezTo>
                  <a:pt x="26922" y="26299"/>
                  <a:pt x="25711" y="27534"/>
                  <a:pt x="25474" y="29094"/>
                </a:cubicBezTo>
                <a:lnTo>
                  <a:pt x="24783" y="33624"/>
                </a:lnTo>
                <a:cubicBezTo>
                  <a:pt x="24447" y="35845"/>
                  <a:pt x="23137" y="37765"/>
                  <a:pt x="21187" y="38892"/>
                </a:cubicBezTo>
                <a:cubicBezTo>
                  <a:pt x="19243" y="40016"/>
                  <a:pt x="16925" y="40199"/>
                  <a:pt x="14826" y="39376"/>
                </a:cubicBezTo>
                <a:lnTo>
                  <a:pt x="10598" y="37722"/>
                </a:lnTo>
                <a:cubicBezTo>
                  <a:pt x="9123" y="37150"/>
                  <a:pt x="7440" y="37576"/>
                  <a:pt x="6427" y="38796"/>
                </a:cubicBezTo>
                <a:cubicBezTo>
                  <a:pt x="3767" y="41996"/>
                  <a:pt x="1679" y="45609"/>
                  <a:pt x="229" y="49538"/>
                </a:cubicBezTo>
                <a:cubicBezTo>
                  <a:pt x="-321" y="51025"/>
                  <a:pt x="144" y="52698"/>
                  <a:pt x="1383" y="53689"/>
                </a:cubicBezTo>
                <a:lnTo>
                  <a:pt x="4926" y="56522"/>
                </a:lnTo>
                <a:cubicBezTo>
                  <a:pt x="6681" y="57923"/>
                  <a:pt x="7687" y="60019"/>
                  <a:pt x="7687" y="62269"/>
                </a:cubicBezTo>
                <a:cubicBezTo>
                  <a:pt x="7687" y="64520"/>
                  <a:pt x="6681" y="66615"/>
                  <a:pt x="4926" y="68016"/>
                </a:cubicBezTo>
                <a:lnTo>
                  <a:pt x="1383" y="70849"/>
                </a:lnTo>
                <a:cubicBezTo>
                  <a:pt x="144" y="71840"/>
                  <a:pt x="-319" y="73513"/>
                  <a:pt x="229" y="75001"/>
                </a:cubicBezTo>
                <a:cubicBezTo>
                  <a:pt x="1681" y="78930"/>
                  <a:pt x="3767" y="82542"/>
                  <a:pt x="6427" y="85742"/>
                </a:cubicBezTo>
                <a:cubicBezTo>
                  <a:pt x="7440" y="86963"/>
                  <a:pt x="9127" y="87395"/>
                  <a:pt x="10598" y="86817"/>
                </a:cubicBezTo>
                <a:lnTo>
                  <a:pt x="14826" y="85163"/>
                </a:lnTo>
                <a:cubicBezTo>
                  <a:pt x="16922" y="84343"/>
                  <a:pt x="19243" y="84525"/>
                  <a:pt x="21187" y="85647"/>
                </a:cubicBezTo>
                <a:cubicBezTo>
                  <a:pt x="23137" y="86773"/>
                  <a:pt x="24449" y="88690"/>
                  <a:pt x="24788" y="90915"/>
                </a:cubicBezTo>
                <a:lnTo>
                  <a:pt x="25474" y="95444"/>
                </a:lnTo>
                <a:cubicBezTo>
                  <a:pt x="25711" y="97005"/>
                  <a:pt x="26922" y="98240"/>
                  <a:pt x="28474" y="98512"/>
                </a:cubicBezTo>
                <a:cubicBezTo>
                  <a:pt x="30627" y="98897"/>
                  <a:pt x="32658" y="99082"/>
                  <a:pt x="34688" y="99082"/>
                </a:cubicBezTo>
                <a:cubicBezTo>
                  <a:pt x="36718" y="99082"/>
                  <a:pt x="38748" y="98899"/>
                  <a:pt x="40901" y="98516"/>
                </a:cubicBezTo>
                <a:cubicBezTo>
                  <a:pt x="42455" y="98244"/>
                  <a:pt x="43664" y="97005"/>
                  <a:pt x="43901" y="95444"/>
                </a:cubicBezTo>
                <a:lnTo>
                  <a:pt x="44587" y="90915"/>
                </a:lnTo>
                <a:lnTo>
                  <a:pt x="44592" y="90915"/>
                </a:lnTo>
                <a:cubicBezTo>
                  <a:pt x="44929" y="88693"/>
                  <a:pt x="46239" y="86773"/>
                  <a:pt x="48188" y="85647"/>
                </a:cubicBezTo>
                <a:cubicBezTo>
                  <a:pt x="50136" y="84525"/>
                  <a:pt x="52456" y="84347"/>
                  <a:pt x="54550" y="85167"/>
                </a:cubicBezTo>
                <a:lnTo>
                  <a:pt x="58778" y="86821"/>
                </a:lnTo>
                <a:cubicBezTo>
                  <a:pt x="60253" y="87395"/>
                  <a:pt x="61935" y="86963"/>
                  <a:pt x="62949" y="85742"/>
                </a:cubicBezTo>
                <a:cubicBezTo>
                  <a:pt x="65610" y="82542"/>
                  <a:pt x="67697" y="78934"/>
                  <a:pt x="69148" y="75006"/>
                </a:cubicBezTo>
                <a:cubicBezTo>
                  <a:pt x="69698" y="73516"/>
                  <a:pt x="69231" y="71840"/>
                  <a:pt x="67992" y="70849"/>
                </a:cubicBezTo>
                <a:lnTo>
                  <a:pt x="64449" y="68016"/>
                </a:lnTo>
                <a:cubicBezTo>
                  <a:pt x="62695" y="66615"/>
                  <a:pt x="61687" y="64520"/>
                  <a:pt x="61687" y="62269"/>
                </a:cubicBezTo>
                <a:cubicBezTo>
                  <a:pt x="61687" y="60019"/>
                  <a:pt x="62697" y="57920"/>
                  <a:pt x="64454" y="56517"/>
                </a:cubicBezTo>
                <a:lnTo>
                  <a:pt x="67992" y="53689"/>
                </a:lnTo>
                <a:cubicBezTo>
                  <a:pt x="69231" y="52700"/>
                  <a:pt x="69692" y="51020"/>
                  <a:pt x="69143" y="49533"/>
                </a:cubicBezTo>
                <a:cubicBezTo>
                  <a:pt x="67689" y="45616"/>
                  <a:pt x="65603" y="42008"/>
                  <a:pt x="62934" y="38801"/>
                </a:cubicBezTo>
                <a:cubicBezTo>
                  <a:pt x="61921" y="37581"/>
                  <a:pt x="60236" y="37150"/>
                  <a:pt x="58763" y="37722"/>
                </a:cubicBezTo>
                <a:lnTo>
                  <a:pt x="54550" y="39372"/>
                </a:lnTo>
                <a:cubicBezTo>
                  <a:pt x="52456" y="40194"/>
                  <a:pt x="50136" y="40016"/>
                  <a:pt x="48188" y="38892"/>
                </a:cubicBezTo>
                <a:cubicBezTo>
                  <a:pt x="46239" y="37765"/>
                  <a:pt x="44927" y="35847"/>
                  <a:pt x="44587" y="33624"/>
                </a:cubicBezTo>
                <a:lnTo>
                  <a:pt x="43901" y="29113"/>
                </a:lnTo>
                <a:cubicBezTo>
                  <a:pt x="43664" y="27545"/>
                  <a:pt x="42448" y="26308"/>
                  <a:pt x="40887" y="26041"/>
                </a:cubicBezTo>
                <a:cubicBezTo>
                  <a:pt x="38493" y="25630"/>
                  <a:pt x="36430" y="25440"/>
                  <a:pt x="34448" y="25446"/>
                </a:cubicBezTo>
                <a:close/>
                <a:moveTo>
                  <a:pt x="34688" y="49998"/>
                </a:moveTo>
                <a:cubicBezTo>
                  <a:pt x="41465" y="49998"/>
                  <a:pt x="46960" y="55493"/>
                  <a:pt x="46960" y="62269"/>
                </a:cubicBezTo>
                <a:cubicBezTo>
                  <a:pt x="46960" y="69045"/>
                  <a:pt x="41465" y="74541"/>
                  <a:pt x="34688" y="74541"/>
                </a:cubicBezTo>
                <a:cubicBezTo>
                  <a:pt x="27911" y="74541"/>
                  <a:pt x="22415" y="69045"/>
                  <a:pt x="22415" y="62269"/>
                </a:cubicBezTo>
                <a:cubicBezTo>
                  <a:pt x="22415" y="55493"/>
                  <a:pt x="27911" y="49998"/>
                  <a:pt x="34688" y="4999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6" name="Красный — SVG 55">
            <a:extLst>
              <a:ext uri="{FF2B5EF4-FFF2-40B4-BE49-F238E27FC236}">
                <a16:creationId xmlns:a16="http://schemas.microsoft.com/office/drawing/2014/main" id="{BE240FE7-D7B0-3845-A177-4CC8FADCA5A7}"/>
              </a:ext>
            </a:extLst>
          </p:cNvPr>
          <p:cNvSpPr>
            <a:spLocks noGrp="1"/>
          </p:cNvSpPr>
          <p:nvPr/>
        </p:nvSpPr>
        <p:spPr>
          <a:xfrm>
            <a:off x="420000" y="1930000"/>
            <a:ext cx="220000" cy="220000"/>
          </a:xfrm>
          <a:custGeom>
            <a:avLst/>
            <a:gdLst>
              <a:gd name="csX0" fmla="*/ 121165 w 135011"/>
              <a:gd name="csY0" fmla="*/ 78964 h 141755"/>
              <a:gd name="csX1" fmla="*/ 117128 w 135011"/>
              <a:gd name="csY1" fmla="*/ 70996 h 141755"/>
              <a:gd name="csX2" fmla="*/ 121162 w 135011"/>
              <a:gd name="csY2" fmla="*/ 63033 h 141755"/>
              <a:gd name="csX3" fmla="*/ 132837 w 135011"/>
              <a:gd name="csY3" fmla="*/ 54475 h 141755"/>
              <a:gd name="csX4" fmla="*/ 134741 w 135011"/>
              <a:gd name="csY4" fmla="*/ 48506 h 141755"/>
              <a:gd name="csX5" fmla="*/ 120609 w 135011"/>
              <a:gd name="csY5" fmla="*/ 24022 h 141755"/>
              <a:gd name="csX6" fmla="*/ 114484 w 135011"/>
              <a:gd name="csY6" fmla="*/ 22674 h 141755"/>
              <a:gd name="csX7" fmla="*/ 101337 w 135011"/>
              <a:gd name="csY7" fmla="*/ 28455 h 141755"/>
              <a:gd name="csX8" fmla="*/ 92420 w 135011"/>
              <a:gd name="csY8" fmla="*/ 27965 h 141755"/>
              <a:gd name="csX9" fmla="*/ 87539 w 135011"/>
              <a:gd name="csY9" fmla="*/ 20492 h 141755"/>
              <a:gd name="csX10" fmla="*/ 85958 w 135011"/>
              <a:gd name="csY10" fmla="*/ 6060 h 141755"/>
              <a:gd name="csX11" fmla="*/ 81737 w 135011"/>
              <a:gd name="csY11" fmla="*/ 1428 h 141755"/>
              <a:gd name="csX12" fmla="*/ 53491 w 135011"/>
              <a:gd name="csY12" fmla="*/ 1394 h 141755"/>
              <a:gd name="csX13" fmla="*/ 49252 w 135011"/>
              <a:gd name="csY13" fmla="*/ 6029 h 141755"/>
              <a:gd name="csX14" fmla="*/ 47685 w 135011"/>
              <a:gd name="csY14" fmla="*/ 20368 h 141755"/>
              <a:gd name="csX15" fmla="*/ 42797 w 135011"/>
              <a:gd name="csY15" fmla="*/ 27846 h 141755"/>
              <a:gd name="csX16" fmla="*/ 33883 w 135011"/>
              <a:gd name="csY16" fmla="*/ 28334 h 141755"/>
              <a:gd name="csX17" fmla="*/ 20666 w 135011"/>
              <a:gd name="csY17" fmla="*/ 22521 h 141755"/>
              <a:gd name="csX18" fmla="*/ 14551 w 135011"/>
              <a:gd name="csY18" fmla="*/ 23858 h 141755"/>
              <a:gd name="csX19" fmla="*/ 345 w 135011"/>
              <a:gd name="csY19" fmla="*/ 48297 h 141755"/>
              <a:gd name="csX20" fmla="*/ 2242 w 135011"/>
              <a:gd name="csY20" fmla="*/ 54279 h 141755"/>
              <a:gd name="csX21" fmla="*/ 13843 w 135011"/>
              <a:gd name="csY21" fmla="*/ 62785 h 141755"/>
              <a:gd name="csX22" fmla="*/ 17883 w 135011"/>
              <a:gd name="csY22" fmla="*/ 70756 h 141755"/>
              <a:gd name="csX23" fmla="*/ 13850 w 135011"/>
              <a:gd name="csY23" fmla="*/ 78719 h 141755"/>
              <a:gd name="csX24" fmla="*/ 2174 w 135011"/>
              <a:gd name="csY24" fmla="*/ 87278 h 141755"/>
              <a:gd name="csX25" fmla="*/ 271 w 135011"/>
              <a:gd name="csY25" fmla="*/ 93245 h 141755"/>
              <a:gd name="csX26" fmla="*/ 14403 w 135011"/>
              <a:gd name="csY26" fmla="*/ 117731 h 141755"/>
              <a:gd name="csX27" fmla="*/ 20527 w 135011"/>
              <a:gd name="csY27" fmla="*/ 119078 h 141755"/>
              <a:gd name="csX28" fmla="*/ 33674 w 135011"/>
              <a:gd name="csY28" fmla="*/ 113298 h 141755"/>
              <a:gd name="csX29" fmla="*/ 42592 w 135011"/>
              <a:gd name="csY29" fmla="*/ 113786 h 141755"/>
              <a:gd name="csX30" fmla="*/ 47472 w 135011"/>
              <a:gd name="csY30" fmla="*/ 121261 h 141755"/>
              <a:gd name="csX31" fmla="*/ 49053 w 135011"/>
              <a:gd name="csY31" fmla="*/ 135691 h 141755"/>
              <a:gd name="csX32" fmla="*/ 53275 w 135011"/>
              <a:gd name="csY32" fmla="*/ 140323 h 141755"/>
              <a:gd name="csX33" fmla="*/ 67506 w 135011"/>
              <a:gd name="csY33" fmla="*/ 141756 h 141755"/>
              <a:gd name="csX34" fmla="*/ 81517 w 135011"/>
              <a:gd name="csY34" fmla="*/ 140356 h 141755"/>
              <a:gd name="csX35" fmla="*/ 85756 w 135011"/>
              <a:gd name="csY35" fmla="*/ 135720 h 141755"/>
              <a:gd name="csX36" fmla="*/ 87326 w 135011"/>
              <a:gd name="csY36" fmla="*/ 121381 h 141755"/>
              <a:gd name="csX37" fmla="*/ 92214 w 135011"/>
              <a:gd name="csY37" fmla="*/ 113903 h 141755"/>
              <a:gd name="csX38" fmla="*/ 101128 w 135011"/>
              <a:gd name="csY38" fmla="*/ 113415 h 141755"/>
              <a:gd name="csX39" fmla="*/ 114346 w 135011"/>
              <a:gd name="csY39" fmla="*/ 119226 h 141755"/>
              <a:gd name="csX40" fmla="*/ 120460 w 135011"/>
              <a:gd name="csY40" fmla="*/ 117891 h 141755"/>
              <a:gd name="csX41" fmla="*/ 134666 w 135011"/>
              <a:gd name="csY41" fmla="*/ 93451 h 141755"/>
              <a:gd name="csX42" fmla="*/ 132770 w 135011"/>
              <a:gd name="csY42" fmla="*/ 87470 h 141755"/>
              <a:gd name="csX43" fmla="*/ 121165 w 135011"/>
              <a:gd name="csY43" fmla="*/ 78964 h 141755"/>
              <a:gd name="csX44" fmla="*/ 67506 w 135011"/>
              <a:gd name="csY44" fmla="*/ 95684 h 141755"/>
              <a:gd name="csX45" fmla="*/ 42694 w 135011"/>
              <a:gd name="csY45" fmla="*/ 70875 h 141755"/>
              <a:gd name="csX46" fmla="*/ 67506 w 135011"/>
              <a:gd name="csY46" fmla="*/ 46068 h 141755"/>
              <a:gd name="csX47" fmla="*/ 92317 w 135011"/>
              <a:gd name="csY47" fmla="*/ 70875 h 141755"/>
              <a:gd name="csX48" fmla="*/ 67506 w 135011"/>
              <a:gd name="csY48" fmla="*/ 95684 h 141755"/>
            </a:gdLst>
            <a:ahLst/>
            <a:cxnLst/>
            <a:rect l="l" t="t" r="r" b="b"/>
            <a:pathLst>
              <a:path w="100000" h="100000">
                <a:moveTo>
                  <a:pt x="87854" y="55705"/>
                </a:moveTo>
                <a:cubicBezTo>
                  <a:pt x="86071" y="54397"/>
                  <a:pt x="85006" y="52297"/>
                  <a:pt x="85006" y="50084"/>
                </a:cubicBezTo>
                <a:cubicBezTo>
                  <a:pt x="85006" y="47871"/>
                  <a:pt x="86071" y="45771"/>
                  <a:pt x="87852" y="44466"/>
                </a:cubicBezTo>
                <a:lnTo>
                  <a:pt x="96088" y="38429"/>
                </a:lnTo>
                <a:cubicBezTo>
                  <a:pt x="97400" y="37464"/>
                  <a:pt x="97943" y="35766"/>
                  <a:pt x="97431" y="34218"/>
                </a:cubicBezTo>
                <a:cubicBezTo>
                  <a:pt x="95310" y="27848"/>
                  <a:pt x="91957" y="22038"/>
                  <a:pt x="87461" y="16946"/>
                </a:cubicBezTo>
                <a:cubicBezTo>
                  <a:pt x="86379" y="15726"/>
                  <a:pt x="84633" y="15341"/>
                  <a:pt x="83141" y="15995"/>
                </a:cubicBezTo>
                <a:lnTo>
                  <a:pt x="73866" y="20073"/>
                </a:lnTo>
                <a:cubicBezTo>
                  <a:pt x="71846" y="20964"/>
                  <a:pt x="69493" y="20835"/>
                  <a:pt x="67576" y="19728"/>
                </a:cubicBezTo>
                <a:cubicBezTo>
                  <a:pt x="65660" y="18624"/>
                  <a:pt x="64375" y="16653"/>
                  <a:pt x="64132" y="14456"/>
                </a:cubicBezTo>
                <a:lnTo>
                  <a:pt x="63017" y="4275"/>
                </a:lnTo>
                <a:cubicBezTo>
                  <a:pt x="62839" y="2655"/>
                  <a:pt x="61635" y="1335"/>
                  <a:pt x="60040" y="1007"/>
                </a:cubicBezTo>
                <a:cubicBezTo>
                  <a:pt x="53546" y="-320"/>
                  <a:pt x="46722" y="-343"/>
                  <a:pt x="40114" y="983"/>
                </a:cubicBezTo>
                <a:cubicBezTo>
                  <a:pt x="38508" y="1304"/>
                  <a:pt x="37300" y="2625"/>
                  <a:pt x="37123" y="4253"/>
                </a:cubicBezTo>
                <a:lnTo>
                  <a:pt x="36018" y="14368"/>
                </a:lnTo>
                <a:cubicBezTo>
                  <a:pt x="35775" y="16568"/>
                  <a:pt x="34490" y="18538"/>
                  <a:pt x="32570" y="19644"/>
                </a:cubicBezTo>
                <a:cubicBezTo>
                  <a:pt x="30654" y="20748"/>
                  <a:pt x="28309" y="20881"/>
                  <a:pt x="26281" y="19988"/>
                </a:cubicBezTo>
                <a:lnTo>
                  <a:pt x="16957" y="15887"/>
                </a:lnTo>
                <a:cubicBezTo>
                  <a:pt x="15477" y="15233"/>
                  <a:pt x="13726" y="15613"/>
                  <a:pt x="12644" y="16830"/>
                </a:cubicBezTo>
                <a:cubicBezTo>
                  <a:pt x="8133" y="21903"/>
                  <a:pt x="4765" y="27706"/>
                  <a:pt x="2622" y="34071"/>
                </a:cubicBezTo>
                <a:cubicBezTo>
                  <a:pt x="2102" y="35616"/>
                  <a:pt x="2643" y="37324"/>
                  <a:pt x="3960" y="38291"/>
                </a:cubicBezTo>
                <a:lnTo>
                  <a:pt x="12144" y="44291"/>
                </a:lnTo>
                <a:cubicBezTo>
                  <a:pt x="13929" y="45602"/>
                  <a:pt x="14994" y="47701"/>
                  <a:pt x="14994" y="49914"/>
                </a:cubicBezTo>
                <a:cubicBezTo>
                  <a:pt x="14994" y="52126"/>
                  <a:pt x="13929" y="54226"/>
                  <a:pt x="12149" y="55532"/>
                </a:cubicBezTo>
                <a:lnTo>
                  <a:pt x="3912" y="61570"/>
                </a:lnTo>
                <a:cubicBezTo>
                  <a:pt x="2600" y="62534"/>
                  <a:pt x="2057" y="64232"/>
                  <a:pt x="2570" y="65779"/>
                </a:cubicBezTo>
                <a:cubicBezTo>
                  <a:pt x="4690" y="72150"/>
                  <a:pt x="8043" y="77959"/>
                  <a:pt x="12539" y="83052"/>
                </a:cubicBezTo>
                <a:cubicBezTo>
                  <a:pt x="13621" y="84275"/>
                  <a:pt x="15372" y="84663"/>
                  <a:pt x="16859" y="84003"/>
                </a:cubicBezTo>
                <a:lnTo>
                  <a:pt x="26134" y="79925"/>
                </a:lnTo>
                <a:cubicBezTo>
                  <a:pt x="28154" y="79034"/>
                  <a:pt x="30505" y="79162"/>
                  <a:pt x="32425" y="80269"/>
                </a:cubicBezTo>
                <a:cubicBezTo>
                  <a:pt x="34340" y="81375"/>
                  <a:pt x="35625" y="83345"/>
                  <a:pt x="35868" y="85543"/>
                </a:cubicBezTo>
                <a:lnTo>
                  <a:pt x="36983" y="95722"/>
                </a:lnTo>
                <a:cubicBezTo>
                  <a:pt x="37161" y="97343"/>
                  <a:pt x="38365" y="98662"/>
                  <a:pt x="39961" y="98990"/>
                </a:cubicBezTo>
                <a:cubicBezTo>
                  <a:pt x="43246" y="99661"/>
                  <a:pt x="46622" y="100001"/>
                  <a:pt x="50000" y="100001"/>
                </a:cubicBezTo>
                <a:cubicBezTo>
                  <a:pt x="53295" y="100001"/>
                  <a:pt x="56621" y="99668"/>
                  <a:pt x="59884" y="99013"/>
                </a:cubicBezTo>
                <a:cubicBezTo>
                  <a:pt x="61489" y="98690"/>
                  <a:pt x="62697" y="97370"/>
                  <a:pt x="62875" y="95743"/>
                </a:cubicBezTo>
                <a:lnTo>
                  <a:pt x="63982" y="85627"/>
                </a:lnTo>
                <a:cubicBezTo>
                  <a:pt x="64225" y="83428"/>
                  <a:pt x="65510" y="81457"/>
                  <a:pt x="67430" y="80352"/>
                </a:cubicBezTo>
                <a:cubicBezTo>
                  <a:pt x="69346" y="79249"/>
                  <a:pt x="71693" y="79120"/>
                  <a:pt x="73719" y="80008"/>
                </a:cubicBezTo>
                <a:lnTo>
                  <a:pt x="83043" y="84107"/>
                </a:lnTo>
                <a:cubicBezTo>
                  <a:pt x="84528" y="84765"/>
                  <a:pt x="86274" y="84386"/>
                  <a:pt x="87356" y="83165"/>
                </a:cubicBezTo>
                <a:cubicBezTo>
                  <a:pt x="91867" y="78092"/>
                  <a:pt x="95235" y="72290"/>
                  <a:pt x="97378" y="65924"/>
                </a:cubicBezTo>
                <a:cubicBezTo>
                  <a:pt x="97898" y="64380"/>
                  <a:pt x="97358" y="62672"/>
                  <a:pt x="96040" y="61705"/>
                </a:cubicBezTo>
                <a:lnTo>
                  <a:pt x="87854" y="55705"/>
                </a:lnTo>
                <a:close/>
                <a:moveTo>
                  <a:pt x="50000" y="67500"/>
                </a:moveTo>
                <a:cubicBezTo>
                  <a:pt x="40334" y="67500"/>
                  <a:pt x="32497" y="59665"/>
                  <a:pt x="32497" y="49998"/>
                </a:cubicBezTo>
                <a:cubicBezTo>
                  <a:pt x="32497" y="40334"/>
                  <a:pt x="40334" y="32498"/>
                  <a:pt x="50000" y="32498"/>
                </a:cubicBezTo>
                <a:cubicBezTo>
                  <a:pt x="59667" y="32498"/>
                  <a:pt x="67503" y="40334"/>
                  <a:pt x="67503" y="49998"/>
                </a:cubicBezTo>
                <a:cubicBezTo>
                  <a:pt x="67503" y="59665"/>
                  <a:pt x="59667" y="67500"/>
                  <a:pt x="50000" y="675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7" name="Красный — SVG 56">
            <a:extLst>
              <a:ext uri="{FF2B5EF4-FFF2-40B4-BE49-F238E27FC236}">
                <a16:creationId xmlns:a16="http://schemas.microsoft.com/office/drawing/2014/main" id="{4341A8B9-9CC9-AE4B-BE76-5FAFEABB7C46}"/>
              </a:ext>
            </a:extLst>
          </p:cNvPr>
          <p:cNvSpPr>
            <a:spLocks noGrp="1"/>
          </p:cNvSpPr>
          <p:nvPr/>
        </p:nvSpPr>
        <p:spPr>
          <a:xfrm>
            <a:off x="1020000" y="1930000"/>
            <a:ext cx="220000" cy="220000"/>
          </a:xfrm>
          <a:custGeom>
            <a:avLst/>
            <a:gdLst>
              <a:gd name="csX0" fmla="*/ 72664 w 131139"/>
              <a:gd name="csY0" fmla="*/ 1 h 138255"/>
              <a:gd name="csX1" fmla="*/ 37634 w 131139"/>
              <a:gd name="csY1" fmla="*/ 4604 h 138255"/>
              <a:gd name="csX2" fmla="*/ 12539 w 131139"/>
              <a:gd name="csY2" fmla="*/ 16087 h 138255"/>
              <a:gd name="csX3" fmla="*/ 0 w 131139"/>
              <a:gd name="csY3" fmla="*/ 40749 h 138255"/>
              <a:gd name="csX4" fmla="*/ 7979 w 131139"/>
              <a:gd name="csY4" fmla="*/ 61418 h 138255"/>
              <a:gd name="csX5" fmla="*/ 14172 w 131139"/>
              <a:gd name="csY5" fmla="*/ 76189 h 138255"/>
              <a:gd name="csX6" fmla="*/ 8098 w 131139"/>
              <a:gd name="csY6" fmla="*/ 89451 h 138255"/>
              <a:gd name="csX7" fmla="*/ 0 w 131139"/>
              <a:gd name="csY7" fmla="*/ 111629 h 138255"/>
              <a:gd name="csX8" fmla="*/ 12998 w 131139"/>
              <a:gd name="csY8" fmla="*/ 137316 h 138255"/>
              <a:gd name="csX9" fmla="*/ 14921 w 131139"/>
              <a:gd name="csY9" fmla="*/ 138142 h 138255"/>
              <a:gd name="csX10" fmla="*/ 17013 w 131139"/>
              <a:gd name="csY10" fmla="*/ 138160 h 138255"/>
              <a:gd name="csX11" fmla="*/ 18953 w 131139"/>
              <a:gd name="csY11" fmla="*/ 137368 h 138255"/>
              <a:gd name="csX12" fmla="*/ 20450 w 131139"/>
              <a:gd name="csY12" fmla="*/ 135888 h 138255"/>
              <a:gd name="csX13" fmla="*/ 21233 w 131139"/>
              <a:gd name="csY13" fmla="*/ 133950 h 138255"/>
              <a:gd name="csX14" fmla="*/ 21233 w 131139"/>
              <a:gd name="csY14" fmla="*/ 131856 h 138255"/>
              <a:gd name="csX15" fmla="*/ 20399 w 131139"/>
              <a:gd name="csY15" fmla="*/ 129929 h 138255"/>
              <a:gd name="csX16" fmla="*/ 18902 w 131139"/>
              <a:gd name="csY16" fmla="*/ 128470 h 138255"/>
              <a:gd name="csX17" fmla="*/ 10633 w 131139"/>
              <a:gd name="csY17" fmla="*/ 111629 h 138255"/>
              <a:gd name="csX18" fmla="*/ 16707 w 131139"/>
              <a:gd name="csY18" fmla="*/ 95709 h 138255"/>
              <a:gd name="csX19" fmla="*/ 24806 w 131139"/>
              <a:gd name="csY19" fmla="*/ 76189 h 138255"/>
              <a:gd name="csX20" fmla="*/ 16826 w 131139"/>
              <a:gd name="csY20" fmla="*/ 55521 h 138255"/>
              <a:gd name="csX21" fmla="*/ 10633 w 131139"/>
              <a:gd name="csY21" fmla="*/ 40749 h 138255"/>
              <a:gd name="csX22" fmla="*/ 19140 w 131139"/>
              <a:gd name="csY22" fmla="*/ 24435 h 138255"/>
              <a:gd name="csX23" fmla="*/ 40339 w 131139"/>
              <a:gd name="csY23" fmla="*/ 14883 h 138255"/>
              <a:gd name="csX24" fmla="*/ 72664 w 131139"/>
              <a:gd name="csY24" fmla="*/ 10632 h 138255"/>
              <a:gd name="csX25" fmla="*/ 74723 w 131139"/>
              <a:gd name="csY25" fmla="*/ 10250 h 138255"/>
              <a:gd name="csX26" fmla="*/ 76475 w 131139"/>
              <a:gd name="csY26" fmla="*/ 9102 h 138255"/>
              <a:gd name="csX27" fmla="*/ 77649 w 131139"/>
              <a:gd name="csY27" fmla="*/ 7368 h 138255"/>
              <a:gd name="csX28" fmla="*/ 78057 w 131139"/>
              <a:gd name="csY28" fmla="*/ 5316 h 138255"/>
              <a:gd name="csX29" fmla="*/ 77649 w 131139"/>
              <a:gd name="csY29" fmla="*/ 3265 h 138255"/>
              <a:gd name="csX30" fmla="*/ 76475 w 131139"/>
              <a:gd name="csY30" fmla="*/ 1531 h 138255"/>
              <a:gd name="csX31" fmla="*/ 74723 w 131139"/>
              <a:gd name="csY31" fmla="*/ 383 h 138255"/>
              <a:gd name="csX32" fmla="*/ 72664 w 131139"/>
              <a:gd name="csY32" fmla="*/ 1 h 138255"/>
              <a:gd name="csX33" fmla="*/ 114041 w 131139"/>
              <a:gd name="csY33" fmla="*/ 35433 h 138255"/>
              <a:gd name="csX34" fmla="*/ 101944 w 131139"/>
              <a:gd name="csY34" fmla="*/ 40438 h 138255"/>
              <a:gd name="csX35" fmla="*/ 67866 w 131139"/>
              <a:gd name="csY35" fmla="*/ 74514 h 138255"/>
              <a:gd name="csX36" fmla="*/ 92060 w 131139"/>
              <a:gd name="csY36" fmla="*/ 98699 h 138255"/>
              <a:gd name="csX37" fmla="*/ 126137 w 131139"/>
              <a:gd name="csY37" fmla="*/ 64630 h 138255"/>
              <a:gd name="csX38" fmla="*/ 131139 w 131139"/>
              <a:gd name="csY38" fmla="*/ 52530 h 138255"/>
              <a:gd name="csX39" fmla="*/ 126137 w 131139"/>
              <a:gd name="csY39" fmla="*/ 40438 h 138255"/>
              <a:gd name="csX40" fmla="*/ 114041 w 131139"/>
              <a:gd name="csY40" fmla="*/ 35433 h 138255"/>
              <a:gd name="csX41" fmla="*/ 60347 w 131139"/>
              <a:gd name="csY41" fmla="*/ 82031 h 138255"/>
              <a:gd name="csX42" fmla="*/ 37378 w 131139"/>
              <a:gd name="csY42" fmla="*/ 105005 h 138255"/>
              <a:gd name="csX43" fmla="*/ 34929 w 131139"/>
              <a:gd name="csY43" fmla="*/ 109165 h 138255"/>
              <a:gd name="csX44" fmla="*/ 28566 w 131139"/>
              <a:gd name="csY44" fmla="*/ 131432 h 138255"/>
              <a:gd name="csX45" fmla="*/ 29910 w 131139"/>
              <a:gd name="csY45" fmla="*/ 136651 h 138255"/>
              <a:gd name="csX46" fmla="*/ 33670 w 131139"/>
              <a:gd name="csY46" fmla="*/ 138209 h 138255"/>
              <a:gd name="csX47" fmla="*/ 35133 w 131139"/>
              <a:gd name="csY47" fmla="*/ 138001 h 138255"/>
              <a:gd name="csX48" fmla="*/ 57403 w 131139"/>
              <a:gd name="csY48" fmla="*/ 131640 h 138255"/>
              <a:gd name="csX49" fmla="*/ 61554 w 131139"/>
              <a:gd name="csY49" fmla="*/ 129197 h 138255"/>
              <a:gd name="csX50" fmla="*/ 84540 w 131139"/>
              <a:gd name="csY50" fmla="*/ 106216 h 138255"/>
              <a:gd name="csX51" fmla="*/ 60347 w 131139"/>
              <a:gd name="csY51" fmla="*/ 82031 h 138255"/>
            </a:gdLst>
            <a:ahLst/>
            <a:cxnLst/>
            <a:rect l="l" t="t" r="r" b="b"/>
            <a:pathLst>
              <a:path w="100000" h="100000">
                <a:moveTo>
                  <a:pt x="55131" y="1"/>
                </a:moveTo>
                <a:cubicBezTo>
                  <a:pt x="55131" y="1"/>
                  <a:pt x="42580" y="-34"/>
                  <a:pt x="29794" y="3330"/>
                </a:cubicBezTo>
                <a:cubicBezTo>
                  <a:pt x="23407" y="5012"/>
                  <a:pt x="16861" y="7516"/>
                  <a:pt x="11643" y="11636"/>
                </a:cubicBezTo>
                <a:cubicBezTo>
                  <a:pt x="6425" y="15755"/>
                  <a:pt x="2574" y="21848"/>
                  <a:pt x="2574" y="29474"/>
                </a:cubicBezTo>
                <a:cubicBezTo>
                  <a:pt x="2574" y="35882"/>
                  <a:pt x="5786" y="40579"/>
                  <a:pt x="8345" y="44424"/>
                </a:cubicBezTo>
                <a:cubicBezTo>
                  <a:pt x="10904" y="48269"/>
                  <a:pt x="12824" y="51263"/>
                  <a:pt x="12824" y="55108"/>
                </a:cubicBezTo>
                <a:cubicBezTo>
                  <a:pt x="12824" y="58953"/>
                  <a:pt x="11064" y="61086"/>
                  <a:pt x="8431" y="64700"/>
                </a:cubicBezTo>
                <a:cubicBezTo>
                  <a:pt x="5810" y="68314"/>
                  <a:pt x="2574" y="73307"/>
                  <a:pt x="2574" y="80741"/>
                </a:cubicBezTo>
                <a:cubicBezTo>
                  <a:pt x="2574" y="92917"/>
                  <a:pt x="11975" y="99321"/>
                  <a:pt x="11975" y="99321"/>
                </a:cubicBezTo>
                <a:cubicBezTo>
                  <a:pt x="12394" y="99610"/>
                  <a:pt x="12873" y="99813"/>
                  <a:pt x="13366" y="99918"/>
                </a:cubicBezTo>
                <a:cubicBezTo>
                  <a:pt x="13870" y="100023"/>
                  <a:pt x="14387" y="100027"/>
                  <a:pt x="14879" y="99931"/>
                </a:cubicBezTo>
                <a:cubicBezTo>
                  <a:pt x="15384" y="99835"/>
                  <a:pt x="15864" y="99641"/>
                  <a:pt x="16282" y="99358"/>
                </a:cubicBezTo>
                <a:cubicBezTo>
                  <a:pt x="16713" y="99076"/>
                  <a:pt x="17082" y="98713"/>
                  <a:pt x="17365" y="98288"/>
                </a:cubicBezTo>
                <a:cubicBezTo>
                  <a:pt x="17648" y="97863"/>
                  <a:pt x="17845" y="97387"/>
                  <a:pt x="17931" y="96886"/>
                </a:cubicBezTo>
                <a:cubicBezTo>
                  <a:pt x="18030" y="96386"/>
                  <a:pt x="18030" y="95871"/>
                  <a:pt x="17931" y="95372"/>
                </a:cubicBezTo>
                <a:cubicBezTo>
                  <a:pt x="17820" y="94872"/>
                  <a:pt x="17623" y="94398"/>
                  <a:pt x="17328" y="93978"/>
                </a:cubicBezTo>
                <a:cubicBezTo>
                  <a:pt x="17045" y="93558"/>
                  <a:pt x="16676" y="93199"/>
                  <a:pt x="16245" y="92922"/>
                </a:cubicBezTo>
                <a:cubicBezTo>
                  <a:pt x="16245" y="92922"/>
                  <a:pt x="10264" y="89072"/>
                  <a:pt x="10264" y="80741"/>
                </a:cubicBezTo>
                <a:cubicBezTo>
                  <a:pt x="10264" y="75359"/>
                  <a:pt x="12160" y="72661"/>
                  <a:pt x="14658" y="69226"/>
                </a:cubicBezTo>
                <a:cubicBezTo>
                  <a:pt x="17156" y="65791"/>
                  <a:pt x="20516" y="61516"/>
                  <a:pt x="20516" y="55108"/>
                </a:cubicBezTo>
                <a:cubicBezTo>
                  <a:pt x="20516" y="48699"/>
                  <a:pt x="17316" y="44003"/>
                  <a:pt x="14744" y="40158"/>
                </a:cubicBezTo>
                <a:cubicBezTo>
                  <a:pt x="12185" y="36313"/>
                  <a:pt x="10264" y="33319"/>
                  <a:pt x="10264" y="29474"/>
                </a:cubicBezTo>
                <a:cubicBezTo>
                  <a:pt x="10264" y="24283"/>
                  <a:pt x="12504" y="20763"/>
                  <a:pt x="16417" y="17674"/>
                </a:cubicBezTo>
                <a:cubicBezTo>
                  <a:pt x="20331" y="14584"/>
                  <a:pt x="25967" y="12286"/>
                  <a:pt x="31751" y="10765"/>
                </a:cubicBezTo>
                <a:cubicBezTo>
                  <a:pt x="43319" y="7721"/>
                  <a:pt x="55131" y="7690"/>
                  <a:pt x="55131" y="7690"/>
                </a:cubicBezTo>
                <a:cubicBezTo>
                  <a:pt x="55636" y="7697"/>
                  <a:pt x="56140" y="7603"/>
                  <a:pt x="56621" y="7414"/>
                </a:cubicBezTo>
                <a:cubicBezTo>
                  <a:pt x="57088" y="7224"/>
                  <a:pt x="57519" y="6942"/>
                  <a:pt x="57888" y="6583"/>
                </a:cubicBezTo>
                <a:cubicBezTo>
                  <a:pt x="58245" y="6226"/>
                  <a:pt x="58540" y="5799"/>
                  <a:pt x="58737" y="5329"/>
                </a:cubicBezTo>
                <a:cubicBezTo>
                  <a:pt x="58934" y="4860"/>
                  <a:pt x="59032" y="4355"/>
                  <a:pt x="59032" y="3845"/>
                </a:cubicBezTo>
                <a:cubicBezTo>
                  <a:pt x="59032" y="3336"/>
                  <a:pt x="58934" y="2832"/>
                  <a:pt x="58737" y="2362"/>
                </a:cubicBezTo>
                <a:cubicBezTo>
                  <a:pt x="58540" y="1891"/>
                  <a:pt x="58245" y="1465"/>
                  <a:pt x="57888" y="1107"/>
                </a:cubicBezTo>
                <a:cubicBezTo>
                  <a:pt x="57519" y="749"/>
                  <a:pt x="57088" y="467"/>
                  <a:pt x="56621" y="277"/>
                </a:cubicBezTo>
                <a:cubicBezTo>
                  <a:pt x="56140" y="88"/>
                  <a:pt x="55636" y="-7"/>
                  <a:pt x="55131" y="1"/>
                </a:cubicBezTo>
                <a:close/>
                <a:moveTo>
                  <a:pt x="85059" y="25629"/>
                </a:moveTo>
                <a:cubicBezTo>
                  <a:pt x="81761" y="25629"/>
                  <a:pt x="78648" y="26913"/>
                  <a:pt x="76310" y="29249"/>
                </a:cubicBezTo>
                <a:lnTo>
                  <a:pt x="51661" y="53896"/>
                </a:lnTo>
                <a:lnTo>
                  <a:pt x="69161" y="71389"/>
                </a:lnTo>
                <a:lnTo>
                  <a:pt x="93809" y="46747"/>
                </a:lnTo>
                <a:cubicBezTo>
                  <a:pt x="96147" y="44409"/>
                  <a:pt x="97426" y="41302"/>
                  <a:pt x="97426" y="37995"/>
                </a:cubicBezTo>
                <a:cubicBezTo>
                  <a:pt x="97426" y="34691"/>
                  <a:pt x="96147" y="31584"/>
                  <a:pt x="93809" y="29249"/>
                </a:cubicBezTo>
                <a:cubicBezTo>
                  <a:pt x="91471" y="26913"/>
                  <a:pt x="88369" y="25629"/>
                  <a:pt x="85059" y="25629"/>
                </a:cubicBezTo>
                <a:close/>
                <a:moveTo>
                  <a:pt x="46223" y="59333"/>
                </a:moveTo>
                <a:lnTo>
                  <a:pt x="29609" y="75950"/>
                </a:lnTo>
                <a:cubicBezTo>
                  <a:pt x="28773" y="76781"/>
                  <a:pt x="28157" y="77821"/>
                  <a:pt x="27838" y="78959"/>
                </a:cubicBezTo>
                <a:lnTo>
                  <a:pt x="23235" y="95065"/>
                </a:lnTo>
                <a:cubicBezTo>
                  <a:pt x="22853" y="96408"/>
                  <a:pt x="23223" y="97850"/>
                  <a:pt x="24207" y="98840"/>
                </a:cubicBezTo>
                <a:cubicBezTo>
                  <a:pt x="24945" y="99573"/>
                  <a:pt x="25917" y="99967"/>
                  <a:pt x="26927" y="99967"/>
                </a:cubicBezTo>
                <a:cubicBezTo>
                  <a:pt x="27284" y="99967"/>
                  <a:pt x="27641" y="99916"/>
                  <a:pt x="27985" y="99816"/>
                </a:cubicBezTo>
                <a:lnTo>
                  <a:pt x="44093" y="95215"/>
                </a:lnTo>
                <a:cubicBezTo>
                  <a:pt x="45237" y="94890"/>
                  <a:pt x="46272" y="94274"/>
                  <a:pt x="47096" y="93448"/>
                </a:cubicBezTo>
                <a:lnTo>
                  <a:pt x="63721" y="76826"/>
                </a:lnTo>
                <a:lnTo>
                  <a:pt x="46223" y="5933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8" name="Красный — SVG 57">
            <a:extLst>
              <a:ext uri="{FF2B5EF4-FFF2-40B4-BE49-F238E27FC236}">
                <a16:creationId xmlns:a16="http://schemas.microsoft.com/office/drawing/2014/main" id="{E8CE08BE-EBA9-A746-905C-AB6174425727}"/>
              </a:ext>
            </a:extLst>
          </p:cNvPr>
          <p:cNvSpPr>
            <a:spLocks noGrp="1"/>
          </p:cNvSpPr>
          <p:nvPr/>
        </p:nvSpPr>
        <p:spPr>
          <a:xfrm>
            <a:off x="1620000" y="1930000"/>
            <a:ext cx="220000" cy="220000"/>
          </a:xfrm>
          <a:custGeom>
            <a:avLst/>
            <a:gdLst>
              <a:gd name="csX0" fmla="*/ 15942 w 134762"/>
              <a:gd name="csY0" fmla="*/ 0 h 141759"/>
              <a:gd name="csX1" fmla="*/ 0 w 134762"/>
              <a:gd name="csY1" fmla="*/ 15948 h 141759"/>
              <a:gd name="csX2" fmla="*/ 0 w 134762"/>
              <a:gd name="csY2" fmla="*/ 125811 h 141759"/>
              <a:gd name="csX3" fmla="*/ 15942 w 134762"/>
              <a:gd name="csY3" fmla="*/ 141759 h 141759"/>
              <a:gd name="csX4" fmla="*/ 97470 w 134762"/>
              <a:gd name="csY4" fmla="*/ 141759 h 141759"/>
              <a:gd name="csX5" fmla="*/ 113428 w 134762"/>
              <a:gd name="csY5" fmla="*/ 125811 h 141759"/>
              <a:gd name="csX6" fmla="*/ 113428 w 134762"/>
              <a:gd name="csY6" fmla="*/ 87499 h 141759"/>
              <a:gd name="csX7" fmla="*/ 94595 w 134762"/>
              <a:gd name="csY7" fmla="*/ 106354 h 141759"/>
              <a:gd name="csX8" fmla="*/ 86837 w 134762"/>
              <a:gd name="csY8" fmla="*/ 110998 h 141759"/>
              <a:gd name="csX9" fmla="*/ 69227 w 134762"/>
              <a:gd name="csY9" fmla="*/ 116418 h 141759"/>
              <a:gd name="csX10" fmla="*/ 65570 w 134762"/>
              <a:gd name="csY10" fmla="*/ 116951 h 141759"/>
              <a:gd name="csX11" fmla="*/ 56808 w 134762"/>
              <a:gd name="csY11" fmla="*/ 113303 h 141759"/>
              <a:gd name="csX12" fmla="*/ 54375 w 134762"/>
              <a:gd name="csY12" fmla="*/ 109863 h 141759"/>
              <a:gd name="csX13" fmla="*/ 33636 w 134762"/>
              <a:gd name="csY13" fmla="*/ 109863 h 141759"/>
              <a:gd name="csX14" fmla="*/ 28327 w 134762"/>
              <a:gd name="csY14" fmla="*/ 104547 h 141759"/>
              <a:gd name="csX15" fmla="*/ 32921 w 134762"/>
              <a:gd name="csY15" fmla="*/ 99266 h 141759"/>
              <a:gd name="csX16" fmla="*/ 33636 w 134762"/>
              <a:gd name="csY16" fmla="*/ 99231 h 141759"/>
              <a:gd name="csX17" fmla="*/ 54188 w 134762"/>
              <a:gd name="csY17" fmla="*/ 99231 h 141759"/>
              <a:gd name="csX18" fmla="*/ 58560 w 134762"/>
              <a:gd name="csY18" fmla="*/ 85056 h 141759"/>
              <a:gd name="csX19" fmla="*/ 33670 w 134762"/>
              <a:gd name="csY19" fmla="*/ 85056 h 141759"/>
              <a:gd name="csX20" fmla="*/ 28361 w 134762"/>
              <a:gd name="csY20" fmla="*/ 79740 h 141759"/>
              <a:gd name="csX21" fmla="*/ 33670 w 134762"/>
              <a:gd name="csY21" fmla="*/ 74424 h 141759"/>
              <a:gd name="csX22" fmla="*/ 64872 w 134762"/>
              <a:gd name="csY22" fmla="*/ 74424 h 141759"/>
              <a:gd name="csX23" fmla="*/ 82617 w 134762"/>
              <a:gd name="csY23" fmla="*/ 56704 h 141759"/>
              <a:gd name="csX24" fmla="*/ 72664 w 134762"/>
              <a:gd name="csY24" fmla="*/ 56704 h 141759"/>
              <a:gd name="csX25" fmla="*/ 56706 w 134762"/>
              <a:gd name="csY25" fmla="*/ 40756 h 141759"/>
              <a:gd name="csX26" fmla="*/ 56706 w 134762"/>
              <a:gd name="csY26" fmla="*/ 0 h 141759"/>
              <a:gd name="csX27" fmla="*/ 15942 w 134762"/>
              <a:gd name="csY27" fmla="*/ 0 h 141759"/>
              <a:gd name="csX28" fmla="*/ 67339 w 134762"/>
              <a:gd name="csY28" fmla="*/ 3122 h 141759"/>
              <a:gd name="csX29" fmla="*/ 67339 w 134762"/>
              <a:gd name="csY29" fmla="*/ 40756 h 141759"/>
              <a:gd name="csX30" fmla="*/ 72664 w 134762"/>
              <a:gd name="csY30" fmla="*/ 46072 h 141759"/>
              <a:gd name="csX31" fmla="*/ 93251 w 134762"/>
              <a:gd name="csY31" fmla="*/ 46072 h 141759"/>
              <a:gd name="csX32" fmla="*/ 100804 w 134762"/>
              <a:gd name="csY32" fmla="*/ 38520 h 141759"/>
              <a:gd name="csX33" fmla="*/ 101842 w 134762"/>
              <a:gd name="csY33" fmla="*/ 37599 h 141759"/>
              <a:gd name="csX34" fmla="*/ 67339 w 134762"/>
              <a:gd name="csY34" fmla="*/ 3122 h 141759"/>
              <a:gd name="csX35" fmla="*/ 127465 w 134762"/>
              <a:gd name="csY35" fmla="*/ 35371 h 141759"/>
              <a:gd name="csX36" fmla="*/ 122582 w 134762"/>
              <a:gd name="csY36" fmla="*/ 37516 h 141759"/>
              <a:gd name="csX37" fmla="*/ 120540 w 134762"/>
              <a:gd name="csY37" fmla="*/ 39572 h 141759"/>
              <a:gd name="csX38" fmla="*/ 105823 w 134762"/>
              <a:gd name="csY38" fmla="*/ 43518 h 141759"/>
              <a:gd name="csX39" fmla="*/ 68785 w 134762"/>
              <a:gd name="csY39" fmla="*/ 80549 h 141759"/>
              <a:gd name="csX40" fmla="*/ 65910 w 134762"/>
              <a:gd name="csY40" fmla="*/ 85332 h 141759"/>
              <a:gd name="csX41" fmla="*/ 60500 w 134762"/>
              <a:gd name="csY41" fmla="*/ 102990 h 141759"/>
              <a:gd name="csX42" fmla="*/ 61810 w 134762"/>
              <a:gd name="csY42" fmla="*/ 108306 h 141759"/>
              <a:gd name="csX43" fmla="*/ 65570 w 134762"/>
              <a:gd name="csY43" fmla="*/ 109863 h 141759"/>
              <a:gd name="csX44" fmla="*/ 67135 w 134762"/>
              <a:gd name="csY44" fmla="*/ 109628 h 141759"/>
              <a:gd name="csX45" fmla="*/ 84778 w 134762"/>
              <a:gd name="csY45" fmla="*/ 104215 h 141759"/>
              <a:gd name="csX46" fmla="*/ 89576 w 134762"/>
              <a:gd name="csY46" fmla="*/ 101336 h 141759"/>
              <a:gd name="csX47" fmla="*/ 126869 w 134762"/>
              <a:gd name="csY47" fmla="*/ 64055 h 141759"/>
              <a:gd name="csX48" fmla="*/ 131105 w 134762"/>
              <a:gd name="csY48" fmla="*/ 52260 h 141759"/>
              <a:gd name="csX49" fmla="*/ 130578 w 134762"/>
              <a:gd name="csY49" fmla="*/ 49581 h 141759"/>
              <a:gd name="csX50" fmla="*/ 132619 w 134762"/>
              <a:gd name="csY50" fmla="*/ 47539 h 141759"/>
              <a:gd name="csX51" fmla="*/ 134627 w 134762"/>
              <a:gd name="csY51" fmla="*/ 43862 h 141759"/>
              <a:gd name="csX52" fmla="*/ 134202 w 134762"/>
              <a:gd name="csY52" fmla="*/ 39693 h 141759"/>
              <a:gd name="csX53" fmla="*/ 131497 w 134762"/>
              <a:gd name="csY53" fmla="*/ 36490 h 141759"/>
              <a:gd name="csX54" fmla="*/ 127465 w 134762"/>
              <a:gd name="csY54" fmla="*/ 35371 h 141759"/>
            </a:gdLst>
            <a:ahLst/>
            <a:cxnLst/>
            <a:rect l="l" t="t" r="r" b="b"/>
            <a:pathLst>
              <a:path w="100000" h="100000">
                <a:moveTo>
                  <a:pt x="13714" y="0"/>
                </a:moveTo>
                <a:cubicBezTo>
                  <a:pt x="7521" y="0"/>
                  <a:pt x="2468" y="5050"/>
                  <a:pt x="2468" y="11250"/>
                </a:cubicBezTo>
                <a:lnTo>
                  <a:pt x="2468" y="88750"/>
                </a:lnTo>
                <a:cubicBezTo>
                  <a:pt x="2468" y="94950"/>
                  <a:pt x="7521" y="100000"/>
                  <a:pt x="13714" y="100000"/>
                </a:cubicBezTo>
                <a:lnTo>
                  <a:pt x="71225" y="100000"/>
                </a:lnTo>
                <a:cubicBezTo>
                  <a:pt x="77430" y="100000"/>
                  <a:pt x="82483" y="94950"/>
                  <a:pt x="82483" y="88750"/>
                </a:cubicBezTo>
                <a:lnTo>
                  <a:pt x="82483" y="61724"/>
                </a:lnTo>
                <a:lnTo>
                  <a:pt x="69197" y="75025"/>
                </a:lnTo>
                <a:cubicBezTo>
                  <a:pt x="67673" y="76524"/>
                  <a:pt x="65777" y="77676"/>
                  <a:pt x="63725" y="78300"/>
                </a:cubicBezTo>
                <a:lnTo>
                  <a:pt x="51302" y="82124"/>
                </a:lnTo>
                <a:cubicBezTo>
                  <a:pt x="50451" y="82374"/>
                  <a:pt x="49575" y="82500"/>
                  <a:pt x="48722" y="82500"/>
                </a:cubicBezTo>
                <a:cubicBezTo>
                  <a:pt x="46454" y="82500"/>
                  <a:pt x="44198" y="81602"/>
                  <a:pt x="42542" y="79926"/>
                </a:cubicBezTo>
                <a:cubicBezTo>
                  <a:pt x="41821" y="79227"/>
                  <a:pt x="41245" y="78400"/>
                  <a:pt x="40825" y="77500"/>
                </a:cubicBezTo>
                <a:lnTo>
                  <a:pt x="26196" y="77500"/>
                </a:lnTo>
                <a:cubicBezTo>
                  <a:pt x="24119" y="77500"/>
                  <a:pt x="22450" y="75825"/>
                  <a:pt x="22450" y="73750"/>
                </a:cubicBezTo>
                <a:cubicBezTo>
                  <a:pt x="22450" y="71850"/>
                  <a:pt x="23867" y="70274"/>
                  <a:pt x="25691" y="70024"/>
                </a:cubicBezTo>
                <a:lnTo>
                  <a:pt x="26196" y="70000"/>
                </a:lnTo>
                <a:lnTo>
                  <a:pt x="40693" y="70000"/>
                </a:lnTo>
                <a:lnTo>
                  <a:pt x="43777" y="60000"/>
                </a:lnTo>
                <a:lnTo>
                  <a:pt x="26219" y="60000"/>
                </a:lnTo>
                <a:cubicBezTo>
                  <a:pt x="24143" y="60000"/>
                  <a:pt x="22474" y="58325"/>
                  <a:pt x="22474" y="56250"/>
                </a:cubicBezTo>
                <a:cubicBezTo>
                  <a:pt x="22474" y="54175"/>
                  <a:pt x="24143" y="52500"/>
                  <a:pt x="26219" y="52500"/>
                </a:cubicBezTo>
                <a:lnTo>
                  <a:pt x="48230" y="52500"/>
                </a:lnTo>
                <a:lnTo>
                  <a:pt x="60748" y="40000"/>
                </a:lnTo>
                <a:lnTo>
                  <a:pt x="53727" y="40000"/>
                </a:lnTo>
                <a:cubicBezTo>
                  <a:pt x="47522" y="40000"/>
                  <a:pt x="42470" y="34950"/>
                  <a:pt x="42470" y="28750"/>
                </a:cubicBezTo>
                <a:lnTo>
                  <a:pt x="42470" y="0"/>
                </a:lnTo>
                <a:lnTo>
                  <a:pt x="13714" y="0"/>
                </a:lnTo>
                <a:close/>
                <a:moveTo>
                  <a:pt x="49970" y="2202"/>
                </a:moveTo>
                <a:lnTo>
                  <a:pt x="49970" y="28750"/>
                </a:lnTo>
                <a:cubicBezTo>
                  <a:pt x="49970" y="30825"/>
                  <a:pt x="51651" y="32500"/>
                  <a:pt x="53727" y="32500"/>
                </a:cubicBezTo>
                <a:lnTo>
                  <a:pt x="68249" y="32500"/>
                </a:lnTo>
                <a:lnTo>
                  <a:pt x="73577" y="27173"/>
                </a:lnTo>
                <a:cubicBezTo>
                  <a:pt x="73806" y="26923"/>
                  <a:pt x="74058" y="26698"/>
                  <a:pt x="74310" y="26523"/>
                </a:cubicBezTo>
                <a:lnTo>
                  <a:pt x="49970" y="2202"/>
                </a:lnTo>
                <a:close/>
                <a:moveTo>
                  <a:pt x="92385" y="24952"/>
                </a:moveTo>
                <a:cubicBezTo>
                  <a:pt x="91088" y="24990"/>
                  <a:pt x="89852" y="25533"/>
                  <a:pt x="88940" y="26465"/>
                </a:cubicBezTo>
                <a:lnTo>
                  <a:pt x="87500" y="27915"/>
                </a:lnTo>
                <a:cubicBezTo>
                  <a:pt x="83935" y="26918"/>
                  <a:pt x="79927" y="27888"/>
                  <a:pt x="77118" y="30699"/>
                </a:cubicBezTo>
                <a:lnTo>
                  <a:pt x="50990" y="56821"/>
                </a:lnTo>
                <a:cubicBezTo>
                  <a:pt x="50042" y="57764"/>
                  <a:pt x="49346" y="58930"/>
                  <a:pt x="48962" y="60195"/>
                </a:cubicBezTo>
                <a:lnTo>
                  <a:pt x="45146" y="72651"/>
                </a:lnTo>
                <a:cubicBezTo>
                  <a:pt x="44738" y="73979"/>
                  <a:pt x="45086" y="75419"/>
                  <a:pt x="46070" y="76401"/>
                </a:cubicBezTo>
                <a:cubicBezTo>
                  <a:pt x="46790" y="77116"/>
                  <a:pt x="47738" y="77500"/>
                  <a:pt x="48722" y="77500"/>
                </a:cubicBezTo>
                <a:cubicBezTo>
                  <a:pt x="49094" y="77500"/>
                  <a:pt x="49467" y="77446"/>
                  <a:pt x="49826" y="77334"/>
                </a:cubicBezTo>
                <a:lnTo>
                  <a:pt x="62272" y="73516"/>
                </a:lnTo>
                <a:cubicBezTo>
                  <a:pt x="63544" y="73128"/>
                  <a:pt x="64709" y="72424"/>
                  <a:pt x="65657" y="71485"/>
                </a:cubicBezTo>
                <a:lnTo>
                  <a:pt x="91964" y="45186"/>
                </a:lnTo>
                <a:cubicBezTo>
                  <a:pt x="94160" y="42991"/>
                  <a:pt x="95241" y="39958"/>
                  <a:pt x="94952" y="36865"/>
                </a:cubicBezTo>
                <a:cubicBezTo>
                  <a:pt x="94892" y="36217"/>
                  <a:pt x="94748" y="35590"/>
                  <a:pt x="94581" y="34976"/>
                </a:cubicBezTo>
                <a:lnTo>
                  <a:pt x="96020" y="33535"/>
                </a:lnTo>
                <a:cubicBezTo>
                  <a:pt x="96741" y="32833"/>
                  <a:pt x="97233" y="31929"/>
                  <a:pt x="97437" y="30941"/>
                </a:cubicBezTo>
                <a:cubicBezTo>
                  <a:pt x="97629" y="29954"/>
                  <a:pt x="97533" y="28929"/>
                  <a:pt x="97137" y="28000"/>
                </a:cubicBezTo>
                <a:cubicBezTo>
                  <a:pt x="96741" y="27073"/>
                  <a:pt x="96081" y="26285"/>
                  <a:pt x="95229" y="25741"/>
                </a:cubicBezTo>
                <a:cubicBezTo>
                  <a:pt x="94389" y="25197"/>
                  <a:pt x="93393" y="24921"/>
                  <a:pt x="92385" y="2495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39" name="Красный — SVG 58">
            <a:extLst>
              <a:ext uri="{FF2B5EF4-FFF2-40B4-BE49-F238E27FC236}">
                <a16:creationId xmlns:a16="http://schemas.microsoft.com/office/drawing/2014/main" id="{B2C8B04A-7BC9-1746-98FF-F16E6B543109}"/>
              </a:ext>
            </a:extLst>
          </p:cNvPr>
          <p:cNvSpPr>
            <a:spLocks noGrp="1"/>
          </p:cNvSpPr>
          <p:nvPr/>
        </p:nvSpPr>
        <p:spPr>
          <a:xfrm>
            <a:off x="2220000" y="1930000"/>
            <a:ext cx="220000" cy="220000"/>
          </a:xfrm>
          <a:custGeom>
            <a:avLst/>
            <a:gdLst>
              <a:gd name="csX0" fmla="*/ 124266 w 170338"/>
              <a:gd name="csY0" fmla="*/ 0 h 149313"/>
              <a:gd name="csX1" fmla="*/ 120642 w 170338"/>
              <a:gd name="csY1" fmla="*/ 961 h 149313"/>
              <a:gd name="csX2" fmla="*/ 118022 w 170338"/>
              <a:gd name="csY2" fmla="*/ 3634 h 149313"/>
              <a:gd name="csX3" fmla="*/ 114620 w 170338"/>
              <a:gd name="csY3" fmla="*/ 9518 h 149313"/>
              <a:gd name="csX4" fmla="*/ 85169 w 170338"/>
              <a:gd name="csY4" fmla="*/ 14453 h 149313"/>
              <a:gd name="csX5" fmla="*/ 60738 w 170338"/>
              <a:gd name="csY5" fmla="*/ 11110 h 149313"/>
              <a:gd name="csX6" fmla="*/ 55702 w 170338"/>
              <a:gd name="csY6" fmla="*/ 9498 h 149313"/>
              <a:gd name="csX7" fmla="*/ 52316 w 170338"/>
              <a:gd name="csY7" fmla="*/ 3634 h 149313"/>
              <a:gd name="csX8" fmla="*/ 50496 w 170338"/>
              <a:gd name="csY8" fmla="*/ 1553 h 149313"/>
              <a:gd name="csX9" fmla="*/ 48012 w 170338"/>
              <a:gd name="csY9" fmla="*/ 330 h 149313"/>
              <a:gd name="csX10" fmla="*/ 45256 w 170338"/>
              <a:gd name="csY10" fmla="*/ 148 h 149313"/>
              <a:gd name="csX11" fmla="*/ 42636 w 170338"/>
              <a:gd name="csY11" fmla="*/ 1038 h 149313"/>
              <a:gd name="csX12" fmla="*/ 40560 w 170338"/>
              <a:gd name="csY12" fmla="*/ 2862 h 149313"/>
              <a:gd name="csX13" fmla="*/ 39335 w 170338"/>
              <a:gd name="csY13" fmla="*/ 5342 h 149313"/>
              <a:gd name="csX14" fmla="*/ 39148 w 170338"/>
              <a:gd name="csY14" fmla="*/ 8103 h 149313"/>
              <a:gd name="csX15" fmla="*/ 40033 w 170338"/>
              <a:gd name="csY15" fmla="*/ 10722 h 149313"/>
              <a:gd name="csX16" fmla="*/ 43435 w 170338"/>
              <a:gd name="csY16" fmla="*/ 16613 h 149313"/>
              <a:gd name="csX17" fmla="*/ 32989 w 170338"/>
              <a:gd name="csY17" fmla="*/ 44571 h 149313"/>
              <a:gd name="csX18" fmla="*/ 13985 w 170338"/>
              <a:gd name="csY18" fmla="*/ 67613 h 149313"/>
              <a:gd name="csX19" fmla="*/ 7197 w 170338"/>
              <a:gd name="csY19" fmla="*/ 67613 h 149313"/>
              <a:gd name="csX20" fmla="*/ 4441 w 170338"/>
              <a:gd name="csY20" fmla="*/ 68123 h 149313"/>
              <a:gd name="csX21" fmla="*/ 2110 w 170338"/>
              <a:gd name="csY21" fmla="*/ 69654 h 149313"/>
              <a:gd name="csX22" fmla="*/ 545 w 170338"/>
              <a:gd name="csY22" fmla="*/ 71966 h 149313"/>
              <a:gd name="csX23" fmla="*/ 0 w 170338"/>
              <a:gd name="csY23" fmla="*/ 74701 h 149313"/>
              <a:gd name="csX24" fmla="*/ 545 w 170338"/>
              <a:gd name="csY24" fmla="*/ 77436 h 149313"/>
              <a:gd name="csX25" fmla="*/ 2110 w 170338"/>
              <a:gd name="csY25" fmla="*/ 79748 h 149313"/>
              <a:gd name="csX26" fmla="*/ 4441 w 170338"/>
              <a:gd name="csY26" fmla="*/ 81278 h 149313"/>
              <a:gd name="csX27" fmla="*/ 7197 w 170338"/>
              <a:gd name="csY27" fmla="*/ 81790 h 149313"/>
              <a:gd name="csX28" fmla="*/ 13968 w 170338"/>
              <a:gd name="csY28" fmla="*/ 81790 h 149313"/>
              <a:gd name="csX29" fmla="*/ 17864 w 170338"/>
              <a:gd name="csY29" fmla="*/ 85326 h 149313"/>
              <a:gd name="csX30" fmla="*/ 32989 w 170338"/>
              <a:gd name="csY30" fmla="*/ 104818 h 149313"/>
              <a:gd name="csX31" fmla="*/ 43435 w 170338"/>
              <a:gd name="csY31" fmla="*/ 132796 h 149313"/>
              <a:gd name="csX32" fmla="*/ 40033 w 170338"/>
              <a:gd name="csY32" fmla="*/ 138680 h 149313"/>
              <a:gd name="csX33" fmla="*/ 39148 w 170338"/>
              <a:gd name="csY33" fmla="*/ 141300 h 149313"/>
              <a:gd name="csX34" fmla="*/ 39335 w 170338"/>
              <a:gd name="csY34" fmla="*/ 144059 h 149313"/>
              <a:gd name="csX35" fmla="*/ 40560 w 170338"/>
              <a:gd name="csY35" fmla="*/ 146541 h 149313"/>
              <a:gd name="csX36" fmla="*/ 42636 w 170338"/>
              <a:gd name="csY36" fmla="*/ 148364 h 149313"/>
              <a:gd name="csX37" fmla="*/ 45256 w 170338"/>
              <a:gd name="csY37" fmla="*/ 149252 h 149313"/>
              <a:gd name="csX38" fmla="*/ 48012 w 170338"/>
              <a:gd name="csY38" fmla="*/ 149072 h 149313"/>
              <a:gd name="csX39" fmla="*/ 50496 w 170338"/>
              <a:gd name="csY39" fmla="*/ 147847 h 149313"/>
              <a:gd name="csX40" fmla="*/ 52316 w 170338"/>
              <a:gd name="csY40" fmla="*/ 145767 h 149313"/>
              <a:gd name="csX41" fmla="*/ 55719 w 170338"/>
              <a:gd name="csY41" fmla="*/ 139898 h 149313"/>
              <a:gd name="csX42" fmla="*/ 60738 w 170338"/>
              <a:gd name="csY42" fmla="*/ 138285 h 149313"/>
              <a:gd name="csX43" fmla="*/ 85169 w 170338"/>
              <a:gd name="csY43" fmla="*/ 134934 h 149313"/>
              <a:gd name="csX44" fmla="*/ 114603 w 170338"/>
              <a:gd name="csY44" fmla="*/ 139871 h 149313"/>
              <a:gd name="csX45" fmla="*/ 118022 w 170338"/>
              <a:gd name="csY45" fmla="*/ 145767 h 149313"/>
              <a:gd name="csX46" fmla="*/ 119842 w 170338"/>
              <a:gd name="csY46" fmla="*/ 147847 h 149313"/>
              <a:gd name="csX47" fmla="*/ 122326 w 170338"/>
              <a:gd name="csY47" fmla="*/ 149072 h 149313"/>
              <a:gd name="csX48" fmla="*/ 125083 w 170338"/>
              <a:gd name="csY48" fmla="*/ 149252 h 149313"/>
              <a:gd name="csX49" fmla="*/ 127703 w 170338"/>
              <a:gd name="csY49" fmla="*/ 148364 h 149313"/>
              <a:gd name="csX50" fmla="*/ 129778 w 170338"/>
              <a:gd name="csY50" fmla="*/ 146541 h 149313"/>
              <a:gd name="csX51" fmla="*/ 131003 w 170338"/>
              <a:gd name="csY51" fmla="*/ 144059 h 149313"/>
              <a:gd name="csX52" fmla="*/ 131191 w 170338"/>
              <a:gd name="csY52" fmla="*/ 141300 h 149313"/>
              <a:gd name="csX53" fmla="*/ 130306 w 170338"/>
              <a:gd name="csY53" fmla="*/ 138680 h 149313"/>
              <a:gd name="csX54" fmla="*/ 126920 w 170338"/>
              <a:gd name="csY54" fmla="*/ 132816 h 149313"/>
              <a:gd name="csX55" fmla="*/ 128026 w 170338"/>
              <a:gd name="csY55" fmla="*/ 127653 h 149313"/>
              <a:gd name="csX56" fmla="*/ 137349 w 170338"/>
              <a:gd name="csY56" fmla="*/ 104818 h 149313"/>
              <a:gd name="csX57" fmla="*/ 156353 w 170338"/>
              <a:gd name="csY57" fmla="*/ 81790 h 149313"/>
              <a:gd name="csX58" fmla="*/ 163141 w 170338"/>
              <a:gd name="csY58" fmla="*/ 81790 h 149313"/>
              <a:gd name="csX59" fmla="*/ 165898 w 170338"/>
              <a:gd name="csY59" fmla="*/ 81278 h 149313"/>
              <a:gd name="csX60" fmla="*/ 168228 w 170338"/>
              <a:gd name="csY60" fmla="*/ 79748 h 149313"/>
              <a:gd name="csX61" fmla="*/ 169794 w 170338"/>
              <a:gd name="csY61" fmla="*/ 77436 h 149313"/>
              <a:gd name="csX62" fmla="*/ 170338 w 170338"/>
              <a:gd name="csY62" fmla="*/ 74701 h 149313"/>
              <a:gd name="csX63" fmla="*/ 169794 w 170338"/>
              <a:gd name="csY63" fmla="*/ 71966 h 149313"/>
              <a:gd name="csX64" fmla="*/ 168228 w 170338"/>
              <a:gd name="csY64" fmla="*/ 69654 h 149313"/>
              <a:gd name="csX65" fmla="*/ 165898 w 170338"/>
              <a:gd name="csY65" fmla="*/ 68123 h 149313"/>
              <a:gd name="csX66" fmla="*/ 163141 w 170338"/>
              <a:gd name="csY66" fmla="*/ 67613 h 149313"/>
              <a:gd name="csX67" fmla="*/ 156370 w 170338"/>
              <a:gd name="csY67" fmla="*/ 67613 h 149313"/>
              <a:gd name="csX68" fmla="*/ 137349 w 170338"/>
              <a:gd name="csY68" fmla="*/ 44571 h 149313"/>
              <a:gd name="csX69" fmla="*/ 128026 w 170338"/>
              <a:gd name="csY69" fmla="*/ 21742 h 149313"/>
              <a:gd name="csX70" fmla="*/ 126920 w 170338"/>
              <a:gd name="csY70" fmla="*/ 16584 h 149313"/>
              <a:gd name="csX71" fmla="*/ 130306 w 170338"/>
              <a:gd name="csY71" fmla="*/ 10722 h 149313"/>
              <a:gd name="csX72" fmla="*/ 131292 w 170338"/>
              <a:gd name="csY72" fmla="*/ 7181 h 149313"/>
              <a:gd name="csX73" fmla="*/ 130391 w 170338"/>
              <a:gd name="csY73" fmla="*/ 3615 h 149313"/>
              <a:gd name="csX74" fmla="*/ 127822 w 170338"/>
              <a:gd name="csY74" fmla="*/ 985 h 149313"/>
              <a:gd name="csX75" fmla="*/ 124266 w 170338"/>
              <a:gd name="csY75" fmla="*/ 0 h 149313"/>
              <a:gd name="csX76" fmla="*/ 107031 w 170338"/>
              <a:gd name="csY76" fmla="*/ 22669 h 149313"/>
              <a:gd name="csX77" fmla="*/ 98389 w 170338"/>
              <a:gd name="csY77" fmla="*/ 37634 h 149313"/>
              <a:gd name="csX78" fmla="*/ 85169 w 170338"/>
              <a:gd name="csY78" fmla="*/ 39262 h 149313"/>
              <a:gd name="csX79" fmla="*/ 71950 w 170338"/>
              <a:gd name="csY79" fmla="*/ 37634 h 149313"/>
              <a:gd name="csX80" fmla="*/ 63341 w 170338"/>
              <a:gd name="csY80" fmla="*/ 22719 h 149313"/>
              <a:gd name="csX81" fmla="*/ 85169 w 170338"/>
              <a:gd name="csY81" fmla="*/ 25085 h 149313"/>
              <a:gd name="csX82" fmla="*/ 107031 w 170338"/>
              <a:gd name="csY82" fmla="*/ 22669 h 149313"/>
              <a:gd name="csX83" fmla="*/ 51040 w 170338"/>
              <a:gd name="csY83" fmla="*/ 29758 h 149313"/>
              <a:gd name="csX84" fmla="*/ 59666 w 170338"/>
              <a:gd name="csY84" fmla="*/ 44729 h 149313"/>
              <a:gd name="csX85" fmla="*/ 54477 w 170338"/>
              <a:gd name="csY85" fmla="*/ 56981 h 149313"/>
              <a:gd name="csX86" fmla="*/ 46464 w 170338"/>
              <a:gd name="csY86" fmla="*/ 67613 h 149313"/>
              <a:gd name="csX87" fmla="*/ 29161 w 170338"/>
              <a:gd name="csY87" fmla="*/ 67613 h 149313"/>
              <a:gd name="csX88" fmla="*/ 42193 w 170338"/>
              <a:gd name="csY88" fmla="*/ 49887 h 149313"/>
              <a:gd name="csX89" fmla="*/ 51040 w 170338"/>
              <a:gd name="csY89" fmla="*/ 29758 h 149313"/>
              <a:gd name="csX90" fmla="*/ 119281 w 170338"/>
              <a:gd name="csY90" fmla="*/ 29812 h 149313"/>
              <a:gd name="csX91" fmla="*/ 128145 w 170338"/>
              <a:gd name="csY91" fmla="*/ 49887 h 149313"/>
              <a:gd name="csX92" fmla="*/ 141092 w 170338"/>
              <a:gd name="csY92" fmla="*/ 67613 h 149313"/>
              <a:gd name="csX93" fmla="*/ 123875 w 170338"/>
              <a:gd name="csY93" fmla="*/ 67613 h 149313"/>
              <a:gd name="csX94" fmla="*/ 115861 w 170338"/>
              <a:gd name="csY94" fmla="*/ 56981 h 149313"/>
              <a:gd name="csX95" fmla="*/ 110672 w 170338"/>
              <a:gd name="csY95" fmla="*/ 44729 h 149313"/>
              <a:gd name="csX96" fmla="*/ 119281 w 170338"/>
              <a:gd name="csY96" fmla="*/ 29812 h 149313"/>
              <a:gd name="csX97" fmla="*/ 78823 w 170338"/>
              <a:gd name="csY97" fmla="*/ 49533 h 149313"/>
              <a:gd name="csX98" fmla="*/ 85169 w 170338"/>
              <a:gd name="csY98" fmla="*/ 49894 h 149313"/>
              <a:gd name="csX99" fmla="*/ 91515 w 170338"/>
              <a:gd name="csY99" fmla="*/ 49533 h 149313"/>
              <a:gd name="csX100" fmla="*/ 85169 w 170338"/>
              <a:gd name="csY100" fmla="*/ 60526 h 149313"/>
              <a:gd name="csX101" fmla="*/ 78823 w 170338"/>
              <a:gd name="csY101" fmla="*/ 49533 h 149313"/>
              <a:gd name="csX102" fmla="*/ 66540 w 170338"/>
              <a:gd name="csY102" fmla="*/ 56622 h 149313"/>
              <a:gd name="csX103" fmla="*/ 72886 w 170338"/>
              <a:gd name="csY103" fmla="*/ 67613 h 149313"/>
              <a:gd name="csX104" fmla="*/ 60193 w 170338"/>
              <a:gd name="csY104" fmla="*/ 67613 h 149313"/>
              <a:gd name="csX105" fmla="*/ 63681 w 170338"/>
              <a:gd name="csY105" fmla="*/ 62297 h 149313"/>
              <a:gd name="csX106" fmla="*/ 66540 w 170338"/>
              <a:gd name="csY106" fmla="*/ 56622 h 149313"/>
              <a:gd name="csX107" fmla="*/ 103799 w 170338"/>
              <a:gd name="csY107" fmla="*/ 56622 h 149313"/>
              <a:gd name="csX108" fmla="*/ 106657 w 170338"/>
              <a:gd name="csY108" fmla="*/ 62297 h 149313"/>
              <a:gd name="csX109" fmla="*/ 110145 w 170338"/>
              <a:gd name="csY109" fmla="*/ 67613 h 149313"/>
              <a:gd name="csX110" fmla="*/ 97453 w 170338"/>
              <a:gd name="csY110" fmla="*/ 67613 h 149313"/>
              <a:gd name="csX111" fmla="*/ 103799 w 170338"/>
              <a:gd name="csY111" fmla="*/ 56622 h 149313"/>
              <a:gd name="csX112" fmla="*/ 29229 w 170338"/>
              <a:gd name="csY112" fmla="*/ 81790 h 149313"/>
              <a:gd name="csX113" fmla="*/ 46464 w 170338"/>
              <a:gd name="csY113" fmla="*/ 81790 h 149313"/>
              <a:gd name="csX114" fmla="*/ 54477 w 170338"/>
              <a:gd name="csY114" fmla="*/ 92422 h 149313"/>
              <a:gd name="csX115" fmla="*/ 59666 w 170338"/>
              <a:gd name="csY115" fmla="*/ 104673 h 149313"/>
              <a:gd name="csX116" fmla="*/ 51040 w 170338"/>
              <a:gd name="csY116" fmla="*/ 119644 h 149313"/>
              <a:gd name="csX117" fmla="*/ 42193 w 170338"/>
              <a:gd name="csY117" fmla="*/ 99502 h 149313"/>
              <a:gd name="csX118" fmla="*/ 29229 w 170338"/>
              <a:gd name="csY118" fmla="*/ 81790 h 149313"/>
              <a:gd name="csX119" fmla="*/ 60193 w 170338"/>
              <a:gd name="csY119" fmla="*/ 81790 h 149313"/>
              <a:gd name="csX120" fmla="*/ 72886 w 170338"/>
              <a:gd name="csY120" fmla="*/ 81790 h 149313"/>
              <a:gd name="csX121" fmla="*/ 66540 w 170338"/>
              <a:gd name="csY121" fmla="*/ 92780 h 149313"/>
              <a:gd name="csX122" fmla="*/ 63681 w 170338"/>
              <a:gd name="csY122" fmla="*/ 87106 h 149313"/>
              <a:gd name="csX123" fmla="*/ 60193 w 170338"/>
              <a:gd name="csY123" fmla="*/ 81790 h 149313"/>
              <a:gd name="csX124" fmla="*/ 97453 w 170338"/>
              <a:gd name="csY124" fmla="*/ 81790 h 149313"/>
              <a:gd name="csX125" fmla="*/ 110145 w 170338"/>
              <a:gd name="csY125" fmla="*/ 81790 h 149313"/>
              <a:gd name="csX126" fmla="*/ 106657 w 170338"/>
              <a:gd name="csY126" fmla="*/ 87106 h 149313"/>
              <a:gd name="csX127" fmla="*/ 103799 w 170338"/>
              <a:gd name="csY127" fmla="*/ 92780 h 149313"/>
              <a:gd name="csX128" fmla="*/ 97453 w 170338"/>
              <a:gd name="csY128" fmla="*/ 81790 h 149313"/>
              <a:gd name="csX129" fmla="*/ 123875 w 170338"/>
              <a:gd name="csY129" fmla="*/ 81790 h 149313"/>
              <a:gd name="csX130" fmla="*/ 141075 w 170338"/>
              <a:gd name="csY130" fmla="*/ 81790 h 149313"/>
              <a:gd name="csX131" fmla="*/ 128145 w 170338"/>
              <a:gd name="csY131" fmla="*/ 99502 h 149313"/>
              <a:gd name="csX132" fmla="*/ 119281 w 170338"/>
              <a:gd name="csY132" fmla="*/ 119588 h 149313"/>
              <a:gd name="csX133" fmla="*/ 110672 w 170338"/>
              <a:gd name="csY133" fmla="*/ 104673 h 149313"/>
              <a:gd name="csX134" fmla="*/ 115861 w 170338"/>
              <a:gd name="csY134" fmla="*/ 92422 h 149313"/>
              <a:gd name="csX135" fmla="*/ 123875 w 170338"/>
              <a:gd name="csY135" fmla="*/ 81790 h 149313"/>
              <a:gd name="csX136" fmla="*/ 85169 w 170338"/>
              <a:gd name="csY136" fmla="*/ 88876 h 149313"/>
              <a:gd name="csX137" fmla="*/ 91515 w 170338"/>
              <a:gd name="csY137" fmla="*/ 99869 h 149313"/>
              <a:gd name="csX138" fmla="*/ 85169 w 170338"/>
              <a:gd name="csY138" fmla="*/ 99508 h 149313"/>
              <a:gd name="csX139" fmla="*/ 78823 w 170338"/>
              <a:gd name="csY139" fmla="*/ 99869 h 149313"/>
              <a:gd name="csX140" fmla="*/ 85169 w 170338"/>
              <a:gd name="csY140" fmla="*/ 88876 h 149313"/>
              <a:gd name="csX141" fmla="*/ 85169 w 170338"/>
              <a:gd name="csY141" fmla="*/ 110140 h 149313"/>
              <a:gd name="csX142" fmla="*/ 98389 w 170338"/>
              <a:gd name="csY142" fmla="*/ 111767 h 149313"/>
              <a:gd name="csX143" fmla="*/ 107014 w 170338"/>
              <a:gd name="csY143" fmla="*/ 126719 h 149313"/>
              <a:gd name="csX144" fmla="*/ 85169 w 170338"/>
              <a:gd name="csY144" fmla="*/ 124302 h 149313"/>
              <a:gd name="csX145" fmla="*/ 63341 w 170338"/>
              <a:gd name="csY145" fmla="*/ 126670 h 149313"/>
              <a:gd name="csX146" fmla="*/ 71950 w 170338"/>
              <a:gd name="csY146" fmla="*/ 111767 h 149313"/>
              <a:gd name="csX147" fmla="*/ 85169 w 170338"/>
              <a:gd name="csY147" fmla="*/ 110140 h 149313"/>
            </a:gdLst>
            <a:ahLst/>
            <a:cxnLst/>
            <a:rect l="l" t="t" r="r" b="b"/>
            <a:pathLst>
              <a:path w="100000" h="100000">
                <a:moveTo>
                  <a:pt x="72953" y="6172"/>
                </a:moveTo>
                <a:cubicBezTo>
                  <a:pt x="72204" y="6166"/>
                  <a:pt x="71474" y="6361"/>
                  <a:pt x="70825" y="6736"/>
                </a:cubicBezTo>
                <a:cubicBezTo>
                  <a:pt x="70176" y="7110"/>
                  <a:pt x="69646" y="7653"/>
                  <a:pt x="69287" y="8305"/>
                </a:cubicBezTo>
                <a:lnTo>
                  <a:pt x="67290" y="11759"/>
                </a:lnTo>
                <a:cubicBezTo>
                  <a:pt x="64133" y="12896"/>
                  <a:pt x="58011" y="14656"/>
                  <a:pt x="50000" y="14656"/>
                </a:cubicBezTo>
                <a:cubicBezTo>
                  <a:pt x="44107" y="14656"/>
                  <a:pt x="39123" y="13673"/>
                  <a:pt x="35657" y="12694"/>
                </a:cubicBezTo>
                <a:cubicBezTo>
                  <a:pt x="34459" y="12357"/>
                  <a:pt x="33520" y="12040"/>
                  <a:pt x="32701" y="11748"/>
                </a:cubicBezTo>
                <a:lnTo>
                  <a:pt x="30713" y="8305"/>
                </a:lnTo>
                <a:cubicBezTo>
                  <a:pt x="30444" y="7831"/>
                  <a:pt x="30074" y="7417"/>
                  <a:pt x="29645" y="7083"/>
                </a:cubicBezTo>
                <a:cubicBezTo>
                  <a:pt x="29215" y="6751"/>
                  <a:pt x="28716" y="6507"/>
                  <a:pt x="28186" y="6365"/>
                </a:cubicBezTo>
                <a:cubicBezTo>
                  <a:pt x="27657" y="6224"/>
                  <a:pt x="27107" y="6187"/>
                  <a:pt x="26568" y="6258"/>
                </a:cubicBezTo>
                <a:cubicBezTo>
                  <a:pt x="26029" y="6331"/>
                  <a:pt x="25499" y="6507"/>
                  <a:pt x="25030" y="6781"/>
                </a:cubicBezTo>
                <a:cubicBezTo>
                  <a:pt x="24551" y="7055"/>
                  <a:pt x="24141" y="7418"/>
                  <a:pt x="23811" y="7852"/>
                </a:cubicBezTo>
                <a:cubicBezTo>
                  <a:pt x="23472" y="8285"/>
                  <a:pt x="23232" y="8780"/>
                  <a:pt x="23092" y="9308"/>
                </a:cubicBezTo>
                <a:cubicBezTo>
                  <a:pt x="22953" y="9836"/>
                  <a:pt x="22913" y="10387"/>
                  <a:pt x="22983" y="10929"/>
                </a:cubicBezTo>
                <a:cubicBezTo>
                  <a:pt x="23052" y="11470"/>
                  <a:pt x="23232" y="11993"/>
                  <a:pt x="23502" y="12466"/>
                </a:cubicBezTo>
                <a:lnTo>
                  <a:pt x="25499" y="15925"/>
                </a:lnTo>
                <a:cubicBezTo>
                  <a:pt x="24910" y="19221"/>
                  <a:pt x="23372" y="25401"/>
                  <a:pt x="19367" y="32338"/>
                </a:cubicBezTo>
                <a:cubicBezTo>
                  <a:pt x="15361" y="39282"/>
                  <a:pt x="10767" y="43708"/>
                  <a:pt x="8210" y="45865"/>
                </a:cubicBezTo>
                <a:lnTo>
                  <a:pt x="4225" y="45865"/>
                </a:lnTo>
                <a:cubicBezTo>
                  <a:pt x="3666" y="45857"/>
                  <a:pt x="3126" y="45958"/>
                  <a:pt x="2607" y="46164"/>
                </a:cubicBezTo>
                <a:cubicBezTo>
                  <a:pt x="2098" y="46370"/>
                  <a:pt x="1628" y="46676"/>
                  <a:pt x="1239" y="47063"/>
                </a:cubicBezTo>
                <a:cubicBezTo>
                  <a:pt x="849" y="47449"/>
                  <a:pt x="540" y="47911"/>
                  <a:pt x="320" y="48420"/>
                </a:cubicBezTo>
                <a:cubicBezTo>
                  <a:pt x="110" y="48929"/>
                  <a:pt x="0" y="49475"/>
                  <a:pt x="0" y="50026"/>
                </a:cubicBezTo>
                <a:cubicBezTo>
                  <a:pt x="0" y="50577"/>
                  <a:pt x="110" y="51124"/>
                  <a:pt x="320" y="51632"/>
                </a:cubicBezTo>
                <a:cubicBezTo>
                  <a:pt x="540" y="52141"/>
                  <a:pt x="849" y="52603"/>
                  <a:pt x="1239" y="52989"/>
                </a:cubicBezTo>
                <a:cubicBezTo>
                  <a:pt x="1628" y="53377"/>
                  <a:pt x="2098" y="53682"/>
                  <a:pt x="2607" y="53887"/>
                </a:cubicBezTo>
                <a:cubicBezTo>
                  <a:pt x="3126" y="54093"/>
                  <a:pt x="3666" y="54195"/>
                  <a:pt x="4225" y="54188"/>
                </a:cubicBezTo>
                <a:lnTo>
                  <a:pt x="8200" y="54188"/>
                </a:lnTo>
                <a:cubicBezTo>
                  <a:pt x="8859" y="54745"/>
                  <a:pt x="9609" y="55400"/>
                  <a:pt x="10487" y="56264"/>
                </a:cubicBezTo>
                <a:cubicBezTo>
                  <a:pt x="13075" y="58783"/>
                  <a:pt x="16420" y="62601"/>
                  <a:pt x="19367" y="67707"/>
                </a:cubicBezTo>
                <a:cubicBezTo>
                  <a:pt x="23372" y="74650"/>
                  <a:pt x="24910" y="80836"/>
                  <a:pt x="25499" y="84132"/>
                </a:cubicBezTo>
                <a:lnTo>
                  <a:pt x="23502" y="87586"/>
                </a:lnTo>
                <a:cubicBezTo>
                  <a:pt x="23232" y="88059"/>
                  <a:pt x="23052" y="88582"/>
                  <a:pt x="22983" y="89124"/>
                </a:cubicBezTo>
                <a:cubicBezTo>
                  <a:pt x="22913" y="89666"/>
                  <a:pt x="22953" y="90217"/>
                  <a:pt x="23092" y="90744"/>
                </a:cubicBezTo>
                <a:cubicBezTo>
                  <a:pt x="23232" y="91272"/>
                  <a:pt x="23472" y="91767"/>
                  <a:pt x="23811" y="92201"/>
                </a:cubicBezTo>
                <a:cubicBezTo>
                  <a:pt x="24141" y="92634"/>
                  <a:pt x="24551" y="92998"/>
                  <a:pt x="25030" y="93271"/>
                </a:cubicBezTo>
                <a:cubicBezTo>
                  <a:pt x="25499" y="93545"/>
                  <a:pt x="26029" y="93722"/>
                  <a:pt x="26568" y="93793"/>
                </a:cubicBezTo>
                <a:cubicBezTo>
                  <a:pt x="27107" y="93865"/>
                  <a:pt x="27657" y="93828"/>
                  <a:pt x="28186" y="93687"/>
                </a:cubicBezTo>
                <a:cubicBezTo>
                  <a:pt x="28716" y="93545"/>
                  <a:pt x="29215" y="93301"/>
                  <a:pt x="29645" y="92968"/>
                </a:cubicBezTo>
                <a:cubicBezTo>
                  <a:pt x="30074" y="92636"/>
                  <a:pt x="30444" y="92221"/>
                  <a:pt x="30713" y="91747"/>
                </a:cubicBezTo>
                <a:lnTo>
                  <a:pt x="32711" y="88301"/>
                </a:lnTo>
                <a:cubicBezTo>
                  <a:pt x="33520" y="88008"/>
                  <a:pt x="34459" y="87690"/>
                  <a:pt x="35657" y="87354"/>
                </a:cubicBezTo>
                <a:cubicBezTo>
                  <a:pt x="39123" y="86376"/>
                  <a:pt x="44107" y="85387"/>
                  <a:pt x="50000" y="85387"/>
                </a:cubicBezTo>
                <a:cubicBezTo>
                  <a:pt x="58011" y="85387"/>
                  <a:pt x="64133" y="87146"/>
                  <a:pt x="67280" y="88285"/>
                </a:cubicBezTo>
                <a:lnTo>
                  <a:pt x="69287" y="91747"/>
                </a:lnTo>
                <a:cubicBezTo>
                  <a:pt x="69556" y="92221"/>
                  <a:pt x="69916" y="92636"/>
                  <a:pt x="70355" y="92968"/>
                </a:cubicBezTo>
                <a:cubicBezTo>
                  <a:pt x="70785" y="93301"/>
                  <a:pt x="71285" y="93545"/>
                  <a:pt x="71814" y="93687"/>
                </a:cubicBezTo>
                <a:cubicBezTo>
                  <a:pt x="72343" y="93828"/>
                  <a:pt x="72893" y="93865"/>
                  <a:pt x="73432" y="93793"/>
                </a:cubicBezTo>
                <a:cubicBezTo>
                  <a:pt x="73971" y="93722"/>
                  <a:pt x="74501" y="93545"/>
                  <a:pt x="74970" y="93271"/>
                </a:cubicBezTo>
                <a:cubicBezTo>
                  <a:pt x="75439" y="92998"/>
                  <a:pt x="75859" y="92634"/>
                  <a:pt x="76189" y="92201"/>
                </a:cubicBezTo>
                <a:cubicBezTo>
                  <a:pt x="76528" y="91767"/>
                  <a:pt x="76768" y="91272"/>
                  <a:pt x="76908" y="90744"/>
                </a:cubicBezTo>
                <a:cubicBezTo>
                  <a:pt x="77047" y="90217"/>
                  <a:pt x="77087" y="89666"/>
                  <a:pt x="77018" y="89124"/>
                </a:cubicBezTo>
                <a:cubicBezTo>
                  <a:pt x="76948" y="88582"/>
                  <a:pt x="76768" y="88059"/>
                  <a:pt x="76498" y="87586"/>
                </a:cubicBezTo>
                <a:lnTo>
                  <a:pt x="74511" y="84144"/>
                </a:lnTo>
                <a:cubicBezTo>
                  <a:pt x="74660" y="83292"/>
                  <a:pt x="74850" y="82317"/>
                  <a:pt x="75160" y="81113"/>
                </a:cubicBezTo>
                <a:cubicBezTo>
                  <a:pt x="76049" y="77615"/>
                  <a:pt x="77687" y="72812"/>
                  <a:pt x="80633" y="67707"/>
                </a:cubicBezTo>
                <a:cubicBezTo>
                  <a:pt x="84639" y="60768"/>
                  <a:pt x="89223" y="56346"/>
                  <a:pt x="91790" y="54188"/>
                </a:cubicBezTo>
                <a:lnTo>
                  <a:pt x="95775" y="54188"/>
                </a:lnTo>
                <a:cubicBezTo>
                  <a:pt x="96324" y="54195"/>
                  <a:pt x="96874" y="54093"/>
                  <a:pt x="97393" y="53887"/>
                </a:cubicBezTo>
                <a:cubicBezTo>
                  <a:pt x="97902" y="53682"/>
                  <a:pt x="98362" y="53377"/>
                  <a:pt x="98761" y="52989"/>
                </a:cubicBezTo>
                <a:cubicBezTo>
                  <a:pt x="99151" y="52603"/>
                  <a:pt x="99461" y="52141"/>
                  <a:pt x="99681" y="51632"/>
                </a:cubicBezTo>
                <a:cubicBezTo>
                  <a:pt x="99890" y="51124"/>
                  <a:pt x="100000" y="50577"/>
                  <a:pt x="100000" y="50026"/>
                </a:cubicBezTo>
                <a:cubicBezTo>
                  <a:pt x="100000" y="49475"/>
                  <a:pt x="99890" y="48929"/>
                  <a:pt x="99681" y="48420"/>
                </a:cubicBezTo>
                <a:cubicBezTo>
                  <a:pt x="99461" y="47911"/>
                  <a:pt x="99151" y="47449"/>
                  <a:pt x="98761" y="47063"/>
                </a:cubicBezTo>
                <a:cubicBezTo>
                  <a:pt x="98362" y="46676"/>
                  <a:pt x="97902" y="46370"/>
                  <a:pt x="97393" y="46164"/>
                </a:cubicBezTo>
                <a:cubicBezTo>
                  <a:pt x="96874" y="45958"/>
                  <a:pt x="96324" y="45857"/>
                  <a:pt x="95775" y="45865"/>
                </a:cubicBezTo>
                <a:lnTo>
                  <a:pt x="91800" y="45865"/>
                </a:lnTo>
                <a:cubicBezTo>
                  <a:pt x="89233" y="43708"/>
                  <a:pt x="84649" y="39283"/>
                  <a:pt x="80633" y="32338"/>
                </a:cubicBezTo>
                <a:cubicBezTo>
                  <a:pt x="77687" y="27231"/>
                  <a:pt x="76049" y="22433"/>
                  <a:pt x="75160" y="18936"/>
                </a:cubicBezTo>
                <a:cubicBezTo>
                  <a:pt x="74850" y="17733"/>
                  <a:pt x="74660" y="16759"/>
                  <a:pt x="74511" y="15907"/>
                </a:cubicBezTo>
                <a:lnTo>
                  <a:pt x="76498" y="12466"/>
                </a:lnTo>
                <a:cubicBezTo>
                  <a:pt x="76868" y="11837"/>
                  <a:pt x="77067" y="11120"/>
                  <a:pt x="77077" y="10387"/>
                </a:cubicBezTo>
                <a:cubicBezTo>
                  <a:pt x="77087" y="9654"/>
                  <a:pt x="76908" y="8932"/>
                  <a:pt x="76548" y="8294"/>
                </a:cubicBezTo>
                <a:cubicBezTo>
                  <a:pt x="76189" y="7654"/>
                  <a:pt x="75670" y="7123"/>
                  <a:pt x="75040" y="6750"/>
                </a:cubicBezTo>
                <a:cubicBezTo>
                  <a:pt x="74401" y="6378"/>
                  <a:pt x="73682" y="6177"/>
                  <a:pt x="72953" y="6172"/>
                </a:cubicBezTo>
                <a:close/>
                <a:moveTo>
                  <a:pt x="62834" y="19480"/>
                </a:moveTo>
                <a:lnTo>
                  <a:pt x="57761" y="28265"/>
                </a:lnTo>
                <a:cubicBezTo>
                  <a:pt x="56162" y="28723"/>
                  <a:pt x="53686" y="29221"/>
                  <a:pt x="50000" y="29221"/>
                </a:cubicBezTo>
                <a:cubicBezTo>
                  <a:pt x="46314" y="29221"/>
                  <a:pt x="43838" y="28721"/>
                  <a:pt x="42240" y="28265"/>
                </a:cubicBezTo>
                <a:lnTo>
                  <a:pt x="37185" y="19509"/>
                </a:lnTo>
                <a:cubicBezTo>
                  <a:pt x="40701" y="20283"/>
                  <a:pt x="45056" y="20898"/>
                  <a:pt x="50000" y="20898"/>
                </a:cubicBezTo>
                <a:cubicBezTo>
                  <a:pt x="55393" y="20898"/>
                  <a:pt x="59519" y="20260"/>
                  <a:pt x="62834" y="19480"/>
                </a:cubicBezTo>
                <a:close/>
                <a:moveTo>
                  <a:pt x="29964" y="23642"/>
                </a:moveTo>
                <a:lnTo>
                  <a:pt x="35028" y="32431"/>
                </a:lnTo>
                <a:cubicBezTo>
                  <a:pt x="34628" y="34041"/>
                  <a:pt x="33820" y="36436"/>
                  <a:pt x="31982" y="39623"/>
                </a:cubicBezTo>
                <a:cubicBezTo>
                  <a:pt x="30104" y="42874"/>
                  <a:pt x="28436" y="44746"/>
                  <a:pt x="27278" y="45865"/>
                </a:cubicBezTo>
                <a:lnTo>
                  <a:pt x="17119" y="45865"/>
                </a:lnTo>
                <a:cubicBezTo>
                  <a:pt x="19457" y="43389"/>
                  <a:pt x="22074" y="40131"/>
                  <a:pt x="24770" y="35459"/>
                </a:cubicBezTo>
                <a:cubicBezTo>
                  <a:pt x="27467" y="30791"/>
                  <a:pt x="28985" y="26896"/>
                  <a:pt x="29964" y="23642"/>
                </a:cubicBezTo>
                <a:close/>
                <a:moveTo>
                  <a:pt x="70026" y="23673"/>
                </a:moveTo>
                <a:cubicBezTo>
                  <a:pt x="71114" y="27106"/>
                  <a:pt x="72753" y="31179"/>
                  <a:pt x="75230" y="35459"/>
                </a:cubicBezTo>
                <a:cubicBezTo>
                  <a:pt x="77897" y="40081"/>
                  <a:pt x="80523" y="43398"/>
                  <a:pt x="82831" y="45865"/>
                </a:cubicBezTo>
                <a:lnTo>
                  <a:pt x="72723" y="45865"/>
                </a:lnTo>
                <a:cubicBezTo>
                  <a:pt x="71534" y="44710"/>
                  <a:pt x="69866" y="42813"/>
                  <a:pt x="68018" y="39623"/>
                </a:cubicBezTo>
                <a:cubicBezTo>
                  <a:pt x="66181" y="36431"/>
                  <a:pt x="65372" y="34038"/>
                  <a:pt x="64972" y="32431"/>
                </a:cubicBezTo>
                <a:lnTo>
                  <a:pt x="70026" y="23673"/>
                </a:lnTo>
                <a:close/>
                <a:moveTo>
                  <a:pt x="46274" y="35251"/>
                </a:moveTo>
                <a:cubicBezTo>
                  <a:pt x="47433" y="35372"/>
                  <a:pt x="48652" y="35463"/>
                  <a:pt x="50000" y="35463"/>
                </a:cubicBezTo>
                <a:cubicBezTo>
                  <a:pt x="51348" y="35463"/>
                  <a:pt x="52567" y="35372"/>
                  <a:pt x="53726" y="35251"/>
                </a:cubicBezTo>
                <a:lnTo>
                  <a:pt x="50000" y="41704"/>
                </a:lnTo>
                <a:lnTo>
                  <a:pt x="46274" y="35251"/>
                </a:lnTo>
                <a:close/>
                <a:moveTo>
                  <a:pt x="39064" y="39413"/>
                </a:moveTo>
                <a:lnTo>
                  <a:pt x="42789" y="45865"/>
                </a:lnTo>
                <a:lnTo>
                  <a:pt x="35337" y="45865"/>
                </a:lnTo>
                <a:cubicBezTo>
                  <a:pt x="36027" y="44925"/>
                  <a:pt x="36706" y="43914"/>
                  <a:pt x="37385" y="42744"/>
                </a:cubicBezTo>
                <a:cubicBezTo>
                  <a:pt x="38064" y="41575"/>
                  <a:pt x="38594" y="40473"/>
                  <a:pt x="39064" y="39413"/>
                </a:cubicBezTo>
                <a:close/>
                <a:moveTo>
                  <a:pt x="60937" y="39413"/>
                </a:moveTo>
                <a:cubicBezTo>
                  <a:pt x="61406" y="40473"/>
                  <a:pt x="61936" y="41575"/>
                  <a:pt x="62615" y="42744"/>
                </a:cubicBezTo>
                <a:cubicBezTo>
                  <a:pt x="63294" y="43914"/>
                  <a:pt x="63973" y="44925"/>
                  <a:pt x="64663" y="45865"/>
                </a:cubicBezTo>
                <a:lnTo>
                  <a:pt x="57212" y="45865"/>
                </a:lnTo>
                <a:lnTo>
                  <a:pt x="60937" y="39413"/>
                </a:lnTo>
                <a:close/>
                <a:moveTo>
                  <a:pt x="17159" y="54188"/>
                </a:moveTo>
                <a:lnTo>
                  <a:pt x="27278" y="54188"/>
                </a:lnTo>
                <a:cubicBezTo>
                  <a:pt x="28436" y="55303"/>
                  <a:pt x="30104" y="57174"/>
                  <a:pt x="31982" y="60430"/>
                </a:cubicBezTo>
                <a:cubicBezTo>
                  <a:pt x="33820" y="63621"/>
                  <a:pt x="34628" y="66013"/>
                  <a:pt x="35028" y="67622"/>
                </a:cubicBezTo>
                <a:lnTo>
                  <a:pt x="29964" y="76411"/>
                </a:lnTo>
                <a:cubicBezTo>
                  <a:pt x="28985" y="73155"/>
                  <a:pt x="27467" y="69257"/>
                  <a:pt x="24770" y="64586"/>
                </a:cubicBezTo>
                <a:cubicBezTo>
                  <a:pt x="22303" y="60305"/>
                  <a:pt x="19586" y="56846"/>
                  <a:pt x="17159" y="54188"/>
                </a:cubicBezTo>
                <a:close/>
                <a:moveTo>
                  <a:pt x="35337" y="54188"/>
                </a:moveTo>
                <a:lnTo>
                  <a:pt x="42789" y="54188"/>
                </a:lnTo>
                <a:lnTo>
                  <a:pt x="39064" y="60640"/>
                </a:lnTo>
                <a:cubicBezTo>
                  <a:pt x="38594" y="59579"/>
                  <a:pt x="38064" y="58477"/>
                  <a:pt x="37385" y="57309"/>
                </a:cubicBezTo>
                <a:cubicBezTo>
                  <a:pt x="36706" y="56139"/>
                  <a:pt x="36027" y="55127"/>
                  <a:pt x="35337" y="54188"/>
                </a:cubicBezTo>
                <a:close/>
                <a:moveTo>
                  <a:pt x="57212" y="54188"/>
                </a:moveTo>
                <a:lnTo>
                  <a:pt x="64663" y="54188"/>
                </a:lnTo>
                <a:cubicBezTo>
                  <a:pt x="63973" y="55127"/>
                  <a:pt x="63294" y="56139"/>
                  <a:pt x="62615" y="57309"/>
                </a:cubicBezTo>
                <a:cubicBezTo>
                  <a:pt x="61936" y="58477"/>
                  <a:pt x="61406" y="59579"/>
                  <a:pt x="60937" y="60640"/>
                </a:cubicBezTo>
                <a:lnTo>
                  <a:pt x="57212" y="54188"/>
                </a:lnTo>
                <a:close/>
                <a:moveTo>
                  <a:pt x="72723" y="54188"/>
                </a:moveTo>
                <a:lnTo>
                  <a:pt x="82821" y="54188"/>
                </a:lnTo>
                <a:cubicBezTo>
                  <a:pt x="80513" y="56654"/>
                  <a:pt x="77887" y="59970"/>
                  <a:pt x="75230" y="64586"/>
                </a:cubicBezTo>
                <a:cubicBezTo>
                  <a:pt x="72753" y="68868"/>
                  <a:pt x="71114" y="72945"/>
                  <a:pt x="70026" y="76378"/>
                </a:cubicBezTo>
                <a:lnTo>
                  <a:pt x="64972" y="67622"/>
                </a:lnTo>
                <a:cubicBezTo>
                  <a:pt x="65372" y="66010"/>
                  <a:pt x="66181" y="63616"/>
                  <a:pt x="68018" y="60430"/>
                </a:cubicBezTo>
                <a:cubicBezTo>
                  <a:pt x="69866" y="57234"/>
                  <a:pt x="71534" y="55339"/>
                  <a:pt x="72723" y="54188"/>
                </a:cubicBezTo>
                <a:close/>
                <a:moveTo>
                  <a:pt x="50000" y="58348"/>
                </a:moveTo>
                <a:lnTo>
                  <a:pt x="53726" y="64801"/>
                </a:lnTo>
                <a:cubicBezTo>
                  <a:pt x="52567" y="64681"/>
                  <a:pt x="51348" y="64590"/>
                  <a:pt x="50000" y="64590"/>
                </a:cubicBezTo>
                <a:cubicBezTo>
                  <a:pt x="48652" y="64590"/>
                  <a:pt x="47433" y="64681"/>
                  <a:pt x="46274" y="64801"/>
                </a:cubicBezTo>
                <a:lnTo>
                  <a:pt x="50000" y="58348"/>
                </a:lnTo>
                <a:close/>
                <a:moveTo>
                  <a:pt x="50000" y="70831"/>
                </a:moveTo>
                <a:cubicBezTo>
                  <a:pt x="53686" y="70831"/>
                  <a:pt x="56162" y="71331"/>
                  <a:pt x="57761" y="71786"/>
                </a:cubicBezTo>
                <a:lnTo>
                  <a:pt x="62825" y="80564"/>
                </a:lnTo>
                <a:cubicBezTo>
                  <a:pt x="59519" y="79785"/>
                  <a:pt x="55383" y="79145"/>
                  <a:pt x="50000" y="79145"/>
                </a:cubicBezTo>
                <a:cubicBezTo>
                  <a:pt x="45056" y="79145"/>
                  <a:pt x="40711" y="79762"/>
                  <a:pt x="37185" y="80535"/>
                </a:cubicBezTo>
                <a:lnTo>
                  <a:pt x="42240" y="71786"/>
                </a:lnTo>
                <a:cubicBezTo>
                  <a:pt x="43838" y="71330"/>
                  <a:pt x="46314" y="70831"/>
                  <a:pt x="50000" y="7083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0" name="Красный — SVG 59">
            <a:extLst>
              <a:ext uri="{FF2B5EF4-FFF2-40B4-BE49-F238E27FC236}">
                <a16:creationId xmlns:a16="http://schemas.microsoft.com/office/drawing/2014/main" id="{FC81F938-BE6A-F742-ABD0-89B7955CB632}"/>
              </a:ext>
            </a:extLst>
          </p:cNvPr>
          <p:cNvSpPr>
            <a:spLocks noGrp="1"/>
          </p:cNvSpPr>
          <p:nvPr/>
        </p:nvSpPr>
        <p:spPr>
          <a:xfrm>
            <a:off x="2820000" y="1930000"/>
            <a:ext cx="220000" cy="220000"/>
          </a:xfrm>
          <a:custGeom>
            <a:avLst/>
            <a:gdLst>
              <a:gd name="csX0" fmla="*/ 12403 w 120505"/>
              <a:gd name="csY0" fmla="*/ 0 h 141758"/>
              <a:gd name="csX1" fmla="*/ 0 w 120505"/>
              <a:gd name="csY1" fmla="*/ 12404 h 141758"/>
              <a:gd name="csX2" fmla="*/ 0 w 120505"/>
              <a:gd name="csY2" fmla="*/ 33668 h 141758"/>
              <a:gd name="csX3" fmla="*/ 12403 w 120505"/>
              <a:gd name="csY3" fmla="*/ 46071 h 141758"/>
              <a:gd name="csX4" fmla="*/ 21267 w 120505"/>
              <a:gd name="csY4" fmla="*/ 46071 h 141758"/>
              <a:gd name="csX5" fmla="*/ 21267 w 120505"/>
              <a:gd name="csY5" fmla="*/ 65564 h 141758"/>
              <a:gd name="csX6" fmla="*/ 21267 w 120505"/>
              <a:gd name="csY6" fmla="*/ 111635 h 141758"/>
              <a:gd name="csX7" fmla="*/ 37208 w 120505"/>
              <a:gd name="csY7" fmla="*/ 127583 h 141758"/>
              <a:gd name="csX8" fmla="*/ 67339 w 120505"/>
              <a:gd name="csY8" fmla="*/ 127583 h 141758"/>
              <a:gd name="csX9" fmla="*/ 67339 w 120505"/>
              <a:gd name="csY9" fmla="*/ 129356 h 141758"/>
              <a:gd name="csX10" fmla="*/ 79742 w 120505"/>
              <a:gd name="csY10" fmla="*/ 141759 h 141758"/>
              <a:gd name="csX11" fmla="*/ 108103 w 120505"/>
              <a:gd name="csY11" fmla="*/ 141759 h 141758"/>
              <a:gd name="csX12" fmla="*/ 120506 w 120505"/>
              <a:gd name="csY12" fmla="*/ 129356 h 141758"/>
              <a:gd name="csX13" fmla="*/ 120506 w 120505"/>
              <a:gd name="csY13" fmla="*/ 108092 h 141758"/>
              <a:gd name="csX14" fmla="*/ 108103 w 120505"/>
              <a:gd name="csY14" fmla="*/ 95687 h 141758"/>
              <a:gd name="csX15" fmla="*/ 79742 w 120505"/>
              <a:gd name="csY15" fmla="*/ 95687 h 141758"/>
              <a:gd name="csX16" fmla="*/ 67339 w 120505"/>
              <a:gd name="csY16" fmla="*/ 108092 h 141758"/>
              <a:gd name="csX17" fmla="*/ 67339 w 120505"/>
              <a:gd name="csY17" fmla="*/ 116951 h 141758"/>
              <a:gd name="csX18" fmla="*/ 37208 w 120505"/>
              <a:gd name="csY18" fmla="*/ 116951 h 141758"/>
              <a:gd name="csX19" fmla="*/ 31900 w 120505"/>
              <a:gd name="csY19" fmla="*/ 111635 h 141758"/>
              <a:gd name="csX20" fmla="*/ 31900 w 120505"/>
              <a:gd name="csY20" fmla="*/ 70880 h 141758"/>
              <a:gd name="csX21" fmla="*/ 67339 w 120505"/>
              <a:gd name="csY21" fmla="*/ 70880 h 141758"/>
              <a:gd name="csX22" fmla="*/ 67339 w 120505"/>
              <a:gd name="csY22" fmla="*/ 72651 h 141758"/>
              <a:gd name="csX23" fmla="*/ 79742 w 120505"/>
              <a:gd name="csY23" fmla="*/ 85056 h 141758"/>
              <a:gd name="csX24" fmla="*/ 108103 w 120505"/>
              <a:gd name="csY24" fmla="*/ 85056 h 141758"/>
              <a:gd name="csX25" fmla="*/ 120506 w 120505"/>
              <a:gd name="csY25" fmla="*/ 72651 h 141758"/>
              <a:gd name="csX26" fmla="*/ 120506 w 120505"/>
              <a:gd name="csY26" fmla="*/ 51387 h 141758"/>
              <a:gd name="csX27" fmla="*/ 108103 w 120505"/>
              <a:gd name="csY27" fmla="*/ 38984 h 141758"/>
              <a:gd name="csX28" fmla="*/ 79742 w 120505"/>
              <a:gd name="csY28" fmla="*/ 38984 h 141758"/>
              <a:gd name="csX29" fmla="*/ 67339 w 120505"/>
              <a:gd name="csY29" fmla="*/ 51387 h 141758"/>
              <a:gd name="csX30" fmla="*/ 67339 w 120505"/>
              <a:gd name="csY30" fmla="*/ 60248 h 141758"/>
              <a:gd name="csX31" fmla="*/ 31900 w 120505"/>
              <a:gd name="csY31" fmla="*/ 60248 h 141758"/>
              <a:gd name="csX32" fmla="*/ 31900 w 120505"/>
              <a:gd name="csY32" fmla="*/ 46071 h 141758"/>
              <a:gd name="csX33" fmla="*/ 40764 w 120505"/>
              <a:gd name="csY33" fmla="*/ 46071 h 141758"/>
              <a:gd name="csX34" fmla="*/ 53167 w 120505"/>
              <a:gd name="csY34" fmla="*/ 33668 h 141758"/>
              <a:gd name="csX35" fmla="*/ 53167 w 120505"/>
              <a:gd name="csY35" fmla="*/ 12404 h 141758"/>
              <a:gd name="csX36" fmla="*/ 40764 w 120505"/>
              <a:gd name="csY36" fmla="*/ 0 h 141758"/>
              <a:gd name="csX37" fmla="*/ 12403 w 120505"/>
              <a:gd name="csY37" fmla="*/ 0 h 141758"/>
            </a:gdLst>
            <a:ahLst/>
            <a:cxnLst/>
            <a:rect l="l" t="t" r="r" b="b"/>
            <a:pathLst>
              <a:path w="100000" h="100000">
                <a:moveTo>
                  <a:pt x="16246" y="0"/>
                </a:moveTo>
                <a:cubicBezTo>
                  <a:pt x="11492" y="0"/>
                  <a:pt x="7496" y="4000"/>
                  <a:pt x="7496" y="8750"/>
                </a:cubicBezTo>
                <a:lnTo>
                  <a:pt x="7496" y="23750"/>
                </a:lnTo>
                <a:cubicBezTo>
                  <a:pt x="7496" y="28500"/>
                  <a:pt x="11492" y="32500"/>
                  <a:pt x="16246" y="32500"/>
                </a:cubicBezTo>
                <a:lnTo>
                  <a:pt x="22499" y="32500"/>
                </a:lnTo>
                <a:lnTo>
                  <a:pt x="22499" y="46251"/>
                </a:lnTo>
                <a:lnTo>
                  <a:pt x="22499" y="78750"/>
                </a:lnTo>
                <a:cubicBezTo>
                  <a:pt x="22499" y="84913"/>
                  <a:pt x="27587" y="90001"/>
                  <a:pt x="33744" y="90001"/>
                </a:cubicBezTo>
                <a:lnTo>
                  <a:pt x="54999" y="90001"/>
                </a:lnTo>
                <a:lnTo>
                  <a:pt x="54999" y="91251"/>
                </a:lnTo>
                <a:cubicBezTo>
                  <a:pt x="54999" y="96001"/>
                  <a:pt x="59008" y="100001"/>
                  <a:pt x="63748" y="100001"/>
                </a:cubicBezTo>
                <a:lnTo>
                  <a:pt x="83755" y="100001"/>
                </a:lnTo>
                <a:cubicBezTo>
                  <a:pt x="88508" y="100001"/>
                  <a:pt x="92504" y="96001"/>
                  <a:pt x="92504" y="91251"/>
                </a:cubicBezTo>
                <a:lnTo>
                  <a:pt x="92504" y="76251"/>
                </a:lnTo>
                <a:cubicBezTo>
                  <a:pt x="92504" y="71500"/>
                  <a:pt x="88508" y="67500"/>
                  <a:pt x="83755" y="67500"/>
                </a:cubicBezTo>
                <a:lnTo>
                  <a:pt x="63748" y="67500"/>
                </a:lnTo>
                <a:cubicBezTo>
                  <a:pt x="59008" y="67500"/>
                  <a:pt x="54999" y="71500"/>
                  <a:pt x="54999" y="76251"/>
                </a:cubicBezTo>
                <a:lnTo>
                  <a:pt x="54999" y="82500"/>
                </a:lnTo>
                <a:lnTo>
                  <a:pt x="33744" y="82500"/>
                </a:lnTo>
                <a:cubicBezTo>
                  <a:pt x="31416" y="82500"/>
                  <a:pt x="29999" y="81090"/>
                  <a:pt x="29999" y="78750"/>
                </a:cubicBezTo>
                <a:lnTo>
                  <a:pt x="29999" y="50001"/>
                </a:lnTo>
                <a:lnTo>
                  <a:pt x="54999" y="50001"/>
                </a:lnTo>
                <a:lnTo>
                  <a:pt x="54999" y="51250"/>
                </a:lnTo>
                <a:cubicBezTo>
                  <a:pt x="54999" y="56001"/>
                  <a:pt x="59008" y="60001"/>
                  <a:pt x="63748" y="60001"/>
                </a:cubicBezTo>
                <a:lnTo>
                  <a:pt x="83755" y="60001"/>
                </a:lnTo>
                <a:cubicBezTo>
                  <a:pt x="88508" y="60001"/>
                  <a:pt x="92504" y="56001"/>
                  <a:pt x="92504" y="51250"/>
                </a:cubicBezTo>
                <a:lnTo>
                  <a:pt x="92504" y="36250"/>
                </a:lnTo>
                <a:cubicBezTo>
                  <a:pt x="92504" y="31500"/>
                  <a:pt x="88508" y="27500"/>
                  <a:pt x="83755" y="27500"/>
                </a:cubicBezTo>
                <a:lnTo>
                  <a:pt x="63748" y="27500"/>
                </a:lnTo>
                <a:cubicBezTo>
                  <a:pt x="59008" y="27500"/>
                  <a:pt x="54999" y="31500"/>
                  <a:pt x="54999" y="36250"/>
                </a:cubicBezTo>
                <a:lnTo>
                  <a:pt x="54999" y="42501"/>
                </a:lnTo>
                <a:lnTo>
                  <a:pt x="29999" y="42501"/>
                </a:lnTo>
                <a:lnTo>
                  <a:pt x="29999" y="32500"/>
                </a:lnTo>
                <a:lnTo>
                  <a:pt x="36252" y="32500"/>
                </a:lnTo>
                <a:cubicBezTo>
                  <a:pt x="41005" y="32500"/>
                  <a:pt x="45002" y="28500"/>
                  <a:pt x="45002" y="23750"/>
                </a:cubicBezTo>
                <a:lnTo>
                  <a:pt x="45002" y="8750"/>
                </a:lnTo>
                <a:cubicBezTo>
                  <a:pt x="45002" y="4000"/>
                  <a:pt x="41005" y="0"/>
                  <a:pt x="36252" y="0"/>
                </a:cubicBezTo>
                <a:lnTo>
                  <a:pt x="16246" y="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1" name="Красный — SVG 60">
            <a:extLst>
              <a:ext uri="{FF2B5EF4-FFF2-40B4-BE49-F238E27FC236}">
                <a16:creationId xmlns:a16="http://schemas.microsoft.com/office/drawing/2014/main" id="{A3CA3975-8DE4-604E-B7E7-EFD4017D6C4F}"/>
              </a:ext>
            </a:extLst>
          </p:cNvPr>
          <p:cNvSpPr>
            <a:spLocks noGrp="1"/>
          </p:cNvSpPr>
          <p:nvPr/>
        </p:nvSpPr>
        <p:spPr>
          <a:xfrm>
            <a:off x="3420000" y="1930000"/>
            <a:ext cx="220000" cy="220000"/>
          </a:xfrm>
          <a:custGeom>
            <a:avLst/>
            <a:gdLst>
              <a:gd name="csX0" fmla="*/ 15950 w 113423"/>
              <a:gd name="csY0" fmla="*/ 0 h 141759"/>
              <a:gd name="csX1" fmla="*/ 0 w 113423"/>
              <a:gd name="csY1" fmla="*/ 15948 h 141759"/>
              <a:gd name="csX2" fmla="*/ 0 w 113423"/>
              <a:gd name="csY2" fmla="*/ 125811 h 141759"/>
              <a:gd name="csX3" fmla="*/ 15950 w 113423"/>
              <a:gd name="csY3" fmla="*/ 141759 h 141759"/>
              <a:gd name="csX4" fmla="*/ 97473 w 113423"/>
              <a:gd name="csY4" fmla="*/ 141759 h 141759"/>
              <a:gd name="csX5" fmla="*/ 113423 w 113423"/>
              <a:gd name="csY5" fmla="*/ 125811 h 141759"/>
              <a:gd name="csX6" fmla="*/ 113423 w 113423"/>
              <a:gd name="csY6" fmla="*/ 56704 h 141759"/>
              <a:gd name="csX7" fmla="*/ 72661 w 113423"/>
              <a:gd name="csY7" fmla="*/ 56704 h 141759"/>
              <a:gd name="csX8" fmla="*/ 56711 w 113423"/>
              <a:gd name="csY8" fmla="*/ 40756 h 141759"/>
              <a:gd name="csX9" fmla="*/ 56711 w 113423"/>
              <a:gd name="csY9" fmla="*/ 0 h 141759"/>
              <a:gd name="csX10" fmla="*/ 15950 w 113423"/>
              <a:gd name="csY10" fmla="*/ 0 h 141759"/>
              <a:gd name="csX11" fmla="*/ 67344 w 113423"/>
              <a:gd name="csY11" fmla="*/ 3115 h 141759"/>
              <a:gd name="csX12" fmla="*/ 67344 w 113423"/>
              <a:gd name="csY12" fmla="*/ 40756 h 141759"/>
              <a:gd name="csX13" fmla="*/ 72661 w 113423"/>
              <a:gd name="csY13" fmla="*/ 46072 h 141759"/>
              <a:gd name="csX14" fmla="*/ 110308 w 113423"/>
              <a:gd name="csY14" fmla="*/ 46072 h 141759"/>
              <a:gd name="csX15" fmla="*/ 67344 w 113423"/>
              <a:gd name="csY15" fmla="*/ 3115 h 141759"/>
              <a:gd name="csX16" fmla="*/ 58484 w 113423"/>
              <a:gd name="csY16" fmla="*/ 67336 h 141759"/>
              <a:gd name="csX17" fmla="*/ 63800 w 113423"/>
              <a:gd name="csY17" fmla="*/ 72652 h 141759"/>
              <a:gd name="csX18" fmla="*/ 63800 w 113423"/>
              <a:gd name="csY18" fmla="*/ 118723 h 141759"/>
              <a:gd name="csX19" fmla="*/ 58484 w 113423"/>
              <a:gd name="csY19" fmla="*/ 124039 h 141759"/>
              <a:gd name="csX20" fmla="*/ 53167 w 113423"/>
              <a:gd name="csY20" fmla="*/ 118723 h 141759"/>
              <a:gd name="csX21" fmla="*/ 53167 w 113423"/>
              <a:gd name="csY21" fmla="*/ 72652 h 141759"/>
              <a:gd name="csX22" fmla="*/ 58484 w 113423"/>
              <a:gd name="csY22" fmla="*/ 67336 h 141759"/>
              <a:gd name="csX23" fmla="*/ 83294 w 113423"/>
              <a:gd name="csY23" fmla="*/ 85056 h 141759"/>
              <a:gd name="csX24" fmla="*/ 88611 w 113423"/>
              <a:gd name="csY24" fmla="*/ 90371 h 141759"/>
              <a:gd name="csX25" fmla="*/ 88611 w 113423"/>
              <a:gd name="csY25" fmla="*/ 118723 h 141759"/>
              <a:gd name="csX26" fmla="*/ 83294 w 113423"/>
              <a:gd name="csY26" fmla="*/ 124039 h 141759"/>
              <a:gd name="csX27" fmla="*/ 77978 w 113423"/>
              <a:gd name="csY27" fmla="*/ 118723 h 141759"/>
              <a:gd name="csX28" fmla="*/ 77978 w 113423"/>
              <a:gd name="csY28" fmla="*/ 90371 h 141759"/>
              <a:gd name="csX29" fmla="*/ 83294 w 113423"/>
              <a:gd name="csY29" fmla="*/ 85056 h 141759"/>
              <a:gd name="csX30" fmla="*/ 33673 w 113423"/>
              <a:gd name="csY30" fmla="*/ 95687 h 141759"/>
              <a:gd name="csX31" fmla="*/ 38990 w 113423"/>
              <a:gd name="csY31" fmla="*/ 101003 h 141759"/>
              <a:gd name="csX32" fmla="*/ 38990 w 113423"/>
              <a:gd name="csY32" fmla="*/ 118723 h 141759"/>
              <a:gd name="csX33" fmla="*/ 33673 w 113423"/>
              <a:gd name="csY33" fmla="*/ 124039 h 141759"/>
              <a:gd name="csX34" fmla="*/ 28356 w 113423"/>
              <a:gd name="csY34" fmla="*/ 118723 h 141759"/>
              <a:gd name="csX35" fmla="*/ 28356 w 113423"/>
              <a:gd name="csY35" fmla="*/ 101003 h 141759"/>
              <a:gd name="csX36" fmla="*/ 33673 w 113423"/>
              <a:gd name="csY36" fmla="*/ 95687 h 141759"/>
            </a:gdLst>
            <a:ahLst/>
            <a:cxnLst/>
            <a:rect l="l" t="t" r="r" b="b"/>
            <a:pathLst>
              <a:path w="100000" h="100000">
                <a:moveTo>
                  <a:pt x="21246" y="0"/>
                </a:moveTo>
                <a:cubicBezTo>
                  <a:pt x="15033" y="0"/>
                  <a:pt x="9994" y="5037"/>
                  <a:pt x="9994" y="11250"/>
                </a:cubicBezTo>
                <a:lnTo>
                  <a:pt x="9994" y="88750"/>
                </a:lnTo>
                <a:cubicBezTo>
                  <a:pt x="9994" y="94963"/>
                  <a:pt x="15033" y="100000"/>
                  <a:pt x="21246" y="100000"/>
                </a:cubicBezTo>
                <a:lnTo>
                  <a:pt x="78754" y="100000"/>
                </a:lnTo>
                <a:cubicBezTo>
                  <a:pt x="84967" y="100000"/>
                  <a:pt x="90006" y="94963"/>
                  <a:pt x="90006" y="88750"/>
                </a:cubicBezTo>
                <a:lnTo>
                  <a:pt x="90006" y="40000"/>
                </a:lnTo>
                <a:lnTo>
                  <a:pt x="61251" y="40000"/>
                </a:lnTo>
                <a:cubicBezTo>
                  <a:pt x="55038" y="40000"/>
                  <a:pt x="50000" y="34963"/>
                  <a:pt x="50000" y="28750"/>
                </a:cubicBezTo>
                <a:lnTo>
                  <a:pt x="50000" y="0"/>
                </a:lnTo>
                <a:lnTo>
                  <a:pt x="21246" y="0"/>
                </a:lnTo>
                <a:close/>
                <a:moveTo>
                  <a:pt x="57500" y="2197"/>
                </a:moveTo>
                <a:lnTo>
                  <a:pt x="57500" y="28750"/>
                </a:lnTo>
                <a:cubicBezTo>
                  <a:pt x="57500" y="30818"/>
                  <a:pt x="59183" y="32500"/>
                  <a:pt x="61251" y="32500"/>
                </a:cubicBezTo>
                <a:lnTo>
                  <a:pt x="87808" y="32500"/>
                </a:lnTo>
                <a:lnTo>
                  <a:pt x="57500" y="2197"/>
                </a:lnTo>
                <a:close/>
                <a:moveTo>
                  <a:pt x="51250" y="47500"/>
                </a:moveTo>
                <a:cubicBezTo>
                  <a:pt x="53320" y="47500"/>
                  <a:pt x="55000" y="49178"/>
                  <a:pt x="55000" y="51250"/>
                </a:cubicBezTo>
                <a:lnTo>
                  <a:pt x="55000" y="83750"/>
                </a:lnTo>
                <a:cubicBezTo>
                  <a:pt x="55000" y="85822"/>
                  <a:pt x="53320" y="87500"/>
                  <a:pt x="51250" y="87500"/>
                </a:cubicBezTo>
                <a:cubicBezTo>
                  <a:pt x="49180" y="87500"/>
                  <a:pt x="47500" y="85822"/>
                  <a:pt x="47500" y="83750"/>
                </a:cubicBezTo>
                <a:lnTo>
                  <a:pt x="47500" y="51250"/>
                </a:lnTo>
                <a:cubicBezTo>
                  <a:pt x="47500" y="49178"/>
                  <a:pt x="49180" y="47500"/>
                  <a:pt x="51250" y="47500"/>
                </a:cubicBezTo>
                <a:close/>
                <a:moveTo>
                  <a:pt x="68752" y="60000"/>
                </a:moveTo>
                <a:cubicBezTo>
                  <a:pt x="70822" y="60000"/>
                  <a:pt x="72503" y="61678"/>
                  <a:pt x="72503" y="63750"/>
                </a:cubicBezTo>
                <a:lnTo>
                  <a:pt x="72503" y="83750"/>
                </a:lnTo>
                <a:cubicBezTo>
                  <a:pt x="72503" y="85822"/>
                  <a:pt x="70822" y="87500"/>
                  <a:pt x="68752" y="87500"/>
                </a:cubicBezTo>
                <a:cubicBezTo>
                  <a:pt x="66681" y="87500"/>
                  <a:pt x="65002" y="85822"/>
                  <a:pt x="65002" y="83750"/>
                </a:cubicBezTo>
                <a:lnTo>
                  <a:pt x="65002" y="63750"/>
                </a:lnTo>
                <a:cubicBezTo>
                  <a:pt x="65002" y="61678"/>
                  <a:pt x="66681" y="60000"/>
                  <a:pt x="68752" y="60000"/>
                </a:cubicBezTo>
                <a:close/>
                <a:moveTo>
                  <a:pt x="33748" y="67500"/>
                </a:moveTo>
                <a:cubicBezTo>
                  <a:pt x="35819" y="67500"/>
                  <a:pt x="37499" y="69177"/>
                  <a:pt x="37499" y="71250"/>
                </a:cubicBezTo>
                <a:lnTo>
                  <a:pt x="37499" y="83750"/>
                </a:lnTo>
                <a:cubicBezTo>
                  <a:pt x="37499" y="85822"/>
                  <a:pt x="35819" y="87500"/>
                  <a:pt x="33748" y="87500"/>
                </a:cubicBezTo>
                <a:cubicBezTo>
                  <a:pt x="31678" y="87500"/>
                  <a:pt x="29997" y="85822"/>
                  <a:pt x="29997" y="83750"/>
                </a:cubicBezTo>
                <a:lnTo>
                  <a:pt x="29997" y="71250"/>
                </a:lnTo>
                <a:cubicBezTo>
                  <a:pt x="29997" y="69177"/>
                  <a:pt x="31678" y="67500"/>
                  <a:pt x="33748" y="675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2" name="Красный — SVG 61">
            <a:extLst>
              <a:ext uri="{FF2B5EF4-FFF2-40B4-BE49-F238E27FC236}">
                <a16:creationId xmlns:a16="http://schemas.microsoft.com/office/drawing/2014/main" id="{A0C082FE-9DA2-CB42-B2DE-EB20B7ADA9E4}"/>
              </a:ext>
            </a:extLst>
          </p:cNvPr>
          <p:cNvSpPr>
            <a:spLocks noGrp="1"/>
          </p:cNvSpPr>
          <p:nvPr/>
        </p:nvSpPr>
        <p:spPr>
          <a:xfrm>
            <a:off x="4020000" y="1930000"/>
            <a:ext cx="220000" cy="220000"/>
          </a:xfrm>
          <a:custGeom>
            <a:avLst/>
            <a:gdLst>
              <a:gd name="csX0" fmla="*/ 74434 w 149020"/>
              <a:gd name="csY0" fmla="*/ 1 h 149035"/>
              <a:gd name="csX1" fmla="*/ 70691 w 149020"/>
              <a:gd name="csY1" fmla="*/ 1615 h 149035"/>
              <a:gd name="csX2" fmla="*/ 69194 w 149020"/>
              <a:gd name="csY2" fmla="*/ 5393 h 149035"/>
              <a:gd name="csX3" fmla="*/ 69194 w 149020"/>
              <a:gd name="csY3" fmla="*/ 10709 h 149035"/>
              <a:gd name="csX4" fmla="*/ 5393 w 149020"/>
              <a:gd name="csY4" fmla="*/ 10709 h 149035"/>
              <a:gd name="csX5" fmla="*/ 3335 w 149020"/>
              <a:gd name="csY5" fmla="*/ 11092 h 149035"/>
              <a:gd name="csX6" fmla="*/ 1582 w 149020"/>
              <a:gd name="csY6" fmla="*/ 12240 h 149035"/>
              <a:gd name="csX7" fmla="*/ 408 w 149020"/>
              <a:gd name="csY7" fmla="*/ 13973 h 149035"/>
              <a:gd name="csX8" fmla="*/ 0 w 149020"/>
              <a:gd name="csY8" fmla="*/ 16025 h 149035"/>
              <a:gd name="csX9" fmla="*/ 408 w 149020"/>
              <a:gd name="csY9" fmla="*/ 18077 h 149035"/>
              <a:gd name="csX10" fmla="*/ 1582 w 149020"/>
              <a:gd name="csY10" fmla="*/ 19812 h 149035"/>
              <a:gd name="csX11" fmla="*/ 3335 w 149020"/>
              <a:gd name="csY11" fmla="*/ 20958 h 149035"/>
              <a:gd name="csX12" fmla="*/ 5393 w 149020"/>
              <a:gd name="csY12" fmla="*/ 21341 h 149035"/>
              <a:gd name="csX13" fmla="*/ 7163 w 149020"/>
              <a:gd name="csY13" fmla="*/ 21341 h 149035"/>
              <a:gd name="csX14" fmla="*/ 7163 w 149020"/>
              <a:gd name="csY14" fmla="*/ 97537 h 149035"/>
              <a:gd name="csX15" fmla="*/ 26660 w 149020"/>
              <a:gd name="csY15" fmla="*/ 117028 h 149035"/>
              <a:gd name="csX16" fmla="*/ 48182 w 149020"/>
              <a:gd name="csY16" fmla="*/ 117028 h 149035"/>
              <a:gd name="csX17" fmla="*/ 36085 w 149020"/>
              <a:gd name="csY17" fmla="*/ 141234 h 149035"/>
              <a:gd name="csX18" fmla="*/ 35490 w 149020"/>
              <a:gd name="csY18" fmla="*/ 143253 h 149035"/>
              <a:gd name="csX19" fmla="*/ 35711 w 149020"/>
              <a:gd name="csY19" fmla="*/ 145345 h 149035"/>
              <a:gd name="csX20" fmla="*/ 36749 w 149020"/>
              <a:gd name="csY20" fmla="*/ 147182 h 149035"/>
              <a:gd name="csX21" fmla="*/ 38399 w 149020"/>
              <a:gd name="csY21" fmla="*/ 148477 h 149035"/>
              <a:gd name="csX22" fmla="*/ 40441 w 149020"/>
              <a:gd name="csY22" fmla="*/ 149025 h 149035"/>
              <a:gd name="csX23" fmla="*/ 42516 w 149020"/>
              <a:gd name="csY23" fmla="*/ 148742 h 149035"/>
              <a:gd name="csX24" fmla="*/ 44337 w 149020"/>
              <a:gd name="csY24" fmla="*/ 147672 h 149035"/>
              <a:gd name="csX25" fmla="*/ 45596 w 149020"/>
              <a:gd name="csY25" fmla="*/ 145983 h 149035"/>
              <a:gd name="csX26" fmla="*/ 60074 w 149020"/>
              <a:gd name="csY26" fmla="*/ 117028 h 149035"/>
              <a:gd name="csX27" fmla="*/ 88946 w 149020"/>
              <a:gd name="csY27" fmla="*/ 117028 h 149035"/>
              <a:gd name="csX28" fmla="*/ 103425 w 149020"/>
              <a:gd name="csY28" fmla="*/ 145983 h 149035"/>
              <a:gd name="csX29" fmla="*/ 104684 w 149020"/>
              <a:gd name="csY29" fmla="*/ 147672 h 149035"/>
              <a:gd name="csX30" fmla="*/ 106487 w 149020"/>
              <a:gd name="csY30" fmla="*/ 148742 h 149035"/>
              <a:gd name="csX31" fmla="*/ 108579 w 149020"/>
              <a:gd name="csY31" fmla="*/ 149025 h 149035"/>
              <a:gd name="csX32" fmla="*/ 110604 w 149020"/>
              <a:gd name="csY32" fmla="*/ 148477 h 149035"/>
              <a:gd name="csX33" fmla="*/ 112271 w 149020"/>
              <a:gd name="csY33" fmla="*/ 147182 h 149035"/>
              <a:gd name="csX34" fmla="*/ 113292 w 149020"/>
              <a:gd name="csY34" fmla="*/ 145345 h 149035"/>
              <a:gd name="csX35" fmla="*/ 113530 w 149020"/>
              <a:gd name="csY35" fmla="*/ 143253 h 149035"/>
              <a:gd name="csX36" fmla="*/ 112935 w 149020"/>
              <a:gd name="csY36" fmla="*/ 141234 h 149035"/>
              <a:gd name="csX37" fmla="*/ 100821 w 149020"/>
              <a:gd name="csY37" fmla="*/ 117028 h 149035"/>
              <a:gd name="csX38" fmla="*/ 122361 w 149020"/>
              <a:gd name="csY38" fmla="*/ 117028 h 149035"/>
              <a:gd name="csX39" fmla="*/ 141858 w 149020"/>
              <a:gd name="csY39" fmla="*/ 97537 h 149035"/>
              <a:gd name="csX40" fmla="*/ 141858 w 149020"/>
              <a:gd name="csY40" fmla="*/ 21341 h 149035"/>
              <a:gd name="csX41" fmla="*/ 143627 w 149020"/>
              <a:gd name="csY41" fmla="*/ 21341 h 149035"/>
              <a:gd name="csX42" fmla="*/ 145686 w 149020"/>
              <a:gd name="csY42" fmla="*/ 20958 h 149035"/>
              <a:gd name="csX43" fmla="*/ 147438 w 149020"/>
              <a:gd name="csY43" fmla="*/ 19812 h 149035"/>
              <a:gd name="csX44" fmla="*/ 148612 w 149020"/>
              <a:gd name="csY44" fmla="*/ 18077 h 149035"/>
              <a:gd name="csX45" fmla="*/ 149020 w 149020"/>
              <a:gd name="csY45" fmla="*/ 16025 h 149035"/>
              <a:gd name="csX46" fmla="*/ 148612 w 149020"/>
              <a:gd name="csY46" fmla="*/ 13973 h 149035"/>
              <a:gd name="csX47" fmla="*/ 147438 w 149020"/>
              <a:gd name="csY47" fmla="*/ 12240 h 149035"/>
              <a:gd name="csX48" fmla="*/ 145686 w 149020"/>
              <a:gd name="csY48" fmla="*/ 11092 h 149035"/>
              <a:gd name="csX49" fmla="*/ 143627 w 149020"/>
              <a:gd name="csY49" fmla="*/ 10709 h 149035"/>
              <a:gd name="csX50" fmla="*/ 79827 w 149020"/>
              <a:gd name="csY50" fmla="*/ 10709 h 149035"/>
              <a:gd name="csX51" fmla="*/ 79827 w 149020"/>
              <a:gd name="csY51" fmla="*/ 5393 h 149035"/>
              <a:gd name="csX52" fmla="*/ 79436 w 149020"/>
              <a:gd name="csY52" fmla="*/ 3316 h 149035"/>
              <a:gd name="csX53" fmla="*/ 78262 w 149020"/>
              <a:gd name="csY53" fmla="*/ 1555 h 149035"/>
              <a:gd name="csX54" fmla="*/ 76509 w 149020"/>
              <a:gd name="csY54" fmla="*/ 388 h 149035"/>
              <a:gd name="csX55" fmla="*/ 74434 w 149020"/>
              <a:gd name="csY55" fmla="*/ 1 h 149035"/>
              <a:gd name="csX56" fmla="*/ 111727 w 149020"/>
              <a:gd name="csY56" fmla="*/ 39061 h 149035"/>
              <a:gd name="csX57" fmla="*/ 115487 w 149020"/>
              <a:gd name="csY57" fmla="*/ 40618 h 149035"/>
              <a:gd name="csX58" fmla="*/ 115487 w 149020"/>
              <a:gd name="csY58" fmla="*/ 48135 h 149035"/>
              <a:gd name="csX59" fmla="*/ 76492 w 149020"/>
              <a:gd name="csY59" fmla="*/ 87120 h 149035"/>
              <a:gd name="csX60" fmla="*/ 72732 w 149020"/>
              <a:gd name="csY60" fmla="*/ 88676 h 149035"/>
              <a:gd name="csX61" fmla="*/ 68972 w 149020"/>
              <a:gd name="csY61" fmla="*/ 87120 h 149035"/>
              <a:gd name="csX62" fmla="*/ 55021 w 149020"/>
              <a:gd name="csY62" fmla="*/ 73159 h 149035"/>
              <a:gd name="csX63" fmla="*/ 41053 w 149020"/>
              <a:gd name="csY63" fmla="*/ 87120 h 149035"/>
              <a:gd name="csX64" fmla="*/ 33533 w 149020"/>
              <a:gd name="csY64" fmla="*/ 87120 h 149035"/>
              <a:gd name="csX65" fmla="*/ 33533 w 149020"/>
              <a:gd name="csY65" fmla="*/ 79602 h 149035"/>
              <a:gd name="csX66" fmla="*/ 51261 w 149020"/>
              <a:gd name="csY66" fmla="*/ 61882 h 149035"/>
              <a:gd name="csX67" fmla="*/ 58781 w 149020"/>
              <a:gd name="csY67" fmla="*/ 61882 h 149035"/>
              <a:gd name="csX68" fmla="*/ 72732 w 149020"/>
              <a:gd name="csY68" fmla="*/ 75845 h 149035"/>
              <a:gd name="csX69" fmla="*/ 107967 w 149020"/>
              <a:gd name="csY69" fmla="*/ 40618 h 149035"/>
              <a:gd name="csX70" fmla="*/ 111727 w 149020"/>
              <a:gd name="csY70" fmla="*/ 39061 h 149035"/>
            </a:gdLst>
            <a:ahLst/>
            <a:cxnLst/>
            <a:rect l="l" t="t" r="r" b="b"/>
            <a:pathLst>
              <a:path w="100000" h="100000">
                <a:moveTo>
                  <a:pt x="49949" y="1"/>
                </a:moveTo>
                <a:cubicBezTo>
                  <a:pt x="49002" y="15"/>
                  <a:pt x="48100" y="405"/>
                  <a:pt x="47438" y="1084"/>
                </a:cubicBezTo>
                <a:cubicBezTo>
                  <a:pt x="46775" y="1761"/>
                  <a:pt x="46422" y="2674"/>
                  <a:pt x="46433" y="3619"/>
                </a:cubicBezTo>
                <a:lnTo>
                  <a:pt x="46433" y="7186"/>
                </a:lnTo>
                <a:lnTo>
                  <a:pt x="3624" y="7186"/>
                </a:lnTo>
                <a:cubicBezTo>
                  <a:pt x="3156" y="7179"/>
                  <a:pt x="2676" y="7267"/>
                  <a:pt x="2243" y="7443"/>
                </a:cubicBezTo>
                <a:cubicBezTo>
                  <a:pt x="1809" y="7619"/>
                  <a:pt x="1409" y="7881"/>
                  <a:pt x="1067" y="8213"/>
                </a:cubicBezTo>
                <a:cubicBezTo>
                  <a:pt x="736" y="8544"/>
                  <a:pt x="462" y="8940"/>
                  <a:pt x="279" y="9376"/>
                </a:cubicBezTo>
                <a:cubicBezTo>
                  <a:pt x="96" y="9812"/>
                  <a:pt x="5" y="10280"/>
                  <a:pt x="5" y="10753"/>
                </a:cubicBezTo>
                <a:cubicBezTo>
                  <a:pt x="5" y="11225"/>
                  <a:pt x="96" y="11693"/>
                  <a:pt x="279" y="12129"/>
                </a:cubicBezTo>
                <a:cubicBezTo>
                  <a:pt x="462" y="12565"/>
                  <a:pt x="736" y="12961"/>
                  <a:pt x="1067" y="13294"/>
                </a:cubicBezTo>
                <a:cubicBezTo>
                  <a:pt x="1409" y="13624"/>
                  <a:pt x="1809" y="13887"/>
                  <a:pt x="2243" y="14062"/>
                </a:cubicBezTo>
                <a:cubicBezTo>
                  <a:pt x="2676" y="14238"/>
                  <a:pt x="3156" y="14326"/>
                  <a:pt x="3624" y="14319"/>
                </a:cubicBezTo>
                <a:lnTo>
                  <a:pt x="4811" y="14319"/>
                </a:lnTo>
                <a:lnTo>
                  <a:pt x="4811" y="65446"/>
                </a:lnTo>
                <a:cubicBezTo>
                  <a:pt x="4811" y="72658"/>
                  <a:pt x="10678" y="78524"/>
                  <a:pt x="17893" y="78524"/>
                </a:cubicBezTo>
                <a:lnTo>
                  <a:pt x="32334" y="78524"/>
                </a:lnTo>
                <a:lnTo>
                  <a:pt x="24217" y="94766"/>
                </a:lnTo>
                <a:cubicBezTo>
                  <a:pt x="23989" y="95186"/>
                  <a:pt x="23852" y="95647"/>
                  <a:pt x="23818" y="96120"/>
                </a:cubicBezTo>
                <a:cubicBezTo>
                  <a:pt x="23773" y="96594"/>
                  <a:pt x="23830" y="97071"/>
                  <a:pt x="23967" y="97524"/>
                </a:cubicBezTo>
                <a:cubicBezTo>
                  <a:pt x="24115" y="97977"/>
                  <a:pt x="24355" y="98396"/>
                  <a:pt x="24663" y="98757"/>
                </a:cubicBezTo>
                <a:cubicBezTo>
                  <a:pt x="24971" y="99118"/>
                  <a:pt x="25348" y="99413"/>
                  <a:pt x="25770" y="99626"/>
                </a:cubicBezTo>
                <a:cubicBezTo>
                  <a:pt x="26204" y="99838"/>
                  <a:pt x="26661" y="99963"/>
                  <a:pt x="27140" y="99993"/>
                </a:cubicBezTo>
                <a:cubicBezTo>
                  <a:pt x="27609" y="100024"/>
                  <a:pt x="28088" y="99960"/>
                  <a:pt x="28533" y="99803"/>
                </a:cubicBezTo>
                <a:cubicBezTo>
                  <a:pt x="28989" y="99648"/>
                  <a:pt x="29401" y="99404"/>
                  <a:pt x="29754" y="99085"/>
                </a:cubicBezTo>
                <a:cubicBezTo>
                  <a:pt x="30108" y="98767"/>
                  <a:pt x="30394" y="98382"/>
                  <a:pt x="30599" y="97952"/>
                </a:cubicBezTo>
                <a:lnTo>
                  <a:pt x="40314" y="78524"/>
                </a:lnTo>
                <a:lnTo>
                  <a:pt x="59686" y="78524"/>
                </a:lnTo>
                <a:lnTo>
                  <a:pt x="69401" y="97952"/>
                </a:lnTo>
                <a:cubicBezTo>
                  <a:pt x="69607" y="98382"/>
                  <a:pt x="69892" y="98767"/>
                  <a:pt x="70246" y="99085"/>
                </a:cubicBezTo>
                <a:cubicBezTo>
                  <a:pt x="70600" y="99404"/>
                  <a:pt x="71011" y="99648"/>
                  <a:pt x="71456" y="99803"/>
                </a:cubicBezTo>
                <a:cubicBezTo>
                  <a:pt x="71912" y="99960"/>
                  <a:pt x="72381" y="100024"/>
                  <a:pt x="72860" y="99993"/>
                </a:cubicBezTo>
                <a:cubicBezTo>
                  <a:pt x="73339" y="99963"/>
                  <a:pt x="73796" y="99838"/>
                  <a:pt x="74218" y="99626"/>
                </a:cubicBezTo>
                <a:cubicBezTo>
                  <a:pt x="74653" y="99413"/>
                  <a:pt x="75029" y="99118"/>
                  <a:pt x="75337" y="98757"/>
                </a:cubicBezTo>
                <a:cubicBezTo>
                  <a:pt x="75646" y="98396"/>
                  <a:pt x="75885" y="97977"/>
                  <a:pt x="76022" y="97524"/>
                </a:cubicBezTo>
                <a:cubicBezTo>
                  <a:pt x="76170" y="97071"/>
                  <a:pt x="76228" y="96594"/>
                  <a:pt x="76182" y="96120"/>
                </a:cubicBezTo>
                <a:cubicBezTo>
                  <a:pt x="76148" y="95647"/>
                  <a:pt x="76011" y="95186"/>
                  <a:pt x="75783" y="94766"/>
                </a:cubicBezTo>
                <a:lnTo>
                  <a:pt x="67654" y="78524"/>
                </a:lnTo>
                <a:lnTo>
                  <a:pt x="82107" y="78524"/>
                </a:lnTo>
                <a:cubicBezTo>
                  <a:pt x="89322" y="78524"/>
                  <a:pt x="95189" y="72658"/>
                  <a:pt x="95189" y="65446"/>
                </a:cubicBezTo>
                <a:lnTo>
                  <a:pt x="95189" y="14319"/>
                </a:lnTo>
                <a:lnTo>
                  <a:pt x="96376" y="14319"/>
                </a:lnTo>
                <a:cubicBezTo>
                  <a:pt x="96845" y="14326"/>
                  <a:pt x="97312" y="14238"/>
                  <a:pt x="97758" y="14062"/>
                </a:cubicBezTo>
                <a:cubicBezTo>
                  <a:pt x="98191" y="13887"/>
                  <a:pt x="98591" y="13624"/>
                  <a:pt x="98933" y="13294"/>
                </a:cubicBezTo>
                <a:cubicBezTo>
                  <a:pt x="99265" y="12961"/>
                  <a:pt x="99539" y="12565"/>
                  <a:pt x="99721" y="12129"/>
                </a:cubicBezTo>
                <a:cubicBezTo>
                  <a:pt x="99904" y="11693"/>
                  <a:pt x="99995" y="11225"/>
                  <a:pt x="99995" y="10753"/>
                </a:cubicBezTo>
                <a:cubicBezTo>
                  <a:pt x="99995" y="10280"/>
                  <a:pt x="99904" y="9812"/>
                  <a:pt x="99721" y="9376"/>
                </a:cubicBezTo>
                <a:cubicBezTo>
                  <a:pt x="99539" y="8940"/>
                  <a:pt x="99265" y="8544"/>
                  <a:pt x="98933" y="8213"/>
                </a:cubicBezTo>
                <a:cubicBezTo>
                  <a:pt x="98591" y="7881"/>
                  <a:pt x="98191" y="7619"/>
                  <a:pt x="97758" y="7443"/>
                </a:cubicBezTo>
                <a:cubicBezTo>
                  <a:pt x="97312" y="7267"/>
                  <a:pt x="96845" y="7179"/>
                  <a:pt x="96376" y="7186"/>
                </a:cubicBezTo>
                <a:lnTo>
                  <a:pt x="53568" y="7186"/>
                </a:lnTo>
                <a:lnTo>
                  <a:pt x="53568" y="3619"/>
                </a:lnTo>
                <a:cubicBezTo>
                  <a:pt x="53579" y="3142"/>
                  <a:pt x="53488" y="2668"/>
                  <a:pt x="53305" y="2225"/>
                </a:cubicBezTo>
                <a:cubicBezTo>
                  <a:pt x="53122" y="1783"/>
                  <a:pt x="52860" y="1382"/>
                  <a:pt x="52518" y="1043"/>
                </a:cubicBezTo>
                <a:cubicBezTo>
                  <a:pt x="52186" y="706"/>
                  <a:pt x="51775" y="439"/>
                  <a:pt x="51341" y="260"/>
                </a:cubicBezTo>
                <a:cubicBezTo>
                  <a:pt x="50896" y="81"/>
                  <a:pt x="50417" y="-7"/>
                  <a:pt x="49949" y="1"/>
                </a:cubicBezTo>
                <a:close/>
                <a:moveTo>
                  <a:pt x="74972" y="26209"/>
                </a:moveTo>
                <a:cubicBezTo>
                  <a:pt x="75885" y="26209"/>
                  <a:pt x="76798" y="26558"/>
                  <a:pt x="77495" y="27254"/>
                </a:cubicBezTo>
                <a:cubicBezTo>
                  <a:pt x="78888" y="28648"/>
                  <a:pt x="78888" y="30904"/>
                  <a:pt x="77495" y="32298"/>
                </a:cubicBezTo>
                <a:lnTo>
                  <a:pt x="51330" y="58456"/>
                </a:lnTo>
                <a:cubicBezTo>
                  <a:pt x="50633" y="59152"/>
                  <a:pt x="49720" y="59500"/>
                  <a:pt x="48807" y="59500"/>
                </a:cubicBezTo>
                <a:cubicBezTo>
                  <a:pt x="47894" y="59500"/>
                  <a:pt x="46981" y="59152"/>
                  <a:pt x="46284" y="58456"/>
                </a:cubicBezTo>
                <a:lnTo>
                  <a:pt x="36923" y="49088"/>
                </a:lnTo>
                <a:lnTo>
                  <a:pt x="27551" y="58456"/>
                </a:lnTo>
                <a:cubicBezTo>
                  <a:pt x="26159" y="59850"/>
                  <a:pt x="23898" y="59850"/>
                  <a:pt x="22505" y="58456"/>
                </a:cubicBezTo>
                <a:cubicBezTo>
                  <a:pt x="21113" y="57064"/>
                  <a:pt x="21113" y="54803"/>
                  <a:pt x="22505" y="53412"/>
                </a:cubicBezTo>
                <a:lnTo>
                  <a:pt x="34400" y="41522"/>
                </a:lnTo>
                <a:cubicBezTo>
                  <a:pt x="35793" y="40128"/>
                  <a:pt x="38042" y="40128"/>
                  <a:pt x="39446" y="41522"/>
                </a:cubicBezTo>
                <a:lnTo>
                  <a:pt x="48807" y="50891"/>
                </a:lnTo>
                <a:lnTo>
                  <a:pt x="72449" y="27254"/>
                </a:lnTo>
                <a:cubicBezTo>
                  <a:pt x="73146" y="26558"/>
                  <a:pt x="74059" y="26209"/>
                  <a:pt x="74972" y="2620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3" name="Красный — SVG 62">
            <a:extLst>
              <a:ext uri="{FF2B5EF4-FFF2-40B4-BE49-F238E27FC236}">
                <a16:creationId xmlns:a16="http://schemas.microsoft.com/office/drawing/2014/main" id="{E9777E50-04C2-3D43-B5D1-5CB325A9BEFD}"/>
              </a:ext>
            </a:extLst>
          </p:cNvPr>
          <p:cNvSpPr>
            <a:spLocks noGrp="1"/>
          </p:cNvSpPr>
          <p:nvPr/>
        </p:nvSpPr>
        <p:spPr>
          <a:xfrm>
            <a:off x="4620000" y="1930000"/>
            <a:ext cx="220000" cy="220000"/>
          </a:xfrm>
          <a:custGeom>
            <a:avLst/>
            <a:gdLst>
              <a:gd name="csX0" fmla="*/ 15950 w 134686"/>
              <a:gd name="csY0" fmla="*/ 0 h 148847"/>
              <a:gd name="csX1" fmla="*/ 0 w 134686"/>
              <a:gd name="csY1" fmla="*/ 15948 h 148847"/>
              <a:gd name="csX2" fmla="*/ 0 w 134686"/>
              <a:gd name="csY2" fmla="*/ 125811 h 148847"/>
              <a:gd name="csX3" fmla="*/ 15950 w 134686"/>
              <a:gd name="csY3" fmla="*/ 141759 h 148847"/>
              <a:gd name="csX4" fmla="*/ 88611 w 134686"/>
              <a:gd name="csY4" fmla="*/ 141759 h 148847"/>
              <a:gd name="csX5" fmla="*/ 88611 w 134686"/>
              <a:gd name="csY5" fmla="*/ 141579 h 148847"/>
              <a:gd name="csX6" fmla="*/ 56711 w 134686"/>
              <a:gd name="csY6" fmla="*/ 106319 h 148847"/>
              <a:gd name="csX7" fmla="*/ 92157 w 134686"/>
              <a:gd name="csY7" fmla="*/ 70880 h 148847"/>
              <a:gd name="csX8" fmla="*/ 113423 w 134686"/>
              <a:gd name="csY8" fmla="*/ 78037 h 148847"/>
              <a:gd name="csX9" fmla="*/ 113423 w 134686"/>
              <a:gd name="csY9" fmla="*/ 56704 h 148847"/>
              <a:gd name="csX10" fmla="*/ 72661 w 134686"/>
              <a:gd name="csY10" fmla="*/ 56704 h 148847"/>
              <a:gd name="csX11" fmla="*/ 56711 w 134686"/>
              <a:gd name="csY11" fmla="*/ 40756 h 148847"/>
              <a:gd name="csX12" fmla="*/ 56711 w 134686"/>
              <a:gd name="csY12" fmla="*/ 0 h 148847"/>
              <a:gd name="csX13" fmla="*/ 15950 w 134686"/>
              <a:gd name="csY13" fmla="*/ 0 h 148847"/>
              <a:gd name="csX14" fmla="*/ 67344 w 134686"/>
              <a:gd name="csY14" fmla="*/ 3115 h 148847"/>
              <a:gd name="csX15" fmla="*/ 67344 w 134686"/>
              <a:gd name="csY15" fmla="*/ 40756 h 148847"/>
              <a:gd name="csX16" fmla="*/ 72661 w 134686"/>
              <a:gd name="csY16" fmla="*/ 46072 h 148847"/>
              <a:gd name="csX17" fmla="*/ 110308 w 134686"/>
              <a:gd name="csY17" fmla="*/ 46072 h 148847"/>
              <a:gd name="csX18" fmla="*/ 67344 w 134686"/>
              <a:gd name="csY18" fmla="*/ 3115 h 148847"/>
              <a:gd name="csX19" fmla="*/ 92157 w 134686"/>
              <a:gd name="csY19" fmla="*/ 77968 h 148847"/>
              <a:gd name="csX20" fmla="*/ 63800 w 134686"/>
              <a:gd name="csY20" fmla="*/ 106319 h 148847"/>
              <a:gd name="csX21" fmla="*/ 92157 w 134686"/>
              <a:gd name="csY21" fmla="*/ 134671 h 148847"/>
              <a:gd name="csX22" fmla="*/ 108078 w 134686"/>
              <a:gd name="csY22" fmla="*/ 129757 h 148847"/>
              <a:gd name="csX23" fmla="*/ 125613 w 134686"/>
              <a:gd name="csY23" fmla="*/ 147290 h 148847"/>
              <a:gd name="csX24" fmla="*/ 129373 w 134686"/>
              <a:gd name="csY24" fmla="*/ 148847 h 148847"/>
              <a:gd name="csX25" fmla="*/ 133130 w 134686"/>
              <a:gd name="csY25" fmla="*/ 147290 h 148847"/>
              <a:gd name="csX26" fmla="*/ 133130 w 134686"/>
              <a:gd name="csY26" fmla="*/ 139773 h 148847"/>
              <a:gd name="csX27" fmla="*/ 115603 w 134686"/>
              <a:gd name="csY27" fmla="*/ 122240 h 148847"/>
              <a:gd name="csX28" fmla="*/ 120511 w 134686"/>
              <a:gd name="csY28" fmla="*/ 106319 h 148847"/>
              <a:gd name="csX29" fmla="*/ 92157 w 134686"/>
              <a:gd name="csY29" fmla="*/ 77968 h 148847"/>
              <a:gd name="csX30" fmla="*/ 92157 w 134686"/>
              <a:gd name="csY30" fmla="*/ 88599 h 148847"/>
              <a:gd name="csX31" fmla="*/ 109878 w 134686"/>
              <a:gd name="csY31" fmla="*/ 106319 h 148847"/>
              <a:gd name="csX32" fmla="*/ 92157 w 134686"/>
              <a:gd name="csY32" fmla="*/ 124039 h 148847"/>
              <a:gd name="csX33" fmla="*/ 74434 w 134686"/>
              <a:gd name="csY33" fmla="*/ 106319 h 148847"/>
              <a:gd name="csX34" fmla="*/ 92157 w 134686"/>
              <a:gd name="csY34" fmla="*/ 88599 h 148847"/>
            </a:gdLst>
            <a:ahLst/>
            <a:cxnLst/>
            <a:rect l="l" t="t" r="r" b="b"/>
            <a:pathLst>
              <a:path w="100000" h="100000">
                <a:moveTo>
                  <a:pt x="15473" y="0"/>
                </a:moveTo>
                <a:cubicBezTo>
                  <a:pt x="9565" y="0"/>
                  <a:pt x="4757" y="4807"/>
                  <a:pt x="4757" y="10714"/>
                </a:cubicBezTo>
                <a:lnTo>
                  <a:pt x="4757" y="84524"/>
                </a:lnTo>
                <a:cubicBezTo>
                  <a:pt x="4757" y="90431"/>
                  <a:pt x="9565" y="95238"/>
                  <a:pt x="15473" y="95238"/>
                </a:cubicBezTo>
                <a:lnTo>
                  <a:pt x="64288" y="95238"/>
                </a:lnTo>
                <a:lnTo>
                  <a:pt x="64288" y="95117"/>
                </a:lnTo>
                <a:cubicBezTo>
                  <a:pt x="52273" y="93920"/>
                  <a:pt x="42857" y="83752"/>
                  <a:pt x="42857" y="71428"/>
                </a:cubicBezTo>
                <a:cubicBezTo>
                  <a:pt x="42857" y="58300"/>
                  <a:pt x="53540" y="47619"/>
                  <a:pt x="66671" y="47619"/>
                </a:cubicBezTo>
                <a:cubicBezTo>
                  <a:pt x="72035" y="47619"/>
                  <a:pt x="76971" y="49425"/>
                  <a:pt x="80958" y="52428"/>
                </a:cubicBezTo>
                <a:lnTo>
                  <a:pt x="80958" y="38095"/>
                </a:lnTo>
                <a:lnTo>
                  <a:pt x="53573" y="38095"/>
                </a:lnTo>
                <a:cubicBezTo>
                  <a:pt x="47665" y="38095"/>
                  <a:pt x="42857" y="33288"/>
                  <a:pt x="42857" y="27381"/>
                </a:cubicBezTo>
                <a:lnTo>
                  <a:pt x="42857" y="0"/>
                </a:lnTo>
                <a:lnTo>
                  <a:pt x="15473" y="0"/>
                </a:lnTo>
                <a:close/>
                <a:moveTo>
                  <a:pt x="50001" y="2093"/>
                </a:moveTo>
                <a:lnTo>
                  <a:pt x="50001" y="27381"/>
                </a:lnTo>
                <a:cubicBezTo>
                  <a:pt x="50001" y="29350"/>
                  <a:pt x="51603" y="30953"/>
                  <a:pt x="53573" y="30953"/>
                </a:cubicBezTo>
                <a:lnTo>
                  <a:pt x="78865" y="30953"/>
                </a:lnTo>
                <a:lnTo>
                  <a:pt x="50001" y="2093"/>
                </a:lnTo>
                <a:close/>
                <a:moveTo>
                  <a:pt x="66671" y="52381"/>
                </a:moveTo>
                <a:cubicBezTo>
                  <a:pt x="56166" y="52381"/>
                  <a:pt x="47620" y="60926"/>
                  <a:pt x="47620" y="71428"/>
                </a:cubicBezTo>
                <a:cubicBezTo>
                  <a:pt x="47620" y="81931"/>
                  <a:pt x="56166" y="90476"/>
                  <a:pt x="66671" y="90476"/>
                </a:cubicBezTo>
                <a:cubicBezTo>
                  <a:pt x="70635" y="90476"/>
                  <a:pt x="74315" y="89255"/>
                  <a:pt x="77367" y="87175"/>
                </a:cubicBezTo>
                <a:lnTo>
                  <a:pt x="89148" y="98954"/>
                </a:lnTo>
                <a:cubicBezTo>
                  <a:pt x="89846" y="99654"/>
                  <a:pt x="90759" y="100000"/>
                  <a:pt x="91674" y="100000"/>
                </a:cubicBezTo>
                <a:cubicBezTo>
                  <a:pt x="92588" y="100000"/>
                  <a:pt x="93502" y="99651"/>
                  <a:pt x="94198" y="98954"/>
                </a:cubicBezTo>
                <a:cubicBezTo>
                  <a:pt x="95592" y="97559"/>
                  <a:pt x="95592" y="95299"/>
                  <a:pt x="94198" y="93904"/>
                </a:cubicBezTo>
                <a:lnTo>
                  <a:pt x="82423" y="82125"/>
                </a:lnTo>
                <a:cubicBezTo>
                  <a:pt x="84502" y="79072"/>
                  <a:pt x="85720" y="75393"/>
                  <a:pt x="85720" y="71428"/>
                </a:cubicBezTo>
                <a:cubicBezTo>
                  <a:pt x="85720" y="60926"/>
                  <a:pt x="77174" y="52381"/>
                  <a:pt x="66671" y="52381"/>
                </a:cubicBezTo>
                <a:close/>
                <a:moveTo>
                  <a:pt x="66671" y="59524"/>
                </a:moveTo>
                <a:cubicBezTo>
                  <a:pt x="73235" y="59524"/>
                  <a:pt x="78576" y="64865"/>
                  <a:pt x="78576" y="71428"/>
                </a:cubicBezTo>
                <a:cubicBezTo>
                  <a:pt x="78576" y="77993"/>
                  <a:pt x="73235" y="83333"/>
                  <a:pt x="66671" y="83333"/>
                </a:cubicBezTo>
                <a:cubicBezTo>
                  <a:pt x="60105" y="83333"/>
                  <a:pt x="54764" y="77993"/>
                  <a:pt x="54764" y="71428"/>
                </a:cubicBezTo>
                <a:cubicBezTo>
                  <a:pt x="54764" y="64865"/>
                  <a:pt x="60105" y="59524"/>
                  <a:pt x="66671" y="5952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4" name="Красный — SVG 63">
            <a:extLst>
              <a:ext uri="{FF2B5EF4-FFF2-40B4-BE49-F238E27FC236}">
                <a16:creationId xmlns:a16="http://schemas.microsoft.com/office/drawing/2014/main" id="{5662DAC4-F3C6-7648-A997-2F99A627356E}"/>
              </a:ext>
            </a:extLst>
          </p:cNvPr>
          <p:cNvSpPr>
            <a:spLocks noGrp="1"/>
          </p:cNvSpPr>
          <p:nvPr/>
        </p:nvSpPr>
        <p:spPr>
          <a:xfrm>
            <a:off x="5220000" y="1930000"/>
            <a:ext cx="220000" cy="220000"/>
          </a:xfrm>
          <a:custGeom>
            <a:avLst/>
            <a:gdLst>
              <a:gd name="csX0" fmla="*/ 15942 w 131139"/>
              <a:gd name="csY0" fmla="*/ 0 h 148848"/>
              <a:gd name="csX1" fmla="*/ 0 w 131139"/>
              <a:gd name="csY1" fmla="*/ 15948 h 148848"/>
              <a:gd name="csX2" fmla="*/ 0 w 131139"/>
              <a:gd name="csY2" fmla="*/ 125811 h 148848"/>
              <a:gd name="csX3" fmla="*/ 15942 w 131139"/>
              <a:gd name="csY3" fmla="*/ 141759 h 148848"/>
              <a:gd name="csX4" fmla="*/ 85067 w 131139"/>
              <a:gd name="csY4" fmla="*/ 141759 h 148848"/>
              <a:gd name="csX5" fmla="*/ 85067 w 131139"/>
              <a:gd name="csY5" fmla="*/ 133571 h 148848"/>
              <a:gd name="csX6" fmla="*/ 74434 w 131139"/>
              <a:gd name="csY6" fmla="*/ 109863 h 148848"/>
              <a:gd name="csX7" fmla="*/ 106334 w 131139"/>
              <a:gd name="csY7" fmla="*/ 77968 h 148848"/>
              <a:gd name="csX8" fmla="*/ 113428 w 131139"/>
              <a:gd name="csY8" fmla="*/ 78791 h 148848"/>
              <a:gd name="csX9" fmla="*/ 113428 w 131139"/>
              <a:gd name="csY9" fmla="*/ 56704 h 148848"/>
              <a:gd name="csX10" fmla="*/ 72664 w 131139"/>
              <a:gd name="csY10" fmla="*/ 56704 h 148848"/>
              <a:gd name="csX11" fmla="*/ 56706 w 131139"/>
              <a:gd name="csY11" fmla="*/ 40756 h 148848"/>
              <a:gd name="csX12" fmla="*/ 56706 w 131139"/>
              <a:gd name="csY12" fmla="*/ 0 h 148848"/>
              <a:gd name="csX13" fmla="*/ 15942 w 131139"/>
              <a:gd name="csY13" fmla="*/ 0 h 148848"/>
              <a:gd name="csX14" fmla="*/ 67339 w 131139"/>
              <a:gd name="csY14" fmla="*/ 3115 h 148848"/>
              <a:gd name="csX15" fmla="*/ 67339 w 131139"/>
              <a:gd name="csY15" fmla="*/ 40756 h 148848"/>
              <a:gd name="csX16" fmla="*/ 72664 w 131139"/>
              <a:gd name="csY16" fmla="*/ 46072 h 148848"/>
              <a:gd name="csX17" fmla="*/ 110315 w 131139"/>
              <a:gd name="csY17" fmla="*/ 46072 h 148848"/>
              <a:gd name="csX18" fmla="*/ 67339 w 131139"/>
              <a:gd name="csY18" fmla="*/ 3115 h 148848"/>
              <a:gd name="csX19" fmla="*/ 30131 w 131139"/>
              <a:gd name="csY19" fmla="*/ 74424 h 148848"/>
              <a:gd name="csX20" fmla="*/ 76203 w 131139"/>
              <a:gd name="csY20" fmla="*/ 74424 h 148848"/>
              <a:gd name="csX21" fmla="*/ 81528 w 131139"/>
              <a:gd name="csY21" fmla="*/ 79740 h 148848"/>
              <a:gd name="csX22" fmla="*/ 76203 w 131139"/>
              <a:gd name="csY22" fmla="*/ 85056 h 148848"/>
              <a:gd name="csX23" fmla="*/ 30131 w 131139"/>
              <a:gd name="csY23" fmla="*/ 85056 h 148848"/>
              <a:gd name="csX24" fmla="*/ 24806 w 131139"/>
              <a:gd name="csY24" fmla="*/ 79740 h 148848"/>
              <a:gd name="csX25" fmla="*/ 30131 w 131139"/>
              <a:gd name="csY25" fmla="*/ 74424 h 148848"/>
              <a:gd name="csX26" fmla="*/ 106334 w 131139"/>
              <a:gd name="csY26" fmla="*/ 85056 h 148848"/>
              <a:gd name="csX27" fmla="*/ 81528 w 131139"/>
              <a:gd name="csY27" fmla="*/ 109863 h 148848"/>
              <a:gd name="csX28" fmla="*/ 92162 w 131139"/>
              <a:gd name="csY28" fmla="*/ 130172 h 148848"/>
              <a:gd name="csX29" fmla="*/ 92162 w 131139"/>
              <a:gd name="csY29" fmla="*/ 143531 h 148848"/>
              <a:gd name="csX30" fmla="*/ 94799 w 131139"/>
              <a:gd name="csY30" fmla="*/ 148127 h 148848"/>
              <a:gd name="csX31" fmla="*/ 100107 w 131139"/>
              <a:gd name="csY31" fmla="*/ 148148 h 148848"/>
              <a:gd name="csX32" fmla="*/ 106334 w 131139"/>
              <a:gd name="csY32" fmla="*/ 144590 h 148848"/>
              <a:gd name="csX33" fmla="*/ 112561 w 131139"/>
              <a:gd name="csY33" fmla="*/ 148148 h 148848"/>
              <a:gd name="csX34" fmla="*/ 115198 w 131139"/>
              <a:gd name="csY34" fmla="*/ 148847 h 148848"/>
              <a:gd name="csX35" fmla="*/ 117869 w 131139"/>
              <a:gd name="csY35" fmla="*/ 148127 h 148848"/>
              <a:gd name="csX36" fmla="*/ 120506 w 131139"/>
              <a:gd name="csY36" fmla="*/ 143531 h 148848"/>
              <a:gd name="csX37" fmla="*/ 120506 w 131139"/>
              <a:gd name="csY37" fmla="*/ 130172 h 148848"/>
              <a:gd name="csX38" fmla="*/ 131139 w 131139"/>
              <a:gd name="csY38" fmla="*/ 109863 h 148848"/>
              <a:gd name="csX39" fmla="*/ 106334 w 131139"/>
              <a:gd name="csY39" fmla="*/ 85056 h 148848"/>
              <a:gd name="csX40" fmla="*/ 106334 w 131139"/>
              <a:gd name="csY40" fmla="*/ 95687 h 148848"/>
              <a:gd name="csX41" fmla="*/ 120506 w 131139"/>
              <a:gd name="csY41" fmla="*/ 109863 h 148848"/>
              <a:gd name="csX42" fmla="*/ 106334 w 131139"/>
              <a:gd name="csY42" fmla="*/ 124039 h 148848"/>
              <a:gd name="csX43" fmla="*/ 92162 w 131139"/>
              <a:gd name="csY43" fmla="*/ 109863 h 148848"/>
              <a:gd name="csX44" fmla="*/ 106334 w 131139"/>
              <a:gd name="csY44" fmla="*/ 95687 h 148848"/>
              <a:gd name="csX45" fmla="*/ 30131 w 131139"/>
              <a:gd name="csY45" fmla="*/ 99231 h 148848"/>
              <a:gd name="csX46" fmla="*/ 62031 w 131139"/>
              <a:gd name="csY46" fmla="*/ 99231 h 148848"/>
              <a:gd name="csX47" fmla="*/ 67339 w 131139"/>
              <a:gd name="csY47" fmla="*/ 104547 h 148848"/>
              <a:gd name="csX48" fmla="*/ 62031 w 131139"/>
              <a:gd name="csY48" fmla="*/ 109863 h 148848"/>
              <a:gd name="csX49" fmla="*/ 30131 w 131139"/>
              <a:gd name="csY49" fmla="*/ 109863 h 148848"/>
              <a:gd name="csX50" fmla="*/ 24806 w 131139"/>
              <a:gd name="csY50" fmla="*/ 104547 h 148848"/>
              <a:gd name="csX51" fmla="*/ 30131 w 131139"/>
              <a:gd name="csY51" fmla="*/ 99231 h 148848"/>
            </a:gdLst>
            <a:ahLst/>
            <a:cxnLst/>
            <a:rect l="l" t="t" r="r" b="b"/>
            <a:pathLst>
              <a:path w="100000" h="100000">
                <a:moveTo>
                  <a:pt x="16659" y="0"/>
                </a:moveTo>
                <a:cubicBezTo>
                  <a:pt x="10761" y="0"/>
                  <a:pt x="5949" y="4807"/>
                  <a:pt x="5949" y="10714"/>
                </a:cubicBezTo>
                <a:lnTo>
                  <a:pt x="5949" y="84523"/>
                </a:lnTo>
                <a:cubicBezTo>
                  <a:pt x="5949" y="90431"/>
                  <a:pt x="10761" y="95237"/>
                  <a:pt x="16659" y="95237"/>
                </a:cubicBezTo>
                <a:lnTo>
                  <a:pt x="63099" y="95237"/>
                </a:lnTo>
                <a:lnTo>
                  <a:pt x="63099" y="89737"/>
                </a:lnTo>
                <a:cubicBezTo>
                  <a:pt x="58721" y="85810"/>
                  <a:pt x="55955" y="80133"/>
                  <a:pt x="55955" y="73809"/>
                </a:cubicBezTo>
                <a:cubicBezTo>
                  <a:pt x="55955" y="61995"/>
                  <a:pt x="65568" y="52381"/>
                  <a:pt x="77387" y="52381"/>
                </a:cubicBezTo>
                <a:cubicBezTo>
                  <a:pt x="79021" y="52381"/>
                  <a:pt x="80610" y="52584"/>
                  <a:pt x="82153" y="52934"/>
                </a:cubicBezTo>
                <a:lnTo>
                  <a:pt x="82153" y="38095"/>
                </a:lnTo>
                <a:lnTo>
                  <a:pt x="54766" y="38095"/>
                </a:lnTo>
                <a:cubicBezTo>
                  <a:pt x="48857" y="38095"/>
                  <a:pt x="44045" y="33288"/>
                  <a:pt x="44045" y="27381"/>
                </a:cubicBezTo>
                <a:lnTo>
                  <a:pt x="44045" y="0"/>
                </a:lnTo>
                <a:lnTo>
                  <a:pt x="16659" y="0"/>
                </a:lnTo>
                <a:close/>
                <a:moveTo>
                  <a:pt x="51189" y="2093"/>
                </a:moveTo>
                <a:lnTo>
                  <a:pt x="51189" y="27381"/>
                </a:lnTo>
                <a:cubicBezTo>
                  <a:pt x="51189" y="29350"/>
                  <a:pt x="52801" y="30952"/>
                  <a:pt x="54766" y="30952"/>
                </a:cubicBezTo>
                <a:lnTo>
                  <a:pt x="80061" y="30952"/>
                </a:lnTo>
                <a:lnTo>
                  <a:pt x="51189" y="2093"/>
                </a:lnTo>
                <a:close/>
                <a:moveTo>
                  <a:pt x="26191" y="50000"/>
                </a:moveTo>
                <a:lnTo>
                  <a:pt x="57144" y="50000"/>
                </a:lnTo>
                <a:cubicBezTo>
                  <a:pt x="59121" y="50000"/>
                  <a:pt x="60721" y="51598"/>
                  <a:pt x="60721" y="53571"/>
                </a:cubicBezTo>
                <a:cubicBezTo>
                  <a:pt x="60721" y="55545"/>
                  <a:pt x="59121" y="57143"/>
                  <a:pt x="57144" y="57143"/>
                </a:cubicBezTo>
                <a:lnTo>
                  <a:pt x="26191" y="57143"/>
                </a:lnTo>
                <a:cubicBezTo>
                  <a:pt x="24214" y="57143"/>
                  <a:pt x="22614" y="55545"/>
                  <a:pt x="22614" y="53571"/>
                </a:cubicBezTo>
                <a:cubicBezTo>
                  <a:pt x="22614" y="51598"/>
                  <a:pt x="24214" y="50000"/>
                  <a:pt x="26191" y="50000"/>
                </a:cubicBezTo>
                <a:close/>
                <a:moveTo>
                  <a:pt x="77387" y="57143"/>
                </a:moveTo>
                <a:cubicBezTo>
                  <a:pt x="68220" y="57143"/>
                  <a:pt x="60721" y="64646"/>
                  <a:pt x="60721" y="73809"/>
                </a:cubicBezTo>
                <a:cubicBezTo>
                  <a:pt x="60721" y="79436"/>
                  <a:pt x="63556" y="84431"/>
                  <a:pt x="67866" y="87453"/>
                </a:cubicBezTo>
                <a:lnTo>
                  <a:pt x="67866" y="96428"/>
                </a:lnTo>
                <a:cubicBezTo>
                  <a:pt x="67866" y="97702"/>
                  <a:pt x="68539" y="98878"/>
                  <a:pt x="69637" y="99516"/>
                </a:cubicBezTo>
                <a:cubicBezTo>
                  <a:pt x="70746" y="100157"/>
                  <a:pt x="72105" y="100163"/>
                  <a:pt x="73203" y="99530"/>
                </a:cubicBezTo>
                <a:lnTo>
                  <a:pt x="77387" y="97139"/>
                </a:lnTo>
                <a:lnTo>
                  <a:pt x="81570" y="99530"/>
                </a:lnTo>
                <a:cubicBezTo>
                  <a:pt x="82118" y="99844"/>
                  <a:pt x="82724" y="99999"/>
                  <a:pt x="83342" y="99999"/>
                </a:cubicBezTo>
                <a:cubicBezTo>
                  <a:pt x="83959" y="99999"/>
                  <a:pt x="84576" y="99839"/>
                  <a:pt x="85136" y="99516"/>
                </a:cubicBezTo>
                <a:cubicBezTo>
                  <a:pt x="86233" y="98878"/>
                  <a:pt x="86908" y="97702"/>
                  <a:pt x="86908" y="96428"/>
                </a:cubicBezTo>
                <a:lnTo>
                  <a:pt x="86908" y="87453"/>
                </a:lnTo>
                <a:cubicBezTo>
                  <a:pt x="91217" y="84431"/>
                  <a:pt x="94051" y="79436"/>
                  <a:pt x="94051" y="73809"/>
                </a:cubicBezTo>
                <a:cubicBezTo>
                  <a:pt x="94051" y="64646"/>
                  <a:pt x="86554" y="57143"/>
                  <a:pt x="77387" y="57143"/>
                </a:cubicBezTo>
                <a:close/>
                <a:moveTo>
                  <a:pt x="77387" y="64285"/>
                </a:moveTo>
                <a:cubicBezTo>
                  <a:pt x="82690" y="64285"/>
                  <a:pt x="86908" y="68507"/>
                  <a:pt x="86908" y="73809"/>
                </a:cubicBezTo>
                <a:cubicBezTo>
                  <a:pt x="86908" y="79111"/>
                  <a:pt x="82690" y="83333"/>
                  <a:pt x="77387" y="83333"/>
                </a:cubicBezTo>
                <a:cubicBezTo>
                  <a:pt x="72083" y="83333"/>
                  <a:pt x="67866" y="79111"/>
                  <a:pt x="67866" y="73809"/>
                </a:cubicBezTo>
                <a:cubicBezTo>
                  <a:pt x="67866" y="68507"/>
                  <a:pt x="72083" y="64285"/>
                  <a:pt x="77387" y="64285"/>
                </a:cubicBezTo>
                <a:close/>
                <a:moveTo>
                  <a:pt x="26191" y="66666"/>
                </a:moveTo>
                <a:lnTo>
                  <a:pt x="47623" y="66666"/>
                </a:lnTo>
                <a:cubicBezTo>
                  <a:pt x="49600" y="66666"/>
                  <a:pt x="51189" y="68264"/>
                  <a:pt x="51189" y="70237"/>
                </a:cubicBezTo>
                <a:cubicBezTo>
                  <a:pt x="51189" y="72211"/>
                  <a:pt x="49600" y="73809"/>
                  <a:pt x="47623" y="73809"/>
                </a:cubicBezTo>
                <a:lnTo>
                  <a:pt x="26191" y="73809"/>
                </a:lnTo>
                <a:cubicBezTo>
                  <a:pt x="24214" y="73809"/>
                  <a:pt x="22614" y="72211"/>
                  <a:pt x="22614" y="70237"/>
                </a:cubicBezTo>
                <a:cubicBezTo>
                  <a:pt x="22614" y="68264"/>
                  <a:pt x="24214" y="66666"/>
                  <a:pt x="26191" y="6666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5" name="Красный — SVG 64">
            <a:extLst>
              <a:ext uri="{FF2B5EF4-FFF2-40B4-BE49-F238E27FC236}">
                <a16:creationId xmlns:a16="http://schemas.microsoft.com/office/drawing/2014/main" id="{A2795786-F277-8841-BE56-093E0A729252}"/>
              </a:ext>
            </a:extLst>
          </p:cNvPr>
          <p:cNvSpPr>
            <a:spLocks noGrp="1"/>
          </p:cNvSpPr>
          <p:nvPr/>
        </p:nvSpPr>
        <p:spPr>
          <a:xfrm>
            <a:off x="5820000" y="1930000"/>
            <a:ext cx="220000" cy="220000"/>
          </a:xfrm>
          <a:custGeom>
            <a:avLst/>
            <a:gdLst>
              <a:gd name="csX0" fmla="*/ 77736 w 155518"/>
              <a:gd name="csY0" fmla="*/ 0 h 148847"/>
              <a:gd name="csX1" fmla="*/ 71271 w 155518"/>
              <a:gd name="csY1" fmla="*/ 2201 h 148847"/>
              <a:gd name="csX2" fmla="*/ 67477 w 155518"/>
              <a:gd name="csY2" fmla="*/ 7880 h 148847"/>
              <a:gd name="csX3" fmla="*/ 67919 w 155518"/>
              <a:gd name="csY3" fmla="*/ 14692 h 148847"/>
              <a:gd name="csX4" fmla="*/ 72428 w 155518"/>
              <a:gd name="csY4" fmla="*/ 19832 h 148847"/>
              <a:gd name="csX5" fmla="*/ 72428 w 155518"/>
              <a:gd name="csY5" fmla="*/ 32796 h 148847"/>
              <a:gd name="csX6" fmla="*/ 62100 w 155518"/>
              <a:gd name="csY6" fmla="*/ 41448 h 148847"/>
              <a:gd name="csX7" fmla="*/ 32701 w 155518"/>
              <a:gd name="csY7" fmla="*/ 35565 h 148847"/>
              <a:gd name="csX8" fmla="*/ 32599 w 155518"/>
              <a:gd name="csY8" fmla="*/ 35558 h 148847"/>
              <a:gd name="csX9" fmla="*/ 31834 w 155518"/>
              <a:gd name="csY9" fmla="*/ 35468 h 148847"/>
              <a:gd name="csX10" fmla="*/ 31714 w 155518"/>
              <a:gd name="csY10" fmla="*/ 35468 h 148847"/>
              <a:gd name="csX11" fmla="*/ 31527 w 155518"/>
              <a:gd name="csY11" fmla="*/ 35475 h 148847"/>
              <a:gd name="csX12" fmla="*/ 30677 w 155518"/>
              <a:gd name="csY12" fmla="*/ 35558 h 148847"/>
              <a:gd name="csX13" fmla="*/ 30455 w 155518"/>
              <a:gd name="csY13" fmla="*/ 35606 h 148847"/>
              <a:gd name="csX14" fmla="*/ 29690 w 155518"/>
              <a:gd name="csY14" fmla="*/ 35847 h 148847"/>
              <a:gd name="csX15" fmla="*/ 29503 w 155518"/>
              <a:gd name="csY15" fmla="*/ 35924 h 148847"/>
              <a:gd name="csX16" fmla="*/ 28737 w 155518"/>
              <a:gd name="csY16" fmla="*/ 36339 h 148847"/>
              <a:gd name="csX17" fmla="*/ 28669 w 155518"/>
              <a:gd name="csY17" fmla="*/ 36382 h 148847"/>
              <a:gd name="csX18" fmla="*/ 27920 w 155518"/>
              <a:gd name="csY18" fmla="*/ 36991 h 148847"/>
              <a:gd name="csX19" fmla="*/ 27903 w 155518"/>
              <a:gd name="csY19" fmla="*/ 37018 h 148847"/>
              <a:gd name="csX20" fmla="*/ 27274 w 155518"/>
              <a:gd name="csY20" fmla="*/ 37766 h 148847"/>
              <a:gd name="csX21" fmla="*/ 27257 w 155518"/>
              <a:gd name="csY21" fmla="*/ 37780 h 148847"/>
              <a:gd name="csX22" fmla="*/ 27257 w 155518"/>
              <a:gd name="csY22" fmla="*/ 37800 h 148847"/>
              <a:gd name="csX23" fmla="*/ 26730 w 155518"/>
              <a:gd name="csY23" fmla="*/ 38748 h 148847"/>
              <a:gd name="csX24" fmla="*/ 410 w 155518"/>
              <a:gd name="csY24" fmla="*/ 102519 h 148847"/>
              <a:gd name="csX25" fmla="*/ 19 w 155518"/>
              <a:gd name="csY25" fmla="*/ 104064 h 148847"/>
              <a:gd name="csX26" fmla="*/ 19 w 155518"/>
              <a:gd name="csY26" fmla="*/ 104077 h 148847"/>
              <a:gd name="csX27" fmla="*/ 36 w 155518"/>
              <a:gd name="csY27" fmla="*/ 105205 h 148847"/>
              <a:gd name="csX28" fmla="*/ 138 w 155518"/>
              <a:gd name="csY28" fmla="*/ 105731 h 148847"/>
              <a:gd name="csX29" fmla="*/ 33433 w 155518"/>
              <a:gd name="csY29" fmla="*/ 134672 h 148847"/>
              <a:gd name="csX30" fmla="*/ 66745 w 155518"/>
              <a:gd name="csY30" fmla="*/ 105654 h 148847"/>
              <a:gd name="csX31" fmla="*/ 66745 w 155518"/>
              <a:gd name="csY31" fmla="*/ 105620 h 148847"/>
              <a:gd name="csX32" fmla="*/ 66813 w 155518"/>
              <a:gd name="csY32" fmla="*/ 105205 h 148847"/>
              <a:gd name="csX33" fmla="*/ 66813 w 155518"/>
              <a:gd name="csY33" fmla="*/ 105178 h 148847"/>
              <a:gd name="csX34" fmla="*/ 66847 w 155518"/>
              <a:gd name="csY34" fmla="*/ 104145 h 148847"/>
              <a:gd name="csX35" fmla="*/ 66830 w 155518"/>
              <a:gd name="csY35" fmla="*/ 104042 h 148847"/>
              <a:gd name="csX36" fmla="*/ 66830 w 155518"/>
              <a:gd name="csY36" fmla="*/ 104035 h 148847"/>
              <a:gd name="csX37" fmla="*/ 66626 w 155518"/>
              <a:gd name="csY37" fmla="*/ 102990 h 148847"/>
              <a:gd name="csX38" fmla="*/ 66626 w 155518"/>
              <a:gd name="csY38" fmla="*/ 102977 h 148847"/>
              <a:gd name="csX39" fmla="*/ 66354 w 155518"/>
              <a:gd name="csY39" fmla="*/ 102291 h 148847"/>
              <a:gd name="csX40" fmla="*/ 40936 w 155518"/>
              <a:gd name="csY40" fmla="*/ 48058 h 148847"/>
              <a:gd name="csX41" fmla="*/ 60178 w 155518"/>
              <a:gd name="csY41" fmla="*/ 51908 h 148847"/>
              <a:gd name="csX42" fmla="*/ 77736 w 155518"/>
              <a:gd name="csY42" fmla="*/ 67335 h 148847"/>
              <a:gd name="csX43" fmla="*/ 92997 w 155518"/>
              <a:gd name="csY43" fmla="*/ 58469 h 148847"/>
              <a:gd name="csX44" fmla="*/ 112749 w 155518"/>
              <a:gd name="csY44" fmla="*/ 62414 h 148847"/>
              <a:gd name="csX45" fmla="*/ 89067 w 155518"/>
              <a:gd name="csY45" fmla="*/ 116591 h 148847"/>
              <a:gd name="csX46" fmla="*/ 88828 w 155518"/>
              <a:gd name="csY46" fmla="*/ 120413 h 148847"/>
              <a:gd name="csX47" fmla="*/ 122039 w 155518"/>
              <a:gd name="csY47" fmla="*/ 148847 h 148847"/>
              <a:gd name="csX48" fmla="*/ 155215 w 155518"/>
              <a:gd name="csY48" fmla="*/ 120605 h 148847"/>
              <a:gd name="csX49" fmla="*/ 155504 w 155518"/>
              <a:gd name="csY49" fmla="*/ 118453 h 148847"/>
              <a:gd name="csX50" fmla="*/ 154926 w 155518"/>
              <a:gd name="csY50" fmla="*/ 116363 h 148847"/>
              <a:gd name="csX51" fmla="*/ 125033 w 155518"/>
              <a:gd name="csY51" fmla="*/ 56137 h 148847"/>
              <a:gd name="csX52" fmla="*/ 124693 w 155518"/>
              <a:gd name="csY52" fmla="*/ 55548 h 148847"/>
              <a:gd name="csX53" fmla="*/ 124659 w 155518"/>
              <a:gd name="csY53" fmla="*/ 55512 h 148847"/>
              <a:gd name="csX54" fmla="*/ 124080 w 155518"/>
              <a:gd name="csY54" fmla="*/ 54800 h 148847"/>
              <a:gd name="csX55" fmla="*/ 123978 w 155518"/>
              <a:gd name="csY55" fmla="*/ 54696 h 148847"/>
              <a:gd name="csX56" fmla="*/ 123281 w 155518"/>
              <a:gd name="csY56" fmla="*/ 54129 h 148847"/>
              <a:gd name="csX57" fmla="*/ 123178 w 155518"/>
              <a:gd name="csY57" fmla="*/ 54060 h 148847"/>
              <a:gd name="csX58" fmla="*/ 122328 w 155518"/>
              <a:gd name="csY58" fmla="*/ 53602 h 148847"/>
              <a:gd name="csX59" fmla="*/ 122294 w 155518"/>
              <a:gd name="csY59" fmla="*/ 53588 h 148847"/>
              <a:gd name="csX60" fmla="*/ 121307 w 155518"/>
              <a:gd name="csY60" fmla="*/ 53284 h 148847"/>
              <a:gd name="csX61" fmla="*/ 95379 w 155518"/>
              <a:gd name="csY61" fmla="*/ 48101 h 148847"/>
              <a:gd name="csX62" fmla="*/ 83061 w 155518"/>
              <a:gd name="csY62" fmla="*/ 32796 h 148847"/>
              <a:gd name="csX63" fmla="*/ 83061 w 155518"/>
              <a:gd name="csY63" fmla="*/ 19825 h 148847"/>
              <a:gd name="csX64" fmla="*/ 87535 w 155518"/>
              <a:gd name="csY64" fmla="*/ 14686 h 148847"/>
              <a:gd name="csX65" fmla="*/ 87978 w 155518"/>
              <a:gd name="csY65" fmla="*/ 7878 h 148847"/>
              <a:gd name="csX66" fmla="*/ 84201 w 155518"/>
              <a:gd name="csY66" fmla="*/ 2205 h 148847"/>
              <a:gd name="csX67" fmla="*/ 77736 w 155518"/>
              <a:gd name="csY67" fmla="*/ 0 h 148847"/>
              <a:gd name="csX68" fmla="*/ 77242 w 155518"/>
              <a:gd name="csY68" fmla="*/ 42575 h 148847"/>
              <a:gd name="csX69" fmla="*/ 78229 w 155518"/>
              <a:gd name="csY69" fmla="*/ 42575 h 148847"/>
              <a:gd name="csX70" fmla="*/ 84831 w 155518"/>
              <a:gd name="csY70" fmla="*/ 49616 h 148847"/>
              <a:gd name="csX71" fmla="*/ 77736 w 155518"/>
              <a:gd name="csY71" fmla="*/ 56703 h 148847"/>
              <a:gd name="csX72" fmla="*/ 70641 w 155518"/>
              <a:gd name="csY72" fmla="*/ 49616 h 148847"/>
              <a:gd name="csX73" fmla="*/ 77242 w 155518"/>
              <a:gd name="csY73" fmla="*/ 42575 h 148847"/>
              <a:gd name="csX74" fmla="*/ 31970 w 155518"/>
              <a:gd name="csY74" fmla="*/ 53956 h 148847"/>
              <a:gd name="csX75" fmla="*/ 53168 w 155518"/>
              <a:gd name="csY75" fmla="*/ 99231 h 148847"/>
              <a:gd name="csX76" fmla="*/ 13272 w 155518"/>
              <a:gd name="csY76" fmla="*/ 99231 h 148847"/>
              <a:gd name="csX77" fmla="*/ 31970 w 155518"/>
              <a:gd name="csY77" fmla="*/ 53956 h 148847"/>
              <a:gd name="csX78" fmla="*/ 120576 w 155518"/>
              <a:gd name="csY78" fmla="*/ 71074 h 148847"/>
              <a:gd name="csX79" fmla="*/ 141587 w 155518"/>
              <a:gd name="csY79" fmla="*/ 113408 h 148847"/>
              <a:gd name="csX80" fmla="*/ 102065 w 155518"/>
              <a:gd name="csY80" fmla="*/ 113408 h 148847"/>
              <a:gd name="csX81" fmla="*/ 120576 w 155518"/>
              <a:gd name="csY81" fmla="*/ 71074 h 148847"/>
            </a:gdLst>
            <a:ahLst/>
            <a:cxnLst/>
            <a:rect l="l" t="t" r="r" b="b"/>
            <a:pathLst>
              <a:path w="100000" h="100000">
                <a:moveTo>
                  <a:pt x="49985" y="2145"/>
                </a:moveTo>
                <a:cubicBezTo>
                  <a:pt x="48486" y="2147"/>
                  <a:pt x="47020" y="2644"/>
                  <a:pt x="45828" y="3560"/>
                </a:cubicBezTo>
                <a:cubicBezTo>
                  <a:pt x="44635" y="4476"/>
                  <a:pt x="43782" y="5758"/>
                  <a:pt x="43389" y="7212"/>
                </a:cubicBezTo>
                <a:cubicBezTo>
                  <a:pt x="43005" y="8663"/>
                  <a:pt x="43104" y="10203"/>
                  <a:pt x="43673" y="11592"/>
                </a:cubicBezTo>
                <a:cubicBezTo>
                  <a:pt x="44253" y="12981"/>
                  <a:pt x="45270" y="14143"/>
                  <a:pt x="46572" y="14897"/>
                </a:cubicBezTo>
                <a:lnTo>
                  <a:pt x="46572" y="23233"/>
                </a:lnTo>
                <a:cubicBezTo>
                  <a:pt x="43684" y="24147"/>
                  <a:pt x="41321" y="26157"/>
                  <a:pt x="39931" y="28796"/>
                </a:cubicBezTo>
                <a:lnTo>
                  <a:pt x="21027" y="25014"/>
                </a:lnTo>
                <a:cubicBezTo>
                  <a:pt x="21005" y="25008"/>
                  <a:pt x="20983" y="25012"/>
                  <a:pt x="20962" y="25009"/>
                </a:cubicBezTo>
                <a:cubicBezTo>
                  <a:pt x="20798" y="24977"/>
                  <a:pt x="20634" y="24958"/>
                  <a:pt x="20470" y="24951"/>
                </a:cubicBezTo>
                <a:cubicBezTo>
                  <a:pt x="20436" y="24950"/>
                  <a:pt x="20414" y="24950"/>
                  <a:pt x="20392" y="24951"/>
                </a:cubicBezTo>
                <a:cubicBezTo>
                  <a:pt x="20349" y="24950"/>
                  <a:pt x="20306" y="24954"/>
                  <a:pt x="20272" y="24956"/>
                </a:cubicBezTo>
                <a:cubicBezTo>
                  <a:pt x="20086" y="24959"/>
                  <a:pt x="19912" y="24976"/>
                  <a:pt x="19726" y="25009"/>
                </a:cubicBezTo>
                <a:cubicBezTo>
                  <a:pt x="19682" y="25018"/>
                  <a:pt x="19627" y="25029"/>
                  <a:pt x="19583" y="25040"/>
                </a:cubicBezTo>
                <a:cubicBezTo>
                  <a:pt x="19419" y="25079"/>
                  <a:pt x="19244" y="25132"/>
                  <a:pt x="19091" y="25195"/>
                </a:cubicBezTo>
                <a:cubicBezTo>
                  <a:pt x="19047" y="25212"/>
                  <a:pt x="19015" y="25228"/>
                  <a:pt x="18971" y="25244"/>
                </a:cubicBezTo>
                <a:cubicBezTo>
                  <a:pt x="18795" y="25320"/>
                  <a:pt x="18631" y="25408"/>
                  <a:pt x="18478" y="25511"/>
                </a:cubicBezTo>
                <a:cubicBezTo>
                  <a:pt x="18456" y="25520"/>
                  <a:pt x="18445" y="25530"/>
                  <a:pt x="18435" y="25539"/>
                </a:cubicBezTo>
                <a:cubicBezTo>
                  <a:pt x="18271" y="25655"/>
                  <a:pt x="18107" y="25784"/>
                  <a:pt x="17953" y="25930"/>
                </a:cubicBezTo>
                <a:cubicBezTo>
                  <a:pt x="17953" y="25936"/>
                  <a:pt x="17942" y="25942"/>
                  <a:pt x="17942" y="25948"/>
                </a:cubicBezTo>
                <a:cubicBezTo>
                  <a:pt x="17789" y="26096"/>
                  <a:pt x="17658" y="26256"/>
                  <a:pt x="17538" y="26429"/>
                </a:cubicBezTo>
                <a:cubicBezTo>
                  <a:pt x="17538" y="26431"/>
                  <a:pt x="17527" y="26435"/>
                  <a:pt x="17527" y="26438"/>
                </a:cubicBezTo>
                <a:cubicBezTo>
                  <a:pt x="17527" y="26442"/>
                  <a:pt x="17527" y="26447"/>
                  <a:pt x="17527" y="26451"/>
                </a:cubicBezTo>
                <a:cubicBezTo>
                  <a:pt x="17395" y="26642"/>
                  <a:pt x="17286" y="26847"/>
                  <a:pt x="17188" y="27060"/>
                </a:cubicBezTo>
                <a:lnTo>
                  <a:pt x="264" y="68066"/>
                </a:lnTo>
                <a:cubicBezTo>
                  <a:pt x="132" y="68383"/>
                  <a:pt x="45" y="68718"/>
                  <a:pt x="12" y="69059"/>
                </a:cubicBezTo>
                <a:cubicBezTo>
                  <a:pt x="12" y="69061"/>
                  <a:pt x="12" y="69064"/>
                  <a:pt x="12" y="69068"/>
                </a:cubicBezTo>
                <a:cubicBezTo>
                  <a:pt x="-10" y="69309"/>
                  <a:pt x="1" y="69552"/>
                  <a:pt x="23" y="69793"/>
                </a:cubicBezTo>
                <a:cubicBezTo>
                  <a:pt x="45" y="69907"/>
                  <a:pt x="56" y="70019"/>
                  <a:pt x="89" y="70131"/>
                </a:cubicBezTo>
                <a:cubicBezTo>
                  <a:pt x="1587" y="80762"/>
                  <a:pt x="10722" y="88741"/>
                  <a:pt x="21498" y="88741"/>
                </a:cubicBezTo>
                <a:cubicBezTo>
                  <a:pt x="32284" y="88741"/>
                  <a:pt x="41441" y="80738"/>
                  <a:pt x="42918" y="70082"/>
                </a:cubicBezTo>
                <a:cubicBezTo>
                  <a:pt x="42918" y="70074"/>
                  <a:pt x="42918" y="70067"/>
                  <a:pt x="42918" y="70060"/>
                </a:cubicBezTo>
                <a:cubicBezTo>
                  <a:pt x="42940" y="69971"/>
                  <a:pt x="42951" y="69883"/>
                  <a:pt x="42962" y="69793"/>
                </a:cubicBezTo>
                <a:cubicBezTo>
                  <a:pt x="42962" y="69786"/>
                  <a:pt x="42962" y="69781"/>
                  <a:pt x="42962" y="69776"/>
                </a:cubicBezTo>
                <a:cubicBezTo>
                  <a:pt x="42994" y="69554"/>
                  <a:pt x="42994" y="69332"/>
                  <a:pt x="42983" y="69111"/>
                </a:cubicBezTo>
                <a:cubicBezTo>
                  <a:pt x="42973" y="69089"/>
                  <a:pt x="42973" y="69068"/>
                  <a:pt x="42973" y="69045"/>
                </a:cubicBezTo>
                <a:cubicBezTo>
                  <a:pt x="42973" y="69044"/>
                  <a:pt x="42973" y="69042"/>
                  <a:pt x="42973" y="69041"/>
                </a:cubicBezTo>
                <a:cubicBezTo>
                  <a:pt x="42951" y="68813"/>
                  <a:pt x="42907" y="68588"/>
                  <a:pt x="42841" y="68369"/>
                </a:cubicBezTo>
                <a:cubicBezTo>
                  <a:pt x="42841" y="68365"/>
                  <a:pt x="42841" y="68362"/>
                  <a:pt x="42841" y="68360"/>
                </a:cubicBezTo>
                <a:cubicBezTo>
                  <a:pt x="42787" y="68209"/>
                  <a:pt x="42732" y="68061"/>
                  <a:pt x="42666" y="67919"/>
                </a:cubicBezTo>
                <a:lnTo>
                  <a:pt x="26322" y="33047"/>
                </a:lnTo>
                <a:lnTo>
                  <a:pt x="38695" y="35522"/>
                </a:lnTo>
                <a:cubicBezTo>
                  <a:pt x="39428" y="41108"/>
                  <a:pt x="44209" y="45442"/>
                  <a:pt x="49985" y="45442"/>
                </a:cubicBezTo>
                <a:cubicBezTo>
                  <a:pt x="54186" y="45442"/>
                  <a:pt x="57829" y="43133"/>
                  <a:pt x="59798" y="39741"/>
                </a:cubicBezTo>
                <a:lnTo>
                  <a:pt x="72499" y="42278"/>
                </a:lnTo>
                <a:lnTo>
                  <a:pt x="57271" y="77114"/>
                </a:lnTo>
                <a:cubicBezTo>
                  <a:pt x="56921" y="77886"/>
                  <a:pt x="56866" y="78762"/>
                  <a:pt x="57118" y="79572"/>
                </a:cubicBezTo>
                <a:cubicBezTo>
                  <a:pt x="58758" y="90037"/>
                  <a:pt x="67817" y="97855"/>
                  <a:pt x="78473" y="97855"/>
                </a:cubicBezTo>
                <a:cubicBezTo>
                  <a:pt x="89095" y="97855"/>
                  <a:pt x="98110" y="90100"/>
                  <a:pt x="99805" y="79695"/>
                </a:cubicBezTo>
                <a:cubicBezTo>
                  <a:pt x="99969" y="79252"/>
                  <a:pt x="100024" y="78781"/>
                  <a:pt x="99991" y="78312"/>
                </a:cubicBezTo>
                <a:cubicBezTo>
                  <a:pt x="99958" y="77843"/>
                  <a:pt x="99838" y="77384"/>
                  <a:pt x="99619" y="76968"/>
                </a:cubicBezTo>
                <a:lnTo>
                  <a:pt x="80398" y="38242"/>
                </a:lnTo>
                <a:cubicBezTo>
                  <a:pt x="80332" y="38110"/>
                  <a:pt x="80256" y="37984"/>
                  <a:pt x="80179" y="37863"/>
                </a:cubicBezTo>
                <a:cubicBezTo>
                  <a:pt x="80168" y="37855"/>
                  <a:pt x="80168" y="37849"/>
                  <a:pt x="80157" y="37840"/>
                </a:cubicBezTo>
                <a:cubicBezTo>
                  <a:pt x="80048" y="37677"/>
                  <a:pt x="79917" y="37524"/>
                  <a:pt x="79785" y="37382"/>
                </a:cubicBezTo>
                <a:cubicBezTo>
                  <a:pt x="79763" y="37360"/>
                  <a:pt x="79741" y="37337"/>
                  <a:pt x="79719" y="37315"/>
                </a:cubicBezTo>
                <a:cubicBezTo>
                  <a:pt x="79577" y="37181"/>
                  <a:pt x="79435" y="37059"/>
                  <a:pt x="79271" y="36950"/>
                </a:cubicBezTo>
                <a:cubicBezTo>
                  <a:pt x="79249" y="36934"/>
                  <a:pt x="79227" y="36921"/>
                  <a:pt x="79205" y="36906"/>
                </a:cubicBezTo>
                <a:cubicBezTo>
                  <a:pt x="79030" y="36792"/>
                  <a:pt x="78855" y="36694"/>
                  <a:pt x="78658" y="36612"/>
                </a:cubicBezTo>
                <a:cubicBezTo>
                  <a:pt x="78658" y="36610"/>
                  <a:pt x="78647" y="36606"/>
                  <a:pt x="78637" y="36603"/>
                </a:cubicBezTo>
                <a:cubicBezTo>
                  <a:pt x="78440" y="36518"/>
                  <a:pt x="78221" y="36452"/>
                  <a:pt x="78002" y="36407"/>
                </a:cubicBezTo>
                <a:lnTo>
                  <a:pt x="61330" y="33074"/>
                </a:lnTo>
                <a:cubicBezTo>
                  <a:pt x="60936" y="28420"/>
                  <a:pt x="57708" y="24600"/>
                  <a:pt x="53409" y="23233"/>
                </a:cubicBezTo>
                <a:lnTo>
                  <a:pt x="53409" y="14892"/>
                </a:lnTo>
                <a:cubicBezTo>
                  <a:pt x="54700" y="14138"/>
                  <a:pt x="55718" y="12976"/>
                  <a:pt x="56286" y="11588"/>
                </a:cubicBezTo>
                <a:cubicBezTo>
                  <a:pt x="56866" y="10200"/>
                  <a:pt x="56964" y="8661"/>
                  <a:pt x="56571" y="7210"/>
                </a:cubicBezTo>
                <a:cubicBezTo>
                  <a:pt x="56188" y="5760"/>
                  <a:pt x="55323" y="4478"/>
                  <a:pt x="54142" y="3563"/>
                </a:cubicBezTo>
                <a:cubicBezTo>
                  <a:pt x="52949" y="2647"/>
                  <a:pt x="51484" y="2148"/>
                  <a:pt x="49985" y="2145"/>
                </a:cubicBezTo>
                <a:close/>
                <a:moveTo>
                  <a:pt x="49668" y="29521"/>
                </a:moveTo>
                <a:cubicBezTo>
                  <a:pt x="49876" y="29541"/>
                  <a:pt x="50084" y="29541"/>
                  <a:pt x="50302" y="29521"/>
                </a:cubicBezTo>
                <a:cubicBezTo>
                  <a:pt x="52665" y="29686"/>
                  <a:pt x="54547" y="31641"/>
                  <a:pt x="54547" y="34048"/>
                </a:cubicBezTo>
                <a:cubicBezTo>
                  <a:pt x="54547" y="36562"/>
                  <a:pt x="52501" y="38605"/>
                  <a:pt x="49985" y="38605"/>
                </a:cubicBezTo>
                <a:cubicBezTo>
                  <a:pt x="47469" y="38605"/>
                  <a:pt x="45423" y="36562"/>
                  <a:pt x="45423" y="34048"/>
                </a:cubicBezTo>
                <a:cubicBezTo>
                  <a:pt x="45423" y="31644"/>
                  <a:pt x="47305" y="29688"/>
                  <a:pt x="49668" y="29521"/>
                </a:cubicBezTo>
                <a:close/>
                <a:moveTo>
                  <a:pt x="20557" y="36839"/>
                </a:moveTo>
                <a:lnTo>
                  <a:pt x="34188" y="65952"/>
                </a:lnTo>
                <a:lnTo>
                  <a:pt x="8534" y="65952"/>
                </a:lnTo>
                <a:lnTo>
                  <a:pt x="20557" y="36839"/>
                </a:lnTo>
                <a:close/>
                <a:moveTo>
                  <a:pt x="77532" y="47846"/>
                </a:moveTo>
                <a:lnTo>
                  <a:pt x="91042" y="75068"/>
                </a:lnTo>
                <a:lnTo>
                  <a:pt x="65629" y="75068"/>
                </a:lnTo>
                <a:lnTo>
                  <a:pt x="77532" y="4784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6" name="Красный — SVG 65">
            <a:extLst>
              <a:ext uri="{FF2B5EF4-FFF2-40B4-BE49-F238E27FC236}">
                <a16:creationId xmlns:a16="http://schemas.microsoft.com/office/drawing/2014/main" id="{68E4626D-EBBB-C14A-A926-6D6588F14A23}"/>
              </a:ext>
            </a:extLst>
          </p:cNvPr>
          <p:cNvSpPr>
            <a:spLocks noGrp="1"/>
          </p:cNvSpPr>
          <p:nvPr/>
        </p:nvSpPr>
        <p:spPr>
          <a:xfrm>
            <a:off x="6420000" y="1930000"/>
            <a:ext cx="220000" cy="220000"/>
          </a:xfrm>
          <a:custGeom>
            <a:avLst/>
            <a:gdLst>
              <a:gd name="csX0" fmla="*/ 70890 w 141777"/>
              <a:gd name="csY0" fmla="*/ 0 h 141758"/>
              <a:gd name="csX1" fmla="*/ 0 w 141777"/>
              <a:gd name="csY1" fmla="*/ 70880 h 141758"/>
              <a:gd name="csX2" fmla="*/ 70890 w 141777"/>
              <a:gd name="csY2" fmla="*/ 141759 h 141758"/>
              <a:gd name="csX3" fmla="*/ 141778 w 141777"/>
              <a:gd name="csY3" fmla="*/ 70880 h 141758"/>
              <a:gd name="csX4" fmla="*/ 70890 w 141777"/>
              <a:gd name="csY4" fmla="*/ 0 h 141758"/>
              <a:gd name="csX5" fmla="*/ 70890 w 141777"/>
              <a:gd name="csY5" fmla="*/ 38984 h 141758"/>
              <a:gd name="csX6" fmla="*/ 102790 w 141777"/>
              <a:gd name="csY6" fmla="*/ 70880 h 141758"/>
              <a:gd name="csX7" fmla="*/ 70890 w 141777"/>
              <a:gd name="csY7" fmla="*/ 102776 h 141758"/>
              <a:gd name="csX8" fmla="*/ 38990 w 141777"/>
              <a:gd name="csY8" fmla="*/ 70880 h 141758"/>
              <a:gd name="csX9" fmla="*/ 70890 w 141777"/>
              <a:gd name="csY9" fmla="*/ 38984 h 141758"/>
              <a:gd name="csX10" fmla="*/ 113411 w 141777"/>
              <a:gd name="csY10" fmla="*/ 113520 h 141758"/>
              <a:gd name="csX11" fmla="*/ 100886 w 141777"/>
              <a:gd name="csY11" fmla="*/ 100997 h 141758"/>
              <a:gd name="csX12" fmla="*/ 113423 w 141777"/>
              <a:gd name="csY12" fmla="*/ 70880 h 141758"/>
              <a:gd name="csX13" fmla="*/ 70890 w 141777"/>
              <a:gd name="csY13" fmla="*/ 28352 h 141758"/>
              <a:gd name="csX14" fmla="*/ 70890 w 141777"/>
              <a:gd name="csY14" fmla="*/ 10632 h 141758"/>
              <a:gd name="csX15" fmla="*/ 131144 w 141777"/>
              <a:gd name="csY15" fmla="*/ 70880 h 141758"/>
              <a:gd name="csX16" fmla="*/ 113411 w 141777"/>
              <a:gd name="csY16" fmla="*/ 113520 h 141758"/>
            </a:gdLst>
            <a:ahLst/>
            <a:cxnLst/>
            <a:rect l="l" t="t" r="r" b="b"/>
            <a:pathLst>
              <a:path w="100000" h="100000">
                <a:moveTo>
                  <a:pt x="50001" y="7"/>
                </a:moveTo>
                <a:cubicBezTo>
                  <a:pt x="22430" y="7"/>
                  <a:pt x="0" y="22434"/>
                  <a:pt x="0" y="50001"/>
                </a:cubicBezTo>
                <a:cubicBezTo>
                  <a:pt x="0" y="77567"/>
                  <a:pt x="22430" y="99994"/>
                  <a:pt x="50001" y="99994"/>
                </a:cubicBezTo>
                <a:cubicBezTo>
                  <a:pt x="77571" y="99994"/>
                  <a:pt x="100001" y="77567"/>
                  <a:pt x="100001" y="50001"/>
                </a:cubicBezTo>
                <a:cubicBezTo>
                  <a:pt x="100001" y="22434"/>
                  <a:pt x="77571" y="7"/>
                  <a:pt x="50001" y="7"/>
                </a:cubicBezTo>
                <a:close/>
                <a:moveTo>
                  <a:pt x="50001" y="27503"/>
                </a:moveTo>
                <a:cubicBezTo>
                  <a:pt x="62408" y="27503"/>
                  <a:pt x="72501" y="37597"/>
                  <a:pt x="72501" y="50001"/>
                </a:cubicBezTo>
                <a:cubicBezTo>
                  <a:pt x="72501" y="62404"/>
                  <a:pt x="62408" y="72498"/>
                  <a:pt x="50001" y="72498"/>
                </a:cubicBezTo>
                <a:cubicBezTo>
                  <a:pt x="37593" y="72498"/>
                  <a:pt x="27501" y="62404"/>
                  <a:pt x="27501" y="50001"/>
                </a:cubicBezTo>
                <a:cubicBezTo>
                  <a:pt x="27501" y="37597"/>
                  <a:pt x="37593" y="27503"/>
                  <a:pt x="50001" y="27503"/>
                </a:cubicBezTo>
                <a:close/>
                <a:moveTo>
                  <a:pt x="79993" y="80076"/>
                </a:moveTo>
                <a:lnTo>
                  <a:pt x="71158" y="71243"/>
                </a:lnTo>
                <a:cubicBezTo>
                  <a:pt x="76616" y="65809"/>
                  <a:pt x="80001" y="58292"/>
                  <a:pt x="80001" y="50001"/>
                </a:cubicBezTo>
                <a:cubicBezTo>
                  <a:pt x="80001" y="33460"/>
                  <a:pt x="66543" y="20004"/>
                  <a:pt x="50001" y="20004"/>
                </a:cubicBezTo>
                <a:lnTo>
                  <a:pt x="50001" y="7506"/>
                </a:lnTo>
                <a:cubicBezTo>
                  <a:pt x="73436" y="7506"/>
                  <a:pt x="92500" y="26567"/>
                  <a:pt x="92500" y="50001"/>
                </a:cubicBezTo>
                <a:cubicBezTo>
                  <a:pt x="92500" y="61739"/>
                  <a:pt x="87714" y="72380"/>
                  <a:pt x="79993" y="8007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7" name="Красный — SVG 66">
            <a:extLst>
              <a:ext uri="{FF2B5EF4-FFF2-40B4-BE49-F238E27FC236}">
                <a16:creationId xmlns:a16="http://schemas.microsoft.com/office/drawing/2014/main" id="{25CACA8C-38C4-4E4B-8E55-10774B6F5E2C}"/>
              </a:ext>
            </a:extLst>
          </p:cNvPr>
          <p:cNvSpPr>
            <a:spLocks noGrp="1"/>
          </p:cNvSpPr>
          <p:nvPr/>
        </p:nvSpPr>
        <p:spPr>
          <a:xfrm>
            <a:off x="7020000" y="1930000"/>
            <a:ext cx="220000" cy="220000"/>
          </a:xfrm>
          <a:custGeom>
            <a:avLst/>
            <a:gdLst>
              <a:gd name="csX0" fmla="*/ 70946 w 141891"/>
              <a:gd name="csY0" fmla="*/ 0 h 141872"/>
              <a:gd name="csX1" fmla="*/ 0 w 141891"/>
              <a:gd name="csY1" fmla="*/ 70936 h 141872"/>
              <a:gd name="csX2" fmla="*/ 70946 w 141891"/>
              <a:gd name="csY2" fmla="*/ 141873 h 141872"/>
              <a:gd name="csX3" fmla="*/ 141892 w 141891"/>
              <a:gd name="csY3" fmla="*/ 70936 h 141872"/>
              <a:gd name="csX4" fmla="*/ 70946 w 141891"/>
              <a:gd name="csY4" fmla="*/ 0 h 141872"/>
              <a:gd name="csX5" fmla="*/ 45596 w 141891"/>
              <a:gd name="csY5" fmla="*/ 31300 h 141872"/>
              <a:gd name="csX6" fmla="*/ 59887 w 141891"/>
              <a:gd name="csY6" fmla="*/ 45590 h 141872"/>
              <a:gd name="csX7" fmla="*/ 45596 w 141891"/>
              <a:gd name="csY7" fmla="*/ 59879 h 141872"/>
              <a:gd name="csX8" fmla="*/ 31305 w 141891"/>
              <a:gd name="csY8" fmla="*/ 45590 h 141872"/>
              <a:gd name="csX9" fmla="*/ 45596 w 141891"/>
              <a:gd name="csY9" fmla="*/ 31300 h 141872"/>
              <a:gd name="csX10" fmla="*/ 96126 w 141891"/>
              <a:gd name="csY10" fmla="*/ 110402 h 141872"/>
              <a:gd name="csX11" fmla="*/ 81834 w 141891"/>
              <a:gd name="csY11" fmla="*/ 96113 h 141872"/>
              <a:gd name="csX12" fmla="*/ 96126 w 141891"/>
              <a:gd name="csY12" fmla="*/ 81823 h 141872"/>
              <a:gd name="csX13" fmla="*/ 110417 w 141891"/>
              <a:gd name="csY13" fmla="*/ 96113 h 141872"/>
              <a:gd name="csX14" fmla="*/ 96126 w 141891"/>
              <a:gd name="csY14" fmla="*/ 110402 h 141872"/>
              <a:gd name="csX15" fmla="*/ 110417 w 141891"/>
              <a:gd name="csY15" fmla="*/ 36234 h 141872"/>
              <a:gd name="csX16" fmla="*/ 110417 w 141891"/>
              <a:gd name="csY16" fmla="*/ 48822 h 141872"/>
              <a:gd name="csX17" fmla="*/ 105994 w 141891"/>
              <a:gd name="csY17" fmla="*/ 53075 h 141872"/>
              <a:gd name="csX18" fmla="*/ 101740 w 141891"/>
              <a:gd name="csY18" fmla="*/ 48652 h 141872"/>
              <a:gd name="csX19" fmla="*/ 101740 w 141891"/>
              <a:gd name="csY19" fmla="*/ 46100 h 141872"/>
              <a:gd name="csX20" fmla="*/ 38961 w 141891"/>
              <a:gd name="csY20" fmla="*/ 108871 h 141872"/>
              <a:gd name="csX21" fmla="*/ 32666 w 141891"/>
              <a:gd name="csY21" fmla="*/ 108871 h 141872"/>
              <a:gd name="csX22" fmla="*/ 32666 w 141891"/>
              <a:gd name="csY22" fmla="*/ 102577 h 141872"/>
              <a:gd name="csX23" fmla="*/ 95445 w 141891"/>
              <a:gd name="csY23" fmla="*/ 40146 h 141872"/>
              <a:gd name="csX24" fmla="*/ 92893 w 141891"/>
              <a:gd name="csY24" fmla="*/ 40146 h 141872"/>
              <a:gd name="csX25" fmla="*/ 88640 w 141891"/>
              <a:gd name="csY25" fmla="*/ 35723 h 141872"/>
              <a:gd name="csX26" fmla="*/ 93063 w 141891"/>
              <a:gd name="csY26" fmla="*/ 31471 h 141872"/>
              <a:gd name="csX27" fmla="*/ 105653 w 141891"/>
              <a:gd name="csY27" fmla="*/ 31471 h 141872"/>
              <a:gd name="csX28" fmla="*/ 106164 w 141891"/>
              <a:gd name="csY28" fmla="*/ 31471 h 141872"/>
              <a:gd name="csX29" fmla="*/ 106844 w 141891"/>
              <a:gd name="csY29" fmla="*/ 31471 h 141872"/>
              <a:gd name="csX30" fmla="*/ 110587 w 141891"/>
              <a:gd name="csY30" fmla="*/ 36404 h 141872"/>
              <a:gd name="csX31" fmla="*/ 110417 w 141891"/>
              <a:gd name="csY31" fmla="*/ 36234 h 141872"/>
            </a:gdLst>
            <a:ahLst/>
            <a:cxnLst/>
            <a:rect l="l" t="t" r="r" b="b"/>
            <a:pathLst>
              <a:path w="100000" h="100000">
                <a:moveTo>
                  <a:pt x="50000" y="7"/>
                </a:move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575"/>
                  <a:pt x="100001" y="50000"/>
                </a:cubicBezTo>
                <a:cubicBezTo>
                  <a:pt x="100001" y="22426"/>
                  <a:pt x="77459" y="7"/>
                  <a:pt x="50000" y="7"/>
                </a:cubicBezTo>
                <a:close/>
                <a:moveTo>
                  <a:pt x="32135" y="22066"/>
                </a:moveTo>
                <a:cubicBezTo>
                  <a:pt x="37650" y="22066"/>
                  <a:pt x="42206" y="26622"/>
                  <a:pt x="42206" y="32137"/>
                </a:cubicBezTo>
                <a:cubicBezTo>
                  <a:pt x="42206" y="37652"/>
                  <a:pt x="37650" y="42207"/>
                  <a:pt x="32135" y="42207"/>
                </a:cubicBezTo>
                <a:cubicBezTo>
                  <a:pt x="26619" y="42207"/>
                  <a:pt x="22063" y="37652"/>
                  <a:pt x="22063" y="32137"/>
                </a:cubicBezTo>
                <a:cubicBezTo>
                  <a:pt x="22063" y="26622"/>
                  <a:pt x="26619" y="22066"/>
                  <a:pt x="32135" y="22066"/>
                </a:cubicBezTo>
                <a:close/>
                <a:moveTo>
                  <a:pt x="67746" y="77814"/>
                </a:moveTo>
                <a:cubicBezTo>
                  <a:pt x="62231" y="77814"/>
                  <a:pt x="57674" y="73259"/>
                  <a:pt x="57674" y="67744"/>
                </a:cubicBezTo>
                <a:cubicBezTo>
                  <a:pt x="57674" y="62229"/>
                  <a:pt x="62231" y="57673"/>
                  <a:pt x="67746" y="57673"/>
                </a:cubicBezTo>
                <a:cubicBezTo>
                  <a:pt x="73262" y="57673"/>
                  <a:pt x="77818" y="62229"/>
                  <a:pt x="77818" y="67744"/>
                </a:cubicBezTo>
                <a:cubicBezTo>
                  <a:pt x="77818" y="73259"/>
                  <a:pt x="73262" y="77814"/>
                  <a:pt x="67746" y="77814"/>
                </a:cubicBezTo>
                <a:close/>
                <a:moveTo>
                  <a:pt x="77818" y="25543"/>
                </a:moveTo>
                <a:lnTo>
                  <a:pt x="77818" y="34415"/>
                </a:lnTo>
                <a:cubicBezTo>
                  <a:pt x="77818" y="36093"/>
                  <a:pt x="76379" y="37532"/>
                  <a:pt x="74701" y="37412"/>
                </a:cubicBezTo>
                <a:cubicBezTo>
                  <a:pt x="73022" y="37412"/>
                  <a:pt x="71583" y="35973"/>
                  <a:pt x="71703" y="34295"/>
                </a:cubicBezTo>
                <a:lnTo>
                  <a:pt x="71703" y="32496"/>
                </a:lnTo>
                <a:lnTo>
                  <a:pt x="27458" y="76735"/>
                </a:lnTo>
                <a:cubicBezTo>
                  <a:pt x="26259" y="77934"/>
                  <a:pt x="24221" y="77934"/>
                  <a:pt x="23022" y="76735"/>
                </a:cubicBezTo>
                <a:cubicBezTo>
                  <a:pt x="21822" y="75537"/>
                  <a:pt x="21822" y="73498"/>
                  <a:pt x="23022" y="72300"/>
                </a:cubicBezTo>
                <a:lnTo>
                  <a:pt x="67266" y="28300"/>
                </a:lnTo>
                <a:lnTo>
                  <a:pt x="65468" y="28300"/>
                </a:lnTo>
                <a:cubicBezTo>
                  <a:pt x="63789" y="28300"/>
                  <a:pt x="62351" y="26862"/>
                  <a:pt x="62470" y="25183"/>
                </a:cubicBezTo>
                <a:cubicBezTo>
                  <a:pt x="62470" y="23505"/>
                  <a:pt x="63910" y="22066"/>
                  <a:pt x="65588" y="22186"/>
                </a:cubicBezTo>
                <a:lnTo>
                  <a:pt x="74461" y="22186"/>
                </a:lnTo>
                <a:cubicBezTo>
                  <a:pt x="74461" y="22186"/>
                  <a:pt x="74701" y="22186"/>
                  <a:pt x="74821" y="22186"/>
                </a:cubicBezTo>
                <a:cubicBezTo>
                  <a:pt x="74941" y="22186"/>
                  <a:pt x="75180" y="22186"/>
                  <a:pt x="75300" y="22186"/>
                </a:cubicBezTo>
                <a:cubicBezTo>
                  <a:pt x="76979" y="22426"/>
                  <a:pt x="78178" y="23984"/>
                  <a:pt x="77938" y="25663"/>
                </a:cubicBezTo>
                <a:lnTo>
                  <a:pt x="77818" y="2554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8" name="Красный — SVG 67">
            <a:extLst>
              <a:ext uri="{FF2B5EF4-FFF2-40B4-BE49-F238E27FC236}">
                <a16:creationId xmlns:a16="http://schemas.microsoft.com/office/drawing/2014/main" id="{B5939429-5A19-864D-8940-1DC29A095CFF}"/>
              </a:ext>
            </a:extLst>
          </p:cNvPr>
          <p:cNvSpPr>
            <a:spLocks noGrp="1"/>
          </p:cNvSpPr>
          <p:nvPr/>
        </p:nvSpPr>
        <p:spPr>
          <a:xfrm>
            <a:off x="7620000" y="1930000"/>
            <a:ext cx="220000" cy="220000"/>
          </a:xfrm>
          <a:custGeom>
            <a:avLst/>
            <a:gdLst>
              <a:gd name="csX0" fmla="*/ 141892 w 141891"/>
              <a:gd name="csY0" fmla="*/ 70936 h 141872"/>
              <a:gd name="csX1" fmla="*/ 70946 w 141891"/>
              <a:gd name="csY1" fmla="*/ 0 h 141872"/>
              <a:gd name="csX2" fmla="*/ 0 w 141891"/>
              <a:gd name="csY2" fmla="*/ 70936 h 141872"/>
              <a:gd name="csX3" fmla="*/ 70946 w 141891"/>
              <a:gd name="csY3" fmla="*/ 141873 h 141872"/>
              <a:gd name="csX4" fmla="*/ 141892 w 141891"/>
              <a:gd name="csY4" fmla="*/ 70936 h 141872"/>
              <a:gd name="csX5" fmla="*/ 110587 w 141891"/>
              <a:gd name="csY5" fmla="*/ 45590 h 141872"/>
              <a:gd name="csX6" fmla="*/ 96296 w 141891"/>
              <a:gd name="csY6" fmla="*/ 59879 h 141872"/>
              <a:gd name="csX7" fmla="*/ 82005 w 141891"/>
              <a:gd name="csY7" fmla="*/ 45590 h 141872"/>
              <a:gd name="csX8" fmla="*/ 96296 w 141891"/>
              <a:gd name="csY8" fmla="*/ 31300 h 141872"/>
              <a:gd name="csX9" fmla="*/ 110587 w 141891"/>
              <a:gd name="csY9" fmla="*/ 45590 h 141872"/>
              <a:gd name="csX10" fmla="*/ 31475 w 141891"/>
              <a:gd name="csY10" fmla="*/ 96113 h 141872"/>
              <a:gd name="csX11" fmla="*/ 45766 w 141891"/>
              <a:gd name="csY11" fmla="*/ 81823 h 141872"/>
              <a:gd name="csX12" fmla="*/ 60057 w 141891"/>
              <a:gd name="csY12" fmla="*/ 96113 h 141872"/>
              <a:gd name="csX13" fmla="*/ 45766 w 141891"/>
              <a:gd name="csY13" fmla="*/ 110402 h 141872"/>
              <a:gd name="csX14" fmla="*/ 31475 w 141891"/>
              <a:gd name="csY14" fmla="*/ 96113 h 141872"/>
              <a:gd name="csX15" fmla="*/ 105653 w 141891"/>
              <a:gd name="csY15" fmla="*/ 110402 h 141872"/>
              <a:gd name="csX16" fmla="*/ 93063 w 141891"/>
              <a:gd name="csY16" fmla="*/ 110402 h 141872"/>
              <a:gd name="csX17" fmla="*/ 88810 w 141891"/>
              <a:gd name="csY17" fmla="*/ 105979 h 141872"/>
              <a:gd name="csX18" fmla="*/ 93234 w 141891"/>
              <a:gd name="csY18" fmla="*/ 101726 h 141872"/>
              <a:gd name="csX19" fmla="*/ 95786 w 141891"/>
              <a:gd name="csY19" fmla="*/ 101726 h 141872"/>
              <a:gd name="csX20" fmla="*/ 33006 w 141891"/>
              <a:gd name="csY20" fmla="*/ 38955 h 141872"/>
              <a:gd name="csX21" fmla="*/ 33006 w 141891"/>
              <a:gd name="csY21" fmla="*/ 32661 h 141872"/>
              <a:gd name="csX22" fmla="*/ 39301 w 141891"/>
              <a:gd name="csY22" fmla="*/ 32661 h 141872"/>
              <a:gd name="csX23" fmla="*/ 101740 w 141891"/>
              <a:gd name="csY23" fmla="*/ 95432 h 141872"/>
              <a:gd name="csX24" fmla="*/ 101740 w 141891"/>
              <a:gd name="csY24" fmla="*/ 92881 h 141872"/>
              <a:gd name="csX25" fmla="*/ 106164 w 141891"/>
              <a:gd name="csY25" fmla="*/ 88628 h 141872"/>
              <a:gd name="csX26" fmla="*/ 110417 w 141891"/>
              <a:gd name="csY26" fmla="*/ 93051 h 141872"/>
              <a:gd name="csX27" fmla="*/ 110417 w 141891"/>
              <a:gd name="csY27" fmla="*/ 105639 h 141872"/>
              <a:gd name="csX28" fmla="*/ 110417 w 141891"/>
              <a:gd name="csY28" fmla="*/ 106149 h 141872"/>
              <a:gd name="csX29" fmla="*/ 110417 w 141891"/>
              <a:gd name="csY29" fmla="*/ 106830 h 141872"/>
              <a:gd name="csX30" fmla="*/ 105483 w 141891"/>
              <a:gd name="csY30" fmla="*/ 110572 h 141872"/>
              <a:gd name="csX31" fmla="*/ 105653 w 141891"/>
              <a:gd name="csY31" fmla="*/ 110402 h 141872"/>
            </a:gdLst>
            <a:ahLst/>
            <a:cxnLst/>
            <a:rect l="l" t="t" r="r" b="b"/>
            <a:pathLst>
              <a:path w="100000" h="100000">
                <a:moveTo>
                  <a:pt x="100001" y="50000"/>
                </a:moveTo>
                <a:cubicBezTo>
                  <a:pt x="100001" y="22426"/>
                  <a:pt x="77579" y="7"/>
                  <a:pt x="50000" y="7"/>
                </a:cubicBez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455"/>
                  <a:pt x="100001" y="50000"/>
                </a:cubicBezTo>
                <a:close/>
                <a:moveTo>
                  <a:pt x="77938" y="32137"/>
                </a:moveTo>
                <a:cubicBezTo>
                  <a:pt x="77938" y="37652"/>
                  <a:pt x="73382" y="42207"/>
                  <a:pt x="67866" y="42207"/>
                </a:cubicBezTo>
                <a:cubicBezTo>
                  <a:pt x="62351" y="42207"/>
                  <a:pt x="57794" y="37652"/>
                  <a:pt x="57794" y="32137"/>
                </a:cubicBezTo>
                <a:cubicBezTo>
                  <a:pt x="57794" y="26622"/>
                  <a:pt x="62351" y="22066"/>
                  <a:pt x="67866" y="22066"/>
                </a:cubicBezTo>
                <a:cubicBezTo>
                  <a:pt x="73382" y="22066"/>
                  <a:pt x="77938" y="26622"/>
                  <a:pt x="77938" y="32137"/>
                </a:cubicBezTo>
                <a:close/>
                <a:moveTo>
                  <a:pt x="22183" y="67744"/>
                </a:moveTo>
                <a:cubicBezTo>
                  <a:pt x="22183" y="62229"/>
                  <a:pt x="26739" y="57673"/>
                  <a:pt x="32254" y="57673"/>
                </a:cubicBezTo>
                <a:cubicBezTo>
                  <a:pt x="37770" y="57673"/>
                  <a:pt x="42326" y="62229"/>
                  <a:pt x="42326" y="67744"/>
                </a:cubicBezTo>
                <a:cubicBezTo>
                  <a:pt x="42326" y="73259"/>
                  <a:pt x="37770" y="77814"/>
                  <a:pt x="32254" y="77814"/>
                </a:cubicBezTo>
                <a:cubicBezTo>
                  <a:pt x="26739" y="77814"/>
                  <a:pt x="22183" y="73259"/>
                  <a:pt x="22183" y="67744"/>
                </a:cubicBezTo>
                <a:close/>
                <a:moveTo>
                  <a:pt x="74461" y="77814"/>
                </a:moveTo>
                <a:lnTo>
                  <a:pt x="65588" y="77814"/>
                </a:lnTo>
                <a:cubicBezTo>
                  <a:pt x="63910" y="77814"/>
                  <a:pt x="62470" y="76376"/>
                  <a:pt x="62590" y="74697"/>
                </a:cubicBezTo>
                <a:cubicBezTo>
                  <a:pt x="62590" y="73019"/>
                  <a:pt x="64029" y="71580"/>
                  <a:pt x="65708" y="71700"/>
                </a:cubicBezTo>
                <a:lnTo>
                  <a:pt x="67507" y="71700"/>
                </a:lnTo>
                <a:lnTo>
                  <a:pt x="23262" y="27461"/>
                </a:lnTo>
                <a:cubicBezTo>
                  <a:pt x="22063" y="26262"/>
                  <a:pt x="22063" y="24224"/>
                  <a:pt x="23262" y="23025"/>
                </a:cubicBezTo>
                <a:cubicBezTo>
                  <a:pt x="24460" y="21826"/>
                  <a:pt x="26499" y="21826"/>
                  <a:pt x="27698" y="23025"/>
                </a:cubicBezTo>
                <a:lnTo>
                  <a:pt x="71703" y="67264"/>
                </a:lnTo>
                <a:lnTo>
                  <a:pt x="71703" y="65466"/>
                </a:lnTo>
                <a:cubicBezTo>
                  <a:pt x="71703" y="63787"/>
                  <a:pt x="73142" y="62349"/>
                  <a:pt x="74821" y="62469"/>
                </a:cubicBezTo>
                <a:cubicBezTo>
                  <a:pt x="76500" y="62469"/>
                  <a:pt x="77938" y="63907"/>
                  <a:pt x="77818" y="65586"/>
                </a:cubicBezTo>
                <a:lnTo>
                  <a:pt x="77818" y="74458"/>
                </a:lnTo>
                <a:cubicBezTo>
                  <a:pt x="77818" y="74458"/>
                  <a:pt x="77818" y="74697"/>
                  <a:pt x="77818" y="74817"/>
                </a:cubicBezTo>
                <a:cubicBezTo>
                  <a:pt x="77818" y="74937"/>
                  <a:pt x="77818" y="75177"/>
                  <a:pt x="77818" y="75297"/>
                </a:cubicBezTo>
                <a:cubicBezTo>
                  <a:pt x="77579" y="76975"/>
                  <a:pt x="76020" y="78174"/>
                  <a:pt x="74341" y="77934"/>
                </a:cubicBezTo>
                <a:lnTo>
                  <a:pt x="74461" y="7781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49" name="Красный — SVG 68">
            <a:extLst>
              <a:ext uri="{FF2B5EF4-FFF2-40B4-BE49-F238E27FC236}">
                <a16:creationId xmlns:a16="http://schemas.microsoft.com/office/drawing/2014/main" id="{36FA4C69-5F3F-6A44-83E3-04E21508D157}"/>
              </a:ext>
            </a:extLst>
          </p:cNvPr>
          <p:cNvSpPr>
            <a:spLocks noGrp="1"/>
          </p:cNvSpPr>
          <p:nvPr/>
        </p:nvSpPr>
        <p:spPr>
          <a:xfrm>
            <a:off x="8220000" y="1930000"/>
            <a:ext cx="220000" cy="220000"/>
          </a:xfrm>
          <a:custGeom>
            <a:avLst/>
            <a:gdLst>
              <a:gd name="csX0" fmla="*/ 70946 w 141891"/>
              <a:gd name="csY0" fmla="*/ 0 h 141872"/>
              <a:gd name="csX1" fmla="*/ 0 w 141891"/>
              <a:gd name="csY1" fmla="*/ 70936 h 141872"/>
              <a:gd name="csX2" fmla="*/ 70946 w 141891"/>
              <a:gd name="csY2" fmla="*/ 141873 h 141872"/>
              <a:gd name="csX3" fmla="*/ 141892 w 141891"/>
              <a:gd name="csY3" fmla="*/ 70936 h 141872"/>
              <a:gd name="csX4" fmla="*/ 70946 w 141891"/>
              <a:gd name="csY4" fmla="*/ 0 h 141872"/>
              <a:gd name="csX5" fmla="*/ 117733 w 141891"/>
              <a:gd name="csY5" fmla="*/ 72978 h 141872"/>
              <a:gd name="csX6" fmla="*/ 113479 w 141891"/>
              <a:gd name="csY6" fmla="*/ 77230 h 141872"/>
              <a:gd name="csX7" fmla="*/ 109226 w 141891"/>
              <a:gd name="csY7" fmla="*/ 72978 h 141872"/>
              <a:gd name="csX8" fmla="*/ 109226 w 141891"/>
              <a:gd name="csY8" fmla="*/ 64132 h 141872"/>
              <a:gd name="csX9" fmla="*/ 85578 w 141891"/>
              <a:gd name="csY9" fmla="*/ 87777 h 141872"/>
              <a:gd name="csX10" fmla="*/ 79623 w 141891"/>
              <a:gd name="csY10" fmla="*/ 87777 h 141872"/>
              <a:gd name="csX11" fmla="*/ 57165 w 141891"/>
              <a:gd name="csY11" fmla="*/ 65323 h 141872"/>
              <a:gd name="csX12" fmla="*/ 31475 w 141891"/>
              <a:gd name="csY12" fmla="*/ 91009 h 141872"/>
              <a:gd name="csX13" fmla="*/ 25520 w 141891"/>
              <a:gd name="csY13" fmla="*/ 91009 h 141872"/>
              <a:gd name="csX14" fmla="*/ 25520 w 141891"/>
              <a:gd name="csY14" fmla="*/ 85056 h 141872"/>
              <a:gd name="csX15" fmla="*/ 54273 w 141891"/>
              <a:gd name="csY15" fmla="*/ 56307 h 141872"/>
              <a:gd name="csX16" fmla="*/ 60228 w 141891"/>
              <a:gd name="csY16" fmla="*/ 56307 h 141872"/>
              <a:gd name="csX17" fmla="*/ 82685 w 141891"/>
              <a:gd name="csY17" fmla="*/ 78761 h 141872"/>
              <a:gd name="csX18" fmla="*/ 103271 w 141891"/>
              <a:gd name="csY18" fmla="*/ 58178 h 141872"/>
              <a:gd name="csX19" fmla="*/ 94424 w 141891"/>
              <a:gd name="csY19" fmla="*/ 58178 h 141872"/>
              <a:gd name="csX20" fmla="*/ 90171 w 141891"/>
              <a:gd name="csY20" fmla="*/ 53925 h 141872"/>
              <a:gd name="csX21" fmla="*/ 94424 w 141891"/>
              <a:gd name="csY21" fmla="*/ 49672 h 141872"/>
              <a:gd name="csX22" fmla="*/ 113650 w 141891"/>
              <a:gd name="csY22" fmla="*/ 49672 h 141872"/>
              <a:gd name="csX23" fmla="*/ 117903 w 141891"/>
              <a:gd name="csY23" fmla="*/ 53925 h 141872"/>
              <a:gd name="csX24" fmla="*/ 117903 w 141891"/>
              <a:gd name="csY24" fmla="*/ 73148 h 141872"/>
              <a:gd name="csX25" fmla="*/ 117733 w 141891"/>
              <a:gd name="csY25" fmla="*/ 72978 h 141872"/>
            </a:gdLst>
            <a:ahLst/>
            <a:cxnLst/>
            <a:rect l="l" t="t" r="r" b="b"/>
            <a:pathLst>
              <a:path w="100000" h="100000">
                <a:moveTo>
                  <a:pt x="50000" y="7"/>
                </a:move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575"/>
                  <a:pt x="100001" y="50000"/>
                </a:cubicBezTo>
                <a:cubicBezTo>
                  <a:pt x="100001" y="22426"/>
                  <a:pt x="77459" y="7"/>
                  <a:pt x="50000" y="7"/>
                </a:cubicBezTo>
                <a:close/>
                <a:moveTo>
                  <a:pt x="82974" y="51439"/>
                </a:moveTo>
                <a:cubicBezTo>
                  <a:pt x="82974" y="53117"/>
                  <a:pt x="81535" y="54436"/>
                  <a:pt x="79976" y="54436"/>
                </a:cubicBezTo>
                <a:cubicBezTo>
                  <a:pt x="78298" y="54436"/>
                  <a:pt x="76979" y="52997"/>
                  <a:pt x="76979" y="51439"/>
                </a:cubicBezTo>
                <a:lnTo>
                  <a:pt x="76979" y="45205"/>
                </a:lnTo>
                <a:lnTo>
                  <a:pt x="60312" y="61869"/>
                </a:lnTo>
                <a:cubicBezTo>
                  <a:pt x="59113" y="63068"/>
                  <a:pt x="57195" y="63068"/>
                  <a:pt x="56116" y="61869"/>
                </a:cubicBezTo>
                <a:lnTo>
                  <a:pt x="40288" y="46044"/>
                </a:lnTo>
                <a:lnTo>
                  <a:pt x="22183" y="64147"/>
                </a:lnTo>
                <a:cubicBezTo>
                  <a:pt x="20983" y="65346"/>
                  <a:pt x="19065" y="65226"/>
                  <a:pt x="17986" y="64147"/>
                </a:cubicBezTo>
                <a:cubicBezTo>
                  <a:pt x="16787" y="62948"/>
                  <a:pt x="16907" y="61030"/>
                  <a:pt x="17986" y="59951"/>
                </a:cubicBezTo>
                <a:lnTo>
                  <a:pt x="38250" y="39690"/>
                </a:lnTo>
                <a:cubicBezTo>
                  <a:pt x="39449" y="38491"/>
                  <a:pt x="41367" y="38491"/>
                  <a:pt x="42447" y="39690"/>
                </a:cubicBezTo>
                <a:lnTo>
                  <a:pt x="58274" y="55515"/>
                </a:lnTo>
                <a:lnTo>
                  <a:pt x="72782" y="41009"/>
                </a:lnTo>
                <a:lnTo>
                  <a:pt x="66547" y="41009"/>
                </a:lnTo>
                <a:cubicBezTo>
                  <a:pt x="64869" y="41009"/>
                  <a:pt x="63549" y="39570"/>
                  <a:pt x="63549" y="38011"/>
                </a:cubicBezTo>
                <a:cubicBezTo>
                  <a:pt x="63549" y="36333"/>
                  <a:pt x="64989" y="35014"/>
                  <a:pt x="66547" y="35014"/>
                </a:cubicBezTo>
                <a:lnTo>
                  <a:pt x="80097" y="35014"/>
                </a:lnTo>
                <a:cubicBezTo>
                  <a:pt x="81775" y="35014"/>
                  <a:pt x="83094" y="36333"/>
                  <a:pt x="83094" y="38011"/>
                </a:cubicBezTo>
                <a:lnTo>
                  <a:pt x="83094" y="51559"/>
                </a:lnTo>
                <a:lnTo>
                  <a:pt x="82974" y="5143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0" name="Красный — SVG 69">
            <a:extLst>
              <a:ext uri="{FF2B5EF4-FFF2-40B4-BE49-F238E27FC236}">
                <a16:creationId xmlns:a16="http://schemas.microsoft.com/office/drawing/2014/main" id="{14042B3E-2FFC-5649-A958-D9A4EAE7E0D5}"/>
              </a:ext>
            </a:extLst>
          </p:cNvPr>
          <p:cNvSpPr>
            <a:spLocks noGrp="1"/>
          </p:cNvSpPr>
          <p:nvPr/>
        </p:nvSpPr>
        <p:spPr>
          <a:xfrm>
            <a:off x="8820000" y="1930000"/>
            <a:ext cx="220000" cy="220000"/>
          </a:xfrm>
          <a:custGeom>
            <a:avLst/>
            <a:gdLst>
              <a:gd name="csX0" fmla="*/ 70946 w 141891"/>
              <a:gd name="csY0" fmla="*/ 141873 h 141872"/>
              <a:gd name="csX1" fmla="*/ 0 w 141891"/>
              <a:gd name="csY1" fmla="*/ 70936 h 141872"/>
              <a:gd name="csX2" fmla="*/ 70946 w 141891"/>
              <a:gd name="csY2" fmla="*/ 0 h 141872"/>
              <a:gd name="csX3" fmla="*/ 141892 w 141891"/>
              <a:gd name="csY3" fmla="*/ 70936 h 141872"/>
              <a:gd name="csX4" fmla="*/ 70946 w 141891"/>
              <a:gd name="csY4" fmla="*/ 141873 h 141872"/>
              <a:gd name="csX5" fmla="*/ 117733 w 141891"/>
              <a:gd name="csY5" fmla="*/ 68895 h 141872"/>
              <a:gd name="csX6" fmla="*/ 113479 w 141891"/>
              <a:gd name="csY6" fmla="*/ 64642 h 141872"/>
              <a:gd name="csX7" fmla="*/ 109226 w 141891"/>
              <a:gd name="csY7" fmla="*/ 68895 h 141872"/>
              <a:gd name="csX8" fmla="*/ 109226 w 141891"/>
              <a:gd name="csY8" fmla="*/ 77741 h 141872"/>
              <a:gd name="csX9" fmla="*/ 85578 w 141891"/>
              <a:gd name="csY9" fmla="*/ 54095 h 141872"/>
              <a:gd name="csX10" fmla="*/ 79623 w 141891"/>
              <a:gd name="csY10" fmla="*/ 54095 h 141872"/>
              <a:gd name="csX11" fmla="*/ 57165 w 141891"/>
              <a:gd name="csY11" fmla="*/ 76550 h 141872"/>
              <a:gd name="csX12" fmla="*/ 31475 w 141891"/>
              <a:gd name="csY12" fmla="*/ 50863 h 141872"/>
              <a:gd name="csX13" fmla="*/ 25520 w 141891"/>
              <a:gd name="csY13" fmla="*/ 50863 h 141872"/>
              <a:gd name="csX14" fmla="*/ 25520 w 141891"/>
              <a:gd name="csY14" fmla="*/ 56817 h 141872"/>
              <a:gd name="csX15" fmla="*/ 54273 w 141891"/>
              <a:gd name="csY15" fmla="*/ 85566 h 141872"/>
              <a:gd name="csX16" fmla="*/ 60228 w 141891"/>
              <a:gd name="csY16" fmla="*/ 85566 h 141872"/>
              <a:gd name="csX17" fmla="*/ 82685 w 141891"/>
              <a:gd name="csY17" fmla="*/ 63111 h 141872"/>
              <a:gd name="csX18" fmla="*/ 103271 w 141891"/>
              <a:gd name="csY18" fmla="*/ 83695 h 141872"/>
              <a:gd name="csX19" fmla="*/ 94424 w 141891"/>
              <a:gd name="csY19" fmla="*/ 83695 h 141872"/>
              <a:gd name="csX20" fmla="*/ 90171 w 141891"/>
              <a:gd name="csY20" fmla="*/ 87947 h 141872"/>
              <a:gd name="csX21" fmla="*/ 94424 w 141891"/>
              <a:gd name="csY21" fmla="*/ 92200 h 141872"/>
              <a:gd name="csX22" fmla="*/ 113650 w 141891"/>
              <a:gd name="csY22" fmla="*/ 92200 h 141872"/>
              <a:gd name="csX23" fmla="*/ 117903 w 141891"/>
              <a:gd name="csY23" fmla="*/ 87947 h 141872"/>
              <a:gd name="csX24" fmla="*/ 117903 w 141891"/>
              <a:gd name="csY24" fmla="*/ 68725 h 141872"/>
              <a:gd name="csX25" fmla="*/ 117733 w 141891"/>
              <a:gd name="csY25" fmla="*/ 68895 h 141872"/>
            </a:gdLst>
            <a:ahLst/>
            <a:cxnLst/>
            <a:rect l="l" t="t" r="r" b="b"/>
            <a:pathLst>
              <a:path w="100000" h="100000">
                <a:moveTo>
                  <a:pt x="50000" y="99994"/>
                </a:moveTo>
                <a:cubicBezTo>
                  <a:pt x="22422" y="99994"/>
                  <a:pt x="0" y="77575"/>
                  <a:pt x="0" y="50000"/>
                </a:cubicBezTo>
                <a:cubicBezTo>
                  <a:pt x="0" y="22426"/>
                  <a:pt x="22422" y="7"/>
                  <a:pt x="50000" y="7"/>
                </a:cubicBezTo>
                <a:cubicBezTo>
                  <a:pt x="77579" y="7"/>
                  <a:pt x="100001" y="22426"/>
                  <a:pt x="100001" y="50000"/>
                </a:cubicBezTo>
                <a:cubicBezTo>
                  <a:pt x="100001" y="77575"/>
                  <a:pt x="77459" y="99994"/>
                  <a:pt x="50000" y="99994"/>
                </a:cubicBezTo>
                <a:close/>
                <a:moveTo>
                  <a:pt x="82974" y="48562"/>
                </a:moveTo>
                <a:cubicBezTo>
                  <a:pt x="82974" y="46883"/>
                  <a:pt x="81535" y="45564"/>
                  <a:pt x="79976" y="45564"/>
                </a:cubicBezTo>
                <a:cubicBezTo>
                  <a:pt x="78298" y="45564"/>
                  <a:pt x="76979" y="47003"/>
                  <a:pt x="76979" y="48562"/>
                </a:cubicBezTo>
                <a:lnTo>
                  <a:pt x="76979" y="54796"/>
                </a:lnTo>
                <a:lnTo>
                  <a:pt x="60312" y="38131"/>
                </a:lnTo>
                <a:cubicBezTo>
                  <a:pt x="59113" y="36932"/>
                  <a:pt x="57195" y="36932"/>
                  <a:pt x="56116" y="38131"/>
                </a:cubicBezTo>
                <a:lnTo>
                  <a:pt x="40288" y="53957"/>
                </a:lnTo>
                <a:lnTo>
                  <a:pt x="22183" y="35853"/>
                </a:lnTo>
                <a:cubicBezTo>
                  <a:pt x="20983" y="34654"/>
                  <a:pt x="19065" y="34774"/>
                  <a:pt x="17986" y="35853"/>
                </a:cubicBezTo>
                <a:cubicBezTo>
                  <a:pt x="16787" y="37052"/>
                  <a:pt x="16907" y="38970"/>
                  <a:pt x="17986" y="40049"/>
                </a:cubicBezTo>
                <a:lnTo>
                  <a:pt x="38250" y="60311"/>
                </a:lnTo>
                <a:cubicBezTo>
                  <a:pt x="39449" y="61510"/>
                  <a:pt x="41367" y="61510"/>
                  <a:pt x="42447" y="60311"/>
                </a:cubicBezTo>
                <a:lnTo>
                  <a:pt x="58274" y="44485"/>
                </a:lnTo>
                <a:lnTo>
                  <a:pt x="72782" y="58992"/>
                </a:lnTo>
                <a:lnTo>
                  <a:pt x="66547" y="58992"/>
                </a:lnTo>
                <a:cubicBezTo>
                  <a:pt x="64869" y="58992"/>
                  <a:pt x="63549" y="60431"/>
                  <a:pt x="63549" y="61989"/>
                </a:cubicBezTo>
                <a:cubicBezTo>
                  <a:pt x="63549" y="63668"/>
                  <a:pt x="64989" y="64986"/>
                  <a:pt x="66547" y="64986"/>
                </a:cubicBezTo>
                <a:lnTo>
                  <a:pt x="80097" y="64986"/>
                </a:lnTo>
                <a:cubicBezTo>
                  <a:pt x="81775" y="64986"/>
                  <a:pt x="83094" y="63668"/>
                  <a:pt x="83094" y="61989"/>
                </a:cubicBezTo>
                <a:lnTo>
                  <a:pt x="83094" y="48442"/>
                </a:lnTo>
                <a:lnTo>
                  <a:pt x="82974" y="4856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1" name="Красный — SVG 70">
            <a:extLst>
              <a:ext uri="{FF2B5EF4-FFF2-40B4-BE49-F238E27FC236}">
                <a16:creationId xmlns:a16="http://schemas.microsoft.com/office/drawing/2014/main" id="{36A913D8-A0B2-474D-9CE3-AC62D1DCA535}"/>
              </a:ext>
            </a:extLst>
          </p:cNvPr>
          <p:cNvSpPr>
            <a:spLocks noGrp="1"/>
          </p:cNvSpPr>
          <p:nvPr/>
        </p:nvSpPr>
        <p:spPr>
          <a:xfrm>
            <a:off x="9420000" y="1930000"/>
            <a:ext cx="220000" cy="220000"/>
          </a:xfrm>
          <a:custGeom>
            <a:avLst/>
            <a:gdLst>
              <a:gd name="csX0" fmla="*/ 70946 w 141891"/>
              <a:gd name="csY0" fmla="*/ 0 h 141872"/>
              <a:gd name="csX1" fmla="*/ 0 w 141891"/>
              <a:gd name="csY1" fmla="*/ 70936 h 141872"/>
              <a:gd name="csX2" fmla="*/ 70946 w 141891"/>
              <a:gd name="csY2" fmla="*/ 141873 h 141872"/>
              <a:gd name="csX3" fmla="*/ 141892 w 141891"/>
              <a:gd name="csY3" fmla="*/ 70936 h 141872"/>
              <a:gd name="csX4" fmla="*/ 70946 w 141891"/>
              <a:gd name="csY4" fmla="*/ 0 h 141872"/>
              <a:gd name="csX5" fmla="*/ 105483 w 141891"/>
              <a:gd name="csY5" fmla="*/ 94242 h 141872"/>
              <a:gd name="csX6" fmla="*/ 95275 w 141891"/>
              <a:gd name="csY6" fmla="*/ 104448 h 141872"/>
              <a:gd name="csX7" fmla="*/ 48488 w 141891"/>
              <a:gd name="csY7" fmla="*/ 104448 h 141872"/>
              <a:gd name="csX8" fmla="*/ 38280 w 141891"/>
              <a:gd name="csY8" fmla="*/ 94242 h 141872"/>
              <a:gd name="csX9" fmla="*/ 38280 w 141891"/>
              <a:gd name="csY9" fmla="*/ 47461 h 141872"/>
              <a:gd name="csX10" fmla="*/ 48488 w 141891"/>
              <a:gd name="csY10" fmla="*/ 37254 h 141872"/>
              <a:gd name="csX11" fmla="*/ 95275 w 141891"/>
              <a:gd name="csY11" fmla="*/ 37254 h 141872"/>
              <a:gd name="csX12" fmla="*/ 105483 w 141891"/>
              <a:gd name="csY12" fmla="*/ 47461 h 141872"/>
              <a:gd name="csX13" fmla="*/ 105483 w 141891"/>
              <a:gd name="csY13" fmla="*/ 94242 h 141872"/>
            </a:gdLst>
            <a:ahLst/>
            <a:cxnLst/>
            <a:rect l="l" t="t" r="r" b="b"/>
            <a:pathLst>
              <a:path w="100000" h="100000">
                <a:moveTo>
                  <a:pt x="50000" y="7"/>
                </a:move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575"/>
                  <a:pt x="100001" y="50000"/>
                </a:cubicBezTo>
                <a:cubicBezTo>
                  <a:pt x="100001" y="22426"/>
                  <a:pt x="77459" y="7"/>
                  <a:pt x="50000" y="7"/>
                </a:cubicBezTo>
                <a:close/>
                <a:moveTo>
                  <a:pt x="74341" y="66425"/>
                </a:moveTo>
                <a:cubicBezTo>
                  <a:pt x="74341" y="70381"/>
                  <a:pt x="71104" y="73618"/>
                  <a:pt x="67147" y="73618"/>
                </a:cubicBezTo>
                <a:lnTo>
                  <a:pt x="34173" y="73618"/>
                </a:lnTo>
                <a:cubicBezTo>
                  <a:pt x="30216" y="73618"/>
                  <a:pt x="26978" y="70381"/>
                  <a:pt x="26978" y="66425"/>
                </a:cubicBezTo>
                <a:lnTo>
                  <a:pt x="26978" y="33456"/>
                </a:lnTo>
                <a:cubicBezTo>
                  <a:pt x="26978" y="29499"/>
                  <a:pt x="30216" y="26262"/>
                  <a:pt x="34173" y="26262"/>
                </a:cubicBezTo>
                <a:lnTo>
                  <a:pt x="67147" y="26262"/>
                </a:lnTo>
                <a:cubicBezTo>
                  <a:pt x="71104" y="26262"/>
                  <a:pt x="74341" y="29499"/>
                  <a:pt x="74341" y="33456"/>
                </a:cubicBezTo>
                <a:lnTo>
                  <a:pt x="74341" y="6642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2" name="Красный — SVG 71">
            <a:extLst>
              <a:ext uri="{FF2B5EF4-FFF2-40B4-BE49-F238E27FC236}">
                <a16:creationId xmlns:a16="http://schemas.microsoft.com/office/drawing/2014/main" id="{9AC7FEE4-EFCA-4046-AEEE-E84712C29FD9}"/>
              </a:ext>
            </a:extLst>
          </p:cNvPr>
          <p:cNvSpPr>
            <a:spLocks noGrp="1"/>
          </p:cNvSpPr>
          <p:nvPr/>
        </p:nvSpPr>
        <p:spPr>
          <a:xfrm>
            <a:off x="10020000" y="1930000"/>
            <a:ext cx="220000" cy="220000"/>
          </a:xfrm>
          <a:custGeom>
            <a:avLst/>
            <a:gdLst>
              <a:gd name="csX0" fmla="*/ 38025 w 43043"/>
              <a:gd name="csY0" fmla="*/ 765 h 31725"/>
              <a:gd name="csX1" fmla="*/ 13866 w 43043"/>
              <a:gd name="csY1" fmla="*/ 24921 h 31725"/>
              <a:gd name="csX2" fmla="*/ 4679 w 43043"/>
              <a:gd name="csY2" fmla="*/ 15735 h 31725"/>
              <a:gd name="csX3" fmla="*/ 766 w 43043"/>
              <a:gd name="csY3" fmla="*/ 15735 h 31725"/>
              <a:gd name="csX4" fmla="*/ 766 w 43043"/>
              <a:gd name="csY4" fmla="*/ 19648 h 31725"/>
              <a:gd name="csX5" fmla="*/ 11995 w 43043"/>
              <a:gd name="csY5" fmla="*/ 30875 h 31725"/>
              <a:gd name="csX6" fmla="*/ 14036 w 43043"/>
              <a:gd name="csY6" fmla="*/ 31726 h 31725"/>
              <a:gd name="csX7" fmla="*/ 16078 w 43043"/>
              <a:gd name="csY7" fmla="*/ 30875 h 31725"/>
              <a:gd name="csX8" fmla="*/ 42278 w 43043"/>
              <a:gd name="csY8" fmla="*/ 4678 h 31725"/>
              <a:gd name="csX9" fmla="*/ 42278 w 43043"/>
              <a:gd name="csY9" fmla="*/ 765 h 31725"/>
              <a:gd name="csX10" fmla="*/ 38365 w 43043"/>
              <a:gd name="csY10" fmla="*/ 765 h 31725"/>
              <a:gd name="csX11" fmla="*/ 38025 w 43043"/>
              <a:gd name="csY11" fmla="*/ 765 h 31725"/>
            </a:gdLst>
            <a:ahLst/>
            <a:cxnLst/>
            <a:rect l="l" t="t" r="r" b="b"/>
            <a:pathLst>
              <a:path w="100000" h="100000">
                <a:moveTo>
                  <a:pt x="88342" y="14925"/>
                </a:moveTo>
                <a:lnTo>
                  <a:pt x="32214" y="71045"/>
                </a:lnTo>
                <a:lnTo>
                  <a:pt x="10871" y="49704"/>
                </a:lnTo>
                <a:cubicBezTo>
                  <a:pt x="8498" y="47334"/>
                  <a:pt x="4152" y="47334"/>
                  <a:pt x="1780" y="49704"/>
                </a:cubicBezTo>
                <a:cubicBezTo>
                  <a:pt x="-592" y="52076"/>
                  <a:pt x="-592" y="56423"/>
                  <a:pt x="1780" y="58795"/>
                </a:cubicBezTo>
                <a:lnTo>
                  <a:pt x="27867" y="84878"/>
                </a:lnTo>
                <a:cubicBezTo>
                  <a:pt x="29052" y="86063"/>
                  <a:pt x="30632" y="86855"/>
                  <a:pt x="32609" y="86855"/>
                </a:cubicBezTo>
                <a:cubicBezTo>
                  <a:pt x="34586" y="86855"/>
                  <a:pt x="35771" y="86063"/>
                  <a:pt x="37353" y="84878"/>
                </a:cubicBezTo>
                <a:lnTo>
                  <a:pt x="98223" y="24016"/>
                </a:lnTo>
                <a:cubicBezTo>
                  <a:pt x="100595" y="21643"/>
                  <a:pt x="100595" y="17297"/>
                  <a:pt x="98223" y="14925"/>
                </a:cubicBezTo>
                <a:cubicBezTo>
                  <a:pt x="95853" y="12555"/>
                  <a:pt x="91504" y="12555"/>
                  <a:pt x="89132" y="14925"/>
                </a:cubicBezTo>
                <a:lnTo>
                  <a:pt x="88342" y="1492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3" name="Красный — SVG 72">
            <a:extLst>
              <a:ext uri="{FF2B5EF4-FFF2-40B4-BE49-F238E27FC236}">
                <a16:creationId xmlns:a16="http://schemas.microsoft.com/office/drawing/2014/main" id="{FD75DE03-2E1A-1B41-8380-E7020B0870DB}"/>
              </a:ext>
            </a:extLst>
          </p:cNvPr>
          <p:cNvSpPr>
            <a:spLocks noGrp="1"/>
          </p:cNvSpPr>
          <p:nvPr/>
        </p:nvSpPr>
        <p:spPr>
          <a:xfrm>
            <a:off x="10620000" y="1930000"/>
            <a:ext cx="220000" cy="220000"/>
          </a:xfrm>
          <a:custGeom>
            <a:avLst/>
            <a:gdLst>
              <a:gd name="csX0" fmla="*/ 132792 w 135091"/>
              <a:gd name="csY0" fmla="*/ 87480 h 141745"/>
              <a:gd name="csX1" fmla="*/ 121223 w 135091"/>
              <a:gd name="csY1" fmla="*/ 78974 h 141745"/>
              <a:gd name="csX2" fmla="*/ 117140 w 135091"/>
              <a:gd name="csY2" fmla="*/ 70979 h 141745"/>
              <a:gd name="csX3" fmla="*/ 121223 w 135091"/>
              <a:gd name="csY3" fmla="*/ 62984 h 141745"/>
              <a:gd name="csX4" fmla="*/ 132963 w 135091"/>
              <a:gd name="csY4" fmla="*/ 54478 h 141745"/>
              <a:gd name="csX5" fmla="*/ 134834 w 135091"/>
              <a:gd name="csY5" fmla="*/ 48524 h 141745"/>
              <a:gd name="csX6" fmla="*/ 120713 w 135091"/>
              <a:gd name="csY6" fmla="*/ 24028 h 141745"/>
              <a:gd name="csX7" fmla="*/ 114588 w 135091"/>
              <a:gd name="csY7" fmla="*/ 22667 h 141745"/>
              <a:gd name="csX8" fmla="*/ 101488 w 135091"/>
              <a:gd name="csY8" fmla="*/ 28451 h 141745"/>
              <a:gd name="csX9" fmla="*/ 92641 w 135091"/>
              <a:gd name="csY9" fmla="*/ 27941 h 141745"/>
              <a:gd name="csX10" fmla="*/ 87707 w 135091"/>
              <a:gd name="csY10" fmla="*/ 20456 h 141745"/>
              <a:gd name="csX11" fmla="*/ 86176 w 135091"/>
              <a:gd name="csY11" fmla="*/ 5996 h 141745"/>
              <a:gd name="csX12" fmla="*/ 81922 w 135091"/>
              <a:gd name="csY12" fmla="*/ 1403 h 141745"/>
              <a:gd name="csX13" fmla="*/ 53680 w 135091"/>
              <a:gd name="csY13" fmla="*/ 1403 h 141745"/>
              <a:gd name="csX14" fmla="*/ 49427 w 135091"/>
              <a:gd name="csY14" fmla="*/ 5996 h 141745"/>
              <a:gd name="csX15" fmla="*/ 47895 w 135091"/>
              <a:gd name="csY15" fmla="*/ 20286 h 141745"/>
              <a:gd name="csX16" fmla="*/ 42962 w 135091"/>
              <a:gd name="csY16" fmla="*/ 27771 h 141745"/>
              <a:gd name="csX17" fmla="*/ 34115 w 135091"/>
              <a:gd name="csY17" fmla="*/ 28281 h 141745"/>
              <a:gd name="csX18" fmla="*/ 20844 w 135091"/>
              <a:gd name="csY18" fmla="*/ 22497 h 141745"/>
              <a:gd name="csX19" fmla="*/ 14719 w 135091"/>
              <a:gd name="csY19" fmla="*/ 23858 h 141745"/>
              <a:gd name="csX20" fmla="*/ 428 w 135091"/>
              <a:gd name="csY20" fmla="*/ 48354 h 141745"/>
              <a:gd name="csX21" fmla="*/ 2300 w 135091"/>
              <a:gd name="csY21" fmla="*/ 54308 h 141745"/>
              <a:gd name="csX22" fmla="*/ 13869 w 135091"/>
              <a:gd name="csY22" fmla="*/ 62813 h 141745"/>
              <a:gd name="csX23" fmla="*/ 17952 w 135091"/>
              <a:gd name="csY23" fmla="*/ 70809 h 141745"/>
              <a:gd name="csX24" fmla="*/ 13869 w 135091"/>
              <a:gd name="csY24" fmla="*/ 78804 h 141745"/>
              <a:gd name="csX25" fmla="*/ 2129 w 135091"/>
              <a:gd name="csY25" fmla="*/ 87310 h 141745"/>
              <a:gd name="csX26" fmla="*/ 258 w 135091"/>
              <a:gd name="csY26" fmla="*/ 93263 h 141745"/>
              <a:gd name="csX27" fmla="*/ 14379 w 135091"/>
              <a:gd name="csY27" fmla="*/ 117759 h 141745"/>
              <a:gd name="csX28" fmla="*/ 20504 w 135091"/>
              <a:gd name="csY28" fmla="*/ 119120 h 141745"/>
              <a:gd name="csX29" fmla="*/ 33604 w 135091"/>
              <a:gd name="csY29" fmla="*/ 113336 h 141745"/>
              <a:gd name="csX30" fmla="*/ 42451 w 135091"/>
              <a:gd name="csY30" fmla="*/ 113847 h 141745"/>
              <a:gd name="csX31" fmla="*/ 47385 w 135091"/>
              <a:gd name="csY31" fmla="*/ 121332 h 141745"/>
              <a:gd name="csX32" fmla="*/ 48916 w 135091"/>
              <a:gd name="csY32" fmla="*/ 135791 h 141745"/>
              <a:gd name="csX33" fmla="*/ 53170 w 135091"/>
              <a:gd name="csY33" fmla="*/ 140384 h 141745"/>
              <a:gd name="csX34" fmla="*/ 67461 w 135091"/>
              <a:gd name="csY34" fmla="*/ 141745 h 141745"/>
              <a:gd name="csX35" fmla="*/ 81412 w 135091"/>
              <a:gd name="csY35" fmla="*/ 140384 h 141745"/>
              <a:gd name="csX36" fmla="*/ 85665 w 135091"/>
              <a:gd name="csY36" fmla="*/ 135791 h 141745"/>
              <a:gd name="csX37" fmla="*/ 87196 w 135091"/>
              <a:gd name="csY37" fmla="*/ 121502 h 141745"/>
              <a:gd name="csX38" fmla="*/ 92130 w 135091"/>
              <a:gd name="csY38" fmla="*/ 114017 h 141745"/>
              <a:gd name="csX39" fmla="*/ 100977 w 135091"/>
              <a:gd name="csY39" fmla="*/ 113507 h 141745"/>
              <a:gd name="csX40" fmla="*/ 114248 w 135091"/>
              <a:gd name="csY40" fmla="*/ 119290 h 141745"/>
              <a:gd name="csX41" fmla="*/ 120373 w 135091"/>
              <a:gd name="csY41" fmla="*/ 117929 h 141745"/>
              <a:gd name="csX42" fmla="*/ 134494 w 135091"/>
              <a:gd name="csY42" fmla="*/ 93433 h 141745"/>
              <a:gd name="csX43" fmla="*/ 132622 w 135091"/>
              <a:gd name="csY43" fmla="*/ 87480 h 141745"/>
              <a:gd name="csX44" fmla="*/ 132792 w 135091"/>
              <a:gd name="csY44" fmla="*/ 87480 h 141745"/>
              <a:gd name="csX45" fmla="*/ 87367 w 135091"/>
              <a:gd name="csY45" fmla="*/ 58901 h 141745"/>
              <a:gd name="csX46" fmla="*/ 79881 w 135091"/>
              <a:gd name="csY46" fmla="*/ 58901 h 141745"/>
              <a:gd name="csX47" fmla="*/ 73075 w 135091"/>
              <a:gd name="csY47" fmla="*/ 52096 h 141745"/>
              <a:gd name="csX48" fmla="*/ 73075 w 135091"/>
              <a:gd name="csY48" fmla="*/ 103130 h 141745"/>
              <a:gd name="csX49" fmla="*/ 67631 w 135091"/>
              <a:gd name="csY49" fmla="*/ 108403 h 141745"/>
              <a:gd name="csX50" fmla="*/ 62357 w 135091"/>
              <a:gd name="csY50" fmla="*/ 102960 h 141745"/>
              <a:gd name="csX51" fmla="*/ 62357 w 135091"/>
              <a:gd name="csY51" fmla="*/ 51926 h 141745"/>
              <a:gd name="csX52" fmla="*/ 55551 w 135091"/>
              <a:gd name="csY52" fmla="*/ 58731 h 141745"/>
              <a:gd name="csX53" fmla="*/ 48066 w 135091"/>
              <a:gd name="csY53" fmla="*/ 58731 h 141745"/>
              <a:gd name="csX54" fmla="*/ 48066 w 135091"/>
              <a:gd name="csY54" fmla="*/ 51246 h 141745"/>
              <a:gd name="csX55" fmla="*/ 63548 w 135091"/>
              <a:gd name="csY55" fmla="*/ 35766 h 141745"/>
              <a:gd name="csX56" fmla="*/ 67631 w 135091"/>
              <a:gd name="csY56" fmla="*/ 33725 h 141745"/>
              <a:gd name="csX57" fmla="*/ 71884 w 135091"/>
              <a:gd name="csY57" fmla="*/ 35766 h 141745"/>
              <a:gd name="csX58" fmla="*/ 87367 w 135091"/>
              <a:gd name="csY58" fmla="*/ 51246 h 141745"/>
              <a:gd name="csX59" fmla="*/ 87367 w 135091"/>
              <a:gd name="csY59" fmla="*/ 58731 h 141745"/>
              <a:gd name="csX60" fmla="*/ 87367 w 135091"/>
              <a:gd name="csY60" fmla="*/ 58901 h 141745"/>
            </a:gdLst>
            <a:ahLst/>
            <a:cxnLst/>
            <a:rect l="l" t="t" r="r" b="b"/>
            <a:pathLst>
              <a:path w="100000" h="100000">
                <a:moveTo>
                  <a:pt x="96031" y="61716"/>
                </a:moveTo>
                <a:lnTo>
                  <a:pt x="87869" y="55716"/>
                </a:lnTo>
                <a:cubicBezTo>
                  <a:pt x="86069" y="54396"/>
                  <a:pt x="84989" y="52355"/>
                  <a:pt x="84989" y="50075"/>
                </a:cubicBezTo>
                <a:cubicBezTo>
                  <a:pt x="84989" y="47795"/>
                  <a:pt x="86069" y="45755"/>
                  <a:pt x="87869" y="44435"/>
                </a:cubicBezTo>
                <a:lnTo>
                  <a:pt x="96152" y="38434"/>
                </a:lnTo>
                <a:cubicBezTo>
                  <a:pt x="97472" y="37474"/>
                  <a:pt x="97952" y="35794"/>
                  <a:pt x="97472" y="34233"/>
                </a:cubicBezTo>
                <a:cubicBezTo>
                  <a:pt x="95311" y="27873"/>
                  <a:pt x="91950" y="22112"/>
                  <a:pt x="87509" y="16952"/>
                </a:cubicBezTo>
                <a:cubicBezTo>
                  <a:pt x="86429" y="15752"/>
                  <a:pt x="84629" y="15392"/>
                  <a:pt x="83188" y="15991"/>
                </a:cubicBezTo>
                <a:lnTo>
                  <a:pt x="73946" y="20072"/>
                </a:lnTo>
                <a:cubicBezTo>
                  <a:pt x="71905" y="20912"/>
                  <a:pt x="69625" y="20792"/>
                  <a:pt x="67705" y="19712"/>
                </a:cubicBezTo>
                <a:cubicBezTo>
                  <a:pt x="65784" y="18632"/>
                  <a:pt x="64464" y="16592"/>
                  <a:pt x="64224" y="14432"/>
                </a:cubicBezTo>
                <a:lnTo>
                  <a:pt x="63144" y="4230"/>
                </a:lnTo>
                <a:cubicBezTo>
                  <a:pt x="63024" y="2670"/>
                  <a:pt x="61703" y="1350"/>
                  <a:pt x="60143" y="990"/>
                </a:cubicBezTo>
                <a:cubicBezTo>
                  <a:pt x="53661" y="-330"/>
                  <a:pt x="46819" y="-330"/>
                  <a:pt x="40218" y="990"/>
                </a:cubicBezTo>
                <a:cubicBezTo>
                  <a:pt x="38657" y="1350"/>
                  <a:pt x="37457" y="2670"/>
                  <a:pt x="37218" y="4230"/>
                </a:cubicBezTo>
                <a:lnTo>
                  <a:pt x="36137" y="14312"/>
                </a:lnTo>
                <a:cubicBezTo>
                  <a:pt x="35897" y="16472"/>
                  <a:pt x="34577" y="18512"/>
                  <a:pt x="32657" y="19592"/>
                </a:cubicBezTo>
                <a:cubicBezTo>
                  <a:pt x="30735" y="20672"/>
                  <a:pt x="28455" y="20792"/>
                  <a:pt x="26415" y="19952"/>
                </a:cubicBezTo>
                <a:lnTo>
                  <a:pt x="17052" y="15871"/>
                </a:lnTo>
                <a:cubicBezTo>
                  <a:pt x="15613" y="15272"/>
                  <a:pt x="13812" y="15632"/>
                  <a:pt x="12731" y="16832"/>
                </a:cubicBezTo>
                <a:cubicBezTo>
                  <a:pt x="8170" y="21992"/>
                  <a:pt x="4809" y="27753"/>
                  <a:pt x="2649" y="34113"/>
                </a:cubicBezTo>
                <a:cubicBezTo>
                  <a:pt x="2169" y="35674"/>
                  <a:pt x="2649" y="37354"/>
                  <a:pt x="3970" y="38314"/>
                </a:cubicBezTo>
                <a:lnTo>
                  <a:pt x="12132" y="44314"/>
                </a:lnTo>
                <a:cubicBezTo>
                  <a:pt x="13932" y="45635"/>
                  <a:pt x="15012" y="47675"/>
                  <a:pt x="15012" y="49955"/>
                </a:cubicBezTo>
                <a:cubicBezTo>
                  <a:pt x="15012" y="52235"/>
                  <a:pt x="13932" y="54276"/>
                  <a:pt x="12132" y="55596"/>
                </a:cubicBezTo>
                <a:lnTo>
                  <a:pt x="3849" y="61597"/>
                </a:lnTo>
                <a:cubicBezTo>
                  <a:pt x="2529" y="62556"/>
                  <a:pt x="2049" y="64236"/>
                  <a:pt x="2529" y="65796"/>
                </a:cubicBezTo>
                <a:cubicBezTo>
                  <a:pt x="4689" y="72157"/>
                  <a:pt x="8050" y="77918"/>
                  <a:pt x="12491" y="83078"/>
                </a:cubicBezTo>
                <a:cubicBezTo>
                  <a:pt x="13572" y="84278"/>
                  <a:pt x="15372" y="84639"/>
                  <a:pt x="16813" y="84038"/>
                </a:cubicBezTo>
                <a:lnTo>
                  <a:pt x="26055" y="79958"/>
                </a:lnTo>
                <a:cubicBezTo>
                  <a:pt x="28095" y="79118"/>
                  <a:pt x="30376" y="79238"/>
                  <a:pt x="32296" y="80318"/>
                </a:cubicBezTo>
                <a:cubicBezTo>
                  <a:pt x="34216" y="81398"/>
                  <a:pt x="35537" y="83439"/>
                  <a:pt x="35777" y="85599"/>
                </a:cubicBezTo>
                <a:lnTo>
                  <a:pt x="36857" y="95799"/>
                </a:lnTo>
                <a:cubicBezTo>
                  <a:pt x="36977" y="97480"/>
                  <a:pt x="38298" y="98800"/>
                  <a:pt x="39858" y="99040"/>
                </a:cubicBezTo>
                <a:cubicBezTo>
                  <a:pt x="43099" y="99760"/>
                  <a:pt x="46459" y="100000"/>
                  <a:pt x="49940" y="100000"/>
                </a:cubicBezTo>
                <a:cubicBezTo>
                  <a:pt x="53421" y="100000"/>
                  <a:pt x="56542" y="99640"/>
                  <a:pt x="59783" y="99040"/>
                </a:cubicBezTo>
                <a:cubicBezTo>
                  <a:pt x="61343" y="98680"/>
                  <a:pt x="62543" y="97360"/>
                  <a:pt x="62783" y="95799"/>
                </a:cubicBezTo>
                <a:lnTo>
                  <a:pt x="63863" y="85719"/>
                </a:lnTo>
                <a:cubicBezTo>
                  <a:pt x="64104" y="83559"/>
                  <a:pt x="65424" y="81518"/>
                  <a:pt x="67344" y="80438"/>
                </a:cubicBezTo>
                <a:cubicBezTo>
                  <a:pt x="69265" y="79358"/>
                  <a:pt x="71665" y="79238"/>
                  <a:pt x="73586" y="80078"/>
                </a:cubicBezTo>
                <a:lnTo>
                  <a:pt x="82948" y="84158"/>
                </a:lnTo>
                <a:cubicBezTo>
                  <a:pt x="84388" y="84759"/>
                  <a:pt x="86189" y="84399"/>
                  <a:pt x="87269" y="83198"/>
                </a:cubicBezTo>
                <a:cubicBezTo>
                  <a:pt x="91830" y="78158"/>
                  <a:pt x="95191" y="72277"/>
                  <a:pt x="97232" y="65916"/>
                </a:cubicBezTo>
                <a:cubicBezTo>
                  <a:pt x="97711" y="64356"/>
                  <a:pt x="97232" y="62676"/>
                  <a:pt x="95911" y="61716"/>
                </a:cubicBezTo>
                <a:lnTo>
                  <a:pt x="96031" y="61716"/>
                </a:lnTo>
                <a:close/>
                <a:moveTo>
                  <a:pt x="63984" y="41554"/>
                </a:moveTo>
                <a:cubicBezTo>
                  <a:pt x="62543" y="42994"/>
                  <a:pt x="60143" y="42994"/>
                  <a:pt x="58703" y="41554"/>
                </a:cubicBezTo>
                <a:lnTo>
                  <a:pt x="53901" y="36753"/>
                </a:lnTo>
                <a:lnTo>
                  <a:pt x="53901" y="72757"/>
                </a:lnTo>
                <a:cubicBezTo>
                  <a:pt x="53901" y="74798"/>
                  <a:pt x="52221" y="76477"/>
                  <a:pt x="50060" y="76477"/>
                </a:cubicBezTo>
                <a:cubicBezTo>
                  <a:pt x="47900" y="76477"/>
                  <a:pt x="46340" y="74798"/>
                  <a:pt x="46340" y="72637"/>
                </a:cubicBezTo>
                <a:lnTo>
                  <a:pt x="46340" y="36633"/>
                </a:lnTo>
                <a:lnTo>
                  <a:pt x="41538" y="41434"/>
                </a:lnTo>
                <a:cubicBezTo>
                  <a:pt x="40098" y="42874"/>
                  <a:pt x="37697" y="42874"/>
                  <a:pt x="36257" y="41434"/>
                </a:cubicBezTo>
                <a:cubicBezTo>
                  <a:pt x="34817" y="39994"/>
                  <a:pt x="34817" y="37594"/>
                  <a:pt x="36257" y="36154"/>
                </a:cubicBezTo>
                <a:lnTo>
                  <a:pt x="47180" y="25233"/>
                </a:lnTo>
                <a:cubicBezTo>
                  <a:pt x="47900" y="24272"/>
                  <a:pt x="48980" y="23793"/>
                  <a:pt x="50060" y="23793"/>
                </a:cubicBezTo>
                <a:cubicBezTo>
                  <a:pt x="51260" y="23793"/>
                  <a:pt x="52341" y="24272"/>
                  <a:pt x="53061" y="25233"/>
                </a:cubicBezTo>
                <a:lnTo>
                  <a:pt x="63984" y="36154"/>
                </a:lnTo>
                <a:cubicBezTo>
                  <a:pt x="65424" y="37594"/>
                  <a:pt x="65424" y="39994"/>
                  <a:pt x="63984" y="41434"/>
                </a:cubicBezTo>
                <a:lnTo>
                  <a:pt x="63984" y="4155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4" name="Красный — SVG 73">
            <a:extLst>
              <a:ext uri="{FF2B5EF4-FFF2-40B4-BE49-F238E27FC236}">
                <a16:creationId xmlns:a16="http://schemas.microsoft.com/office/drawing/2014/main" id="{170BF52D-EC5F-1241-AF1B-F33D2735046B}"/>
              </a:ext>
            </a:extLst>
          </p:cNvPr>
          <p:cNvSpPr>
            <a:spLocks noGrp="1"/>
          </p:cNvSpPr>
          <p:nvPr/>
        </p:nvSpPr>
        <p:spPr>
          <a:xfrm>
            <a:off x="420000" y="2190000"/>
            <a:ext cx="220000" cy="220000"/>
          </a:xfrm>
          <a:custGeom>
            <a:avLst/>
            <a:gdLst>
              <a:gd name="csX0" fmla="*/ 2299 w 135091"/>
              <a:gd name="csY0" fmla="*/ 54265 h 141745"/>
              <a:gd name="csX1" fmla="*/ 13869 w 135091"/>
              <a:gd name="csY1" fmla="*/ 62771 h 141745"/>
              <a:gd name="csX2" fmla="*/ 17952 w 135091"/>
              <a:gd name="csY2" fmla="*/ 70766 h 141745"/>
              <a:gd name="csX3" fmla="*/ 13869 w 135091"/>
              <a:gd name="csY3" fmla="*/ 78761 h 141745"/>
              <a:gd name="csX4" fmla="*/ 2129 w 135091"/>
              <a:gd name="csY4" fmla="*/ 87267 h 141745"/>
              <a:gd name="csX5" fmla="*/ 258 w 135091"/>
              <a:gd name="csY5" fmla="*/ 93221 h 141745"/>
              <a:gd name="csX6" fmla="*/ 14379 w 135091"/>
              <a:gd name="csY6" fmla="*/ 117717 h 141745"/>
              <a:gd name="csX7" fmla="*/ 20504 w 135091"/>
              <a:gd name="csY7" fmla="*/ 119078 h 141745"/>
              <a:gd name="csX8" fmla="*/ 33604 w 135091"/>
              <a:gd name="csY8" fmla="*/ 113294 h 141745"/>
              <a:gd name="csX9" fmla="*/ 42451 w 135091"/>
              <a:gd name="csY9" fmla="*/ 113804 h 141745"/>
              <a:gd name="csX10" fmla="*/ 47385 w 135091"/>
              <a:gd name="csY10" fmla="*/ 121289 h 141745"/>
              <a:gd name="csX11" fmla="*/ 48916 w 135091"/>
              <a:gd name="csY11" fmla="*/ 135749 h 141745"/>
              <a:gd name="csX12" fmla="*/ 53170 w 135091"/>
              <a:gd name="csY12" fmla="*/ 140342 h 141745"/>
              <a:gd name="csX13" fmla="*/ 81412 w 135091"/>
              <a:gd name="csY13" fmla="*/ 140342 h 141745"/>
              <a:gd name="csX14" fmla="*/ 85665 w 135091"/>
              <a:gd name="csY14" fmla="*/ 135749 h 141745"/>
              <a:gd name="csX15" fmla="*/ 87196 w 135091"/>
              <a:gd name="csY15" fmla="*/ 121459 h 141745"/>
              <a:gd name="csX16" fmla="*/ 92130 w 135091"/>
              <a:gd name="csY16" fmla="*/ 113974 h 141745"/>
              <a:gd name="csX17" fmla="*/ 100977 w 135091"/>
              <a:gd name="csY17" fmla="*/ 113464 h 141745"/>
              <a:gd name="csX18" fmla="*/ 114248 w 135091"/>
              <a:gd name="csY18" fmla="*/ 119248 h 141745"/>
              <a:gd name="csX19" fmla="*/ 120373 w 135091"/>
              <a:gd name="csY19" fmla="*/ 117887 h 141745"/>
              <a:gd name="csX20" fmla="*/ 134664 w 135091"/>
              <a:gd name="csY20" fmla="*/ 93391 h 141745"/>
              <a:gd name="csX21" fmla="*/ 132792 w 135091"/>
              <a:gd name="csY21" fmla="*/ 87437 h 141745"/>
              <a:gd name="csX22" fmla="*/ 121223 w 135091"/>
              <a:gd name="csY22" fmla="*/ 78932 h 141745"/>
              <a:gd name="csX23" fmla="*/ 117140 w 135091"/>
              <a:gd name="csY23" fmla="*/ 70936 h 141745"/>
              <a:gd name="csX24" fmla="*/ 121223 w 135091"/>
              <a:gd name="csY24" fmla="*/ 62941 h 141745"/>
              <a:gd name="csX25" fmla="*/ 132963 w 135091"/>
              <a:gd name="csY25" fmla="*/ 54436 h 141745"/>
              <a:gd name="csX26" fmla="*/ 134834 w 135091"/>
              <a:gd name="csY26" fmla="*/ 48482 h 141745"/>
              <a:gd name="csX27" fmla="*/ 120713 w 135091"/>
              <a:gd name="csY27" fmla="*/ 23986 h 141745"/>
              <a:gd name="csX28" fmla="*/ 114588 w 135091"/>
              <a:gd name="csY28" fmla="*/ 22625 h 141745"/>
              <a:gd name="csX29" fmla="*/ 101488 w 135091"/>
              <a:gd name="csY29" fmla="*/ 28409 h 141745"/>
              <a:gd name="csX30" fmla="*/ 92641 w 135091"/>
              <a:gd name="csY30" fmla="*/ 27898 h 141745"/>
              <a:gd name="csX31" fmla="*/ 87707 w 135091"/>
              <a:gd name="csY31" fmla="*/ 20413 h 141745"/>
              <a:gd name="csX32" fmla="*/ 86176 w 135091"/>
              <a:gd name="csY32" fmla="*/ 5954 h 141745"/>
              <a:gd name="csX33" fmla="*/ 81922 w 135091"/>
              <a:gd name="csY33" fmla="*/ 1361 h 141745"/>
              <a:gd name="csX34" fmla="*/ 67631 w 135091"/>
              <a:gd name="csY34" fmla="*/ 0 h 141745"/>
              <a:gd name="csX35" fmla="*/ 53680 w 135091"/>
              <a:gd name="csY35" fmla="*/ 1361 h 141745"/>
              <a:gd name="csX36" fmla="*/ 49427 w 135091"/>
              <a:gd name="csY36" fmla="*/ 5954 h 141745"/>
              <a:gd name="csX37" fmla="*/ 47895 w 135091"/>
              <a:gd name="csY37" fmla="*/ 20243 h 141745"/>
              <a:gd name="csX38" fmla="*/ 42962 w 135091"/>
              <a:gd name="csY38" fmla="*/ 27728 h 141745"/>
              <a:gd name="csX39" fmla="*/ 34115 w 135091"/>
              <a:gd name="csY39" fmla="*/ 28238 h 141745"/>
              <a:gd name="csX40" fmla="*/ 20844 w 135091"/>
              <a:gd name="csY40" fmla="*/ 22455 h 141745"/>
              <a:gd name="csX41" fmla="*/ 14719 w 135091"/>
              <a:gd name="csY41" fmla="*/ 23816 h 141745"/>
              <a:gd name="csX42" fmla="*/ 598 w 135091"/>
              <a:gd name="csY42" fmla="*/ 48312 h 141745"/>
              <a:gd name="csX43" fmla="*/ 2470 w 135091"/>
              <a:gd name="csY43" fmla="*/ 54265 h 141745"/>
              <a:gd name="csX44" fmla="*/ 2299 w 135091"/>
              <a:gd name="csY44" fmla="*/ 54265 h 141745"/>
              <a:gd name="csX45" fmla="*/ 47725 w 135091"/>
              <a:gd name="csY45" fmla="*/ 82844 h 141745"/>
              <a:gd name="csX46" fmla="*/ 55211 w 135091"/>
              <a:gd name="csY46" fmla="*/ 82844 h 141745"/>
              <a:gd name="csX47" fmla="*/ 62017 w 135091"/>
              <a:gd name="csY47" fmla="*/ 89649 h 141745"/>
              <a:gd name="csX48" fmla="*/ 62017 w 135091"/>
              <a:gd name="csY48" fmla="*/ 38615 h 141745"/>
              <a:gd name="csX49" fmla="*/ 67461 w 135091"/>
              <a:gd name="csY49" fmla="*/ 33342 h 141745"/>
              <a:gd name="csX50" fmla="*/ 72735 w 135091"/>
              <a:gd name="csY50" fmla="*/ 38785 h 141745"/>
              <a:gd name="csX51" fmla="*/ 72735 w 135091"/>
              <a:gd name="csY51" fmla="*/ 89819 h 141745"/>
              <a:gd name="csX52" fmla="*/ 79540 w 135091"/>
              <a:gd name="csY52" fmla="*/ 83014 h 141745"/>
              <a:gd name="csX53" fmla="*/ 87026 w 135091"/>
              <a:gd name="csY53" fmla="*/ 83014 h 141745"/>
              <a:gd name="csX54" fmla="*/ 87026 w 135091"/>
              <a:gd name="csY54" fmla="*/ 90499 h 141745"/>
              <a:gd name="csX55" fmla="*/ 71544 w 135091"/>
              <a:gd name="csY55" fmla="*/ 105979 h 141745"/>
              <a:gd name="csX56" fmla="*/ 67461 w 135091"/>
              <a:gd name="csY56" fmla="*/ 108021 h 141745"/>
              <a:gd name="csX57" fmla="*/ 63208 w 135091"/>
              <a:gd name="csY57" fmla="*/ 105979 h 141745"/>
              <a:gd name="csX58" fmla="*/ 47725 w 135091"/>
              <a:gd name="csY58" fmla="*/ 90499 h 141745"/>
              <a:gd name="csX59" fmla="*/ 47725 w 135091"/>
              <a:gd name="csY59" fmla="*/ 83014 h 141745"/>
              <a:gd name="csX60" fmla="*/ 47725 w 135091"/>
              <a:gd name="csY60" fmla="*/ 82844 h 141745"/>
            </a:gdLst>
            <a:ahLst/>
            <a:cxnLst/>
            <a:rect l="l" t="t" r="r" b="b"/>
            <a:pathLst>
              <a:path w="100000" h="100000">
                <a:moveTo>
                  <a:pt x="3969" y="38284"/>
                </a:moveTo>
                <a:lnTo>
                  <a:pt x="12132" y="44284"/>
                </a:lnTo>
                <a:cubicBezTo>
                  <a:pt x="13932" y="45604"/>
                  <a:pt x="15012" y="47645"/>
                  <a:pt x="15012" y="49925"/>
                </a:cubicBezTo>
                <a:cubicBezTo>
                  <a:pt x="15012" y="52205"/>
                  <a:pt x="13932" y="54245"/>
                  <a:pt x="12132" y="55565"/>
                </a:cubicBezTo>
                <a:lnTo>
                  <a:pt x="3849" y="61566"/>
                </a:lnTo>
                <a:cubicBezTo>
                  <a:pt x="2529" y="62526"/>
                  <a:pt x="2049" y="64206"/>
                  <a:pt x="2529" y="65767"/>
                </a:cubicBezTo>
                <a:cubicBezTo>
                  <a:pt x="4689" y="72127"/>
                  <a:pt x="8050" y="77888"/>
                  <a:pt x="12491" y="83048"/>
                </a:cubicBezTo>
                <a:cubicBezTo>
                  <a:pt x="13572" y="84248"/>
                  <a:pt x="15372" y="84608"/>
                  <a:pt x="16813" y="84009"/>
                </a:cubicBezTo>
                <a:lnTo>
                  <a:pt x="26055" y="79928"/>
                </a:lnTo>
                <a:cubicBezTo>
                  <a:pt x="28095" y="79088"/>
                  <a:pt x="30376" y="79208"/>
                  <a:pt x="32296" y="80288"/>
                </a:cubicBezTo>
                <a:cubicBezTo>
                  <a:pt x="34216" y="81368"/>
                  <a:pt x="35537" y="83408"/>
                  <a:pt x="35777" y="85568"/>
                </a:cubicBezTo>
                <a:lnTo>
                  <a:pt x="36857" y="95770"/>
                </a:lnTo>
                <a:cubicBezTo>
                  <a:pt x="36977" y="97330"/>
                  <a:pt x="38298" y="98650"/>
                  <a:pt x="39858" y="99010"/>
                </a:cubicBezTo>
                <a:cubicBezTo>
                  <a:pt x="46340" y="100330"/>
                  <a:pt x="53181" y="100330"/>
                  <a:pt x="59783" y="99010"/>
                </a:cubicBezTo>
                <a:cubicBezTo>
                  <a:pt x="61343" y="98650"/>
                  <a:pt x="62543" y="97330"/>
                  <a:pt x="62783" y="95770"/>
                </a:cubicBezTo>
                <a:lnTo>
                  <a:pt x="63863" y="85688"/>
                </a:lnTo>
                <a:cubicBezTo>
                  <a:pt x="64104" y="83528"/>
                  <a:pt x="65424" y="81488"/>
                  <a:pt x="67344" y="80408"/>
                </a:cubicBezTo>
                <a:cubicBezTo>
                  <a:pt x="69265" y="79328"/>
                  <a:pt x="71545" y="79208"/>
                  <a:pt x="73586" y="80048"/>
                </a:cubicBezTo>
                <a:lnTo>
                  <a:pt x="82948" y="84129"/>
                </a:lnTo>
                <a:cubicBezTo>
                  <a:pt x="84388" y="84728"/>
                  <a:pt x="86189" y="84368"/>
                  <a:pt x="87269" y="83168"/>
                </a:cubicBezTo>
                <a:cubicBezTo>
                  <a:pt x="91830" y="78008"/>
                  <a:pt x="95191" y="72247"/>
                  <a:pt x="97352" y="65887"/>
                </a:cubicBezTo>
                <a:cubicBezTo>
                  <a:pt x="97831" y="64327"/>
                  <a:pt x="97352" y="62646"/>
                  <a:pt x="96031" y="61686"/>
                </a:cubicBezTo>
                <a:lnTo>
                  <a:pt x="87869" y="55686"/>
                </a:lnTo>
                <a:cubicBezTo>
                  <a:pt x="86069" y="54365"/>
                  <a:pt x="84989" y="52325"/>
                  <a:pt x="84989" y="50045"/>
                </a:cubicBezTo>
                <a:cubicBezTo>
                  <a:pt x="84989" y="47765"/>
                  <a:pt x="86069" y="45724"/>
                  <a:pt x="87869" y="44404"/>
                </a:cubicBezTo>
                <a:lnTo>
                  <a:pt x="96152" y="38404"/>
                </a:lnTo>
                <a:cubicBezTo>
                  <a:pt x="97472" y="37444"/>
                  <a:pt x="97952" y="35764"/>
                  <a:pt x="97472" y="34204"/>
                </a:cubicBezTo>
                <a:cubicBezTo>
                  <a:pt x="95311" y="27843"/>
                  <a:pt x="91950" y="22082"/>
                  <a:pt x="87509" y="16922"/>
                </a:cubicBezTo>
                <a:cubicBezTo>
                  <a:pt x="86429" y="15722"/>
                  <a:pt x="84629" y="15361"/>
                  <a:pt x="83188" y="15962"/>
                </a:cubicBezTo>
                <a:lnTo>
                  <a:pt x="73946" y="20042"/>
                </a:lnTo>
                <a:cubicBezTo>
                  <a:pt x="71905" y="20882"/>
                  <a:pt x="69625" y="20762"/>
                  <a:pt x="67705" y="19682"/>
                </a:cubicBezTo>
                <a:cubicBezTo>
                  <a:pt x="65784" y="18602"/>
                  <a:pt x="64464" y="16561"/>
                  <a:pt x="64224" y="14401"/>
                </a:cubicBezTo>
                <a:lnTo>
                  <a:pt x="63144" y="4201"/>
                </a:lnTo>
                <a:cubicBezTo>
                  <a:pt x="63023" y="2520"/>
                  <a:pt x="61703" y="1200"/>
                  <a:pt x="60143" y="960"/>
                </a:cubicBezTo>
                <a:cubicBezTo>
                  <a:pt x="56902" y="240"/>
                  <a:pt x="53541" y="0"/>
                  <a:pt x="50060" y="0"/>
                </a:cubicBezTo>
                <a:cubicBezTo>
                  <a:pt x="46579" y="0"/>
                  <a:pt x="43459" y="360"/>
                  <a:pt x="40218" y="960"/>
                </a:cubicBezTo>
                <a:cubicBezTo>
                  <a:pt x="38657" y="1320"/>
                  <a:pt x="37457" y="2640"/>
                  <a:pt x="37218" y="4201"/>
                </a:cubicBezTo>
                <a:lnTo>
                  <a:pt x="36137" y="14281"/>
                </a:lnTo>
                <a:cubicBezTo>
                  <a:pt x="35897" y="16441"/>
                  <a:pt x="34577" y="18482"/>
                  <a:pt x="32657" y="19562"/>
                </a:cubicBezTo>
                <a:cubicBezTo>
                  <a:pt x="30735" y="20642"/>
                  <a:pt x="28335" y="20762"/>
                  <a:pt x="26415" y="19922"/>
                </a:cubicBezTo>
                <a:lnTo>
                  <a:pt x="17052" y="15842"/>
                </a:lnTo>
                <a:cubicBezTo>
                  <a:pt x="15613" y="15241"/>
                  <a:pt x="13812" y="15601"/>
                  <a:pt x="12731" y="16802"/>
                </a:cubicBezTo>
                <a:cubicBezTo>
                  <a:pt x="8170" y="21842"/>
                  <a:pt x="4809" y="27723"/>
                  <a:pt x="2769" y="34084"/>
                </a:cubicBezTo>
                <a:cubicBezTo>
                  <a:pt x="2289" y="35644"/>
                  <a:pt x="2769" y="37324"/>
                  <a:pt x="4090" y="38284"/>
                </a:cubicBezTo>
                <a:lnTo>
                  <a:pt x="3969" y="38284"/>
                </a:lnTo>
                <a:close/>
                <a:moveTo>
                  <a:pt x="36017" y="58446"/>
                </a:moveTo>
                <a:cubicBezTo>
                  <a:pt x="37457" y="57006"/>
                  <a:pt x="39858" y="57006"/>
                  <a:pt x="41298" y="58446"/>
                </a:cubicBezTo>
                <a:lnTo>
                  <a:pt x="46100" y="63247"/>
                </a:lnTo>
                <a:lnTo>
                  <a:pt x="46100" y="27243"/>
                </a:lnTo>
                <a:cubicBezTo>
                  <a:pt x="46100" y="25202"/>
                  <a:pt x="47779" y="23523"/>
                  <a:pt x="49940" y="23523"/>
                </a:cubicBezTo>
                <a:cubicBezTo>
                  <a:pt x="52101" y="23523"/>
                  <a:pt x="53661" y="25202"/>
                  <a:pt x="53661" y="27363"/>
                </a:cubicBezTo>
                <a:lnTo>
                  <a:pt x="53661" y="63367"/>
                </a:lnTo>
                <a:lnTo>
                  <a:pt x="58462" y="58566"/>
                </a:lnTo>
                <a:cubicBezTo>
                  <a:pt x="59903" y="57126"/>
                  <a:pt x="62303" y="57126"/>
                  <a:pt x="63743" y="58566"/>
                </a:cubicBezTo>
                <a:cubicBezTo>
                  <a:pt x="65184" y="60006"/>
                  <a:pt x="65184" y="62406"/>
                  <a:pt x="63743" y="63846"/>
                </a:cubicBezTo>
                <a:lnTo>
                  <a:pt x="52821" y="74767"/>
                </a:lnTo>
                <a:cubicBezTo>
                  <a:pt x="52101" y="75728"/>
                  <a:pt x="51020" y="76208"/>
                  <a:pt x="49940" y="76208"/>
                </a:cubicBezTo>
                <a:cubicBezTo>
                  <a:pt x="48740" y="76208"/>
                  <a:pt x="47660" y="75728"/>
                  <a:pt x="46940" y="74767"/>
                </a:cubicBezTo>
                <a:lnTo>
                  <a:pt x="36017" y="63846"/>
                </a:lnTo>
                <a:cubicBezTo>
                  <a:pt x="34577" y="62406"/>
                  <a:pt x="34577" y="60006"/>
                  <a:pt x="36017" y="58566"/>
                </a:cubicBezTo>
                <a:lnTo>
                  <a:pt x="36017" y="5844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5" name="Красный — SVG 74">
            <a:extLst>
              <a:ext uri="{FF2B5EF4-FFF2-40B4-BE49-F238E27FC236}">
                <a16:creationId xmlns:a16="http://schemas.microsoft.com/office/drawing/2014/main" id="{1AB86EDF-5FED-E843-9FD3-417EA9AA992E}"/>
              </a:ext>
            </a:extLst>
          </p:cNvPr>
          <p:cNvSpPr>
            <a:spLocks noGrp="1"/>
          </p:cNvSpPr>
          <p:nvPr/>
        </p:nvSpPr>
        <p:spPr>
          <a:xfrm>
            <a:off x="1020000" y="2190000"/>
            <a:ext cx="220000" cy="220000"/>
          </a:xfrm>
          <a:custGeom>
            <a:avLst/>
            <a:gdLst>
              <a:gd name="csX0" fmla="*/ 93931 w 99239"/>
              <a:gd name="csY0" fmla="*/ 134671 h 134671"/>
              <a:gd name="csX1" fmla="*/ 90817 w 99239"/>
              <a:gd name="csY1" fmla="*/ 133668 h 134671"/>
              <a:gd name="csX2" fmla="*/ 49628 w 99239"/>
              <a:gd name="csY2" fmla="*/ 104009 h 134671"/>
              <a:gd name="csX3" fmla="*/ 8422 w 99239"/>
              <a:gd name="csY3" fmla="*/ 133668 h 134671"/>
              <a:gd name="csX4" fmla="*/ 2892 w 99239"/>
              <a:gd name="csY4" fmla="*/ 134086 h 134671"/>
              <a:gd name="csX5" fmla="*/ 0 w 99239"/>
              <a:gd name="csY5" fmla="*/ 129355 h 134671"/>
              <a:gd name="csX6" fmla="*/ 0 w 99239"/>
              <a:gd name="csY6" fmla="*/ 23036 h 134671"/>
              <a:gd name="csX7" fmla="*/ 23036 w 99239"/>
              <a:gd name="csY7" fmla="*/ 0 h 134671"/>
              <a:gd name="csX8" fmla="*/ 76203 w 99239"/>
              <a:gd name="csY8" fmla="*/ 0 h 134671"/>
              <a:gd name="csX9" fmla="*/ 99239 w 99239"/>
              <a:gd name="csY9" fmla="*/ 23036 h 134671"/>
              <a:gd name="csX10" fmla="*/ 99239 w 99239"/>
              <a:gd name="csY10" fmla="*/ 129355 h 134671"/>
              <a:gd name="csX11" fmla="*/ 96347 w 99239"/>
              <a:gd name="csY11" fmla="*/ 134086 h 134671"/>
              <a:gd name="csX12" fmla="*/ 93931 w 99239"/>
              <a:gd name="csY12" fmla="*/ 134671 h 134671"/>
            </a:gdLst>
            <a:ahLst/>
            <a:cxnLst/>
            <a:rect l="l" t="t" r="r" b="b"/>
            <a:pathLst>
              <a:path w="100000" h="100000">
                <a:moveTo>
                  <a:pt x="82904" y="100000"/>
                </a:moveTo>
                <a:cubicBezTo>
                  <a:pt x="82082" y="100000"/>
                  <a:pt x="81274" y="99750"/>
                  <a:pt x="80591" y="99255"/>
                </a:cubicBezTo>
                <a:lnTo>
                  <a:pt x="50006" y="77232"/>
                </a:lnTo>
                <a:lnTo>
                  <a:pt x="19409" y="99255"/>
                </a:lnTo>
                <a:cubicBezTo>
                  <a:pt x="18208" y="100121"/>
                  <a:pt x="16617" y="100242"/>
                  <a:pt x="15302" y="99566"/>
                </a:cubicBezTo>
                <a:cubicBezTo>
                  <a:pt x="13989" y="98892"/>
                  <a:pt x="13155" y="97535"/>
                  <a:pt x="13155" y="96053"/>
                </a:cubicBezTo>
                <a:lnTo>
                  <a:pt x="13155" y="17105"/>
                </a:lnTo>
                <a:cubicBezTo>
                  <a:pt x="13155" y="7674"/>
                  <a:pt x="20823" y="0"/>
                  <a:pt x="30260" y="0"/>
                </a:cubicBezTo>
                <a:lnTo>
                  <a:pt x="69740" y="0"/>
                </a:lnTo>
                <a:cubicBezTo>
                  <a:pt x="79177" y="0"/>
                  <a:pt x="86845" y="7674"/>
                  <a:pt x="86845" y="17105"/>
                </a:cubicBezTo>
                <a:lnTo>
                  <a:pt x="86845" y="96053"/>
                </a:lnTo>
                <a:cubicBezTo>
                  <a:pt x="86845" y="97535"/>
                  <a:pt x="86024" y="98892"/>
                  <a:pt x="84698" y="99566"/>
                </a:cubicBezTo>
                <a:cubicBezTo>
                  <a:pt x="84129" y="99855"/>
                  <a:pt x="83523" y="100000"/>
                  <a:pt x="82904" y="1000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6" name="Красный — SVG 75">
            <a:extLst>
              <a:ext uri="{FF2B5EF4-FFF2-40B4-BE49-F238E27FC236}">
                <a16:creationId xmlns:a16="http://schemas.microsoft.com/office/drawing/2014/main" id="{8005480D-C4FA-F645-A828-380CFBECD736}"/>
              </a:ext>
            </a:extLst>
          </p:cNvPr>
          <p:cNvSpPr>
            <a:spLocks noGrp="1"/>
          </p:cNvSpPr>
          <p:nvPr/>
        </p:nvSpPr>
        <p:spPr>
          <a:xfrm>
            <a:off x="1620000" y="2190000"/>
            <a:ext cx="220000" cy="220000"/>
          </a:xfrm>
          <a:custGeom>
            <a:avLst/>
            <a:gdLst>
              <a:gd name="csX0" fmla="*/ 70776 w 127770"/>
              <a:gd name="csY0" fmla="*/ 0 h 156311"/>
              <a:gd name="csX1" fmla="*/ 65842 w 127770"/>
              <a:gd name="csY1" fmla="*/ 2211 h 156311"/>
              <a:gd name="csX2" fmla="*/ 52231 w 127770"/>
              <a:gd name="csY2" fmla="*/ 15820 h 156311"/>
              <a:gd name="csX3" fmla="*/ 50870 w 127770"/>
              <a:gd name="csY3" fmla="*/ 25687 h 156311"/>
              <a:gd name="csX4" fmla="*/ 52231 w 127770"/>
              <a:gd name="csY4" fmla="*/ 27048 h 156311"/>
              <a:gd name="csX5" fmla="*/ 65672 w 127770"/>
              <a:gd name="csY5" fmla="*/ 40486 h 156311"/>
              <a:gd name="csX6" fmla="*/ 75710 w 127770"/>
              <a:gd name="csY6" fmla="*/ 40657 h 156311"/>
              <a:gd name="csX7" fmla="*/ 75880 w 127770"/>
              <a:gd name="csY7" fmla="*/ 30620 h 156311"/>
              <a:gd name="csX8" fmla="*/ 75710 w 127770"/>
              <a:gd name="csY8" fmla="*/ 30450 h 156311"/>
              <a:gd name="csX9" fmla="*/ 75029 w 127770"/>
              <a:gd name="csY9" fmla="*/ 29769 h 156311"/>
              <a:gd name="csX10" fmla="*/ 113309 w 127770"/>
              <a:gd name="csY10" fmla="*/ 78081 h 156311"/>
              <a:gd name="csX11" fmla="*/ 94765 w 127770"/>
              <a:gd name="csY11" fmla="*/ 116696 h 156311"/>
              <a:gd name="csX12" fmla="*/ 93744 w 127770"/>
              <a:gd name="csY12" fmla="*/ 126733 h 156311"/>
              <a:gd name="csX13" fmla="*/ 103782 w 127770"/>
              <a:gd name="csY13" fmla="*/ 127753 h 156311"/>
              <a:gd name="csX14" fmla="*/ 127771 w 127770"/>
              <a:gd name="csY14" fmla="*/ 78081 h 156311"/>
              <a:gd name="csX15" fmla="*/ 73158 w 127770"/>
              <a:gd name="csY15" fmla="*/ 14970 h 156311"/>
              <a:gd name="csX16" fmla="*/ 76050 w 127770"/>
              <a:gd name="csY16" fmla="*/ 12078 h 156311"/>
              <a:gd name="csX17" fmla="*/ 76050 w 127770"/>
              <a:gd name="csY17" fmla="*/ 2041 h 156311"/>
              <a:gd name="csX18" fmla="*/ 70776 w 127770"/>
              <a:gd name="csY18" fmla="*/ 0 h 156311"/>
              <a:gd name="csX19" fmla="*/ 28242 w 127770"/>
              <a:gd name="csY19" fmla="*/ 26878 h 156311"/>
              <a:gd name="csX20" fmla="*/ 23819 w 127770"/>
              <a:gd name="csY20" fmla="*/ 28579 h 156311"/>
              <a:gd name="csX21" fmla="*/ 0 w 127770"/>
              <a:gd name="csY21" fmla="*/ 78081 h 156311"/>
              <a:gd name="csX22" fmla="*/ 54613 w 127770"/>
              <a:gd name="csY22" fmla="*/ 141192 h 156311"/>
              <a:gd name="csX23" fmla="*/ 51721 w 127770"/>
              <a:gd name="csY23" fmla="*/ 144084 h 156311"/>
              <a:gd name="csX24" fmla="*/ 51551 w 127770"/>
              <a:gd name="csY24" fmla="*/ 154121 h 156311"/>
              <a:gd name="csX25" fmla="*/ 61588 w 127770"/>
              <a:gd name="csY25" fmla="*/ 154291 h 156311"/>
              <a:gd name="csX26" fmla="*/ 61759 w 127770"/>
              <a:gd name="csY26" fmla="*/ 154121 h 156311"/>
              <a:gd name="csX27" fmla="*/ 75369 w 127770"/>
              <a:gd name="csY27" fmla="*/ 140512 h 156311"/>
              <a:gd name="csX28" fmla="*/ 76730 w 127770"/>
              <a:gd name="csY28" fmla="*/ 130645 h 156311"/>
              <a:gd name="csX29" fmla="*/ 75369 w 127770"/>
              <a:gd name="csY29" fmla="*/ 129284 h 156311"/>
              <a:gd name="csX30" fmla="*/ 61929 w 127770"/>
              <a:gd name="csY30" fmla="*/ 115846 h 156311"/>
              <a:gd name="csX31" fmla="*/ 56825 w 127770"/>
              <a:gd name="csY31" fmla="*/ 113634 h 156311"/>
              <a:gd name="csX32" fmla="*/ 49679 w 127770"/>
              <a:gd name="csY32" fmla="*/ 120779 h 156311"/>
              <a:gd name="csX33" fmla="*/ 51891 w 127770"/>
              <a:gd name="csY33" fmla="*/ 125882 h 156311"/>
              <a:gd name="csX34" fmla="*/ 52571 w 127770"/>
              <a:gd name="csY34" fmla="*/ 126563 h 156311"/>
              <a:gd name="csX35" fmla="*/ 14291 w 127770"/>
              <a:gd name="csY35" fmla="*/ 78251 h 156311"/>
              <a:gd name="csX36" fmla="*/ 32836 w 127770"/>
              <a:gd name="csY36" fmla="*/ 39636 h 156311"/>
              <a:gd name="csX37" fmla="*/ 34027 w 127770"/>
              <a:gd name="csY37" fmla="*/ 29769 h 156311"/>
              <a:gd name="csX38" fmla="*/ 28242 w 127770"/>
              <a:gd name="csY38" fmla="*/ 27048 h 156311"/>
              <a:gd name="csX39" fmla="*/ 28242 w 127770"/>
              <a:gd name="csY39" fmla="*/ 26878 h 156311"/>
            </a:gdLst>
            <a:ahLst/>
            <a:cxnLst/>
            <a:rect l="l" t="t" r="r" b="b"/>
            <a:pathLst>
              <a:path w="100000" h="100000">
                <a:moveTo>
                  <a:pt x="54409" y="0"/>
                </a:moveTo>
                <a:cubicBezTo>
                  <a:pt x="53211" y="0"/>
                  <a:pt x="52123" y="544"/>
                  <a:pt x="51252" y="1414"/>
                </a:cubicBezTo>
                <a:lnTo>
                  <a:pt x="42544" y="10121"/>
                </a:lnTo>
                <a:cubicBezTo>
                  <a:pt x="40585" y="11645"/>
                  <a:pt x="40150" y="14474"/>
                  <a:pt x="41674" y="16433"/>
                </a:cubicBezTo>
                <a:cubicBezTo>
                  <a:pt x="41891" y="16760"/>
                  <a:pt x="42218" y="17086"/>
                  <a:pt x="42544" y="17304"/>
                </a:cubicBezTo>
                <a:lnTo>
                  <a:pt x="51143" y="25901"/>
                </a:lnTo>
                <a:cubicBezTo>
                  <a:pt x="52885" y="27751"/>
                  <a:pt x="55714" y="27751"/>
                  <a:pt x="57565" y="26010"/>
                </a:cubicBezTo>
                <a:cubicBezTo>
                  <a:pt x="59415" y="24269"/>
                  <a:pt x="59415" y="21439"/>
                  <a:pt x="57674" y="19589"/>
                </a:cubicBezTo>
                <a:cubicBezTo>
                  <a:pt x="57674" y="19589"/>
                  <a:pt x="57674" y="19589"/>
                  <a:pt x="57565" y="19480"/>
                </a:cubicBezTo>
                <a:lnTo>
                  <a:pt x="57129" y="19045"/>
                </a:lnTo>
                <a:cubicBezTo>
                  <a:pt x="71170" y="22310"/>
                  <a:pt x="81619" y="34825"/>
                  <a:pt x="81619" y="49952"/>
                </a:cubicBezTo>
                <a:cubicBezTo>
                  <a:pt x="81619" y="65079"/>
                  <a:pt x="76939" y="68780"/>
                  <a:pt x="69755" y="74656"/>
                </a:cubicBezTo>
                <a:cubicBezTo>
                  <a:pt x="67796" y="76180"/>
                  <a:pt x="67470" y="79119"/>
                  <a:pt x="69102" y="81077"/>
                </a:cubicBezTo>
                <a:cubicBezTo>
                  <a:pt x="70735" y="83036"/>
                  <a:pt x="73565" y="83363"/>
                  <a:pt x="75524" y="81730"/>
                </a:cubicBezTo>
                <a:cubicBezTo>
                  <a:pt x="84776" y="74221"/>
                  <a:pt x="90871" y="62794"/>
                  <a:pt x="90871" y="49952"/>
                </a:cubicBezTo>
                <a:cubicBezTo>
                  <a:pt x="90871" y="29492"/>
                  <a:pt x="75633" y="12515"/>
                  <a:pt x="55932" y="9577"/>
                </a:cubicBezTo>
                <a:lnTo>
                  <a:pt x="57783" y="7727"/>
                </a:lnTo>
                <a:cubicBezTo>
                  <a:pt x="59633" y="5986"/>
                  <a:pt x="59633" y="3156"/>
                  <a:pt x="57783" y="1306"/>
                </a:cubicBezTo>
                <a:cubicBezTo>
                  <a:pt x="56912" y="435"/>
                  <a:pt x="55714" y="0"/>
                  <a:pt x="54409" y="0"/>
                </a:cubicBezTo>
                <a:close/>
                <a:moveTo>
                  <a:pt x="27197" y="17195"/>
                </a:moveTo>
                <a:cubicBezTo>
                  <a:pt x="26218" y="17195"/>
                  <a:pt x="25238" y="17630"/>
                  <a:pt x="24368" y="18283"/>
                </a:cubicBezTo>
                <a:cubicBezTo>
                  <a:pt x="15116" y="25683"/>
                  <a:pt x="9130" y="37111"/>
                  <a:pt x="9130" y="49952"/>
                </a:cubicBezTo>
                <a:cubicBezTo>
                  <a:pt x="9130" y="70412"/>
                  <a:pt x="24368" y="87389"/>
                  <a:pt x="44068" y="90328"/>
                </a:cubicBezTo>
                <a:lnTo>
                  <a:pt x="42218" y="92178"/>
                </a:lnTo>
                <a:cubicBezTo>
                  <a:pt x="40367" y="93919"/>
                  <a:pt x="40367" y="96749"/>
                  <a:pt x="42109" y="98599"/>
                </a:cubicBezTo>
                <a:cubicBezTo>
                  <a:pt x="43851" y="100448"/>
                  <a:pt x="46680" y="100448"/>
                  <a:pt x="48530" y="98708"/>
                </a:cubicBezTo>
                <a:cubicBezTo>
                  <a:pt x="48530" y="98708"/>
                  <a:pt x="48530" y="98708"/>
                  <a:pt x="48640" y="98599"/>
                </a:cubicBezTo>
                <a:lnTo>
                  <a:pt x="57347" y="89893"/>
                </a:lnTo>
                <a:cubicBezTo>
                  <a:pt x="59306" y="88369"/>
                  <a:pt x="59741" y="85539"/>
                  <a:pt x="58218" y="83580"/>
                </a:cubicBezTo>
                <a:cubicBezTo>
                  <a:pt x="58000" y="83254"/>
                  <a:pt x="57674" y="82928"/>
                  <a:pt x="57347" y="82709"/>
                </a:cubicBezTo>
                <a:lnTo>
                  <a:pt x="48749" y="74113"/>
                </a:lnTo>
                <a:cubicBezTo>
                  <a:pt x="47878" y="73242"/>
                  <a:pt x="46680" y="72697"/>
                  <a:pt x="45483" y="72697"/>
                </a:cubicBezTo>
                <a:cubicBezTo>
                  <a:pt x="42980" y="72697"/>
                  <a:pt x="40912" y="74765"/>
                  <a:pt x="40912" y="77268"/>
                </a:cubicBezTo>
                <a:cubicBezTo>
                  <a:pt x="40912" y="78465"/>
                  <a:pt x="41456" y="79662"/>
                  <a:pt x="42327" y="80533"/>
                </a:cubicBezTo>
                <a:lnTo>
                  <a:pt x="42762" y="80969"/>
                </a:lnTo>
                <a:cubicBezTo>
                  <a:pt x="28721" y="77703"/>
                  <a:pt x="18272" y="65189"/>
                  <a:pt x="18272" y="50061"/>
                </a:cubicBezTo>
                <a:cubicBezTo>
                  <a:pt x="18272" y="34934"/>
                  <a:pt x="22953" y="31234"/>
                  <a:pt x="30136" y="25357"/>
                </a:cubicBezTo>
                <a:cubicBezTo>
                  <a:pt x="32095" y="23833"/>
                  <a:pt x="32422" y="21004"/>
                  <a:pt x="30898" y="19045"/>
                </a:cubicBezTo>
                <a:cubicBezTo>
                  <a:pt x="30028" y="17957"/>
                  <a:pt x="28613" y="17304"/>
                  <a:pt x="27197" y="17304"/>
                </a:cubicBezTo>
                <a:lnTo>
                  <a:pt x="27197" y="1719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7" name="Красный — SVG 76">
            <a:extLst>
              <a:ext uri="{FF2B5EF4-FFF2-40B4-BE49-F238E27FC236}">
                <a16:creationId xmlns:a16="http://schemas.microsoft.com/office/drawing/2014/main" id="{58EBA93A-19FD-B841-A9C1-6551C48156D2}"/>
              </a:ext>
            </a:extLst>
          </p:cNvPr>
          <p:cNvSpPr>
            <a:spLocks noGrp="1"/>
          </p:cNvSpPr>
          <p:nvPr/>
        </p:nvSpPr>
        <p:spPr>
          <a:xfrm>
            <a:off x="2220000" y="2190000"/>
            <a:ext cx="220000" cy="220000"/>
          </a:xfrm>
          <a:custGeom>
            <a:avLst/>
            <a:gdLst>
              <a:gd name="csX0" fmla="*/ 51681 w 57596"/>
              <a:gd name="csY0" fmla="*/ 33810 h 60687"/>
              <a:gd name="csX1" fmla="*/ 49980 w 57596"/>
              <a:gd name="csY1" fmla="*/ 30407 h 60687"/>
              <a:gd name="csX2" fmla="*/ 51681 w 57596"/>
              <a:gd name="csY2" fmla="*/ 27005 h 60687"/>
              <a:gd name="csX3" fmla="*/ 56615 w 57596"/>
              <a:gd name="csY3" fmla="*/ 23263 h 60687"/>
              <a:gd name="csX4" fmla="*/ 57466 w 57596"/>
              <a:gd name="csY4" fmla="*/ 20711 h 60687"/>
              <a:gd name="csX5" fmla="*/ 51341 w 57596"/>
              <a:gd name="csY5" fmla="*/ 10164 h 60687"/>
              <a:gd name="csX6" fmla="*/ 48789 w 57596"/>
              <a:gd name="csY6" fmla="*/ 9654 h 60687"/>
              <a:gd name="csX7" fmla="*/ 43174 w 57596"/>
              <a:gd name="csY7" fmla="*/ 12205 h 60687"/>
              <a:gd name="csX8" fmla="*/ 39431 w 57596"/>
              <a:gd name="csY8" fmla="*/ 12035 h 60687"/>
              <a:gd name="csX9" fmla="*/ 37390 w 57596"/>
              <a:gd name="csY9" fmla="*/ 8803 h 60687"/>
              <a:gd name="csX10" fmla="*/ 36709 w 57596"/>
              <a:gd name="csY10" fmla="*/ 2679 h 60687"/>
              <a:gd name="csX11" fmla="*/ 34838 w 57596"/>
              <a:gd name="csY11" fmla="*/ 638 h 60687"/>
              <a:gd name="csX12" fmla="*/ 22758 w 57596"/>
              <a:gd name="csY12" fmla="*/ 638 h 60687"/>
              <a:gd name="csX13" fmla="*/ 20887 w 57596"/>
              <a:gd name="csY13" fmla="*/ 2679 h 60687"/>
              <a:gd name="csX14" fmla="*/ 20206 w 57596"/>
              <a:gd name="csY14" fmla="*/ 8803 h 60687"/>
              <a:gd name="csX15" fmla="*/ 18165 w 57596"/>
              <a:gd name="csY15" fmla="*/ 12035 h 60687"/>
              <a:gd name="csX16" fmla="*/ 14422 w 57596"/>
              <a:gd name="csY16" fmla="*/ 12205 h 60687"/>
              <a:gd name="csX17" fmla="*/ 8807 w 57596"/>
              <a:gd name="csY17" fmla="*/ 9654 h 60687"/>
              <a:gd name="csX18" fmla="*/ 6255 w 57596"/>
              <a:gd name="csY18" fmla="*/ 10164 h 60687"/>
              <a:gd name="csX19" fmla="*/ 130 w 57596"/>
              <a:gd name="csY19" fmla="*/ 20711 h 60687"/>
              <a:gd name="csX20" fmla="*/ 981 w 57596"/>
              <a:gd name="csY20" fmla="*/ 23263 h 60687"/>
              <a:gd name="csX21" fmla="*/ 5915 w 57596"/>
              <a:gd name="csY21" fmla="*/ 26835 h 60687"/>
              <a:gd name="csX22" fmla="*/ 7616 w 57596"/>
              <a:gd name="csY22" fmla="*/ 30237 h 60687"/>
              <a:gd name="csX23" fmla="*/ 5915 w 57596"/>
              <a:gd name="csY23" fmla="*/ 33639 h 60687"/>
              <a:gd name="csX24" fmla="*/ 981 w 57596"/>
              <a:gd name="csY24" fmla="*/ 37382 h 60687"/>
              <a:gd name="csX25" fmla="*/ 130 w 57596"/>
              <a:gd name="csY25" fmla="*/ 39934 h 60687"/>
              <a:gd name="csX26" fmla="*/ 6255 w 57596"/>
              <a:gd name="csY26" fmla="*/ 50480 h 60687"/>
              <a:gd name="csX27" fmla="*/ 8807 w 57596"/>
              <a:gd name="csY27" fmla="*/ 50991 h 60687"/>
              <a:gd name="csX28" fmla="*/ 14422 w 57596"/>
              <a:gd name="csY28" fmla="*/ 48439 h 60687"/>
              <a:gd name="csX29" fmla="*/ 18165 w 57596"/>
              <a:gd name="csY29" fmla="*/ 48609 h 60687"/>
              <a:gd name="csX30" fmla="*/ 20206 w 57596"/>
              <a:gd name="csY30" fmla="*/ 51841 h 60687"/>
              <a:gd name="csX31" fmla="*/ 20887 w 57596"/>
              <a:gd name="csY31" fmla="*/ 57965 h 60687"/>
              <a:gd name="csX32" fmla="*/ 22758 w 57596"/>
              <a:gd name="csY32" fmla="*/ 60007 h 60687"/>
              <a:gd name="csX33" fmla="*/ 28883 w 57596"/>
              <a:gd name="csY33" fmla="*/ 60687 h 60687"/>
              <a:gd name="csX34" fmla="*/ 34838 w 57596"/>
              <a:gd name="csY34" fmla="*/ 60007 h 60687"/>
              <a:gd name="csX35" fmla="*/ 36709 w 57596"/>
              <a:gd name="csY35" fmla="*/ 57965 h 60687"/>
              <a:gd name="csX36" fmla="*/ 37390 w 57596"/>
              <a:gd name="csY36" fmla="*/ 51841 h 60687"/>
              <a:gd name="csX37" fmla="*/ 39431 w 57596"/>
              <a:gd name="csY37" fmla="*/ 48609 h 60687"/>
              <a:gd name="csX38" fmla="*/ 43174 w 57596"/>
              <a:gd name="csY38" fmla="*/ 48439 h 60687"/>
              <a:gd name="csX39" fmla="*/ 48789 w 57596"/>
              <a:gd name="csY39" fmla="*/ 50991 h 60687"/>
              <a:gd name="csX40" fmla="*/ 51341 w 57596"/>
              <a:gd name="csY40" fmla="*/ 50480 h 60687"/>
              <a:gd name="csX41" fmla="*/ 57466 w 57596"/>
              <a:gd name="csY41" fmla="*/ 39934 h 60687"/>
              <a:gd name="csX42" fmla="*/ 56615 w 57596"/>
              <a:gd name="csY42" fmla="*/ 37382 h 60687"/>
              <a:gd name="csX43" fmla="*/ 51681 w 57596"/>
              <a:gd name="csY43" fmla="*/ 33810 h 60687"/>
              <a:gd name="csX44" fmla="*/ 28713 w 57596"/>
              <a:gd name="csY44" fmla="*/ 40954 h 60687"/>
              <a:gd name="csX45" fmla="*/ 17994 w 57596"/>
              <a:gd name="csY45" fmla="*/ 30237 h 60687"/>
              <a:gd name="csX46" fmla="*/ 28713 w 57596"/>
              <a:gd name="csY46" fmla="*/ 19520 h 60687"/>
              <a:gd name="csX47" fmla="*/ 39431 w 57596"/>
              <a:gd name="csY47" fmla="*/ 30237 h 60687"/>
              <a:gd name="csX48" fmla="*/ 28713 w 57596"/>
              <a:gd name="csY48" fmla="*/ 40954 h 60687"/>
            </a:gdLst>
            <a:ahLst/>
            <a:cxnLst/>
            <a:rect l="l" t="t" r="r" b="b"/>
            <a:pathLst>
              <a:path w="100000" h="100000">
                <a:moveTo>
                  <a:pt x="87707" y="55712"/>
                </a:moveTo>
                <a:cubicBezTo>
                  <a:pt x="86024" y="54310"/>
                  <a:pt x="84904" y="52347"/>
                  <a:pt x="84904" y="50105"/>
                </a:cubicBezTo>
                <a:cubicBezTo>
                  <a:pt x="84904" y="47862"/>
                  <a:pt x="86024" y="45901"/>
                  <a:pt x="87707" y="44499"/>
                </a:cubicBezTo>
                <a:lnTo>
                  <a:pt x="95837" y="38333"/>
                </a:lnTo>
                <a:cubicBezTo>
                  <a:pt x="97239" y="37491"/>
                  <a:pt x="97799" y="35530"/>
                  <a:pt x="97239" y="34128"/>
                </a:cubicBezTo>
                <a:cubicBezTo>
                  <a:pt x="94996" y="27680"/>
                  <a:pt x="91632" y="21794"/>
                  <a:pt x="87146" y="16748"/>
                </a:cubicBezTo>
                <a:cubicBezTo>
                  <a:pt x="86024" y="15628"/>
                  <a:pt x="84343" y="15066"/>
                  <a:pt x="82941" y="15908"/>
                </a:cubicBezTo>
                <a:lnTo>
                  <a:pt x="73689" y="20111"/>
                </a:lnTo>
                <a:cubicBezTo>
                  <a:pt x="71728" y="20953"/>
                  <a:pt x="69203" y="20953"/>
                  <a:pt x="67521" y="19831"/>
                </a:cubicBezTo>
                <a:cubicBezTo>
                  <a:pt x="65559" y="18711"/>
                  <a:pt x="64438" y="16748"/>
                  <a:pt x="64158" y="14506"/>
                </a:cubicBezTo>
                <a:lnTo>
                  <a:pt x="63036" y="4414"/>
                </a:lnTo>
                <a:cubicBezTo>
                  <a:pt x="63036" y="2734"/>
                  <a:pt x="61635" y="1331"/>
                  <a:pt x="59953" y="1051"/>
                </a:cubicBezTo>
                <a:cubicBezTo>
                  <a:pt x="53505" y="-351"/>
                  <a:pt x="46495" y="-351"/>
                  <a:pt x="40047" y="1051"/>
                </a:cubicBezTo>
                <a:cubicBezTo>
                  <a:pt x="38367" y="1331"/>
                  <a:pt x="37244" y="2734"/>
                  <a:pt x="36964" y="4414"/>
                </a:cubicBezTo>
                <a:lnTo>
                  <a:pt x="35842" y="14506"/>
                </a:lnTo>
                <a:cubicBezTo>
                  <a:pt x="35842" y="16748"/>
                  <a:pt x="34441" y="18711"/>
                  <a:pt x="32479" y="19831"/>
                </a:cubicBezTo>
                <a:cubicBezTo>
                  <a:pt x="30516" y="20953"/>
                  <a:pt x="28274" y="20953"/>
                  <a:pt x="26311" y="20111"/>
                </a:cubicBezTo>
                <a:lnTo>
                  <a:pt x="17059" y="15908"/>
                </a:lnTo>
                <a:cubicBezTo>
                  <a:pt x="15658" y="15348"/>
                  <a:pt x="13696" y="15908"/>
                  <a:pt x="12854" y="16748"/>
                </a:cubicBezTo>
                <a:cubicBezTo>
                  <a:pt x="8368" y="21794"/>
                  <a:pt x="5005" y="27680"/>
                  <a:pt x="2761" y="34128"/>
                </a:cubicBezTo>
                <a:cubicBezTo>
                  <a:pt x="2201" y="35810"/>
                  <a:pt x="2761" y="37491"/>
                  <a:pt x="4163" y="38333"/>
                </a:cubicBezTo>
                <a:lnTo>
                  <a:pt x="12293" y="44219"/>
                </a:lnTo>
                <a:cubicBezTo>
                  <a:pt x="13976" y="45621"/>
                  <a:pt x="15096" y="47582"/>
                  <a:pt x="15096" y="49825"/>
                </a:cubicBezTo>
                <a:cubicBezTo>
                  <a:pt x="15096" y="52067"/>
                  <a:pt x="13976" y="54030"/>
                  <a:pt x="12293" y="55430"/>
                </a:cubicBezTo>
                <a:lnTo>
                  <a:pt x="4163" y="61598"/>
                </a:lnTo>
                <a:cubicBezTo>
                  <a:pt x="2761" y="62438"/>
                  <a:pt x="2201" y="64401"/>
                  <a:pt x="2761" y="65803"/>
                </a:cubicBezTo>
                <a:cubicBezTo>
                  <a:pt x="5005" y="72249"/>
                  <a:pt x="8368" y="78135"/>
                  <a:pt x="12854" y="83181"/>
                </a:cubicBezTo>
                <a:cubicBezTo>
                  <a:pt x="13976" y="84303"/>
                  <a:pt x="15658" y="84863"/>
                  <a:pt x="17059" y="84023"/>
                </a:cubicBezTo>
                <a:lnTo>
                  <a:pt x="26311" y="79818"/>
                </a:lnTo>
                <a:cubicBezTo>
                  <a:pt x="28274" y="78977"/>
                  <a:pt x="30797" y="78977"/>
                  <a:pt x="32479" y="80098"/>
                </a:cubicBezTo>
                <a:cubicBezTo>
                  <a:pt x="34441" y="81220"/>
                  <a:pt x="35562" y="83181"/>
                  <a:pt x="35842" y="85424"/>
                </a:cubicBezTo>
                <a:lnTo>
                  <a:pt x="36964" y="95515"/>
                </a:lnTo>
                <a:cubicBezTo>
                  <a:pt x="36964" y="97197"/>
                  <a:pt x="38367" y="98599"/>
                  <a:pt x="40047" y="98879"/>
                </a:cubicBezTo>
                <a:cubicBezTo>
                  <a:pt x="43412" y="99440"/>
                  <a:pt x="46777" y="100000"/>
                  <a:pt x="50140" y="100000"/>
                </a:cubicBezTo>
                <a:cubicBezTo>
                  <a:pt x="53505" y="100000"/>
                  <a:pt x="56868" y="99720"/>
                  <a:pt x="59953" y="98879"/>
                </a:cubicBezTo>
                <a:cubicBezTo>
                  <a:pt x="61635" y="98599"/>
                  <a:pt x="62756" y="97197"/>
                  <a:pt x="63036" y="95515"/>
                </a:cubicBezTo>
                <a:lnTo>
                  <a:pt x="64158" y="85424"/>
                </a:lnTo>
                <a:cubicBezTo>
                  <a:pt x="64158" y="83181"/>
                  <a:pt x="65559" y="81220"/>
                  <a:pt x="67521" y="80098"/>
                </a:cubicBezTo>
                <a:cubicBezTo>
                  <a:pt x="69484" y="78977"/>
                  <a:pt x="71728" y="78977"/>
                  <a:pt x="73689" y="79818"/>
                </a:cubicBezTo>
                <a:lnTo>
                  <a:pt x="82941" y="84023"/>
                </a:lnTo>
                <a:cubicBezTo>
                  <a:pt x="84343" y="84583"/>
                  <a:pt x="86304" y="84023"/>
                  <a:pt x="87146" y="83181"/>
                </a:cubicBezTo>
                <a:cubicBezTo>
                  <a:pt x="91632" y="78135"/>
                  <a:pt x="94996" y="72249"/>
                  <a:pt x="97239" y="65803"/>
                </a:cubicBezTo>
                <a:cubicBezTo>
                  <a:pt x="97799" y="64121"/>
                  <a:pt x="97239" y="62438"/>
                  <a:pt x="95837" y="61598"/>
                </a:cubicBezTo>
                <a:lnTo>
                  <a:pt x="87707" y="55712"/>
                </a:lnTo>
                <a:close/>
                <a:moveTo>
                  <a:pt x="49860" y="67484"/>
                </a:moveTo>
                <a:cubicBezTo>
                  <a:pt x="40047" y="67484"/>
                  <a:pt x="32197" y="59636"/>
                  <a:pt x="32197" y="49825"/>
                </a:cubicBezTo>
                <a:cubicBezTo>
                  <a:pt x="32197" y="40014"/>
                  <a:pt x="40047" y="32165"/>
                  <a:pt x="49860" y="32165"/>
                </a:cubicBezTo>
                <a:cubicBezTo>
                  <a:pt x="59673" y="32165"/>
                  <a:pt x="67521" y="40014"/>
                  <a:pt x="67521" y="49825"/>
                </a:cubicBezTo>
                <a:cubicBezTo>
                  <a:pt x="67521" y="59636"/>
                  <a:pt x="59673" y="67484"/>
                  <a:pt x="49860" y="6748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8" name="Красный — SVG 77">
            <a:extLst>
              <a:ext uri="{FF2B5EF4-FFF2-40B4-BE49-F238E27FC236}">
                <a16:creationId xmlns:a16="http://schemas.microsoft.com/office/drawing/2014/main" id="{A09A2CB2-A03C-EA48-AB7B-AE332CB5D565}"/>
              </a:ext>
            </a:extLst>
          </p:cNvPr>
          <p:cNvSpPr>
            <a:spLocks noGrp="1"/>
          </p:cNvSpPr>
          <p:nvPr/>
        </p:nvSpPr>
        <p:spPr>
          <a:xfrm>
            <a:off x="2820000" y="2190000"/>
            <a:ext cx="220000" cy="220000"/>
          </a:xfrm>
          <a:custGeom>
            <a:avLst/>
            <a:gdLst>
              <a:gd name="csX0" fmla="*/ 104547 w 129374"/>
              <a:gd name="csY0" fmla="*/ 0 h 129245"/>
              <a:gd name="csX1" fmla="*/ 96211 w 129374"/>
              <a:gd name="csY1" fmla="*/ 3349 h 129245"/>
              <a:gd name="csX2" fmla="*/ 83213 w 129374"/>
              <a:gd name="csY2" fmla="*/ 16343 h 129245"/>
              <a:gd name="csX3" fmla="*/ 83213 w 129374"/>
              <a:gd name="csY3" fmla="*/ 33053 h 129245"/>
              <a:gd name="csX4" fmla="*/ 96211 w 129374"/>
              <a:gd name="csY4" fmla="*/ 46044 h 129245"/>
              <a:gd name="csX5" fmla="*/ 104564 w 129374"/>
              <a:gd name="csY5" fmla="*/ 49506 h 129245"/>
              <a:gd name="csX6" fmla="*/ 112918 w 129374"/>
              <a:gd name="csY6" fmla="*/ 46044 h 129245"/>
              <a:gd name="csX7" fmla="*/ 125916 w 129374"/>
              <a:gd name="csY7" fmla="*/ 33053 h 129245"/>
              <a:gd name="csX8" fmla="*/ 125916 w 129374"/>
              <a:gd name="csY8" fmla="*/ 16343 h 129245"/>
              <a:gd name="csX9" fmla="*/ 112918 w 129374"/>
              <a:gd name="csY9" fmla="*/ 3349 h 129245"/>
              <a:gd name="csX10" fmla="*/ 104547 w 129374"/>
              <a:gd name="csY10" fmla="*/ 0 h 129245"/>
              <a:gd name="csX11" fmla="*/ 23036 w 129374"/>
              <a:gd name="csY11" fmla="*/ 1662 h 129245"/>
              <a:gd name="csX12" fmla="*/ 0 w 129374"/>
              <a:gd name="csY12" fmla="*/ 24697 h 129245"/>
              <a:gd name="csX13" fmla="*/ 23036 w 129374"/>
              <a:gd name="csY13" fmla="*/ 47733 h 129245"/>
              <a:gd name="csX14" fmla="*/ 46072 w 129374"/>
              <a:gd name="csY14" fmla="*/ 24697 h 129245"/>
              <a:gd name="csX15" fmla="*/ 23036 w 129374"/>
              <a:gd name="csY15" fmla="*/ 1662 h 129245"/>
              <a:gd name="csX16" fmla="*/ 58475 w 129374"/>
              <a:gd name="csY16" fmla="*/ 19381 h 129245"/>
              <a:gd name="csX17" fmla="*/ 56434 w 129374"/>
              <a:gd name="csY17" fmla="*/ 19764 h 129245"/>
              <a:gd name="csX18" fmla="*/ 54681 w 129374"/>
              <a:gd name="csY18" fmla="*/ 20912 h 129245"/>
              <a:gd name="csX19" fmla="*/ 53507 w 129374"/>
              <a:gd name="csY19" fmla="*/ 22645 h 129245"/>
              <a:gd name="csX20" fmla="*/ 53099 w 129374"/>
              <a:gd name="csY20" fmla="*/ 24697 h 129245"/>
              <a:gd name="csX21" fmla="*/ 53507 w 129374"/>
              <a:gd name="csY21" fmla="*/ 26748 h 129245"/>
              <a:gd name="csX22" fmla="*/ 54681 w 129374"/>
              <a:gd name="csY22" fmla="*/ 28483 h 129245"/>
              <a:gd name="csX23" fmla="*/ 56434 w 129374"/>
              <a:gd name="csY23" fmla="*/ 29630 h 129245"/>
              <a:gd name="csX24" fmla="*/ 58475 w 129374"/>
              <a:gd name="csY24" fmla="*/ 30013 h 129245"/>
              <a:gd name="csX25" fmla="*/ 69108 w 129374"/>
              <a:gd name="csY25" fmla="*/ 30013 h 129245"/>
              <a:gd name="csX26" fmla="*/ 71167 w 129374"/>
              <a:gd name="csY26" fmla="*/ 29630 h 129245"/>
              <a:gd name="csX27" fmla="*/ 72919 w 129374"/>
              <a:gd name="csY27" fmla="*/ 28483 h 129245"/>
              <a:gd name="csX28" fmla="*/ 74093 w 129374"/>
              <a:gd name="csY28" fmla="*/ 26748 h 129245"/>
              <a:gd name="csX29" fmla="*/ 74502 w 129374"/>
              <a:gd name="csY29" fmla="*/ 24697 h 129245"/>
              <a:gd name="csX30" fmla="*/ 74093 w 129374"/>
              <a:gd name="csY30" fmla="*/ 22645 h 129245"/>
              <a:gd name="csX31" fmla="*/ 72919 w 129374"/>
              <a:gd name="csY31" fmla="*/ 20912 h 129245"/>
              <a:gd name="csX32" fmla="*/ 71167 w 129374"/>
              <a:gd name="csY32" fmla="*/ 19764 h 129245"/>
              <a:gd name="csX33" fmla="*/ 69108 w 129374"/>
              <a:gd name="csY33" fmla="*/ 19381 h 129245"/>
              <a:gd name="csX34" fmla="*/ 58475 w 129374"/>
              <a:gd name="csY34" fmla="*/ 19381 h 129245"/>
              <a:gd name="csX35" fmla="*/ 22951 w 129374"/>
              <a:gd name="csY35" fmla="*/ 54745 h 129245"/>
              <a:gd name="csX36" fmla="*/ 19225 w 129374"/>
              <a:gd name="csY36" fmla="*/ 56358 h 129245"/>
              <a:gd name="csX37" fmla="*/ 17728 w 129374"/>
              <a:gd name="csY37" fmla="*/ 60138 h 129245"/>
              <a:gd name="csX38" fmla="*/ 17728 w 129374"/>
              <a:gd name="csY38" fmla="*/ 70770 h 129245"/>
              <a:gd name="csX39" fmla="*/ 18102 w 129374"/>
              <a:gd name="csY39" fmla="*/ 72826 h 129245"/>
              <a:gd name="csX40" fmla="*/ 19259 w 129374"/>
              <a:gd name="csY40" fmla="*/ 74577 h 129245"/>
              <a:gd name="csX41" fmla="*/ 20994 w 129374"/>
              <a:gd name="csY41" fmla="*/ 75749 h 129245"/>
              <a:gd name="csX42" fmla="*/ 23036 w 129374"/>
              <a:gd name="csY42" fmla="*/ 76160 h 129245"/>
              <a:gd name="csX43" fmla="*/ 25095 w 129374"/>
              <a:gd name="csY43" fmla="*/ 75749 h 129245"/>
              <a:gd name="csX44" fmla="*/ 26830 w 129374"/>
              <a:gd name="csY44" fmla="*/ 74577 h 129245"/>
              <a:gd name="csX45" fmla="*/ 27970 w 129374"/>
              <a:gd name="csY45" fmla="*/ 72826 h 129245"/>
              <a:gd name="csX46" fmla="*/ 28361 w 129374"/>
              <a:gd name="csY46" fmla="*/ 70770 h 129245"/>
              <a:gd name="csX47" fmla="*/ 28361 w 129374"/>
              <a:gd name="csY47" fmla="*/ 60138 h 129245"/>
              <a:gd name="csX48" fmla="*/ 27970 w 129374"/>
              <a:gd name="csY48" fmla="*/ 58061 h 129245"/>
              <a:gd name="csX49" fmla="*/ 26796 w 129374"/>
              <a:gd name="csY49" fmla="*/ 56298 h 129245"/>
              <a:gd name="csX50" fmla="*/ 25027 w 129374"/>
              <a:gd name="csY50" fmla="*/ 55133 h 129245"/>
              <a:gd name="csX51" fmla="*/ 22951 w 129374"/>
              <a:gd name="csY51" fmla="*/ 54745 h 129245"/>
              <a:gd name="csX52" fmla="*/ 104479 w 129374"/>
              <a:gd name="csY52" fmla="*/ 54745 h 129245"/>
              <a:gd name="csX53" fmla="*/ 100753 w 129374"/>
              <a:gd name="csY53" fmla="*/ 56358 h 129245"/>
              <a:gd name="csX54" fmla="*/ 99239 w 129374"/>
              <a:gd name="csY54" fmla="*/ 60138 h 129245"/>
              <a:gd name="csX55" fmla="*/ 99239 w 129374"/>
              <a:gd name="csY55" fmla="*/ 70770 h 129245"/>
              <a:gd name="csX56" fmla="*/ 99631 w 129374"/>
              <a:gd name="csY56" fmla="*/ 72826 h 129245"/>
              <a:gd name="csX57" fmla="*/ 100770 w 129374"/>
              <a:gd name="csY57" fmla="*/ 74577 h 129245"/>
              <a:gd name="csX58" fmla="*/ 102506 w 129374"/>
              <a:gd name="csY58" fmla="*/ 75749 h 129245"/>
              <a:gd name="csX59" fmla="*/ 104564 w 129374"/>
              <a:gd name="csY59" fmla="*/ 76160 h 129245"/>
              <a:gd name="csX60" fmla="*/ 106606 w 129374"/>
              <a:gd name="csY60" fmla="*/ 75749 h 129245"/>
              <a:gd name="csX61" fmla="*/ 108341 w 129374"/>
              <a:gd name="csY61" fmla="*/ 74577 h 129245"/>
              <a:gd name="csX62" fmla="*/ 109498 w 129374"/>
              <a:gd name="csY62" fmla="*/ 72826 h 129245"/>
              <a:gd name="csX63" fmla="*/ 109873 w 129374"/>
              <a:gd name="csY63" fmla="*/ 70770 h 129245"/>
              <a:gd name="csX64" fmla="*/ 109873 w 129374"/>
              <a:gd name="csY64" fmla="*/ 60138 h 129245"/>
              <a:gd name="csX65" fmla="*/ 109481 w 129374"/>
              <a:gd name="csY65" fmla="*/ 58061 h 129245"/>
              <a:gd name="csX66" fmla="*/ 108324 w 129374"/>
              <a:gd name="csY66" fmla="*/ 56298 h 129245"/>
              <a:gd name="csX67" fmla="*/ 106555 w 129374"/>
              <a:gd name="csY67" fmla="*/ 55133 h 129245"/>
              <a:gd name="csX68" fmla="*/ 104479 w 129374"/>
              <a:gd name="csY68" fmla="*/ 54745 h 129245"/>
              <a:gd name="csX69" fmla="*/ 12403 w 129374"/>
              <a:gd name="csY69" fmla="*/ 83172 h 129245"/>
              <a:gd name="csX70" fmla="*/ 0 w 129374"/>
              <a:gd name="csY70" fmla="*/ 95577 h 129245"/>
              <a:gd name="csX71" fmla="*/ 0 w 129374"/>
              <a:gd name="csY71" fmla="*/ 116841 h 129245"/>
              <a:gd name="csX72" fmla="*/ 12403 w 129374"/>
              <a:gd name="csY72" fmla="*/ 129245 h 129245"/>
              <a:gd name="csX73" fmla="*/ 33670 w 129374"/>
              <a:gd name="csY73" fmla="*/ 129245 h 129245"/>
              <a:gd name="csX74" fmla="*/ 46072 w 129374"/>
              <a:gd name="csY74" fmla="*/ 116841 h 129245"/>
              <a:gd name="csX75" fmla="*/ 46072 w 129374"/>
              <a:gd name="csY75" fmla="*/ 95577 h 129245"/>
              <a:gd name="csX76" fmla="*/ 33670 w 129374"/>
              <a:gd name="csY76" fmla="*/ 83172 h 129245"/>
              <a:gd name="csX77" fmla="*/ 12403 w 129374"/>
              <a:gd name="csY77" fmla="*/ 83172 h 129245"/>
              <a:gd name="csX78" fmla="*/ 104564 w 129374"/>
              <a:gd name="csY78" fmla="*/ 83172 h 129245"/>
              <a:gd name="csX79" fmla="*/ 81528 w 129374"/>
              <a:gd name="csY79" fmla="*/ 106209 h 129245"/>
              <a:gd name="csX80" fmla="*/ 104564 w 129374"/>
              <a:gd name="csY80" fmla="*/ 129245 h 129245"/>
              <a:gd name="csX81" fmla="*/ 127601 w 129374"/>
              <a:gd name="csY81" fmla="*/ 106209 h 129245"/>
              <a:gd name="csX82" fmla="*/ 104564 w 129374"/>
              <a:gd name="csY82" fmla="*/ 83172 h 129245"/>
            </a:gdLst>
            <a:ahLst/>
            <a:cxnLst/>
            <a:rect l="l" t="t" r="r" b="b"/>
            <a:pathLst>
              <a:path w="100000" h="100000">
                <a:moveTo>
                  <a:pt x="80810" y="50"/>
                </a:moveTo>
                <a:cubicBezTo>
                  <a:pt x="78456" y="51"/>
                  <a:pt x="76089" y="915"/>
                  <a:pt x="74367" y="2638"/>
                </a:cubicBezTo>
                <a:lnTo>
                  <a:pt x="64320" y="12682"/>
                </a:lnTo>
                <a:cubicBezTo>
                  <a:pt x="60756" y="16242"/>
                  <a:pt x="60756" y="22036"/>
                  <a:pt x="64320" y="25598"/>
                </a:cubicBezTo>
                <a:lnTo>
                  <a:pt x="74367" y="35640"/>
                </a:lnTo>
                <a:cubicBezTo>
                  <a:pt x="76089" y="37366"/>
                  <a:pt x="78377" y="38316"/>
                  <a:pt x="80823" y="38316"/>
                </a:cubicBezTo>
                <a:cubicBezTo>
                  <a:pt x="83256" y="38316"/>
                  <a:pt x="85557" y="37362"/>
                  <a:pt x="87280" y="35640"/>
                </a:cubicBezTo>
                <a:lnTo>
                  <a:pt x="97327" y="25598"/>
                </a:lnTo>
                <a:cubicBezTo>
                  <a:pt x="100891" y="22036"/>
                  <a:pt x="100891" y="16242"/>
                  <a:pt x="97327" y="12682"/>
                </a:cubicBezTo>
                <a:lnTo>
                  <a:pt x="87280" y="2638"/>
                </a:lnTo>
                <a:cubicBezTo>
                  <a:pt x="85557" y="912"/>
                  <a:pt x="83177" y="48"/>
                  <a:pt x="80810" y="50"/>
                </a:cubicBezTo>
                <a:close/>
                <a:moveTo>
                  <a:pt x="17806" y="1335"/>
                </a:moveTo>
                <a:cubicBezTo>
                  <a:pt x="7982" y="1335"/>
                  <a:pt x="0" y="9322"/>
                  <a:pt x="0" y="19139"/>
                </a:cubicBezTo>
                <a:cubicBezTo>
                  <a:pt x="0" y="28958"/>
                  <a:pt x="7982" y="36945"/>
                  <a:pt x="17806" y="36945"/>
                </a:cubicBezTo>
                <a:cubicBezTo>
                  <a:pt x="27629" y="36945"/>
                  <a:pt x="35611" y="28958"/>
                  <a:pt x="35611" y="19139"/>
                </a:cubicBezTo>
                <a:cubicBezTo>
                  <a:pt x="35611" y="9322"/>
                  <a:pt x="27629" y="1335"/>
                  <a:pt x="17806" y="1335"/>
                </a:cubicBezTo>
                <a:close/>
                <a:moveTo>
                  <a:pt x="45198" y="15030"/>
                </a:moveTo>
                <a:cubicBezTo>
                  <a:pt x="44659" y="15023"/>
                  <a:pt x="44120" y="15124"/>
                  <a:pt x="43621" y="15326"/>
                </a:cubicBezTo>
                <a:cubicBezTo>
                  <a:pt x="43108" y="15530"/>
                  <a:pt x="42648" y="15831"/>
                  <a:pt x="42266" y="16214"/>
                </a:cubicBezTo>
                <a:cubicBezTo>
                  <a:pt x="41872" y="16595"/>
                  <a:pt x="41569" y="17051"/>
                  <a:pt x="41358" y="17553"/>
                </a:cubicBezTo>
                <a:cubicBezTo>
                  <a:pt x="41148" y="18056"/>
                  <a:pt x="41043" y="18595"/>
                  <a:pt x="41043" y="19139"/>
                </a:cubicBezTo>
                <a:cubicBezTo>
                  <a:pt x="41043" y="19684"/>
                  <a:pt x="41148" y="20222"/>
                  <a:pt x="41358" y="20725"/>
                </a:cubicBezTo>
                <a:cubicBezTo>
                  <a:pt x="41569" y="21227"/>
                  <a:pt x="41872" y="21683"/>
                  <a:pt x="42266" y="22066"/>
                </a:cubicBezTo>
                <a:cubicBezTo>
                  <a:pt x="42648" y="22448"/>
                  <a:pt x="43108" y="22750"/>
                  <a:pt x="43621" y="22952"/>
                </a:cubicBezTo>
                <a:cubicBezTo>
                  <a:pt x="44120" y="23157"/>
                  <a:pt x="44659" y="23256"/>
                  <a:pt x="45198" y="23248"/>
                </a:cubicBezTo>
                <a:lnTo>
                  <a:pt x="53417" y="23248"/>
                </a:lnTo>
                <a:cubicBezTo>
                  <a:pt x="53970" y="23256"/>
                  <a:pt x="54509" y="23157"/>
                  <a:pt x="55009" y="22952"/>
                </a:cubicBezTo>
                <a:cubicBezTo>
                  <a:pt x="55522" y="22750"/>
                  <a:pt x="55982" y="22448"/>
                  <a:pt x="56363" y="22066"/>
                </a:cubicBezTo>
                <a:cubicBezTo>
                  <a:pt x="56758" y="21683"/>
                  <a:pt x="57060" y="21227"/>
                  <a:pt x="57270" y="20725"/>
                </a:cubicBezTo>
                <a:cubicBezTo>
                  <a:pt x="57481" y="20222"/>
                  <a:pt x="57587" y="19684"/>
                  <a:pt x="57587" y="19139"/>
                </a:cubicBezTo>
                <a:cubicBezTo>
                  <a:pt x="57587" y="18595"/>
                  <a:pt x="57481" y="18056"/>
                  <a:pt x="57270" y="17553"/>
                </a:cubicBezTo>
                <a:cubicBezTo>
                  <a:pt x="57060" y="17051"/>
                  <a:pt x="56758" y="16595"/>
                  <a:pt x="56363" y="16214"/>
                </a:cubicBezTo>
                <a:cubicBezTo>
                  <a:pt x="55982" y="15831"/>
                  <a:pt x="55522" y="15530"/>
                  <a:pt x="55009" y="15326"/>
                </a:cubicBezTo>
                <a:cubicBezTo>
                  <a:pt x="54509" y="15124"/>
                  <a:pt x="53970" y="15023"/>
                  <a:pt x="53417" y="15030"/>
                </a:cubicBezTo>
                <a:lnTo>
                  <a:pt x="45198" y="15030"/>
                </a:lnTo>
                <a:close/>
                <a:moveTo>
                  <a:pt x="17740" y="42365"/>
                </a:moveTo>
                <a:cubicBezTo>
                  <a:pt x="16649" y="42382"/>
                  <a:pt x="15623" y="42830"/>
                  <a:pt x="14860" y="43612"/>
                </a:cubicBezTo>
                <a:cubicBezTo>
                  <a:pt x="14097" y="44393"/>
                  <a:pt x="13677" y="45443"/>
                  <a:pt x="13703" y="46534"/>
                </a:cubicBezTo>
                <a:lnTo>
                  <a:pt x="13703" y="54752"/>
                </a:lnTo>
                <a:cubicBezTo>
                  <a:pt x="13690" y="55296"/>
                  <a:pt x="13795" y="55836"/>
                  <a:pt x="13992" y="56341"/>
                </a:cubicBezTo>
                <a:cubicBezTo>
                  <a:pt x="14203" y="56846"/>
                  <a:pt x="14505" y="57306"/>
                  <a:pt x="14886" y="57694"/>
                </a:cubicBezTo>
                <a:cubicBezTo>
                  <a:pt x="15268" y="58082"/>
                  <a:pt x="15715" y="58390"/>
                  <a:pt x="16227" y="58600"/>
                </a:cubicBezTo>
                <a:cubicBezTo>
                  <a:pt x="16727" y="58811"/>
                  <a:pt x="17267" y="58918"/>
                  <a:pt x="17806" y="58918"/>
                </a:cubicBezTo>
                <a:cubicBezTo>
                  <a:pt x="18358" y="58918"/>
                  <a:pt x="18897" y="58811"/>
                  <a:pt x="19397" y="58600"/>
                </a:cubicBezTo>
                <a:cubicBezTo>
                  <a:pt x="19897" y="58390"/>
                  <a:pt x="20357" y="58082"/>
                  <a:pt x="20738" y="57694"/>
                </a:cubicBezTo>
                <a:cubicBezTo>
                  <a:pt x="21120" y="57306"/>
                  <a:pt x="21422" y="56846"/>
                  <a:pt x="21619" y="56341"/>
                </a:cubicBezTo>
                <a:cubicBezTo>
                  <a:pt x="21830" y="55836"/>
                  <a:pt x="21922" y="55296"/>
                  <a:pt x="21922" y="54752"/>
                </a:cubicBezTo>
                <a:lnTo>
                  <a:pt x="21922" y="46534"/>
                </a:lnTo>
                <a:cubicBezTo>
                  <a:pt x="21922" y="45983"/>
                  <a:pt x="21817" y="45437"/>
                  <a:pt x="21619" y="44928"/>
                </a:cubicBezTo>
                <a:cubicBezTo>
                  <a:pt x="21409" y="44418"/>
                  <a:pt x="21107" y="43955"/>
                  <a:pt x="20712" y="43566"/>
                </a:cubicBezTo>
                <a:cubicBezTo>
                  <a:pt x="20318" y="43178"/>
                  <a:pt x="19857" y="42871"/>
                  <a:pt x="19345" y="42665"/>
                </a:cubicBezTo>
                <a:cubicBezTo>
                  <a:pt x="18845" y="42459"/>
                  <a:pt x="18293" y="42356"/>
                  <a:pt x="17740" y="42365"/>
                </a:cubicBezTo>
                <a:close/>
                <a:moveTo>
                  <a:pt x="80757" y="42365"/>
                </a:moveTo>
                <a:cubicBezTo>
                  <a:pt x="79666" y="42382"/>
                  <a:pt x="78627" y="42830"/>
                  <a:pt x="77877" y="43612"/>
                </a:cubicBezTo>
                <a:cubicBezTo>
                  <a:pt x="77115" y="44393"/>
                  <a:pt x="76694" y="45443"/>
                  <a:pt x="76707" y="46534"/>
                </a:cubicBezTo>
                <a:lnTo>
                  <a:pt x="76707" y="54752"/>
                </a:lnTo>
                <a:cubicBezTo>
                  <a:pt x="76707" y="55296"/>
                  <a:pt x="76799" y="55836"/>
                  <a:pt x="77010" y="56341"/>
                </a:cubicBezTo>
                <a:cubicBezTo>
                  <a:pt x="77207" y="56846"/>
                  <a:pt x="77509" y="57306"/>
                  <a:pt x="77890" y="57694"/>
                </a:cubicBezTo>
                <a:cubicBezTo>
                  <a:pt x="78272" y="58082"/>
                  <a:pt x="78732" y="58390"/>
                  <a:pt x="79232" y="58600"/>
                </a:cubicBezTo>
                <a:cubicBezTo>
                  <a:pt x="79732" y="58811"/>
                  <a:pt x="80271" y="58918"/>
                  <a:pt x="80823" y="58918"/>
                </a:cubicBezTo>
                <a:cubicBezTo>
                  <a:pt x="81363" y="58918"/>
                  <a:pt x="81902" y="58811"/>
                  <a:pt x="82401" y="58600"/>
                </a:cubicBezTo>
                <a:cubicBezTo>
                  <a:pt x="82915" y="58390"/>
                  <a:pt x="83361" y="58082"/>
                  <a:pt x="83742" y="57694"/>
                </a:cubicBezTo>
                <a:cubicBezTo>
                  <a:pt x="84124" y="57306"/>
                  <a:pt x="84427" y="56846"/>
                  <a:pt x="84637" y="56341"/>
                </a:cubicBezTo>
                <a:cubicBezTo>
                  <a:pt x="84835" y="55836"/>
                  <a:pt x="84940" y="55296"/>
                  <a:pt x="84927" y="54752"/>
                </a:cubicBezTo>
                <a:lnTo>
                  <a:pt x="84927" y="46534"/>
                </a:lnTo>
                <a:cubicBezTo>
                  <a:pt x="84940" y="45983"/>
                  <a:pt x="84835" y="45437"/>
                  <a:pt x="84624" y="44928"/>
                </a:cubicBezTo>
                <a:cubicBezTo>
                  <a:pt x="84427" y="44418"/>
                  <a:pt x="84111" y="43955"/>
                  <a:pt x="83729" y="43566"/>
                </a:cubicBezTo>
                <a:cubicBezTo>
                  <a:pt x="83335" y="43178"/>
                  <a:pt x="82875" y="42871"/>
                  <a:pt x="82362" y="42665"/>
                </a:cubicBezTo>
                <a:cubicBezTo>
                  <a:pt x="81849" y="42459"/>
                  <a:pt x="81310" y="42356"/>
                  <a:pt x="80757" y="42365"/>
                </a:cubicBezTo>
                <a:close/>
                <a:moveTo>
                  <a:pt x="9587" y="64338"/>
                </a:moveTo>
                <a:cubicBezTo>
                  <a:pt x="4300" y="64338"/>
                  <a:pt x="0" y="68639"/>
                  <a:pt x="0" y="73926"/>
                </a:cubicBezTo>
                <a:lnTo>
                  <a:pt x="0" y="90362"/>
                </a:lnTo>
                <a:cubicBezTo>
                  <a:pt x="0" y="95649"/>
                  <a:pt x="4300" y="99950"/>
                  <a:pt x="9587" y="99950"/>
                </a:cubicBezTo>
                <a:lnTo>
                  <a:pt x="26025" y="99950"/>
                </a:lnTo>
                <a:cubicBezTo>
                  <a:pt x="31312" y="99950"/>
                  <a:pt x="35611" y="95649"/>
                  <a:pt x="35611" y="90362"/>
                </a:cubicBezTo>
                <a:lnTo>
                  <a:pt x="35611" y="73926"/>
                </a:lnTo>
                <a:cubicBezTo>
                  <a:pt x="35611" y="68639"/>
                  <a:pt x="31312" y="64338"/>
                  <a:pt x="26025" y="64338"/>
                </a:cubicBezTo>
                <a:lnTo>
                  <a:pt x="9587" y="64338"/>
                </a:lnTo>
                <a:close/>
                <a:moveTo>
                  <a:pt x="80823" y="64338"/>
                </a:moveTo>
                <a:cubicBezTo>
                  <a:pt x="71000" y="64338"/>
                  <a:pt x="63017" y="72326"/>
                  <a:pt x="63017" y="82144"/>
                </a:cubicBezTo>
                <a:cubicBezTo>
                  <a:pt x="63017" y="91962"/>
                  <a:pt x="71000" y="99950"/>
                  <a:pt x="80823" y="99950"/>
                </a:cubicBezTo>
                <a:cubicBezTo>
                  <a:pt x="90633" y="99950"/>
                  <a:pt x="98630" y="91962"/>
                  <a:pt x="98630" y="82144"/>
                </a:cubicBezTo>
                <a:cubicBezTo>
                  <a:pt x="98630" y="72326"/>
                  <a:pt x="90633" y="64338"/>
                  <a:pt x="80823" y="6433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59" name="Красный — SVG 78">
            <a:extLst>
              <a:ext uri="{FF2B5EF4-FFF2-40B4-BE49-F238E27FC236}">
                <a16:creationId xmlns:a16="http://schemas.microsoft.com/office/drawing/2014/main" id="{8E5DC38A-AE02-4641-A122-1864431980E1}"/>
              </a:ext>
            </a:extLst>
          </p:cNvPr>
          <p:cNvSpPr>
            <a:spLocks noGrp="1"/>
          </p:cNvSpPr>
          <p:nvPr/>
        </p:nvSpPr>
        <p:spPr>
          <a:xfrm>
            <a:off x="3420000" y="219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1 h 127583"/>
              <a:gd name="csX2" fmla="*/ 0 w 127600"/>
              <a:gd name="csY2" fmla="*/ 108092 h 127583"/>
              <a:gd name="csX3" fmla="*/ 19497 w 127600"/>
              <a:gd name="csY3" fmla="*/ 127583 h 127583"/>
              <a:gd name="csX4" fmla="*/ 108103 w 127600"/>
              <a:gd name="csY4" fmla="*/ 127583 h 127583"/>
              <a:gd name="csX5" fmla="*/ 127601 w 127600"/>
              <a:gd name="csY5" fmla="*/ 108092 h 127583"/>
              <a:gd name="csX6" fmla="*/ 127601 w 127600"/>
              <a:gd name="csY6" fmla="*/ 19491 h 127583"/>
              <a:gd name="csX7" fmla="*/ 108103 w 127600"/>
              <a:gd name="csY7" fmla="*/ 0 h 127583"/>
              <a:gd name="csX8" fmla="*/ 19497 w 127600"/>
              <a:gd name="csY8" fmla="*/ 0 h 127583"/>
              <a:gd name="csX9" fmla="*/ 53167 w 127600"/>
              <a:gd name="csY9" fmla="*/ 21264 h 127583"/>
              <a:gd name="csX10" fmla="*/ 85067 w 127600"/>
              <a:gd name="csY10" fmla="*/ 53160 h 127583"/>
              <a:gd name="csX11" fmla="*/ 79146 w 127600"/>
              <a:gd name="csY11" fmla="*/ 71627 h 127583"/>
              <a:gd name="csX12" fmla="*/ 104769 w 127600"/>
              <a:gd name="csY12" fmla="*/ 97246 h 127583"/>
              <a:gd name="csX13" fmla="*/ 104769 w 127600"/>
              <a:gd name="csY13" fmla="*/ 104761 h 127583"/>
              <a:gd name="csX14" fmla="*/ 101009 w 127600"/>
              <a:gd name="csY14" fmla="*/ 106319 h 127583"/>
              <a:gd name="csX15" fmla="*/ 97266 w 127600"/>
              <a:gd name="csY15" fmla="*/ 104761 h 127583"/>
              <a:gd name="csX16" fmla="*/ 71644 w 127600"/>
              <a:gd name="csY16" fmla="*/ 79137 h 127583"/>
              <a:gd name="csX17" fmla="*/ 53167 w 127600"/>
              <a:gd name="csY17" fmla="*/ 85056 h 127583"/>
              <a:gd name="csX18" fmla="*/ 21267 w 127600"/>
              <a:gd name="csY18" fmla="*/ 53160 h 127583"/>
              <a:gd name="csX19" fmla="*/ 53167 w 127600"/>
              <a:gd name="csY19" fmla="*/ 21264 h 127583"/>
              <a:gd name="csX20" fmla="*/ 53167 w 127600"/>
              <a:gd name="csY20" fmla="*/ 31896 h 127583"/>
              <a:gd name="csX21" fmla="*/ 31900 w 127600"/>
              <a:gd name="csY21" fmla="*/ 53160 h 127583"/>
              <a:gd name="csX22" fmla="*/ 53167 w 127600"/>
              <a:gd name="csY22" fmla="*/ 74424 h 127583"/>
              <a:gd name="csX23" fmla="*/ 74434 w 127600"/>
              <a:gd name="csY23" fmla="*/ 53160 h 127583"/>
              <a:gd name="csX24" fmla="*/ 53167 w 127600"/>
              <a:gd name="csY24" fmla="*/ 31896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93" y="7"/>
                  <a:pt x="0" y="6895"/>
                  <a:pt x="0" y="15282"/>
                </a:cubicBezTo>
                <a:lnTo>
                  <a:pt x="0" y="84718"/>
                </a:lnTo>
                <a:cubicBezTo>
                  <a:pt x="0" y="93105"/>
                  <a:pt x="6893" y="99993"/>
                  <a:pt x="15280" y="99993"/>
                </a:cubicBezTo>
                <a:lnTo>
                  <a:pt x="84720" y="99993"/>
                </a:lnTo>
                <a:cubicBezTo>
                  <a:pt x="93107" y="99993"/>
                  <a:pt x="100001" y="93105"/>
                  <a:pt x="100001" y="84718"/>
                </a:cubicBezTo>
                <a:lnTo>
                  <a:pt x="100001" y="15282"/>
                </a:lnTo>
                <a:cubicBezTo>
                  <a:pt x="100001" y="6895"/>
                  <a:pt x="93107" y="7"/>
                  <a:pt x="84720" y="7"/>
                </a:cubicBezTo>
                <a:lnTo>
                  <a:pt x="15280" y="7"/>
                </a:lnTo>
                <a:close/>
                <a:moveTo>
                  <a:pt x="41667" y="16671"/>
                </a:moveTo>
                <a:cubicBezTo>
                  <a:pt x="55440" y="16671"/>
                  <a:pt x="66667" y="27892"/>
                  <a:pt x="66667" y="41668"/>
                </a:cubicBezTo>
                <a:cubicBezTo>
                  <a:pt x="66667" y="47057"/>
                  <a:pt x="64947" y="52058"/>
                  <a:pt x="62027" y="56141"/>
                </a:cubicBezTo>
                <a:lnTo>
                  <a:pt x="82107" y="76218"/>
                </a:lnTo>
                <a:cubicBezTo>
                  <a:pt x="83747" y="77856"/>
                  <a:pt x="83747" y="80470"/>
                  <a:pt x="82107" y="82108"/>
                </a:cubicBezTo>
                <a:cubicBezTo>
                  <a:pt x="81307" y="82914"/>
                  <a:pt x="80227" y="83329"/>
                  <a:pt x="79161" y="83329"/>
                </a:cubicBezTo>
                <a:cubicBezTo>
                  <a:pt x="78107" y="83329"/>
                  <a:pt x="77027" y="82914"/>
                  <a:pt x="76227" y="82108"/>
                </a:cubicBezTo>
                <a:lnTo>
                  <a:pt x="56147" y="62026"/>
                </a:lnTo>
                <a:cubicBezTo>
                  <a:pt x="52053" y="64942"/>
                  <a:pt x="47053" y="66665"/>
                  <a:pt x="41667" y="66665"/>
                </a:cubicBezTo>
                <a:cubicBezTo>
                  <a:pt x="27893" y="66665"/>
                  <a:pt x="16667" y="55443"/>
                  <a:pt x="16667" y="41668"/>
                </a:cubicBezTo>
                <a:cubicBezTo>
                  <a:pt x="16667" y="27892"/>
                  <a:pt x="27893" y="16671"/>
                  <a:pt x="41667" y="16671"/>
                </a:cubicBezTo>
                <a:close/>
                <a:moveTo>
                  <a:pt x="41667" y="25004"/>
                </a:moveTo>
                <a:cubicBezTo>
                  <a:pt x="32467" y="25004"/>
                  <a:pt x="25000" y="32475"/>
                  <a:pt x="25000" y="41668"/>
                </a:cubicBezTo>
                <a:cubicBezTo>
                  <a:pt x="25000" y="50862"/>
                  <a:pt x="32467" y="58333"/>
                  <a:pt x="41667" y="58333"/>
                </a:cubicBezTo>
                <a:cubicBezTo>
                  <a:pt x="50867" y="58333"/>
                  <a:pt x="58334" y="50862"/>
                  <a:pt x="58334" y="41668"/>
                </a:cubicBezTo>
                <a:cubicBezTo>
                  <a:pt x="58334" y="32475"/>
                  <a:pt x="50867" y="25004"/>
                  <a:pt x="41667" y="250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0" name="Красный — SVG 79">
            <a:extLst>
              <a:ext uri="{FF2B5EF4-FFF2-40B4-BE49-F238E27FC236}">
                <a16:creationId xmlns:a16="http://schemas.microsoft.com/office/drawing/2014/main" id="{DCA6011B-97F1-BD48-805D-EEFBC5967E8E}"/>
              </a:ext>
            </a:extLst>
          </p:cNvPr>
          <p:cNvSpPr>
            <a:spLocks noGrp="1"/>
          </p:cNvSpPr>
          <p:nvPr/>
        </p:nvSpPr>
        <p:spPr>
          <a:xfrm>
            <a:off x="4020000" y="2190000"/>
            <a:ext cx="220000" cy="220000"/>
          </a:xfrm>
          <a:custGeom>
            <a:avLst/>
            <a:gdLst>
              <a:gd name="csX0" fmla="*/ 19497 w 156029"/>
              <a:gd name="csY0" fmla="*/ 0 h 85055"/>
              <a:gd name="csX1" fmla="*/ 0 w 156029"/>
              <a:gd name="csY1" fmla="*/ 19491 h 85055"/>
              <a:gd name="csX2" fmla="*/ 0 w 156029"/>
              <a:gd name="csY2" fmla="*/ 65564 h 85055"/>
              <a:gd name="csX3" fmla="*/ 19497 w 156029"/>
              <a:gd name="csY3" fmla="*/ 85056 h 85055"/>
              <a:gd name="csX4" fmla="*/ 65570 w 156029"/>
              <a:gd name="csY4" fmla="*/ 85056 h 85055"/>
              <a:gd name="csX5" fmla="*/ 85067 w 156029"/>
              <a:gd name="csY5" fmla="*/ 65564 h 85055"/>
              <a:gd name="csX6" fmla="*/ 85067 w 156029"/>
              <a:gd name="csY6" fmla="*/ 19491 h 85055"/>
              <a:gd name="csX7" fmla="*/ 65570 w 156029"/>
              <a:gd name="csY7" fmla="*/ 0 h 85055"/>
              <a:gd name="csX8" fmla="*/ 19497 w 156029"/>
              <a:gd name="csY8" fmla="*/ 0 h 85055"/>
              <a:gd name="csX9" fmla="*/ 60262 w 156029"/>
              <a:gd name="csY9" fmla="*/ 24807 h 85055"/>
              <a:gd name="csX10" fmla="*/ 64021 w 156029"/>
              <a:gd name="csY10" fmla="*/ 26365 h 85055"/>
              <a:gd name="csX11" fmla="*/ 64021 w 156029"/>
              <a:gd name="csY11" fmla="*/ 33883 h 85055"/>
              <a:gd name="csX12" fmla="*/ 39199 w 156029"/>
              <a:gd name="csY12" fmla="*/ 58690 h 85055"/>
              <a:gd name="csX13" fmla="*/ 35439 w 156029"/>
              <a:gd name="csY13" fmla="*/ 60248 h 85055"/>
              <a:gd name="csX14" fmla="*/ 31679 w 156029"/>
              <a:gd name="csY14" fmla="*/ 58690 h 85055"/>
              <a:gd name="csX15" fmla="*/ 19276 w 156029"/>
              <a:gd name="csY15" fmla="*/ 46286 h 85055"/>
              <a:gd name="csX16" fmla="*/ 19276 w 156029"/>
              <a:gd name="csY16" fmla="*/ 38770 h 85055"/>
              <a:gd name="csX17" fmla="*/ 26796 w 156029"/>
              <a:gd name="csY17" fmla="*/ 38770 h 85055"/>
              <a:gd name="csX18" fmla="*/ 35439 w 156029"/>
              <a:gd name="csY18" fmla="*/ 47415 h 85055"/>
              <a:gd name="csX19" fmla="*/ 56501 w 156029"/>
              <a:gd name="csY19" fmla="*/ 26365 h 85055"/>
              <a:gd name="csX20" fmla="*/ 60262 w 156029"/>
              <a:gd name="csY20" fmla="*/ 24807 h 85055"/>
              <a:gd name="csX21" fmla="*/ 104564 w 156029"/>
              <a:gd name="csY21" fmla="*/ 37212 h 85055"/>
              <a:gd name="csX22" fmla="*/ 102506 w 156029"/>
              <a:gd name="csY22" fmla="*/ 37595 h 85055"/>
              <a:gd name="csX23" fmla="*/ 100753 w 156029"/>
              <a:gd name="csY23" fmla="*/ 38743 h 85055"/>
              <a:gd name="csX24" fmla="*/ 99580 w 156029"/>
              <a:gd name="csY24" fmla="*/ 40476 h 85055"/>
              <a:gd name="csX25" fmla="*/ 99171 w 156029"/>
              <a:gd name="csY25" fmla="*/ 42528 h 85055"/>
              <a:gd name="csX26" fmla="*/ 99580 w 156029"/>
              <a:gd name="csY26" fmla="*/ 44579 h 85055"/>
              <a:gd name="csX27" fmla="*/ 100753 w 156029"/>
              <a:gd name="csY27" fmla="*/ 46313 h 85055"/>
              <a:gd name="csX28" fmla="*/ 102506 w 156029"/>
              <a:gd name="csY28" fmla="*/ 47461 h 85055"/>
              <a:gd name="csX29" fmla="*/ 104564 w 156029"/>
              <a:gd name="csY29" fmla="*/ 47844 h 85055"/>
              <a:gd name="csX30" fmla="*/ 150637 w 156029"/>
              <a:gd name="csY30" fmla="*/ 47844 h 85055"/>
              <a:gd name="csX31" fmla="*/ 152695 w 156029"/>
              <a:gd name="csY31" fmla="*/ 47461 h 85055"/>
              <a:gd name="csX32" fmla="*/ 154448 w 156029"/>
              <a:gd name="csY32" fmla="*/ 46313 h 85055"/>
              <a:gd name="csX33" fmla="*/ 155622 w 156029"/>
              <a:gd name="csY33" fmla="*/ 44579 h 85055"/>
              <a:gd name="csX34" fmla="*/ 156030 w 156029"/>
              <a:gd name="csY34" fmla="*/ 42528 h 85055"/>
              <a:gd name="csX35" fmla="*/ 155622 w 156029"/>
              <a:gd name="csY35" fmla="*/ 40476 h 85055"/>
              <a:gd name="csX36" fmla="*/ 154448 w 156029"/>
              <a:gd name="csY36" fmla="*/ 38743 h 85055"/>
              <a:gd name="csX37" fmla="*/ 152695 w 156029"/>
              <a:gd name="csY37" fmla="*/ 37595 h 85055"/>
              <a:gd name="csX38" fmla="*/ 150637 w 156029"/>
              <a:gd name="csY38" fmla="*/ 37212 h 85055"/>
              <a:gd name="csX39" fmla="*/ 104564 w 156029"/>
              <a:gd name="csY39" fmla="*/ 37212 h 85055"/>
            </a:gdLst>
            <a:ahLst/>
            <a:cxnLst/>
            <a:rect l="l" t="t" r="r" b="b"/>
            <a:pathLst>
              <a:path w="100000" h="100000">
                <a:moveTo>
                  <a:pt x="12496" y="22744"/>
                </a:moveTo>
                <a:cubicBezTo>
                  <a:pt x="5605" y="22744"/>
                  <a:pt x="0" y="28348"/>
                  <a:pt x="0" y="35236"/>
                </a:cubicBezTo>
                <a:lnTo>
                  <a:pt x="0" y="64764"/>
                </a:lnTo>
                <a:cubicBezTo>
                  <a:pt x="0" y="71653"/>
                  <a:pt x="5605" y="77257"/>
                  <a:pt x="12496" y="77257"/>
                </a:cubicBezTo>
                <a:lnTo>
                  <a:pt x="42024" y="77257"/>
                </a:lnTo>
                <a:cubicBezTo>
                  <a:pt x="48915" y="77257"/>
                  <a:pt x="54520" y="71653"/>
                  <a:pt x="54520" y="64764"/>
                </a:cubicBezTo>
                <a:lnTo>
                  <a:pt x="54520" y="35236"/>
                </a:lnTo>
                <a:cubicBezTo>
                  <a:pt x="54520" y="28348"/>
                  <a:pt x="48915" y="22744"/>
                  <a:pt x="42024" y="22744"/>
                </a:cubicBezTo>
                <a:lnTo>
                  <a:pt x="12496" y="22744"/>
                </a:lnTo>
                <a:close/>
                <a:moveTo>
                  <a:pt x="38622" y="38643"/>
                </a:moveTo>
                <a:cubicBezTo>
                  <a:pt x="39495" y="38643"/>
                  <a:pt x="40367" y="38975"/>
                  <a:pt x="41031" y="39641"/>
                </a:cubicBezTo>
                <a:cubicBezTo>
                  <a:pt x="42362" y="40971"/>
                  <a:pt x="42351" y="43129"/>
                  <a:pt x="41031" y="44460"/>
                </a:cubicBezTo>
                <a:lnTo>
                  <a:pt x="25123" y="60359"/>
                </a:lnTo>
                <a:cubicBezTo>
                  <a:pt x="24458" y="61025"/>
                  <a:pt x="23585" y="61357"/>
                  <a:pt x="22713" y="61357"/>
                </a:cubicBezTo>
                <a:cubicBezTo>
                  <a:pt x="21841" y="61357"/>
                  <a:pt x="20969" y="61025"/>
                  <a:pt x="20303" y="60359"/>
                </a:cubicBezTo>
                <a:lnTo>
                  <a:pt x="12354" y="52409"/>
                </a:lnTo>
                <a:cubicBezTo>
                  <a:pt x="11024" y="51081"/>
                  <a:pt x="11024" y="48920"/>
                  <a:pt x="12354" y="47592"/>
                </a:cubicBezTo>
                <a:cubicBezTo>
                  <a:pt x="13685" y="46261"/>
                  <a:pt x="15844" y="46261"/>
                  <a:pt x="17174" y="47592"/>
                </a:cubicBezTo>
                <a:lnTo>
                  <a:pt x="22713" y="53132"/>
                </a:lnTo>
                <a:lnTo>
                  <a:pt x="36212" y="39641"/>
                </a:lnTo>
                <a:cubicBezTo>
                  <a:pt x="36877" y="38975"/>
                  <a:pt x="37749" y="38643"/>
                  <a:pt x="38622" y="38643"/>
                </a:cubicBezTo>
                <a:close/>
                <a:moveTo>
                  <a:pt x="67016" y="46593"/>
                </a:moveTo>
                <a:cubicBezTo>
                  <a:pt x="66558" y="46587"/>
                  <a:pt x="66111" y="46671"/>
                  <a:pt x="65697" y="46839"/>
                </a:cubicBezTo>
                <a:cubicBezTo>
                  <a:pt x="65271" y="47007"/>
                  <a:pt x="64890" y="47257"/>
                  <a:pt x="64573" y="47574"/>
                </a:cubicBezTo>
                <a:cubicBezTo>
                  <a:pt x="64246" y="47890"/>
                  <a:pt x="63996" y="48269"/>
                  <a:pt x="63821" y="48685"/>
                </a:cubicBezTo>
                <a:cubicBezTo>
                  <a:pt x="63647" y="49102"/>
                  <a:pt x="63559" y="49549"/>
                  <a:pt x="63559" y="50000"/>
                </a:cubicBezTo>
                <a:cubicBezTo>
                  <a:pt x="63559" y="50452"/>
                  <a:pt x="63647" y="50898"/>
                  <a:pt x="63821" y="51315"/>
                </a:cubicBezTo>
                <a:cubicBezTo>
                  <a:pt x="63996" y="51731"/>
                  <a:pt x="64246" y="52110"/>
                  <a:pt x="64573" y="52426"/>
                </a:cubicBezTo>
                <a:cubicBezTo>
                  <a:pt x="64890" y="52743"/>
                  <a:pt x="65271" y="52994"/>
                  <a:pt x="65697" y="53162"/>
                </a:cubicBezTo>
                <a:cubicBezTo>
                  <a:pt x="66111" y="53330"/>
                  <a:pt x="66558" y="53414"/>
                  <a:pt x="67016" y="53407"/>
                </a:cubicBezTo>
                <a:lnTo>
                  <a:pt x="96544" y="53407"/>
                </a:lnTo>
                <a:cubicBezTo>
                  <a:pt x="97002" y="53414"/>
                  <a:pt x="97449" y="53330"/>
                  <a:pt x="97863" y="53162"/>
                </a:cubicBezTo>
                <a:cubicBezTo>
                  <a:pt x="98289" y="52994"/>
                  <a:pt x="98670" y="52743"/>
                  <a:pt x="98987" y="52426"/>
                </a:cubicBezTo>
                <a:cubicBezTo>
                  <a:pt x="99314" y="52110"/>
                  <a:pt x="99565" y="51731"/>
                  <a:pt x="99739" y="51315"/>
                </a:cubicBezTo>
                <a:cubicBezTo>
                  <a:pt x="99913" y="50898"/>
                  <a:pt x="100001" y="50452"/>
                  <a:pt x="100001" y="50000"/>
                </a:cubicBezTo>
                <a:cubicBezTo>
                  <a:pt x="100001" y="49549"/>
                  <a:pt x="99913" y="49102"/>
                  <a:pt x="99739" y="48685"/>
                </a:cubicBezTo>
                <a:cubicBezTo>
                  <a:pt x="99565" y="48269"/>
                  <a:pt x="99314" y="47890"/>
                  <a:pt x="98987" y="47574"/>
                </a:cubicBezTo>
                <a:cubicBezTo>
                  <a:pt x="98670" y="47257"/>
                  <a:pt x="98289" y="47007"/>
                  <a:pt x="97863" y="46839"/>
                </a:cubicBezTo>
                <a:cubicBezTo>
                  <a:pt x="97449" y="46671"/>
                  <a:pt x="97002" y="46587"/>
                  <a:pt x="96544" y="46593"/>
                </a:cubicBezTo>
                <a:lnTo>
                  <a:pt x="67016" y="4659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1" name="Белый — SVG 1">
            <a:extLst>
              <a:ext uri="{FF2B5EF4-FFF2-40B4-BE49-F238E27FC236}">
                <a16:creationId xmlns:a16="http://schemas.microsoft.com/office/drawing/2014/main" id="{920A4512-46AD-AD4D-9312-BA1A2F8DA58A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15950 w 148867"/>
              <a:gd name="csY0" fmla="*/ 0 h 134671"/>
              <a:gd name="csX1" fmla="*/ 0 w 148867"/>
              <a:gd name="csY1" fmla="*/ 15948 h 134671"/>
              <a:gd name="csX2" fmla="*/ 0 w 148867"/>
              <a:gd name="csY2" fmla="*/ 97460 h 134671"/>
              <a:gd name="csX3" fmla="*/ 15950 w 148867"/>
              <a:gd name="csY3" fmla="*/ 113407 h 134671"/>
              <a:gd name="csX4" fmla="*/ 67358 w 148867"/>
              <a:gd name="csY4" fmla="*/ 113407 h 134671"/>
              <a:gd name="csX5" fmla="*/ 63800 w 148867"/>
              <a:gd name="csY5" fmla="*/ 95687 h 134671"/>
              <a:gd name="csX6" fmla="*/ 109878 w 148867"/>
              <a:gd name="csY6" fmla="*/ 49616 h 134671"/>
              <a:gd name="csX7" fmla="*/ 141778 w 148867"/>
              <a:gd name="csY7" fmla="*/ 62518 h 134671"/>
              <a:gd name="csX8" fmla="*/ 141778 w 148867"/>
              <a:gd name="csY8" fmla="*/ 33668 h 134671"/>
              <a:gd name="csX9" fmla="*/ 125828 w 148867"/>
              <a:gd name="csY9" fmla="*/ 17720 h 134671"/>
              <a:gd name="csX10" fmla="*/ 71041 w 148867"/>
              <a:gd name="csY10" fmla="*/ 17720 h 134671"/>
              <a:gd name="csX11" fmla="*/ 55195 w 148867"/>
              <a:gd name="csY11" fmla="*/ 4513 h 134671"/>
              <a:gd name="csX12" fmla="*/ 42721 w 148867"/>
              <a:gd name="csY12" fmla="*/ 0 h 134671"/>
              <a:gd name="csX13" fmla="*/ 15950 w 148867"/>
              <a:gd name="csY13" fmla="*/ 0 h 134671"/>
              <a:gd name="csX14" fmla="*/ 109878 w 148867"/>
              <a:gd name="csY14" fmla="*/ 56704 h 134671"/>
              <a:gd name="csX15" fmla="*/ 70890 w 148867"/>
              <a:gd name="csY15" fmla="*/ 95687 h 134671"/>
              <a:gd name="csX16" fmla="*/ 109878 w 148867"/>
              <a:gd name="csY16" fmla="*/ 134671 h 134671"/>
              <a:gd name="csX17" fmla="*/ 148867 w 148867"/>
              <a:gd name="csY17" fmla="*/ 95687 h 134671"/>
              <a:gd name="csX18" fmla="*/ 109878 w 148867"/>
              <a:gd name="csY18" fmla="*/ 56704 h 134671"/>
              <a:gd name="csX19" fmla="*/ 109878 w 148867"/>
              <a:gd name="csY19" fmla="*/ 67336 h 134671"/>
              <a:gd name="csX20" fmla="*/ 113423 w 148867"/>
              <a:gd name="csY20" fmla="*/ 70880 h 134671"/>
              <a:gd name="csX21" fmla="*/ 113423 w 148867"/>
              <a:gd name="csY21" fmla="*/ 92144 h 134671"/>
              <a:gd name="csX22" fmla="*/ 134690 w 148867"/>
              <a:gd name="csY22" fmla="*/ 92144 h 134671"/>
              <a:gd name="csX23" fmla="*/ 138234 w 148867"/>
              <a:gd name="csY23" fmla="*/ 95687 h 134671"/>
              <a:gd name="csX24" fmla="*/ 134690 w 148867"/>
              <a:gd name="csY24" fmla="*/ 99231 h 134671"/>
              <a:gd name="csX25" fmla="*/ 113423 w 148867"/>
              <a:gd name="csY25" fmla="*/ 99231 h 134671"/>
              <a:gd name="csX26" fmla="*/ 113423 w 148867"/>
              <a:gd name="csY26" fmla="*/ 120495 h 134671"/>
              <a:gd name="csX27" fmla="*/ 109878 w 148867"/>
              <a:gd name="csY27" fmla="*/ 124039 h 134671"/>
              <a:gd name="csX28" fmla="*/ 106334 w 148867"/>
              <a:gd name="csY28" fmla="*/ 120495 h 134671"/>
              <a:gd name="csX29" fmla="*/ 106334 w 148867"/>
              <a:gd name="csY29" fmla="*/ 99231 h 134671"/>
              <a:gd name="csX30" fmla="*/ 85067 w 148867"/>
              <a:gd name="csY30" fmla="*/ 99231 h 134671"/>
              <a:gd name="csX31" fmla="*/ 81523 w 148867"/>
              <a:gd name="csY31" fmla="*/ 95687 h 134671"/>
              <a:gd name="csX32" fmla="*/ 85067 w 148867"/>
              <a:gd name="csY32" fmla="*/ 92144 h 134671"/>
              <a:gd name="csX33" fmla="*/ 106334 w 148867"/>
              <a:gd name="csY33" fmla="*/ 92144 h 134671"/>
              <a:gd name="csX34" fmla="*/ 106334 w 148867"/>
              <a:gd name="csY34" fmla="*/ 70880 h 134671"/>
              <a:gd name="csX35" fmla="*/ 109878 w 148867"/>
              <a:gd name="csY35" fmla="*/ 67336 h 134671"/>
            </a:gdLst>
            <a:ahLst/>
            <a:cxnLst/>
            <a:rect l="l" t="t" r="r" b="b"/>
            <a:pathLst>
              <a:path w="100000" h="100000">
                <a:moveTo>
                  <a:pt x="10714" y="4768"/>
                </a:moveTo>
                <a:cubicBezTo>
                  <a:pt x="4807" y="4768"/>
                  <a:pt x="0" y="9574"/>
                  <a:pt x="0" y="15481"/>
                </a:cubicBezTo>
                <a:lnTo>
                  <a:pt x="0" y="70236"/>
                </a:lnTo>
                <a:cubicBezTo>
                  <a:pt x="0" y="76142"/>
                  <a:pt x="4807" y="80948"/>
                  <a:pt x="10714" y="80948"/>
                </a:cubicBezTo>
                <a:lnTo>
                  <a:pt x="45247" y="80948"/>
                </a:lnTo>
                <a:cubicBezTo>
                  <a:pt x="43714" y="77282"/>
                  <a:pt x="42857" y="73261"/>
                  <a:pt x="42857" y="69045"/>
                </a:cubicBezTo>
                <a:cubicBezTo>
                  <a:pt x="42857" y="51981"/>
                  <a:pt x="56743" y="38097"/>
                  <a:pt x="73810" y="38097"/>
                </a:cubicBezTo>
                <a:cubicBezTo>
                  <a:pt x="82126" y="38097"/>
                  <a:pt x="89671" y="41410"/>
                  <a:pt x="95238" y="46764"/>
                </a:cubicBezTo>
                <a:lnTo>
                  <a:pt x="95238" y="27384"/>
                </a:lnTo>
                <a:cubicBezTo>
                  <a:pt x="95238" y="21478"/>
                  <a:pt x="90431" y="16671"/>
                  <a:pt x="84524" y="16671"/>
                </a:cubicBezTo>
                <a:lnTo>
                  <a:pt x="47721" y="16671"/>
                </a:lnTo>
                <a:lnTo>
                  <a:pt x="37077" y="7800"/>
                </a:lnTo>
                <a:cubicBezTo>
                  <a:pt x="34729" y="5843"/>
                  <a:pt x="31752" y="4768"/>
                  <a:pt x="28697" y="4768"/>
                </a:cubicBezTo>
                <a:lnTo>
                  <a:pt x="10714" y="4768"/>
                </a:lnTo>
                <a:close/>
                <a:moveTo>
                  <a:pt x="73810" y="42858"/>
                </a:moveTo>
                <a:cubicBezTo>
                  <a:pt x="59346" y="42858"/>
                  <a:pt x="47620" y="54583"/>
                  <a:pt x="47620" y="69045"/>
                </a:cubicBezTo>
                <a:cubicBezTo>
                  <a:pt x="47620" y="83507"/>
                  <a:pt x="59346" y="95232"/>
                  <a:pt x="73810" y="95232"/>
                </a:cubicBezTo>
                <a:cubicBezTo>
                  <a:pt x="88275" y="95232"/>
                  <a:pt x="100000" y="83507"/>
                  <a:pt x="100000" y="69045"/>
                </a:cubicBezTo>
                <a:cubicBezTo>
                  <a:pt x="100000" y="54583"/>
                  <a:pt x="88275" y="42858"/>
                  <a:pt x="73810" y="42858"/>
                </a:cubicBezTo>
                <a:close/>
                <a:moveTo>
                  <a:pt x="73810" y="50000"/>
                </a:moveTo>
                <a:cubicBezTo>
                  <a:pt x="75123" y="50000"/>
                  <a:pt x="76191" y="51066"/>
                  <a:pt x="76191" y="52381"/>
                </a:cubicBezTo>
                <a:lnTo>
                  <a:pt x="76191" y="66665"/>
                </a:lnTo>
                <a:lnTo>
                  <a:pt x="90477" y="66665"/>
                </a:lnTo>
                <a:cubicBezTo>
                  <a:pt x="91791" y="66665"/>
                  <a:pt x="92857" y="67731"/>
                  <a:pt x="92857" y="69045"/>
                </a:cubicBezTo>
                <a:cubicBezTo>
                  <a:pt x="92857" y="70359"/>
                  <a:pt x="91791" y="71426"/>
                  <a:pt x="90477" y="71426"/>
                </a:cubicBezTo>
                <a:lnTo>
                  <a:pt x="76191" y="71426"/>
                </a:lnTo>
                <a:lnTo>
                  <a:pt x="76191" y="85709"/>
                </a:lnTo>
                <a:cubicBezTo>
                  <a:pt x="76191" y="87024"/>
                  <a:pt x="75123" y="88090"/>
                  <a:pt x="73810" y="88090"/>
                </a:cubicBezTo>
                <a:cubicBezTo>
                  <a:pt x="72495" y="88090"/>
                  <a:pt x="71429" y="87024"/>
                  <a:pt x="71429" y="85709"/>
                </a:cubicBezTo>
                <a:lnTo>
                  <a:pt x="71429" y="71426"/>
                </a:lnTo>
                <a:lnTo>
                  <a:pt x="57143" y="71426"/>
                </a:lnTo>
                <a:cubicBezTo>
                  <a:pt x="55829" y="71426"/>
                  <a:pt x="54762" y="70359"/>
                  <a:pt x="54762" y="69045"/>
                </a:cubicBezTo>
                <a:cubicBezTo>
                  <a:pt x="54762" y="67731"/>
                  <a:pt x="55829" y="66665"/>
                  <a:pt x="57143" y="66665"/>
                </a:cubicBezTo>
                <a:lnTo>
                  <a:pt x="71429" y="66665"/>
                </a:lnTo>
                <a:lnTo>
                  <a:pt x="71429" y="52381"/>
                </a:lnTo>
                <a:cubicBezTo>
                  <a:pt x="71429" y="51066"/>
                  <a:pt x="72495" y="50000"/>
                  <a:pt x="73810" y="500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2" name="Белый — SVG 2">
            <a:extLst>
              <a:ext uri="{FF2B5EF4-FFF2-40B4-BE49-F238E27FC236}">
                <a16:creationId xmlns:a16="http://schemas.microsoft.com/office/drawing/2014/main" id="{BCE4B2D2-0526-8A40-A096-491E77B772E8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1 w 141927"/>
              <a:gd name="csY0" fmla="*/ 108174 h 127583"/>
              <a:gd name="csX1" fmla="*/ 1618 w 141927"/>
              <a:gd name="csY1" fmla="*/ 111906 h 127583"/>
              <a:gd name="csX2" fmla="*/ 5395 w 141927"/>
              <a:gd name="csY2" fmla="*/ 113408 h 127583"/>
              <a:gd name="csX3" fmla="*/ 75269 w 141927"/>
              <a:gd name="csY3" fmla="*/ 113408 h 127583"/>
              <a:gd name="csX4" fmla="*/ 94001 w 141927"/>
              <a:gd name="csY4" fmla="*/ 127583 h 127583"/>
              <a:gd name="csX5" fmla="*/ 112749 w 141927"/>
              <a:gd name="csY5" fmla="*/ 113408 h 127583"/>
              <a:gd name="csX6" fmla="*/ 136534 w 141927"/>
              <a:gd name="csY6" fmla="*/ 113408 h 127583"/>
              <a:gd name="csX7" fmla="*/ 138593 w 141927"/>
              <a:gd name="csY7" fmla="*/ 113025 h 127583"/>
              <a:gd name="csX8" fmla="*/ 140345 w 141927"/>
              <a:gd name="csY8" fmla="*/ 111877 h 127583"/>
              <a:gd name="csX9" fmla="*/ 141519 w 141927"/>
              <a:gd name="csY9" fmla="*/ 110143 h 127583"/>
              <a:gd name="csX10" fmla="*/ 141927 w 141927"/>
              <a:gd name="csY10" fmla="*/ 108092 h 127583"/>
              <a:gd name="csX11" fmla="*/ 141519 w 141927"/>
              <a:gd name="csY11" fmla="*/ 106039 h 127583"/>
              <a:gd name="csX12" fmla="*/ 140345 w 141927"/>
              <a:gd name="csY12" fmla="*/ 104305 h 127583"/>
              <a:gd name="csX13" fmla="*/ 138593 w 141927"/>
              <a:gd name="csY13" fmla="*/ 103159 h 127583"/>
              <a:gd name="csX14" fmla="*/ 136534 w 141927"/>
              <a:gd name="csY14" fmla="*/ 102776 h 127583"/>
              <a:gd name="csX15" fmla="*/ 112749 w 141927"/>
              <a:gd name="csY15" fmla="*/ 102776 h 127583"/>
              <a:gd name="csX16" fmla="*/ 94001 w 141927"/>
              <a:gd name="csY16" fmla="*/ 88599 h 127583"/>
              <a:gd name="csX17" fmla="*/ 75269 w 141927"/>
              <a:gd name="csY17" fmla="*/ 102776 h 127583"/>
              <a:gd name="csX18" fmla="*/ 5395 w 141927"/>
              <a:gd name="csY18" fmla="*/ 102776 h 127583"/>
              <a:gd name="csX19" fmla="*/ 3319 w 141927"/>
              <a:gd name="csY19" fmla="*/ 103166 h 127583"/>
              <a:gd name="csX20" fmla="*/ 1550 w 141927"/>
              <a:gd name="csY20" fmla="*/ 104334 h 127583"/>
              <a:gd name="csX21" fmla="*/ 393 w 141927"/>
              <a:gd name="csY21" fmla="*/ 106097 h 127583"/>
              <a:gd name="csX22" fmla="*/ 1 w 141927"/>
              <a:gd name="csY22" fmla="*/ 108174 h 127583"/>
              <a:gd name="csX23" fmla="*/ 1 w 141927"/>
              <a:gd name="csY23" fmla="*/ 63875 h 127583"/>
              <a:gd name="csX24" fmla="*/ 1618 w 141927"/>
              <a:gd name="csY24" fmla="*/ 67607 h 127583"/>
              <a:gd name="csX25" fmla="*/ 5395 w 141927"/>
              <a:gd name="csY25" fmla="*/ 69108 h 127583"/>
              <a:gd name="csX26" fmla="*/ 22102 w 141927"/>
              <a:gd name="csY26" fmla="*/ 69108 h 127583"/>
              <a:gd name="csX27" fmla="*/ 40834 w 141927"/>
              <a:gd name="csY27" fmla="*/ 83283 h 127583"/>
              <a:gd name="csX28" fmla="*/ 59582 w 141927"/>
              <a:gd name="csY28" fmla="*/ 69108 h 127583"/>
              <a:gd name="csX29" fmla="*/ 136534 w 141927"/>
              <a:gd name="csY29" fmla="*/ 69108 h 127583"/>
              <a:gd name="csX30" fmla="*/ 138593 w 141927"/>
              <a:gd name="csY30" fmla="*/ 68725 h 127583"/>
              <a:gd name="csX31" fmla="*/ 140345 w 141927"/>
              <a:gd name="csY31" fmla="*/ 67577 h 127583"/>
              <a:gd name="csX32" fmla="*/ 141519 w 141927"/>
              <a:gd name="csY32" fmla="*/ 65843 h 127583"/>
              <a:gd name="csX33" fmla="*/ 141927 w 141927"/>
              <a:gd name="csY33" fmla="*/ 63792 h 127583"/>
              <a:gd name="csX34" fmla="*/ 141519 w 141927"/>
              <a:gd name="csY34" fmla="*/ 61740 h 127583"/>
              <a:gd name="csX35" fmla="*/ 140345 w 141927"/>
              <a:gd name="csY35" fmla="*/ 60005 h 127583"/>
              <a:gd name="csX36" fmla="*/ 138593 w 141927"/>
              <a:gd name="csY36" fmla="*/ 58858 h 127583"/>
              <a:gd name="csX37" fmla="*/ 136534 w 141927"/>
              <a:gd name="csY37" fmla="*/ 58476 h 127583"/>
              <a:gd name="csX38" fmla="*/ 59582 w 141927"/>
              <a:gd name="csY38" fmla="*/ 58476 h 127583"/>
              <a:gd name="csX39" fmla="*/ 40834 w 141927"/>
              <a:gd name="csY39" fmla="*/ 44300 h 127583"/>
              <a:gd name="csX40" fmla="*/ 22102 w 141927"/>
              <a:gd name="csY40" fmla="*/ 58476 h 127583"/>
              <a:gd name="csX41" fmla="*/ 5395 w 141927"/>
              <a:gd name="csY41" fmla="*/ 58476 h 127583"/>
              <a:gd name="csX42" fmla="*/ 3319 w 141927"/>
              <a:gd name="csY42" fmla="*/ 58865 h 127583"/>
              <a:gd name="csX43" fmla="*/ 1550 w 141927"/>
              <a:gd name="csY43" fmla="*/ 60034 h 127583"/>
              <a:gd name="csX44" fmla="*/ 393 w 141927"/>
              <a:gd name="csY44" fmla="*/ 61798 h 127583"/>
              <a:gd name="csX45" fmla="*/ 1 w 141927"/>
              <a:gd name="csY45" fmla="*/ 63875 h 127583"/>
              <a:gd name="csX46" fmla="*/ 1 w 141927"/>
              <a:gd name="csY46" fmla="*/ 19575 h 127583"/>
              <a:gd name="csX47" fmla="*/ 1618 w 141927"/>
              <a:gd name="csY47" fmla="*/ 23307 h 127583"/>
              <a:gd name="csX48" fmla="*/ 5395 w 141927"/>
              <a:gd name="csY48" fmla="*/ 24807 h 127583"/>
              <a:gd name="csX49" fmla="*/ 82363 w 141927"/>
              <a:gd name="csY49" fmla="*/ 24807 h 127583"/>
              <a:gd name="csX50" fmla="*/ 101095 w 141927"/>
              <a:gd name="csY50" fmla="*/ 38984 h 127583"/>
              <a:gd name="csX51" fmla="*/ 119827 w 141927"/>
              <a:gd name="csY51" fmla="*/ 24807 h 127583"/>
              <a:gd name="csX52" fmla="*/ 136534 w 141927"/>
              <a:gd name="csY52" fmla="*/ 24807 h 127583"/>
              <a:gd name="csX53" fmla="*/ 138593 w 141927"/>
              <a:gd name="csY53" fmla="*/ 24425 h 127583"/>
              <a:gd name="csX54" fmla="*/ 140345 w 141927"/>
              <a:gd name="csY54" fmla="*/ 23278 h 127583"/>
              <a:gd name="csX55" fmla="*/ 141519 w 141927"/>
              <a:gd name="csY55" fmla="*/ 21545 h 127583"/>
              <a:gd name="csX56" fmla="*/ 141927 w 141927"/>
              <a:gd name="csY56" fmla="*/ 19491 h 127583"/>
              <a:gd name="csX57" fmla="*/ 141519 w 141927"/>
              <a:gd name="csY57" fmla="*/ 17440 h 127583"/>
              <a:gd name="csX58" fmla="*/ 140345 w 141927"/>
              <a:gd name="csY58" fmla="*/ 15706 h 127583"/>
              <a:gd name="csX59" fmla="*/ 138593 w 141927"/>
              <a:gd name="csY59" fmla="*/ 14558 h 127583"/>
              <a:gd name="csX60" fmla="*/ 136534 w 141927"/>
              <a:gd name="csY60" fmla="*/ 14175 h 127583"/>
              <a:gd name="csX61" fmla="*/ 119827 w 141927"/>
              <a:gd name="csY61" fmla="*/ 14175 h 127583"/>
              <a:gd name="csX62" fmla="*/ 101095 w 141927"/>
              <a:gd name="csY62" fmla="*/ 0 h 127583"/>
              <a:gd name="csX63" fmla="*/ 82363 w 141927"/>
              <a:gd name="csY63" fmla="*/ 14175 h 127583"/>
              <a:gd name="csX64" fmla="*/ 5395 w 141927"/>
              <a:gd name="csY64" fmla="*/ 14175 h 127583"/>
              <a:gd name="csX65" fmla="*/ 3319 w 141927"/>
              <a:gd name="csY65" fmla="*/ 14567 h 127583"/>
              <a:gd name="csX66" fmla="*/ 1550 w 141927"/>
              <a:gd name="csY66" fmla="*/ 15735 h 127583"/>
              <a:gd name="csX67" fmla="*/ 393 w 141927"/>
              <a:gd name="csY67" fmla="*/ 17498 h 127583"/>
              <a:gd name="csX68" fmla="*/ 1 w 141927"/>
              <a:gd name="csY68" fmla="*/ 19575 h 127583"/>
            </a:gdLst>
            <a:ahLst/>
            <a:cxnLst/>
            <a:rect l="l" t="t" r="r" b="b"/>
            <a:pathLst>
              <a:path w="100000" h="100000">
                <a:moveTo>
                  <a:pt x="1" y="81271"/>
                </a:moveTo>
                <a:cubicBezTo>
                  <a:pt x="13" y="82265"/>
                  <a:pt x="421" y="83210"/>
                  <a:pt x="1140" y="83901"/>
                </a:cubicBezTo>
                <a:cubicBezTo>
                  <a:pt x="1847" y="84592"/>
                  <a:pt x="2806" y="84973"/>
                  <a:pt x="3801" y="84959"/>
                </a:cubicBezTo>
                <a:lnTo>
                  <a:pt x="53034" y="84959"/>
                </a:lnTo>
                <a:cubicBezTo>
                  <a:pt x="54664" y="90716"/>
                  <a:pt x="59963" y="94947"/>
                  <a:pt x="66232" y="94947"/>
                </a:cubicBezTo>
                <a:cubicBezTo>
                  <a:pt x="72513" y="94947"/>
                  <a:pt x="77799" y="90716"/>
                  <a:pt x="79442" y="84959"/>
                </a:cubicBezTo>
                <a:lnTo>
                  <a:pt x="96200" y="84959"/>
                </a:lnTo>
                <a:cubicBezTo>
                  <a:pt x="96704" y="84966"/>
                  <a:pt x="97195" y="84874"/>
                  <a:pt x="97651" y="84689"/>
                </a:cubicBezTo>
                <a:cubicBezTo>
                  <a:pt x="98118" y="84503"/>
                  <a:pt x="98538" y="84229"/>
                  <a:pt x="98885" y="83880"/>
                </a:cubicBezTo>
                <a:cubicBezTo>
                  <a:pt x="99245" y="83532"/>
                  <a:pt x="99521" y="83117"/>
                  <a:pt x="99713" y="82659"/>
                </a:cubicBezTo>
                <a:cubicBezTo>
                  <a:pt x="99904" y="82201"/>
                  <a:pt x="100000" y="81710"/>
                  <a:pt x="100000" y="81214"/>
                </a:cubicBezTo>
                <a:cubicBezTo>
                  <a:pt x="100000" y="80718"/>
                  <a:pt x="99904" y="80226"/>
                  <a:pt x="99713" y="79767"/>
                </a:cubicBezTo>
                <a:cubicBezTo>
                  <a:pt x="99521" y="79309"/>
                  <a:pt x="99245" y="78894"/>
                  <a:pt x="98885" y="78545"/>
                </a:cubicBezTo>
                <a:cubicBezTo>
                  <a:pt x="98538" y="78197"/>
                  <a:pt x="98118" y="77922"/>
                  <a:pt x="97651" y="77738"/>
                </a:cubicBezTo>
                <a:cubicBezTo>
                  <a:pt x="97195" y="77552"/>
                  <a:pt x="96704" y="77461"/>
                  <a:pt x="96200" y="77468"/>
                </a:cubicBezTo>
                <a:lnTo>
                  <a:pt x="79442" y="77468"/>
                </a:lnTo>
                <a:cubicBezTo>
                  <a:pt x="77799" y="71710"/>
                  <a:pt x="72513" y="67479"/>
                  <a:pt x="66232" y="67479"/>
                </a:cubicBezTo>
                <a:cubicBezTo>
                  <a:pt x="59963" y="67479"/>
                  <a:pt x="54664" y="71710"/>
                  <a:pt x="53034" y="77468"/>
                </a:cubicBezTo>
                <a:lnTo>
                  <a:pt x="3801" y="77468"/>
                </a:lnTo>
                <a:cubicBezTo>
                  <a:pt x="3297" y="77461"/>
                  <a:pt x="2806" y="77554"/>
                  <a:pt x="2339" y="77743"/>
                </a:cubicBezTo>
                <a:cubicBezTo>
                  <a:pt x="1871" y="77932"/>
                  <a:pt x="1451" y="78211"/>
                  <a:pt x="1092" y="78566"/>
                </a:cubicBezTo>
                <a:cubicBezTo>
                  <a:pt x="744" y="78921"/>
                  <a:pt x="469" y="79343"/>
                  <a:pt x="277" y="79808"/>
                </a:cubicBezTo>
                <a:cubicBezTo>
                  <a:pt x="85" y="80273"/>
                  <a:pt x="-11" y="80770"/>
                  <a:pt x="1" y="81271"/>
                </a:cubicBezTo>
                <a:close/>
                <a:moveTo>
                  <a:pt x="1" y="50059"/>
                </a:moveTo>
                <a:cubicBezTo>
                  <a:pt x="13" y="51052"/>
                  <a:pt x="421" y="51997"/>
                  <a:pt x="1140" y="52688"/>
                </a:cubicBezTo>
                <a:cubicBezTo>
                  <a:pt x="1847" y="53380"/>
                  <a:pt x="2806" y="53760"/>
                  <a:pt x="3801" y="53746"/>
                </a:cubicBezTo>
                <a:lnTo>
                  <a:pt x="15573" y="53746"/>
                </a:lnTo>
                <a:cubicBezTo>
                  <a:pt x="17203" y="59502"/>
                  <a:pt x="22502" y="63733"/>
                  <a:pt x="28771" y="63733"/>
                </a:cubicBezTo>
                <a:cubicBezTo>
                  <a:pt x="35053" y="63733"/>
                  <a:pt x="40339" y="59502"/>
                  <a:pt x="41981" y="53746"/>
                </a:cubicBezTo>
                <a:lnTo>
                  <a:pt x="96200" y="53746"/>
                </a:lnTo>
                <a:cubicBezTo>
                  <a:pt x="96704" y="53753"/>
                  <a:pt x="97195" y="53661"/>
                  <a:pt x="97651" y="53476"/>
                </a:cubicBezTo>
                <a:cubicBezTo>
                  <a:pt x="98118" y="53291"/>
                  <a:pt x="98538" y="53016"/>
                  <a:pt x="98885" y="52667"/>
                </a:cubicBezTo>
                <a:cubicBezTo>
                  <a:pt x="99245" y="52319"/>
                  <a:pt x="99521" y="51903"/>
                  <a:pt x="99713" y="51445"/>
                </a:cubicBezTo>
                <a:cubicBezTo>
                  <a:pt x="99904" y="50987"/>
                  <a:pt x="100000" y="50496"/>
                  <a:pt x="100000" y="50000"/>
                </a:cubicBezTo>
                <a:cubicBezTo>
                  <a:pt x="100000" y="49504"/>
                  <a:pt x="99904" y="49013"/>
                  <a:pt x="99713" y="48555"/>
                </a:cubicBezTo>
                <a:cubicBezTo>
                  <a:pt x="99521" y="48097"/>
                  <a:pt x="99245" y="47681"/>
                  <a:pt x="98885" y="47332"/>
                </a:cubicBezTo>
                <a:cubicBezTo>
                  <a:pt x="98538" y="46985"/>
                  <a:pt x="98118" y="46709"/>
                  <a:pt x="97651" y="46524"/>
                </a:cubicBezTo>
                <a:cubicBezTo>
                  <a:pt x="97195" y="46339"/>
                  <a:pt x="96704" y="46247"/>
                  <a:pt x="96200" y="46255"/>
                </a:cubicBezTo>
                <a:lnTo>
                  <a:pt x="41981" y="46255"/>
                </a:lnTo>
                <a:cubicBezTo>
                  <a:pt x="40339" y="40498"/>
                  <a:pt x="35053" y="36267"/>
                  <a:pt x="28771" y="36267"/>
                </a:cubicBezTo>
                <a:cubicBezTo>
                  <a:pt x="22502" y="36267"/>
                  <a:pt x="17203" y="40498"/>
                  <a:pt x="15573" y="46255"/>
                </a:cubicBezTo>
                <a:lnTo>
                  <a:pt x="3801" y="46255"/>
                </a:lnTo>
                <a:cubicBezTo>
                  <a:pt x="3297" y="46247"/>
                  <a:pt x="2806" y="46341"/>
                  <a:pt x="2339" y="46529"/>
                </a:cubicBezTo>
                <a:cubicBezTo>
                  <a:pt x="1871" y="46718"/>
                  <a:pt x="1451" y="46999"/>
                  <a:pt x="1092" y="47353"/>
                </a:cubicBezTo>
                <a:cubicBezTo>
                  <a:pt x="744" y="47707"/>
                  <a:pt x="469" y="48130"/>
                  <a:pt x="277" y="48595"/>
                </a:cubicBezTo>
                <a:cubicBezTo>
                  <a:pt x="85" y="49059"/>
                  <a:pt x="-11" y="49558"/>
                  <a:pt x="1" y="50059"/>
                </a:cubicBezTo>
                <a:close/>
                <a:moveTo>
                  <a:pt x="1" y="18846"/>
                </a:moveTo>
                <a:cubicBezTo>
                  <a:pt x="13" y="19838"/>
                  <a:pt x="421" y="20783"/>
                  <a:pt x="1140" y="21475"/>
                </a:cubicBezTo>
                <a:cubicBezTo>
                  <a:pt x="1847" y="22166"/>
                  <a:pt x="2806" y="22547"/>
                  <a:pt x="3801" y="22532"/>
                </a:cubicBezTo>
                <a:lnTo>
                  <a:pt x="58032" y="22532"/>
                </a:lnTo>
                <a:cubicBezTo>
                  <a:pt x="59662" y="28290"/>
                  <a:pt x="64961" y="32521"/>
                  <a:pt x="71230" y="32521"/>
                </a:cubicBezTo>
                <a:cubicBezTo>
                  <a:pt x="77500" y="32521"/>
                  <a:pt x="82798" y="28290"/>
                  <a:pt x="84429" y="22532"/>
                </a:cubicBezTo>
                <a:lnTo>
                  <a:pt x="96200" y="22532"/>
                </a:lnTo>
                <a:cubicBezTo>
                  <a:pt x="96704" y="22539"/>
                  <a:pt x="97195" y="22448"/>
                  <a:pt x="97651" y="22263"/>
                </a:cubicBezTo>
                <a:cubicBezTo>
                  <a:pt x="98118" y="22078"/>
                  <a:pt x="98538" y="21803"/>
                  <a:pt x="98885" y="21455"/>
                </a:cubicBezTo>
                <a:cubicBezTo>
                  <a:pt x="99245" y="21106"/>
                  <a:pt x="99521" y="20691"/>
                  <a:pt x="99713" y="20234"/>
                </a:cubicBezTo>
                <a:cubicBezTo>
                  <a:pt x="99904" y="19774"/>
                  <a:pt x="100000" y="19283"/>
                  <a:pt x="100000" y="18786"/>
                </a:cubicBezTo>
                <a:cubicBezTo>
                  <a:pt x="100000" y="18290"/>
                  <a:pt x="99904" y="17799"/>
                  <a:pt x="99713" y="17341"/>
                </a:cubicBezTo>
                <a:cubicBezTo>
                  <a:pt x="99521" y="16883"/>
                  <a:pt x="99245" y="16468"/>
                  <a:pt x="98885" y="16120"/>
                </a:cubicBezTo>
                <a:cubicBezTo>
                  <a:pt x="98538" y="15771"/>
                  <a:pt x="98118" y="15497"/>
                  <a:pt x="97651" y="15311"/>
                </a:cubicBezTo>
                <a:cubicBezTo>
                  <a:pt x="97195" y="15126"/>
                  <a:pt x="96704" y="15034"/>
                  <a:pt x="96200" y="15041"/>
                </a:cubicBezTo>
                <a:lnTo>
                  <a:pt x="84429" y="15041"/>
                </a:lnTo>
                <a:cubicBezTo>
                  <a:pt x="82798" y="9284"/>
                  <a:pt x="77500" y="5053"/>
                  <a:pt x="71230" y="5053"/>
                </a:cubicBezTo>
                <a:cubicBezTo>
                  <a:pt x="64961" y="5053"/>
                  <a:pt x="59662" y="9284"/>
                  <a:pt x="58032" y="15041"/>
                </a:cubicBezTo>
                <a:lnTo>
                  <a:pt x="3801" y="15041"/>
                </a:lnTo>
                <a:cubicBezTo>
                  <a:pt x="3297" y="15034"/>
                  <a:pt x="2806" y="15127"/>
                  <a:pt x="2339" y="15317"/>
                </a:cubicBezTo>
                <a:cubicBezTo>
                  <a:pt x="1871" y="15505"/>
                  <a:pt x="1451" y="15786"/>
                  <a:pt x="1092" y="16140"/>
                </a:cubicBezTo>
                <a:cubicBezTo>
                  <a:pt x="744" y="16495"/>
                  <a:pt x="469" y="16917"/>
                  <a:pt x="277" y="17382"/>
                </a:cubicBezTo>
                <a:cubicBezTo>
                  <a:pt x="85" y="17847"/>
                  <a:pt x="-11" y="18345"/>
                  <a:pt x="1" y="1884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3" name="Белый — SVG 3">
            <a:extLst>
              <a:ext uri="{FF2B5EF4-FFF2-40B4-BE49-F238E27FC236}">
                <a16:creationId xmlns:a16="http://schemas.microsoft.com/office/drawing/2014/main" id="{A925DF26-092B-214E-B26A-4C4B64C9B7B9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67295 w 145272"/>
              <a:gd name="csY0" fmla="*/ 0 h 148017"/>
              <a:gd name="csX1" fmla="*/ 51345 w 145272"/>
              <a:gd name="csY1" fmla="*/ 1863 h 148017"/>
              <a:gd name="csX2" fmla="*/ 47094 w 145272"/>
              <a:gd name="csY2" fmla="*/ 6680 h 148017"/>
              <a:gd name="csX3" fmla="*/ 45993 w 145272"/>
              <a:gd name="csY3" fmla="*/ 16785 h 148017"/>
              <a:gd name="csX4" fmla="*/ 40996 w 145272"/>
              <a:gd name="csY4" fmla="*/ 24476 h 148017"/>
              <a:gd name="csX5" fmla="*/ 31816 w 145272"/>
              <a:gd name="csY5" fmla="*/ 24967 h 148017"/>
              <a:gd name="csX6" fmla="*/ 22491 w 145272"/>
              <a:gd name="csY6" fmla="*/ 20896 h 148017"/>
              <a:gd name="csX7" fmla="*/ 16219 w 145272"/>
              <a:gd name="csY7" fmla="*/ 22171 h 148017"/>
              <a:gd name="csX8" fmla="*/ 234 w 145272"/>
              <a:gd name="csY8" fmla="*/ 49740 h 148017"/>
              <a:gd name="csX9" fmla="*/ 2255 w 145272"/>
              <a:gd name="csY9" fmla="*/ 55803 h 148017"/>
              <a:gd name="csX10" fmla="*/ 10515 w 145272"/>
              <a:gd name="csY10" fmla="*/ 61861 h 148017"/>
              <a:gd name="csX11" fmla="*/ 14661 w 145272"/>
              <a:gd name="csY11" fmla="*/ 70048 h 148017"/>
              <a:gd name="csX12" fmla="*/ 10515 w 145272"/>
              <a:gd name="csY12" fmla="*/ 78237 h 148017"/>
              <a:gd name="csX13" fmla="*/ 2255 w 145272"/>
              <a:gd name="csY13" fmla="*/ 84293 h 148017"/>
              <a:gd name="csX14" fmla="*/ 234 w 145272"/>
              <a:gd name="csY14" fmla="*/ 90358 h 148017"/>
              <a:gd name="csX15" fmla="*/ 16253 w 145272"/>
              <a:gd name="csY15" fmla="*/ 117928 h 148017"/>
              <a:gd name="csX16" fmla="*/ 22491 w 145272"/>
              <a:gd name="csY16" fmla="*/ 119200 h 148017"/>
              <a:gd name="csX17" fmla="*/ 31816 w 145272"/>
              <a:gd name="csY17" fmla="*/ 115131 h 148017"/>
              <a:gd name="csX18" fmla="*/ 40996 w 145272"/>
              <a:gd name="csY18" fmla="*/ 115623 h 148017"/>
              <a:gd name="csX19" fmla="*/ 45993 w 145272"/>
              <a:gd name="csY19" fmla="*/ 123312 h 148017"/>
              <a:gd name="csX20" fmla="*/ 47094 w 145272"/>
              <a:gd name="csY20" fmla="*/ 133418 h 148017"/>
              <a:gd name="csX21" fmla="*/ 51345 w 145272"/>
              <a:gd name="csY21" fmla="*/ 138236 h 148017"/>
              <a:gd name="csX22" fmla="*/ 67295 w 145272"/>
              <a:gd name="csY22" fmla="*/ 140112 h 148017"/>
              <a:gd name="csX23" fmla="*/ 67544 w 145272"/>
              <a:gd name="csY23" fmla="*/ 140112 h 148017"/>
              <a:gd name="csX24" fmla="*/ 67295 w 145272"/>
              <a:gd name="csY24" fmla="*/ 137385 h 148017"/>
              <a:gd name="csX25" fmla="*/ 67295 w 145272"/>
              <a:gd name="csY25" fmla="*/ 93085 h 148017"/>
              <a:gd name="csX26" fmla="*/ 44256 w 145272"/>
              <a:gd name="csY26" fmla="*/ 70048 h 148017"/>
              <a:gd name="csX27" fmla="*/ 67295 w 145272"/>
              <a:gd name="csY27" fmla="*/ 47014 h 148017"/>
              <a:gd name="csX28" fmla="*/ 90333 w 145272"/>
              <a:gd name="csY28" fmla="*/ 70048 h 148017"/>
              <a:gd name="csX29" fmla="*/ 90051 w 145272"/>
              <a:gd name="csY29" fmla="*/ 73593 h 148017"/>
              <a:gd name="csX30" fmla="*/ 120566 w 145272"/>
              <a:gd name="csY30" fmla="*/ 73593 h 148017"/>
              <a:gd name="csX31" fmla="*/ 119928 w 145272"/>
              <a:gd name="csY31" fmla="*/ 70048 h 148017"/>
              <a:gd name="csX32" fmla="*/ 124076 w 145272"/>
              <a:gd name="csY32" fmla="*/ 61861 h 148017"/>
              <a:gd name="csX33" fmla="*/ 132334 w 145272"/>
              <a:gd name="csY33" fmla="*/ 55803 h 148017"/>
              <a:gd name="csX34" fmla="*/ 134355 w 145272"/>
              <a:gd name="csY34" fmla="*/ 49740 h 148017"/>
              <a:gd name="csX35" fmla="*/ 118371 w 145272"/>
              <a:gd name="csY35" fmla="*/ 22171 h 148017"/>
              <a:gd name="csX36" fmla="*/ 112099 w 145272"/>
              <a:gd name="csY36" fmla="*/ 20896 h 148017"/>
              <a:gd name="csX37" fmla="*/ 102773 w 145272"/>
              <a:gd name="csY37" fmla="*/ 24967 h 148017"/>
              <a:gd name="csX38" fmla="*/ 93595 w 145272"/>
              <a:gd name="csY38" fmla="*/ 24476 h 148017"/>
              <a:gd name="csX39" fmla="*/ 88596 w 145272"/>
              <a:gd name="csY39" fmla="*/ 16785 h 148017"/>
              <a:gd name="csX40" fmla="*/ 87495 w 145272"/>
              <a:gd name="csY40" fmla="*/ 6680 h 148017"/>
              <a:gd name="csX41" fmla="*/ 83245 w 145272"/>
              <a:gd name="csY41" fmla="*/ 1863 h 148017"/>
              <a:gd name="csX42" fmla="*/ 67295 w 145272"/>
              <a:gd name="csY42" fmla="*/ 0 h 148017"/>
              <a:gd name="csX43" fmla="*/ 85017 w 145272"/>
              <a:gd name="csY43" fmla="*/ 80680 h 148017"/>
              <a:gd name="csX44" fmla="*/ 74383 w 145272"/>
              <a:gd name="csY44" fmla="*/ 91312 h 148017"/>
              <a:gd name="csX45" fmla="*/ 74383 w 145272"/>
              <a:gd name="csY45" fmla="*/ 137385 h 148017"/>
              <a:gd name="csX46" fmla="*/ 85017 w 145272"/>
              <a:gd name="csY46" fmla="*/ 148017 h 148017"/>
              <a:gd name="csX47" fmla="*/ 134640 w 145272"/>
              <a:gd name="csY47" fmla="*/ 148017 h 148017"/>
              <a:gd name="csX48" fmla="*/ 145273 w 145272"/>
              <a:gd name="csY48" fmla="*/ 137385 h 148017"/>
              <a:gd name="csX49" fmla="*/ 145273 w 145272"/>
              <a:gd name="csY49" fmla="*/ 91312 h 148017"/>
              <a:gd name="csX50" fmla="*/ 134640 w 145272"/>
              <a:gd name="csY50" fmla="*/ 80680 h 148017"/>
              <a:gd name="csX51" fmla="*/ 85017 w 145272"/>
              <a:gd name="csY51" fmla="*/ 80680 h 148017"/>
              <a:gd name="csX52" fmla="*/ 131330 w 145272"/>
              <a:gd name="csY52" fmla="*/ 98408 h 148017"/>
              <a:gd name="csX53" fmla="*/ 133767 w 145272"/>
              <a:gd name="csY53" fmla="*/ 99612 h 148017"/>
              <a:gd name="csX54" fmla="*/ 133428 w 145272"/>
              <a:gd name="csY54" fmla="*/ 104617 h 148017"/>
              <a:gd name="csX55" fmla="*/ 105072 w 145272"/>
              <a:gd name="csY55" fmla="*/ 129424 h 148017"/>
              <a:gd name="csX56" fmla="*/ 102739 w 145272"/>
              <a:gd name="csY56" fmla="*/ 130297 h 148017"/>
              <a:gd name="csX57" fmla="*/ 100240 w 145272"/>
              <a:gd name="csY57" fmla="*/ 129259 h 148017"/>
              <a:gd name="csX58" fmla="*/ 86063 w 145272"/>
              <a:gd name="csY58" fmla="*/ 115082 h 148017"/>
              <a:gd name="csX59" fmla="*/ 86063 w 145272"/>
              <a:gd name="csY59" fmla="*/ 110070 h 148017"/>
              <a:gd name="csX60" fmla="*/ 91068 w 145272"/>
              <a:gd name="csY60" fmla="*/ 110070 h 148017"/>
              <a:gd name="csX61" fmla="*/ 102906 w 145272"/>
              <a:gd name="csY61" fmla="*/ 121907 h 148017"/>
              <a:gd name="csX62" fmla="*/ 128761 w 145272"/>
              <a:gd name="csY62" fmla="*/ 99273 h 148017"/>
              <a:gd name="csX63" fmla="*/ 131330 w 145272"/>
              <a:gd name="csY63" fmla="*/ 98408 h 148017"/>
            </a:gdLst>
            <a:ahLst/>
            <a:cxnLst/>
            <a:rect l="l" t="t" r="r" b="b"/>
            <a:pathLst>
              <a:path w="100000" h="100000">
                <a:moveTo>
                  <a:pt x="46392" y="0"/>
                </a:moveTo>
                <a:cubicBezTo>
                  <a:pt x="42824" y="0"/>
                  <a:pt x="39255" y="420"/>
                  <a:pt x="35616" y="1259"/>
                </a:cubicBezTo>
                <a:cubicBezTo>
                  <a:pt x="34083" y="1617"/>
                  <a:pt x="32936" y="2933"/>
                  <a:pt x="32744" y="4513"/>
                </a:cubicBezTo>
                <a:lnTo>
                  <a:pt x="32000" y="11340"/>
                </a:lnTo>
                <a:cubicBezTo>
                  <a:pt x="31761" y="13494"/>
                  <a:pt x="30492" y="15459"/>
                  <a:pt x="28624" y="16536"/>
                </a:cubicBezTo>
                <a:cubicBezTo>
                  <a:pt x="26732" y="17636"/>
                  <a:pt x="24409" y="17754"/>
                  <a:pt x="22422" y="16868"/>
                </a:cubicBezTo>
                <a:lnTo>
                  <a:pt x="16122" y="14117"/>
                </a:lnTo>
                <a:cubicBezTo>
                  <a:pt x="14685" y="13471"/>
                  <a:pt x="12986" y="13805"/>
                  <a:pt x="11885" y="14979"/>
                </a:cubicBezTo>
                <a:cubicBezTo>
                  <a:pt x="6904" y="20294"/>
                  <a:pt x="3169" y="26733"/>
                  <a:pt x="1085" y="33604"/>
                </a:cubicBezTo>
                <a:cubicBezTo>
                  <a:pt x="630" y="35112"/>
                  <a:pt x="1182" y="36767"/>
                  <a:pt x="2451" y="37700"/>
                </a:cubicBezTo>
                <a:lnTo>
                  <a:pt x="8031" y="41793"/>
                </a:lnTo>
                <a:cubicBezTo>
                  <a:pt x="9780" y="43086"/>
                  <a:pt x="10832" y="45147"/>
                  <a:pt x="10832" y="47324"/>
                </a:cubicBezTo>
                <a:cubicBezTo>
                  <a:pt x="10832" y="49504"/>
                  <a:pt x="9780" y="51564"/>
                  <a:pt x="8031" y="52857"/>
                </a:cubicBezTo>
                <a:lnTo>
                  <a:pt x="2451" y="56948"/>
                </a:lnTo>
                <a:cubicBezTo>
                  <a:pt x="1182" y="57883"/>
                  <a:pt x="630" y="59536"/>
                  <a:pt x="1085" y="61046"/>
                </a:cubicBezTo>
                <a:cubicBezTo>
                  <a:pt x="3169" y="67917"/>
                  <a:pt x="6904" y="74356"/>
                  <a:pt x="11908" y="79672"/>
                </a:cubicBezTo>
                <a:cubicBezTo>
                  <a:pt x="12985" y="80821"/>
                  <a:pt x="14685" y="81179"/>
                  <a:pt x="16122" y="80531"/>
                </a:cubicBezTo>
                <a:lnTo>
                  <a:pt x="22422" y="77782"/>
                </a:lnTo>
                <a:cubicBezTo>
                  <a:pt x="24409" y="76897"/>
                  <a:pt x="26732" y="77012"/>
                  <a:pt x="28624" y="78115"/>
                </a:cubicBezTo>
                <a:cubicBezTo>
                  <a:pt x="30492" y="79192"/>
                  <a:pt x="31761" y="81131"/>
                  <a:pt x="32000" y="83309"/>
                </a:cubicBezTo>
                <a:lnTo>
                  <a:pt x="32744" y="90137"/>
                </a:lnTo>
                <a:cubicBezTo>
                  <a:pt x="32936" y="91717"/>
                  <a:pt x="34083" y="93009"/>
                  <a:pt x="35616" y="93392"/>
                </a:cubicBezTo>
                <a:cubicBezTo>
                  <a:pt x="39255" y="94230"/>
                  <a:pt x="42871" y="94659"/>
                  <a:pt x="46392" y="94659"/>
                </a:cubicBezTo>
                <a:lnTo>
                  <a:pt x="46560" y="94659"/>
                </a:lnTo>
                <a:cubicBezTo>
                  <a:pt x="46440" y="94061"/>
                  <a:pt x="46392" y="93439"/>
                  <a:pt x="46392" y="92817"/>
                </a:cubicBezTo>
                <a:lnTo>
                  <a:pt x="46392" y="62888"/>
                </a:lnTo>
                <a:cubicBezTo>
                  <a:pt x="37818" y="62888"/>
                  <a:pt x="30827" y="55897"/>
                  <a:pt x="30827" y="47324"/>
                </a:cubicBezTo>
                <a:cubicBezTo>
                  <a:pt x="30827" y="38753"/>
                  <a:pt x="37818" y="31763"/>
                  <a:pt x="46392" y="31763"/>
                </a:cubicBezTo>
                <a:cubicBezTo>
                  <a:pt x="54964" y="31763"/>
                  <a:pt x="61956" y="38753"/>
                  <a:pt x="61956" y="47324"/>
                </a:cubicBezTo>
                <a:cubicBezTo>
                  <a:pt x="61956" y="48139"/>
                  <a:pt x="61885" y="48953"/>
                  <a:pt x="61766" y="49719"/>
                </a:cubicBezTo>
                <a:lnTo>
                  <a:pt x="82381" y="49719"/>
                </a:lnTo>
                <a:cubicBezTo>
                  <a:pt x="82094" y="48953"/>
                  <a:pt x="81950" y="48163"/>
                  <a:pt x="81950" y="47324"/>
                </a:cubicBezTo>
                <a:cubicBezTo>
                  <a:pt x="81950" y="45147"/>
                  <a:pt x="83004" y="43086"/>
                  <a:pt x="84753" y="41793"/>
                </a:cubicBezTo>
                <a:lnTo>
                  <a:pt x="90332" y="37700"/>
                </a:lnTo>
                <a:cubicBezTo>
                  <a:pt x="91601" y="36767"/>
                  <a:pt x="92153" y="35112"/>
                  <a:pt x="91697" y="33604"/>
                </a:cubicBezTo>
                <a:cubicBezTo>
                  <a:pt x="89615" y="26733"/>
                  <a:pt x="85879" y="20294"/>
                  <a:pt x="80898" y="14979"/>
                </a:cubicBezTo>
                <a:cubicBezTo>
                  <a:pt x="79797" y="13829"/>
                  <a:pt x="78097" y="13471"/>
                  <a:pt x="76661" y="14117"/>
                </a:cubicBezTo>
                <a:lnTo>
                  <a:pt x="70360" y="16868"/>
                </a:lnTo>
                <a:cubicBezTo>
                  <a:pt x="68374" y="17754"/>
                  <a:pt x="66052" y="17636"/>
                  <a:pt x="64160" y="16536"/>
                </a:cubicBezTo>
                <a:cubicBezTo>
                  <a:pt x="62292" y="15459"/>
                  <a:pt x="61022" y="13519"/>
                  <a:pt x="60783" y="11340"/>
                </a:cubicBezTo>
                <a:lnTo>
                  <a:pt x="60039" y="4513"/>
                </a:lnTo>
                <a:cubicBezTo>
                  <a:pt x="59847" y="2933"/>
                  <a:pt x="58700" y="1641"/>
                  <a:pt x="57167" y="1259"/>
                </a:cubicBezTo>
                <a:cubicBezTo>
                  <a:pt x="53527" y="420"/>
                  <a:pt x="49959" y="0"/>
                  <a:pt x="46392" y="0"/>
                </a:cubicBezTo>
                <a:close/>
                <a:moveTo>
                  <a:pt x="58365" y="54507"/>
                </a:moveTo>
                <a:cubicBezTo>
                  <a:pt x="54397" y="54507"/>
                  <a:pt x="51180" y="57723"/>
                  <a:pt x="51180" y="61690"/>
                </a:cubicBezTo>
                <a:lnTo>
                  <a:pt x="51180" y="92817"/>
                </a:lnTo>
                <a:cubicBezTo>
                  <a:pt x="51180" y="96784"/>
                  <a:pt x="54397" y="100000"/>
                  <a:pt x="58365" y="100000"/>
                </a:cubicBezTo>
                <a:lnTo>
                  <a:pt x="91890" y="100000"/>
                </a:lnTo>
                <a:cubicBezTo>
                  <a:pt x="95858" y="100000"/>
                  <a:pt x="99073" y="96784"/>
                  <a:pt x="99073" y="92817"/>
                </a:cubicBezTo>
                <a:lnTo>
                  <a:pt x="99073" y="61690"/>
                </a:lnTo>
                <a:cubicBezTo>
                  <a:pt x="99073" y="57723"/>
                  <a:pt x="95858" y="54507"/>
                  <a:pt x="91890" y="54507"/>
                </a:cubicBezTo>
                <a:lnTo>
                  <a:pt x="58365" y="54507"/>
                </a:lnTo>
                <a:close/>
                <a:moveTo>
                  <a:pt x="89654" y="66484"/>
                </a:moveTo>
                <a:cubicBezTo>
                  <a:pt x="90266" y="66525"/>
                  <a:pt x="90864" y="66799"/>
                  <a:pt x="91300" y="67298"/>
                </a:cubicBezTo>
                <a:cubicBezTo>
                  <a:pt x="92172" y="68291"/>
                  <a:pt x="92067" y="69808"/>
                  <a:pt x="91071" y="70679"/>
                </a:cubicBezTo>
                <a:lnTo>
                  <a:pt x="71914" y="87439"/>
                </a:lnTo>
                <a:cubicBezTo>
                  <a:pt x="71460" y="87834"/>
                  <a:pt x="70899" y="88028"/>
                  <a:pt x="70338" y="88028"/>
                </a:cubicBezTo>
                <a:cubicBezTo>
                  <a:pt x="69725" y="88028"/>
                  <a:pt x="69111" y="87791"/>
                  <a:pt x="68649" y="87327"/>
                </a:cubicBezTo>
                <a:lnTo>
                  <a:pt x="59071" y="77749"/>
                </a:lnTo>
                <a:cubicBezTo>
                  <a:pt x="58134" y="76813"/>
                  <a:pt x="58134" y="75300"/>
                  <a:pt x="59071" y="74363"/>
                </a:cubicBezTo>
                <a:cubicBezTo>
                  <a:pt x="60007" y="73428"/>
                  <a:pt x="61516" y="73428"/>
                  <a:pt x="62453" y="74363"/>
                </a:cubicBezTo>
                <a:lnTo>
                  <a:pt x="70450" y="82360"/>
                </a:lnTo>
                <a:lnTo>
                  <a:pt x="87918" y="67069"/>
                </a:lnTo>
                <a:cubicBezTo>
                  <a:pt x="88417" y="66634"/>
                  <a:pt x="89042" y="66442"/>
                  <a:pt x="89654" y="6648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4" name="Белый — SVG 4">
            <a:extLst>
              <a:ext uri="{FF2B5EF4-FFF2-40B4-BE49-F238E27FC236}">
                <a16:creationId xmlns:a16="http://schemas.microsoft.com/office/drawing/2014/main" id="{E79FC183-A384-9049-A448-E5872D0DC0AA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15942 w 113428"/>
              <a:gd name="csY0" fmla="*/ 0 h 141759"/>
              <a:gd name="csX1" fmla="*/ 0 w 113428"/>
              <a:gd name="csY1" fmla="*/ 15948 h 141759"/>
              <a:gd name="csX2" fmla="*/ 0 w 113428"/>
              <a:gd name="csY2" fmla="*/ 125811 h 141759"/>
              <a:gd name="csX3" fmla="*/ 15942 w 113428"/>
              <a:gd name="csY3" fmla="*/ 141759 h 141759"/>
              <a:gd name="csX4" fmla="*/ 97470 w 113428"/>
              <a:gd name="csY4" fmla="*/ 141759 h 141759"/>
              <a:gd name="csX5" fmla="*/ 113428 w 113428"/>
              <a:gd name="csY5" fmla="*/ 125811 h 141759"/>
              <a:gd name="csX6" fmla="*/ 113428 w 113428"/>
              <a:gd name="csY6" fmla="*/ 56704 h 141759"/>
              <a:gd name="csX7" fmla="*/ 72664 w 113428"/>
              <a:gd name="csY7" fmla="*/ 56704 h 141759"/>
              <a:gd name="csX8" fmla="*/ 56706 w 113428"/>
              <a:gd name="csY8" fmla="*/ 40756 h 141759"/>
              <a:gd name="csX9" fmla="*/ 56706 w 113428"/>
              <a:gd name="csY9" fmla="*/ 0 h 141759"/>
              <a:gd name="csX10" fmla="*/ 15942 w 113428"/>
              <a:gd name="csY10" fmla="*/ 0 h 141759"/>
              <a:gd name="csX11" fmla="*/ 67339 w 113428"/>
              <a:gd name="csY11" fmla="*/ 3115 h 141759"/>
              <a:gd name="csX12" fmla="*/ 67339 w 113428"/>
              <a:gd name="csY12" fmla="*/ 40756 h 141759"/>
              <a:gd name="csX13" fmla="*/ 72664 w 113428"/>
              <a:gd name="csY13" fmla="*/ 46072 h 141759"/>
              <a:gd name="csX14" fmla="*/ 110315 w 113428"/>
              <a:gd name="csY14" fmla="*/ 46072 h 141759"/>
              <a:gd name="csX15" fmla="*/ 67339 w 113428"/>
              <a:gd name="csY15" fmla="*/ 3115 h 141759"/>
              <a:gd name="csX16" fmla="*/ 40764 w 113428"/>
              <a:gd name="csY16" fmla="*/ 70880 h 141759"/>
              <a:gd name="csX17" fmla="*/ 56706 w 113428"/>
              <a:gd name="csY17" fmla="*/ 88565 h 141759"/>
              <a:gd name="csX18" fmla="*/ 48590 w 113428"/>
              <a:gd name="csY18" fmla="*/ 109580 h 141759"/>
              <a:gd name="csX19" fmla="*/ 51397 w 113428"/>
              <a:gd name="csY19" fmla="*/ 109863 h 141759"/>
              <a:gd name="csX20" fmla="*/ 57624 w 113428"/>
              <a:gd name="csY20" fmla="*/ 103945 h 141759"/>
              <a:gd name="csX21" fmla="*/ 67339 w 113428"/>
              <a:gd name="csY21" fmla="*/ 95687 h 141759"/>
              <a:gd name="csX22" fmla="*/ 76135 w 113428"/>
              <a:gd name="csY22" fmla="*/ 105046 h 141759"/>
              <a:gd name="csX23" fmla="*/ 79742 w 113428"/>
              <a:gd name="csY23" fmla="*/ 109863 h 141759"/>
              <a:gd name="csX24" fmla="*/ 81596 w 113428"/>
              <a:gd name="csY24" fmla="*/ 105399 h 141759"/>
              <a:gd name="csX25" fmla="*/ 85986 w 113428"/>
              <a:gd name="csY25" fmla="*/ 99301 h 141759"/>
              <a:gd name="csX26" fmla="*/ 92094 w 113428"/>
              <a:gd name="csY26" fmla="*/ 103696 h 141759"/>
              <a:gd name="csX27" fmla="*/ 88402 w 113428"/>
              <a:gd name="csY27" fmla="*/ 116169 h 141759"/>
              <a:gd name="csX28" fmla="*/ 79742 w 113428"/>
              <a:gd name="csY28" fmla="*/ 120495 h 141759"/>
              <a:gd name="csX29" fmla="*/ 66454 w 113428"/>
              <a:gd name="csY29" fmla="*/ 110078 h 141759"/>
              <a:gd name="csX30" fmla="*/ 51397 w 113428"/>
              <a:gd name="csY30" fmla="*/ 120495 h 141759"/>
              <a:gd name="csX31" fmla="*/ 39403 w 113428"/>
              <a:gd name="csY31" fmla="*/ 117304 h 141759"/>
              <a:gd name="csX32" fmla="*/ 26575 w 113428"/>
              <a:gd name="csY32" fmla="*/ 120495 h 141759"/>
              <a:gd name="csX33" fmla="*/ 21267 w 113428"/>
              <a:gd name="csY33" fmla="*/ 115179 h 141759"/>
              <a:gd name="csX34" fmla="*/ 26575 w 113428"/>
              <a:gd name="csY34" fmla="*/ 109863 h 141759"/>
              <a:gd name="csX35" fmla="*/ 31049 w 113428"/>
              <a:gd name="csY35" fmla="*/ 109261 h 141759"/>
              <a:gd name="csX36" fmla="*/ 24805 w 113428"/>
              <a:gd name="csY36" fmla="*/ 88599 h 141759"/>
              <a:gd name="csX37" fmla="*/ 40764 w 113428"/>
              <a:gd name="csY37" fmla="*/ 70880 h 141759"/>
              <a:gd name="csX38" fmla="*/ 40764 w 113428"/>
              <a:gd name="csY38" fmla="*/ 81512 h 141759"/>
              <a:gd name="csX39" fmla="*/ 35439 w 113428"/>
              <a:gd name="csY39" fmla="*/ 88599 h 141759"/>
              <a:gd name="csX40" fmla="*/ 39982 w 113428"/>
              <a:gd name="csY40" fmla="*/ 103412 h 141759"/>
              <a:gd name="csX41" fmla="*/ 46072 w 113428"/>
              <a:gd name="csY41" fmla="*/ 88565 h 141759"/>
              <a:gd name="csX42" fmla="*/ 40764 w 113428"/>
              <a:gd name="csY42" fmla="*/ 81512 h 141759"/>
            </a:gdLst>
            <a:ahLst/>
            <a:cxnLst/>
            <a:rect l="l" t="t" r="r" b="b"/>
            <a:pathLst>
              <a:path w="100000" h="100000">
                <a:moveTo>
                  <a:pt x="21239" y="0"/>
                </a:moveTo>
                <a:cubicBezTo>
                  <a:pt x="15046" y="0"/>
                  <a:pt x="9993" y="5050"/>
                  <a:pt x="9993" y="11250"/>
                </a:cubicBezTo>
                <a:lnTo>
                  <a:pt x="9993" y="88750"/>
                </a:lnTo>
                <a:cubicBezTo>
                  <a:pt x="9993" y="94950"/>
                  <a:pt x="15046" y="100000"/>
                  <a:pt x="21239" y="100000"/>
                </a:cubicBezTo>
                <a:lnTo>
                  <a:pt x="78750" y="100000"/>
                </a:lnTo>
                <a:cubicBezTo>
                  <a:pt x="84955" y="100000"/>
                  <a:pt x="90007" y="94950"/>
                  <a:pt x="90007" y="88750"/>
                </a:cubicBezTo>
                <a:lnTo>
                  <a:pt x="90007" y="40000"/>
                </a:lnTo>
                <a:lnTo>
                  <a:pt x="61251" y="40000"/>
                </a:lnTo>
                <a:cubicBezTo>
                  <a:pt x="55047" y="40000"/>
                  <a:pt x="49994" y="34950"/>
                  <a:pt x="49994" y="28750"/>
                </a:cubicBezTo>
                <a:lnTo>
                  <a:pt x="49994" y="0"/>
                </a:lnTo>
                <a:lnTo>
                  <a:pt x="21239" y="0"/>
                </a:lnTo>
                <a:close/>
                <a:moveTo>
                  <a:pt x="57495" y="2197"/>
                </a:moveTo>
                <a:lnTo>
                  <a:pt x="57495" y="28750"/>
                </a:lnTo>
                <a:cubicBezTo>
                  <a:pt x="57495" y="30818"/>
                  <a:pt x="59187" y="32500"/>
                  <a:pt x="61251" y="32500"/>
                </a:cubicBezTo>
                <a:lnTo>
                  <a:pt x="87811" y="32500"/>
                </a:lnTo>
                <a:lnTo>
                  <a:pt x="57495" y="2197"/>
                </a:lnTo>
                <a:close/>
                <a:moveTo>
                  <a:pt x="38749" y="50000"/>
                </a:moveTo>
                <a:cubicBezTo>
                  <a:pt x="43945" y="50000"/>
                  <a:pt x="49994" y="53276"/>
                  <a:pt x="49994" y="62476"/>
                </a:cubicBezTo>
                <a:cubicBezTo>
                  <a:pt x="49994" y="66676"/>
                  <a:pt x="48098" y="72575"/>
                  <a:pt x="44269" y="77300"/>
                </a:cubicBezTo>
                <a:cubicBezTo>
                  <a:pt x="44905" y="77425"/>
                  <a:pt x="45542" y="77500"/>
                  <a:pt x="46249" y="77500"/>
                </a:cubicBezTo>
                <a:cubicBezTo>
                  <a:pt x="48302" y="77500"/>
                  <a:pt x="49070" y="76550"/>
                  <a:pt x="50642" y="73325"/>
                </a:cubicBezTo>
                <a:cubicBezTo>
                  <a:pt x="51771" y="71000"/>
                  <a:pt x="53499" y="67500"/>
                  <a:pt x="57495" y="67500"/>
                </a:cubicBezTo>
                <a:cubicBezTo>
                  <a:pt x="62128" y="67500"/>
                  <a:pt x="63172" y="71952"/>
                  <a:pt x="63700" y="74102"/>
                </a:cubicBezTo>
                <a:cubicBezTo>
                  <a:pt x="64480" y="77402"/>
                  <a:pt x="64780" y="77500"/>
                  <a:pt x="66244" y="77500"/>
                </a:cubicBezTo>
                <a:cubicBezTo>
                  <a:pt x="66724" y="77325"/>
                  <a:pt x="67745" y="75651"/>
                  <a:pt x="67552" y="74351"/>
                </a:cubicBezTo>
                <a:cubicBezTo>
                  <a:pt x="67229" y="72301"/>
                  <a:pt x="68620" y="70374"/>
                  <a:pt x="70649" y="70049"/>
                </a:cubicBezTo>
                <a:cubicBezTo>
                  <a:pt x="72701" y="69724"/>
                  <a:pt x="74633" y="71124"/>
                  <a:pt x="74958" y="73150"/>
                </a:cubicBezTo>
                <a:cubicBezTo>
                  <a:pt x="75426" y="76150"/>
                  <a:pt x="74429" y="79524"/>
                  <a:pt x="72353" y="81948"/>
                </a:cubicBezTo>
                <a:cubicBezTo>
                  <a:pt x="70673" y="83923"/>
                  <a:pt x="68524" y="85000"/>
                  <a:pt x="66244" y="85000"/>
                </a:cubicBezTo>
                <a:cubicBezTo>
                  <a:pt x="59980" y="85000"/>
                  <a:pt x="57819" y="80702"/>
                  <a:pt x="56871" y="77652"/>
                </a:cubicBezTo>
                <a:cubicBezTo>
                  <a:pt x="55323" y="80652"/>
                  <a:pt x="52526" y="85000"/>
                  <a:pt x="46249" y="85000"/>
                </a:cubicBezTo>
                <a:cubicBezTo>
                  <a:pt x="42973" y="85000"/>
                  <a:pt x="40165" y="84149"/>
                  <a:pt x="37788" y="82749"/>
                </a:cubicBezTo>
                <a:cubicBezTo>
                  <a:pt x="35196" y="84149"/>
                  <a:pt x="32172" y="85000"/>
                  <a:pt x="28739" y="85000"/>
                </a:cubicBezTo>
                <a:cubicBezTo>
                  <a:pt x="26675" y="85000"/>
                  <a:pt x="24995" y="83325"/>
                  <a:pt x="24995" y="81250"/>
                </a:cubicBezTo>
                <a:cubicBezTo>
                  <a:pt x="24995" y="79175"/>
                  <a:pt x="26675" y="77500"/>
                  <a:pt x="28739" y="77500"/>
                </a:cubicBezTo>
                <a:cubicBezTo>
                  <a:pt x="29867" y="77500"/>
                  <a:pt x="30923" y="77350"/>
                  <a:pt x="31895" y="77075"/>
                </a:cubicBezTo>
                <a:cubicBezTo>
                  <a:pt x="28919" y="72650"/>
                  <a:pt x="27491" y="67125"/>
                  <a:pt x="27491" y="62500"/>
                </a:cubicBezTo>
                <a:cubicBezTo>
                  <a:pt x="27491" y="53275"/>
                  <a:pt x="33540" y="50000"/>
                  <a:pt x="38749" y="50000"/>
                </a:cubicBezTo>
                <a:close/>
                <a:moveTo>
                  <a:pt x="38749" y="57500"/>
                </a:moveTo>
                <a:cubicBezTo>
                  <a:pt x="37716" y="57500"/>
                  <a:pt x="34992" y="57500"/>
                  <a:pt x="34992" y="62500"/>
                </a:cubicBezTo>
                <a:cubicBezTo>
                  <a:pt x="34992" y="65750"/>
                  <a:pt x="36048" y="69874"/>
                  <a:pt x="38197" y="72949"/>
                </a:cubicBezTo>
                <a:cubicBezTo>
                  <a:pt x="41149" y="69500"/>
                  <a:pt x="42493" y="64926"/>
                  <a:pt x="42493" y="62476"/>
                </a:cubicBezTo>
                <a:cubicBezTo>
                  <a:pt x="42493" y="57500"/>
                  <a:pt x="39769" y="57500"/>
                  <a:pt x="38749" y="575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5" name="Белый — SVG 5">
            <a:extLst>
              <a:ext uri="{FF2B5EF4-FFF2-40B4-BE49-F238E27FC236}">
                <a16:creationId xmlns:a16="http://schemas.microsoft.com/office/drawing/2014/main" id="{C0C99369-7E7A-2D4B-8839-8E3EE8628DA0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37317 w 141980"/>
              <a:gd name="csY0" fmla="*/ 0 h 131127"/>
              <a:gd name="csX1" fmla="*/ 17823 w 141980"/>
              <a:gd name="csY1" fmla="*/ 19491 h 131127"/>
              <a:gd name="csX2" fmla="*/ 17823 w 141980"/>
              <a:gd name="csY2" fmla="*/ 90371 h 131127"/>
              <a:gd name="csX3" fmla="*/ 37317 w 141980"/>
              <a:gd name="csY3" fmla="*/ 109863 h 131127"/>
              <a:gd name="csX4" fmla="*/ 40863 w 141980"/>
              <a:gd name="csY4" fmla="*/ 109863 h 131127"/>
              <a:gd name="csX5" fmla="*/ 60357 w 141980"/>
              <a:gd name="csY5" fmla="*/ 90371 h 131127"/>
              <a:gd name="csX6" fmla="*/ 60357 w 141980"/>
              <a:gd name="csY6" fmla="*/ 19491 h 131127"/>
              <a:gd name="csX7" fmla="*/ 40863 w 141980"/>
              <a:gd name="csY7" fmla="*/ 0 h 131127"/>
              <a:gd name="csX8" fmla="*/ 37317 w 141980"/>
              <a:gd name="csY8" fmla="*/ 0 h 131127"/>
              <a:gd name="csX9" fmla="*/ 101118 w 141980"/>
              <a:gd name="csY9" fmla="*/ 35439 h 131127"/>
              <a:gd name="csX10" fmla="*/ 81624 w 141980"/>
              <a:gd name="csY10" fmla="*/ 54932 h 131127"/>
              <a:gd name="csX11" fmla="*/ 81624 w 141980"/>
              <a:gd name="csY11" fmla="*/ 90371 h 131127"/>
              <a:gd name="csX12" fmla="*/ 101118 w 141980"/>
              <a:gd name="csY12" fmla="*/ 109863 h 131127"/>
              <a:gd name="csX13" fmla="*/ 104663 w 141980"/>
              <a:gd name="csY13" fmla="*/ 109863 h 131127"/>
              <a:gd name="csX14" fmla="*/ 124157 w 141980"/>
              <a:gd name="csY14" fmla="*/ 90371 h 131127"/>
              <a:gd name="csX15" fmla="*/ 124157 w 141980"/>
              <a:gd name="csY15" fmla="*/ 54932 h 131127"/>
              <a:gd name="csX16" fmla="*/ 104663 w 141980"/>
              <a:gd name="csY16" fmla="*/ 35439 h 131127"/>
              <a:gd name="csX17" fmla="*/ 101118 w 141980"/>
              <a:gd name="csY17" fmla="*/ 35439 h 131127"/>
              <a:gd name="csX18" fmla="*/ 7190 w 141980"/>
              <a:gd name="csY18" fmla="*/ 116951 h 131127"/>
              <a:gd name="csX19" fmla="*/ 4446 w 141980"/>
              <a:gd name="csY19" fmla="*/ 117462 h 131127"/>
              <a:gd name="csX20" fmla="*/ 2111 w 141980"/>
              <a:gd name="csY20" fmla="*/ 118991 h 131127"/>
              <a:gd name="csX21" fmla="*/ 550 w 141980"/>
              <a:gd name="csY21" fmla="*/ 121303 h 131127"/>
              <a:gd name="csX22" fmla="*/ 0 w 141980"/>
              <a:gd name="csY22" fmla="*/ 124040 h 131127"/>
              <a:gd name="csX23" fmla="*/ 550 w 141980"/>
              <a:gd name="csY23" fmla="*/ 126775 h 131127"/>
              <a:gd name="csX24" fmla="*/ 2111 w 141980"/>
              <a:gd name="csY24" fmla="*/ 129087 h 131127"/>
              <a:gd name="csX25" fmla="*/ 4446 w 141980"/>
              <a:gd name="csY25" fmla="*/ 130616 h 131127"/>
              <a:gd name="csX26" fmla="*/ 7190 w 141980"/>
              <a:gd name="csY26" fmla="*/ 131127 h 131127"/>
              <a:gd name="csX27" fmla="*/ 134790 w 141980"/>
              <a:gd name="csY27" fmla="*/ 131127 h 131127"/>
              <a:gd name="csX28" fmla="*/ 137535 w 141980"/>
              <a:gd name="csY28" fmla="*/ 130616 h 131127"/>
              <a:gd name="csX29" fmla="*/ 139869 w 141980"/>
              <a:gd name="csY29" fmla="*/ 129087 h 131127"/>
              <a:gd name="csX30" fmla="*/ 141431 w 141980"/>
              <a:gd name="csY30" fmla="*/ 126775 h 131127"/>
              <a:gd name="csX31" fmla="*/ 141980 w 141980"/>
              <a:gd name="csY31" fmla="*/ 124040 h 131127"/>
              <a:gd name="csX32" fmla="*/ 141431 w 141980"/>
              <a:gd name="csY32" fmla="*/ 121303 h 131127"/>
              <a:gd name="csX33" fmla="*/ 139869 w 141980"/>
              <a:gd name="csY33" fmla="*/ 118991 h 131127"/>
              <a:gd name="csX34" fmla="*/ 137535 w 141980"/>
              <a:gd name="csY34" fmla="*/ 117462 h 131127"/>
              <a:gd name="csX35" fmla="*/ 134790 w 141980"/>
              <a:gd name="csY35" fmla="*/ 116951 h 131127"/>
              <a:gd name="csX36" fmla="*/ 7190 w 141980"/>
              <a:gd name="csY36" fmla="*/ 116951 h 131127"/>
            </a:gdLst>
            <a:ahLst/>
            <a:cxnLst/>
            <a:rect l="l" t="t" r="r" b="b"/>
            <a:pathLst>
              <a:path w="100000" h="100000">
                <a:moveTo>
                  <a:pt x="26283" y="3822"/>
                </a:moveTo>
                <a:cubicBezTo>
                  <a:pt x="18699" y="3822"/>
                  <a:pt x="12553" y="9967"/>
                  <a:pt x="12553" y="17550"/>
                </a:cubicBezTo>
                <a:lnTo>
                  <a:pt x="12553" y="67473"/>
                </a:lnTo>
                <a:cubicBezTo>
                  <a:pt x="12553" y="75056"/>
                  <a:pt x="18699" y="81201"/>
                  <a:pt x="26283" y="81201"/>
                </a:cubicBezTo>
                <a:lnTo>
                  <a:pt x="28781" y="81201"/>
                </a:lnTo>
                <a:cubicBezTo>
                  <a:pt x="36365" y="81201"/>
                  <a:pt x="42511" y="75056"/>
                  <a:pt x="42511" y="67473"/>
                </a:cubicBezTo>
                <a:lnTo>
                  <a:pt x="42511" y="17550"/>
                </a:lnTo>
                <a:cubicBezTo>
                  <a:pt x="42511" y="9967"/>
                  <a:pt x="36365" y="3822"/>
                  <a:pt x="28781" y="3822"/>
                </a:cubicBezTo>
                <a:lnTo>
                  <a:pt x="26283" y="3822"/>
                </a:lnTo>
                <a:close/>
                <a:moveTo>
                  <a:pt x="71220" y="28783"/>
                </a:moveTo>
                <a:cubicBezTo>
                  <a:pt x="63636" y="28783"/>
                  <a:pt x="57490" y="34928"/>
                  <a:pt x="57490" y="42512"/>
                </a:cubicBezTo>
                <a:lnTo>
                  <a:pt x="57490" y="67473"/>
                </a:lnTo>
                <a:cubicBezTo>
                  <a:pt x="57490" y="75056"/>
                  <a:pt x="63636" y="81201"/>
                  <a:pt x="71220" y="81201"/>
                </a:cubicBezTo>
                <a:lnTo>
                  <a:pt x="73717" y="81201"/>
                </a:lnTo>
                <a:cubicBezTo>
                  <a:pt x="81301" y="81201"/>
                  <a:pt x="87447" y="75056"/>
                  <a:pt x="87447" y="67473"/>
                </a:cubicBezTo>
                <a:lnTo>
                  <a:pt x="87447" y="42512"/>
                </a:lnTo>
                <a:cubicBezTo>
                  <a:pt x="87447" y="34928"/>
                  <a:pt x="81301" y="28783"/>
                  <a:pt x="73717" y="28783"/>
                </a:cubicBezTo>
                <a:lnTo>
                  <a:pt x="71220" y="28783"/>
                </a:lnTo>
                <a:close/>
                <a:moveTo>
                  <a:pt x="5064" y="86193"/>
                </a:moveTo>
                <a:cubicBezTo>
                  <a:pt x="4403" y="86184"/>
                  <a:pt x="3746" y="86306"/>
                  <a:pt x="3131" y="86553"/>
                </a:cubicBezTo>
                <a:cubicBezTo>
                  <a:pt x="2518" y="86800"/>
                  <a:pt x="1959" y="87167"/>
                  <a:pt x="1487" y="87630"/>
                </a:cubicBezTo>
                <a:cubicBezTo>
                  <a:pt x="1016" y="88095"/>
                  <a:pt x="642" y="88649"/>
                  <a:pt x="387" y="89259"/>
                </a:cubicBezTo>
                <a:cubicBezTo>
                  <a:pt x="132" y="89869"/>
                  <a:pt x="0" y="90524"/>
                  <a:pt x="0" y="91186"/>
                </a:cubicBezTo>
                <a:cubicBezTo>
                  <a:pt x="0" y="91848"/>
                  <a:pt x="132" y="92503"/>
                  <a:pt x="387" y="93113"/>
                </a:cubicBezTo>
                <a:cubicBezTo>
                  <a:pt x="642" y="93723"/>
                  <a:pt x="1016" y="94276"/>
                  <a:pt x="1487" y="94741"/>
                </a:cubicBezTo>
                <a:cubicBezTo>
                  <a:pt x="1959" y="95206"/>
                  <a:pt x="2518" y="95572"/>
                  <a:pt x="3131" y="95818"/>
                </a:cubicBezTo>
                <a:cubicBezTo>
                  <a:pt x="3746" y="96065"/>
                  <a:pt x="4403" y="96187"/>
                  <a:pt x="5064" y="96178"/>
                </a:cubicBezTo>
                <a:lnTo>
                  <a:pt x="94936" y="96178"/>
                </a:lnTo>
                <a:cubicBezTo>
                  <a:pt x="95598" y="96187"/>
                  <a:pt x="96254" y="96065"/>
                  <a:pt x="96869" y="95818"/>
                </a:cubicBezTo>
                <a:cubicBezTo>
                  <a:pt x="97483" y="95572"/>
                  <a:pt x="98041" y="95206"/>
                  <a:pt x="98513" y="94741"/>
                </a:cubicBezTo>
                <a:cubicBezTo>
                  <a:pt x="98984" y="94276"/>
                  <a:pt x="99358" y="93723"/>
                  <a:pt x="99613" y="93113"/>
                </a:cubicBezTo>
                <a:cubicBezTo>
                  <a:pt x="99868" y="92503"/>
                  <a:pt x="100000" y="91848"/>
                  <a:pt x="100000" y="91186"/>
                </a:cubicBezTo>
                <a:cubicBezTo>
                  <a:pt x="100000" y="90524"/>
                  <a:pt x="99868" y="89869"/>
                  <a:pt x="99613" y="89259"/>
                </a:cubicBezTo>
                <a:cubicBezTo>
                  <a:pt x="99358" y="88649"/>
                  <a:pt x="98984" y="88095"/>
                  <a:pt x="98513" y="87630"/>
                </a:cubicBezTo>
                <a:cubicBezTo>
                  <a:pt x="98041" y="87167"/>
                  <a:pt x="97483" y="86800"/>
                  <a:pt x="96869" y="86553"/>
                </a:cubicBezTo>
                <a:cubicBezTo>
                  <a:pt x="96254" y="86306"/>
                  <a:pt x="95598" y="86184"/>
                  <a:pt x="94936" y="86193"/>
                </a:cubicBezTo>
                <a:lnTo>
                  <a:pt x="5064" y="8619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6" name="Белый — SVG 6">
            <a:extLst>
              <a:ext uri="{FF2B5EF4-FFF2-40B4-BE49-F238E27FC236}">
                <a16:creationId xmlns:a16="http://schemas.microsoft.com/office/drawing/2014/main" id="{8E5912D9-CE9B-E649-B048-7251D14EE045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104663 w 141980"/>
              <a:gd name="csY0" fmla="*/ 0 h 131127"/>
              <a:gd name="csX1" fmla="*/ 124157 w 141980"/>
              <a:gd name="csY1" fmla="*/ 19491 h 131127"/>
              <a:gd name="csX2" fmla="*/ 124157 w 141980"/>
              <a:gd name="csY2" fmla="*/ 90371 h 131127"/>
              <a:gd name="csX3" fmla="*/ 104663 w 141980"/>
              <a:gd name="csY3" fmla="*/ 109863 h 131127"/>
              <a:gd name="csX4" fmla="*/ 101118 w 141980"/>
              <a:gd name="csY4" fmla="*/ 109863 h 131127"/>
              <a:gd name="csX5" fmla="*/ 81624 w 141980"/>
              <a:gd name="csY5" fmla="*/ 90371 h 131127"/>
              <a:gd name="csX6" fmla="*/ 81624 w 141980"/>
              <a:gd name="csY6" fmla="*/ 19491 h 131127"/>
              <a:gd name="csX7" fmla="*/ 101118 w 141980"/>
              <a:gd name="csY7" fmla="*/ 0 h 131127"/>
              <a:gd name="csX8" fmla="*/ 104663 w 141980"/>
              <a:gd name="csY8" fmla="*/ 0 h 131127"/>
              <a:gd name="csX9" fmla="*/ 40863 w 141980"/>
              <a:gd name="csY9" fmla="*/ 35439 h 131127"/>
              <a:gd name="csX10" fmla="*/ 60357 w 141980"/>
              <a:gd name="csY10" fmla="*/ 54932 h 131127"/>
              <a:gd name="csX11" fmla="*/ 60357 w 141980"/>
              <a:gd name="csY11" fmla="*/ 90371 h 131127"/>
              <a:gd name="csX12" fmla="*/ 40863 w 141980"/>
              <a:gd name="csY12" fmla="*/ 109863 h 131127"/>
              <a:gd name="csX13" fmla="*/ 37317 w 141980"/>
              <a:gd name="csY13" fmla="*/ 109863 h 131127"/>
              <a:gd name="csX14" fmla="*/ 17823 w 141980"/>
              <a:gd name="csY14" fmla="*/ 90371 h 131127"/>
              <a:gd name="csX15" fmla="*/ 17823 w 141980"/>
              <a:gd name="csY15" fmla="*/ 54932 h 131127"/>
              <a:gd name="csX16" fmla="*/ 37317 w 141980"/>
              <a:gd name="csY16" fmla="*/ 35439 h 131127"/>
              <a:gd name="csX17" fmla="*/ 40863 w 141980"/>
              <a:gd name="csY17" fmla="*/ 35439 h 131127"/>
              <a:gd name="csX18" fmla="*/ 134790 w 141980"/>
              <a:gd name="csY18" fmla="*/ 116951 h 131127"/>
              <a:gd name="csX19" fmla="*/ 137535 w 141980"/>
              <a:gd name="csY19" fmla="*/ 117462 h 131127"/>
              <a:gd name="csX20" fmla="*/ 139869 w 141980"/>
              <a:gd name="csY20" fmla="*/ 118991 h 131127"/>
              <a:gd name="csX21" fmla="*/ 141431 w 141980"/>
              <a:gd name="csY21" fmla="*/ 121303 h 131127"/>
              <a:gd name="csX22" fmla="*/ 141980 w 141980"/>
              <a:gd name="csY22" fmla="*/ 124040 h 131127"/>
              <a:gd name="csX23" fmla="*/ 141431 w 141980"/>
              <a:gd name="csY23" fmla="*/ 126775 h 131127"/>
              <a:gd name="csX24" fmla="*/ 139869 w 141980"/>
              <a:gd name="csY24" fmla="*/ 129087 h 131127"/>
              <a:gd name="csX25" fmla="*/ 137535 w 141980"/>
              <a:gd name="csY25" fmla="*/ 130616 h 131127"/>
              <a:gd name="csX26" fmla="*/ 134790 w 141980"/>
              <a:gd name="csY26" fmla="*/ 131127 h 131127"/>
              <a:gd name="csX27" fmla="*/ 7190 w 141980"/>
              <a:gd name="csY27" fmla="*/ 131127 h 131127"/>
              <a:gd name="csX28" fmla="*/ 4446 w 141980"/>
              <a:gd name="csY28" fmla="*/ 130616 h 131127"/>
              <a:gd name="csX29" fmla="*/ 2111 w 141980"/>
              <a:gd name="csY29" fmla="*/ 129087 h 131127"/>
              <a:gd name="csX30" fmla="*/ 550 w 141980"/>
              <a:gd name="csY30" fmla="*/ 126775 h 131127"/>
              <a:gd name="csX31" fmla="*/ 0 w 141980"/>
              <a:gd name="csY31" fmla="*/ 124040 h 131127"/>
              <a:gd name="csX32" fmla="*/ 550 w 141980"/>
              <a:gd name="csY32" fmla="*/ 121303 h 131127"/>
              <a:gd name="csX33" fmla="*/ 2111 w 141980"/>
              <a:gd name="csY33" fmla="*/ 118991 h 131127"/>
              <a:gd name="csX34" fmla="*/ 4446 w 141980"/>
              <a:gd name="csY34" fmla="*/ 117462 h 131127"/>
              <a:gd name="csX35" fmla="*/ 7190 w 141980"/>
              <a:gd name="csY35" fmla="*/ 116951 h 131127"/>
              <a:gd name="csX36" fmla="*/ 134790 w 141980"/>
              <a:gd name="csY36" fmla="*/ 116951 h 131127"/>
            </a:gdLst>
            <a:ahLst/>
            <a:cxnLst/>
            <a:rect l="l" t="t" r="r" b="b"/>
            <a:pathLst>
              <a:path w="100000" h="100000">
                <a:moveTo>
                  <a:pt x="73717" y="3822"/>
                </a:moveTo>
                <a:cubicBezTo>
                  <a:pt x="81301" y="3822"/>
                  <a:pt x="87447" y="9967"/>
                  <a:pt x="87447" y="17550"/>
                </a:cubicBezTo>
                <a:lnTo>
                  <a:pt x="87447" y="67473"/>
                </a:lnTo>
                <a:cubicBezTo>
                  <a:pt x="87447" y="75056"/>
                  <a:pt x="81301" y="81201"/>
                  <a:pt x="73717" y="81201"/>
                </a:cubicBezTo>
                <a:lnTo>
                  <a:pt x="71220" y="81201"/>
                </a:lnTo>
                <a:cubicBezTo>
                  <a:pt x="63636" y="81201"/>
                  <a:pt x="57490" y="75056"/>
                  <a:pt x="57490" y="67473"/>
                </a:cubicBezTo>
                <a:lnTo>
                  <a:pt x="57490" y="17550"/>
                </a:lnTo>
                <a:cubicBezTo>
                  <a:pt x="57490" y="9967"/>
                  <a:pt x="63636" y="3822"/>
                  <a:pt x="71220" y="3822"/>
                </a:cubicBezTo>
                <a:lnTo>
                  <a:pt x="73717" y="3822"/>
                </a:lnTo>
                <a:close/>
                <a:moveTo>
                  <a:pt x="28781" y="28783"/>
                </a:moveTo>
                <a:cubicBezTo>
                  <a:pt x="36365" y="28783"/>
                  <a:pt x="42511" y="34928"/>
                  <a:pt x="42511" y="42512"/>
                </a:cubicBezTo>
                <a:lnTo>
                  <a:pt x="42511" y="67473"/>
                </a:lnTo>
                <a:cubicBezTo>
                  <a:pt x="42511" y="75056"/>
                  <a:pt x="36365" y="81201"/>
                  <a:pt x="28781" y="81201"/>
                </a:cubicBezTo>
                <a:lnTo>
                  <a:pt x="26283" y="81201"/>
                </a:lnTo>
                <a:cubicBezTo>
                  <a:pt x="18699" y="81201"/>
                  <a:pt x="12553" y="75056"/>
                  <a:pt x="12553" y="67473"/>
                </a:cubicBezTo>
                <a:lnTo>
                  <a:pt x="12553" y="42512"/>
                </a:lnTo>
                <a:cubicBezTo>
                  <a:pt x="12553" y="34928"/>
                  <a:pt x="18699" y="28783"/>
                  <a:pt x="26283" y="28783"/>
                </a:cubicBezTo>
                <a:lnTo>
                  <a:pt x="28781" y="28783"/>
                </a:lnTo>
                <a:close/>
                <a:moveTo>
                  <a:pt x="94936" y="86193"/>
                </a:moveTo>
                <a:cubicBezTo>
                  <a:pt x="95598" y="86184"/>
                  <a:pt x="96254" y="86306"/>
                  <a:pt x="96869" y="86553"/>
                </a:cubicBezTo>
                <a:cubicBezTo>
                  <a:pt x="97483" y="86800"/>
                  <a:pt x="98041" y="87167"/>
                  <a:pt x="98513" y="87630"/>
                </a:cubicBezTo>
                <a:cubicBezTo>
                  <a:pt x="98984" y="88095"/>
                  <a:pt x="99358" y="88649"/>
                  <a:pt x="99613" y="89259"/>
                </a:cubicBezTo>
                <a:cubicBezTo>
                  <a:pt x="99868" y="89869"/>
                  <a:pt x="100000" y="90524"/>
                  <a:pt x="100000" y="91186"/>
                </a:cubicBezTo>
                <a:cubicBezTo>
                  <a:pt x="100000" y="91848"/>
                  <a:pt x="99868" y="92503"/>
                  <a:pt x="99613" y="93113"/>
                </a:cubicBezTo>
                <a:cubicBezTo>
                  <a:pt x="99358" y="93723"/>
                  <a:pt x="98984" y="94276"/>
                  <a:pt x="98513" y="94741"/>
                </a:cubicBezTo>
                <a:cubicBezTo>
                  <a:pt x="98041" y="95206"/>
                  <a:pt x="97483" y="95572"/>
                  <a:pt x="96869" y="95818"/>
                </a:cubicBezTo>
                <a:cubicBezTo>
                  <a:pt x="96254" y="96065"/>
                  <a:pt x="95598" y="96187"/>
                  <a:pt x="94936" y="96178"/>
                </a:cubicBezTo>
                <a:lnTo>
                  <a:pt x="5064" y="96178"/>
                </a:lnTo>
                <a:cubicBezTo>
                  <a:pt x="4403" y="96187"/>
                  <a:pt x="3746" y="96065"/>
                  <a:pt x="3131" y="95818"/>
                </a:cubicBezTo>
                <a:cubicBezTo>
                  <a:pt x="2518" y="95572"/>
                  <a:pt x="1959" y="95206"/>
                  <a:pt x="1487" y="94741"/>
                </a:cubicBezTo>
                <a:cubicBezTo>
                  <a:pt x="1016" y="94276"/>
                  <a:pt x="642" y="93723"/>
                  <a:pt x="387" y="93113"/>
                </a:cubicBezTo>
                <a:cubicBezTo>
                  <a:pt x="132" y="92503"/>
                  <a:pt x="0" y="91848"/>
                  <a:pt x="0" y="91186"/>
                </a:cubicBezTo>
                <a:cubicBezTo>
                  <a:pt x="0" y="90524"/>
                  <a:pt x="132" y="89869"/>
                  <a:pt x="387" y="89259"/>
                </a:cubicBezTo>
                <a:cubicBezTo>
                  <a:pt x="642" y="88649"/>
                  <a:pt x="1016" y="88095"/>
                  <a:pt x="1487" y="87630"/>
                </a:cubicBezTo>
                <a:cubicBezTo>
                  <a:pt x="1959" y="87167"/>
                  <a:pt x="2518" y="86800"/>
                  <a:pt x="3131" y="86553"/>
                </a:cubicBezTo>
                <a:cubicBezTo>
                  <a:pt x="3746" y="86306"/>
                  <a:pt x="4403" y="86184"/>
                  <a:pt x="5064" y="86193"/>
                </a:cubicBezTo>
                <a:lnTo>
                  <a:pt x="94936" y="8619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7" name="Белый — SVG 7">
            <a:extLst>
              <a:ext uri="{FF2B5EF4-FFF2-40B4-BE49-F238E27FC236}">
                <a16:creationId xmlns:a16="http://schemas.microsoft.com/office/drawing/2014/main" id="{250E8BB8-7D45-9043-AE9B-4489799BB81B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5247 w 127600"/>
              <a:gd name="csY0" fmla="*/ 0 h 127583"/>
              <a:gd name="csX1" fmla="*/ 1533 w 127600"/>
              <a:gd name="csY1" fmla="*/ 1582 h 127583"/>
              <a:gd name="csX2" fmla="*/ 0 w 127600"/>
              <a:gd name="csY2" fmla="*/ 5316 h 127583"/>
              <a:gd name="csX3" fmla="*/ 0 w 127600"/>
              <a:gd name="csY3" fmla="*/ 122268 h 127583"/>
              <a:gd name="csX4" fmla="*/ 1557 w 127600"/>
              <a:gd name="csY4" fmla="*/ 126027 h 127583"/>
              <a:gd name="csX5" fmla="*/ 5317 w 127600"/>
              <a:gd name="csY5" fmla="*/ 127584 h 127583"/>
              <a:gd name="csX6" fmla="*/ 122284 w 127600"/>
              <a:gd name="csY6" fmla="*/ 127584 h 127583"/>
              <a:gd name="csX7" fmla="*/ 126044 w 127600"/>
              <a:gd name="csY7" fmla="*/ 126027 h 127583"/>
              <a:gd name="csX8" fmla="*/ 127601 w 127600"/>
              <a:gd name="csY8" fmla="*/ 122268 h 127583"/>
              <a:gd name="csX9" fmla="*/ 127601 w 127600"/>
              <a:gd name="csY9" fmla="*/ 23037 h 127583"/>
              <a:gd name="csX10" fmla="*/ 127005 w 127600"/>
              <a:gd name="csY10" fmla="*/ 20594 h 127583"/>
              <a:gd name="csX11" fmla="*/ 125353 w 127600"/>
              <a:gd name="csY11" fmla="*/ 18697 h 127583"/>
              <a:gd name="csX12" fmla="*/ 123014 w 127600"/>
              <a:gd name="csY12" fmla="*/ 17772 h 127583"/>
              <a:gd name="csX13" fmla="*/ 120511 w 127600"/>
              <a:gd name="csY13" fmla="*/ 18025 h 127583"/>
              <a:gd name="csX14" fmla="*/ 93070 w 127600"/>
              <a:gd name="csY14" fmla="*/ 27710 h 127583"/>
              <a:gd name="csX15" fmla="*/ 66992 w 127600"/>
              <a:gd name="csY15" fmla="*/ 8156 h 127583"/>
              <a:gd name="csX16" fmla="*/ 64702 w 127600"/>
              <a:gd name="csY16" fmla="*/ 7167 h 127583"/>
              <a:gd name="csX17" fmla="*/ 62215 w 127600"/>
              <a:gd name="csY17" fmla="*/ 7331 h 127583"/>
              <a:gd name="csX18" fmla="*/ 35971 w 127600"/>
              <a:gd name="csY18" fmla="*/ 15527 h 127583"/>
              <a:gd name="csX19" fmla="*/ 7802 w 127600"/>
              <a:gd name="csY19" fmla="*/ 616 h 127583"/>
              <a:gd name="csX20" fmla="*/ 5247 w 127600"/>
              <a:gd name="csY20" fmla="*/ 0 h 127583"/>
              <a:gd name="csX21" fmla="*/ 10633 w 127600"/>
              <a:gd name="csY21" fmla="*/ 14149 h 127583"/>
              <a:gd name="csX22" fmla="*/ 32960 w 127600"/>
              <a:gd name="csY22" fmla="*/ 25965 h 127583"/>
              <a:gd name="csX23" fmla="*/ 34957 w 127600"/>
              <a:gd name="csY23" fmla="*/ 26558 h 127583"/>
              <a:gd name="csX24" fmla="*/ 37030 w 127600"/>
              <a:gd name="csY24" fmla="*/ 26339 h 127583"/>
              <a:gd name="csX25" fmla="*/ 62790 w 127600"/>
              <a:gd name="csY25" fmla="*/ 18289 h 127583"/>
              <a:gd name="csX26" fmla="*/ 88965 w 127600"/>
              <a:gd name="csY26" fmla="*/ 37918 h 127583"/>
              <a:gd name="csX27" fmla="*/ 91350 w 127600"/>
              <a:gd name="csY27" fmla="*/ 38922 h 127583"/>
              <a:gd name="csX28" fmla="*/ 93928 w 127600"/>
              <a:gd name="csY28" fmla="*/ 38680 h 127583"/>
              <a:gd name="csX29" fmla="*/ 116967 w 127600"/>
              <a:gd name="csY29" fmla="*/ 30547 h 127583"/>
              <a:gd name="csX30" fmla="*/ 116967 w 127600"/>
              <a:gd name="csY30" fmla="*/ 58047 h 127583"/>
              <a:gd name="csX31" fmla="*/ 98006 w 127600"/>
              <a:gd name="csY31" fmla="*/ 77013 h 127583"/>
              <a:gd name="csX32" fmla="*/ 93395 w 127600"/>
              <a:gd name="csY32" fmla="*/ 77013 h 127583"/>
              <a:gd name="csX33" fmla="*/ 67559 w 127600"/>
              <a:gd name="csY33" fmla="*/ 51173 h 127583"/>
              <a:gd name="csX34" fmla="*/ 62880 w 127600"/>
              <a:gd name="csY34" fmla="*/ 49686 h 127583"/>
              <a:gd name="csX35" fmla="*/ 38886 w 127600"/>
              <a:gd name="csY35" fmla="*/ 53943 h 127583"/>
              <a:gd name="csX36" fmla="*/ 32787 w 127600"/>
              <a:gd name="csY36" fmla="*/ 52136 h 127583"/>
              <a:gd name="csX37" fmla="*/ 10633 w 127600"/>
              <a:gd name="csY37" fmla="*/ 31371 h 127583"/>
              <a:gd name="csX38" fmla="*/ 10633 w 127600"/>
              <a:gd name="csY38" fmla="*/ 14149 h 127583"/>
            </a:gdLst>
            <a:ahLst/>
            <a:cxnLst/>
            <a:rect l="l" t="t" r="r" b="b"/>
            <a:pathLst>
              <a:path w="100000" h="100000">
                <a:moveTo>
                  <a:pt x="4112" y="7"/>
                </a:moveTo>
                <a:cubicBezTo>
                  <a:pt x="3017" y="22"/>
                  <a:pt x="1971" y="467"/>
                  <a:pt x="1201" y="1246"/>
                </a:cubicBezTo>
                <a:cubicBezTo>
                  <a:pt x="432" y="2027"/>
                  <a:pt x="0" y="3077"/>
                  <a:pt x="0" y="4173"/>
                </a:cubicBezTo>
                <a:lnTo>
                  <a:pt x="0" y="95828"/>
                </a:lnTo>
                <a:cubicBezTo>
                  <a:pt x="0" y="96933"/>
                  <a:pt x="439" y="97993"/>
                  <a:pt x="1220" y="98774"/>
                </a:cubicBezTo>
                <a:cubicBezTo>
                  <a:pt x="2002" y="99555"/>
                  <a:pt x="3061" y="99994"/>
                  <a:pt x="4167" y="99994"/>
                </a:cubicBezTo>
                <a:lnTo>
                  <a:pt x="95834" y="99994"/>
                </a:lnTo>
                <a:cubicBezTo>
                  <a:pt x="96939" y="99994"/>
                  <a:pt x="97999" y="99555"/>
                  <a:pt x="98781" y="98774"/>
                </a:cubicBezTo>
                <a:cubicBezTo>
                  <a:pt x="99562" y="97993"/>
                  <a:pt x="100001" y="96933"/>
                  <a:pt x="100001" y="95828"/>
                </a:cubicBezTo>
                <a:lnTo>
                  <a:pt x="100001" y="18061"/>
                </a:lnTo>
                <a:cubicBezTo>
                  <a:pt x="100001" y="17394"/>
                  <a:pt x="99840" y="16737"/>
                  <a:pt x="99534" y="16146"/>
                </a:cubicBezTo>
                <a:cubicBezTo>
                  <a:pt x="99227" y="15554"/>
                  <a:pt x="98783" y="15043"/>
                  <a:pt x="98239" y="14659"/>
                </a:cubicBezTo>
                <a:cubicBezTo>
                  <a:pt x="97695" y="14275"/>
                  <a:pt x="97066" y="14026"/>
                  <a:pt x="96406" y="13935"/>
                </a:cubicBezTo>
                <a:cubicBezTo>
                  <a:pt x="95746" y="13843"/>
                  <a:pt x="95074" y="13910"/>
                  <a:pt x="94444" y="14133"/>
                </a:cubicBezTo>
                <a:lnTo>
                  <a:pt x="72939" y="21723"/>
                </a:lnTo>
                <a:lnTo>
                  <a:pt x="52502" y="6399"/>
                </a:lnTo>
                <a:cubicBezTo>
                  <a:pt x="51973" y="6001"/>
                  <a:pt x="51359" y="5736"/>
                  <a:pt x="50707" y="5623"/>
                </a:cubicBezTo>
                <a:cubicBezTo>
                  <a:pt x="50056" y="5511"/>
                  <a:pt x="49388" y="5556"/>
                  <a:pt x="48758" y="5752"/>
                </a:cubicBezTo>
                <a:lnTo>
                  <a:pt x="28190" y="12175"/>
                </a:lnTo>
                <a:lnTo>
                  <a:pt x="6114" y="489"/>
                </a:lnTo>
                <a:cubicBezTo>
                  <a:pt x="5498" y="164"/>
                  <a:pt x="4810" y="-2"/>
                  <a:pt x="4112" y="7"/>
                </a:cubicBezTo>
                <a:close/>
                <a:moveTo>
                  <a:pt x="8333" y="11095"/>
                </a:moveTo>
                <a:lnTo>
                  <a:pt x="25831" y="20355"/>
                </a:lnTo>
                <a:cubicBezTo>
                  <a:pt x="26316" y="20612"/>
                  <a:pt x="26848" y="20770"/>
                  <a:pt x="27396" y="20820"/>
                </a:cubicBezTo>
                <a:cubicBezTo>
                  <a:pt x="27944" y="20871"/>
                  <a:pt x="28496" y="20812"/>
                  <a:pt x="29020" y="20649"/>
                </a:cubicBezTo>
                <a:lnTo>
                  <a:pt x="49208" y="14340"/>
                </a:lnTo>
                <a:lnTo>
                  <a:pt x="69722" y="29723"/>
                </a:lnTo>
                <a:cubicBezTo>
                  <a:pt x="70271" y="30135"/>
                  <a:pt x="70912" y="30406"/>
                  <a:pt x="71591" y="30510"/>
                </a:cubicBezTo>
                <a:cubicBezTo>
                  <a:pt x="72270" y="30614"/>
                  <a:pt x="72964" y="30548"/>
                  <a:pt x="73611" y="30320"/>
                </a:cubicBezTo>
                <a:lnTo>
                  <a:pt x="91667" y="23946"/>
                </a:lnTo>
                <a:lnTo>
                  <a:pt x="91667" y="45498"/>
                </a:lnTo>
                <a:lnTo>
                  <a:pt x="76807" y="60362"/>
                </a:lnTo>
                <a:cubicBezTo>
                  <a:pt x="75807" y="61362"/>
                  <a:pt x="74194" y="61362"/>
                  <a:pt x="73194" y="60362"/>
                </a:cubicBezTo>
                <a:lnTo>
                  <a:pt x="52946" y="40111"/>
                </a:lnTo>
                <a:cubicBezTo>
                  <a:pt x="52002" y="39139"/>
                  <a:pt x="50612" y="38723"/>
                  <a:pt x="49279" y="38946"/>
                </a:cubicBezTo>
                <a:lnTo>
                  <a:pt x="30475" y="42282"/>
                </a:lnTo>
                <a:cubicBezTo>
                  <a:pt x="28724" y="42587"/>
                  <a:pt x="26972" y="42060"/>
                  <a:pt x="25695" y="40866"/>
                </a:cubicBezTo>
                <a:lnTo>
                  <a:pt x="8333" y="24592"/>
                </a:lnTo>
                <a:lnTo>
                  <a:pt x="8333" y="1109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8" name="Белый — SVG 8">
            <a:extLst>
              <a:ext uri="{FF2B5EF4-FFF2-40B4-BE49-F238E27FC236}">
                <a16:creationId xmlns:a16="http://schemas.microsoft.com/office/drawing/2014/main" id="{F4AF5199-887F-8E47-A33D-A09066DACD3E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122354 w 127600"/>
              <a:gd name="csY0" fmla="*/ 0 h 127583"/>
              <a:gd name="csX1" fmla="*/ 126068 w 127600"/>
              <a:gd name="csY1" fmla="*/ 1582 h 127583"/>
              <a:gd name="csX2" fmla="*/ 127601 w 127600"/>
              <a:gd name="csY2" fmla="*/ 5316 h 127583"/>
              <a:gd name="csX3" fmla="*/ 127601 w 127600"/>
              <a:gd name="csY3" fmla="*/ 122268 h 127583"/>
              <a:gd name="csX4" fmla="*/ 126044 w 127600"/>
              <a:gd name="csY4" fmla="*/ 126027 h 127583"/>
              <a:gd name="csX5" fmla="*/ 122284 w 127600"/>
              <a:gd name="csY5" fmla="*/ 127584 h 127583"/>
              <a:gd name="csX6" fmla="*/ 5317 w 127600"/>
              <a:gd name="csY6" fmla="*/ 127584 h 127583"/>
              <a:gd name="csX7" fmla="*/ 1557 w 127600"/>
              <a:gd name="csY7" fmla="*/ 126027 h 127583"/>
              <a:gd name="csX8" fmla="*/ 0 w 127600"/>
              <a:gd name="csY8" fmla="*/ 122268 h 127583"/>
              <a:gd name="csX9" fmla="*/ 0 w 127600"/>
              <a:gd name="csY9" fmla="*/ 23037 h 127583"/>
              <a:gd name="csX10" fmla="*/ 595 w 127600"/>
              <a:gd name="csY10" fmla="*/ 20594 h 127583"/>
              <a:gd name="csX11" fmla="*/ 2247 w 127600"/>
              <a:gd name="csY11" fmla="*/ 18697 h 127583"/>
              <a:gd name="csX12" fmla="*/ 4587 w 127600"/>
              <a:gd name="csY12" fmla="*/ 17772 h 127583"/>
              <a:gd name="csX13" fmla="*/ 7089 w 127600"/>
              <a:gd name="csY13" fmla="*/ 18025 h 127583"/>
              <a:gd name="csX14" fmla="*/ 34530 w 127600"/>
              <a:gd name="csY14" fmla="*/ 27710 h 127583"/>
              <a:gd name="csX15" fmla="*/ 60609 w 127600"/>
              <a:gd name="csY15" fmla="*/ 8156 h 127583"/>
              <a:gd name="csX16" fmla="*/ 62899 w 127600"/>
              <a:gd name="csY16" fmla="*/ 7167 h 127583"/>
              <a:gd name="csX17" fmla="*/ 65386 w 127600"/>
              <a:gd name="csY17" fmla="*/ 7331 h 127583"/>
              <a:gd name="csX18" fmla="*/ 91629 w 127600"/>
              <a:gd name="csY18" fmla="*/ 15527 h 127583"/>
              <a:gd name="csX19" fmla="*/ 119798 w 127600"/>
              <a:gd name="csY19" fmla="*/ 616 h 127583"/>
              <a:gd name="csX20" fmla="*/ 122354 w 127600"/>
              <a:gd name="csY20" fmla="*/ 0 h 127583"/>
              <a:gd name="csX21" fmla="*/ 116967 w 127600"/>
              <a:gd name="csY21" fmla="*/ 14149 h 127583"/>
              <a:gd name="csX22" fmla="*/ 94641 w 127600"/>
              <a:gd name="csY22" fmla="*/ 25965 h 127583"/>
              <a:gd name="csX23" fmla="*/ 92643 w 127600"/>
              <a:gd name="csY23" fmla="*/ 26558 h 127583"/>
              <a:gd name="csX24" fmla="*/ 90571 w 127600"/>
              <a:gd name="csY24" fmla="*/ 26339 h 127583"/>
              <a:gd name="csX25" fmla="*/ 64811 w 127600"/>
              <a:gd name="csY25" fmla="*/ 18289 h 127583"/>
              <a:gd name="csX26" fmla="*/ 38636 w 127600"/>
              <a:gd name="csY26" fmla="*/ 37918 h 127583"/>
              <a:gd name="csX27" fmla="*/ 36250 w 127600"/>
              <a:gd name="csY27" fmla="*/ 38922 h 127583"/>
              <a:gd name="csX28" fmla="*/ 33673 w 127600"/>
              <a:gd name="csY28" fmla="*/ 38680 h 127583"/>
              <a:gd name="csX29" fmla="*/ 10633 w 127600"/>
              <a:gd name="csY29" fmla="*/ 30547 h 127583"/>
              <a:gd name="csX30" fmla="*/ 10633 w 127600"/>
              <a:gd name="csY30" fmla="*/ 58047 h 127583"/>
              <a:gd name="csX31" fmla="*/ 29595 w 127600"/>
              <a:gd name="csY31" fmla="*/ 77013 h 127583"/>
              <a:gd name="csX32" fmla="*/ 34205 w 127600"/>
              <a:gd name="csY32" fmla="*/ 77013 h 127583"/>
              <a:gd name="csX33" fmla="*/ 60042 w 127600"/>
              <a:gd name="csY33" fmla="*/ 51173 h 127583"/>
              <a:gd name="csX34" fmla="*/ 64721 w 127600"/>
              <a:gd name="csY34" fmla="*/ 49686 h 127583"/>
              <a:gd name="csX35" fmla="*/ 88715 w 127600"/>
              <a:gd name="csY35" fmla="*/ 53943 h 127583"/>
              <a:gd name="csX36" fmla="*/ 94814 w 127600"/>
              <a:gd name="csY36" fmla="*/ 52136 h 127583"/>
              <a:gd name="csX37" fmla="*/ 116967 w 127600"/>
              <a:gd name="csY37" fmla="*/ 31371 h 127583"/>
              <a:gd name="csX38" fmla="*/ 116967 w 127600"/>
              <a:gd name="csY38" fmla="*/ 14149 h 127583"/>
            </a:gdLst>
            <a:ahLst/>
            <a:cxnLst/>
            <a:rect l="l" t="t" r="r" b="b"/>
            <a:pathLst>
              <a:path w="100000" h="100000">
                <a:moveTo>
                  <a:pt x="95889" y="7"/>
                </a:moveTo>
                <a:cubicBezTo>
                  <a:pt x="96983" y="22"/>
                  <a:pt x="98030" y="467"/>
                  <a:pt x="98799" y="1246"/>
                </a:cubicBezTo>
                <a:cubicBezTo>
                  <a:pt x="99568" y="2027"/>
                  <a:pt x="100001" y="3077"/>
                  <a:pt x="100001" y="4173"/>
                </a:cubicBezTo>
                <a:lnTo>
                  <a:pt x="100001" y="95828"/>
                </a:lnTo>
                <a:cubicBezTo>
                  <a:pt x="100001" y="96933"/>
                  <a:pt x="99562" y="97993"/>
                  <a:pt x="98781" y="98774"/>
                </a:cubicBezTo>
                <a:cubicBezTo>
                  <a:pt x="97999" y="99555"/>
                  <a:pt x="96939" y="99994"/>
                  <a:pt x="95834" y="99994"/>
                </a:cubicBezTo>
                <a:lnTo>
                  <a:pt x="4167" y="99994"/>
                </a:lnTo>
                <a:cubicBezTo>
                  <a:pt x="3061" y="99994"/>
                  <a:pt x="2002" y="99555"/>
                  <a:pt x="1220" y="98774"/>
                </a:cubicBezTo>
                <a:cubicBezTo>
                  <a:pt x="439" y="97993"/>
                  <a:pt x="0" y="96933"/>
                  <a:pt x="0" y="95828"/>
                </a:cubicBezTo>
                <a:lnTo>
                  <a:pt x="0" y="18061"/>
                </a:lnTo>
                <a:cubicBezTo>
                  <a:pt x="0" y="17394"/>
                  <a:pt x="160" y="16737"/>
                  <a:pt x="466" y="16146"/>
                </a:cubicBezTo>
                <a:cubicBezTo>
                  <a:pt x="774" y="15554"/>
                  <a:pt x="1217" y="15043"/>
                  <a:pt x="1761" y="14659"/>
                </a:cubicBezTo>
                <a:cubicBezTo>
                  <a:pt x="2306" y="14275"/>
                  <a:pt x="2935" y="14026"/>
                  <a:pt x="3595" y="13935"/>
                </a:cubicBezTo>
                <a:cubicBezTo>
                  <a:pt x="4255" y="13843"/>
                  <a:pt x="4926" y="13910"/>
                  <a:pt x="5556" y="14133"/>
                </a:cubicBezTo>
                <a:lnTo>
                  <a:pt x="27061" y="21723"/>
                </a:lnTo>
                <a:lnTo>
                  <a:pt x="47499" y="6399"/>
                </a:lnTo>
                <a:cubicBezTo>
                  <a:pt x="48027" y="6001"/>
                  <a:pt x="48642" y="5736"/>
                  <a:pt x="49294" y="5623"/>
                </a:cubicBezTo>
                <a:cubicBezTo>
                  <a:pt x="49944" y="5511"/>
                  <a:pt x="50612" y="5556"/>
                  <a:pt x="51243" y="5752"/>
                </a:cubicBezTo>
                <a:lnTo>
                  <a:pt x="71810" y="12175"/>
                </a:lnTo>
                <a:lnTo>
                  <a:pt x="93886" y="489"/>
                </a:lnTo>
                <a:cubicBezTo>
                  <a:pt x="94503" y="164"/>
                  <a:pt x="95191" y="-2"/>
                  <a:pt x="95889" y="7"/>
                </a:cubicBezTo>
                <a:close/>
                <a:moveTo>
                  <a:pt x="91667" y="11095"/>
                </a:moveTo>
                <a:lnTo>
                  <a:pt x="74170" y="20355"/>
                </a:lnTo>
                <a:cubicBezTo>
                  <a:pt x="73684" y="20612"/>
                  <a:pt x="73152" y="20770"/>
                  <a:pt x="72604" y="20820"/>
                </a:cubicBezTo>
                <a:cubicBezTo>
                  <a:pt x="72056" y="20871"/>
                  <a:pt x="71504" y="20812"/>
                  <a:pt x="70980" y="20649"/>
                </a:cubicBezTo>
                <a:lnTo>
                  <a:pt x="50792" y="14340"/>
                </a:lnTo>
                <a:lnTo>
                  <a:pt x="30279" y="29723"/>
                </a:lnTo>
                <a:cubicBezTo>
                  <a:pt x="29730" y="30135"/>
                  <a:pt x="29088" y="30406"/>
                  <a:pt x="28409" y="30510"/>
                </a:cubicBezTo>
                <a:cubicBezTo>
                  <a:pt x="27730" y="30614"/>
                  <a:pt x="27036" y="30548"/>
                  <a:pt x="26389" y="30320"/>
                </a:cubicBezTo>
                <a:lnTo>
                  <a:pt x="8333" y="23946"/>
                </a:lnTo>
                <a:lnTo>
                  <a:pt x="8333" y="45498"/>
                </a:lnTo>
                <a:lnTo>
                  <a:pt x="23194" y="60362"/>
                </a:lnTo>
                <a:cubicBezTo>
                  <a:pt x="24194" y="61362"/>
                  <a:pt x="25806" y="61362"/>
                  <a:pt x="26806" y="60362"/>
                </a:cubicBezTo>
                <a:lnTo>
                  <a:pt x="47055" y="40111"/>
                </a:lnTo>
                <a:cubicBezTo>
                  <a:pt x="47999" y="39139"/>
                  <a:pt x="49388" y="38723"/>
                  <a:pt x="50722" y="38946"/>
                </a:cubicBezTo>
                <a:lnTo>
                  <a:pt x="69526" y="42282"/>
                </a:lnTo>
                <a:cubicBezTo>
                  <a:pt x="71277" y="42587"/>
                  <a:pt x="73028" y="42060"/>
                  <a:pt x="74306" y="40866"/>
                </a:cubicBezTo>
                <a:lnTo>
                  <a:pt x="91667" y="24592"/>
                </a:lnTo>
                <a:lnTo>
                  <a:pt x="91667" y="1109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69" name="Белый — SVG 9">
            <a:extLst>
              <a:ext uri="{FF2B5EF4-FFF2-40B4-BE49-F238E27FC236}">
                <a16:creationId xmlns:a16="http://schemas.microsoft.com/office/drawing/2014/main" id="{FAD7C9AF-36A3-6543-807F-2AEBD36E541F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97369 w 138252"/>
              <a:gd name="csY0" fmla="*/ 0 h 141556"/>
              <a:gd name="csX1" fmla="*/ 68446 w 138252"/>
              <a:gd name="csY1" fmla="*/ 11940 h 141556"/>
              <a:gd name="csX2" fmla="*/ 2179 w 138252"/>
              <a:gd name="csY2" fmla="*/ 78189 h 141556"/>
              <a:gd name="csX3" fmla="*/ 580 w 138252"/>
              <a:gd name="csY3" fmla="*/ 80490 h 141556"/>
              <a:gd name="csX4" fmla="*/ 1 w 138252"/>
              <a:gd name="csY4" fmla="*/ 83230 h 141556"/>
              <a:gd name="csX5" fmla="*/ 529 w 138252"/>
              <a:gd name="csY5" fmla="*/ 85982 h 141556"/>
              <a:gd name="csX6" fmla="*/ 2077 w 138252"/>
              <a:gd name="csY6" fmla="*/ 88315 h 141556"/>
              <a:gd name="csX7" fmla="*/ 4408 w 138252"/>
              <a:gd name="csY7" fmla="*/ 89865 h 141556"/>
              <a:gd name="csX8" fmla="*/ 7164 w 138252"/>
              <a:gd name="csY8" fmla="*/ 90391 h 141556"/>
              <a:gd name="csX9" fmla="*/ 9903 w 138252"/>
              <a:gd name="csY9" fmla="*/ 89809 h 141556"/>
              <a:gd name="csX10" fmla="*/ 12200 w 138252"/>
              <a:gd name="csY10" fmla="*/ 88212 h 141556"/>
              <a:gd name="csX11" fmla="*/ 78467 w 138252"/>
              <a:gd name="csY11" fmla="*/ 21963 h 141556"/>
              <a:gd name="csX12" fmla="*/ 116288 w 138252"/>
              <a:gd name="csY12" fmla="*/ 21963 h 141556"/>
              <a:gd name="csX13" fmla="*/ 116288 w 138252"/>
              <a:gd name="csY13" fmla="*/ 59784 h 141556"/>
              <a:gd name="csX14" fmla="*/ 52437 w 138252"/>
              <a:gd name="csY14" fmla="*/ 123631 h 141556"/>
              <a:gd name="csX15" fmla="*/ 34096 w 138252"/>
              <a:gd name="csY15" fmla="*/ 123631 h 141556"/>
              <a:gd name="csX16" fmla="*/ 34096 w 138252"/>
              <a:gd name="csY16" fmla="*/ 105302 h 141556"/>
              <a:gd name="csX17" fmla="*/ 84949 w 138252"/>
              <a:gd name="csY17" fmla="*/ 54468 h 141556"/>
              <a:gd name="csX18" fmla="*/ 86548 w 138252"/>
              <a:gd name="csY18" fmla="*/ 52167 h 141556"/>
              <a:gd name="csX19" fmla="*/ 87127 w 138252"/>
              <a:gd name="csY19" fmla="*/ 49427 h 141556"/>
              <a:gd name="csX20" fmla="*/ 86599 w 138252"/>
              <a:gd name="csY20" fmla="*/ 46675 h 141556"/>
              <a:gd name="csX21" fmla="*/ 85051 w 138252"/>
              <a:gd name="csY21" fmla="*/ 44342 h 141556"/>
              <a:gd name="csX22" fmla="*/ 82720 w 138252"/>
              <a:gd name="csY22" fmla="*/ 42792 h 141556"/>
              <a:gd name="csX23" fmla="*/ 79964 w 138252"/>
              <a:gd name="csY23" fmla="*/ 42266 h 141556"/>
              <a:gd name="csX24" fmla="*/ 77225 w 138252"/>
              <a:gd name="csY24" fmla="*/ 42848 h 141556"/>
              <a:gd name="csX25" fmla="*/ 74911 w 138252"/>
              <a:gd name="csY25" fmla="*/ 44445 h 141556"/>
              <a:gd name="csX26" fmla="*/ 24075 w 138252"/>
              <a:gd name="csY26" fmla="*/ 95279 h 141556"/>
              <a:gd name="csX27" fmla="*/ 24075 w 138252"/>
              <a:gd name="csY27" fmla="*/ 133654 h 141556"/>
              <a:gd name="csX28" fmla="*/ 62457 w 138252"/>
              <a:gd name="csY28" fmla="*/ 133654 h 141556"/>
              <a:gd name="csX29" fmla="*/ 126309 w 138252"/>
              <a:gd name="csY29" fmla="*/ 69807 h 141556"/>
              <a:gd name="csX30" fmla="*/ 126309 w 138252"/>
              <a:gd name="csY30" fmla="*/ 11940 h 141556"/>
              <a:gd name="csX31" fmla="*/ 97369 w 138252"/>
              <a:gd name="csY31" fmla="*/ 0 h 141556"/>
            </a:gdLst>
            <a:ahLst/>
            <a:cxnLst/>
            <a:rect l="l" t="t" r="r" b="b"/>
            <a:pathLst>
              <a:path w="100000" h="100000">
                <a:moveTo>
                  <a:pt x="69952" y="0"/>
                </a:moveTo>
                <a:cubicBezTo>
                  <a:pt x="62548" y="0"/>
                  <a:pt x="55132" y="2812"/>
                  <a:pt x="49520" y="8435"/>
                </a:cubicBezTo>
                <a:lnTo>
                  <a:pt x="2706" y="55235"/>
                </a:lnTo>
                <a:cubicBezTo>
                  <a:pt x="2225" y="55697"/>
                  <a:pt x="1841" y="56249"/>
                  <a:pt x="1577" y="56861"/>
                </a:cubicBezTo>
                <a:cubicBezTo>
                  <a:pt x="1312" y="57473"/>
                  <a:pt x="1180" y="58130"/>
                  <a:pt x="1168" y="58797"/>
                </a:cubicBezTo>
                <a:cubicBezTo>
                  <a:pt x="1156" y="59463"/>
                  <a:pt x="1288" y="60124"/>
                  <a:pt x="1541" y="60741"/>
                </a:cubicBezTo>
                <a:cubicBezTo>
                  <a:pt x="1793" y="61357"/>
                  <a:pt x="2165" y="61918"/>
                  <a:pt x="2634" y="62389"/>
                </a:cubicBezTo>
                <a:cubicBezTo>
                  <a:pt x="3103" y="62860"/>
                  <a:pt x="3668" y="63232"/>
                  <a:pt x="4281" y="63484"/>
                </a:cubicBezTo>
                <a:cubicBezTo>
                  <a:pt x="4905" y="63736"/>
                  <a:pt x="5567" y="63862"/>
                  <a:pt x="6228" y="63855"/>
                </a:cubicBezTo>
                <a:cubicBezTo>
                  <a:pt x="6888" y="63848"/>
                  <a:pt x="7550" y="63709"/>
                  <a:pt x="8163" y="63444"/>
                </a:cubicBezTo>
                <a:cubicBezTo>
                  <a:pt x="8776" y="63180"/>
                  <a:pt x="9328" y="62796"/>
                  <a:pt x="9786" y="62316"/>
                </a:cubicBezTo>
                <a:lnTo>
                  <a:pt x="56599" y="15515"/>
                </a:lnTo>
                <a:cubicBezTo>
                  <a:pt x="64014" y="8096"/>
                  <a:pt x="75901" y="8096"/>
                  <a:pt x="83317" y="15515"/>
                </a:cubicBezTo>
                <a:cubicBezTo>
                  <a:pt x="90732" y="22935"/>
                  <a:pt x="90732" y="34813"/>
                  <a:pt x="83317" y="42233"/>
                </a:cubicBezTo>
                <a:lnTo>
                  <a:pt x="38210" y="87337"/>
                </a:lnTo>
                <a:cubicBezTo>
                  <a:pt x="34592" y="90954"/>
                  <a:pt x="28871" y="90954"/>
                  <a:pt x="25254" y="87337"/>
                </a:cubicBezTo>
                <a:cubicBezTo>
                  <a:pt x="21636" y="83720"/>
                  <a:pt x="21636" y="78005"/>
                  <a:pt x="25254" y="74389"/>
                </a:cubicBezTo>
                <a:lnTo>
                  <a:pt x="61178" y="38478"/>
                </a:lnTo>
                <a:cubicBezTo>
                  <a:pt x="61659" y="38017"/>
                  <a:pt x="62043" y="37464"/>
                  <a:pt x="62307" y="36853"/>
                </a:cubicBezTo>
                <a:cubicBezTo>
                  <a:pt x="62572" y="36241"/>
                  <a:pt x="62705" y="35583"/>
                  <a:pt x="62717" y="34917"/>
                </a:cubicBezTo>
                <a:cubicBezTo>
                  <a:pt x="62717" y="34251"/>
                  <a:pt x="62596" y="33590"/>
                  <a:pt x="62344" y="32973"/>
                </a:cubicBezTo>
                <a:cubicBezTo>
                  <a:pt x="62091" y="32356"/>
                  <a:pt x="61718" y="31796"/>
                  <a:pt x="61250" y="31325"/>
                </a:cubicBezTo>
                <a:cubicBezTo>
                  <a:pt x="60769" y="30854"/>
                  <a:pt x="60216" y="30481"/>
                  <a:pt x="59603" y="30230"/>
                </a:cubicBezTo>
                <a:cubicBezTo>
                  <a:pt x="58979" y="29978"/>
                  <a:pt x="58317" y="29852"/>
                  <a:pt x="57656" y="29858"/>
                </a:cubicBezTo>
                <a:cubicBezTo>
                  <a:pt x="56983" y="29865"/>
                  <a:pt x="56334" y="30005"/>
                  <a:pt x="55721" y="30269"/>
                </a:cubicBezTo>
                <a:cubicBezTo>
                  <a:pt x="55108" y="30533"/>
                  <a:pt x="54555" y="30917"/>
                  <a:pt x="54087" y="31397"/>
                </a:cubicBezTo>
                <a:lnTo>
                  <a:pt x="18174" y="67308"/>
                </a:lnTo>
                <a:cubicBezTo>
                  <a:pt x="10735" y="74753"/>
                  <a:pt x="10735" y="86973"/>
                  <a:pt x="18174" y="94418"/>
                </a:cubicBezTo>
                <a:cubicBezTo>
                  <a:pt x="25627" y="101861"/>
                  <a:pt x="37849" y="101861"/>
                  <a:pt x="45289" y="94418"/>
                </a:cubicBezTo>
                <a:lnTo>
                  <a:pt x="90396" y="49314"/>
                </a:lnTo>
                <a:cubicBezTo>
                  <a:pt x="101645" y="38067"/>
                  <a:pt x="101645" y="19682"/>
                  <a:pt x="90396" y="8435"/>
                </a:cubicBezTo>
                <a:cubicBezTo>
                  <a:pt x="84771" y="2812"/>
                  <a:pt x="77367" y="0"/>
                  <a:pt x="69952" y="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0" name="Белый — SVG 10">
            <a:extLst>
              <a:ext uri="{FF2B5EF4-FFF2-40B4-BE49-F238E27FC236}">
                <a16:creationId xmlns:a16="http://schemas.microsoft.com/office/drawing/2014/main" id="{F7359AB5-E6C7-004B-855F-FAD2AA5E406D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10633 w 127600"/>
              <a:gd name="csY0" fmla="*/ 0 h 127583"/>
              <a:gd name="csX1" fmla="*/ 0 w 127600"/>
              <a:gd name="csY1" fmla="*/ 10632 h 127583"/>
              <a:gd name="csX2" fmla="*/ 0 w 127600"/>
              <a:gd name="csY2" fmla="*/ 116951 h 127583"/>
              <a:gd name="csX3" fmla="*/ 10633 w 127600"/>
              <a:gd name="csY3" fmla="*/ 127583 h 127583"/>
              <a:gd name="csX4" fmla="*/ 46072 w 127600"/>
              <a:gd name="csY4" fmla="*/ 127583 h 127583"/>
              <a:gd name="csX5" fmla="*/ 56706 w 127600"/>
              <a:gd name="csY5" fmla="*/ 116951 h 127583"/>
              <a:gd name="csX6" fmla="*/ 56706 w 127600"/>
              <a:gd name="csY6" fmla="*/ 10632 h 127583"/>
              <a:gd name="csX7" fmla="*/ 46072 w 127600"/>
              <a:gd name="csY7" fmla="*/ 0 h 127583"/>
              <a:gd name="csX8" fmla="*/ 10633 w 127600"/>
              <a:gd name="csY8" fmla="*/ 0 h 127583"/>
              <a:gd name="csX9" fmla="*/ 81528 w 127600"/>
              <a:gd name="csY9" fmla="*/ 0 h 127583"/>
              <a:gd name="csX10" fmla="*/ 70895 w 127600"/>
              <a:gd name="csY10" fmla="*/ 10632 h 127583"/>
              <a:gd name="csX11" fmla="*/ 70895 w 127600"/>
              <a:gd name="csY11" fmla="*/ 116951 h 127583"/>
              <a:gd name="csX12" fmla="*/ 81528 w 127600"/>
              <a:gd name="csY12" fmla="*/ 127583 h 127583"/>
              <a:gd name="csX13" fmla="*/ 116967 w 127600"/>
              <a:gd name="csY13" fmla="*/ 127583 h 127583"/>
              <a:gd name="csX14" fmla="*/ 127601 w 127600"/>
              <a:gd name="csY14" fmla="*/ 116951 h 127583"/>
              <a:gd name="csX15" fmla="*/ 127601 w 127600"/>
              <a:gd name="csY15" fmla="*/ 10632 h 127583"/>
              <a:gd name="csX16" fmla="*/ 116967 w 127600"/>
              <a:gd name="csY16" fmla="*/ 0 h 127583"/>
              <a:gd name="csX17" fmla="*/ 81528 w 127600"/>
              <a:gd name="csY17" fmla="*/ 0 h 127583"/>
              <a:gd name="csX18" fmla="*/ 28361 w 127600"/>
              <a:gd name="csY18" fmla="*/ 17720 h 127583"/>
              <a:gd name="csX19" fmla="*/ 35439 w 127600"/>
              <a:gd name="csY19" fmla="*/ 24808 h 127583"/>
              <a:gd name="csX20" fmla="*/ 35439 w 127600"/>
              <a:gd name="csY20" fmla="*/ 74424 h 127583"/>
              <a:gd name="csX21" fmla="*/ 28361 w 127600"/>
              <a:gd name="csY21" fmla="*/ 81512 h 127583"/>
              <a:gd name="csX22" fmla="*/ 21267 w 127600"/>
              <a:gd name="csY22" fmla="*/ 74424 h 127583"/>
              <a:gd name="csX23" fmla="*/ 21267 w 127600"/>
              <a:gd name="csY23" fmla="*/ 24808 h 127583"/>
              <a:gd name="csX24" fmla="*/ 28361 w 127600"/>
              <a:gd name="csY24" fmla="*/ 17720 h 127583"/>
              <a:gd name="csX25" fmla="*/ 99239 w 127600"/>
              <a:gd name="csY25" fmla="*/ 17720 h 127583"/>
              <a:gd name="csX26" fmla="*/ 106334 w 127600"/>
              <a:gd name="csY26" fmla="*/ 24808 h 127583"/>
              <a:gd name="csX27" fmla="*/ 106334 w 127600"/>
              <a:gd name="csY27" fmla="*/ 74424 h 127583"/>
              <a:gd name="csX28" fmla="*/ 99239 w 127600"/>
              <a:gd name="csY28" fmla="*/ 81512 h 127583"/>
              <a:gd name="csX29" fmla="*/ 92162 w 127600"/>
              <a:gd name="csY29" fmla="*/ 74424 h 127583"/>
              <a:gd name="csX30" fmla="*/ 92162 w 127600"/>
              <a:gd name="csY30" fmla="*/ 24808 h 127583"/>
              <a:gd name="csX31" fmla="*/ 99239 w 127600"/>
              <a:gd name="csY31" fmla="*/ 17720 h 127583"/>
              <a:gd name="csX32" fmla="*/ 28361 w 127600"/>
              <a:gd name="csY32" fmla="*/ 95687 h 127583"/>
              <a:gd name="csX33" fmla="*/ 35439 w 127600"/>
              <a:gd name="csY33" fmla="*/ 102775 h 127583"/>
              <a:gd name="csX34" fmla="*/ 28361 w 127600"/>
              <a:gd name="csY34" fmla="*/ 109863 h 127583"/>
              <a:gd name="csX35" fmla="*/ 21267 w 127600"/>
              <a:gd name="csY35" fmla="*/ 102775 h 127583"/>
              <a:gd name="csX36" fmla="*/ 28361 w 127600"/>
              <a:gd name="csY36" fmla="*/ 95687 h 127583"/>
              <a:gd name="csX37" fmla="*/ 99239 w 127600"/>
              <a:gd name="csY37" fmla="*/ 95687 h 127583"/>
              <a:gd name="csX38" fmla="*/ 106334 w 127600"/>
              <a:gd name="csY38" fmla="*/ 102775 h 127583"/>
              <a:gd name="csX39" fmla="*/ 99239 w 127600"/>
              <a:gd name="csY39" fmla="*/ 109863 h 127583"/>
              <a:gd name="csX40" fmla="*/ 92162 w 127600"/>
              <a:gd name="csY40" fmla="*/ 102775 h 127583"/>
              <a:gd name="csX41" fmla="*/ 99239 w 127600"/>
              <a:gd name="csY41" fmla="*/ 95687 h 127583"/>
            </a:gdLst>
            <a:ahLst/>
            <a:cxnLst/>
            <a:rect l="l" t="t" r="r" b="b"/>
            <a:pathLst>
              <a:path w="100000" h="100000">
                <a:moveTo>
                  <a:pt x="8333" y="7"/>
                </a:moveTo>
                <a:cubicBezTo>
                  <a:pt x="3734" y="7"/>
                  <a:pt x="0" y="3737"/>
                  <a:pt x="0" y="8339"/>
                </a:cubicBezTo>
                <a:lnTo>
                  <a:pt x="0" y="91661"/>
                </a:lnTo>
                <a:cubicBezTo>
                  <a:pt x="0" y="96264"/>
                  <a:pt x="3734" y="99993"/>
                  <a:pt x="8333" y="99993"/>
                </a:cubicBezTo>
                <a:lnTo>
                  <a:pt x="36107" y="99993"/>
                </a:lnTo>
                <a:cubicBezTo>
                  <a:pt x="40720" y="99993"/>
                  <a:pt x="44440" y="96264"/>
                  <a:pt x="44440" y="91661"/>
                </a:cubicBezTo>
                <a:lnTo>
                  <a:pt x="44440" y="8339"/>
                </a:lnTo>
                <a:cubicBezTo>
                  <a:pt x="44440" y="3737"/>
                  <a:pt x="40720" y="7"/>
                  <a:pt x="36107" y="7"/>
                </a:cubicBezTo>
                <a:lnTo>
                  <a:pt x="8333" y="7"/>
                </a:lnTo>
                <a:close/>
                <a:moveTo>
                  <a:pt x="63893" y="7"/>
                </a:moveTo>
                <a:cubicBezTo>
                  <a:pt x="59281" y="7"/>
                  <a:pt x="55560" y="3737"/>
                  <a:pt x="55560" y="8339"/>
                </a:cubicBezTo>
                <a:lnTo>
                  <a:pt x="55560" y="91661"/>
                </a:lnTo>
                <a:cubicBezTo>
                  <a:pt x="55560" y="96264"/>
                  <a:pt x="59281" y="99993"/>
                  <a:pt x="63893" y="99993"/>
                </a:cubicBezTo>
                <a:lnTo>
                  <a:pt x="91667" y="99993"/>
                </a:lnTo>
                <a:cubicBezTo>
                  <a:pt x="96267" y="99993"/>
                  <a:pt x="100001" y="96264"/>
                  <a:pt x="100001" y="91661"/>
                </a:cubicBezTo>
                <a:lnTo>
                  <a:pt x="100001" y="8339"/>
                </a:lnTo>
                <a:cubicBezTo>
                  <a:pt x="100001" y="3737"/>
                  <a:pt x="96267" y="7"/>
                  <a:pt x="91667" y="7"/>
                </a:cubicBezTo>
                <a:lnTo>
                  <a:pt x="63893" y="7"/>
                </a:lnTo>
                <a:close/>
                <a:moveTo>
                  <a:pt x="22226" y="13894"/>
                </a:moveTo>
                <a:cubicBezTo>
                  <a:pt x="25293" y="13894"/>
                  <a:pt x="27774" y="16380"/>
                  <a:pt x="27774" y="19449"/>
                </a:cubicBezTo>
                <a:lnTo>
                  <a:pt x="27774" y="58333"/>
                </a:lnTo>
                <a:cubicBezTo>
                  <a:pt x="27774" y="61402"/>
                  <a:pt x="25293" y="63888"/>
                  <a:pt x="22226" y="63888"/>
                </a:cubicBezTo>
                <a:cubicBezTo>
                  <a:pt x="19147" y="63888"/>
                  <a:pt x="16667" y="61402"/>
                  <a:pt x="16667" y="58333"/>
                </a:cubicBezTo>
                <a:lnTo>
                  <a:pt x="16667" y="19449"/>
                </a:lnTo>
                <a:cubicBezTo>
                  <a:pt x="16667" y="16380"/>
                  <a:pt x="19147" y="13894"/>
                  <a:pt x="22226" y="13894"/>
                </a:cubicBezTo>
                <a:close/>
                <a:moveTo>
                  <a:pt x="77774" y="13894"/>
                </a:moveTo>
                <a:cubicBezTo>
                  <a:pt x="80853" y="13894"/>
                  <a:pt x="83334" y="16380"/>
                  <a:pt x="83334" y="19449"/>
                </a:cubicBezTo>
                <a:lnTo>
                  <a:pt x="83334" y="58333"/>
                </a:lnTo>
                <a:cubicBezTo>
                  <a:pt x="83334" y="61402"/>
                  <a:pt x="80853" y="63888"/>
                  <a:pt x="77774" y="63888"/>
                </a:cubicBezTo>
                <a:cubicBezTo>
                  <a:pt x="74707" y="63888"/>
                  <a:pt x="72227" y="61402"/>
                  <a:pt x="72227" y="58333"/>
                </a:cubicBezTo>
                <a:lnTo>
                  <a:pt x="72227" y="19449"/>
                </a:lnTo>
                <a:cubicBezTo>
                  <a:pt x="72227" y="16380"/>
                  <a:pt x="74707" y="13894"/>
                  <a:pt x="77774" y="13894"/>
                </a:cubicBezTo>
                <a:close/>
                <a:moveTo>
                  <a:pt x="22226" y="74996"/>
                </a:moveTo>
                <a:cubicBezTo>
                  <a:pt x="25293" y="74996"/>
                  <a:pt x="27774" y="77482"/>
                  <a:pt x="27774" y="80551"/>
                </a:cubicBezTo>
                <a:cubicBezTo>
                  <a:pt x="27774" y="83620"/>
                  <a:pt x="25293" y="86106"/>
                  <a:pt x="22226" y="86106"/>
                </a:cubicBezTo>
                <a:cubicBezTo>
                  <a:pt x="19147" y="86106"/>
                  <a:pt x="16667" y="83620"/>
                  <a:pt x="16667" y="80551"/>
                </a:cubicBezTo>
                <a:cubicBezTo>
                  <a:pt x="16667" y="77482"/>
                  <a:pt x="19147" y="74996"/>
                  <a:pt x="22226" y="74996"/>
                </a:cubicBezTo>
                <a:close/>
                <a:moveTo>
                  <a:pt x="77774" y="74996"/>
                </a:moveTo>
                <a:cubicBezTo>
                  <a:pt x="80853" y="74996"/>
                  <a:pt x="83334" y="77482"/>
                  <a:pt x="83334" y="80551"/>
                </a:cubicBezTo>
                <a:cubicBezTo>
                  <a:pt x="83334" y="83620"/>
                  <a:pt x="80853" y="86106"/>
                  <a:pt x="77774" y="86106"/>
                </a:cubicBezTo>
                <a:cubicBezTo>
                  <a:pt x="74707" y="86106"/>
                  <a:pt x="72227" y="83620"/>
                  <a:pt x="72227" y="80551"/>
                </a:cubicBezTo>
                <a:cubicBezTo>
                  <a:pt x="72227" y="77482"/>
                  <a:pt x="74707" y="74996"/>
                  <a:pt x="77774" y="7499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1" name="Белый — SVG 11">
            <a:extLst>
              <a:ext uri="{FF2B5EF4-FFF2-40B4-BE49-F238E27FC236}">
                <a16:creationId xmlns:a16="http://schemas.microsoft.com/office/drawing/2014/main" id="{4B53A8E2-F7FC-524B-963F-D3C464008894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19497 w 120506"/>
              <a:gd name="csY0" fmla="*/ 1 h 134672"/>
              <a:gd name="csX1" fmla="*/ 17439 w 120506"/>
              <a:gd name="csY1" fmla="*/ 383 h 134672"/>
              <a:gd name="csX2" fmla="*/ 15686 w 120506"/>
              <a:gd name="csY2" fmla="*/ 1532 h 134672"/>
              <a:gd name="csX3" fmla="*/ 14512 w 120506"/>
              <a:gd name="csY3" fmla="*/ 3265 h 134672"/>
              <a:gd name="csX4" fmla="*/ 14104 w 120506"/>
              <a:gd name="csY4" fmla="*/ 5317 h 134672"/>
              <a:gd name="csX5" fmla="*/ 14512 w 120506"/>
              <a:gd name="csY5" fmla="*/ 7370 h 134672"/>
              <a:gd name="csX6" fmla="*/ 15686 w 120506"/>
              <a:gd name="csY6" fmla="*/ 9103 h 134672"/>
              <a:gd name="csX7" fmla="*/ 17439 w 120506"/>
              <a:gd name="csY7" fmla="*/ 10250 h 134672"/>
              <a:gd name="csX8" fmla="*/ 19497 w 120506"/>
              <a:gd name="csY8" fmla="*/ 10632 h 134672"/>
              <a:gd name="csX9" fmla="*/ 44303 w 120506"/>
              <a:gd name="csY9" fmla="*/ 10632 h 134672"/>
              <a:gd name="csX10" fmla="*/ 46362 w 120506"/>
              <a:gd name="csY10" fmla="*/ 10250 h 134672"/>
              <a:gd name="csX11" fmla="*/ 48114 w 120506"/>
              <a:gd name="csY11" fmla="*/ 9103 h 134672"/>
              <a:gd name="csX12" fmla="*/ 49288 w 120506"/>
              <a:gd name="csY12" fmla="*/ 7370 h 134672"/>
              <a:gd name="csX13" fmla="*/ 49696 w 120506"/>
              <a:gd name="csY13" fmla="*/ 5317 h 134672"/>
              <a:gd name="csX14" fmla="*/ 49288 w 120506"/>
              <a:gd name="csY14" fmla="*/ 3265 h 134672"/>
              <a:gd name="csX15" fmla="*/ 48114 w 120506"/>
              <a:gd name="csY15" fmla="*/ 1532 h 134672"/>
              <a:gd name="csX16" fmla="*/ 46362 w 120506"/>
              <a:gd name="csY16" fmla="*/ 383 h 134672"/>
              <a:gd name="csX17" fmla="*/ 44303 w 120506"/>
              <a:gd name="csY17" fmla="*/ 1 h 134672"/>
              <a:gd name="csX18" fmla="*/ 19497 w 120506"/>
              <a:gd name="csY18" fmla="*/ 1 h 134672"/>
              <a:gd name="csX19" fmla="*/ 76203 w 120506"/>
              <a:gd name="csY19" fmla="*/ 1 h 134672"/>
              <a:gd name="csX20" fmla="*/ 74145 w 120506"/>
              <a:gd name="csY20" fmla="*/ 383 h 134672"/>
              <a:gd name="csX21" fmla="*/ 72392 w 120506"/>
              <a:gd name="csY21" fmla="*/ 1532 h 134672"/>
              <a:gd name="csX22" fmla="*/ 71218 w 120506"/>
              <a:gd name="csY22" fmla="*/ 3265 h 134672"/>
              <a:gd name="csX23" fmla="*/ 70810 w 120506"/>
              <a:gd name="csY23" fmla="*/ 5317 h 134672"/>
              <a:gd name="csX24" fmla="*/ 71218 w 120506"/>
              <a:gd name="csY24" fmla="*/ 7370 h 134672"/>
              <a:gd name="csX25" fmla="*/ 72392 w 120506"/>
              <a:gd name="csY25" fmla="*/ 9103 h 134672"/>
              <a:gd name="csX26" fmla="*/ 74145 w 120506"/>
              <a:gd name="csY26" fmla="*/ 10250 h 134672"/>
              <a:gd name="csX27" fmla="*/ 76203 w 120506"/>
              <a:gd name="csY27" fmla="*/ 10632 h 134672"/>
              <a:gd name="csX28" fmla="*/ 101009 w 120506"/>
              <a:gd name="csY28" fmla="*/ 10632 h 134672"/>
              <a:gd name="csX29" fmla="*/ 103067 w 120506"/>
              <a:gd name="csY29" fmla="*/ 10250 h 134672"/>
              <a:gd name="csX30" fmla="*/ 104820 w 120506"/>
              <a:gd name="csY30" fmla="*/ 9103 h 134672"/>
              <a:gd name="csX31" fmla="*/ 105994 w 120506"/>
              <a:gd name="csY31" fmla="*/ 7370 h 134672"/>
              <a:gd name="csX32" fmla="*/ 106402 w 120506"/>
              <a:gd name="csY32" fmla="*/ 5317 h 134672"/>
              <a:gd name="csX33" fmla="*/ 105994 w 120506"/>
              <a:gd name="csY33" fmla="*/ 3265 h 134672"/>
              <a:gd name="csX34" fmla="*/ 104820 w 120506"/>
              <a:gd name="csY34" fmla="*/ 1532 h 134672"/>
              <a:gd name="csX35" fmla="*/ 103067 w 120506"/>
              <a:gd name="csY35" fmla="*/ 383 h 134672"/>
              <a:gd name="csX36" fmla="*/ 101009 w 120506"/>
              <a:gd name="csY36" fmla="*/ 1 h 134672"/>
              <a:gd name="csX37" fmla="*/ 76203 w 120506"/>
              <a:gd name="csY37" fmla="*/ 1 h 134672"/>
              <a:gd name="csX38" fmla="*/ 23036 w 120506"/>
              <a:gd name="csY38" fmla="*/ 21264 h 134672"/>
              <a:gd name="csX39" fmla="*/ 10633 w 120506"/>
              <a:gd name="csY39" fmla="*/ 33669 h 134672"/>
              <a:gd name="csX40" fmla="*/ 10633 w 120506"/>
              <a:gd name="csY40" fmla="*/ 54074 h 134672"/>
              <a:gd name="csX41" fmla="*/ 0 w 120506"/>
              <a:gd name="csY41" fmla="*/ 69108 h 134672"/>
              <a:gd name="csX42" fmla="*/ 0 w 120506"/>
              <a:gd name="csY42" fmla="*/ 129356 h 134672"/>
              <a:gd name="csX43" fmla="*/ 5308 w 120506"/>
              <a:gd name="csY43" fmla="*/ 134672 h 134672"/>
              <a:gd name="csX44" fmla="*/ 44303 w 120506"/>
              <a:gd name="csY44" fmla="*/ 134672 h 134672"/>
              <a:gd name="csX45" fmla="*/ 49628 w 120506"/>
              <a:gd name="csY45" fmla="*/ 129356 h 134672"/>
              <a:gd name="csX46" fmla="*/ 49628 w 120506"/>
              <a:gd name="csY46" fmla="*/ 67337 h 134672"/>
              <a:gd name="csX47" fmla="*/ 70895 w 120506"/>
              <a:gd name="csY47" fmla="*/ 67337 h 134672"/>
              <a:gd name="csX48" fmla="*/ 70895 w 120506"/>
              <a:gd name="csY48" fmla="*/ 129356 h 134672"/>
              <a:gd name="csX49" fmla="*/ 76203 w 120506"/>
              <a:gd name="csY49" fmla="*/ 134672 h 134672"/>
              <a:gd name="csX50" fmla="*/ 115198 w 120506"/>
              <a:gd name="csY50" fmla="*/ 134672 h 134672"/>
              <a:gd name="csX51" fmla="*/ 120506 w 120506"/>
              <a:gd name="csY51" fmla="*/ 129356 h 134672"/>
              <a:gd name="csX52" fmla="*/ 120506 w 120506"/>
              <a:gd name="csY52" fmla="*/ 69108 h 134672"/>
              <a:gd name="csX53" fmla="*/ 109873 w 120506"/>
              <a:gd name="csY53" fmla="*/ 54074 h 134672"/>
              <a:gd name="csX54" fmla="*/ 109873 w 120506"/>
              <a:gd name="csY54" fmla="*/ 33669 h 134672"/>
              <a:gd name="csX55" fmla="*/ 97470 w 120506"/>
              <a:gd name="csY55" fmla="*/ 21264 h 134672"/>
              <a:gd name="csX56" fmla="*/ 83298 w 120506"/>
              <a:gd name="csY56" fmla="*/ 21264 h 134672"/>
              <a:gd name="csX57" fmla="*/ 70895 w 120506"/>
              <a:gd name="csY57" fmla="*/ 33669 h 134672"/>
              <a:gd name="csX58" fmla="*/ 70895 w 120506"/>
              <a:gd name="csY58" fmla="*/ 42528 h 134672"/>
              <a:gd name="csX59" fmla="*/ 49628 w 120506"/>
              <a:gd name="csY59" fmla="*/ 42528 h 134672"/>
              <a:gd name="csX60" fmla="*/ 49628 w 120506"/>
              <a:gd name="csY60" fmla="*/ 33669 h 134672"/>
              <a:gd name="csX61" fmla="*/ 37209 w 120506"/>
              <a:gd name="csY61" fmla="*/ 21264 h 134672"/>
              <a:gd name="csX62" fmla="*/ 23036 w 120506"/>
              <a:gd name="csY62" fmla="*/ 21264 h 134672"/>
            </a:gdLst>
            <a:ahLst/>
            <a:cxnLst/>
            <a:rect l="l" t="t" r="r" b="b"/>
            <a:pathLst>
              <a:path w="100000" h="100000">
                <a:moveTo>
                  <a:pt x="19737" y="1"/>
                </a:moveTo>
                <a:cubicBezTo>
                  <a:pt x="19207" y="-7"/>
                  <a:pt x="18688" y="90"/>
                  <a:pt x="18209" y="284"/>
                </a:cubicBezTo>
                <a:cubicBezTo>
                  <a:pt x="17716" y="480"/>
                  <a:pt x="17274" y="770"/>
                  <a:pt x="16907" y="1138"/>
                </a:cubicBezTo>
                <a:cubicBezTo>
                  <a:pt x="16528" y="1505"/>
                  <a:pt x="16238" y="1942"/>
                  <a:pt x="16035" y="2424"/>
                </a:cubicBezTo>
                <a:cubicBezTo>
                  <a:pt x="15833" y="2907"/>
                  <a:pt x="15732" y="3425"/>
                  <a:pt x="15732" y="3948"/>
                </a:cubicBezTo>
                <a:cubicBezTo>
                  <a:pt x="15732" y="4471"/>
                  <a:pt x="15833" y="4988"/>
                  <a:pt x="16035" y="5473"/>
                </a:cubicBezTo>
                <a:cubicBezTo>
                  <a:pt x="16238" y="5955"/>
                  <a:pt x="16528" y="6392"/>
                  <a:pt x="16907" y="6759"/>
                </a:cubicBezTo>
                <a:cubicBezTo>
                  <a:pt x="17274" y="7127"/>
                  <a:pt x="17716" y="7417"/>
                  <a:pt x="18209" y="7611"/>
                </a:cubicBezTo>
                <a:cubicBezTo>
                  <a:pt x="18688" y="7806"/>
                  <a:pt x="19207" y="7903"/>
                  <a:pt x="19737" y="7895"/>
                </a:cubicBezTo>
                <a:lnTo>
                  <a:pt x="38156" y="7895"/>
                </a:lnTo>
                <a:cubicBezTo>
                  <a:pt x="38687" y="7903"/>
                  <a:pt x="39205" y="7806"/>
                  <a:pt x="39685" y="7611"/>
                </a:cubicBezTo>
                <a:cubicBezTo>
                  <a:pt x="40178" y="7417"/>
                  <a:pt x="40620" y="7127"/>
                  <a:pt x="40986" y="6759"/>
                </a:cubicBezTo>
                <a:cubicBezTo>
                  <a:pt x="41365" y="6392"/>
                  <a:pt x="41656" y="5955"/>
                  <a:pt x="41858" y="5473"/>
                </a:cubicBezTo>
                <a:cubicBezTo>
                  <a:pt x="42060" y="4988"/>
                  <a:pt x="42161" y="4471"/>
                  <a:pt x="42161" y="3948"/>
                </a:cubicBezTo>
                <a:cubicBezTo>
                  <a:pt x="42161" y="3425"/>
                  <a:pt x="42060" y="2907"/>
                  <a:pt x="41858" y="2424"/>
                </a:cubicBezTo>
                <a:cubicBezTo>
                  <a:pt x="41656" y="1942"/>
                  <a:pt x="41365" y="1505"/>
                  <a:pt x="40986" y="1138"/>
                </a:cubicBezTo>
                <a:cubicBezTo>
                  <a:pt x="40620" y="770"/>
                  <a:pt x="40178" y="480"/>
                  <a:pt x="39685" y="284"/>
                </a:cubicBezTo>
                <a:cubicBezTo>
                  <a:pt x="39205" y="90"/>
                  <a:pt x="38687" y="-7"/>
                  <a:pt x="38156" y="1"/>
                </a:cubicBezTo>
                <a:lnTo>
                  <a:pt x="19737" y="1"/>
                </a:lnTo>
                <a:close/>
                <a:moveTo>
                  <a:pt x="61844" y="1"/>
                </a:moveTo>
                <a:cubicBezTo>
                  <a:pt x="61325" y="-7"/>
                  <a:pt x="60808" y="90"/>
                  <a:pt x="60315" y="284"/>
                </a:cubicBezTo>
                <a:cubicBezTo>
                  <a:pt x="59835" y="480"/>
                  <a:pt x="59393" y="770"/>
                  <a:pt x="59014" y="1138"/>
                </a:cubicBezTo>
                <a:cubicBezTo>
                  <a:pt x="58648" y="1505"/>
                  <a:pt x="58344" y="1942"/>
                  <a:pt x="58142" y="2424"/>
                </a:cubicBezTo>
                <a:cubicBezTo>
                  <a:pt x="57940" y="2907"/>
                  <a:pt x="57839" y="3425"/>
                  <a:pt x="57839" y="3948"/>
                </a:cubicBezTo>
                <a:cubicBezTo>
                  <a:pt x="57839" y="4471"/>
                  <a:pt x="57940" y="4988"/>
                  <a:pt x="58142" y="5473"/>
                </a:cubicBezTo>
                <a:cubicBezTo>
                  <a:pt x="58344" y="5955"/>
                  <a:pt x="58648" y="6392"/>
                  <a:pt x="59014" y="6759"/>
                </a:cubicBezTo>
                <a:cubicBezTo>
                  <a:pt x="59393" y="7127"/>
                  <a:pt x="59835" y="7417"/>
                  <a:pt x="60315" y="7611"/>
                </a:cubicBezTo>
                <a:cubicBezTo>
                  <a:pt x="60808" y="7806"/>
                  <a:pt x="61325" y="7903"/>
                  <a:pt x="61844" y="7895"/>
                </a:cubicBezTo>
                <a:lnTo>
                  <a:pt x="80263" y="7895"/>
                </a:lnTo>
                <a:cubicBezTo>
                  <a:pt x="80793" y="7903"/>
                  <a:pt x="81312" y="7806"/>
                  <a:pt x="81791" y="7611"/>
                </a:cubicBezTo>
                <a:cubicBezTo>
                  <a:pt x="82284" y="7417"/>
                  <a:pt x="82726" y="7127"/>
                  <a:pt x="83093" y="6759"/>
                </a:cubicBezTo>
                <a:cubicBezTo>
                  <a:pt x="83472" y="6392"/>
                  <a:pt x="83762" y="5955"/>
                  <a:pt x="83965" y="5473"/>
                </a:cubicBezTo>
                <a:cubicBezTo>
                  <a:pt x="84167" y="4988"/>
                  <a:pt x="84268" y="4471"/>
                  <a:pt x="84268" y="3948"/>
                </a:cubicBezTo>
                <a:cubicBezTo>
                  <a:pt x="84268" y="3425"/>
                  <a:pt x="84167" y="2907"/>
                  <a:pt x="83965" y="2424"/>
                </a:cubicBezTo>
                <a:cubicBezTo>
                  <a:pt x="83762" y="1942"/>
                  <a:pt x="83472" y="1505"/>
                  <a:pt x="83093" y="1138"/>
                </a:cubicBezTo>
                <a:cubicBezTo>
                  <a:pt x="82726" y="770"/>
                  <a:pt x="82284" y="480"/>
                  <a:pt x="81791" y="284"/>
                </a:cubicBezTo>
                <a:cubicBezTo>
                  <a:pt x="81312" y="90"/>
                  <a:pt x="80793" y="-7"/>
                  <a:pt x="80263" y="1"/>
                </a:cubicBezTo>
                <a:lnTo>
                  <a:pt x="61844" y="1"/>
                </a:lnTo>
                <a:close/>
                <a:moveTo>
                  <a:pt x="22365" y="15789"/>
                </a:moveTo>
                <a:cubicBezTo>
                  <a:pt x="17286" y="15789"/>
                  <a:pt x="13155" y="19922"/>
                  <a:pt x="13155" y="25001"/>
                </a:cubicBezTo>
                <a:lnTo>
                  <a:pt x="13155" y="40152"/>
                </a:lnTo>
                <a:cubicBezTo>
                  <a:pt x="8557" y="41782"/>
                  <a:pt x="5259" y="46168"/>
                  <a:pt x="5259" y="51316"/>
                </a:cubicBezTo>
                <a:lnTo>
                  <a:pt x="5259" y="96053"/>
                </a:lnTo>
                <a:cubicBezTo>
                  <a:pt x="5259" y="98232"/>
                  <a:pt x="7028" y="100000"/>
                  <a:pt x="9201" y="100000"/>
                </a:cubicBezTo>
                <a:lnTo>
                  <a:pt x="38156" y="100000"/>
                </a:lnTo>
                <a:cubicBezTo>
                  <a:pt x="40342" y="100000"/>
                  <a:pt x="42110" y="98232"/>
                  <a:pt x="42110" y="96053"/>
                </a:cubicBezTo>
                <a:lnTo>
                  <a:pt x="42110" y="50001"/>
                </a:lnTo>
                <a:lnTo>
                  <a:pt x="57902" y="50001"/>
                </a:lnTo>
                <a:lnTo>
                  <a:pt x="57902" y="96053"/>
                </a:lnTo>
                <a:cubicBezTo>
                  <a:pt x="57902" y="98232"/>
                  <a:pt x="59671" y="100000"/>
                  <a:pt x="61844" y="100000"/>
                </a:cubicBezTo>
                <a:lnTo>
                  <a:pt x="90799" y="100000"/>
                </a:lnTo>
                <a:cubicBezTo>
                  <a:pt x="92972" y="100000"/>
                  <a:pt x="94741" y="98232"/>
                  <a:pt x="94741" y="96053"/>
                </a:cubicBezTo>
                <a:lnTo>
                  <a:pt x="94741" y="51316"/>
                </a:lnTo>
                <a:cubicBezTo>
                  <a:pt x="94741" y="46168"/>
                  <a:pt x="91443" y="41782"/>
                  <a:pt x="86845" y="40152"/>
                </a:cubicBezTo>
                <a:lnTo>
                  <a:pt x="86845" y="25001"/>
                </a:lnTo>
                <a:cubicBezTo>
                  <a:pt x="86845" y="19922"/>
                  <a:pt x="82714" y="15789"/>
                  <a:pt x="77635" y="15789"/>
                </a:cubicBezTo>
                <a:lnTo>
                  <a:pt x="67112" y="15789"/>
                </a:lnTo>
                <a:cubicBezTo>
                  <a:pt x="62033" y="15789"/>
                  <a:pt x="57902" y="19922"/>
                  <a:pt x="57902" y="25001"/>
                </a:cubicBezTo>
                <a:lnTo>
                  <a:pt x="57902" y="31579"/>
                </a:lnTo>
                <a:lnTo>
                  <a:pt x="42110" y="31579"/>
                </a:lnTo>
                <a:lnTo>
                  <a:pt x="42110" y="25001"/>
                </a:lnTo>
                <a:cubicBezTo>
                  <a:pt x="42110" y="19922"/>
                  <a:pt x="37980" y="15789"/>
                  <a:pt x="32889" y="15789"/>
                </a:cubicBezTo>
                <a:lnTo>
                  <a:pt x="22365" y="1578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2" name="Белый — SVG 12">
            <a:extLst>
              <a:ext uri="{FF2B5EF4-FFF2-40B4-BE49-F238E27FC236}">
                <a16:creationId xmlns:a16="http://schemas.microsoft.com/office/drawing/2014/main" id="{D6F8501D-AA69-1E43-819A-EC1065C09826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120421 w 134695"/>
              <a:gd name="csY0" fmla="*/ 1 h 120648"/>
              <a:gd name="csX1" fmla="*/ 116695 w 134695"/>
              <a:gd name="csY1" fmla="*/ 1615 h 120648"/>
              <a:gd name="csX2" fmla="*/ 115198 w 134695"/>
              <a:gd name="csY2" fmla="*/ 5393 h 120648"/>
              <a:gd name="csX3" fmla="*/ 115198 w 134695"/>
              <a:gd name="csY3" fmla="*/ 10709 h 120648"/>
              <a:gd name="csX4" fmla="*/ 111642 w 134695"/>
              <a:gd name="csY4" fmla="*/ 10709 h 120648"/>
              <a:gd name="csX5" fmla="*/ 106334 w 134695"/>
              <a:gd name="csY5" fmla="*/ 16025 h 120648"/>
              <a:gd name="csX6" fmla="*/ 106334 w 134695"/>
              <a:gd name="csY6" fmla="*/ 47921 h 120648"/>
              <a:gd name="csX7" fmla="*/ 111642 w 134695"/>
              <a:gd name="csY7" fmla="*/ 53237 h 120648"/>
              <a:gd name="csX8" fmla="*/ 115198 w 134695"/>
              <a:gd name="csY8" fmla="*/ 53237 h 120648"/>
              <a:gd name="csX9" fmla="*/ 115198 w 134695"/>
              <a:gd name="csY9" fmla="*/ 58553 h 120648"/>
              <a:gd name="csX10" fmla="*/ 115572 w 134695"/>
              <a:gd name="csY10" fmla="*/ 60611 h 120648"/>
              <a:gd name="csX11" fmla="*/ 116729 w 134695"/>
              <a:gd name="csY11" fmla="*/ 62362 h 120648"/>
              <a:gd name="csX12" fmla="*/ 118464 w 134695"/>
              <a:gd name="csY12" fmla="*/ 63534 h 120648"/>
              <a:gd name="csX13" fmla="*/ 120506 w 134695"/>
              <a:gd name="csY13" fmla="*/ 63945 h 120648"/>
              <a:gd name="csX14" fmla="*/ 122565 w 134695"/>
              <a:gd name="csY14" fmla="*/ 63534 h 120648"/>
              <a:gd name="csX15" fmla="*/ 124300 w 134695"/>
              <a:gd name="csY15" fmla="*/ 62362 h 120648"/>
              <a:gd name="csX16" fmla="*/ 125440 w 134695"/>
              <a:gd name="csY16" fmla="*/ 60611 h 120648"/>
              <a:gd name="csX17" fmla="*/ 125831 w 134695"/>
              <a:gd name="csY17" fmla="*/ 58553 h 120648"/>
              <a:gd name="csX18" fmla="*/ 125831 w 134695"/>
              <a:gd name="csY18" fmla="*/ 53237 h 120648"/>
              <a:gd name="csX19" fmla="*/ 129370 w 134695"/>
              <a:gd name="csY19" fmla="*/ 53237 h 120648"/>
              <a:gd name="csX20" fmla="*/ 134695 w 134695"/>
              <a:gd name="csY20" fmla="*/ 47921 h 120648"/>
              <a:gd name="csX21" fmla="*/ 134695 w 134695"/>
              <a:gd name="csY21" fmla="*/ 16025 h 120648"/>
              <a:gd name="csX22" fmla="*/ 129370 w 134695"/>
              <a:gd name="csY22" fmla="*/ 10709 h 120648"/>
              <a:gd name="csX23" fmla="*/ 125831 w 134695"/>
              <a:gd name="csY23" fmla="*/ 10709 h 120648"/>
              <a:gd name="csX24" fmla="*/ 125831 w 134695"/>
              <a:gd name="csY24" fmla="*/ 5393 h 120648"/>
              <a:gd name="csX25" fmla="*/ 125440 w 134695"/>
              <a:gd name="csY25" fmla="*/ 3316 h 120648"/>
              <a:gd name="csX26" fmla="*/ 124266 w 134695"/>
              <a:gd name="csY26" fmla="*/ 1555 h 120648"/>
              <a:gd name="csX27" fmla="*/ 122514 w 134695"/>
              <a:gd name="csY27" fmla="*/ 388 h 120648"/>
              <a:gd name="csX28" fmla="*/ 120421 w 134695"/>
              <a:gd name="csY28" fmla="*/ 1 h 120648"/>
              <a:gd name="csX29" fmla="*/ 49543 w 134695"/>
              <a:gd name="csY29" fmla="*/ 21264 h 120648"/>
              <a:gd name="csX30" fmla="*/ 45800 w 134695"/>
              <a:gd name="csY30" fmla="*/ 22879 h 120648"/>
              <a:gd name="csX31" fmla="*/ 44303 w 134695"/>
              <a:gd name="csY31" fmla="*/ 26657 h 120648"/>
              <a:gd name="csX32" fmla="*/ 44303 w 134695"/>
              <a:gd name="csY32" fmla="*/ 31973 h 120648"/>
              <a:gd name="csX33" fmla="*/ 40764 w 134695"/>
              <a:gd name="csY33" fmla="*/ 31973 h 120648"/>
              <a:gd name="csX34" fmla="*/ 35439 w 134695"/>
              <a:gd name="csY34" fmla="*/ 37289 h 120648"/>
              <a:gd name="csX35" fmla="*/ 35439 w 134695"/>
              <a:gd name="csY35" fmla="*/ 69185 h 120648"/>
              <a:gd name="csX36" fmla="*/ 40764 w 134695"/>
              <a:gd name="csY36" fmla="*/ 74501 h 120648"/>
              <a:gd name="csX37" fmla="*/ 44303 w 134695"/>
              <a:gd name="csY37" fmla="*/ 74501 h 120648"/>
              <a:gd name="csX38" fmla="*/ 44303 w 134695"/>
              <a:gd name="csY38" fmla="*/ 79817 h 120648"/>
              <a:gd name="csX39" fmla="*/ 44694 w 134695"/>
              <a:gd name="csY39" fmla="*/ 81875 h 120648"/>
              <a:gd name="csX40" fmla="*/ 45834 w 134695"/>
              <a:gd name="csY40" fmla="*/ 83625 h 120648"/>
              <a:gd name="csX41" fmla="*/ 47569 w 134695"/>
              <a:gd name="csY41" fmla="*/ 84798 h 120648"/>
              <a:gd name="csX42" fmla="*/ 49628 w 134695"/>
              <a:gd name="csY42" fmla="*/ 85209 h 120648"/>
              <a:gd name="csX43" fmla="*/ 51670 w 134695"/>
              <a:gd name="csY43" fmla="*/ 84798 h 120648"/>
              <a:gd name="csX44" fmla="*/ 53405 w 134695"/>
              <a:gd name="csY44" fmla="*/ 83625 h 120648"/>
              <a:gd name="csX45" fmla="*/ 54562 w 134695"/>
              <a:gd name="csY45" fmla="*/ 81875 h 120648"/>
              <a:gd name="csX46" fmla="*/ 54936 w 134695"/>
              <a:gd name="csY46" fmla="*/ 79817 h 120648"/>
              <a:gd name="csX47" fmla="*/ 54936 w 134695"/>
              <a:gd name="csY47" fmla="*/ 74501 h 120648"/>
              <a:gd name="csX48" fmla="*/ 58475 w 134695"/>
              <a:gd name="csY48" fmla="*/ 74501 h 120648"/>
              <a:gd name="csX49" fmla="*/ 63800 w 134695"/>
              <a:gd name="csY49" fmla="*/ 69185 h 120648"/>
              <a:gd name="csX50" fmla="*/ 63800 w 134695"/>
              <a:gd name="csY50" fmla="*/ 37289 h 120648"/>
              <a:gd name="csX51" fmla="*/ 58475 w 134695"/>
              <a:gd name="csY51" fmla="*/ 31973 h 120648"/>
              <a:gd name="csX52" fmla="*/ 54936 w 134695"/>
              <a:gd name="csY52" fmla="*/ 31973 h 120648"/>
              <a:gd name="csX53" fmla="*/ 54936 w 134695"/>
              <a:gd name="csY53" fmla="*/ 26657 h 120648"/>
              <a:gd name="csX54" fmla="*/ 54545 w 134695"/>
              <a:gd name="csY54" fmla="*/ 24580 h 120648"/>
              <a:gd name="csX55" fmla="*/ 53388 w 134695"/>
              <a:gd name="csY55" fmla="*/ 22819 h 120648"/>
              <a:gd name="csX56" fmla="*/ 51619 w 134695"/>
              <a:gd name="csY56" fmla="*/ 21652 h 120648"/>
              <a:gd name="csX57" fmla="*/ 49543 w 134695"/>
              <a:gd name="csY57" fmla="*/ 21264 h 120648"/>
              <a:gd name="csX58" fmla="*/ 84982 w 134695"/>
              <a:gd name="csY58" fmla="*/ 28353 h 120648"/>
              <a:gd name="csX59" fmla="*/ 81256 w 134695"/>
              <a:gd name="csY59" fmla="*/ 29966 h 120648"/>
              <a:gd name="csX60" fmla="*/ 79742 w 134695"/>
              <a:gd name="csY60" fmla="*/ 33745 h 120648"/>
              <a:gd name="csX61" fmla="*/ 79742 w 134695"/>
              <a:gd name="csY61" fmla="*/ 39061 h 120648"/>
              <a:gd name="csX62" fmla="*/ 76203 w 134695"/>
              <a:gd name="csY62" fmla="*/ 39061 h 120648"/>
              <a:gd name="csX63" fmla="*/ 70895 w 134695"/>
              <a:gd name="csY63" fmla="*/ 44377 h 120648"/>
              <a:gd name="csX64" fmla="*/ 70895 w 134695"/>
              <a:gd name="csY64" fmla="*/ 76273 h 120648"/>
              <a:gd name="csX65" fmla="*/ 76203 w 134695"/>
              <a:gd name="csY65" fmla="*/ 81589 h 120648"/>
              <a:gd name="csX66" fmla="*/ 79742 w 134695"/>
              <a:gd name="csY66" fmla="*/ 81589 h 120648"/>
              <a:gd name="csX67" fmla="*/ 79742 w 134695"/>
              <a:gd name="csY67" fmla="*/ 86905 h 120648"/>
              <a:gd name="csX68" fmla="*/ 80133 w 134695"/>
              <a:gd name="csY68" fmla="*/ 88962 h 120648"/>
              <a:gd name="csX69" fmla="*/ 81273 w 134695"/>
              <a:gd name="csY69" fmla="*/ 90712 h 120648"/>
              <a:gd name="csX70" fmla="*/ 83008 w 134695"/>
              <a:gd name="csY70" fmla="*/ 91884 h 120648"/>
              <a:gd name="csX71" fmla="*/ 85067 w 134695"/>
              <a:gd name="csY71" fmla="*/ 92296 h 120648"/>
              <a:gd name="csX72" fmla="*/ 87126 w 134695"/>
              <a:gd name="csY72" fmla="*/ 91884 h 120648"/>
              <a:gd name="csX73" fmla="*/ 88861 w 134695"/>
              <a:gd name="csY73" fmla="*/ 90712 h 120648"/>
              <a:gd name="csX74" fmla="*/ 90001 w 134695"/>
              <a:gd name="csY74" fmla="*/ 88962 h 120648"/>
              <a:gd name="csX75" fmla="*/ 90375 w 134695"/>
              <a:gd name="csY75" fmla="*/ 86905 h 120648"/>
              <a:gd name="csX76" fmla="*/ 90375 w 134695"/>
              <a:gd name="csY76" fmla="*/ 81589 h 120648"/>
              <a:gd name="csX77" fmla="*/ 93931 w 134695"/>
              <a:gd name="csY77" fmla="*/ 81589 h 120648"/>
              <a:gd name="csX78" fmla="*/ 99239 w 134695"/>
              <a:gd name="csY78" fmla="*/ 76273 h 120648"/>
              <a:gd name="csX79" fmla="*/ 99239 w 134695"/>
              <a:gd name="csY79" fmla="*/ 44377 h 120648"/>
              <a:gd name="csX80" fmla="*/ 93931 w 134695"/>
              <a:gd name="csY80" fmla="*/ 39061 h 120648"/>
              <a:gd name="csX81" fmla="*/ 90375 w 134695"/>
              <a:gd name="csY81" fmla="*/ 39061 h 120648"/>
              <a:gd name="csX82" fmla="*/ 90375 w 134695"/>
              <a:gd name="csY82" fmla="*/ 33745 h 120648"/>
              <a:gd name="csX83" fmla="*/ 90001 w 134695"/>
              <a:gd name="csY83" fmla="*/ 31668 h 120648"/>
              <a:gd name="csX84" fmla="*/ 88827 w 134695"/>
              <a:gd name="csY84" fmla="*/ 29908 h 120648"/>
              <a:gd name="csX85" fmla="*/ 87057 w 134695"/>
              <a:gd name="csY85" fmla="*/ 28741 h 120648"/>
              <a:gd name="csX86" fmla="*/ 84982 w 134695"/>
              <a:gd name="csY86" fmla="*/ 28353 h 120648"/>
              <a:gd name="csX87" fmla="*/ 14087 w 134695"/>
              <a:gd name="csY87" fmla="*/ 56705 h 120648"/>
              <a:gd name="csX88" fmla="*/ 10361 w 134695"/>
              <a:gd name="csY88" fmla="*/ 58318 h 120648"/>
              <a:gd name="csX89" fmla="*/ 8864 w 134695"/>
              <a:gd name="csY89" fmla="*/ 62096 h 120648"/>
              <a:gd name="csX90" fmla="*/ 8864 w 134695"/>
              <a:gd name="csY90" fmla="*/ 67412 h 120648"/>
              <a:gd name="csX91" fmla="*/ 5308 w 134695"/>
              <a:gd name="csY91" fmla="*/ 67412 h 120648"/>
              <a:gd name="csX92" fmla="*/ 0 w 134695"/>
              <a:gd name="csY92" fmla="*/ 72728 h 120648"/>
              <a:gd name="csX93" fmla="*/ 0 w 134695"/>
              <a:gd name="csY93" fmla="*/ 104624 h 120648"/>
              <a:gd name="csX94" fmla="*/ 5308 w 134695"/>
              <a:gd name="csY94" fmla="*/ 109940 h 120648"/>
              <a:gd name="csX95" fmla="*/ 8864 w 134695"/>
              <a:gd name="csY95" fmla="*/ 109940 h 120648"/>
              <a:gd name="csX96" fmla="*/ 8864 w 134695"/>
              <a:gd name="csY96" fmla="*/ 115256 h 120648"/>
              <a:gd name="csX97" fmla="*/ 9238 w 134695"/>
              <a:gd name="csY97" fmla="*/ 117314 h 120648"/>
              <a:gd name="csX98" fmla="*/ 10395 w 134695"/>
              <a:gd name="csY98" fmla="*/ 119065 h 120648"/>
              <a:gd name="csX99" fmla="*/ 12130 w 134695"/>
              <a:gd name="csY99" fmla="*/ 120237 h 120648"/>
              <a:gd name="csX100" fmla="*/ 14172 w 134695"/>
              <a:gd name="csY100" fmla="*/ 120648 h 120648"/>
              <a:gd name="csX101" fmla="*/ 16231 w 134695"/>
              <a:gd name="csY101" fmla="*/ 120237 h 120648"/>
              <a:gd name="csX102" fmla="*/ 17966 w 134695"/>
              <a:gd name="csY102" fmla="*/ 119065 h 120648"/>
              <a:gd name="csX103" fmla="*/ 19106 w 134695"/>
              <a:gd name="csY103" fmla="*/ 117314 h 120648"/>
              <a:gd name="csX104" fmla="*/ 19497 w 134695"/>
              <a:gd name="csY104" fmla="*/ 115256 h 120648"/>
              <a:gd name="csX105" fmla="*/ 19497 w 134695"/>
              <a:gd name="csY105" fmla="*/ 109940 h 120648"/>
              <a:gd name="csX106" fmla="*/ 23036 w 134695"/>
              <a:gd name="csY106" fmla="*/ 109940 h 120648"/>
              <a:gd name="csX107" fmla="*/ 28361 w 134695"/>
              <a:gd name="csY107" fmla="*/ 104624 h 120648"/>
              <a:gd name="csX108" fmla="*/ 28361 w 134695"/>
              <a:gd name="csY108" fmla="*/ 72728 h 120648"/>
              <a:gd name="csX109" fmla="*/ 23036 w 134695"/>
              <a:gd name="csY109" fmla="*/ 67412 h 120648"/>
              <a:gd name="csX110" fmla="*/ 19497 w 134695"/>
              <a:gd name="csY110" fmla="*/ 67412 h 120648"/>
              <a:gd name="csX111" fmla="*/ 19497 w 134695"/>
              <a:gd name="csY111" fmla="*/ 62096 h 120648"/>
              <a:gd name="csX112" fmla="*/ 19106 w 134695"/>
              <a:gd name="csY112" fmla="*/ 60019 h 120648"/>
              <a:gd name="csX113" fmla="*/ 17932 w 134695"/>
              <a:gd name="csY113" fmla="*/ 58258 h 120648"/>
              <a:gd name="csX114" fmla="*/ 16180 w 134695"/>
              <a:gd name="csY114" fmla="*/ 57093 h 120648"/>
              <a:gd name="csX115" fmla="*/ 14087 w 134695"/>
              <a:gd name="csY115" fmla="*/ 56705 h 120648"/>
            </a:gdLst>
            <a:ahLst/>
            <a:cxnLst/>
            <a:rect l="l" t="t" r="r" b="b"/>
            <a:pathLst>
              <a:path w="100000" h="100000">
                <a:moveTo>
                  <a:pt x="89403" y="5215"/>
                </a:moveTo>
                <a:cubicBezTo>
                  <a:pt x="88367" y="5231"/>
                  <a:pt x="87369" y="5662"/>
                  <a:pt x="86636" y="6413"/>
                </a:cubicBezTo>
                <a:cubicBezTo>
                  <a:pt x="85904" y="7163"/>
                  <a:pt x="85512" y="8173"/>
                  <a:pt x="85525" y="9218"/>
                </a:cubicBezTo>
                <a:lnTo>
                  <a:pt x="85525" y="13165"/>
                </a:lnTo>
                <a:lnTo>
                  <a:pt x="82885" y="13165"/>
                </a:lnTo>
                <a:cubicBezTo>
                  <a:pt x="80713" y="13165"/>
                  <a:pt x="78944" y="14930"/>
                  <a:pt x="78944" y="17112"/>
                </a:cubicBezTo>
                <a:lnTo>
                  <a:pt x="78944" y="40792"/>
                </a:lnTo>
                <a:cubicBezTo>
                  <a:pt x="78944" y="42973"/>
                  <a:pt x="80713" y="44738"/>
                  <a:pt x="82885" y="44738"/>
                </a:cubicBezTo>
                <a:lnTo>
                  <a:pt x="85525" y="44738"/>
                </a:lnTo>
                <a:lnTo>
                  <a:pt x="85525" y="48685"/>
                </a:lnTo>
                <a:cubicBezTo>
                  <a:pt x="85512" y="49208"/>
                  <a:pt x="85613" y="49727"/>
                  <a:pt x="85803" y="50213"/>
                </a:cubicBezTo>
                <a:cubicBezTo>
                  <a:pt x="86005" y="50698"/>
                  <a:pt x="86296" y="51140"/>
                  <a:pt x="86662" y="51513"/>
                </a:cubicBezTo>
                <a:cubicBezTo>
                  <a:pt x="87028" y="51884"/>
                  <a:pt x="87470" y="52180"/>
                  <a:pt x="87950" y="52383"/>
                </a:cubicBezTo>
                <a:cubicBezTo>
                  <a:pt x="88430" y="52584"/>
                  <a:pt x="88948" y="52688"/>
                  <a:pt x="89466" y="52688"/>
                </a:cubicBezTo>
                <a:cubicBezTo>
                  <a:pt x="89997" y="52688"/>
                  <a:pt x="90514" y="52584"/>
                  <a:pt x="90994" y="52383"/>
                </a:cubicBezTo>
                <a:cubicBezTo>
                  <a:pt x="91474" y="52180"/>
                  <a:pt x="91917" y="51884"/>
                  <a:pt x="92283" y="51513"/>
                </a:cubicBezTo>
                <a:cubicBezTo>
                  <a:pt x="92649" y="51140"/>
                  <a:pt x="92940" y="50698"/>
                  <a:pt x="93129" y="50213"/>
                </a:cubicBezTo>
                <a:cubicBezTo>
                  <a:pt x="93331" y="49727"/>
                  <a:pt x="93419" y="49208"/>
                  <a:pt x="93419" y="48685"/>
                </a:cubicBezTo>
                <a:lnTo>
                  <a:pt x="93419" y="44738"/>
                </a:lnTo>
                <a:lnTo>
                  <a:pt x="96047" y="44738"/>
                </a:lnTo>
                <a:cubicBezTo>
                  <a:pt x="98232" y="44738"/>
                  <a:pt x="100000" y="42973"/>
                  <a:pt x="100000" y="40792"/>
                </a:cubicBezTo>
                <a:lnTo>
                  <a:pt x="100000" y="17112"/>
                </a:lnTo>
                <a:cubicBezTo>
                  <a:pt x="100000" y="14930"/>
                  <a:pt x="98232" y="13165"/>
                  <a:pt x="96047" y="13165"/>
                </a:cubicBezTo>
                <a:lnTo>
                  <a:pt x="93419" y="13165"/>
                </a:lnTo>
                <a:lnTo>
                  <a:pt x="93419" y="9218"/>
                </a:lnTo>
                <a:cubicBezTo>
                  <a:pt x="93419" y="8690"/>
                  <a:pt x="93331" y="8166"/>
                  <a:pt x="93129" y="7676"/>
                </a:cubicBezTo>
                <a:cubicBezTo>
                  <a:pt x="92927" y="7188"/>
                  <a:pt x="92636" y="6743"/>
                  <a:pt x="92257" y="6369"/>
                </a:cubicBezTo>
                <a:cubicBezTo>
                  <a:pt x="91891" y="5995"/>
                  <a:pt x="91436" y="5701"/>
                  <a:pt x="90957" y="5502"/>
                </a:cubicBezTo>
                <a:cubicBezTo>
                  <a:pt x="90464" y="5304"/>
                  <a:pt x="89933" y="5207"/>
                  <a:pt x="89403" y="5215"/>
                </a:cubicBezTo>
                <a:close/>
                <a:moveTo>
                  <a:pt x="36782" y="21001"/>
                </a:moveTo>
                <a:cubicBezTo>
                  <a:pt x="35733" y="21018"/>
                  <a:pt x="34736" y="21449"/>
                  <a:pt x="34003" y="22200"/>
                </a:cubicBezTo>
                <a:cubicBezTo>
                  <a:pt x="33283" y="22950"/>
                  <a:pt x="32879" y="23959"/>
                  <a:pt x="32891" y="25005"/>
                </a:cubicBezTo>
                <a:lnTo>
                  <a:pt x="32891" y="28952"/>
                </a:lnTo>
                <a:lnTo>
                  <a:pt x="30264" y="28952"/>
                </a:lnTo>
                <a:cubicBezTo>
                  <a:pt x="28079" y="28952"/>
                  <a:pt x="26311" y="30717"/>
                  <a:pt x="26311" y="32898"/>
                </a:cubicBezTo>
                <a:lnTo>
                  <a:pt x="26311" y="56579"/>
                </a:lnTo>
                <a:cubicBezTo>
                  <a:pt x="26311" y="58760"/>
                  <a:pt x="28079" y="60525"/>
                  <a:pt x="30264" y="60525"/>
                </a:cubicBezTo>
                <a:lnTo>
                  <a:pt x="32891" y="60525"/>
                </a:lnTo>
                <a:lnTo>
                  <a:pt x="32891" y="64472"/>
                </a:lnTo>
                <a:cubicBezTo>
                  <a:pt x="32891" y="64995"/>
                  <a:pt x="32980" y="65514"/>
                  <a:pt x="33182" y="66000"/>
                </a:cubicBezTo>
                <a:cubicBezTo>
                  <a:pt x="33371" y="66485"/>
                  <a:pt x="33662" y="66927"/>
                  <a:pt x="34028" y="67299"/>
                </a:cubicBezTo>
                <a:cubicBezTo>
                  <a:pt x="34394" y="67671"/>
                  <a:pt x="34836" y="67967"/>
                  <a:pt x="35316" y="68170"/>
                </a:cubicBezTo>
                <a:cubicBezTo>
                  <a:pt x="35796" y="68370"/>
                  <a:pt x="36315" y="68475"/>
                  <a:pt x="36845" y="68475"/>
                </a:cubicBezTo>
                <a:cubicBezTo>
                  <a:pt x="37363" y="68475"/>
                  <a:pt x="37880" y="68370"/>
                  <a:pt x="38361" y="68170"/>
                </a:cubicBezTo>
                <a:cubicBezTo>
                  <a:pt x="38840" y="67967"/>
                  <a:pt x="39283" y="67671"/>
                  <a:pt x="39649" y="67299"/>
                </a:cubicBezTo>
                <a:cubicBezTo>
                  <a:pt x="40015" y="66927"/>
                  <a:pt x="40306" y="66485"/>
                  <a:pt x="40508" y="66000"/>
                </a:cubicBezTo>
                <a:cubicBezTo>
                  <a:pt x="40697" y="65514"/>
                  <a:pt x="40798" y="64995"/>
                  <a:pt x="40785" y="64472"/>
                </a:cubicBezTo>
                <a:lnTo>
                  <a:pt x="40785" y="60525"/>
                </a:lnTo>
                <a:lnTo>
                  <a:pt x="43413" y="60525"/>
                </a:lnTo>
                <a:cubicBezTo>
                  <a:pt x="45599" y="60525"/>
                  <a:pt x="47366" y="58760"/>
                  <a:pt x="47366" y="56579"/>
                </a:cubicBezTo>
                <a:lnTo>
                  <a:pt x="47366" y="32898"/>
                </a:lnTo>
                <a:cubicBezTo>
                  <a:pt x="47366" y="30717"/>
                  <a:pt x="45599" y="28952"/>
                  <a:pt x="43413" y="28952"/>
                </a:cubicBezTo>
                <a:lnTo>
                  <a:pt x="40785" y="28952"/>
                </a:lnTo>
                <a:lnTo>
                  <a:pt x="40785" y="25005"/>
                </a:lnTo>
                <a:cubicBezTo>
                  <a:pt x="40798" y="24477"/>
                  <a:pt x="40697" y="23953"/>
                  <a:pt x="40495" y="23463"/>
                </a:cubicBezTo>
                <a:cubicBezTo>
                  <a:pt x="40293" y="22974"/>
                  <a:pt x="40002" y="22530"/>
                  <a:pt x="39636" y="22156"/>
                </a:cubicBezTo>
                <a:cubicBezTo>
                  <a:pt x="39258" y="21782"/>
                  <a:pt x="38815" y="21487"/>
                  <a:pt x="38323" y="21289"/>
                </a:cubicBezTo>
                <a:cubicBezTo>
                  <a:pt x="37830" y="21091"/>
                  <a:pt x="37312" y="20994"/>
                  <a:pt x="36782" y="21001"/>
                </a:cubicBezTo>
                <a:close/>
                <a:moveTo>
                  <a:pt x="63092" y="26264"/>
                </a:moveTo>
                <a:cubicBezTo>
                  <a:pt x="62044" y="26280"/>
                  <a:pt x="61046" y="26711"/>
                  <a:pt x="60326" y="27462"/>
                </a:cubicBezTo>
                <a:cubicBezTo>
                  <a:pt x="59593" y="28213"/>
                  <a:pt x="59189" y="29222"/>
                  <a:pt x="59202" y="30267"/>
                </a:cubicBezTo>
                <a:lnTo>
                  <a:pt x="59202" y="34214"/>
                </a:lnTo>
                <a:lnTo>
                  <a:pt x="56574" y="34214"/>
                </a:lnTo>
                <a:cubicBezTo>
                  <a:pt x="54402" y="34214"/>
                  <a:pt x="52634" y="35980"/>
                  <a:pt x="52634" y="38161"/>
                </a:cubicBezTo>
                <a:lnTo>
                  <a:pt x="52634" y="61841"/>
                </a:lnTo>
                <a:cubicBezTo>
                  <a:pt x="52634" y="64022"/>
                  <a:pt x="54402" y="65788"/>
                  <a:pt x="56574" y="65788"/>
                </a:cubicBezTo>
                <a:lnTo>
                  <a:pt x="59202" y="65788"/>
                </a:lnTo>
                <a:lnTo>
                  <a:pt x="59202" y="69734"/>
                </a:lnTo>
                <a:cubicBezTo>
                  <a:pt x="59202" y="70257"/>
                  <a:pt x="59303" y="70777"/>
                  <a:pt x="59492" y="71261"/>
                </a:cubicBezTo>
                <a:cubicBezTo>
                  <a:pt x="59682" y="71748"/>
                  <a:pt x="59973" y="72188"/>
                  <a:pt x="60339" y="72561"/>
                </a:cubicBezTo>
                <a:cubicBezTo>
                  <a:pt x="60718" y="72933"/>
                  <a:pt x="61147" y="73229"/>
                  <a:pt x="61627" y="73431"/>
                </a:cubicBezTo>
                <a:cubicBezTo>
                  <a:pt x="62120" y="73633"/>
                  <a:pt x="62638" y="73737"/>
                  <a:pt x="63155" y="73737"/>
                </a:cubicBezTo>
                <a:cubicBezTo>
                  <a:pt x="63673" y="73737"/>
                  <a:pt x="64191" y="73633"/>
                  <a:pt x="64684" y="73431"/>
                </a:cubicBezTo>
                <a:cubicBezTo>
                  <a:pt x="65164" y="73229"/>
                  <a:pt x="65593" y="72933"/>
                  <a:pt x="65972" y="72561"/>
                </a:cubicBezTo>
                <a:cubicBezTo>
                  <a:pt x="66338" y="72188"/>
                  <a:pt x="66629" y="71748"/>
                  <a:pt x="66818" y="71261"/>
                </a:cubicBezTo>
                <a:cubicBezTo>
                  <a:pt x="67008" y="70777"/>
                  <a:pt x="67109" y="70257"/>
                  <a:pt x="67096" y="69734"/>
                </a:cubicBezTo>
                <a:lnTo>
                  <a:pt x="67096" y="65788"/>
                </a:lnTo>
                <a:lnTo>
                  <a:pt x="69736" y="65788"/>
                </a:lnTo>
                <a:cubicBezTo>
                  <a:pt x="71908" y="65788"/>
                  <a:pt x="73677" y="64022"/>
                  <a:pt x="73677" y="61841"/>
                </a:cubicBezTo>
                <a:lnTo>
                  <a:pt x="73677" y="38161"/>
                </a:lnTo>
                <a:cubicBezTo>
                  <a:pt x="73677" y="35980"/>
                  <a:pt x="71908" y="34214"/>
                  <a:pt x="69736" y="34214"/>
                </a:cubicBezTo>
                <a:lnTo>
                  <a:pt x="67096" y="34214"/>
                </a:lnTo>
                <a:lnTo>
                  <a:pt x="67096" y="30267"/>
                </a:lnTo>
                <a:cubicBezTo>
                  <a:pt x="67109" y="29739"/>
                  <a:pt x="67008" y="29215"/>
                  <a:pt x="66818" y="28725"/>
                </a:cubicBezTo>
                <a:cubicBezTo>
                  <a:pt x="66616" y="28235"/>
                  <a:pt x="66313" y="27791"/>
                  <a:pt x="65947" y="27419"/>
                </a:cubicBezTo>
                <a:cubicBezTo>
                  <a:pt x="65567" y="27044"/>
                  <a:pt x="65126" y="26750"/>
                  <a:pt x="64633" y="26552"/>
                </a:cubicBezTo>
                <a:cubicBezTo>
                  <a:pt x="64140" y="26354"/>
                  <a:pt x="63623" y="26257"/>
                  <a:pt x="63092" y="26264"/>
                </a:cubicBezTo>
                <a:close/>
                <a:moveTo>
                  <a:pt x="10458" y="47313"/>
                </a:moveTo>
                <a:cubicBezTo>
                  <a:pt x="9423" y="47330"/>
                  <a:pt x="8425" y="47761"/>
                  <a:pt x="7692" y="48511"/>
                </a:cubicBezTo>
                <a:cubicBezTo>
                  <a:pt x="6959" y="49261"/>
                  <a:pt x="6568" y="50270"/>
                  <a:pt x="6581" y="51316"/>
                </a:cubicBezTo>
                <a:lnTo>
                  <a:pt x="6581" y="55262"/>
                </a:lnTo>
                <a:lnTo>
                  <a:pt x="3941" y="55262"/>
                </a:lnTo>
                <a:cubicBezTo>
                  <a:pt x="1768" y="55262"/>
                  <a:pt x="0" y="57028"/>
                  <a:pt x="0" y="59209"/>
                </a:cubicBezTo>
                <a:lnTo>
                  <a:pt x="0" y="82889"/>
                </a:lnTo>
                <a:cubicBezTo>
                  <a:pt x="0" y="85071"/>
                  <a:pt x="1768" y="86836"/>
                  <a:pt x="3941" y="86836"/>
                </a:cubicBezTo>
                <a:lnTo>
                  <a:pt x="6581" y="86836"/>
                </a:lnTo>
                <a:lnTo>
                  <a:pt x="6581" y="90783"/>
                </a:lnTo>
                <a:cubicBezTo>
                  <a:pt x="6568" y="91307"/>
                  <a:pt x="6669" y="91826"/>
                  <a:pt x="6858" y="92310"/>
                </a:cubicBezTo>
                <a:cubicBezTo>
                  <a:pt x="7061" y="92795"/>
                  <a:pt x="7351" y="93238"/>
                  <a:pt x="7717" y="93610"/>
                </a:cubicBezTo>
                <a:cubicBezTo>
                  <a:pt x="8083" y="93983"/>
                  <a:pt x="8526" y="94279"/>
                  <a:pt x="9006" y="94480"/>
                </a:cubicBezTo>
                <a:cubicBezTo>
                  <a:pt x="9486" y="94682"/>
                  <a:pt x="10003" y="94786"/>
                  <a:pt x="10522" y="94786"/>
                </a:cubicBezTo>
                <a:cubicBezTo>
                  <a:pt x="11052" y="94786"/>
                  <a:pt x="11570" y="94682"/>
                  <a:pt x="12050" y="94480"/>
                </a:cubicBezTo>
                <a:cubicBezTo>
                  <a:pt x="12530" y="94279"/>
                  <a:pt x="12972" y="93983"/>
                  <a:pt x="13338" y="93610"/>
                </a:cubicBezTo>
                <a:cubicBezTo>
                  <a:pt x="13705" y="93238"/>
                  <a:pt x="13995" y="92795"/>
                  <a:pt x="14185" y="92310"/>
                </a:cubicBezTo>
                <a:cubicBezTo>
                  <a:pt x="14387" y="91826"/>
                  <a:pt x="14475" y="91307"/>
                  <a:pt x="14475" y="90783"/>
                </a:cubicBezTo>
                <a:lnTo>
                  <a:pt x="14475" y="86836"/>
                </a:lnTo>
                <a:lnTo>
                  <a:pt x="17102" y="86836"/>
                </a:lnTo>
                <a:cubicBezTo>
                  <a:pt x="19288" y="86836"/>
                  <a:pt x="21056" y="85071"/>
                  <a:pt x="21056" y="82889"/>
                </a:cubicBezTo>
                <a:lnTo>
                  <a:pt x="21056" y="59209"/>
                </a:lnTo>
                <a:cubicBezTo>
                  <a:pt x="21056" y="57028"/>
                  <a:pt x="19288" y="55262"/>
                  <a:pt x="17102" y="55262"/>
                </a:cubicBezTo>
                <a:lnTo>
                  <a:pt x="14475" y="55262"/>
                </a:lnTo>
                <a:lnTo>
                  <a:pt x="14475" y="51316"/>
                </a:lnTo>
                <a:cubicBezTo>
                  <a:pt x="14475" y="50788"/>
                  <a:pt x="14387" y="50264"/>
                  <a:pt x="14185" y="49774"/>
                </a:cubicBezTo>
                <a:cubicBezTo>
                  <a:pt x="13983" y="49285"/>
                  <a:pt x="13692" y="48840"/>
                  <a:pt x="13313" y="48466"/>
                </a:cubicBezTo>
                <a:cubicBezTo>
                  <a:pt x="12947" y="48094"/>
                  <a:pt x="12492" y="47799"/>
                  <a:pt x="12012" y="47601"/>
                </a:cubicBezTo>
                <a:cubicBezTo>
                  <a:pt x="11519" y="47403"/>
                  <a:pt x="10989" y="47304"/>
                  <a:pt x="10458" y="4731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3" name="Белый — SVG 13">
            <a:extLst>
              <a:ext uri="{FF2B5EF4-FFF2-40B4-BE49-F238E27FC236}">
                <a16:creationId xmlns:a16="http://schemas.microsoft.com/office/drawing/2014/main" id="{7CD04B61-6DF7-674C-B907-0E2CCDFB52A8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70890 w 141777"/>
              <a:gd name="csY0" fmla="*/ 0 h 134649"/>
              <a:gd name="csX1" fmla="*/ 56711 w 141777"/>
              <a:gd name="csY1" fmla="*/ 14175 h 134649"/>
              <a:gd name="csX2" fmla="*/ 56711 w 141777"/>
              <a:gd name="csY2" fmla="*/ 124018 h 134649"/>
              <a:gd name="csX3" fmla="*/ 53146 w 141777"/>
              <a:gd name="csY3" fmla="*/ 124018 h 134649"/>
              <a:gd name="csX4" fmla="*/ 42568 w 141777"/>
              <a:gd name="csY4" fmla="*/ 124018 h 134649"/>
              <a:gd name="csX5" fmla="*/ 39003 w 141777"/>
              <a:gd name="csY5" fmla="*/ 124018 h 134649"/>
              <a:gd name="csX6" fmla="*/ 39017 w 141777"/>
              <a:gd name="csY6" fmla="*/ 46064 h 134649"/>
              <a:gd name="csX7" fmla="*/ 24846 w 141777"/>
              <a:gd name="csY7" fmla="*/ 31896 h 134649"/>
              <a:gd name="csX8" fmla="*/ 10674 w 141777"/>
              <a:gd name="csY8" fmla="*/ 46064 h 134649"/>
              <a:gd name="csX9" fmla="*/ 10661 w 141777"/>
              <a:gd name="csY9" fmla="*/ 124018 h 134649"/>
              <a:gd name="csX10" fmla="*/ 7090 w 141777"/>
              <a:gd name="csY10" fmla="*/ 124018 h 134649"/>
              <a:gd name="csX11" fmla="*/ 5317 w 141777"/>
              <a:gd name="csY11" fmla="*/ 124018 h 134649"/>
              <a:gd name="csX12" fmla="*/ 0 w 141777"/>
              <a:gd name="csY12" fmla="*/ 129334 h 134649"/>
              <a:gd name="csX13" fmla="*/ 5317 w 141777"/>
              <a:gd name="csY13" fmla="*/ 134650 h 134649"/>
              <a:gd name="csX14" fmla="*/ 136461 w 141777"/>
              <a:gd name="csY14" fmla="*/ 134650 h 134649"/>
              <a:gd name="csX15" fmla="*/ 141778 w 141777"/>
              <a:gd name="csY15" fmla="*/ 129334 h 134649"/>
              <a:gd name="csX16" fmla="*/ 136461 w 141777"/>
              <a:gd name="csY16" fmla="*/ 124018 h 134649"/>
              <a:gd name="csX17" fmla="*/ 134690 w 141777"/>
              <a:gd name="csY17" fmla="*/ 124018 h 134649"/>
              <a:gd name="csX18" fmla="*/ 131124 w 141777"/>
              <a:gd name="csY18" fmla="*/ 124018 h 134649"/>
              <a:gd name="csX19" fmla="*/ 131124 w 141777"/>
              <a:gd name="csY19" fmla="*/ 74403 h 134649"/>
              <a:gd name="csX20" fmla="*/ 116947 w 141777"/>
              <a:gd name="csY20" fmla="*/ 60226 h 134649"/>
              <a:gd name="csX21" fmla="*/ 102768 w 141777"/>
              <a:gd name="csY21" fmla="*/ 74403 h 134649"/>
              <a:gd name="csX22" fmla="*/ 102768 w 141777"/>
              <a:gd name="csY22" fmla="*/ 124018 h 134649"/>
              <a:gd name="csX23" fmla="*/ 99210 w 141777"/>
              <a:gd name="csY23" fmla="*/ 124018 h 134649"/>
              <a:gd name="csX24" fmla="*/ 88633 w 141777"/>
              <a:gd name="csY24" fmla="*/ 124018 h 134649"/>
              <a:gd name="csX25" fmla="*/ 85067 w 141777"/>
              <a:gd name="csY25" fmla="*/ 124018 h 134649"/>
              <a:gd name="csX26" fmla="*/ 85067 w 141777"/>
              <a:gd name="csY26" fmla="*/ 14175 h 134649"/>
              <a:gd name="csX27" fmla="*/ 70890 w 141777"/>
              <a:gd name="csY27" fmla="*/ 0 h 134649"/>
            </a:gdLst>
            <a:ahLst/>
            <a:cxnLst/>
            <a:rect l="l" t="t" r="r" b="b"/>
            <a:pathLst>
              <a:path w="100000" h="100000">
                <a:moveTo>
                  <a:pt x="50001" y="2514"/>
                </a:moveTo>
                <a:cubicBezTo>
                  <a:pt x="44485" y="2514"/>
                  <a:pt x="40000" y="6998"/>
                  <a:pt x="40000" y="12512"/>
                </a:cubicBezTo>
                <a:lnTo>
                  <a:pt x="40000" y="89988"/>
                </a:lnTo>
                <a:lnTo>
                  <a:pt x="37486" y="89988"/>
                </a:lnTo>
                <a:lnTo>
                  <a:pt x="30025" y="89988"/>
                </a:lnTo>
                <a:lnTo>
                  <a:pt x="27510" y="89988"/>
                </a:lnTo>
                <a:lnTo>
                  <a:pt x="27520" y="35004"/>
                </a:lnTo>
                <a:cubicBezTo>
                  <a:pt x="27520" y="29494"/>
                  <a:pt x="23034" y="25011"/>
                  <a:pt x="17525" y="25011"/>
                </a:cubicBezTo>
                <a:cubicBezTo>
                  <a:pt x="12015" y="25011"/>
                  <a:pt x="7529" y="29494"/>
                  <a:pt x="7529" y="35004"/>
                </a:cubicBezTo>
                <a:lnTo>
                  <a:pt x="7520" y="89988"/>
                </a:lnTo>
                <a:lnTo>
                  <a:pt x="5001" y="89988"/>
                </a:lnTo>
                <a:lnTo>
                  <a:pt x="3750" y="89988"/>
                </a:lnTo>
                <a:cubicBezTo>
                  <a:pt x="1677" y="89988"/>
                  <a:pt x="0" y="91667"/>
                  <a:pt x="0" y="93737"/>
                </a:cubicBezTo>
                <a:cubicBezTo>
                  <a:pt x="0" y="95807"/>
                  <a:pt x="1677" y="97487"/>
                  <a:pt x="3750" y="97487"/>
                </a:cubicBezTo>
                <a:lnTo>
                  <a:pt x="96250" y="97487"/>
                </a:lnTo>
                <a:cubicBezTo>
                  <a:pt x="98323" y="97487"/>
                  <a:pt x="100001" y="95807"/>
                  <a:pt x="100001" y="93737"/>
                </a:cubicBezTo>
                <a:cubicBezTo>
                  <a:pt x="100001" y="91667"/>
                  <a:pt x="98323" y="89988"/>
                  <a:pt x="96250" y="89988"/>
                </a:cubicBezTo>
                <a:lnTo>
                  <a:pt x="95001" y="89988"/>
                </a:lnTo>
                <a:lnTo>
                  <a:pt x="92486" y="89988"/>
                </a:lnTo>
                <a:lnTo>
                  <a:pt x="92486" y="54993"/>
                </a:lnTo>
                <a:cubicBezTo>
                  <a:pt x="92486" y="49478"/>
                  <a:pt x="88002" y="44993"/>
                  <a:pt x="82487" y="44993"/>
                </a:cubicBezTo>
                <a:cubicBezTo>
                  <a:pt x="76971" y="44993"/>
                  <a:pt x="72486" y="49478"/>
                  <a:pt x="72486" y="54993"/>
                </a:cubicBezTo>
                <a:lnTo>
                  <a:pt x="72486" y="89988"/>
                </a:lnTo>
                <a:lnTo>
                  <a:pt x="69976" y="89988"/>
                </a:lnTo>
                <a:lnTo>
                  <a:pt x="62516" y="89988"/>
                </a:lnTo>
                <a:lnTo>
                  <a:pt x="60001" y="89988"/>
                </a:lnTo>
                <a:lnTo>
                  <a:pt x="60001" y="12512"/>
                </a:lnTo>
                <a:cubicBezTo>
                  <a:pt x="60001" y="6998"/>
                  <a:pt x="55515" y="2514"/>
                  <a:pt x="50001" y="251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4" name="Белый — SVG 14">
            <a:extLst>
              <a:ext uri="{FF2B5EF4-FFF2-40B4-BE49-F238E27FC236}">
                <a16:creationId xmlns:a16="http://schemas.microsoft.com/office/drawing/2014/main" id="{6B82AEC3-962A-704E-9E40-28BD38E40BE0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5241 w 117035"/>
              <a:gd name="csY0" fmla="*/ 1 h 117028"/>
              <a:gd name="csX1" fmla="*/ 1497 w 117035"/>
              <a:gd name="csY1" fmla="*/ 1615 h 117028"/>
              <a:gd name="csX2" fmla="*/ 0 w 117035"/>
              <a:gd name="csY2" fmla="*/ 5393 h 117028"/>
              <a:gd name="csX3" fmla="*/ 0 w 117035"/>
              <a:gd name="csY3" fmla="*/ 111712 h 117028"/>
              <a:gd name="csX4" fmla="*/ 1565 w 117035"/>
              <a:gd name="csY4" fmla="*/ 115472 h 117028"/>
              <a:gd name="csX5" fmla="*/ 5325 w 117035"/>
              <a:gd name="csY5" fmla="*/ 117028 h 117028"/>
              <a:gd name="csX6" fmla="*/ 111659 w 117035"/>
              <a:gd name="csY6" fmla="*/ 117028 h 117028"/>
              <a:gd name="csX7" fmla="*/ 113701 w 117035"/>
              <a:gd name="csY7" fmla="*/ 116646 h 117028"/>
              <a:gd name="csX8" fmla="*/ 115454 w 117035"/>
              <a:gd name="csY8" fmla="*/ 115499 h 117028"/>
              <a:gd name="csX9" fmla="*/ 116627 w 117035"/>
              <a:gd name="csY9" fmla="*/ 113764 h 117028"/>
              <a:gd name="csX10" fmla="*/ 117036 w 117035"/>
              <a:gd name="csY10" fmla="*/ 111712 h 117028"/>
              <a:gd name="csX11" fmla="*/ 116627 w 117035"/>
              <a:gd name="csY11" fmla="*/ 109661 h 117028"/>
              <a:gd name="csX12" fmla="*/ 115454 w 117035"/>
              <a:gd name="csY12" fmla="*/ 107928 h 117028"/>
              <a:gd name="csX13" fmla="*/ 113701 w 117035"/>
              <a:gd name="csY13" fmla="*/ 106779 h 117028"/>
              <a:gd name="csX14" fmla="*/ 111659 w 117035"/>
              <a:gd name="csY14" fmla="*/ 106397 h 117028"/>
              <a:gd name="csX15" fmla="*/ 95701 w 117035"/>
              <a:gd name="csY15" fmla="*/ 106397 h 117028"/>
              <a:gd name="csX16" fmla="*/ 95701 w 117035"/>
              <a:gd name="csY16" fmla="*/ 46148 h 117028"/>
              <a:gd name="csX17" fmla="*/ 92162 w 117035"/>
              <a:gd name="csY17" fmla="*/ 42605 h 117028"/>
              <a:gd name="csX18" fmla="*/ 81529 w 117035"/>
              <a:gd name="csY18" fmla="*/ 42605 h 117028"/>
              <a:gd name="csX19" fmla="*/ 77973 w 117035"/>
              <a:gd name="csY19" fmla="*/ 46148 h 117028"/>
              <a:gd name="csX20" fmla="*/ 77973 w 117035"/>
              <a:gd name="csY20" fmla="*/ 106397 h 117028"/>
              <a:gd name="csX21" fmla="*/ 67340 w 117035"/>
              <a:gd name="csY21" fmla="*/ 106397 h 117028"/>
              <a:gd name="csX22" fmla="*/ 67340 w 117035"/>
              <a:gd name="csY22" fmla="*/ 24884 h 117028"/>
              <a:gd name="csX23" fmla="*/ 63801 w 117035"/>
              <a:gd name="csY23" fmla="*/ 21341 h 117028"/>
              <a:gd name="csX24" fmla="*/ 53167 w 117035"/>
              <a:gd name="csY24" fmla="*/ 21341 h 117028"/>
              <a:gd name="csX25" fmla="*/ 49628 w 117035"/>
              <a:gd name="csY25" fmla="*/ 24884 h 117028"/>
              <a:gd name="csX26" fmla="*/ 49628 w 117035"/>
              <a:gd name="csY26" fmla="*/ 106397 h 117028"/>
              <a:gd name="csX27" fmla="*/ 38995 w 117035"/>
              <a:gd name="csY27" fmla="*/ 106397 h 117028"/>
              <a:gd name="csX28" fmla="*/ 38995 w 117035"/>
              <a:gd name="csY28" fmla="*/ 67412 h 117028"/>
              <a:gd name="csX29" fmla="*/ 35439 w 117035"/>
              <a:gd name="csY29" fmla="*/ 63869 h 117028"/>
              <a:gd name="csX30" fmla="*/ 24806 w 117035"/>
              <a:gd name="csY30" fmla="*/ 63869 h 117028"/>
              <a:gd name="csX31" fmla="*/ 21267 w 117035"/>
              <a:gd name="csY31" fmla="*/ 67412 h 117028"/>
              <a:gd name="csX32" fmla="*/ 21267 w 117035"/>
              <a:gd name="csY32" fmla="*/ 106397 h 117028"/>
              <a:gd name="csX33" fmla="*/ 10634 w 117035"/>
              <a:gd name="csY33" fmla="*/ 106397 h 117028"/>
              <a:gd name="csX34" fmla="*/ 10634 w 117035"/>
              <a:gd name="csY34" fmla="*/ 5393 h 117028"/>
              <a:gd name="csX35" fmla="*/ 10242 w 117035"/>
              <a:gd name="csY35" fmla="*/ 3316 h 117028"/>
              <a:gd name="csX36" fmla="*/ 9069 w 117035"/>
              <a:gd name="csY36" fmla="*/ 1555 h 117028"/>
              <a:gd name="csX37" fmla="*/ 7316 w 117035"/>
              <a:gd name="csY37" fmla="*/ 388 h 117028"/>
              <a:gd name="csX38" fmla="*/ 5241 w 117035"/>
              <a:gd name="csY38" fmla="*/ 1 h 117028"/>
              <a:gd name="csX39" fmla="*/ 26592 w 117035"/>
              <a:gd name="csY39" fmla="*/ 77 h 117028"/>
              <a:gd name="csX40" fmla="*/ 22832 w 117035"/>
              <a:gd name="csY40" fmla="*/ 1634 h 117028"/>
              <a:gd name="csX41" fmla="*/ 21267 w 117035"/>
              <a:gd name="csY41" fmla="*/ 5393 h 117028"/>
              <a:gd name="csX42" fmla="*/ 22832 w 117035"/>
              <a:gd name="csY42" fmla="*/ 9153 h 117028"/>
              <a:gd name="csX43" fmla="*/ 26592 w 117035"/>
              <a:gd name="csY43" fmla="*/ 10709 h 117028"/>
              <a:gd name="csX44" fmla="*/ 30352 w 117035"/>
              <a:gd name="csY44" fmla="*/ 9153 h 117028"/>
              <a:gd name="csX45" fmla="*/ 31901 w 117035"/>
              <a:gd name="csY45" fmla="*/ 5393 h 117028"/>
              <a:gd name="csX46" fmla="*/ 30352 w 117035"/>
              <a:gd name="csY46" fmla="*/ 1634 h 117028"/>
              <a:gd name="csX47" fmla="*/ 26592 w 117035"/>
              <a:gd name="csY47" fmla="*/ 77 h 117028"/>
              <a:gd name="csX48" fmla="*/ 47859 w 117035"/>
              <a:gd name="csY48" fmla="*/ 77 h 117028"/>
              <a:gd name="csX49" fmla="*/ 44099 w 117035"/>
              <a:gd name="csY49" fmla="*/ 1634 h 117028"/>
              <a:gd name="csX50" fmla="*/ 42534 w 117035"/>
              <a:gd name="csY50" fmla="*/ 5393 h 117028"/>
              <a:gd name="csX51" fmla="*/ 44099 w 117035"/>
              <a:gd name="csY51" fmla="*/ 9153 h 117028"/>
              <a:gd name="csX52" fmla="*/ 47859 w 117035"/>
              <a:gd name="csY52" fmla="*/ 10709 h 117028"/>
              <a:gd name="csX53" fmla="*/ 51619 w 117035"/>
              <a:gd name="csY53" fmla="*/ 9153 h 117028"/>
              <a:gd name="csX54" fmla="*/ 53167 w 117035"/>
              <a:gd name="csY54" fmla="*/ 5393 h 117028"/>
              <a:gd name="csX55" fmla="*/ 51619 w 117035"/>
              <a:gd name="csY55" fmla="*/ 1634 h 117028"/>
              <a:gd name="csX56" fmla="*/ 47859 w 117035"/>
              <a:gd name="csY56" fmla="*/ 77 h 117028"/>
              <a:gd name="csX57" fmla="*/ 69126 w 117035"/>
              <a:gd name="csY57" fmla="*/ 77 h 117028"/>
              <a:gd name="csX58" fmla="*/ 65366 w 117035"/>
              <a:gd name="csY58" fmla="*/ 1634 h 117028"/>
              <a:gd name="csX59" fmla="*/ 63801 w 117035"/>
              <a:gd name="csY59" fmla="*/ 5393 h 117028"/>
              <a:gd name="csX60" fmla="*/ 65366 w 117035"/>
              <a:gd name="csY60" fmla="*/ 9153 h 117028"/>
              <a:gd name="csX61" fmla="*/ 69126 w 117035"/>
              <a:gd name="csY61" fmla="*/ 10709 h 117028"/>
              <a:gd name="csX62" fmla="*/ 72886 w 117035"/>
              <a:gd name="csY62" fmla="*/ 9153 h 117028"/>
              <a:gd name="csX63" fmla="*/ 74434 w 117035"/>
              <a:gd name="csY63" fmla="*/ 5393 h 117028"/>
              <a:gd name="csX64" fmla="*/ 72886 w 117035"/>
              <a:gd name="csY64" fmla="*/ 1634 h 117028"/>
              <a:gd name="csX65" fmla="*/ 69126 w 117035"/>
              <a:gd name="csY65" fmla="*/ 77 h 117028"/>
              <a:gd name="csX66" fmla="*/ 90392 w 117035"/>
              <a:gd name="csY66" fmla="*/ 77 h 117028"/>
              <a:gd name="csX67" fmla="*/ 86633 w 117035"/>
              <a:gd name="csY67" fmla="*/ 1634 h 117028"/>
              <a:gd name="csX68" fmla="*/ 85067 w 117035"/>
              <a:gd name="csY68" fmla="*/ 5393 h 117028"/>
              <a:gd name="csX69" fmla="*/ 86633 w 117035"/>
              <a:gd name="csY69" fmla="*/ 9153 h 117028"/>
              <a:gd name="csX70" fmla="*/ 90392 w 117035"/>
              <a:gd name="csY70" fmla="*/ 10709 h 117028"/>
              <a:gd name="csX71" fmla="*/ 94153 w 117035"/>
              <a:gd name="csY71" fmla="*/ 9153 h 117028"/>
              <a:gd name="csX72" fmla="*/ 95701 w 117035"/>
              <a:gd name="csY72" fmla="*/ 5393 h 117028"/>
              <a:gd name="csX73" fmla="*/ 94153 w 117035"/>
              <a:gd name="csY73" fmla="*/ 1634 h 117028"/>
              <a:gd name="csX74" fmla="*/ 90392 w 117035"/>
              <a:gd name="csY74" fmla="*/ 77 h 117028"/>
              <a:gd name="csX75" fmla="*/ 111659 w 117035"/>
              <a:gd name="csY75" fmla="*/ 77 h 117028"/>
              <a:gd name="csX76" fmla="*/ 107899 w 117035"/>
              <a:gd name="csY76" fmla="*/ 1634 h 117028"/>
              <a:gd name="csX77" fmla="*/ 106334 w 117035"/>
              <a:gd name="csY77" fmla="*/ 5393 h 117028"/>
              <a:gd name="csX78" fmla="*/ 107899 w 117035"/>
              <a:gd name="csY78" fmla="*/ 9153 h 117028"/>
              <a:gd name="csX79" fmla="*/ 111659 w 117035"/>
              <a:gd name="csY79" fmla="*/ 10709 h 117028"/>
              <a:gd name="csX80" fmla="*/ 115420 w 117035"/>
              <a:gd name="csY80" fmla="*/ 9153 h 117028"/>
              <a:gd name="csX81" fmla="*/ 116968 w 117035"/>
              <a:gd name="csY81" fmla="*/ 5393 h 117028"/>
              <a:gd name="csX82" fmla="*/ 115420 w 117035"/>
              <a:gd name="csY82" fmla="*/ 1634 h 117028"/>
              <a:gd name="csX83" fmla="*/ 111659 w 117035"/>
              <a:gd name="csY83" fmla="*/ 77 h 117028"/>
              <a:gd name="csX84" fmla="*/ 26592 w 117035"/>
              <a:gd name="csY84" fmla="*/ 21341 h 117028"/>
              <a:gd name="csX85" fmla="*/ 22832 w 117035"/>
              <a:gd name="csY85" fmla="*/ 22898 h 117028"/>
              <a:gd name="csX86" fmla="*/ 21267 w 117035"/>
              <a:gd name="csY86" fmla="*/ 26657 h 117028"/>
              <a:gd name="csX87" fmla="*/ 22832 w 117035"/>
              <a:gd name="csY87" fmla="*/ 30416 h 117028"/>
              <a:gd name="csX88" fmla="*/ 26592 w 117035"/>
              <a:gd name="csY88" fmla="*/ 31973 h 117028"/>
              <a:gd name="csX89" fmla="*/ 30352 w 117035"/>
              <a:gd name="csY89" fmla="*/ 30416 h 117028"/>
              <a:gd name="csX90" fmla="*/ 31901 w 117035"/>
              <a:gd name="csY90" fmla="*/ 26657 h 117028"/>
              <a:gd name="csX91" fmla="*/ 30352 w 117035"/>
              <a:gd name="csY91" fmla="*/ 22898 h 117028"/>
              <a:gd name="csX92" fmla="*/ 26592 w 117035"/>
              <a:gd name="csY92" fmla="*/ 21341 h 117028"/>
              <a:gd name="csX93" fmla="*/ 90392 w 117035"/>
              <a:gd name="csY93" fmla="*/ 21341 h 117028"/>
              <a:gd name="csX94" fmla="*/ 86633 w 117035"/>
              <a:gd name="csY94" fmla="*/ 22898 h 117028"/>
              <a:gd name="csX95" fmla="*/ 85067 w 117035"/>
              <a:gd name="csY95" fmla="*/ 26657 h 117028"/>
              <a:gd name="csX96" fmla="*/ 86633 w 117035"/>
              <a:gd name="csY96" fmla="*/ 30416 h 117028"/>
              <a:gd name="csX97" fmla="*/ 90392 w 117035"/>
              <a:gd name="csY97" fmla="*/ 31973 h 117028"/>
              <a:gd name="csX98" fmla="*/ 94153 w 117035"/>
              <a:gd name="csY98" fmla="*/ 30416 h 117028"/>
              <a:gd name="csX99" fmla="*/ 95701 w 117035"/>
              <a:gd name="csY99" fmla="*/ 26657 h 117028"/>
              <a:gd name="csX100" fmla="*/ 94153 w 117035"/>
              <a:gd name="csY100" fmla="*/ 22898 h 117028"/>
              <a:gd name="csX101" fmla="*/ 90392 w 117035"/>
              <a:gd name="csY101" fmla="*/ 21341 h 117028"/>
              <a:gd name="csX102" fmla="*/ 111659 w 117035"/>
              <a:gd name="csY102" fmla="*/ 21341 h 117028"/>
              <a:gd name="csX103" fmla="*/ 107899 w 117035"/>
              <a:gd name="csY103" fmla="*/ 22898 h 117028"/>
              <a:gd name="csX104" fmla="*/ 106334 w 117035"/>
              <a:gd name="csY104" fmla="*/ 26657 h 117028"/>
              <a:gd name="csX105" fmla="*/ 107899 w 117035"/>
              <a:gd name="csY105" fmla="*/ 30416 h 117028"/>
              <a:gd name="csX106" fmla="*/ 111659 w 117035"/>
              <a:gd name="csY106" fmla="*/ 31973 h 117028"/>
              <a:gd name="csX107" fmla="*/ 115420 w 117035"/>
              <a:gd name="csY107" fmla="*/ 30416 h 117028"/>
              <a:gd name="csX108" fmla="*/ 116968 w 117035"/>
              <a:gd name="csY108" fmla="*/ 26657 h 117028"/>
              <a:gd name="csX109" fmla="*/ 115420 w 117035"/>
              <a:gd name="csY109" fmla="*/ 22898 h 117028"/>
              <a:gd name="csX110" fmla="*/ 111659 w 117035"/>
              <a:gd name="csY110" fmla="*/ 21341 h 117028"/>
              <a:gd name="csX111" fmla="*/ 26592 w 117035"/>
              <a:gd name="csY111" fmla="*/ 42605 h 117028"/>
              <a:gd name="csX112" fmla="*/ 22832 w 117035"/>
              <a:gd name="csY112" fmla="*/ 44161 h 117028"/>
              <a:gd name="csX113" fmla="*/ 21267 w 117035"/>
              <a:gd name="csY113" fmla="*/ 47921 h 117028"/>
              <a:gd name="csX114" fmla="*/ 22832 w 117035"/>
              <a:gd name="csY114" fmla="*/ 51680 h 117028"/>
              <a:gd name="csX115" fmla="*/ 26592 w 117035"/>
              <a:gd name="csY115" fmla="*/ 53237 h 117028"/>
              <a:gd name="csX116" fmla="*/ 30352 w 117035"/>
              <a:gd name="csY116" fmla="*/ 51680 h 117028"/>
              <a:gd name="csX117" fmla="*/ 31901 w 117035"/>
              <a:gd name="csY117" fmla="*/ 47921 h 117028"/>
              <a:gd name="csX118" fmla="*/ 30352 w 117035"/>
              <a:gd name="csY118" fmla="*/ 44161 h 117028"/>
              <a:gd name="csX119" fmla="*/ 26592 w 117035"/>
              <a:gd name="csY119" fmla="*/ 42605 h 117028"/>
              <a:gd name="csX120" fmla="*/ 111659 w 117035"/>
              <a:gd name="csY120" fmla="*/ 42605 h 117028"/>
              <a:gd name="csX121" fmla="*/ 107899 w 117035"/>
              <a:gd name="csY121" fmla="*/ 44161 h 117028"/>
              <a:gd name="csX122" fmla="*/ 106334 w 117035"/>
              <a:gd name="csY122" fmla="*/ 47921 h 117028"/>
              <a:gd name="csX123" fmla="*/ 107899 w 117035"/>
              <a:gd name="csY123" fmla="*/ 51680 h 117028"/>
              <a:gd name="csX124" fmla="*/ 111659 w 117035"/>
              <a:gd name="csY124" fmla="*/ 53237 h 117028"/>
              <a:gd name="csX125" fmla="*/ 115420 w 117035"/>
              <a:gd name="csY125" fmla="*/ 51680 h 117028"/>
              <a:gd name="csX126" fmla="*/ 116968 w 117035"/>
              <a:gd name="csY126" fmla="*/ 47921 h 117028"/>
              <a:gd name="csX127" fmla="*/ 115420 w 117035"/>
              <a:gd name="csY127" fmla="*/ 44161 h 117028"/>
              <a:gd name="csX128" fmla="*/ 111659 w 117035"/>
              <a:gd name="csY128" fmla="*/ 42605 h 117028"/>
              <a:gd name="csX129" fmla="*/ 111659 w 117035"/>
              <a:gd name="csY129" fmla="*/ 63869 h 117028"/>
              <a:gd name="csX130" fmla="*/ 107899 w 117035"/>
              <a:gd name="csY130" fmla="*/ 65425 h 117028"/>
              <a:gd name="csX131" fmla="*/ 106334 w 117035"/>
              <a:gd name="csY131" fmla="*/ 69185 h 117028"/>
              <a:gd name="csX132" fmla="*/ 107899 w 117035"/>
              <a:gd name="csY132" fmla="*/ 72944 h 117028"/>
              <a:gd name="csX133" fmla="*/ 111659 w 117035"/>
              <a:gd name="csY133" fmla="*/ 74501 h 117028"/>
              <a:gd name="csX134" fmla="*/ 115420 w 117035"/>
              <a:gd name="csY134" fmla="*/ 72944 h 117028"/>
              <a:gd name="csX135" fmla="*/ 116968 w 117035"/>
              <a:gd name="csY135" fmla="*/ 69185 h 117028"/>
              <a:gd name="csX136" fmla="*/ 115420 w 117035"/>
              <a:gd name="csY136" fmla="*/ 65425 h 117028"/>
              <a:gd name="csX137" fmla="*/ 111659 w 117035"/>
              <a:gd name="csY137" fmla="*/ 63869 h 117028"/>
              <a:gd name="csX138" fmla="*/ 111659 w 117035"/>
              <a:gd name="csY138" fmla="*/ 85133 h 117028"/>
              <a:gd name="csX139" fmla="*/ 107899 w 117035"/>
              <a:gd name="csY139" fmla="*/ 86689 h 117028"/>
              <a:gd name="csX140" fmla="*/ 106334 w 117035"/>
              <a:gd name="csY140" fmla="*/ 90449 h 117028"/>
              <a:gd name="csX141" fmla="*/ 107899 w 117035"/>
              <a:gd name="csY141" fmla="*/ 94208 h 117028"/>
              <a:gd name="csX142" fmla="*/ 111659 w 117035"/>
              <a:gd name="csY142" fmla="*/ 95765 h 117028"/>
              <a:gd name="csX143" fmla="*/ 115420 w 117035"/>
              <a:gd name="csY143" fmla="*/ 94208 h 117028"/>
              <a:gd name="csX144" fmla="*/ 116968 w 117035"/>
              <a:gd name="csY144" fmla="*/ 90449 h 117028"/>
              <a:gd name="csX145" fmla="*/ 115420 w 117035"/>
              <a:gd name="csY145" fmla="*/ 86689 h 117028"/>
              <a:gd name="csX146" fmla="*/ 111659 w 117035"/>
              <a:gd name="csY146" fmla="*/ 85133 h 117028"/>
            </a:gdLst>
            <a:ahLst/>
            <a:cxnLst/>
            <a:rect l="l" t="t" r="r" b="b"/>
            <a:pathLst>
              <a:path w="100000" h="100000">
                <a:moveTo>
                  <a:pt x="4478" y="4"/>
                </a:moveTo>
                <a:cubicBezTo>
                  <a:pt x="3271" y="23"/>
                  <a:pt x="2122" y="518"/>
                  <a:pt x="1279" y="1383"/>
                </a:cubicBezTo>
                <a:cubicBezTo>
                  <a:pt x="451" y="2246"/>
                  <a:pt x="-15" y="3408"/>
                  <a:pt x="0" y="4611"/>
                </a:cubicBezTo>
                <a:lnTo>
                  <a:pt x="0" y="95455"/>
                </a:lnTo>
                <a:cubicBezTo>
                  <a:pt x="0" y="96660"/>
                  <a:pt x="480" y="97816"/>
                  <a:pt x="1337" y="98667"/>
                </a:cubicBezTo>
                <a:cubicBezTo>
                  <a:pt x="2181" y="99519"/>
                  <a:pt x="3344" y="99997"/>
                  <a:pt x="4550" y="99997"/>
                </a:cubicBezTo>
                <a:lnTo>
                  <a:pt x="95407" y="99997"/>
                </a:lnTo>
                <a:cubicBezTo>
                  <a:pt x="96003" y="100006"/>
                  <a:pt x="96598" y="99894"/>
                  <a:pt x="97151" y="99671"/>
                </a:cubicBezTo>
                <a:cubicBezTo>
                  <a:pt x="97718" y="99447"/>
                  <a:pt x="98227" y="99112"/>
                  <a:pt x="98649" y="98691"/>
                </a:cubicBezTo>
                <a:cubicBezTo>
                  <a:pt x="99085" y="98268"/>
                  <a:pt x="99419" y="97763"/>
                  <a:pt x="99651" y="97208"/>
                </a:cubicBezTo>
                <a:cubicBezTo>
                  <a:pt x="99884" y="96653"/>
                  <a:pt x="100001" y="96057"/>
                  <a:pt x="100001" y="95455"/>
                </a:cubicBezTo>
                <a:cubicBezTo>
                  <a:pt x="100001" y="94853"/>
                  <a:pt x="99884" y="94258"/>
                  <a:pt x="99651" y="93702"/>
                </a:cubicBezTo>
                <a:cubicBezTo>
                  <a:pt x="99419" y="93147"/>
                  <a:pt x="99085" y="92643"/>
                  <a:pt x="98649" y="92222"/>
                </a:cubicBezTo>
                <a:cubicBezTo>
                  <a:pt x="98227" y="91798"/>
                  <a:pt x="97718" y="91465"/>
                  <a:pt x="97151" y="91240"/>
                </a:cubicBezTo>
                <a:cubicBezTo>
                  <a:pt x="96598" y="91016"/>
                  <a:pt x="96003" y="90904"/>
                  <a:pt x="95407" y="90913"/>
                </a:cubicBezTo>
                <a:lnTo>
                  <a:pt x="81771" y="90913"/>
                </a:lnTo>
                <a:lnTo>
                  <a:pt x="81771" y="39434"/>
                </a:lnTo>
                <a:cubicBezTo>
                  <a:pt x="81771" y="37763"/>
                  <a:pt x="80420" y="36407"/>
                  <a:pt x="78747" y="36407"/>
                </a:cubicBezTo>
                <a:lnTo>
                  <a:pt x="69662" y="36407"/>
                </a:lnTo>
                <a:cubicBezTo>
                  <a:pt x="67990" y="36407"/>
                  <a:pt x="66624" y="37763"/>
                  <a:pt x="66624" y="39434"/>
                </a:cubicBezTo>
                <a:lnTo>
                  <a:pt x="66624" y="90913"/>
                </a:lnTo>
                <a:lnTo>
                  <a:pt x="57538" y="90913"/>
                </a:lnTo>
                <a:lnTo>
                  <a:pt x="57538" y="21265"/>
                </a:lnTo>
                <a:cubicBezTo>
                  <a:pt x="57538" y="19594"/>
                  <a:pt x="56186" y="18238"/>
                  <a:pt x="54514" y="18238"/>
                </a:cubicBezTo>
                <a:lnTo>
                  <a:pt x="45428" y="18238"/>
                </a:lnTo>
                <a:cubicBezTo>
                  <a:pt x="43757" y="18238"/>
                  <a:pt x="42404" y="19594"/>
                  <a:pt x="42404" y="21265"/>
                </a:cubicBezTo>
                <a:lnTo>
                  <a:pt x="42404" y="90913"/>
                </a:lnTo>
                <a:lnTo>
                  <a:pt x="33319" y="90913"/>
                </a:lnTo>
                <a:lnTo>
                  <a:pt x="33319" y="57603"/>
                </a:lnTo>
                <a:cubicBezTo>
                  <a:pt x="33319" y="55932"/>
                  <a:pt x="31953" y="54576"/>
                  <a:pt x="30281" y="54576"/>
                </a:cubicBezTo>
                <a:lnTo>
                  <a:pt x="21195" y="54576"/>
                </a:lnTo>
                <a:cubicBezTo>
                  <a:pt x="19523" y="54576"/>
                  <a:pt x="18171" y="55932"/>
                  <a:pt x="18171" y="57603"/>
                </a:cubicBezTo>
                <a:lnTo>
                  <a:pt x="18171" y="90913"/>
                </a:lnTo>
                <a:lnTo>
                  <a:pt x="9086" y="90913"/>
                </a:lnTo>
                <a:lnTo>
                  <a:pt x="9086" y="4611"/>
                </a:lnTo>
                <a:cubicBezTo>
                  <a:pt x="9101" y="4004"/>
                  <a:pt x="8984" y="3400"/>
                  <a:pt x="8751" y="2836"/>
                </a:cubicBezTo>
                <a:cubicBezTo>
                  <a:pt x="8519" y="2274"/>
                  <a:pt x="8185" y="1762"/>
                  <a:pt x="7749" y="1332"/>
                </a:cubicBezTo>
                <a:cubicBezTo>
                  <a:pt x="7327" y="902"/>
                  <a:pt x="6818" y="563"/>
                  <a:pt x="6251" y="335"/>
                </a:cubicBezTo>
                <a:cubicBezTo>
                  <a:pt x="5684" y="106"/>
                  <a:pt x="5074" y="-6"/>
                  <a:pt x="4478" y="4"/>
                </a:cubicBezTo>
                <a:close/>
                <a:moveTo>
                  <a:pt x="22721" y="69"/>
                </a:moveTo>
                <a:cubicBezTo>
                  <a:pt x="21515" y="69"/>
                  <a:pt x="20352" y="547"/>
                  <a:pt x="19509" y="1399"/>
                </a:cubicBezTo>
                <a:cubicBezTo>
                  <a:pt x="18652" y="2250"/>
                  <a:pt x="18171" y="3406"/>
                  <a:pt x="18171" y="4611"/>
                </a:cubicBezTo>
                <a:cubicBezTo>
                  <a:pt x="18171" y="5816"/>
                  <a:pt x="18652" y="6972"/>
                  <a:pt x="19509" y="7824"/>
                </a:cubicBezTo>
                <a:cubicBezTo>
                  <a:pt x="20352" y="8675"/>
                  <a:pt x="21515" y="9153"/>
                  <a:pt x="22721" y="9153"/>
                </a:cubicBezTo>
                <a:cubicBezTo>
                  <a:pt x="23913" y="9153"/>
                  <a:pt x="25077" y="8675"/>
                  <a:pt x="25934" y="7824"/>
                </a:cubicBezTo>
                <a:cubicBezTo>
                  <a:pt x="26777" y="6972"/>
                  <a:pt x="27258" y="5816"/>
                  <a:pt x="27258" y="4611"/>
                </a:cubicBezTo>
                <a:cubicBezTo>
                  <a:pt x="27258" y="3406"/>
                  <a:pt x="26777" y="2250"/>
                  <a:pt x="25934" y="1399"/>
                </a:cubicBezTo>
                <a:cubicBezTo>
                  <a:pt x="25077" y="547"/>
                  <a:pt x="23913" y="69"/>
                  <a:pt x="22721" y="69"/>
                </a:cubicBezTo>
                <a:close/>
                <a:moveTo>
                  <a:pt x="40893" y="69"/>
                </a:moveTo>
                <a:cubicBezTo>
                  <a:pt x="39686" y="69"/>
                  <a:pt x="38524" y="547"/>
                  <a:pt x="37680" y="1399"/>
                </a:cubicBezTo>
                <a:cubicBezTo>
                  <a:pt x="36822" y="2250"/>
                  <a:pt x="36343" y="3406"/>
                  <a:pt x="36343" y="4611"/>
                </a:cubicBezTo>
                <a:cubicBezTo>
                  <a:pt x="36343" y="5816"/>
                  <a:pt x="36822" y="6972"/>
                  <a:pt x="37680" y="7824"/>
                </a:cubicBezTo>
                <a:cubicBezTo>
                  <a:pt x="38524" y="8675"/>
                  <a:pt x="39686" y="9153"/>
                  <a:pt x="40893" y="9153"/>
                </a:cubicBezTo>
                <a:cubicBezTo>
                  <a:pt x="42085" y="9153"/>
                  <a:pt x="43248" y="8675"/>
                  <a:pt x="44106" y="7824"/>
                </a:cubicBezTo>
                <a:cubicBezTo>
                  <a:pt x="44949" y="6972"/>
                  <a:pt x="45428" y="5816"/>
                  <a:pt x="45428" y="4611"/>
                </a:cubicBezTo>
                <a:cubicBezTo>
                  <a:pt x="45428" y="3406"/>
                  <a:pt x="44949" y="2250"/>
                  <a:pt x="44106" y="1399"/>
                </a:cubicBezTo>
                <a:cubicBezTo>
                  <a:pt x="43248" y="547"/>
                  <a:pt x="42085" y="69"/>
                  <a:pt x="40893" y="69"/>
                </a:cubicBezTo>
                <a:close/>
                <a:moveTo>
                  <a:pt x="59064" y="69"/>
                </a:moveTo>
                <a:cubicBezTo>
                  <a:pt x="57858" y="69"/>
                  <a:pt x="56695" y="547"/>
                  <a:pt x="55852" y="1399"/>
                </a:cubicBezTo>
                <a:cubicBezTo>
                  <a:pt x="54994" y="2250"/>
                  <a:pt x="54514" y="3406"/>
                  <a:pt x="54514" y="4611"/>
                </a:cubicBezTo>
                <a:cubicBezTo>
                  <a:pt x="54514" y="5816"/>
                  <a:pt x="54994" y="6972"/>
                  <a:pt x="55852" y="7824"/>
                </a:cubicBezTo>
                <a:cubicBezTo>
                  <a:pt x="56695" y="8675"/>
                  <a:pt x="57858" y="9153"/>
                  <a:pt x="59064" y="9153"/>
                </a:cubicBezTo>
                <a:cubicBezTo>
                  <a:pt x="60256" y="9153"/>
                  <a:pt x="61419" y="8675"/>
                  <a:pt x="62277" y="7824"/>
                </a:cubicBezTo>
                <a:cubicBezTo>
                  <a:pt x="63120" y="6972"/>
                  <a:pt x="63600" y="5816"/>
                  <a:pt x="63600" y="4611"/>
                </a:cubicBezTo>
                <a:cubicBezTo>
                  <a:pt x="63600" y="3406"/>
                  <a:pt x="63120" y="2250"/>
                  <a:pt x="62277" y="1399"/>
                </a:cubicBezTo>
                <a:cubicBezTo>
                  <a:pt x="61419" y="547"/>
                  <a:pt x="60256" y="69"/>
                  <a:pt x="59064" y="69"/>
                </a:cubicBezTo>
                <a:close/>
                <a:moveTo>
                  <a:pt x="77235" y="69"/>
                </a:moveTo>
                <a:cubicBezTo>
                  <a:pt x="76029" y="69"/>
                  <a:pt x="74866" y="547"/>
                  <a:pt x="74023" y="1399"/>
                </a:cubicBezTo>
                <a:cubicBezTo>
                  <a:pt x="73165" y="2250"/>
                  <a:pt x="72685" y="3406"/>
                  <a:pt x="72685" y="4611"/>
                </a:cubicBezTo>
                <a:cubicBezTo>
                  <a:pt x="72685" y="5816"/>
                  <a:pt x="73165" y="6972"/>
                  <a:pt x="74023" y="7824"/>
                </a:cubicBezTo>
                <a:cubicBezTo>
                  <a:pt x="74866" y="8675"/>
                  <a:pt x="76029" y="9153"/>
                  <a:pt x="77235" y="9153"/>
                </a:cubicBezTo>
                <a:cubicBezTo>
                  <a:pt x="78428" y="9153"/>
                  <a:pt x="79591" y="8675"/>
                  <a:pt x="80449" y="7824"/>
                </a:cubicBezTo>
                <a:cubicBezTo>
                  <a:pt x="81291" y="6972"/>
                  <a:pt x="81771" y="5816"/>
                  <a:pt x="81771" y="4611"/>
                </a:cubicBezTo>
                <a:cubicBezTo>
                  <a:pt x="81771" y="3406"/>
                  <a:pt x="81291" y="2250"/>
                  <a:pt x="80449" y="1399"/>
                </a:cubicBezTo>
                <a:cubicBezTo>
                  <a:pt x="79591" y="547"/>
                  <a:pt x="78428" y="69"/>
                  <a:pt x="77235" y="69"/>
                </a:cubicBezTo>
                <a:close/>
                <a:moveTo>
                  <a:pt x="95407" y="69"/>
                </a:moveTo>
                <a:cubicBezTo>
                  <a:pt x="94200" y="69"/>
                  <a:pt x="93037" y="547"/>
                  <a:pt x="92194" y="1399"/>
                </a:cubicBezTo>
                <a:cubicBezTo>
                  <a:pt x="91337" y="2250"/>
                  <a:pt x="90857" y="3406"/>
                  <a:pt x="90857" y="4611"/>
                </a:cubicBezTo>
                <a:cubicBezTo>
                  <a:pt x="90857" y="5816"/>
                  <a:pt x="91337" y="6972"/>
                  <a:pt x="92194" y="7824"/>
                </a:cubicBezTo>
                <a:cubicBezTo>
                  <a:pt x="93037" y="8675"/>
                  <a:pt x="94200" y="9153"/>
                  <a:pt x="95407" y="9153"/>
                </a:cubicBezTo>
                <a:cubicBezTo>
                  <a:pt x="96598" y="9153"/>
                  <a:pt x="97762" y="8675"/>
                  <a:pt x="98620" y="7824"/>
                </a:cubicBezTo>
                <a:cubicBezTo>
                  <a:pt x="99463" y="6972"/>
                  <a:pt x="99943" y="5816"/>
                  <a:pt x="99943" y="4611"/>
                </a:cubicBezTo>
                <a:cubicBezTo>
                  <a:pt x="99943" y="3406"/>
                  <a:pt x="99463" y="2250"/>
                  <a:pt x="98620" y="1399"/>
                </a:cubicBezTo>
                <a:cubicBezTo>
                  <a:pt x="97762" y="547"/>
                  <a:pt x="96598" y="69"/>
                  <a:pt x="95407" y="69"/>
                </a:cubicBezTo>
                <a:close/>
                <a:moveTo>
                  <a:pt x="22721" y="18238"/>
                </a:moveTo>
                <a:cubicBezTo>
                  <a:pt x="21515" y="18238"/>
                  <a:pt x="20352" y="18716"/>
                  <a:pt x="19509" y="19568"/>
                </a:cubicBezTo>
                <a:cubicBezTo>
                  <a:pt x="18652" y="20419"/>
                  <a:pt x="18171" y="21575"/>
                  <a:pt x="18171" y="22780"/>
                </a:cubicBezTo>
                <a:cubicBezTo>
                  <a:pt x="18171" y="23985"/>
                  <a:pt x="18652" y="25141"/>
                  <a:pt x="19509" y="25992"/>
                </a:cubicBezTo>
                <a:cubicBezTo>
                  <a:pt x="20352" y="26844"/>
                  <a:pt x="21515" y="27322"/>
                  <a:pt x="22721" y="27322"/>
                </a:cubicBezTo>
                <a:cubicBezTo>
                  <a:pt x="23913" y="27322"/>
                  <a:pt x="25077" y="26844"/>
                  <a:pt x="25934" y="25992"/>
                </a:cubicBezTo>
                <a:cubicBezTo>
                  <a:pt x="26777" y="25141"/>
                  <a:pt x="27258" y="23985"/>
                  <a:pt x="27258" y="22780"/>
                </a:cubicBezTo>
                <a:cubicBezTo>
                  <a:pt x="27258" y="21575"/>
                  <a:pt x="26777" y="20419"/>
                  <a:pt x="25934" y="19568"/>
                </a:cubicBezTo>
                <a:cubicBezTo>
                  <a:pt x="25077" y="18716"/>
                  <a:pt x="23913" y="18238"/>
                  <a:pt x="22721" y="18238"/>
                </a:cubicBezTo>
                <a:close/>
                <a:moveTo>
                  <a:pt x="77235" y="18238"/>
                </a:moveTo>
                <a:cubicBezTo>
                  <a:pt x="76029" y="18238"/>
                  <a:pt x="74866" y="18716"/>
                  <a:pt x="74023" y="19568"/>
                </a:cubicBezTo>
                <a:cubicBezTo>
                  <a:pt x="73165" y="20419"/>
                  <a:pt x="72685" y="21575"/>
                  <a:pt x="72685" y="22780"/>
                </a:cubicBezTo>
                <a:cubicBezTo>
                  <a:pt x="72685" y="23985"/>
                  <a:pt x="73165" y="25141"/>
                  <a:pt x="74023" y="25992"/>
                </a:cubicBezTo>
                <a:cubicBezTo>
                  <a:pt x="74866" y="26844"/>
                  <a:pt x="76029" y="27322"/>
                  <a:pt x="77235" y="27322"/>
                </a:cubicBezTo>
                <a:cubicBezTo>
                  <a:pt x="78428" y="27322"/>
                  <a:pt x="79591" y="26844"/>
                  <a:pt x="80449" y="25992"/>
                </a:cubicBezTo>
                <a:cubicBezTo>
                  <a:pt x="81291" y="25141"/>
                  <a:pt x="81771" y="23985"/>
                  <a:pt x="81771" y="22780"/>
                </a:cubicBezTo>
                <a:cubicBezTo>
                  <a:pt x="81771" y="21575"/>
                  <a:pt x="81291" y="20419"/>
                  <a:pt x="80449" y="19568"/>
                </a:cubicBezTo>
                <a:cubicBezTo>
                  <a:pt x="79591" y="18716"/>
                  <a:pt x="78428" y="18238"/>
                  <a:pt x="77235" y="18238"/>
                </a:cubicBezTo>
                <a:close/>
                <a:moveTo>
                  <a:pt x="95407" y="18238"/>
                </a:moveTo>
                <a:cubicBezTo>
                  <a:pt x="94200" y="18238"/>
                  <a:pt x="93037" y="18716"/>
                  <a:pt x="92194" y="19568"/>
                </a:cubicBezTo>
                <a:cubicBezTo>
                  <a:pt x="91337" y="20419"/>
                  <a:pt x="90857" y="21575"/>
                  <a:pt x="90857" y="22780"/>
                </a:cubicBezTo>
                <a:cubicBezTo>
                  <a:pt x="90857" y="23985"/>
                  <a:pt x="91337" y="25141"/>
                  <a:pt x="92194" y="25992"/>
                </a:cubicBezTo>
                <a:cubicBezTo>
                  <a:pt x="93037" y="26844"/>
                  <a:pt x="94200" y="27322"/>
                  <a:pt x="95407" y="27322"/>
                </a:cubicBezTo>
                <a:cubicBezTo>
                  <a:pt x="96598" y="27322"/>
                  <a:pt x="97762" y="26844"/>
                  <a:pt x="98620" y="25992"/>
                </a:cubicBezTo>
                <a:cubicBezTo>
                  <a:pt x="99463" y="25141"/>
                  <a:pt x="99943" y="23985"/>
                  <a:pt x="99943" y="22780"/>
                </a:cubicBezTo>
                <a:cubicBezTo>
                  <a:pt x="99943" y="21575"/>
                  <a:pt x="99463" y="20419"/>
                  <a:pt x="98620" y="19568"/>
                </a:cubicBezTo>
                <a:cubicBezTo>
                  <a:pt x="97762" y="18716"/>
                  <a:pt x="96598" y="18238"/>
                  <a:pt x="95407" y="18238"/>
                </a:cubicBezTo>
                <a:close/>
                <a:moveTo>
                  <a:pt x="22721" y="36407"/>
                </a:moveTo>
                <a:cubicBezTo>
                  <a:pt x="21515" y="36407"/>
                  <a:pt x="20352" y="36885"/>
                  <a:pt x="19509" y="37736"/>
                </a:cubicBezTo>
                <a:cubicBezTo>
                  <a:pt x="18652" y="38588"/>
                  <a:pt x="18171" y="39744"/>
                  <a:pt x="18171" y="40949"/>
                </a:cubicBezTo>
                <a:cubicBezTo>
                  <a:pt x="18171" y="42154"/>
                  <a:pt x="18652" y="43309"/>
                  <a:pt x="19509" y="44161"/>
                </a:cubicBezTo>
                <a:cubicBezTo>
                  <a:pt x="20352" y="45013"/>
                  <a:pt x="21515" y="45491"/>
                  <a:pt x="22721" y="45491"/>
                </a:cubicBezTo>
                <a:cubicBezTo>
                  <a:pt x="23913" y="45491"/>
                  <a:pt x="25077" y="45013"/>
                  <a:pt x="25934" y="44161"/>
                </a:cubicBezTo>
                <a:cubicBezTo>
                  <a:pt x="26777" y="43309"/>
                  <a:pt x="27258" y="42154"/>
                  <a:pt x="27258" y="40949"/>
                </a:cubicBezTo>
                <a:cubicBezTo>
                  <a:pt x="27258" y="39744"/>
                  <a:pt x="26777" y="38588"/>
                  <a:pt x="25934" y="37736"/>
                </a:cubicBezTo>
                <a:cubicBezTo>
                  <a:pt x="25077" y="36885"/>
                  <a:pt x="23913" y="36407"/>
                  <a:pt x="22721" y="36407"/>
                </a:cubicBezTo>
                <a:close/>
                <a:moveTo>
                  <a:pt x="95407" y="36407"/>
                </a:moveTo>
                <a:cubicBezTo>
                  <a:pt x="94200" y="36407"/>
                  <a:pt x="93037" y="36885"/>
                  <a:pt x="92194" y="37736"/>
                </a:cubicBezTo>
                <a:cubicBezTo>
                  <a:pt x="91337" y="38588"/>
                  <a:pt x="90857" y="39744"/>
                  <a:pt x="90857" y="40949"/>
                </a:cubicBezTo>
                <a:cubicBezTo>
                  <a:pt x="90857" y="42154"/>
                  <a:pt x="91337" y="43309"/>
                  <a:pt x="92194" y="44161"/>
                </a:cubicBezTo>
                <a:cubicBezTo>
                  <a:pt x="93037" y="45013"/>
                  <a:pt x="94200" y="45491"/>
                  <a:pt x="95407" y="45491"/>
                </a:cubicBezTo>
                <a:cubicBezTo>
                  <a:pt x="96598" y="45491"/>
                  <a:pt x="97762" y="45013"/>
                  <a:pt x="98620" y="44161"/>
                </a:cubicBezTo>
                <a:cubicBezTo>
                  <a:pt x="99463" y="43309"/>
                  <a:pt x="99943" y="42154"/>
                  <a:pt x="99943" y="40949"/>
                </a:cubicBezTo>
                <a:cubicBezTo>
                  <a:pt x="99943" y="39744"/>
                  <a:pt x="99463" y="38588"/>
                  <a:pt x="98620" y="37736"/>
                </a:cubicBezTo>
                <a:cubicBezTo>
                  <a:pt x="97762" y="36885"/>
                  <a:pt x="96598" y="36407"/>
                  <a:pt x="95407" y="36407"/>
                </a:cubicBezTo>
                <a:close/>
                <a:moveTo>
                  <a:pt x="95407" y="54576"/>
                </a:moveTo>
                <a:cubicBezTo>
                  <a:pt x="94200" y="54576"/>
                  <a:pt x="93037" y="55053"/>
                  <a:pt x="92194" y="55905"/>
                </a:cubicBezTo>
                <a:cubicBezTo>
                  <a:pt x="91337" y="56757"/>
                  <a:pt x="90857" y="57913"/>
                  <a:pt x="90857" y="59118"/>
                </a:cubicBezTo>
                <a:cubicBezTo>
                  <a:pt x="90857" y="60323"/>
                  <a:pt x="91337" y="61478"/>
                  <a:pt x="92194" y="62330"/>
                </a:cubicBezTo>
                <a:cubicBezTo>
                  <a:pt x="93037" y="63182"/>
                  <a:pt x="94200" y="63660"/>
                  <a:pt x="95407" y="63660"/>
                </a:cubicBezTo>
                <a:cubicBezTo>
                  <a:pt x="96598" y="63660"/>
                  <a:pt x="97762" y="63182"/>
                  <a:pt x="98620" y="62330"/>
                </a:cubicBezTo>
                <a:cubicBezTo>
                  <a:pt x="99463" y="61478"/>
                  <a:pt x="99943" y="60323"/>
                  <a:pt x="99943" y="59118"/>
                </a:cubicBezTo>
                <a:cubicBezTo>
                  <a:pt x="99943" y="57913"/>
                  <a:pt x="99463" y="56757"/>
                  <a:pt x="98620" y="55905"/>
                </a:cubicBezTo>
                <a:cubicBezTo>
                  <a:pt x="97762" y="55053"/>
                  <a:pt x="96598" y="54576"/>
                  <a:pt x="95407" y="54576"/>
                </a:cubicBezTo>
                <a:close/>
                <a:moveTo>
                  <a:pt x="95407" y="72744"/>
                </a:moveTo>
                <a:cubicBezTo>
                  <a:pt x="94200" y="72744"/>
                  <a:pt x="93037" y="73222"/>
                  <a:pt x="92194" y="74074"/>
                </a:cubicBezTo>
                <a:cubicBezTo>
                  <a:pt x="91337" y="74926"/>
                  <a:pt x="90857" y="76081"/>
                  <a:pt x="90857" y="77287"/>
                </a:cubicBezTo>
                <a:cubicBezTo>
                  <a:pt x="90857" y="78491"/>
                  <a:pt x="91337" y="79647"/>
                  <a:pt x="92194" y="80499"/>
                </a:cubicBezTo>
                <a:cubicBezTo>
                  <a:pt x="93037" y="81350"/>
                  <a:pt x="94200" y="81829"/>
                  <a:pt x="95407" y="81829"/>
                </a:cubicBezTo>
                <a:cubicBezTo>
                  <a:pt x="96598" y="81829"/>
                  <a:pt x="97762" y="81350"/>
                  <a:pt x="98620" y="80499"/>
                </a:cubicBezTo>
                <a:cubicBezTo>
                  <a:pt x="99463" y="79647"/>
                  <a:pt x="99943" y="78491"/>
                  <a:pt x="99943" y="77287"/>
                </a:cubicBezTo>
                <a:cubicBezTo>
                  <a:pt x="99943" y="76081"/>
                  <a:pt x="99463" y="74926"/>
                  <a:pt x="98620" y="74074"/>
                </a:cubicBezTo>
                <a:cubicBezTo>
                  <a:pt x="97762" y="73222"/>
                  <a:pt x="96598" y="72744"/>
                  <a:pt x="95407" y="7274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5" name="Белый — SVG 15">
            <a:extLst>
              <a:ext uri="{FF2B5EF4-FFF2-40B4-BE49-F238E27FC236}">
                <a16:creationId xmlns:a16="http://schemas.microsoft.com/office/drawing/2014/main" id="{7B8A47FD-3AA4-EC4C-8BAD-ED4B6E05B969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15942 w 134695"/>
              <a:gd name="csY0" fmla="*/ 0 h 148847"/>
              <a:gd name="csX1" fmla="*/ 0 w 134695"/>
              <a:gd name="csY1" fmla="*/ 15948 h 148847"/>
              <a:gd name="csX2" fmla="*/ 0 w 134695"/>
              <a:gd name="csY2" fmla="*/ 125811 h 148847"/>
              <a:gd name="csX3" fmla="*/ 15942 w 134695"/>
              <a:gd name="csY3" fmla="*/ 141759 h 148847"/>
              <a:gd name="csX4" fmla="*/ 62524 w 134695"/>
              <a:gd name="csY4" fmla="*/ 141759 h 148847"/>
              <a:gd name="csX5" fmla="*/ 49628 w 134695"/>
              <a:gd name="csY5" fmla="*/ 109863 h 148847"/>
              <a:gd name="csX6" fmla="*/ 95700 w 134695"/>
              <a:gd name="csY6" fmla="*/ 63792 h 148847"/>
              <a:gd name="csX7" fmla="*/ 113428 w 134695"/>
              <a:gd name="csY7" fmla="*/ 67350 h 148847"/>
              <a:gd name="csX8" fmla="*/ 113428 w 134695"/>
              <a:gd name="csY8" fmla="*/ 56704 h 148847"/>
              <a:gd name="csX9" fmla="*/ 72664 w 134695"/>
              <a:gd name="csY9" fmla="*/ 56704 h 148847"/>
              <a:gd name="csX10" fmla="*/ 56706 w 134695"/>
              <a:gd name="csY10" fmla="*/ 40756 h 148847"/>
              <a:gd name="csX11" fmla="*/ 56706 w 134695"/>
              <a:gd name="csY11" fmla="*/ 0 h 148847"/>
              <a:gd name="csX12" fmla="*/ 15942 w 134695"/>
              <a:gd name="csY12" fmla="*/ 0 h 148847"/>
              <a:gd name="csX13" fmla="*/ 67339 w 134695"/>
              <a:gd name="csY13" fmla="*/ 3115 h 148847"/>
              <a:gd name="csX14" fmla="*/ 67339 w 134695"/>
              <a:gd name="csY14" fmla="*/ 40756 h 148847"/>
              <a:gd name="csX15" fmla="*/ 72664 w 134695"/>
              <a:gd name="csY15" fmla="*/ 46072 h 148847"/>
              <a:gd name="csX16" fmla="*/ 110315 w 134695"/>
              <a:gd name="csY16" fmla="*/ 46072 h 148847"/>
              <a:gd name="csX17" fmla="*/ 67339 w 134695"/>
              <a:gd name="csY17" fmla="*/ 3115 h 148847"/>
              <a:gd name="csX18" fmla="*/ 95700 w 134695"/>
              <a:gd name="csY18" fmla="*/ 70880 h 148847"/>
              <a:gd name="csX19" fmla="*/ 56706 w 134695"/>
              <a:gd name="csY19" fmla="*/ 109863 h 148847"/>
              <a:gd name="csX20" fmla="*/ 95700 w 134695"/>
              <a:gd name="csY20" fmla="*/ 148847 h 148847"/>
              <a:gd name="csX21" fmla="*/ 134695 w 134695"/>
              <a:gd name="csY21" fmla="*/ 109863 h 148847"/>
              <a:gd name="csX22" fmla="*/ 95700 w 134695"/>
              <a:gd name="csY22" fmla="*/ 70880 h 148847"/>
              <a:gd name="csX23" fmla="*/ 116967 w 134695"/>
              <a:gd name="csY23" fmla="*/ 92144 h 148847"/>
              <a:gd name="csX24" fmla="*/ 119468 w 134695"/>
              <a:gd name="csY24" fmla="*/ 93182 h 148847"/>
              <a:gd name="csX25" fmla="*/ 119468 w 134695"/>
              <a:gd name="csY25" fmla="*/ 98193 h 148847"/>
              <a:gd name="csX26" fmla="*/ 91124 w 134695"/>
              <a:gd name="csY26" fmla="*/ 126545 h 148847"/>
              <a:gd name="csX27" fmla="*/ 88606 w 134695"/>
              <a:gd name="csY27" fmla="*/ 127583 h 148847"/>
              <a:gd name="csX28" fmla="*/ 86105 w 134695"/>
              <a:gd name="csY28" fmla="*/ 126545 h 148847"/>
              <a:gd name="csX29" fmla="*/ 71933 w 134695"/>
              <a:gd name="csY29" fmla="*/ 112369 h 148847"/>
              <a:gd name="csX30" fmla="*/ 71933 w 134695"/>
              <a:gd name="csY30" fmla="*/ 107358 h 148847"/>
              <a:gd name="csX31" fmla="*/ 76935 w 134695"/>
              <a:gd name="csY31" fmla="*/ 107358 h 148847"/>
              <a:gd name="csX32" fmla="*/ 88606 w 134695"/>
              <a:gd name="csY32" fmla="*/ 119028 h 148847"/>
              <a:gd name="csX33" fmla="*/ 114466 w 134695"/>
              <a:gd name="csY33" fmla="*/ 93182 h 148847"/>
              <a:gd name="csX34" fmla="*/ 116967 w 134695"/>
              <a:gd name="csY34" fmla="*/ 92144 h 148847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6" y="0"/>
                  <a:pt x="4754" y="4807"/>
                  <a:pt x="4754" y="10714"/>
                </a:cubicBezTo>
                <a:lnTo>
                  <a:pt x="4754" y="84524"/>
                </a:lnTo>
                <a:cubicBezTo>
                  <a:pt x="4754" y="90431"/>
                  <a:pt x="9566" y="95238"/>
                  <a:pt x="15464" y="95238"/>
                </a:cubicBezTo>
                <a:lnTo>
                  <a:pt x="46759" y="95238"/>
                </a:lnTo>
                <a:cubicBezTo>
                  <a:pt x="41410" y="89671"/>
                  <a:pt x="38095" y="82126"/>
                  <a:pt x="38095" y="73809"/>
                </a:cubicBezTo>
                <a:cubicBezTo>
                  <a:pt x="38095" y="56743"/>
                  <a:pt x="51983" y="42857"/>
                  <a:pt x="69048" y="42857"/>
                </a:cubicBezTo>
                <a:cubicBezTo>
                  <a:pt x="73266" y="42857"/>
                  <a:pt x="77289" y="43714"/>
                  <a:pt x="80958" y="45248"/>
                </a:cubicBezTo>
                <a:lnTo>
                  <a:pt x="80958" y="38095"/>
                </a:lnTo>
                <a:lnTo>
                  <a:pt x="53572" y="38095"/>
                </a:lnTo>
                <a:cubicBezTo>
                  <a:pt x="47662" y="38095"/>
                  <a:pt x="42851" y="33288"/>
                  <a:pt x="42851" y="27381"/>
                </a:cubicBezTo>
                <a:lnTo>
                  <a:pt x="42851" y="0"/>
                </a:lnTo>
                <a:lnTo>
                  <a:pt x="15464" y="0"/>
                </a:lnTo>
                <a:close/>
                <a:moveTo>
                  <a:pt x="49994" y="2093"/>
                </a:moveTo>
                <a:lnTo>
                  <a:pt x="49994" y="27381"/>
                </a:lnTo>
                <a:cubicBezTo>
                  <a:pt x="49994" y="29350"/>
                  <a:pt x="51606" y="30953"/>
                  <a:pt x="53572" y="30953"/>
                </a:cubicBezTo>
                <a:lnTo>
                  <a:pt x="78867" y="30953"/>
                </a:lnTo>
                <a:lnTo>
                  <a:pt x="49994" y="2093"/>
                </a:lnTo>
                <a:close/>
                <a:moveTo>
                  <a:pt x="69048" y="47619"/>
                </a:moveTo>
                <a:cubicBezTo>
                  <a:pt x="54578" y="47619"/>
                  <a:pt x="42851" y="59346"/>
                  <a:pt x="42851" y="73809"/>
                </a:cubicBezTo>
                <a:cubicBezTo>
                  <a:pt x="42851" y="88274"/>
                  <a:pt x="54578" y="100000"/>
                  <a:pt x="69048" y="100000"/>
                </a:cubicBezTo>
                <a:cubicBezTo>
                  <a:pt x="83519" y="100000"/>
                  <a:pt x="95246" y="88274"/>
                  <a:pt x="95246" y="73809"/>
                </a:cubicBezTo>
                <a:cubicBezTo>
                  <a:pt x="95246" y="59346"/>
                  <a:pt x="83519" y="47619"/>
                  <a:pt x="69048" y="47619"/>
                </a:cubicBezTo>
                <a:close/>
                <a:moveTo>
                  <a:pt x="83336" y="61905"/>
                </a:moveTo>
                <a:cubicBezTo>
                  <a:pt x="83942" y="61905"/>
                  <a:pt x="84559" y="62137"/>
                  <a:pt x="85016" y="62603"/>
                </a:cubicBezTo>
                <a:cubicBezTo>
                  <a:pt x="85953" y="63533"/>
                  <a:pt x="85953" y="65038"/>
                  <a:pt x="85016" y="65969"/>
                </a:cubicBezTo>
                <a:lnTo>
                  <a:pt x="65974" y="85017"/>
                </a:lnTo>
                <a:cubicBezTo>
                  <a:pt x="65505" y="85481"/>
                  <a:pt x="64900" y="85714"/>
                  <a:pt x="64282" y="85714"/>
                </a:cubicBezTo>
                <a:cubicBezTo>
                  <a:pt x="63676" y="85714"/>
                  <a:pt x="63070" y="85481"/>
                  <a:pt x="62602" y="85017"/>
                </a:cubicBezTo>
                <a:lnTo>
                  <a:pt x="53081" y="75493"/>
                </a:lnTo>
                <a:cubicBezTo>
                  <a:pt x="52143" y="74562"/>
                  <a:pt x="52143" y="73057"/>
                  <a:pt x="53081" y="72126"/>
                </a:cubicBezTo>
                <a:cubicBezTo>
                  <a:pt x="54006" y="71195"/>
                  <a:pt x="55515" y="71195"/>
                  <a:pt x="56441" y="72126"/>
                </a:cubicBezTo>
                <a:lnTo>
                  <a:pt x="64282" y="79967"/>
                </a:lnTo>
                <a:lnTo>
                  <a:pt x="81656" y="62603"/>
                </a:lnTo>
                <a:cubicBezTo>
                  <a:pt x="82113" y="62137"/>
                  <a:pt x="82730" y="61905"/>
                  <a:pt x="83336" y="6190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6" name="Белый — SVG 16">
            <a:extLst>
              <a:ext uri="{FF2B5EF4-FFF2-40B4-BE49-F238E27FC236}">
                <a16:creationId xmlns:a16="http://schemas.microsoft.com/office/drawing/2014/main" id="{727FB7E4-C01F-F245-ADAE-7582175543B5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21267 w 120506"/>
              <a:gd name="csY0" fmla="*/ 0 h 134671"/>
              <a:gd name="csX1" fmla="*/ 0 w 120506"/>
              <a:gd name="csY1" fmla="*/ 21264 h 134671"/>
              <a:gd name="csX2" fmla="*/ 14172 w 120506"/>
              <a:gd name="csY2" fmla="*/ 41289 h 134671"/>
              <a:gd name="csX3" fmla="*/ 14172 w 120506"/>
              <a:gd name="csY3" fmla="*/ 93382 h 134671"/>
              <a:gd name="csX4" fmla="*/ 0 w 120506"/>
              <a:gd name="csY4" fmla="*/ 113408 h 134671"/>
              <a:gd name="csX5" fmla="*/ 21267 w 120506"/>
              <a:gd name="csY5" fmla="*/ 134672 h 134671"/>
              <a:gd name="csX6" fmla="*/ 42534 w 120506"/>
              <a:gd name="csY6" fmla="*/ 113408 h 134671"/>
              <a:gd name="csX7" fmla="*/ 28378 w 120506"/>
              <a:gd name="csY7" fmla="*/ 93396 h 134671"/>
              <a:gd name="csX8" fmla="*/ 29637 w 120506"/>
              <a:gd name="csY8" fmla="*/ 90288 h 134671"/>
              <a:gd name="csX9" fmla="*/ 35490 w 120506"/>
              <a:gd name="csY9" fmla="*/ 87367 h 134671"/>
              <a:gd name="csX10" fmla="*/ 61282 w 120506"/>
              <a:gd name="csY10" fmla="*/ 83290 h 134671"/>
              <a:gd name="csX11" fmla="*/ 91158 w 120506"/>
              <a:gd name="csY11" fmla="*/ 73289 h 134671"/>
              <a:gd name="csX12" fmla="*/ 106300 w 120506"/>
              <a:gd name="csY12" fmla="*/ 41296 h 134671"/>
              <a:gd name="csX13" fmla="*/ 120506 w 120506"/>
              <a:gd name="csY13" fmla="*/ 21264 h 134671"/>
              <a:gd name="csX14" fmla="*/ 99239 w 120506"/>
              <a:gd name="csY14" fmla="*/ 0 h 134671"/>
              <a:gd name="csX15" fmla="*/ 77973 w 120506"/>
              <a:gd name="csY15" fmla="*/ 21264 h 134671"/>
              <a:gd name="csX16" fmla="*/ 92127 w 120506"/>
              <a:gd name="csY16" fmla="*/ 41283 h 134671"/>
              <a:gd name="csX17" fmla="*/ 82974 w 120506"/>
              <a:gd name="csY17" fmla="*/ 61715 h 134671"/>
              <a:gd name="csX18" fmla="*/ 59224 w 120506"/>
              <a:gd name="csY18" fmla="*/ 69261 h 134671"/>
              <a:gd name="csX19" fmla="*/ 31424 w 120506"/>
              <a:gd name="csY19" fmla="*/ 73794 h 134671"/>
              <a:gd name="csX20" fmla="*/ 28361 w 120506"/>
              <a:gd name="csY20" fmla="*/ 74992 h 134671"/>
              <a:gd name="csX21" fmla="*/ 28361 w 120506"/>
              <a:gd name="csY21" fmla="*/ 41289 h 134671"/>
              <a:gd name="csX22" fmla="*/ 42534 w 120506"/>
              <a:gd name="csY22" fmla="*/ 21264 h 134671"/>
              <a:gd name="csX23" fmla="*/ 21267 w 120506"/>
              <a:gd name="csY23" fmla="*/ 0 h 134671"/>
            </a:gdLst>
            <a:ahLst/>
            <a:cxnLst/>
            <a:rect l="l" t="t" r="r" b="b"/>
            <a:pathLst>
              <a:path w="100000" h="100000">
                <a:moveTo>
                  <a:pt x="21051" y="0"/>
                </a:moveTo>
                <a:cubicBezTo>
                  <a:pt x="12347" y="0"/>
                  <a:pt x="5259" y="7084"/>
                  <a:pt x="5259" y="15790"/>
                </a:cubicBezTo>
                <a:cubicBezTo>
                  <a:pt x="5259" y="22647"/>
                  <a:pt x="9668" y="28484"/>
                  <a:pt x="15783" y="30659"/>
                </a:cubicBezTo>
                <a:lnTo>
                  <a:pt x="15783" y="69341"/>
                </a:lnTo>
                <a:cubicBezTo>
                  <a:pt x="9668" y="71517"/>
                  <a:pt x="5259" y="77354"/>
                  <a:pt x="5259" y="84211"/>
                </a:cubicBezTo>
                <a:cubicBezTo>
                  <a:pt x="5259" y="92915"/>
                  <a:pt x="12347" y="100001"/>
                  <a:pt x="21051" y="100001"/>
                </a:cubicBezTo>
                <a:cubicBezTo>
                  <a:pt x="29755" y="100001"/>
                  <a:pt x="36843" y="92915"/>
                  <a:pt x="36843" y="84211"/>
                </a:cubicBezTo>
                <a:cubicBezTo>
                  <a:pt x="36843" y="77361"/>
                  <a:pt x="32446" y="71533"/>
                  <a:pt x="26331" y="69351"/>
                </a:cubicBezTo>
                <a:cubicBezTo>
                  <a:pt x="26382" y="68086"/>
                  <a:pt x="26660" y="67646"/>
                  <a:pt x="27266" y="67043"/>
                </a:cubicBezTo>
                <a:cubicBezTo>
                  <a:pt x="27923" y="66377"/>
                  <a:pt x="29364" y="65546"/>
                  <a:pt x="31612" y="64874"/>
                </a:cubicBezTo>
                <a:cubicBezTo>
                  <a:pt x="36097" y="63530"/>
                  <a:pt x="43272" y="62947"/>
                  <a:pt x="50764" y="61847"/>
                </a:cubicBezTo>
                <a:cubicBezTo>
                  <a:pt x="58268" y="60748"/>
                  <a:pt x="66278" y="59131"/>
                  <a:pt x="72949" y="54421"/>
                </a:cubicBezTo>
                <a:cubicBezTo>
                  <a:pt x="79518" y="49767"/>
                  <a:pt x="84091" y="41685"/>
                  <a:pt x="84192" y="30664"/>
                </a:cubicBezTo>
                <a:cubicBezTo>
                  <a:pt x="90332" y="28495"/>
                  <a:pt x="94741" y="22654"/>
                  <a:pt x="94741" y="15790"/>
                </a:cubicBezTo>
                <a:cubicBezTo>
                  <a:pt x="94741" y="7084"/>
                  <a:pt x="87653" y="0"/>
                  <a:pt x="78949" y="0"/>
                </a:cubicBezTo>
                <a:cubicBezTo>
                  <a:pt x="70245" y="0"/>
                  <a:pt x="63158" y="7084"/>
                  <a:pt x="63158" y="15790"/>
                </a:cubicBezTo>
                <a:cubicBezTo>
                  <a:pt x="63158" y="22642"/>
                  <a:pt x="67554" y="28474"/>
                  <a:pt x="73668" y="30655"/>
                </a:cubicBezTo>
                <a:cubicBezTo>
                  <a:pt x="73593" y="39047"/>
                  <a:pt x="70990" y="42907"/>
                  <a:pt x="66871" y="45826"/>
                </a:cubicBezTo>
                <a:cubicBezTo>
                  <a:pt x="62678" y="48793"/>
                  <a:pt x="56209" y="50405"/>
                  <a:pt x="49236" y="51430"/>
                </a:cubicBezTo>
                <a:cubicBezTo>
                  <a:pt x="42262" y="52453"/>
                  <a:pt x="34960" y="52887"/>
                  <a:pt x="28593" y="54796"/>
                </a:cubicBezTo>
                <a:cubicBezTo>
                  <a:pt x="27810" y="55030"/>
                  <a:pt x="27077" y="55392"/>
                  <a:pt x="26319" y="55685"/>
                </a:cubicBezTo>
                <a:lnTo>
                  <a:pt x="26319" y="30659"/>
                </a:lnTo>
                <a:cubicBezTo>
                  <a:pt x="32433" y="28484"/>
                  <a:pt x="36843" y="22647"/>
                  <a:pt x="36843" y="15790"/>
                </a:cubicBezTo>
                <a:cubicBezTo>
                  <a:pt x="36843" y="7084"/>
                  <a:pt x="29755" y="0"/>
                  <a:pt x="21051" y="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7" name="Белый — SVG 17">
            <a:extLst>
              <a:ext uri="{FF2B5EF4-FFF2-40B4-BE49-F238E27FC236}">
                <a16:creationId xmlns:a16="http://schemas.microsoft.com/office/drawing/2014/main" id="{92615534-BEF9-DE47-9F32-07F7EC2D186E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21267 w 127600"/>
              <a:gd name="csY0" fmla="*/ 0 h 141759"/>
              <a:gd name="csX1" fmla="*/ 0 w 127600"/>
              <a:gd name="csY1" fmla="*/ 21264 h 141759"/>
              <a:gd name="csX2" fmla="*/ 0 w 127600"/>
              <a:gd name="csY2" fmla="*/ 30124 h 141759"/>
              <a:gd name="csX3" fmla="*/ 5308 w 127600"/>
              <a:gd name="csY3" fmla="*/ 35440 h 141759"/>
              <a:gd name="csX4" fmla="*/ 14172 w 127600"/>
              <a:gd name="csY4" fmla="*/ 35440 h 141759"/>
              <a:gd name="csX5" fmla="*/ 19497 w 127600"/>
              <a:gd name="csY5" fmla="*/ 35440 h 141759"/>
              <a:gd name="csX6" fmla="*/ 36085 w 127600"/>
              <a:gd name="csY6" fmla="*/ 42528 h 141759"/>
              <a:gd name="csX7" fmla="*/ 101009 w 127600"/>
              <a:gd name="csY7" fmla="*/ 42528 h 141759"/>
              <a:gd name="csX8" fmla="*/ 106334 w 127600"/>
              <a:gd name="csY8" fmla="*/ 47844 h 141759"/>
              <a:gd name="csX9" fmla="*/ 101009 w 127600"/>
              <a:gd name="csY9" fmla="*/ 53160 h 141759"/>
              <a:gd name="csX10" fmla="*/ 41887 w 127600"/>
              <a:gd name="csY10" fmla="*/ 53160 h 141759"/>
              <a:gd name="csX11" fmla="*/ 42534 w 127600"/>
              <a:gd name="csY11" fmla="*/ 58476 h 141759"/>
              <a:gd name="csX12" fmla="*/ 42534 w 127600"/>
              <a:gd name="csY12" fmla="*/ 63792 h 141759"/>
              <a:gd name="csX13" fmla="*/ 65570 w 127600"/>
              <a:gd name="csY13" fmla="*/ 63792 h 141759"/>
              <a:gd name="csX14" fmla="*/ 70895 w 127600"/>
              <a:gd name="csY14" fmla="*/ 69108 h 141759"/>
              <a:gd name="csX15" fmla="*/ 65570 w 127600"/>
              <a:gd name="csY15" fmla="*/ 74424 h 141759"/>
              <a:gd name="csX16" fmla="*/ 42534 w 127600"/>
              <a:gd name="csY16" fmla="*/ 74424 h 141759"/>
              <a:gd name="csX17" fmla="*/ 42534 w 127600"/>
              <a:gd name="csY17" fmla="*/ 115145 h 141759"/>
              <a:gd name="csX18" fmla="*/ 40152 w 127600"/>
              <a:gd name="csY18" fmla="*/ 124475 h 141759"/>
              <a:gd name="csX19" fmla="*/ 30726 w 127600"/>
              <a:gd name="csY19" fmla="*/ 141759 h 141759"/>
              <a:gd name="csX20" fmla="*/ 111642 w 127600"/>
              <a:gd name="csY20" fmla="*/ 141759 h 141759"/>
              <a:gd name="csX21" fmla="*/ 127601 w 127600"/>
              <a:gd name="csY21" fmla="*/ 125811 h 141759"/>
              <a:gd name="csX22" fmla="*/ 127601 w 127600"/>
              <a:gd name="csY22" fmla="*/ 21264 h 141759"/>
              <a:gd name="csX23" fmla="*/ 106334 w 127600"/>
              <a:gd name="csY23" fmla="*/ 0 h 141759"/>
              <a:gd name="csX24" fmla="*/ 21267 w 127600"/>
              <a:gd name="csY24" fmla="*/ 0 h 141759"/>
              <a:gd name="csX25" fmla="*/ 21267 w 127600"/>
              <a:gd name="csY25" fmla="*/ 10632 h 141759"/>
              <a:gd name="csX26" fmla="*/ 87926 w 127600"/>
              <a:gd name="csY26" fmla="*/ 10632 h 141759"/>
              <a:gd name="csX27" fmla="*/ 85067 w 127600"/>
              <a:gd name="csY27" fmla="*/ 21264 h 141759"/>
              <a:gd name="csX28" fmla="*/ 85067 w 127600"/>
              <a:gd name="csY28" fmla="*/ 24808 h 141759"/>
              <a:gd name="csX29" fmla="*/ 10633 w 127600"/>
              <a:gd name="csY29" fmla="*/ 24808 h 141759"/>
              <a:gd name="csX30" fmla="*/ 10633 w 127600"/>
              <a:gd name="csY30" fmla="*/ 21264 h 141759"/>
              <a:gd name="csX31" fmla="*/ 21267 w 127600"/>
              <a:gd name="csY31" fmla="*/ 10632 h 141759"/>
              <a:gd name="csX32" fmla="*/ 19497 w 127600"/>
              <a:gd name="csY32" fmla="*/ 42528 h 141759"/>
              <a:gd name="csX33" fmla="*/ 3539 w 127600"/>
              <a:gd name="csY33" fmla="*/ 58476 h 141759"/>
              <a:gd name="csX34" fmla="*/ 3539 w 127600"/>
              <a:gd name="csY34" fmla="*/ 115145 h 141759"/>
              <a:gd name="csX35" fmla="*/ 5053 w 127600"/>
              <a:gd name="csY35" fmla="*/ 121084 h 141759"/>
              <a:gd name="csX36" fmla="*/ 14836 w 127600"/>
              <a:gd name="csY36" fmla="*/ 138990 h 141759"/>
              <a:gd name="csX37" fmla="*/ 19497 w 127600"/>
              <a:gd name="csY37" fmla="*/ 141759 h 141759"/>
              <a:gd name="csX38" fmla="*/ 24159 w 127600"/>
              <a:gd name="csY38" fmla="*/ 138990 h 141759"/>
              <a:gd name="csX39" fmla="*/ 33925 w 127600"/>
              <a:gd name="csY39" fmla="*/ 121077 h 141759"/>
              <a:gd name="csX40" fmla="*/ 35439 w 127600"/>
              <a:gd name="csY40" fmla="*/ 115145 h 141759"/>
              <a:gd name="csX41" fmla="*/ 35439 w 127600"/>
              <a:gd name="csY41" fmla="*/ 58476 h 141759"/>
              <a:gd name="csX42" fmla="*/ 19497 w 127600"/>
              <a:gd name="csY42" fmla="*/ 42528 h 141759"/>
              <a:gd name="csX43" fmla="*/ 95700 w 127600"/>
              <a:gd name="csY43" fmla="*/ 77968 h 141759"/>
              <a:gd name="csX44" fmla="*/ 109873 w 127600"/>
              <a:gd name="csY44" fmla="*/ 92144 h 141759"/>
              <a:gd name="csX45" fmla="*/ 95700 w 127600"/>
              <a:gd name="csY45" fmla="*/ 106319 h 141759"/>
              <a:gd name="csX46" fmla="*/ 81528 w 127600"/>
              <a:gd name="csY46" fmla="*/ 92144 h 141759"/>
              <a:gd name="csX47" fmla="*/ 95700 w 127600"/>
              <a:gd name="csY47" fmla="*/ 77968 h 141759"/>
              <a:gd name="csX48" fmla="*/ 81528 w 127600"/>
              <a:gd name="csY48" fmla="*/ 112452 h 141759"/>
              <a:gd name="csX49" fmla="*/ 95700 w 127600"/>
              <a:gd name="csY49" fmla="*/ 116951 h 141759"/>
              <a:gd name="csX50" fmla="*/ 109873 w 127600"/>
              <a:gd name="csY50" fmla="*/ 112452 h 141759"/>
              <a:gd name="csX51" fmla="*/ 109873 w 127600"/>
              <a:gd name="csY51" fmla="*/ 125811 h 141759"/>
              <a:gd name="csX52" fmla="*/ 107235 w 127600"/>
              <a:gd name="csY52" fmla="*/ 130407 h 141759"/>
              <a:gd name="csX53" fmla="*/ 104564 w 127600"/>
              <a:gd name="csY53" fmla="*/ 131127 h 141759"/>
              <a:gd name="csX54" fmla="*/ 101928 w 127600"/>
              <a:gd name="csY54" fmla="*/ 130428 h 141759"/>
              <a:gd name="csX55" fmla="*/ 95700 w 127600"/>
              <a:gd name="csY55" fmla="*/ 126870 h 141759"/>
              <a:gd name="csX56" fmla="*/ 89473 w 127600"/>
              <a:gd name="csY56" fmla="*/ 130428 h 141759"/>
              <a:gd name="csX57" fmla="*/ 84166 w 127600"/>
              <a:gd name="csY57" fmla="*/ 130407 h 141759"/>
              <a:gd name="csX58" fmla="*/ 81528 w 127600"/>
              <a:gd name="csY58" fmla="*/ 125811 h 141759"/>
              <a:gd name="csX59" fmla="*/ 81528 w 127600"/>
              <a:gd name="csY59" fmla="*/ 112452 h 141759"/>
            </a:gdLst>
            <a:ahLst/>
            <a:cxnLst/>
            <a:rect l="l" t="t" r="r" b="b"/>
            <a:pathLst>
              <a:path w="100000" h="100000">
                <a:moveTo>
                  <a:pt x="19996" y="0"/>
                </a:moveTo>
                <a:cubicBezTo>
                  <a:pt x="11727" y="0"/>
                  <a:pt x="4994" y="6728"/>
                  <a:pt x="4994" y="15000"/>
                </a:cubicBezTo>
                <a:lnTo>
                  <a:pt x="4994" y="21250"/>
                </a:lnTo>
                <a:cubicBezTo>
                  <a:pt x="4994" y="23323"/>
                  <a:pt x="6674" y="25000"/>
                  <a:pt x="8738" y="25000"/>
                </a:cubicBezTo>
                <a:lnTo>
                  <a:pt x="14991" y="25000"/>
                </a:lnTo>
                <a:lnTo>
                  <a:pt x="18748" y="25000"/>
                </a:lnTo>
                <a:cubicBezTo>
                  <a:pt x="23345" y="25000"/>
                  <a:pt x="27486" y="26925"/>
                  <a:pt x="30449" y="30000"/>
                </a:cubicBezTo>
                <a:lnTo>
                  <a:pt x="76248" y="30000"/>
                </a:lnTo>
                <a:cubicBezTo>
                  <a:pt x="78324" y="30000"/>
                  <a:pt x="80004" y="31678"/>
                  <a:pt x="80004" y="33750"/>
                </a:cubicBezTo>
                <a:cubicBezTo>
                  <a:pt x="80004" y="35823"/>
                  <a:pt x="78324" y="37500"/>
                  <a:pt x="76248" y="37500"/>
                </a:cubicBezTo>
                <a:lnTo>
                  <a:pt x="34542" y="37500"/>
                </a:lnTo>
                <a:cubicBezTo>
                  <a:pt x="34830" y="38705"/>
                  <a:pt x="34998" y="39957"/>
                  <a:pt x="34998" y="41250"/>
                </a:cubicBezTo>
                <a:lnTo>
                  <a:pt x="34998" y="45000"/>
                </a:lnTo>
                <a:lnTo>
                  <a:pt x="51249" y="45000"/>
                </a:lnTo>
                <a:cubicBezTo>
                  <a:pt x="53325" y="45000"/>
                  <a:pt x="55005" y="46678"/>
                  <a:pt x="55005" y="48750"/>
                </a:cubicBezTo>
                <a:cubicBezTo>
                  <a:pt x="55005" y="50823"/>
                  <a:pt x="53325" y="52500"/>
                  <a:pt x="51249" y="52500"/>
                </a:cubicBezTo>
                <a:lnTo>
                  <a:pt x="34998" y="52500"/>
                </a:lnTo>
                <a:lnTo>
                  <a:pt x="34998" y="81226"/>
                </a:lnTo>
                <a:cubicBezTo>
                  <a:pt x="34998" y="83519"/>
                  <a:pt x="34409" y="85793"/>
                  <a:pt x="33318" y="87807"/>
                </a:cubicBezTo>
                <a:lnTo>
                  <a:pt x="26669" y="100000"/>
                </a:lnTo>
                <a:lnTo>
                  <a:pt x="83749" y="100000"/>
                </a:lnTo>
                <a:cubicBezTo>
                  <a:pt x="89954" y="100000"/>
                  <a:pt x="95007" y="94953"/>
                  <a:pt x="95007" y="88750"/>
                </a:cubicBezTo>
                <a:lnTo>
                  <a:pt x="95007" y="15000"/>
                </a:lnTo>
                <a:cubicBezTo>
                  <a:pt x="95007" y="6728"/>
                  <a:pt x="88273" y="0"/>
                  <a:pt x="80004" y="0"/>
                </a:cubicBezTo>
                <a:lnTo>
                  <a:pt x="19996" y="0"/>
                </a:lnTo>
                <a:close/>
                <a:moveTo>
                  <a:pt x="19996" y="7500"/>
                </a:moveTo>
                <a:lnTo>
                  <a:pt x="67019" y="7500"/>
                </a:lnTo>
                <a:cubicBezTo>
                  <a:pt x="65734" y="9707"/>
                  <a:pt x="65002" y="12270"/>
                  <a:pt x="65002" y="15000"/>
                </a:cubicBezTo>
                <a:lnTo>
                  <a:pt x="65002" y="17500"/>
                </a:lnTo>
                <a:lnTo>
                  <a:pt x="12495" y="17500"/>
                </a:lnTo>
                <a:lnTo>
                  <a:pt x="12495" y="15000"/>
                </a:lnTo>
                <a:cubicBezTo>
                  <a:pt x="12495" y="10865"/>
                  <a:pt x="15855" y="7500"/>
                  <a:pt x="19996" y="7500"/>
                </a:cubicBezTo>
                <a:close/>
                <a:moveTo>
                  <a:pt x="18748" y="30000"/>
                </a:moveTo>
                <a:cubicBezTo>
                  <a:pt x="12531" y="30000"/>
                  <a:pt x="7491" y="35038"/>
                  <a:pt x="7491" y="41250"/>
                </a:cubicBezTo>
                <a:lnTo>
                  <a:pt x="7491" y="81226"/>
                </a:lnTo>
                <a:cubicBezTo>
                  <a:pt x="7491" y="82683"/>
                  <a:pt x="7862" y="84133"/>
                  <a:pt x="8559" y="85415"/>
                </a:cubicBezTo>
                <a:lnTo>
                  <a:pt x="15460" y="98047"/>
                </a:lnTo>
                <a:cubicBezTo>
                  <a:pt x="16107" y="99252"/>
                  <a:pt x="17368" y="100000"/>
                  <a:pt x="18748" y="100000"/>
                </a:cubicBezTo>
                <a:cubicBezTo>
                  <a:pt x="20116" y="100000"/>
                  <a:pt x="21376" y="99252"/>
                  <a:pt x="22036" y="98047"/>
                </a:cubicBezTo>
                <a:lnTo>
                  <a:pt x="28926" y="85410"/>
                </a:lnTo>
                <a:cubicBezTo>
                  <a:pt x="29633" y="84130"/>
                  <a:pt x="29994" y="82686"/>
                  <a:pt x="29994" y="81226"/>
                </a:cubicBezTo>
                <a:lnTo>
                  <a:pt x="29994" y="41250"/>
                </a:lnTo>
                <a:cubicBezTo>
                  <a:pt x="29994" y="35038"/>
                  <a:pt x="24965" y="30000"/>
                  <a:pt x="18748" y="30000"/>
                </a:cubicBezTo>
                <a:close/>
                <a:moveTo>
                  <a:pt x="72503" y="55000"/>
                </a:moveTo>
                <a:cubicBezTo>
                  <a:pt x="78072" y="55000"/>
                  <a:pt x="82501" y="59433"/>
                  <a:pt x="82501" y="65000"/>
                </a:cubicBezTo>
                <a:cubicBezTo>
                  <a:pt x="82501" y="70568"/>
                  <a:pt x="78072" y="75000"/>
                  <a:pt x="72503" y="75000"/>
                </a:cubicBezTo>
                <a:cubicBezTo>
                  <a:pt x="66934" y="75000"/>
                  <a:pt x="62506" y="70568"/>
                  <a:pt x="62506" y="65000"/>
                </a:cubicBezTo>
                <a:cubicBezTo>
                  <a:pt x="62506" y="59433"/>
                  <a:pt x="66934" y="55000"/>
                  <a:pt x="72503" y="55000"/>
                </a:cubicBezTo>
                <a:close/>
                <a:moveTo>
                  <a:pt x="62506" y="79326"/>
                </a:moveTo>
                <a:cubicBezTo>
                  <a:pt x="65338" y="81320"/>
                  <a:pt x="68795" y="82500"/>
                  <a:pt x="72503" y="82500"/>
                </a:cubicBezTo>
                <a:cubicBezTo>
                  <a:pt x="76211" y="82500"/>
                  <a:pt x="79669" y="81320"/>
                  <a:pt x="82501" y="79326"/>
                </a:cubicBezTo>
                <a:lnTo>
                  <a:pt x="82501" y="88750"/>
                </a:lnTo>
                <a:cubicBezTo>
                  <a:pt x="82501" y="90087"/>
                  <a:pt x="81793" y="91323"/>
                  <a:pt x="80640" y="91992"/>
                </a:cubicBezTo>
                <a:cubicBezTo>
                  <a:pt x="80052" y="92330"/>
                  <a:pt x="79404" y="92500"/>
                  <a:pt x="78756" y="92500"/>
                </a:cubicBezTo>
                <a:cubicBezTo>
                  <a:pt x="78108" y="92500"/>
                  <a:pt x="77472" y="92337"/>
                  <a:pt x="76896" y="92007"/>
                </a:cubicBezTo>
                <a:lnTo>
                  <a:pt x="72503" y="89497"/>
                </a:lnTo>
                <a:lnTo>
                  <a:pt x="68110" y="92007"/>
                </a:lnTo>
                <a:cubicBezTo>
                  <a:pt x="66958" y="92672"/>
                  <a:pt x="65531" y="92665"/>
                  <a:pt x="64367" y="91992"/>
                </a:cubicBezTo>
                <a:cubicBezTo>
                  <a:pt x="63214" y="91323"/>
                  <a:pt x="62506" y="90087"/>
                  <a:pt x="62506" y="88750"/>
                </a:cubicBezTo>
                <a:lnTo>
                  <a:pt x="62506" y="7932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8" name="Белый — SVG 18">
            <a:extLst>
              <a:ext uri="{FF2B5EF4-FFF2-40B4-BE49-F238E27FC236}">
                <a16:creationId xmlns:a16="http://schemas.microsoft.com/office/drawing/2014/main" id="{C3EC4FC3-4D22-784B-BAFE-1B7170FF427F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15950 w 148867"/>
              <a:gd name="csY0" fmla="*/ 0 h 134671"/>
              <a:gd name="csX1" fmla="*/ 0 w 148867"/>
              <a:gd name="csY1" fmla="*/ 15948 h 134671"/>
              <a:gd name="csX2" fmla="*/ 0 w 148867"/>
              <a:gd name="csY2" fmla="*/ 97460 h 134671"/>
              <a:gd name="csX3" fmla="*/ 15950 w 148867"/>
              <a:gd name="csY3" fmla="*/ 113407 h 134671"/>
              <a:gd name="csX4" fmla="*/ 67358 w 148867"/>
              <a:gd name="csY4" fmla="*/ 113407 h 134671"/>
              <a:gd name="csX5" fmla="*/ 63800 w 148867"/>
              <a:gd name="csY5" fmla="*/ 95687 h 134671"/>
              <a:gd name="csX6" fmla="*/ 109878 w 148867"/>
              <a:gd name="csY6" fmla="*/ 49616 h 134671"/>
              <a:gd name="csX7" fmla="*/ 141778 w 148867"/>
              <a:gd name="csY7" fmla="*/ 62518 h 134671"/>
              <a:gd name="csX8" fmla="*/ 141778 w 148867"/>
              <a:gd name="csY8" fmla="*/ 33668 h 134671"/>
              <a:gd name="csX9" fmla="*/ 125828 w 148867"/>
              <a:gd name="csY9" fmla="*/ 17720 h 134671"/>
              <a:gd name="csX10" fmla="*/ 71041 w 148867"/>
              <a:gd name="csY10" fmla="*/ 17720 h 134671"/>
              <a:gd name="csX11" fmla="*/ 55195 w 148867"/>
              <a:gd name="csY11" fmla="*/ 4513 h 134671"/>
              <a:gd name="csX12" fmla="*/ 42721 w 148867"/>
              <a:gd name="csY12" fmla="*/ 0 h 134671"/>
              <a:gd name="csX13" fmla="*/ 15950 w 148867"/>
              <a:gd name="csY13" fmla="*/ 0 h 134671"/>
              <a:gd name="csX14" fmla="*/ 109878 w 148867"/>
              <a:gd name="csY14" fmla="*/ 56704 h 134671"/>
              <a:gd name="csX15" fmla="*/ 70890 w 148867"/>
              <a:gd name="csY15" fmla="*/ 95687 h 134671"/>
              <a:gd name="csX16" fmla="*/ 109878 w 148867"/>
              <a:gd name="csY16" fmla="*/ 134671 h 134671"/>
              <a:gd name="csX17" fmla="*/ 148867 w 148867"/>
              <a:gd name="csY17" fmla="*/ 95687 h 134671"/>
              <a:gd name="csX18" fmla="*/ 109878 w 148867"/>
              <a:gd name="csY18" fmla="*/ 56704 h 134671"/>
              <a:gd name="csX19" fmla="*/ 92157 w 148867"/>
              <a:gd name="csY19" fmla="*/ 74424 h 134671"/>
              <a:gd name="csX20" fmla="*/ 94663 w 148867"/>
              <a:gd name="csY20" fmla="*/ 75462 h 134671"/>
              <a:gd name="csX21" fmla="*/ 109878 w 148867"/>
              <a:gd name="csY21" fmla="*/ 90676 h 134671"/>
              <a:gd name="csX22" fmla="*/ 125094 w 148867"/>
              <a:gd name="csY22" fmla="*/ 75462 h 134671"/>
              <a:gd name="csX23" fmla="*/ 130107 w 148867"/>
              <a:gd name="csY23" fmla="*/ 75462 h 134671"/>
              <a:gd name="csX24" fmla="*/ 130107 w 148867"/>
              <a:gd name="csY24" fmla="*/ 80473 h 134671"/>
              <a:gd name="csX25" fmla="*/ 114890 w 148867"/>
              <a:gd name="csY25" fmla="*/ 95687 h 134671"/>
              <a:gd name="csX26" fmla="*/ 130107 w 148867"/>
              <a:gd name="csY26" fmla="*/ 110902 h 134671"/>
              <a:gd name="csX27" fmla="*/ 130107 w 148867"/>
              <a:gd name="csY27" fmla="*/ 115913 h 134671"/>
              <a:gd name="csX28" fmla="*/ 127601 w 148867"/>
              <a:gd name="csY28" fmla="*/ 116951 h 134671"/>
              <a:gd name="csX29" fmla="*/ 125094 w 148867"/>
              <a:gd name="csY29" fmla="*/ 115913 h 134671"/>
              <a:gd name="csX30" fmla="*/ 109878 w 148867"/>
              <a:gd name="csY30" fmla="*/ 100699 h 134671"/>
              <a:gd name="csX31" fmla="*/ 94663 w 148867"/>
              <a:gd name="csY31" fmla="*/ 115913 h 134671"/>
              <a:gd name="csX32" fmla="*/ 92157 w 148867"/>
              <a:gd name="csY32" fmla="*/ 116951 h 134671"/>
              <a:gd name="csX33" fmla="*/ 89650 w 148867"/>
              <a:gd name="csY33" fmla="*/ 115913 h 134671"/>
              <a:gd name="csX34" fmla="*/ 89650 w 148867"/>
              <a:gd name="csY34" fmla="*/ 110902 h 134671"/>
              <a:gd name="csX35" fmla="*/ 104866 w 148867"/>
              <a:gd name="csY35" fmla="*/ 95687 h 134671"/>
              <a:gd name="csX36" fmla="*/ 89650 w 148867"/>
              <a:gd name="csY36" fmla="*/ 80473 h 134671"/>
              <a:gd name="csX37" fmla="*/ 89650 w 148867"/>
              <a:gd name="csY37" fmla="*/ 75462 h 134671"/>
              <a:gd name="csX38" fmla="*/ 92157 w 148867"/>
              <a:gd name="csY38" fmla="*/ 74424 h 134671"/>
            </a:gdLst>
            <a:ahLst/>
            <a:cxnLst/>
            <a:rect l="l" t="t" r="r" b="b"/>
            <a:pathLst>
              <a:path w="100000" h="100000">
                <a:moveTo>
                  <a:pt x="10714" y="4768"/>
                </a:moveTo>
                <a:cubicBezTo>
                  <a:pt x="4807" y="4768"/>
                  <a:pt x="0" y="9574"/>
                  <a:pt x="0" y="15481"/>
                </a:cubicBezTo>
                <a:lnTo>
                  <a:pt x="0" y="70236"/>
                </a:lnTo>
                <a:cubicBezTo>
                  <a:pt x="0" y="76142"/>
                  <a:pt x="4807" y="80948"/>
                  <a:pt x="10714" y="80948"/>
                </a:cubicBezTo>
                <a:lnTo>
                  <a:pt x="45247" y="80948"/>
                </a:lnTo>
                <a:cubicBezTo>
                  <a:pt x="43714" y="77282"/>
                  <a:pt x="42857" y="73261"/>
                  <a:pt x="42857" y="69045"/>
                </a:cubicBezTo>
                <a:cubicBezTo>
                  <a:pt x="42857" y="51981"/>
                  <a:pt x="56743" y="38097"/>
                  <a:pt x="73810" y="38097"/>
                </a:cubicBezTo>
                <a:cubicBezTo>
                  <a:pt x="82126" y="38097"/>
                  <a:pt x="89671" y="41410"/>
                  <a:pt x="95238" y="46764"/>
                </a:cubicBezTo>
                <a:lnTo>
                  <a:pt x="95238" y="27384"/>
                </a:lnTo>
                <a:cubicBezTo>
                  <a:pt x="95238" y="21478"/>
                  <a:pt x="90431" y="16671"/>
                  <a:pt x="84524" y="16671"/>
                </a:cubicBezTo>
                <a:lnTo>
                  <a:pt x="47721" y="16671"/>
                </a:lnTo>
                <a:lnTo>
                  <a:pt x="37077" y="7800"/>
                </a:lnTo>
                <a:cubicBezTo>
                  <a:pt x="34729" y="5843"/>
                  <a:pt x="31752" y="4768"/>
                  <a:pt x="28697" y="4768"/>
                </a:cubicBezTo>
                <a:lnTo>
                  <a:pt x="10714" y="4768"/>
                </a:lnTo>
                <a:close/>
                <a:moveTo>
                  <a:pt x="73810" y="42858"/>
                </a:moveTo>
                <a:cubicBezTo>
                  <a:pt x="59346" y="42858"/>
                  <a:pt x="47620" y="54583"/>
                  <a:pt x="47620" y="69045"/>
                </a:cubicBezTo>
                <a:cubicBezTo>
                  <a:pt x="47620" y="83507"/>
                  <a:pt x="59346" y="95232"/>
                  <a:pt x="73810" y="95232"/>
                </a:cubicBezTo>
                <a:cubicBezTo>
                  <a:pt x="88275" y="95232"/>
                  <a:pt x="100000" y="83507"/>
                  <a:pt x="100000" y="69045"/>
                </a:cubicBezTo>
                <a:cubicBezTo>
                  <a:pt x="100000" y="54583"/>
                  <a:pt x="88275" y="42858"/>
                  <a:pt x="73810" y="42858"/>
                </a:cubicBezTo>
                <a:close/>
                <a:moveTo>
                  <a:pt x="61906" y="54762"/>
                </a:moveTo>
                <a:cubicBezTo>
                  <a:pt x="62514" y="54762"/>
                  <a:pt x="63122" y="54993"/>
                  <a:pt x="63589" y="55459"/>
                </a:cubicBezTo>
                <a:lnTo>
                  <a:pt x="73810" y="65679"/>
                </a:lnTo>
                <a:lnTo>
                  <a:pt x="84031" y="55459"/>
                </a:lnTo>
                <a:cubicBezTo>
                  <a:pt x="84962" y="54528"/>
                  <a:pt x="86466" y="54528"/>
                  <a:pt x="87398" y="55459"/>
                </a:cubicBezTo>
                <a:cubicBezTo>
                  <a:pt x="88329" y="56389"/>
                  <a:pt x="88329" y="57895"/>
                  <a:pt x="87398" y="58825"/>
                </a:cubicBezTo>
                <a:lnTo>
                  <a:pt x="77176" y="69045"/>
                </a:lnTo>
                <a:lnTo>
                  <a:pt x="87398" y="79265"/>
                </a:lnTo>
                <a:cubicBezTo>
                  <a:pt x="88329" y="80196"/>
                  <a:pt x="88329" y="81700"/>
                  <a:pt x="87398" y="82631"/>
                </a:cubicBezTo>
                <a:cubicBezTo>
                  <a:pt x="86934" y="83096"/>
                  <a:pt x="86323" y="83329"/>
                  <a:pt x="85715" y="83329"/>
                </a:cubicBezTo>
                <a:cubicBezTo>
                  <a:pt x="85105" y="83329"/>
                  <a:pt x="84495" y="83096"/>
                  <a:pt x="84031" y="82631"/>
                </a:cubicBezTo>
                <a:lnTo>
                  <a:pt x="73810" y="72412"/>
                </a:lnTo>
                <a:lnTo>
                  <a:pt x="63589" y="82631"/>
                </a:lnTo>
                <a:cubicBezTo>
                  <a:pt x="63123" y="83096"/>
                  <a:pt x="62514" y="83329"/>
                  <a:pt x="61906" y="83329"/>
                </a:cubicBezTo>
                <a:cubicBezTo>
                  <a:pt x="61295" y="83329"/>
                  <a:pt x="60686" y="83096"/>
                  <a:pt x="60222" y="82631"/>
                </a:cubicBezTo>
                <a:cubicBezTo>
                  <a:pt x="59291" y="81700"/>
                  <a:pt x="59291" y="80196"/>
                  <a:pt x="60222" y="79265"/>
                </a:cubicBezTo>
                <a:lnTo>
                  <a:pt x="70443" y="69045"/>
                </a:lnTo>
                <a:lnTo>
                  <a:pt x="60222" y="58825"/>
                </a:lnTo>
                <a:cubicBezTo>
                  <a:pt x="59291" y="57895"/>
                  <a:pt x="59291" y="56389"/>
                  <a:pt x="60222" y="55459"/>
                </a:cubicBezTo>
                <a:cubicBezTo>
                  <a:pt x="60687" y="54993"/>
                  <a:pt x="61296" y="54762"/>
                  <a:pt x="61906" y="5476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79" name="Белый — SVG 19">
            <a:extLst>
              <a:ext uri="{FF2B5EF4-FFF2-40B4-BE49-F238E27FC236}">
                <a16:creationId xmlns:a16="http://schemas.microsoft.com/office/drawing/2014/main" id="{FBB305D5-7DCE-8B4A-AC47-37B28BFFA647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70895 w 148867"/>
              <a:gd name="csY0" fmla="*/ 57731 h 131127"/>
              <a:gd name="csX1" fmla="*/ 68 w 148867"/>
              <a:gd name="csY1" fmla="*/ 19492 h 131127"/>
              <a:gd name="csX2" fmla="*/ 21267 w 148867"/>
              <a:gd name="csY2" fmla="*/ 0 h 131127"/>
              <a:gd name="csX3" fmla="*/ 120506 w 148867"/>
              <a:gd name="csY3" fmla="*/ 0 h 131127"/>
              <a:gd name="csX4" fmla="*/ 141705 w 148867"/>
              <a:gd name="csY4" fmla="*/ 19492 h 131127"/>
              <a:gd name="csX5" fmla="*/ 70895 w 148867"/>
              <a:gd name="csY5" fmla="*/ 57731 h 131127"/>
              <a:gd name="csX6" fmla="*/ 70044 w 148867"/>
              <a:gd name="csY6" fmla="*/ 69037 h 131127"/>
              <a:gd name="csX7" fmla="*/ 63800 w 148867"/>
              <a:gd name="csY7" fmla="*/ 92144 h 131127"/>
              <a:gd name="csX8" fmla="*/ 69006 w 148867"/>
              <a:gd name="csY8" fmla="*/ 113407 h 131127"/>
              <a:gd name="csX9" fmla="*/ 21267 w 148867"/>
              <a:gd name="csY9" fmla="*/ 113407 h 131127"/>
              <a:gd name="csX10" fmla="*/ 0 w 148867"/>
              <a:gd name="csY10" fmla="*/ 92144 h 131127"/>
              <a:gd name="csX11" fmla="*/ 0 w 148867"/>
              <a:gd name="csY11" fmla="*/ 31506 h 131127"/>
              <a:gd name="csX12" fmla="*/ 68377 w 148867"/>
              <a:gd name="csY12" fmla="*/ 68470 h 131127"/>
              <a:gd name="csX13" fmla="*/ 70044 w 148867"/>
              <a:gd name="csY13" fmla="*/ 69037 h 131127"/>
              <a:gd name="csX14" fmla="*/ 141773 w 148867"/>
              <a:gd name="csY14" fmla="*/ 31506 h 131127"/>
              <a:gd name="csX15" fmla="*/ 141773 w 148867"/>
              <a:gd name="csY15" fmla="*/ 58936 h 131127"/>
              <a:gd name="csX16" fmla="*/ 114415 w 148867"/>
              <a:gd name="csY16" fmla="*/ 46320 h 131127"/>
              <a:gd name="csX17" fmla="*/ 141773 w 148867"/>
              <a:gd name="csY17" fmla="*/ 31506 h 131127"/>
              <a:gd name="csX18" fmla="*/ 109873 w 148867"/>
              <a:gd name="csY18" fmla="*/ 53160 h 131127"/>
              <a:gd name="csX19" fmla="*/ 70895 w 148867"/>
              <a:gd name="csY19" fmla="*/ 92144 h 131127"/>
              <a:gd name="csX20" fmla="*/ 109873 w 148867"/>
              <a:gd name="csY20" fmla="*/ 131127 h 131127"/>
              <a:gd name="csX21" fmla="*/ 148867 w 148867"/>
              <a:gd name="csY21" fmla="*/ 92144 h 131127"/>
              <a:gd name="csX22" fmla="*/ 109873 w 148867"/>
              <a:gd name="csY22" fmla="*/ 53160 h 131127"/>
              <a:gd name="csX23" fmla="*/ 130101 w 148867"/>
              <a:gd name="csY23" fmla="*/ 107358 h 131127"/>
              <a:gd name="csX24" fmla="*/ 130101 w 148867"/>
              <a:gd name="csY24" fmla="*/ 112369 h 131127"/>
              <a:gd name="csX25" fmla="*/ 127601 w 148867"/>
              <a:gd name="csY25" fmla="*/ 113407 h 131127"/>
              <a:gd name="csX26" fmla="*/ 125100 w 148867"/>
              <a:gd name="csY26" fmla="*/ 112369 h 131127"/>
              <a:gd name="csX27" fmla="*/ 109873 w 148867"/>
              <a:gd name="csY27" fmla="*/ 97155 h 131127"/>
              <a:gd name="csX28" fmla="*/ 94662 w 148867"/>
              <a:gd name="csY28" fmla="*/ 112369 h 131127"/>
              <a:gd name="csX29" fmla="*/ 92162 w 148867"/>
              <a:gd name="csY29" fmla="*/ 113407 h 131127"/>
              <a:gd name="csX30" fmla="*/ 89644 w 148867"/>
              <a:gd name="csY30" fmla="*/ 112369 h 131127"/>
              <a:gd name="csX31" fmla="*/ 89644 w 148867"/>
              <a:gd name="csY31" fmla="*/ 107358 h 131127"/>
              <a:gd name="csX32" fmla="*/ 104870 w 148867"/>
              <a:gd name="csY32" fmla="*/ 92144 h 131127"/>
              <a:gd name="csX33" fmla="*/ 89644 w 148867"/>
              <a:gd name="csY33" fmla="*/ 76929 h 131127"/>
              <a:gd name="csX34" fmla="*/ 89644 w 148867"/>
              <a:gd name="csY34" fmla="*/ 71918 h 131127"/>
              <a:gd name="csX35" fmla="*/ 94662 w 148867"/>
              <a:gd name="csY35" fmla="*/ 71918 h 131127"/>
              <a:gd name="csX36" fmla="*/ 109873 w 148867"/>
              <a:gd name="csY36" fmla="*/ 87132 h 131127"/>
              <a:gd name="csX37" fmla="*/ 125100 w 148867"/>
              <a:gd name="csY37" fmla="*/ 71918 h 131127"/>
              <a:gd name="csX38" fmla="*/ 130101 w 148867"/>
              <a:gd name="csY38" fmla="*/ 71918 h 131127"/>
              <a:gd name="csX39" fmla="*/ 130101 w 148867"/>
              <a:gd name="csY39" fmla="*/ 76929 h 131127"/>
              <a:gd name="csX40" fmla="*/ 114892 w 148867"/>
              <a:gd name="csY40" fmla="*/ 92144 h 131127"/>
              <a:gd name="csX41" fmla="*/ 130101 w 148867"/>
              <a:gd name="csY41" fmla="*/ 107358 h 131127"/>
            </a:gdLst>
            <a:ahLst/>
            <a:cxnLst/>
            <a:rect l="l" t="t" r="r" b="b"/>
            <a:pathLst>
              <a:path w="100000" h="100000">
                <a:moveTo>
                  <a:pt x="47623" y="44739"/>
                </a:moveTo>
                <a:lnTo>
                  <a:pt x="46" y="19052"/>
                </a:lnTo>
                <a:cubicBezTo>
                  <a:pt x="663" y="11719"/>
                  <a:pt x="6811" y="5958"/>
                  <a:pt x="14286" y="5958"/>
                </a:cubicBezTo>
                <a:lnTo>
                  <a:pt x="80949" y="5958"/>
                </a:lnTo>
                <a:cubicBezTo>
                  <a:pt x="88423" y="5958"/>
                  <a:pt x="94572" y="11719"/>
                  <a:pt x="95189" y="19052"/>
                </a:cubicBezTo>
                <a:lnTo>
                  <a:pt x="47623" y="44739"/>
                </a:lnTo>
                <a:close/>
                <a:moveTo>
                  <a:pt x="47051" y="52333"/>
                </a:moveTo>
                <a:cubicBezTo>
                  <a:pt x="44377" y="56904"/>
                  <a:pt x="42857" y="62189"/>
                  <a:pt x="42857" y="67855"/>
                </a:cubicBezTo>
                <a:cubicBezTo>
                  <a:pt x="42857" y="72997"/>
                  <a:pt x="44115" y="77853"/>
                  <a:pt x="46354" y="82138"/>
                </a:cubicBezTo>
                <a:lnTo>
                  <a:pt x="14286" y="82138"/>
                </a:lnTo>
                <a:cubicBezTo>
                  <a:pt x="6400" y="82138"/>
                  <a:pt x="0" y="75735"/>
                  <a:pt x="0" y="67855"/>
                </a:cubicBezTo>
                <a:lnTo>
                  <a:pt x="0" y="27122"/>
                </a:lnTo>
                <a:lnTo>
                  <a:pt x="45932" y="51952"/>
                </a:lnTo>
                <a:cubicBezTo>
                  <a:pt x="46286" y="52143"/>
                  <a:pt x="46663" y="52286"/>
                  <a:pt x="47051" y="52333"/>
                </a:cubicBezTo>
                <a:close/>
                <a:moveTo>
                  <a:pt x="95235" y="27122"/>
                </a:moveTo>
                <a:lnTo>
                  <a:pt x="95235" y="45548"/>
                </a:lnTo>
                <a:cubicBezTo>
                  <a:pt x="90377" y="40859"/>
                  <a:pt x="83977" y="37740"/>
                  <a:pt x="76857" y="37073"/>
                </a:cubicBezTo>
                <a:lnTo>
                  <a:pt x="95235" y="27122"/>
                </a:lnTo>
                <a:close/>
                <a:moveTo>
                  <a:pt x="73806" y="41668"/>
                </a:moveTo>
                <a:cubicBezTo>
                  <a:pt x="59349" y="41668"/>
                  <a:pt x="47623" y="53393"/>
                  <a:pt x="47623" y="67855"/>
                </a:cubicBezTo>
                <a:cubicBezTo>
                  <a:pt x="47623" y="82317"/>
                  <a:pt x="59349" y="94042"/>
                  <a:pt x="73806" y="94042"/>
                </a:cubicBezTo>
                <a:cubicBezTo>
                  <a:pt x="88275" y="94042"/>
                  <a:pt x="100000" y="82317"/>
                  <a:pt x="100000" y="67855"/>
                </a:cubicBezTo>
                <a:cubicBezTo>
                  <a:pt x="100000" y="53393"/>
                  <a:pt x="88275" y="41668"/>
                  <a:pt x="73806" y="41668"/>
                </a:cubicBezTo>
                <a:close/>
                <a:moveTo>
                  <a:pt x="87394" y="78075"/>
                </a:moveTo>
                <a:cubicBezTo>
                  <a:pt x="88332" y="79005"/>
                  <a:pt x="88332" y="80510"/>
                  <a:pt x="87394" y="81441"/>
                </a:cubicBezTo>
                <a:cubicBezTo>
                  <a:pt x="86937" y="81905"/>
                  <a:pt x="86320" y="82138"/>
                  <a:pt x="85715" y="82138"/>
                </a:cubicBezTo>
                <a:cubicBezTo>
                  <a:pt x="85109" y="82138"/>
                  <a:pt x="84492" y="81905"/>
                  <a:pt x="84035" y="81441"/>
                </a:cubicBezTo>
                <a:lnTo>
                  <a:pt x="73806" y="71221"/>
                </a:lnTo>
                <a:lnTo>
                  <a:pt x="63588" y="81441"/>
                </a:lnTo>
                <a:cubicBezTo>
                  <a:pt x="63120" y="81905"/>
                  <a:pt x="62514" y="82138"/>
                  <a:pt x="61909" y="82138"/>
                </a:cubicBezTo>
                <a:cubicBezTo>
                  <a:pt x="61292" y="82138"/>
                  <a:pt x="60686" y="81905"/>
                  <a:pt x="60218" y="81441"/>
                </a:cubicBezTo>
                <a:cubicBezTo>
                  <a:pt x="59291" y="80510"/>
                  <a:pt x="59291" y="79005"/>
                  <a:pt x="60218" y="78075"/>
                </a:cubicBezTo>
                <a:lnTo>
                  <a:pt x="70445" y="67855"/>
                </a:lnTo>
                <a:lnTo>
                  <a:pt x="60218" y="57635"/>
                </a:lnTo>
                <a:cubicBezTo>
                  <a:pt x="59291" y="56704"/>
                  <a:pt x="59291" y="55200"/>
                  <a:pt x="60218" y="54269"/>
                </a:cubicBezTo>
                <a:cubicBezTo>
                  <a:pt x="61155" y="53338"/>
                  <a:pt x="62652" y="53338"/>
                  <a:pt x="63588" y="54269"/>
                </a:cubicBezTo>
                <a:lnTo>
                  <a:pt x="73806" y="64488"/>
                </a:lnTo>
                <a:lnTo>
                  <a:pt x="84035" y="54269"/>
                </a:lnTo>
                <a:cubicBezTo>
                  <a:pt x="84960" y="53338"/>
                  <a:pt x="86468" y="53338"/>
                  <a:pt x="87394" y="54269"/>
                </a:cubicBezTo>
                <a:cubicBezTo>
                  <a:pt x="88332" y="55200"/>
                  <a:pt x="88332" y="56704"/>
                  <a:pt x="87394" y="57635"/>
                </a:cubicBezTo>
                <a:lnTo>
                  <a:pt x="77178" y="67855"/>
                </a:lnTo>
                <a:lnTo>
                  <a:pt x="87394" y="7807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0" name="Белый — SVG 20">
            <a:extLst>
              <a:ext uri="{FF2B5EF4-FFF2-40B4-BE49-F238E27FC236}">
                <a16:creationId xmlns:a16="http://schemas.microsoft.com/office/drawing/2014/main" id="{6B29470E-75F3-BA44-B264-1C20554FDF8A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15942 w 141772"/>
              <a:gd name="csY0" fmla="*/ 0 h 131129"/>
              <a:gd name="csX1" fmla="*/ 0 w 141772"/>
              <a:gd name="csY1" fmla="*/ 15948 h 131129"/>
              <a:gd name="csX2" fmla="*/ 0 w 141772"/>
              <a:gd name="csY2" fmla="*/ 97460 h 131129"/>
              <a:gd name="csX3" fmla="*/ 15942 w 141772"/>
              <a:gd name="csY3" fmla="*/ 113407 h 131129"/>
              <a:gd name="csX4" fmla="*/ 56706 w 141772"/>
              <a:gd name="csY4" fmla="*/ 113407 h 131129"/>
              <a:gd name="csX5" fmla="*/ 56706 w 141772"/>
              <a:gd name="csY5" fmla="*/ 125811 h 131129"/>
              <a:gd name="csX6" fmla="*/ 59360 w 141772"/>
              <a:gd name="csY6" fmla="*/ 130407 h 131129"/>
              <a:gd name="csX7" fmla="*/ 64668 w 141772"/>
              <a:gd name="csY7" fmla="*/ 130428 h 131129"/>
              <a:gd name="csX8" fmla="*/ 70895 w 141772"/>
              <a:gd name="csY8" fmla="*/ 126870 h 131129"/>
              <a:gd name="csX9" fmla="*/ 77104 w 141772"/>
              <a:gd name="csY9" fmla="*/ 130428 h 131129"/>
              <a:gd name="csX10" fmla="*/ 79742 w 141772"/>
              <a:gd name="csY10" fmla="*/ 131127 h 131129"/>
              <a:gd name="csX11" fmla="*/ 82430 w 141772"/>
              <a:gd name="csY11" fmla="*/ 130407 h 131129"/>
              <a:gd name="csX12" fmla="*/ 85067 w 141772"/>
              <a:gd name="csY12" fmla="*/ 125811 h 131129"/>
              <a:gd name="csX13" fmla="*/ 85067 w 141772"/>
              <a:gd name="csY13" fmla="*/ 113407 h 131129"/>
              <a:gd name="csX14" fmla="*/ 125831 w 141772"/>
              <a:gd name="csY14" fmla="*/ 113407 h 131129"/>
              <a:gd name="csX15" fmla="*/ 141773 w 141772"/>
              <a:gd name="csY15" fmla="*/ 97460 h 131129"/>
              <a:gd name="csX16" fmla="*/ 141773 w 141772"/>
              <a:gd name="csY16" fmla="*/ 15948 h 131129"/>
              <a:gd name="csX17" fmla="*/ 125831 w 141772"/>
              <a:gd name="csY17" fmla="*/ 0 h 131129"/>
              <a:gd name="csX18" fmla="*/ 15942 w 141772"/>
              <a:gd name="csY18" fmla="*/ 0 h 131129"/>
              <a:gd name="csX19" fmla="*/ 30131 w 141772"/>
              <a:gd name="csY19" fmla="*/ 24808 h 131129"/>
              <a:gd name="csX20" fmla="*/ 111642 w 141772"/>
              <a:gd name="csY20" fmla="*/ 24808 h 131129"/>
              <a:gd name="csX21" fmla="*/ 116967 w 141772"/>
              <a:gd name="csY21" fmla="*/ 30124 h 131129"/>
              <a:gd name="csX22" fmla="*/ 111642 w 141772"/>
              <a:gd name="csY22" fmla="*/ 35440 h 131129"/>
              <a:gd name="csX23" fmla="*/ 30131 w 141772"/>
              <a:gd name="csY23" fmla="*/ 35440 h 131129"/>
              <a:gd name="csX24" fmla="*/ 24806 w 141772"/>
              <a:gd name="csY24" fmla="*/ 30124 h 131129"/>
              <a:gd name="csX25" fmla="*/ 30131 w 141772"/>
              <a:gd name="csY25" fmla="*/ 24808 h 131129"/>
              <a:gd name="csX26" fmla="*/ 37209 w 141772"/>
              <a:gd name="csY26" fmla="*/ 46072 h 131129"/>
              <a:gd name="csX27" fmla="*/ 104564 w 141772"/>
              <a:gd name="csY27" fmla="*/ 46072 h 131129"/>
              <a:gd name="csX28" fmla="*/ 109873 w 141772"/>
              <a:gd name="csY28" fmla="*/ 51388 h 131129"/>
              <a:gd name="csX29" fmla="*/ 104564 w 141772"/>
              <a:gd name="csY29" fmla="*/ 56704 h 131129"/>
              <a:gd name="csX30" fmla="*/ 37209 w 141772"/>
              <a:gd name="csY30" fmla="*/ 56704 h 131129"/>
              <a:gd name="csX31" fmla="*/ 31900 w 141772"/>
              <a:gd name="csY31" fmla="*/ 51388 h 131129"/>
              <a:gd name="csX32" fmla="*/ 37209 w 141772"/>
              <a:gd name="csY32" fmla="*/ 46072 h 131129"/>
              <a:gd name="csX33" fmla="*/ 70895 w 141772"/>
              <a:gd name="csY33" fmla="*/ 70880 h 131129"/>
              <a:gd name="csX34" fmla="*/ 88606 w 141772"/>
              <a:gd name="csY34" fmla="*/ 88599 h 131129"/>
              <a:gd name="csX35" fmla="*/ 70895 w 141772"/>
              <a:gd name="csY35" fmla="*/ 106319 h 131129"/>
              <a:gd name="csX36" fmla="*/ 53167 w 141772"/>
              <a:gd name="csY36" fmla="*/ 88599 h 131129"/>
              <a:gd name="csX37" fmla="*/ 70895 w 141772"/>
              <a:gd name="csY37" fmla="*/ 70880 h 131129"/>
            </a:gdLst>
            <a:ahLst/>
            <a:cxnLst/>
            <a:rect l="l" t="t" r="r" b="b"/>
            <a:pathLst>
              <a:path w="100000" h="100000">
                <a:moveTo>
                  <a:pt x="11245" y="3754"/>
                </a:moveTo>
                <a:cubicBezTo>
                  <a:pt x="5052" y="3754"/>
                  <a:pt x="0" y="8800"/>
                  <a:pt x="0" y="15003"/>
                </a:cubicBezTo>
                <a:lnTo>
                  <a:pt x="0" y="72498"/>
                </a:lnTo>
                <a:cubicBezTo>
                  <a:pt x="0" y="78699"/>
                  <a:pt x="5052" y="83746"/>
                  <a:pt x="11245" y="83746"/>
                </a:cubicBezTo>
                <a:lnTo>
                  <a:pt x="39998" y="83746"/>
                </a:lnTo>
                <a:lnTo>
                  <a:pt x="39998" y="92495"/>
                </a:lnTo>
                <a:cubicBezTo>
                  <a:pt x="39998" y="93833"/>
                  <a:pt x="40718" y="95068"/>
                  <a:pt x="41870" y="95737"/>
                </a:cubicBezTo>
                <a:cubicBezTo>
                  <a:pt x="43022" y="96410"/>
                  <a:pt x="44450" y="96418"/>
                  <a:pt x="45614" y="95752"/>
                </a:cubicBezTo>
                <a:lnTo>
                  <a:pt x="50006" y="93242"/>
                </a:lnTo>
                <a:lnTo>
                  <a:pt x="54386" y="95752"/>
                </a:lnTo>
                <a:cubicBezTo>
                  <a:pt x="54962" y="96081"/>
                  <a:pt x="55610" y="96245"/>
                  <a:pt x="56247" y="96245"/>
                </a:cubicBezTo>
                <a:cubicBezTo>
                  <a:pt x="56906" y="96245"/>
                  <a:pt x="57554" y="96077"/>
                  <a:pt x="58143" y="95737"/>
                </a:cubicBezTo>
                <a:cubicBezTo>
                  <a:pt x="59295" y="95068"/>
                  <a:pt x="60003" y="93833"/>
                  <a:pt x="60003" y="92495"/>
                </a:cubicBezTo>
                <a:lnTo>
                  <a:pt x="60003" y="83746"/>
                </a:lnTo>
                <a:lnTo>
                  <a:pt x="88756" y="83746"/>
                </a:lnTo>
                <a:cubicBezTo>
                  <a:pt x="94960" y="83746"/>
                  <a:pt x="100001" y="78699"/>
                  <a:pt x="100001" y="72498"/>
                </a:cubicBezTo>
                <a:lnTo>
                  <a:pt x="100001" y="15003"/>
                </a:lnTo>
                <a:cubicBezTo>
                  <a:pt x="100001" y="8800"/>
                  <a:pt x="94960" y="3754"/>
                  <a:pt x="88756" y="3754"/>
                </a:cubicBezTo>
                <a:lnTo>
                  <a:pt x="11245" y="3754"/>
                </a:lnTo>
                <a:close/>
                <a:moveTo>
                  <a:pt x="21253" y="21252"/>
                </a:moveTo>
                <a:lnTo>
                  <a:pt x="78748" y="21252"/>
                </a:lnTo>
                <a:cubicBezTo>
                  <a:pt x="80823" y="21252"/>
                  <a:pt x="82504" y="22929"/>
                  <a:pt x="82504" y="25002"/>
                </a:cubicBezTo>
                <a:cubicBezTo>
                  <a:pt x="82504" y="27074"/>
                  <a:pt x="80823" y="28751"/>
                  <a:pt x="78748" y="28751"/>
                </a:cubicBezTo>
                <a:lnTo>
                  <a:pt x="21253" y="28751"/>
                </a:lnTo>
                <a:cubicBezTo>
                  <a:pt x="19177" y="28751"/>
                  <a:pt x="17497" y="27074"/>
                  <a:pt x="17497" y="25002"/>
                </a:cubicBezTo>
                <a:cubicBezTo>
                  <a:pt x="17497" y="22929"/>
                  <a:pt x="19177" y="21252"/>
                  <a:pt x="21253" y="21252"/>
                </a:cubicBezTo>
                <a:close/>
                <a:moveTo>
                  <a:pt x="26246" y="36251"/>
                </a:moveTo>
                <a:lnTo>
                  <a:pt x="73755" y="36251"/>
                </a:lnTo>
                <a:cubicBezTo>
                  <a:pt x="75832" y="36251"/>
                  <a:pt x="77500" y="37928"/>
                  <a:pt x="77500" y="40000"/>
                </a:cubicBezTo>
                <a:cubicBezTo>
                  <a:pt x="77500" y="42073"/>
                  <a:pt x="75832" y="43750"/>
                  <a:pt x="73755" y="43750"/>
                </a:cubicBezTo>
                <a:lnTo>
                  <a:pt x="26246" y="43750"/>
                </a:lnTo>
                <a:cubicBezTo>
                  <a:pt x="24181" y="43750"/>
                  <a:pt x="22501" y="42073"/>
                  <a:pt x="22501" y="40000"/>
                </a:cubicBezTo>
                <a:cubicBezTo>
                  <a:pt x="22501" y="37928"/>
                  <a:pt x="24181" y="36251"/>
                  <a:pt x="26246" y="36251"/>
                </a:cubicBezTo>
                <a:close/>
                <a:moveTo>
                  <a:pt x="50006" y="53749"/>
                </a:moveTo>
                <a:cubicBezTo>
                  <a:pt x="56906" y="53749"/>
                  <a:pt x="62499" y="59346"/>
                  <a:pt x="62499" y="66248"/>
                </a:cubicBezTo>
                <a:cubicBezTo>
                  <a:pt x="62499" y="73149"/>
                  <a:pt x="56906" y="78747"/>
                  <a:pt x="50006" y="78747"/>
                </a:cubicBezTo>
                <a:cubicBezTo>
                  <a:pt x="43094" y="78747"/>
                  <a:pt x="37502" y="73149"/>
                  <a:pt x="37502" y="66248"/>
                </a:cubicBezTo>
                <a:cubicBezTo>
                  <a:pt x="37502" y="59346"/>
                  <a:pt x="43094" y="53749"/>
                  <a:pt x="50006" y="5374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1" name="Белый — SVG 21">
            <a:extLst>
              <a:ext uri="{FF2B5EF4-FFF2-40B4-BE49-F238E27FC236}">
                <a16:creationId xmlns:a16="http://schemas.microsoft.com/office/drawing/2014/main" id="{A9AD8C66-3F1A-8544-9896-A5B1C1F509C2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21267 w 127600"/>
              <a:gd name="csY0" fmla="*/ 0 h 141759"/>
              <a:gd name="csX1" fmla="*/ 0 w 127600"/>
              <a:gd name="csY1" fmla="*/ 21264 h 141759"/>
              <a:gd name="csX2" fmla="*/ 0 w 127600"/>
              <a:gd name="csY2" fmla="*/ 30124 h 141759"/>
              <a:gd name="csX3" fmla="*/ 5308 w 127600"/>
              <a:gd name="csY3" fmla="*/ 35440 h 141759"/>
              <a:gd name="csX4" fmla="*/ 14172 w 127600"/>
              <a:gd name="csY4" fmla="*/ 35440 h 141759"/>
              <a:gd name="csX5" fmla="*/ 14172 w 127600"/>
              <a:gd name="csY5" fmla="*/ 125811 h 141759"/>
              <a:gd name="csX6" fmla="*/ 30131 w 127600"/>
              <a:gd name="csY6" fmla="*/ 141759 h 141759"/>
              <a:gd name="csX7" fmla="*/ 111642 w 127600"/>
              <a:gd name="csY7" fmla="*/ 141759 h 141759"/>
              <a:gd name="csX8" fmla="*/ 127601 w 127600"/>
              <a:gd name="csY8" fmla="*/ 125811 h 141759"/>
              <a:gd name="csX9" fmla="*/ 127601 w 127600"/>
              <a:gd name="csY9" fmla="*/ 21264 h 141759"/>
              <a:gd name="csX10" fmla="*/ 106334 w 127600"/>
              <a:gd name="csY10" fmla="*/ 0 h 141759"/>
              <a:gd name="csX11" fmla="*/ 21267 w 127600"/>
              <a:gd name="csY11" fmla="*/ 0 h 141759"/>
              <a:gd name="csX12" fmla="*/ 21267 w 127600"/>
              <a:gd name="csY12" fmla="*/ 10632 h 141759"/>
              <a:gd name="csX13" fmla="*/ 87925 w 127600"/>
              <a:gd name="csY13" fmla="*/ 10632 h 141759"/>
              <a:gd name="csX14" fmla="*/ 85067 w 127600"/>
              <a:gd name="csY14" fmla="*/ 21264 h 141759"/>
              <a:gd name="csX15" fmla="*/ 85067 w 127600"/>
              <a:gd name="csY15" fmla="*/ 24808 h 141759"/>
              <a:gd name="csX16" fmla="*/ 10633 w 127600"/>
              <a:gd name="csY16" fmla="*/ 24808 h 141759"/>
              <a:gd name="csX17" fmla="*/ 10633 w 127600"/>
              <a:gd name="csY17" fmla="*/ 21264 h 141759"/>
              <a:gd name="csX18" fmla="*/ 21267 w 127600"/>
              <a:gd name="csY18" fmla="*/ 10632 h 141759"/>
              <a:gd name="csX19" fmla="*/ 40764 w 127600"/>
              <a:gd name="csY19" fmla="*/ 42528 h 141759"/>
              <a:gd name="csX20" fmla="*/ 101009 w 127600"/>
              <a:gd name="csY20" fmla="*/ 42528 h 141759"/>
              <a:gd name="csX21" fmla="*/ 106334 w 127600"/>
              <a:gd name="csY21" fmla="*/ 47844 h 141759"/>
              <a:gd name="csX22" fmla="*/ 101009 w 127600"/>
              <a:gd name="csY22" fmla="*/ 53160 h 141759"/>
              <a:gd name="csX23" fmla="*/ 40764 w 127600"/>
              <a:gd name="csY23" fmla="*/ 53160 h 141759"/>
              <a:gd name="csX24" fmla="*/ 35439 w 127600"/>
              <a:gd name="csY24" fmla="*/ 47844 h 141759"/>
              <a:gd name="csX25" fmla="*/ 40764 w 127600"/>
              <a:gd name="csY25" fmla="*/ 42528 h 141759"/>
              <a:gd name="csX26" fmla="*/ 40764 w 127600"/>
              <a:gd name="csY26" fmla="*/ 63792 h 141759"/>
              <a:gd name="csX27" fmla="*/ 65570 w 127600"/>
              <a:gd name="csY27" fmla="*/ 63792 h 141759"/>
              <a:gd name="csX28" fmla="*/ 70895 w 127600"/>
              <a:gd name="csY28" fmla="*/ 69108 h 141759"/>
              <a:gd name="csX29" fmla="*/ 65570 w 127600"/>
              <a:gd name="csY29" fmla="*/ 74424 h 141759"/>
              <a:gd name="csX30" fmla="*/ 40764 w 127600"/>
              <a:gd name="csY30" fmla="*/ 74424 h 141759"/>
              <a:gd name="csX31" fmla="*/ 35439 w 127600"/>
              <a:gd name="csY31" fmla="*/ 69108 h 141759"/>
              <a:gd name="csX32" fmla="*/ 40764 w 127600"/>
              <a:gd name="csY32" fmla="*/ 63792 h 141759"/>
              <a:gd name="csX33" fmla="*/ 95700 w 127600"/>
              <a:gd name="csY33" fmla="*/ 77968 h 141759"/>
              <a:gd name="csX34" fmla="*/ 109873 w 127600"/>
              <a:gd name="csY34" fmla="*/ 92144 h 141759"/>
              <a:gd name="csX35" fmla="*/ 95700 w 127600"/>
              <a:gd name="csY35" fmla="*/ 106319 h 141759"/>
              <a:gd name="csX36" fmla="*/ 81528 w 127600"/>
              <a:gd name="csY36" fmla="*/ 92144 h 141759"/>
              <a:gd name="csX37" fmla="*/ 95700 w 127600"/>
              <a:gd name="csY37" fmla="*/ 77968 h 141759"/>
              <a:gd name="csX38" fmla="*/ 81528 w 127600"/>
              <a:gd name="csY38" fmla="*/ 112452 h 141759"/>
              <a:gd name="csX39" fmla="*/ 95700 w 127600"/>
              <a:gd name="csY39" fmla="*/ 116951 h 141759"/>
              <a:gd name="csX40" fmla="*/ 109873 w 127600"/>
              <a:gd name="csY40" fmla="*/ 112452 h 141759"/>
              <a:gd name="csX41" fmla="*/ 109873 w 127600"/>
              <a:gd name="csY41" fmla="*/ 125811 h 141759"/>
              <a:gd name="csX42" fmla="*/ 107236 w 127600"/>
              <a:gd name="csY42" fmla="*/ 130407 h 141759"/>
              <a:gd name="csX43" fmla="*/ 104564 w 127600"/>
              <a:gd name="csY43" fmla="*/ 131127 h 141759"/>
              <a:gd name="csX44" fmla="*/ 101927 w 127600"/>
              <a:gd name="csY44" fmla="*/ 130428 h 141759"/>
              <a:gd name="csX45" fmla="*/ 95700 w 127600"/>
              <a:gd name="csY45" fmla="*/ 126870 h 141759"/>
              <a:gd name="csX46" fmla="*/ 89474 w 127600"/>
              <a:gd name="csY46" fmla="*/ 130428 h 141759"/>
              <a:gd name="csX47" fmla="*/ 84165 w 127600"/>
              <a:gd name="csY47" fmla="*/ 130407 h 141759"/>
              <a:gd name="csX48" fmla="*/ 81528 w 127600"/>
              <a:gd name="csY48" fmla="*/ 125811 h 141759"/>
              <a:gd name="csX49" fmla="*/ 81528 w 127600"/>
              <a:gd name="csY49" fmla="*/ 112452 h 141759"/>
            </a:gdLst>
            <a:ahLst/>
            <a:cxnLst/>
            <a:rect l="l" t="t" r="r" b="b"/>
            <a:pathLst>
              <a:path w="100000" h="100000">
                <a:moveTo>
                  <a:pt x="19996" y="0"/>
                </a:moveTo>
                <a:cubicBezTo>
                  <a:pt x="11727" y="0"/>
                  <a:pt x="4994" y="6728"/>
                  <a:pt x="4994" y="15000"/>
                </a:cubicBezTo>
                <a:lnTo>
                  <a:pt x="4994" y="21250"/>
                </a:lnTo>
                <a:cubicBezTo>
                  <a:pt x="4994" y="23323"/>
                  <a:pt x="6674" y="25000"/>
                  <a:pt x="8738" y="25000"/>
                </a:cubicBezTo>
                <a:lnTo>
                  <a:pt x="14991" y="25000"/>
                </a:lnTo>
                <a:lnTo>
                  <a:pt x="14991" y="88750"/>
                </a:lnTo>
                <a:cubicBezTo>
                  <a:pt x="14991" y="94953"/>
                  <a:pt x="20044" y="100000"/>
                  <a:pt x="26249" y="100000"/>
                </a:cubicBezTo>
                <a:lnTo>
                  <a:pt x="83749" y="100000"/>
                </a:lnTo>
                <a:cubicBezTo>
                  <a:pt x="89954" y="100000"/>
                  <a:pt x="95007" y="94953"/>
                  <a:pt x="95007" y="88750"/>
                </a:cubicBezTo>
                <a:lnTo>
                  <a:pt x="95007" y="15000"/>
                </a:lnTo>
                <a:cubicBezTo>
                  <a:pt x="95007" y="6728"/>
                  <a:pt x="88273" y="0"/>
                  <a:pt x="80004" y="0"/>
                </a:cubicBezTo>
                <a:lnTo>
                  <a:pt x="19996" y="0"/>
                </a:lnTo>
                <a:close/>
                <a:moveTo>
                  <a:pt x="19996" y="7500"/>
                </a:moveTo>
                <a:lnTo>
                  <a:pt x="67018" y="7500"/>
                </a:lnTo>
                <a:cubicBezTo>
                  <a:pt x="65734" y="9707"/>
                  <a:pt x="65002" y="12270"/>
                  <a:pt x="65002" y="15000"/>
                </a:cubicBezTo>
                <a:lnTo>
                  <a:pt x="65002" y="17500"/>
                </a:lnTo>
                <a:lnTo>
                  <a:pt x="12495" y="17500"/>
                </a:lnTo>
                <a:lnTo>
                  <a:pt x="12495" y="15000"/>
                </a:lnTo>
                <a:cubicBezTo>
                  <a:pt x="12495" y="10865"/>
                  <a:pt x="15855" y="7500"/>
                  <a:pt x="19996" y="7500"/>
                </a:cubicBezTo>
                <a:close/>
                <a:moveTo>
                  <a:pt x="33750" y="30000"/>
                </a:moveTo>
                <a:lnTo>
                  <a:pt x="76248" y="30000"/>
                </a:lnTo>
                <a:cubicBezTo>
                  <a:pt x="78324" y="30000"/>
                  <a:pt x="80004" y="31678"/>
                  <a:pt x="80004" y="33750"/>
                </a:cubicBezTo>
                <a:cubicBezTo>
                  <a:pt x="80004" y="35823"/>
                  <a:pt x="78324" y="37500"/>
                  <a:pt x="76248" y="37500"/>
                </a:cubicBezTo>
                <a:lnTo>
                  <a:pt x="33750" y="37500"/>
                </a:lnTo>
                <a:cubicBezTo>
                  <a:pt x="31674" y="37500"/>
                  <a:pt x="29994" y="35823"/>
                  <a:pt x="29994" y="33750"/>
                </a:cubicBezTo>
                <a:cubicBezTo>
                  <a:pt x="29994" y="31678"/>
                  <a:pt x="31674" y="30000"/>
                  <a:pt x="33750" y="30000"/>
                </a:cubicBezTo>
                <a:close/>
                <a:moveTo>
                  <a:pt x="33750" y="45000"/>
                </a:moveTo>
                <a:lnTo>
                  <a:pt x="51249" y="45000"/>
                </a:lnTo>
                <a:cubicBezTo>
                  <a:pt x="53325" y="45000"/>
                  <a:pt x="55005" y="46678"/>
                  <a:pt x="55005" y="48750"/>
                </a:cubicBezTo>
                <a:cubicBezTo>
                  <a:pt x="55005" y="50823"/>
                  <a:pt x="53325" y="52500"/>
                  <a:pt x="51249" y="52500"/>
                </a:cubicBezTo>
                <a:lnTo>
                  <a:pt x="33750" y="52500"/>
                </a:lnTo>
                <a:cubicBezTo>
                  <a:pt x="31674" y="52500"/>
                  <a:pt x="29994" y="50823"/>
                  <a:pt x="29994" y="48750"/>
                </a:cubicBezTo>
                <a:cubicBezTo>
                  <a:pt x="29994" y="46678"/>
                  <a:pt x="31674" y="45000"/>
                  <a:pt x="33750" y="45000"/>
                </a:cubicBezTo>
                <a:close/>
                <a:moveTo>
                  <a:pt x="72503" y="55000"/>
                </a:moveTo>
                <a:cubicBezTo>
                  <a:pt x="78072" y="55000"/>
                  <a:pt x="82501" y="59433"/>
                  <a:pt x="82501" y="65000"/>
                </a:cubicBezTo>
                <a:cubicBezTo>
                  <a:pt x="82501" y="70568"/>
                  <a:pt x="78072" y="75000"/>
                  <a:pt x="72503" y="75000"/>
                </a:cubicBezTo>
                <a:cubicBezTo>
                  <a:pt x="66934" y="75000"/>
                  <a:pt x="62506" y="70568"/>
                  <a:pt x="62506" y="65000"/>
                </a:cubicBezTo>
                <a:cubicBezTo>
                  <a:pt x="62506" y="59433"/>
                  <a:pt x="66934" y="55000"/>
                  <a:pt x="72503" y="55000"/>
                </a:cubicBezTo>
                <a:close/>
                <a:moveTo>
                  <a:pt x="62506" y="79326"/>
                </a:moveTo>
                <a:cubicBezTo>
                  <a:pt x="65338" y="81320"/>
                  <a:pt x="68795" y="82500"/>
                  <a:pt x="72503" y="82500"/>
                </a:cubicBezTo>
                <a:cubicBezTo>
                  <a:pt x="76212" y="82500"/>
                  <a:pt x="79668" y="81320"/>
                  <a:pt x="82501" y="79326"/>
                </a:cubicBezTo>
                <a:lnTo>
                  <a:pt x="82501" y="88750"/>
                </a:lnTo>
                <a:cubicBezTo>
                  <a:pt x="82501" y="90087"/>
                  <a:pt x="81793" y="91323"/>
                  <a:pt x="80641" y="91992"/>
                </a:cubicBezTo>
                <a:cubicBezTo>
                  <a:pt x="80052" y="92330"/>
                  <a:pt x="79404" y="92500"/>
                  <a:pt x="78756" y="92500"/>
                </a:cubicBezTo>
                <a:cubicBezTo>
                  <a:pt x="78108" y="92500"/>
                  <a:pt x="77472" y="92337"/>
                  <a:pt x="76896" y="92007"/>
                </a:cubicBezTo>
                <a:lnTo>
                  <a:pt x="72503" y="89497"/>
                </a:lnTo>
                <a:lnTo>
                  <a:pt x="68111" y="92007"/>
                </a:lnTo>
                <a:cubicBezTo>
                  <a:pt x="66958" y="92672"/>
                  <a:pt x="65531" y="92665"/>
                  <a:pt x="64366" y="91992"/>
                </a:cubicBezTo>
                <a:cubicBezTo>
                  <a:pt x="63214" y="91323"/>
                  <a:pt x="62506" y="90087"/>
                  <a:pt x="62506" y="88750"/>
                </a:cubicBezTo>
                <a:lnTo>
                  <a:pt x="62506" y="7932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2" name="Белый — SVG 22">
            <a:extLst>
              <a:ext uri="{FF2B5EF4-FFF2-40B4-BE49-F238E27FC236}">
                <a16:creationId xmlns:a16="http://schemas.microsoft.com/office/drawing/2014/main" id="{9A8B33AB-0BF8-7D4C-A9C1-484A8357D470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48980 w 141867"/>
              <a:gd name="csY0" fmla="*/ 10 h 141848"/>
              <a:gd name="csX1" fmla="*/ 42055 w 141867"/>
              <a:gd name="csY1" fmla="*/ 1235 h 141848"/>
              <a:gd name="csX2" fmla="*/ 30758 w 141867"/>
              <a:gd name="csY2" fmla="*/ 14289 h 141848"/>
              <a:gd name="csX3" fmla="*/ 25008 w 141867"/>
              <a:gd name="csY3" fmla="*/ 25011 h 141848"/>
              <a:gd name="csX4" fmla="*/ 25008 w 141867"/>
              <a:gd name="csY4" fmla="*/ 25011 h 141848"/>
              <a:gd name="csX5" fmla="*/ 14153 w 141867"/>
              <a:gd name="csY5" fmla="*/ 30963 h 141848"/>
              <a:gd name="csX6" fmla="*/ 1240 w 141867"/>
              <a:gd name="csY6" fmla="*/ 42060 h 141848"/>
              <a:gd name="csX7" fmla="*/ 2516 w 141867"/>
              <a:gd name="csY7" fmla="*/ 59038 h 141848"/>
              <a:gd name="csX8" fmla="*/ 5987 w 141867"/>
              <a:gd name="csY8" fmla="*/ 70924 h 141848"/>
              <a:gd name="csX9" fmla="*/ 2482 w 141867"/>
              <a:gd name="csY9" fmla="*/ 82567 h 141848"/>
              <a:gd name="csX10" fmla="*/ 1240 w 141867"/>
              <a:gd name="csY10" fmla="*/ 99795 h 141848"/>
              <a:gd name="csX11" fmla="*/ 14290 w 141867"/>
              <a:gd name="csY11" fmla="*/ 111098 h 141848"/>
              <a:gd name="csX12" fmla="*/ 25008 w 141867"/>
              <a:gd name="csY12" fmla="*/ 116835 h 141848"/>
              <a:gd name="csX13" fmla="*/ 25008 w 141867"/>
              <a:gd name="csY13" fmla="*/ 116844 h 141848"/>
              <a:gd name="csX14" fmla="*/ 25008 w 141867"/>
              <a:gd name="csY14" fmla="*/ 116844 h 141848"/>
              <a:gd name="csX15" fmla="*/ 30963 w 141867"/>
              <a:gd name="csY15" fmla="*/ 127704 h 141848"/>
              <a:gd name="csX16" fmla="*/ 42055 w 141867"/>
              <a:gd name="csY16" fmla="*/ 140612 h 141848"/>
              <a:gd name="csX17" fmla="*/ 59035 w 141867"/>
              <a:gd name="csY17" fmla="*/ 139326 h 141848"/>
              <a:gd name="csX18" fmla="*/ 70927 w 141867"/>
              <a:gd name="csY18" fmla="*/ 135857 h 141848"/>
              <a:gd name="csX19" fmla="*/ 82581 w 141867"/>
              <a:gd name="csY19" fmla="*/ 139373 h 141848"/>
              <a:gd name="csX20" fmla="*/ 99799 w 141867"/>
              <a:gd name="csY20" fmla="*/ 140612 h 141848"/>
              <a:gd name="csX21" fmla="*/ 111113 w 141867"/>
              <a:gd name="csY21" fmla="*/ 127558 h 141848"/>
              <a:gd name="csX22" fmla="*/ 116846 w 141867"/>
              <a:gd name="csY22" fmla="*/ 116844 h 141848"/>
              <a:gd name="csX23" fmla="*/ 116846 w 141867"/>
              <a:gd name="csY23" fmla="*/ 116835 h 141848"/>
              <a:gd name="csX24" fmla="*/ 127718 w 141867"/>
              <a:gd name="csY24" fmla="*/ 110890 h 141848"/>
              <a:gd name="csX25" fmla="*/ 140631 w 141867"/>
              <a:gd name="csY25" fmla="*/ 99795 h 141848"/>
              <a:gd name="csX26" fmla="*/ 139338 w 141867"/>
              <a:gd name="csY26" fmla="*/ 82815 h 141848"/>
              <a:gd name="csX27" fmla="*/ 135867 w 141867"/>
              <a:gd name="csY27" fmla="*/ 70924 h 141848"/>
              <a:gd name="csX28" fmla="*/ 139389 w 141867"/>
              <a:gd name="csY28" fmla="*/ 59282 h 141848"/>
              <a:gd name="csX29" fmla="*/ 140631 w 141867"/>
              <a:gd name="csY29" fmla="*/ 42060 h 141848"/>
              <a:gd name="csX30" fmla="*/ 127582 w 141867"/>
              <a:gd name="csY30" fmla="*/ 30756 h 141848"/>
              <a:gd name="csX31" fmla="*/ 116846 w 141867"/>
              <a:gd name="csY31" fmla="*/ 25011 h 141848"/>
              <a:gd name="csX32" fmla="*/ 110892 w 141867"/>
              <a:gd name="csY32" fmla="*/ 14151 h 141848"/>
              <a:gd name="csX33" fmla="*/ 99799 w 141867"/>
              <a:gd name="csY33" fmla="*/ 1235 h 141848"/>
              <a:gd name="csX34" fmla="*/ 82820 w 141867"/>
              <a:gd name="csY34" fmla="*/ 2522 h 141848"/>
              <a:gd name="csX35" fmla="*/ 70927 w 141867"/>
              <a:gd name="csY35" fmla="*/ 5996 h 141848"/>
              <a:gd name="csX36" fmla="*/ 59290 w 141867"/>
              <a:gd name="csY36" fmla="*/ 2473 h 141848"/>
              <a:gd name="csX37" fmla="*/ 51175 w 141867"/>
              <a:gd name="csY37" fmla="*/ 204 h 141848"/>
              <a:gd name="csX38" fmla="*/ 48980 w 141867"/>
              <a:gd name="csY38" fmla="*/ 10 h 141848"/>
              <a:gd name="csX39" fmla="*/ 51447 w 141867"/>
              <a:gd name="csY39" fmla="*/ 39028 h 141848"/>
              <a:gd name="csX40" fmla="*/ 63850 w 141867"/>
              <a:gd name="csY40" fmla="*/ 51431 h 141848"/>
              <a:gd name="csX41" fmla="*/ 51447 w 141867"/>
              <a:gd name="csY41" fmla="*/ 63836 h 141848"/>
              <a:gd name="csX42" fmla="*/ 39027 w 141867"/>
              <a:gd name="csY42" fmla="*/ 51431 h 141848"/>
              <a:gd name="csX43" fmla="*/ 51447 w 141867"/>
              <a:gd name="csY43" fmla="*/ 39028 h 141848"/>
              <a:gd name="csX44" fmla="*/ 97519 w 141867"/>
              <a:gd name="csY44" fmla="*/ 39028 h 141848"/>
              <a:gd name="csX45" fmla="*/ 101279 w 141867"/>
              <a:gd name="csY45" fmla="*/ 40585 h 141848"/>
              <a:gd name="csX46" fmla="*/ 101279 w 141867"/>
              <a:gd name="csY46" fmla="*/ 48102 h 141848"/>
              <a:gd name="csX47" fmla="*/ 48112 w 141867"/>
              <a:gd name="csY47" fmla="*/ 101262 h 141848"/>
              <a:gd name="csX48" fmla="*/ 44352 w 141867"/>
              <a:gd name="csY48" fmla="*/ 102820 h 141848"/>
              <a:gd name="csX49" fmla="*/ 40592 w 141867"/>
              <a:gd name="csY49" fmla="*/ 101262 h 141848"/>
              <a:gd name="csX50" fmla="*/ 40592 w 141867"/>
              <a:gd name="csY50" fmla="*/ 93745 h 141848"/>
              <a:gd name="csX51" fmla="*/ 93759 w 141867"/>
              <a:gd name="csY51" fmla="*/ 40585 h 141848"/>
              <a:gd name="csX52" fmla="*/ 97519 w 141867"/>
              <a:gd name="csY52" fmla="*/ 39028 h 141848"/>
              <a:gd name="csX53" fmla="*/ 90425 w 141867"/>
              <a:gd name="csY53" fmla="*/ 78011 h 141848"/>
              <a:gd name="csX54" fmla="*/ 102827 w 141867"/>
              <a:gd name="csY54" fmla="*/ 90415 h 141848"/>
              <a:gd name="csX55" fmla="*/ 90425 w 141867"/>
              <a:gd name="csY55" fmla="*/ 102820 h 141848"/>
              <a:gd name="csX56" fmla="*/ 78022 w 141867"/>
              <a:gd name="csY56" fmla="*/ 90415 h 141848"/>
              <a:gd name="csX57" fmla="*/ 90425 w 141867"/>
              <a:gd name="csY57" fmla="*/ 78011 h 141848"/>
            </a:gdLst>
            <a:ahLst/>
            <a:cxnLst/>
            <a:rect l="l" t="t" r="r" b="b"/>
            <a:pathLst>
              <a:path w="100000" h="100000">
                <a:moveTo>
                  <a:pt x="34525" y="14"/>
                </a:moveTo>
                <a:cubicBezTo>
                  <a:pt x="32942" y="-38"/>
                  <a:pt x="31299" y="190"/>
                  <a:pt x="29644" y="877"/>
                </a:cubicBezTo>
                <a:cubicBezTo>
                  <a:pt x="25219" y="2707"/>
                  <a:pt x="23228" y="6727"/>
                  <a:pt x="21681" y="10079"/>
                </a:cubicBezTo>
                <a:cubicBezTo>
                  <a:pt x="20122" y="13431"/>
                  <a:pt x="18791" y="16483"/>
                  <a:pt x="17628" y="17637"/>
                </a:cubicBezTo>
                <a:lnTo>
                  <a:pt x="17628" y="17637"/>
                </a:lnTo>
                <a:cubicBezTo>
                  <a:pt x="16357" y="18910"/>
                  <a:pt x="13298" y="20281"/>
                  <a:pt x="9976" y="21832"/>
                </a:cubicBezTo>
                <a:cubicBezTo>
                  <a:pt x="6643" y="23384"/>
                  <a:pt x="2673" y="25297"/>
                  <a:pt x="874" y="29654"/>
                </a:cubicBezTo>
                <a:cubicBezTo>
                  <a:pt x="-937" y="34012"/>
                  <a:pt x="527" y="38173"/>
                  <a:pt x="1773" y="41622"/>
                </a:cubicBezTo>
                <a:cubicBezTo>
                  <a:pt x="3033" y="45071"/>
                  <a:pt x="4220" y="48199"/>
                  <a:pt x="4220" y="50000"/>
                </a:cubicBezTo>
                <a:cubicBezTo>
                  <a:pt x="4220" y="51632"/>
                  <a:pt x="3021" y="54740"/>
                  <a:pt x="1750" y="58207"/>
                </a:cubicBezTo>
                <a:cubicBezTo>
                  <a:pt x="467" y="61673"/>
                  <a:pt x="-961" y="65930"/>
                  <a:pt x="874" y="70351"/>
                </a:cubicBezTo>
                <a:cubicBezTo>
                  <a:pt x="2697" y="74771"/>
                  <a:pt x="6727" y="76767"/>
                  <a:pt x="10073" y="78318"/>
                </a:cubicBezTo>
                <a:cubicBezTo>
                  <a:pt x="13430" y="79868"/>
                  <a:pt x="16477" y="81210"/>
                  <a:pt x="17628" y="82362"/>
                </a:cubicBezTo>
                <a:lnTo>
                  <a:pt x="17628" y="82368"/>
                </a:lnTo>
                <a:lnTo>
                  <a:pt x="17628" y="82368"/>
                </a:lnTo>
                <a:cubicBezTo>
                  <a:pt x="18911" y="83641"/>
                  <a:pt x="20278" y="86697"/>
                  <a:pt x="21825" y="90023"/>
                </a:cubicBezTo>
                <a:cubicBezTo>
                  <a:pt x="23372" y="93348"/>
                  <a:pt x="25291" y="97318"/>
                  <a:pt x="29644" y="99122"/>
                </a:cubicBezTo>
                <a:cubicBezTo>
                  <a:pt x="34009" y="100927"/>
                  <a:pt x="38171" y="99470"/>
                  <a:pt x="41613" y="98216"/>
                </a:cubicBezTo>
                <a:cubicBezTo>
                  <a:pt x="45067" y="96960"/>
                  <a:pt x="48197" y="95770"/>
                  <a:pt x="49995" y="95770"/>
                </a:cubicBezTo>
                <a:cubicBezTo>
                  <a:pt x="51627" y="95772"/>
                  <a:pt x="54745" y="96976"/>
                  <a:pt x="58210" y="98249"/>
                </a:cubicBezTo>
                <a:cubicBezTo>
                  <a:pt x="61676" y="99522"/>
                  <a:pt x="65922" y="100955"/>
                  <a:pt x="70347" y="99122"/>
                </a:cubicBezTo>
                <a:cubicBezTo>
                  <a:pt x="74772" y="97292"/>
                  <a:pt x="76763" y="93273"/>
                  <a:pt x="78322" y="89920"/>
                </a:cubicBezTo>
                <a:cubicBezTo>
                  <a:pt x="79869" y="86569"/>
                  <a:pt x="81212" y="83522"/>
                  <a:pt x="82363" y="82368"/>
                </a:cubicBezTo>
                <a:lnTo>
                  <a:pt x="82363" y="82362"/>
                </a:lnTo>
                <a:cubicBezTo>
                  <a:pt x="83635" y="81089"/>
                  <a:pt x="86692" y="79723"/>
                  <a:pt x="90027" y="78171"/>
                </a:cubicBezTo>
                <a:cubicBezTo>
                  <a:pt x="93349" y="76620"/>
                  <a:pt x="97330" y="74708"/>
                  <a:pt x="99129" y="70351"/>
                </a:cubicBezTo>
                <a:cubicBezTo>
                  <a:pt x="100928" y="65994"/>
                  <a:pt x="99476" y="61832"/>
                  <a:pt x="98217" y="58382"/>
                </a:cubicBezTo>
                <a:cubicBezTo>
                  <a:pt x="96970" y="54933"/>
                  <a:pt x="95771" y="51800"/>
                  <a:pt x="95771" y="50000"/>
                </a:cubicBezTo>
                <a:cubicBezTo>
                  <a:pt x="95771" y="48368"/>
                  <a:pt x="96982" y="45260"/>
                  <a:pt x="98253" y="41794"/>
                </a:cubicBezTo>
                <a:cubicBezTo>
                  <a:pt x="99525" y="38326"/>
                  <a:pt x="100964" y="34075"/>
                  <a:pt x="99129" y="29654"/>
                </a:cubicBezTo>
                <a:cubicBezTo>
                  <a:pt x="97294" y="25233"/>
                  <a:pt x="93277" y="23236"/>
                  <a:pt x="89931" y="21686"/>
                </a:cubicBezTo>
                <a:cubicBezTo>
                  <a:pt x="86573" y="20135"/>
                  <a:pt x="83527" y="18790"/>
                  <a:pt x="82363" y="17637"/>
                </a:cubicBezTo>
                <a:cubicBezTo>
                  <a:pt x="81092" y="16364"/>
                  <a:pt x="79725" y="13306"/>
                  <a:pt x="78166" y="9982"/>
                </a:cubicBezTo>
                <a:cubicBezTo>
                  <a:pt x="76619" y="6655"/>
                  <a:pt x="74700" y="2682"/>
                  <a:pt x="70347" y="877"/>
                </a:cubicBezTo>
                <a:cubicBezTo>
                  <a:pt x="65994" y="-927"/>
                  <a:pt x="61833" y="529"/>
                  <a:pt x="58379" y="1784"/>
                </a:cubicBezTo>
                <a:cubicBezTo>
                  <a:pt x="54925" y="3039"/>
                  <a:pt x="51806" y="4235"/>
                  <a:pt x="49995" y="4233"/>
                </a:cubicBezTo>
                <a:cubicBezTo>
                  <a:pt x="48364" y="4233"/>
                  <a:pt x="45259" y="3024"/>
                  <a:pt x="41793" y="1750"/>
                </a:cubicBezTo>
                <a:cubicBezTo>
                  <a:pt x="40054" y="1113"/>
                  <a:pt x="38123" y="438"/>
                  <a:pt x="36073" y="150"/>
                </a:cubicBezTo>
                <a:cubicBezTo>
                  <a:pt x="35569" y="79"/>
                  <a:pt x="35053" y="31"/>
                  <a:pt x="34525" y="14"/>
                </a:cubicBezTo>
                <a:close/>
                <a:moveTo>
                  <a:pt x="36264" y="27517"/>
                </a:moveTo>
                <a:cubicBezTo>
                  <a:pt x="41085" y="27517"/>
                  <a:pt x="45007" y="31431"/>
                  <a:pt x="45007" y="36260"/>
                </a:cubicBezTo>
                <a:cubicBezTo>
                  <a:pt x="45007" y="41088"/>
                  <a:pt x="41085" y="45004"/>
                  <a:pt x="36264" y="45004"/>
                </a:cubicBezTo>
                <a:cubicBezTo>
                  <a:pt x="31431" y="45004"/>
                  <a:pt x="27510" y="41088"/>
                  <a:pt x="27510" y="36260"/>
                </a:cubicBezTo>
                <a:cubicBezTo>
                  <a:pt x="27510" y="31431"/>
                  <a:pt x="31431" y="27517"/>
                  <a:pt x="36264" y="27517"/>
                </a:cubicBezTo>
                <a:close/>
                <a:moveTo>
                  <a:pt x="68740" y="27517"/>
                </a:moveTo>
                <a:cubicBezTo>
                  <a:pt x="69699" y="27517"/>
                  <a:pt x="70658" y="27883"/>
                  <a:pt x="71390" y="28614"/>
                </a:cubicBezTo>
                <a:cubicBezTo>
                  <a:pt x="72853" y="30079"/>
                  <a:pt x="72853" y="32449"/>
                  <a:pt x="71390" y="33913"/>
                </a:cubicBezTo>
                <a:lnTo>
                  <a:pt x="33913" y="71385"/>
                </a:lnTo>
                <a:cubicBezTo>
                  <a:pt x="33182" y="72117"/>
                  <a:pt x="32222" y="72483"/>
                  <a:pt x="31263" y="72483"/>
                </a:cubicBezTo>
                <a:cubicBezTo>
                  <a:pt x="30304" y="72483"/>
                  <a:pt x="29344" y="72117"/>
                  <a:pt x="28613" y="71385"/>
                </a:cubicBezTo>
                <a:cubicBezTo>
                  <a:pt x="27150" y="69921"/>
                  <a:pt x="27150" y="67550"/>
                  <a:pt x="28613" y="66086"/>
                </a:cubicBezTo>
                <a:lnTo>
                  <a:pt x="66089" y="28614"/>
                </a:lnTo>
                <a:cubicBezTo>
                  <a:pt x="66821" y="27883"/>
                  <a:pt x="67780" y="27517"/>
                  <a:pt x="68740" y="27517"/>
                </a:cubicBezTo>
                <a:close/>
                <a:moveTo>
                  <a:pt x="63739" y="54996"/>
                </a:moveTo>
                <a:cubicBezTo>
                  <a:pt x="68572" y="54996"/>
                  <a:pt x="72481" y="58910"/>
                  <a:pt x="72481" y="63739"/>
                </a:cubicBezTo>
                <a:cubicBezTo>
                  <a:pt x="72481" y="68568"/>
                  <a:pt x="68572" y="72483"/>
                  <a:pt x="63739" y="72483"/>
                </a:cubicBezTo>
                <a:cubicBezTo>
                  <a:pt x="58906" y="72483"/>
                  <a:pt x="54997" y="68568"/>
                  <a:pt x="54997" y="63739"/>
                </a:cubicBezTo>
                <a:cubicBezTo>
                  <a:pt x="54997" y="58910"/>
                  <a:pt x="58906" y="54996"/>
                  <a:pt x="63739" y="5499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3" name="Белый — SVG 23">
            <a:extLst>
              <a:ext uri="{FF2B5EF4-FFF2-40B4-BE49-F238E27FC236}">
                <a16:creationId xmlns:a16="http://schemas.microsoft.com/office/drawing/2014/main" id="{453BA28E-EF99-4F4C-9D6C-B708747E6A8A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21267 w 141772"/>
              <a:gd name="csY0" fmla="*/ 0 h 113407"/>
              <a:gd name="csX1" fmla="*/ 68 w 141772"/>
              <a:gd name="csY1" fmla="*/ 19492 h 113407"/>
              <a:gd name="csX2" fmla="*/ 70895 w 141772"/>
              <a:gd name="csY2" fmla="*/ 57728 h 113407"/>
              <a:gd name="csX3" fmla="*/ 141705 w 141772"/>
              <a:gd name="csY3" fmla="*/ 19492 h 113407"/>
              <a:gd name="csX4" fmla="*/ 120506 w 141772"/>
              <a:gd name="csY4" fmla="*/ 0 h 113407"/>
              <a:gd name="csX5" fmla="*/ 21267 w 141772"/>
              <a:gd name="csY5" fmla="*/ 0 h 113407"/>
              <a:gd name="csX6" fmla="*/ 0 w 141772"/>
              <a:gd name="csY6" fmla="*/ 31508 h 113407"/>
              <a:gd name="csX7" fmla="*/ 0 w 141772"/>
              <a:gd name="csY7" fmla="*/ 92144 h 113407"/>
              <a:gd name="csX8" fmla="*/ 21267 w 141772"/>
              <a:gd name="csY8" fmla="*/ 113407 h 113407"/>
              <a:gd name="csX9" fmla="*/ 120506 w 141772"/>
              <a:gd name="csY9" fmla="*/ 113407 h 113407"/>
              <a:gd name="csX10" fmla="*/ 141773 w 141772"/>
              <a:gd name="csY10" fmla="*/ 92144 h 113407"/>
              <a:gd name="csX11" fmla="*/ 141773 w 141772"/>
              <a:gd name="csY11" fmla="*/ 31508 h 113407"/>
              <a:gd name="csX12" fmla="*/ 73413 w 141772"/>
              <a:gd name="csY12" fmla="*/ 68471 h 113407"/>
              <a:gd name="csX13" fmla="*/ 70895 w 141772"/>
              <a:gd name="csY13" fmla="*/ 69108 h 113407"/>
              <a:gd name="csX14" fmla="*/ 68377 w 141772"/>
              <a:gd name="csY14" fmla="*/ 68471 h 113407"/>
              <a:gd name="csX15" fmla="*/ 0 w 141772"/>
              <a:gd name="csY15" fmla="*/ 31508 h 113407"/>
            </a:gdLst>
            <a:ahLst/>
            <a:cxnLst/>
            <a:rect l="l" t="t" r="r" b="b"/>
            <a:pathLst>
              <a:path w="100000" h="100000">
                <a:moveTo>
                  <a:pt x="15001" y="10004"/>
                </a:moveTo>
                <a:cubicBezTo>
                  <a:pt x="7152" y="10004"/>
                  <a:pt x="696" y="16053"/>
                  <a:pt x="48" y="23753"/>
                </a:cubicBezTo>
                <a:lnTo>
                  <a:pt x="50006" y="50723"/>
                </a:lnTo>
                <a:lnTo>
                  <a:pt x="99953" y="23753"/>
                </a:lnTo>
                <a:cubicBezTo>
                  <a:pt x="99305" y="16053"/>
                  <a:pt x="92848" y="10004"/>
                  <a:pt x="85000" y="10004"/>
                </a:cubicBezTo>
                <a:lnTo>
                  <a:pt x="15001" y="10004"/>
                </a:lnTo>
                <a:close/>
                <a:moveTo>
                  <a:pt x="0" y="32228"/>
                </a:moveTo>
                <a:lnTo>
                  <a:pt x="0" y="74998"/>
                </a:lnTo>
                <a:cubicBezTo>
                  <a:pt x="0" y="83272"/>
                  <a:pt x="6721" y="89996"/>
                  <a:pt x="15001" y="89996"/>
                </a:cubicBezTo>
                <a:lnTo>
                  <a:pt x="85000" y="89996"/>
                </a:lnTo>
                <a:cubicBezTo>
                  <a:pt x="93280" y="89996"/>
                  <a:pt x="100001" y="83272"/>
                  <a:pt x="100001" y="74998"/>
                </a:cubicBezTo>
                <a:lnTo>
                  <a:pt x="100001" y="32228"/>
                </a:lnTo>
                <a:lnTo>
                  <a:pt x="51782" y="58300"/>
                </a:lnTo>
                <a:cubicBezTo>
                  <a:pt x="51230" y="58600"/>
                  <a:pt x="50630" y="58750"/>
                  <a:pt x="50006" y="58750"/>
                </a:cubicBezTo>
                <a:cubicBezTo>
                  <a:pt x="49382" y="58750"/>
                  <a:pt x="48770" y="58600"/>
                  <a:pt x="48230" y="58300"/>
                </a:cubicBezTo>
                <a:lnTo>
                  <a:pt x="0" y="3222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4" name="Белый — SVG 24">
            <a:extLst>
              <a:ext uri="{FF2B5EF4-FFF2-40B4-BE49-F238E27FC236}">
                <a16:creationId xmlns:a16="http://schemas.microsoft.com/office/drawing/2014/main" id="{A7812502-A461-7544-9464-3887E3C46D6D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15950 w 113423"/>
              <a:gd name="csY0" fmla="*/ 0 h 141759"/>
              <a:gd name="csX1" fmla="*/ 0 w 113423"/>
              <a:gd name="csY1" fmla="*/ 15948 h 141759"/>
              <a:gd name="csX2" fmla="*/ 0 w 113423"/>
              <a:gd name="csY2" fmla="*/ 125811 h 141759"/>
              <a:gd name="csX3" fmla="*/ 15950 w 113423"/>
              <a:gd name="csY3" fmla="*/ 141759 h 141759"/>
              <a:gd name="csX4" fmla="*/ 97473 w 113423"/>
              <a:gd name="csY4" fmla="*/ 141759 h 141759"/>
              <a:gd name="csX5" fmla="*/ 113423 w 113423"/>
              <a:gd name="csY5" fmla="*/ 125811 h 141759"/>
              <a:gd name="csX6" fmla="*/ 113423 w 113423"/>
              <a:gd name="csY6" fmla="*/ 56704 h 141759"/>
              <a:gd name="csX7" fmla="*/ 72661 w 113423"/>
              <a:gd name="csY7" fmla="*/ 56704 h 141759"/>
              <a:gd name="csX8" fmla="*/ 56711 w 113423"/>
              <a:gd name="csY8" fmla="*/ 40756 h 141759"/>
              <a:gd name="csX9" fmla="*/ 56711 w 113423"/>
              <a:gd name="csY9" fmla="*/ 0 h 141759"/>
              <a:gd name="csX10" fmla="*/ 15950 w 113423"/>
              <a:gd name="csY10" fmla="*/ 0 h 141759"/>
              <a:gd name="csX11" fmla="*/ 67344 w 113423"/>
              <a:gd name="csY11" fmla="*/ 3115 h 141759"/>
              <a:gd name="csX12" fmla="*/ 67344 w 113423"/>
              <a:gd name="csY12" fmla="*/ 40756 h 141759"/>
              <a:gd name="csX13" fmla="*/ 72661 w 113423"/>
              <a:gd name="csY13" fmla="*/ 46072 h 141759"/>
              <a:gd name="csX14" fmla="*/ 110308 w 113423"/>
              <a:gd name="csY14" fmla="*/ 46072 h 141759"/>
              <a:gd name="csX15" fmla="*/ 67344 w 113423"/>
              <a:gd name="csY15" fmla="*/ 3115 h 141759"/>
            </a:gdLst>
            <a:ahLst/>
            <a:cxnLst/>
            <a:rect l="l" t="t" r="r" b="b"/>
            <a:pathLst>
              <a:path w="100000" h="100000">
                <a:moveTo>
                  <a:pt x="21246" y="0"/>
                </a:moveTo>
                <a:cubicBezTo>
                  <a:pt x="15042" y="0"/>
                  <a:pt x="9994" y="5047"/>
                  <a:pt x="9994" y="11250"/>
                </a:cubicBezTo>
                <a:lnTo>
                  <a:pt x="9994" y="88750"/>
                </a:lnTo>
                <a:cubicBezTo>
                  <a:pt x="9994" y="94953"/>
                  <a:pt x="15042" y="100000"/>
                  <a:pt x="21246" y="100000"/>
                </a:cubicBezTo>
                <a:lnTo>
                  <a:pt x="78754" y="100000"/>
                </a:lnTo>
                <a:cubicBezTo>
                  <a:pt x="84957" y="100000"/>
                  <a:pt x="90006" y="94953"/>
                  <a:pt x="90006" y="88750"/>
                </a:cubicBezTo>
                <a:lnTo>
                  <a:pt x="90006" y="40000"/>
                </a:lnTo>
                <a:lnTo>
                  <a:pt x="61251" y="40000"/>
                </a:lnTo>
                <a:cubicBezTo>
                  <a:pt x="55048" y="40000"/>
                  <a:pt x="50000" y="34952"/>
                  <a:pt x="50000" y="28750"/>
                </a:cubicBezTo>
                <a:lnTo>
                  <a:pt x="50000" y="0"/>
                </a:lnTo>
                <a:lnTo>
                  <a:pt x="21246" y="0"/>
                </a:lnTo>
                <a:close/>
                <a:moveTo>
                  <a:pt x="57500" y="2197"/>
                </a:moveTo>
                <a:lnTo>
                  <a:pt x="57500" y="28750"/>
                </a:lnTo>
                <a:cubicBezTo>
                  <a:pt x="57500" y="30818"/>
                  <a:pt x="59183" y="32500"/>
                  <a:pt x="61251" y="32500"/>
                </a:cubicBezTo>
                <a:lnTo>
                  <a:pt x="87808" y="32500"/>
                </a:lnTo>
                <a:lnTo>
                  <a:pt x="57500" y="219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5" name="Белый — SVG 25">
            <a:extLst>
              <a:ext uri="{FF2B5EF4-FFF2-40B4-BE49-F238E27FC236}">
                <a16:creationId xmlns:a16="http://schemas.microsoft.com/office/drawing/2014/main" id="{61DC456A-4FA3-AC4D-A0AF-845E73631A03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46072 w 127600"/>
              <a:gd name="csY0" fmla="*/ 77967 h 127583"/>
              <a:gd name="csX1" fmla="*/ 46072 w 127600"/>
              <a:gd name="csY1" fmla="*/ 122267 h 127583"/>
              <a:gd name="csX2" fmla="*/ 48965 w 127600"/>
              <a:gd name="csY2" fmla="*/ 126995 h 127583"/>
              <a:gd name="csX3" fmla="*/ 51397 w 127600"/>
              <a:gd name="csY3" fmla="*/ 127583 h 127583"/>
              <a:gd name="csX4" fmla="*/ 54477 w 127600"/>
              <a:gd name="csY4" fmla="*/ 126595 h 127583"/>
              <a:gd name="csX5" fmla="*/ 79299 w 127600"/>
              <a:gd name="csY5" fmla="*/ 108874 h 127583"/>
              <a:gd name="csX6" fmla="*/ 81528 w 127600"/>
              <a:gd name="csY6" fmla="*/ 104547 h 127583"/>
              <a:gd name="csX7" fmla="*/ 81528 w 127600"/>
              <a:gd name="csY7" fmla="*/ 77967 h 127583"/>
              <a:gd name="csX8" fmla="*/ 46072 w 127600"/>
              <a:gd name="csY8" fmla="*/ 77967 h 127583"/>
              <a:gd name="csX9" fmla="*/ 118737 w 127600"/>
              <a:gd name="csY9" fmla="*/ 0 h 127583"/>
              <a:gd name="csX10" fmla="*/ 8864 w 127600"/>
              <a:gd name="csY10" fmla="*/ 0 h 127583"/>
              <a:gd name="csX11" fmla="*/ 0 w 127600"/>
              <a:gd name="csY11" fmla="*/ 8859 h 127583"/>
              <a:gd name="csX12" fmla="*/ 0 w 127600"/>
              <a:gd name="csY12" fmla="*/ 19808 h 127583"/>
              <a:gd name="csX13" fmla="*/ 10123 w 127600"/>
              <a:gd name="csY13" fmla="*/ 40685 h 127583"/>
              <a:gd name="csX14" fmla="*/ 43963 w 127600"/>
              <a:gd name="csY14" fmla="*/ 67335 h 127583"/>
              <a:gd name="csX15" fmla="*/ 83638 w 127600"/>
              <a:gd name="csY15" fmla="*/ 67335 h 127583"/>
              <a:gd name="csX16" fmla="*/ 117461 w 127600"/>
              <a:gd name="csY16" fmla="*/ 40685 h 127583"/>
              <a:gd name="csX17" fmla="*/ 127601 w 127600"/>
              <a:gd name="csY17" fmla="*/ 19808 h 127583"/>
              <a:gd name="csX18" fmla="*/ 127601 w 127600"/>
              <a:gd name="csY18" fmla="*/ 8859 h 127583"/>
              <a:gd name="csX19" fmla="*/ 118737 w 127600"/>
              <a:gd name="csY19" fmla="*/ 0 h 127583"/>
            </a:gdLst>
            <a:ahLst/>
            <a:cxnLst/>
            <a:rect l="l" t="t" r="r" b="b"/>
            <a:pathLst>
              <a:path w="100000" h="100000">
                <a:moveTo>
                  <a:pt x="36107" y="61109"/>
                </a:moveTo>
                <a:lnTo>
                  <a:pt x="36107" y="95827"/>
                </a:lnTo>
                <a:cubicBezTo>
                  <a:pt x="36107" y="97388"/>
                  <a:pt x="36987" y="98819"/>
                  <a:pt x="38374" y="99533"/>
                </a:cubicBezTo>
                <a:cubicBezTo>
                  <a:pt x="38973" y="99841"/>
                  <a:pt x="39627" y="99993"/>
                  <a:pt x="40280" y="99993"/>
                </a:cubicBezTo>
                <a:cubicBezTo>
                  <a:pt x="41133" y="99993"/>
                  <a:pt x="41987" y="99732"/>
                  <a:pt x="42694" y="99219"/>
                </a:cubicBezTo>
                <a:lnTo>
                  <a:pt x="62147" y="85331"/>
                </a:lnTo>
                <a:cubicBezTo>
                  <a:pt x="63241" y="84549"/>
                  <a:pt x="63893" y="83285"/>
                  <a:pt x="63893" y="81940"/>
                </a:cubicBezTo>
                <a:lnTo>
                  <a:pt x="63893" y="61109"/>
                </a:lnTo>
                <a:lnTo>
                  <a:pt x="36107" y="61109"/>
                </a:lnTo>
                <a:close/>
                <a:moveTo>
                  <a:pt x="93054" y="7"/>
                </a:moveTo>
                <a:lnTo>
                  <a:pt x="6947" y="7"/>
                </a:lnTo>
                <a:cubicBezTo>
                  <a:pt x="3120" y="7"/>
                  <a:pt x="0" y="3123"/>
                  <a:pt x="0" y="6949"/>
                </a:cubicBezTo>
                <a:lnTo>
                  <a:pt x="0" y="15530"/>
                </a:lnTo>
                <a:cubicBezTo>
                  <a:pt x="0" y="21953"/>
                  <a:pt x="2893" y="27917"/>
                  <a:pt x="7933" y="31891"/>
                </a:cubicBezTo>
                <a:lnTo>
                  <a:pt x="34454" y="52777"/>
                </a:lnTo>
                <a:lnTo>
                  <a:pt x="65547" y="52777"/>
                </a:lnTo>
                <a:lnTo>
                  <a:pt x="92054" y="31891"/>
                </a:lnTo>
                <a:cubicBezTo>
                  <a:pt x="97107" y="27917"/>
                  <a:pt x="100001" y="21950"/>
                  <a:pt x="100001" y="15530"/>
                </a:cubicBezTo>
                <a:lnTo>
                  <a:pt x="100001" y="6949"/>
                </a:lnTo>
                <a:cubicBezTo>
                  <a:pt x="100001" y="3123"/>
                  <a:pt x="96880" y="7"/>
                  <a:pt x="93054" y="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6" name="Белый — SVG 26">
            <a:extLst>
              <a:ext uri="{FF2B5EF4-FFF2-40B4-BE49-F238E27FC236}">
                <a16:creationId xmlns:a16="http://schemas.microsoft.com/office/drawing/2014/main" id="{A7BB48E7-B265-394E-8CA6-B1899B2CDFEE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79898 w 142081"/>
              <a:gd name="csY0" fmla="*/ 1 h 156012"/>
              <a:gd name="csX1" fmla="*/ 76155 w 142081"/>
              <a:gd name="csY1" fmla="*/ 1615 h 156012"/>
              <a:gd name="csX2" fmla="*/ 74658 w 142081"/>
              <a:gd name="csY2" fmla="*/ 5393 h 156012"/>
              <a:gd name="csX3" fmla="*/ 74658 w 142081"/>
              <a:gd name="csY3" fmla="*/ 10709 h 156012"/>
              <a:gd name="csX4" fmla="*/ 23260 w 142081"/>
              <a:gd name="csY4" fmla="*/ 10709 h 156012"/>
              <a:gd name="csX5" fmla="*/ 21202 w 142081"/>
              <a:gd name="csY5" fmla="*/ 11092 h 156012"/>
              <a:gd name="csX6" fmla="*/ 19449 w 142081"/>
              <a:gd name="csY6" fmla="*/ 12240 h 156012"/>
              <a:gd name="csX7" fmla="*/ 18275 w 142081"/>
              <a:gd name="csY7" fmla="*/ 13973 h 156012"/>
              <a:gd name="csX8" fmla="*/ 17867 w 142081"/>
              <a:gd name="csY8" fmla="*/ 16025 h 156012"/>
              <a:gd name="csX9" fmla="*/ 18275 w 142081"/>
              <a:gd name="csY9" fmla="*/ 18077 h 156012"/>
              <a:gd name="csX10" fmla="*/ 19449 w 142081"/>
              <a:gd name="csY10" fmla="*/ 19812 h 156012"/>
              <a:gd name="csX11" fmla="*/ 21202 w 142081"/>
              <a:gd name="csY11" fmla="*/ 20958 h 156012"/>
              <a:gd name="csX12" fmla="*/ 23260 w 142081"/>
              <a:gd name="csY12" fmla="*/ 21341 h 156012"/>
              <a:gd name="csX13" fmla="*/ 79098 w 142081"/>
              <a:gd name="csY13" fmla="*/ 21341 h 156012"/>
              <a:gd name="csX14" fmla="*/ 80834 w 142081"/>
              <a:gd name="csY14" fmla="*/ 21341 h 156012"/>
              <a:gd name="csX15" fmla="*/ 136689 w 142081"/>
              <a:gd name="csY15" fmla="*/ 21341 h 156012"/>
              <a:gd name="csX16" fmla="*/ 138747 w 142081"/>
              <a:gd name="csY16" fmla="*/ 20958 h 156012"/>
              <a:gd name="csX17" fmla="*/ 140500 w 142081"/>
              <a:gd name="csY17" fmla="*/ 19812 h 156012"/>
              <a:gd name="csX18" fmla="*/ 141674 w 142081"/>
              <a:gd name="csY18" fmla="*/ 18077 h 156012"/>
              <a:gd name="csX19" fmla="*/ 142082 w 142081"/>
              <a:gd name="csY19" fmla="*/ 16025 h 156012"/>
              <a:gd name="csX20" fmla="*/ 141674 w 142081"/>
              <a:gd name="csY20" fmla="*/ 13973 h 156012"/>
              <a:gd name="csX21" fmla="*/ 140500 w 142081"/>
              <a:gd name="csY21" fmla="*/ 12240 h 156012"/>
              <a:gd name="csX22" fmla="*/ 138747 w 142081"/>
              <a:gd name="csY22" fmla="*/ 11092 h 156012"/>
              <a:gd name="csX23" fmla="*/ 136689 w 142081"/>
              <a:gd name="csY23" fmla="*/ 10709 h 156012"/>
              <a:gd name="csX24" fmla="*/ 85291 w 142081"/>
              <a:gd name="csY24" fmla="*/ 10709 h 156012"/>
              <a:gd name="csX25" fmla="*/ 85291 w 142081"/>
              <a:gd name="csY25" fmla="*/ 5393 h 156012"/>
              <a:gd name="csX26" fmla="*/ 84900 w 142081"/>
              <a:gd name="csY26" fmla="*/ 3316 h 156012"/>
              <a:gd name="csX27" fmla="*/ 83726 w 142081"/>
              <a:gd name="csY27" fmla="*/ 1555 h 156012"/>
              <a:gd name="csX28" fmla="*/ 81973 w 142081"/>
              <a:gd name="csY28" fmla="*/ 388 h 156012"/>
              <a:gd name="csX29" fmla="*/ 79898 w 142081"/>
              <a:gd name="csY29" fmla="*/ 1 h 156012"/>
              <a:gd name="csX30" fmla="*/ 24689 w 142081"/>
              <a:gd name="csY30" fmla="*/ 28430 h 156012"/>
              <a:gd name="csX31" fmla="*/ 2351 w 142081"/>
              <a:gd name="csY31" fmla="*/ 93286 h 156012"/>
              <a:gd name="csX32" fmla="*/ 224 w 142081"/>
              <a:gd name="csY32" fmla="*/ 99308 h 156012"/>
              <a:gd name="csX33" fmla="*/ 5549 w 142081"/>
              <a:gd name="csY33" fmla="*/ 102853 h 156012"/>
              <a:gd name="csX34" fmla="*/ 104789 w 142081"/>
              <a:gd name="csY34" fmla="*/ 102853 h 156012"/>
              <a:gd name="csX35" fmla="*/ 107630 w 142081"/>
              <a:gd name="csY35" fmla="*/ 101787 h 156012"/>
              <a:gd name="csX36" fmla="*/ 134562 w 142081"/>
              <a:gd name="csY36" fmla="*/ 28430 h 156012"/>
              <a:gd name="csX37" fmla="*/ 24689 w 142081"/>
              <a:gd name="csY37" fmla="*/ 28430 h 156012"/>
              <a:gd name="csX38" fmla="*/ 134919 w 142081"/>
              <a:gd name="csY38" fmla="*/ 73795 h 156012"/>
              <a:gd name="csX39" fmla="*/ 111883 w 142081"/>
              <a:gd name="csY39" fmla="*/ 107815 h 156012"/>
              <a:gd name="csX40" fmla="*/ 104789 w 142081"/>
              <a:gd name="csY40" fmla="*/ 109940 h 156012"/>
              <a:gd name="csX41" fmla="*/ 25030 w 142081"/>
              <a:gd name="csY41" fmla="*/ 109940 h 156012"/>
              <a:gd name="csX42" fmla="*/ 25030 w 142081"/>
              <a:gd name="csY42" fmla="*/ 111712 h 156012"/>
              <a:gd name="csX43" fmla="*/ 40988 w 142081"/>
              <a:gd name="csY43" fmla="*/ 127660 h 156012"/>
              <a:gd name="csX44" fmla="*/ 61540 w 142081"/>
              <a:gd name="csY44" fmla="*/ 127660 h 156012"/>
              <a:gd name="csX45" fmla="*/ 50550 w 142081"/>
              <a:gd name="csY45" fmla="*/ 148218 h 156012"/>
              <a:gd name="csX46" fmla="*/ 52693 w 142081"/>
              <a:gd name="csY46" fmla="*/ 155307 h 156012"/>
              <a:gd name="csX47" fmla="*/ 55160 w 142081"/>
              <a:gd name="csY47" fmla="*/ 156013 h 156012"/>
              <a:gd name="csX48" fmla="*/ 59771 w 142081"/>
              <a:gd name="csY48" fmla="*/ 153175 h 156012"/>
              <a:gd name="csX49" fmla="*/ 73552 w 142081"/>
              <a:gd name="csY49" fmla="*/ 127660 h 156012"/>
              <a:gd name="csX50" fmla="*/ 86397 w 142081"/>
              <a:gd name="csY50" fmla="*/ 127660 h 156012"/>
              <a:gd name="csX51" fmla="*/ 100178 w 142081"/>
              <a:gd name="csY51" fmla="*/ 153175 h 156012"/>
              <a:gd name="csX52" fmla="*/ 104789 w 142081"/>
              <a:gd name="csY52" fmla="*/ 156013 h 156012"/>
              <a:gd name="csX53" fmla="*/ 107273 w 142081"/>
              <a:gd name="csY53" fmla="*/ 155307 h 156012"/>
              <a:gd name="csX54" fmla="*/ 109399 w 142081"/>
              <a:gd name="csY54" fmla="*/ 148218 h 156012"/>
              <a:gd name="csX55" fmla="*/ 98409 w 142081"/>
              <a:gd name="csY55" fmla="*/ 127660 h 156012"/>
              <a:gd name="csX56" fmla="*/ 118961 w 142081"/>
              <a:gd name="csY56" fmla="*/ 127660 h 156012"/>
              <a:gd name="csX57" fmla="*/ 134919 w 142081"/>
              <a:gd name="csY57" fmla="*/ 111712 h 156012"/>
              <a:gd name="csX58" fmla="*/ 134919 w 142081"/>
              <a:gd name="csY58" fmla="*/ 73795 h 156012"/>
            </a:gdLst>
            <a:ahLst/>
            <a:cxnLst/>
            <a:rect l="l" t="t" r="r" b="b"/>
            <a:pathLst>
              <a:path w="100000" h="100000">
                <a:moveTo>
                  <a:pt x="55677" y="1"/>
                </a:moveTo>
                <a:cubicBezTo>
                  <a:pt x="54772" y="15"/>
                  <a:pt x="53911" y="387"/>
                  <a:pt x="53278" y="1035"/>
                </a:cubicBezTo>
                <a:cubicBezTo>
                  <a:pt x="52657" y="1683"/>
                  <a:pt x="52308" y="2554"/>
                  <a:pt x="52319" y="3457"/>
                </a:cubicBezTo>
                <a:lnTo>
                  <a:pt x="52319" y="6864"/>
                </a:lnTo>
                <a:lnTo>
                  <a:pt x="19374" y="6864"/>
                </a:lnTo>
                <a:cubicBezTo>
                  <a:pt x="18927" y="6858"/>
                  <a:pt x="18480" y="6942"/>
                  <a:pt x="18055" y="7110"/>
                </a:cubicBezTo>
                <a:cubicBezTo>
                  <a:pt x="17640" y="7278"/>
                  <a:pt x="17259" y="7528"/>
                  <a:pt x="16931" y="7846"/>
                </a:cubicBezTo>
                <a:cubicBezTo>
                  <a:pt x="16615" y="8162"/>
                  <a:pt x="16353" y="8540"/>
                  <a:pt x="16179" y="8956"/>
                </a:cubicBezTo>
                <a:cubicBezTo>
                  <a:pt x="16015" y="9373"/>
                  <a:pt x="15917" y="9820"/>
                  <a:pt x="15917" y="10272"/>
                </a:cubicBezTo>
                <a:cubicBezTo>
                  <a:pt x="15917" y="10723"/>
                  <a:pt x="16015" y="11170"/>
                  <a:pt x="16179" y="11587"/>
                </a:cubicBezTo>
                <a:cubicBezTo>
                  <a:pt x="16353" y="12003"/>
                  <a:pt x="16615" y="12382"/>
                  <a:pt x="16931" y="12699"/>
                </a:cubicBezTo>
                <a:cubicBezTo>
                  <a:pt x="17259" y="13015"/>
                  <a:pt x="17640" y="13266"/>
                  <a:pt x="18055" y="13434"/>
                </a:cubicBezTo>
                <a:cubicBezTo>
                  <a:pt x="18480" y="13602"/>
                  <a:pt x="18927" y="13685"/>
                  <a:pt x="19374" y="13679"/>
                </a:cubicBezTo>
                <a:lnTo>
                  <a:pt x="55165" y="13679"/>
                </a:lnTo>
                <a:cubicBezTo>
                  <a:pt x="55536" y="13739"/>
                  <a:pt x="55906" y="13739"/>
                  <a:pt x="56277" y="13679"/>
                </a:cubicBezTo>
                <a:lnTo>
                  <a:pt x="92079" y="13679"/>
                </a:lnTo>
                <a:cubicBezTo>
                  <a:pt x="92526" y="13685"/>
                  <a:pt x="92973" y="13602"/>
                  <a:pt x="93398" y="13434"/>
                </a:cubicBezTo>
                <a:cubicBezTo>
                  <a:pt x="93813" y="13266"/>
                  <a:pt x="94194" y="13015"/>
                  <a:pt x="94522" y="12699"/>
                </a:cubicBezTo>
                <a:cubicBezTo>
                  <a:pt x="94838" y="12382"/>
                  <a:pt x="95100" y="12003"/>
                  <a:pt x="95274" y="11587"/>
                </a:cubicBezTo>
                <a:cubicBezTo>
                  <a:pt x="95449" y="11170"/>
                  <a:pt x="95536" y="10723"/>
                  <a:pt x="95536" y="10272"/>
                </a:cubicBezTo>
                <a:cubicBezTo>
                  <a:pt x="95536" y="9820"/>
                  <a:pt x="95449" y="9373"/>
                  <a:pt x="95274" y="8956"/>
                </a:cubicBezTo>
                <a:cubicBezTo>
                  <a:pt x="95100" y="8540"/>
                  <a:pt x="94838" y="8162"/>
                  <a:pt x="94522" y="7846"/>
                </a:cubicBezTo>
                <a:cubicBezTo>
                  <a:pt x="94194" y="7528"/>
                  <a:pt x="93813" y="7278"/>
                  <a:pt x="93398" y="7110"/>
                </a:cubicBezTo>
                <a:cubicBezTo>
                  <a:pt x="92973" y="6942"/>
                  <a:pt x="92526" y="6858"/>
                  <a:pt x="92079" y="6864"/>
                </a:cubicBezTo>
                <a:lnTo>
                  <a:pt x="59134" y="6864"/>
                </a:lnTo>
                <a:lnTo>
                  <a:pt x="59134" y="3457"/>
                </a:lnTo>
                <a:cubicBezTo>
                  <a:pt x="59145" y="3001"/>
                  <a:pt x="59058" y="2549"/>
                  <a:pt x="58884" y="2125"/>
                </a:cubicBezTo>
                <a:cubicBezTo>
                  <a:pt x="58709" y="1704"/>
                  <a:pt x="58458" y="1320"/>
                  <a:pt x="58131" y="997"/>
                </a:cubicBezTo>
                <a:cubicBezTo>
                  <a:pt x="57814" y="674"/>
                  <a:pt x="57433" y="420"/>
                  <a:pt x="57007" y="249"/>
                </a:cubicBezTo>
                <a:cubicBezTo>
                  <a:pt x="56583" y="78"/>
                  <a:pt x="56135" y="-6"/>
                  <a:pt x="55677" y="1"/>
                </a:cubicBezTo>
                <a:close/>
                <a:moveTo>
                  <a:pt x="20290" y="18223"/>
                </a:moveTo>
                <a:cubicBezTo>
                  <a:pt x="19374" y="40257"/>
                  <a:pt x="14827" y="53889"/>
                  <a:pt x="5972" y="59794"/>
                </a:cubicBezTo>
                <a:cubicBezTo>
                  <a:pt x="4838" y="60704"/>
                  <a:pt x="4150" y="62291"/>
                  <a:pt x="4608" y="63654"/>
                </a:cubicBezTo>
                <a:cubicBezTo>
                  <a:pt x="5295" y="65017"/>
                  <a:pt x="6429" y="65926"/>
                  <a:pt x="8021" y="65926"/>
                </a:cubicBezTo>
                <a:lnTo>
                  <a:pt x="71632" y="65926"/>
                </a:lnTo>
                <a:cubicBezTo>
                  <a:pt x="72308" y="65926"/>
                  <a:pt x="72995" y="65698"/>
                  <a:pt x="73453" y="65243"/>
                </a:cubicBezTo>
                <a:cubicBezTo>
                  <a:pt x="84129" y="57974"/>
                  <a:pt x="89811" y="42756"/>
                  <a:pt x="90716" y="18223"/>
                </a:cubicBezTo>
                <a:lnTo>
                  <a:pt x="20290" y="18223"/>
                </a:lnTo>
                <a:close/>
                <a:moveTo>
                  <a:pt x="90945" y="47301"/>
                </a:moveTo>
                <a:cubicBezTo>
                  <a:pt x="87760" y="57296"/>
                  <a:pt x="82766" y="64564"/>
                  <a:pt x="76179" y="69107"/>
                </a:cubicBezTo>
                <a:cubicBezTo>
                  <a:pt x="74816" y="70016"/>
                  <a:pt x="73224" y="70469"/>
                  <a:pt x="71632" y="70469"/>
                </a:cubicBezTo>
                <a:lnTo>
                  <a:pt x="20508" y="70469"/>
                </a:lnTo>
                <a:lnTo>
                  <a:pt x="20508" y="71605"/>
                </a:lnTo>
                <a:cubicBezTo>
                  <a:pt x="20508" y="77284"/>
                  <a:pt x="25055" y="81827"/>
                  <a:pt x="30737" y="81827"/>
                </a:cubicBezTo>
                <a:lnTo>
                  <a:pt x="43910" y="81827"/>
                </a:lnTo>
                <a:lnTo>
                  <a:pt x="36866" y="95004"/>
                </a:lnTo>
                <a:cubicBezTo>
                  <a:pt x="35960" y="96594"/>
                  <a:pt x="36648" y="98639"/>
                  <a:pt x="38240" y="99548"/>
                </a:cubicBezTo>
                <a:cubicBezTo>
                  <a:pt x="38687" y="99775"/>
                  <a:pt x="39374" y="100001"/>
                  <a:pt x="39821" y="100001"/>
                </a:cubicBezTo>
                <a:cubicBezTo>
                  <a:pt x="40956" y="100001"/>
                  <a:pt x="42100" y="99317"/>
                  <a:pt x="42777" y="98182"/>
                </a:cubicBezTo>
                <a:lnTo>
                  <a:pt x="51610" y="81827"/>
                </a:lnTo>
                <a:lnTo>
                  <a:pt x="59843" y="81827"/>
                </a:lnTo>
                <a:lnTo>
                  <a:pt x="68676" y="98182"/>
                </a:lnTo>
                <a:cubicBezTo>
                  <a:pt x="69353" y="99317"/>
                  <a:pt x="70497" y="100001"/>
                  <a:pt x="71632" y="100001"/>
                </a:cubicBezTo>
                <a:cubicBezTo>
                  <a:pt x="72090" y="100001"/>
                  <a:pt x="72766" y="99775"/>
                  <a:pt x="73224" y="99548"/>
                </a:cubicBezTo>
                <a:cubicBezTo>
                  <a:pt x="74805" y="98639"/>
                  <a:pt x="75492" y="96594"/>
                  <a:pt x="74587" y="95004"/>
                </a:cubicBezTo>
                <a:lnTo>
                  <a:pt x="67543" y="81827"/>
                </a:lnTo>
                <a:lnTo>
                  <a:pt x="80716" y="81827"/>
                </a:lnTo>
                <a:cubicBezTo>
                  <a:pt x="86397" y="81827"/>
                  <a:pt x="90945" y="77284"/>
                  <a:pt x="90945" y="71605"/>
                </a:cubicBezTo>
                <a:lnTo>
                  <a:pt x="90945" y="4730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7" name="Белый — SVG 27">
            <a:extLst>
              <a:ext uri="{FF2B5EF4-FFF2-40B4-BE49-F238E27FC236}">
                <a16:creationId xmlns:a16="http://schemas.microsoft.com/office/drawing/2014/main" id="{0F5953CC-945D-454E-941C-6D0910B55598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57417 w 134690"/>
              <a:gd name="csY0" fmla="*/ 0 h 141758"/>
              <a:gd name="csX1" fmla="*/ 42534 w 134690"/>
              <a:gd name="csY1" fmla="*/ 14881 h 141758"/>
              <a:gd name="csX2" fmla="*/ 42534 w 134690"/>
              <a:gd name="csY2" fmla="*/ 34733 h 141758"/>
              <a:gd name="csX3" fmla="*/ 57417 w 134690"/>
              <a:gd name="csY3" fmla="*/ 49616 h 141758"/>
              <a:gd name="csX4" fmla="*/ 62028 w 134690"/>
              <a:gd name="csY4" fmla="*/ 49616 h 141758"/>
              <a:gd name="csX5" fmla="*/ 62028 w 134690"/>
              <a:gd name="csY5" fmla="*/ 67335 h 141758"/>
              <a:gd name="csX6" fmla="*/ 35444 w 134690"/>
              <a:gd name="csY6" fmla="*/ 67335 h 141758"/>
              <a:gd name="csX7" fmla="*/ 19494 w 134690"/>
              <a:gd name="csY7" fmla="*/ 83283 h 141758"/>
              <a:gd name="csX8" fmla="*/ 19494 w 134690"/>
              <a:gd name="csY8" fmla="*/ 92144 h 141758"/>
              <a:gd name="csX9" fmla="*/ 14883 w 134690"/>
              <a:gd name="csY9" fmla="*/ 92144 h 141758"/>
              <a:gd name="csX10" fmla="*/ 0 w 134690"/>
              <a:gd name="csY10" fmla="*/ 107025 h 141758"/>
              <a:gd name="csX11" fmla="*/ 0 w 134690"/>
              <a:gd name="csY11" fmla="*/ 126877 h 141758"/>
              <a:gd name="csX12" fmla="*/ 14883 w 134690"/>
              <a:gd name="csY12" fmla="*/ 141759 h 141758"/>
              <a:gd name="csX13" fmla="*/ 34738 w 134690"/>
              <a:gd name="csY13" fmla="*/ 141759 h 141758"/>
              <a:gd name="csX14" fmla="*/ 49623 w 134690"/>
              <a:gd name="csY14" fmla="*/ 126877 h 141758"/>
              <a:gd name="csX15" fmla="*/ 49623 w 134690"/>
              <a:gd name="csY15" fmla="*/ 107025 h 141758"/>
              <a:gd name="csX16" fmla="*/ 34738 w 134690"/>
              <a:gd name="csY16" fmla="*/ 92144 h 141758"/>
              <a:gd name="csX17" fmla="*/ 30127 w 134690"/>
              <a:gd name="csY17" fmla="*/ 92144 h 141758"/>
              <a:gd name="csX18" fmla="*/ 30127 w 134690"/>
              <a:gd name="csY18" fmla="*/ 83283 h 141758"/>
              <a:gd name="csX19" fmla="*/ 35444 w 134690"/>
              <a:gd name="csY19" fmla="*/ 77967 h 141758"/>
              <a:gd name="csX20" fmla="*/ 99244 w 134690"/>
              <a:gd name="csY20" fmla="*/ 77967 h 141758"/>
              <a:gd name="csX21" fmla="*/ 104561 w 134690"/>
              <a:gd name="csY21" fmla="*/ 83283 h 141758"/>
              <a:gd name="csX22" fmla="*/ 104561 w 134690"/>
              <a:gd name="csY22" fmla="*/ 92144 h 141758"/>
              <a:gd name="csX23" fmla="*/ 99950 w 134690"/>
              <a:gd name="csY23" fmla="*/ 92144 h 141758"/>
              <a:gd name="csX24" fmla="*/ 85067 w 134690"/>
              <a:gd name="csY24" fmla="*/ 107025 h 141758"/>
              <a:gd name="csX25" fmla="*/ 85067 w 134690"/>
              <a:gd name="csY25" fmla="*/ 126877 h 141758"/>
              <a:gd name="csX26" fmla="*/ 99950 w 134690"/>
              <a:gd name="csY26" fmla="*/ 141759 h 141758"/>
              <a:gd name="csX27" fmla="*/ 119805 w 134690"/>
              <a:gd name="csY27" fmla="*/ 141759 h 141758"/>
              <a:gd name="csX28" fmla="*/ 134690 w 134690"/>
              <a:gd name="csY28" fmla="*/ 126877 h 141758"/>
              <a:gd name="csX29" fmla="*/ 134690 w 134690"/>
              <a:gd name="csY29" fmla="*/ 107025 h 141758"/>
              <a:gd name="csX30" fmla="*/ 119805 w 134690"/>
              <a:gd name="csY30" fmla="*/ 92144 h 141758"/>
              <a:gd name="csX31" fmla="*/ 115194 w 134690"/>
              <a:gd name="csY31" fmla="*/ 92144 h 141758"/>
              <a:gd name="csX32" fmla="*/ 115194 w 134690"/>
              <a:gd name="csY32" fmla="*/ 83283 h 141758"/>
              <a:gd name="csX33" fmla="*/ 99244 w 134690"/>
              <a:gd name="csY33" fmla="*/ 67335 h 141758"/>
              <a:gd name="csX34" fmla="*/ 72661 w 134690"/>
              <a:gd name="csY34" fmla="*/ 67335 h 141758"/>
              <a:gd name="csX35" fmla="*/ 72661 w 134690"/>
              <a:gd name="csY35" fmla="*/ 49616 h 141758"/>
              <a:gd name="csX36" fmla="*/ 77272 w 134690"/>
              <a:gd name="csY36" fmla="*/ 49616 h 141758"/>
              <a:gd name="csX37" fmla="*/ 92157 w 134690"/>
              <a:gd name="csY37" fmla="*/ 34733 h 141758"/>
              <a:gd name="csX38" fmla="*/ 92157 w 134690"/>
              <a:gd name="csY38" fmla="*/ 14881 h 141758"/>
              <a:gd name="csX39" fmla="*/ 77272 w 134690"/>
              <a:gd name="csY39" fmla="*/ 0 h 141758"/>
              <a:gd name="csX40" fmla="*/ 57417 w 134690"/>
              <a:gd name="csY40" fmla="*/ 0 h 141758"/>
            </a:gdLst>
            <a:ahLst/>
            <a:cxnLst/>
            <a:rect l="l" t="t" r="r" b="b"/>
            <a:pathLst>
              <a:path w="100000" h="100000">
                <a:moveTo>
                  <a:pt x="42997" y="0"/>
                </a:moveTo>
                <a:cubicBezTo>
                  <a:pt x="37206" y="0"/>
                  <a:pt x="32498" y="4707"/>
                  <a:pt x="32498" y="10497"/>
                </a:cubicBezTo>
                <a:lnTo>
                  <a:pt x="32498" y="24502"/>
                </a:lnTo>
                <a:cubicBezTo>
                  <a:pt x="32498" y="30292"/>
                  <a:pt x="37206" y="35000"/>
                  <a:pt x="42997" y="35000"/>
                </a:cubicBezTo>
                <a:lnTo>
                  <a:pt x="46249" y="35000"/>
                </a:lnTo>
                <a:lnTo>
                  <a:pt x="46249" y="47500"/>
                </a:lnTo>
                <a:lnTo>
                  <a:pt x="27496" y="47500"/>
                </a:lnTo>
                <a:cubicBezTo>
                  <a:pt x="21327" y="47500"/>
                  <a:pt x="16245" y="52582"/>
                  <a:pt x="16245" y="58750"/>
                </a:cubicBezTo>
                <a:lnTo>
                  <a:pt x="16245" y="65001"/>
                </a:lnTo>
                <a:lnTo>
                  <a:pt x="12992" y="65001"/>
                </a:lnTo>
                <a:cubicBezTo>
                  <a:pt x="7201" y="65001"/>
                  <a:pt x="2493" y="69709"/>
                  <a:pt x="2493" y="75498"/>
                </a:cubicBezTo>
                <a:lnTo>
                  <a:pt x="2493" y="89503"/>
                </a:lnTo>
                <a:cubicBezTo>
                  <a:pt x="2493" y="95293"/>
                  <a:pt x="7201" y="100001"/>
                  <a:pt x="12992" y="100001"/>
                </a:cubicBezTo>
                <a:lnTo>
                  <a:pt x="26998" y="100001"/>
                </a:lnTo>
                <a:cubicBezTo>
                  <a:pt x="32789" y="100001"/>
                  <a:pt x="37498" y="95293"/>
                  <a:pt x="37498" y="89503"/>
                </a:cubicBezTo>
                <a:lnTo>
                  <a:pt x="37498" y="75498"/>
                </a:lnTo>
                <a:cubicBezTo>
                  <a:pt x="37498" y="69709"/>
                  <a:pt x="32789" y="65001"/>
                  <a:pt x="26998" y="65001"/>
                </a:cubicBezTo>
                <a:lnTo>
                  <a:pt x="23745" y="65001"/>
                </a:lnTo>
                <a:lnTo>
                  <a:pt x="23745" y="58750"/>
                </a:lnTo>
                <a:cubicBezTo>
                  <a:pt x="23745" y="56635"/>
                  <a:pt x="25381" y="55000"/>
                  <a:pt x="27496" y="55000"/>
                </a:cubicBezTo>
                <a:lnTo>
                  <a:pt x="72502" y="55000"/>
                </a:lnTo>
                <a:cubicBezTo>
                  <a:pt x="74619" y="55000"/>
                  <a:pt x="76253" y="56635"/>
                  <a:pt x="76253" y="58750"/>
                </a:cubicBezTo>
                <a:lnTo>
                  <a:pt x="76253" y="65001"/>
                </a:lnTo>
                <a:lnTo>
                  <a:pt x="73000" y="65001"/>
                </a:lnTo>
                <a:cubicBezTo>
                  <a:pt x="67210" y="65001"/>
                  <a:pt x="62502" y="69709"/>
                  <a:pt x="62502" y="75498"/>
                </a:cubicBezTo>
                <a:lnTo>
                  <a:pt x="62502" y="89503"/>
                </a:lnTo>
                <a:cubicBezTo>
                  <a:pt x="62502" y="95293"/>
                  <a:pt x="67210" y="100001"/>
                  <a:pt x="73000" y="100001"/>
                </a:cubicBezTo>
                <a:lnTo>
                  <a:pt x="87007" y="100001"/>
                </a:lnTo>
                <a:cubicBezTo>
                  <a:pt x="92798" y="100001"/>
                  <a:pt x="97507" y="95293"/>
                  <a:pt x="97507" y="89503"/>
                </a:cubicBezTo>
                <a:lnTo>
                  <a:pt x="97507" y="75498"/>
                </a:lnTo>
                <a:cubicBezTo>
                  <a:pt x="97507" y="69709"/>
                  <a:pt x="92798" y="65001"/>
                  <a:pt x="87007" y="65001"/>
                </a:cubicBezTo>
                <a:lnTo>
                  <a:pt x="83754" y="65001"/>
                </a:lnTo>
                <a:lnTo>
                  <a:pt x="83754" y="58750"/>
                </a:lnTo>
                <a:cubicBezTo>
                  <a:pt x="83754" y="52582"/>
                  <a:pt x="78673" y="47500"/>
                  <a:pt x="72502" y="47500"/>
                </a:cubicBezTo>
                <a:lnTo>
                  <a:pt x="53750" y="47500"/>
                </a:lnTo>
                <a:lnTo>
                  <a:pt x="53750" y="35000"/>
                </a:lnTo>
                <a:lnTo>
                  <a:pt x="57003" y="35000"/>
                </a:lnTo>
                <a:cubicBezTo>
                  <a:pt x="62793" y="35000"/>
                  <a:pt x="67503" y="30292"/>
                  <a:pt x="67503" y="24502"/>
                </a:cubicBezTo>
                <a:lnTo>
                  <a:pt x="67503" y="10497"/>
                </a:lnTo>
                <a:cubicBezTo>
                  <a:pt x="67503" y="4707"/>
                  <a:pt x="62793" y="0"/>
                  <a:pt x="57003" y="0"/>
                </a:cubicBezTo>
                <a:lnTo>
                  <a:pt x="42997" y="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8" name="Белый — SVG 28">
            <a:extLst>
              <a:ext uri="{FF2B5EF4-FFF2-40B4-BE49-F238E27FC236}">
                <a16:creationId xmlns:a16="http://schemas.microsoft.com/office/drawing/2014/main" id="{BF2F6F33-27CD-A54F-A613-F944D0819A4E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23036 w 127600"/>
              <a:gd name="csY0" fmla="*/ 0 h 127583"/>
              <a:gd name="csX1" fmla="*/ 0 w 127600"/>
              <a:gd name="csY1" fmla="*/ 23036 h 127583"/>
              <a:gd name="csX2" fmla="*/ 0 w 127600"/>
              <a:gd name="csY2" fmla="*/ 104547 h 127583"/>
              <a:gd name="csX3" fmla="*/ 23036 w 127600"/>
              <a:gd name="csY3" fmla="*/ 127583 h 127583"/>
              <a:gd name="csX4" fmla="*/ 104564 w 127600"/>
              <a:gd name="csY4" fmla="*/ 127583 h 127583"/>
              <a:gd name="csX5" fmla="*/ 127601 w 127600"/>
              <a:gd name="csY5" fmla="*/ 104547 h 127583"/>
              <a:gd name="csX6" fmla="*/ 127601 w 127600"/>
              <a:gd name="csY6" fmla="*/ 23036 h 127583"/>
              <a:gd name="csX7" fmla="*/ 104564 w 127600"/>
              <a:gd name="csY7" fmla="*/ 0 h 127583"/>
              <a:gd name="csX8" fmla="*/ 23036 w 127600"/>
              <a:gd name="csY8" fmla="*/ 0 h 127583"/>
              <a:gd name="csX9" fmla="*/ 42534 w 127600"/>
              <a:gd name="csY9" fmla="*/ 10632 h 127583"/>
              <a:gd name="csX10" fmla="*/ 60261 w 127600"/>
              <a:gd name="csY10" fmla="*/ 10632 h 127583"/>
              <a:gd name="csX11" fmla="*/ 60261 w 127600"/>
              <a:gd name="csY11" fmla="*/ 31896 h 127583"/>
              <a:gd name="csX12" fmla="*/ 42534 w 127600"/>
              <a:gd name="csY12" fmla="*/ 31896 h 127583"/>
              <a:gd name="csX13" fmla="*/ 42534 w 127600"/>
              <a:gd name="csY13" fmla="*/ 10632 h 127583"/>
              <a:gd name="csX14" fmla="*/ 70895 w 127600"/>
              <a:gd name="csY14" fmla="*/ 10632 h 127583"/>
              <a:gd name="csX15" fmla="*/ 88606 w 127600"/>
              <a:gd name="csY15" fmla="*/ 10632 h 127583"/>
              <a:gd name="csX16" fmla="*/ 88606 w 127600"/>
              <a:gd name="csY16" fmla="*/ 31896 h 127583"/>
              <a:gd name="csX17" fmla="*/ 70895 w 127600"/>
              <a:gd name="csY17" fmla="*/ 31896 h 127583"/>
              <a:gd name="csX18" fmla="*/ 70895 w 127600"/>
              <a:gd name="csY18" fmla="*/ 10632 h 127583"/>
              <a:gd name="csX19" fmla="*/ 99239 w 127600"/>
              <a:gd name="csY19" fmla="*/ 10632 h 127583"/>
              <a:gd name="csX20" fmla="*/ 104564 w 127600"/>
              <a:gd name="csY20" fmla="*/ 10632 h 127583"/>
              <a:gd name="csX21" fmla="*/ 116967 w 127600"/>
              <a:gd name="csY21" fmla="*/ 23036 h 127583"/>
              <a:gd name="csX22" fmla="*/ 116967 w 127600"/>
              <a:gd name="csY22" fmla="*/ 31896 h 127583"/>
              <a:gd name="csX23" fmla="*/ 99239 w 127600"/>
              <a:gd name="csY23" fmla="*/ 31896 h 127583"/>
              <a:gd name="csX24" fmla="*/ 99239 w 127600"/>
              <a:gd name="csY24" fmla="*/ 10632 h 127583"/>
              <a:gd name="csX25" fmla="*/ 10633 w 127600"/>
              <a:gd name="csY25" fmla="*/ 42528 h 127583"/>
              <a:gd name="csX26" fmla="*/ 31900 w 127600"/>
              <a:gd name="csY26" fmla="*/ 42528 h 127583"/>
              <a:gd name="csX27" fmla="*/ 31900 w 127600"/>
              <a:gd name="csY27" fmla="*/ 60248 h 127583"/>
              <a:gd name="csX28" fmla="*/ 10633 w 127600"/>
              <a:gd name="csY28" fmla="*/ 60248 h 127583"/>
              <a:gd name="csX29" fmla="*/ 10633 w 127600"/>
              <a:gd name="csY29" fmla="*/ 42528 h 127583"/>
              <a:gd name="csX30" fmla="*/ 70895 w 127600"/>
              <a:gd name="csY30" fmla="*/ 42528 h 127583"/>
              <a:gd name="csX31" fmla="*/ 88606 w 127600"/>
              <a:gd name="csY31" fmla="*/ 42528 h 127583"/>
              <a:gd name="csX32" fmla="*/ 88606 w 127600"/>
              <a:gd name="csY32" fmla="*/ 60248 h 127583"/>
              <a:gd name="csX33" fmla="*/ 70895 w 127600"/>
              <a:gd name="csY33" fmla="*/ 60248 h 127583"/>
              <a:gd name="csX34" fmla="*/ 70895 w 127600"/>
              <a:gd name="csY34" fmla="*/ 42528 h 127583"/>
              <a:gd name="csX35" fmla="*/ 99239 w 127600"/>
              <a:gd name="csY35" fmla="*/ 42528 h 127583"/>
              <a:gd name="csX36" fmla="*/ 116967 w 127600"/>
              <a:gd name="csY36" fmla="*/ 42528 h 127583"/>
              <a:gd name="csX37" fmla="*/ 116967 w 127600"/>
              <a:gd name="csY37" fmla="*/ 60248 h 127583"/>
              <a:gd name="csX38" fmla="*/ 99239 w 127600"/>
              <a:gd name="csY38" fmla="*/ 60248 h 127583"/>
              <a:gd name="csX39" fmla="*/ 99239 w 127600"/>
              <a:gd name="csY39" fmla="*/ 42528 h 127583"/>
              <a:gd name="csX40" fmla="*/ 10633 w 127600"/>
              <a:gd name="csY40" fmla="*/ 70880 h 127583"/>
              <a:gd name="csX41" fmla="*/ 31900 w 127600"/>
              <a:gd name="csY41" fmla="*/ 70880 h 127583"/>
              <a:gd name="csX42" fmla="*/ 31900 w 127600"/>
              <a:gd name="csY42" fmla="*/ 88599 h 127583"/>
              <a:gd name="csX43" fmla="*/ 10633 w 127600"/>
              <a:gd name="csY43" fmla="*/ 88599 h 127583"/>
              <a:gd name="csX44" fmla="*/ 10633 w 127600"/>
              <a:gd name="csY44" fmla="*/ 70880 h 127583"/>
              <a:gd name="csX45" fmla="*/ 42534 w 127600"/>
              <a:gd name="csY45" fmla="*/ 70880 h 127583"/>
              <a:gd name="csX46" fmla="*/ 60261 w 127600"/>
              <a:gd name="csY46" fmla="*/ 70880 h 127583"/>
              <a:gd name="csX47" fmla="*/ 60261 w 127600"/>
              <a:gd name="csY47" fmla="*/ 88599 h 127583"/>
              <a:gd name="csX48" fmla="*/ 42534 w 127600"/>
              <a:gd name="csY48" fmla="*/ 88599 h 127583"/>
              <a:gd name="csX49" fmla="*/ 42534 w 127600"/>
              <a:gd name="csY49" fmla="*/ 70880 h 127583"/>
              <a:gd name="csX50" fmla="*/ 99239 w 127600"/>
              <a:gd name="csY50" fmla="*/ 70880 h 127583"/>
              <a:gd name="csX51" fmla="*/ 116967 w 127600"/>
              <a:gd name="csY51" fmla="*/ 70880 h 127583"/>
              <a:gd name="csX52" fmla="*/ 116967 w 127600"/>
              <a:gd name="csY52" fmla="*/ 88599 h 127583"/>
              <a:gd name="csX53" fmla="*/ 99239 w 127600"/>
              <a:gd name="csY53" fmla="*/ 88599 h 127583"/>
              <a:gd name="csX54" fmla="*/ 99239 w 127600"/>
              <a:gd name="csY54" fmla="*/ 70880 h 127583"/>
              <a:gd name="csX55" fmla="*/ 10633 w 127600"/>
              <a:gd name="csY55" fmla="*/ 99231 h 127583"/>
              <a:gd name="csX56" fmla="*/ 31900 w 127600"/>
              <a:gd name="csY56" fmla="*/ 99231 h 127583"/>
              <a:gd name="csX57" fmla="*/ 31900 w 127600"/>
              <a:gd name="csY57" fmla="*/ 116951 h 127583"/>
              <a:gd name="csX58" fmla="*/ 23036 w 127600"/>
              <a:gd name="csY58" fmla="*/ 116951 h 127583"/>
              <a:gd name="csX59" fmla="*/ 10633 w 127600"/>
              <a:gd name="csY59" fmla="*/ 104547 h 127583"/>
              <a:gd name="csX60" fmla="*/ 10633 w 127600"/>
              <a:gd name="csY60" fmla="*/ 99231 h 127583"/>
              <a:gd name="csX61" fmla="*/ 42534 w 127600"/>
              <a:gd name="csY61" fmla="*/ 99231 h 127583"/>
              <a:gd name="csX62" fmla="*/ 60261 w 127600"/>
              <a:gd name="csY62" fmla="*/ 99231 h 127583"/>
              <a:gd name="csX63" fmla="*/ 60261 w 127600"/>
              <a:gd name="csY63" fmla="*/ 116951 h 127583"/>
              <a:gd name="csX64" fmla="*/ 42534 w 127600"/>
              <a:gd name="csY64" fmla="*/ 116951 h 127583"/>
              <a:gd name="csX65" fmla="*/ 42534 w 127600"/>
              <a:gd name="csY65" fmla="*/ 99231 h 127583"/>
              <a:gd name="csX66" fmla="*/ 70895 w 127600"/>
              <a:gd name="csY66" fmla="*/ 99231 h 127583"/>
              <a:gd name="csX67" fmla="*/ 88606 w 127600"/>
              <a:gd name="csY67" fmla="*/ 99231 h 127583"/>
              <a:gd name="csX68" fmla="*/ 88606 w 127600"/>
              <a:gd name="csY68" fmla="*/ 116951 h 127583"/>
              <a:gd name="csX69" fmla="*/ 70895 w 127600"/>
              <a:gd name="csY69" fmla="*/ 116951 h 127583"/>
              <a:gd name="csX70" fmla="*/ 70895 w 127600"/>
              <a:gd name="csY70" fmla="*/ 99231 h 127583"/>
            </a:gdLst>
            <a:ahLst/>
            <a:cxnLst/>
            <a:rect l="l" t="t" r="r" b="b"/>
            <a:pathLst>
              <a:path w="100000" h="100000">
                <a:moveTo>
                  <a:pt x="18053" y="7"/>
                </a:moveTo>
                <a:cubicBezTo>
                  <a:pt x="8133" y="7"/>
                  <a:pt x="0" y="8139"/>
                  <a:pt x="0" y="18060"/>
                </a:cubicBezTo>
                <a:lnTo>
                  <a:pt x="0" y="81940"/>
                </a:lnTo>
                <a:cubicBezTo>
                  <a:pt x="0" y="91862"/>
                  <a:pt x="8133" y="99993"/>
                  <a:pt x="18053" y="99993"/>
                </a:cubicBezTo>
                <a:lnTo>
                  <a:pt x="81947" y="99993"/>
                </a:lnTo>
                <a:cubicBezTo>
                  <a:pt x="91867" y="99993"/>
                  <a:pt x="100001" y="91862"/>
                  <a:pt x="100001" y="81940"/>
                </a:cubicBezTo>
                <a:lnTo>
                  <a:pt x="100001" y="18060"/>
                </a:lnTo>
                <a:cubicBezTo>
                  <a:pt x="100001" y="8139"/>
                  <a:pt x="91867" y="7"/>
                  <a:pt x="81947" y="7"/>
                </a:cubicBezTo>
                <a:lnTo>
                  <a:pt x="18053" y="7"/>
                </a:lnTo>
                <a:close/>
                <a:moveTo>
                  <a:pt x="33334" y="8339"/>
                </a:moveTo>
                <a:lnTo>
                  <a:pt x="47226" y="8339"/>
                </a:lnTo>
                <a:lnTo>
                  <a:pt x="47226" y="25004"/>
                </a:lnTo>
                <a:lnTo>
                  <a:pt x="33334" y="25004"/>
                </a:lnTo>
                <a:lnTo>
                  <a:pt x="33334" y="8339"/>
                </a:lnTo>
                <a:close/>
                <a:moveTo>
                  <a:pt x="55560" y="8339"/>
                </a:moveTo>
                <a:lnTo>
                  <a:pt x="69440" y="8339"/>
                </a:lnTo>
                <a:lnTo>
                  <a:pt x="69440" y="25004"/>
                </a:lnTo>
                <a:lnTo>
                  <a:pt x="55560" y="25004"/>
                </a:lnTo>
                <a:lnTo>
                  <a:pt x="55560" y="8339"/>
                </a:lnTo>
                <a:close/>
                <a:moveTo>
                  <a:pt x="77774" y="8339"/>
                </a:moveTo>
                <a:lnTo>
                  <a:pt x="81947" y="8339"/>
                </a:lnTo>
                <a:cubicBezTo>
                  <a:pt x="87361" y="8339"/>
                  <a:pt x="91667" y="12644"/>
                  <a:pt x="91667" y="18060"/>
                </a:cubicBezTo>
                <a:lnTo>
                  <a:pt x="91667" y="25004"/>
                </a:lnTo>
                <a:lnTo>
                  <a:pt x="77774" y="25004"/>
                </a:lnTo>
                <a:lnTo>
                  <a:pt x="77774" y="8339"/>
                </a:lnTo>
                <a:close/>
                <a:moveTo>
                  <a:pt x="8333" y="33336"/>
                </a:moveTo>
                <a:lnTo>
                  <a:pt x="25000" y="33336"/>
                </a:lnTo>
                <a:lnTo>
                  <a:pt x="25000" y="47223"/>
                </a:lnTo>
                <a:lnTo>
                  <a:pt x="8333" y="47223"/>
                </a:lnTo>
                <a:lnTo>
                  <a:pt x="8333" y="33336"/>
                </a:lnTo>
                <a:close/>
                <a:moveTo>
                  <a:pt x="55560" y="33336"/>
                </a:moveTo>
                <a:lnTo>
                  <a:pt x="69440" y="33336"/>
                </a:lnTo>
                <a:lnTo>
                  <a:pt x="69440" y="47223"/>
                </a:lnTo>
                <a:lnTo>
                  <a:pt x="55560" y="47223"/>
                </a:lnTo>
                <a:lnTo>
                  <a:pt x="55560" y="33336"/>
                </a:lnTo>
                <a:close/>
                <a:moveTo>
                  <a:pt x="77774" y="33336"/>
                </a:moveTo>
                <a:lnTo>
                  <a:pt x="91667" y="33336"/>
                </a:lnTo>
                <a:lnTo>
                  <a:pt x="91667" y="47223"/>
                </a:lnTo>
                <a:lnTo>
                  <a:pt x="77774" y="47223"/>
                </a:lnTo>
                <a:lnTo>
                  <a:pt x="77774" y="33336"/>
                </a:lnTo>
                <a:close/>
                <a:moveTo>
                  <a:pt x="8333" y="55555"/>
                </a:moveTo>
                <a:lnTo>
                  <a:pt x="25000" y="55555"/>
                </a:lnTo>
                <a:lnTo>
                  <a:pt x="25000" y="69442"/>
                </a:lnTo>
                <a:lnTo>
                  <a:pt x="8333" y="69442"/>
                </a:lnTo>
                <a:lnTo>
                  <a:pt x="8333" y="55555"/>
                </a:lnTo>
                <a:close/>
                <a:moveTo>
                  <a:pt x="33334" y="55555"/>
                </a:moveTo>
                <a:lnTo>
                  <a:pt x="47226" y="55555"/>
                </a:lnTo>
                <a:lnTo>
                  <a:pt x="47226" y="69442"/>
                </a:lnTo>
                <a:lnTo>
                  <a:pt x="33334" y="69442"/>
                </a:lnTo>
                <a:lnTo>
                  <a:pt x="33334" y="55555"/>
                </a:lnTo>
                <a:close/>
                <a:moveTo>
                  <a:pt x="77774" y="55555"/>
                </a:moveTo>
                <a:lnTo>
                  <a:pt x="91667" y="55555"/>
                </a:lnTo>
                <a:lnTo>
                  <a:pt x="91667" y="69442"/>
                </a:lnTo>
                <a:lnTo>
                  <a:pt x="77774" y="69442"/>
                </a:lnTo>
                <a:lnTo>
                  <a:pt x="77774" y="55555"/>
                </a:lnTo>
                <a:close/>
                <a:moveTo>
                  <a:pt x="8333" y="77774"/>
                </a:moveTo>
                <a:lnTo>
                  <a:pt x="25000" y="77774"/>
                </a:lnTo>
                <a:lnTo>
                  <a:pt x="25000" y="91661"/>
                </a:lnTo>
                <a:lnTo>
                  <a:pt x="18053" y="91661"/>
                </a:lnTo>
                <a:cubicBezTo>
                  <a:pt x="12640" y="91661"/>
                  <a:pt x="8333" y="87356"/>
                  <a:pt x="8333" y="81940"/>
                </a:cubicBezTo>
                <a:lnTo>
                  <a:pt x="8333" y="77774"/>
                </a:lnTo>
                <a:close/>
                <a:moveTo>
                  <a:pt x="33334" y="77774"/>
                </a:moveTo>
                <a:lnTo>
                  <a:pt x="47226" y="77774"/>
                </a:lnTo>
                <a:lnTo>
                  <a:pt x="47226" y="91661"/>
                </a:lnTo>
                <a:lnTo>
                  <a:pt x="33334" y="91661"/>
                </a:lnTo>
                <a:lnTo>
                  <a:pt x="33334" y="77774"/>
                </a:lnTo>
                <a:close/>
                <a:moveTo>
                  <a:pt x="55560" y="77774"/>
                </a:moveTo>
                <a:lnTo>
                  <a:pt x="69440" y="77774"/>
                </a:lnTo>
                <a:lnTo>
                  <a:pt x="69440" y="91661"/>
                </a:lnTo>
                <a:lnTo>
                  <a:pt x="55560" y="91661"/>
                </a:lnTo>
                <a:lnTo>
                  <a:pt x="55560" y="7777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89" name="Белый — SVG 29">
            <a:extLst>
              <a:ext uri="{FF2B5EF4-FFF2-40B4-BE49-F238E27FC236}">
                <a16:creationId xmlns:a16="http://schemas.microsoft.com/office/drawing/2014/main" id="{FAFDCD63-858D-6D42-8346-126720CC47A5}"/>
              </a:ext>
            </a:extLst>
          </p:cNvPr>
          <p:cNvSpPr>
            <a:spLocks noGrp="1"/>
          </p:cNvSpPr>
          <p:nvPr/>
        </p:nvSpPr>
        <p:spPr>
          <a:xfrm>
            <a:off x="6420000" y="5010000"/>
            <a:ext cx="220000" cy="220000"/>
          </a:xfrm>
          <a:custGeom>
            <a:avLst/>
            <a:gdLst>
              <a:gd name="csX0" fmla="*/ 69343 w 157994"/>
              <a:gd name="csY0" fmla="*/ 116598 h 148847"/>
              <a:gd name="csX1" fmla="*/ 67995 w 157994"/>
              <a:gd name="csY1" fmla="*/ 115817 h 148847"/>
              <a:gd name="csX2" fmla="*/ 65585 w 157994"/>
              <a:gd name="csY2" fmla="*/ 113272 h 148847"/>
              <a:gd name="csX3" fmla="*/ 64770 w 157994"/>
              <a:gd name="csY3" fmla="*/ 109863 h 148847"/>
              <a:gd name="csX4" fmla="*/ 65733 w 157994"/>
              <a:gd name="csY4" fmla="*/ 106418 h 148847"/>
              <a:gd name="csX5" fmla="*/ 68315 w 157994"/>
              <a:gd name="csY5" fmla="*/ 103945 h 148847"/>
              <a:gd name="csX6" fmla="*/ 69661 w 157994"/>
              <a:gd name="csY6" fmla="*/ 103166 h 148847"/>
              <a:gd name="csX7" fmla="*/ 72752 w 157994"/>
              <a:gd name="csY7" fmla="*/ 98761 h 148847"/>
              <a:gd name="csX8" fmla="*/ 71859 w 157994"/>
              <a:gd name="csY8" fmla="*/ 93454 h 148847"/>
              <a:gd name="csX9" fmla="*/ 68315 w 157994"/>
              <a:gd name="csY9" fmla="*/ 87287 h 148847"/>
              <a:gd name="csX10" fmla="*/ 66486 w 157994"/>
              <a:gd name="csY10" fmla="*/ 85202 h 148847"/>
              <a:gd name="csX11" fmla="*/ 63997 w 157994"/>
              <a:gd name="csY11" fmla="*/ 83977 h 148847"/>
              <a:gd name="csX12" fmla="*/ 61227 w 157994"/>
              <a:gd name="csY12" fmla="*/ 83800 h 148847"/>
              <a:gd name="csX13" fmla="*/ 58602 w 157994"/>
              <a:gd name="csY13" fmla="*/ 84702 h 148847"/>
              <a:gd name="csX14" fmla="*/ 57362 w 157994"/>
              <a:gd name="csY14" fmla="*/ 85445 h 148847"/>
              <a:gd name="csX15" fmla="*/ 53978 w 157994"/>
              <a:gd name="csY15" fmla="*/ 86347 h 148847"/>
              <a:gd name="csX16" fmla="*/ 50592 w 157994"/>
              <a:gd name="csY16" fmla="*/ 85445 h 148847"/>
              <a:gd name="csX17" fmla="*/ 50592 w 157994"/>
              <a:gd name="csY17" fmla="*/ 85232 h 148847"/>
              <a:gd name="csX18" fmla="*/ 48017 w 157994"/>
              <a:gd name="csY18" fmla="*/ 82817 h 148847"/>
              <a:gd name="csX19" fmla="*/ 47048 w 157994"/>
              <a:gd name="csY19" fmla="*/ 79420 h 148847"/>
              <a:gd name="csX20" fmla="*/ 47048 w 157994"/>
              <a:gd name="csY20" fmla="*/ 77967 h 148847"/>
              <a:gd name="csX21" fmla="*/ 44971 w 157994"/>
              <a:gd name="csY21" fmla="*/ 72956 h 148847"/>
              <a:gd name="csX22" fmla="*/ 39959 w 157994"/>
              <a:gd name="csY22" fmla="*/ 70880 h 148847"/>
              <a:gd name="csX23" fmla="*/ 32869 w 157994"/>
              <a:gd name="csY23" fmla="*/ 70880 h 148847"/>
              <a:gd name="csX24" fmla="*/ 27857 w 157994"/>
              <a:gd name="csY24" fmla="*/ 72956 h 148847"/>
              <a:gd name="csX25" fmla="*/ 25782 w 157994"/>
              <a:gd name="csY25" fmla="*/ 77967 h 148847"/>
              <a:gd name="csX26" fmla="*/ 25782 w 157994"/>
              <a:gd name="csY26" fmla="*/ 79420 h 148847"/>
              <a:gd name="csX27" fmla="*/ 24812 w 157994"/>
              <a:gd name="csY27" fmla="*/ 82817 h 148847"/>
              <a:gd name="csX28" fmla="*/ 22236 w 157994"/>
              <a:gd name="csY28" fmla="*/ 85232 h 148847"/>
              <a:gd name="csX29" fmla="*/ 22236 w 157994"/>
              <a:gd name="csY29" fmla="*/ 85409 h 148847"/>
              <a:gd name="csX30" fmla="*/ 18852 w 157994"/>
              <a:gd name="csY30" fmla="*/ 86311 h 148847"/>
              <a:gd name="csX31" fmla="*/ 15466 w 157994"/>
              <a:gd name="csY31" fmla="*/ 85409 h 148847"/>
              <a:gd name="csX32" fmla="*/ 14226 w 157994"/>
              <a:gd name="csY32" fmla="*/ 84666 h 148847"/>
              <a:gd name="csX33" fmla="*/ 11596 w 157994"/>
              <a:gd name="csY33" fmla="*/ 83771 h 148847"/>
              <a:gd name="csX34" fmla="*/ 8824 w 157994"/>
              <a:gd name="csY34" fmla="*/ 83957 h 148847"/>
              <a:gd name="csX35" fmla="*/ 6337 w 157994"/>
              <a:gd name="csY35" fmla="*/ 85192 h 148847"/>
              <a:gd name="csX36" fmla="*/ 4515 w 157994"/>
              <a:gd name="csY36" fmla="*/ 87287 h 148847"/>
              <a:gd name="csX37" fmla="*/ 969 w 157994"/>
              <a:gd name="csY37" fmla="*/ 93454 h 148847"/>
              <a:gd name="csX38" fmla="*/ 88 w 157994"/>
              <a:gd name="csY38" fmla="*/ 96077 h 148847"/>
              <a:gd name="csX39" fmla="*/ 277 w 157994"/>
              <a:gd name="csY39" fmla="*/ 98836 h 148847"/>
              <a:gd name="csX40" fmla="*/ 1509 w 157994"/>
              <a:gd name="csY40" fmla="*/ 101313 h 148847"/>
              <a:gd name="csX41" fmla="*/ 3593 w 157994"/>
              <a:gd name="csY41" fmla="*/ 103130 h 148847"/>
              <a:gd name="csX42" fmla="*/ 4940 w 157994"/>
              <a:gd name="csY42" fmla="*/ 103909 h 148847"/>
              <a:gd name="csX43" fmla="*/ 7523 w 157994"/>
              <a:gd name="csY43" fmla="*/ 106384 h 148847"/>
              <a:gd name="csX44" fmla="*/ 8484 w 157994"/>
              <a:gd name="csY44" fmla="*/ 109829 h 148847"/>
              <a:gd name="csX45" fmla="*/ 7523 w 157994"/>
              <a:gd name="csY45" fmla="*/ 113272 h 148847"/>
              <a:gd name="csX46" fmla="*/ 4940 w 157994"/>
              <a:gd name="csY46" fmla="*/ 115747 h 148847"/>
              <a:gd name="csX47" fmla="*/ 3593 w 157994"/>
              <a:gd name="csY47" fmla="*/ 116526 h 148847"/>
              <a:gd name="csX48" fmla="*/ 1483 w 157994"/>
              <a:gd name="csY48" fmla="*/ 118353 h 148847"/>
              <a:gd name="csX49" fmla="*/ 243 w 157994"/>
              <a:gd name="csY49" fmla="*/ 120850 h 148847"/>
              <a:gd name="csX50" fmla="*/ 63 w 157994"/>
              <a:gd name="csY50" fmla="*/ 123635 h 148847"/>
              <a:gd name="csX51" fmla="*/ 969 w 157994"/>
              <a:gd name="csY51" fmla="*/ 126272 h 148847"/>
              <a:gd name="csX52" fmla="*/ 4515 w 157994"/>
              <a:gd name="csY52" fmla="*/ 132438 h 148847"/>
              <a:gd name="csX53" fmla="*/ 6344 w 157994"/>
              <a:gd name="csY53" fmla="*/ 134526 h 148847"/>
              <a:gd name="csX54" fmla="*/ 8833 w 157994"/>
              <a:gd name="csY54" fmla="*/ 135750 h 148847"/>
              <a:gd name="csX55" fmla="*/ 11601 w 157994"/>
              <a:gd name="csY55" fmla="*/ 135926 h 148847"/>
              <a:gd name="csX56" fmla="*/ 14226 w 157994"/>
              <a:gd name="csY56" fmla="*/ 135026 h 148847"/>
              <a:gd name="csX57" fmla="*/ 15466 w 157994"/>
              <a:gd name="csY57" fmla="*/ 134281 h 148847"/>
              <a:gd name="csX58" fmla="*/ 18857 w 157994"/>
              <a:gd name="csY58" fmla="*/ 133398 h 148847"/>
              <a:gd name="csX59" fmla="*/ 22236 w 157994"/>
              <a:gd name="csY59" fmla="*/ 134316 h 148847"/>
              <a:gd name="csX60" fmla="*/ 22236 w 157994"/>
              <a:gd name="csY60" fmla="*/ 134672 h 148847"/>
              <a:gd name="csX61" fmla="*/ 24812 w 157994"/>
              <a:gd name="csY61" fmla="*/ 137087 h 148847"/>
              <a:gd name="csX62" fmla="*/ 25782 w 157994"/>
              <a:gd name="csY62" fmla="*/ 140483 h 148847"/>
              <a:gd name="csX63" fmla="*/ 25782 w 157994"/>
              <a:gd name="csY63" fmla="*/ 141759 h 148847"/>
              <a:gd name="csX64" fmla="*/ 27857 w 157994"/>
              <a:gd name="csY64" fmla="*/ 146772 h 148847"/>
              <a:gd name="csX65" fmla="*/ 32869 w 157994"/>
              <a:gd name="csY65" fmla="*/ 148847 h 148847"/>
              <a:gd name="csX66" fmla="*/ 39959 w 157994"/>
              <a:gd name="csY66" fmla="*/ 148847 h 148847"/>
              <a:gd name="csX67" fmla="*/ 44971 w 157994"/>
              <a:gd name="csY67" fmla="*/ 146772 h 148847"/>
              <a:gd name="csX68" fmla="*/ 47048 w 157994"/>
              <a:gd name="csY68" fmla="*/ 141759 h 148847"/>
              <a:gd name="csX69" fmla="*/ 47048 w 157994"/>
              <a:gd name="csY69" fmla="*/ 140306 h 148847"/>
              <a:gd name="csX70" fmla="*/ 48061 w 157994"/>
              <a:gd name="csY70" fmla="*/ 137011 h 148847"/>
              <a:gd name="csX71" fmla="*/ 50592 w 157994"/>
              <a:gd name="csY71" fmla="*/ 134672 h 148847"/>
              <a:gd name="csX72" fmla="*/ 50592 w 157994"/>
              <a:gd name="csY72" fmla="*/ 134316 h 148847"/>
              <a:gd name="csX73" fmla="*/ 53978 w 157994"/>
              <a:gd name="csY73" fmla="*/ 133415 h 148847"/>
              <a:gd name="csX74" fmla="*/ 57362 w 157994"/>
              <a:gd name="csY74" fmla="*/ 134316 h 148847"/>
              <a:gd name="csX75" fmla="*/ 58602 w 157994"/>
              <a:gd name="csY75" fmla="*/ 135061 h 148847"/>
              <a:gd name="csX76" fmla="*/ 61233 w 157994"/>
              <a:gd name="csY76" fmla="*/ 135956 h 148847"/>
              <a:gd name="csX77" fmla="*/ 64004 w 157994"/>
              <a:gd name="csY77" fmla="*/ 135771 h 148847"/>
              <a:gd name="csX78" fmla="*/ 66493 w 157994"/>
              <a:gd name="csY78" fmla="*/ 134536 h 148847"/>
              <a:gd name="csX79" fmla="*/ 68315 w 157994"/>
              <a:gd name="csY79" fmla="*/ 132438 h 148847"/>
              <a:gd name="csX80" fmla="*/ 71859 w 157994"/>
              <a:gd name="csY80" fmla="*/ 126272 h 148847"/>
              <a:gd name="csX81" fmla="*/ 72598 w 157994"/>
              <a:gd name="csY81" fmla="*/ 120915 h 148847"/>
              <a:gd name="csX82" fmla="*/ 69343 w 157994"/>
              <a:gd name="csY82" fmla="*/ 116598 h 148847"/>
              <a:gd name="csX83" fmla="*/ 36415 w 157994"/>
              <a:gd name="csY83" fmla="*/ 120495 h 148847"/>
              <a:gd name="csX84" fmla="*/ 30506 w 157994"/>
              <a:gd name="csY84" fmla="*/ 118703 h 148847"/>
              <a:gd name="csX85" fmla="*/ 26590 w 157994"/>
              <a:gd name="csY85" fmla="*/ 113932 h 148847"/>
              <a:gd name="csX86" fmla="*/ 25986 w 157994"/>
              <a:gd name="csY86" fmla="*/ 107789 h 148847"/>
              <a:gd name="csX87" fmla="*/ 28895 w 157994"/>
              <a:gd name="csY87" fmla="*/ 102346 h 148847"/>
              <a:gd name="csX88" fmla="*/ 34339 w 157994"/>
              <a:gd name="csY88" fmla="*/ 99435 h 148847"/>
              <a:gd name="csX89" fmla="*/ 40485 w 157994"/>
              <a:gd name="csY89" fmla="*/ 100041 h 148847"/>
              <a:gd name="csX90" fmla="*/ 45255 w 157994"/>
              <a:gd name="csY90" fmla="*/ 103957 h 148847"/>
              <a:gd name="csX91" fmla="*/ 47048 w 157994"/>
              <a:gd name="csY91" fmla="*/ 109863 h 148847"/>
              <a:gd name="csX92" fmla="*/ 43933 w 157994"/>
              <a:gd name="csY92" fmla="*/ 117382 h 148847"/>
              <a:gd name="csX93" fmla="*/ 36415 w 157994"/>
              <a:gd name="csY93" fmla="*/ 120495 h 148847"/>
              <a:gd name="csX94" fmla="*/ 154694 w 157994"/>
              <a:gd name="csY94" fmla="*/ 116951 h 148847"/>
              <a:gd name="csX95" fmla="*/ 153062 w 157994"/>
              <a:gd name="csY95" fmla="*/ 115994 h 148847"/>
              <a:gd name="csX96" fmla="*/ 150606 w 157994"/>
              <a:gd name="csY96" fmla="*/ 113372 h 148847"/>
              <a:gd name="csX97" fmla="*/ 149837 w 157994"/>
              <a:gd name="csY97" fmla="*/ 109863 h 148847"/>
              <a:gd name="csX98" fmla="*/ 150800 w 157994"/>
              <a:gd name="csY98" fmla="*/ 106418 h 148847"/>
              <a:gd name="csX99" fmla="*/ 153382 w 157994"/>
              <a:gd name="csY99" fmla="*/ 103945 h 148847"/>
              <a:gd name="csX100" fmla="*/ 154728 w 157994"/>
              <a:gd name="csY100" fmla="*/ 103166 h 148847"/>
              <a:gd name="csX101" fmla="*/ 157819 w 157994"/>
              <a:gd name="csY101" fmla="*/ 98761 h 148847"/>
              <a:gd name="csX102" fmla="*/ 156926 w 157994"/>
              <a:gd name="csY102" fmla="*/ 93454 h 148847"/>
              <a:gd name="csX103" fmla="*/ 153382 w 157994"/>
              <a:gd name="csY103" fmla="*/ 87287 h 148847"/>
              <a:gd name="csX104" fmla="*/ 149080 w 157994"/>
              <a:gd name="csY104" fmla="*/ 83994 h 148847"/>
              <a:gd name="csX105" fmla="*/ 143705 w 157994"/>
              <a:gd name="csY105" fmla="*/ 84702 h 148847"/>
              <a:gd name="csX106" fmla="*/ 142465 w 157994"/>
              <a:gd name="csY106" fmla="*/ 85445 h 148847"/>
              <a:gd name="csX107" fmla="*/ 139079 w 157994"/>
              <a:gd name="csY107" fmla="*/ 86347 h 148847"/>
              <a:gd name="csX108" fmla="*/ 135695 w 157994"/>
              <a:gd name="csY108" fmla="*/ 85445 h 148847"/>
              <a:gd name="csX109" fmla="*/ 135659 w 157994"/>
              <a:gd name="csY109" fmla="*/ 85232 h 148847"/>
              <a:gd name="csX110" fmla="*/ 133094 w 157994"/>
              <a:gd name="csY110" fmla="*/ 82810 h 148847"/>
              <a:gd name="csX111" fmla="*/ 132115 w 157994"/>
              <a:gd name="csY111" fmla="*/ 79420 h 148847"/>
              <a:gd name="csX112" fmla="*/ 132115 w 157994"/>
              <a:gd name="csY112" fmla="*/ 77967 h 148847"/>
              <a:gd name="csX113" fmla="*/ 130038 w 157994"/>
              <a:gd name="csY113" fmla="*/ 72956 h 148847"/>
              <a:gd name="csX114" fmla="*/ 125026 w 157994"/>
              <a:gd name="csY114" fmla="*/ 70880 h 148847"/>
              <a:gd name="csX115" fmla="*/ 117937 w 157994"/>
              <a:gd name="csY115" fmla="*/ 70880 h 148847"/>
              <a:gd name="csX116" fmla="*/ 112924 w 157994"/>
              <a:gd name="csY116" fmla="*/ 72956 h 148847"/>
              <a:gd name="csX117" fmla="*/ 110849 w 157994"/>
              <a:gd name="csY117" fmla="*/ 77967 h 148847"/>
              <a:gd name="csX118" fmla="*/ 110849 w 157994"/>
              <a:gd name="csY118" fmla="*/ 79420 h 148847"/>
              <a:gd name="csX119" fmla="*/ 109865 w 157994"/>
              <a:gd name="csY119" fmla="*/ 82807 h 148847"/>
              <a:gd name="csX120" fmla="*/ 107303 w 157994"/>
              <a:gd name="csY120" fmla="*/ 85232 h 148847"/>
              <a:gd name="csX121" fmla="*/ 107303 w 157994"/>
              <a:gd name="csY121" fmla="*/ 85409 h 148847"/>
              <a:gd name="csX122" fmla="*/ 103919 w 157994"/>
              <a:gd name="csY122" fmla="*/ 86311 h 148847"/>
              <a:gd name="csX123" fmla="*/ 100534 w 157994"/>
              <a:gd name="csY123" fmla="*/ 85409 h 148847"/>
              <a:gd name="csX124" fmla="*/ 99258 w 157994"/>
              <a:gd name="csY124" fmla="*/ 84666 h 148847"/>
              <a:gd name="csX125" fmla="*/ 93885 w 157994"/>
              <a:gd name="csY125" fmla="*/ 83958 h 148847"/>
              <a:gd name="csX126" fmla="*/ 89582 w 157994"/>
              <a:gd name="csY126" fmla="*/ 87253 h 148847"/>
              <a:gd name="csX127" fmla="*/ 86036 w 157994"/>
              <a:gd name="csY127" fmla="*/ 93420 h 148847"/>
              <a:gd name="csX128" fmla="*/ 85329 w 157994"/>
              <a:gd name="csY128" fmla="*/ 98792 h 148847"/>
              <a:gd name="csX129" fmla="*/ 88624 w 157994"/>
              <a:gd name="csY129" fmla="*/ 103094 h 148847"/>
              <a:gd name="csX130" fmla="*/ 90007 w 157994"/>
              <a:gd name="csY130" fmla="*/ 103875 h 148847"/>
              <a:gd name="csX131" fmla="*/ 92580 w 157994"/>
              <a:gd name="csY131" fmla="*/ 106353 h 148847"/>
              <a:gd name="csX132" fmla="*/ 93551 w 157994"/>
              <a:gd name="csY132" fmla="*/ 109793 h 148847"/>
              <a:gd name="csX133" fmla="*/ 92580 w 157994"/>
              <a:gd name="csY133" fmla="*/ 113231 h 148847"/>
              <a:gd name="csX134" fmla="*/ 90007 w 157994"/>
              <a:gd name="csY134" fmla="*/ 115711 h 148847"/>
              <a:gd name="csX135" fmla="*/ 88624 w 157994"/>
              <a:gd name="csY135" fmla="*/ 116490 h 148847"/>
              <a:gd name="csX136" fmla="*/ 86513 w 157994"/>
              <a:gd name="csY136" fmla="*/ 118328 h 148847"/>
              <a:gd name="csX137" fmla="*/ 85278 w 157994"/>
              <a:gd name="csY137" fmla="*/ 120838 h 148847"/>
              <a:gd name="csX138" fmla="*/ 85111 w 157994"/>
              <a:gd name="csY138" fmla="*/ 123632 h 148847"/>
              <a:gd name="csX139" fmla="*/ 86036 w 157994"/>
              <a:gd name="csY139" fmla="*/ 126272 h 148847"/>
              <a:gd name="csX140" fmla="*/ 89582 w 157994"/>
              <a:gd name="csY140" fmla="*/ 132438 h 148847"/>
              <a:gd name="csX141" fmla="*/ 93885 w 157994"/>
              <a:gd name="csY141" fmla="*/ 135733 h 148847"/>
              <a:gd name="csX142" fmla="*/ 99258 w 157994"/>
              <a:gd name="csY142" fmla="*/ 135026 h 148847"/>
              <a:gd name="csX143" fmla="*/ 100534 w 157994"/>
              <a:gd name="csY143" fmla="*/ 134281 h 148847"/>
              <a:gd name="csX144" fmla="*/ 103919 w 157994"/>
              <a:gd name="csY144" fmla="*/ 133381 h 148847"/>
              <a:gd name="csX145" fmla="*/ 107303 w 157994"/>
              <a:gd name="csY145" fmla="*/ 134281 h 148847"/>
              <a:gd name="csX146" fmla="*/ 107303 w 157994"/>
              <a:gd name="csY146" fmla="*/ 134672 h 148847"/>
              <a:gd name="csX147" fmla="*/ 109865 w 157994"/>
              <a:gd name="csY147" fmla="*/ 137096 h 148847"/>
              <a:gd name="csX148" fmla="*/ 110849 w 157994"/>
              <a:gd name="csY148" fmla="*/ 140483 h 148847"/>
              <a:gd name="csX149" fmla="*/ 110849 w 157994"/>
              <a:gd name="csY149" fmla="*/ 141759 h 148847"/>
              <a:gd name="csX150" fmla="*/ 112924 w 157994"/>
              <a:gd name="csY150" fmla="*/ 146772 h 148847"/>
              <a:gd name="csX151" fmla="*/ 117937 w 157994"/>
              <a:gd name="csY151" fmla="*/ 148847 h 148847"/>
              <a:gd name="csX152" fmla="*/ 125026 w 157994"/>
              <a:gd name="csY152" fmla="*/ 148847 h 148847"/>
              <a:gd name="csX153" fmla="*/ 130038 w 157994"/>
              <a:gd name="csY153" fmla="*/ 146772 h 148847"/>
              <a:gd name="csX154" fmla="*/ 132115 w 157994"/>
              <a:gd name="csY154" fmla="*/ 141759 h 148847"/>
              <a:gd name="csX155" fmla="*/ 132115 w 157994"/>
              <a:gd name="csY155" fmla="*/ 140306 h 148847"/>
              <a:gd name="csX156" fmla="*/ 133138 w 157994"/>
              <a:gd name="csY156" fmla="*/ 137018 h 148847"/>
              <a:gd name="csX157" fmla="*/ 135659 w 157994"/>
              <a:gd name="csY157" fmla="*/ 134672 h 148847"/>
              <a:gd name="csX158" fmla="*/ 135659 w 157994"/>
              <a:gd name="csY158" fmla="*/ 134316 h 148847"/>
              <a:gd name="csX159" fmla="*/ 139045 w 157994"/>
              <a:gd name="csY159" fmla="*/ 133415 h 148847"/>
              <a:gd name="csX160" fmla="*/ 142429 w 157994"/>
              <a:gd name="csY160" fmla="*/ 134316 h 148847"/>
              <a:gd name="csX161" fmla="*/ 143669 w 157994"/>
              <a:gd name="csY161" fmla="*/ 135061 h 148847"/>
              <a:gd name="csX162" fmla="*/ 146300 w 157994"/>
              <a:gd name="csY162" fmla="*/ 135956 h 148847"/>
              <a:gd name="csX163" fmla="*/ 149071 w 157994"/>
              <a:gd name="csY163" fmla="*/ 135771 h 148847"/>
              <a:gd name="csX164" fmla="*/ 151560 w 157994"/>
              <a:gd name="csY164" fmla="*/ 134536 h 148847"/>
              <a:gd name="csX165" fmla="*/ 153382 w 157994"/>
              <a:gd name="csY165" fmla="*/ 132438 h 148847"/>
              <a:gd name="csX166" fmla="*/ 156926 w 157994"/>
              <a:gd name="csY166" fmla="*/ 126023 h 148847"/>
              <a:gd name="csX167" fmla="*/ 157627 w 157994"/>
              <a:gd name="csY167" fmla="*/ 121041 h 148847"/>
              <a:gd name="csX168" fmla="*/ 154694 w 157994"/>
              <a:gd name="csY168" fmla="*/ 116951 h 148847"/>
              <a:gd name="csX169" fmla="*/ 121482 w 157994"/>
              <a:gd name="csY169" fmla="*/ 120495 h 148847"/>
              <a:gd name="csX170" fmla="*/ 115573 w 157994"/>
              <a:gd name="csY170" fmla="*/ 118703 h 148847"/>
              <a:gd name="csX171" fmla="*/ 111657 w 157994"/>
              <a:gd name="csY171" fmla="*/ 113932 h 148847"/>
              <a:gd name="csX172" fmla="*/ 111053 w 157994"/>
              <a:gd name="csY172" fmla="*/ 107789 h 148847"/>
              <a:gd name="csX173" fmla="*/ 113962 w 157994"/>
              <a:gd name="csY173" fmla="*/ 102346 h 148847"/>
              <a:gd name="csX174" fmla="*/ 119407 w 157994"/>
              <a:gd name="csY174" fmla="*/ 99435 h 148847"/>
              <a:gd name="csX175" fmla="*/ 125552 w 157994"/>
              <a:gd name="csY175" fmla="*/ 100041 h 148847"/>
              <a:gd name="csX176" fmla="*/ 130322 w 157994"/>
              <a:gd name="csY176" fmla="*/ 103957 h 148847"/>
              <a:gd name="csX177" fmla="*/ 132115 w 157994"/>
              <a:gd name="csY177" fmla="*/ 109863 h 148847"/>
              <a:gd name="csX178" fmla="*/ 129000 w 157994"/>
              <a:gd name="csY178" fmla="*/ 117382 h 148847"/>
              <a:gd name="csX179" fmla="*/ 121482 w 157994"/>
              <a:gd name="csY179" fmla="*/ 120495 h 148847"/>
              <a:gd name="csX180" fmla="*/ 111876 w 157994"/>
              <a:gd name="csY180" fmla="*/ 45717 h 148847"/>
              <a:gd name="csX181" fmla="*/ 110529 w 157994"/>
              <a:gd name="csY181" fmla="*/ 44938 h 148847"/>
              <a:gd name="csX182" fmla="*/ 108118 w 157994"/>
              <a:gd name="csY182" fmla="*/ 42393 h 148847"/>
              <a:gd name="csX183" fmla="*/ 107303 w 157994"/>
              <a:gd name="csY183" fmla="*/ 38984 h 148847"/>
              <a:gd name="csX184" fmla="*/ 108266 w 157994"/>
              <a:gd name="csY184" fmla="*/ 35540 h 148847"/>
              <a:gd name="csX185" fmla="*/ 110849 w 157994"/>
              <a:gd name="csY185" fmla="*/ 33065 h 148847"/>
              <a:gd name="csX186" fmla="*/ 112195 w 157994"/>
              <a:gd name="csY186" fmla="*/ 32285 h 148847"/>
              <a:gd name="csX187" fmla="*/ 115286 w 157994"/>
              <a:gd name="csY187" fmla="*/ 27881 h 148847"/>
              <a:gd name="csX188" fmla="*/ 114393 w 157994"/>
              <a:gd name="csY188" fmla="*/ 22575 h 148847"/>
              <a:gd name="csX189" fmla="*/ 110849 w 157994"/>
              <a:gd name="csY189" fmla="*/ 16409 h 148847"/>
              <a:gd name="csX190" fmla="*/ 109020 w 157994"/>
              <a:gd name="csY190" fmla="*/ 14322 h 148847"/>
              <a:gd name="csX191" fmla="*/ 106531 w 157994"/>
              <a:gd name="csY191" fmla="*/ 13097 h 148847"/>
              <a:gd name="csX192" fmla="*/ 103761 w 157994"/>
              <a:gd name="csY192" fmla="*/ 12922 h 148847"/>
              <a:gd name="csX193" fmla="*/ 101136 w 157994"/>
              <a:gd name="csY193" fmla="*/ 13822 h 148847"/>
              <a:gd name="csX194" fmla="*/ 100215 w 157994"/>
              <a:gd name="csY194" fmla="*/ 14459 h 148847"/>
              <a:gd name="csX195" fmla="*/ 96670 w 157994"/>
              <a:gd name="csY195" fmla="*/ 15409 h 148847"/>
              <a:gd name="csX196" fmla="*/ 93126 w 157994"/>
              <a:gd name="csY196" fmla="*/ 14459 h 148847"/>
              <a:gd name="csX197" fmla="*/ 90550 w 157994"/>
              <a:gd name="csY197" fmla="*/ 11899 h 148847"/>
              <a:gd name="csX198" fmla="*/ 89582 w 157994"/>
              <a:gd name="csY198" fmla="*/ 8398 h 148847"/>
              <a:gd name="csX199" fmla="*/ 89582 w 157994"/>
              <a:gd name="csY199" fmla="*/ 7089 h 148847"/>
              <a:gd name="csX200" fmla="*/ 87505 w 157994"/>
              <a:gd name="csY200" fmla="*/ 2075 h 148847"/>
              <a:gd name="csX201" fmla="*/ 82492 w 157994"/>
              <a:gd name="csY201" fmla="*/ 0 h 148847"/>
              <a:gd name="csX202" fmla="*/ 75403 w 157994"/>
              <a:gd name="csY202" fmla="*/ 0 h 148847"/>
              <a:gd name="csX203" fmla="*/ 70391 w 157994"/>
              <a:gd name="csY203" fmla="*/ 2075 h 148847"/>
              <a:gd name="csX204" fmla="*/ 68315 w 157994"/>
              <a:gd name="csY204" fmla="*/ 7089 h 148847"/>
              <a:gd name="csX205" fmla="*/ 68315 w 157994"/>
              <a:gd name="csY205" fmla="*/ 8398 h 148847"/>
              <a:gd name="csX206" fmla="*/ 67328 w 157994"/>
              <a:gd name="csY206" fmla="*/ 11858 h 148847"/>
              <a:gd name="csX207" fmla="*/ 64770 w 157994"/>
              <a:gd name="csY207" fmla="*/ 14388 h 148847"/>
              <a:gd name="csX208" fmla="*/ 61226 w 157994"/>
              <a:gd name="csY208" fmla="*/ 15339 h 148847"/>
              <a:gd name="csX209" fmla="*/ 57682 w 157994"/>
              <a:gd name="csY209" fmla="*/ 14388 h 148847"/>
              <a:gd name="csX210" fmla="*/ 56583 w 157994"/>
              <a:gd name="csY210" fmla="*/ 13750 h 148847"/>
              <a:gd name="csX211" fmla="*/ 51275 w 157994"/>
              <a:gd name="csY211" fmla="*/ 13141 h 148847"/>
              <a:gd name="csX212" fmla="*/ 47048 w 157994"/>
              <a:gd name="csY212" fmla="*/ 16409 h 148847"/>
              <a:gd name="csX213" fmla="*/ 43503 w 157994"/>
              <a:gd name="csY213" fmla="*/ 22575 h 148847"/>
              <a:gd name="csX214" fmla="*/ 42622 w 157994"/>
              <a:gd name="csY214" fmla="*/ 25197 h 148847"/>
              <a:gd name="csX215" fmla="*/ 42810 w 157994"/>
              <a:gd name="csY215" fmla="*/ 27956 h 148847"/>
              <a:gd name="csX216" fmla="*/ 44042 w 157994"/>
              <a:gd name="csY216" fmla="*/ 30433 h 148847"/>
              <a:gd name="csX217" fmla="*/ 46126 w 157994"/>
              <a:gd name="csY217" fmla="*/ 32250 h 148847"/>
              <a:gd name="csX218" fmla="*/ 47474 w 157994"/>
              <a:gd name="csY218" fmla="*/ 33030 h 148847"/>
              <a:gd name="csX219" fmla="*/ 50056 w 157994"/>
              <a:gd name="csY219" fmla="*/ 35504 h 148847"/>
              <a:gd name="csX220" fmla="*/ 51018 w 157994"/>
              <a:gd name="csY220" fmla="*/ 38949 h 148847"/>
              <a:gd name="csX221" fmla="*/ 50056 w 157994"/>
              <a:gd name="csY221" fmla="*/ 42393 h 148847"/>
              <a:gd name="csX222" fmla="*/ 47474 w 157994"/>
              <a:gd name="csY222" fmla="*/ 44867 h 148847"/>
              <a:gd name="csX223" fmla="*/ 46126 w 157994"/>
              <a:gd name="csY223" fmla="*/ 45646 h 148847"/>
              <a:gd name="csX224" fmla="*/ 44017 w 157994"/>
              <a:gd name="csY224" fmla="*/ 47473 h 148847"/>
              <a:gd name="csX225" fmla="*/ 42776 w 157994"/>
              <a:gd name="csY225" fmla="*/ 49972 h 148847"/>
              <a:gd name="csX226" fmla="*/ 42596 w 157994"/>
              <a:gd name="csY226" fmla="*/ 52755 h 148847"/>
              <a:gd name="csX227" fmla="*/ 43503 w 157994"/>
              <a:gd name="csY227" fmla="*/ 55392 h 148847"/>
              <a:gd name="csX228" fmla="*/ 47048 w 157994"/>
              <a:gd name="csY228" fmla="*/ 61560 h 148847"/>
              <a:gd name="csX229" fmla="*/ 48876 w 157994"/>
              <a:gd name="csY229" fmla="*/ 63645 h 148847"/>
              <a:gd name="csX230" fmla="*/ 51366 w 157994"/>
              <a:gd name="csY230" fmla="*/ 64870 h 148847"/>
              <a:gd name="csX231" fmla="*/ 54134 w 157994"/>
              <a:gd name="csY231" fmla="*/ 65047 h 148847"/>
              <a:gd name="csX232" fmla="*/ 56760 w 157994"/>
              <a:gd name="csY232" fmla="*/ 64145 h 148847"/>
              <a:gd name="csX233" fmla="*/ 57859 w 157994"/>
              <a:gd name="csY233" fmla="*/ 63508 h 148847"/>
              <a:gd name="csX234" fmla="*/ 61403 w 157994"/>
              <a:gd name="csY234" fmla="*/ 62558 h 148847"/>
              <a:gd name="csX235" fmla="*/ 64948 w 157994"/>
              <a:gd name="csY235" fmla="*/ 63508 h 148847"/>
              <a:gd name="csX236" fmla="*/ 67505 w 157994"/>
              <a:gd name="csY236" fmla="*/ 66037 h 148847"/>
              <a:gd name="csX237" fmla="*/ 68492 w 157994"/>
              <a:gd name="csY237" fmla="*/ 69497 h 148847"/>
              <a:gd name="csX238" fmla="*/ 68492 w 157994"/>
              <a:gd name="csY238" fmla="*/ 70880 h 148847"/>
              <a:gd name="csX239" fmla="*/ 70568 w 157994"/>
              <a:gd name="csY239" fmla="*/ 75892 h 148847"/>
              <a:gd name="csX240" fmla="*/ 75582 w 157994"/>
              <a:gd name="csY240" fmla="*/ 77967 h 148847"/>
              <a:gd name="csX241" fmla="*/ 82669 w 157994"/>
              <a:gd name="csY241" fmla="*/ 77967 h 148847"/>
              <a:gd name="csX242" fmla="*/ 87683 w 157994"/>
              <a:gd name="csY242" fmla="*/ 75892 h 148847"/>
              <a:gd name="csX243" fmla="*/ 89759 w 157994"/>
              <a:gd name="csY243" fmla="*/ 70880 h 148847"/>
              <a:gd name="csX244" fmla="*/ 89759 w 157994"/>
              <a:gd name="csY244" fmla="*/ 69569 h 148847"/>
              <a:gd name="csX245" fmla="*/ 90746 w 157994"/>
              <a:gd name="csY245" fmla="*/ 66109 h 148847"/>
              <a:gd name="csX246" fmla="*/ 93303 w 157994"/>
              <a:gd name="csY246" fmla="*/ 63579 h 148847"/>
              <a:gd name="csX247" fmla="*/ 96848 w 157994"/>
              <a:gd name="csY247" fmla="*/ 62630 h 148847"/>
              <a:gd name="csX248" fmla="*/ 100392 w 157994"/>
              <a:gd name="csY248" fmla="*/ 63579 h 148847"/>
              <a:gd name="csX249" fmla="*/ 101491 w 157994"/>
              <a:gd name="csY249" fmla="*/ 64217 h 148847"/>
              <a:gd name="csX250" fmla="*/ 106697 w 157994"/>
              <a:gd name="csY250" fmla="*/ 64746 h 148847"/>
              <a:gd name="csX251" fmla="*/ 110849 w 157994"/>
              <a:gd name="csY251" fmla="*/ 61560 h 148847"/>
              <a:gd name="csX252" fmla="*/ 114393 w 157994"/>
              <a:gd name="csY252" fmla="*/ 55392 h 148847"/>
              <a:gd name="csX253" fmla="*/ 115131 w 157994"/>
              <a:gd name="csY253" fmla="*/ 50036 h 148847"/>
              <a:gd name="csX254" fmla="*/ 111876 w 157994"/>
              <a:gd name="csY254" fmla="*/ 45717 h 148847"/>
              <a:gd name="csX255" fmla="*/ 78949 w 157994"/>
              <a:gd name="csY255" fmla="*/ 49616 h 148847"/>
              <a:gd name="csX256" fmla="*/ 73040 w 157994"/>
              <a:gd name="csY256" fmla="*/ 47823 h 148847"/>
              <a:gd name="csX257" fmla="*/ 69123 w 157994"/>
              <a:gd name="csY257" fmla="*/ 43052 h 148847"/>
              <a:gd name="csX258" fmla="*/ 68519 w 157994"/>
              <a:gd name="csY258" fmla="*/ 36909 h 148847"/>
              <a:gd name="csX259" fmla="*/ 71429 w 157994"/>
              <a:gd name="csY259" fmla="*/ 31465 h 148847"/>
              <a:gd name="csX260" fmla="*/ 76873 w 157994"/>
              <a:gd name="csY260" fmla="*/ 28557 h 148847"/>
              <a:gd name="csX261" fmla="*/ 83018 w 157994"/>
              <a:gd name="csY261" fmla="*/ 29160 h 148847"/>
              <a:gd name="csX262" fmla="*/ 87789 w 157994"/>
              <a:gd name="csY262" fmla="*/ 33076 h 148847"/>
              <a:gd name="csX263" fmla="*/ 89582 w 157994"/>
              <a:gd name="csY263" fmla="*/ 38984 h 148847"/>
              <a:gd name="csX264" fmla="*/ 86467 w 157994"/>
              <a:gd name="csY264" fmla="*/ 46502 h 148847"/>
              <a:gd name="csX265" fmla="*/ 78949 w 157994"/>
              <a:gd name="csY265" fmla="*/ 49616 h 148847"/>
            </a:gdLst>
            <a:ahLst/>
            <a:cxnLst/>
            <a:rect l="l" t="t" r="r" b="b"/>
            <a:pathLst>
              <a:path w="100000" h="100000">
                <a:moveTo>
                  <a:pt x="43890" y="76694"/>
                </a:moveTo>
                <a:lnTo>
                  <a:pt x="43036" y="76199"/>
                </a:lnTo>
                <a:cubicBezTo>
                  <a:pt x="42396" y="75806"/>
                  <a:pt x="41869" y="75251"/>
                  <a:pt x="41511" y="74589"/>
                </a:cubicBezTo>
                <a:cubicBezTo>
                  <a:pt x="41152" y="73927"/>
                  <a:pt x="40974" y="73183"/>
                  <a:pt x="40995" y="72431"/>
                </a:cubicBezTo>
                <a:cubicBezTo>
                  <a:pt x="40999" y="71663"/>
                  <a:pt x="41209" y="70911"/>
                  <a:pt x="41605" y="70250"/>
                </a:cubicBezTo>
                <a:cubicBezTo>
                  <a:pt x="41998" y="69592"/>
                  <a:pt x="42563" y="69051"/>
                  <a:pt x="43239" y="68685"/>
                </a:cubicBezTo>
                <a:lnTo>
                  <a:pt x="44091" y="68192"/>
                </a:lnTo>
                <a:cubicBezTo>
                  <a:pt x="45085" y="67555"/>
                  <a:pt x="45787" y="66554"/>
                  <a:pt x="46047" y="65404"/>
                </a:cubicBezTo>
                <a:cubicBezTo>
                  <a:pt x="46308" y="64253"/>
                  <a:pt x="46104" y="63048"/>
                  <a:pt x="45482" y="62045"/>
                </a:cubicBezTo>
                <a:lnTo>
                  <a:pt x="43239" y="58142"/>
                </a:lnTo>
                <a:cubicBezTo>
                  <a:pt x="42944" y="57630"/>
                  <a:pt x="42551" y="57182"/>
                  <a:pt x="42081" y="56822"/>
                </a:cubicBezTo>
                <a:cubicBezTo>
                  <a:pt x="41612" y="56463"/>
                  <a:pt x="41077" y="56199"/>
                  <a:pt x="40506" y="56047"/>
                </a:cubicBezTo>
                <a:cubicBezTo>
                  <a:pt x="39934" y="55894"/>
                  <a:pt x="39339" y="55856"/>
                  <a:pt x="38753" y="55935"/>
                </a:cubicBezTo>
                <a:cubicBezTo>
                  <a:pt x="38167" y="56013"/>
                  <a:pt x="37603" y="56208"/>
                  <a:pt x="37091" y="56506"/>
                </a:cubicBezTo>
                <a:lnTo>
                  <a:pt x="36306" y="56976"/>
                </a:lnTo>
                <a:cubicBezTo>
                  <a:pt x="35655" y="57349"/>
                  <a:pt x="34917" y="57547"/>
                  <a:pt x="34165" y="57547"/>
                </a:cubicBezTo>
                <a:cubicBezTo>
                  <a:pt x="33413" y="57547"/>
                  <a:pt x="32674" y="57349"/>
                  <a:pt x="32021" y="56976"/>
                </a:cubicBezTo>
                <a:lnTo>
                  <a:pt x="32021" y="56841"/>
                </a:lnTo>
                <a:cubicBezTo>
                  <a:pt x="31350" y="56488"/>
                  <a:pt x="30787" y="55959"/>
                  <a:pt x="30392" y="55313"/>
                </a:cubicBezTo>
                <a:cubicBezTo>
                  <a:pt x="29996" y="54664"/>
                  <a:pt x="29785" y="53921"/>
                  <a:pt x="29778" y="53162"/>
                </a:cubicBezTo>
                <a:lnTo>
                  <a:pt x="29778" y="52243"/>
                </a:lnTo>
                <a:cubicBezTo>
                  <a:pt x="29778" y="51053"/>
                  <a:pt x="29306" y="49912"/>
                  <a:pt x="28464" y="49071"/>
                </a:cubicBezTo>
                <a:cubicBezTo>
                  <a:pt x="27623" y="48230"/>
                  <a:pt x="26481" y="47757"/>
                  <a:pt x="25291" y="47757"/>
                </a:cubicBezTo>
                <a:lnTo>
                  <a:pt x="20804" y="47757"/>
                </a:lnTo>
                <a:cubicBezTo>
                  <a:pt x="19615" y="47757"/>
                  <a:pt x="18474" y="48230"/>
                  <a:pt x="17632" y="49071"/>
                </a:cubicBezTo>
                <a:cubicBezTo>
                  <a:pt x="16791" y="49912"/>
                  <a:pt x="16318" y="51053"/>
                  <a:pt x="16318" y="52243"/>
                </a:cubicBezTo>
                <a:lnTo>
                  <a:pt x="16318" y="53162"/>
                </a:lnTo>
                <a:cubicBezTo>
                  <a:pt x="16312" y="53921"/>
                  <a:pt x="16099" y="54664"/>
                  <a:pt x="15704" y="55313"/>
                </a:cubicBezTo>
                <a:cubicBezTo>
                  <a:pt x="15309" y="55959"/>
                  <a:pt x="14746" y="56488"/>
                  <a:pt x="14074" y="56841"/>
                </a:cubicBezTo>
                <a:lnTo>
                  <a:pt x="14074" y="56953"/>
                </a:lnTo>
                <a:cubicBezTo>
                  <a:pt x="13423" y="57328"/>
                  <a:pt x="12684" y="57524"/>
                  <a:pt x="11932" y="57524"/>
                </a:cubicBezTo>
                <a:cubicBezTo>
                  <a:pt x="11181" y="57524"/>
                  <a:pt x="10442" y="57328"/>
                  <a:pt x="9789" y="56953"/>
                </a:cubicBezTo>
                <a:lnTo>
                  <a:pt x="9004" y="56483"/>
                </a:lnTo>
                <a:cubicBezTo>
                  <a:pt x="8493" y="56185"/>
                  <a:pt x="7926" y="55994"/>
                  <a:pt x="7340" y="55916"/>
                </a:cubicBezTo>
                <a:cubicBezTo>
                  <a:pt x="6753" y="55839"/>
                  <a:pt x="6157" y="55879"/>
                  <a:pt x="5585" y="56034"/>
                </a:cubicBezTo>
                <a:cubicBezTo>
                  <a:pt x="5013" y="56188"/>
                  <a:pt x="4478" y="56454"/>
                  <a:pt x="4011" y="56816"/>
                </a:cubicBezTo>
                <a:cubicBezTo>
                  <a:pt x="3543" y="57177"/>
                  <a:pt x="3151" y="57628"/>
                  <a:pt x="2858" y="58142"/>
                </a:cubicBezTo>
                <a:lnTo>
                  <a:pt x="613" y="62045"/>
                </a:lnTo>
                <a:cubicBezTo>
                  <a:pt x="321" y="62556"/>
                  <a:pt x="131" y="63120"/>
                  <a:pt x="56" y="63705"/>
                </a:cubicBezTo>
                <a:cubicBezTo>
                  <a:pt x="-20" y="64289"/>
                  <a:pt x="22" y="64882"/>
                  <a:pt x="175" y="65452"/>
                </a:cubicBezTo>
                <a:cubicBezTo>
                  <a:pt x="329" y="66020"/>
                  <a:pt x="594" y="66552"/>
                  <a:pt x="955" y="67019"/>
                </a:cubicBezTo>
                <a:cubicBezTo>
                  <a:pt x="1315" y="67486"/>
                  <a:pt x="1763" y="67876"/>
                  <a:pt x="2274" y="68169"/>
                </a:cubicBezTo>
                <a:lnTo>
                  <a:pt x="3127" y="68662"/>
                </a:lnTo>
                <a:cubicBezTo>
                  <a:pt x="3802" y="69028"/>
                  <a:pt x="4367" y="69570"/>
                  <a:pt x="4762" y="70229"/>
                </a:cubicBezTo>
                <a:cubicBezTo>
                  <a:pt x="5156" y="70888"/>
                  <a:pt x="5367" y="71640"/>
                  <a:pt x="5370" y="72409"/>
                </a:cubicBezTo>
                <a:cubicBezTo>
                  <a:pt x="5367" y="73177"/>
                  <a:pt x="5156" y="73930"/>
                  <a:pt x="4762" y="74589"/>
                </a:cubicBezTo>
                <a:cubicBezTo>
                  <a:pt x="4367" y="75247"/>
                  <a:pt x="3802" y="75789"/>
                  <a:pt x="3127" y="76155"/>
                </a:cubicBezTo>
                <a:lnTo>
                  <a:pt x="2274" y="76648"/>
                </a:lnTo>
                <a:cubicBezTo>
                  <a:pt x="1757" y="76941"/>
                  <a:pt x="1303" y="77334"/>
                  <a:pt x="939" y="77805"/>
                </a:cubicBezTo>
                <a:cubicBezTo>
                  <a:pt x="575" y="78274"/>
                  <a:pt x="309" y="78812"/>
                  <a:pt x="154" y="79385"/>
                </a:cubicBezTo>
                <a:cubicBezTo>
                  <a:pt x="0" y="79959"/>
                  <a:pt x="-39" y="80558"/>
                  <a:pt x="40" y="81148"/>
                </a:cubicBezTo>
                <a:cubicBezTo>
                  <a:pt x="118" y="81737"/>
                  <a:pt x="314" y="82304"/>
                  <a:pt x="613" y="82817"/>
                </a:cubicBezTo>
                <a:lnTo>
                  <a:pt x="2858" y="86719"/>
                </a:lnTo>
                <a:cubicBezTo>
                  <a:pt x="3153" y="87232"/>
                  <a:pt x="3546" y="87681"/>
                  <a:pt x="4015" y="88041"/>
                </a:cubicBezTo>
                <a:cubicBezTo>
                  <a:pt x="4484" y="88401"/>
                  <a:pt x="5019" y="88664"/>
                  <a:pt x="5591" y="88816"/>
                </a:cubicBezTo>
                <a:cubicBezTo>
                  <a:pt x="6162" y="88968"/>
                  <a:pt x="6757" y="89006"/>
                  <a:pt x="7343" y="88927"/>
                </a:cubicBezTo>
                <a:cubicBezTo>
                  <a:pt x="7929" y="88848"/>
                  <a:pt x="8494" y="88654"/>
                  <a:pt x="9004" y="88357"/>
                </a:cubicBezTo>
                <a:lnTo>
                  <a:pt x="9789" y="87886"/>
                </a:lnTo>
                <a:cubicBezTo>
                  <a:pt x="10444" y="87515"/>
                  <a:pt x="11184" y="87323"/>
                  <a:pt x="11935" y="87327"/>
                </a:cubicBezTo>
                <a:cubicBezTo>
                  <a:pt x="12687" y="87331"/>
                  <a:pt x="13425" y="87531"/>
                  <a:pt x="14074" y="87908"/>
                </a:cubicBezTo>
                <a:lnTo>
                  <a:pt x="14074" y="88133"/>
                </a:lnTo>
                <a:cubicBezTo>
                  <a:pt x="14746" y="88485"/>
                  <a:pt x="15309" y="89014"/>
                  <a:pt x="15704" y="89662"/>
                </a:cubicBezTo>
                <a:cubicBezTo>
                  <a:pt x="16099" y="90310"/>
                  <a:pt x="16312" y="91053"/>
                  <a:pt x="16318" y="91811"/>
                </a:cubicBezTo>
                <a:lnTo>
                  <a:pt x="16318" y="92619"/>
                </a:lnTo>
                <a:cubicBezTo>
                  <a:pt x="16318" y="93808"/>
                  <a:pt x="16791" y="94950"/>
                  <a:pt x="17632" y="95792"/>
                </a:cubicBezTo>
                <a:cubicBezTo>
                  <a:pt x="18474" y="96632"/>
                  <a:pt x="19615" y="97105"/>
                  <a:pt x="20804" y="97105"/>
                </a:cubicBezTo>
                <a:lnTo>
                  <a:pt x="25291" y="97105"/>
                </a:lnTo>
                <a:cubicBezTo>
                  <a:pt x="26481" y="97105"/>
                  <a:pt x="27623" y="96632"/>
                  <a:pt x="28464" y="95792"/>
                </a:cubicBezTo>
                <a:cubicBezTo>
                  <a:pt x="29306" y="94950"/>
                  <a:pt x="29778" y="93808"/>
                  <a:pt x="29778" y="92619"/>
                </a:cubicBezTo>
                <a:lnTo>
                  <a:pt x="29778" y="91699"/>
                </a:lnTo>
                <a:cubicBezTo>
                  <a:pt x="29804" y="90959"/>
                  <a:pt x="30025" y="90240"/>
                  <a:pt x="30420" y="89614"/>
                </a:cubicBezTo>
                <a:cubicBezTo>
                  <a:pt x="30813" y="88988"/>
                  <a:pt x="31366" y="88476"/>
                  <a:pt x="32021" y="88133"/>
                </a:cubicBezTo>
                <a:lnTo>
                  <a:pt x="32021" y="87908"/>
                </a:lnTo>
                <a:cubicBezTo>
                  <a:pt x="32674" y="87535"/>
                  <a:pt x="33413" y="87338"/>
                  <a:pt x="34165" y="87338"/>
                </a:cubicBezTo>
                <a:cubicBezTo>
                  <a:pt x="34917" y="87338"/>
                  <a:pt x="35655" y="87535"/>
                  <a:pt x="36306" y="87908"/>
                </a:cubicBezTo>
                <a:lnTo>
                  <a:pt x="37091" y="88380"/>
                </a:lnTo>
                <a:cubicBezTo>
                  <a:pt x="37604" y="88676"/>
                  <a:pt x="38169" y="88869"/>
                  <a:pt x="38757" y="88946"/>
                </a:cubicBezTo>
                <a:cubicBezTo>
                  <a:pt x="39343" y="89023"/>
                  <a:pt x="39939" y="88983"/>
                  <a:pt x="40510" y="88829"/>
                </a:cubicBezTo>
                <a:cubicBezTo>
                  <a:pt x="41082" y="88675"/>
                  <a:pt x="41617" y="88409"/>
                  <a:pt x="42086" y="88047"/>
                </a:cubicBezTo>
                <a:cubicBezTo>
                  <a:pt x="42554" y="87684"/>
                  <a:pt x="42946" y="87234"/>
                  <a:pt x="43239" y="86719"/>
                </a:cubicBezTo>
                <a:lnTo>
                  <a:pt x="45482" y="82817"/>
                </a:lnTo>
                <a:cubicBezTo>
                  <a:pt x="46080" y="81793"/>
                  <a:pt x="46248" y="80574"/>
                  <a:pt x="45950" y="79426"/>
                </a:cubicBezTo>
                <a:cubicBezTo>
                  <a:pt x="45651" y="78279"/>
                  <a:pt x="44911" y="77296"/>
                  <a:pt x="43890" y="76694"/>
                </a:cubicBezTo>
                <a:close/>
                <a:moveTo>
                  <a:pt x="23048" y="79160"/>
                </a:moveTo>
                <a:cubicBezTo>
                  <a:pt x="21717" y="79160"/>
                  <a:pt x="20415" y="78766"/>
                  <a:pt x="19308" y="78026"/>
                </a:cubicBezTo>
                <a:cubicBezTo>
                  <a:pt x="18203" y="77287"/>
                  <a:pt x="17340" y="76236"/>
                  <a:pt x="16830" y="75006"/>
                </a:cubicBezTo>
                <a:cubicBezTo>
                  <a:pt x="16320" y="73777"/>
                  <a:pt x="16188" y="72423"/>
                  <a:pt x="16447" y="71118"/>
                </a:cubicBezTo>
                <a:cubicBezTo>
                  <a:pt x="16707" y="69813"/>
                  <a:pt x="17347" y="68614"/>
                  <a:pt x="18289" y="67673"/>
                </a:cubicBezTo>
                <a:cubicBezTo>
                  <a:pt x="19230" y="66732"/>
                  <a:pt x="20429" y="66091"/>
                  <a:pt x="21734" y="65831"/>
                </a:cubicBezTo>
                <a:cubicBezTo>
                  <a:pt x="23041" y="65571"/>
                  <a:pt x="24393" y="65705"/>
                  <a:pt x="25624" y="66214"/>
                </a:cubicBezTo>
                <a:cubicBezTo>
                  <a:pt x="26854" y="66723"/>
                  <a:pt x="27905" y="67586"/>
                  <a:pt x="28643" y="68693"/>
                </a:cubicBezTo>
                <a:cubicBezTo>
                  <a:pt x="29383" y="69799"/>
                  <a:pt x="29778" y="71100"/>
                  <a:pt x="29778" y="72431"/>
                </a:cubicBezTo>
                <a:cubicBezTo>
                  <a:pt x="29778" y="74216"/>
                  <a:pt x="29069" y="75928"/>
                  <a:pt x="27807" y="77190"/>
                </a:cubicBezTo>
                <a:cubicBezTo>
                  <a:pt x="26545" y="78451"/>
                  <a:pt x="24833" y="79160"/>
                  <a:pt x="23048" y="79160"/>
                </a:cubicBezTo>
                <a:close/>
                <a:moveTo>
                  <a:pt x="97911" y="76917"/>
                </a:moveTo>
                <a:lnTo>
                  <a:pt x="96878" y="76311"/>
                </a:lnTo>
                <a:cubicBezTo>
                  <a:pt x="96221" y="75908"/>
                  <a:pt x="95683" y="75335"/>
                  <a:pt x="95324" y="74652"/>
                </a:cubicBezTo>
                <a:cubicBezTo>
                  <a:pt x="94965" y="73970"/>
                  <a:pt x="94796" y="73202"/>
                  <a:pt x="94837" y="72431"/>
                </a:cubicBezTo>
                <a:cubicBezTo>
                  <a:pt x="94841" y="71663"/>
                  <a:pt x="95051" y="70911"/>
                  <a:pt x="95447" y="70250"/>
                </a:cubicBezTo>
                <a:cubicBezTo>
                  <a:pt x="95840" y="69592"/>
                  <a:pt x="96405" y="69051"/>
                  <a:pt x="97081" y="68685"/>
                </a:cubicBezTo>
                <a:lnTo>
                  <a:pt x="97933" y="68192"/>
                </a:lnTo>
                <a:cubicBezTo>
                  <a:pt x="98927" y="67555"/>
                  <a:pt x="99629" y="66554"/>
                  <a:pt x="99889" y="65404"/>
                </a:cubicBezTo>
                <a:cubicBezTo>
                  <a:pt x="100150" y="64253"/>
                  <a:pt x="99947" y="63048"/>
                  <a:pt x="99324" y="62045"/>
                </a:cubicBezTo>
                <a:lnTo>
                  <a:pt x="97081" y="58142"/>
                </a:lnTo>
                <a:cubicBezTo>
                  <a:pt x="96485" y="57114"/>
                  <a:pt x="95506" y="56364"/>
                  <a:pt x="94358" y="56058"/>
                </a:cubicBezTo>
                <a:cubicBezTo>
                  <a:pt x="93209" y="55751"/>
                  <a:pt x="91986" y="55911"/>
                  <a:pt x="90956" y="56506"/>
                </a:cubicBezTo>
                <a:lnTo>
                  <a:pt x="90171" y="56976"/>
                </a:lnTo>
                <a:cubicBezTo>
                  <a:pt x="89519" y="57349"/>
                  <a:pt x="88781" y="57547"/>
                  <a:pt x="88028" y="57547"/>
                </a:cubicBezTo>
                <a:cubicBezTo>
                  <a:pt x="87277" y="57547"/>
                  <a:pt x="86537" y="57349"/>
                  <a:pt x="85886" y="56976"/>
                </a:cubicBezTo>
                <a:lnTo>
                  <a:pt x="85863" y="56841"/>
                </a:lnTo>
                <a:cubicBezTo>
                  <a:pt x="85195" y="56485"/>
                  <a:pt x="84634" y="55955"/>
                  <a:pt x="84240" y="55308"/>
                </a:cubicBezTo>
                <a:cubicBezTo>
                  <a:pt x="83846" y="54661"/>
                  <a:pt x="83632" y="53920"/>
                  <a:pt x="83620" y="53162"/>
                </a:cubicBezTo>
                <a:lnTo>
                  <a:pt x="83620" y="52243"/>
                </a:lnTo>
                <a:cubicBezTo>
                  <a:pt x="83620" y="51053"/>
                  <a:pt x="83148" y="49912"/>
                  <a:pt x="82306" y="49071"/>
                </a:cubicBezTo>
                <a:cubicBezTo>
                  <a:pt x="81464" y="48230"/>
                  <a:pt x="80323" y="47757"/>
                  <a:pt x="79133" y="47757"/>
                </a:cubicBezTo>
                <a:lnTo>
                  <a:pt x="74647" y="47757"/>
                </a:lnTo>
                <a:cubicBezTo>
                  <a:pt x="73457" y="47757"/>
                  <a:pt x="72316" y="48230"/>
                  <a:pt x="71474" y="49071"/>
                </a:cubicBezTo>
                <a:cubicBezTo>
                  <a:pt x="70633" y="49912"/>
                  <a:pt x="70160" y="51053"/>
                  <a:pt x="70160" y="52243"/>
                </a:cubicBezTo>
                <a:lnTo>
                  <a:pt x="70160" y="53162"/>
                </a:lnTo>
                <a:cubicBezTo>
                  <a:pt x="70146" y="53920"/>
                  <a:pt x="69932" y="54660"/>
                  <a:pt x="69537" y="55306"/>
                </a:cubicBezTo>
                <a:cubicBezTo>
                  <a:pt x="69142" y="55953"/>
                  <a:pt x="68584" y="56483"/>
                  <a:pt x="67916" y="56841"/>
                </a:cubicBezTo>
                <a:lnTo>
                  <a:pt x="67916" y="56953"/>
                </a:lnTo>
                <a:cubicBezTo>
                  <a:pt x="67265" y="57328"/>
                  <a:pt x="66526" y="57524"/>
                  <a:pt x="65774" y="57524"/>
                </a:cubicBezTo>
                <a:cubicBezTo>
                  <a:pt x="65023" y="57524"/>
                  <a:pt x="64284" y="57328"/>
                  <a:pt x="63632" y="56953"/>
                </a:cubicBezTo>
                <a:lnTo>
                  <a:pt x="62824" y="56483"/>
                </a:lnTo>
                <a:cubicBezTo>
                  <a:pt x="61794" y="55889"/>
                  <a:pt x="60571" y="55728"/>
                  <a:pt x="59423" y="56035"/>
                </a:cubicBezTo>
                <a:cubicBezTo>
                  <a:pt x="58275" y="56342"/>
                  <a:pt x="57295" y="57092"/>
                  <a:pt x="56700" y="58120"/>
                </a:cubicBezTo>
                <a:lnTo>
                  <a:pt x="54455" y="62024"/>
                </a:lnTo>
                <a:cubicBezTo>
                  <a:pt x="53862" y="63053"/>
                  <a:pt x="53701" y="64276"/>
                  <a:pt x="54008" y="65424"/>
                </a:cubicBezTo>
                <a:cubicBezTo>
                  <a:pt x="54315" y="66571"/>
                  <a:pt x="55065" y="67551"/>
                  <a:pt x="56093" y="68147"/>
                </a:cubicBezTo>
                <a:lnTo>
                  <a:pt x="56969" y="68641"/>
                </a:lnTo>
                <a:cubicBezTo>
                  <a:pt x="57641" y="69010"/>
                  <a:pt x="58203" y="69552"/>
                  <a:pt x="58597" y="70209"/>
                </a:cubicBezTo>
                <a:cubicBezTo>
                  <a:pt x="58991" y="70868"/>
                  <a:pt x="59204" y="71619"/>
                  <a:pt x="59212" y="72387"/>
                </a:cubicBezTo>
                <a:cubicBezTo>
                  <a:pt x="59204" y="73153"/>
                  <a:pt x="58991" y="73905"/>
                  <a:pt x="58597" y="74563"/>
                </a:cubicBezTo>
                <a:cubicBezTo>
                  <a:pt x="58203" y="75220"/>
                  <a:pt x="57641" y="75763"/>
                  <a:pt x="56969" y="76132"/>
                </a:cubicBezTo>
                <a:lnTo>
                  <a:pt x="56093" y="76625"/>
                </a:lnTo>
                <a:cubicBezTo>
                  <a:pt x="55576" y="76920"/>
                  <a:pt x="55121" y="77316"/>
                  <a:pt x="54757" y="77789"/>
                </a:cubicBezTo>
                <a:cubicBezTo>
                  <a:pt x="54394" y="78261"/>
                  <a:pt x="54128" y="78801"/>
                  <a:pt x="53975" y="79377"/>
                </a:cubicBezTo>
                <a:cubicBezTo>
                  <a:pt x="53822" y="79953"/>
                  <a:pt x="53787" y="80555"/>
                  <a:pt x="53870" y="81146"/>
                </a:cubicBezTo>
                <a:cubicBezTo>
                  <a:pt x="53951" y="81736"/>
                  <a:pt x="54151" y="82304"/>
                  <a:pt x="54455" y="82817"/>
                </a:cubicBezTo>
                <a:lnTo>
                  <a:pt x="56700" y="86719"/>
                </a:lnTo>
                <a:cubicBezTo>
                  <a:pt x="57295" y="87748"/>
                  <a:pt x="58275" y="88499"/>
                  <a:pt x="59423" y="88805"/>
                </a:cubicBezTo>
                <a:cubicBezTo>
                  <a:pt x="60571" y="89112"/>
                  <a:pt x="61794" y="88952"/>
                  <a:pt x="62824" y="88357"/>
                </a:cubicBezTo>
                <a:lnTo>
                  <a:pt x="63632" y="87886"/>
                </a:lnTo>
                <a:cubicBezTo>
                  <a:pt x="64284" y="87512"/>
                  <a:pt x="65023" y="87316"/>
                  <a:pt x="65774" y="87316"/>
                </a:cubicBezTo>
                <a:cubicBezTo>
                  <a:pt x="66526" y="87316"/>
                  <a:pt x="67265" y="87512"/>
                  <a:pt x="67916" y="87886"/>
                </a:cubicBezTo>
                <a:lnTo>
                  <a:pt x="67916" y="88133"/>
                </a:lnTo>
                <a:cubicBezTo>
                  <a:pt x="68584" y="88492"/>
                  <a:pt x="69142" y="89021"/>
                  <a:pt x="69537" y="89668"/>
                </a:cubicBezTo>
                <a:cubicBezTo>
                  <a:pt x="69932" y="90315"/>
                  <a:pt x="70146" y="91054"/>
                  <a:pt x="70160" y="91811"/>
                </a:cubicBezTo>
                <a:lnTo>
                  <a:pt x="70160" y="92619"/>
                </a:lnTo>
                <a:cubicBezTo>
                  <a:pt x="70160" y="93808"/>
                  <a:pt x="70633" y="94950"/>
                  <a:pt x="71474" y="95792"/>
                </a:cubicBezTo>
                <a:cubicBezTo>
                  <a:pt x="72316" y="96632"/>
                  <a:pt x="73457" y="97105"/>
                  <a:pt x="74647" y="97105"/>
                </a:cubicBezTo>
                <a:lnTo>
                  <a:pt x="79133" y="97105"/>
                </a:lnTo>
                <a:cubicBezTo>
                  <a:pt x="80323" y="97105"/>
                  <a:pt x="81464" y="96632"/>
                  <a:pt x="82306" y="95792"/>
                </a:cubicBezTo>
                <a:cubicBezTo>
                  <a:pt x="83148" y="94950"/>
                  <a:pt x="83620" y="93808"/>
                  <a:pt x="83620" y="92619"/>
                </a:cubicBezTo>
                <a:lnTo>
                  <a:pt x="83620" y="91699"/>
                </a:lnTo>
                <a:cubicBezTo>
                  <a:pt x="83651" y="90961"/>
                  <a:pt x="83873" y="90244"/>
                  <a:pt x="84268" y="89618"/>
                </a:cubicBezTo>
                <a:cubicBezTo>
                  <a:pt x="84661" y="88992"/>
                  <a:pt x="85211" y="88480"/>
                  <a:pt x="85863" y="88133"/>
                </a:cubicBezTo>
                <a:lnTo>
                  <a:pt x="85863" y="87908"/>
                </a:lnTo>
                <a:cubicBezTo>
                  <a:pt x="86516" y="87535"/>
                  <a:pt x="87255" y="87338"/>
                  <a:pt x="88007" y="87338"/>
                </a:cubicBezTo>
                <a:cubicBezTo>
                  <a:pt x="88758" y="87338"/>
                  <a:pt x="89497" y="87535"/>
                  <a:pt x="90148" y="87908"/>
                </a:cubicBezTo>
                <a:lnTo>
                  <a:pt x="90933" y="88380"/>
                </a:lnTo>
                <a:cubicBezTo>
                  <a:pt x="91446" y="88676"/>
                  <a:pt x="92011" y="88869"/>
                  <a:pt x="92598" y="88946"/>
                </a:cubicBezTo>
                <a:cubicBezTo>
                  <a:pt x="93185" y="89023"/>
                  <a:pt x="93781" y="88983"/>
                  <a:pt x="94352" y="88829"/>
                </a:cubicBezTo>
                <a:cubicBezTo>
                  <a:pt x="94924" y="88675"/>
                  <a:pt x="95459" y="88409"/>
                  <a:pt x="95928" y="88047"/>
                </a:cubicBezTo>
                <a:cubicBezTo>
                  <a:pt x="96396" y="87684"/>
                  <a:pt x="96788" y="87234"/>
                  <a:pt x="97081" y="86719"/>
                </a:cubicBezTo>
                <a:lnTo>
                  <a:pt x="99324" y="82659"/>
                </a:lnTo>
                <a:cubicBezTo>
                  <a:pt x="99872" y="81705"/>
                  <a:pt x="100030" y="80575"/>
                  <a:pt x="99768" y="79506"/>
                </a:cubicBezTo>
                <a:cubicBezTo>
                  <a:pt x="99504" y="78437"/>
                  <a:pt x="98840" y="77510"/>
                  <a:pt x="97911" y="76917"/>
                </a:cubicBezTo>
                <a:close/>
                <a:moveTo>
                  <a:pt x="76890" y="79160"/>
                </a:moveTo>
                <a:cubicBezTo>
                  <a:pt x="75559" y="79160"/>
                  <a:pt x="74257" y="78766"/>
                  <a:pt x="73150" y="78026"/>
                </a:cubicBezTo>
                <a:cubicBezTo>
                  <a:pt x="72045" y="77287"/>
                  <a:pt x="71182" y="76236"/>
                  <a:pt x="70672" y="75006"/>
                </a:cubicBezTo>
                <a:cubicBezTo>
                  <a:pt x="70162" y="73777"/>
                  <a:pt x="70030" y="72423"/>
                  <a:pt x="70289" y="71118"/>
                </a:cubicBezTo>
                <a:cubicBezTo>
                  <a:pt x="70549" y="69813"/>
                  <a:pt x="71189" y="68614"/>
                  <a:pt x="72131" y="67673"/>
                </a:cubicBezTo>
                <a:cubicBezTo>
                  <a:pt x="73072" y="66732"/>
                  <a:pt x="74271" y="66091"/>
                  <a:pt x="75577" y="65831"/>
                </a:cubicBezTo>
                <a:cubicBezTo>
                  <a:pt x="76883" y="65571"/>
                  <a:pt x="78235" y="65705"/>
                  <a:pt x="79466" y="66214"/>
                </a:cubicBezTo>
                <a:cubicBezTo>
                  <a:pt x="80696" y="66723"/>
                  <a:pt x="81747" y="67586"/>
                  <a:pt x="82485" y="68693"/>
                </a:cubicBezTo>
                <a:cubicBezTo>
                  <a:pt x="83225" y="69799"/>
                  <a:pt x="83620" y="71100"/>
                  <a:pt x="83620" y="72431"/>
                </a:cubicBezTo>
                <a:cubicBezTo>
                  <a:pt x="83620" y="74216"/>
                  <a:pt x="82911" y="75928"/>
                  <a:pt x="81649" y="77190"/>
                </a:cubicBezTo>
                <a:cubicBezTo>
                  <a:pt x="80387" y="78451"/>
                  <a:pt x="78675" y="79160"/>
                  <a:pt x="76890" y="79160"/>
                </a:cubicBezTo>
                <a:close/>
                <a:moveTo>
                  <a:pt x="70810" y="31831"/>
                </a:moveTo>
                <a:lnTo>
                  <a:pt x="69958" y="31338"/>
                </a:lnTo>
                <a:cubicBezTo>
                  <a:pt x="69317" y="30944"/>
                  <a:pt x="68791" y="30388"/>
                  <a:pt x="68432" y="29727"/>
                </a:cubicBezTo>
                <a:cubicBezTo>
                  <a:pt x="68073" y="29065"/>
                  <a:pt x="67896" y="28321"/>
                  <a:pt x="67916" y="27569"/>
                </a:cubicBezTo>
                <a:cubicBezTo>
                  <a:pt x="67920" y="26801"/>
                  <a:pt x="68130" y="26048"/>
                  <a:pt x="68525" y="25389"/>
                </a:cubicBezTo>
                <a:cubicBezTo>
                  <a:pt x="68920" y="24730"/>
                  <a:pt x="69484" y="24189"/>
                  <a:pt x="70160" y="23823"/>
                </a:cubicBezTo>
                <a:lnTo>
                  <a:pt x="71012" y="23329"/>
                </a:lnTo>
                <a:cubicBezTo>
                  <a:pt x="72006" y="22693"/>
                  <a:pt x="72708" y="21692"/>
                  <a:pt x="72969" y="20542"/>
                </a:cubicBezTo>
                <a:cubicBezTo>
                  <a:pt x="73229" y="19392"/>
                  <a:pt x="73026" y="18185"/>
                  <a:pt x="72403" y="17183"/>
                </a:cubicBezTo>
                <a:lnTo>
                  <a:pt x="70160" y="13281"/>
                </a:lnTo>
                <a:cubicBezTo>
                  <a:pt x="69865" y="12768"/>
                  <a:pt x="69472" y="12319"/>
                  <a:pt x="69003" y="11960"/>
                </a:cubicBezTo>
                <a:cubicBezTo>
                  <a:pt x="68533" y="11599"/>
                  <a:pt x="67998" y="11336"/>
                  <a:pt x="67427" y="11184"/>
                </a:cubicBezTo>
                <a:cubicBezTo>
                  <a:pt x="66855" y="11032"/>
                  <a:pt x="66259" y="10994"/>
                  <a:pt x="65674" y="11074"/>
                </a:cubicBezTo>
                <a:cubicBezTo>
                  <a:pt x="65088" y="11152"/>
                  <a:pt x="64524" y="11346"/>
                  <a:pt x="64013" y="11643"/>
                </a:cubicBezTo>
                <a:lnTo>
                  <a:pt x="63430" y="12046"/>
                </a:lnTo>
                <a:cubicBezTo>
                  <a:pt x="62747" y="12441"/>
                  <a:pt x="61974" y="12648"/>
                  <a:pt x="61186" y="12648"/>
                </a:cubicBezTo>
                <a:cubicBezTo>
                  <a:pt x="60398" y="12648"/>
                  <a:pt x="59624" y="12441"/>
                  <a:pt x="58943" y="12046"/>
                </a:cubicBezTo>
                <a:cubicBezTo>
                  <a:pt x="58267" y="11657"/>
                  <a:pt x="57707" y="11098"/>
                  <a:pt x="57312" y="10426"/>
                </a:cubicBezTo>
                <a:cubicBezTo>
                  <a:pt x="56919" y="9753"/>
                  <a:pt x="56708" y="8990"/>
                  <a:pt x="56700" y="8210"/>
                </a:cubicBezTo>
                <a:lnTo>
                  <a:pt x="56700" y="7382"/>
                </a:lnTo>
                <a:cubicBezTo>
                  <a:pt x="56700" y="6192"/>
                  <a:pt x="56227" y="5051"/>
                  <a:pt x="55385" y="4208"/>
                </a:cubicBezTo>
                <a:cubicBezTo>
                  <a:pt x="54544" y="3368"/>
                  <a:pt x="53402" y="2895"/>
                  <a:pt x="52212" y="2895"/>
                </a:cubicBezTo>
                <a:lnTo>
                  <a:pt x="47725" y="2895"/>
                </a:lnTo>
                <a:cubicBezTo>
                  <a:pt x="46535" y="2895"/>
                  <a:pt x="45395" y="3368"/>
                  <a:pt x="44553" y="4208"/>
                </a:cubicBezTo>
                <a:cubicBezTo>
                  <a:pt x="43712" y="5051"/>
                  <a:pt x="43239" y="6192"/>
                  <a:pt x="43239" y="7382"/>
                </a:cubicBezTo>
                <a:lnTo>
                  <a:pt x="43239" y="8210"/>
                </a:lnTo>
                <a:cubicBezTo>
                  <a:pt x="43223" y="8982"/>
                  <a:pt x="43007" y="9736"/>
                  <a:pt x="42614" y="10400"/>
                </a:cubicBezTo>
                <a:cubicBezTo>
                  <a:pt x="42221" y="11065"/>
                  <a:pt x="41664" y="11616"/>
                  <a:pt x="40995" y="12001"/>
                </a:cubicBezTo>
                <a:cubicBezTo>
                  <a:pt x="40314" y="12396"/>
                  <a:pt x="39539" y="12603"/>
                  <a:pt x="38752" y="12603"/>
                </a:cubicBezTo>
                <a:cubicBezTo>
                  <a:pt x="37965" y="12603"/>
                  <a:pt x="37191" y="12396"/>
                  <a:pt x="36509" y="12001"/>
                </a:cubicBezTo>
                <a:lnTo>
                  <a:pt x="35813" y="11598"/>
                </a:lnTo>
                <a:cubicBezTo>
                  <a:pt x="34787" y="11036"/>
                  <a:pt x="33581" y="10898"/>
                  <a:pt x="32454" y="11212"/>
                </a:cubicBezTo>
                <a:cubicBezTo>
                  <a:pt x="31326" y="11525"/>
                  <a:pt x="30366" y="12269"/>
                  <a:pt x="29778" y="13281"/>
                </a:cubicBezTo>
                <a:lnTo>
                  <a:pt x="27535" y="17183"/>
                </a:lnTo>
                <a:cubicBezTo>
                  <a:pt x="27242" y="17695"/>
                  <a:pt x="27052" y="18258"/>
                  <a:pt x="26977" y="18843"/>
                </a:cubicBezTo>
                <a:cubicBezTo>
                  <a:pt x="26901" y="19428"/>
                  <a:pt x="26942" y="20021"/>
                  <a:pt x="27096" y="20589"/>
                </a:cubicBezTo>
                <a:cubicBezTo>
                  <a:pt x="27250" y="21157"/>
                  <a:pt x="27515" y="21690"/>
                  <a:pt x="27876" y="22157"/>
                </a:cubicBezTo>
                <a:cubicBezTo>
                  <a:pt x="28235" y="22623"/>
                  <a:pt x="28683" y="23014"/>
                  <a:pt x="29195" y="23307"/>
                </a:cubicBezTo>
                <a:lnTo>
                  <a:pt x="30048" y="23801"/>
                </a:lnTo>
                <a:cubicBezTo>
                  <a:pt x="30723" y="24167"/>
                  <a:pt x="31287" y="24708"/>
                  <a:pt x="31682" y="25366"/>
                </a:cubicBezTo>
                <a:cubicBezTo>
                  <a:pt x="32077" y="26025"/>
                  <a:pt x="32288" y="26778"/>
                  <a:pt x="32291" y="27547"/>
                </a:cubicBezTo>
                <a:cubicBezTo>
                  <a:pt x="32288" y="28315"/>
                  <a:pt x="32077" y="29068"/>
                  <a:pt x="31682" y="29727"/>
                </a:cubicBezTo>
                <a:cubicBezTo>
                  <a:pt x="31287" y="30386"/>
                  <a:pt x="30723" y="30926"/>
                  <a:pt x="30048" y="31293"/>
                </a:cubicBezTo>
                <a:lnTo>
                  <a:pt x="29195" y="31786"/>
                </a:lnTo>
                <a:cubicBezTo>
                  <a:pt x="28678" y="32079"/>
                  <a:pt x="28224" y="32472"/>
                  <a:pt x="27860" y="32942"/>
                </a:cubicBezTo>
                <a:cubicBezTo>
                  <a:pt x="27496" y="33412"/>
                  <a:pt x="27230" y="33948"/>
                  <a:pt x="27074" y="34524"/>
                </a:cubicBezTo>
                <a:cubicBezTo>
                  <a:pt x="26921" y="35098"/>
                  <a:pt x="26882" y="35696"/>
                  <a:pt x="26961" y="36285"/>
                </a:cubicBezTo>
                <a:cubicBezTo>
                  <a:pt x="27039" y="36874"/>
                  <a:pt x="27235" y="37442"/>
                  <a:pt x="27535" y="37954"/>
                </a:cubicBezTo>
                <a:lnTo>
                  <a:pt x="29778" y="41858"/>
                </a:lnTo>
                <a:cubicBezTo>
                  <a:pt x="30074" y="42370"/>
                  <a:pt x="30467" y="42818"/>
                  <a:pt x="30935" y="43178"/>
                </a:cubicBezTo>
                <a:cubicBezTo>
                  <a:pt x="31404" y="43537"/>
                  <a:pt x="31940" y="43801"/>
                  <a:pt x="32511" y="43953"/>
                </a:cubicBezTo>
                <a:cubicBezTo>
                  <a:pt x="33082" y="44106"/>
                  <a:pt x="33678" y="44144"/>
                  <a:pt x="34263" y="44065"/>
                </a:cubicBezTo>
                <a:cubicBezTo>
                  <a:pt x="34851" y="43987"/>
                  <a:pt x="35415" y="43793"/>
                  <a:pt x="35925" y="43494"/>
                </a:cubicBezTo>
                <a:lnTo>
                  <a:pt x="36621" y="43091"/>
                </a:lnTo>
                <a:cubicBezTo>
                  <a:pt x="37303" y="42698"/>
                  <a:pt x="38077" y="42490"/>
                  <a:pt x="38864" y="42490"/>
                </a:cubicBezTo>
                <a:cubicBezTo>
                  <a:pt x="39652" y="42490"/>
                  <a:pt x="40426" y="42698"/>
                  <a:pt x="41108" y="43091"/>
                </a:cubicBezTo>
                <a:cubicBezTo>
                  <a:pt x="41776" y="43477"/>
                  <a:pt x="42333" y="44029"/>
                  <a:pt x="42726" y="44692"/>
                </a:cubicBezTo>
                <a:cubicBezTo>
                  <a:pt x="43119" y="45356"/>
                  <a:pt x="43335" y="46111"/>
                  <a:pt x="43351" y="46882"/>
                </a:cubicBezTo>
                <a:lnTo>
                  <a:pt x="43351" y="47757"/>
                </a:lnTo>
                <a:cubicBezTo>
                  <a:pt x="43351" y="48947"/>
                  <a:pt x="43824" y="50088"/>
                  <a:pt x="44665" y="50929"/>
                </a:cubicBezTo>
                <a:cubicBezTo>
                  <a:pt x="45507" y="51770"/>
                  <a:pt x="46647" y="52243"/>
                  <a:pt x="47839" y="52243"/>
                </a:cubicBezTo>
                <a:lnTo>
                  <a:pt x="52324" y="52243"/>
                </a:lnTo>
                <a:cubicBezTo>
                  <a:pt x="53514" y="52243"/>
                  <a:pt x="54656" y="51770"/>
                  <a:pt x="55498" y="50929"/>
                </a:cubicBezTo>
                <a:cubicBezTo>
                  <a:pt x="56339" y="50088"/>
                  <a:pt x="56812" y="48947"/>
                  <a:pt x="56812" y="47757"/>
                </a:cubicBezTo>
                <a:lnTo>
                  <a:pt x="56812" y="46927"/>
                </a:lnTo>
                <a:cubicBezTo>
                  <a:pt x="56827" y="46155"/>
                  <a:pt x="57043" y="45401"/>
                  <a:pt x="57436" y="44737"/>
                </a:cubicBezTo>
                <a:cubicBezTo>
                  <a:pt x="57829" y="44073"/>
                  <a:pt x="58387" y="43522"/>
                  <a:pt x="59055" y="43136"/>
                </a:cubicBezTo>
                <a:cubicBezTo>
                  <a:pt x="59737" y="42742"/>
                  <a:pt x="60511" y="42535"/>
                  <a:pt x="61299" y="42535"/>
                </a:cubicBezTo>
                <a:cubicBezTo>
                  <a:pt x="62086" y="42535"/>
                  <a:pt x="62859" y="42742"/>
                  <a:pt x="63542" y="43136"/>
                </a:cubicBezTo>
                <a:lnTo>
                  <a:pt x="64237" y="43540"/>
                </a:lnTo>
                <a:cubicBezTo>
                  <a:pt x="65253" y="44067"/>
                  <a:pt x="66432" y="44187"/>
                  <a:pt x="67532" y="43875"/>
                </a:cubicBezTo>
                <a:cubicBezTo>
                  <a:pt x="68633" y="43563"/>
                  <a:pt x="69574" y="42840"/>
                  <a:pt x="70160" y="41858"/>
                </a:cubicBezTo>
                <a:lnTo>
                  <a:pt x="72403" y="37954"/>
                </a:lnTo>
                <a:cubicBezTo>
                  <a:pt x="73001" y="36930"/>
                  <a:pt x="73169" y="35711"/>
                  <a:pt x="72870" y="34564"/>
                </a:cubicBezTo>
                <a:cubicBezTo>
                  <a:pt x="72572" y="33417"/>
                  <a:pt x="71831" y="32434"/>
                  <a:pt x="70810" y="31831"/>
                </a:cubicBezTo>
                <a:close/>
                <a:moveTo>
                  <a:pt x="49970" y="34298"/>
                </a:moveTo>
                <a:cubicBezTo>
                  <a:pt x="48639" y="34298"/>
                  <a:pt x="47337" y="33904"/>
                  <a:pt x="46230" y="33164"/>
                </a:cubicBezTo>
                <a:cubicBezTo>
                  <a:pt x="45124" y="32425"/>
                  <a:pt x="44261" y="31373"/>
                  <a:pt x="43750" y="30144"/>
                </a:cubicBezTo>
                <a:cubicBezTo>
                  <a:pt x="43242" y="28914"/>
                  <a:pt x="43109" y="27561"/>
                  <a:pt x="43368" y="26256"/>
                </a:cubicBezTo>
                <a:cubicBezTo>
                  <a:pt x="43628" y="24951"/>
                  <a:pt x="44269" y="23751"/>
                  <a:pt x="45210" y="22810"/>
                </a:cubicBezTo>
                <a:cubicBezTo>
                  <a:pt x="46151" y="21870"/>
                  <a:pt x="47351" y="21229"/>
                  <a:pt x="48656" y="20969"/>
                </a:cubicBezTo>
                <a:cubicBezTo>
                  <a:pt x="49962" y="20710"/>
                  <a:pt x="51315" y="20842"/>
                  <a:pt x="52545" y="21351"/>
                </a:cubicBezTo>
                <a:cubicBezTo>
                  <a:pt x="53775" y="21861"/>
                  <a:pt x="54826" y="22724"/>
                  <a:pt x="55565" y="23830"/>
                </a:cubicBezTo>
                <a:cubicBezTo>
                  <a:pt x="56305" y="24937"/>
                  <a:pt x="56700" y="26239"/>
                  <a:pt x="56700" y="27569"/>
                </a:cubicBezTo>
                <a:cubicBezTo>
                  <a:pt x="56700" y="29353"/>
                  <a:pt x="55990" y="31065"/>
                  <a:pt x="54728" y="32327"/>
                </a:cubicBezTo>
                <a:cubicBezTo>
                  <a:pt x="53466" y="33589"/>
                  <a:pt x="51754" y="34298"/>
                  <a:pt x="49970" y="3429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0" name="Белый — SVG 30">
            <a:extLst>
              <a:ext uri="{FF2B5EF4-FFF2-40B4-BE49-F238E27FC236}">
                <a16:creationId xmlns:a16="http://schemas.microsoft.com/office/drawing/2014/main" id="{BC58210F-3276-374E-A8BF-B4CA3BF909D5}"/>
              </a:ext>
            </a:extLst>
          </p:cNvPr>
          <p:cNvSpPr>
            <a:spLocks noGrp="1"/>
          </p:cNvSpPr>
          <p:nvPr/>
        </p:nvSpPr>
        <p:spPr>
          <a:xfrm>
            <a:off x="7020000" y="5010000"/>
            <a:ext cx="220000" cy="220000"/>
          </a:xfrm>
          <a:custGeom>
            <a:avLst/>
            <a:gdLst>
              <a:gd name="csX0" fmla="*/ 15942 w 113428"/>
              <a:gd name="csY0" fmla="*/ 0 h 141759"/>
              <a:gd name="csX1" fmla="*/ 0 w 113428"/>
              <a:gd name="csY1" fmla="*/ 15948 h 141759"/>
              <a:gd name="csX2" fmla="*/ 0 w 113428"/>
              <a:gd name="csY2" fmla="*/ 125811 h 141759"/>
              <a:gd name="csX3" fmla="*/ 15942 w 113428"/>
              <a:gd name="csY3" fmla="*/ 141759 h 141759"/>
              <a:gd name="csX4" fmla="*/ 97470 w 113428"/>
              <a:gd name="csY4" fmla="*/ 141759 h 141759"/>
              <a:gd name="csX5" fmla="*/ 113428 w 113428"/>
              <a:gd name="csY5" fmla="*/ 125811 h 141759"/>
              <a:gd name="csX6" fmla="*/ 113428 w 113428"/>
              <a:gd name="csY6" fmla="*/ 49616 h 141759"/>
              <a:gd name="csX7" fmla="*/ 79742 w 113428"/>
              <a:gd name="csY7" fmla="*/ 49616 h 141759"/>
              <a:gd name="csX8" fmla="*/ 63800 w 113428"/>
              <a:gd name="csY8" fmla="*/ 33668 h 141759"/>
              <a:gd name="csX9" fmla="*/ 63800 w 113428"/>
              <a:gd name="csY9" fmla="*/ 0 h 141759"/>
              <a:gd name="csX10" fmla="*/ 15942 w 113428"/>
              <a:gd name="csY10" fmla="*/ 0 h 141759"/>
              <a:gd name="csX11" fmla="*/ 74434 w 113428"/>
              <a:gd name="csY11" fmla="*/ 318 h 141759"/>
              <a:gd name="csX12" fmla="*/ 74434 w 113428"/>
              <a:gd name="csY12" fmla="*/ 33668 h 141759"/>
              <a:gd name="csX13" fmla="*/ 79742 w 113428"/>
              <a:gd name="csY13" fmla="*/ 38984 h 141759"/>
              <a:gd name="csX14" fmla="*/ 113105 w 113428"/>
              <a:gd name="csY14" fmla="*/ 38984 h 141759"/>
              <a:gd name="csX15" fmla="*/ 111863 w 113428"/>
              <a:gd name="csY15" fmla="*/ 36997 h 141759"/>
              <a:gd name="csX16" fmla="*/ 76424 w 113428"/>
              <a:gd name="csY16" fmla="*/ 1557 h 141759"/>
              <a:gd name="csX17" fmla="*/ 74434 w 113428"/>
              <a:gd name="csY17" fmla="*/ 318 h 141759"/>
              <a:gd name="csX18" fmla="*/ 33670 w 113428"/>
              <a:gd name="csY18" fmla="*/ 67336 h 141759"/>
              <a:gd name="csX19" fmla="*/ 79742 w 113428"/>
              <a:gd name="csY19" fmla="*/ 67336 h 141759"/>
              <a:gd name="csX20" fmla="*/ 85067 w 113428"/>
              <a:gd name="csY20" fmla="*/ 72652 h 141759"/>
              <a:gd name="csX21" fmla="*/ 79742 w 113428"/>
              <a:gd name="csY21" fmla="*/ 77968 h 141759"/>
              <a:gd name="csX22" fmla="*/ 33670 w 113428"/>
              <a:gd name="csY22" fmla="*/ 77968 h 141759"/>
              <a:gd name="csX23" fmla="*/ 28361 w 113428"/>
              <a:gd name="csY23" fmla="*/ 72652 h 141759"/>
              <a:gd name="csX24" fmla="*/ 33670 w 113428"/>
              <a:gd name="csY24" fmla="*/ 67336 h 141759"/>
              <a:gd name="csX25" fmla="*/ 33670 w 113428"/>
              <a:gd name="csY25" fmla="*/ 88599 h 141759"/>
              <a:gd name="csX26" fmla="*/ 79742 w 113428"/>
              <a:gd name="csY26" fmla="*/ 88599 h 141759"/>
              <a:gd name="csX27" fmla="*/ 85067 w 113428"/>
              <a:gd name="csY27" fmla="*/ 93915 h 141759"/>
              <a:gd name="csX28" fmla="*/ 79742 w 113428"/>
              <a:gd name="csY28" fmla="*/ 99231 h 141759"/>
              <a:gd name="csX29" fmla="*/ 33670 w 113428"/>
              <a:gd name="csY29" fmla="*/ 99231 h 141759"/>
              <a:gd name="csX30" fmla="*/ 28361 w 113428"/>
              <a:gd name="csY30" fmla="*/ 93915 h 141759"/>
              <a:gd name="csX31" fmla="*/ 33670 w 113428"/>
              <a:gd name="csY31" fmla="*/ 88599 h 141759"/>
              <a:gd name="csX32" fmla="*/ 33670 w 113428"/>
              <a:gd name="csY32" fmla="*/ 109863 h 141759"/>
              <a:gd name="csX33" fmla="*/ 65570 w 113428"/>
              <a:gd name="csY33" fmla="*/ 109863 h 141759"/>
              <a:gd name="csX34" fmla="*/ 70895 w 113428"/>
              <a:gd name="csY34" fmla="*/ 115179 h 141759"/>
              <a:gd name="csX35" fmla="*/ 65570 w 113428"/>
              <a:gd name="csY35" fmla="*/ 120495 h 141759"/>
              <a:gd name="csX36" fmla="*/ 33670 w 113428"/>
              <a:gd name="csY36" fmla="*/ 120495 h 141759"/>
              <a:gd name="csX37" fmla="*/ 28361 w 113428"/>
              <a:gd name="csY37" fmla="*/ 115179 h 141759"/>
              <a:gd name="csX38" fmla="*/ 33670 w 113428"/>
              <a:gd name="csY38" fmla="*/ 109863 h 141759"/>
            </a:gdLst>
            <a:ahLst/>
            <a:cxnLst/>
            <a:rect l="l" t="t" r="r" b="b"/>
            <a:pathLst>
              <a:path w="100000" h="100000">
                <a:moveTo>
                  <a:pt x="21239" y="0"/>
                </a:moveTo>
                <a:cubicBezTo>
                  <a:pt x="15046" y="0"/>
                  <a:pt x="9993" y="5050"/>
                  <a:pt x="9993" y="11250"/>
                </a:cubicBezTo>
                <a:lnTo>
                  <a:pt x="9993" y="88750"/>
                </a:lnTo>
                <a:cubicBezTo>
                  <a:pt x="9993" y="94950"/>
                  <a:pt x="15046" y="100000"/>
                  <a:pt x="21239" y="100000"/>
                </a:cubicBezTo>
                <a:lnTo>
                  <a:pt x="78750" y="100000"/>
                </a:lnTo>
                <a:cubicBezTo>
                  <a:pt x="84955" y="100000"/>
                  <a:pt x="90007" y="94950"/>
                  <a:pt x="90007" y="88750"/>
                </a:cubicBezTo>
                <a:lnTo>
                  <a:pt x="90007" y="35000"/>
                </a:lnTo>
                <a:lnTo>
                  <a:pt x="66244" y="35000"/>
                </a:lnTo>
                <a:cubicBezTo>
                  <a:pt x="60052" y="35000"/>
                  <a:pt x="54999" y="29950"/>
                  <a:pt x="54999" y="23750"/>
                </a:cubicBezTo>
                <a:lnTo>
                  <a:pt x="54999" y="0"/>
                </a:lnTo>
                <a:lnTo>
                  <a:pt x="21239" y="0"/>
                </a:lnTo>
                <a:close/>
                <a:moveTo>
                  <a:pt x="62500" y="224"/>
                </a:moveTo>
                <a:lnTo>
                  <a:pt x="62500" y="23750"/>
                </a:lnTo>
                <a:cubicBezTo>
                  <a:pt x="62500" y="25825"/>
                  <a:pt x="64180" y="27500"/>
                  <a:pt x="66244" y="27500"/>
                </a:cubicBezTo>
                <a:lnTo>
                  <a:pt x="89779" y="27500"/>
                </a:lnTo>
                <a:cubicBezTo>
                  <a:pt x="89600" y="26975"/>
                  <a:pt x="89300" y="26498"/>
                  <a:pt x="88903" y="26099"/>
                </a:cubicBezTo>
                <a:lnTo>
                  <a:pt x="63904" y="1098"/>
                </a:lnTo>
                <a:cubicBezTo>
                  <a:pt x="63496" y="698"/>
                  <a:pt x="63028" y="399"/>
                  <a:pt x="62500" y="224"/>
                </a:cubicBezTo>
                <a:close/>
                <a:moveTo>
                  <a:pt x="33744" y="47500"/>
                </a:moveTo>
                <a:lnTo>
                  <a:pt x="66244" y="47500"/>
                </a:lnTo>
                <a:cubicBezTo>
                  <a:pt x="68321" y="47500"/>
                  <a:pt x="70001" y="49175"/>
                  <a:pt x="70001" y="51250"/>
                </a:cubicBezTo>
                <a:cubicBezTo>
                  <a:pt x="70001" y="53325"/>
                  <a:pt x="68321" y="55000"/>
                  <a:pt x="66244" y="55000"/>
                </a:cubicBezTo>
                <a:lnTo>
                  <a:pt x="33744" y="55000"/>
                </a:lnTo>
                <a:cubicBezTo>
                  <a:pt x="31667" y="55000"/>
                  <a:pt x="29999" y="53325"/>
                  <a:pt x="29999" y="51250"/>
                </a:cubicBezTo>
                <a:cubicBezTo>
                  <a:pt x="29999" y="49175"/>
                  <a:pt x="31667" y="47500"/>
                  <a:pt x="33744" y="47500"/>
                </a:cubicBezTo>
                <a:close/>
                <a:moveTo>
                  <a:pt x="33744" y="62500"/>
                </a:moveTo>
                <a:lnTo>
                  <a:pt x="66244" y="62500"/>
                </a:lnTo>
                <a:cubicBezTo>
                  <a:pt x="68321" y="62500"/>
                  <a:pt x="70001" y="64175"/>
                  <a:pt x="70001" y="66250"/>
                </a:cubicBezTo>
                <a:cubicBezTo>
                  <a:pt x="70001" y="68325"/>
                  <a:pt x="68321" y="70000"/>
                  <a:pt x="66244" y="70000"/>
                </a:cubicBezTo>
                <a:lnTo>
                  <a:pt x="33744" y="70000"/>
                </a:lnTo>
                <a:cubicBezTo>
                  <a:pt x="31667" y="70000"/>
                  <a:pt x="29999" y="68325"/>
                  <a:pt x="29999" y="66250"/>
                </a:cubicBezTo>
                <a:cubicBezTo>
                  <a:pt x="29999" y="64175"/>
                  <a:pt x="31667" y="62500"/>
                  <a:pt x="33744" y="62500"/>
                </a:cubicBezTo>
                <a:close/>
                <a:moveTo>
                  <a:pt x="33744" y="77500"/>
                </a:moveTo>
                <a:lnTo>
                  <a:pt x="56247" y="77500"/>
                </a:lnTo>
                <a:cubicBezTo>
                  <a:pt x="58323" y="77500"/>
                  <a:pt x="60004" y="79175"/>
                  <a:pt x="60004" y="81250"/>
                </a:cubicBezTo>
                <a:cubicBezTo>
                  <a:pt x="60004" y="83325"/>
                  <a:pt x="58323" y="85000"/>
                  <a:pt x="56247" y="85000"/>
                </a:cubicBezTo>
                <a:lnTo>
                  <a:pt x="33744" y="85000"/>
                </a:lnTo>
                <a:cubicBezTo>
                  <a:pt x="31667" y="85000"/>
                  <a:pt x="29999" y="83325"/>
                  <a:pt x="29999" y="81250"/>
                </a:cubicBezTo>
                <a:cubicBezTo>
                  <a:pt x="29999" y="79175"/>
                  <a:pt x="31667" y="77500"/>
                  <a:pt x="33744" y="775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1" name="Белый — SVG 31">
            <a:extLst>
              <a:ext uri="{FF2B5EF4-FFF2-40B4-BE49-F238E27FC236}">
                <a16:creationId xmlns:a16="http://schemas.microsoft.com/office/drawing/2014/main" id="{BCCFA10A-1DA0-5040-940D-968197E930F9}"/>
              </a:ext>
            </a:extLst>
          </p:cNvPr>
          <p:cNvSpPr>
            <a:spLocks noGrp="1"/>
          </p:cNvSpPr>
          <p:nvPr/>
        </p:nvSpPr>
        <p:spPr>
          <a:xfrm>
            <a:off x="7620000" y="5010000"/>
            <a:ext cx="220000" cy="220000"/>
          </a:xfrm>
          <a:custGeom>
            <a:avLst/>
            <a:gdLst>
              <a:gd name="csX0" fmla="*/ 15942 w 113428"/>
              <a:gd name="csY0" fmla="*/ 0 h 141759"/>
              <a:gd name="csX1" fmla="*/ 0 w 113428"/>
              <a:gd name="csY1" fmla="*/ 15948 h 141759"/>
              <a:gd name="csX2" fmla="*/ 0 w 113428"/>
              <a:gd name="csY2" fmla="*/ 125811 h 141759"/>
              <a:gd name="csX3" fmla="*/ 15942 w 113428"/>
              <a:gd name="csY3" fmla="*/ 141759 h 141759"/>
              <a:gd name="csX4" fmla="*/ 97470 w 113428"/>
              <a:gd name="csY4" fmla="*/ 141759 h 141759"/>
              <a:gd name="csX5" fmla="*/ 113428 w 113428"/>
              <a:gd name="csY5" fmla="*/ 125811 h 141759"/>
              <a:gd name="csX6" fmla="*/ 113428 w 113428"/>
              <a:gd name="csY6" fmla="*/ 56704 h 141759"/>
              <a:gd name="csX7" fmla="*/ 72664 w 113428"/>
              <a:gd name="csY7" fmla="*/ 56704 h 141759"/>
              <a:gd name="csX8" fmla="*/ 56706 w 113428"/>
              <a:gd name="csY8" fmla="*/ 40756 h 141759"/>
              <a:gd name="csX9" fmla="*/ 56706 w 113428"/>
              <a:gd name="csY9" fmla="*/ 0 h 141759"/>
              <a:gd name="csX10" fmla="*/ 15942 w 113428"/>
              <a:gd name="csY10" fmla="*/ 0 h 141759"/>
              <a:gd name="csX11" fmla="*/ 67339 w 113428"/>
              <a:gd name="csY11" fmla="*/ 3115 h 141759"/>
              <a:gd name="csX12" fmla="*/ 67339 w 113428"/>
              <a:gd name="csY12" fmla="*/ 40756 h 141759"/>
              <a:gd name="csX13" fmla="*/ 72664 w 113428"/>
              <a:gd name="csY13" fmla="*/ 46072 h 141759"/>
              <a:gd name="csX14" fmla="*/ 110315 w 113428"/>
              <a:gd name="csY14" fmla="*/ 46072 h 141759"/>
              <a:gd name="csX15" fmla="*/ 67339 w 113428"/>
              <a:gd name="csY15" fmla="*/ 3115 h 141759"/>
              <a:gd name="csX16" fmla="*/ 85067 w 113428"/>
              <a:gd name="csY16" fmla="*/ 74424 h 141759"/>
              <a:gd name="csX17" fmla="*/ 92162 w 113428"/>
              <a:gd name="csY17" fmla="*/ 81512 h 141759"/>
              <a:gd name="csX18" fmla="*/ 85543 w 113428"/>
              <a:gd name="csY18" fmla="*/ 88551 h 141759"/>
              <a:gd name="csX19" fmla="*/ 70844 w 113428"/>
              <a:gd name="csY19" fmla="*/ 103253 h 141759"/>
              <a:gd name="csX20" fmla="*/ 63800 w 113428"/>
              <a:gd name="csY20" fmla="*/ 109863 h 141759"/>
              <a:gd name="csX21" fmla="*/ 56757 w 113428"/>
              <a:gd name="csY21" fmla="*/ 103253 h 141759"/>
              <a:gd name="csX22" fmla="*/ 46072 w 113428"/>
              <a:gd name="csY22" fmla="*/ 92573 h 141759"/>
              <a:gd name="csX23" fmla="*/ 35388 w 113428"/>
              <a:gd name="csY23" fmla="*/ 103253 h 141759"/>
              <a:gd name="csX24" fmla="*/ 28361 w 113428"/>
              <a:gd name="csY24" fmla="*/ 109863 h 141759"/>
              <a:gd name="csX25" fmla="*/ 21267 w 113428"/>
              <a:gd name="csY25" fmla="*/ 102775 h 141759"/>
              <a:gd name="csX26" fmla="*/ 27885 w 113428"/>
              <a:gd name="csY26" fmla="*/ 95736 h 141759"/>
              <a:gd name="csX27" fmla="*/ 39046 w 113428"/>
              <a:gd name="csY27" fmla="*/ 84578 h 141759"/>
              <a:gd name="csX28" fmla="*/ 46072 w 113428"/>
              <a:gd name="csY28" fmla="*/ 77968 h 141759"/>
              <a:gd name="csX29" fmla="*/ 53116 w 113428"/>
              <a:gd name="csY29" fmla="*/ 84578 h 141759"/>
              <a:gd name="csX30" fmla="*/ 63800 w 113428"/>
              <a:gd name="csY30" fmla="*/ 95258 h 141759"/>
              <a:gd name="csX31" fmla="*/ 78024 w 113428"/>
              <a:gd name="csY31" fmla="*/ 81034 h 141759"/>
              <a:gd name="csX32" fmla="*/ 85067 w 113428"/>
              <a:gd name="csY32" fmla="*/ 74424 h 141759"/>
            </a:gdLst>
            <a:ahLst/>
            <a:cxnLst/>
            <a:rect l="l" t="t" r="r" b="b"/>
            <a:pathLst>
              <a:path w="100000" h="100000">
                <a:moveTo>
                  <a:pt x="21239" y="0"/>
                </a:moveTo>
                <a:cubicBezTo>
                  <a:pt x="15034" y="0"/>
                  <a:pt x="9993" y="5037"/>
                  <a:pt x="9993" y="11250"/>
                </a:cubicBezTo>
                <a:lnTo>
                  <a:pt x="9993" y="88750"/>
                </a:lnTo>
                <a:cubicBezTo>
                  <a:pt x="9993" y="94963"/>
                  <a:pt x="15034" y="100000"/>
                  <a:pt x="21239" y="100000"/>
                </a:cubicBezTo>
                <a:lnTo>
                  <a:pt x="78750" y="100000"/>
                </a:lnTo>
                <a:cubicBezTo>
                  <a:pt x="84967" y="100000"/>
                  <a:pt x="90007" y="94963"/>
                  <a:pt x="90007" y="88750"/>
                </a:cubicBezTo>
                <a:lnTo>
                  <a:pt x="90007" y="40000"/>
                </a:lnTo>
                <a:lnTo>
                  <a:pt x="61251" y="40000"/>
                </a:lnTo>
                <a:cubicBezTo>
                  <a:pt x="55035" y="40000"/>
                  <a:pt x="49994" y="34963"/>
                  <a:pt x="49994" y="28750"/>
                </a:cubicBezTo>
                <a:lnTo>
                  <a:pt x="49994" y="0"/>
                </a:lnTo>
                <a:lnTo>
                  <a:pt x="21239" y="0"/>
                </a:lnTo>
                <a:close/>
                <a:moveTo>
                  <a:pt x="57495" y="2197"/>
                </a:moveTo>
                <a:lnTo>
                  <a:pt x="57495" y="28750"/>
                </a:lnTo>
                <a:cubicBezTo>
                  <a:pt x="57495" y="30818"/>
                  <a:pt x="59187" y="32500"/>
                  <a:pt x="61251" y="32500"/>
                </a:cubicBezTo>
                <a:lnTo>
                  <a:pt x="87811" y="32500"/>
                </a:lnTo>
                <a:lnTo>
                  <a:pt x="57495" y="2197"/>
                </a:lnTo>
                <a:close/>
                <a:moveTo>
                  <a:pt x="70001" y="52500"/>
                </a:moveTo>
                <a:cubicBezTo>
                  <a:pt x="72761" y="52500"/>
                  <a:pt x="75006" y="54737"/>
                  <a:pt x="75006" y="57500"/>
                </a:cubicBezTo>
                <a:cubicBezTo>
                  <a:pt x="75006" y="60145"/>
                  <a:pt x="72941" y="62291"/>
                  <a:pt x="70337" y="62466"/>
                </a:cubicBezTo>
                <a:lnTo>
                  <a:pt x="59968" y="72837"/>
                </a:lnTo>
                <a:cubicBezTo>
                  <a:pt x="59788" y="75439"/>
                  <a:pt x="57639" y="77500"/>
                  <a:pt x="54999" y="77500"/>
                </a:cubicBezTo>
                <a:cubicBezTo>
                  <a:pt x="52358" y="77500"/>
                  <a:pt x="50210" y="75437"/>
                  <a:pt x="50030" y="72837"/>
                </a:cubicBezTo>
                <a:lnTo>
                  <a:pt x="42493" y="65303"/>
                </a:lnTo>
                <a:lnTo>
                  <a:pt x="34956" y="72837"/>
                </a:lnTo>
                <a:cubicBezTo>
                  <a:pt x="34788" y="75437"/>
                  <a:pt x="32640" y="77500"/>
                  <a:pt x="29999" y="77500"/>
                </a:cubicBezTo>
                <a:cubicBezTo>
                  <a:pt x="27227" y="77500"/>
                  <a:pt x="24995" y="75260"/>
                  <a:pt x="24995" y="72500"/>
                </a:cubicBezTo>
                <a:cubicBezTo>
                  <a:pt x="24995" y="69855"/>
                  <a:pt x="27059" y="67709"/>
                  <a:pt x="29663" y="67534"/>
                </a:cubicBezTo>
                <a:lnTo>
                  <a:pt x="37537" y="59663"/>
                </a:lnTo>
                <a:cubicBezTo>
                  <a:pt x="37704" y="57061"/>
                  <a:pt x="39852" y="55000"/>
                  <a:pt x="42493" y="55000"/>
                </a:cubicBezTo>
                <a:cubicBezTo>
                  <a:pt x="45145" y="55000"/>
                  <a:pt x="47294" y="57063"/>
                  <a:pt x="47462" y="59663"/>
                </a:cubicBezTo>
                <a:lnTo>
                  <a:pt x="54999" y="67197"/>
                </a:lnTo>
                <a:lnTo>
                  <a:pt x="65033" y="57163"/>
                </a:lnTo>
                <a:cubicBezTo>
                  <a:pt x="65212" y="54563"/>
                  <a:pt x="67360" y="52500"/>
                  <a:pt x="70001" y="525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2" name="Белый — SVG 32">
            <a:extLst>
              <a:ext uri="{FF2B5EF4-FFF2-40B4-BE49-F238E27FC236}">
                <a16:creationId xmlns:a16="http://schemas.microsoft.com/office/drawing/2014/main" id="{CB696AFD-4A24-A240-B9A7-01D0307235D6}"/>
              </a:ext>
            </a:extLst>
          </p:cNvPr>
          <p:cNvSpPr>
            <a:spLocks noGrp="1"/>
          </p:cNvSpPr>
          <p:nvPr/>
        </p:nvSpPr>
        <p:spPr>
          <a:xfrm>
            <a:off x="8220000" y="5010000"/>
            <a:ext cx="220000" cy="220000"/>
          </a:xfrm>
          <a:custGeom>
            <a:avLst/>
            <a:gdLst>
              <a:gd name="csX0" fmla="*/ 5241 w 127669"/>
              <a:gd name="csY0" fmla="*/ 1 h 127660"/>
              <a:gd name="csX1" fmla="*/ 1497 w 127669"/>
              <a:gd name="csY1" fmla="*/ 1615 h 127660"/>
              <a:gd name="csX2" fmla="*/ 0 w 127669"/>
              <a:gd name="csY2" fmla="*/ 5393 h 127660"/>
              <a:gd name="csX3" fmla="*/ 0 w 127669"/>
              <a:gd name="csY3" fmla="*/ 122344 h 127660"/>
              <a:gd name="csX4" fmla="*/ 1565 w 127669"/>
              <a:gd name="csY4" fmla="*/ 126104 h 127660"/>
              <a:gd name="csX5" fmla="*/ 5325 w 127669"/>
              <a:gd name="csY5" fmla="*/ 127660 h 127660"/>
              <a:gd name="csX6" fmla="*/ 122293 w 127669"/>
              <a:gd name="csY6" fmla="*/ 127660 h 127660"/>
              <a:gd name="csX7" fmla="*/ 124335 w 127669"/>
              <a:gd name="csY7" fmla="*/ 127278 h 127660"/>
              <a:gd name="csX8" fmla="*/ 126087 w 127669"/>
              <a:gd name="csY8" fmla="*/ 126131 h 127660"/>
              <a:gd name="csX9" fmla="*/ 127261 w 127669"/>
              <a:gd name="csY9" fmla="*/ 124396 h 127660"/>
              <a:gd name="csX10" fmla="*/ 127669 w 127669"/>
              <a:gd name="csY10" fmla="*/ 122344 h 127660"/>
              <a:gd name="csX11" fmla="*/ 127261 w 127669"/>
              <a:gd name="csY11" fmla="*/ 120293 h 127660"/>
              <a:gd name="csX12" fmla="*/ 126087 w 127669"/>
              <a:gd name="csY12" fmla="*/ 118559 h 127660"/>
              <a:gd name="csX13" fmla="*/ 124335 w 127669"/>
              <a:gd name="csY13" fmla="*/ 117411 h 127660"/>
              <a:gd name="csX14" fmla="*/ 122293 w 127669"/>
              <a:gd name="csY14" fmla="*/ 117028 h 127660"/>
              <a:gd name="csX15" fmla="*/ 10634 w 127669"/>
              <a:gd name="csY15" fmla="*/ 117028 h 127660"/>
              <a:gd name="csX16" fmla="*/ 10634 w 127669"/>
              <a:gd name="csY16" fmla="*/ 5393 h 127660"/>
              <a:gd name="csX17" fmla="*/ 10242 w 127669"/>
              <a:gd name="csY17" fmla="*/ 3316 h 127660"/>
              <a:gd name="csX18" fmla="*/ 9069 w 127669"/>
              <a:gd name="csY18" fmla="*/ 1555 h 127660"/>
              <a:gd name="csX19" fmla="*/ 7316 w 127669"/>
              <a:gd name="csY19" fmla="*/ 388 h 127660"/>
              <a:gd name="csX20" fmla="*/ 5241 w 127669"/>
              <a:gd name="csY20" fmla="*/ 1 h 127660"/>
              <a:gd name="csX21" fmla="*/ 58492 w 127669"/>
              <a:gd name="csY21" fmla="*/ 14252 h 127660"/>
              <a:gd name="csX22" fmla="*/ 49714 w 127669"/>
              <a:gd name="csY22" fmla="*/ 17886 h 127660"/>
              <a:gd name="csX23" fmla="*/ 46073 w 127669"/>
              <a:gd name="csY23" fmla="*/ 26657 h 127660"/>
              <a:gd name="csX24" fmla="*/ 49714 w 127669"/>
              <a:gd name="csY24" fmla="*/ 35428 h 127660"/>
              <a:gd name="csX25" fmla="*/ 58492 w 127669"/>
              <a:gd name="csY25" fmla="*/ 39061 h 127660"/>
              <a:gd name="csX26" fmla="*/ 67254 w 127669"/>
              <a:gd name="csY26" fmla="*/ 35428 h 127660"/>
              <a:gd name="csX27" fmla="*/ 70895 w 127669"/>
              <a:gd name="csY27" fmla="*/ 26657 h 127660"/>
              <a:gd name="csX28" fmla="*/ 67254 w 127669"/>
              <a:gd name="csY28" fmla="*/ 17886 h 127660"/>
              <a:gd name="csX29" fmla="*/ 58492 w 127669"/>
              <a:gd name="csY29" fmla="*/ 14252 h 127660"/>
              <a:gd name="csX30" fmla="*/ 30131 w 127669"/>
              <a:gd name="csY30" fmla="*/ 21341 h 127660"/>
              <a:gd name="csX31" fmla="*/ 26371 w 127669"/>
              <a:gd name="csY31" fmla="*/ 22898 h 127660"/>
              <a:gd name="csX32" fmla="*/ 24806 w 127669"/>
              <a:gd name="csY32" fmla="*/ 26657 h 127660"/>
              <a:gd name="csX33" fmla="*/ 26371 w 127669"/>
              <a:gd name="csY33" fmla="*/ 30416 h 127660"/>
              <a:gd name="csX34" fmla="*/ 30131 w 127669"/>
              <a:gd name="csY34" fmla="*/ 31973 h 127660"/>
              <a:gd name="csX35" fmla="*/ 33891 w 127669"/>
              <a:gd name="csY35" fmla="*/ 30416 h 127660"/>
              <a:gd name="csX36" fmla="*/ 35439 w 127669"/>
              <a:gd name="csY36" fmla="*/ 26657 h 127660"/>
              <a:gd name="csX37" fmla="*/ 33891 w 127669"/>
              <a:gd name="csY37" fmla="*/ 22898 h 127660"/>
              <a:gd name="csX38" fmla="*/ 30131 w 127669"/>
              <a:gd name="csY38" fmla="*/ 21341 h 127660"/>
              <a:gd name="csX39" fmla="*/ 86837 w 127669"/>
              <a:gd name="csY39" fmla="*/ 21341 h 127660"/>
              <a:gd name="csX40" fmla="*/ 83077 w 127669"/>
              <a:gd name="csY40" fmla="*/ 22898 h 127660"/>
              <a:gd name="csX41" fmla="*/ 81529 w 127669"/>
              <a:gd name="csY41" fmla="*/ 26657 h 127660"/>
              <a:gd name="csX42" fmla="*/ 83077 w 127669"/>
              <a:gd name="csY42" fmla="*/ 30416 h 127660"/>
              <a:gd name="csX43" fmla="*/ 86837 w 127669"/>
              <a:gd name="csY43" fmla="*/ 31973 h 127660"/>
              <a:gd name="csX44" fmla="*/ 90597 w 127669"/>
              <a:gd name="csY44" fmla="*/ 30416 h 127660"/>
              <a:gd name="csX45" fmla="*/ 92162 w 127669"/>
              <a:gd name="csY45" fmla="*/ 26657 h 127660"/>
              <a:gd name="csX46" fmla="*/ 90597 w 127669"/>
              <a:gd name="csY46" fmla="*/ 22898 h 127660"/>
              <a:gd name="csX47" fmla="*/ 86837 w 127669"/>
              <a:gd name="csY47" fmla="*/ 21341 h 127660"/>
              <a:gd name="csX48" fmla="*/ 115198 w 127669"/>
              <a:gd name="csY48" fmla="*/ 21341 h 127660"/>
              <a:gd name="csX49" fmla="*/ 111438 w 127669"/>
              <a:gd name="csY49" fmla="*/ 22898 h 127660"/>
              <a:gd name="csX50" fmla="*/ 109873 w 127669"/>
              <a:gd name="csY50" fmla="*/ 26657 h 127660"/>
              <a:gd name="csX51" fmla="*/ 111438 w 127669"/>
              <a:gd name="csY51" fmla="*/ 30416 h 127660"/>
              <a:gd name="csX52" fmla="*/ 115198 w 127669"/>
              <a:gd name="csY52" fmla="*/ 31973 h 127660"/>
              <a:gd name="csX53" fmla="*/ 118958 w 127669"/>
              <a:gd name="csY53" fmla="*/ 30416 h 127660"/>
              <a:gd name="csX54" fmla="*/ 120506 w 127669"/>
              <a:gd name="csY54" fmla="*/ 26657 h 127660"/>
              <a:gd name="csX55" fmla="*/ 118958 w 127669"/>
              <a:gd name="csY55" fmla="*/ 22898 h 127660"/>
              <a:gd name="csX56" fmla="*/ 115198 w 127669"/>
              <a:gd name="csY56" fmla="*/ 21341 h 127660"/>
              <a:gd name="csX57" fmla="*/ 115198 w 127669"/>
              <a:gd name="csY57" fmla="*/ 46148 h 127660"/>
              <a:gd name="csX58" fmla="*/ 106419 w 127669"/>
              <a:gd name="csY58" fmla="*/ 49782 h 127660"/>
              <a:gd name="csX59" fmla="*/ 102795 w 127669"/>
              <a:gd name="csY59" fmla="*/ 58553 h 127660"/>
              <a:gd name="csX60" fmla="*/ 106419 w 127669"/>
              <a:gd name="csY60" fmla="*/ 67324 h 127660"/>
              <a:gd name="csX61" fmla="*/ 115198 w 127669"/>
              <a:gd name="csY61" fmla="*/ 70957 h 127660"/>
              <a:gd name="csX62" fmla="*/ 123960 w 127669"/>
              <a:gd name="csY62" fmla="*/ 67324 h 127660"/>
              <a:gd name="csX63" fmla="*/ 127601 w 127669"/>
              <a:gd name="csY63" fmla="*/ 58553 h 127660"/>
              <a:gd name="csX64" fmla="*/ 123960 w 127669"/>
              <a:gd name="csY64" fmla="*/ 49782 h 127660"/>
              <a:gd name="csX65" fmla="*/ 115198 w 127669"/>
              <a:gd name="csY65" fmla="*/ 46148 h 127660"/>
              <a:gd name="csX66" fmla="*/ 30131 w 127669"/>
              <a:gd name="csY66" fmla="*/ 53237 h 127660"/>
              <a:gd name="csX67" fmla="*/ 26371 w 127669"/>
              <a:gd name="csY67" fmla="*/ 54793 h 127660"/>
              <a:gd name="csX68" fmla="*/ 24806 w 127669"/>
              <a:gd name="csY68" fmla="*/ 58553 h 127660"/>
              <a:gd name="csX69" fmla="*/ 26371 w 127669"/>
              <a:gd name="csY69" fmla="*/ 62312 h 127660"/>
              <a:gd name="csX70" fmla="*/ 30131 w 127669"/>
              <a:gd name="csY70" fmla="*/ 63869 h 127660"/>
              <a:gd name="csX71" fmla="*/ 33891 w 127669"/>
              <a:gd name="csY71" fmla="*/ 62312 h 127660"/>
              <a:gd name="csX72" fmla="*/ 35439 w 127669"/>
              <a:gd name="csY72" fmla="*/ 58553 h 127660"/>
              <a:gd name="csX73" fmla="*/ 33891 w 127669"/>
              <a:gd name="csY73" fmla="*/ 54793 h 127660"/>
              <a:gd name="csX74" fmla="*/ 30131 w 127669"/>
              <a:gd name="csY74" fmla="*/ 53237 h 127660"/>
              <a:gd name="csX75" fmla="*/ 58492 w 127669"/>
              <a:gd name="csY75" fmla="*/ 53237 h 127660"/>
              <a:gd name="csX76" fmla="*/ 54732 w 127669"/>
              <a:gd name="csY76" fmla="*/ 54793 h 127660"/>
              <a:gd name="csX77" fmla="*/ 53167 w 127669"/>
              <a:gd name="csY77" fmla="*/ 58553 h 127660"/>
              <a:gd name="csX78" fmla="*/ 54732 w 127669"/>
              <a:gd name="csY78" fmla="*/ 62312 h 127660"/>
              <a:gd name="csX79" fmla="*/ 58492 w 127669"/>
              <a:gd name="csY79" fmla="*/ 63869 h 127660"/>
              <a:gd name="csX80" fmla="*/ 62253 w 127669"/>
              <a:gd name="csY80" fmla="*/ 62312 h 127660"/>
              <a:gd name="csX81" fmla="*/ 63801 w 127669"/>
              <a:gd name="csY81" fmla="*/ 58553 h 127660"/>
              <a:gd name="csX82" fmla="*/ 62253 w 127669"/>
              <a:gd name="csY82" fmla="*/ 54793 h 127660"/>
              <a:gd name="csX83" fmla="*/ 58492 w 127669"/>
              <a:gd name="csY83" fmla="*/ 53237 h 127660"/>
              <a:gd name="csX84" fmla="*/ 86837 w 127669"/>
              <a:gd name="csY84" fmla="*/ 53237 h 127660"/>
              <a:gd name="csX85" fmla="*/ 83077 w 127669"/>
              <a:gd name="csY85" fmla="*/ 54793 h 127660"/>
              <a:gd name="csX86" fmla="*/ 81529 w 127669"/>
              <a:gd name="csY86" fmla="*/ 58553 h 127660"/>
              <a:gd name="csX87" fmla="*/ 83077 w 127669"/>
              <a:gd name="csY87" fmla="*/ 62312 h 127660"/>
              <a:gd name="csX88" fmla="*/ 86837 w 127669"/>
              <a:gd name="csY88" fmla="*/ 63869 h 127660"/>
              <a:gd name="csX89" fmla="*/ 90597 w 127669"/>
              <a:gd name="csY89" fmla="*/ 62312 h 127660"/>
              <a:gd name="csX90" fmla="*/ 92162 w 127669"/>
              <a:gd name="csY90" fmla="*/ 58553 h 127660"/>
              <a:gd name="csX91" fmla="*/ 90597 w 127669"/>
              <a:gd name="csY91" fmla="*/ 54793 h 127660"/>
              <a:gd name="csX92" fmla="*/ 86837 w 127669"/>
              <a:gd name="csY92" fmla="*/ 53237 h 127660"/>
              <a:gd name="csX93" fmla="*/ 86837 w 127669"/>
              <a:gd name="csY93" fmla="*/ 78044 h 127660"/>
              <a:gd name="csX94" fmla="*/ 78075 w 127669"/>
              <a:gd name="csY94" fmla="*/ 81678 h 127660"/>
              <a:gd name="csX95" fmla="*/ 74434 w 127669"/>
              <a:gd name="csY95" fmla="*/ 90449 h 127660"/>
              <a:gd name="csX96" fmla="*/ 78075 w 127669"/>
              <a:gd name="csY96" fmla="*/ 99220 h 127660"/>
              <a:gd name="csX97" fmla="*/ 86837 w 127669"/>
              <a:gd name="csY97" fmla="*/ 102853 h 127660"/>
              <a:gd name="csX98" fmla="*/ 95616 w 127669"/>
              <a:gd name="csY98" fmla="*/ 99220 h 127660"/>
              <a:gd name="csX99" fmla="*/ 99240 w 127669"/>
              <a:gd name="csY99" fmla="*/ 90449 h 127660"/>
              <a:gd name="csX100" fmla="*/ 95616 w 127669"/>
              <a:gd name="csY100" fmla="*/ 81678 h 127660"/>
              <a:gd name="csX101" fmla="*/ 86837 w 127669"/>
              <a:gd name="csY101" fmla="*/ 78044 h 127660"/>
              <a:gd name="csX102" fmla="*/ 30131 w 127669"/>
              <a:gd name="csY102" fmla="*/ 85133 h 127660"/>
              <a:gd name="csX103" fmla="*/ 26371 w 127669"/>
              <a:gd name="csY103" fmla="*/ 86689 h 127660"/>
              <a:gd name="csX104" fmla="*/ 24806 w 127669"/>
              <a:gd name="csY104" fmla="*/ 90449 h 127660"/>
              <a:gd name="csX105" fmla="*/ 26371 w 127669"/>
              <a:gd name="csY105" fmla="*/ 94208 h 127660"/>
              <a:gd name="csX106" fmla="*/ 30131 w 127669"/>
              <a:gd name="csY106" fmla="*/ 95765 h 127660"/>
              <a:gd name="csX107" fmla="*/ 33891 w 127669"/>
              <a:gd name="csY107" fmla="*/ 94208 h 127660"/>
              <a:gd name="csX108" fmla="*/ 35439 w 127669"/>
              <a:gd name="csY108" fmla="*/ 90449 h 127660"/>
              <a:gd name="csX109" fmla="*/ 33891 w 127669"/>
              <a:gd name="csY109" fmla="*/ 86689 h 127660"/>
              <a:gd name="csX110" fmla="*/ 30131 w 127669"/>
              <a:gd name="csY110" fmla="*/ 85133 h 127660"/>
              <a:gd name="csX111" fmla="*/ 58492 w 127669"/>
              <a:gd name="csY111" fmla="*/ 85133 h 127660"/>
              <a:gd name="csX112" fmla="*/ 54732 w 127669"/>
              <a:gd name="csY112" fmla="*/ 86689 h 127660"/>
              <a:gd name="csX113" fmla="*/ 53167 w 127669"/>
              <a:gd name="csY113" fmla="*/ 90449 h 127660"/>
              <a:gd name="csX114" fmla="*/ 54732 w 127669"/>
              <a:gd name="csY114" fmla="*/ 94208 h 127660"/>
              <a:gd name="csX115" fmla="*/ 58492 w 127669"/>
              <a:gd name="csY115" fmla="*/ 95765 h 127660"/>
              <a:gd name="csX116" fmla="*/ 62253 w 127669"/>
              <a:gd name="csY116" fmla="*/ 94208 h 127660"/>
              <a:gd name="csX117" fmla="*/ 63801 w 127669"/>
              <a:gd name="csY117" fmla="*/ 90449 h 127660"/>
              <a:gd name="csX118" fmla="*/ 62253 w 127669"/>
              <a:gd name="csY118" fmla="*/ 86689 h 127660"/>
              <a:gd name="csX119" fmla="*/ 58492 w 127669"/>
              <a:gd name="csY119" fmla="*/ 85133 h 127660"/>
              <a:gd name="csX120" fmla="*/ 115198 w 127669"/>
              <a:gd name="csY120" fmla="*/ 85133 h 127660"/>
              <a:gd name="csX121" fmla="*/ 111438 w 127669"/>
              <a:gd name="csY121" fmla="*/ 86689 h 127660"/>
              <a:gd name="csX122" fmla="*/ 109873 w 127669"/>
              <a:gd name="csY122" fmla="*/ 90449 h 127660"/>
              <a:gd name="csX123" fmla="*/ 111438 w 127669"/>
              <a:gd name="csY123" fmla="*/ 94208 h 127660"/>
              <a:gd name="csX124" fmla="*/ 115198 w 127669"/>
              <a:gd name="csY124" fmla="*/ 95765 h 127660"/>
              <a:gd name="csX125" fmla="*/ 118958 w 127669"/>
              <a:gd name="csY125" fmla="*/ 94208 h 127660"/>
              <a:gd name="csX126" fmla="*/ 120506 w 127669"/>
              <a:gd name="csY126" fmla="*/ 90449 h 127660"/>
              <a:gd name="csX127" fmla="*/ 118958 w 127669"/>
              <a:gd name="csY127" fmla="*/ 86689 h 127660"/>
              <a:gd name="csX128" fmla="*/ 115198 w 127669"/>
              <a:gd name="csY128" fmla="*/ 85133 h 127660"/>
            </a:gdLst>
            <a:ahLst/>
            <a:cxnLst/>
            <a:rect l="l" t="t" r="r" b="b"/>
            <a:pathLst>
              <a:path w="100000" h="100000">
                <a:moveTo>
                  <a:pt x="4105" y="4"/>
                </a:moveTo>
                <a:cubicBezTo>
                  <a:pt x="2998" y="22"/>
                  <a:pt x="1946" y="476"/>
                  <a:pt x="1173" y="1269"/>
                </a:cubicBezTo>
                <a:cubicBezTo>
                  <a:pt x="414" y="2060"/>
                  <a:pt x="-13" y="3125"/>
                  <a:pt x="0" y="4228"/>
                </a:cubicBezTo>
                <a:lnTo>
                  <a:pt x="0" y="95833"/>
                </a:lnTo>
                <a:cubicBezTo>
                  <a:pt x="0" y="96938"/>
                  <a:pt x="440" y="97997"/>
                  <a:pt x="1226" y="98778"/>
                </a:cubicBezTo>
                <a:cubicBezTo>
                  <a:pt x="1999" y="99559"/>
                  <a:pt x="3066" y="99996"/>
                  <a:pt x="4171" y="99996"/>
                </a:cubicBezTo>
                <a:lnTo>
                  <a:pt x="95789" y="99996"/>
                </a:lnTo>
                <a:cubicBezTo>
                  <a:pt x="96335" y="100005"/>
                  <a:pt x="96882" y="99902"/>
                  <a:pt x="97389" y="99697"/>
                </a:cubicBezTo>
                <a:cubicBezTo>
                  <a:pt x="97908" y="99492"/>
                  <a:pt x="98374" y="99185"/>
                  <a:pt x="98761" y="98799"/>
                </a:cubicBezTo>
                <a:cubicBezTo>
                  <a:pt x="99160" y="98411"/>
                  <a:pt x="99467" y="97949"/>
                  <a:pt x="99680" y="97440"/>
                </a:cubicBezTo>
                <a:cubicBezTo>
                  <a:pt x="99893" y="96931"/>
                  <a:pt x="100000" y="96385"/>
                  <a:pt x="100000" y="95833"/>
                </a:cubicBezTo>
                <a:cubicBezTo>
                  <a:pt x="100000" y="95281"/>
                  <a:pt x="99893" y="94735"/>
                  <a:pt x="99680" y="94226"/>
                </a:cubicBezTo>
                <a:cubicBezTo>
                  <a:pt x="99467" y="93717"/>
                  <a:pt x="99160" y="93255"/>
                  <a:pt x="98761" y="92868"/>
                </a:cubicBezTo>
                <a:cubicBezTo>
                  <a:pt x="98374" y="92480"/>
                  <a:pt x="97908" y="92175"/>
                  <a:pt x="97389" y="91969"/>
                </a:cubicBezTo>
                <a:cubicBezTo>
                  <a:pt x="96882" y="91763"/>
                  <a:pt x="96335" y="91661"/>
                  <a:pt x="95789" y="91669"/>
                </a:cubicBezTo>
                <a:lnTo>
                  <a:pt x="8329" y="91669"/>
                </a:lnTo>
                <a:lnTo>
                  <a:pt x="8329" y="4228"/>
                </a:lnTo>
                <a:cubicBezTo>
                  <a:pt x="8343" y="3671"/>
                  <a:pt x="8236" y="3118"/>
                  <a:pt x="8022" y="2601"/>
                </a:cubicBezTo>
                <a:cubicBezTo>
                  <a:pt x="7809" y="2085"/>
                  <a:pt x="7503" y="1616"/>
                  <a:pt x="7104" y="1222"/>
                </a:cubicBezTo>
                <a:cubicBezTo>
                  <a:pt x="6717" y="828"/>
                  <a:pt x="6251" y="517"/>
                  <a:pt x="5730" y="307"/>
                </a:cubicBezTo>
                <a:cubicBezTo>
                  <a:pt x="5210" y="98"/>
                  <a:pt x="4651" y="-4"/>
                  <a:pt x="4105" y="4"/>
                </a:cubicBezTo>
                <a:close/>
                <a:moveTo>
                  <a:pt x="45815" y="11167"/>
                </a:moveTo>
                <a:cubicBezTo>
                  <a:pt x="43231" y="11167"/>
                  <a:pt x="40766" y="12192"/>
                  <a:pt x="38940" y="14013"/>
                </a:cubicBezTo>
                <a:cubicBezTo>
                  <a:pt x="37114" y="15836"/>
                  <a:pt x="36088" y="18306"/>
                  <a:pt x="36088" y="20883"/>
                </a:cubicBezTo>
                <a:cubicBezTo>
                  <a:pt x="36088" y="23460"/>
                  <a:pt x="37114" y="25932"/>
                  <a:pt x="38940" y="27753"/>
                </a:cubicBezTo>
                <a:cubicBezTo>
                  <a:pt x="40766" y="29576"/>
                  <a:pt x="43231" y="30599"/>
                  <a:pt x="45815" y="30599"/>
                </a:cubicBezTo>
                <a:cubicBezTo>
                  <a:pt x="48388" y="30599"/>
                  <a:pt x="50853" y="29576"/>
                  <a:pt x="52678" y="27753"/>
                </a:cubicBezTo>
                <a:cubicBezTo>
                  <a:pt x="54504" y="25932"/>
                  <a:pt x="55530" y="23460"/>
                  <a:pt x="55530" y="20883"/>
                </a:cubicBezTo>
                <a:cubicBezTo>
                  <a:pt x="55530" y="18306"/>
                  <a:pt x="54504" y="15836"/>
                  <a:pt x="52678" y="14013"/>
                </a:cubicBezTo>
                <a:cubicBezTo>
                  <a:pt x="50853" y="12192"/>
                  <a:pt x="48388" y="11167"/>
                  <a:pt x="45815" y="11167"/>
                </a:cubicBezTo>
                <a:close/>
                <a:moveTo>
                  <a:pt x="23601" y="16719"/>
                </a:moveTo>
                <a:cubicBezTo>
                  <a:pt x="22495" y="16719"/>
                  <a:pt x="21429" y="17158"/>
                  <a:pt x="20656" y="17939"/>
                </a:cubicBezTo>
                <a:cubicBezTo>
                  <a:pt x="19869" y="18719"/>
                  <a:pt x="19430" y="19779"/>
                  <a:pt x="19430" y="20883"/>
                </a:cubicBezTo>
                <a:cubicBezTo>
                  <a:pt x="19430" y="21988"/>
                  <a:pt x="19869" y="23047"/>
                  <a:pt x="20656" y="23828"/>
                </a:cubicBezTo>
                <a:cubicBezTo>
                  <a:pt x="21429" y="24609"/>
                  <a:pt x="22495" y="25047"/>
                  <a:pt x="23601" y="25047"/>
                </a:cubicBezTo>
                <a:cubicBezTo>
                  <a:pt x="24707" y="25047"/>
                  <a:pt x="25760" y="24609"/>
                  <a:pt x="26546" y="23828"/>
                </a:cubicBezTo>
                <a:cubicBezTo>
                  <a:pt x="27319" y="23047"/>
                  <a:pt x="27759" y="21988"/>
                  <a:pt x="27759" y="20883"/>
                </a:cubicBezTo>
                <a:cubicBezTo>
                  <a:pt x="27759" y="19779"/>
                  <a:pt x="27319" y="18719"/>
                  <a:pt x="26546" y="17939"/>
                </a:cubicBezTo>
                <a:cubicBezTo>
                  <a:pt x="25760" y="17158"/>
                  <a:pt x="24707" y="16719"/>
                  <a:pt x="23601" y="16719"/>
                </a:cubicBezTo>
                <a:close/>
                <a:moveTo>
                  <a:pt x="68017" y="16719"/>
                </a:moveTo>
                <a:cubicBezTo>
                  <a:pt x="66911" y="16719"/>
                  <a:pt x="65859" y="17158"/>
                  <a:pt x="65072" y="17939"/>
                </a:cubicBezTo>
                <a:cubicBezTo>
                  <a:pt x="64299" y="18719"/>
                  <a:pt x="63860" y="19779"/>
                  <a:pt x="63860" y="20883"/>
                </a:cubicBezTo>
                <a:cubicBezTo>
                  <a:pt x="63860" y="21988"/>
                  <a:pt x="64299" y="23047"/>
                  <a:pt x="65072" y="23828"/>
                </a:cubicBezTo>
                <a:cubicBezTo>
                  <a:pt x="65859" y="24609"/>
                  <a:pt x="66911" y="25047"/>
                  <a:pt x="68017" y="25047"/>
                </a:cubicBezTo>
                <a:cubicBezTo>
                  <a:pt x="69123" y="25047"/>
                  <a:pt x="70189" y="24609"/>
                  <a:pt x="70962" y="23828"/>
                </a:cubicBezTo>
                <a:cubicBezTo>
                  <a:pt x="71749" y="23047"/>
                  <a:pt x="72188" y="21988"/>
                  <a:pt x="72188" y="20883"/>
                </a:cubicBezTo>
                <a:cubicBezTo>
                  <a:pt x="72188" y="19779"/>
                  <a:pt x="71749" y="18719"/>
                  <a:pt x="70962" y="17939"/>
                </a:cubicBezTo>
                <a:cubicBezTo>
                  <a:pt x="70189" y="17158"/>
                  <a:pt x="69123" y="16719"/>
                  <a:pt x="68017" y="16719"/>
                </a:cubicBezTo>
                <a:close/>
                <a:moveTo>
                  <a:pt x="90232" y="16719"/>
                </a:moveTo>
                <a:cubicBezTo>
                  <a:pt x="89126" y="16719"/>
                  <a:pt x="88060" y="17158"/>
                  <a:pt x="87287" y="17939"/>
                </a:cubicBezTo>
                <a:cubicBezTo>
                  <a:pt x="86500" y="18719"/>
                  <a:pt x="86061" y="19779"/>
                  <a:pt x="86061" y="20883"/>
                </a:cubicBezTo>
                <a:cubicBezTo>
                  <a:pt x="86061" y="21988"/>
                  <a:pt x="86500" y="23047"/>
                  <a:pt x="87287" y="23828"/>
                </a:cubicBezTo>
                <a:cubicBezTo>
                  <a:pt x="88060" y="24609"/>
                  <a:pt x="89126" y="25047"/>
                  <a:pt x="90232" y="25047"/>
                </a:cubicBezTo>
                <a:cubicBezTo>
                  <a:pt x="91338" y="25047"/>
                  <a:pt x="92390" y="24609"/>
                  <a:pt x="93177" y="23828"/>
                </a:cubicBezTo>
                <a:cubicBezTo>
                  <a:pt x="93950" y="23047"/>
                  <a:pt x="94389" y="21988"/>
                  <a:pt x="94389" y="20883"/>
                </a:cubicBezTo>
                <a:cubicBezTo>
                  <a:pt x="94389" y="19779"/>
                  <a:pt x="93950" y="18719"/>
                  <a:pt x="93177" y="17939"/>
                </a:cubicBezTo>
                <a:cubicBezTo>
                  <a:pt x="92390" y="17158"/>
                  <a:pt x="91338" y="16719"/>
                  <a:pt x="90232" y="16719"/>
                </a:cubicBezTo>
                <a:close/>
                <a:moveTo>
                  <a:pt x="90232" y="36150"/>
                </a:moveTo>
                <a:cubicBezTo>
                  <a:pt x="87647" y="36150"/>
                  <a:pt x="85181" y="37175"/>
                  <a:pt x="83355" y="38997"/>
                </a:cubicBezTo>
                <a:cubicBezTo>
                  <a:pt x="81543" y="40819"/>
                  <a:pt x="80517" y="43290"/>
                  <a:pt x="80517" y="45867"/>
                </a:cubicBezTo>
                <a:cubicBezTo>
                  <a:pt x="80517" y="48444"/>
                  <a:pt x="81543" y="50915"/>
                  <a:pt x="83355" y="52737"/>
                </a:cubicBezTo>
                <a:cubicBezTo>
                  <a:pt x="85181" y="54559"/>
                  <a:pt x="87647" y="55582"/>
                  <a:pt x="90232" y="55582"/>
                </a:cubicBezTo>
                <a:cubicBezTo>
                  <a:pt x="92804" y="55582"/>
                  <a:pt x="95282" y="54559"/>
                  <a:pt x="97095" y="52737"/>
                </a:cubicBezTo>
                <a:cubicBezTo>
                  <a:pt x="98921" y="50915"/>
                  <a:pt x="99947" y="48444"/>
                  <a:pt x="99947" y="45867"/>
                </a:cubicBezTo>
                <a:cubicBezTo>
                  <a:pt x="99947" y="43290"/>
                  <a:pt x="98921" y="40819"/>
                  <a:pt x="97095" y="38997"/>
                </a:cubicBezTo>
                <a:cubicBezTo>
                  <a:pt x="95282" y="37175"/>
                  <a:pt x="92804" y="36150"/>
                  <a:pt x="90232" y="36150"/>
                </a:cubicBezTo>
                <a:close/>
                <a:moveTo>
                  <a:pt x="23601" y="41703"/>
                </a:moveTo>
                <a:cubicBezTo>
                  <a:pt x="22495" y="41703"/>
                  <a:pt x="21429" y="42141"/>
                  <a:pt x="20656" y="42922"/>
                </a:cubicBezTo>
                <a:cubicBezTo>
                  <a:pt x="19869" y="43702"/>
                  <a:pt x="19430" y="44762"/>
                  <a:pt x="19430" y="45867"/>
                </a:cubicBezTo>
                <a:cubicBezTo>
                  <a:pt x="19430" y="46971"/>
                  <a:pt x="19869" y="48030"/>
                  <a:pt x="20656" y="48811"/>
                </a:cubicBezTo>
                <a:cubicBezTo>
                  <a:pt x="21429" y="49592"/>
                  <a:pt x="22495" y="50031"/>
                  <a:pt x="23601" y="50031"/>
                </a:cubicBezTo>
                <a:cubicBezTo>
                  <a:pt x="24707" y="50031"/>
                  <a:pt x="25760" y="49592"/>
                  <a:pt x="26546" y="48811"/>
                </a:cubicBezTo>
                <a:cubicBezTo>
                  <a:pt x="27319" y="48030"/>
                  <a:pt x="27759" y="46971"/>
                  <a:pt x="27759" y="45867"/>
                </a:cubicBezTo>
                <a:cubicBezTo>
                  <a:pt x="27759" y="44762"/>
                  <a:pt x="27319" y="43702"/>
                  <a:pt x="26546" y="42922"/>
                </a:cubicBezTo>
                <a:cubicBezTo>
                  <a:pt x="25760" y="42141"/>
                  <a:pt x="24707" y="41703"/>
                  <a:pt x="23601" y="41703"/>
                </a:cubicBezTo>
                <a:close/>
                <a:moveTo>
                  <a:pt x="45815" y="41703"/>
                </a:moveTo>
                <a:cubicBezTo>
                  <a:pt x="44709" y="41703"/>
                  <a:pt x="43643" y="42141"/>
                  <a:pt x="42870" y="42922"/>
                </a:cubicBezTo>
                <a:cubicBezTo>
                  <a:pt x="42085" y="43702"/>
                  <a:pt x="41644" y="44762"/>
                  <a:pt x="41644" y="45867"/>
                </a:cubicBezTo>
                <a:cubicBezTo>
                  <a:pt x="41644" y="46971"/>
                  <a:pt x="42085" y="48030"/>
                  <a:pt x="42870" y="48811"/>
                </a:cubicBezTo>
                <a:cubicBezTo>
                  <a:pt x="43643" y="49592"/>
                  <a:pt x="44709" y="50031"/>
                  <a:pt x="45815" y="50031"/>
                </a:cubicBezTo>
                <a:cubicBezTo>
                  <a:pt x="46909" y="50031"/>
                  <a:pt x="47975" y="49592"/>
                  <a:pt x="48761" y="48811"/>
                </a:cubicBezTo>
                <a:cubicBezTo>
                  <a:pt x="49534" y="48030"/>
                  <a:pt x="49974" y="46971"/>
                  <a:pt x="49974" y="45867"/>
                </a:cubicBezTo>
                <a:cubicBezTo>
                  <a:pt x="49974" y="44762"/>
                  <a:pt x="49534" y="43702"/>
                  <a:pt x="48761" y="42922"/>
                </a:cubicBezTo>
                <a:cubicBezTo>
                  <a:pt x="47975" y="42141"/>
                  <a:pt x="46909" y="41703"/>
                  <a:pt x="45815" y="41703"/>
                </a:cubicBezTo>
                <a:close/>
                <a:moveTo>
                  <a:pt x="68017" y="41703"/>
                </a:moveTo>
                <a:cubicBezTo>
                  <a:pt x="66911" y="41703"/>
                  <a:pt x="65859" y="42141"/>
                  <a:pt x="65072" y="42922"/>
                </a:cubicBezTo>
                <a:cubicBezTo>
                  <a:pt x="64299" y="43702"/>
                  <a:pt x="63860" y="44762"/>
                  <a:pt x="63860" y="45867"/>
                </a:cubicBezTo>
                <a:cubicBezTo>
                  <a:pt x="63860" y="46971"/>
                  <a:pt x="64299" y="48030"/>
                  <a:pt x="65072" y="48811"/>
                </a:cubicBezTo>
                <a:cubicBezTo>
                  <a:pt x="65859" y="49592"/>
                  <a:pt x="66911" y="50031"/>
                  <a:pt x="68017" y="50031"/>
                </a:cubicBezTo>
                <a:cubicBezTo>
                  <a:pt x="69123" y="50031"/>
                  <a:pt x="70189" y="49592"/>
                  <a:pt x="70962" y="48811"/>
                </a:cubicBezTo>
                <a:cubicBezTo>
                  <a:pt x="71749" y="48030"/>
                  <a:pt x="72188" y="46971"/>
                  <a:pt x="72188" y="45867"/>
                </a:cubicBezTo>
                <a:cubicBezTo>
                  <a:pt x="72188" y="44762"/>
                  <a:pt x="71749" y="43702"/>
                  <a:pt x="70962" y="42922"/>
                </a:cubicBezTo>
                <a:cubicBezTo>
                  <a:pt x="70189" y="42141"/>
                  <a:pt x="69123" y="41703"/>
                  <a:pt x="68017" y="41703"/>
                </a:cubicBezTo>
                <a:close/>
                <a:moveTo>
                  <a:pt x="68017" y="61133"/>
                </a:moveTo>
                <a:cubicBezTo>
                  <a:pt x="65445" y="61133"/>
                  <a:pt x="62967" y="62158"/>
                  <a:pt x="61154" y="63980"/>
                </a:cubicBezTo>
                <a:cubicBezTo>
                  <a:pt x="59328" y="65803"/>
                  <a:pt x="58302" y="68273"/>
                  <a:pt x="58302" y="70850"/>
                </a:cubicBezTo>
                <a:cubicBezTo>
                  <a:pt x="58302" y="73427"/>
                  <a:pt x="59328" y="75898"/>
                  <a:pt x="61154" y="77720"/>
                </a:cubicBezTo>
                <a:cubicBezTo>
                  <a:pt x="62967" y="79543"/>
                  <a:pt x="65445" y="80566"/>
                  <a:pt x="68017" y="80566"/>
                </a:cubicBezTo>
                <a:cubicBezTo>
                  <a:pt x="70602" y="80566"/>
                  <a:pt x="73068" y="79543"/>
                  <a:pt x="74894" y="77720"/>
                </a:cubicBezTo>
                <a:cubicBezTo>
                  <a:pt x="76719" y="75898"/>
                  <a:pt x="77732" y="73427"/>
                  <a:pt x="77732" y="70850"/>
                </a:cubicBezTo>
                <a:cubicBezTo>
                  <a:pt x="77732" y="68273"/>
                  <a:pt x="76719" y="65803"/>
                  <a:pt x="74894" y="63980"/>
                </a:cubicBezTo>
                <a:cubicBezTo>
                  <a:pt x="73068" y="62158"/>
                  <a:pt x="70602" y="61133"/>
                  <a:pt x="68017" y="61133"/>
                </a:cubicBezTo>
                <a:close/>
                <a:moveTo>
                  <a:pt x="23601" y="66686"/>
                </a:moveTo>
                <a:cubicBezTo>
                  <a:pt x="22495" y="66686"/>
                  <a:pt x="21429" y="67124"/>
                  <a:pt x="20656" y="67905"/>
                </a:cubicBezTo>
                <a:cubicBezTo>
                  <a:pt x="19869" y="68686"/>
                  <a:pt x="19430" y="69745"/>
                  <a:pt x="19430" y="70850"/>
                </a:cubicBezTo>
                <a:cubicBezTo>
                  <a:pt x="19430" y="71954"/>
                  <a:pt x="19869" y="73013"/>
                  <a:pt x="20656" y="73794"/>
                </a:cubicBezTo>
                <a:cubicBezTo>
                  <a:pt x="21429" y="74575"/>
                  <a:pt x="22495" y="75014"/>
                  <a:pt x="23601" y="75014"/>
                </a:cubicBezTo>
                <a:cubicBezTo>
                  <a:pt x="24707" y="75014"/>
                  <a:pt x="25760" y="74575"/>
                  <a:pt x="26546" y="73794"/>
                </a:cubicBezTo>
                <a:cubicBezTo>
                  <a:pt x="27319" y="73013"/>
                  <a:pt x="27759" y="71954"/>
                  <a:pt x="27759" y="70850"/>
                </a:cubicBezTo>
                <a:cubicBezTo>
                  <a:pt x="27759" y="69745"/>
                  <a:pt x="27319" y="68686"/>
                  <a:pt x="26546" y="67905"/>
                </a:cubicBezTo>
                <a:cubicBezTo>
                  <a:pt x="25760" y="67124"/>
                  <a:pt x="24707" y="66686"/>
                  <a:pt x="23601" y="66686"/>
                </a:cubicBezTo>
                <a:close/>
                <a:moveTo>
                  <a:pt x="45815" y="66686"/>
                </a:moveTo>
                <a:cubicBezTo>
                  <a:pt x="44709" y="66686"/>
                  <a:pt x="43643" y="67124"/>
                  <a:pt x="42870" y="67905"/>
                </a:cubicBezTo>
                <a:cubicBezTo>
                  <a:pt x="42085" y="68686"/>
                  <a:pt x="41644" y="69745"/>
                  <a:pt x="41644" y="70850"/>
                </a:cubicBezTo>
                <a:cubicBezTo>
                  <a:pt x="41644" y="71954"/>
                  <a:pt x="42085" y="73013"/>
                  <a:pt x="42870" y="73794"/>
                </a:cubicBezTo>
                <a:cubicBezTo>
                  <a:pt x="43643" y="74575"/>
                  <a:pt x="44709" y="75014"/>
                  <a:pt x="45815" y="75014"/>
                </a:cubicBezTo>
                <a:cubicBezTo>
                  <a:pt x="46909" y="75014"/>
                  <a:pt x="47975" y="74575"/>
                  <a:pt x="48761" y="73794"/>
                </a:cubicBezTo>
                <a:cubicBezTo>
                  <a:pt x="49534" y="73013"/>
                  <a:pt x="49974" y="71954"/>
                  <a:pt x="49974" y="70850"/>
                </a:cubicBezTo>
                <a:cubicBezTo>
                  <a:pt x="49974" y="69745"/>
                  <a:pt x="49534" y="68686"/>
                  <a:pt x="48761" y="67905"/>
                </a:cubicBezTo>
                <a:cubicBezTo>
                  <a:pt x="47975" y="67124"/>
                  <a:pt x="46909" y="66686"/>
                  <a:pt x="45815" y="66686"/>
                </a:cubicBezTo>
                <a:close/>
                <a:moveTo>
                  <a:pt x="90232" y="66686"/>
                </a:moveTo>
                <a:cubicBezTo>
                  <a:pt x="89126" y="66686"/>
                  <a:pt x="88060" y="67124"/>
                  <a:pt x="87287" y="67905"/>
                </a:cubicBezTo>
                <a:cubicBezTo>
                  <a:pt x="86500" y="68686"/>
                  <a:pt x="86061" y="69745"/>
                  <a:pt x="86061" y="70850"/>
                </a:cubicBezTo>
                <a:cubicBezTo>
                  <a:pt x="86061" y="71954"/>
                  <a:pt x="86500" y="73013"/>
                  <a:pt x="87287" y="73794"/>
                </a:cubicBezTo>
                <a:cubicBezTo>
                  <a:pt x="88060" y="74575"/>
                  <a:pt x="89126" y="75014"/>
                  <a:pt x="90232" y="75014"/>
                </a:cubicBezTo>
                <a:cubicBezTo>
                  <a:pt x="91338" y="75014"/>
                  <a:pt x="92390" y="74575"/>
                  <a:pt x="93177" y="73794"/>
                </a:cubicBezTo>
                <a:cubicBezTo>
                  <a:pt x="93950" y="73013"/>
                  <a:pt x="94389" y="71954"/>
                  <a:pt x="94389" y="70850"/>
                </a:cubicBezTo>
                <a:cubicBezTo>
                  <a:pt x="94389" y="69745"/>
                  <a:pt x="93950" y="68686"/>
                  <a:pt x="93177" y="67905"/>
                </a:cubicBezTo>
                <a:cubicBezTo>
                  <a:pt x="92390" y="67124"/>
                  <a:pt x="91338" y="66686"/>
                  <a:pt x="90232" y="6668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3" name="Белый — SVG 33">
            <a:extLst>
              <a:ext uri="{FF2B5EF4-FFF2-40B4-BE49-F238E27FC236}">
                <a16:creationId xmlns:a16="http://schemas.microsoft.com/office/drawing/2014/main" id="{EEA2AAF4-7230-3A4E-BDFF-76AF18994498}"/>
              </a:ext>
            </a:extLst>
          </p:cNvPr>
          <p:cNvSpPr>
            <a:spLocks noGrp="1"/>
          </p:cNvSpPr>
          <p:nvPr/>
        </p:nvSpPr>
        <p:spPr>
          <a:xfrm>
            <a:off x="8820000" y="5010000"/>
            <a:ext cx="220000" cy="220000"/>
          </a:xfrm>
          <a:custGeom>
            <a:avLst/>
            <a:gdLst>
              <a:gd name="csX0" fmla="*/ 15942 w 116967"/>
              <a:gd name="csY0" fmla="*/ 0 h 141759"/>
              <a:gd name="csX1" fmla="*/ 0 w 116967"/>
              <a:gd name="csY1" fmla="*/ 15948 h 141759"/>
              <a:gd name="csX2" fmla="*/ 0 w 116967"/>
              <a:gd name="csY2" fmla="*/ 67336 h 141759"/>
              <a:gd name="csX3" fmla="*/ 3539 w 116967"/>
              <a:gd name="csY3" fmla="*/ 70880 h 141759"/>
              <a:gd name="csX4" fmla="*/ 113428 w 116967"/>
              <a:gd name="csY4" fmla="*/ 70880 h 141759"/>
              <a:gd name="csX5" fmla="*/ 116967 w 116967"/>
              <a:gd name="csY5" fmla="*/ 67336 h 141759"/>
              <a:gd name="csX6" fmla="*/ 116967 w 116967"/>
              <a:gd name="csY6" fmla="*/ 56704 h 141759"/>
              <a:gd name="csX7" fmla="*/ 76203 w 116967"/>
              <a:gd name="csY7" fmla="*/ 56704 h 141759"/>
              <a:gd name="csX8" fmla="*/ 60261 w 116967"/>
              <a:gd name="csY8" fmla="*/ 40756 h 141759"/>
              <a:gd name="csX9" fmla="*/ 60261 w 116967"/>
              <a:gd name="csY9" fmla="*/ 0 h 141759"/>
              <a:gd name="csX10" fmla="*/ 15942 w 116967"/>
              <a:gd name="csY10" fmla="*/ 0 h 141759"/>
              <a:gd name="csX11" fmla="*/ 70895 w 116967"/>
              <a:gd name="csY11" fmla="*/ 3115 h 141759"/>
              <a:gd name="csX12" fmla="*/ 70895 w 116967"/>
              <a:gd name="csY12" fmla="*/ 40756 h 141759"/>
              <a:gd name="csX13" fmla="*/ 76203 w 116967"/>
              <a:gd name="csY13" fmla="*/ 46072 h 141759"/>
              <a:gd name="csX14" fmla="*/ 113854 w 116967"/>
              <a:gd name="csY14" fmla="*/ 46072 h 141759"/>
              <a:gd name="csX15" fmla="*/ 70895 w 116967"/>
              <a:gd name="csY15" fmla="*/ 3115 h 141759"/>
              <a:gd name="csX16" fmla="*/ 3539 w 116967"/>
              <a:gd name="csY16" fmla="*/ 77968 h 141759"/>
              <a:gd name="csX17" fmla="*/ 0 w 116967"/>
              <a:gd name="csY17" fmla="*/ 81512 h 141759"/>
              <a:gd name="csX18" fmla="*/ 0 w 116967"/>
              <a:gd name="csY18" fmla="*/ 85056 h 141759"/>
              <a:gd name="csX19" fmla="*/ 3539 w 116967"/>
              <a:gd name="csY19" fmla="*/ 88599 h 141759"/>
              <a:gd name="csX20" fmla="*/ 7094 w 116967"/>
              <a:gd name="csY20" fmla="*/ 88599 h 141759"/>
              <a:gd name="csX21" fmla="*/ 10633 w 116967"/>
              <a:gd name="csY21" fmla="*/ 85056 h 141759"/>
              <a:gd name="csX22" fmla="*/ 10633 w 116967"/>
              <a:gd name="csY22" fmla="*/ 81512 h 141759"/>
              <a:gd name="csX23" fmla="*/ 7094 w 116967"/>
              <a:gd name="csY23" fmla="*/ 77968 h 141759"/>
              <a:gd name="csX24" fmla="*/ 3539 w 116967"/>
              <a:gd name="csY24" fmla="*/ 77968 h 141759"/>
              <a:gd name="csX25" fmla="*/ 24806 w 116967"/>
              <a:gd name="csY25" fmla="*/ 77968 h 141759"/>
              <a:gd name="csX26" fmla="*/ 21267 w 116967"/>
              <a:gd name="csY26" fmla="*/ 81512 h 141759"/>
              <a:gd name="csX27" fmla="*/ 21267 w 116967"/>
              <a:gd name="csY27" fmla="*/ 85056 h 141759"/>
              <a:gd name="csX28" fmla="*/ 24806 w 116967"/>
              <a:gd name="csY28" fmla="*/ 88599 h 141759"/>
              <a:gd name="csX29" fmla="*/ 28361 w 116967"/>
              <a:gd name="csY29" fmla="*/ 88599 h 141759"/>
              <a:gd name="csX30" fmla="*/ 31900 w 116967"/>
              <a:gd name="csY30" fmla="*/ 85056 h 141759"/>
              <a:gd name="csX31" fmla="*/ 31900 w 116967"/>
              <a:gd name="csY31" fmla="*/ 81512 h 141759"/>
              <a:gd name="csX32" fmla="*/ 28361 w 116967"/>
              <a:gd name="csY32" fmla="*/ 77968 h 141759"/>
              <a:gd name="csX33" fmla="*/ 24806 w 116967"/>
              <a:gd name="csY33" fmla="*/ 77968 h 141759"/>
              <a:gd name="csX34" fmla="*/ 46072 w 116967"/>
              <a:gd name="csY34" fmla="*/ 77968 h 141759"/>
              <a:gd name="csX35" fmla="*/ 42534 w 116967"/>
              <a:gd name="csY35" fmla="*/ 81512 h 141759"/>
              <a:gd name="csX36" fmla="*/ 42534 w 116967"/>
              <a:gd name="csY36" fmla="*/ 85056 h 141759"/>
              <a:gd name="csX37" fmla="*/ 46072 w 116967"/>
              <a:gd name="csY37" fmla="*/ 88599 h 141759"/>
              <a:gd name="csX38" fmla="*/ 49628 w 116967"/>
              <a:gd name="csY38" fmla="*/ 88599 h 141759"/>
              <a:gd name="csX39" fmla="*/ 53167 w 116967"/>
              <a:gd name="csY39" fmla="*/ 85056 h 141759"/>
              <a:gd name="csX40" fmla="*/ 53167 w 116967"/>
              <a:gd name="csY40" fmla="*/ 81512 h 141759"/>
              <a:gd name="csX41" fmla="*/ 49628 w 116967"/>
              <a:gd name="csY41" fmla="*/ 77968 h 141759"/>
              <a:gd name="csX42" fmla="*/ 46072 w 116967"/>
              <a:gd name="csY42" fmla="*/ 77968 h 141759"/>
              <a:gd name="csX43" fmla="*/ 67339 w 116967"/>
              <a:gd name="csY43" fmla="*/ 77968 h 141759"/>
              <a:gd name="csX44" fmla="*/ 63800 w 116967"/>
              <a:gd name="csY44" fmla="*/ 81512 h 141759"/>
              <a:gd name="csX45" fmla="*/ 63800 w 116967"/>
              <a:gd name="csY45" fmla="*/ 85056 h 141759"/>
              <a:gd name="csX46" fmla="*/ 67339 w 116967"/>
              <a:gd name="csY46" fmla="*/ 88599 h 141759"/>
              <a:gd name="csX47" fmla="*/ 70895 w 116967"/>
              <a:gd name="csY47" fmla="*/ 88599 h 141759"/>
              <a:gd name="csX48" fmla="*/ 74434 w 116967"/>
              <a:gd name="csY48" fmla="*/ 85056 h 141759"/>
              <a:gd name="csX49" fmla="*/ 74434 w 116967"/>
              <a:gd name="csY49" fmla="*/ 81512 h 141759"/>
              <a:gd name="csX50" fmla="*/ 70895 w 116967"/>
              <a:gd name="csY50" fmla="*/ 77968 h 141759"/>
              <a:gd name="csX51" fmla="*/ 67339 w 116967"/>
              <a:gd name="csY51" fmla="*/ 77968 h 141759"/>
              <a:gd name="csX52" fmla="*/ 88606 w 116967"/>
              <a:gd name="csY52" fmla="*/ 77968 h 141759"/>
              <a:gd name="csX53" fmla="*/ 85067 w 116967"/>
              <a:gd name="csY53" fmla="*/ 81512 h 141759"/>
              <a:gd name="csX54" fmla="*/ 85067 w 116967"/>
              <a:gd name="csY54" fmla="*/ 85056 h 141759"/>
              <a:gd name="csX55" fmla="*/ 88606 w 116967"/>
              <a:gd name="csY55" fmla="*/ 88599 h 141759"/>
              <a:gd name="csX56" fmla="*/ 92162 w 116967"/>
              <a:gd name="csY56" fmla="*/ 88599 h 141759"/>
              <a:gd name="csX57" fmla="*/ 95700 w 116967"/>
              <a:gd name="csY57" fmla="*/ 85056 h 141759"/>
              <a:gd name="csX58" fmla="*/ 95700 w 116967"/>
              <a:gd name="csY58" fmla="*/ 81512 h 141759"/>
              <a:gd name="csX59" fmla="*/ 92162 w 116967"/>
              <a:gd name="csY59" fmla="*/ 77968 h 141759"/>
              <a:gd name="csX60" fmla="*/ 88606 w 116967"/>
              <a:gd name="csY60" fmla="*/ 77968 h 141759"/>
              <a:gd name="csX61" fmla="*/ 109873 w 116967"/>
              <a:gd name="csY61" fmla="*/ 77968 h 141759"/>
              <a:gd name="csX62" fmla="*/ 106334 w 116967"/>
              <a:gd name="csY62" fmla="*/ 81512 h 141759"/>
              <a:gd name="csX63" fmla="*/ 106334 w 116967"/>
              <a:gd name="csY63" fmla="*/ 85056 h 141759"/>
              <a:gd name="csX64" fmla="*/ 109873 w 116967"/>
              <a:gd name="csY64" fmla="*/ 88599 h 141759"/>
              <a:gd name="csX65" fmla="*/ 113428 w 116967"/>
              <a:gd name="csY65" fmla="*/ 88599 h 141759"/>
              <a:gd name="csX66" fmla="*/ 116967 w 116967"/>
              <a:gd name="csY66" fmla="*/ 85056 h 141759"/>
              <a:gd name="csX67" fmla="*/ 116967 w 116967"/>
              <a:gd name="csY67" fmla="*/ 81512 h 141759"/>
              <a:gd name="csX68" fmla="*/ 113428 w 116967"/>
              <a:gd name="csY68" fmla="*/ 77968 h 141759"/>
              <a:gd name="csX69" fmla="*/ 109873 w 116967"/>
              <a:gd name="csY69" fmla="*/ 77968 h 141759"/>
              <a:gd name="csX70" fmla="*/ 14172 w 116967"/>
              <a:gd name="csY70" fmla="*/ 88599 h 141759"/>
              <a:gd name="csX71" fmla="*/ 10633 w 116967"/>
              <a:gd name="csY71" fmla="*/ 92144 h 141759"/>
              <a:gd name="csX72" fmla="*/ 10633 w 116967"/>
              <a:gd name="csY72" fmla="*/ 95687 h 141759"/>
              <a:gd name="csX73" fmla="*/ 14172 w 116967"/>
              <a:gd name="csY73" fmla="*/ 99231 h 141759"/>
              <a:gd name="csX74" fmla="*/ 17728 w 116967"/>
              <a:gd name="csY74" fmla="*/ 99231 h 141759"/>
              <a:gd name="csX75" fmla="*/ 21267 w 116967"/>
              <a:gd name="csY75" fmla="*/ 95687 h 141759"/>
              <a:gd name="csX76" fmla="*/ 21267 w 116967"/>
              <a:gd name="csY76" fmla="*/ 92144 h 141759"/>
              <a:gd name="csX77" fmla="*/ 17728 w 116967"/>
              <a:gd name="csY77" fmla="*/ 88599 h 141759"/>
              <a:gd name="csX78" fmla="*/ 14172 w 116967"/>
              <a:gd name="csY78" fmla="*/ 88599 h 141759"/>
              <a:gd name="csX79" fmla="*/ 35439 w 116967"/>
              <a:gd name="csY79" fmla="*/ 88599 h 141759"/>
              <a:gd name="csX80" fmla="*/ 31900 w 116967"/>
              <a:gd name="csY80" fmla="*/ 92144 h 141759"/>
              <a:gd name="csX81" fmla="*/ 31900 w 116967"/>
              <a:gd name="csY81" fmla="*/ 95687 h 141759"/>
              <a:gd name="csX82" fmla="*/ 35439 w 116967"/>
              <a:gd name="csY82" fmla="*/ 99231 h 141759"/>
              <a:gd name="csX83" fmla="*/ 38995 w 116967"/>
              <a:gd name="csY83" fmla="*/ 99231 h 141759"/>
              <a:gd name="csX84" fmla="*/ 42534 w 116967"/>
              <a:gd name="csY84" fmla="*/ 95687 h 141759"/>
              <a:gd name="csX85" fmla="*/ 42534 w 116967"/>
              <a:gd name="csY85" fmla="*/ 92144 h 141759"/>
              <a:gd name="csX86" fmla="*/ 38995 w 116967"/>
              <a:gd name="csY86" fmla="*/ 88599 h 141759"/>
              <a:gd name="csX87" fmla="*/ 35439 w 116967"/>
              <a:gd name="csY87" fmla="*/ 88599 h 141759"/>
              <a:gd name="csX88" fmla="*/ 56706 w 116967"/>
              <a:gd name="csY88" fmla="*/ 88599 h 141759"/>
              <a:gd name="csX89" fmla="*/ 53167 w 116967"/>
              <a:gd name="csY89" fmla="*/ 92144 h 141759"/>
              <a:gd name="csX90" fmla="*/ 53167 w 116967"/>
              <a:gd name="csY90" fmla="*/ 95687 h 141759"/>
              <a:gd name="csX91" fmla="*/ 56706 w 116967"/>
              <a:gd name="csY91" fmla="*/ 99231 h 141759"/>
              <a:gd name="csX92" fmla="*/ 60261 w 116967"/>
              <a:gd name="csY92" fmla="*/ 99231 h 141759"/>
              <a:gd name="csX93" fmla="*/ 63800 w 116967"/>
              <a:gd name="csY93" fmla="*/ 95687 h 141759"/>
              <a:gd name="csX94" fmla="*/ 63800 w 116967"/>
              <a:gd name="csY94" fmla="*/ 92144 h 141759"/>
              <a:gd name="csX95" fmla="*/ 60261 w 116967"/>
              <a:gd name="csY95" fmla="*/ 88599 h 141759"/>
              <a:gd name="csX96" fmla="*/ 56706 w 116967"/>
              <a:gd name="csY96" fmla="*/ 88599 h 141759"/>
              <a:gd name="csX97" fmla="*/ 77973 w 116967"/>
              <a:gd name="csY97" fmla="*/ 88599 h 141759"/>
              <a:gd name="csX98" fmla="*/ 74434 w 116967"/>
              <a:gd name="csY98" fmla="*/ 92144 h 141759"/>
              <a:gd name="csX99" fmla="*/ 74434 w 116967"/>
              <a:gd name="csY99" fmla="*/ 95687 h 141759"/>
              <a:gd name="csX100" fmla="*/ 77973 w 116967"/>
              <a:gd name="csY100" fmla="*/ 99231 h 141759"/>
              <a:gd name="csX101" fmla="*/ 81528 w 116967"/>
              <a:gd name="csY101" fmla="*/ 99231 h 141759"/>
              <a:gd name="csX102" fmla="*/ 85067 w 116967"/>
              <a:gd name="csY102" fmla="*/ 95687 h 141759"/>
              <a:gd name="csX103" fmla="*/ 85067 w 116967"/>
              <a:gd name="csY103" fmla="*/ 92144 h 141759"/>
              <a:gd name="csX104" fmla="*/ 81528 w 116967"/>
              <a:gd name="csY104" fmla="*/ 88599 h 141759"/>
              <a:gd name="csX105" fmla="*/ 77973 w 116967"/>
              <a:gd name="csY105" fmla="*/ 88599 h 141759"/>
              <a:gd name="csX106" fmla="*/ 99239 w 116967"/>
              <a:gd name="csY106" fmla="*/ 88599 h 141759"/>
              <a:gd name="csX107" fmla="*/ 95700 w 116967"/>
              <a:gd name="csY107" fmla="*/ 92144 h 141759"/>
              <a:gd name="csX108" fmla="*/ 95700 w 116967"/>
              <a:gd name="csY108" fmla="*/ 95687 h 141759"/>
              <a:gd name="csX109" fmla="*/ 99239 w 116967"/>
              <a:gd name="csY109" fmla="*/ 99231 h 141759"/>
              <a:gd name="csX110" fmla="*/ 102795 w 116967"/>
              <a:gd name="csY110" fmla="*/ 99231 h 141759"/>
              <a:gd name="csX111" fmla="*/ 106334 w 116967"/>
              <a:gd name="csY111" fmla="*/ 95687 h 141759"/>
              <a:gd name="csX112" fmla="*/ 106334 w 116967"/>
              <a:gd name="csY112" fmla="*/ 92144 h 141759"/>
              <a:gd name="csX113" fmla="*/ 102795 w 116967"/>
              <a:gd name="csY113" fmla="*/ 88599 h 141759"/>
              <a:gd name="csX114" fmla="*/ 99239 w 116967"/>
              <a:gd name="csY114" fmla="*/ 88599 h 141759"/>
              <a:gd name="csX115" fmla="*/ 3539 w 116967"/>
              <a:gd name="csY115" fmla="*/ 99231 h 141759"/>
              <a:gd name="csX116" fmla="*/ 0 w 116967"/>
              <a:gd name="csY116" fmla="*/ 102775 h 141759"/>
              <a:gd name="csX117" fmla="*/ 0 w 116967"/>
              <a:gd name="csY117" fmla="*/ 106319 h 141759"/>
              <a:gd name="csX118" fmla="*/ 3539 w 116967"/>
              <a:gd name="csY118" fmla="*/ 109863 h 141759"/>
              <a:gd name="csX119" fmla="*/ 7094 w 116967"/>
              <a:gd name="csY119" fmla="*/ 109863 h 141759"/>
              <a:gd name="csX120" fmla="*/ 10633 w 116967"/>
              <a:gd name="csY120" fmla="*/ 106319 h 141759"/>
              <a:gd name="csX121" fmla="*/ 10633 w 116967"/>
              <a:gd name="csY121" fmla="*/ 102775 h 141759"/>
              <a:gd name="csX122" fmla="*/ 7094 w 116967"/>
              <a:gd name="csY122" fmla="*/ 99231 h 141759"/>
              <a:gd name="csX123" fmla="*/ 3539 w 116967"/>
              <a:gd name="csY123" fmla="*/ 99231 h 141759"/>
              <a:gd name="csX124" fmla="*/ 24806 w 116967"/>
              <a:gd name="csY124" fmla="*/ 99231 h 141759"/>
              <a:gd name="csX125" fmla="*/ 21267 w 116967"/>
              <a:gd name="csY125" fmla="*/ 102775 h 141759"/>
              <a:gd name="csX126" fmla="*/ 21267 w 116967"/>
              <a:gd name="csY126" fmla="*/ 106319 h 141759"/>
              <a:gd name="csX127" fmla="*/ 24806 w 116967"/>
              <a:gd name="csY127" fmla="*/ 109863 h 141759"/>
              <a:gd name="csX128" fmla="*/ 28361 w 116967"/>
              <a:gd name="csY128" fmla="*/ 109863 h 141759"/>
              <a:gd name="csX129" fmla="*/ 31900 w 116967"/>
              <a:gd name="csY129" fmla="*/ 106319 h 141759"/>
              <a:gd name="csX130" fmla="*/ 31900 w 116967"/>
              <a:gd name="csY130" fmla="*/ 102775 h 141759"/>
              <a:gd name="csX131" fmla="*/ 28361 w 116967"/>
              <a:gd name="csY131" fmla="*/ 99231 h 141759"/>
              <a:gd name="csX132" fmla="*/ 24806 w 116967"/>
              <a:gd name="csY132" fmla="*/ 99231 h 141759"/>
              <a:gd name="csX133" fmla="*/ 46072 w 116967"/>
              <a:gd name="csY133" fmla="*/ 99231 h 141759"/>
              <a:gd name="csX134" fmla="*/ 42534 w 116967"/>
              <a:gd name="csY134" fmla="*/ 102775 h 141759"/>
              <a:gd name="csX135" fmla="*/ 42534 w 116967"/>
              <a:gd name="csY135" fmla="*/ 106319 h 141759"/>
              <a:gd name="csX136" fmla="*/ 46072 w 116967"/>
              <a:gd name="csY136" fmla="*/ 109863 h 141759"/>
              <a:gd name="csX137" fmla="*/ 49628 w 116967"/>
              <a:gd name="csY137" fmla="*/ 109863 h 141759"/>
              <a:gd name="csX138" fmla="*/ 53167 w 116967"/>
              <a:gd name="csY138" fmla="*/ 106319 h 141759"/>
              <a:gd name="csX139" fmla="*/ 53167 w 116967"/>
              <a:gd name="csY139" fmla="*/ 102775 h 141759"/>
              <a:gd name="csX140" fmla="*/ 49628 w 116967"/>
              <a:gd name="csY140" fmla="*/ 99231 h 141759"/>
              <a:gd name="csX141" fmla="*/ 46072 w 116967"/>
              <a:gd name="csY141" fmla="*/ 99231 h 141759"/>
              <a:gd name="csX142" fmla="*/ 67339 w 116967"/>
              <a:gd name="csY142" fmla="*/ 99231 h 141759"/>
              <a:gd name="csX143" fmla="*/ 63800 w 116967"/>
              <a:gd name="csY143" fmla="*/ 102775 h 141759"/>
              <a:gd name="csX144" fmla="*/ 63800 w 116967"/>
              <a:gd name="csY144" fmla="*/ 106319 h 141759"/>
              <a:gd name="csX145" fmla="*/ 67339 w 116967"/>
              <a:gd name="csY145" fmla="*/ 109863 h 141759"/>
              <a:gd name="csX146" fmla="*/ 70895 w 116967"/>
              <a:gd name="csY146" fmla="*/ 109863 h 141759"/>
              <a:gd name="csX147" fmla="*/ 74434 w 116967"/>
              <a:gd name="csY147" fmla="*/ 106319 h 141759"/>
              <a:gd name="csX148" fmla="*/ 74434 w 116967"/>
              <a:gd name="csY148" fmla="*/ 102775 h 141759"/>
              <a:gd name="csX149" fmla="*/ 70895 w 116967"/>
              <a:gd name="csY149" fmla="*/ 99231 h 141759"/>
              <a:gd name="csX150" fmla="*/ 67339 w 116967"/>
              <a:gd name="csY150" fmla="*/ 99231 h 141759"/>
              <a:gd name="csX151" fmla="*/ 88606 w 116967"/>
              <a:gd name="csY151" fmla="*/ 99231 h 141759"/>
              <a:gd name="csX152" fmla="*/ 85067 w 116967"/>
              <a:gd name="csY152" fmla="*/ 102775 h 141759"/>
              <a:gd name="csX153" fmla="*/ 85067 w 116967"/>
              <a:gd name="csY153" fmla="*/ 106319 h 141759"/>
              <a:gd name="csX154" fmla="*/ 88606 w 116967"/>
              <a:gd name="csY154" fmla="*/ 109863 h 141759"/>
              <a:gd name="csX155" fmla="*/ 92162 w 116967"/>
              <a:gd name="csY155" fmla="*/ 109863 h 141759"/>
              <a:gd name="csX156" fmla="*/ 95700 w 116967"/>
              <a:gd name="csY156" fmla="*/ 106319 h 141759"/>
              <a:gd name="csX157" fmla="*/ 95700 w 116967"/>
              <a:gd name="csY157" fmla="*/ 102775 h 141759"/>
              <a:gd name="csX158" fmla="*/ 92162 w 116967"/>
              <a:gd name="csY158" fmla="*/ 99231 h 141759"/>
              <a:gd name="csX159" fmla="*/ 88606 w 116967"/>
              <a:gd name="csY159" fmla="*/ 99231 h 141759"/>
              <a:gd name="csX160" fmla="*/ 109873 w 116967"/>
              <a:gd name="csY160" fmla="*/ 99231 h 141759"/>
              <a:gd name="csX161" fmla="*/ 106334 w 116967"/>
              <a:gd name="csY161" fmla="*/ 102775 h 141759"/>
              <a:gd name="csX162" fmla="*/ 106334 w 116967"/>
              <a:gd name="csY162" fmla="*/ 106319 h 141759"/>
              <a:gd name="csX163" fmla="*/ 109873 w 116967"/>
              <a:gd name="csY163" fmla="*/ 109863 h 141759"/>
              <a:gd name="csX164" fmla="*/ 113428 w 116967"/>
              <a:gd name="csY164" fmla="*/ 109863 h 141759"/>
              <a:gd name="csX165" fmla="*/ 116967 w 116967"/>
              <a:gd name="csY165" fmla="*/ 106319 h 141759"/>
              <a:gd name="csX166" fmla="*/ 116967 w 116967"/>
              <a:gd name="csY166" fmla="*/ 102775 h 141759"/>
              <a:gd name="csX167" fmla="*/ 113428 w 116967"/>
              <a:gd name="csY167" fmla="*/ 99231 h 141759"/>
              <a:gd name="csX168" fmla="*/ 109873 w 116967"/>
              <a:gd name="csY168" fmla="*/ 99231 h 141759"/>
              <a:gd name="csX169" fmla="*/ 14172 w 116967"/>
              <a:gd name="csY169" fmla="*/ 109863 h 141759"/>
              <a:gd name="csX170" fmla="*/ 10633 w 116967"/>
              <a:gd name="csY170" fmla="*/ 113407 h 141759"/>
              <a:gd name="csX171" fmla="*/ 10633 w 116967"/>
              <a:gd name="csY171" fmla="*/ 116951 h 141759"/>
              <a:gd name="csX172" fmla="*/ 14172 w 116967"/>
              <a:gd name="csY172" fmla="*/ 120495 h 141759"/>
              <a:gd name="csX173" fmla="*/ 17728 w 116967"/>
              <a:gd name="csY173" fmla="*/ 120495 h 141759"/>
              <a:gd name="csX174" fmla="*/ 21267 w 116967"/>
              <a:gd name="csY174" fmla="*/ 116951 h 141759"/>
              <a:gd name="csX175" fmla="*/ 21267 w 116967"/>
              <a:gd name="csY175" fmla="*/ 113407 h 141759"/>
              <a:gd name="csX176" fmla="*/ 17728 w 116967"/>
              <a:gd name="csY176" fmla="*/ 109863 h 141759"/>
              <a:gd name="csX177" fmla="*/ 14172 w 116967"/>
              <a:gd name="csY177" fmla="*/ 109863 h 141759"/>
              <a:gd name="csX178" fmla="*/ 35439 w 116967"/>
              <a:gd name="csY178" fmla="*/ 109863 h 141759"/>
              <a:gd name="csX179" fmla="*/ 31900 w 116967"/>
              <a:gd name="csY179" fmla="*/ 113407 h 141759"/>
              <a:gd name="csX180" fmla="*/ 31900 w 116967"/>
              <a:gd name="csY180" fmla="*/ 116951 h 141759"/>
              <a:gd name="csX181" fmla="*/ 35439 w 116967"/>
              <a:gd name="csY181" fmla="*/ 120495 h 141759"/>
              <a:gd name="csX182" fmla="*/ 38995 w 116967"/>
              <a:gd name="csY182" fmla="*/ 120495 h 141759"/>
              <a:gd name="csX183" fmla="*/ 42534 w 116967"/>
              <a:gd name="csY183" fmla="*/ 116951 h 141759"/>
              <a:gd name="csX184" fmla="*/ 42534 w 116967"/>
              <a:gd name="csY184" fmla="*/ 113407 h 141759"/>
              <a:gd name="csX185" fmla="*/ 38995 w 116967"/>
              <a:gd name="csY185" fmla="*/ 109863 h 141759"/>
              <a:gd name="csX186" fmla="*/ 35439 w 116967"/>
              <a:gd name="csY186" fmla="*/ 109863 h 141759"/>
              <a:gd name="csX187" fmla="*/ 56706 w 116967"/>
              <a:gd name="csY187" fmla="*/ 109863 h 141759"/>
              <a:gd name="csX188" fmla="*/ 53167 w 116967"/>
              <a:gd name="csY188" fmla="*/ 113407 h 141759"/>
              <a:gd name="csX189" fmla="*/ 53167 w 116967"/>
              <a:gd name="csY189" fmla="*/ 116951 h 141759"/>
              <a:gd name="csX190" fmla="*/ 56706 w 116967"/>
              <a:gd name="csY190" fmla="*/ 120495 h 141759"/>
              <a:gd name="csX191" fmla="*/ 60261 w 116967"/>
              <a:gd name="csY191" fmla="*/ 120495 h 141759"/>
              <a:gd name="csX192" fmla="*/ 63800 w 116967"/>
              <a:gd name="csY192" fmla="*/ 116951 h 141759"/>
              <a:gd name="csX193" fmla="*/ 63800 w 116967"/>
              <a:gd name="csY193" fmla="*/ 113407 h 141759"/>
              <a:gd name="csX194" fmla="*/ 60261 w 116967"/>
              <a:gd name="csY194" fmla="*/ 109863 h 141759"/>
              <a:gd name="csX195" fmla="*/ 56706 w 116967"/>
              <a:gd name="csY195" fmla="*/ 109863 h 141759"/>
              <a:gd name="csX196" fmla="*/ 77973 w 116967"/>
              <a:gd name="csY196" fmla="*/ 109863 h 141759"/>
              <a:gd name="csX197" fmla="*/ 74434 w 116967"/>
              <a:gd name="csY197" fmla="*/ 113407 h 141759"/>
              <a:gd name="csX198" fmla="*/ 74434 w 116967"/>
              <a:gd name="csY198" fmla="*/ 116951 h 141759"/>
              <a:gd name="csX199" fmla="*/ 77973 w 116967"/>
              <a:gd name="csY199" fmla="*/ 120495 h 141759"/>
              <a:gd name="csX200" fmla="*/ 81528 w 116967"/>
              <a:gd name="csY200" fmla="*/ 120495 h 141759"/>
              <a:gd name="csX201" fmla="*/ 85067 w 116967"/>
              <a:gd name="csY201" fmla="*/ 116951 h 141759"/>
              <a:gd name="csX202" fmla="*/ 85067 w 116967"/>
              <a:gd name="csY202" fmla="*/ 113407 h 141759"/>
              <a:gd name="csX203" fmla="*/ 81528 w 116967"/>
              <a:gd name="csY203" fmla="*/ 109863 h 141759"/>
              <a:gd name="csX204" fmla="*/ 77973 w 116967"/>
              <a:gd name="csY204" fmla="*/ 109863 h 141759"/>
              <a:gd name="csX205" fmla="*/ 99239 w 116967"/>
              <a:gd name="csY205" fmla="*/ 109863 h 141759"/>
              <a:gd name="csX206" fmla="*/ 95700 w 116967"/>
              <a:gd name="csY206" fmla="*/ 113407 h 141759"/>
              <a:gd name="csX207" fmla="*/ 95700 w 116967"/>
              <a:gd name="csY207" fmla="*/ 116951 h 141759"/>
              <a:gd name="csX208" fmla="*/ 99239 w 116967"/>
              <a:gd name="csY208" fmla="*/ 120495 h 141759"/>
              <a:gd name="csX209" fmla="*/ 102795 w 116967"/>
              <a:gd name="csY209" fmla="*/ 120495 h 141759"/>
              <a:gd name="csX210" fmla="*/ 106334 w 116967"/>
              <a:gd name="csY210" fmla="*/ 116951 h 141759"/>
              <a:gd name="csX211" fmla="*/ 106334 w 116967"/>
              <a:gd name="csY211" fmla="*/ 113407 h 141759"/>
              <a:gd name="csX212" fmla="*/ 102795 w 116967"/>
              <a:gd name="csY212" fmla="*/ 109863 h 141759"/>
              <a:gd name="csX213" fmla="*/ 99239 w 116967"/>
              <a:gd name="csY213" fmla="*/ 109863 h 141759"/>
              <a:gd name="csX214" fmla="*/ 3539 w 116967"/>
              <a:gd name="csY214" fmla="*/ 120495 h 141759"/>
              <a:gd name="csX215" fmla="*/ 0 w 116967"/>
              <a:gd name="csY215" fmla="*/ 124039 h 141759"/>
              <a:gd name="csX216" fmla="*/ 0 w 116967"/>
              <a:gd name="csY216" fmla="*/ 127583 h 141759"/>
              <a:gd name="csX217" fmla="*/ 3539 w 116967"/>
              <a:gd name="csY217" fmla="*/ 131127 h 141759"/>
              <a:gd name="csX218" fmla="*/ 7094 w 116967"/>
              <a:gd name="csY218" fmla="*/ 131127 h 141759"/>
              <a:gd name="csX219" fmla="*/ 10633 w 116967"/>
              <a:gd name="csY219" fmla="*/ 127583 h 141759"/>
              <a:gd name="csX220" fmla="*/ 10633 w 116967"/>
              <a:gd name="csY220" fmla="*/ 124039 h 141759"/>
              <a:gd name="csX221" fmla="*/ 7094 w 116967"/>
              <a:gd name="csY221" fmla="*/ 120495 h 141759"/>
              <a:gd name="csX222" fmla="*/ 3539 w 116967"/>
              <a:gd name="csY222" fmla="*/ 120495 h 141759"/>
              <a:gd name="csX223" fmla="*/ 24806 w 116967"/>
              <a:gd name="csY223" fmla="*/ 120495 h 141759"/>
              <a:gd name="csX224" fmla="*/ 21267 w 116967"/>
              <a:gd name="csY224" fmla="*/ 124039 h 141759"/>
              <a:gd name="csX225" fmla="*/ 21267 w 116967"/>
              <a:gd name="csY225" fmla="*/ 127583 h 141759"/>
              <a:gd name="csX226" fmla="*/ 24806 w 116967"/>
              <a:gd name="csY226" fmla="*/ 131127 h 141759"/>
              <a:gd name="csX227" fmla="*/ 28361 w 116967"/>
              <a:gd name="csY227" fmla="*/ 131127 h 141759"/>
              <a:gd name="csX228" fmla="*/ 31900 w 116967"/>
              <a:gd name="csY228" fmla="*/ 127583 h 141759"/>
              <a:gd name="csX229" fmla="*/ 31900 w 116967"/>
              <a:gd name="csY229" fmla="*/ 124039 h 141759"/>
              <a:gd name="csX230" fmla="*/ 28361 w 116967"/>
              <a:gd name="csY230" fmla="*/ 120495 h 141759"/>
              <a:gd name="csX231" fmla="*/ 24806 w 116967"/>
              <a:gd name="csY231" fmla="*/ 120495 h 141759"/>
              <a:gd name="csX232" fmla="*/ 46072 w 116967"/>
              <a:gd name="csY232" fmla="*/ 120495 h 141759"/>
              <a:gd name="csX233" fmla="*/ 42534 w 116967"/>
              <a:gd name="csY233" fmla="*/ 124039 h 141759"/>
              <a:gd name="csX234" fmla="*/ 42534 w 116967"/>
              <a:gd name="csY234" fmla="*/ 127583 h 141759"/>
              <a:gd name="csX235" fmla="*/ 46072 w 116967"/>
              <a:gd name="csY235" fmla="*/ 131127 h 141759"/>
              <a:gd name="csX236" fmla="*/ 49628 w 116967"/>
              <a:gd name="csY236" fmla="*/ 131127 h 141759"/>
              <a:gd name="csX237" fmla="*/ 53167 w 116967"/>
              <a:gd name="csY237" fmla="*/ 127583 h 141759"/>
              <a:gd name="csX238" fmla="*/ 53167 w 116967"/>
              <a:gd name="csY238" fmla="*/ 124039 h 141759"/>
              <a:gd name="csX239" fmla="*/ 49628 w 116967"/>
              <a:gd name="csY239" fmla="*/ 120495 h 141759"/>
              <a:gd name="csX240" fmla="*/ 46072 w 116967"/>
              <a:gd name="csY240" fmla="*/ 120495 h 141759"/>
              <a:gd name="csX241" fmla="*/ 67339 w 116967"/>
              <a:gd name="csY241" fmla="*/ 120495 h 141759"/>
              <a:gd name="csX242" fmla="*/ 63800 w 116967"/>
              <a:gd name="csY242" fmla="*/ 124039 h 141759"/>
              <a:gd name="csX243" fmla="*/ 63800 w 116967"/>
              <a:gd name="csY243" fmla="*/ 127583 h 141759"/>
              <a:gd name="csX244" fmla="*/ 67339 w 116967"/>
              <a:gd name="csY244" fmla="*/ 131127 h 141759"/>
              <a:gd name="csX245" fmla="*/ 70895 w 116967"/>
              <a:gd name="csY245" fmla="*/ 131127 h 141759"/>
              <a:gd name="csX246" fmla="*/ 74434 w 116967"/>
              <a:gd name="csY246" fmla="*/ 127583 h 141759"/>
              <a:gd name="csX247" fmla="*/ 74434 w 116967"/>
              <a:gd name="csY247" fmla="*/ 124039 h 141759"/>
              <a:gd name="csX248" fmla="*/ 70895 w 116967"/>
              <a:gd name="csY248" fmla="*/ 120495 h 141759"/>
              <a:gd name="csX249" fmla="*/ 67339 w 116967"/>
              <a:gd name="csY249" fmla="*/ 120495 h 141759"/>
              <a:gd name="csX250" fmla="*/ 88606 w 116967"/>
              <a:gd name="csY250" fmla="*/ 120495 h 141759"/>
              <a:gd name="csX251" fmla="*/ 85067 w 116967"/>
              <a:gd name="csY251" fmla="*/ 124039 h 141759"/>
              <a:gd name="csX252" fmla="*/ 85067 w 116967"/>
              <a:gd name="csY252" fmla="*/ 127583 h 141759"/>
              <a:gd name="csX253" fmla="*/ 88606 w 116967"/>
              <a:gd name="csY253" fmla="*/ 131127 h 141759"/>
              <a:gd name="csX254" fmla="*/ 92162 w 116967"/>
              <a:gd name="csY254" fmla="*/ 131127 h 141759"/>
              <a:gd name="csX255" fmla="*/ 95700 w 116967"/>
              <a:gd name="csY255" fmla="*/ 127583 h 141759"/>
              <a:gd name="csX256" fmla="*/ 95700 w 116967"/>
              <a:gd name="csY256" fmla="*/ 124039 h 141759"/>
              <a:gd name="csX257" fmla="*/ 92162 w 116967"/>
              <a:gd name="csY257" fmla="*/ 120495 h 141759"/>
              <a:gd name="csX258" fmla="*/ 88606 w 116967"/>
              <a:gd name="csY258" fmla="*/ 120495 h 141759"/>
              <a:gd name="csX259" fmla="*/ 109873 w 116967"/>
              <a:gd name="csY259" fmla="*/ 120495 h 141759"/>
              <a:gd name="csX260" fmla="*/ 106334 w 116967"/>
              <a:gd name="csY260" fmla="*/ 124039 h 141759"/>
              <a:gd name="csX261" fmla="*/ 106334 w 116967"/>
              <a:gd name="csY261" fmla="*/ 127583 h 141759"/>
              <a:gd name="csX262" fmla="*/ 109873 w 116967"/>
              <a:gd name="csY262" fmla="*/ 131127 h 141759"/>
              <a:gd name="csX263" fmla="*/ 113428 w 116967"/>
              <a:gd name="csY263" fmla="*/ 131127 h 141759"/>
              <a:gd name="csX264" fmla="*/ 116967 w 116967"/>
              <a:gd name="csY264" fmla="*/ 127583 h 141759"/>
              <a:gd name="csX265" fmla="*/ 116967 w 116967"/>
              <a:gd name="csY265" fmla="*/ 124039 h 141759"/>
              <a:gd name="csX266" fmla="*/ 113428 w 116967"/>
              <a:gd name="csY266" fmla="*/ 120495 h 141759"/>
              <a:gd name="csX267" fmla="*/ 109873 w 116967"/>
              <a:gd name="csY267" fmla="*/ 120495 h 141759"/>
              <a:gd name="csX268" fmla="*/ 14172 w 116967"/>
              <a:gd name="csY268" fmla="*/ 131127 h 141759"/>
              <a:gd name="csX269" fmla="*/ 10633 w 116967"/>
              <a:gd name="csY269" fmla="*/ 134671 h 141759"/>
              <a:gd name="csX270" fmla="*/ 10633 w 116967"/>
              <a:gd name="csY270" fmla="*/ 138215 h 141759"/>
              <a:gd name="csX271" fmla="*/ 14172 w 116967"/>
              <a:gd name="csY271" fmla="*/ 141759 h 141759"/>
              <a:gd name="csX272" fmla="*/ 17728 w 116967"/>
              <a:gd name="csY272" fmla="*/ 141759 h 141759"/>
              <a:gd name="csX273" fmla="*/ 21267 w 116967"/>
              <a:gd name="csY273" fmla="*/ 138215 h 141759"/>
              <a:gd name="csX274" fmla="*/ 21267 w 116967"/>
              <a:gd name="csY274" fmla="*/ 134671 h 141759"/>
              <a:gd name="csX275" fmla="*/ 17728 w 116967"/>
              <a:gd name="csY275" fmla="*/ 131127 h 141759"/>
              <a:gd name="csX276" fmla="*/ 14172 w 116967"/>
              <a:gd name="csY276" fmla="*/ 131127 h 141759"/>
              <a:gd name="csX277" fmla="*/ 35439 w 116967"/>
              <a:gd name="csY277" fmla="*/ 131127 h 141759"/>
              <a:gd name="csX278" fmla="*/ 31900 w 116967"/>
              <a:gd name="csY278" fmla="*/ 134671 h 141759"/>
              <a:gd name="csX279" fmla="*/ 31900 w 116967"/>
              <a:gd name="csY279" fmla="*/ 138215 h 141759"/>
              <a:gd name="csX280" fmla="*/ 35439 w 116967"/>
              <a:gd name="csY280" fmla="*/ 141759 h 141759"/>
              <a:gd name="csX281" fmla="*/ 38995 w 116967"/>
              <a:gd name="csY281" fmla="*/ 141759 h 141759"/>
              <a:gd name="csX282" fmla="*/ 42534 w 116967"/>
              <a:gd name="csY282" fmla="*/ 138215 h 141759"/>
              <a:gd name="csX283" fmla="*/ 42534 w 116967"/>
              <a:gd name="csY283" fmla="*/ 134671 h 141759"/>
              <a:gd name="csX284" fmla="*/ 38995 w 116967"/>
              <a:gd name="csY284" fmla="*/ 131127 h 141759"/>
              <a:gd name="csX285" fmla="*/ 35439 w 116967"/>
              <a:gd name="csY285" fmla="*/ 131127 h 141759"/>
              <a:gd name="csX286" fmla="*/ 56706 w 116967"/>
              <a:gd name="csY286" fmla="*/ 131127 h 141759"/>
              <a:gd name="csX287" fmla="*/ 53167 w 116967"/>
              <a:gd name="csY287" fmla="*/ 134671 h 141759"/>
              <a:gd name="csX288" fmla="*/ 53167 w 116967"/>
              <a:gd name="csY288" fmla="*/ 138215 h 141759"/>
              <a:gd name="csX289" fmla="*/ 56706 w 116967"/>
              <a:gd name="csY289" fmla="*/ 141759 h 141759"/>
              <a:gd name="csX290" fmla="*/ 60261 w 116967"/>
              <a:gd name="csY290" fmla="*/ 141759 h 141759"/>
              <a:gd name="csX291" fmla="*/ 63800 w 116967"/>
              <a:gd name="csY291" fmla="*/ 138215 h 141759"/>
              <a:gd name="csX292" fmla="*/ 63800 w 116967"/>
              <a:gd name="csY292" fmla="*/ 134671 h 141759"/>
              <a:gd name="csX293" fmla="*/ 60261 w 116967"/>
              <a:gd name="csY293" fmla="*/ 131127 h 141759"/>
              <a:gd name="csX294" fmla="*/ 56706 w 116967"/>
              <a:gd name="csY294" fmla="*/ 131127 h 141759"/>
              <a:gd name="csX295" fmla="*/ 77973 w 116967"/>
              <a:gd name="csY295" fmla="*/ 131127 h 141759"/>
              <a:gd name="csX296" fmla="*/ 74434 w 116967"/>
              <a:gd name="csY296" fmla="*/ 134671 h 141759"/>
              <a:gd name="csX297" fmla="*/ 74434 w 116967"/>
              <a:gd name="csY297" fmla="*/ 138215 h 141759"/>
              <a:gd name="csX298" fmla="*/ 77973 w 116967"/>
              <a:gd name="csY298" fmla="*/ 141759 h 141759"/>
              <a:gd name="csX299" fmla="*/ 81528 w 116967"/>
              <a:gd name="csY299" fmla="*/ 141759 h 141759"/>
              <a:gd name="csX300" fmla="*/ 85067 w 116967"/>
              <a:gd name="csY300" fmla="*/ 138215 h 141759"/>
              <a:gd name="csX301" fmla="*/ 85067 w 116967"/>
              <a:gd name="csY301" fmla="*/ 134671 h 141759"/>
              <a:gd name="csX302" fmla="*/ 81528 w 116967"/>
              <a:gd name="csY302" fmla="*/ 131127 h 141759"/>
              <a:gd name="csX303" fmla="*/ 77973 w 116967"/>
              <a:gd name="csY303" fmla="*/ 131127 h 141759"/>
              <a:gd name="csX304" fmla="*/ 99239 w 116967"/>
              <a:gd name="csY304" fmla="*/ 131127 h 141759"/>
              <a:gd name="csX305" fmla="*/ 95700 w 116967"/>
              <a:gd name="csY305" fmla="*/ 134671 h 141759"/>
              <a:gd name="csX306" fmla="*/ 95700 w 116967"/>
              <a:gd name="csY306" fmla="*/ 138215 h 141759"/>
              <a:gd name="csX307" fmla="*/ 99239 w 116967"/>
              <a:gd name="csY307" fmla="*/ 141759 h 141759"/>
              <a:gd name="csX308" fmla="*/ 102795 w 116967"/>
              <a:gd name="csY308" fmla="*/ 141759 h 141759"/>
              <a:gd name="csX309" fmla="*/ 106334 w 116967"/>
              <a:gd name="csY309" fmla="*/ 138215 h 141759"/>
              <a:gd name="csX310" fmla="*/ 106334 w 116967"/>
              <a:gd name="csY310" fmla="*/ 134671 h 141759"/>
              <a:gd name="csX311" fmla="*/ 102795 w 116967"/>
              <a:gd name="csY311" fmla="*/ 131127 h 141759"/>
              <a:gd name="csX312" fmla="*/ 99239 w 116967"/>
              <a:gd name="csY312" fmla="*/ 131127 h 141759"/>
            </a:gdLst>
            <a:ahLst/>
            <a:cxnLst/>
            <a:rect l="l" t="t" r="r" b="b"/>
            <a:pathLst>
              <a:path w="100000" h="100000">
                <a:moveTo>
                  <a:pt x="19990" y="0"/>
                </a:moveTo>
                <a:cubicBezTo>
                  <a:pt x="13785" y="0"/>
                  <a:pt x="8744" y="5037"/>
                  <a:pt x="8744" y="11250"/>
                </a:cubicBezTo>
                <a:lnTo>
                  <a:pt x="8744" y="47500"/>
                </a:lnTo>
                <a:cubicBezTo>
                  <a:pt x="8744" y="48880"/>
                  <a:pt x="9860" y="50000"/>
                  <a:pt x="11241" y="50000"/>
                </a:cubicBezTo>
                <a:lnTo>
                  <a:pt x="88759" y="50000"/>
                </a:lnTo>
                <a:cubicBezTo>
                  <a:pt x="90140" y="50000"/>
                  <a:pt x="91256" y="48880"/>
                  <a:pt x="91256" y="47500"/>
                </a:cubicBezTo>
                <a:lnTo>
                  <a:pt x="91256" y="40000"/>
                </a:lnTo>
                <a:lnTo>
                  <a:pt x="62500" y="40000"/>
                </a:lnTo>
                <a:cubicBezTo>
                  <a:pt x="56283" y="40000"/>
                  <a:pt x="51254" y="34963"/>
                  <a:pt x="51254" y="28750"/>
                </a:cubicBezTo>
                <a:lnTo>
                  <a:pt x="51254" y="0"/>
                </a:lnTo>
                <a:lnTo>
                  <a:pt x="19990" y="0"/>
                </a:lnTo>
                <a:close/>
                <a:moveTo>
                  <a:pt x="58755" y="2197"/>
                </a:moveTo>
                <a:lnTo>
                  <a:pt x="58755" y="28750"/>
                </a:lnTo>
                <a:cubicBezTo>
                  <a:pt x="58755" y="30818"/>
                  <a:pt x="60436" y="32500"/>
                  <a:pt x="62500" y="32500"/>
                </a:cubicBezTo>
                <a:lnTo>
                  <a:pt x="89060" y="32500"/>
                </a:lnTo>
                <a:lnTo>
                  <a:pt x="58755" y="2197"/>
                </a:lnTo>
                <a:close/>
                <a:moveTo>
                  <a:pt x="11241" y="55000"/>
                </a:moveTo>
                <a:cubicBezTo>
                  <a:pt x="9860" y="55000"/>
                  <a:pt x="8744" y="56120"/>
                  <a:pt x="8744" y="57500"/>
                </a:cubicBezTo>
                <a:lnTo>
                  <a:pt x="8744" y="60000"/>
                </a:lnTo>
                <a:cubicBezTo>
                  <a:pt x="8744" y="61380"/>
                  <a:pt x="9860" y="62500"/>
                  <a:pt x="11241" y="62500"/>
                </a:cubicBezTo>
                <a:lnTo>
                  <a:pt x="13749" y="62500"/>
                </a:lnTo>
                <a:cubicBezTo>
                  <a:pt x="15129" y="62500"/>
                  <a:pt x="16245" y="61380"/>
                  <a:pt x="16245" y="60000"/>
                </a:cubicBezTo>
                <a:lnTo>
                  <a:pt x="16245" y="57500"/>
                </a:lnTo>
                <a:cubicBezTo>
                  <a:pt x="16245" y="56120"/>
                  <a:pt x="15129" y="55000"/>
                  <a:pt x="13749" y="55000"/>
                </a:cubicBezTo>
                <a:lnTo>
                  <a:pt x="11241" y="55000"/>
                </a:lnTo>
                <a:close/>
                <a:moveTo>
                  <a:pt x="26243" y="55000"/>
                </a:moveTo>
                <a:cubicBezTo>
                  <a:pt x="24863" y="55000"/>
                  <a:pt x="23747" y="56120"/>
                  <a:pt x="23747" y="57500"/>
                </a:cubicBezTo>
                <a:lnTo>
                  <a:pt x="23747" y="60000"/>
                </a:lnTo>
                <a:cubicBezTo>
                  <a:pt x="23747" y="61380"/>
                  <a:pt x="24863" y="62500"/>
                  <a:pt x="26243" y="62500"/>
                </a:cubicBezTo>
                <a:lnTo>
                  <a:pt x="28751" y="62500"/>
                </a:lnTo>
                <a:cubicBezTo>
                  <a:pt x="30131" y="62500"/>
                  <a:pt x="31247" y="61380"/>
                  <a:pt x="31247" y="60000"/>
                </a:cubicBezTo>
                <a:lnTo>
                  <a:pt x="31247" y="57500"/>
                </a:lnTo>
                <a:cubicBezTo>
                  <a:pt x="31247" y="56120"/>
                  <a:pt x="30131" y="55000"/>
                  <a:pt x="28751" y="55000"/>
                </a:cubicBezTo>
                <a:lnTo>
                  <a:pt x="26243" y="55000"/>
                </a:lnTo>
                <a:close/>
                <a:moveTo>
                  <a:pt x="41245" y="55000"/>
                </a:moveTo>
                <a:cubicBezTo>
                  <a:pt x="39865" y="55000"/>
                  <a:pt x="38749" y="56120"/>
                  <a:pt x="38749" y="57500"/>
                </a:cubicBezTo>
                <a:lnTo>
                  <a:pt x="38749" y="60000"/>
                </a:lnTo>
                <a:cubicBezTo>
                  <a:pt x="38749" y="61380"/>
                  <a:pt x="39865" y="62500"/>
                  <a:pt x="41245" y="62500"/>
                </a:cubicBezTo>
                <a:lnTo>
                  <a:pt x="43753" y="62500"/>
                </a:lnTo>
                <a:cubicBezTo>
                  <a:pt x="45134" y="62500"/>
                  <a:pt x="46250" y="61380"/>
                  <a:pt x="46250" y="60000"/>
                </a:cubicBezTo>
                <a:lnTo>
                  <a:pt x="46250" y="57500"/>
                </a:lnTo>
                <a:cubicBezTo>
                  <a:pt x="46250" y="56120"/>
                  <a:pt x="45134" y="55000"/>
                  <a:pt x="43753" y="55000"/>
                </a:cubicBezTo>
                <a:lnTo>
                  <a:pt x="41245" y="55000"/>
                </a:lnTo>
                <a:close/>
                <a:moveTo>
                  <a:pt x="56247" y="55000"/>
                </a:moveTo>
                <a:cubicBezTo>
                  <a:pt x="54866" y="55000"/>
                  <a:pt x="53750" y="56120"/>
                  <a:pt x="53750" y="57500"/>
                </a:cubicBezTo>
                <a:lnTo>
                  <a:pt x="53750" y="60000"/>
                </a:lnTo>
                <a:cubicBezTo>
                  <a:pt x="53750" y="61380"/>
                  <a:pt x="54866" y="62500"/>
                  <a:pt x="56247" y="62500"/>
                </a:cubicBezTo>
                <a:lnTo>
                  <a:pt x="58755" y="62500"/>
                </a:lnTo>
                <a:cubicBezTo>
                  <a:pt x="60136" y="62500"/>
                  <a:pt x="61252" y="61380"/>
                  <a:pt x="61252" y="60000"/>
                </a:cubicBezTo>
                <a:lnTo>
                  <a:pt x="61252" y="57500"/>
                </a:lnTo>
                <a:cubicBezTo>
                  <a:pt x="61252" y="56120"/>
                  <a:pt x="60136" y="55000"/>
                  <a:pt x="58755" y="55000"/>
                </a:cubicBezTo>
                <a:lnTo>
                  <a:pt x="56247" y="55000"/>
                </a:lnTo>
                <a:close/>
                <a:moveTo>
                  <a:pt x="71249" y="55000"/>
                </a:moveTo>
                <a:cubicBezTo>
                  <a:pt x="69869" y="55000"/>
                  <a:pt x="68753" y="56120"/>
                  <a:pt x="68753" y="57500"/>
                </a:cubicBezTo>
                <a:lnTo>
                  <a:pt x="68753" y="60000"/>
                </a:lnTo>
                <a:cubicBezTo>
                  <a:pt x="68753" y="61380"/>
                  <a:pt x="69869" y="62500"/>
                  <a:pt x="71249" y="62500"/>
                </a:cubicBezTo>
                <a:lnTo>
                  <a:pt x="73758" y="62500"/>
                </a:lnTo>
                <a:cubicBezTo>
                  <a:pt x="75137" y="62500"/>
                  <a:pt x="76253" y="61380"/>
                  <a:pt x="76253" y="60000"/>
                </a:cubicBezTo>
                <a:lnTo>
                  <a:pt x="76253" y="57500"/>
                </a:lnTo>
                <a:cubicBezTo>
                  <a:pt x="76253" y="56120"/>
                  <a:pt x="75137" y="55000"/>
                  <a:pt x="73758" y="55000"/>
                </a:cubicBezTo>
                <a:lnTo>
                  <a:pt x="71249" y="55000"/>
                </a:lnTo>
                <a:close/>
                <a:moveTo>
                  <a:pt x="86251" y="55000"/>
                </a:moveTo>
                <a:cubicBezTo>
                  <a:pt x="84871" y="55000"/>
                  <a:pt x="83755" y="56120"/>
                  <a:pt x="83755" y="57500"/>
                </a:cubicBezTo>
                <a:lnTo>
                  <a:pt x="83755" y="60000"/>
                </a:lnTo>
                <a:cubicBezTo>
                  <a:pt x="83755" y="61380"/>
                  <a:pt x="84871" y="62500"/>
                  <a:pt x="86251" y="62500"/>
                </a:cubicBezTo>
                <a:lnTo>
                  <a:pt x="88759" y="62500"/>
                </a:lnTo>
                <a:cubicBezTo>
                  <a:pt x="90140" y="62500"/>
                  <a:pt x="91256" y="61380"/>
                  <a:pt x="91256" y="60000"/>
                </a:cubicBezTo>
                <a:lnTo>
                  <a:pt x="91256" y="57500"/>
                </a:lnTo>
                <a:cubicBezTo>
                  <a:pt x="91256" y="56120"/>
                  <a:pt x="90140" y="55000"/>
                  <a:pt x="88759" y="55000"/>
                </a:cubicBezTo>
                <a:lnTo>
                  <a:pt x="86251" y="55000"/>
                </a:lnTo>
                <a:close/>
                <a:moveTo>
                  <a:pt x="18742" y="62500"/>
                </a:moveTo>
                <a:cubicBezTo>
                  <a:pt x="17362" y="62500"/>
                  <a:pt x="16245" y="63620"/>
                  <a:pt x="16245" y="65000"/>
                </a:cubicBezTo>
                <a:lnTo>
                  <a:pt x="16245" y="67500"/>
                </a:lnTo>
                <a:cubicBezTo>
                  <a:pt x="16245" y="68880"/>
                  <a:pt x="17362" y="70000"/>
                  <a:pt x="18742" y="70000"/>
                </a:cubicBezTo>
                <a:lnTo>
                  <a:pt x="21250" y="70000"/>
                </a:lnTo>
                <a:cubicBezTo>
                  <a:pt x="22631" y="70000"/>
                  <a:pt x="23747" y="68880"/>
                  <a:pt x="23747" y="67500"/>
                </a:cubicBezTo>
                <a:lnTo>
                  <a:pt x="23747" y="65000"/>
                </a:lnTo>
                <a:cubicBezTo>
                  <a:pt x="23747" y="63620"/>
                  <a:pt x="22631" y="62500"/>
                  <a:pt x="21250" y="62500"/>
                </a:cubicBezTo>
                <a:lnTo>
                  <a:pt x="18742" y="62500"/>
                </a:lnTo>
                <a:close/>
                <a:moveTo>
                  <a:pt x="33744" y="62500"/>
                </a:moveTo>
                <a:cubicBezTo>
                  <a:pt x="32363" y="62500"/>
                  <a:pt x="31247" y="63620"/>
                  <a:pt x="31247" y="65000"/>
                </a:cubicBezTo>
                <a:lnTo>
                  <a:pt x="31247" y="67500"/>
                </a:lnTo>
                <a:cubicBezTo>
                  <a:pt x="31247" y="68880"/>
                  <a:pt x="32363" y="70000"/>
                  <a:pt x="33744" y="70000"/>
                </a:cubicBezTo>
                <a:lnTo>
                  <a:pt x="36252" y="70000"/>
                </a:lnTo>
                <a:cubicBezTo>
                  <a:pt x="37632" y="70000"/>
                  <a:pt x="38749" y="68880"/>
                  <a:pt x="38749" y="67500"/>
                </a:cubicBezTo>
                <a:lnTo>
                  <a:pt x="38749" y="65000"/>
                </a:lnTo>
                <a:cubicBezTo>
                  <a:pt x="38749" y="63620"/>
                  <a:pt x="37632" y="62500"/>
                  <a:pt x="36252" y="62500"/>
                </a:cubicBezTo>
                <a:lnTo>
                  <a:pt x="33744" y="62500"/>
                </a:lnTo>
                <a:close/>
                <a:moveTo>
                  <a:pt x="48746" y="62500"/>
                </a:moveTo>
                <a:cubicBezTo>
                  <a:pt x="47366" y="62500"/>
                  <a:pt x="46250" y="63620"/>
                  <a:pt x="46250" y="65000"/>
                </a:cubicBezTo>
                <a:lnTo>
                  <a:pt x="46250" y="67500"/>
                </a:lnTo>
                <a:cubicBezTo>
                  <a:pt x="46250" y="68880"/>
                  <a:pt x="47366" y="70000"/>
                  <a:pt x="48746" y="70000"/>
                </a:cubicBezTo>
                <a:lnTo>
                  <a:pt x="51254" y="70000"/>
                </a:lnTo>
                <a:cubicBezTo>
                  <a:pt x="52634" y="70000"/>
                  <a:pt x="53750" y="68880"/>
                  <a:pt x="53750" y="67500"/>
                </a:cubicBezTo>
                <a:lnTo>
                  <a:pt x="53750" y="65000"/>
                </a:lnTo>
                <a:cubicBezTo>
                  <a:pt x="53750" y="63620"/>
                  <a:pt x="52634" y="62500"/>
                  <a:pt x="51254" y="62500"/>
                </a:cubicBezTo>
                <a:lnTo>
                  <a:pt x="48746" y="62500"/>
                </a:lnTo>
                <a:close/>
                <a:moveTo>
                  <a:pt x="63748" y="62500"/>
                </a:moveTo>
                <a:cubicBezTo>
                  <a:pt x="62368" y="62500"/>
                  <a:pt x="61252" y="63620"/>
                  <a:pt x="61252" y="65000"/>
                </a:cubicBezTo>
                <a:lnTo>
                  <a:pt x="61252" y="67500"/>
                </a:lnTo>
                <a:cubicBezTo>
                  <a:pt x="61252" y="68880"/>
                  <a:pt x="62368" y="70000"/>
                  <a:pt x="63748" y="70000"/>
                </a:cubicBezTo>
                <a:lnTo>
                  <a:pt x="66256" y="70000"/>
                </a:lnTo>
                <a:cubicBezTo>
                  <a:pt x="67637" y="70000"/>
                  <a:pt x="68753" y="68880"/>
                  <a:pt x="68753" y="67500"/>
                </a:cubicBezTo>
                <a:lnTo>
                  <a:pt x="68753" y="65000"/>
                </a:lnTo>
                <a:cubicBezTo>
                  <a:pt x="68753" y="63620"/>
                  <a:pt x="67637" y="62500"/>
                  <a:pt x="66256" y="62500"/>
                </a:cubicBezTo>
                <a:lnTo>
                  <a:pt x="63748" y="62500"/>
                </a:lnTo>
                <a:close/>
                <a:moveTo>
                  <a:pt x="78750" y="62500"/>
                </a:moveTo>
                <a:cubicBezTo>
                  <a:pt x="77370" y="62500"/>
                  <a:pt x="76253" y="63620"/>
                  <a:pt x="76253" y="65000"/>
                </a:cubicBezTo>
                <a:lnTo>
                  <a:pt x="76253" y="67500"/>
                </a:lnTo>
                <a:cubicBezTo>
                  <a:pt x="76253" y="68880"/>
                  <a:pt x="77370" y="70000"/>
                  <a:pt x="78750" y="70000"/>
                </a:cubicBezTo>
                <a:lnTo>
                  <a:pt x="81258" y="70000"/>
                </a:lnTo>
                <a:cubicBezTo>
                  <a:pt x="82639" y="70000"/>
                  <a:pt x="83755" y="68880"/>
                  <a:pt x="83755" y="67500"/>
                </a:cubicBezTo>
                <a:lnTo>
                  <a:pt x="83755" y="65000"/>
                </a:lnTo>
                <a:cubicBezTo>
                  <a:pt x="83755" y="63620"/>
                  <a:pt x="82639" y="62500"/>
                  <a:pt x="81258" y="62500"/>
                </a:cubicBezTo>
                <a:lnTo>
                  <a:pt x="78750" y="62500"/>
                </a:lnTo>
                <a:close/>
                <a:moveTo>
                  <a:pt x="11241" y="70000"/>
                </a:moveTo>
                <a:cubicBezTo>
                  <a:pt x="9860" y="70000"/>
                  <a:pt x="8744" y="71120"/>
                  <a:pt x="8744" y="72500"/>
                </a:cubicBezTo>
                <a:lnTo>
                  <a:pt x="8744" y="75000"/>
                </a:lnTo>
                <a:cubicBezTo>
                  <a:pt x="8744" y="76380"/>
                  <a:pt x="9860" y="77500"/>
                  <a:pt x="11241" y="77500"/>
                </a:cubicBezTo>
                <a:lnTo>
                  <a:pt x="13749" y="77500"/>
                </a:lnTo>
                <a:cubicBezTo>
                  <a:pt x="15129" y="77500"/>
                  <a:pt x="16245" y="76380"/>
                  <a:pt x="16245" y="75000"/>
                </a:cubicBezTo>
                <a:lnTo>
                  <a:pt x="16245" y="72500"/>
                </a:lnTo>
                <a:cubicBezTo>
                  <a:pt x="16245" y="71120"/>
                  <a:pt x="15129" y="70000"/>
                  <a:pt x="13749" y="70000"/>
                </a:cubicBezTo>
                <a:lnTo>
                  <a:pt x="11241" y="70000"/>
                </a:lnTo>
                <a:close/>
                <a:moveTo>
                  <a:pt x="26243" y="70000"/>
                </a:moveTo>
                <a:cubicBezTo>
                  <a:pt x="24863" y="70000"/>
                  <a:pt x="23747" y="71120"/>
                  <a:pt x="23747" y="72500"/>
                </a:cubicBezTo>
                <a:lnTo>
                  <a:pt x="23747" y="75000"/>
                </a:lnTo>
                <a:cubicBezTo>
                  <a:pt x="23747" y="76380"/>
                  <a:pt x="24863" y="77500"/>
                  <a:pt x="26243" y="77500"/>
                </a:cubicBezTo>
                <a:lnTo>
                  <a:pt x="28751" y="77500"/>
                </a:lnTo>
                <a:cubicBezTo>
                  <a:pt x="30131" y="77500"/>
                  <a:pt x="31247" y="76380"/>
                  <a:pt x="31247" y="75000"/>
                </a:cubicBezTo>
                <a:lnTo>
                  <a:pt x="31247" y="72500"/>
                </a:lnTo>
                <a:cubicBezTo>
                  <a:pt x="31247" y="71120"/>
                  <a:pt x="30131" y="70000"/>
                  <a:pt x="28751" y="70000"/>
                </a:cubicBezTo>
                <a:lnTo>
                  <a:pt x="26243" y="70000"/>
                </a:lnTo>
                <a:close/>
                <a:moveTo>
                  <a:pt x="41245" y="70000"/>
                </a:moveTo>
                <a:cubicBezTo>
                  <a:pt x="39865" y="70000"/>
                  <a:pt x="38749" y="71120"/>
                  <a:pt x="38749" y="72500"/>
                </a:cubicBezTo>
                <a:lnTo>
                  <a:pt x="38749" y="75000"/>
                </a:lnTo>
                <a:cubicBezTo>
                  <a:pt x="38749" y="76380"/>
                  <a:pt x="39865" y="77500"/>
                  <a:pt x="41245" y="77500"/>
                </a:cubicBezTo>
                <a:lnTo>
                  <a:pt x="43753" y="77500"/>
                </a:lnTo>
                <a:cubicBezTo>
                  <a:pt x="45134" y="77500"/>
                  <a:pt x="46250" y="76380"/>
                  <a:pt x="46250" y="75000"/>
                </a:cubicBezTo>
                <a:lnTo>
                  <a:pt x="46250" y="72500"/>
                </a:lnTo>
                <a:cubicBezTo>
                  <a:pt x="46250" y="71120"/>
                  <a:pt x="45134" y="70000"/>
                  <a:pt x="43753" y="70000"/>
                </a:cubicBezTo>
                <a:lnTo>
                  <a:pt x="41245" y="70000"/>
                </a:lnTo>
                <a:close/>
                <a:moveTo>
                  <a:pt x="56247" y="70000"/>
                </a:moveTo>
                <a:cubicBezTo>
                  <a:pt x="54866" y="70000"/>
                  <a:pt x="53750" y="71120"/>
                  <a:pt x="53750" y="72500"/>
                </a:cubicBezTo>
                <a:lnTo>
                  <a:pt x="53750" y="75000"/>
                </a:lnTo>
                <a:cubicBezTo>
                  <a:pt x="53750" y="76380"/>
                  <a:pt x="54866" y="77500"/>
                  <a:pt x="56247" y="77500"/>
                </a:cubicBezTo>
                <a:lnTo>
                  <a:pt x="58755" y="77500"/>
                </a:lnTo>
                <a:cubicBezTo>
                  <a:pt x="60136" y="77500"/>
                  <a:pt x="61252" y="76380"/>
                  <a:pt x="61252" y="75000"/>
                </a:cubicBezTo>
                <a:lnTo>
                  <a:pt x="61252" y="72500"/>
                </a:lnTo>
                <a:cubicBezTo>
                  <a:pt x="61252" y="71120"/>
                  <a:pt x="60136" y="70000"/>
                  <a:pt x="58755" y="70000"/>
                </a:cubicBezTo>
                <a:lnTo>
                  <a:pt x="56247" y="70000"/>
                </a:lnTo>
                <a:close/>
                <a:moveTo>
                  <a:pt x="71249" y="70000"/>
                </a:moveTo>
                <a:cubicBezTo>
                  <a:pt x="69869" y="70000"/>
                  <a:pt x="68753" y="71120"/>
                  <a:pt x="68753" y="72500"/>
                </a:cubicBezTo>
                <a:lnTo>
                  <a:pt x="68753" y="75000"/>
                </a:lnTo>
                <a:cubicBezTo>
                  <a:pt x="68753" y="76380"/>
                  <a:pt x="69869" y="77500"/>
                  <a:pt x="71249" y="77500"/>
                </a:cubicBezTo>
                <a:lnTo>
                  <a:pt x="73758" y="77500"/>
                </a:lnTo>
                <a:cubicBezTo>
                  <a:pt x="75137" y="77500"/>
                  <a:pt x="76253" y="76380"/>
                  <a:pt x="76253" y="75000"/>
                </a:cubicBezTo>
                <a:lnTo>
                  <a:pt x="76253" y="72500"/>
                </a:lnTo>
                <a:cubicBezTo>
                  <a:pt x="76253" y="71120"/>
                  <a:pt x="75137" y="70000"/>
                  <a:pt x="73758" y="70000"/>
                </a:cubicBezTo>
                <a:lnTo>
                  <a:pt x="71249" y="70000"/>
                </a:lnTo>
                <a:close/>
                <a:moveTo>
                  <a:pt x="86251" y="70000"/>
                </a:moveTo>
                <a:cubicBezTo>
                  <a:pt x="84871" y="70000"/>
                  <a:pt x="83755" y="71120"/>
                  <a:pt x="83755" y="72500"/>
                </a:cubicBezTo>
                <a:lnTo>
                  <a:pt x="83755" y="75000"/>
                </a:lnTo>
                <a:cubicBezTo>
                  <a:pt x="83755" y="76380"/>
                  <a:pt x="84871" y="77500"/>
                  <a:pt x="86251" y="77500"/>
                </a:cubicBezTo>
                <a:lnTo>
                  <a:pt x="88759" y="77500"/>
                </a:lnTo>
                <a:cubicBezTo>
                  <a:pt x="90140" y="77500"/>
                  <a:pt x="91256" y="76380"/>
                  <a:pt x="91256" y="75000"/>
                </a:cubicBezTo>
                <a:lnTo>
                  <a:pt x="91256" y="72500"/>
                </a:lnTo>
                <a:cubicBezTo>
                  <a:pt x="91256" y="71120"/>
                  <a:pt x="90140" y="70000"/>
                  <a:pt x="88759" y="70000"/>
                </a:cubicBezTo>
                <a:lnTo>
                  <a:pt x="86251" y="70000"/>
                </a:lnTo>
                <a:close/>
                <a:moveTo>
                  <a:pt x="18742" y="77500"/>
                </a:moveTo>
                <a:cubicBezTo>
                  <a:pt x="17362" y="77500"/>
                  <a:pt x="16245" y="78620"/>
                  <a:pt x="16245" y="80000"/>
                </a:cubicBezTo>
                <a:lnTo>
                  <a:pt x="16245" y="82500"/>
                </a:lnTo>
                <a:cubicBezTo>
                  <a:pt x="16245" y="83880"/>
                  <a:pt x="17362" y="85000"/>
                  <a:pt x="18742" y="85000"/>
                </a:cubicBezTo>
                <a:lnTo>
                  <a:pt x="21250" y="85000"/>
                </a:lnTo>
                <a:cubicBezTo>
                  <a:pt x="22631" y="85000"/>
                  <a:pt x="23747" y="83880"/>
                  <a:pt x="23747" y="82500"/>
                </a:cubicBezTo>
                <a:lnTo>
                  <a:pt x="23747" y="80000"/>
                </a:lnTo>
                <a:cubicBezTo>
                  <a:pt x="23747" y="78620"/>
                  <a:pt x="22631" y="77500"/>
                  <a:pt x="21250" y="77500"/>
                </a:cubicBezTo>
                <a:lnTo>
                  <a:pt x="18742" y="77500"/>
                </a:lnTo>
                <a:close/>
                <a:moveTo>
                  <a:pt x="33744" y="77500"/>
                </a:moveTo>
                <a:cubicBezTo>
                  <a:pt x="32363" y="77500"/>
                  <a:pt x="31247" y="78620"/>
                  <a:pt x="31247" y="80000"/>
                </a:cubicBezTo>
                <a:lnTo>
                  <a:pt x="31247" y="82500"/>
                </a:lnTo>
                <a:cubicBezTo>
                  <a:pt x="31247" y="83880"/>
                  <a:pt x="32363" y="85000"/>
                  <a:pt x="33744" y="85000"/>
                </a:cubicBezTo>
                <a:lnTo>
                  <a:pt x="36252" y="85000"/>
                </a:lnTo>
                <a:cubicBezTo>
                  <a:pt x="37632" y="85000"/>
                  <a:pt x="38749" y="83880"/>
                  <a:pt x="38749" y="82500"/>
                </a:cubicBezTo>
                <a:lnTo>
                  <a:pt x="38749" y="80000"/>
                </a:lnTo>
                <a:cubicBezTo>
                  <a:pt x="38749" y="78620"/>
                  <a:pt x="37632" y="77500"/>
                  <a:pt x="36252" y="77500"/>
                </a:cubicBezTo>
                <a:lnTo>
                  <a:pt x="33744" y="77500"/>
                </a:lnTo>
                <a:close/>
                <a:moveTo>
                  <a:pt x="48746" y="77500"/>
                </a:moveTo>
                <a:cubicBezTo>
                  <a:pt x="47366" y="77500"/>
                  <a:pt x="46250" y="78620"/>
                  <a:pt x="46250" y="80000"/>
                </a:cubicBezTo>
                <a:lnTo>
                  <a:pt x="46250" y="82500"/>
                </a:lnTo>
                <a:cubicBezTo>
                  <a:pt x="46250" y="83880"/>
                  <a:pt x="47366" y="85000"/>
                  <a:pt x="48746" y="85000"/>
                </a:cubicBezTo>
                <a:lnTo>
                  <a:pt x="51254" y="85000"/>
                </a:lnTo>
                <a:cubicBezTo>
                  <a:pt x="52634" y="85000"/>
                  <a:pt x="53750" y="83880"/>
                  <a:pt x="53750" y="82500"/>
                </a:cubicBezTo>
                <a:lnTo>
                  <a:pt x="53750" y="80000"/>
                </a:lnTo>
                <a:cubicBezTo>
                  <a:pt x="53750" y="78620"/>
                  <a:pt x="52634" y="77500"/>
                  <a:pt x="51254" y="77500"/>
                </a:cubicBezTo>
                <a:lnTo>
                  <a:pt x="48746" y="77500"/>
                </a:lnTo>
                <a:close/>
                <a:moveTo>
                  <a:pt x="63748" y="77500"/>
                </a:moveTo>
                <a:cubicBezTo>
                  <a:pt x="62368" y="77500"/>
                  <a:pt x="61252" y="78620"/>
                  <a:pt x="61252" y="80000"/>
                </a:cubicBezTo>
                <a:lnTo>
                  <a:pt x="61252" y="82500"/>
                </a:lnTo>
                <a:cubicBezTo>
                  <a:pt x="61252" y="83880"/>
                  <a:pt x="62368" y="85000"/>
                  <a:pt x="63748" y="85000"/>
                </a:cubicBezTo>
                <a:lnTo>
                  <a:pt x="66256" y="85000"/>
                </a:lnTo>
                <a:cubicBezTo>
                  <a:pt x="67637" y="85000"/>
                  <a:pt x="68753" y="83880"/>
                  <a:pt x="68753" y="82500"/>
                </a:cubicBezTo>
                <a:lnTo>
                  <a:pt x="68753" y="80000"/>
                </a:lnTo>
                <a:cubicBezTo>
                  <a:pt x="68753" y="78620"/>
                  <a:pt x="67637" y="77500"/>
                  <a:pt x="66256" y="77500"/>
                </a:cubicBezTo>
                <a:lnTo>
                  <a:pt x="63748" y="77500"/>
                </a:lnTo>
                <a:close/>
                <a:moveTo>
                  <a:pt x="78750" y="77500"/>
                </a:moveTo>
                <a:cubicBezTo>
                  <a:pt x="77370" y="77500"/>
                  <a:pt x="76253" y="78620"/>
                  <a:pt x="76253" y="80000"/>
                </a:cubicBezTo>
                <a:lnTo>
                  <a:pt x="76253" y="82500"/>
                </a:lnTo>
                <a:cubicBezTo>
                  <a:pt x="76253" y="83880"/>
                  <a:pt x="77370" y="85000"/>
                  <a:pt x="78750" y="85000"/>
                </a:cubicBezTo>
                <a:lnTo>
                  <a:pt x="81258" y="85000"/>
                </a:lnTo>
                <a:cubicBezTo>
                  <a:pt x="82639" y="85000"/>
                  <a:pt x="83755" y="83880"/>
                  <a:pt x="83755" y="82500"/>
                </a:cubicBezTo>
                <a:lnTo>
                  <a:pt x="83755" y="80000"/>
                </a:lnTo>
                <a:cubicBezTo>
                  <a:pt x="83755" y="78620"/>
                  <a:pt x="82639" y="77500"/>
                  <a:pt x="81258" y="77500"/>
                </a:cubicBezTo>
                <a:lnTo>
                  <a:pt x="78750" y="77500"/>
                </a:lnTo>
                <a:close/>
                <a:moveTo>
                  <a:pt x="11241" y="85000"/>
                </a:moveTo>
                <a:cubicBezTo>
                  <a:pt x="9860" y="85000"/>
                  <a:pt x="8744" y="86120"/>
                  <a:pt x="8744" y="87500"/>
                </a:cubicBezTo>
                <a:lnTo>
                  <a:pt x="8744" y="90000"/>
                </a:lnTo>
                <a:cubicBezTo>
                  <a:pt x="8744" y="91380"/>
                  <a:pt x="9860" y="92500"/>
                  <a:pt x="11241" y="92500"/>
                </a:cubicBezTo>
                <a:lnTo>
                  <a:pt x="13749" y="92500"/>
                </a:lnTo>
                <a:cubicBezTo>
                  <a:pt x="15129" y="92500"/>
                  <a:pt x="16245" y="91380"/>
                  <a:pt x="16245" y="90000"/>
                </a:cubicBezTo>
                <a:lnTo>
                  <a:pt x="16245" y="87500"/>
                </a:lnTo>
                <a:cubicBezTo>
                  <a:pt x="16245" y="86120"/>
                  <a:pt x="15129" y="85000"/>
                  <a:pt x="13749" y="85000"/>
                </a:cubicBezTo>
                <a:lnTo>
                  <a:pt x="11241" y="85000"/>
                </a:lnTo>
                <a:close/>
                <a:moveTo>
                  <a:pt x="26243" y="85000"/>
                </a:moveTo>
                <a:cubicBezTo>
                  <a:pt x="24863" y="85000"/>
                  <a:pt x="23747" y="86120"/>
                  <a:pt x="23747" y="87500"/>
                </a:cubicBezTo>
                <a:lnTo>
                  <a:pt x="23747" y="90000"/>
                </a:lnTo>
                <a:cubicBezTo>
                  <a:pt x="23747" y="91380"/>
                  <a:pt x="24863" y="92500"/>
                  <a:pt x="26243" y="92500"/>
                </a:cubicBezTo>
                <a:lnTo>
                  <a:pt x="28751" y="92500"/>
                </a:lnTo>
                <a:cubicBezTo>
                  <a:pt x="30131" y="92500"/>
                  <a:pt x="31247" y="91380"/>
                  <a:pt x="31247" y="90000"/>
                </a:cubicBezTo>
                <a:lnTo>
                  <a:pt x="31247" y="87500"/>
                </a:lnTo>
                <a:cubicBezTo>
                  <a:pt x="31247" y="86120"/>
                  <a:pt x="30131" y="85000"/>
                  <a:pt x="28751" y="85000"/>
                </a:cubicBezTo>
                <a:lnTo>
                  <a:pt x="26243" y="85000"/>
                </a:lnTo>
                <a:close/>
                <a:moveTo>
                  <a:pt x="41245" y="85000"/>
                </a:moveTo>
                <a:cubicBezTo>
                  <a:pt x="39865" y="85000"/>
                  <a:pt x="38749" y="86120"/>
                  <a:pt x="38749" y="87500"/>
                </a:cubicBezTo>
                <a:lnTo>
                  <a:pt x="38749" y="90000"/>
                </a:lnTo>
                <a:cubicBezTo>
                  <a:pt x="38749" y="91380"/>
                  <a:pt x="39865" y="92500"/>
                  <a:pt x="41245" y="92500"/>
                </a:cubicBezTo>
                <a:lnTo>
                  <a:pt x="43753" y="92500"/>
                </a:lnTo>
                <a:cubicBezTo>
                  <a:pt x="45134" y="92500"/>
                  <a:pt x="46250" y="91380"/>
                  <a:pt x="46250" y="90000"/>
                </a:cubicBezTo>
                <a:lnTo>
                  <a:pt x="46250" y="87500"/>
                </a:lnTo>
                <a:cubicBezTo>
                  <a:pt x="46250" y="86120"/>
                  <a:pt x="45134" y="85000"/>
                  <a:pt x="43753" y="85000"/>
                </a:cubicBezTo>
                <a:lnTo>
                  <a:pt x="41245" y="85000"/>
                </a:lnTo>
                <a:close/>
                <a:moveTo>
                  <a:pt x="56247" y="85000"/>
                </a:moveTo>
                <a:cubicBezTo>
                  <a:pt x="54866" y="85000"/>
                  <a:pt x="53750" y="86120"/>
                  <a:pt x="53750" y="87500"/>
                </a:cubicBezTo>
                <a:lnTo>
                  <a:pt x="53750" y="90000"/>
                </a:lnTo>
                <a:cubicBezTo>
                  <a:pt x="53750" y="91380"/>
                  <a:pt x="54866" y="92500"/>
                  <a:pt x="56247" y="92500"/>
                </a:cubicBezTo>
                <a:lnTo>
                  <a:pt x="58755" y="92500"/>
                </a:lnTo>
                <a:cubicBezTo>
                  <a:pt x="60136" y="92500"/>
                  <a:pt x="61252" y="91380"/>
                  <a:pt x="61252" y="90000"/>
                </a:cubicBezTo>
                <a:lnTo>
                  <a:pt x="61252" y="87500"/>
                </a:lnTo>
                <a:cubicBezTo>
                  <a:pt x="61252" y="86120"/>
                  <a:pt x="60136" y="85000"/>
                  <a:pt x="58755" y="85000"/>
                </a:cubicBezTo>
                <a:lnTo>
                  <a:pt x="56247" y="85000"/>
                </a:lnTo>
                <a:close/>
                <a:moveTo>
                  <a:pt x="71249" y="85000"/>
                </a:moveTo>
                <a:cubicBezTo>
                  <a:pt x="69869" y="85000"/>
                  <a:pt x="68753" y="86120"/>
                  <a:pt x="68753" y="87500"/>
                </a:cubicBezTo>
                <a:lnTo>
                  <a:pt x="68753" y="90000"/>
                </a:lnTo>
                <a:cubicBezTo>
                  <a:pt x="68753" y="91380"/>
                  <a:pt x="69869" y="92500"/>
                  <a:pt x="71249" y="92500"/>
                </a:cubicBezTo>
                <a:lnTo>
                  <a:pt x="73758" y="92500"/>
                </a:lnTo>
                <a:cubicBezTo>
                  <a:pt x="75137" y="92500"/>
                  <a:pt x="76253" y="91380"/>
                  <a:pt x="76253" y="90000"/>
                </a:cubicBezTo>
                <a:lnTo>
                  <a:pt x="76253" y="87500"/>
                </a:lnTo>
                <a:cubicBezTo>
                  <a:pt x="76253" y="86120"/>
                  <a:pt x="75137" y="85000"/>
                  <a:pt x="73758" y="85000"/>
                </a:cubicBezTo>
                <a:lnTo>
                  <a:pt x="71249" y="85000"/>
                </a:lnTo>
                <a:close/>
                <a:moveTo>
                  <a:pt x="86251" y="85000"/>
                </a:moveTo>
                <a:cubicBezTo>
                  <a:pt x="84871" y="85000"/>
                  <a:pt x="83755" y="86120"/>
                  <a:pt x="83755" y="87500"/>
                </a:cubicBezTo>
                <a:lnTo>
                  <a:pt x="83755" y="90000"/>
                </a:lnTo>
                <a:cubicBezTo>
                  <a:pt x="83755" y="91380"/>
                  <a:pt x="84871" y="92500"/>
                  <a:pt x="86251" y="92500"/>
                </a:cubicBezTo>
                <a:lnTo>
                  <a:pt x="88759" y="92500"/>
                </a:lnTo>
                <a:cubicBezTo>
                  <a:pt x="90140" y="92500"/>
                  <a:pt x="91256" y="91380"/>
                  <a:pt x="91256" y="90000"/>
                </a:cubicBezTo>
                <a:lnTo>
                  <a:pt x="91256" y="87500"/>
                </a:lnTo>
                <a:cubicBezTo>
                  <a:pt x="91256" y="86120"/>
                  <a:pt x="90140" y="85000"/>
                  <a:pt x="88759" y="85000"/>
                </a:cubicBezTo>
                <a:lnTo>
                  <a:pt x="86251" y="85000"/>
                </a:lnTo>
                <a:close/>
                <a:moveTo>
                  <a:pt x="18742" y="92500"/>
                </a:moveTo>
                <a:cubicBezTo>
                  <a:pt x="17362" y="92500"/>
                  <a:pt x="16245" y="93620"/>
                  <a:pt x="16245" y="95000"/>
                </a:cubicBezTo>
                <a:lnTo>
                  <a:pt x="16245" y="97500"/>
                </a:lnTo>
                <a:cubicBezTo>
                  <a:pt x="16245" y="98880"/>
                  <a:pt x="17362" y="100000"/>
                  <a:pt x="18742" y="100000"/>
                </a:cubicBezTo>
                <a:lnTo>
                  <a:pt x="21250" y="100000"/>
                </a:lnTo>
                <a:cubicBezTo>
                  <a:pt x="22631" y="100000"/>
                  <a:pt x="23747" y="98880"/>
                  <a:pt x="23747" y="97500"/>
                </a:cubicBezTo>
                <a:lnTo>
                  <a:pt x="23747" y="95000"/>
                </a:lnTo>
                <a:cubicBezTo>
                  <a:pt x="23747" y="93620"/>
                  <a:pt x="22631" y="92500"/>
                  <a:pt x="21250" y="92500"/>
                </a:cubicBezTo>
                <a:lnTo>
                  <a:pt x="18742" y="92500"/>
                </a:lnTo>
                <a:close/>
                <a:moveTo>
                  <a:pt x="33744" y="92500"/>
                </a:moveTo>
                <a:cubicBezTo>
                  <a:pt x="32363" y="92500"/>
                  <a:pt x="31247" y="93620"/>
                  <a:pt x="31247" y="95000"/>
                </a:cubicBezTo>
                <a:lnTo>
                  <a:pt x="31247" y="97500"/>
                </a:lnTo>
                <a:cubicBezTo>
                  <a:pt x="31247" y="98880"/>
                  <a:pt x="32363" y="100000"/>
                  <a:pt x="33744" y="100000"/>
                </a:cubicBezTo>
                <a:lnTo>
                  <a:pt x="36252" y="100000"/>
                </a:lnTo>
                <a:cubicBezTo>
                  <a:pt x="37632" y="100000"/>
                  <a:pt x="38749" y="98880"/>
                  <a:pt x="38749" y="97500"/>
                </a:cubicBezTo>
                <a:lnTo>
                  <a:pt x="38749" y="95000"/>
                </a:lnTo>
                <a:cubicBezTo>
                  <a:pt x="38749" y="93620"/>
                  <a:pt x="37632" y="92500"/>
                  <a:pt x="36252" y="92500"/>
                </a:cubicBezTo>
                <a:lnTo>
                  <a:pt x="33744" y="92500"/>
                </a:lnTo>
                <a:close/>
                <a:moveTo>
                  <a:pt x="48746" y="92500"/>
                </a:moveTo>
                <a:cubicBezTo>
                  <a:pt x="47366" y="92500"/>
                  <a:pt x="46250" y="93620"/>
                  <a:pt x="46250" y="95000"/>
                </a:cubicBezTo>
                <a:lnTo>
                  <a:pt x="46250" y="97500"/>
                </a:lnTo>
                <a:cubicBezTo>
                  <a:pt x="46250" y="98880"/>
                  <a:pt x="47366" y="100000"/>
                  <a:pt x="48746" y="100000"/>
                </a:cubicBezTo>
                <a:lnTo>
                  <a:pt x="51254" y="100000"/>
                </a:lnTo>
                <a:cubicBezTo>
                  <a:pt x="52634" y="100000"/>
                  <a:pt x="53750" y="98880"/>
                  <a:pt x="53750" y="97500"/>
                </a:cubicBezTo>
                <a:lnTo>
                  <a:pt x="53750" y="95000"/>
                </a:lnTo>
                <a:cubicBezTo>
                  <a:pt x="53750" y="93620"/>
                  <a:pt x="52634" y="92500"/>
                  <a:pt x="51254" y="92500"/>
                </a:cubicBezTo>
                <a:lnTo>
                  <a:pt x="48746" y="92500"/>
                </a:lnTo>
                <a:close/>
                <a:moveTo>
                  <a:pt x="63748" y="92500"/>
                </a:moveTo>
                <a:cubicBezTo>
                  <a:pt x="62368" y="92500"/>
                  <a:pt x="61252" y="93620"/>
                  <a:pt x="61252" y="95000"/>
                </a:cubicBezTo>
                <a:lnTo>
                  <a:pt x="61252" y="97500"/>
                </a:lnTo>
                <a:cubicBezTo>
                  <a:pt x="61252" y="98880"/>
                  <a:pt x="62368" y="100000"/>
                  <a:pt x="63748" y="100000"/>
                </a:cubicBezTo>
                <a:lnTo>
                  <a:pt x="66256" y="100000"/>
                </a:lnTo>
                <a:cubicBezTo>
                  <a:pt x="67637" y="100000"/>
                  <a:pt x="68753" y="98880"/>
                  <a:pt x="68753" y="97500"/>
                </a:cubicBezTo>
                <a:lnTo>
                  <a:pt x="68753" y="95000"/>
                </a:lnTo>
                <a:cubicBezTo>
                  <a:pt x="68753" y="93620"/>
                  <a:pt x="67637" y="92500"/>
                  <a:pt x="66256" y="92500"/>
                </a:cubicBezTo>
                <a:lnTo>
                  <a:pt x="63748" y="92500"/>
                </a:lnTo>
                <a:close/>
                <a:moveTo>
                  <a:pt x="78750" y="92500"/>
                </a:moveTo>
                <a:cubicBezTo>
                  <a:pt x="77370" y="92500"/>
                  <a:pt x="76253" y="93620"/>
                  <a:pt x="76253" y="95000"/>
                </a:cubicBezTo>
                <a:lnTo>
                  <a:pt x="76253" y="97500"/>
                </a:lnTo>
                <a:cubicBezTo>
                  <a:pt x="76253" y="98880"/>
                  <a:pt x="77370" y="100000"/>
                  <a:pt x="78750" y="100000"/>
                </a:cubicBezTo>
                <a:lnTo>
                  <a:pt x="81258" y="100000"/>
                </a:lnTo>
                <a:cubicBezTo>
                  <a:pt x="82639" y="100000"/>
                  <a:pt x="83755" y="98880"/>
                  <a:pt x="83755" y="97500"/>
                </a:cubicBezTo>
                <a:lnTo>
                  <a:pt x="83755" y="95000"/>
                </a:lnTo>
                <a:cubicBezTo>
                  <a:pt x="83755" y="93620"/>
                  <a:pt x="82639" y="92500"/>
                  <a:pt x="81258" y="92500"/>
                </a:cubicBezTo>
                <a:lnTo>
                  <a:pt x="78750" y="9250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4" name="Белый — SVG 34">
            <a:extLst>
              <a:ext uri="{FF2B5EF4-FFF2-40B4-BE49-F238E27FC236}">
                <a16:creationId xmlns:a16="http://schemas.microsoft.com/office/drawing/2014/main" id="{B869ED5D-CF4E-DE4A-85E9-9BD06511F0D4}"/>
              </a:ext>
            </a:extLst>
          </p:cNvPr>
          <p:cNvSpPr>
            <a:spLocks noGrp="1"/>
          </p:cNvSpPr>
          <p:nvPr/>
        </p:nvSpPr>
        <p:spPr>
          <a:xfrm>
            <a:off x="9420000" y="501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2 h 127583"/>
              <a:gd name="csX2" fmla="*/ 0 w 127600"/>
              <a:gd name="csY2" fmla="*/ 82937 h 127583"/>
              <a:gd name="csX3" fmla="*/ 26609 w 127600"/>
              <a:gd name="csY3" fmla="*/ 57209 h 127583"/>
              <a:gd name="csX4" fmla="*/ 46548 w 127600"/>
              <a:gd name="csY4" fmla="*/ 57209 h 127583"/>
              <a:gd name="csX5" fmla="*/ 68445 w 127600"/>
              <a:gd name="csY5" fmla="*/ 78390 h 127583"/>
              <a:gd name="csX6" fmla="*/ 75710 w 127600"/>
              <a:gd name="csY6" fmla="*/ 71371 h 127583"/>
              <a:gd name="csX7" fmla="*/ 95650 w 127600"/>
              <a:gd name="csY7" fmla="*/ 71371 h 127583"/>
              <a:gd name="csX8" fmla="*/ 127601 w 127600"/>
              <a:gd name="csY8" fmla="*/ 102270 h 127583"/>
              <a:gd name="csX9" fmla="*/ 127601 w 127600"/>
              <a:gd name="csY9" fmla="*/ 19492 h 127583"/>
              <a:gd name="csX10" fmla="*/ 108103 w 127600"/>
              <a:gd name="csY10" fmla="*/ 0 h 127583"/>
              <a:gd name="csX11" fmla="*/ 19497 w 127600"/>
              <a:gd name="csY11" fmla="*/ 0 h 127583"/>
              <a:gd name="csX12" fmla="*/ 86837 w 127600"/>
              <a:gd name="csY12" fmla="*/ 24808 h 127583"/>
              <a:gd name="csX13" fmla="*/ 102795 w 127600"/>
              <a:gd name="csY13" fmla="*/ 40756 h 127583"/>
              <a:gd name="csX14" fmla="*/ 86837 w 127600"/>
              <a:gd name="csY14" fmla="*/ 56704 h 127583"/>
              <a:gd name="csX15" fmla="*/ 70895 w 127600"/>
              <a:gd name="csY15" fmla="*/ 40756 h 127583"/>
              <a:gd name="csX16" fmla="*/ 86837 w 127600"/>
              <a:gd name="csY16" fmla="*/ 24808 h 127583"/>
              <a:gd name="csX17" fmla="*/ 86837 w 127600"/>
              <a:gd name="csY17" fmla="*/ 35440 h 127583"/>
              <a:gd name="csX18" fmla="*/ 83077 w 127600"/>
              <a:gd name="csY18" fmla="*/ 36997 h 127583"/>
              <a:gd name="csX19" fmla="*/ 81528 w 127600"/>
              <a:gd name="csY19" fmla="*/ 40756 h 127583"/>
              <a:gd name="csX20" fmla="*/ 83077 w 127600"/>
              <a:gd name="csY20" fmla="*/ 44515 h 127583"/>
              <a:gd name="csX21" fmla="*/ 86837 w 127600"/>
              <a:gd name="csY21" fmla="*/ 46072 h 127583"/>
              <a:gd name="csX22" fmla="*/ 90596 w 127600"/>
              <a:gd name="csY22" fmla="*/ 44515 h 127583"/>
              <a:gd name="csX23" fmla="*/ 92162 w 127600"/>
              <a:gd name="csY23" fmla="*/ 40756 h 127583"/>
              <a:gd name="csX24" fmla="*/ 90596 w 127600"/>
              <a:gd name="csY24" fmla="*/ 36997 h 127583"/>
              <a:gd name="csX25" fmla="*/ 86837 w 127600"/>
              <a:gd name="csY25" fmla="*/ 35440 h 127583"/>
              <a:gd name="csX26" fmla="*/ 36579 w 127600"/>
              <a:gd name="csY26" fmla="*/ 63826 h 127583"/>
              <a:gd name="csX27" fmla="*/ 33993 w 127600"/>
              <a:gd name="csY27" fmla="*/ 64851 h 127583"/>
              <a:gd name="csX28" fmla="*/ 0 w 127600"/>
              <a:gd name="csY28" fmla="*/ 97729 h 127583"/>
              <a:gd name="csX29" fmla="*/ 0 w 127600"/>
              <a:gd name="csY29" fmla="*/ 108091 h 127583"/>
              <a:gd name="csX30" fmla="*/ 17694 w 127600"/>
              <a:gd name="csY30" fmla="*/ 127493 h 127583"/>
              <a:gd name="csX31" fmla="*/ 60806 w 127600"/>
              <a:gd name="csY31" fmla="*/ 85789 h 127583"/>
              <a:gd name="csX32" fmla="*/ 39147 w 127600"/>
              <a:gd name="csY32" fmla="*/ 64851 h 127583"/>
              <a:gd name="csX33" fmla="*/ 36579 w 127600"/>
              <a:gd name="csY33" fmla="*/ 63826 h 127583"/>
              <a:gd name="csX34" fmla="*/ 85679 w 127600"/>
              <a:gd name="csY34" fmla="*/ 78002 h 127583"/>
              <a:gd name="csX35" fmla="*/ 83111 w 127600"/>
              <a:gd name="csY35" fmla="*/ 79013 h 127583"/>
              <a:gd name="csX36" fmla="*/ 32887 w 127600"/>
              <a:gd name="csY36" fmla="*/ 127583 h 127583"/>
              <a:gd name="csX37" fmla="*/ 108103 w 127600"/>
              <a:gd name="csY37" fmla="*/ 127583 h 127583"/>
              <a:gd name="csX38" fmla="*/ 126086 w 127600"/>
              <a:gd name="csY38" fmla="*/ 115602 h 127583"/>
              <a:gd name="csX39" fmla="*/ 88265 w 127600"/>
              <a:gd name="csY39" fmla="*/ 79013 h 127583"/>
              <a:gd name="csX40" fmla="*/ 85679 w 127600"/>
              <a:gd name="csY40" fmla="*/ 78002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40" y="7"/>
                  <a:pt x="0" y="6844"/>
                  <a:pt x="0" y="15283"/>
                </a:cubicBezTo>
                <a:lnTo>
                  <a:pt x="0" y="65004"/>
                </a:lnTo>
                <a:lnTo>
                  <a:pt x="20853" y="44841"/>
                </a:lnTo>
                <a:cubicBezTo>
                  <a:pt x="25080" y="40747"/>
                  <a:pt x="32253" y="40753"/>
                  <a:pt x="36480" y="44841"/>
                </a:cubicBezTo>
                <a:lnTo>
                  <a:pt x="53640" y="61441"/>
                </a:lnTo>
                <a:lnTo>
                  <a:pt x="59334" y="55940"/>
                </a:lnTo>
                <a:cubicBezTo>
                  <a:pt x="63547" y="51862"/>
                  <a:pt x="70747" y="51862"/>
                  <a:pt x="74961" y="55940"/>
                </a:cubicBezTo>
                <a:lnTo>
                  <a:pt x="100001" y="80156"/>
                </a:lnTo>
                <a:lnTo>
                  <a:pt x="100001" y="15283"/>
                </a:lnTo>
                <a:cubicBezTo>
                  <a:pt x="100001" y="6844"/>
                  <a:pt x="93161" y="7"/>
                  <a:pt x="84720" y="7"/>
                </a:cubicBezTo>
                <a:lnTo>
                  <a:pt x="15280" y="7"/>
                </a:lnTo>
                <a:close/>
                <a:moveTo>
                  <a:pt x="68054" y="19449"/>
                </a:moveTo>
                <a:cubicBezTo>
                  <a:pt x="74947" y="19449"/>
                  <a:pt x="80560" y="25056"/>
                  <a:pt x="80560" y="31947"/>
                </a:cubicBezTo>
                <a:cubicBezTo>
                  <a:pt x="80560" y="38837"/>
                  <a:pt x="74947" y="44446"/>
                  <a:pt x="68054" y="44446"/>
                </a:cubicBezTo>
                <a:cubicBezTo>
                  <a:pt x="61161" y="44446"/>
                  <a:pt x="55560" y="38837"/>
                  <a:pt x="55560" y="31947"/>
                </a:cubicBezTo>
                <a:cubicBezTo>
                  <a:pt x="55560" y="25056"/>
                  <a:pt x="61161" y="19449"/>
                  <a:pt x="68054" y="19449"/>
                </a:cubicBezTo>
                <a:close/>
                <a:moveTo>
                  <a:pt x="68054" y="27781"/>
                </a:moveTo>
                <a:cubicBezTo>
                  <a:pt x="66947" y="27781"/>
                  <a:pt x="65893" y="28220"/>
                  <a:pt x="65107" y="29001"/>
                </a:cubicBezTo>
                <a:cubicBezTo>
                  <a:pt x="64334" y="29783"/>
                  <a:pt x="63893" y="30842"/>
                  <a:pt x="63893" y="31947"/>
                </a:cubicBezTo>
                <a:cubicBezTo>
                  <a:pt x="63893" y="33052"/>
                  <a:pt x="64334" y="34112"/>
                  <a:pt x="65107" y="34893"/>
                </a:cubicBezTo>
                <a:cubicBezTo>
                  <a:pt x="65893" y="35674"/>
                  <a:pt x="66947" y="36113"/>
                  <a:pt x="68054" y="36113"/>
                </a:cubicBezTo>
                <a:cubicBezTo>
                  <a:pt x="69161" y="36113"/>
                  <a:pt x="70226" y="35674"/>
                  <a:pt x="71000" y="34893"/>
                </a:cubicBezTo>
                <a:cubicBezTo>
                  <a:pt x="71787" y="34112"/>
                  <a:pt x="72227" y="33052"/>
                  <a:pt x="72227" y="31947"/>
                </a:cubicBezTo>
                <a:cubicBezTo>
                  <a:pt x="72227" y="30842"/>
                  <a:pt x="71787" y="29783"/>
                  <a:pt x="71000" y="29001"/>
                </a:cubicBezTo>
                <a:cubicBezTo>
                  <a:pt x="70226" y="28220"/>
                  <a:pt x="69161" y="27781"/>
                  <a:pt x="68054" y="27781"/>
                </a:cubicBezTo>
                <a:close/>
                <a:moveTo>
                  <a:pt x="28667" y="50027"/>
                </a:moveTo>
                <a:cubicBezTo>
                  <a:pt x="27933" y="50027"/>
                  <a:pt x="27200" y="50295"/>
                  <a:pt x="26640" y="50830"/>
                </a:cubicBezTo>
                <a:lnTo>
                  <a:pt x="0" y="76597"/>
                </a:lnTo>
                <a:lnTo>
                  <a:pt x="0" y="84717"/>
                </a:lnTo>
                <a:cubicBezTo>
                  <a:pt x="0" y="92675"/>
                  <a:pt x="6093" y="99210"/>
                  <a:pt x="13867" y="99923"/>
                </a:cubicBezTo>
                <a:lnTo>
                  <a:pt x="47654" y="67239"/>
                </a:lnTo>
                <a:lnTo>
                  <a:pt x="30679" y="50830"/>
                </a:lnTo>
                <a:cubicBezTo>
                  <a:pt x="30133" y="50295"/>
                  <a:pt x="29400" y="50027"/>
                  <a:pt x="28667" y="50027"/>
                </a:cubicBezTo>
                <a:close/>
                <a:moveTo>
                  <a:pt x="67147" y="61137"/>
                </a:moveTo>
                <a:cubicBezTo>
                  <a:pt x="66414" y="61137"/>
                  <a:pt x="65680" y="61401"/>
                  <a:pt x="65134" y="61929"/>
                </a:cubicBezTo>
                <a:lnTo>
                  <a:pt x="25774" y="99993"/>
                </a:lnTo>
                <a:lnTo>
                  <a:pt x="84720" y="99993"/>
                </a:lnTo>
                <a:cubicBezTo>
                  <a:pt x="91067" y="99993"/>
                  <a:pt x="96507" y="96116"/>
                  <a:pt x="98813" y="90604"/>
                </a:cubicBezTo>
                <a:lnTo>
                  <a:pt x="69173" y="61929"/>
                </a:lnTo>
                <a:cubicBezTo>
                  <a:pt x="68627" y="61401"/>
                  <a:pt x="67893" y="61137"/>
                  <a:pt x="67147" y="6113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5" name="Белый — SVG 35">
            <a:extLst>
              <a:ext uri="{FF2B5EF4-FFF2-40B4-BE49-F238E27FC236}">
                <a16:creationId xmlns:a16="http://schemas.microsoft.com/office/drawing/2014/main" id="{9A2431AB-E6C0-3C49-8E90-17CBB9C30280}"/>
              </a:ext>
            </a:extLst>
          </p:cNvPr>
          <p:cNvSpPr>
            <a:spLocks noGrp="1"/>
          </p:cNvSpPr>
          <p:nvPr/>
        </p:nvSpPr>
        <p:spPr>
          <a:xfrm>
            <a:off x="10020000" y="5010000"/>
            <a:ext cx="220000" cy="220000"/>
          </a:xfrm>
          <a:custGeom>
            <a:avLst/>
            <a:gdLst>
              <a:gd name="csX0" fmla="*/ 15942 w 134695"/>
              <a:gd name="csY0" fmla="*/ 0 h 148847"/>
              <a:gd name="csX1" fmla="*/ 0 w 134695"/>
              <a:gd name="csY1" fmla="*/ 15948 h 148847"/>
              <a:gd name="csX2" fmla="*/ 0 w 134695"/>
              <a:gd name="csY2" fmla="*/ 125811 h 148847"/>
              <a:gd name="csX3" fmla="*/ 15942 w 134695"/>
              <a:gd name="csY3" fmla="*/ 141759 h 148847"/>
              <a:gd name="csX4" fmla="*/ 62490 w 134695"/>
              <a:gd name="csY4" fmla="*/ 141759 h 148847"/>
              <a:gd name="csX5" fmla="*/ 49628 w 134695"/>
              <a:gd name="csY5" fmla="*/ 109863 h 148847"/>
              <a:gd name="csX6" fmla="*/ 95700 w 134695"/>
              <a:gd name="csY6" fmla="*/ 63792 h 148847"/>
              <a:gd name="csX7" fmla="*/ 113428 w 134695"/>
              <a:gd name="csY7" fmla="*/ 67336 h 148847"/>
              <a:gd name="csX8" fmla="*/ 113428 w 134695"/>
              <a:gd name="csY8" fmla="*/ 56704 h 148847"/>
              <a:gd name="csX9" fmla="*/ 72664 w 134695"/>
              <a:gd name="csY9" fmla="*/ 56704 h 148847"/>
              <a:gd name="csX10" fmla="*/ 56706 w 134695"/>
              <a:gd name="csY10" fmla="*/ 40756 h 148847"/>
              <a:gd name="csX11" fmla="*/ 56706 w 134695"/>
              <a:gd name="csY11" fmla="*/ 0 h 148847"/>
              <a:gd name="csX12" fmla="*/ 15942 w 134695"/>
              <a:gd name="csY12" fmla="*/ 0 h 148847"/>
              <a:gd name="csX13" fmla="*/ 67339 w 134695"/>
              <a:gd name="csY13" fmla="*/ 3115 h 148847"/>
              <a:gd name="csX14" fmla="*/ 67339 w 134695"/>
              <a:gd name="csY14" fmla="*/ 40756 h 148847"/>
              <a:gd name="csX15" fmla="*/ 72664 w 134695"/>
              <a:gd name="csY15" fmla="*/ 46072 h 148847"/>
              <a:gd name="csX16" fmla="*/ 110315 w 134695"/>
              <a:gd name="csY16" fmla="*/ 46072 h 148847"/>
              <a:gd name="csX17" fmla="*/ 67339 w 134695"/>
              <a:gd name="csY17" fmla="*/ 3115 h 148847"/>
              <a:gd name="csX18" fmla="*/ 95700 w 134695"/>
              <a:gd name="csY18" fmla="*/ 70880 h 148847"/>
              <a:gd name="csX19" fmla="*/ 56706 w 134695"/>
              <a:gd name="csY19" fmla="*/ 109863 h 148847"/>
              <a:gd name="csX20" fmla="*/ 95700 w 134695"/>
              <a:gd name="csY20" fmla="*/ 148847 h 148847"/>
              <a:gd name="csX21" fmla="*/ 134695 w 134695"/>
              <a:gd name="csY21" fmla="*/ 109863 h 148847"/>
              <a:gd name="csX22" fmla="*/ 95700 w 134695"/>
              <a:gd name="csY22" fmla="*/ 70880 h 148847"/>
              <a:gd name="csX23" fmla="*/ 95700 w 134695"/>
              <a:gd name="csY23" fmla="*/ 85056 h 148847"/>
              <a:gd name="csX24" fmla="*/ 99239 w 134695"/>
              <a:gd name="csY24" fmla="*/ 88599 h 148847"/>
              <a:gd name="csX25" fmla="*/ 99239 w 134695"/>
              <a:gd name="csY25" fmla="*/ 116951 h 148847"/>
              <a:gd name="csX26" fmla="*/ 95700 w 134695"/>
              <a:gd name="csY26" fmla="*/ 120495 h 148847"/>
              <a:gd name="csX27" fmla="*/ 92162 w 134695"/>
              <a:gd name="csY27" fmla="*/ 116951 h 148847"/>
              <a:gd name="csX28" fmla="*/ 92162 w 134695"/>
              <a:gd name="csY28" fmla="*/ 88599 h 148847"/>
              <a:gd name="csX29" fmla="*/ 95700 w 134695"/>
              <a:gd name="csY29" fmla="*/ 85056 h 148847"/>
              <a:gd name="csX30" fmla="*/ 95700 w 134695"/>
              <a:gd name="csY30" fmla="*/ 126697 h 148847"/>
              <a:gd name="csX31" fmla="*/ 100124 w 134695"/>
              <a:gd name="csY31" fmla="*/ 131127 h 148847"/>
              <a:gd name="csX32" fmla="*/ 95700 w 134695"/>
              <a:gd name="csY32" fmla="*/ 135557 h 148847"/>
              <a:gd name="csX33" fmla="*/ 91277 w 134695"/>
              <a:gd name="csY33" fmla="*/ 131127 h 148847"/>
              <a:gd name="csX34" fmla="*/ 95700 w 134695"/>
              <a:gd name="csY34" fmla="*/ 126697 h 148847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6" y="0"/>
                  <a:pt x="4754" y="4807"/>
                  <a:pt x="4754" y="10714"/>
                </a:cubicBezTo>
                <a:lnTo>
                  <a:pt x="4754" y="84524"/>
                </a:lnTo>
                <a:cubicBezTo>
                  <a:pt x="4754" y="90431"/>
                  <a:pt x="9566" y="95238"/>
                  <a:pt x="15464" y="95238"/>
                </a:cubicBezTo>
                <a:lnTo>
                  <a:pt x="46737" y="95238"/>
                </a:lnTo>
                <a:cubicBezTo>
                  <a:pt x="41387" y="89674"/>
                  <a:pt x="38095" y="82119"/>
                  <a:pt x="38095" y="73809"/>
                </a:cubicBezTo>
                <a:cubicBezTo>
                  <a:pt x="38095" y="56743"/>
                  <a:pt x="51983" y="42857"/>
                  <a:pt x="69048" y="42857"/>
                </a:cubicBezTo>
                <a:cubicBezTo>
                  <a:pt x="73266" y="42857"/>
                  <a:pt x="77289" y="43705"/>
                  <a:pt x="80958" y="45238"/>
                </a:cubicBezTo>
                <a:lnTo>
                  <a:pt x="80958" y="38095"/>
                </a:lnTo>
                <a:lnTo>
                  <a:pt x="53572" y="38095"/>
                </a:lnTo>
                <a:cubicBezTo>
                  <a:pt x="47662" y="38095"/>
                  <a:pt x="42851" y="33288"/>
                  <a:pt x="42851" y="27381"/>
                </a:cubicBezTo>
                <a:lnTo>
                  <a:pt x="42851" y="0"/>
                </a:lnTo>
                <a:lnTo>
                  <a:pt x="15464" y="0"/>
                </a:lnTo>
                <a:close/>
                <a:moveTo>
                  <a:pt x="49994" y="2093"/>
                </a:moveTo>
                <a:lnTo>
                  <a:pt x="49994" y="27381"/>
                </a:lnTo>
                <a:cubicBezTo>
                  <a:pt x="49994" y="29350"/>
                  <a:pt x="51606" y="30953"/>
                  <a:pt x="53572" y="30953"/>
                </a:cubicBezTo>
                <a:lnTo>
                  <a:pt x="78867" y="30953"/>
                </a:lnTo>
                <a:lnTo>
                  <a:pt x="49994" y="2093"/>
                </a:lnTo>
                <a:close/>
                <a:moveTo>
                  <a:pt x="69048" y="47619"/>
                </a:moveTo>
                <a:cubicBezTo>
                  <a:pt x="54578" y="47619"/>
                  <a:pt x="42851" y="59346"/>
                  <a:pt x="42851" y="73809"/>
                </a:cubicBezTo>
                <a:cubicBezTo>
                  <a:pt x="42851" y="88274"/>
                  <a:pt x="54578" y="100000"/>
                  <a:pt x="69048" y="100000"/>
                </a:cubicBezTo>
                <a:cubicBezTo>
                  <a:pt x="83519" y="100000"/>
                  <a:pt x="95246" y="88274"/>
                  <a:pt x="95246" y="73809"/>
                </a:cubicBezTo>
                <a:cubicBezTo>
                  <a:pt x="95246" y="59346"/>
                  <a:pt x="83519" y="47619"/>
                  <a:pt x="69048" y="47619"/>
                </a:cubicBezTo>
                <a:close/>
                <a:moveTo>
                  <a:pt x="69048" y="57143"/>
                </a:moveTo>
                <a:cubicBezTo>
                  <a:pt x="70363" y="57143"/>
                  <a:pt x="71426" y="58209"/>
                  <a:pt x="71426" y="59524"/>
                </a:cubicBezTo>
                <a:lnTo>
                  <a:pt x="71426" y="78571"/>
                </a:lnTo>
                <a:cubicBezTo>
                  <a:pt x="71426" y="79886"/>
                  <a:pt x="70363" y="80952"/>
                  <a:pt x="69048" y="80952"/>
                </a:cubicBezTo>
                <a:cubicBezTo>
                  <a:pt x="67734" y="80952"/>
                  <a:pt x="66671" y="79886"/>
                  <a:pt x="66671" y="78571"/>
                </a:cubicBezTo>
                <a:lnTo>
                  <a:pt x="66671" y="59524"/>
                </a:lnTo>
                <a:cubicBezTo>
                  <a:pt x="66671" y="58209"/>
                  <a:pt x="67734" y="57143"/>
                  <a:pt x="69048" y="57143"/>
                </a:cubicBezTo>
                <a:close/>
                <a:moveTo>
                  <a:pt x="69048" y="85119"/>
                </a:moveTo>
                <a:cubicBezTo>
                  <a:pt x="70694" y="85119"/>
                  <a:pt x="72020" y="86453"/>
                  <a:pt x="72020" y="88095"/>
                </a:cubicBezTo>
                <a:cubicBezTo>
                  <a:pt x="72020" y="89738"/>
                  <a:pt x="70694" y="91071"/>
                  <a:pt x="69048" y="91071"/>
                </a:cubicBezTo>
                <a:cubicBezTo>
                  <a:pt x="67403" y="91071"/>
                  <a:pt x="66077" y="89738"/>
                  <a:pt x="66077" y="88095"/>
                </a:cubicBezTo>
                <a:cubicBezTo>
                  <a:pt x="66077" y="86453"/>
                  <a:pt x="67403" y="85119"/>
                  <a:pt x="69048" y="8511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6" name="Белый — SVG 36">
            <a:extLst>
              <a:ext uri="{FF2B5EF4-FFF2-40B4-BE49-F238E27FC236}">
                <a16:creationId xmlns:a16="http://schemas.microsoft.com/office/drawing/2014/main" id="{917C519D-D5AE-EC41-9137-ED4D96531946}"/>
              </a:ext>
            </a:extLst>
          </p:cNvPr>
          <p:cNvSpPr>
            <a:spLocks noGrp="1"/>
          </p:cNvSpPr>
          <p:nvPr/>
        </p:nvSpPr>
        <p:spPr>
          <a:xfrm>
            <a:off x="10620000" y="5010000"/>
            <a:ext cx="220000" cy="220000"/>
          </a:xfrm>
          <a:custGeom>
            <a:avLst/>
            <a:gdLst>
              <a:gd name="csX0" fmla="*/ 141773 w 141774"/>
              <a:gd name="csY0" fmla="*/ 65564 h 131281"/>
              <a:gd name="csX1" fmla="*/ 140208 w 141774"/>
              <a:gd name="csY1" fmla="*/ 61882 h 131281"/>
              <a:gd name="csX2" fmla="*/ 126035 w 141774"/>
              <a:gd name="csY2" fmla="*/ 47706 h 131281"/>
              <a:gd name="csX3" fmla="*/ 124317 w 141774"/>
              <a:gd name="csY3" fmla="*/ 46509 h 131281"/>
              <a:gd name="csX4" fmla="*/ 122259 w 141774"/>
              <a:gd name="csY4" fmla="*/ 46071 h 131281"/>
              <a:gd name="csX5" fmla="*/ 120200 w 141774"/>
              <a:gd name="csY5" fmla="*/ 46466 h 131281"/>
              <a:gd name="csX6" fmla="*/ 118448 w 141774"/>
              <a:gd name="csY6" fmla="*/ 47630 h 131281"/>
              <a:gd name="csX7" fmla="*/ 117274 w 141774"/>
              <a:gd name="csY7" fmla="*/ 49378 h 131281"/>
              <a:gd name="csX8" fmla="*/ 116882 w 141774"/>
              <a:gd name="csY8" fmla="*/ 51442 h 131281"/>
              <a:gd name="csX9" fmla="*/ 117324 w 141774"/>
              <a:gd name="csY9" fmla="*/ 53498 h 131281"/>
              <a:gd name="csX10" fmla="*/ 118516 w 141774"/>
              <a:gd name="csY10" fmla="*/ 55223 h 131281"/>
              <a:gd name="csX11" fmla="*/ 123620 w 141774"/>
              <a:gd name="csY11" fmla="*/ 60325 h 131281"/>
              <a:gd name="csX12" fmla="*/ 104548 w 141774"/>
              <a:gd name="csY12" fmla="*/ 60325 h 131281"/>
              <a:gd name="csX13" fmla="*/ 102506 w 141774"/>
              <a:gd name="csY13" fmla="*/ 60708 h 131281"/>
              <a:gd name="csX14" fmla="*/ 100753 w 141774"/>
              <a:gd name="csY14" fmla="*/ 61854 h 131281"/>
              <a:gd name="csX15" fmla="*/ 99580 w 141774"/>
              <a:gd name="csY15" fmla="*/ 63589 h 131281"/>
              <a:gd name="csX16" fmla="*/ 99171 w 141774"/>
              <a:gd name="csY16" fmla="*/ 65641 h 131281"/>
              <a:gd name="csX17" fmla="*/ 99580 w 141774"/>
              <a:gd name="csY17" fmla="*/ 67693 h 131281"/>
              <a:gd name="csX18" fmla="*/ 100753 w 141774"/>
              <a:gd name="csY18" fmla="*/ 69426 h 131281"/>
              <a:gd name="csX19" fmla="*/ 102506 w 141774"/>
              <a:gd name="csY19" fmla="*/ 70574 h 131281"/>
              <a:gd name="csX20" fmla="*/ 104548 w 141774"/>
              <a:gd name="csY20" fmla="*/ 70957 h 131281"/>
              <a:gd name="csX21" fmla="*/ 123620 w 141774"/>
              <a:gd name="csY21" fmla="*/ 70957 h 131281"/>
              <a:gd name="csX22" fmla="*/ 118516 w 141774"/>
              <a:gd name="csY22" fmla="*/ 76059 h 131281"/>
              <a:gd name="csX23" fmla="*/ 117324 w 141774"/>
              <a:gd name="csY23" fmla="*/ 77784 h 131281"/>
              <a:gd name="csX24" fmla="*/ 116882 w 141774"/>
              <a:gd name="csY24" fmla="*/ 79838 h 131281"/>
              <a:gd name="csX25" fmla="*/ 117274 w 141774"/>
              <a:gd name="csY25" fmla="*/ 81902 h 131281"/>
              <a:gd name="csX26" fmla="*/ 118448 w 141774"/>
              <a:gd name="csY26" fmla="*/ 83652 h 131281"/>
              <a:gd name="csX27" fmla="*/ 120200 w 141774"/>
              <a:gd name="csY27" fmla="*/ 84816 h 131281"/>
              <a:gd name="csX28" fmla="*/ 122259 w 141774"/>
              <a:gd name="csY28" fmla="*/ 85209 h 131281"/>
              <a:gd name="csX29" fmla="*/ 124317 w 141774"/>
              <a:gd name="csY29" fmla="*/ 84773 h 131281"/>
              <a:gd name="csX30" fmla="*/ 126035 w 141774"/>
              <a:gd name="csY30" fmla="*/ 83576 h 131281"/>
              <a:gd name="csX31" fmla="*/ 140208 w 141774"/>
              <a:gd name="csY31" fmla="*/ 69399 h 131281"/>
              <a:gd name="csX32" fmla="*/ 141382 w 141774"/>
              <a:gd name="csY32" fmla="*/ 67640 h 131281"/>
              <a:gd name="csX33" fmla="*/ 141773 w 141774"/>
              <a:gd name="csY33" fmla="*/ 65564 h 131281"/>
              <a:gd name="csX34" fmla="*/ 120506 w 141774"/>
              <a:gd name="csY34" fmla="*/ 111636 h 131281"/>
              <a:gd name="csX35" fmla="*/ 118941 w 141774"/>
              <a:gd name="csY35" fmla="*/ 107954 h 131281"/>
              <a:gd name="csX36" fmla="*/ 104769 w 141774"/>
              <a:gd name="csY36" fmla="*/ 93777 h 131281"/>
              <a:gd name="csX37" fmla="*/ 103050 w 141774"/>
              <a:gd name="csY37" fmla="*/ 92580 h 131281"/>
              <a:gd name="csX38" fmla="*/ 100992 w 141774"/>
              <a:gd name="csY38" fmla="*/ 92144 h 131281"/>
              <a:gd name="csX39" fmla="*/ 98933 w 141774"/>
              <a:gd name="csY39" fmla="*/ 92539 h 131281"/>
              <a:gd name="csX40" fmla="*/ 97181 w 141774"/>
              <a:gd name="csY40" fmla="*/ 93701 h 131281"/>
              <a:gd name="csX41" fmla="*/ 96007 w 141774"/>
              <a:gd name="csY41" fmla="*/ 95451 h 131281"/>
              <a:gd name="csX42" fmla="*/ 95616 w 141774"/>
              <a:gd name="csY42" fmla="*/ 97515 h 131281"/>
              <a:gd name="csX43" fmla="*/ 96058 w 141774"/>
              <a:gd name="csY43" fmla="*/ 99570 h 131281"/>
              <a:gd name="csX44" fmla="*/ 97249 w 141774"/>
              <a:gd name="csY44" fmla="*/ 101295 h 131281"/>
              <a:gd name="csX45" fmla="*/ 102353 w 141774"/>
              <a:gd name="csY45" fmla="*/ 106396 h 131281"/>
              <a:gd name="csX46" fmla="*/ 83281 w 141774"/>
              <a:gd name="csY46" fmla="*/ 106396 h 131281"/>
              <a:gd name="csX47" fmla="*/ 81239 w 141774"/>
              <a:gd name="csY47" fmla="*/ 106779 h 131281"/>
              <a:gd name="csX48" fmla="*/ 79487 w 141774"/>
              <a:gd name="csY48" fmla="*/ 107927 h 131281"/>
              <a:gd name="csX49" fmla="*/ 78313 w 141774"/>
              <a:gd name="csY49" fmla="*/ 109661 h 131281"/>
              <a:gd name="csX50" fmla="*/ 77904 w 141774"/>
              <a:gd name="csY50" fmla="*/ 111712 h 131281"/>
              <a:gd name="csX51" fmla="*/ 78313 w 141774"/>
              <a:gd name="csY51" fmla="*/ 113764 h 131281"/>
              <a:gd name="csX52" fmla="*/ 79487 w 141774"/>
              <a:gd name="csY52" fmla="*/ 115499 h 131281"/>
              <a:gd name="csX53" fmla="*/ 81239 w 141774"/>
              <a:gd name="csY53" fmla="*/ 116645 h 131281"/>
              <a:gd name="csX54" fmla="*/ 83281 w 141774"/>
              <a:gd name="csY54" fmla="*/ 117028 h 131281"/>
              <a:gd name="csX55" fmla="*/ 102353 w 141774"/>
              <a:gd name="csY55" fmla="*/ 117028 h 131281"/>
              <a:gd name="csX56" fmla="*/ 97249 w 141774"/>
              <a:gd name="csY56" fmla="*/ 122130 h 131281"/>
              <a:gd name="csX57" fmla="*/ 96058 w 141774"/>
              <a:gd name="csY57" fmla="*/ 123856 h 131281"/>
              <a:gd name="csX58" fmla="*/ 95616 w 141774"/>
              <a:gd name="csY58" fmla="*/ 125911 h 131281"/>
              <a:gd name="csX59" fmla="*/ 96007 w 141774"/>
              <a:gd name="csY59" fmla="*/ 127975 h 131281"/>
              <a:gd name="csX60" fmla="*/ 97181 w 141774"/>
              <a:gd name="csY60" fmla="*/ 129724 h 131281"/>
              <a:gd name="csX61" fmla="*/ 98933 w 141774"/>
              <a:gd name="csY61" fmla="*/ 130887 h 131281"/>
              <a:gd name="csX62" fmla="*/ 100992 w 141774"/>
              <a:gd name="csY62" fmla="*/ 131282 h 131281"/>
              <a:gd name="csX63" fmla="*/ 103050 w 141774"/>
              <a:gd name="csY63" fmla="*/ 130845 h 131281"/>
              <a:gd name="csX64" fmla="*/ 104769 w 141774"/>
              <a:gd name="csY64" fmla="*/ 129647 h 131281"/>
              <a:gd name="csX65" fmla="*/ 118941 w 141774"/>
              <a:gd name="csY65" fmla="*/ 115472 h 131281"/>
              <a:gd name="csX66" fmla="*/ 120115 w 141774"/>
              <a:gd name="csY66" fmla="*/ 113711 h 131281"/>
              <a:gd name="csX67" fmla="*/ 120506 w 141774"/>
              <a:gd name="csY67" fmla="*/ 111636 h 131281"/>
              <a:gd name="csX68" fmla="*/ 99239 w 141774"/>
              <a:gd name="csY68" fmla="*/ 19493 h 131281"/>
              <a:gd name="csX69" fmla="*/ 97674 w 141774"/>
              <a:gd name="csY69" fmla="*/ 15810 h 131281"/>
              <a:gd name="csX70" fmla="*/ 83502 w 141774"/>
              <a:gd name="csY70" fmla="*/ 1635 h 131281"/>
              <a:gd name="csX71" fmla="*/ 81784 w 141774"/>
              <a:gd name="csY71" fmla="*/ 436 h 131281"/>
              <a:gd name="csX72" fmla="*/ 79725 w 141774"/>
              <a:gd name="csY72" fmla="*/ 0 h 131281"/>
              <a:gd name="csX73" fmla="*/ 77666 w 141774"/>
              <a:gd name="csY73" fmla="*/ 395 h 131281"/>
              <a:gd name="csX74" fmla="*/ 75914 w 141774"/>
              <a:gd name="csY74" fmla="*/ 1557 h 131281"/>
              <a:gd name="csX75" fmla="*/ 74740 w 141774"/>
              <a:gd name="csY75" fmla="*/ 3307 h 131281"/>
              <a:gd name="csX76" fmla="*/ 74349 w 141774"/>
              <a:gd name="csY76" fmla="*/ 5371 h 131281"/>
              <a:gd name="csX77" fmla="*/ 74791 w 141774"/>
              <a:gd name="csY77" fmla="*/ 7426 h 131281"/>
              <a:gd name="csX78" fmla="*/ 75982 w 141774"/>
              <a:gd name="csY78" fmla="*/ 9152 h 131281"/>
              <a:gd name="csX79" fmla="*/ 81086 w 141774"/>
              <a:gd name="csY79" fmla="*/ 14254 h 131281"/>
              <a:gd name="csX80" fmla="*/ 62014 w 141774"/>
              <a:gd name="csY80" fmla="*/ 14254 h 131281"/>
              <a:gd name="csX81" fmla="*/ 59972 w 141774"/>
              <a:gd name="csY81" fmla="*/ 14637 h 131281"/>
              <a:gd name="csX82" fmla="*/ 58220 w 141774"/>
              <a:gd name="csY82" fmla="*/ 15783 h 131281"/>
              <a:gd name="csX83" fmla="*/ 57046 w 141774"/>
              <a:gd name="csY83" fmla="*/ 17517 h 131281"/>
              <a:gd name="csX84" fmla="*/ 56638 w 141774"/>
              <a:gd name="csY84" fmla="*/ 19570 h 131281"/>
              <a:gd name="csX85" fmla="*/ 57046 w 141774"/>
              <a:gd name="csY85" fmla="*/ 21621 h 131281"/>
              <a:gd name="csX86" fmla="*/ 58220 w 141774"/>
              <a:gd name="csY86" fmla="*/ 23355 h 131281"/>
              <a:gd name="csX87" fmla="*/ 59972 w 141774"/>
              <a:gd name="csY87" fmla="*/ 24503 h 131281"/>
              <a:gd name="csX88" fmla="*/ 62014 w 141774"/>
              <a:gd name="csY88" fmla="*/ 24886 h 131281"/>
              <a:gd name="csX89" fmla="*/ 81086 w 141774"/>
              <a:gd name="csY89" fmla="*/ 24886 h 131281"/>
              <a:gd name="csX90" fmla="*/ 75982 w 141774"/>
              <a:gd name="csY90" fmla="*/ 29986 h 131281"/>
              <a:gd name="csX91" fmla="*/ 74791 w 141774"/>
              <a:gd name="csY91" fmla="*/ 31712 h 131281"/>
              <a:gd name="csX92" fmla="*/ 74349 w 141774"/>
              <a:gd name="csY92" fmla="*/ 33767 h 131281"/>
              <a:gd name="csX93" fmla="*/ 74740 w 141774"/>
              <a:gd name="csY93" fmla="*/ 35831 h 131281"/>
              <a:gd name="csX94" fmla="*/ 75914 w 141774"/>
              <a:gd name="csY94" fmla="*/ 37581 h 131281"/>
              <a:gd name="csX95" fmla="*/ 77666 w 141774"/>
              <a:gd name="csY95" fmla="*/ 38743 h 131281"/>
              <a:gd name="csX96" fmla="*/ 79725 w 141774"/>
              <a:gd name="csY96" fmla="*/ 39138 h 131281"/>
              <a:gd name="csX97" fmla="*/ 81784 w 141774"/>
              <a:gd name="csY97" fmla="*/ 38702 h 131281"/>
              <a:gd name="csX98" fmla="*/ 83502 w 141774"/>
              <a:gd name="csY98" fmla="*/ 37503 h 131281"/>
              <a:gd name="csX99" fmla="*/ 97674 w 141774"/>
              <a:gd name="csY99" fmla="*/ 23328 h 131281"/>
              <a:gd name="csX100" fmla="*/ 98848 w 141774"/>
              <a:gd name="csY100" fmla="*/ 21569 h 131281"/>
              <a:gd name="csX101" fmla="*/ 99239 w 141774"/>
              <a:gd name="csY101" fmla="*/ 19493 h 131281"/>
              <a:gd name="csX102" fmla="*/ 92145 w 141774"/>
              <a:gd name="csY102" fmla="*/ 65641 h 131281"/>
              <a:gd name="csX103" fmla="*/ 76203 w 141774"/>
              <a:gd name="csY103" fmla="*/ 49693 h 131281"/>
              <a:gd name="csX104" fmla="*/ 15942 w 141774"/>
              <a:gd name="csY104" fmla="*/ 49693 h 131281"/>
              <a:gd name="csX105" fmla="*/ 0 w 141774"/>
              <a:gd name="csY105" fmla="*/ 65641 h 131281"/>
              <a:gd name="csX106" fmla="*/ 15942 w 141774"/>
              <a:gd name="csY106" fmla="*/ 81589 h 131281"/>
              <a:gd name="csX107" fmla="*/ 76203 w 141774"/>
              <a:gd name="csY107" fmla="*/ 81589 h 131281"/>
              <a:gd name="csX108" fmla="*/ 92145 w 141774"/>
              <a:gd name="csY108" fmla="*/ 65641 h 131281"/>
              <a:gd name="csX109" fmla="*/ 70878 w 141774"/>
              <a:gd name="csY109" fmla="*/ 111712 h 131281"/>
              <a:gd name="csX110" fmla="*/ 54936 w 141774"/>
              <a:gd name="csY110" fmla="*/ 95764 h 131281"/>
              <a:gd name="csX111" fmla="*/ 15942 w 141774"/>
              <a:gd name="csY111" fmla="*/ 95764 h 131281"/>
              <a:gd name="csX112" fmla="*/ 0 w 141774"/>
              <a:gd name="csY112" fmla="*/ 111712 h 131281"/>
              <a:gd name="csX113" fmla="*/ 15942 w 141774"/>
              <a:gd name="csY113" fmla="*/ 127660 h 131281"/>
              <a:gd name="csX114" fmla="*/ 54936 w 141774"/>
              <a:gd name="csY114" fmla="*/ 127660 h 131281"/>
              <a:gd name="csX115" fmla="*/ 70878 w 141774"/>
              <a:gd name="csY115" fmla="*/ 111712 h 131281"/>
              <a:gd name="csX116" fmla="*/ 49611 w 141774"/>
              <a:gd name="csY116" fmla="*/ 19570 h 131281"/>
              <a:gd name="csX117" fmla="*/ 33670 w 141774"/>
              <a:gd name="csY117" fmla="*/ 3622 h 131281"/>
              <a:gd name="csX118" fmla="*/ 15942 w 141774"/>
              <a:gd name="csY118" fmla="*/ 3622 h 131281"/>
              <a:gd name="csX119" fmla="*/ 0 w 141774"/>
              <a:gd name="csY119" fmla="*/ 19570 h 131281"/>
              <a:gd name="csX120" fmla="*/ 15942 w 141774"/>
              <a:gd name="csY120" fmla="*/ 35518 h 131281"/>
              <a:gd name="csX121" fmla="*/ 33670 w 141774"/>
              <a:gd name="csY121" fmla="*/ 35518 h 131281"/>
              <a:gd name="csX122" fmla="*/ 49611 w 141774"/>
              <a:gd name="csY122" fmla="*/ 19570 h 131281"/>
            </a:gdLst>
            <a:ahLst/>
            <a:cxnLst/>
            <a:rect l="l" t="t" r="r" b="b"/>
            <a:pathLst>
              <a:path w="100000" h="100000">
                <a:moveTo>
                  <a:pt x="99999" y="49946"/>
                </a:moveTo>
                <a:cubicBezTo>
                  <a:pt x="99987" y="48971"/>
                  <a:pt x="99591" y="48039"/>
                  <a:pt x="98895" y="47349"/>
                </a:cubicBezTo>
                <a:lnTo>
                  <a:pt x="88899" y="37350"/>
                </a:lnTo>
                <a:cubicBezTo>
                  <a:pt x="88551" y="36990"/>
                  <a:pt x="88143" y="36703"/>
                  <a:pt x="87687" y="36506"/>
                </a:cubicBezTo>
                <a:cubicBezTo>
                  <a:pt x="87219" y="36307"/>
                  <a:pt x="86727" y="36203"/>
                  <a:pt x="86235" y="36197"/>
                </a:cubicBezTo>
                <a:cubicBezTo>
                  <a:pt x="85731" y="36192"/>
                  <a:pt x="85238" y="36287"/>
                  <a:pt x="84783" y="36475"/>
                </a:cubicBezTo>
                <a:cubicBezTo>
                  <a:pt x="84314" y="36664"/>
                  <a:pt x="83895" y="36944"/>
                  <a:pt x="83547" y="37296"/>
                </a:cubicBezTo>
                <a:cubicBezTo>
                  <a:pt x="83187" y="37649"/>
                  <a:pt x="82911" y="38067"/>
                  <a:pt x="82719" y="38529"/>
                </a:cubicBezTo>
                <a:cubicBezTo>
                  <a:pt x="82538" y="38991"/>
                  <a:pt x="82442" y="39487"/>
                  <a:pt x="82442" y="39985"/>
                </a:cubicBezTo>
                <a:cubicBezTo>
                  <a:pt x="82454" y="40484"/>
                  <a:pt x="82550" y="40978"/>
                  <a:pt x="82754" y="41435"/>
                </a:cubicBezTo>
                <a:cubicBezTo>
                  <a:pt x="82947" y="41893"/>
                  <a:pt x="83235" y="42306"/>
                  <a:pt x="83595" y="42652"/>
                </a:cubicBezTo>
                <a:lnTo>
                  <a:pt x="87195" y="46251"/>
                </a:lnTo>
                <a:lnTo>
                  <a:pt x="73743" y="46251"/>
                </a:lnTo>
                <a:cubicBezTo>
                  <a:pt x="73250" y="46244"/>
                  <a:pt x="72759" y="46336"/>
                  <a:pt x="72302" y="46521"/>
                </a:cubicBezTo>
                <a:cubicBezTo>
                  <a:pt x="71834" y="46706"/>
                  <a:pt x="71414" y="46981"/>
                  <a:pt x="71066" y="47329"/>
                </a:cubicBezTo>
                <a:cubicBezTo>
                  <a:pt x="70706" y="47678"/>
                  <a:pt x="70430" y="48095"/>
                  <a:pt x="70239" y="48553"/>
                </a:cubicBezTo>
                <a:cubicBezTo>
                  <a:pt x="70046" y="49011"/>
                  <a:pt x="69950" y="49504"/>
                  <a:pt x="69950" y="50000"/>
                </a:cubicBezTo>
                <a:cubicBezTo>
                  <a:pt x="69950" y="50497"/>
                  <a:pt x="70046" y="50989"/>
                  <a:pt x="70239" y="51448"/>
                </a:cubicBezTo>
                <a:cubicBezTo>
                  <a:pt x="70430" y="51905"/>
                  <a:pt x="70706" y="52322"/>
                  <a:pt x="71066" y="52670"/>
                </a:cubicBezTo>
                <a:cubicBezTo>
                  <a:pt x="71414" y="53019"/>
                  <a:pt x="71834" y="53294"/>
                  <a:pt x="72302" y="53480"/>
                </a:cubicBezTo>
                <a:cubicBezTo>
                  <a:pt x="72759" y="53665"/>
                  <a:pt x="73250" y="53757"/>
                  <a:pt x="73743" y="53750"/>
                </a:cubicBezTo>
                <a:lnTo>
                  <a:pt x="87195" y="53750"/>
                </a:lnTo>
                <a:lnTo>
                  <a:pt x="83595" y="57349"/>
                </a:lnTo>
                <a:cubicBezTo>
                  <a:pt x="83235" y="57694"/>
                  <a:pt x="82947" y="58108"/>
                  <a:pt x="82754" y="58565"/>
                </a:cubicBezTo>
                <a:cubicBezTo>
                  <a:pt x="82550" y="59023"/>
                  <a:pt x="82454" y="59517"/>
                  <a:pt x="82442" y="60014"/>
                </a:cubicBezTo>
                <a:cubicBezTo>
                  <a:pt x="82442" y="60514"/>
                  <a:pt x="82538" y="61009"/>
                  <a:pt x="82719" y="61470"/>
                </a:cubicBezTo>
                <a:cubicBezTo>
                  <a:pt x="82911" y="61932"/>
                  <a:pt x="83187" y="62352"/>
                  <a:pt x="83547" y="62704"/>
                </a:cubicBezTo>
                <a:cubicBezTo>
                  <a:pt x="83895" y="63057"/>
                  <a:pt x="84314" y="63336"/>
                  <a:pt x="84783" y="63525"/>
                </a:cubicBezTo>
                <a:cubicBezTo>
                  <a:pt x="85238" y="63714"/>
                  <a:pt x="85731" y="63808"/>
                  <a:pt x="86235" y="63803"/>
                </a:cubicBezTo>
                <a:cubicBezTo>
                  <a:pt x="86727" y="63798"/>
                  <a:pt x="87219" y="63693"/>
                  <a:pt x="87687" y="63495"/>
                </a:cubicBezTo>
                <a:cubicBezTo>
                  <a:pt x="88143" y="63298"/>
                  <a:pt x="88551" y="63010"/>
                  <a:pt x="88899" y="62651"/>
                </a:cubicBezTo>
                <a:lnTo>
                  <a:pt x="98895" y="52651"/>
                </a:lnTo>
                <a:cubicBezTo>
                  <a:pt x="99255" y="52297"/>
                  <a:pt x="99532" y="51874"/>
                  <a:pt x="99724" y="51410"/>
                </a:cubicBezTo>
                <a:cubicBezTo>
                  <a:pt x="99915" y="50946"/>
                  <a:pt x="100011" y="50448"/>
                  <a:pt x="99999" y="49946"/>
                </a:cubicBezTo>
                <a:close/>
                <a:moveTo>
                  <a:pt x="84999" y="82443"/>
                </a:moveTo>
                <a:cubicBezTo>
                  <a:pt x="84987" y="81467"/>
                  <a:pt x="84591" y="80536"/>
                  <a:pt x="83895" y="79846"/>
                </a:cubicBezTo>
                <a:lnTo>
                  <a:pt x="73899" y="69846"/>
                </a:lnTo>
                <a:cubicBezTo>
                  <a:pt x="73550" y="69488"/>
                  <a:pt x="73142" y="69199"/>
                  <a:pt x="72686" y="69002"/>
                </a:cubicBezTo>
                <a:cubicBezTo>
                  <a:pt x="72218" y="68804"/>
                  <a:pt x="71726" y="68699"/>
                  <a:pt x="71234" y="68694"/>
                </a:cubicBezTo>
                <a:cubicBezTo>
                  <a:pt x="70730" y="68689"/>
                  <a:pt x="70239" y="68783"/>
                  <a:pt x="69782" y="68973"/>
                </a:cubicBezTo>
                <a:cubicBezTo>
                  <a:pt x="69314" y="69161"/>
                  <a:pt x="68894" y="69440"/>
                  <a:pt x="68546" y="69792"/>
                </a:cubicBezTo>
                <a:cubicBezTo>
                  <a:pt x="68186" y="70145"/>
                  <a:pt x="67910" y="70565"/>
                  <a:pt x="67718" y="71027"/>
                </a:cubicBezTo>
                <a:cubicBezTo>
                  <a:pt x="67538" y="71489"/>
                  <a:pt x="67443" y="71983"/>
                  <a:pt x="67443" y="72483"/>
                </a:cubicBezTo>
                <a:cubicBezTo>
                  <a:pt x="67454" y="72981"/>
                  <a:pt x="67550" y="73474"/>
                  <a:pt x="67754" y="73932"/>
                </a:cubicBezTo>
                <a:cubicBezTo>
                  <a:pt x="67946" y="74390"/>
                  <a:pt x="68234" y="74803"/>
                  <a:pt x="68594" y="75149"/>
                </a:cubicBezTo>
                <a:lnTo>
                  <a:pt x="72194" y="78747"/>
                </a:lnTo>
                <a:lnTo>
                  <a:pt x="58742" y="78747"/>
                </a:lnTo>
                <a:cubicBezTo>
                  <a:pt x="58250" y="78740"/>
                  <a:pt x="57758" y="78832"/>
                  <a:pt x="57302" y="79017"/>
                </a:cubicBezTo>
                <a:cubicBezTo>
                  <a:pt x="56834" y="79203"/>
                  <a:pt x="56414" y="79478"/>
                  <a:pt x="56066" y="79827"/>
                </a:cubicBezTo>
                <a:cubicBezTo>
                  <a:pt x="55706" y="80176"/>
                  <a:pt x="55430" y="80591"/>
                  <a:pt x="55238" y="81050"/>
                </a:cubicBezTo>
                <a:cubicBezTo>
                  <a:pt x="55046" y="81508"/>
                  <a:pt x="54949" y="82000"/>
                  <a:pt x="54949" y="82496"/>
                </a:cubicBezTo>
                <a:cubicBezTo>
                  <a:pt x="54949" y="82993"/>
                  <a:pt x="55046" y="83485"/>
                  <a:pt x="55238" y="83944"/>
                </a:cubicBezTo>
                <a:cubicBezTo>
                  <a:pt x="55430" y="84403"/>
                  <a:pt x="55706" y="84818"/>
                  <a:pt x="56066" y="85168"/>
                </a:cubicBezTo>
                <a:cubicBezTo>
                  <a:pt x="56414" y="85517"/>
                  <a:pt x="56834" y="85791"/>
                  <a:pt x="57302" y="85976"/>
                </a:cubicBezTo>
                <a:cubicBezTo>
                  <a:pt x="57758" y="86162"/>
                  <a:pt x="58250" y="86253"/>
                  <a:pt x="58742" y="86246"/>
                </a:cubicBezTo>
                <a:lnTo>
                  <a:pt x="72194" y="86246"/>
                </a:lnTo>
                <a:lnTo>
                  <a:pt x="68594" y="89845"/>
                </a:lnTo>
                <a:cubicBezTo>
                  <a:pt x="68234" y="90190"/>
                  <a:pt x="67946" y="90604"/>
                  <a:pt x="67754" y="91062"/>
                </a:cubicBezTo>
                <a:cubicBezTo>
                  <a:pt x="67550" y="91520"/>
                  <a:pt x="67454" y="92013"/>
                  <a:pt x="67443" y="92512"/>
                </a:cubicBezTo>
                <a:cubicBezTo>
                  <a:pt x="67443" y="93010"/>
                  <a:pt x="67538" y="93506"/>
                  <a:pt x="67718" y="93968"/>
                </a:cubicBezTo>
                <a:cubicBezTo>
                  <a:pt x="67910" y="94430"/>
                  <a:pt x="68186" y="94848"/>
                  <a:pt x="68546" y="95201"/>
                </a:cubicBezTo>
                <a:cubicBezTo>
                  <a:pt x="68894" y="95554"/>
                  <a:pt x="69314" y="95833"/>
                  <a:pt x="69782" y="96021"/>
                </a:cubicBezTo>
                <a:cubicBezTo>
                  <a:pt x="70239" y="96210"/>
                  <a:pt x="70730" y="96305"/>
                  <a:pt x="71234" y="96300"/>
                </a:cubicBezTo>
                <a:cubicBezTo>
                  <a:pt x="71726" y="96294"/>
                  <a:pt x="72218" y="96189"/>
                  <a:pt x="72686" y="95992"/>
                </a:cubicBezTo>
                <a:cubicBezTo>
                  <a:pt x="73142" y="95794"/>
                  <a:pt x="73550" y="95507"/>
                  <a:pt x="73899" y="95147"/>
                </a:cubicBezTo>
                <a:lnTo>
                  <a:pt x="83895" y="85149"/>
                </a:lnTo>
                <a:cubicBezTo>
                  <a:pt x="84255" y="84793"/>
                  <a:pt x="84531" y="84372"/>
                  <a:pt x="84723" y="83906"/>
                </a:cubicBezTo>
                <a:cubicBezTo>
                  <a:pt x="84915" y="83442"/>
                  <a:pt x="85011" y="82944"/>
                  <a:pt x="84999" y="82443"/>
                </a:cubicBezTo>
                <a:close/>
                <a:moveTo>
                  <a:pt x="69998" y="17450"/>
                </a:moveTo>
                <a:cubicBezTo>
                  <a:pt x="69986" y="16474"/>
                  <a:pt x="69590" y="15543"/>
                  <a:pt x="68894" y="14852"/>
                </a:cubicBezTo>
                <a:lnTo>
                  <a:pt x="58898" y="4854"/>
                </a:lnTo>
                <a:cubicBezTo>
                  <a:pt x="58550" y="4494"/>
                  <a:pt x="58142" y="4206"/>
                  <a:pt x="57686" y="4008"/>
                </a:cubicBezTo>
                <a:cubicBezTo>
                  <a:pt x="57218" y="3811"/>
                  <a:pt x="56725" y="3706"/>
                  <a:pt x="56234" y="3701"/>
                </a:cubicBezTo>
                <a:cubicBezTo>
                  <a:pt x="55730" y="3696"/>
                  <a:pt x="55238" y="3791"/>
                  <a:pt x="54782" y="3979"/>
                </a:cubicBezTo>
                <a:cubicBezTo>
                  <a:pt x="54314" y="4168"/>
                  <a:pt x="53894" y="4446"/>
                  <a:pt x="53546" y="4799"/>
                </a:cubicBezTo>
                <a:cubicBezTo>
                  <a:pt x="53186" y="5152"/>
                  <a:pt x="52910" y="5571"/>
                  <a:pt x="52718" y="6033"/>
                </a:cubicBezTo>
                <a:cubicBezTo>
                  <a:pt x="52538" y="6495"/>
                  <a:pt x="52442" y="6990"/>
                  <a:pt x="52442" y="7489"/>
                </a:cubicBezTo>
                <a:cubicBezTo>
                  <a:pt x="52454" y="7988"/>
                  <a:pt x="52550" y="8481"/>
                  <a:pt x="52754" y="8939"/>
                </a:cubicBezTo>
                <a:cubicBezTo>
                  <a:pt x="52946" y="9396"/>
                  <a:pt x="53234" y="9810"/>
                  <a:pt x="53594" y="10156"/>
                </a:cubicBezTo>
                <a:lnTo>
                  <a:pt x="57194" y="13755"/>
                </a:lnTo>
                <a:lnTo>
                  <a:pt x="43741" y="13755"/>
                </a:lnTo>
                <a:cubicBezTo>
                  <a:pt x="43249" y="13748"/>
                  <a:pt x="42757" y="13839"/>
                  <a:pt x="42301" y="14025"/>
                </a:cubicBezTo>
                <a:cubicBezTo>
                  <a:pt x="41833" y="14210"/>
                  <a:pt x="41413" y="14484"/>
                  <a:pt x="41065" y="14833"/>
                </a:cubicBezTo>
                <a:cubicBezTo>
                  <a:pt x="40706" y="15182"/>
                  <a:pt x="40429" y="15598"/>
                  <a:pt x="40237" y="16056"/>
                </a:cubicBezTo>
                <a:cubicBezTo>
                  <a:pt x="40045" y="16514"/>
                  <a:pt x="39949" y="17006"/>
                  <a:pt x="39949" y="17504"/>
                </a:cubicBezTo>
                <a:cubicBezTo>
                  <a:pt x="39949" y="18001"/>
                  <a:pt x="40045" y="18493"/>
                  <a:pt x="40237" y="18951"/>
                </a:cubicBezTo>
                <a:cubicBezTo>
                  <a:pt x="40429" y="19409"/>
                  <a:pt x="40706" y="19825"/>
                  <a:pt x="41065" y="20174"/>
                </a:cubicBezTo>
                <a:cubicBezTo>
                  <a:pt x="41413" y="20523"/>
                  <a:pt x="41833" y="20798"/>
                  <a:pt x="42301" y="20984"/>
                </a:cubicBezTo>
                <a:cubicBezTo>
                  <a:pt x="42757" y="21169"/>
                  <a:pt x="43249" y="21260"/>
                  <a:pt x="43741" y="21254"/>
                </a:cubicBezTo>
                <a:lnTo>
                  <a:pt x="57194" y="21254"/>
                </a:lnTo>
                <a:lnTo>
                  <a:pt x="53594" y="24851"/>
                </a:lnTo>
                <a:cubicBezTo>
                  <a:pt x="53234" y="25197"/>
                  <a:pt x="52946" y="25611"/>
                  <a:pt x="52754" y="26069"/>
                </a:cubicBezTo>
                <a:cubicBezTo>
                  <a:pt x="52550" y="26527"/>
                  <a:pt x="52454" y="27019"/>
                  <a:pt x="52442" y="27518"/>
                </a:cubicBezTo>
                <a:cubicBezTo>
                  <a:pt x="52442" y="28017"/>
                  <a:pt x="52538" y="28512"/>
                  <a:pt x="52718" y="28974"/>
                </a:cubicBezTo>
                <a:cubicBezTo>
                  <a:pt x="52910" y="29436"/>
                  <a:pt x="53186" y="29856"/>
                  <a:pt x="53546" y="30208"/>
                </a:cubicBezTo>
                <a:cubicBezTo>
                  <a:pt x="53894" y="30561"/>
                  <a:pt x="54314" y="30840"/>
                  <a:pt x="54782" y="31028"/>
                </a:cubicBezTo>
                <a:cubicBezTo>
                  <a:pt x="55238" y="31216"/>
                  <a:pt x="55730" y="31311"/>
                  <a:pt x="56234" y="31307"/>
                </a:cubicBezTo>
                <a:cubicBezTo>
                  <a:pt x="56725" y="31302"/>
                  <a:pt x="57218" y="31197"/>
                  <a:pt x="57686" y="30999"/>
                </a:cubicBezTo>
                <a:cubicBezTo>
                  <a:pt x="58142" y="30801"/>
                  <a:pt x="58550" y="30513"/>
                  <a:pt x="58898" y="30153"/>
                </a:cubicBezTo>
                <a:lnTo>
                  <a:pt x="68894" y="20155"/>
                </a:lnTo>
                <a:cubicBezTo>
                  <a:pt x="69254" y="19801"/>
                  <a:pt x="69530" y="19378"/>
                  <a:pt x="69722" y="18914"/>
                </a:cubicBezTo>
                <a:cubicBezTo>
                  <a:pt x="69914" y="18449"/>
                  <a:pt x="70010" y="17951"/>
                  <a:pt x="69998" y="17450"/>
                </a:cubicBezTo>
                <a:close/>
                <a:moveTo>
                  <a:pt x="64994" y="50000"/>
                </a:moveTo>
                <a:cubicBezTo>
                  <a:pt x="64994" y="43832"/>
                  <a:pt x="59918" y="38751"/>
                  <a:pt x="53750" y="38751"/>
                </a:cubicBezTo>
                <a:lnTo>
                  <a:pt x="11245" y="38751"/>
                </a:lnTo>
                <a:cubicBezTo>
                  <a:pt x="5076" y="38751"/>
                  <a:pt x="0" y="43832"/>
                  <a:pt x="0" y="50000"/>
                </a:cubicBezTo>
                <a:cubicBezTo>
                  <a:pt x="0" y="56169"/>
                  <a:pt x="5076" y="61249"/>
                  <a:pt x="11245" y="61249"/>
                </a:cubicBezTo>
                <a:lnTo>
                  <a:pt x="53750" y="61249"/>
                </a:lnTo>
                <a:cubicBezTo>
                  <a:pt x="59918" y="61249"/>
                  <a:pt x="64994" y="56169"/>
                  <a:pt x="64994" y="50000"/>
                </a:cubicBezTo>
                <a:close/>
                <a:moveTo>
                  <a:pt x="49994" y="82496"/>
                </a:moveTo>
                <a:cubicBezTo>
                  <a:pt x="49994" y="76329"/>
                  <a:pt x="44917" y="71248"/>
                  <a:pt x="38749" y="71248"/>
                </a:cubicBezTo>
                <a:lnTo>
                  <a:pt x="11245" y="71248"/>
                </a:lnTo>
                <a:cubicBezTo>
                  <a:pt x="5076" y="71248"/>
                  <a:pt x="0" y="76329"/>
                  <a:pt x="0" y="82496"/>
                </a:cubicBezTo>
                <a:cubicBezTo>
                  <a:pt x="0" y="88665"/>
                  <a:pt x="5076" y="93745"/>
                  <a:pt x="11245" y="93745"/>
                </a:cubicBezTo>
                <a:lnTo>
                  <a:pt x="38749" y="93745"/>
                </a:lnTo>
                <a:cubicBezTo>
                  <a:pt x="44917" y="93745"/>
                  <a:pt x="49994" y="88665"/>
                  <a:pt x="49994" y="82496"/>
                </a:cubicBezTo>
                <a:close/>
                <a:moveTo>
                  <a:pt x="34993" y="17504"/>
                </a:moveTo>
                <a:cubicBezTo>
                  <a:pt x="34993" y="11335"/>
                  <a:pt x="29917" y="6255"/>
                  <a:pt x="23749" y="6255"/>
                </a:cubicBezTo>
                <a:lnTo>
                  <a:pt x="11245" y="6255"/>
                </a:lnTo>
                <a:cubicBezTo>
                  <a:pt x="5076" y="6255"/>
                  <a:pt x="0" y="11335"/>
                  <a:pt x="0" y="17504"/>
                </a:cubicBezTo>
                <a:cubicBezTo>
                  <a:pt x="0" y="23672"/>
                  <a:pt x="5076" y="28753"/>
                  <a:pt x="11245" y="28753"/>
                </a:cubicBezTo>
                <a:lnTo>
                  <a:pt x="23749" y="28753"/>
                </a:lnTo>
                <a:cubicBezTo>
                  <a:pt x="29917" y="28753"/>
                  <a:pt x="34993" y="23672"/>
                  <a:pt x="34993" y="175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7" name="Белый — SVG 37">
            <a:extLst>
              <a:ext uri="{FF2B5EF4-FFF2-40B4-BE49-F238E27FC236}">
                <a16:creationId xmlns:a16="http://schemas.microsoft.com/office/drawing/2014/main" id="{70084A3D-A689-F247-B78F-8D6181B82994}"/>
              </a:ext>
            </a:extLst>
          </p:cNvPr>
          <p:cNvSpPr>
            <a:spLocks noGrp="1"/>
          </p:cNvSpPr>
          <p:nvPr/>
        </p:nvSpPr>
        <p:spPr>
          <a:xfrm>
            <a:off x="420000" y="5270000"/>
            <a:ext cx="220000" cy="220000"/>
          </a:xfrm>
          <a:custGeom>
            <a:avLst/>
            <a:gdLst>
              <a:gd name="csX0" fmla="*/ 102132 w 141828"/>
              <a:gd name="csY0" fmla="*/ 38984 h 131126"/>
              <a:gd name="csX1" fmla="*/ 39743 w 141828"/>
              <a:gd name="csY1" fmla="*/ 38984 h 131126"/>
              <a:gd name="csX2" fmla="*/ 56757 w 141828"/>
              <a:gd name="csY2" fmla="*/ 8152 h 131126"/>
              <a:gd name="csX3" fmla="*/ 70929 w 141828"/>
              <a:gd name="csY3" fmla="*/ 0 h 131126"/>
              <a:gd name="csX4" fmla="*/ 85118 w 141828"/>
              <a:gd name="csY4" fmla="*/ 8152 h 131126"/>
              <a:gd name="csX5" fmla="*/ 102132 w 141828"/>
              <a:gd name="csY5" fmla="*/ 38984 h 131126"/>
              <a:gd name="csX6" fmla="*/ 127652 w 141828"/>
              <a:gd name="csY6" fmla="*/ 85056 h 131126"/>
              <a:gd name="csX7" fmla="*/ 14581 w 141828"/>
              <a:gd name="csY7" fmla="*/ 85056 h 131126"/>
              <a:gd name="csX8" fmla="*/ 34078 w 141828"/>
              <a:gd name="csY8" fmla="*/ 49616 h 131126"/>
              <a:gd name="csX9" fmla="*/ 107797 w 141828"/>
              <a:gd name="csY9" fmla="*/ 49616 h 131126"/>
              <a:gd name="csX10" fmla="*/ 127652 w 141828"/>
              <a:gd name="csY10" fmla="*/ 85056 h 131126"/>
              <a:gd name="csX11" fmla="*/ 139697 w 141828"/>
              <a:gd name="csY11" fmla="*/ 123331 h 131126"/>
              <a:gd name="csX12" fmla="*/ 125882 w 141828"/>
              <a:gd name="csY12" fmla="*/ 131127 h 131126"/>
              <a:gd name="csX13" fmla="*/ 15992 w 141828"/>
              <a:gd name="csY13" fmla="*/ 131127 h 131126"/>
              <a:gd name="csX14" fmla="*/ 2178 w 141828"/>
              <a:gd name="csY14" fmla="*/ 123331 h 131126"/>
              <a:gd name="csX15" fmla="*/ 1821 w 141828"/>
              <a:gd name="csY15" fmla="*/ 107383 h 131126"/>
              <a:gd name="csX16" fmla="*/ 8558 w 141828"/>
              <a:gd name="csY16" fmla="*/ 95687 h 131126"/>
              <a:gd name="csX17" fmla="*/ 133317 w 141828"/>
              <a:gd name="csY17" fmla="*/ 95687 h 131126"/>
              <a:gd name="csX18" fmla="*/ 139697 w 141828"/>
              <a:gd name="csY18" fmla="*/ 107383 h 131126"/>
              <a:gd name="csX19" fmla="*/ 139697 w 141828"/>
              <a:gd name="csY19" fmla="*/ 123331 h 131126"/>
            </a:gdLst>
            <a:ahLst/>
            <a:cxnLst/>
            <a:rect l="l" t="t" r="r" b="b"/>
            <a:pathLst>
              <a:path w="100000" h="100000">
                <a:moveTo>
                  <a:pt x="72011" y="31260"/>
                </a:moveTo>
                <a:lnTo>
                  <a:pt x="28022" y="31260"/>
                </a:lnTo>
                <a:lnTo>
                  <a:pt x="40018" y="9521"/>
                </a:lnTo>
                <a:cubicBezTo>
                  <a:pt x="42273" y="6022"/>
                  <a:pt x="45764" y="3773"/>
                  <a:pt x="50011" y="3773"/>
                </a:cubicBezTo>
                <a:cubicBezTo>
                  <a:pt x="54269" y="3773"/>
                  <a:pt x="57759" y="6022"/>
                  <a:pt x="60015" y="9521"/>
                </a:cubicBezTo>
                <a:lnTo>
                  <a:pt x="72011" y="31260"/>
                </a:lnTo>
                <a:close/>
                <a:moveTo>
                  <a:pt x="90005" y="63744"/>
                </a:moveTo>
                <a:lnTo>
                  <a:pt x="10281" y="63744"/>
                </a:lnTo>
                <a:lnTo>
                  <a:pt x="24028" y="38756"/>
                </a:lnTo>
                <a:lnTo>
                  <a:pt x="76005" y="38756"/>
                </a:lnTo>
                <a:lnTo>
                  <a:pt x="90005" y="63744"/>
                </a:lnTo>
                <a:close/>
                <a:moveTo>
                  <a:pt x="98497" y="90731"/>
                </a:moveTo>
                <a:cubicBezTo>
                  <a:pt x="96494" y="94230"/>
                  <a:pt x="92752" y="96228"/>
                  <a:pt x="88757" y="96228"/>
                </a:cubicBezTo>
                <a:lnTo>
                  <a:pt x="11276" y="96228"/>
                </a:lnTo>
                <a:cubicBezTo>
                  <a:pt x="7281" y="96228"/>
                  <a:pt x="3527" y="94230"/>
                  <a:pt x="1536" y="90731"/>
                </a:cubicBezTo>
                <a:cubicBezTo>
                  <a:pt x="-467" y="87232"/>
                  <a:pt x="-467" y="82985"/>
                  <a:pt x="1284" y="79486"/>
                </a:cubicBezTo>
                <a:lnTo>
                  <a:pt x="6034" y="71240"/>
                </a:lnTo>
                <a:lnTo>
                  <a:pt x="93999" y="71240"/>
                </a:lnTo>
                <a:lnTo>
                  <a:pt x="98497" y="79486"/>
                </a:lnTo>
                <a:cubicBezTo>
                  <a:pt x="100501" y="82985"/>
                  <a:pt x="100501" y="87232"/>
                  <a:pt x="98497" y="9073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8" name="Белый — SVG 38">
            <a:extLst>
              <a:ext uri="{FF2B5EF4-FFF2-40B4-BE49-F238E27FC236}">
                <a16:creationId xmlns:a16="http://schemas.microsoft.com/office/drawing/2014/main" id="{2834C785-B99C-4C4B-A240-8060249FB4B4}"/>
              </a:ext>
            </a:extLst>
          </p:cNvPr>
          <p:cNvSpPr>
            <a:spLocks noGrp="1"/>
          </p:cNvSpPr>
          <p:nvPr/>
        </p:nvSpPr>
        <p:spPr>
          <a:xfrm>
            <a:off x="1020000" y="5270000"/>
            <a:ext cx="220000" cy="220000"/>
          </a:xfrm>
          <a:custGeom>
            <a:avLst/>
            <a:gdLst>
              <a:gd name="csX0" fmla="*/ 15942 w 155961"/>
              <a:gd name="csY0" fmla="*/ 0 h 141759"/>
              <a:gd name="csX1" fmla="*/ 0 w 155961"/>
              <a:gd name="csY1" fmla="*/ 15948 h 141759"/>
              <a:gd name="csX2" fmla="*/ 0 w 155961"/>
              <a:gd name="csY2" fmla="*/ 35440 h 141759"/>
              <a:gd name="csX3" fmla="*/ 42720 w 155961"/>
              <a:gd name="csY3" fmla="*/ 35440 h 141759"/>
              <a:gd name="csX4" fmla="*/ 48386 w 155961"/>
              <a:gd name="csY4" fmla="*/ 33391 h 141759"/>
              <a:gd name="csX5" fmla="*/ 69125 w 155961"/>
              <a:gd name="csY5" fmla="*/ 16114 h 141759"/>
              <a:gd name="csX6" fmla="*/ 55209 w 155961"/>
              <a:gd name="csY6" fmla="*/ 4513 h 141759"/>
              <a:gd name="csX7" fmla="*/ 42720 w 155961"/>
              <a:gd name="csY7" fmla="*/ 0 h 141759"/>
              <a:gd name="csX8" fmla="*/ 15942 w 155961"/>
              <a:gd name="csY8" fmla="*/ 0 h 141759"/>
              <a:gd name="csX9" fmla="*/ 83808 w 155961"/>
              <a:gd name="csY9" fmla="*/ 17720 h 141759"/>
              <a:gd name="csX10" fmla="*/ 55191 w 155961"/>
              <a:gd name="csY10" fmla="*/ 41545 h 141759"/>
              <a:gd name="csX11" fmla="*/ 42720 w 155961"/>
              <a:gd name="csY11" fmla="*/ 46072 h 141759"/>
              <a:gd name="csX12" fmla="*/ 0 w 155961"/>
              <a:gd name="csY12" fmla="*/ 46072 h 141759"/>
              <a:gd name="csX13" fmla="*/ 0 w 155961"/>
              <a:gd name="csY13" fmla="*/ 97460 h 141759"/>
              <a:gd name="csX14" fmla="*/ 15942 w 155961"/>
              <a:gd name="csY14" fmla="*/ 113407 h 141759"/>
              <a:gd name="csX15" fmla="*/ 56757 w 155961"/>
              <a:gd name="csY15" fmla="*/ 113407 h 141759"/>
              <a:gd name="csX16" fmla="*/ 90375 w 155961"/>
              <a:gd name="csY16" fmla="*/ 81512 h 141759"/>
              <a:gd name="csX17" fmla="*/ 129370 w 155961"/>
              <a:gd name="csY17" fmla="*/ 81512 h 141759"/>
              <a:gd name="csX18" fmla="*/ 141773 w 155961"/>
              <a:gd name="csY18" fmla="*/ 83879 h 141759"/>
              <a:gd name="csX19" fmla="*/ 141773 w 155961"/>
              <a:gd name="csY19" fmla="*/ 33668 h 141759"/>
              <a:gd name="csX20" fmla="*/ 125831 w 155961"/>
              <a:gd name="csY20" fmla="*/ 17720 h 141759"/>
              <a:gd name="csX21" fmla="*/ 83808 w 155961"/>
              <a:gd name="csY21" fmla="*/ 17720 h 141759"/>
              <a:gd name="csX22" fmla="*/ 90375 w 155961"/>
              <a:gd name="csY22" fmla="*/ 88599 h 141759"/>
              <a:gd name="csX23" fmla="*/ 63800 w 155961"/>
              <a:gd name="csY23" fmla="*/ 115179 h 141759"/>
              <a:gd name="csX24" fmla="*/ 90375 w 155961"/>
              <a:gd name="csY24" fmla="*/ 141759 h 141759"/>
              <a:gd name="csX25" fmla="*/ 97470 w 155961"/>
              <a:gd name="csY25" fmla="*/ 141759 h 141759"/>
              <a:gd name="csX26" fmla="*/ 102795 w 155961"/>
              <a:gd name="csY26" fmla="*/ 136443 h 141759"/>
              <a:gd name="csX27" fmla="*/ 97470 w 155961"/>
              <a:gd name="csY27" fmla="*/ 131127 h 141759"/>
              <a:gd name="csX28" fmla="*/ 90375 w 155961"/>
              <a:gd name="csY28" fmla="*/ 131127 h 141759"/>
              <a:gd name="csX29" fmla="*/ 74434 w 155961"/>
              <a:gd name="csY29" fmla="*/ 115179 h 141759"/>
              <a:gd name="csX30" fmla="*/ 90375 w 155961"/>
              <a:gd name="csY30" fmla="*/ 99231 h 141759"/>
              <a:gd name="csX31" fmla="*/ 97470 w 155961"/>
              <a:gd name="csY31" fmla="*/ 99231 h 141759"/>
              <a:gd name="csX32" fmla="*/ 102795 w 155961"/>
              <a:gd name="csY32" fmla="*/ 93915 h 141759"/>
              <a:gd name="csX33" fmla="*/ 97470 w 155961"/>
              <a:gd name="csY33" fmla="*/ 88599 h 141759"/>
              <a:gd name="csX34" fmla="*/ 90375 w 155961"/>
              <a:gd name="csY34" fmla="*/ 88599 h 141759"/>
              <a:gd name="csX35" fmla="*/ 122276 w 155961"/>
              <a:gd name="csY35" fmla="*/ 88599 h 141759"/>
              <a:gd name="csX36" fmla="*/ 116967 w 155961"/>
              <a:gd name="csY36" fmla="*/ 93915 h 141759"/>
              <a:gd name="csX37" fmla="*/ 122276 w 155961"/>
              <a:gd name="csY37" fmla="*/ 99231 h 141759"/>
              <a:gd name="csX38" fmla="*/ 129370 w 155961"/>
              <a:gd name="csY38" fmla="*/ 99231 h 141759"/>
              <a:gd name="csX39" fmla="*/ 145328 w 155961"/>
              <a:gd name="csY39" fmla="*/ 115179 h 141759"/>
              <a:gd name="csX40" fmla="*/ 129370 w 155961"/>
              <a:gd name="csY40" fmla="*/ 131127 h 141759"/>
              <a:gd name="csX41" fmla="*/ 122276 w 155961"/>
              <a:gd name="csY41" fmla="*/ 131127 h 141759"/>
              <a:gd name="csX42" fmla="*/ 116967 w 155961"/>
              <a:gd name="csY42" fmla="*/ 136443 h 141759"/>
              <a:gd name="csX43" fmla="*/ 122276 w 155961"/>
              <a:gd name="csY43" fmla="*/ 141759 h 141759"/>
              <a:gd name="csX44" fmla="*/ 129370 w 155961"/>
              <a:gd name="csY44" fmla="*/ 141759 h 141759"/>
              <a:gd name="csX45" fmla="*/ 155962 w 155961"/>
              <a:gd name="csY45" fmla="*/ 115179 h 141759"/>
              <a:gd name="csX46" fmla="*/ 129370 w 155961"/>
              <a:gd name="csY46" fmla="*/ 88599 h 141759"/>
              <a:gd name="csX47" fmla="*/ 122276 w 155961"/>
              <a:gd name="csY47" fmla="*/ 88599 h 141759"/>
              <a:gd name="csX48" fmla="*/ 90375 w 155961"/>
              <a:gd name="csY48" fmla="*/ 109863 h 141759"/>
              <a:gd name="csX49" fmla="*/ 85067 w 155961"/>
              <a:gd name="csY49" fmla="*/ 115179 h 141759"/>
              <a:gd name="csX50" fmla="*/ 90375 w 155961"/>
              <a:gd name="csY50" fmla="*/ 120495 h 141759"/>
              <a:gd name="csX51" fmla="*/ 129370 w 155961"/>
              <a:gd name="csY51" fmla="*/ 120495 h 141759"/>
              <a:gd name="csX52" fmla="*/ 134695 w 155961"/>
              <a:gd name="csY52" fmla="*/ 115179 h 141759"/>
              <a:gd name="csX53" fmla="*/ 129370 w 155961"/>
              <a:gd name="csY53" fmla="*/ 109863 h 141759"/>
              <a:gd name="csX54" fmla="*/ 90375 w 155961"/>
              <a:gd name="csY54" fmla="*/ 109863 h 141759"/>
            </a:gdLst>
            <a:ahLst/>
            <a:cxnLst/>
            <a:rect l="l" t="t" r="r" b="b"/>
            <a:pathLst>
              <a:path w="100000" h="100000">
                <a:moveTo>
                  <a:pt x="10222" y="4553"/>
                </a:moveTo>
                <a:cubicBezTo>
                  <a:pt x="4593" y="4553"/>
                  <a:pt x="0" y="9143"/>
                  <a:pt x="0" y="14779"/>
                </a:cubicBezTo>
                <a:lnTo>
                  <a:pt x="0" y="27277"/>
                </a:lnTo>
                <a:lnTo>
                  <a:pt x="27391" y="27277"/>
                </a:lnTo>
                <a:cubicBezTo>
                  <a:pt x="28723" y="27277"/>
                  <a:pt x="29999" y="26808"/>
                  <a:pt x="31024" y="25963"/>
                </a:cubicBezTo>
                <a:lnTo>
                  <a:pt x="44322" y="14885"/>
                </a:lnTo>
                <a:lnTo>
                  <a:pt x="35399" y="7447"/>
                </a:lnTo>
                <a:cubicBezTo>
                  <a:pt x="33152" y="5583"/>
                  <a:pt x="30304" y="4553"/>
                  <a:pt x="27391" y="4553"/>
                </a:cubicBezTo>
                <a:lnTo>
                  <a:pt x="10222" y="4553"/>
                </a:lnTo>
                <a:close/>
                <a:moveTo>
                  <a:pt x="53737" y="15915"/>
                </a:moveTo>
                <a:lnTo>
                  <a:pt x="35388" y="31191"/>
                </a:lnTo>
                <a:cubicBezTo>
                  <a:pt x="33152" y="33063"/>
                  <a:pt x="30304" y="34094"/>
                  <a:pt x="27391" y="34094"/>
                </a:cubicBezTo>
                <a:lnTo>
                  <a:pt x="0" y="34094"/>
                </a:lnTo>
                <a:lnTo>
                  <a:pt x="0" y="67043"/>
                </a:lnTo>
                <a:cubicBezTo>
                  <a:pt x="0" y="72678"/>
                  <a:pt x="4593" y="77268"/>
                  <a:pt x="10222" y="77268"/>
                </a:cubicBezTo>
                <a:lnTo>
                  <a:pt x="36392" y="77268"/>
                </a:lnTo>
                <a:cubicBezTo>
                  <a:pt x="36980" y="65888"/>
                  <a:pt x="46428" y="56817"/>
                  <a:pt x="57947" y="56817"/>
                </a:cubicBezTo>
                <a:lnTo>
                  <a:pt x="82950" y="56817"/>
                </a:lnTo>
                <a:cubicBezTo>
                  <a:pt x="85753" y="56817"/>
                  <a:pt x="88448" y="57358"/>
                  <a:pt x="90903" y="58335"/>
                </a:cubicBezTo>
                <a:lnTo>
                  <a:pt x="90903" y="26141"/>
                </a:lnTo>
                <a:cubicBezTo>
                  <a:pt x="90903" y="20505"/>
                  <a:pt x="86310" y="15915"/>
                  <a:pt x="80681" y="15915"/>
                </a:cubicBezTo>
                <a:lnTo>
                  <a:pt x="53737" y="15915"/>
                </a:lnTo>
                <a:close/>
                <a:moveTo>
                  <a:pt x="57947" y="61361"/>
                </a:moveTo>
                <a:cubicBezTo>
                  <a:pt x="48554" y="61361"/>
                  <a:pt x="40908" y="69004"/>
                  <a:pt x="40908" y="78404"/>
                </a:cubicBezTo>
                <a:cubicBezTo>
                  <a:pt x="40908" y="87805"/>
                  <a:pt x="48554" y="95447"/>
                  <a:pt x="57947" y="95447"/>
                </a:cubicBezTo>
                <a:lnTo>
                  <a:pt x="62496" y="95447"/>
                </a:lnTo>
                <a:cubicBezTo>
                  <a:pt x="64383" y="95447"/>
                  <a:pt x="65911" y="93920"/>
                  <a:pt x="65911" y="92038"/>
                </a:cubicBezTo>
                <a:cubicBezTo>
                  <a:pt x="65911" y="90157"/>
                  <a:pt x="64383" y="88630"/>
                  <a:pt x="62496" y="88630"/>
                </a:cubicBezTo>
                <a:lnTo>
                  <a:pt x="57947" y="88630"/>
                </a:lnTo>
                <a:cubicBezTo>
                  <a:pt x="52318" y="88630"/>
                  <a:pt x="47726" y="84040"/>
                  <a:pt x="47726" y="78404"/>
                </a:cubicBezTo>
                <a:cubicBezTo>
                  <a:pt x="47726" y="72769"/>
                  <a:pt x="52318" y="68179"/>
                  <a:pt x="57947" y="68179"/>
                </a:cubicBezTo>
                <a:lnTo>
                  <a:pt x="62496" y="68179"/>
                </a:lnTo>
                <a:cubicBezTo>
                  <a:pt x="64383" y="68179"/>
                  <a:pt x="65911" y="66652"/>
                  <a:pt x="65911" y="64770"/>
                </a:cubicBezTo>
                <a:cubicBezTo>
                  <a:pt x="65911" y="62889"/>
                  <a:pt x="64383" y="61361"/>
                  <a:pt x="62496" y="61361"/>
                </a:cubicBezTo>
                <a:lnTo>
                  <a:pt x="57947" y="61361"/>
                </a:lnTo>
                <a:close/>
                <a:moveTo>
                  <a:pt x="78402" y="61361"/>
                </a:moveTo>
                <a:cubicBezTo>
                  <a:pt x="76525" y="61361"/>
                  <a:pt x="74998" y="62889"/>
                  <a:pt x="74998" y="64770"/>
                </a:cubicBezTo>
                <a:cubicBezTo>
                  <a:pt x="74998" y="66652"/>
                  <a:pt x="76525" y="68179"/>
                  <a:pt x="78402" y="68179"/>
                </a:cubicBezTo>
                <a:lnTo>
                  <a:pt x="82950" y="68179"/>
                </a:lnTo>
                <a:cubicBezTo>
                  <a:pt x="88590" y="68179"/>
                  <a:pt x="93182" y="72769"/>
                  <a:pt x="93182" y="78404"/>
                </a:cubicBezTo>
                <a:cubicBezTo>
                  <a:pt x="93182" y="84040"/>
                  <a:pt x="88590" y="88630"/>
                  <a:pt x="82950" y="88630"/>
                </a:cubicBezTo>
                <a:lnTo>
                  <a:pt x="78402" y="88630"/>
                </a:lnTo>
                <a:cubicBezTo>
                  <a:pt x="76525" y="88630"/>
                  <a:pt x="74998" y="90157"/>
                  <a:pt x="74998" y="92038"/>
                </a:cubicBezTo>
                <a:cubicBezTo>
                  <a:pt x="74998" y="93920"/>
                  <a:pt x="76525" y="95447"/>
                  <a:pt x="78402" y="95447"/>
                </a:cubicBezTo>
                <a:lnTo>
                  <a:pt x="82950" y="95447"/>
                </a:lnTo>
                <a:cubicBezTo>
                  <a:pt x="92354" y="95447"/>
                  <a:pt x="100001" y="87805"/>
                  <a:pt x="100001" y="78404"/>
                </a:cubicBezTo>
                <a:cubicBezTo>
                  <a:pt x="100001" y="69004"/>
                  <a:pt x="92354" y="61361"/>
                  <a:pt x="82950" y="61361"/>
                </a:cubicBezTo>
                <a:lnTo>
                  <a:pt x="78402" y="61361"/>
                </a:lnTo>
                <a:close/>
                <a:moveTo>
                  <a:pt x="57947" y="74996"/>
                </a:moveTo>
                <a:cubicBezTo>
                  <a:pt x="56071" y="74996"/>
                  <a:pt x="54544" y="76523"/>
                  <a:pt x="54544" y="78404"/>
                </a:cubicBezTo>
                <a:cubicBezTo>
                  <a:pt x="54544" y="80286"/>
                  <a:pt x="56071" y="81813"/>
                  <a:pt x="57947" y="81813"/>
                </a:cubicBezTo>
                <a:lnTo>
                  <a:pt x="82950" y="81813"/>
                </a:lnTo>
                <a:cubicBezTo>
                  <a:pt x="84837" y="81813"/>
                  <a:pt x="86365" y="80286"/>
                  <a:pt x="86365" y="78404"/>
                </a:cubicBezTo>
                <a:cubicBezTo>
                  <a:pt x="86365" y="76523"/>
                  <a:pt x="84837" y="74996"/>
                  <a:pt x="82950" y="74996"/>
                </a:cubicBezTo>
                <a:lnTo>
                  <a:pt x="57947" y="7499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599" name="Белый — SVG 39">
            <a:extLst>
              <a:ext uri="{FF2B5EF4-FFF2-40B4-BE49-F238E27FC236}">
                <a16:creationId xmlns:a16="http://schemas.microsoft.com/office/drawing/2014/main" id="{19A5D53C-4CC2-4A41-9F27-7819CA1348FC}"/>
              </a:ext>
            </a:extLst>
          </p:cNvPr>
          <p:cNvSpPr>
            <a:spLocks noGrp="1"/>
          </p:cNvSpPr>
          <p:nvPr/>
        </p:nvSpPr>
        <p:spPr>
          <a:xfrm>
            <a:off x="1620000" y="5270000"/>
            <a:ext cx="220000" cy="220000"/>
          </a:xfrm>
          <a:custGeom>
            <a:avLst/>
            <a:gdLst>
              <a:gd name="csX0" fmla="*/ 17728 w 127600"/>
              <a:gd name="csY0" fmla="*/ 0 h 127583"/>
              <a:gd name="csX1" fmla="*/ 0 w 127600"/>
              <a:gd name="csY1" fmla="*/ 17720 h 127583"/>
              <a:gd name="csX2" fmla="*/ 17728 w 127600"/>
              <a:gd name="csY2" fmla="*/ 35439 h 127583"/>
              <a:gd name="csX3" fmla="*/ 25860 w 127600"/>
              <a:gd name="csY3" fmla="*/ 33371 h 127583"/>
              <a:gd name="csX4" fmla="*/ 33278 w 127600"/>
              <a:gd name="csY4" fmla="*/ 40784 h 127583"/>
              <a:gd name="csX5" fmla="*/ 28361 w 127600"/>
              <a:gd name="csY5" fmla="*/ 56703 h 127583"/>
              <a:gd name="csX6" fmla="*/ 33976 w 127600"/>
              <a:gd name="csY6" fmla="*/ 73558 h 127583"/>
              <a:gd name="csX7" fmla="*/ 25214 w 127600"/>
              <a:gd name="csY7" fmla="*/ 83229 h 127583"/>
              <a:gd name="csX8" fmla="*/ 17728 w 127600"/>
              <a:gd name="csY8" fmla="*/ 81512 h 127583"/>
              <a:gd name="csX9" fmla="*/ 0 w 127600"/>
              <a:gd name="csY9" fmla="*/ 99231 h 127583"/>
              <a:gd name="csX10" fmla="*/ 17728 w 127600"/>
              <a:gd name="csY10" fmla="*/ 116951 h 127583"/>
              <a:gd name="csX11" fmla="*/ 35439 w 127600"/>
              <a:gd name="csY11" fmla="*/ 99231 h 127583"/>
              <a:gd name="csX12" fmla="*/ 33023 w 127600"/>
              <a:gd name="csY12" fmla="*/ 90448 h 127583"/>
              <a:gd name="csX13" fmla="*/ 41785 w 127600"/>
              <a:gd name="csY13" fmla="*/ 80764 h 127583"/>
              <a:gd name="csX14" fmla="*/ 56706 w 127600"/>
              <a:gd name="csY14" fmla="*/ 85056 h 127583"/>
              <a:gd name="csX15" fmla="*/ 61776 w 127600"/>
              <a:gd name="csY15" fmla="*/ 84578 h 127583"/>
              <a:gd name="csX16" fmla="*/ 66846 w 127600"/>
              <a:gd name="csY16" fmla="*/ 96186 h 127583"/>
              <a:gd name="csX17" fmla="*/ 60261 w 127600"/>
              <a:gd name="csY17" fmla="*/ 109863 h 127583"/>
              <a:gd name="csX18" fmla="*/ 77973 w 127600"/>
              <a:gd name="csY18" fmla="*/ 127583 h 127583"/>
              <a:gd name="csX19" fmla="*/ 95700 w 127600"/>
              <a:gd name="csY19" fmla="*/ 109863 h 127583"/>
              <a:gd name="csX20" fmla="*/ 77973 w 127600"/>
              <a:gd name="csY20" fmla="*/ 92144 h 127583"/>
              <a:gd name="csX21" fmla="*/ 76731 w 127600"/>
              <a:gd name="csY21" fmla="*/ 92205 h 127583"/>
              <a:gd name="csX22" fmla="*/ 71694 w 127600"/>
              <a:gd name="csY22" fmla="*/ 80723 h 127583"/>
              <a:gd name="csX23" fmla="*/ 81069 w 127600"/>
              <a:gd name="csY23" fmla="*/ 71149 h 127583"/>
              <a:gd name="csX24" fmla="*/ 92179 w 127600"/>
              <a:gd name="csY24" fmla="*/ 73925 h 127583"/>
              <a:gd name="csX25" fmla="*/ 92162 w 127600"/>
              <a:gd name="csY25" fmla="*/ 74424 h 127583"/>
              <a:gd name="csX26" fmla="*/ 109873 w 127600"/>
              <a:gd name="csY26" fmla="*/ 92144 h 127583"/>
              <a:gd name="csX27" fmla="*/ 127601 w 127600"/>
              <a:gd name="csY27" fmla="*/ 74424 h 127583"/>
              <a:gd name="csX28" fmla="*/ 109873 w 127600"/>
              <a:gd name="csY28" fmla="*/ 56703 h 127583"/>
              <a:gd name="csX29" fmla="*/ 95734 w 127600"/>
              <a:gd name="csY29" fmla="*/ 63861 h 127583"/>
              <a:gd name="csX30" fmla="*/ 84693 w 127600"/>
              <a:gd name="csY30" fmla="*/ 61099 h 127583"/>
              <a:gd name="csX31" fmla="*/ 85067 w 127600"/>
              <a:gd name="csY31" fmla="*/ 56703 h 127583"/>
              <a:gd name="csX32" fmla="*/ 82362 w 127600"/>
              <a:gd name="csY32" fmla="*/ 44695 h 127583"/>
              <a:gd name="csX33" fmla="*/ 96058 w 127600"/>
              <a:gd name="csY33" fmla="*/ 34783 h 127583"/>
              <a:gd name="csX34" fmla="*/ 108103 w 127600"/>
              <a:gd name="csY34" fmla="*/ 38984 h 127583"/>
              <a:gd name="csX35" fmla="*/ 127601 w 127600"/>
              <a:gd name="csY35" fmla="*/ 19491 h 127583"/>
              <a:gd name="csX36" fmla="*/ 108103 w 127600"/>
              <a:gd name="csY36" fmla="*/ 0 h 127583"/>
              <a:gd name="csX37" fmla="*/ 88606 w 127600"/>
              <a:gd name="csY37" fmla="*/ 19491 h 127583"/>
              <a:gd name="csX38" fmla="*/ 89814 w 127600"/>
              <a:gd name="csY38" fmla="*/ 26172 h 127583"/>
              <a:gd name="csX39" fmla="*/ 76118 w 127600"/>
              <a:gd name="csY39" fmla="*/ 36091 h 127583"/>
              <a:gd name="csX40" fmla="*/ 56706 w 127600"/>
              <a:gd name="csY40" fmla="*/ 28352 h 127583"/>
              <a:gd name="csX41" fmla="*/ 40781 w 127600"/>
              <a:gd name="csY41" fmla="*/ 33267 h 127583"/>
              <a:gd name="csX42" fmla="*/ 33381 w 127600"/>
              <a:gd name="csY42" fmla="*/ 25853 h 127583"/>
              <a:gd name="csX43" fmla="*/ 35439 w 127600"/>
              <a:gd name="csY43" fmla="*/ 17720 h 127583"/>
              <a:gd name="csX44" fmla="*/ 17728 w 127600"/>
              <a:gd name="csY44" fmla="*/ 0 h 127583"/>
            </a:gdLst>
            <a:ahLst/>
            <a:cxnLst/>
            <a:rect l="l" t="t" r="r" b="b"/>
            <a:pathLst>
              <a:path w="100000" h="100000">
                <a:moveTo>
                  <a:pt x="13893" y="7"/>
                </a:moveTo>
                <a:cubicBezTo>
                  <a:pt x="6226" y="7"/>
                  <a:pt x="0" y="6236"/>
                  <a:pt x="0" y="13894"/>
                </a:cubicBezTo>
                <a:cubicBezTo>
                  <a:pt x="0" y="21551"/>
                  <a:pt x="6226" y="27780"/>
                  <a:pt x="13893" y="27780"/>
                </a:cubicBezTo>
                <a:cubicBezTo>
                  <a:pt x="16200" y="27780"/>
                  <a:pt x="18346" y="27160"/>
                  <a:pt x="20266" y="26159"/>
                </a:cubicBezTo>
                <a:lnTo>
                  <a:pt x="26080" y="31969"/>
                </a:lnTo>
                <a:cubicBezTo>
                  <a:pt x="23654" y="35529"/>
                  <a:pt x="22226" y="39822"/>
                  <a:pt x="22226" y="44445"/>
                </a:cubicBezTo>
                <a:cubicBezTo>
                  <a:pt x="22226" y="49396"/>
                  <a:pt x="23880" y="53957"/>
                  <a:pt x="26627" y="57654"/>
                </a:cubicBezTo>
                <a:lnTo>
                  <a:pt x="19760" y="65233"/>
                </a:lnTo>
                <a:cubicBezTo>
                  <a:pt x="17973" y="64391"/>
                  <a:pt x="15987" y="63888"/>
                  <a:pt x="13893" y="63888"/>
                </a:cubicBezTo>
                <a:cubicBezTo>
                  <a:pt x="6226" y="63888"/>
                  <a:pt x="0" y="70117"/>
                  <a:pt x="0" y="77774"/>
                </a:cubicBezTo>
                <a:cubicBezTo>
                  <a:pt x="0" y="85431"/>
                  <a:pt x="6226" y="91661"/>
                  <a:pt x="13893" y="91661"/>
                </a:cubicBezTo>
                <a:cubicBezTo>
                  <a:pt x="21547" y="91661"/>
                  <a:pt x="27774" y="85431"/>
                  <a:pt x="27774" y="77774"/>
                </a:cubicBezTo>
                <a:cubicBezTo>
                  <a:pt x="27774" y="75258"/>
                  <a:pt x="27053" y="72928"/>
                  <a:pt x="25880" y="70891"/>
                </a:cubicBezTo>
                <a:lnTo>
                  <a:pt x="32747" y="63301"/>
                </a:lnTo>
                <a:cubicBezTo>
                  <a:pt x="36161" y="65418"/>
                  <a:pt x="40147" y="66665"/>
                  <a:pt x="44440" y="66665"/>
                </a:cubicBezTo>
                <a:cubicBezTo>
                  <a:pt x="45800" y="66665"/>
                  <a:pt x="47121" y="66525"/>
                  <a:pt x="48414" y="66290"/>
                </a:cubicBezTo>
                <a:lnTo>
                  <a:pt x="52387" y="75388"/>
                </a:lnTo>
                <a:cubicBezTo>
                  <a:pt x="49266" y="77936"/>
                  <a:pt x="47226" y="81768"/>
                  <a:pt x="47226" y="86106"/>
                </a:cubicBezTo>
                <a:cubicBezTo>
                  <a:pt x="47226" y="93764"/>
                  <a:pt x="53454" y="99993"/>
                  <a:pt x="61107" y="99993"/>
                </a:cubicBezTo>
                <a:cubicBezTo>
                  <a:pt x="68774" y="99993"/>
                  <a:pt x="75000" y="93764"/>
                  <a:pt x="75000" y="86106"/>
                </a:cubicBezTo>
                <a:cubicBezTo>
                  <a:pt x="75000" y="78449"/>
                  <a:pt x="68774" y="72220"/>
                  <a:pt x="61107" y="72220"/>
                </a:cubicBezTo>
                <a:cubicBezTo>
                  <a:pt x="60774" y="72220"/>
                  <a:pt x="60454" y="72245"/>
                  <a:pt x="60134" y="72268"/>
                </a:cubicBezTo>
                <a:lnTo>
                  <a:pt x="56187" y="63269"/>
                </a:lnTo>
                <a:cubicBezTo>
                  <a:pt x="59200" y="61387"/>
                  <a:pt x="61720" y="58815"/>
                  <a:pt x="63534" y="55766"/>
                </a:cubicBezTo>
                <a:lnTo>
                  <a:pt x="72241" y="57942"/>
                </a:lnTo>
                <a:cubicBezTo>
                  <a:pt x="72241" y="58072"/>
                  <a:pt x="72227" y="58200"/>
                  <a:pt x="72227" y="58333"/>
                </a:cubicBezTo>
                <a:cubicBezTo>
                  <a:pt x="72227" y="65990"/>
                  <a:pt x="78454" y="72220"/>
                  <a:pt x="86107" y="72220"/>
                </a:cubicBezTo>
                <a:cubicBezTo>
                  <a:pt x="93774" y="72220"/>
                  <a:pt x="100001" y="65990"/>
                  <a:pt x="100001" y="58333"/>
                </a:cubicBezTo>
                <a:cubicBezTo>
                  <a:pt x="100001" y="50674"/>
                  <a:pt x="93774" y="44445"/>
                  <a:pt x="86107" y="44445"/>
                </a:cubicBezTo>
                <a:cubicBezTo>
                  <a:pt x="81574" y="44445"/>
                  <a:pt x="77560" y="46671"/>
                  <a:pt x="75027" y="50054"/>
                </a:cubicBezTo>
                <a:lnTo>
                  <a:pt x="66374" y="47890"/>
                </a:lnTo>
                <a:cubicBezTo>
                  <a:pt x="66547" y="46763"/>
                  <a:pt x="66667" y="45620"/>
                  <a:pt x="66667" y="44445"/>
                </a:cubicBezTo>
                <a:cubicBezTo>
                  <a:pt x="66667" y="41079"/>
                  <a:pt x="65893" y="37896"/>
                  <a:pt x="64547" y="35034"/>
                </a:cubicBezTo>
                <a:lnTo>
                  <a:pt x="75281" y="27266"/>
                </a:lnTo>
                <a:cubicBezTo>
                  <a:pt x="77880" y="29320"/>
                  <a:pt x="81161" y="30558"/>
                  <a:pt x="84720" y="30558"/>
                </a:cubicBezTo>
                <a:cubicBezTo>
                  <a:pt x="93147" y="30558"/>
                  <a:pt x="100001" y="23707"/>
                  <a:pt x="100001" y="15282"/>
                </a:cubicBezTo>
                <a:cubicBezTo>
                  <a:pt x="100001" y="6859"/>
                  <a:pt x="93147" y="7"/>
                  <a:pt x="84720" y="7"/>
                </a:cubicBezTo>
                <a:cubicBezTo>
                  <a:pt x="76294" y="7"/>
                  <a:pt x="69440" y="6859"/>
                  <a:pt x="69440" y="15282"/>
                </a:cubicBezTo>
                <a:cubicBezTo>
                  <a:pt x="69440" y="17123"/>
                  <a:pt x="69787" y="18881"/>
                  <a:pt x="70387" y="20518"/>
                </a:cubicBezTo>
                <a:lnTo>
                  <a:pt x="59654" y="28291"/>
                </a:lnTo>
                <a:cubicBezTo>
                  <a:pt x="55667" y="24543"/>
                  <a:pt x="50334" y="22226"/>
                  <a:pt x="44440" y="22226"/>
                </a:cubicBezTo>
                <a:cubicBezTo>
                  <a:pt x="39827" y="22226"/>
                  <a:pt x="35520" y="23652"/>
                  <a:pt x="31960" y="26078"/>
                </a:cubicBezTo>
                <a:lnTo>
                  <a:pt x="26161" y="20268"/>
                </a:lnTo>
                <a:cubicBezTo>
                  <a:pt x="27161" y="18350"/>
                  <a:pt x="27774" y="16203"/>
                  <a:pt x="27774" y="13894"/>
                </a:cubicBezTo>
                <a:cubicBezTo>
                  <a:pt x="27774" y="6236"/>
                  <a:pt x="21547" y="7"/>
                  <a:pt x="13893" y="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0" name="Белый — SVG 40">
            <a:extLst>
              <a:ext uri="{FF2B5EF4-FFF2-40B4-BE49-F238E27FC236}">
                <a16:creationId xmlns:a16="http://schemas.microsoft.com/office/drawing/2014/main" id="{9A07E10A-D9B1-1745-9132-746ABF6172E9}"/>
              </a:ext>
            </a:extLst>
          </p:cNvPr>
          <p:cNvSpPr>
            <a:spLocks noGrp="1"/>
          </p:cNvSpPr>
          <p:nvPr/>
        </p:nvSpPr>
        <p:spPr>
          <a:xfrm>
            <a:off x="2220000" y="5270000"/>
            <a:ext cx="220000" cy="220000"/>
          </a:xfrm>
          <a:custGeom>
            <a:avLst/>
            <a:gdLst>
              <a:gd name="csX0" fmla="*/ 35439 w 131139"/>
              <a:gd name="csY0" fmla="*/ 0 h 116951"/>
              <a:gd name="csX1" fmla="*/ 60262 w 131139"/>
              <a:gd name="csY1" fmla="*/ 0 h 116951"/>
              <a:gd name="csX2" fmla="*/ 60262 w 131139"/>
              <a:gd name="csY2" fmla="*/ 21264 h 116951"/>
              <a:gd name="csX3" fmla="*/ 35439 w 131139"/>
              <a:gd name="csY3" fmla="*/ 21264 h 116951"/>
              <a:gd name="csX4" fmla="*/ 35439 w 131139"/>
              <a:gd name="csY4" fmla="*/ 0 h 116951"/>
              <a:gd name="csX5" fmla="*/ 70895 w 131139"/>
              <a:gd name="csY5" fmla="*/ 0 h 116951"/>
              <a:gd name="csX6" fmla="*/ 95700 w 131139"/>
              <a:gd name="csY6" fmla="*/ 0 h 116951"/>
              <a:gd name="csX7" fmla="*/ 95700 w 131139"/>
              <a:gd name="csY7" fmla="*/ 21264 h 116951"/>
              <a:gd name="csX8" fmla="*/ 70895 w 131139"/>
              <a:gd name="csY8" fmla="*/ 21264 h 116951"/>
              <a:gd name="csX9" fmla="*/ 70895 w 131139"/>
              <a:gd name="csY9" fmla="*/ 0 h 116951"/>
              <a:gd name="csX10" fmla="*/ 70895 w 131139"/>
              <a:gd name="csY10" fmla="*/ 63792 h 116951"/>
              <a:gd name="csX11" fmla="*/ 95700 w 131139"/>
              <a:gd name="csY11" fmla="*/ 63792 h 116951"/>
              <a:gd name="csX12" fmla="*/ 95700 w 131139"/>
              <a:gd name="csY12" fmla="*/ 85056 h 116951"/>
              <a:gd name="csX13" fmla="*/ 70895 w 131139"/>
              <a:gd name="csY13" fmla="*/ 85056 h 116951"/>
              <a:gd name="csX14" fmla="*/ 70895 w 131139"/>
              <a:gd name="csY14" fmla="*/ 63792 h 116951"/>
              <a:gd name="csX15" fmla="*/ 0 w 131139"/>
              <a:gd name="csY15" fmla="*/ 63792 h 116951"/>
              <a:gd name="csX16" fmla="*/ 24805 w 131139"/>
              <a:gd name="csY16" fmla="*/ 63792 h 116951"/>
              <a:gd name="csX17" fmla="*/ 24805 w 131139"/>
              <a:gd name="csY17" fmla="*/ 85056 h 116951"/>
              <a:gd name="csX18" fmla="*/ 0 w 131139"/>
              <a:gd name="csY18" fmla="*/ 85056 h 116951"/>
              <a:gd name="csX19" fmla="*/ 0 w 131139"/>
              <a:gd name="csY19" fmla="*/ 63792 h 116951"/>
              <a:gd name="csX20" fmla="*/ 35439 w 131139"/>
              <a:gd name="csY20" fmla="*/ 63792 h 116951"/>
              <a:gd name="csX21" fmla="*/ 60262 w 131139"/>
              <a:gd name="csY21" fmla="*/ 63792 h 116951"/>
              <a:gd name="csX22" fmla="*/ 60262 w 131139"/>
              <a:gd name="csY22" fmla="*/ 85056 h 116951"/>
              <a:gd name="csX23" fmla="*/ 35439 w 131139"/>
              <a:gd name="csY23" fmla="*/ 85056 h 116951"/>
              <a:gd name="csX24" fmla="*/ 35439 w 131139"/>
              <a:gd name="csY24" fmla="*/ 63792 h 116951"/>
              <a:gd name="csX25" fmla="*/ 106334 w 131139"/>
              <a:gd name="csY25" fmla="*/ 31896 h 116951"/>
              <a:gd name="csX26" fmla="*/ 131139 w 131139"/>
              <a:gd name="csY26" fmla="*/ 31896 h 116951"/>
              <a:gd name="csX27" fmla="*/ 131139 w 131139"/>
              <a:gd name="csY27" fmla="*/ 53160 h 116951"/>
              <a:gd name="csX28" fmla="*/ 106334 w 131139"/>
              <a:gd name="csY28" fmla="*/ 53160 h 116951"/>
              <a:gd name="csX29" fmla="*/ 106334 w 131139"/>
              <a:gd name="csY29" fmla="*/ 31896 h 116951"/>
              <a:gd name="csX30" fmla="*/ 70895 w 131139"/>
              <a:gd name="csY30" fmla="*/ 31896 h 116951"/>
              <a:gd name="csX31" fmla="*/ 95700 w 131139"/>
              <a:gd name="csY31" fmla="*/ 31896 h 116951"/>
              <a:gd name="csX32" fmla="*/ 95700 w 131139"/>
              <a:gd name="csY32" fmla="*/ 53160 h 116951"/>
              <a:gd name="csX33" fmla="*/ 70895 w 131139"/>
              <a:gd name="csY33" fmla="*/ 53160 h 116951"/>
              <a:gd name="csX34" fmla="*/ 70895 w 131139"/>
              <a:gd name="csY34" fmla="*/ 31896 h 116951"/>
              <a:gd name="csX35" fmla="*/ 35439 w 131139"/>
              <a:gd name="csY35" fmla="*/ 31896 h 116951"/>
              <a:gd name="csX36" fmla="*/ 60262 w 131139"/>
              <a:gd name="csY36" fmla="*/ 31896 h 116951"/>
              <a:gd name="csX37" fmla="*/ 60262 w 131139"/>
              <a:gd name="csY37" fmla="*/ 53160 h 116951"/>
              <a:gd name="csX38" fmla="*/ 35439 w 131139"/>
              <a:gd name="csY38" fmla="*/ 53160 h 116951"/>
              <a:gd name="csX39" fmla="*/ 35439 w 131139"/>
              <a:gd name="csY39" fmla="*/ 31896 h 116951"/>
              <a:gd name="csX40" fmla="*/ 0 w 131139"/>
              <a:gd name="csY40" fmla="*/ 31896 h 116951"/>
              <a:gd name="csX41" fmla="*/ 24805 w 131139"/>
              <a:gd name="csY41" fmla="*/ 31896 h 116951"/>
              <a:gd name="csX42" fmla="*/ 24805 w 131139"/>
              <a:gd name="csY42" fmla="*/ 53160 h 116951"/>
              <a:gd name="csX43" fmla="*/ 0 w 131139"/>
              <a:gd name="csY43" fmla="*/ 53160 h 116951"/>
              <a:gd name="csX44" fmla="*/ 0 w 131139"/>
              <a:gd name="csY44" fmla="*/ 31896 h 116951"/>
              <a:gd name="csX45" fmla="*/ 14172 w 131139"/>
              <a:gd name="csY45" fmla="*/ 0 h 116951"/>
              <a:gd name="csX46" fmla="*/ 24805 w 131139"/>
              <a:gd name="csY46" fmla="*/ 0 h 116951"/>
              <a:gd name="csX47" fmla="*/ 24805 w 131139"/>
              <a:gd name="csY47" fmla="*/ 21264 h 116951"/>
              <a:gd name="csX48" fmla="*/ 0 w 131139"/>
              <a:gd name="csY48" fmla="*/ 21264 h 116951"/>
              <a:gd name="csX49" fmla="*/ 0 w 131139"/>
              <a:gd name="csY49" fmla="*/ 14175 h 116951"/>
              <a:gd name="csX50" fmla="*/ 14172 w 131139"/>
              <a:gd name="csY50" fmla="*/ 0 h 116951"/>
              <a:gd name="csX51" fmla="*/ 116967 w 131139"/>
              <a:gd name="csY51" fmla="*/ 0 h 116951"/>
              <a:gd name="csX52" fmla="*/ 106334 w 131139"/>
              <a:gd name="csY52" fmla="*/ 0 h 116951"/>
              <a:gd name="csX53" fmla="*/ 106334 w 131139"/>
              <a:gd name="csY53" fmla="*/ 21264 h 116951"/>
              <a:gd name="csX54" fmla="*/ 131139 w 131139"/>
              <a:gd name="csY54" fmla="*/ 21264 h 116951"/>
              <a:gd name="csX55" fmla="*/ 131139 w 131139"/>
              <a:gd name="csY55" fmla="*/ 14175 h 116951"/>
              <a:gd name="csX56" fmla="*/ 116967 w 131139"/>
              <a:gd name="csY56" fmla="*/ 0 h 116951"/>
              <a:gd name="csX57" fmla="*/ 116967 w 131139"/>
              <a:gd name="csY57" fmla="*/ 85056 h 116951"/>
              <a:gd name="csX58" fmla="*/ 106334 w 131139"/>
              <a:gd name="csY58" fmla="*/ 85056 h 116951"/>
              <a:gd name="csX59" fmla="*/ 106334 w 131139"/>
              <a:gd name="csY59" fmla="*/ 63792 h 116951"/>
              <a:gd name="csX60" fmla="*/ 131139 w 131139"/>
              <a:gd name="csY60" fmla="*/ 63792 h 116951"/>
              <a:gd name="csX61" fmla="*/ 131139 w 131139"/>
              <a:gd name="csY61" fmla="*/ 70880 h 116951"/>
              <a:gd name="csX62" fmla="*/ 116967 w 131139"/>
              <a:gd name="csY62" fmla="*/ 85056 h 116951"/>
              <a:gd name="csX63" fmla="*/ 46072 w 131139"/>
              <a:gd name="csY63" fmla="*/ 116951 h 116951"/>
              <a:gd name="csX64" fmla="*/ 35439 w 131139"/>
              <a:gd name="csY64" fmla="*/ 116951 h 116951"/>
              <a:gd name="csX65" fmla="*/ 35439 w 131139"/>
              <a:gd name="csY65" fmla="*/ 95687 h 116951"/>
              <a:gd name="csX66" fmla="*/ 60262 w 131139"/>
              <a:gd name="csY66" fmla="*/ 95687 h 116951"/>
              <a:gd name="csX67" fmla="*/ 60262 w 131139"/>
              <a:gd name="csY67" fmla="*/ 102776 h 116951"/>
              <a:gd name="csX68" fmla="*/ 46072 w 131139"/>
              <a:gd name="csY68" fmla="*/ 116951 h 116951"/>
              <a:gd name="csX69" fmla="*/ 14172 w 131139"/>
              <a:gd name="csY69" fmla="*/ 116951 h 116951"/>
              <a:gd name="csX70" fmla="*/ 24805 w 131139"/>
              <a:gd name="csY70" fmla="*/ 116951 h 116951"/>
              <a:gd name="csX71" fmla="*/ 24805 w 131139"/>
              <a:gd name="csY71" fmla="*/ 95687 h 116951"/>
              <a:gd name="csX72" fmla="*/ 0 w 131139"/>
              <a:gd name="csY72" fmla="*/ 95687 h 116951"/>
              <a:gd name="csX73" fmla="*/ 0 w 131139"/>
              <a:gd name="csY73" fmla="*/ 102776 h 116951"/>
              <a:gd name="csX74" fmla="*/ 14172 w 131139"/>
              <a:gd name="csY74" fmla="*/ 116951 h 116951"/>
            </a:gdLst>
            <a:ahLst/>
            <a:cxnLst/>
            <a:rect l="l" t="t" r="r" b="b"/>
            <a:pathLst>
              <a:path w="100000" h="100000">
                <a:moveTo>
                  <a:pt x="27024" y="5410"/>
                </a:moveTo>
                <a:lnTo>
                  <a:pt x="45953" y="5410"/>
                </a:lnTo>
                <a:lnTo>
                  <a:pt x="45953" y="21624"/>
                </a:lnTo>
                <a:lnTo>
                  <a:pt x="27024" y="21624"/>
                </a:lnTo>
                <a:lnTo>
                  <a:pt x="27024" y="5410"/>
                </a:lnTo>
                <a:close/>
                <a:moveTo>
                  <a:pt x="54061" y="5410"/>
                </a:moveTo>
                <a:lnTo>
                  <a:pt x="72976" y="5410"/>
                </a:lnTo>
                <a:lnTo>
                  <a:pt x="72976" y="21624"/>
                </a:lnTo>
                <a:lnTo>
                  <a:pt x="54061" y="21624"/>
                </a:lnTo>
                <a:lnTo>
                  <a:pt x="54061" y="5410"/>
                </a:lnTo>
                <a:close/>
                <a:moveTo>
                  <a:pt x="54061" y="54054"/>
                </a:moveTo>
                <a:lnTo>
                  <a:pt x="72976" y="54054"/>
                </a:lnTo>
                <a:lnTo>
                  <a:pt x="72976" y="70269"/>
                </a:lnTo>
                <a:lnTo>
                  <a:pt x="54061" y="70269"/>
                </a:lnTo>
                <a:lnTo>
                  <a:pt x="54061" y="54054"/>
                </a:lnTo>
                <a:close/>
                <a:moveTo>
                  <a:pt x="0" y="54054"/>
                </a:moveTo>
                <a:lnTo>
                  <a:pt x="18915" y="54054"/>
                </a:lnTo>
                <a:lnTo>
                  <a:pt x="18915" y="70269"/>
                </a:lnTo>
                <a:lnTo>
                  <a:pt x="0" y="70269"/>
                </a:lnTo>
                <a:lnTo>
                  <a:pt x="0" y="54054"/>
                </a:lnTo>
                <a:close/>
                <a:moveTo>
                  <a:pt x="27024" y="54054"/>
                </a:moveTo>
                <a:lnTo>
                  <a:pt x="45953" y="54054"/>
                </a:lnTo>
                <a:lnTo>
                  <a:pt x="45953" y="70269"/>
                </a:lnTo>
                <a:lnTo>
                  <a:pt x="27024" y="70269"/>
                </a:lnTo>
                <a:lnTo>
                  <a:pt x="27024" y="54054"/>
                </a:lnTo>
                <a:close/>
                <a:moveTo>
                  <a:pt x="81085" y="29732"/>
                </a:moveTo>
                <a:lnTo>
                  <a:pt x="100000" y="29732"/>
                </a:lnTo>
                <a:lnTo>
                  <a:pt x="100000" y="45947"/>
                </a:lnTo>
                <a:lnTo>
                  <a:pt x="81085" y="45947"/>
                </a:lnTo>
                <a:lnTo>
                  <a:pt x="81085" y="29732"/>
                </a:lnTo>
                <a:close/>
                <a:moveTo>
                  <a:pt x="54061" y="29732"/>
                </a:moveTo>
                <a:lnTo>
                  <a:pt x="72976" y="29732"/>
                </a:lnTo>
                <a:lnTo>
                  <a:pt x="72976" y="45947"/>
                </a:lnTo>
                <a:lnTo>
                  <a:pt x="54061" y="45947"/>
                </a:lnTo>
                <a:lnTo>
                  <a:pt x="54061" y="29732"/>
                </a:lnTo>
                <a:close/>
                <a:moveTo>
                  <a:pt x="27024" y="29732"/>
                </a:moveTo>
                <a:lnTo>
                  <a:pt x="45953" y="29732"/>
                </a:lnTo>
                <a:lnTo>
                  <a:pt x="45953" y="45947"/>
                </a:lnTo>
                <a:lnTo>
                  <a:pt x="27024" y="45947"/>
                </a:lnTo>
                <a:lnTo>
                  <a:pt x="27024" y="29732"/>
                </a:lnTo>
                <a:close/>
                <a:moveTo>
                  <a:pt x="0" y="29732"/>
                </a:moveTo>
                <a:lnTo>
                  <a:pt x="18915" y="29732"/>
                </a:lnTo>
                <a:lnTo>
                  <a:pt x="18915" y="45947"/>
                </a:lnTo>
                <a:lnTo>
                  <a:pt x="0" y="45947"/>
                </a:lnTo>
                <a:lnTo>
                  <a:pt x="0" y="29732"/>
                </a:lnTo>
                <a:close/>
                <a:moveTo>
                  <a:pt x="10807" y="5410"/>
                </a:moveTo>
                <a:lnTo>
                  <a:pt x="18915" y="5410"/>
                </a:lnTo>
                <a:lnTo>
                  <a:pt x="18915" y="21624"/>
                </a:lnTo>
                <a:lnTo>
                  <a:pt x="0" y="21624"/>
                </a:lnTo>
                <a:lnTo>
                  <a:pt x="0" y="16219"/>
                </a:lnTo>
                <a:cubicBezTo>
                  <a:pt x="0" y="10249"/>
                  <a:pt x="4839" y="5410"/>
                  <a:pt x="10807" y="5410"/>
                </a:cubicBezTo>
                <a:close/>
                <a:moveTo>
                  <a:pt x="89193" y="5410"/>
                </a:moveTo>
                <a:lnTo>
                  <a:pt x="81085" y="5410"/>
                </a:lnTo>
                <a:lnTo>
                  <a:pt x="81085" y="21624"/>
                </a:lnTo>
                <a:lnTo>
                  <a:pt x="100000" y="21624"/>
                </a:lnTo>
                <a:lnTo>
                  <a:pt x="100000" y="16219"/>
                </a:lnTo>
                <a:cubicBezTo>
                  <a:pt x="100000" y="10249"/>
                  <a:pt x="95161" y="5410"/>
                  <a:pt x="89193" y="5410"/>
                </a:cubicBezTo>
                <a:close/>
                <a:moveTo>
                  <a:pt x="89193" y="70269"/>
                </a:moveTo>
                <a:lnTo>
                  <a:pt x="81085" y="70269"/>
                </a:lnTo>
                <a:lnTo>
                  <a:pt x="81085" y="54054"/>
                </a:lnTo>
                <a:lnTo>
                  <a:pt x="100000" y="54054"/>
                </a:lnTo>
                <a:lnTo>
                  <a:pt x="100000" y="59459"/>
                </a:lnTo>
                <a:cubicBezTo>
                  <a:pt x="100000" y="65429"/>
                  <a:pt x="95161" y="70269"/>
                  <a:pt x="89193" y="70269"/>
                </a:cubicBezTo>
                <a:close/>
                <a:moveTo>
                  <a:pt x="35132" y="94590"/>
                </a:moveTo>
                <a:lnTo>
                  <a:pt x="27024" y="94590"/>
                </a:lnTo>
                <a:lnTo>
                  <a:pt x="27024" y="78376"/>
                </a:lnTo>
                <a:lnTo>
                  <a:pt x="45953" y="78376"/>
                </a:lnTo>
                <a:lnTo>
                  <a:pt x="45953" y="83781"/>
                </a:lnTo>
                <a:cubicBezTo>
                  <a:pt x="45953" y="89751"/>
                  <a:pt x="41113" y="94590"/>
                  <a:pt x="35132" y="94590"/>
                </a:cubicBezTo>
                <a:close/>
                <a:moveTo>
                  <a:pt x="10807" y="94590"/>
                </a:moveTo>
                <a:lnTo>
                  <a:pt x="18915" y="94590"/>
                </a:lnTo>
                <a:lnTo>
                  <a:pt x="18915" y="78376"/>
                </a:lnTo>
                <a:lnTo>
                  <a:pt x="0" y="78376"/>
                </a:lnTo>
                <a:lnTo>
                  <a:pt x="0" y="83781"/>
                </a:lnTo>
                <a:cubicBezTo>
                  <a:pt x="0" y="89751"/>
                  <a:pt x="4839" y="94590"/>
                  <a:pt x="10807" y="9459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1" name="Белый — SVG 41">
            <a:extLst>
              <a:ext uri="{FF2B5EF4-FFF2-40B4-BE49-F238E27FC236}">
                <a16:creationId xmlns:a16="http://schemas.microsoft.com/office/drawing/2014/main" id="{6E606019-7CC2-FC41-A1CA-423130FFF6DC}"/>
              </a:ext>
            </a:extLst>
          </p:cNvPr>
          <p:cNvSpPr>
            <a:spLocks noGrp="1"/>
          </p:cNvSpPr>
          <p:nvPr/>
        </p:nvSpPr>
        <p:spPr>
          <a:xfrm>
            <a:off x="2820000" y="5270000"/>
            <a:ext cx="220000" cy="220000"/>
          </a:xfrm>
          <a:custGeom>
            <a:avLst/>
            <a:gdLst>
              <a:gd name="csX0" fmla="*/ 15942 w 134296"/>
              <a:gd name="csY0" fmla="*/ 0 h 148848"/>
              <a:gd name="csX1" fmla="*/ 0 w 134296"/>
              <a:gd name="csY1" fmla="*/ 15948 h 148848"/>
              <a:gd name="csX2" fmla="*/ 0 w 134296"/>
              <a:gd name="csY2" fmla="*/ 125811 h 148848"/>
              <a:gd name="csX3" fmla="*/ 15942 w 134296"/>
              <a:gd name="csY3" fmla="*/ 141759 h 148848"/>
              <a:gd name="csX4" fmla="*/ 62507 w 134296"/>
              <a:gd name="csY4" fmla="*/ 141759 h 148848"/>
              <a:gd name="csX5" fmla="*/ 49628 w 134296"/>
              <a:gd name="csY5" fmla="*/ 109863 h 148848"/>
              <a:gd name="csX6" fmla="*/ 95700 w 134296"/>
              <a:gd name="csY6" fmla="*/ 63792 h 148848"/>
              <a:gd name="csX7" fmla="*/ 113428 w 134296"/>
              <a:gd name="csY7" fmla="*/ 67336 h 148848"/>
              <a:gd name="csX8" fmla="*/ 113428 w 134296"/>
              <a:gd name="csY8" fmla="*/ 56704 h 148848"/>
              <a:gd name="csX9" fmla="*/ 72664 w 134296"/>
              <a:gd name="csY9" fmla="*/ 56704 h 148848"/>
              <a:gd name="csX10" fmla="*/ 56706 w 134296"/>
              <a:gd name="csY10" fmla="*/ 40756 h 148848"/>
              <a:gd name="csX11" fmla="*/ 56706 w 134296"/>
              <a:gd name="csY11" fmla="*/ 0 h 148848"/>
              <a:gd name="csX12" fmla="*/ 15942 w 134296"/>
              <a:gd name="csY12" fmla="*/ 0 h 148848"/>
              <a:gd name="csX13" fmla="*/ 67339 w 134296"/>
              <a:gd name="csY13" fmla="*/ 3115 h 148848"/>
              <a:gd name="csX14" fmla="*/ 67339 w 134296"/>
              <a:gd name="csY14" fmla="*/ 40756 h 148848"/>
              <a:gd name="csX15" fmla="*/ 72664 w 134296"/>
              <a:gd name="csY15" fmla="*/ 46072 h 148848"/>
              <a:gd name="csX16" fmla="*/ 110315 w 134296"/>
              <a:gd name="csY16" fmla="*/ 46072 h 148848"/>
              <a:gd name="csX17" fmla="*/ 67339 w 134296"/>
              <a:gd name="csY17" fmla="*/ 3115 h 148848"/>
              <a:gd name="csX18" fmla="*/ 85322 w 134296"/>
              <a:gd name="csY18" fmla="*/ 72693 h 148848"/>
              <a:gd name="csX19" fmla="*/ 78296 w 134296"/>
              <a:gd name="csY19" fmla="*/ 77462 h 148848"/>
              <a:gd name="csX20" fmla="*/ 77122 w 134296"/>
              <a:gd name="csY20" fmla="*/ 81830 h 148848"/>
              <a:gd name="csX21" fmla="*/ 71422 w 134296"/>
              <a:gd name="csY21" fmla="*/ 86620 h 148848"/>
              <a:gd name="csX22" fmla="*/ 66914 w 134296"/>
              <a:gd name="csY22" fmla="*/ 87008 h 148848"/>
              <a:gd name="csX23" fmla="*/ 61588 w 134296"/>
              <a:gd name="csY23" fmla="*/ 96213 h 148848"/>
              <a:gd name="csX24" fmla="*/ 63511 w 134296"/>
              <a:gd name="csY24" fmla="*/ 100311 h 148848"/>
              <a:gd name="csX25" fmla="*/ 62218 w 134296"/>
              <a:gd name="csY25" fmla="*/ 107642 h 148848"/>
              <a:gd name="csX26" fmla="*/ 59019 w 134296"/>
              <a:gd name="csY26" fmla="*/ 110839 h 148848"/>
              <a:gd name="csX27" fmla="*/ 60857 w 134296"/>
              <a:gd name="csY27" fmla="*/ 121305 h 148848"/>
              <a:gd name="csX28" fmla="*/ 64957 w 134296"/>
              <a:gd name="csY28" fmla="*/ 123216 h 148848"/>
              <a:gd name="csX29" fmla="*/ 68683 w 134296"/>
              <a:gd name="csY29" fmla="*/ 129660 h 148848"/>
              <a:gd name="csX30" fmla="*/ 68292 w 134296"/>
              <a:gd name="csY30" fmla="*/ 134166 h 148848"/>
              <a:gd name="csX31" fmla="*/ 76424 w 134296"/>
              <a:gd name="csY31" fmla="*/ 140998 h 148848"/>
              <a:gd name="csX32" fmla="*/ 80797 w 134296"/>
              <a:gd name="csY32" fmla="*/ 139828 h 148848"/>
              <a:gd name="csX33" fmla="*/ 87789 w 134296"/>
              <a:gd name="csY33" fmla="*/ 142375 h 148848"/>
              <a:gd name="csX34" fmla="*/ 90375 w 134296"/>
              <a:gd name="csY34" fmla="*/ 146078 h 148848"/>
              <a:gd name="csX35" fmla="*/ 101009 w 134296"/>
              <a:gd name="csY35" fmla="*/ 146078 h 148848"/>
              <a:gd name="csX36" fmla="*/ 103612 w 134296"/>
              <a:gd name="csY36" fmla="*/ 142375 h 148848"/>
              <a:gd name="csX37" fmla="*/ 110604 w 134296"/>
              <a:gd name="csY37" fmla="*/ 139828 h 148848"/>
              <a:gd name="csX38" fmla="*/ 114977 w 134296"/>
              <a:gd name="csY38" fmla="*/ 141005 h 148848"/>
              <a:gd name="csX39" fmla="*/ 123109 w 134296"/>
              <a:gd name="csY39" fmla="*/ 134173 h 148848"/>
              <a:gd name="csX40" fmla="*/ 122718 w 134296"/>
              <a:gd name="csY40" fmla="*/ 129667 h 148848"/>
              <a:gd name="csX41" fmla="*/ 126444 w 134296"/>
              <a:gd name="csY41" fmla="*/ 123216 h 148848"/>
              <a:gd name="csX42" fmla="*/ 130544 w 134296"/>
              <a:gd name="csY42" fmla="*/ 121312 h 148848"/>
              <a:gd name="csX43" fmla="*/ 132398 w 134296"/>
              <a:gd name="csY43" fmla="*/ 110839 h 148848"/>
              <a:gd name="csX44" fmla="*/ 129183 w 134296"/>
              <a:gd name="csY44" fmla="*/ 107648 h 148848"/>
              <a:gd name="csX45" fmla="*/ 127890 w 134296"/>
              <a:gd name="csY45" fmla="*/ 100311 h 148848"/>
              <a:gd name="csX46" fmla="*/ 129812 w 134296"/>
              <a:gd name="csY46" fmla="*/ 96220 h 148848"/>
              <a:gd name="csX47" fmla="*/ 124487 w 134296"/>
              <a:gd name="csY47" fmla="*/ 87014 h 148848"/>
              <a:gd name="csX48" fmla="*/ 119996 w 134296"/>
              <a:gd name="csY48" fmla="*/ 86620 h 148848"/>
              <a:gd name="csX49" fmla="*/ 114279 w 134296"/>
              <a:gd name="csY49" fmla="*/ 81837 h 148848"/>
              <a:gd name="csX50" fmla="*/ 113105 w 134296"/>
              <a:gd name="csY50" fmla="*/ 77469 h 148848"/>
              <a:gd name="csX51" fmla="*/ 103135 w 134296"/>
              <a:gd name="csY51" fmla="*/ 73835 h 148848"/>
              <a:gd name="csX52" fmla="*/ 99426 w 134296"/>
              <a:gd name="csY52" fmla="*/ 76424 h 148848"/>
              <a:gd name="csX53" fmla="*/ 91975 w 134296"/>
              <a:gd name="csY53" fmla="*/ 76424 h 148848"/>
              <a:gd name="csX54" fmla="*/ 88266 w 134296"/>
              <a:gd name="csY54" fmla="*/ 73828 h 148848"/>
              <a:gd name="csX55" fmla="*/ 85322 w 134296"/>
              <a:gd name="csY55" fmla="*/ 72693 h 148848"/>
            </a:gdLst>
            <a:ahLst/>
            <a:cxnLst/>
            <a:rect l="l" t="t" r="r" b="b"/>
            <a:pathLst>
              <a:path w="100000" h="100000">
                <a:moveTo>
                  <a:pt x="15598" y="0"/>
                </a:moveTo>
                <a:cubicBezTo>
                  <a:pt x="9700" y="0"/>
                  <a:pt x="4888" y="4807"/>
                  <a:pt x="4888" y="10714"/>
                </a:cubicBezTo>
                <a:lnTo>
                  <a:pt x="4888" y="84523"/>
                </a:lnTo>
                <a:cubicBezTo>
                  <a:pt x="4888" y="90431"/>
                  <a:pt x="9700" y="95237"/>
                  <a:pt x="15598" y="95237"/>
                </a:cubicBezTo>
                <a:lnTo>
                  <a:pt x="46882" y="95237"/>
                </a:lnTo>
                <a:cubicBezTo>
                  <a:pt x="41533" y="89676"/>
                  <a:pt x="38230" y="82133"/>
                  <a:pt x="38230" y="73809"/>
                </a:cubicBezTo>
                <a:cubicBezTo>
                  <a:pt x="38230" y="56714"/>
                  <a:pt x="52083" y="42857"/>
                  <a:pt x="69182" y="42857"/>
                </a:cubicBezTo>
                <a:cubicBezTo>
                  <a:pt x="73400" y="42857"/>
                  <a:pt x="77423" y="43707"/>
                  <a:pt x="81092" y="45238"/>
                </a:cubicBezTo>
                <a:lnTo>
                  <a:pt x="81092" y="38095"/>
                </a:lnTo>
                <a:lnTo>
                  <a:pt x="53706" y="38095"/>
                </a:lnTo>
                <a:cubicBezTo>
                  <a:pt x="47796" y="38095"/>
                  <a:pt x="42985" y="33288"/>
                  <a:pt x="42985" y="27381"/>
                </a:cubicBezTo>
                <a:lnTo>
                  <a:pt x="42985" y="0"/>
                </a:lnTo>
                <a:lnTo>
                  <a:pt x="15598" y="0"/>
                </a:lnTo>
                <a:close/>
                <a:moveTo>
                  <a:pt x="50128" y="2093"/>
                </a:moveTo>
                <a:lnTo>
                  <a:pt x="50128" y="27381"/>
                </a:lnTo>
                <a:cubicBezTo>
                  <a:pt x="50128" y="29350"/>
                  <a:pt x="51740" y="30952"/>
                  <a:pt x="53706" y="30952"/>
                </a:cubicBezTo>
                <a:lnTo>
                  <a:pt x="79001" y="30952"/>
                </a:lnTo>
                <a:lnTo>
                  <a:pt x="50128" y="2093"/>
                </a:lnTo>
                <a:close/>
                <a:moveTo>
                  <a:pt x="62210" y="48837"/>
                </a:moveTo>
                <a:cubicBezTo>
                  <a:pt x="60153" y="48594"/>
                  <a:pt x="58072" y="49848"/>
                  <a:pt x="57490" y="52041"/>
                </a:cubicBezTo>
                <a:lnTo>
                  <a:pt x="56701" y="54976"/>
                </a:lnTo>
                <a:cubicBezTo>
                  <a:pt x="56220" y="56749"/>
                  <a:pt x="54689" y="58034"/>
                  <a:pt x="52871" y="58194"/>
                </a:cubicBezTo>
                <a:lnTo>
                  <a:pt x="49843" y="58454"/>
                </a:lnTo>
                <a:cubicBezTo>
                  <a:pt x="46825" y="58718"/>
                  <a:pt x="44985" y="61896"/>
                  <a:pt x="46265" y="64638"/>
                </a:cubicBezTo>
                <a:lnTo>
                  <a:pt x="47557" y="67392"/>
                </a:lnTo>
                <a:cubicBezTo>
                  <a:pt x="48334" y="69054"/>
                  <a:pt x="47979" y="71021"/>
                  <a:pt x="46688" y="72317"/>
                </a:cubicBezTo>
                <a:lnTo>
                  <a:pt x="44539" y="74465"/>
                </a:lnTo>
                <a:cubicBezTo>
                  <a:pt x="42402" y="76603"/>
                  <a:pt x="43030" y="80217"/>
                  <a:pt x="45774" y="81496"/>
                </a:cubicBezTo>
                <a:lnTo>
                  <a:pt x="48528" y="82780"/>
                </a:lnTo>
                <a:cubicBezTo>
                  <a:pt x="50185" y="83553"/>
                  <a:pt x="51191" y="85285"/>
                  <a:pt x="51031" y="87109"/>
                </a:cubicBezTo>
                <a:lnTo>
                  <a:pt x="50769" y="90136"/>
                </a:lnTo>
                <a:cubicBezTo>
                  <a:pt x="50506" y="93151"/>
                  <a:pt x="53317" y="95510"/>
                  <a:pt x="56232" y="94726"/>
                </a:cubicBezTo>
                <a:lnTo>
                  <a:pt x="59170" y="93940"/>
                </a:lnTo>
                <a:cubicBezTo>
                  <a:pt x="60941" y="93464"/>
                  <a:pt x="62816" y="94152"/>
                  <a:pt x="63867" y="95651"/>
                </a:cubicBezTo>
                <a:lnTo>
                  <a:pt x="65605" y="98139"/>
                </a:lnTo>
                <a:cubicBezTo>
                  <a:pt x="67342" y="100620"/>
                  <a:pt x="71023" y="100620"/>
                  <a:pt x="72749" y="98139"/>
                </a:cubicBezTo>
                <a:lnTo>
                  <a:pt x="74497" y="95651"/>
                </a:lnTo>
                <a:cubicBezTo>
                  <a:pt x="75549" y="94152"/>
                  <a:pt x="77423" y="93464"/>
                  <a:pt x="79195" y="93940"/>
                </a:cubicBezTo>
                <a:lnTo>
                  <a:pt x="82133" y="94731"/>
                </a:lnTo>
                <a:cubicBezTo>
                  <a:pt x="85047" y="95514"/>
                  <a:pt x="87859" y="93155"/>
                  <a:pt x="87596" y="90141"/>
                </a:cubicBezTo>
                <a:lnTo>
                  <a:pt x="87333" y="87114"/>
                </a:lnTo>
                <a:cubicBezTo>
                  <a:pt x="87173" y="85290"/>
                  <a:pt x="88179" y="83553"/>
                  <a:pt x="89837" y="82780"/>
                </a:cubicBezTo>
                <a:lnTo>
                  <a:pt x="92591" y="81501"/>
                </a:lnTo>
                <a:cubicBezTo>
                  <a:pt x="95334" y="80222"/>
                  <a:pt x="95974" y="76603"/>
                  <a:pt x="93837" y="74465"/>
                </a:cubicBezTo>
                <a:lnTo>
                  <a:pt x="91677" y="72321"/>
                </a:lnTo>
                <a:cubicBezTo>
                  <a:pt x="90385" y="71025"/>
                  <a:pt x="90031" y="69054"/>
                  <a:pt x="90808" y="67392"/>
                </a:cubicBezTo>
                <a:lnTo>
                  <a:pt x="92099" y="64643"/>
                </a:lnTo>
                <a:cubicBezTo>
                  <a:pt x="93380" y="61901"/>
                  <a:pt x="91540" y="58723"/>
                  <a:pt x="88522" y="58458"/>
                </a:cubicBezTo>
                <a:lnTo>
                  <a:pt x="85505" y="58194"/>
                </a:lnTo>
                <a:cubicBezTo>
                  <a:pt x="83676" y="58034"/>
                  <a:pt x="82144" y="56754"/>
                  <a:pt x="81664" y="54980"/>
                </a:cubicBezTo>
                <a:lnTo>
                  <a:pt x="80875" y="52046"/>
                </a:lnTo>
                <a:cubicBezTo>
                  <a:pt x="80098" y="49122"/>
                  <a:pt x="76646" y="47866"/>
                  <a:pt x="74177" y="49604"/>
                </a:cubicBezTo>
                <a:lnTo>
                  <a:pt x="71685" y="51344"/>
                </a:lnTo>
                <a:cubicBezTo>
                  <a:pt x="70177" y="52396"/>
                  <a:pt x="68188" y="52398"/>
                  <a:pt x="66679" y="51344"/>
                </a:cubicBezTo>
                <a:lnTo>
                  <a:pt x="64188" y="49600"/>
                </a:lnTo>
                <a:cubicBezTo>
                  <a:pt x="63570" y="49166"/>
                  <a:pt x="62896" y="48918"/>
                  <a:pt x="62210" y="4883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2" name="Белый — SVG 42">
            <a:extLst>
              <a:ext uri="{FF2B5EF4-FFF2-40B4-BE49-F238E27FC236}">
                <a16:creationId xmlns:a16="http://schemas.microsoft.com/office/drawing/2014/main" id="{EECE762B-2F21-3449-8F79-4BA2B33C2EE2}"/>
              </a:ext>
            </a:extLst>
          </p:cNvPr>
          <p:cNvSpPr>
            <a:spLocks noGrp="1"/>
          </p:cNvSpPr>
          <p:nvPr/>
        </p:nvSpPr>
        <p:spPr>
          <a:xfrm>
            <a:off x="3420000" y="5270000"/>
            <a:ext cx="220000" cy="220000"/>
          </a:xfrm>
          <a:custGeom>
            <a:avLst/>
            <a:gdLst>
              <a:gd name="csX0" fmla="*/ 136430 w 141908"/>
              <a:gd name="csY0" fmla="*/ 2 h 141886"/>
              <a:gd name="csX1" fmla="*/ 132773 w 141908"/>
              <a:gd name="csY1" fmla="*/ 1608 h 141886"/>
              <a:gd name="csX2" fmla="*/ 1633 w 141908"/>
              <a:gd name="csY2" fmla="*/ 132735 h 141886"/>
              <a:gd name="csX3" fmla="*/ 442 w 141908"/>
              <a:gd name="csY3" fmla="*/ 134461 h 141886"/>
              <a:gd name="csX4" fmla="*/ 0 w 141908"/>
              <a:gd name="csY4" fmla="*/ 136516 h 141886"/>
              <a:gd name="csX5" fmla="*/ 391 w 141908"/>
              <a:gd name="csY5" fmla="*/ 138580 h 141886"/>
              <a:gd name="csX6" fmla="*/ 1565 w 141908"/>
              <a:gd name="csY6" fmla="*/ 140330 h 141886"/>
              <a:gd name="csX7" fmla="*/ 3301 w 141908"/>
              <a:gd name="csY7" fmla="*/ 141492 h 141886"/>
              <a:gd name="csX8" fmla="*/ 5376 w 141908"/>
              <a:gd name="csY8" fmla="*/ 141887 h 141886"/>
              <a:gd name="csX9" fmla="*/ 7435 w 141908"/>
              <a:gd name="csY9" fmla="*/ 141451 h 141886"/>
              <a:gd name="csX10" fmla="*/ 9153 w 141908"/>
              <a:gd name="csY10" fmla="*/ 140252 h 141886"/>
              <a:gd name="csX11" fmla="*/ 21777 w 141908"/>
              <a:gd name="csY11" fmla="*/ 127634 h 141886"/>
              <a:gd name="csX12" fmla="*/ 120591 w 141908"/>
              <a:gd name="csY12" fmla="*/ 127634 h 141886"/>
              <a:gd name="csX13" fmla="*/ 141858 w 141908"/>
              <a:gd name="csY13" fmla="*/ 106370 h 141886"/>
              <a:gd name="csX14" fmla="*/ 141858 w 141908"/>
              <a:gd name="csY14" fmla="*/ 45735 h 141886"/>
              <a:gd name="csX15" fmla="*/ 73481 w 141908"/>
              <a:gd name="csY15" fmla="*/ 82697 h 141886"/>
              <a:gd name="csX16" fmla="*/ 70963 w 141908"/>
              <a:gd name="csY16" fmla="*/ 83334 h 141886"/>
              <a:gd name="csX17" fmla="*/ 68445 w 141908"/>
              <a:gd name="csY17" fmla="*/ 82697 h 141886"/>
              <a:gd name="csX18" fmla="*/ 67322 w 141908"/>
              <a:gd name="csY18" fmla="*/ 82088 h 141886"/>
              <a:gd name="csX19" fmla="*/ 85084 w 141908"/>
              <a:gd name="csY19" fmla="*/ 64334 h 141886"/>
              <a:gd name="csX20" fmla="*/ 141790 w 141908"/>
              <a:gd name="csY20" fmla="*/ 33718 h 141886"/>
              <a:gd name="csX21" fmla="*/ 131888 w 141908"/>
              <a:gd name="csY21" fmla="*/ 17535 h 141886"/>
              <a:gd name="csX22" fmla="*/ 140293 w 141908"/>
              <a:gd name="csY22" fmla="*/ 9125 h 141886"/>
              <a:gd name="csX23" fmla="*/ 141807 w 141908"/>
              <a:gd name="csY23" fmla="*/ 6368 h 141886"/>
              <a:gd name="csX24" fmla="*/ 141483 w 141908"/>
              <a:gd name="csY24" fmla="*/ 3244 h 141886"/>
              <a:gd name="csX25" fmla="*/ 139459 w 141908"/>
              <a:gd name="csY25" fmla="*/ 843 h 141886"/>
              <a:gd name="csX26" fmla="*/ 136430 w 141908"/>
              <a:gd name="csY26" fmla="*/ 2 h 141886"/>
              <a:gd name="csX27" fmla="*/ 21352 w 141908"/>
              <a:gd name="csY27" fmla="*/ 14227 h 141886"/>
              <a:gd name="csX28" fmla="*/ 153 w 141908"/>
              <a:gd name="csY28" fmla="*/ 33718 h 141886"/>
              <a:gd name="csX29" fmla="*/ 55651 w 141908"/>
              <a:gd name="csY29" fmla="*/ 63704 h 141886"/>
              <a:gd name="csX30" fmla="*/ 105143 w 141908"/>
              <a:gd name="csY30" fmla="*/ 14227 h 141886"/>
              <a:gd name="csX31" fmla="*/ 21352 w 141908"/>
              <a:gd name="csY31" fmla="*/ 14227 h 141886"/>
              <a:gd name="csX32" fmla="*/ 85 w 141908"/>
              <a:gd name="csY32" fmla="*/ 45735 h 141886"/>
              <a:gd name="csX33" fmla="*/ 85 w 141908"/>
              <a:gd name="csY33" fmla="*/ 106370 h 141886"/>
              <a:gd name="csX34" fmla="*/ 2705 w 141908"/>
              <a:gd name="csY34" fmla="*/ 116649 h 141886"/>
              <a:gd name="csX35" fmla="*/ 47825 w 141908"/>
              <a:gd name="csY35" fmla="*/ 71532 h 141886"/>
              <a:gd name="csX36" fmla="*/ 85 w 141908"/>
              <a:gd name="csY36" fmla="*/ 45735 h 141886"/>
            </a:gdLst>
            <a:ahLst/>
            <a:cxnLst/>
            <a:rect l="l" t="t" r="r" b="b"/>
            <a:pathLst>
              <a:path w="100000" h="100000">
                <a:moveTo>
                  <a:pt x="96140" y="9"/>
                </a:moveTo>
                <a:cubicBezTo>
                  <a:pt x="95169" y="37"/>
                  <a:pt x="94246" y="443"/>
                  <a:pt x="93563" y="1141"/>
                </a:cubicBezTo>
                <a:lnTo>
                  <a:pt x="1151" y="93544"/>
                </a:lnTo>
                <a:cubicBezTo>
                  <a:pt x="791" y="93889"/>
                  <a:pt x="503" y="94303"/>
                  <a:pt x="311" y="94760"/>
                </a:cubicBezTo>
                <a:cubicBezTo>
                  <a:pt x="108" y="95217"/>
                  <a:pt x="0" y="95710"/>
                  <a:pt x="0" y="96208"/>
                </a:cubicBezTo>
                <a:cubicBezTo>
                  <a:pt x="0" y="96706"/>
                  <a:pt x="84" y="97201"/>
                  <a:pt x="276" y="97663"/>
                </a:cubicBezTo>
                <a:cubicBezTo>
                  <a:pt x="467" y="98124"/>
                  <a:pt x="743" y="98543"/>
                  <a:pt x="1103" y="98896"/>
                </a:cubicBezTo>
                <a:cubicBezTo>
                  <a:pt x="1451" y="99248"/>
                  <a:pt x="1870" y="99526"/>
                  <a:pt x="2326" y="99715"/>
                </a:cubicBezTo>
                <a:cubicBezTo>
                  <a:pt x="2793" y="99903"/>
                  <a:pt x="3285" y="99998"/>
                  <a:pt x="3788" y="99993"/>
                </a:cubicBezTo>
                <a:cubicBezTo>
                  <a:pt x="4280" y="99987"/>
                  <a:pt x="4771" y="99883"/>
                  <a:pt x="5239" y="99686"/>
                </a:cubicBezTo>
                <a:cubicBezTo>
                  <a:pt x="5695" y="99488"/>
                  <a:pt x="6103" y="99201"/>
                  <a:pt x="6450" y="98841"/>
                </a:cubicBezTo>
                <a:lnTo>
                  <a:pt x="15346" y="89949"/>
                </a:lnTo>
                <a:lnTo>
                  <a:pt x="84978" y="89949"/>
                </a:lnTo>
                <a:cubicBezTo>
                  <a:pt x="93239" y="89949"/>
                  <a:pt x="99965" y="83231"/>
                  <a:pt x="99965" y="74965"/>
                </a:cubicBezTo>
                <a:lnTo>
                  <a:pt x="99965" y="32236"/>
                </a:lnTo>
                <a:lnTo>
                  <a:pt x="51781" y="58283"/>
                </a:lnTo>
                <a:cubicBezTo>
                  <a:pt x="51229" y="58583"/>
                  <a:pt x="50630" y="58732"/>
                  <a:pt x="50006" y="58732"/>
                </a:cubicBezTo>
                <a:cubicBezTo>
                  <a:pt x="49383" y="58732"/>
                  <a:pt x="48783" y="58583"/>
                  <a:pt x="48232" y="58283"/>
                </a:cubicBezTo>
                <a:lnTo>
                  <a:pt x="47441" y="57854"/>
                </a:lnTo>
                <a:lnTo>
                  <a:pt x="59957" y="45343"/>
                </a:lnTo>
                <a:lnTo>
                  <a:pt x="99917" y="23768"/>
                </a:lnTo>
                <a:cubicBezTo>
                  <a:pt x="99509" y="18944"/>
                  <a:pt x="96811" y="14805"/>
                  <a:pt x="92939" y="12364"/>
                </a:cubicBezTo>
                <a:lnTo>
                  <a:pt x="98862" y="6438"/>
                </a:lnTo>
                <a:cubicBezTo>
                  <a:pt x="99401" y="5912"/>
                  <a:pt x="99773" y="5234"/>
                  <a:pt x="99929" y="4495"/>
                </a:cubicBezTo>
                <a:cubicBezTo>
                  <a:pt x="100073" y="3756"/>
                  <a:pt x="100001" y="2989"/>
                  <a:pt x="99701" y="2294"/>
                </a:cubicBezTo>
                <a:cubicBezTo>
                  <a:pt x="99413" y="1599"/>
                  <a:pt x="98910" y="1009"/>
                  <a:pt x="98274" y="602"/>
                </a:cubicBezTo>
                <a:cubicBezTo>
                  <a:pt x="97639" y="194"/>
                  <a:pt x="96895" y="-13"/>
                  <a:pt x="96140" y="9"/>
                </a:cubicBezTo>
                <a:close/>
                <a:moveTo>
                  <a:pt x="15046" y="10033"/>
                </a:moveTo>
                <a:cubicBezTo>
                  <a:pt x="7193" y="10033"/>
                  <a:pt x="755" y="16077"/>
                  <a:pt x="108" y="23768"/>
                </a:cubicBezTo>
                <a:lnTo>
                  <a:pt x="39216" y="44899"/>
                </a:lnTo>
                <a:lnTo>
                  <a:pt x="74092" y="10033"/>
                </a:lnTo>
                <a:lnTo>
                  <a:pt x="15046" y="10033"/>
                </a:lnTo>
                <a:close/>
                <a:moveTo>
                  <a:pt x="60" y="32236"/>
                </a:moveTo>
                <a:lnTo>
                  <a:pt x="60" y="74965"/>
                </a:lnTo>
                <a:cubicBezTo>
                  <a:pt x="60" y="77587"/>
                  <a:pt x="731" y="80060"/>
                  <a:pt x="1906" y="82208"/>
                </a:cubicBezTo>
                <a:lnTo>
                  <a:pt x="33701" y="50415"/>
                </a:lnTo>
                <a:lnTo>
                  <a:pt x="60" y="3223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3" name="Белый — SVG 43">
            <a:extLst>
              <a:ext uri="{FF2B5EF4-FFF2-40B4-BE49-F238E27FC236}">
                <a16:creationId xmlns:a16="http://schemas.microsoft.com/office/drawing/2014/main" id="{82107307-0456-5048-B473-B24B6A0BE26E}"/>
              </a:ext>
            </a:extLst>
          </p:cNvPr>
          <p:cNvSpPr>
            <a:spLocks noGrp="1"/>
          </p:cNvSpPr>
          <p:nvPr/>
        </p:nvSpPr>
        <p:spPr>
          <a:xfrm>
            <a:off x="4020000" y="5270000"/>
            <a:ext cx="220000" cy="220000"/>
          </a:xfrm>
          <a:custGeom>
            <a:avLst/>
            <a:gdLst>
              <a:gd name="csX0" fmla="*/ 15950 w 148864"/>
              <a:gd name="csY0" fmla="*/ 0 h 113407"/>
              <a:gd name="csX1" fmla="*/ 0 w 148864"/>
              <a:gd name="csY1" fmla="*/ 15948 h 113407"/>
              <a:gd name="csX2" fmla="*/ 0 w 148864"/>
              <a:gd name="csY2" fmla="*/ 97460 h 113407"/>
              <a:gd name="csX3" fmla="*/ 644 w 148864"/>
              <a:gd name="csY3" fmla="*/ 101696 h 113407"/>
              <a:gd name="csX4" fmla="*/ 1135 w 148864"/>
              <a:gd name="csY4" fmla="*/ 100090 h 113407"/>
              <a:gd name="csX5" fmla="*/ 5455 w 148864"/>
              <a:gd name="csY5" fmla="*/ 88599 h 113407"/>
              <a:gd name="csX6" fmla="*/ 9270 w 148864"/>
              <a:gd name="csY6" fmla="*/ 78438 h 113407"/>
              <a:gd name="csX7" fmla="*/ 18913 w 148864"/>
              <a:gd name="csY7" fmla="*/ 52772 h 113407"/>
              <a:gd name="csX8" fmla="*/ 38823 w 148864"/>
              <a:gd name="csY8" fmla="*/ 38984 h 113407"/>
              <a:gd name="csX9" fmla="*/ 134690 w 148864"/>
              <a:gd name="csY9" fmla="*/ 38984 h 113407"/>
              <a:gd name="csX10" fmla="*/ 134690 w 148864"/>
              <a:gd name="csY10" fmla="*/ 33668 h 113407"/>
              <a:gd name="csX11" fmla="*/ 118739 w 148864"/>
              <a:gd name="csY11" fmla="*/ 17720 h 113407"/>
              <a:gd name="csX12" fmla="*/ 71042 w 148864"/>
              <a:gd name="csY12" fmla="*/ 17720 h 113407"/>
              <a:gd name="csX13" fmla="*/ 55195 w 148864"/>
              <a:gd name="csY13" fmla="*/ 4513 h 113407"/>
              <a:gd name="csX14" fmla="*/ 42721 w 148864"/>
              <a:gd name="csY14" fmla="*/ 0 h 113407"/>
              <a:gd name="csX15" fmla="*/ 15950 w 148864"/>
              <a:gd name="csY15" fmla="*/ 0 h 113407"/>
              <a:gd name="csX16" fmla="*/ 38823 w 148864"/>
              <a:gd name="csY16" fmla="*/ 49616 h 113407"/>
              <a:gd name="csX17" fmla="*/ 28868 w 148864"/>
              <a:gd name="csY17" fmla="*/ 56510 h 113407"/>
              <a:gd name="csX18" fmla="*/ 11097 w 148864"/>
              <a:gd name="csY18" fmla="*/ 103828 h 113407"/>
              <a:gd name="csX19" fmla="*/ 17729 w 148864"/>
              <a:gd name="csY19" fmla="*/ 113407 h 113407"/>
              <a:gd name="csX20" fmla="*/ 120678 w 148864"/>
              <a:gd name="csY20" fmla="*/ 113407 h 113407"/>
              <a:gd name="csX21" fmla="*/ 130633 w 148864"/>
              <a:gd name="csY21" fmla="*/ 106513 h 113407"/>
              <a:gd name="csX22" fmla="*/ 148390 w 148864"/>
              <a:gd name="csY22" fmla="*/ 59237 h 113407"/>
              <a:gd name="csX23" fmla="*/ 141772 w 148864"/>
              <a:gd name="csY23" fmla="*/ 49616 h 113407"/>
              <a:gd name="csX24" fmla="*/ 38823 w 148864"/>
              <a:gd name="csY24" fmla="*/ 49616 h 113407"/>
            </a:gdLst>
            <a:ahLst/>
            <a:cxnLst/>
            <a:rect l="l" t="t" r="r" b="b"/>
            <a:pathLst>
              <a:path w="100000" h="100000">
                <a:moveTo>
                  <a:pt x="10714" y="11909"/>
                </a:moveTo>
                <a:cubicBezTo>
                  <a:pt x="4807" y="11909"/>
                  <a:pt x="0" y="16716"/>
                  <a:pt x="0" y="22622"/>
                </a:cubicBezTo>
                <a:lnTo>
                  <a:pt x="0" y="77378"/>
                </a:lnTo>
                <a:cubicBezTo>
                  <a:pt x="0" y="78371"/>
                  <a:pt x="178" y="79312"/>
                  <a:pt x="433" y="80224"/>
                </a:cubicBezTo>
                <a:cubicBezTo>
                  <a:pt x="530" y="79862"/>
                  <a:pt x="629" y="79500"/>
                  <a:pt x="762" y="79145"/>
                </a:cubicBezTo>
                <a:lnTo>
                  <a:pt x="3664" y="71426"/>
                </a:lnTo>
                <a:lnTo>
                  <a:pt x="6227" y="64600"/>
                </a:lnTo>
                <a:lnTo>
                  <a:pt x="12705" y="47359"/>
                </a:lnTo>
                <a:cubicBezTo>
                  <a:pt x="14786" y="41817"/>
                  <a:pt x="20160" y="38097"/>
                  <a:pt x="26080" y="38097"/>
                </a:cubicBezTo>
                <a:lnTo>
                  <a:pt x="90479" y="38097"/>
                </a:lnTo>
                <a:lnTo>
                  <a:pt x="90479" y="34526"/>
                </a:lnTo>
                <a:cubicBezTo>
                  <a:pt x="90479" y="28619"/>
                  <a:pt x="85671" y="23813"/>
                  <a:pt x="79763" y="23813"/>
                </a:cubicBezTo>
                <a:lnTo>
                  <a:pt x="47723" y="23813"/>
                </a:lnTo>
                <a:lnTo>
                  <a:pt x="37077" y="14941"/>
                </a:lnTo>
                <a:cubicBezTo>
                  <a:pt x="34730" y="12984"/>
                  <a:pt x="31752" y="11909"/>
                  <a:pt x="28698" y="11909"/>
                </a:cubicBezTo>
                <a:lnTo>
                  <a:pt x="10714" y="11909"/>
                </a:lnTo>
                <a:close/>
                <a:moveTo>
                  <a:pt x="26080" y="45239"/>
                </a:moveTo>
                <a:cubicBezTo>
                  <a:pt x="23103" y="45239"/>
                  <a:pt x="20437" y="47084"/>
                  <a:pt x="19392" y="49870"/>
                </a:cubicBezTo>
                <a:lnTo>
                  <a:pt x="7454" y="81656"/>
                </a:lnTo>
                <a:cubicBezTo>
                  <a:pt x="6283" y="84768"/>
                  <a:pt x="8584" y="88091"/>
                  <a:pt x="11910" y="88091"/>
                </a:cubicBezTo>
                <a:lnTo>
                  <a:pt x="81066" y="88091"/>
                </a:lnTo>
                <a:cubicBezTo>
                  <a:pt x="84042" y="88091"/>
                  <a:pt x="86708" y="86245"/>
                  <a:pt x="87753" y="83460"/>
                </a:cubicBezTo>
                <a:lnTo>
                  <a:pt x="99682" y="51702"/>
                </a:lnTo>
                <a:cubicBezTo>
                  <a:pt x="100874" y="48586"/>
                  <a:pt x="98574" y="45239"/>
                  <a:pt x="95236" y="45239"/>
                </a:cubicBezTo>
                <a:lnTo>
                  <a:pt x="26080" y="4523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4" name="Белый — SVG 44">
            <a:extLst>
              <a:ext uri="{FF2B5EF4-FFF2-40B4-BE49-F238E27FC236}">
                <a16:creationId xmlns:a16="http://schemas.microsoft.com/office/drawing/2014/main" id="{6583E5A5-5ECB-D846-96D2-FCA11F376FE4}"/>
              </a:ext>
            </a:extLst>
          </p:cNvPr>
          <p:cNvSpPr>
            <a:spLocks noGrp="1"/>
          </p:cNvSpPr>
          <p:nvPr/>
        </p:nvSpPr>
        <p:spPr>
          <a:xfrm>
            <a:off x="4620000" y="5270000"/>
            <a:ext cx="220000" cy="220000"/>
          </a:xfrm>
          <a:custGeom>
            <a:avLst/>
            <a:gdLst>
              <a:gd name="csX0" fmla="*/ 83297 w 145325"/>
              <a:gd name="csY0" fmla="*/ 0 h 145305"/>
              <a:gd name="csX1" fmla="*/ 77981 w 145325"/>
              <a:gd name="csY1" fmla="*/ 5316 h 145305"/>
              <a:gd name="csX2" fmla="*/ 77981 w 145325"/>
              <a:gd name="csY2" fmla="*/ 62019 h 145305"/>
              <a:gd name="csX3" fmla="*/ 83297 w 145325"/>
              <a:gd name="csY3" fmla="*/ 67335 h 145305"/>
              <a:gd name="csX4" fmla="*/ 140009 w 145325"/>
              <a:gd name="csY4" fmla="*/ 67335 h 145305"/>
              <a:gd name="csX5" fmla="*/ 145325 w 145325"/>
              <a:gd name="csY5" fmla="*/ 62019 h 145305"/>
              <a:gd name="csX6" fmla="*/ 83297 w 145325"/>
              <a:gd name="csY6" fmla="*/ 0 h 145305"/>
              <a:gd name="csX7" fmla="*/ 62017 w 145325"/>
              <a:gd name="csY7" fmla="*/ 21264 h 145305"/>
              <a:gd name="csX8" fmla="*/ 730 w 145325"/>
              <a:gd name="csY8" fmla="*/ 92904 h 145305"/>
              <a:gd name="csX9" fmla="*/ 52408 w 145325"/>
              <a:gd name="csY9" fmla="*/ 144576 h 145305"/>
              <a:gd name="csX10" fmla="*/ 124059 w 145325"/>
              <a:gd name="csY10" fmla="*/ 83297 h 145305"/>
              <a:gd name="csX11" fmla="*/ 118742 w 145325"/>
              <a:gd name="csY11" fmla="*/ 77967 h 145305"/>
              <a:gd name="csX12" fmla="*/ 74436 w 145325"/>
              <a:gd name="csY12" fmla="*/ 77967 h 145305"/>
              <a:gd name="csX13" fmla="*/ 67347 w 145325"/>
              <a:gd name="csY13" fmla="*/ 70880 h 145305"/>
              <a:gd name="csX14" fmla="*/ 67347 w 145325"/>
              <a:gd name="csY14" fmla="*/ 26580 h 145305"/>
              <a:gd name="csX15" fmla="*/ 62017 w 145325"/>
              <a:gd name="csY15" fmla="*/ 21264 h 145305"/>
            </a:gdLst>
            <a:ahLst/>
            <a:cxnLst/>
            <a:rect l="l" t="t" r="r" b="b"/>
            <a:pathLst>
              <a:path w="100000" h="100000">
                <a:moveTo>
                  <a:pt x="57318" y="7"/>
                </a:moveTo>
                <a:cubicBezTo>
                  <a:pt x="55299" y="7"/>
                  <a:pt x="53660" y="1646"/>
                  <a:pt x="53660" y="3665"/>
                </a:cubicBezTo>
                <a:lnTo>
                  <a:pt x="53660" y="42683"/>
                </a:lnTo>
                <a:cubicBezTo>
                  <a:pt x="53660" y="44702"/>
                  <a:pt x="55299" y="46341"/>
                  <a:pt x="57318" y="46341"/>
                </a:cubicBezTo>
                <a:lnTo>
                  <a:pt x="96342" y="46341"/>
                </a:lnTo>
                <a:cubicBezTo>
                  <a:pt x="98362" y="46341"/>
                  <a:pt x="100000" y="44702"/>
                  <a:pt x="100000" y="42683"/>
                </a:cubicBezTo>
                <a:cubicBezTo>
                  <a:pt x="100000" y="19152"/>
                  <a:pt x="80852" y="7"/>
                  <a:pt x="57318" y="7"/>
                </a:cubicBezTo>
                <a:close/>
                <a:moveTo>
                  <a:pt x="42675" y="14639"/>
                </a:moveTo>
                <a:cubicBezTo>
                  <a:pt x="16970" y="14644"/>
                  <a:pt x="-3500" y="37486"/>
                  <a:pt x="502" y="63935"/>
                </a:cubicBezTo>
                <a:cubicBezTo>
                  <a:pt x="3253" y="82124"/>
                  <a:pt x="17872" y="96740"/>
                  <a:pt x="36063" y="99491"/>
                </a:cubicBezTo>
                <a:cubicBezTo>
                  <a:pt x="62516" y="103494"/>
                  <a:pt x="85362" y="83026"/>
                  <a:pt x="85367" y="57325"/>
                </a:cubicBezTo>
                <a:cubicBezTo>
                  <a:pt x="85367" y="55305"/>
                  <a:pt x="83728" y="53657"/>
                  <a:pt x="81708" y="53657"/>
                </a:cubicBezTo>
                <a:lnTo>
                  <a:pt x="51220" y="53657"/>
                </a:lnTo>
                <a:cubicBezTo>
                  <a:pt x="48526" y="53657"/>
                  <a:pt x="46342" y="51475"/>
                  <a:pt x="46342" y="48780"/>
                </a:cubicBezTo>
                <a:lnTo>
                  <a:pt x="46342" y="18297"/>
                </a:lnTo>
                <a:cubicBezTo>
                  <a:pt x="46342" y="16277"/>
                  <a:pt x="44694" y="14639"/>
                  <a:pt x="42675" y="1463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5" name="Белый — SVG 45">
            <a:extLst>
              <a:ext uri="{FF2B5EF4-FFF2-40B4-BE49-F238E27FC236}">
                <a16:creationId xmlns:a16="http://schemas.microsoft.com/office/drawing/2014/main" id="{23C6153C-099A-B14F-B056-DBD8733E7085}"/>
              </a:ext>
            </a:extLst>
          </p:cNvPr>
          <p:cNvSpPr>
            <a:spLocks noGrp="1"/>
          </p:cNvSpPr>
          <p:nvPr/>
        </p:nvSpPr>
        <p:spPr>
          <a:xfrm>
            <a:off x="5220000" y="5270000"/>
            <a:ext cx="220000" cy="220000"/>
          </a:xfrm>
          <a:custGeom>
            <a:avLst/>
            <a:gdLst>
              <a:gd name="csX0" fmla="*/ 15942 w 134695"/>
              <a:gd name="csY0" fmla="*/ 0 h 148847"/>
              <a:gd name="csX1" fmla="*/ 0 w 134695"/>
              <a:gd name="csY1" fmla="*/ 15948 h 148847"/>
              <a:gd name="csX2" fmla="*/ 0 w 134695"/>
              <a:gd name="csY2" fmla="*/ 125811 h 148847"/>
              <a:gd name="csX3" fmla="*/ 15942 w 134695"/>
              <a:gd name="csY3" fmla="*/ 141759 h 148847"/>
              <a:gd name="csX4" fmla="*/ 62507 w 134695"/>
              <a:gd name="csY4" fmla="*/ 141759 h 148847"/>
              <a:gd name="csX5" fmla="*/ 49628 w 134695"/>
              <a:gd name="csY5" fmla="*/ 109863 h 148847"/>
              <a:gd name="csX6" fmla="*/ 95700 w 134695"/>
              <a:gd name="csY6" fmla="*/ 63792 h 148847"/>
              <a:gd name="csX7" fmla="*/ 113428 w 134695"/>
              <a:gd name="csY7" fmla="*/ 67336 h 148847"/>
              <a:gd name="csX8" fmla="*/ 113428 w 134695"/>
              <a:gd name="csY8" fmla="*/ 56704 h 148847"/>
              <a:gd name="csX9" fmla="*/ 72664 w 134695"/>
              <a:gd name="csY9" fmla="*/ 56704 h 148847"/>
              <a:gd name="csX10" fmla="*/ 56706 w 134695"/>
              <a:gd name="csY10" fmla="*/ 40756 h 148847"/>
              <a:gd name="csX11" fmla="*/ 56706 w 134695"/>
              <a:gd name="csY11" fmla="*/ 0 h 148847"/>
              <a:gd name="csX12" fmla="*/ 15942 w 134695"/>
              <a:gd name="csY12" fmla="*/ 0 h 148847"/>
              <a:gd name="csX13" fmla="*/ 67339 w 134695"/>
              <a:gd name="csY13" fmla="*/ 3115 h 148847"/>
              <a:gd name="csX14" fmla="*/ 67339 w 134695"/>
              <a:gd name="csY14" fmla="*/ 40756 h 148847"/>
              <a:gd name="csX15" fmla="*/ 72664 w 134695"/>
              <a:gd name="csY15" fmla="*/ 46072 h 148847"/>
              <a:gd name="csX16" fmla="*/ 110315 w 134695"/>
              <a:gd name="csY16" fmla="*/ 46072 h 148847"/>
              <a:gd name="csX17" fmla="*/ 67339 w 134695"/>
              <a:gd name="csY17" fmla="*/ 3115 h 148847"/>
              <a:gd name="csX18" fmla="*/ 95700 w 134695"/>
              <a:gd name="csY18" fmla="*/ 70880 h 148847"/>
              <a:gd name="csX19" fmla="*/ 56706 w 134695"/>
              <a:gd name="csY19" fmla="*/ 109863 h 148847"/>
              <a:gd name="csX20" fmla="*/ 95700 w 134695"/>
              <a:gd name="csY20" fmla="*/ 148847 h 148847"/>
              <a:gd name="csX21" fmla="*/ 134695 w 134695"/>
              <a:gd name="csY21" fmla="*/ 109863 h 148847"/>
              <a:gd name="csX22" fmla="*/ 95700 w 134695"/>
              <a:gd name="csY22" fmla="*/ 70880 h 148847"/>
              <a:gd name="csX23" fmla="*/ 95700 w 134695"/>
              <a:gd name="csY23" fmla="*/ 92144 h 148847"/>
              <a:gd name="csX24" fmla="*/ 123568 w 134695"/>
              <a:gd name="csY24" fmla="*/ 108078 h 148847"/>
              <a:gd name="csX25" fmla="*/ 123568 w 134695"/>
              <a:gd name="csY25" fmla="*/ 111649 h 148847"/>
              <a:gd name="csX26" fmla="*/ 95700 w 134695"/>
              <a:gd name="csY26" fmla="*/ 127583 h 148847"/>
              <a:gd name="csX27" fmla="*/ 67832 w 134695"/>
              <a:gd name="csY27" fmla="*/ 111649 h 148847"/>
              <a:gd name="csX28" fmla="*/ 67832 w 134695"/>
              <a:gd name="csY28" fmla="*/ 108078 h 148847"/>
              <a:gd name="csX29" fmla="*/ 95700 w 134695"/>
              <a:gd name="csY29" fmla="*/ 92144 h 148847"/>
              <a:gd name="csX30" fmla="*/ 95700 w 134695"/>
              <a:gd name="csY30" fmla="*/ 99231 h 148847"/>
              <a:gd name="csX31" fmla="*/ 85067 w 134695"/>
              <a:gd name="csY31" fmla="*/ 109863 h 148847"/>
              <a:gd name="csX32" fmla="*/ 95700 w 134695"/>
              <a:gd name="csY32" fmla="*/ 120495 h 148847"/>
              <a:gd name="csX33" fmla="*/ 106334 w 134695"/>
              <a:gd name="csY33" fmla="*/ 109863 h 148847"/>
              <a:gd name="csX34" fmla="*/ 95700 w 134695"/>
              <a:gd name="csY34" fmla="*/ 99231 h 148847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6" y="0"/>
                  <a:pt x="4754" y="4807"/>
                  <a:pt x="4754" y="10714"/>
                </a:cubicBezTo>
                <a:lnTo>
                  <a:pt x="4754" y="84524"/>
                </a:lnTo>
                <a:cubicBezTo>
                  <a:pt x="4754" y="90431"/>
                  <a:pt x="9566" y="95238"/>
                  <a:pt x="15464" y="95238"/>
                </a:cubicBezTo>
                <a:lnTo>
                  <a:pt x="46748" y="95238"/>
                </a:lnTo>
                <a:cubicBezTo>
                  <a:pt x="41399" y="89677"/>
                  <a:pt x="38095" y="82133"/>
                  <a:pt x="38095" y="73809"/>
                </a:cubicBezTo>
                <a:cubicBezTo>
                  <a:pt x="38095" y="56715"/>
                  <a:pt x="51949" y="42857"/>
                  <a:pt x="69048" y="42857"/>
                </a:cubicBezTo>
                <a:cubicBezTo>
                  <a:pt x="73266" y="42857"/>
                  <a:pt x="77289" y="43707"/>
                  <a:pt x="80958" y="45238"/>
                </a:cubicBezTo>
                <a:lnTo>
                  <a:pt x="80958" y="38095"/>
                </a:lnTo>
                <a:lnTo>
                  <a:pt x="53572" y="38095"/>
                </a:lnTo>
                <a:cubicBezTo>
                  <a:pt x="47662" y="38095"/>
                  <a:pt x="42851" y="33288"/>
                  <a:pt x="42851" y="27381"/>
                </a:cubicBezTo>
                <a:lnTo>
                  <a:pt x="42851" y="0"/>
                </a:lnTo>
                <a:lnTo>
                  <a:pt x="15464" y="0"/>
                </a:lnTo>
                <a:close/>
                <a:moveTo>
                  <a:pt x="49994" y="2093"/>
                </a:moveTo>
                <a:lnTo>
                  <a:pt x="49994" y="27381"/>
                </a:lnTo>
                <a:cubicBezTo>
                  <a:pt x="49994" y="29350"/>
                  <a:pt x="51606" y="30953"/>
                  <a:pt x="53572" y="30953"/>
                </a:cubicBezTo>
                <a:lnTo>
                  <a:pt x="78867" y="30953"/>
                </a:lnTo>
                <a:lnTo>
                  <a:pt x="49994" y="2093"/>
                </a:lnTo>
                <a:close/>
                <a:moveTo>
                  <a:pt x="69048" y="47619"/>
                </a:moveTo>
                <a:cubicBezTo>
                  <a:pt x="54578" y="47619"/>
                  <a:pt x="42851" y="59346"/>
                  <a:pt x="42851" y="73809"/>
                </a:cubicBezTo>
                <a:cubicBezTo>
                  <a:pt x="42851" y="88274"/>
                  <a:pt x="54578" y="100000"/>
                  <a:pt x="69048" y="100000"/>
                </a:cubicBezTo>
                <a:cubicBezTo>
                  <a:pt x="83519" y="100000"/>
                  <a:pt x="95246" y="88274"/>
                  <a:pt x="95246" y="73809"/>
                </a:cubicBezTo>
                <a:cubicBezTo>
                  <a:pt x="95246" y="59346"/>
                  <a:pt x="83519" y="47619"/>
                  <a:pt x="69048" y="47619"/>
                </a:cubicBezTo>
                <a:close/>
                <a:moveTo>
                  <a:pt x="69048" y="61905"/>
                </a:moveTo>
                <a:cubicBezTo>
                  <a:pt x="81393" y="61905"/>
                  <a:pt x="87519" y="72171"/>
                  <a:pt x="87771" y="72610"/>
                </a:cubicBezTo>
                <a:cubicBezTo>
                  <a:pt x="88205" y="73353"/>
                  <a:pt x="88205" y="74266"/>
                  <a:pt x="87771" y="75009"/>
                </a:cubicBezTo>
                <a:cubicBezTo>
                  <a:pt x="87519" y="75447"/>
                  <a:pt x="81393" y="85714"/>
                  <a:pt x="69048" y="85714"/>
                </a:cubicBezTo>
                <a:cubicBezTo>
                  <a:pt x="56704" y="85714"/>
                  <a:pt x="50577" y="75447"/>
                  <a:pt x="50326" y="75009"/>
                </a:cubicBezTo>
                <a:cubicBezTo>
                  <a:pt x="49891" y="74266"/>
                  <a:pt x="49891" y="73353"/>
                  <a:pt x="50326" y="72610"/>
                </a:cubicBezTo>
                <a:cubicBezTo>
                  <a:pt x="50577" y="72171"/>
                  <a:pt x="56704" y="61905"/>
                  <a:pt x="69048" y="61905"/>
                </a:cubicBezTo>
                <a:close/>
                <a:moveTo>
                  <a:pt x="69048" y="66666"/>
                </a:moveTo>
                <a:cubicBezTo>
                  <a:pt x="65105" y="66666"/>
                  <a:pt x="61905" y="69864"/>
                  <a:pt x="61905" y="73809"/>
                </a:cubicBezTo>
                <a:cubicBezTo>
                  <a:pt x="61905" y="77755"/>
                  <a:pt x="65105" y="80952"/>
                  <a:pt x="69048" y="80952"/>
                </a:cubicBezTo>
                <a:cubicBezTo>
                  <a:pt x="72992" y="80952"/>
                  <a:pt x="76192" y="77755"/>
                  <a:pt x="76192" y="73809"/>
                </a:cubicBezTo>
                <a:cubicBezTo>
                  <a:pt x="76192" y="69864"/>
                  <a:pt x="72992" y="66666"/>
                  <a:pt x="69048" y="6666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6" name="Белый — SVG 46">
            <a:extLst>
              <a:ext uri="{FF2B5EF4-FFF2-40B4-BE49-F238E27FC236}">
                <a16:creationId xmlns:a16="http://schemas.microsoft.com/office/drawing/2014/main" id="{109A77AA-7C0F-624E-889B-6999C072D55B}"/>
              </a:ext>
            </a:extLst>
          </p:cNvPr>
          <p:cNvSpPr>
            <a:spLocks noGrp="1"/>
          </p:cNvSpPr>
          <p:nvPr/>
        </p:nvSpPr>
        <p:spPr>
          <a:xfrm>
            <a:off x="5820000" y="5270000"/>
            <a:ext cx="220000" cy="220000"/>
          </a:xfrm>
          <a:custGeom>
            <a:avLst/>
            <a:gdLst>
              <a:gd name="csX0" fmla="*/ 33670 w 141772"/>
              <a:gd name="csY0" fmla="*/ 1 h 134671"/>
              <a:gd name="csX1" fmla="*/ 31611 w 141772"/>
              <a:gd name="csY1" fmla="*/ 383 h 134671"/>
              <a:gd name="csX2" fmla="*/ 29859 w 141772"/>
              <a:gd name="csY2" fmla="*/ 1531 h 134671"/>
              <a:gd name="csX3" fmla="*/ 28685 w 141772"/>
              <a:gd name="csY3" fmla="*/ 3265 h 134671"/>
              <a:gd name="csX4" fmla="*/ 28276 w 141772"/>
              <a:gd name="csY4" fmla="*/ 5316 h 134671"/>
              <a:gd name="csX5" fmla="*/ 28685 w 141772"/>
              <a:gd name="csY5" fmla="*/ 7368 h 134671"/>
              <a:gd name="csX6" fmla="*/ 29859 w 141772"/>
              <a:gd name="csY6" fmla="*/ 9102 h 134671"/>
              <a:gd name="csX7" fmla="*/ 31611 w 141772"/>
              <a:gd name="csY7" fmla="*/ 10250 h 134671"/>
              <a:gd name="csX8" fmla="*/ 33670 w 141772"/>
              <a:gd name="csY8" fmla="*/ 10632 h 134671"/>
              <a:gd name="csX9" fmla="*/ 108103 w 141772"/>
              <a:gd name="csY9" fmla="*/ 10632 h 134671"/>
              <a:gd name="csX10" fmla="*/ 110162 w 141772"/>
              <a:gd name="csY10" fmla="*/ 10250 h 134671"/>
              <a:gd name="csX11" fmla="*/ 111914 w 141772"/>
              <a:gd name="csY11" fmla="*/ 9102 h 134671"/>
              <a:gd name="csX12" fmla="*/ 113088 w 141772"/>
              <a:gd name="csY12" fmla="*/ 7368 h 134671"/>
              <a:gd name="csX13" fmla="*/ 113496 w 141772"/>
              <a:gd name="csY13" fmla="*/ 5316 h 134671"/>
              <a:gd name="csX14" fmla="*/ 113088 w 141772"/>
              <a:gd name="csY14" fmla="*/ 3265 h 134671"/>
              <a:gd name="csX15" fmla="*/ 111914 w 141772"/>
              <a:gd name="csY15" fmla="*/ 1531 h 134671"/>
              <a:gd name="csX16" fmla="*/ 110162 w 141772"/>
              <a:gd name="csY16" fmla="*/ 383 h 134671"/>
              <a:gd name="csX17" fmla="*/ 108103 w 141772"/>
              <a:gd name="csY17" fmla="*/ 1 h 134671"/>
              <a:gd name="csX18" fmla="*/ 33670 w 141772"/>
              <a:gd name="csY18" fmla="*/ 1 h 134671"/>
              <a:gd name="csX19" fmla="*/ 30131 w 141772"/>
              <a:gd name="csY19" fmla="*/ 17720 h 134671"/>
              <a:gd name="csX20" fmla="*/ 18868 w 141772"/>
              <a:gd name="csY20" fmla="*/ 22402 h 134671"/>
              <a:gd name="csX21" fmla="*/ 14172 w 141772"/>
              <a:gd name="csY21" fmla="*/ 33668 h 134671"/>
              <a:gd name="csX22" fmla="*/ 14172 w 141772"/>
              <a:gd name="csY22" fmla="*/ 81512 h 134671"/>
              <a:gd name="csX23" fmla="*/ 49935 w 141772"/>
              <a:gd name="csY23" fmla="*/ 81512 h 134671"/>
              <a:gd name="csX24" fmla="*/ 54596 w 141772"/>
              <a:gd name="csY24" fmla="*/ 83172 h 134671"/>
              <a:gd name="csX25" fmla="*/ 57029 w 141772"/>
              <a:gd name="csY25" fmla="*/ 87465 h 134671"/>
              <a:gd name="csX26" fmla="*/ 59938 w 141772"/>
              <a:gd name="csY26" fmla="*/ 93916 h 134671"/>
              <a:gd name="csX27" fmla="*/ 62133 w 141772"/>
              <a:gd name="csY27" fmla="*/ 96110 h 134671"/>
              <a:gd name="csX28" fmla="*/ 64396 w 141772"/>
              <a:gd name="csY28" fmla="*/ 97564 h 134671"/>
              <a:gd name="csX29" fmla="*/ 65076 w 141772"/>
              <a:gd name="csY29" fmla="*/ 97848 h 134671"/>
              <a:gd name="csX30" fmla="*/ 67135 w 141772"/>
              <a:gd name="csY30" fmla="*/ 98595 h 134671"/>
              <a:gd name="csX31" fmla="*/ 67917 w 141772"/>
              <a:gd name="csY31" fmla="*/ 98810 h 134671"/>
              <a:gd name="csX32" fmla="*/ 73872 w 141772"/>
              <a:gd name="csY32" fmla="*/ 98810 h 134671"/>
              <a:gd name="csX33" fmla="*/ 74655 w 141772"/>
              <a:gd name="csY33" fmla="*/ 98595 h 134671"/>
              <a:gd name="csX34" fmla="*/ 76697 w 141772"/>
              <a:gd name="csY34" fmla="*/ 97848 h 134671"/>
              <a:gd name="csX35" fmla="*/ 77377 w 141772"/>
              <a:gd name="csY35" fmla="*/ 97564 h 134671"/>
              <a:gd name="csX36" fmla="*/ 79640 w 141772"/>
              <a:gd name="csY36" fmla="*/ 96110 h 134671"/>
              <a:gd name="csX37" fmla="*/ 81835 w 141772"/>
              <a:gd name="csY37" fmla="*/ 93916 h 134671"/>
              <a:gd name="csX38" fmla="*/ 84744 w 141772"/>
              <a:gd name="csY38" fmla="*/ 87465 h 134671"/>
              <a:gd name="csX39" fmla="*/ 87194 w 141772"/>
              <a:gd name="csY39" fmla="*/ 83172 h 134671"/>
              <a:gd name="csX40" fmla="*/ 91838 w 141772"/>
              <a:gd name="csY40" fmla="*/ 81512 h 134671"/>
              <a:gd name="csX41" fmla="*/ 127601 w 141772"/>
              <a:gd name="csY41" fmla="*/ 81512 h 134671"/>
              <a:gd name="csX42" fmla="*/ 127601 w 141772"/>
              <a:gd name="csY42" fmla="*/ 33668 h 134671"/>
              <a:gd name="csX43" fmla="*/ 122922 w 141772"/>
              <a:gd name="csY43" fmla="*/ 22402 h 134671"/>
              <a:gd name="csX44" fmla="*/ 111642 w 141772"/>
              <a:gd name="csY44" fmla="*/ 17720 h 134671"/>
              <a:gd name="csX45" fmla="*/ 30131 w 141772"/>
              <a:gd name="csY45" fmla="*/ 17720 h 134671"/>
              <a:gd name="csX46" fmla="*/ 7401 w 141772"/>
              <a:gd name="csY46" fmla="*/ 88600 h 134671"/>
              <a:gd name="csX47" fmla="*/ 2399 w 141772"/>
              <a:gd name="csY47" fmla="*/ 90676 h 134671"/>
              <a:gd name="csX48" fmla="*/ 323 w 141772"/>
              <a:gd name="csY48" fmla="*/ 95688 h 134671"/>
              <a:gd name="csX49" fmla="*/ 0 w 141772"/>
              <a:gd name="csY49" fmla="*/ 115180 h 134671"/>
              <a:gd name="csX50" fmla="*/ 5717 w 141772"/>
              <a:gd name="csY50" fmla="*/ 128952 h 134671"/>
              <a:gd name="csX51" fmla="*/ 19497 w 141772"/>
              <a:gd name="csY51" fmla="*/ 134672 h 134671"/>
              <a:gd name="csX52" fmla="*/ 122276 w 141772"/>
              <a:gd name="csY52" fmla="*/ 134672 h 134671"/>
              <a:gd name="csX53" fmla="*/ 136056 w 141772"/>
              <a:gd name="csY53" fmla="*/ 128952 h 134671"/>
              <a:gd name="csX54" fmla="*/ 141773 w 141772"/>
              <a:gd name="csY54" fmla="*/ 115180 h 134671"/>
              <a:gd name="csX55" fmla="*/ 141534 w 141772"/>
              <a:gd name="csY55" fmla="*/ 95688 h 134671"/>
              <a:gd name="csX56" fmla="*/ 139459 w 141772"/>
              <a:gd name="csY56" fmla="*/ 90676 h 134671"/>
              <a:gd name="csX57" fmla="*/ 134440 w 141772"/>
              <a:gd name="csY57" fmla="*/ 88600 h 134671"/>
              <a:gd name="csX58" fmla="*/ 91838 w 141772"/>
              <a:gd name="csY58" fmla="*/ 88600 h 134671"/>
              <a:gd name="csX59" fmla="*/ 84574 w 141772"/>
              <a:gd name="csY59" fmla="*/ 101215 h 134671"/>
              <a:gd name="csX60" fmla="*/ 70895 w 141772"/>
              <a:gd name="csY60" fmla="*/ 106198 h 134671"/>
              <a:gd name="csX61" fmla="*/ 57216 w 141772"/>
              <a:gd name="csY61" fmla="*/ 101215 h 134671"/>
              <a:gd name="csX62" fmla="*/ 49935 w 141772"/>
              <a:gd name="csY62" fmla="*/ 88600 h 134671"/>
              <a:gd name="csX63" fmla="*/ 7401 w 141772"/>
              <a:gd name="csY63" fmla="*/ 88600 h 134671"/>
            </a:gdLst>
            <a:ahLst/>
            <a:cxnLst/>
            <a:rect l="l" t="t" r="r" b="b"/>
            <a:pathLst>
              <a:path w="100000" h="100000">
                <a:moveTo>
                  <a:pt x="23749" y="2505"/>
                </a:moveTo>
                <a:cubicBezTo>
                  <a:pt x="23257" y="2498"/>
                  <a:pt x="22765" y="2590"/>
                  <a:pt x="22297" y="2775"/>
                </a:cubicBezTo>
                <a:cubicBezTo>
                  <a:pt x="21841" y="2960"/>
                  <a:pt x="21421" y="3235"/>
                  <a:pt x="21061" y="3584"/>
                </a:cubicBezTo>
                <a:cubicBezTo>
                  <a:pt x="20713" y="3933"/>
                  <a:pt x="20425" y="4349"/>
                  <a:pt x="20233" y="4807"/>
                </a:cubicBezTo>
                <a:cubicBezTo>
                  <a:pt x="20041" y="5266"/>
                  <a:pt x="19945" y="5757"/>
                  <a:pt x="19945" y="6254"/>
                </a:cubicBezTo>
                <a:cubicBezTo>
                  <a:pt x="19945" y="6751"/>
                  <a:pt x="20041" y="7244"/>
                  <a:pt x="20233" y="7701"/>
                </a:cubicBezTo>
                <a:cubicBezTo>
                  <a:pt x="20425" y="8160"/>
                  <a:pt x="20713" y="8576"/>
                  <a:pt x="21061" y="8925"/>
                </a:cubicBezTo>
                <a:cubicBezTo>
                  <a:pt x="21421" y="9274"/>
                  <a:pt x="21841" y="9549"/>
                  <a:pt x="22297" y="9734"/>
                </a:cubicBezTo>
                <a:cubicBezTo>
                  <a:pt x="22765" y="9919"/>
                  <a:pt x="23257" y="10011"/>
                  <a:pt x="23749" y="10004"/>
                </a:cubicBezTo>
                <a:lnTo>
                  <a:pt x="76251" y="10004"/>
                </a:lnTo>
                <a:cubicBezTo>
                  <a:pt x="76756" y="10011"/>
                  <a:pt x="77248" y="9919"/>
                  <a:pt x="77704" y="9734"/>
                </a:cubicBezTo>
                <a:cubicBezTo>
                  <a:pt x="78171" y="9549"/>
                  <a:pt x="78592" y="9274"/>
                  <a:pt x="78939" y="8925"/>
                </a:cubicBezTo>
                <a:cubicBezTo>
                  <a:pt x="79300" y="8576"/>
                  <a:pt x="79576" y="8160"/>
                  <a:pt x="79768" y="7701"/>
                </a:cubicBezTo>
                <a:cubicBezTo>
                  <a:pt x="79959" y="7244"/>
                  <a:pt x="80055" y="6751"/>
                  <a:pt x="80055" y="6254"/>
                </a:cubicBezTo>
                <a:cubicBezTo>
                  <a:pt x="80055" y="5757"/>
                  <a:pt x="79959" y="5266"/>
                  <a:pt x="79768" y="4807"/>
                </a:cubicBezTo>
                <a:cubicBezTo>
                  <a:pt x="79576" y="4349"/>
                  <a:pt x="79300" y="3933"/>
                  <a:pt x="78939" y="3584"/>
                </a:cubicBezTo>
                <a:cubicBezTo>
                  <a:pt x="78592" y="3235"/>
                  <a:pt x="78171" y="2960"/>
                  <a:pt x="77704" y="2775"/>
                </a:cubicBezTo>
                <a:cubicBezTo>
                  <a:pt x="77248" y="2590"/>
                  <a:pt x="76756" y="2498"/>
                  <a:pt x="76251" y="2505"/>
                </a:cubicBezTo>
                <a:lnTo>
                  <a:pt x="23749" y="2505"/>
                </a:lnTo>
                <a:close/>
                <a:moveTo>
                  <a:pt x="21253" y="15003"/>
                </a:moveTo>
                <a:cubicBezTo>
                  <a:pt x="18265" y="15010"/>
                  <a:pt x="15409" y="16197"/>
                  <a:pt x="13309" y="18306"/>
                </a:cubicBezTo>
                <a:cubicBezTo>
                  <a:pt x="11197" y="20414"/>
                  <a:pt x="10008" y="23272"/>
                  <a:pt x="9996" y="26252"/>
                </a:cubicBezTo>
                <a:lnTo>
                  <a:pt x="9996" y="60000"/>
                </a:lnTo>
                <a:lnTo>
                  <a:pt x="35222" y="60000"/>
                </a:lnTo>
                <a:cubicBezTo>
                  <a:pt x="36422" y="59984"/>
                  <a:pt x="37586" y="60399"/>
                  <a:pt x="38510" y="61170"/>
                </a:cubicBezTo>
                <a:cubicBezTo>
                  <a:pt x="39422" y="61941"/>
                  <a:pt x="40034" y="63016"/>
                  <a:pt x="40226" y="64199"/>
                </a:cubicBezTo>
                <a:cubicBezTo>
                  <a:pt x="40514" y="65864"/>
                  <a:pt x="41222" y="67430"/>
                  <a:pt x="42278" y="68749"/>
                </a:cubicBezTo>
                <a:cubicBezTo>
                  <a:pt x="42734" y="69320"/>
                  <a:pt x="43250" y="69839"/>
                  <a:pt x="43826" y="70296"/>
                </a:cubicBezTo>
                <a:cubicBezTo>
                  <a:pt x="44330" y="70690"/>
                  <a:pt x="44858" y="71033"/>
                  <a:pt x="45422" y="71322"/>
                </a:cubicBezTo>
                <a:lnTo>
                  <a:pt x="45902" y="71522"/>
                </a:lnTo>
                <a:cubicBezTo>
                  <a:pt x="46370" y="71746"/>
                  <a:pt x="46850" y="71922"/>
                  <a:pt x="47354" y="72049"/>
                </a:cubicBezTo>
                <a:lnTo>
                  <a:pt x="47906" y="72201"/>
                </a:lnTo>
                <a:cubicBezTo>
                  <a:pt x="49286" y="72534"/>
                  <a:pt x="50727" y="72534"/>
                  <a:pt x="52106" y="72201"/>
                </a:cubicBezTo>
                <a:lnTo>
                  <a:pt x="52658" y="72049"/>
                </a:lnTo>
                <a:cubicBezTo>
                  <a:pt x="53150" y="71922"/>
                  <a:pt x="53642" y="71746"/>
                  <a:pt x="54099" y="71522"/>
                </a:cubicBezTo>
                <a:lnTo>
                  <a:pt x="54578" y="71322"/>
                </a:lnTo>
                <a:cubicBezTo>
                  <a:pt x="55143" y="71033"/>
                  <a:pt x="55682" y="70690"/>
                  <a:pt x="56175" y="70296"/>
                </a:cubicBezTo>
                <a:cubicBezTo>
                  <a:pt x="56750" y="69839"/>
                  <a:pt x="57267" y="69320"/>
                  <a:pt x="57723" y="68749"/>
                </a:cubicBezTo>
                <a:cubicBezTo>
                  <a:pt x="58779" y="67430"/>
                  <a:pt x="59487" y="65864"/>
                  <a:pt x="59775" y="64199"/>
                </a:cubicBezTo>
                <a:cubicBezTo>
                  <a:pt x="59967" y="63016"/>
                  <a:pt x="60579" y="61941"/>
                  <a:pt x="61503" y="61170"/>
                </a:cubicBezTo>
                <a:cubicBezTo>
                  <a:pt x="62415" y="60399"/>
                  <a:pt x="63579" y="59984"/>
                  <a:pt x="64779" y="60000"/>
                </a:cubicBezTo>
                <a:lnTo>
                  <a:pt x="90004" y="60000"/>
                </a:lnTo>
                <a:lnTo>
                  <a:pt x="90004" y="26252"/>
                </a:lnTo>
                <a:cubicBezTo>
                  <a:pt x="89992" y="23272"/>
                  <a:pt x="88816" y="20414"/>
                  <a:pt x="86704" y="18306"/>
                </a:cubicBezTo>
                <a:cubicBezTo>
                  <a:pt x="84592" y="16197"/>
                  <a:pt x="81736" y="15010"/>
                  <a:pt x="78748" y="15003"/>
                </a:cubicBezTo>
                <a:lnTo>
                  <a:pt x="21253" y="15003"/>
                </a:lnTo>
                <a:close/>
                <a:moveTo>
                  <a:pt x="5220" y="64999"/>
                </a:moveTo>
                <a:cubicBezTo>
                  <a:pt x="3900" y="64999"/>
                  <a:pt x="2628" y="65526"/>
                  <a:pt x="1692" y="66463"/>
                </a:cubicBezTo>
                <a:cubicBezTo>
                  <a:pt x="756" y="67401"/>
                  <a:pt x="228" y="68673"/>
                  <a:pt x="228" y="69999"/>
                </a:cubicBezTo>
                <a:lnTo>
                  <a:pt x="0" y="83747"/>
                </a:lnTo>
                <a:cubicBezTo>
                  <a:pt x="12" y="87392"/>
                  <a:pt x="1452" y="90885"/>
                  <a:pt x="4033" y="93462"/>
                </a:cubicBezTo>
                <a:cubicBezTo>
                  <a:pt x="6612" y="96039"/>
                  <a:pt x="10104" y="97489"/>
                  <a:pt x="13752" y="97496"/>
                </a:cubicBezTo>
                <a:lnTo>
                  <a:pt x="86248" y="97496"/>
                </a:lnTo>
                <a:cubicBezTo>
                  <a:pt x="89896" y="97489"/>
                  <a:pt x="93388" y="96039"/>
                  <a:pt x="95968" y="93462"/>
                </a:cubicBezTo>
                <a:cubicBezTo>
                  <a:pt x="98548" y="90885"/>
                  <a:pt x="100001" y="87392"/>
                  <a:pt x="100001" y="83747"/>
                </a:cubicBezTo>
                <a:lnTo>
                  <a:pt x="99832" y="69999"/>
                </a:lnTo>
                <a:cubicBezTo>
                  <a:pt x="99832" y="68673"/>
                  <a:pt x="99305" y="67401"/>
                  <a:pt x="98369" y="66463"/>
                </a:cubicBezTo>
                <a:cubicBezTo>
                  <a:pt x="97432" y="65526"/>
                  <a:pt x="96160" y="64999"/>
                  <a:pt x="94828" y="64999"/>
                </a:cubicBezTo>
                <a:lnTo>
                  <a:pt x="64779" y="64999"/>
                </a:lnTo>
                <a:cubicBezTo>
                  <a:pt x="64167" y="68476"/>
                  <a:pt x="62355" y="71627"/>
                  <a:pt x="59655" y="73897"/>
                </a:cubicBezTo>
                <a:cubicBezTo>
                  <a:pt x="56955" y="76167"/>
                  <a:pt x="53535" y="77412"/>
                  <a:pt x="50006" y="77412"/>
                </a:cubicBezTo>
                <a:cubicBezTo>
                  <a:pt x="46478" y="77412"/>
                  <a:pt x="43058" y="76167"/>
                  <a:pt x="40358" y="73897"/>
                </a:cubicBezTo>
                <a:cubicBezTo>
                  <a:pt x="37646" y="71627"/>
                  <a:pt x="35834" y="68476"/>
                  <a:pt x="35222" y="64999"/>
                </a:cubicBezTo>
                <a:lnTo>
                  <a:pt x="5220" y="6499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7" name="Белый — SVG 47">
            <a:extLst>
              <a:ext uri="{FF2B5EF4-FFF2-40B4-BE49-F238E27FC236}">
                <a16:creationId xmlns:a16="http://schemas.microsoft.com/office/drawing/2014/main" id="{76D3CA09-A135-DD43-B7EE-A8CA297BF0AE}"/>
              </a:ext>
            </a:extLst>
          </p:cNvPr>
          <p:cNvSpPr>
            <a:spLocks noGrp="1"/>
          </p:cNvSpPr>
          <p:nvPr/>
        </p:nvSpPr>
        <p:spPr>
          <a:xfrm>
            <a:off x="6420000" y="5270000"/>
            <a:ext cx="220000" cy="220000"/>
          </a:xfrm>
          <a:custGeom>
            <a:avLst/>
            <a:gdLst>
              <a:gd name="csX0" fmla="*/ 124062 w 134695"/>
              <a:gd name="csY0" fmla="*/ 60248 h 155935"/>
              <a:gd name="csX1" fmla="*/ 129370 w 134695"/>
              <a:gd name="csY1" fmla="*/ 60248 h 155935"/>
              <a:gd name="csX2" fmla="*/ 134695 w 134695"/>
              <a:gd name="csY2" fmla="*/ 54932 h 155935"/>
              <a:gd name="csX3" fmla="*/ 134695 w 134695"/>
              <a:gd name="csY3" fmla="*/ 33668 h 155935"/>
              <a:gd name="csX4" fmla="*/ 122276 w 134695"/>
              <a:gd name="csY4" fmla="*/ 21264 h 155935"/>
              <a:gd name="csX5" fmla="*/ 95700 w 134695"/>
              <a:gd name="csY5" fmla="*/ 21264 h 155935"/>
              <a:gd name="csX6" fmla="*/ 95700 w 134695"/>
              <a:gd name="csY6" fmla="*/ 17720 h 155935"/>
              <a:gd name="csX7" fmla="*/ 77973 w 134695"/>
              <a:gd name="csY7" fmla="*/ 0 h 155935"/>
              <a:gd name="csX8" fmla="*/ 60261 w 134695"/>
              <a:gd name="csY8" fmla="*/ 17720 h 155935"/>
              <a:gd name="csX9" fmla="*/ 60261 w 134695"/>
              <a:gd name="csY9" fmla="*/ 21264 h 155935"/>
              <a:gd name="csX10" fmla="*/ 33670 w 134695"/>
              <a:gd name="csY10" fmla="*/ 21264 h 155935"/>
              <a:gd name="csX11" fmla="*/ 21267 w 134695"/>
              <a:gd name="csY11" fmla="*/ 33668 h 155935"/>
              <a:gd name="csX12" fmla="*/ 21267 w 134695"/>
              <a:gd name="csY12" fmla="*/ 60248 h 155935"/>
              <a:gd name="csX13" fmla="*/ 17728 w 134695"/>
              <a:gd name="csY13" fmla="*/ 60248 h 155935"/>
              <a:gd name="csX14" fmla="*/ 0 w 134695"/>
              <a:gd name="csY14" fmla="*/ 77968 h 155935"/>
              <a:gd name="csX15" fmla="*/ 17728 w 134695"/>
              <a:gd name="csY15" fmla="*/ 95687 h 155935"/>
              <a:gd name="csX16" fmla="*/ 21267 w 134695"/>
              <a:gd name="csY16" fmla="*/ 95687 h 155935"/>
              <a:gd name="csX17" fmla="*/ 21267 w 134695"/>
              <a:gd name="csY17" fmla="*/ 122267 h 155935"/>
              <a:gd name="csX18" fmla="*/ 33670 w 134695"/>
              <a:gd name="csY18" fmla="*/ 134671 h 155935"/>
              <a:gd name="csX19" fmla="*/ 60261 w 134695"/>
              <a:gd name="csY19" fmla="*/ 134671 h 155935"/>
              <a:gd name="csX20" fmla="*/ 60261 w 134695"/>
              <a:gd name="csY20" fmla="*/ 138215 h 155935"/>
              <a:gd name="csX21" fmla="*/ 77973 w 134695"/>
              <a:gd name="csY21" fmla="*/ 155935 h 155935"/>
              <a:gd name="csX22" fmla="*/ 95700 w 134695"/>
              <a:gd name="csY22" fmla="*/ 138215 h 155935"/>
              <a:gd name="csX23" fmla="*/ 95700 w 134695"/>
              <a:gd name="csY23" fmla="*/ 134671 h 155935"/>
              <a:gd name="csX24" fmla="*/ 122276 w 134695"/>
              <a:gd name="csY24" fmla="*/ 134671 h 155935"/>
              <a:gd name="csX25" fmla="*/ 134695 w 134695"/>
              <a:gd name="csY25" fmla="*/ 122267 h 155935"/>
              <a:gd name="csX26" fmla="*/ 134695 w 134695"/>
              <a:gd name="csY26" fmla="*/ 101003 h 155935"/>
              <a:gd name="csX27" fmla="*/ 129370 w 134695"/>
              <a:gd name="csY27" fmla="*/ 95687 h 155935"/>
              <a:gd name="csX28" fmla="*/ 124062 w 134695"/>
              <a:gd name="csY28" fmla="*/ 95687 h 155935"/>
              <a:gd name="csX29" fmla="*/ 106334 w 134695"/>
              <a:gd name="csY29" fmla="*/ 77968 h 155935"/>
              <a:gd name="csX30" fmla="*/ 124062 w 134695"/>
              <a:gd name="csY30" fmla="*/ 60248 h 155935"/>
            </a:gdLst>
            <a:ahLst/>
            <a:cxnLst/>
            <a:rect l="l" t="t" r="r" b="b"/>
            <a:pathLst>
              <a:path w="100000" h="100000">
                <a:moveTo>
                  <a:pt x="86371" y="38637"/>
                </a:moveTo>
                <a:cubicBezTo>
                  <a:pt x="86523" y="38637"/>
                  <a:pt x="89775" y="38637"/>
                  <a:pt x="89775" y="38637"/>
                </a:cubicBezTo>
                <a:cubicBezTo>
                  <a:pt x="91662" y="38637"/>
                  <a:pt x="93189" y="37109"/>
                  <a:pt x="93189" y="35227"/>
                </a:cubicBezTo>
                <a:lnTo>
                  <a:pt x="93189" y="21591"/>
                </a:lnTo>
                <a:cubicBezTo>
                  <a:pt x="93189" y="17198"/>
                  <a:pt x="89622" y="13636"/>
                  <a:pt x="85225" y="13636"/>
                </a:cubicBezTo>
                <a:lnTo>
                  <a:pt x="68182" y="13636"/>
                </a:lnTo>
                <a:cubicBezTo>
                  <a:pt x="68182" y="13636"/>
                  <a:pt x="68182" y="12120"/>
                  <a:pt x="68182" y="11364"/>
                </a:cubicBezTo>
                <a:cubicBezTo>
                  <a:pt x="68182" y="5089"/>
                  <a:pt x="63098" y="0"/>
                  <a:pt x="56814" y="0"/>
                </a:cubicBezTo>
                <a:cubicBezTo>
                  <a:pt x="50540" y="0"/>
                  <a:pt x="45455" y="5089"/>
                  <a:pt x="45455" y="11364"/>
                </a:cubicBezTo>
                <a:cubicBezTo>
                  <a:pt x="45455" y="12143"/>
                  <a:pt x="45455" y="13636"/>
                  <a:pt x="45455" y="13636"/>
                </a:cubicBezTo>
                <a:lnTo>
                  <a:pt x="28403" y="13636"/>
                </a:lnTo>
                <a:cubicBezTo>
                  <a:pt x="24006" y="13636"/>
                  <a:pt x="20449" y="17198"/>
                  <a:pt x="20449" y="21591"/>
                </a:cubicBezTo>
                <a:lnTo>
                  <a:pt x="20449" y="38637"/>
                </a:lnTo>
                <a:cubicBezTo>
                  <a:pt x="20449" y="38637"/>
                  <a:pt x="18954" y="38637"/>
                  <a:pt x="18179" y="38637"/>
                </a:cubicBezTo>
                <a:cubicBezTo>
                  <a:pt x="11895" y="38637"/>
                  <a:pt x="6811" y="43725"/>
                  <a:pt x="6811" y="50000"/>
                </a:cubicBezTo>
                <a:cubicBezTo>
                  <a:pt x="6811" y="56275"/>
                  <a:pt x="11895" y="61363"/>
                  <a:pt x="18179" y="61363"/>
                </a:cubicBezTo>
                <a:cubicBezTo>
                  <a:pt x="18954" y="61363"/>
                  <a:pt x="20449" y="61363"/>
                  <a:pt x="20449" y="61363"/>
                </a:cubicBezTo>
                <a:lnTo>
                  <a:pt x="20449" y="78409"/>
                </a:lnTo>
                <a:cubicBezTo>
                  <a:pt x="20449" y="82802"/>
                  <a:pt x="24006" y="86364"/>
                  <a:pt x="28403" y="86364"/>
                </a:cubicBezTo>
                <a:lnTo>
                  <a:pt x="45455" y="86364"/>
                </a:lnTo>
                <a:cubicBezTo>
                  <a:pt x="45455" y="86364"/>
                  <a:pt x="45455" y="87857"/>
                  <a:pt x="45455" y="88636"/>
                </a:cubicBezTo>
                <a:cubicBezTo>
                  <a:pt x="45455" y="94911"/>
                  <a:pt x="50540" y="100000"/>
                  <a:pt x="56814" y="100000"/>
                </a:cubicBezTo>
                <a:cubicBezTo>
                  <a:pt x="63098" y="100000"/>
                  <a:pt x="68182" y="94911"/>
                  <a:pt x="68182" y="88636"/>
                </a:cubicBezTo>
                <a:cubicBezTo>
                  <a:pt x="68182" y="87857"/>
                  <a:pt x="68182" y="86364"/>
                  <a:pt x="68182" y="86364"/>
                </a:cubicBezTo>
                <a:lnTo>
                  <a:pt x="85225" y="86364"/>
                </a:lnTo>
                <a:cubicBezTo>
                  <a:pt x="89622" y="86364"/>
                  <a:pt x="93189" y="82802"/>
                  <a:pt x="93189" y="78409"/>
                </a:cubicBezTo>
                <a:lnTo>
                  <a:pt x="93189" y="64773"/>
                </a:lnTo>
                <a:cubicBezTo>
                  <a:pt x="93189" y="62898"/>
                  <a:pt x="91651" y="61363"/>
                  <a:pt x="89775" y="61363"/>
                </a:cubicBezTo>
                <a:cubicBezTo>
                  <a:pt x="86076" y="61363"/>
                  <a:pt x="87483" y="61363"/>
                  <a:pt x="86371" y="61363"/>
                </a:cubicBezTo>
                <a:cubicBezTo>
                  <a:pt x="80097" y="61363"/>
                  <a:pt x="75002" y="56275"/>
                  <a:pt x="75002" y="50000"/>
                </a:cubicBezTo>
                <a:cubicBezTo>
                  <a:pt x="75002" y="43725"/>
                  <a:pt x="80086" y="38637"/>
                  <a:pt x="86371" y="3863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8" name="Белый — SVG 48">
            <a:extLst>
              <a:ext uri="{FF2B5EF4-FFF2-40B4-BE49-F238E27FC236}">
                <a16:creationId xmlns:a16="http://schemas.microsoft.com/office/drawing/2014/main" id="{6E9D9957-443A-9849-8EC5-BCE61114749C}"/>
              </a:ext>
            </a:extLst>
          </p:cNvPr>
          <p:cNvSpPr>
            <a:spLocks noGrp="1"/>
          </p:cNvSpPr>
          <p:nvPr/>
        </p:nvSpPr>
        <p:spPr>
          <a:xfrm>
            <a:off x="7020000" y="5270000"/>
            <a:ext cx="220000" cy="220000"/>
          </a:xfrm>
          <a:custGeom>
            <a:avLst/>
            <a:gdLst>
              <a:gd name="csX0" fmla="*/ 83298 w 134695"/>
              <a:gd name="csY0" fmla="*/ 0 h 134671"/>
              <a:gd name="csX1" fmla="*/ 67560 w 134695"/>
              <a:gd name="csY1" fmla="*/ 13760 h 134671"/>
              <a:gd name="csX2" fmla="*/ 50462 w 134695"/>
              <a:gd name="csY2" fmla="*/ 17707 h 134671"/>
              <a:gd name="csX3" fmla="*/ 37209 w 134695"/>
              <a:gd name="csY3" fmla="*/ 10632 h 134671"/>
              <a:gd name="csX4" fmla="*/ 21267 w 134695"/>
              <a:gd name="csY4" fmla="*/ 26580 h 134671"/>
              <a:gd name="csX5" fmla="*/ 25503 w 134695"/>
              <a:gd name="csY5" fmla="*/ 37316 h 134671"/>
              <a:gd name="csX6" fmla="*/ 17507 w 134695"/>
              <a:gd name="csY6" fmla="*/ 53320 h 134671"/>
              <a:gd name="csX7" fmla="*/ 15942 w 134695"/>
              <a:gd name="csY7" fmla="*/ 53160 h 134671"/>
              <a:gd name="csX8" fmla="*/ 0 w 134695"/>
              <a:gd name="csY8" fmla="*/ 69108 h 134671"/>
              <a:gd name="csX9" fmla="*/ 15942 w 134695"/>
              <a:gd name="csY9" fmla="*/ 85056 h 134671"/>
              <a:gd name="csX10" fmla="*/ 29739 w 134695"/>
              <a:gd name="csY10" fmla="*/ 76970 h 134671"/>
              <a:gd name="csX11" fmla="*/ 46447 w 134695"/>
              <a:gd name="csY11" fmla="*/ 79539 h 134671"/>
              <a:gd name="csX12" fmla="*/ 61350 w 134695"/>
              <a:gd name="csY12" fmla="*/ 92074 h 134671"/>
              <a:gd name="csX13" fmla="*/ 66148 w 134695"/>
              <a:gd name="csY13" fmla="*/ 106457 h 134671"/>
              <a:gd name="csX14" fmla="*/ 60261 w 134695"/>
              <a:gd name="csY14" fmla="*/ 118724 h 134671"/>
              <a:gd name="csX15" fmla="*/ 76203 w 134695"/>
              <a:gd name="csY15" fmla="*/ 134672 h 134671"/>
              <a:gd name="csX16" fmla="*/ 92162 w 134695"/>
              <a:gd name="csY16" fmla="*/ 118724 h 134671"/>
              <a:gd name="csX17" fmla="*/ 91736 w 134695"/>
              <a:gd name="csY17" fmla="*/ 115192 h 134671"/>
              <a:gd name="csX18" fmla="*/ 109516 w 134695"/>
              <a:gd name="csY18" fmla="*/ 103336 h 134671"/>
              <a:gd name="csX19" fmla="*/ 118737 w 134695"/>
              <a:gd name="csY19" fmla="*/ 106319 h 134671"/>
              <a:gd name="csX20" fmla="*/ 134695 w 134695"/>
              <a:gd name="csY20" fmla="*/ 90371 h 134671"/>
              <a:gd name="csX21" fmla="*/ 124402 w 134695"/>
              <a:gd name="csY21" fmla="*/ 75511 h 134671"/>
              <a:gd name="csX22" fmla="*/ 124402 w 134695"/>
              <a:gd name="csY22" fmla="*/ 59161 h 134671"/>
              <a:gd name="csX23" fmla="*/ 134695 w 134695"/>
              <a:gd name="csY23" fmla="*/ 44300 h 134671"/>
              <a:gd name="csX24" fmla="*/ 118737 w 134695"/>
              <a:gd name="csY24" fmla="*/ 28352 h 134671"/>
              <a:gd name="csX25" fmla="*/ 110706 w 134695"/>
              <a:gd name="csY25" fmla="*/ 30601 h 134671"/>
              <a:gd name="csX26" fmla="*/ 98423 w 134695"/>
              <a:gd name="csY26" fmla="*/ 20779 h 134671"/>
              <a:gd name="csX27" fmla="*/ 99239 w 134695"/>
              <a:gd name="csY27" fmla="*/ 15948 h 134671"/>
              <a:gd name="csX28" fmla="*/ 83298 w 134695"/>
              <a:gd name="csY28" fmla="*/ 0 h 134671"/>
              <a:gd name="csX29" fmla="*/ 70044 w 134695"/>
              <a:gd name="csY29" fmla="*/ 24821 h 134671"/>
              <a:gd name="csX30" fmla="*/ 83298 w 134695"/>
              <a:gd name="csY30" fmla="*/ 31896 h 134671"/>
              <a:gd name="csX31" fmla="*/ 91328 w 134695"/>
              <a:gd name="csY31" fmla="*/ 29647 h 134671"/>
              <a:gd name="csX32" fmla="*/ 103611 w 134695"/>
              <a:gd name="csY32" fmla="*/ 39467 h 134671"/>
              <a:gd name="csX33" fmla="*/ 102795 w 134695"/>
              <a:gd name="csY33" fmla="*/ 44300 h 134671"/>
              <a:gd name="csX34" fmla="*/ 113071 w 134695"/>
              <a:gd name="csY34" fmla="*/ 59161 h 134671"/>
              <a:gd name="csX35" fmla="*/ 113071 w 134695"/>
              <a:gd name="csY35" fmla="*/ 75511 h 134671"/>
              <a:gd name="csX36" fmla="*/ 102795 w 134695"/>
              <a:gd name="csY36" fmla="*/ 90371 h 134671"/>
              <a:gd name="csX37" fmla="*/ 103203 w 134695"/>
              <a:gd name="csY37" fmla="*/ 93901 h 134671"/>
              <a:gd name="csX38" fmla="*/ 85424 w 134695"/>
              <a:gd name="csY38" fmla="*/ 105758 h 134671"/>
              <a:gd name="csX39" fmla="*/ 76883 w 134695"/>
              <a:gd name="csY39" fmla="*/ 102844 h 134671"/>
              <a:gd name="csX40" fmla="*/ 72086 w 134695"/>
              <a:gd name="csY40" fmla="*/ 88461 h 134671"/>
              <a:gd name="csX41" fmla="*/ 77973 w 134695"/>
              <a:gd name="csY41" fmla="*/ 76196 h 134671"/>
              <a:gd name="csX42" fmla="*/ 62031 w 134695"/>
              <a:gd name="csY42" fmla="*/ 60248 h 134671"/>
              <a:gd name="csX43" fmla="*/ 48233 w 134695"/>
              <a:gd name="csY43" fmla="*/ 68339 h 134671"/>
              <a:gd name="csX44" fmla="*/ 31526 w 134695"/>
              <a:gd name="csY44" fmla="*/ 65765 h 134671"/>
              <a:gd name="csX45" fmla="*/ 27664 w 134695"/>
              <a:gd name="csY45" fmla="*/ 58372 h 134671"/>
              <a:gd name="csX46" fmla="*/ 35660 w 134695"/>
              <a:gd name="csY46" fmla="*/ 42368 h 134671"/>
              <a:gd name="csX47" fmla="*/ 37209 w 134695"/>
              <a:gd name="csY47" fmla="*/ 42528 h 134671"/>
              <a:gd name="csX48" fmla="*/ 52946 w 134695"/>
              <a:gd name="csY48" fmla="*/ 28774 h 134671"/>
              <a:gd name="csX49" fmla="*/ 70044 w 134695"/>
              <a:gd name="csY49" fmla="*/ 24821 h 134671"/>
            </a:gdLst>
            <a:ahLst/>
            <a:cxnLst/>
            <a:rect l="l" t="t" r="r" b="b"/>
            <a:pathLst>
              <a:path w="100000" h="100000">
                <a:moveTo>
                  <a:pt x="61842" y="9"/>
                </a:moveTo>
                <a:cubicBezTo>
                  <a:pt x="55867" y="9"/>
                  <a:pt x="50966" y="4469"/>
                  <a:pt x="50158" y="10225"/>
                </a:cubicBezTo>
                <a:lnTo>
                  <a:pt x="37464" y="13155"/>
                </a:lnTo>
                <a:cubicBezTo>
                  <a:pt x="35329" y="9990"/>
                  <a:pt x="31717" y="7902"/>
                  <a:pt x="27625" y="7902"/>
                </a:cubicBezTo>
                <a:cubicBezTo>
                  <a:pt x="21106" y="7902"/>
                  <a:pt x="15789" y="13214"/>
                  <a:pt x="15789" y="19742"/>
                </a:cubicBezTo>
                <a:cubicBezTo>
                  <a:pt x="15789" y="22821"/>
                  <a:pt x="17001" y="25605"/>
                  <a:pt x="18934" y="27713"/>
                </a:cubicBezTo>
                <a:lnTo>
                  <a:pt x="12998" y="39595"/>
                </a:lnTo>
                <a:cubicBezTo>
                  <a:pt x="12606" y="39555"/>
                  <a:pt x="12240" y="39476"/>
                  <a:pt x="11836" y="39476"/>
                </a:cubicBezTo>
                <a:cubicBezTo>
                  <a:pt x="5318" y="39476"/>
                  <a:pt x="0" y="44788"/>
                  <a:pt x="0" y="51316"/>
                </a:cubicBezTo>
                <a:cubicBezTo>
                  <a:pt x="0" y="57844"/>
                  <a:pt x="5318" y="63156"/>
                  <a:pt x="11836" y="63156"/>
                </a:cubicBezTo>
                <a:cubicBezTo>
                  <a:pt x="16231" y="63156"/>
                  <a:pt x="20033" y="60719"/>
                  <a:pt x="22079" y="57153"/>
                </a:cubicBezTo>
                <a:lnTo>
                  <a:pt x="34483" y="59060"/>
                </a:lnTo>
                <a:cubicBezTo>
                  <a:pt x="35594" y="64235"/>
                  <a:pt x="40091" y="68130"/>
                  <a:pt x="45547" y="68366"/>
                </a:cubicBezTo>
                <a:lnTo>
                  <a:pt x="49109" y="79045"/>
                </a:lnTo>
                <a:cubicBezTo>
                  <a:pt x="46457" y="81218"/>
                  <a:pt x="44739" y="84472"/>
                  <a:pt x="44739" y="88152"/>
                </a:cubicBezTo>
                <a:cubicBezTo>
                  <a:pt x="44739" y="94678"/>
                  <a:pt x="50044" y="99992"/>
                  <a:pt x="56574" y="99992"/>
                </a:cubicBezTo>
                <a:cubicBezTo>
                  <a:pt x="63105" y="99992"/>
                  <a:pt x="68423" y="94678"/>
                  <a:pt x="68423" y="88152"/>
                </a:cubicBezTo>
                <a:cubicBezTo>
                  <a:pt x="68423" y="87249"/>
                  <a:pt x="68297" y="86376"/>
                  <a:pt x="68106" y="85530"/>
                </a:cubicBezTo>
                <a:lnTo>
                  <a:pt x="81307" y="76727"/>
                </a:lnTo>
                <a:cubicBezTo>
                  <a:pt x="83251" y="78110"/>
                  <a:pt x="85601" y="78942"/>
                  <a:pt x="88152" y="78942"/>
                </a:cubicBezTo>
                <a:cubicBezTo>
                  <a:pt x="94682" y="78942"/>
                  <a:pt x="100000" y="73631"/>
                  <a:pt x="100000" y="67102"/>
                </a:cubicBezTo>
                <a:cubicBezTo>
                  <a:pt x="100000" y="62061"/>
                  <a:pt x="96817" y="57773"/>
                  <a:pt x="92358" y="56070"/>
                </a:cubicBezTo>
                <a:lnTo>
                  <a:pt x="92358" y="43931"/>
                </a:lnTo>
                <a:cubicBezTo>
                  <a:pt x="96817" y="42227"/>
                  <a:pt x="100000" y="37938"/>
                  <a:pt x="100000" y="32898"/>
                </a:cubicBezTo>
                <a:cubicBezTo>
                  <a:pt x="100000" y="26370"/>
                  <a:pt x="94682" y="21058"/>
                  <a:pt x="88152" y="21058"/>
                </a:cubicBezTo>
                <a:cubicBezTo>
                  <a:pt x="85967" y="21058"/>
                  <a:pt x="83946" y="21691"/>
                  <a:pt x="82190" y="22728"/>
                </a:cubicBezTo>
                <a:lnTo>
                  <a:pt x="73071" y="15436"/>
                </a:lnTo>
                <a:cubicBezTo>
                  <a:pt x="73424" y="14297"/>
                  <a:pt x="73677" y="13107"/>
                  <a:pt x="73677" y="11849"/>
                </a:cubicBezTo>
                <a:cubicBezTo>
                  <a:pt x="73677" y="5321"/>
                  <a:pt x="68372" y="9"/>
                  <a:pt x="61842" y="9"/>
                </a:cubicBezTo>
                <a:close/>
                <a:moveTo>
                  <a:pt x="52002" y="18436"/>
                </a:moveTo>
                <a:cubicBezTo>
                  <a:pt x="54137" y="21601"/>
                  <a:pt x="57749" y="23689"/>
                  <a:pt x="61842" y="23689"/>
                </a:cubicBezTo>
                <a:cubicBezTo>
                  <a:pt x="64027" y="23689"/>
                  <a:pt x="66048" y="23055"/>
                  <a:pt x="67804" y="22019"/>
                </a:cubicBezTo>
                <a:lnTo>
                  <a:pt x="76923" y="29310"/>
                </a:lnTo>
                <a:cubicBezTo>
                  <a:pt x="76569" y="30450"/>
                  <a:pt x="76317" y="31639"/>
                  <a:pt x="76317" y="32898"/>
                </a:cubicBezTo>
                <a:cubicBezTo>
                  <a:pt x="76317" y="37938"/>
                  <a:pt x="79500" y="42227"/>
                  <a:pt x="83946" y="43931"/>
                </a:cubicBezTo>
                <a:lnTo>
                  <a:pt x="83946" y="56070"/>
                </a:lnTo>
                <a:cubicBezTo>
                  <a:pt x="79500" y="57773"/>
                  <a:pt x="76317" y="62061"/>
                  <a:pt x="76317" y="67102"/>
                </a:cubicBezTo>
                <a:cubicBezTo>
                  <a:pt x="76317" y="68005"/>
                  <a:pt x="76430" y="68878"/>
                  <a:pt x="76620" y="69723"/>
                </a:cubicBezTo>
                <a:lnTo>
                  <a:pt x="63420" y="78526"/>
                </a:lnTo>
                <a:cubicBezTo>
                  <a:pt x="61614" y="77237"/>
                  <a:pt x="59442" y="76465"/>
                  <a:pt x="57079" y="76362"/>
                </a:cubicBezTo>
                <a:lnTo>
                  <a:pt x="53518" y="65684"/>
                </a:lnTo>
                <a:cubicBezTo>
                  <a:pt x="56171" y="63511"/>
                  <a:pt x="57889" y="60258"/>
                  <a:pt x="57889" y="56578"/>
                </a:cubicBezTo>
                <a:cubicBezTo>
                  <a:pt x="57889" y="50050"/>
                  <a:pt x="52583" y="44738"/>
                  <a:pt x="46053" y="44738"/>
                </a:cubicBezTo>
                <a:cubicBezTo>
                  <a:pt x="41657" y="44738"/>
                  <a:pt x="37855" y="47177"/>
                  <a:pt x="35809" y="50745"/>
                </a:cubicBezTo>
                <a:lnTo>
                  <a:pt x="23405" y="48834"/>
                </a:lnTo>
                <a:cubicBezTo>
                  <a:pt x="22963" y="46739"/>
                  <a:pt x="21940" y="44870"/>
                  <a:pt x="20538" y="43345"/>
                </a:cubicBezTo>
                <a:lnTo>
                  <a:pt x="26475" y="31464"/>
                </a:lnTo>
                <a:cubicBezTo>
                  <a:pt x="26867" y="31503"/>
                  <a:pt x="27233" y="31582"/>
                  <a:pt x="27625" y="31582"/>
                </a:cubicBezTo>
                <a:cubicBezTo>
                  <a:pt x="33599" y="31582"/>
                  <a:pt x="38500" y="27124"/>
                  <a:pt x="39308" y="21371"/>
                </a:cubicBezTo>
                <a:lnTo>
                  <a:pt x="52002" y="1843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09" name="Белый — SVG 49">
            <a:extLst>
              <a:ext uri="{FF2B5EF4-FFF2-40B4-BE49-F238E27FC236}">
                <a16:creationId xmlns:a16="http://schemas.microsoft.com/office/drawing/2014/main" id="{011D9111-A14B-994E-870C-5B9DE35C6F51}"/>
              </a:ext>
            </a:extLst>
          </p:cNvPr>
          <p:cNvSpPr>
            <a:spLocks noGrp="1"/>
          </p:cNvSpPr>
          <p:nvPr/>
        </p:nvSpPr>
        <p:spPr>
          <a:xfrm>
            <a:off x="7620000" y="5270000"/>
            <a:ext cx="220000" cy="220000"/>
          </a:xfrm>
          <a:custGeom>
            <a:avLst/>
            <a:gdLst>
              <a:gd name="csX0" fmla="*/ 15942 w 131140"/>
              <a:gd name="csY0" fmla="*/ 0 h 148922"/>
              <a:gd name="csX1" fmla="*/ 0 w 131140"/>
              <a:gd name="csY1" fmla="*/ 15948 h 148922"/>
              <a:gd name="csX2" fmla="*/ 0 w 131140"/>
              <a:gd name="csY2" fmla="*/ 125811 h 148922"/>
              <a:gd name="csX3" fmla="*/ 15942 w 131140"/>
              <a:gd name="csY3" fmla="*/ 141759 h 148922"/>
              <a:gd name="csX4" fmla="*/ 60261 w 131140"/>
              <a:gd name="csY4" fmla="*/ 141759 h 148922"/>
              <a:gd name="csX5" fmla="*/ 60261 w 131140"/>
              <a:gd name="csY5" fmla="*/ 122267 h 148922"/>
              <a:gd name="csX6" fmla="*/ 72664 w 131140"/>
              <a:gd name="csY6" fmla="*/ 109863 h 148922"/>
              <a:gd name="csX7" fmla="*/ 78024 w 131140"/>
              <a:gd name="csY7" fmla="*/ 111130 h 148922"/>
              <a:gd name="csX8" fmla="*/ 90375 w 131140"/>
              <a:gd name="csY8" fmla="*/ 99231 h 148922"/>
              <a:gd name="csX9" fmla="*/ 95752 w 131140"/>
              <a:gd name="csY9" fmla="*/ 100498 h 148922"/>
              <a:gd name="csX10" fmla="*/ 108103 w 131140"/>
              <a:gd name="csY10" fmla="*/ 88599 h 148922"/>
              <a:gd name="csX11" fmla="*/ 113428 w 131140"/>
              <a:gd name="csY11" fmla="*/ 89839 h 148922"/>
              <a:gd name="csX12" fmla="*/ 113428 w 131140"/>
              <a:gd name="csY12" fmla="*/ 56704 h 148922"/>
              <a:gd name="csX13" fmla="*/ 72664 w 131140"/>
              <a:gd name="csY13" fmla="*/ 56704 h 148922"/>
              <a:gd name="csX14" fmla="*/ 56706 w 131140"/>
              <a:gd name="csY14" fmla="*/ 40756 h 148922"/>
              <a:gd name="csX15" fmla="*/ 56706 w 131140"/>
              <a:gd name="csY15" fmla="*/ 0 h 148922"/>
              <a:gd name="csX16" fmla="*/ 15942 w 131140"/>
              <a:gd name="csY16" fmla="*/ 0 h 148922"/>
              <a:gd name="csX17" fmla="*/ 67339 w 131140"/>
              <a:gd name="csY17" fmla="*/ 3115 h 148922"/>
              <a:gd name="csX18" fmla="*/ 67339 w 131140"/>
              <a:gd name="csY18" fmla="*/ 40756 h 148922"/>
              <a:gd name="csX19" fmla="*/ 72664 w 131140"/>
              <a:gd name="csY19" fmla="*/ 46072 h 148922"/>
              <a:gd name="csX20" fmla="*/ 110315 w 131140"/>
              <a:gd name="csY20" fmla="*/ 46072 h 148922"/>
              <a:gd name="csX21" fmla="*/ 67339 w 131140"/>
              <a:gd name="csY21" fmla="*/ 3115 h 148922"/>
              <a:gd name="csX22" fmla="*/ 125746 w 131140"/>
              <a:gd name="csY22" fmla="*/ 88523 h 148922"/>
              <a:gd name="csX23" fmla="*/ 122020 w 131140"/>
              <a:gd name="csY23" fmla="*/ 90137 h 148922"/>
              <a:gd name="csX24" fmla="*/ 120506 w 131140"/>
              <a:gd name="csY24" fmla="*/ 93915 h 148922"/>
              <a:gd name="csX25" fmla="*/ 120506 w 131140"/>
              <a:gd name="csY25" fmla="*/ 143531 h 148922"/>
              <a:gd name="csX26" fmla="*/ 120897 w 131140"/>
              <a:gd name="csY26" fmla="*/ 145589 h 148922"/>
              <a:gd name="csX27" fmla="*/ 122037 w 131140"/>
              <a:gd name="csY27" fmla="*/ 147339 h 148922"/>
              <a:gd name="csX28" fmla="*/ 123773 w 131140"/>
              <a:gd name="csY28" fmla="*/ 148511 h 148922"/>
              <a:gd name="csX29" fmla="*/ 125831 w 131140"/>
              <a:gd name="csY29" fmla="*/ 148923 h 148922"/>
              <a:gd name="csX30" fmla="*/ 127873 w 131140"/>
              <a:gd name="csY30" fmla="*/ 148511 h 148922"/>
              <a:gd name="csX31" fmla="*/ 129608 w 131140"/>
              <a:gd name="csY31" fmla="*/ 147339 h 148922"/>
              <a:gd name="csX32" fmla="*/ 130765 w 131140"/>
              <a:gd name="csY32" fmla="*/ 145589 h 148922"/>
              <a:gd name="csX33" fmla="*/ 131139 w 131140"/>
              <a:gd name="csY33" fmla="*/ 143531 h 148922"/>
              <a:gd name="csX34" fmla="*/ 131139 w 131140"/>
              <a:gd name="csY34" fmla="*/ 93915 h 148922"/>
              <a:gd name="csX35" fmla="*/ 130748 w 131140"/>
              <a:gd name="csY35" fmla="*/ 91838 h 148922"/>
              <a:gd name="csX36" fmla="*/ 129591 w 131140"/>
              <a:gd name="csY36" fmla="*/ 90078 h 148922"/>
              <a:gd name="csX37" fmla="*/ 127822 w 131140"/>
              <a:gd name="csY37" fmla="*/ 88911 h 148922"/>
              <a:gd name="csX38" fmla="*/ 125746 w 131140"/>
              <a:gd name="csY38" fmla="*/ 88523 h 148922"/>
              <a:gd name="csX39" fmla="*/ 108018 w 131140"/>
              <a:gd name="csY39" fmla="*/ 95611 h 148922"/>
              <a:gd name="csX40" fmla="*/ 104292 w 131140"/>
              <a:gd name="csY40" fmla="*/ 97225 h 148922"/>
              <a:gd name="csX41" fmla="*/ 102795 w 131140"/>
              <a:gd name="csY41" fmla="*/ 101003 h 148922"/>
              <a:gd name="csX42" fmla="*/ 102795 w 131140"/>
              <a:gd name="csY42" fmla="*/ 143531 h 148922"/>
              <a:gd name="csX43" fmla="*/ 103169 w 131140"/>
              <a:gd name="csY43" fmla="*/ 145589 h 148922"/>
              <a:gd name="csX44" fmla="*/ 104326 w 131140"/>
              <a:gd name="csY44" fmla="*/ 147339 h 148922"/>
              <a:gd name="csX45" fmla="*/ 106062 w 131140"/>
              <a:gd name="csY45" fmla="*/ 148511 h 148922"/>
              <a:gd name="csX46" fmla="*/ 108103 w 131140"/>
              <a:gd name="csY46" fmla="*/ 148923 h 148922"/>
              <a:gd name="csX47" fmla="*/ 110162 w 131140"/>
              <a:gd name="csY47" fmla="*/ 148511 h 148922"/>
              <a:gd name="csX48" fmla="*/ 111897 w 131140"/>
              <a:gd name="csY48" fmla="*/ 147339 h 148922"/>
              <a:gd name="csX49" fmla="*/ 113037 w 131140"/>
              <a:gd name="csY49" fmla="*/ 145589 h 148922"/>
              <a:gd name="csX50" fmla="*/ 113428 w 131140"/>
              <a:gd name="csY50" fmla="*/ 143531 h 148922"/>
              <a:gd name="csX51" fmla="*/ 113428 w 131140"/>
              <a:gd name="csY51" fmla="*/ 101003 h 148922"/>
              <a:gd name="csX52" fmla="*/ 113037 w 131140"/>
              <a:gd name="csY52" fmla="*/ 98926 h 148922"/>
              <a:gd name="csX53" fmla="*/ 111863 w 131140"/>
              <a:gd name="csY53" fmla="*/ 97165 h 148922"/>
              <a:gd name="csX54" fmla="*/ 110094 w 131140"/>
              <a:gd name="csY54" fmla="*/ 95999 h 148922"/>
              <a:gd name="csX55" fmla="*/ 108018 w 131140"/>
              <a:gd name="csY55" fmla="*/ 95611 h 148922"/>
              <a:gd name="csX56" fmla="*/ 90307 w 131140"/>
              <a:gd name="csY56" fmla="*/ 106243 h 148922"/>
              <a:gd name="csX57" fmla="*/ 86564 w 131140"/>
              <a:gd name="csY57" fmla="*/ 107857 h 148922"/>
              <a:gd name="csX58" fmla="*/ 85067 w 131140"/>
              <a:gd name="csY58" fmla="*/ 111635 h 148922"/>
              <a:gd name="csX59" fmla="*/ 85067 w 131140"/>
              <a:gd name="csY59" fmla="*/ 143531 h 148922"/>
              <a:gd name="csX60" fmla="*/ 85458 w 131140"/>
              <a:gd name="csY60" fmla="*/ 145589 h 148922"/>
              <a:gd name="csX61" fmla="*/ 86598 w 131140"/>
              <a:gd name="csY61" fmla="*/ 147339 h 148922"/>
              <a:gd name="csX62" fmla="*/ 88333 w 131140"/>
              <a:gd name="csY62" fmla="*/ 148511 h 148922"/>
              <a:gd name="csX63" fmla="*/ 90375 w 131140"/>
              <a:gd name="csY63" fmla="*/ 148923 h 148922"/>
              <a:gd name="csX64" fmla="*/ 92434 w 131140"/>
              <a:gd name="csY64" fmla="*/ 148511 h 148922"/>
              <a:gd name="csX65" fmla="*/ 94169 w 131140"/>
              <a:gd name="csY65" fmla="*/ 147339 h 148922"/>
              <a:gd name="csX66" fmla="*/ 95309 w 131140"/>
              <a:gd name="csY66" fmla="*/ 145589 h 148922"/>
              <a:gd name="csX67" fmla="*/ 95700 w 131140"/>
              <a:gd name="csY67" fmla="*/ 143531 h 148922"/>
              <a:gd name="csX68" fmla="*/ 95700 w 131140"/>
              <a:gd name="csY68" fmla="*/ 111635 h 148922"/>
              <a:gd name="csX69" fmla="*/ 95309 w 131140"/>
              <a:gd name="csY69" fmla="*/ 109558 h 148922"/>
              <a:gd name="csX70" fmla="*/ 94135 w 131140"/>
              <a:gd name="csY70" fmla="*/ 107797 h 148922"/>
              <a:gd name="csX71" fmla="*/ 92383 w 131140"/>
              <a:gd name="csY71" fmla="*/ 106631 h 148922"/>
              <a:gd name="csX72" fmla="*/ 90307 w 131140"/>
              <a:gd name="csY72" fmla="*/ 106243 h 148922"/>
              <a:gd name="csX73" fmla="*/ 72579 w 131140"/>
              <a:gd name="csY73" fmla="*/ 116875 h 148922"/>
              <a:gd name="csX74" fmla="*/ 68853 w 131140"/>
              <a:gd name="csY74" fmla="*/ 118488 h 148922"/>
              <a:gd name="csX75" fmla="*/ 67339 w 131140"/>
              <a:gd name="csY75" fmla="*/ 122267 h 148922"/>
              <a:gd name="csX76" fmla="*/ 67339 w 131140"/>
              <a:gd name="csY76" fmla="*/ 143531 h 148922"/>
              <a:gd name="csX77" fmla="*/ 67730 w 131140"/>
              <a:gd name="csY77" fmla="*/ 145589 h 148922"/>
              <a:gd name="csX78" fmla="*/ 68870 w 131140"/>
              <a:gd name="csY78" fmla="*/ 147339 h 148922"/>
              <a:gd name="csX79" fmla="*/ 70606 w 131140"/>
              <a:gd name="csY79" fmla="*/ 148511 h 148922"/>
              <a:gd name="csX80" fmla="*/ 72664 w 131140"/>
              <a:gd name="csY80" fmla="*/ 148923 h 148922"/>
              <a:gd name="csX81" fmla="*/ 74706 w 131140"/>
              <a:gd name="csY81" fmla="*/ 148511 h 148922"/>
              <a:gd name="csX82" fmla="*/ 76441 w 131140"/>
              <a:gd name="csY82" fmla="*/ 147339 h 148922"/>
              <a:gd name="csX83" fmla="*/ 77598 w 131140"/>
              <a:gd name="csY83" fmla="*/ 145589 h 148922"/>
              <a:gd name="csX84" fmla="*/ 77973 w 131140"/>
              <a:gd name="csY84" fmla="*/ 143531 h 148922"/>
              <a:gd name="csX85" fmla="*/ 77973 w 131140"/>
              <a:gd name="csY85" fmla="*/ 122267 h 148922"/>
              <a:gd name="csX86" fmla="*/ 77581 w 131140"/>
              <a:gd name="csY86" fmla="*/ 120190 h 148922"/>
              <a:gd name="csX87" fmla="*/ 76424 w 131140"/>
              <a:gd name="csY87" fmla="*/ 118429 h 148922"/>
              <a:gd name="csX88" fmla="*/ 74655 w 131140"/>
              <a:gd name="csY88" fmla="*/ 117263 h 148922"/>
              <a:gd name="csX89" fmla="*/ 72579 w 131140"/>
              <a:gd name="csY89" fmla="*/ 116875 h 148922"/>
            </a:gdLst>
            <a:ahLst/>
            <a:cxnLst/>
            <a:rect l="l" t="t" r="r" b="b"/>
            <a:pathLst>
              <a:path w="100000" h="100000">
                <a:moveTo>
                  <a:pt x="16675" y="0"/>
                </a:moveTo>
                <a:cubicBezTo>
                  <a:pt x="10769" y="0"/>
                  <a:pt x="5970" y="4795"/>
                  <a:pt x="5970" y="10709"/>
                </a:cubicBezTo>
                <a:lnTo>
                  <a:pt x="5970" y="84481"/>
                </a:lnTo>
                <a:cubicBezTo>
                  <a:pt x="5970" y="90395"/>
                  <a:pt x="10769" y="95190"/>
                  <a:pt x="16675" y="95190"/>
                </a:cubicBezTo>
                <a:lnTo>
                  <a:pt x="46435" y="95190"/>
                </a:lnTo>
                <a:lnTo>
                  <a:pt x="46435" y="82101"/>
                </a:lnTo>
                <a:cubicBezTo>
                  <a:pt x="46435" y="77502"/>
                  <a:pt x="50160" y="73772"/>
                  <a:pt x="54764" y="73772"/>
                </a:cubicBezTo>
                <a:cubicBezTo>
                  <a:pt x="56055" y="73772"/>
                  <a:pt x="57266" y="74094"/>
                  <a:pt x="58363" y="74623"/>
                </a:cubicBezTo>
                <a:cubicBezTo>
                  <a:pt x="58545" y="70184"/>
                  <a:pt x="62178" y="66633"/>
                  <a:pt x="66656" y="66633"/>
                </a:cubicBezTo>
                <a:cubicBezTo>
                  <a:pt x="67959" y="66633"/>
                  <a:pt x="69170" y="66955"/>
                  <a:pt x="70267" y="67484"/>
                </a:cubicBezTo>
                <a:cubicBezTo>
                  <a:pt x="70450" y="63046"/>
                  <a:pt x="74082" y="59494"/>
                  <a:pt x="78561" y="59494"/>
                </a:cubicBezTo>
                <a:cubicBezTo>
                  <a:pt x="79840" y="59494"/>
                  <a:pt x="81051" y="59807"/>
                  <a:pt x="82136" y="60326"/>
                </a:cubicBezTo>
                <a:lnTo>
                  <a:pt x="82136" y="38076"/>
                </a:lnTo>
                <a:lnTo>
                  <a:pt x="54764" y="38076"/>
                </a:lnTo>
                <a:cubicBezTo>
                  <a:pt x="48846" y="38076"/>
                  <a:pt x="44048" y="33281"/>
                  <a:pt x="44048" y="27367"/>
                </a:cubicBezTo>
                <a:lnTo>
                  <a:pt x="44048" y="0"/>
                </a:lnTo>
                <a:lnTo>
                  <a:pt x="16675" y="0"/>
                </a:lnTo>
                <a:close/>
                <a:moveTo>
                  <a:pt x="51188" y="2092"/>
                </a:moveTo>
                <a:lnTo>
                  <a:pt x="51188" y="27367"/>
                </a:lnTo>
                <a:cubicBezTo>
                  <a:pt x="51188" y="29335"/>
                  <a:pt x="52799" y="30937"/>
                  <a:pt x="54764" y="30937"/>
                </a:cubicBezTo>
                <a:lnTo>
                  <a:pt x="80046" y="30937"/>
                </a:lnTo>
                <a:lnTo>
                  <a:pt x="51188" y="2092"/>
                </a:lnTo>
                <a:close/>
                <a:moveTo>
                  <a:pt x="90408" y="59443"/>
                </a:moveTo>
                <a:cubicBezTo>
                  <a:pt x="89460" y="59457"/>
                  <a:pt x="88557" y="59847"/>
                  <a:pt x="87906" y="60526"/>
                </a:cubicBezTo>
                <a:cubicBezTo>
                  <a:pt x="87243" y="61205"/>
                  <a:pt x="86878" y="62118"/>
                  <a:pt x="86889" y="63063"/>
                </a:cubicBezTo>
                <a:lnTo>
                  <a:pt x="86889" y="96380"/>
                </a:lnTo>
                <a:cubicBezTo>
                  <a:pt x="86889" y="96853"/>
                  <a:pt x="86969" y="97323"/>
                  <a:pt x="87152" y="97762"/>
                </a:cubicBezTo>
                <a:cubicBezTo>
                  <a:pt x="87323" y="98200"/>
                  <a:pt x="87586" y="98600"/>
                  <a:pt x="87917" y="98937"/>
                </a:cubicBezTo>
                <a:cubicBezTo>
                  <a:pt x="88249" y="99274"/>
                  <a:pt x="88648" y="99541"/>
                  <a:pt x="89083" y="99724"/>
                </a:cubicBezTo>
                <a:cubicBezTo>
                  <a:pt x="89517" y="99907"/>
                  <a:pt x="89985" y="100001"/>
                  <a:pt x="90465" y="100001"/>
                </a:cubicBezTo>
                <a:cubicBezTo>
                  <a:pt x="90934" y="100001"/>
                  <a:pt x="91402" y="99907"/>
                  <a:pt x="91836" y="99724"/>
                </a:cubicBezTo>
                <a:cubicBezTo>
                  <a:pt x="92281" y="99541"/>
                  <a:pt x="92670" y="99274"/>
                  <a:pt x="93001" y="98937"/>
                </a:cubicBezTo>
                <a:cubicBezTo>
                  <a:pt x="93332" y="98600"/>
                  <a:pt x="93595" y="98200"/>
                  <a:pt x="93778" y="97762"/>
                </a:cubicBezTo>
                <a:cubicBezTo>
                  <a:pt x="93949" y="97323"/>
                  <a:pt x="94041" y="96853"/>
                  <a:pt x="94029" y="96380"/>
                </a:cubicBezTo>
                <a:lnTo>
                  <a:pt x="94029" y="63063"/>
                </a:lnTo>
                <a:cubicBezTo>
                  <a:pt x="94041" y="62586"/>
                  <a:pt x="93949" y="62112"/>
                  <a:pt x="93767" y="61669"/>
                </a:cubicBezTo>
                <a:cubicBezTo>
                  <a:pt x="93595" y="61226"/>
                  <a:pt x="93321" y="60824"/>
                  <a:pt x="92990" y="60487"/>
                </a:cubicBezTo>
                <a:cubicBezTo>
                  <a:pt x="92647" y="60149"/>
                  <a:pt x="92247" y="59882"/>
                  <a:pt x="91802" y="59703"/>
                </a:cubicBezTo>
                <a:cubicBezTo>
                  <a:pt x="91356" y="59524"/>
                  <a:pt x="90888" y="59435"/>
                  <a:pt x="90408" y="59443"/>
                </a:cubicBezTo>
                <a:close/>
                <a:moveTo>
                  <a:pt x="78504" y="64202"/>
                </a:moveTo>
                <a:cubicBezTo>
                  <a:pt x="77555" y="64217"/>
                  <a:pt x="76664" y="64607"/>
                  <a:pt x="76002" y="65286"/>
                </a:cubicBezTo>
                <a:cubicBezTo>
                  <a:pt x="75339" y="65965"/>
                  <a:pt x="74973" y="66877"/>
                  <a:pt x="74996" y="67823"/>
                </a:cubicBezTo>
                <a:lnTo>
                  <a:pt x="74996" y="96380"/>
                </a:lnTo>
                <a:cubicBezTo>
                  <a:pt x="74985" y="96853"/>
                  <a:pt x="75076" y="97323"/>
                  <a:pt x="75247" y="97762"/>
                </a:cubicBezTo>
                <a:cubicBezTo>
                  <a:pt x="75431" y="98200"/>
                  <a:pt x="75693" y="98600"/>
                  <a:pt x="76024" y="98937"/>
                </a:cubicBezTo>
                <a:cubicBezTo>
                  <a:pt x="76356" y="99274"/>
                  <a:pt x="76744" y="99541"/>
                  <a:pt x="77190" y="99724"/>
                </a:cubicBezTo>
                <a:cubicBezTo>
                  <a:pt x="77624" y="99907"/>
                  <a:pt x="78092" y="100001"/>
                  <a:pt x="78561" y="100001"/>
                </a:cubicBezTo>
                <a:cubicBezTo>
                  <a:pt x="79041" y="100001"/>
                  <a:pt x="79509" y="99907"/>
                  <a:pt x="79943" y="99724"/>
                </a:cubicBezTo>
                <a:cubicBezTo>
                  <a:pt x="80377" y="99541"/>
                  <a:pt x="80777" y="99274"/>
                  <a:pt x="81108" y="98937"/>
                </a:cubicBezTo>
                <a:cubicBezTo>
                  <a:pt x="81440" y="98600"/>
                  <a:pt x="81703" y="98200"/>
                  <a:pt x="81874" y="97762"/>
                </a:cubicBezTo>
                <a:cubicBezTo>
                  <a:pt x="82056" y="97323"/>
                  <a:pt x="82136" y="96853"/>
                  <a:pt x="82136" y="96380"/>
                </a:cubicBezTo>
                <a:lnTo>
                  <a:pt x="82136" y="67823"/>
                </a:lnTo>
                <a:cubicBezTo>
                  <a:pt x="82136" y="67345"/>
                  <a:pt x="82045" y="66871"/>
                  <a:pt x="81874" y="66428"/>
                </a:cubicBezTo>
                <a:cubicBezTo>
                  <a:pt x="81691" y="65986"/>
                  <a:pt x="81429" y="65583"/>
                  <a:pt x="81085" y="65246"/>
                </a:cubicBezTo>
                <a:cubicBezTo>
                  <a:pt x="80743" y="64908"/>
                  <a:pt x="80343" y="64642"/>
                  <a:pt x="79898" y="64463"/>
                </a:cubicBezTo>
                <a:cubicBezTo>
                  <a:pt x="79463" y="64283"/>
                  <a:pt x="78984" y="64195"/>
                  <a:pt x="78504" y="64202"/>
                </a:cubicBezTo>
                <a:close/>
                <a:moveTo>
                  <a:pt x="66611" y="71341"/>
                </a:moveTo>
                <a:cubicBezTo>
                  <a:pt x="65663" y="71356"/>
                  <a:pt x="64760" y="71746"/>
                  <a:pt x="64097" y="72425"/>
                </a:cubicBezTo>
                <a:cubicBezTo>
                  <a:pt x="63447" y="73104"/>
                  <a:pt x="63081" y="74017"/>
                  <a:pt x="63092" y="74962"/>
                </a:cubicBezTo>
                <a:lnTo>
                  <a:pt x="63092" y="96380"/>
                </a:lnTo>
                <a:cubicBezTo>
                  <a:pt x="63081" y="96853"/>
                  <a:pt x="63172" y="97323"/>
                  <a:pt x="63355" y="97762"/>
                </a:cubicBezTo>
                <a:cubicBezTo>
                  <a:pt x="63526" y="98200"/>
                  <a:pt x="63789" y="98600"/>
                  <a:pt x="64120" y="98937"/>
                </a:cubicBezTo>
                <a:cubicBezTo>
                  <a:pt x="64452" y="99274"/>
                  <a:pt x="64851" y="99541"/>
                  <a:pt x="65285" y="99724"/>
                </a:cubicBezTo>
                <a:cubicBezTo>
                  <a:pt x="65720" y="99907"/>
                  <a:pt x="66188" y="100001"/>
                  <a:pt x="66656" y="100001"/>
                </a:cubicBezTo>
                <a:cubicBezTo>
                  <a:pt x="67136" y="100001"/>
                  <a:pt x="67605" y="99907"/>
                  <a:pt x="68039" y="99724"/>
                </a:cubicBezTo>
                <a:cubicBezTo>
                  <a:pt x="68473" y="99541"/>
                  <a:pt x="68873" y="99274"/>
                  <a:pt x="69204" y="98937"/>
                </a:cubicBezTo>
                <a:cubicBezTo>
                  <a:pt x="69535" y="98600"/>
                  <a:pt x="69798" y="98200"/>
                  <a:pt x="69970" y="97762"/>
                </a:cubicBezTo>
                <a:cubicBezTo>
                  <a:pt x="70152" y="97323"/>
                  <a:pt x="70243" y="96853"/>
                  <a:pt x="70232" y="96380"/>
                </a:cubicBezTo>
                <a:lnTo>
                  <a:pt x="70232" y="74962"/>
                </a:lnTo>
                <a:cubicBezTo>
                  <a:pt x="70243" y="74485"/>
                  <a:pt x="70152" y="74010"/>
                  <a:pt x="69970" y="73567"/>
                </a:cubicBezTo>
                <a:cubicBezTo>
                  <a:pt x="69787" y="73125"/>
                  <a:pt x="69524" y="72723"/>
                  <a:pt x="69181" y="72385"/>
                </a:cubicBezTo>
                <a:cubicBezTo>
                  <a:pt x="68850" y="72047"/>
                  <a:pt x="68450" y="71781"/>
                  <a:pt x="68005" y="71602"/>
                </a:cubicBezTo>
                <a:cubicBezTo>
                  <a:pt x="67559" y="71423"/>
                  <a:pt x="67079" y="71334"/>
                  <a:pt x="66611" y="71341"/>
                </a:cubicBezTo>
                <a:close/>
                <a:moveTo>
                  <a:pt x="54706" y="78481"/>
                </a:moveTo>
                <a:cubicBezTo>
                  <a:pt x="53758" y="78495"/>
                  <a:pt x="52856" y="78886"/>
                  <a:pt x="52205" y="79564"/>
                </a:cubicBezTo>
                <a:cubicBezTo>
                  <a:pt x="51542" y="80243"/>
                  <a:pt x="51176" y="81156"/>
                  <a:pt x="51188" y="82101"/>
                </a:cubicBezTo>
                <a:lnTo>
                  <a:pt x="51188" y="96380"/>
                </a:lnTo>
                <a:cubicBezTo>
                  <a:pt x="51188" y="96853"/>
                  <a:pt x="51268" y="97323"/>
                  <a:pt x="51450" y="97762"/>
                </a:cubicBezTo>
                <a:cubicBezTo>
                  <a:pt x="51622" y="98200"/>
                  <a:pt x="51885" y="98600"/>
                  <a:pt x="52216" y="98937"/>
                </a:cubicBezTo>
                <a:cubicBezTo>
                  <a:pt x="52548" y="99274"/>
                  <a:pt x="52947" y="99541"/>
                  <a:pt x="53382" y="99724"/>
                </a:cubicBezTo>
                <a:cubicBezTo>
                  <a:pt x="53815" y="99907"/>
                  <a:pt x="54284" y="100001"/>
                  <a:pt x="54764" y="100001"/>
                </a:cubicBezTo>
                <a:cubicBezTo>
                  <a:pt x="55232" y="100001"/>
                  <a:pt x="55700" y="99907"/>
                  <a:pt x="56135" y="99724"/>
                </a:cubicBezTo>
                <a:cubicBezTo>
                  <a:pt x="56580" y="99541"/>
                  <a:pt x="56969" y="99274"/>
                  <a:pt x="57300" y="98937"/>
                </a:cubicBezTo>
                <a:cubicBezTo>
                  <a:pt x="57632" y="98600"/>
                  <a:pt x="57894" y="98200"/>
                  <a:pt x="58077" y="97762"/>
                </a:cubicBezTo>
                <a:cubicBezTo>
                  <a:pt x="58248" y="97323"/>
                  <a:pt x="58340" y="96853"/>
                  <a:pt x="58329" y="96380"/>
                </a:cubicBezTo>
                <a:lnTo>
                  <a:pt x="58329" y="82101"/>
                </a:lnTo>
                <a:cubicBezTo>
                  <a:pt x="58340" y="81624"/>
                  <a:pt x="58248" y="81149"/>
                  <a:pt x="58065" y="80707"/>
                </a:cubicBezTo>
                <a:cubicBezTo>
                  <a:pt x="57894" y="80264"/>
                  <a:pt x="57620" y="79862"/>
                  <a:pt x="57288" y="79524"/>
                </a:cubicBezTo>
                <a:cubicBezTo>
                  <a:pt x="56946" y="79186"/>
                  <a:pt x="56546" y="78921"/>
                  <a:pt x="56101" y="78741"/>
                </a:cubicBezTo>
                <a:cubicBezTo>
                  <a:pt x="55655" y="78562"/>
                  <a:pt x="55187" y="78473"/>
                  <a:pt x="54706" y="7848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0" name="Белый — SVG 50">
            <a:extLst>
              <a:ext uri="{FF2B5EF4-FFF2-40B4-BE49-F238E27FC236}">
                <a16:creationId xmlns:a16="http://schemas.microsoft.com/office/drawing/2014/main" id="{D6CD4CAB-EDED-5846-886B-FE769B8E8844}"/>
              </a:ext>
            </a:extLst>
          </p:cNvPr>
          <p:cNvSpPr>
            <a:spLocks noGrp="1"/>
          </p:cNvSpPr>
          <p:nvPr/>
        </p:nvSpPr>
        <p:spPr>
          <a:xfrm>
            <a:off x="8220000" y="5270000"/>
            <a:ext cx="220000" cy="220000"/>
          </a:xfrm>
          <a:custGeom>
            <a:avLst/>
            <a:gdLst>
              <a:gd name="csX0" fmla="*/ 70810 w 141772"/>
              <a:gd name="csY0" fmla="*/ 1 h 127660"/>
              <a:gd name="csX1" fmla="*/ 67067 w 141772"/>
              <a:gd name="csY1" fmla="*/ 1615 h 127660"/>
              <a:gd name="csX2" fmla="*/ 65570 w 141772"/>
              <a:gd name="csY2" fmla="*/ 5393 h 127660"/>
              <a:gd name="csX3" fmla="*/ 65570 w 141772"/>
              <a:gd name="csY3" fmla="*/ 15229 h 127660"/>
              <a:gd name="csX4" fmla="*/ 55923 w 141772"/>
              <a:gd name="csY4" fmla="*/ 24884 h 127660"/>
              <a:gd name="csX5" fmla="*/ 30131 w 141772"/>
              <a:gd name="csY5" fmla="*/ 24884 h 127660"/>
              <a:gd name="csX6" fmla="*/ 26677 w 141772"/>
              <a:gd name="csY6" fmla="*/ 26087 h 127660"/>
              <a:gd name="csX7" fmla="*/ 24823 w 141772"/>
              <a:gd name="csY7" fmla="*/ 29226 h 127660"/>
              <a:gd name="csX8" fmla="*/ 340 w 141772"/>
              <a:gd name="csY8" fmla="*/ 95695 h 127660"/>
              <a:gd name="csX9" fmla="*/ 306 w 141772"/>
              <a:gd name="csY9" fmla="*/ 95828 h 127660"/>
              <a:gd name="csX10" fmla="*/ 0 w 141772"/>
              <a:gd name="csY10" fmla="*/ 97537 h 127660"/>
              <a:gd name="csX11" fmla="*/ 30131 w 141772"/>
              <a:gd name="csY11" fmla="*/ 127660 h 127660"/>
              <a:gd name="csX12" fmla="*/ 60261 w 141772"/>
              <a:gd name="csY12" fmla="*/ 97537 h 127660"/>
              <a:gd name="csX13" fmla="*/ 59955 w 141772"/>
              <a:gd name="csY13" fmla="*/ 95828 h 127660"/>
              <a:gd name="csX14" fmla="*/ 59921 w 141772"/>
              <a:gd name="csY14" fmla="*/ 95695 h 127660"/>
              <a:gd name="csX15" fmla="*/ 37753 w 141772"/>
              <a:gd name="csY15" fmla="*/ 35516 h 127660"/>
              <a:gd name="csX16" fmla="*/ 55923 w 141772"/>
              <a:gd name="csY16" fmla="*/ 35516 h 127660"/>
              <a:gd name="csX17" fmla="*/ 70895 w 141772"/>
              <a:gd name="csY17" fmla="*/ 46148 h 127660"/>
              <a:gd name="csX18" fmla="*/ 85867 w 141772"/>
              <a:gd name="csY18" fmla="*/ 35516 h 127660"/>
              <a:gd name="csX19" fmla="*/ 104037 w 141772"/>
              <a:gd name="csY19" fmla="*/ 35516 h 127660"/>
              <a:gd name="csX20" fmla="*/ 81852 w 141772"/>
              <a:gd name="csY20" fmla="*/ 95695 h 127660"/>
              <a:gd name="csX21" fmla="*/ 81835 w 141772"/>
              <a:gd name="csY21" fmla="*/ 95828 h 127660"/>
              <a:gd name="csX22" fmla="*/ 81528 w 141772"/>
              <a:gd name="csY22" fmla="*/ 97537 h 127660"/>
              <a:gd name="csX23" fmla="*/ 111642 w 141772"/>
              <a:gd name="csY23" fmla="*/ 127660 h 127660"/>
              <a:gd name="csX24" fmla="*/ 141773 w 141772"/>
              <a:gd name="csY24" fmla="*/ 97537 h 127660"/>
              <a:gd name="csX25" fmla="*/ 141466 w 141772"/>
              <a:gd name="csY25" fmla="*/ 95828 h 127660"/>
              <a:gd name="csX26" fmla="*/ 141449 w 141772"/>
              <a:gd name="csY26" fmla="*/ 95695 h 127660"/>
              <a:gd name="csX27" fmla="*/ 116933 w 141772"/>
              <a:gd name="csY27" fmla="*/ 29183 h 127660"/>
              <a:gd name="csX28" fmla="*/ 115079 w 141772"/>
              <a:gd name="csY28" fmla="*/ 26075 h 127660"/>
              <a:gd name="csX29" fmla="*/ 111642 w 141772"/>
              <a:gd name="csY29" fmla="*/ 24884 h 127660"/>
              <a:gd name="csX30" fmla="*/ 85867 w 141772"/>
              <a:gd name="csY30" fmla="*/ 24884 h 127660"/>
              <a:gd name="csX31" fmla="*/ 76203 w 141772"/>
              <a:gd name="csY31" fmla="*/ 15229 h 127660"/>
              <a:gd name="csX32" fmla="*/ 76203 w 141772"/>
              <a:gd name="csY32" fmla="*/ 5393 h 127660"/>
              <a:gd name="csX33" fmla="*/ 75812 w 141772"/>
              <a:gd name="csY33" fmla="*/ 3316 h 127660"/>
              <a:gd name="csX34" fmla="*/ 74655 w 141772"/>
              <a:gd name="csY34" fmla="*/ 1555 h 127660"/>
              <a:gd name="csX35" fmla="*/ 72886 w 141772"/>
              <a:gd name="csY35" fmla="*/ 388 h 127660"/>
              <a:gd name="csX36" fmla="*/ 70810 w 141772"/>
              <a:gd name="csY36" fmla="*/ 1 h 127660"/>
              <a:gd name="csX37" fmla="*/ 30131 w 141772"/>
              <a:gd name="csY37" fmla="*/ 45582 h 127660"/>
              <a:gd name="csX38" fmla="*/ 47314 w 141772"/>
              <a:gd name="csY38" fmla="*/ 92221 h 127660"/>
              <a:gd name="csX39" fmla="*/ 12930 w 141772"/>
              <a:gd name="csY39" fmla="*/ 92221 h 127660"/>
              <a:gd name="csX40" fmla="*/ 30131 w 141772"/>
              <a:gd name="csY40" fmla="*/ 45582 h 127660"/>
              <a:gd name="csX41" fmla="*/ 111642 w 141772"/>
              <a:gd name="csY41" fmla="*/ 45582 h 127660"/>
              <a:gd name="csX42" fmla="*/ 128843 w 141772"/>
              <a:gd name="csY42" fmla="*/ 92221 h 127660"/>
              <a:gd name="csX43" fmla="*/ 94476 w 141772"/>
              <a:gd name="csY43" fmla="*/ 92221 h 127660"/>
              <a:gd name="csX44" fmla="*/ 111642 w 141772"/>
              <a:gd name="csY44" fmla="*/ 45582 h 127660"/>
            </a:gdLst>
            <a:ahLst/>
            <a:cxnLst/>
            <a:rect l="l" t="t" r="r" b="b"/>
            <a:pathLst>
              <a:path w="100000" h="100000">
                <a:moveTo>
                  <a:pt x="49946" y="4978"/>
                </a:moveTo>
                <a:cubicBezTo>
                  <a:pt x="48950" y="4993"/>
                  <a:pt x="48002" y="5402"/>
                  <a:pt x="47306" y="6116"/>
                </a:cubicBezTo>
                <a:cubicBezTo>
                  <a:pt x="46622" y="6829"/>
                  <a:pt x="46238" y="7788"/>
                  <a:pt x="46250" y="8781"/>
                </a:cubicBezTo>
                <a:lnTo>
                  <a:pt x="46250" y="15719"/>
                </a:lnTo>
                <a:cubicBezTo>
                  <a:pt x="43070" y="16852"/>
                  <a:pt x="40574" y="19354"/>
                  <a:pt x="39446" y="22529"/>
                </a:cubicBezTo>
                <a:lnTo>
                  <a:pt x="21253" y="22529"/>
                </a:lnTo>
                <a:cubicBezTo>
                  <a:pt x="20365" y="22517"/>
                  <a:pt x="19501" y="22818"/>
                  <a:pt x="18817" y="23378"/>
                </a:cubicBezTo>
                <a:cubicBezTo>
                  <a:pt x="18133" y="23938"/>
                  <a:pt x="17677" y="24721"/>
                  <a:pt x="17509" y="25592"/>
                </a:cubicBezTo>
                <a:lnTo>
                  <a:pt x="240" y="72476"/>
                </a:lnTo>
                <a:cubicBezTo>
                  <a:pt x="228" y="72506"/>
                  <a:pt x="228" y="72540"/>
                  <a:pt x="216" y="72570"/>
                </a:cubicBezTo>
                <a:cubicBezTo>
                  <a:pt x="84" y="72949"/>
                  <a:pt x="0" y="73351"/>
                  <a:pt x="0" y="73775"/>
                </a:cubicBezTo>
                <a:cubicBezTo>
                  <a:pt x="0" y="84220"/>
                  <a:pt x="7944" y="95023"/>
                  <a:pt x="21253" y="95023"/>
                </a:cubicBezTo>
                <a:cubicBezTo>
                  <a:pt x="34550" y="95023"/>
                  <a:pt x="42506" y="84220"/>
                  <a:pt x="42506" y="73775"/>
                </a:cubicBezTo>
                <a:cubicBezTo>
                  <a:pt x="42506" y="73351"/>
                  <a:pt x="42422" y="72949"/>
                  <a:pt x="42290" y="72570"/>
                </a:cubicBezTo>
                <a:cubicBezTo>
                  <a:pt x="42278" y="72540"/>
                  <a:pt x="42278" y="72506"/>
                  <a:pt x="42266" y="72476"/>
                </a:cubicBezTo>
                <a:lnTo>
                  <a:pt x="26629" y="30028"/>
                </a:lnTo>
                <a:lnTo>
                  <a:pt x="39446" y="30028"/>
                </a:lnTo>
                <a:cubicBezTo>
                  <a:pt x="40994" y="34384"/>
                  <a:pt x="45122" y="37528"/>
                  <a:pt x="50006" y="37528"/>
                </a:cubicBezTo>
                <a:cubicBezTo>
                  <a:pt x="54878" y="37528"/>
                  <a:pt x="59007" y="34384"/>
                  <a:pt x="60567" y="30028"/>
                </a:cubicBezTo>
                <a:lnTo>
                  <a:pt x="73383" y="30028"/>
                </a:lnTo>
                <a:lnTo>
                  <a:pt x="57735" y="72476"/>
                </a:lnTo>
                <a:cubicBezTo>
                  <a:pt x="57723" y="72506"/>
                  <a:pt x="57723" y="72540"/>
                  <a:pt x="57723" y="72570"/>
                </a:cubicBezTo>
                <a:cubicBezTo>
                  <a:pt x="57590" y="72949"/>
                  <a:pt x="57506" y="73351"/>
                  <a:pt x="57506" y="73775"/>
                </a:cubicBezTo>
                <a:cubicBezTo>
                  <a:pt x="57506" y="84220"/>
                  <a:pt x="65451" y="95023"/>
                  <a:pt x="78748" y="95023"/>
                </a:cubicBezTo>
                <a:cubicBezTo>
                  <a:pt x="92056" y="95023"/>
                  <a:pt x="100001" y="84220"/>
                  <a:pt x="100001" y="73775"/>
                </a:cubicBezTo>
                <a:cubicBezTo>
                  <a:pt x="100001" y="73351"/>
                  <a:pt x="99917" y="72949"/>
                  <a:pt x="99784" y="72570"/>
                </a:cubicBezTo>
                <a:cubicBezTo>
                  <a:pt x="99784" y="72540"/>
                  <a:pt x="99784" y="72506"/>
                  <a:pt x="99772" y="72476"/>
                </a:cubicBezTo>
                <a:lnTo>
                  <a:pt x="82480" y="25561"/>
                </a:lnTo>
                <a:cubicBezTo>
                  <a:pt x="82312" y="24700"/>
                  <a:pt x="81855" y="23924"/>
                  <a:pt x="81172" y="23369"/>
                </a:cubicBezTo>
                <a:cubicBezTo>
                  <a:pt x="80488" y="22816"/>
                  <a:pt x="79636" y="22519"/>
                  <a:pt x="78748" y="22529"/>
                </a:cubicBezTo>
                <a:lnTo>
                  <a:pt x="60567" y="22529"/>
                </a:lnTo>
                <a:cubicBezTo>
                  <a:pt x="59426" y="19354"/>
                  <a:pt x="56931" y="16852"/>
                  <a:pt x="53750" y="15719"/>
                </a:cubicBezTo>
                <a:lnTo>
                  <a:pt x="53750" y="8781"/>
                </a:lnTo>
                <a:cubicBezTo>
                  <a:pt x="53762" y="8279"/>
                  <a:pt x="53666" y="7782"/>
                  <a:pt x="53475" y="7316"/>
                </a:cubicBezTo>
                <a:cubicBezTo>
                  <a:pt x="53282" y="6852"/>
                  <a:pt x="53006" y="6429"/>
                  <a:pt x="52658" y="6074"/>
                </a:cubicBezTo>
                <a:cubicBezTo>
                  <a:pt x="52299" y="5719"/>
                  <a:pt x="51878" y="5439"/>
                  <a:pt x="51411" y="5251"/>
                </a:cubicBezTo>
                <a:cubicBezTo>
                  <a:pt x="50942" y="5062"/>
                  <a:pt x="50450" y="4970"/>
                  <a:pt x="49946" y="4978"/>
                </a:cubicBezTo>
                <a:close/>
                <a:moveTo>
                  <a:pt x="21253" y="37129"/>
                </a:moveTo>
                <a:lnTo>
                  <a:pt x="33373" y="70026"/>
                </a:lnTo>
                <a:lnTo>
                  <a:pt x="9120" y="70026"/>
                </a:lnTo>
                <a:lnTo>
                  <a:pt x="21253" y="37129"/>
                </a:lnTo>
                <a:close/>
                <a:moveTo>
                  <a:pt x="78748" y="37129"/>
                </a:moveTo>
                <a:lnTo>
                  <a:pt x="90880" y="70026"/>
                </a:lnTo>
                <a:lnTo>
                  <a:pt x="66639" y="70026"/>
                </a:lnTo>
                <a:lnTo>
                  <a:pt x="78748" y="3712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1" name="Белый — SVG 51">
            <a:extLst>
              <a:ext uri="{FF2B5EF4-FFF2-40B4-BE49-F238E27FC236}">
                <a16:creationId xmlns:a16="http://schemas.microsoft.com/office/drawing/2014/main" id="{5638E89D-C079-8C4A-AB5B-FE994031D1AD}"/>
              </a:ext>
            </a:extLst>
          </p:cNvPr>
          <p:cNvSpPr>
            <a:spLocks noGrp="1"/>
          </p:cNvSpPr>
          <p:nvPr/>
        </p:nvSpPr>
        <p:spPr>
          <a:xfrm>
            <a:off x="8820000" y="5270000"/>
            <a:ext cx="220000" cy="220000"/>
          </a:xfrm>
          <a:custGeom>
            <a:avLst/>
            <a:gdLst>
              <a:gd name="csX0" fmla="*/ 6993 w 127703"/>
              <a:gd name="csY0" fmla="*/ 1 h 127681"/>
              <a:gd name="csX1" fmla="*/ 2008 w 127703"/>
              <a:gd name="csY1" fmla="*/ 2149 h 127681"/>
              <a:gd name="csX2" fmla="*/ 0 w 127703"/>
              <a:gd name="csY2" fmla="*/ 7186 h 127681"/>
              <a:gd name="csX3" fmla="*/ 0 w 127703"/>
              <a:gd name="csY3" fmla="*/ 120594 h 127681"/>
              <a:gd name="csX4" fmla="*/ 2076 w 127703"/>
              <a:gd name="csY4" fmla="*/ 125606 h 127681"/>
              <a:gd name="csX5" fmla="*/ 7095 w 127703"/>
              <a:gd name="csY5" fmla="*/ 127681 h 127681"/>
              <a:gd name="csX6" fmla="*/ 120506 w 127703"/>
              <a:gd name="csY6" fmla="*/ 127681 h 127681"/>
              <a:gd name="csX7" fmla="*/ 123262 w 127703"/>
              <a:gd name="csY7" fmla="*/ 127171 h 127681"/>
              <a:gd name="csX8" fmla="*/ 125593 w 127703"/>
              <a:gd name="csY8" fmla="*/ 125641 h 127681"/>
              <a:gd name="csX9" fmla="*/ 127159 w 127703"/>
              <a:gd name="csY9" fmla="*/ 123330 h 127681"/>
              <a:gd name="csX10" fmla="*/ 127703 w 127703"/>
              <a:gd name="csY10" fmla="*/ 120594 h 127681"/>
              <a:gd name="csX11" fmla="*/ 127159 w 127703"/>
              <a:gd name="csY11" fmla="*/ 117857 h 127681"/>
              <a:gd name="csX12" fmla="*/ 125593 w 127703"/>
              <a:gd name="csY12" fmla="*/ 115545 h 127681"/>
              <a:gd name="csX13" fmla="*/ 123262 w 127703"/>
              <a:gd name="csY13" fmla="*/ 114016 h 127681"/>
              <a:gd name="csX14" fmla="*/ 120506 w 127703"/>
              <a:gd name="csY14" fmla="*/ 113506 h 127681"/>
              <a:gd name="csX15" fmla="*/ 14173 w 127703"/>
              <a:gd name="csY15" fmla="*/ 113506 h 127681"/>
              <a:gd name="csX16" fmla="*/ 14173 w 127703"/>
              <a:gd name="csY16" fmla="*/ 7186 h 127681"/>
              <a:gd name="csX17" fmla="*/ 13662 w 127703"/>
              <a:gd name="csY17" fmla="*/ 4420 h 127681"/>
              <a:gd name="csX18" fmla="*/ 12097 w 127703"/>
              <a:gd name="csY18" fmla="*/ 2074 h 127681"/>
              <a:gd name="csX19" fmla="*/ 9749 w 127703"/>
              <a:gd name="csY19" fmla="*/ 520 h 127681"/>
              <a:gd name="csX20" fmla="*/ 6993 w 127703"/>
              <a:gd name="csY20" fmla="*/ 1 h 127681"/>
              <a:gd name="csX21" fmla="*/ 90392 w 127703"/>
              <a:gd name="csY21" fmla="*/ 98 h 127681"/>
              <a:gd name="csX22" fmla="*/ 86632 w 127703"/>
              <a:gd name="csY22" fmla="*/ 1656 h 127681"/>
              <a:gd name="csX23" fmla="*/ 85067 w 127703"/>
              <a:gd name="csY23" fmla="*/ 5414 h 127681"/>
              <a:gd name="csX24" fmla="*/ 86632 w 127703"/>
              <a:gd name="csY24" fmla="*/ 9173 h 127681"/>
              <a:gd name="csX25" fmla="*/ 90392 w 127703"/>
              <a:gd name="csY25" fmla="*/ 10730 h 127681"/>
              <a:gd name="csX26" fmla="*/ 94153 w 127703"/>
              <a:gd name="csY26" fmla="*/ 9173 h 127681"/>
              <a:gd name="csX27" fmla="*/ 95701 w 127703"/>
              <a:gd name="csY27" fmla="*/ 5414 h 127681"/>
              <a:gd name="csX28" fmla="*/ 94153 w 127703"/>
              <a:gd name="csY28" fmla="*/ 1656 h 127681"/>
              <a:gd name="csX29" fmla="*/ 90392 w 127703"/>
              <a:gd name="csY29" fmla="*/ 98 h 127681"/>
              <a:gd name="csX30" fmla="*/ 122292 w 127703"/>
              <a:gd name="csY30" fmla="*/ 28450 h 127681"/>
              <a:gd name="csX31" fmla="*/ 118533 w 127703"/>
              <a:gd name="csY31" fmla="*/ 30007 h 127681"/>
              <a:gd name="csX32" fmla="*/ 116967 w 127703"/>
              <a:gd name="csY32" fmla="*/ 33766 h 127681"/>
              <a:gd name="csX33" fmla="*/ 118533 w 127703"/>
              <a:gd name="csY33" fmla="*/ 37526 h 127681"/>
              <a:gd name="csX34" fmla="*/ 122292 w 127703"/>
              <a:gd name="csY34" fmla="*/ 39082 h 127681"/>
              <a:gd name="csX35" fmla="*/ 126053 w 127703"/>
              <a:gd name="csY35" fmla="*/ 37526 h 127681"/>
              <a:gd name="csX36" fmla="*/ 127601 w 127703"/>
              <a:gd name="csY36" fmla="*/ 33766 h 127681"/>
              <a:gd name="csX37" fmla="*/ 126053 w 127703"/>
              <a:gd name="csY37" fmla="*/ 30007 h 127681"/>
              <a:gd name="csX38" fmla="*/ 122292 w 127703"/>
              <a:gd name="csY38" fmla="*/ 28450 h 127681"/>
              <a:gd name="csX39" fmla="*/ 83298 w 127703"/>
              <a:gd name="csY39" fmla="*/ 31994 h 127681"/>
              <a:gd name="csX40" fmla="*/ 79538 w 127703"/>
              <a:gd name="csY40" fmla="*/ 33552 h 127681"/>
              <a:gd name="csX41" fmla="*/ 77973 w 127703"/>
              <a:gd name="csY41" fmla="*/ 37309 h 127681"/>
              <a:gd name="csX42" fmla="*/ 79538 w 127703"/>
              <a:gd name="csY42" fmla="*/ 41069 h 127681"/>
              <a:gd name="csX43" fmla="*/ 83298 w 127703"/>
              <a:gd name="csY43" fmla="*/ 42625 h 127681"/>
              <a:gd name="csX44" fmla="*/ 87058 w 127703"/>
              <a:gd name="csY44" fmla="*/ 41069 h 127681"/>
              <a:gd name="csX45" fmla="*/ 88606 w 127703"/>
              <a:gd name="csY45" fmla="*/ 37309 h 127681"/>
              <a:gd name="csX46" fmla="*/ 87058 w 127703"/>
              <a:gd name="csY46" fmla="*/ 33552 h 127681"/>
              <a:gd name="csX47" fmla="*/ 83298 w 127703"/>
              <a:gd name="csY47" fmla="*/ 31994 h 127681"/>
              <a:gd name="csX48" fmla="*/ 51398 w 127703"/>
              <a:gd name="csY48" fmla="*/ 46171 h 127681"/>
              <a:gd name="csX49" fmla="*/ 47638 w 127703"/>
              <a:gd name="csY49" fmla="*/ 47727 h 127681"/>
              <a:gd name="csX50" fmla="*/ 46073 w 127703"/>
              <a:gd name="csY50" fmla="*/ 51487 h 127681"/>
              <a:gd name="csX51" fmla="*/ 47638 w 127703"/>
              <a:gd name="csY51" fmla="*/ 55244 h 127681"/>
              <a:gd name="csX52" fmla="*/ 51398 w 127703"/>
              <a:gd name="csY52" fmla="*/ 56803 h 127681"/>
              <a:gd name="csX53" fmla="*/ 55158 w 127703"/>
              <a:gd name="csY53" fmla="*/ 55244 h 127681"/>
              <a:gd name="csX54" fmla="*/ 56706 w 127703"/>
              <a:gd name="csY54" fmla="*/ 51487 h 127681"/>
              <a:gd name="csX55" fmla="*/ 55158 w 127703"/>
              <a:gd name="csY55" fmla="*/ 47727 h 127681"/>
              <a:gd name="csX56" fmla="*/ 51398 w 127703"/>
              <a:gd name="csY56" fmla="*/ 46171 h 127681"/>
              <a:gd name="csX57" fmla="*/ 104565 w 127703"/>
              <a:gd name="csY57" fmla="*/ 56803 h 127681"/>
              <a:gd name="csX58" fmla="*/ 100805 w 127703"/>
              <a:gd name="csY58" fmla="*/ 58359 h 127681"/>
              <a:gd name="csX59" fmla="*/ 99240 w 127703"/>
              <a:gd name="csY59" fmla="*/ 62118 h 127681"/>
              <a:gd name="csX60" fmla="*/ 100805 w 127703"/>
              <a:gd name="csY60" fmla="*/ 65876 h 127681"/>
              <a:gd name="csX61" fmla="*/ 104565 w 127703"/>
              <a:gd name="csY61" fmla="*/ 67434 h 127681"/>
              <a:gd name="csX62" fmla="*/ 108325 w 127703"/>
              <a:gd name="csY62" fmla="*/ 65876 h 127681"/>
              <a:gd name="csX63" fmla="*/ 109873 w 127703"/>
              <a:gd name="csY63" fmla="*/ 62118 h 127681"/>
              <a:gd name="csX64" fmla="*/ 108325 w 127703"/>
              <a:gd name="csY64" fmla="*/ 58359 h 127681"/>
              <a:gd name="csX65" fmla="*/ 104565 w 127703"/>
              <a:gd name="csY65" fmla="*/ 56803 h 127681"/>
              <a:gd name="csX66" fmla="*/ 79759 w 127703"/>
              <a:gd name="csY66" fmla="*/ 67434 h 127681"/>
              <a:gd name="csX67" fmla="*/ 75999 w 127703"/>
              <a:gd name="csY67" fmla="*/ 68991 h 127681"/>
              <a:gd name="csX68" fmla="*/ 74434 w 127703"/>
              <a:gd name="csY68" fmla="*/ 72750 h 127681"/>
              <a:gd name="csX69" fmla="*/ 75999 w 127703"/>
              <a:gd name="csY69" fmla="*/ 76508 h 127681"/>
              <a:gd name="csX70" fmla="*/ 79759 w 127703"/>
              <a:gd name="csY70" fmla="*/ 78066 h 127681"/>
              <a:gd name="csX71" fmla="*/ 83519 w 127703"/>
              <a:gd name="csY71" fmla="*/ 76508 h 127681"/>
              <a:gd name="csX72" fmla="*/ 85067 w 127703"/>
              <a:gd name="csY72" fmla="*/ 72750 h 127681"/>
              <a:gd name="csX73" fmla="*/ 83519 w 127703"/>
              <a:gd name="csY73" fmla="*/ 68991 h 127681"/>
              <a:gd name="csX74" fmla="*/ 79759 w 127703"/>
              <a:gd name="csY74" fmla="*/ 67434 h 127681"/>
              <a:gd name="csX75" fmla="*/ 54937 w 127703"/>
              <a:gd name="csY75" fmla="*/ 70978 h 127681"/>
              <a:gd name="csX76" fmla="*/ 51177 w 127703"/>
              <a:gd name="csY76" fmla="*/ 72534 h 127681"/>
              <a:gd name="csX77" fmla="*/ 49628 w 127703"/>
              <a:gd name="csY77" fmla="*/ 76294 h 127681"/>
              <a:gd name="csX78" fmla="*/ 51177 w 127703"/>
              <a:gd name="csY78" fmla="*/ 80053 h 127681"/>
              <a:gd name="csX79" fmla="*/ 54937 w 127703"/>
              <a:gd name="csY79" fmla="*/ 81610 h 127681"/>
              <a:gd name="csX80" fmla="*/ 58697 w 127703"/>
              <a:gd name="csY80" fmla="*/ 80053 h 127681"/>
              <a:gd name="csX81" fmla="*/ 60262 w 127703"/>
              <a:gd name="csY81" fmla="*/ 76294 h 127681"/>
              <a:gd name="csX82" fmla="*/ 58697 w 127703"/>
              <a:gd name="csY82" fmla="*/ 72534 h 127681"/>
              <a:gd name="csX83" fmla="*/ 54937 w 127703"/>
              <a:gd name="csY83" fmla="*/ 70978 h 127681"/>
              <a:gd name="csX84" fmla="*/ 30131 w 127703"/>
              <a:gd name="csY84" fmla="*/ 81610 h 127681"/>
              <a:gd name="csX85" fmla="*/ 26371 w 127703"/>
              <a:gd name="csY85" fmla="*/ 83166 h 127681"/>
              <a:gd name="csX86" fmla="*/ 24806 w 127703"/>
              <a:gd name="csY86" fmla="*/ 86926 h 127681"/>
              <a:gd name="csX87" fmla="*/ 26371 w 127703"/>
              <a:gd name="csY87" fmla="*/ 90685 h 127681"/>
              <a:gd name="csX88" fmla="*/ 30131 w 127703"/>
              <a:gd name="csY88" fmla="*/ 92242 h 127681"/>
              <a:gd name="csX89" fmla="*/ 33891 w 127703"/>
              <a:gd name="csY89" fmla="*/ 90685 h 127681"/>
              <a:gd name="csX90" fmla="*/ 35439 w 127703"/>
              <a:gd name="csY90" fmla="*/ 86926 h 127681"/>
              <a:gd name="csX91" fmla="*/ 33891 w 127703"/>
              <a:gd name="csY91" fmla="*/ 83166 h 127681"/>
              <a:gd name="csX92" fmla="*/ 30131 w 127703"/>
              <a:gd name="csY92" fmla="*/ 81610 h 127681"/>
              <a:gd name="csX93" fmla="*/ 54937 w 127703"/>
              <a:gd name="csY93" fmla="*/ 92242 h 127681"/>
              <a:gd name="csX94" fmla="*/ 51177 w 127703"/>
              <a:gd name="csY94" fmla="*/ 93798 h 127681"/>
              <a:gd name="csX95" fmla="*/ 49628 w 127703"/>
              <a:gd name="csY95" fmla="*/ 97558 h 127681"/>
              <a:gd name="csX96" fmla="*/ 51177 w 127703"/>
              <a:gd name="csY96" fmla="*/ 101317 h 127681"/>
              <a:gd name="csX97" fmla="*/ 54937 w 127703"/>
              <a:gd name="csY97" fmla="*/ 102874 h 127681"/>
              <a:gd name="csX98" fmla="*/ 58697 w 127703"/>
              <a:gd name="csY98" fmla="*/ 101317 h 127681"/>
              <a:gd name="csX99" fmla="*/ 60262 w 127703"/>
              <a:gd name="csY99" fmla="*/ 97558 h 127681"/>
              <a:gd name="csX100" fmla="*/ 58697 w 127703"/>
              <a:gd name="csY100" fmla="*/ 93798 h 127681"/>
              <a:gd name="csX101" fmla="*/ 54937 w 127703"/>
              <a:gd name="csY101" fmla="*/ 92242 h 127681"/>
            </a:gdLst>
            <a:ahLst/>
            <a:cxnLst/>
            <a:rect l="l" t="t" r="r" b="b"/>
            <a:pathLst>
              <a:path w="100000" h="100000">
                <a:moveTo>
                  <a:pt x="5476" y="9"/>
                </a:moveTo>
                <a:cubicBezTo>
                  <a:pt x="3997" y="32"/>
                  <a:pt x="2598" y="637"/>
                  <a:pt x="1572" y="1691"/>
                </a:cubicBezTo>
                <a:cubicBezTo>
                  <a:pt x="547" y="2746"/>
                  <a:pt x="-13" y="4165"/>
                  <a:pt x="0" y="5636"/>
                </a:cubicBezTo>
                <a:lnTo>
                  <a:pt x="0" y="94442"/>
                </a:lnTo>
                <a:cubicBezTo>
                  <a:pt x="0" y="95914"/>
                  <a:pt x="587" y="97326"/>
                  <a:pt x="1626" y="98367"/>
                </a:cubicBezTo>
                <a:cubicBezTo>
                  <a:pt x="2665" y="99406"/>
                  <a:pt x="4077" y="99991"/>
                  <a:pt x="5556" y="99991"/>
                </a:cubicBezTo>
                <a:lnTo>
                  <a:pt x="94364" y="99991"/>
                </a:lnTo>
                <a:cubicBezTo>
                  <a:pt x="95111" y="100002"/>
                  <a:pt x="95830" y="99866"/>
                  <a:pt x="96522" y="99592"/>
                </a:cubicBezTo>
                <a:cubicBezTo>
                  <a:pt x="97202" y="99317"/>
                  <a:pt x="97829" y="98911"/>
                  <a:pt x="98348" y="98394"/>
                </a:cubicBezTo>
                <a:cubicBezTo>
                  <a:pt x="98868" y="97877"/>
                  <a:pt x="99280" y="97262"/>
                  <a:pt x="99574" y="96584"/>
                </a:cubicBezTo>
                <a:cubicBezTo>
                  <a:pt x="99854" y="95906"/>
                  <a:pt x="100000" y="95177"/>
                  <a:pt x="100000" y="94442"/>
                </a:cubicBezTo>
                <a:cubicBezTo>
                  <a:pt x="100000" y="93706"/>
                  <a:pt x="99854" y="92978"/>
                  <a:pt x="99574" y="92299"/>
                </a:cubicBezTo>
                <a:cubicBezTo>
                  <a:pt x="99280" y="91620"/>
                  <a:pt x="98868" y="91005"/>
                  <a:pt x="98348" y="90488"/>
                </a:cubicBezTo>
                <a:cubicBezTo>
                  <a:pt x="97829" y="89973"/>
                  <a:pt x="97202" y="89565"/>
                  <a:pt x="96522" y="89291"/>
                </a:cubicBezTo>
                <a:cubicBezTo>
                  <a:pt x="95830" y="89017"/>
                  <a:pt x="95111" y="88880"/>
                  <a:pt x="94364" y="88891"/>
                </a:cubicBezTo>
                <a:lnTo>
                  <a:pt x="11098" y="88891"/>
                </a:lnTo>
                <a:lnTo>
                  <a:pt x="11098" y="5636"/>
                </a:lnTo>
                <a:cubicBezTo>
                  <a:pt x="11112" y="4894"/>
                  <a:pt x="10978" y="4157"/>
                  <a:pt x="10698" y="3470"/>
                </a:cubicBezTo>
                <a:cubicBezTo>
                  <a:pt x="10419" y="2782"/>
                  <a:pt x="10005" y="2158"/>
                  <a:pt x="9473" y="1633"/>
                </a:cubicBezTo>
                <a:cubicBezTo>
                  <a:pt x="8953" y="1108"/>
                  <a:pt x="8327" y="695"/>
                  <a:pt x="7634" y="416"/>
                </a:cubicBezTo>
                <a:cubicBezTo>
                  <a:pt x="6954" y="137"/>
                  <a:pt x="6208" y="-2"/>
                  <a:pt x="5476" y="9"/>
                </a:cubicBezTo>
                <a:close/>
                <a:moveTo>
                  <a:pt x="70783" y="85"/>
                </a:moveTo>
                <a:cubicBezTo>
                  <a:pt x="69678" y="85"/>
                  <a:pt x="68612" y="525"/>
                  <a:pt x="67839" y="1305"/>
                </a:cubicBezTo>
                <a:cubicBezTo>
                  <a:pt x="67053" y="2086"/>
                  <a:pt x="66613" y="3145"/>
                  <a:pt x="66613" y="4248"/>
                </a:cubicBezTo>
                <a:cubicBezTo>
                  <a:pt x="66613" y="5352"/>
                  <a:pt x="67053" y="6411"/>
                  <a:pt x="67839" y="7192"/>
                </a:cubicBezTo>
                <a:cubicBezTo>
                  <a:pt x="68612" y="7972"/>
                  <a:pt x="69678" y="8411"/>
                  <a:pt x="70783" y="8411"/>
                </a:cubicBezTo>
                <a:cubicBezTo>
                  <a:pt x="71876" y="8411"/>
                  <a:pt x="72942" y="7972"/>
                  <a:pt x="73728" y="7192"/>
                </a:cubicBezTo>
                <a:cubicBezTo>
                  <a:pt x="74500" y="6411"/>
                  <a:pt x="74940" y="5352"/>
                  <a:pt x="74940" y="4248"/>
                </a:cubicBezTo>
                <a:cubicBezTo>
                  <a:pt x="74940" y="3145"/>
                  <a:pt x="74500" y="2086"/>
                  <a:pt x="73728" y="1305"/>
                </a:cubicBezTo>
                <a:cubicBezTo>
                  <a:pt x="72942" y="525"/>
                  <a:pt x="71876" y="85"/>
                  <a:pt x="70783" y="85"/>
                </a:cubicBezTo>
                <a:close/>
                <a:moveTo>
                  <a:pt x="95763" y="22287"/>
                </a:moveTo>
                <a:cubicBezTo>
                  <a:pt x="94658" y="22287"/>
                  <a:pt x="93591" y="22725"/>
                  <a:pt x="92819" y="23506"/>
                </a:cubicBezTo>
                <a:cubicBezTo>
                  <a:pt x="92033" y="24286"/>
                  <a:pt x="91593" y="25346"/>
                  <a:pt x="91593" y="26450"/>
                </a:cubicBezTo>
                <a:cubicBezTo>
                  <a:pt x="91593" y="27554"/>
                  <a:pt x="92033" y="28613"/>
                  <a:pt x="92819" y="29394"/>
                </a:cubicBezTo>
                <a:cubicBezTo>
                  <a:pt x="93591" y="30174"/>
                  <a:pt x="94658" y="30612"/>
                  <a:pt x="95763" y="30612"/>
                </a:cubicBezTo>
                <a:cubicBezTo>
                  <a:pt x="96856" y="30612"/>
                  <a:pt x="97922" y="30174"/>
                  <a:pt x="98708" y="29394"/>
                </a:cubicBezTo>
                <a:cubicBezTo>
                  <a:pt x="99480" y="28613"/>
                  <a:pt x="99920" y="27554"/>
                  <a:pt x="99920" y="26450"/>
                </a:cubicBezTo>
                <a:cubicBezTo>
                  <a:pt x="99920" y="25346"/>
                  <a:pt x="99480" y="24286"/>
                  <a:pt x="98708" y="23506"/>
                </a:cubicBezTo>
                <a:cubicBezTo>
                  <a:pt x="97922" y="22725"/>
                  <a:pt x="96856" y="22287"/>
                  <a:pt x="95763" y="22287"/>
                </a:cubicBezTo>
                <a:close/>
                <a:moveTo>
                  <a:pt x="65228" y="25062"/>
                </a:moveTo>
                <a:cubicBezTo>
                  <a:pt x="64122" y="25062"/>
                  <a:pt x="63070" y="25501"/>
                  <a:pt x="62284" y="26282"/>
                </a:cubicBezTo>
                <a:cubicBezTo>
                  <a:pt x="61497" y="27063"/>
                  <a:pt x="61058" y="28122"/>
                  <a:pt x="61058" y="29224"/>
                </a:cubicBezTo>
                <a:cubicBezTo>
                  <a:pt x="61058" y="30329"/>
                  <a:pt x="61497" y="31388"/>
                  <a:pt x="62284" y="32168"/>
                </a:cubicBezTo>
                <a:cubicBezTo>
                  <a:pt x="63070" y="32949"/>
                  <a:pt x="64122" y="33387"/>
                  <a:pt x="65228" y="33387"/>
                </a:cubicBezTo>
                <a:cubicBezTo>
                  <a:pt x="66334" y="33387"/>
                  <a:pt x="67386" y="32949"/>
                  <a:pt x="68172" y="32168"/>
                </a:cubicBezTo>
                <a:cubicBezTo>
                  <a:pt x="68945" y="31388"/>
                  <a:pt x="69384" y="30329"/>
                  <a:pt x="69384" y="29224"/>
                </a:cubicBezTo>
                <a:cubicBezTo>
                  <a:pt x="69384" y="28122"/>
                  <a:pt x="68945" y="27063"/>
                  <a:pt x="68172" y="26282"/>
                </a:cubicBezTo>
                <a:cubicBezTo>
                  <a:pt x="67386" y="25501"/>
                  <a:pt x="66334" y="25062"/>
                  <a:pt x="65228" y="25062"/>
                </a:cubicBezTo>
                <a:close/>
                <a:moveTo>
                  <a:pt x="40248" y="36164"/>
                </a:moveTo>
                <a:cubicBezTo>
                  <a:pt x="39142" y="36164"/>
                  <a:pt x="38090" y="36601"/>
                  <a:pt x="37304" y="37382"/>
                </a:cubicBezTo>
                <a:cubicBezTo>
                  <a:pt x="36518" y="38163"/>
                  <a:pt x="36078" y="39221"/>
                  <a:pt x="36078" y="40326"/>
                </a:cubicBezTo>
                <a:cubicBezTo>
                  <a:pt x="36078" y="41431"/>
                  <a:pt x="36518" y="42488"/>
                  <a:pt x="37304" y="43268"/>
                </a:cubicBezTo>
                <a:cubicBezTo>
                  <a:pt x="38090" y="44051"/>
                  <a:pt x="39142" y="44489"/>
                  <a:pt x="40248" y="44489"/>
                </a:cubicBezTo>
                <a:cubicBezTo>
                  <a:pt x="41354" y="44489"/>
                  <a:pt x="42406" y="44051"/>
                  <a:pt x="43192" y="43268"/>
                </a:cubicBezTo>
                <a:cubicBezTo>
                  <a:pt x="43965" y="42488"/>
                  <a:pt x="44405" y="41431"/>
                  <a:pt x="44405" y="40326"/>
                </a:cubicBezTo>
                <a:cubicBezTo>
                  <a:pt x="44405" y="39221"/>
                  <a:pt x="43965" y="38163"/>
                  <a:pt x="43192" y="37382"/>
                </a:cubicBezTo>
                <a:cubicBezTo>
                  <a:pt x="42406" y="36601"/>
                  <a:pt x="41354" y="36164"/>
                  <a:pt x="40248" y="36164"/>
                </a:cubicBezTo>
                <a:close/>
                <a:moveTo>
                  <a:pt x="81881" y="44489"/>
                </a:moveTo>
                <a:cubicBezTo>
                  <a:pt x="80775" y="44489"/>
                  <a:pt x="79723" y="44927"/>
                  <a:pt x="78937" y="45708"/>
                </a:cubicBezTo>
                <a:cubicBezTo>
                  <a:pt x="78151" y="46488"/>
                  <a:pt x="77712" y="47547"/>
                  <a:pt x="77712" y="48651"/>
                </a:cubicBezTo>
                <a:cubicBezTo>
                  <a:pt x="77712" y="49756"/>
                  <a:pt x="78151" y="50813"/>
                  <a:pt x="78937" y="51594"/>
                </a:cubicBezTo>
                <a:cubicBezTo>
                  <a:pt x="79723" y="52376"/>
                  <a:pt x="80775" y="52814"/>
                  <a:pt x="81881" y="52814"/>
                </a:cubicBezTo>
                <a:cubicBezTo>
                  <a:pt x="82987" y="52814"/>
                  <a:pt x="84040" y="52376"/>
                  <a:pt x="84826" y="51594"/>
                </a:cubicBezTo>
                <a:cubicBezTo>
                  <a:pt x="85598" y="50813"/>
                  <a:pt x="86038" y="49756"/>
                  <a:pt x="86038" y="48651"/>
                </a:cubicBezTo>
                <a:cubicBezTo>
                  <a:pt x="86038" y="47547"/>
                  <a:pt x="85598" y="46488"/>
                  <a:pt x="84826" y="45708"/>
                </a:cubicBezTo>
                <a:cubicBezTo>
                  <a:pt x="84040" y="44927"/>
                  <a:pt x="82987" y="44489"/>
                  <a:pt x="81881" y="44489"/>
                </a:cubicBezTo>
                <a:close/>
                <a:moveTo>
                  <a:pt x="62457" y="52814"/>
                </a:moveTo>
                <a:cubicBezTo>
                  <a:pt x="61351" y="52814"/>
                  <a:pt x="60285" y="53252"/>
                  <a:pt x="59512" y="54033"/>
                </a:cubicBezTo>
                <a:cubicBezTo>
                  <a:pt x="58727" y="54814"/>
                  <a:pt x="58287" y="55873"/>
                  <a:pt x="58287" y="56977"/>
                </a:cubicBezTo>
                <a:cubicBezTo>
                  <a:pt x="58287" y="58082"/>
                  <a:pt x="58727" y="59139"/>
                  <a:pt x="59512" y="59920"/>
                </a:cubicBezTo>
                <a:cubicBezTo>
                  <a:pt x="60285" y="60702"/>
                  <a:pt x="61351" y="61140"/>
                  <a:pt x="62457" y="61140"/>
                </a:cubicBezTo>
                <a:cubicBezTo>
                  <a:pt x="63549" y="61140"/>
                  <a:pt x="64615" y="60702"/>
                  <a:pt x="65401" y="59920"/>
                </a:cubicBezTo>
                <a:cubicBezTo>
                  <a:pt x="66174" y="59139"/>
                  <a:pt x="66613" y="58082"/>
                  <a:pt x="66613" y="56977"/>
                </a:cubicBezTo>
                <a:cubicBezTo>
                  <a:pt x="66613" y="55873"/>
                  <a:pt x="66174" y="54814"/>
                  <a:pt x="65401" y="54033"/>
                </a:cubicBezTo>
                <a:cubicBezTo>
                  <a:pt x="64615" y="53252"/>
                  <a:pt x="63549" y="52814"/>
                  <a:pt x="62457" y="52814"/>
                </a:cubicBezTo>
                <a:close/>
                <a:moveTo>
                  <a:pt x="43019" y="55589"/>
                </a:moveTo>
                <a:cubicBezTo>
                  <a:pt x="41913" y="55589"/>
                  <a:pt x="40860" y="56028"/>
                  <a:pt x="40075" y="56808"/>
                </a:cubicBezTo>
                <a:cubicBezTo>
                  <a:pt x="39302" y="57588"/>
                  <a:pt x="38862" y="58648"/>
                  <a:pt x="38862" y="59752"/>
                </a:cubicBezTo>
                <a:cubicBezTo>
                  <a:pt x="38862" y="60856"/>
                  <a:pt x="39302" y="61915"/>
                  <a:pt x="40075" y="62695"/>
                </a:cubicBezTo>
                <a:cubicBezTo>
                  <a:pt x="40860" y="63476"/>
                  <a:pt x="41913" y="63915"/>
                  <a:pt x="43019" y="63915"/>
                </a:cubicBezTo>
                <a:cubicBezTo>
                  <a:pt x="44125" y="63915"/>
                  <a:pt x="45191" y="63476"/>
                  <a:pt x="45964" y="62695"/>
                </a:cubicBezTo>
                <a:cubicBezTo>
                  <a:pt x="46749" y="61915"/>
                  <a:pt x="47189" y="60856"/>
                  <a:pt x="47189" y="59752"/>
                </a:cubicBezTo>
                <a:cubicBezTo>
                  <a:pt x="47189" y="58648"/>
                  <a:pt x="46749" y="57588"/>
                  <a:pt x="45964" y="56808"/>
                </a:cubicBezTo>
                <a:cubicBezTo>
                  <a:pt x="45191" y="56028"/>
                  <a:pt x="44125" y="55589"/>
                  <a:pt x="43019" y="55589"/>
                </a:cubicBezTo>
                <a:close/>
                <a:moveTo>
                  <a:pt x="23595" y="63915"/>
                </a:moveTo>
                <a:cubicBezTo>
                  <a:pt x="22489" y="63915"/>
                  <a:pt x="21436" y="64352"/>
                  <a:pt x="20650" y="65133"/>
                </a:cubicBezTo>
                <a:cubicBezTo>
                  <a:pt x="19864" y="65914"/>
                  <a:pt x="19425" y="66973"/>
                  <a:pt x="19425" y="68077"/>
                </a:cubicBezTo>
                <a:cubicBezTo>
                  <a:pt x="19425" y="69182"/>
                  <a:pt x="19864" y="70240"/>
                  <a:pt x="20650" y="71021"/>
                </a:cubicBezTo>
                <a:cubicBezTo>
                  <a:pt x="21436" y="71802"/>
                  <a:pt x="22489" y="72240"/>
                  <a:pt x="23595" y="72240"/>
                </a:cubicBezTo>
                <a:cubicBezTo>
                  <a:pt x="24700" y="72240"/>
                  <a:pt x="25753" y="71802"/>
                  <a:pt x="26539" y="71021"/>
                </a:cubicBezTo>
                <a:cubicBezTo>
                  <a:pt x="27312" y="70240"/>
                  <a:pt x="27751" y="69182"/>
                  <a:pt x="27751" y="68077"/>
                </a:cubicBezTo>
                <a:cubicBezTo>
                  <a:pt x="27751" y="66973"/>
                  <a:pt x="27312" y="65914"/>
                  <a:pt x="26539" y="65133"/>
                </a:cubicBezTo>
                <a:cubicBezTo>
                  <a:pt x="25753" y="64352"/>
                  <a:pt x="24700" y="63915"/>
                  <a:pt x="23595" y="63915"/>
                </a:cubicBezTo>
                <a:close/>
                <a:moveTo>
                  <a:pt x="43019" y="72240"/>
                </a:moveTo>
                <a:cubicBezTo>
                  <a:pt x="41913" y="72240"/>
                  <a:pt x="40860" y="72678"/>
                  <a:pt x="40075" y="73459"/>
                </a:cubicBezTo>
                <a:cubicBezTo>
                  <a:pt x="39302" y="74239"/>
                  <a:pt x="38862" y="75299"/>
                  <a:pt x="38862" y="76403"/>
                </a:cubicBezTo>
                <a:cubicBezTo>
                  <a:pt x="38862" y="77507"/>
                  <a:pt x="39302" y="78566"/>
                  <a:pt x="40075" y="79347"/>
                </a:cubicBezTo>
                <a:cubicBezTo>
                  <a:pt x="40860" y="80127"/>
                  <a:pt x="41913" y="80566"/>
                  <a:pt x="43019" y="80566"/>
                </a:cubicBezTo>
                <a:cubicBezTo>
                  <a:pt x="44125" y="80566"/>
                  <a:pt x="45191" y="80127"/>
                  <a:pt x="45964" y="79347"/>
                </a:cubicBezTo>
                <a:cubicBezTo>
                  <a:pt x="46749" y="78566"/>
                  <a:pt x="47189" y="77507"/>
                  <a:pt x="47189" y="76403"/>
                </a:cubicBezTo>
                <a:cubicBezTo>
                  <a:pt x="47189" y="75299"/>
                  <a:pt x="46749" y="74239"/>
                  <a:pt x="45964" y="73459"/>
                </a:cubicBezTo>
                <a:cubicBezTo>
                  <a:pt x="45191" y="72678"/>
                  <a:pt x="44125" y="72240"/>
                  <a:pt x="43019" y="7224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2" name="Белый — SVG 52">
            <a:extLst>
              <a:ext uri="{FF2B5EF4-FFF2-40B4-BE49-F238E27FC236}">
                <a16:creationId xmlns:a16="http://schemas.microsoft.com/office/drawing/2014/main" id="{2351E3EE-DCE0-2046-9C86-935F20165462}"/>
              </a:ext>
            </a:extLst>
          </p:cNvPr>
          <p:cNvSpPr>
            <a:spLocks noGrp="1"/>
          </p:cNvSpPr>
          <p:nvPr/>
        </p:nvSpPr>
        <p:spPr>
          <a:xfrm>
            <a:off x="9420000" y="5270000"/>
            <a:ext cx="220000" cy="220000"/>
          </a:xfrm>
          <a:custGeom>
            <a:avLst/>
            <a:gdLst>
              <a:gd name="csX0" fmla="*/ 51397 w 127703"/>
              <a:gd name="csY0" fmla="*/ 0 h 127685"/>
              <a:gd name="csX1" fmla="*/ 0 w 127703"/>
              <a:gd name="csY1" fmla="*/ 51387 h 127685"/>
              <a:gd name="csX2" fmla="*/ 51397 w 127703"/>
              <a:gd name="csY2" fmla="*/ 102776 h 127685"/>
              <a:gd name="csX3" fmla="*/ 82311 w 127703"/>
              <a:gd name="csY3" fmla="*/ 92323 h 127685"/>
              <a:gd name="csX4" fmla="*/ 115504 w 127703"/>
              <a:gd name="csY4" fmla="*/ 125506 h 127685"/>
              <a:gd name="csX5" fmla="*/ 117801 w 127703"/>
              <a:gd name="csY5" fmla="*/ 127104 h 127685"/>
              <a:gd name="csX6" fmla="*/ 120540 w 127703"/>
              <a:gd name="csY6" fmla="*/ 127685 h 127685"/>
              <a:gd name="csX7" fmla="*/ 123296 w 127703"/>
              <a:gd name="csY7" fmla="*/ 127160 h 127685"/>
              <a:gd name="csX8" fmla="*/ 125627 w 127703"/>
              <a:gd name="csY8" fmla="*/ 125610 h 127685"/>
              <a:gd name="csX9" fmla="*/ 127175 w 127703"/>
              <a:gd name="csY9" fmla="*/ 123276 h 127685"/>
              <a:gd name="csX10" fmla="*/ 127703 w 127703"/>
              <a:gd name="csY10" fmla="*/ 120525 h 127685"/>
              <a:gd name="csX11" fmla="*/ 127124 w 127703"/>
              <a:gd name="csY11" fmla="*/ 117785 h 127685"/>
              <a:gd name="csX12" fmla="*/ 125525 w 127703"/>
              <a:gd name="csY12" fmla="*/ 115483 h 127685"/>
              <a:gd name="csX13" fmla="*/ 92332 w 127703"/>
              <a:gd name="csY13" fmla="*/ 82293 h 127685"/>
              <a:gd name="csX14" fmla="*/ 102795 w 127703"/>
              <a:gd name="csY14" fmla="*/ 51387 h 127685"/>
              <a:gd name="csX15" fmla="*/ 51397 w 127703"/>
              <a:gd name="csY15" fmla="*/ 0 h 127685"/>
              <a:gd name="csX16" fmla="*/ 51397 w 127703"/>
              <a:gd name="csY16" fmla="*/ 14175 h 127685"/>
              <a:gd name="csX17" fmla="*/ 88606 w 127703"/>
              <a:gd name="csY17" fmla="*/ 51387 h 127685"/>
              <a:gd name="csX18" fmla="*/ 78500 w 127703"/>
              <a:gd name="csY18" fmla="*/ 76895 h 127685"/>
              <a:gd name="csX19" fmla="*/ 76918 w 127703"/>
              <a:gd name="csY19" fmla="*/ 78479 h 127685"/>
              <a:gd name="csX20" fmla="*/ 51397 w 127703"/>
              <a:gd name="csY20" fmla="*/ 88599 h 127685"/>
              <a:gd name="csX21" fmla="*/ 14172 w 127703"/>
              <a:gd name="csY21" fmla="*/ 51387 h 127685"/>
              <a:gd name="csX22" fmla="*/ 51397 w 127703"/>
              <a:gd name="csY22" fmla="*/ 14175 h 127685"/>
            </a:gdLst>
            <a:ahLst/>
            <a:cxnLst/>
            <a:rect l="l" t="t" r="r" b="b"/>
            <a:pathLst>
              <a:path w="100000" h="100000">
                <a:moveTo>
                  <a:pt x="40247" y="7"/>
                </a:moveTo>
                <a:cubicBezTo>
                  <a:pt x="18079" y="7"/>
                  <a:pt x="0" y="18089"/>
                  <a:pt x="0" y="40247"/>
                </a:cubicBezTo>
                <a:cubicBezTo>
                  <a:pt x="0" y="62406"/>
                  <a:pt x="18079" y="80488"/>
                  <a:pt x="40247" y="80488"/>
                </a:cubicBezTo>
                <a:cubicBezTo>
                  <a:pt x="49334" y="80488"/>
                  <a:pt x="57700" y="77415"/>
                  <a:pt x="64455" y="72302"/>
                </a:cubicBezTo>
                <a:lnTo>
                  <a:pt x="90447" y="98287"/>
                </a:lnTo>
                <a:cubicBezTo>
                  <a:pt x="90954" y="98820"/>
                  <a:pt x="91566" y="99244"/>
                  <a:pt x="92246" y="99538"/>
                </a:cubicBezTo>
                <a:cubicBezTo>
                  <a:pt x="92926" y="99831"/>
                  <a:pt x="93658" y="99987"/>
                  <a:pt x="94391" y="99993"/>
                </a:cubicBezTo>
                <a:cubicBezTo>
                  <a:pt x="95137" y="100002"/>
                  <a:pt x="95869" y="99861"/>
                  <a:pt x="96549" y="99582"/>
                </a:cubicBezTo>
                <a:cubicBezTo>
                  <a:pt x="97229" y="99303"/>
                  <a:pt x="97854" y="98890"/>
                  <a:pt x="98374" y="98368"/>
                </a:cubicBezTo>
                <a:cubicBezTo>
                  <a:pt x="98894" y="97846"/>
                  <a:pt x="99307" y="97225"/>
                  <a:pt x="99587" y="96540"/>
                </a:cubicBezTo>
                <a:cubicBezTo>
                  <a:pt x="99866" y="95857"/>
                  <a:pt x="100013" y="95125"/>
                  <a:pt x="100000" y="94386"/>
                </a:cubicBezTo>
                <a:cubicBezTo>
                  <a:pt x="99987" y="93649"/>
                  <a:pt x="99839" y="92919"/>
                  <a:pt x="99547" y="92241"/>
                </a:cubicBezTo>
                <a:cubicBezTo>
                  <a:pt x="99254" y="91562"/>
                  <a:pt x="98827" y="90950"/>
                  <a:pt x="98294" y="90438"/>
                </a:cubicBezTo>
                <a:lnTo>
                  <a:pt x="72302" y="64448"/>
                </a:lnTo>
                <a:cubicBezTo>
                  <a:pt x="77418" y="57700"/>
                  <a:pt x="80495" y="49330"/>
                  <a:pt x="80495" y="40247"/>
                </a:cubicBezTo>
                <a:cubicBezTo>
                  <a:pt x="80495" y="18089"/>
                  <a:pt x="62403" y="7"/>
                  <a:pt x="40247" y="7"/>
                </a:cubicBezTo>
                <a:close/>
                <a:moveTo>
                  <a:pt x="40247" y="11107"/>
                </a:moveTo>
                <a:cubicBezTo>
                  <a:pt x="56408" y="11107"/>
                  <a:pt x="69384" y="24089"/>
                  <a:pt x="69384" y="40247"/>
                </a:cubicBezTo>
                <a:cubicBezTo>
                  <a:pt x="69384" y="48006"/>
                  <a:pt x="66374" y="55013"/>
                  <a:pt x="61471" y="60221"/>
                </a:cubicBezTo>
                <a:cubicBezTo>
                  <a:pt x="60991" y="60566"/>
                  <a:pt x="60578" y="60984"/>
                  <a:pt x="60232" y="61461"/>
                </a:cubicBezTo>
                <a:cubicBezTo>
                  <a:pt x="55022" y="66369"/>
                  <a:pt x="48015" y="69386"/>
                  <a:pt x="40247" y="69386"/>
                </a:cubicBezTo>
                <a:cubicBezTo>
                  <a:pt x="24087" y="69386"/>
                  <a:pt x="11098" y="56406"/>
                  <a:pt x="11098" y="40247"/>
                </a:cubicBezTo>
                <a:cubicBezTo>
                  <a:pt x="11098" y="24089"/>
                  <a:pt x="24087" y="11107"/>
                  <a:pt x="40247" y="1110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3" name="Белый — SVG 53">
            <a:extLst>
              <a:ext uri="{FF2B5EF4-FFF2-40B4-BE49-F238E27FC236}">
                <a16:creationId xmlns:a16="http://schemas.microsoft.com/office/drawing/2014/main" id="{D1C890B3-3DED-7440-87BE-3B8BE302C769}"/>
              </a:ext>
            </a:extLst>
          </p:cNvPr>
          <p:cNvSpPr>
            <a:spLocks noGrp="1"/>
          </p:cNvSpPr>
          <p:nvPr/>
        </p:nvSpPr>
        <p:spPr>
          <a:xfrm>
            <a:off x="10020000" y="5270000"/>
            <a:ext cx="220000" cy="220000"/>
          </a:xfrm>
          <a:custGeom>
            <a:avLst/>
            <a:gdLst>
              <a:gd name="csX0" fmla="*/ 15950 w 148864"/>
              <a:gd name="csY0" fmla="*/ 0 h 134671"/>
              <a:gd name="csX1" fmla="*/ 0 w 148864"/>
              <a:gd name="csY1" fmla="*/ 15948 h 134671"/>
              <a:gd name="csX2" fmla="*/ 0 w 148864"/>
              <a:gd name="csY2" fmla="*/ 97460 h 134671"/>
              <a:gd name="csX3" fmla="*/ 15950 w 148864"/>
              <a:gd name="csY3" fmla="*/ 113407 h 134671"/>
              <a:gd name="csX4" fmla="*/ 78047 w 148864"/>
              <a:gd name="csY4" fmla="*/ 113407 h 134671"/>
              <a:gd name="csX5" fmla="*/ 70890 w 148864"/>
              <a:gd name="csY5" fmla="*/ 92144 h 134671"/>
              <a:gd name="csX6" fmla="*/ 106334 w 148864"/>
              <a:gd name="csY6" fmla="*/ 56704 h 134671"/>
              <a:gd name="csX7" fmla="*/ 141778 w 148864"/>
              <a:gd name="csY7" fmla="*/ 92144 h 134671"/>
              <a:gd name="csX8" fmla="*/ 141778 w 148864"/>
              <a:gd name="csY8" fmla="*/ 33668 h 134671"/>
              <a:gd name="csX9" fmla="*/ 125828 w 148864"/>
              <a:gd name="csY9" fmla="*/ 17720 h 134671"/>
              <a:gd name="csX10" fmla="*/ 71041 w 148864"/>
              <a:gd name="csY10" fmla="*/ 17720 h 134671"/>
              <a:gd name="csX11" fmla="*/ 55195 w 148864"/>
              <a:gd name="csY11" fmla="*/ 4513 h 134671"/>
              <a:gd name="csX12" fmla="*/ 42721 w 148864"/>
              <a:gd name="csY12" fmla="*/ 0 h 134671"/>
              <a:gd name="csX13" fmla="*/ 15950 w 148864"/>
              <a:gd name="csY13" fmla="*/ 0 h 134671"/>
              <a:gd name="csX14" fmla="*/ 106334 w 148864"/>
              <a:gd name="csY14" fmla="*/ 63792 h 134671"/>
              <a:gd name="csX15" fmla="*/ 77978 w 148864"/>
              <a:gd name="csY15" fmla="*/ 92144 h 134671"/>
              <a:gd name="csX16" fmla="*/ 106334 w 148864"/>
              <a:gd name="csY16" fmla="*/ 120495 h 134671"/>
              <a:gd name="csX17" fmla="*/ 122257 w 148864"/>
              <a:gd name="csY17" fmla="*/ 115581 h 134671"/>
              <a:gd name="csX18" fmla="*/ 139792 w 148864"/>
              <a:gd name="csY18" fmla="*/ 133114 h 134671"/>
              <a:gd name="csX19" fmla="*/ 143551 w 148864"/>
              <a:gd name="csY19" fmla="*/ 134671 h 134671"/>
              <a:gd name="csX20" fmla="*/ 147309 w 148864"/>
              <a:gd name="csY20" fmla="*/ 133114 h 134671"/>
              <a:gd name="csX21" fmla="*/ 147309 w 148864"/>
              <a:gd name="csY21" fmla="*/ 125597 h 134671"/>
              <a:gd name="csX22" fmla="*/ 129782 w 148864"/>
              <a:gd name="csY22" fmla="*/ 108064 h 134671"/>
              <a:gd name="csX23" fmla="*/ 134690 w 148864"/>
              <a:gd name="csY23" fmla="*/ 92144 h 134671"/>
              <a:gd name="csX24" fmla="*/ 106334 w 148864"/>
              <a:gd name="csY24" fmla="*/ 63792 h 134671"/>
              <a:gd name="csX25" fmla="*/ 106334 w 148864"/>
              <a:gd name="csY25" fmla="*/ 74424 h 134671"/>
              <a:gd name="csX26" fmla="*/ 124057 w 148864"/>
              <a:gd name="csY26" fmla="*/ 92144 h 134671"/>
              <a:gd name="csX27" fmla="*/ 106334 w 148864"/>
              <a:gd name="csY27" fmla="*/ 109863 h 134671"/>
              <a:gd name="csX28" fmla="*/ 88611 w 148864"/>
              <a:gd name="csY28" fmla="*/ 92144 h 134671"/>
              <a:gd name="csX29" fmla="*/ 106334 w 148864"/>
              <a:gd name="csY29" fmla="*/ 74424 h 134671"/>
            </a:gdLst>
            <a:ahLst/>
            <a:cxnLst/>
            <a:rect l="l" t="t" r="r" b="b"/>
            <a:pathLst>
              <a:path w="100000" h="100000">
                <a:moveTo>
                  <a:pt x="10714" y="4767"/>
                </a:moveTo>
                <a:cubicBezTo>
                  <a:pt x="4807" y="4767"/>
                  <a:pt x="0" y="9574"/>
                  <a:pt x="0" y="15480"/>
                </a:cubicBezTo>
                <a:lnTo>
                  <a:pt x="0" y="70236"/>
                </a:lnTo>
                <a:cubicBezTo>
                  <a:pt x="0" y="76142"/>
                  <a:pt x="4807" y="80949"/>
                  <a:pt x="10714" y="80949"/>
                </a:cubicBezTo>
                <a:lnTo>
                  <a:pt x="52428" y="80949"/>
                </a:lnTo>
                <a:cubicBezTo>
                  <a:pt x="49426" y="76964"/>
                  <a:pt x="47621" y="72028"/>
                  <a:pt x="47621" y="66665"/>
                </a:cubicBezTo>
                <a:cubicBezTo>
                  <a:pt x="47621" y="53538"/>
                  <a:pt x="58301" y="42858"/>
                  <a:pt x="71430" y="42858"/>
                </a:cubicBezTo>
                <a:cubicBezTo>
                  <a:pt x="84558" y="42858"/>
                  <a:pt x="95240" y="53538"/>
                  <a:pt x="95240" y="66665"/>
                </a:cubicBezTo>
                <a:lnTo>
                  <a:pt x="95240" y="27384"/>
                </a:lnTo>
                <a:cubicBezTo>
                  <a:pt x="95240" y="21477"/>
                  <a:pt x="90433" y="16671"/>
                  <a:pt x="84525" y="16671"/>
                </a:cubicBezTo>
                <a:lnTo>
                  <a:pt x="47722" y="16671"/>
                </a:lnTo>
                <a:lnTo>
                  <a:pt x="37077" y="7799"/>
                </a:lnTo>
                <a:cubicBezTo>
                  <a:pt x="34730" y="5842"/>
                  <a:pt x="31752" y="4767"/>
                  <a:pt x="28698" y="4767"/>
                </a:cubicBezTo>
                <a:lnTo>
                  <a:pt x="10714" y="4767"/>
                </a:lnTo>
                <a:close/>
                <a:moveTo>
                  <a:pt x="71430" y="47620"/>
                </a:moveTo>
                <a:cubicBezTo>
                  <a:pt x="60927" y="47620"/>
                  <a:pt x="52382" y="56164"/>
                  <a:pt x="52382" y="66665"/>
                </a:cubicBezTo>
                <a:cubicBezTo>
                  <a:pt x="52382" y="77166"/>
                  <a:pt x="60927" y="85710"/>
                  <a:pt x="71430" y="85710"/>
                </a:cubicBezTo>
                <a:cubicBezTo>
                  <a:pt x="75395" y="85710"/>
                  <a:pt x="79074" y="84490"/>
                  <a:pt x="82127" y="82409"/>
                </a:cubicBezTo>
                <a:lnTo>
                  <a:pt x="93906" y="94187"/>
                </a:lnTo>
                <a:cubicBezTo>
                  <a:pt x="94603" y="94887"/>
                  <a:pt x="95517" y="95233"/>
                  <a:pt x="96431" y="95233"/>
                </a:cubicBezTo>
                <a:cubicBezTo>
                  <a:pt x="97345" y="95233"/>
                  <a:pt x="98258" y="94884"/>
                  <a:pt x="98955" y="94187"/>
                </a:cubicBezTo>
                <a:cubicBezTo>
                  <a:pt x="100349" y="92792"/>
                  <a:pt x="100349" y="90532"/>
                  <a:pt x="98955" y="89137"/>
                </a:cubicBezTo>
                <a:lnTo>
                  <a:pt x="87182" y="77360"/>
                </a:lnTo>
                <a:cubicBezTo>
                  <a:pt x="89259" y="74307"/>
                  <a:pt x="90479" y="70629"/>
                  <a:pt x="90479" y="66665"/>
                </a:cubicBezTo>
                <a:cubicBezTo>
                  <a:pt x="90479" y="56164"/>
                  <a:pt x="81933" y="47620"/>
                  <a:pt x="71430" y="47620"/>
                </a:cubicBezTo>
                <a:close/>
                <a:moveTo>
                  <a:pt x="71430" y="54762"/>
                </a:moveTo>
                <a:cubicBezTo>
                  <a:pt x="77995" y="54762"/>
                  <a:pt x="83336" y="60102"/>
                  <a:pt x="83336" y="66665"/>
                </a:cubicBezTo>
                <a:cubicBezTo>
                  <a:pt x="83336" y="73228"/>
                  <a:pt x="77995" y="78568"/>
                  <a:pt x="71430" y="78568"/>
                </a:cubicBezTo>
                <a:cubicBezTo>
                  <a:pt x="64865" y="78568"/>
                  <a:pt x="59525" y="73228"/>
                  <a:pt x="59525" y="66665"/>
                </a:cubicBezTo>
                <a:cubicBezTo>
                  <a:pt x="59525" y="60102"/>
                  <a:pt x="64865" y="54762"/>
                  <a:pt x="71430" y="5476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4" name="Белый — SVG 54">
            <a:extLst>
              <a:ext uri="{FF2B5EF4-FFF2-40B4-BE49-F238E27FC236}">
                <a16:creationId xmlns:a16="http://schemas.microsoft.com/office/drawing/2014/main" id="{E88872EC-49BD-404D-9C3A-6199FD552D57}"/>
              </a:ext>
            </a:extLst>
          </p:cNvPr>
          <p:cNvSpPr>
            <a:spLocks noGrp="1"/>
          </p:cNvSpPr>
          <p:nvPr/>
        </p:nvSpPr>
        <p:spPr>
          <a:xfrm>
            <a:off x="10620000" y="5270000"/>
            <a:ext cx="220000" cy="220000"/>
          </a:xfrm>
          <a:custGeom>
            <a:avLst/>
            <a:gdLst>
              <a:gd name="csX0" fmla="*/ 106802 w 144404"/>
              <a:gd name="csY0" fmla="*/ 0 h 141751"/>
              <a:gd name="csX1" fmla="*/ 97684 w 144404"/>
              <a:gd name="csY1" fmla="*/ 1107 h 141751"/>
              <a:gd name="csX2" fmla="*/ 93628 w 144404"/>
              <a:gd name="csY2" fmla="*/ 5765 h 141751"/>
              <a:gd name="csX3" fmla="*/ 93482 w 144404"/>
              <a:gd name="csY3" fmla="*/ 7260 h 141751"/>
              <a:gd name="csX4" fmla="*/ 90852 w 144404"/>
              <a:gd name="csY4" fmla="*/ 11352 h 141751"/>
              <a:gd name="csX5" fmla="*/ 85999 w 144404"/>
              <a:gd name="csY5" fmla="*/ 11588 h 141751"/>
              <a:gd name="csX6" fmla="*/ 84621 w 144404"/>
              <a:gd name="csY6" fmla="*/ 10964 h 141751"/>
              <a:gd name="csX7" fmla="*/ 78565 w 144404"/>
              <a:gd name="csY7" fmla="*/ 12141 h 141751"/>
              <a:gd name="csX8" fmla="*/ 69420 w 144404"/>
              <a:gd name="csY8" fmla="*/ 27929 h 141751"/>
              <a:gd name="csX9" fmla="*/ 71434 w 144404"/>
              <a:gd name="csY9" fmla="*/ 33759 h 141751"/>
              <a:gd name="csX10" fmla="*/ 72673 w 144404"/>
              <a:gd name="csY10" fmla="*/ 34643 h 141751"/>
              <a:gd name="csX11" fmla="*/ 74902 w 144404"/>
              <a:gd name="csY11" fmla="*/ 38978 h 141751"/>
              <a:gd name="csX12" fmla="*/ 72680 w 144404"/>
              <a:gd name="csY12" fmla="*/ 43303 h 141751"/>
              <a:gd name="csX13" fmla="*/ 71434 w 144404"/>
              <a:gd name="csY13" fmla="*/ 44197 h 141751"/>
              <a:gd name="csX14" fmla="*/ 71143 w 144404"/>
              <a:gd name="csY14" fmla="*/ 44479 h 141751"/>
              <a:gd name="csX15" fmla="*/ 71399 w 144404"/>
              <a:gd name="csY15" fmla="*/ 46161 h 141751"/>
              <a:gd name="csX16" fmla="*/ 73122 w 144404"/>
              <a:gd name="csY16" fmla="*/ 48694 h 141751"/>
              <a:gd name="csX17" fmla="*/ 74895 w 144404"/>
              <a:gd name="csY17" fmla="*/ 49179 h 141751"/>
              <a:gd name="csX18" fmla="*/ 76190 w 144404"/>
              <a:gd name="csY18" fmla="*/ 48924 h 141751"/>
              <a:gd name="csX19" fmla="*/ 82289 w 144404"/>
              <a:gd name="csY19" fmla="*/ 46542 h 141751"/>
              <a:gd name="csX20" fmla="*/ 86789 w 144404"/>
              <a:gd name="csY20" fmla="*/ 45699 h 141751"/>
              <a:gd name="csX21" fmla="*/ 96328 w 144404"/>
              <a:gd name="csY21" fmla="*/ 50169 h 141751"/>
              <a:gd name="csX22" fmla="*/ 106490 w 144404"/>
              <a:gd name="csY22" fmla="*/ 67737 h 141751"/>
              <a:gd name="csX23" fmla="*/ 105764 w 144404"/>
              <a:gd name="csY23" fmla="*/ 77899 h 141751"/>
              <a:gd name="csX24" fmla="*/ 106802 w 144404"/>
              <a:gd name="csY24" fmla="*/ 77960 h 141751"/>
              <a:gd name="csX25" fmla="*/ 115926 w 144404"/>
              <a:gd name="csY25" fmla="*/ 76846 h 141751"/>
              <a:gd name="csX26" fmla="*/ 119975 w 144404"/>
              <a:gd name="csY26" fmla="*/ 72195 h 141751"/>
              <a:gd name="csX27" fmla="*/ 120122 w 144404"/>
              <a:gd name="csY27" fmla="*/ 70693 h 141751"/>
              <a:gd name="csX28" fmla="*/ 122752 w 144404"/>
              <a:gd name="csY28" fmla="*/ 66602 h 141751"/>
              <a:gd name="csX29" fmla="*/ 127606 w 144404"/>
              <a:gd name="csY29" fmla="*/ 66367 h 141751"/>
              <a:gd name="csX30" fmla="*/ 128982 w 144404"/>
              <a:gd name="csY30" fmla="*/ 66997 h 141751"/>
              <a:gd name="csX31" fmla="*/ 135041 w 144404"/>
              <a:gd name="csY31" fmla="*/ 65819 h 141751"/>
              <a:gd name="csX32" fmla="*/ 144185 w 144404"/>
              <a:gd name="csY32" fmla="*/ 50031 h 141751"/>
              <a:gd name="csX33" fmla="*/ 142171 w 144404"/>
              <a:gd name="csY33" fmla="*/ 44197 h 141751"/>
              <a:gd name="csX34" fmla="*/ 140931 w 144404"/>
              <a:gd name="csY34" fmla="*/ 43310 h 141751"/>
              <a:gd name="csX35" fmla="*/ 138702 w 144404"/>
              <a:gd name="csY35" fmla="*/ 38978 h 141751"/>
              <a:gd name="csX36" fmla="*/ 140924 w 144404"/>
              <a:gd name="csY36" fmla="*/ 34650 h 141751"/>
              <a:gd name="csX37" fmla="*/ 142171 w 144404"/>
              <a:gd name="csY37" fmla="*/ 33759 h 141751"/>
              <a:gd name="csX38" fmla="*/ 144185 w 144404"/>
              <a:gd name="csY38" fmla="*/ 27929 h 141751"/>
              <a:gd name="csX39" fmla="*/ 135041 w 144404"/>
              <a:gd name="csY39" fmla="*/ 12141 h 141751"/>
              <a:gd name="csX40" fmla="*/ 128982 w 144404"/>
              <a:gd name="csY40" fmla="*/ 10964 h 141751"/>
              <a:gd name="csX41" fmla="*/ 127613 w 144404"/>
              <a:gd name="csY41" fmla="*/ 11588 h 141751"/>
              <a:gd name="csX42" fmla="*/ 122752 w 144404"/>
              <a:gd name="csY42" fmla="*/ 11352 h 141751"/>
              <a:gd name="csX43" fmla="*/ 120122 w 144404"/>
              <a:gd name="csY43" fmla="*/ 7267 h 141751"/>
              <a:gd name="csX44" fmla="*/ 119975 w 144404"/>
              <a:gd name="csY44" fmla="*/ 5765 h 141751"/>
              <a:gd name="csX45" fmla="*/ 115919 w 144404"/>
              <a:gd name="csY45" fmla="*/ 1107 h 141751"/>
              <a:gd name="csX46" fmla="*/ 106802 w 144404"/>
              <a:gd name="csY46" fmla="*/ 0 h 141751"/>
              <a:gd name="csX47" fmla="*/ 106802 w 144404"/>
              <a:gd name="csY47" fmla="*/ 28346 h 141751"/>
              <a:gd name="csX48" fmla="*/ 117435 w 144404"/>
              <a:gd name="csY48" fmla="*/ 38978 h 141751"/>
              <a:gd name="csX49" fmla="*/ 106802 w 144404"/>
              <a:gd name="csY49" fmla="*/ 49609 h 141751"/>
              <a:gd name="csX50" fmla="*/ 96168 w 144404"/>
              <a:gd name="csY50" fmla="*/ 38978 h 141751"/>
              <a:gd name="csX51" fmla="*/ 106802 w 144404"/>
              <a:gd name="csY51" fmla="*/ 28346 h 141751"/>
              <a:gd name="csX52" fmla="*/ 49744 w 144404"/>
              <a:gd name="csY52" fmla="*/ 35419 h 141751"/>
              <a:gd name="csX53" fmla="*/ 41118 w 144404"/>
              <a:gd name="csY53" fmla="*/ 36256 h 141751"/>
              <a:gd name="csX54" fmla="*/ 36785 w 144404"/>
              <a:gd name="csY54" fmla="*/ 40687 h 141751"/>
              <a:gd name="csX55" fmla="*/ 35788 w 144404"/>
              <a:gd name="csY55" fmla="*/ 47228 h 141751"/>
              <a:gd name="csX56" fmla="*/ 30595 w 144404"/>
              <a:gd name="csY56" fmla="*/ 54835 h 141751"/>
              <a:gd name="csX57" fmla="*/ 21410 w 144404"/>
              <a:gd name="csY57" fmla="*/ 55534 h 141751"/>
              <a:gd name="csX58" fmla="*/ 15304 w 144404"/>
              <a:gd name="csY58" fmla="*/ 53146 h 141751"/>
              <a:gd name="csX59" fmla="*/ 9281 w 144404"/>
              <a:gd name="csY59" fmla="*/ 54696 h 141751"/>
              <a:gd name="csX60" fmla="*/ 330 w 144404"/>
              <a:gd name="csY60" fmla="*/ 70208 h 141751"/>
              <a:gd name="csX61" fmla="*/ 1997 w 144404"/>
              <a:gd name="csY61" fmla="*/ 76203 h 141751"/>
              <a:gd name="csX62" fmla="*/ 7113 w 144404"/>
              <a:gd name="csY62" fmla="*/ 80294 h 141751"/>
              <a:gd name="csX63" fmla="*/ 11101 w 144404"/>
              <a:gd name="csY63" fmla="*/ 88592 h 141751"/>
              <a:gd name="csX64" fmla="*/ 7113 w 144404"/>
              <a:gd name="csY64" fmla="*/ 96892 h 141751"/>
              <a:gd name="csX65" fmla="*/ 1997 w 144404"/>
              <a:gd name="csY65" fmla="*/ 100983 h 141751"/>
              <a:gd name="csX66" fmla="*/ 330 w 144404"/>
              <a:gd name="csY66" fmla="*/ 106978 h 141751"/>
              <a:gd name="csX67" fmla="*/ 9281 w 144404"/>
              <a:gd name="csY67" fmla="*/ 122488 h 141751"/>
              <a:gd name="csX68" fmla="*/ 15304 w 144404"/>
              <a:gd name="csY68" fmla="*/ 124040 h 141751"/>
              <a:gd name="csX69" fmla="*/ 21410 w 144404"/>
              <a:gd name="csY69" fmla="*/ 121652 h 141751"/>
              <a:gd name="csX70" fmla="*/ 30595 w 144404"/>
              <a:gd name="csY70" fmla="*/ 122351 h 141751"/>
              <a:gd name="csX71" fmla="*/ 35795 w 144404"/>
              <a:gd name="csY71" fmla="*/ 129958 h 141751"/>
              <a:gd name="csX72" fmla="*/ 36785 w 144404"/>
              <a:gd name="csY72" fmla="*/ 136499 h 141751"/>
              <a:gd name="csX73" fmla="*/ 41118 w 144404"/>
              <a:gd name="csY73" fmla="*/ 140929 h 141751"/>
              <a:gd name="csX74" fmla="*/ 50091 w 144404"/>
              <a:gd name="csY74" fmla="*/ 141752 h 141751"/>
              <a:gd name="csX75" fmla="*/ 59062 w 144404"/>
              <a:gd name="csY75" fmla="*/ 140935 h 141751"/>
              <a:gd name="csX76" fmla="*/ 63395 w 144404"/>
              <a:gd name="csY76" fmla="*/ 136499 h 141751"/>
              <a:gd name="csX77" fmla="*/ 64386 w 144404"/>
              <a:gd name="csY77" fmla="*/ 129958 h 141751"/>
              <a:gd name="csX78" fmla="*/ 64392 w 144404"/>
              <a:gd name="csY78" fmla="*/ 129958 h 141751"/>
              <a:gd name="csX79" fmla="*/ 69585 w 144404"/>
              <a:gd name="csY79" fmla="*/ 122351 h 141751"/>
              <a:gd name="csX80" fmla="*/ 78772 w 144404"/>
              <a:gd name="csY80" fmla="*/ 121658 h 141751"/>
              <a:gd name="csX81" fmla="*/ 84878 w 144404"/>
              <a:gd name="csY81" fmla="*/ 124047 h 141751"/>
              <a:gd name="csX82" fmla="*/ 90901 w 144404"/>
              <a:gd name="csY82" fmla="*/ 122488 h 141751"/>
              <a:gd name="csX83" fmla="*/ 99852 w 144404"/>
              <a:gd name="csY83" fmla="*/ 106985 h 141751"/>
              <a:gd name="csX84" fmla="*/ 98183 w 144404"/>
              <a:gd name="csY84" fmla="*/ 100983 h 141751"/>
              <a:gd name="csX85" fmla="*/ 93067 w 144404"/>
              <a:gd name="csY85" fmla="*/ 96892 h 141751"/>
              <a:gd name="csX86" fmla="*/ 89079 w 144404"/>
              <a:gd name="csY86" fmla="*/ 88592 h 141751"/>
              <a:gd name="csX87" fmla="*/ 93074 w 144404"/>
              <a:gd name="csY87" fmla="*/ 80286 h 141751"/>
              <a:gd name="csX88" fmla="*/ 98183 w 144404"/>
              <a:gd name="csY88" fmla="*/ 76203 h 141751"/>
              <a:gd name="csX89" fmla="*/ 99845 w 144404"/>
              <a:gd name="csY89" fmla="*/ 70201 h 141751"/>
              <a:gd name="csX90" fmla="*/ 90879 w 144404"/>
              <a:gd name="csY90" fmla="*/ 54703 h 141751"/>
              <a:gd name="csX91" fmla="*/ 84856 w 144404"/>
              <a:gd name="csY91" fmla="*/ 53146 h 141751"/>
              <a:gd name="csX92" fmla="*/ 78772 w 144404"/>
              <a:gd name="csY92" fmla="*/ 55528 h 141751"/>
              <a:gd name="csX93" fmla="*/ 69585 w 144404"/>
              <a:gd name="csY93" fmla="*/ 54835 h 141751"/>
              <a:gd name="csX94" fmla="*/ 64386 w 144404"/>
              <a:gd name="csY94" fmla="*/ 47228 h 141751"/>
              <a:gd name="csX95" fmla="*/ 63395 w 144404"/>
              <a:gd name="csY95" fmla="*/ 40714 h 141751"/>
              <a:gd name="csX96" fmla="*/ 59042 w 144404"/>
              <a:gd name="csY96" fmla="*/ 36278 h 141751"/>
              <a:gd name="csX97" fmla="*/ 49744 w 144404"/>
              <a:gd name="csY97" fmla="*/ 35419 h 141751"/>
              <a:gd name="csX98" fmla="*/ 50091 w 144404"/>
              <a:gd name="csY98" fmla="*/ 70873 h 141751"/>
              <a:gd name="csX99" fmla="*/ 67812 w 144404"/>
              <a:gd name="csY99" fmla="*/ 88592 h 141751"/>
              <a:gd name="csX100" fmla="*/ 50091 w 144404"/>
              <a:gd name="csY100" fmla="*/ 106313 h 141751"/>
              <a:gd name="csX101" fmla="*/ 32368 w 144404"/>
              <a:gd name="csY101" fmla="*/ 88592 h 141751"/>
              <a:gd name="csX102" fmla="*/ 50091 w 144404"/>
              <a:gd name="csY102" fmla="*/ 70873 h 141751"/>
            </a:gdLst>
            <a:ahLst/>
            <a:cxnLst/>
            <a:rect l="l" t="t" r="r" b="b"/>
            <a:pathLst>
              <a:path w="100000" h="100000">
                <a:moveTo>
                  <a:pt x="73961" y="919"/>
                </a:moveTo>
                <a:cubicBezTo>
                  <a:pt x="71866" y="919"/>
                  <a:pt x="69772" y="1173"/>
                  <a:pt x="67646" y="1685"/>
                </a:cubicBezTo>
                <a:cubicBezTo>
                  <a:pt x="66119" y="2051"/>
                  <a:pt x="64990" y="3350"/>
                  <a:pt x="64838" y="4911"/>
                </a:cubicBezTo>
                <a:lnTo>
                  <a:pt x="64736" y="5946"/>
                </a:lnTo>
                <a:cubicBezTo>
                  <a:pt x="64621" y="7127"/>
                  <a:pt x="63944" y="8186"/>
                  <a:pt x="62915" y="8780"/>
                </a:cubicBezTo>
                <a:cubicBezTo>
                  <a:pt x="61886" y="9371"/>
                  <a:pt x="60629" y="9438"/>
                  <a:pt x="59554" y="8943"/>
                </a:cubicBezTo>
                <a:lnTo>
                  <a:pt x="58600" y="8511"/>
                </a:lnTo>
                <a:cubicBezTo>
                  <a:pt x="57180" y="7865"/>
                  <a:pt x="55485" y="8187"/>
                  <a:pt x="54406" y="9326"/>
                </a:cubicBezTo>
                <a:cubicBezTo>
                  <a:pt x="51465" y="12418"/>
                  <a:pt x="49270" y="16201"/>
                  <a:pt x="48073" y="20259"/>
                </a:cubicBezTo>
                <a:cubicBezTo>
                  <a:pt x="47625" y="21765"/>
                  <a:pt x="48189" y="23383"/>
                  <a:pt x="49468" y="24297"/>
                </a:cubicBezTo>
                <a:lnTo>
                  <a:pt x="50326" y="24909"/>
                </a:lnTo>
                <a:cubicBezTo>
                  <a:pt x="51291" y="25604"/>
                  <a:pt x="51870" y="26725"/>
                  <a:pt x="51870" y="27911"/>
                </a:cubicBezTo>
                <a:cubicBezTo>
                  <a:pt x="51870" y="29096"/>
                  <a:pt x="51294" y="30213"/>
                  <a:pt x="50331" y="30906"/>
                </a:cubicBezTo>
                <a:lnTo>
                  <a:pt x="49468" y="31525"/>
                </a:lnTo>
                <a:cubicBezTo>
                  <a:pt x="49389" y="31581"/>
                  <a:pt x="49340" y="31659"/>
                  <a:pt x="49267" y="31720"/>
                </a:cubicBezTo>
                <a:lnTo>
                  <a:pt x="49444" y="32885"/>
                </a:lnTo>
                <a:cubicBezTo>
                  <a:pt x="49559" y="33637"/>
                  <a:pt x="49980" y="34260"/>
                  <a:pt x="50637" y="34639"/>
                </a:cubicBezTo>
                <a:cubicBezTo>
                  <a:pt x="51018" y="34859"/>
                  <a:pt x="51443" y="34975"/>
                  <a:pt x="51865" y="34975"/>
                </a:cubicBezTo>
                <a:cubicBezTo>
                  <a:pt x="52164" y="34975"/>
                  <a:pt x="52465" y="34916"/>
                  <a:pt x="52762" y="34799"/>
                </a:cubicBezTo>
                <a:lnTo>
                  <a:pt x="56985" y="33149"/>
                </a:lnTo>
                <a:cubicBezTo>
                  <a:pt x="57985" y="32762"/>
                  <a:pt x="59030" y="32565"/>
                  <a:pt x="60102" y="32565"/>
                </a:cubicBezTo>
                <a:cubicBezTo>
                  <a:pt x="62664" y="32565"/>
                  <a:pt x="65074" y="33695"/>
                  <a:pt x="66707" y="35661"/>
                </a:cubicBezTo>
                <a:cubicBezTo>
                  <a:pt x="69729" y="39294"/>
                  <a:pt x="72098" y="43385"/>
                  <a:pt x="73744" y="47827"/>
                </a:cubicBezTo>
                <a:cubicBezTo>
                  <a:pt x="74621" y="50193"/>
                  <a:pt x="74380" y="52743"/>
                  <a:pt x="73242" y="54864"/>
                </a:cubicBezTo>
                <a:cubicBezTo>
                  <a:pt x="73482" y="54871"/>
                  <a:pt x="73725" y="54906"/>
                  <a:pt x="73961" y="54906"/>
                </a:cubicBezTo>
                <a:cubicBezTo>
                  <a:pt x="76027" y="54906"/>
                  <a:pt x="78154" y="54648"/>
                  <a:pt x="80279" y="54135"/>
                </a:cubicBezTo>
                <a:cubicBezTo>
                  <a:pt x="81804" y="53770"/>
                  <a:pt x="82931" y="52475"/>
                  <a:pt x="83083" y="50914"/>
                </a:cubicBezTo>
                <a:lnTo>
                  <a:pt x="83185" y="49874"/>
                </a:lnTo>
                <a:cubicBezTo>
                  <a:pt x="83300" y="48694"/>
                  <a:pt x="83978" y="47634"/>
                  <a:pt x="85006" y="47041"/>
                </a:cubicBezTo>
                <a:cubicBezTo>
                  <a:pt x="86037" y="46451"/>
                  <a:pt x="87294" y="46387"/>
                  <a:pt x="88367" y="46878"/>
                </a:cubicBezTo>
                <a:lnTo>
                  <a:pt x="89320" y="47314"/>
                </a:lnTo>
                <a:cubicBezTo>
                  <a:pt x="90743" y="47964"/>
                  <a:pt x="92438" y="47640"/>
                  <a:pt x="93516" y="46498"/>
                </a:cubicBezTo>
                <a:cubicBezTo>
                  <a:pt x="96455" y="43406"/>
                  <a:pt x="98650" y="39625"/>
                  <a:pt x="99848" y="35565"/>
                </a:cubicBezTo>
                <a:cubicBezTo>
                  <a:pt x="100295" y="34056"/>
                  <a:pt x="99732" y="32436"/>
                  <a:pt x="98454" y="31525"/>
                </a:cubicBezTo>
                <a:lnTo>
                  <a:pt x="97595" y="30911"/>
                </a:lnTo>
                <a:cubicBezTo>
                  <a:pt x="96631" y="30216"/>
                  <a:pt x="96051" y="29096"/>
                  <a:pt x="96051" y="27911"/>
                </a:cubicBezTo>
                <a:cubicBezTo>
                  <a:pt x="96051" y="26725"/>
                  <a:pt x="96629" y="25606"/>
                  <a:pt x="97590" y="24914"/>
                </a:cubicBezTo>
                <a:lnTo>
                  <a:pt x="98454" y="24297"/>
                </a:lnTo>
                <a:cubicBezTo>
                  <a:pt x="99732" y="23386"/>
                  <a:pt x="100295" y="21767"/>
                  <a:pt x="99848" y="20259"/>
                </a:cubicBezTo>
                <a:cubicBezTo>
                  <a:pt x="98650" y="16201"/>
                  <a:pt x="96455" y="12418"/>
                  <a:pt x="93516" y="9326"/>
                </a:cubicBezTo>
                <a:cubicBezTo>
                  <a:pt x="92435" y="8184"/>
                  <a:pt x="90739" y="7861"/>
                  <a:pt x="89320" y="8511"/>
                </a:cubicBezTo>
                <a:lnTo>
                  <a:pt x="88372" y="8943"/>
                </a:lnTo>
                <a:cubicBezTo>
                  <a:pt x="87287" y="9434"/>
                  <a:pt x="86032" y="9366"/>
                  <a:pt x="85006" y="8780"/>
                </a:cubicBezTo>
                <a:cubicBezTo>
                  <a:pt x="83978" y="8186"/>
                  <a:pt x="83300" y="7129"/>
                  <a:pt x="83185" y="5951"/>
                </a:cubicBezTo>
                <a:lnTo>
                  <a:pt x="83083" y="4911"/>
                </a:lnTo>
                <a:cubicBezTo>
                  <a:pt x="82931" y="3348"/>
                  <a:pt x="81801" y="2051"/>
                  <a:pt x="80274" y="1685"/>
                </a:cubicBezTo>
                <a:cubicBezTo>
                  <a:pt x="78149" y="1173"/>
                  <a:pt x="76055" y="919"/>
                  <a:pt x="73961" y="919"/>
                </a:cubicBezTo>
                <a:close/>
                <a:moveTo>
                  <a:pt x="73961" y="20548"/>
                </a:moveTo>
                <a:cubicBezTo>
                  <a:pt x="78028" y="20548"/>
                  <a:pt x="81324" y="23844"/>
                  <a:pt x="81324" y="27911"/>
                </a:cubicBezTo>
                <a:cubicBezTo>
                  <a:pt x="81324" y="31977"/>
                  <a:pt x="78028" y="35273"/>
                  <a:pt x="73961" y="35273"/>
                </a:cubicBezTo>
                <a:cubicBezTo>
                  <a:pt x="69893" y="35273"/>
                  <a:pt x="66596" y="31977"/>
                  <a:pt x="66596" y="27911"/>
                </a:cubicBezTo>
                <a:cubicBezTo>
                  <a:pt x="66596" y="23844"/>
                  <a:pt x="69893" y="20548"/>
                  <a:pt x="73961" y="20548"/>
                </a:cubicBezTo>
                <a:close/>
                <a:moveTo>
                  <a:pt x="34448" y="25446"/>
                </a:moveTo>
                <a:cubicBezTo>
                  <a:pt x="32466" y="25452"/>
                  <a:pt x="30564" y="25655"/>
                  <a:pt x="28474" y="26026"/>
                </a:cubicBezTo>
                <a:cubicBezTo>
                  <a:pt x="26922" y="26299"/>
                  <a:pt x="25711" y="27534"/>
                  <a:pt x="25474" y="29094"/>
                </a:cubicBezTo>
                <a:lnTo>
                  <a:pt x="24783" y="33624"/>
                </a:lnTo>
                <a:cubicBezTo>
                  <a:pt x="24447" y="35845"/>
                  <a:pt x="23137" y="37765"/>
                  <a:pt x="21187" y="38892"/>
                </a:cubicBezTo>
                <a:cubicBezTo>
                  <a:pt x="19243" y="40016"/>
                  <a:pt x="16925" y="40199"/>
                  <a:pt x="14826" y="39376"/>
                </a:cubicBezTo>
                <a:lnTo>
                  <a:pt x="10598" y="37722"/>
                </a:lnTo>
                <a:cubicBezTo>
                  <a:pt x="9123" y="37150"/>
                  <a:pt x="7440" y="37576"/>
                  <a:pt x="6427" y="38796"/>
                </a:cubicBezTo>
                <a:cubicBezTo>
                  <a:pt x="3767" y="41996"/>
                  <a:pt x="1679" y="45609"/>
                  <a:pt x="229" y="49538"/>
                </a:cubicBezTo>
                <a:cubicBezTo>
                  <a:pt x="-321" y="51025"/>
                  <a:pt x="144" y="52698"/>
                  <a:pt x="1383" y="53689"/>
                </a:cubicBezTo>
                <a:lnTo>
                  <a:pt x="4926" y="56522"/>
                </a:lnTo>
                <a:cubicBezTo>
                  <a:pt x="6681" y="57923"/>
                  <a:pt x="7687" y="60019"/>
                  <a:pt x="7687" y="62269"/>
                </a:cubicBezTo>
                <a:cubicBezTo>
                  <a:pt x="7687" y="64520"/>
                  <a:pt x="6681" y="66615"/>
                  <a:pt x="4926" y="68016"/>
                </a:cubicBezTo>
                <a:lnTo>
                  <a:pt x="1383" y="70849"/>
                </a:lnTo>
                <a:cubicBezTo>
                  <a:pt x="144" y="71840"/>
                  <a:pt x="-319" y="73513"/>
                  <a:pt x="229" y="75001"/>
                </a:cubicBezTo>
                <a:cubicBezTo>
                  <a:pt x="1681" y="78930"/>
                  <a:pt x="3767" y="82542"/>
                  <a:pt x="6427" y="85742"/>
                </a:cubicBezTo>
                <a:cubicBezTo>
                  <a:pt x="7440" y="86963"/>
                  <a:pt x="9127" y="87395"/>
                  <a:pt x="10598" y="86817"/>
                </a:cubicBezTo>
                <a:lnTo>
                  <a:pt x="14826" y="85163"/>
                </a:lnTo>
                <a:cubicBezTo>
                  <a:pt x="16922" y="84343"/>
                  <a:pt x="19243" y="84525"/>
                  <a:pt x="21187" y="85647"/>
                </a:cubicBezTo>
                <a:cubicBezTo>
                  <a:pt x="23137" y="86773"/>
                  <a:pt x="24449" y="88690"/>
                  <a:pt x="24788" y="90915"/>
                </a:cubicBezTo>
                <a:lnTo>
                  <a:pt x="25474" y="95444"/>
                </a:lnTo>
                <a:cubicBezTo>
                  <a:pt x="25711" y="97005"/>
                  <a:pt x="26922" y="98240"/>
                  <a:pt x="28474" y="98512"/>
                </a:cubicBezTo>
                <a:cubicBezTo>
                  <a:pt x="30627" y="98897"/>
                  <a:pt x="32658" y="99082"/>
                  <a:pt x="34688" y="99082"/>
                </a:cubicBezTo>
                <a:cubicBezTo>
                  <a:pt x="36718" y="99082"/>
                  <a:pt x="38748" y="98899"/>
                  <a:pt x="40901" y="98516"/>
                </a:cubicBezTo>
                <a:cubicBezTo>
                  <a:pt x="42455" y="98244"/>
                  <a:pt x="43664" y="97005"/>
                  <a:pt x="43901" y="95444"/>
                </a:cubicBezTo>
                <a:lnTo>
                  <a:pt x="44587" y="90915"/>
                </a:lnTo>
                <a:lnTo>
                  <a:pt x="44592" y="90915"/>
                </a:lnTo>
                <a:cubicBezTo>
                  <a:pt x="44929" y="88693"/>
                  <a:pt x="46239" y="86773"/>
                  <a:pt x="48188" y="85647"/>
                </a:cubicBezTo>
                <a:cubicBezTo>
                  <a:pt x="50136" y="84525"/>
                  <a:pt x="52456" y="84347"/>
                  <a:pt x="54550" y="85167"/>
                </a:cubicBezTo>
                <a:lnTo>
                  <a:pt x="58778" y="86821"/>
                </a:lnTo>
                <a:cubicBezTo>
                  <a:pt x="60253" y="87395"/>
                  <a:pt x="61935" y="86963"/>
                  <a:pt x="62949" y="85742"/>
                </a:cubicBezTo>
                <a:cubicBezTo>
                  <a:pt x="65610" y="82542"/>
                  <a:pt x="67697" y="78934"/>
                  <a:pt x="69148" y="75006"/>
                </a:cubicBezTo>
                <a:cubicBezTo>
                  <a:pt x="69698" y="73516"/>
                  <a:pt x="69231" y="71840"/>
                  <a:pt x="67992" y="70849"/>
                </a:cubicBezTo>
                <a:lnTo>
                  <a:pt x="64449" y="68016"/>
                </a:lnTo>
                <a:cubicBezTo>
                  <a:pt x="62695" y="66615"/>
                  <a:pt x="61687" y="64520"/>
                  <a:pt x="61687" y="62269"/>
                </a:cubicBezTo>
                <a:cubicBezTo>
                  <a:pt x="61687" y="60019"/>
                  <a:pt x="62697" y="57920"/>
                  <a:pt x="64454" y="56517"/>
                </a:cubicBezTo>
                <a:lnTo>
                  <a:pt x="67992" y="53689"/>
                </a:lnTo>
                <a:cubicBezTo>
                  <a:pt x="69231" y="52700"/>
                  <a:pt x="69692" y="51020"/>
                  <a:pt x="69143" y="49533"/>
                </a:cubicBezTo>
                <a:cubicBezTo>
                  <a:pt x="67689" y="45616"/>
                  <a:pt x="65603" y="42008"/>
                  <a:pt x="62934" y="38801"/>
                </a:cubicBezTo>
                <a:cubicBezTo>
                  <a:pt x="61921" y="37581"/>
                  <a:pt x="60236" y="37150"/>
                  <a:pt x="58763" y="37722"/>
                </a:cubicBezTo>
                <a:lnTo>
                  <a:pt x="54550" y="39372"/>
                </a:lnTo>
                <a:cubicBezTo>
                  <a:pt x="52456" y="40194"/>
                  <a:pt x="50136" y="40016"/>
                  <a:pt x="48188" y="38892"/>
                </a:cubicBezTo>
                <a:cubicBezTo>
                  <a:pt x="46239" y="37765"/>
                  <a:pt x="44927" y="35847"/>
                  <a:pt x="44587" y="33624"/>
                </a:cubicBezTo>
                <a:lnTo>
                  <a:pt x="43901" y="29113"/>
                </a:lnTo>
                <a:cubicBezTo>
                  <a:pt x="43664" y="27545"/>
                  <a:pt x="42448" y="26308"/>
                  <a:pt x="40887" y="26041"/>
                </a:cubicBezTo>
                <a:cubicBezTo>
                  <a:pt x="38493" y="25630"/>
                  <a:pt x="36430" y="25440"/>
                  <a:pt x="34448" y="25446"/>
                </a:cubicBezTo>
                <a:close/>
                <a:moveTo>
                  <a:pt x="34688" y="49998"/>
                </a:moveTo>
                <a:cubicBezTo>
                  <a:pt x="41465" y="49998"/>
                  <a:pt x="46960" y="55493"/>
                  <a:pt x="46960" y="62269"/>
                </a:cubicBezTo>
                <a:cubicBezTo>
                  <a:pt x="46960" y="69045"/>
                  <a:pt x="41465" y="74541"/>
                  <a:pt x="34688" y="74541"/>
                </a:cubicBezTo>
                <a:cubicBezTo>
                  <a:pt x="27911" y="74541"/>
                  <a:pt x="22415" y="69045"/>
                  <a:pt x="22415" y="62269"/>
                </a:cubicBezTo>
                <a:cubicBezTo>
                  <a:pt x="22415" y="55493"/>
                  <a:pt x="27911" y="49998"/>
                  <a:pt x="34688" y="4999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5" name="Белый — SVG 55">
            <a:extLst>
              <a:ext uri="{FF2B5EF4-FFF2-40B4-BE49-F238E27FC236}">
                <a16:creationId xmlns:a16="http://schemas.microsoft.com/office/drawing/2014/main" id="{BE240FE7-D7B0-3845-A177-4CC8FADCA5A7}"/>
              </a:ext>
            </a:extLst>
          </p:cNvPr>
          <p:cNvSpPr>
            <a:spLocks noGrp="1"/>
          </p:cNvSpPr>
          <p:nvPr/>
        </p:nvSpPr>
        <p:spPr>
          <a:xfrm>
            <a:off x="420000" y="5530000"/>
            <a:ext cx="220000" cy="220000"/>
          </a:xfrm>
          <a:custGeom>
            <a:avLst/>
            <a:gdLst>
              <a:gd name="csX0" fmla="*/ 121165 w 135011"/>
              <a:gd name="csY0" fmla="*/ 78964 h 141755"/>
              <a:gd name="csX1" fmla="*/ 117128 w 135011"/>
              <a:gd name="csY1" fmla="*/ 70996 h 141755"/>
              <a:gd name="csX2" fmla="*/ 121162 w 135011"/>
              <a:gd name="csY2" fmla="*/ 63033 h 141755"/>
              <a:gd name="csX3" fmla="*/ 132837 w 135011"/>
              <a:gd name="csY3" fmla="*/ 54475 h 141755"/>
              <a:gd name="csX4" fmla="*/ 134741 w 135011"/>
              <a:gd name="csY4" fmla="*/ 48506 h 141755"/>
              <a:gd name="csX5" fmla="*/ 120609 w 135011"/>
              <a:gd name="csY5" fmla="*/ 24022 h 141755"/>
              <a:gd name="csX6" fmla="*/ 114484 w 135011"/>
              <a:gd name="csY6" fmla="*/ 22674 h 141755"/>
              <a:gd name="csX7" fmla="*/ 101337 w 135011"/>
              <a:gd name="csY7" fmla="*/ 28455 h 141755"/>
              <a:gd name="csX8" fmla="*/ 92420 w 135011"/>
              <a:gd name="csY8" fmla="*/ 27965 h 141755"/>
              <a:gd name="csX9" fmla="*/ 87539 w 135011"/>
              <a:gd name="csY9" fmla="*/ 20492 h 141755"/>
              <a:gd name="csX10" fmla="*/ 85958 w 135011"/>
              <a:gd name="csY10" fmla="*/ 6060 h 141755"/>
              <a:gd name="csX11" fmla="*/ 81737 w 135011"/>
              <a:gd name="csY11" fmla="*/ 1428 h 141755"/>
              <a:gd name="csX12" fmla="*/ 53491 w 135011"/>
              <a:gd name="csY12" fmla="*/ 1394 h 141755"/>
              <a:gd name="csX13" fmla="*/ 49252 w 135011"/>
              <a:gd name="csY13" fmla="*/ 6029 h 141755"/>
              <a:gd name="csX14" fmla="*/ 47685 w 135011"/>
              <a:gd name="csY14" fmla="*/ 20368 h 141755"/>
              <a:gd name="csX15" fmla="*/ 42797 w 135011"/>
              <a:gd name="csY15" fmla="*/ 27846 h 141755"/>
              <a:gd name="csX16" fmla="*/ 33883 w 135011"/>
              <a:gd name="csY16" fmla="*/ 28334 h 141755"/>
              <a:gd name="csX17" fmla="*/ 20666 w 135011"/>
              <a:gd name="csY17" fmla="*/ 22521 h 141755"/>
              <a:gd name="csX18" fmla="*/ 14551 w 135011"/>
              <a:gd name="csY18" fmla="*/ 23858 h 141755"/>
              <a:gd name="csX19" fmla="*/ 345 w 135011"/>
              <a:gd name="csY19" fmla="*/ 48297 h 141755"/>
              <a:gd name="csX20" fmla="*/ 2242 w 135011"/>
              <a:gd name="csY20" fmla="*/ 54279 h 141755"/>
              <a:gd name="csX21" fmla="*/ 13843 w 135011"/>
              <a:gd name="csY21" fmla="*/ 62785 h 141755"/>
              <a:gd name="csX22" fmla="*/ 17883 w 135011"/>
              <a:gd name="csY22" fmla="*/ 70756 h 141755"/>
              <a:gd name="csX23" fmla="*/ 13850 w 135011"/>
              <a:gd name="csY23" fmla="*/ 78719 h 141755"/>
              <a:gd name="csX24" fmla="*/ 2174 w 135011"/>
              <a:gd name="csY24" fmla="*/ 87278 h 141755"/>
              <a:gd name="csX25" fmla="*/ 271 w 135011"/>
              <a:gd name="csY25" fmla="*/ 93245 h 141755"/>
              <a:gd name="csX26" fmla="*/ 14403 w 135011"/>
              <a:gd name="csY26" fmla="*/ 117731 h 141755"/>
              <a:gd name="csX27" fmla="*/ 20527 w 135011"/>
              <a:gd name="csY27" fmla="*/ 119078 h 141755"/>
              <a:gd name="csX28" fmla="*/ 33674 w 135011"/>
              <a:gd name="csY28" fmla="*/ 113298 h 141755"/>
              <a:gd name="csX29" fmla="*/ 42592 w 135011"/>
              <a:gd name="csY29" fmla="*/ 113786 h 141755"/>
              <a:gd name="csX30" fmla="*/ 47472 w 135011"/>
              <a:gd name="csY30" fmla="*/ 121261 h 141755"/>
              <a:gd name="csX31" fmla="*/ 49053 w 135011"/>
              <a:gd name="csY31" fmla="*/ 135691 h 141755"/>
              <a:gd name="csX32" fmla="*/ 53275 w 135011"/>
              <a:gd name="csY32" fmla="*/ 140323 h 141755"/>
              <a:gd name="csX33" fmla="*/ 67506 w 135011"/>
              <a:gd name="csY33" fmla="*/ 141756 h 141755"/>
              <a:gd name="csX34" fmla="*/ 81517 w 135011"/>
              <a:gd name="csY34" fmla="*/ 140356 h 141755"/>
              <a:gd name="csX35" fmla="*/ 85756 w 135011"/>
              <a:gd name="csY35" fmla="*/ 135720 h 141755"/>
              <a:gd name="csX36" fmla="*/ 87326 w 135011"/>
              <a:gd name="csY36" fmla="*/ 121381 h 141755"/>
              <a:gd name="csX37" fmla="*/ 92214 w 135011"/>
              <a:gd name="csY37" fmla="*/ 113903 h 141755"/>
              <a:gd name="csX38" fmla="*/ 101128 w 135011"/>
              <a:gd name="csY38" fmla="*/ 113415 h 141755"/>
              <a:gd name="csX39" fmla="*/ 114346 w 135011"/>
              <a:gd name="csY39" fmla="*/ 119226 h 141755"/>
              <a:gd name="csX40" fmla="*/ 120460 w 135011"/>
              <a:gd name="csY40" fmla="*/ 117891 h 141755"/>
              <a:gd name="csX41" fmla="*/ 134666 w 135011"/>
              <a:gd name="csY41" fmla="*/ 93451 h 141755"/>
              <a:gd name="csX42" fmla="*/ 132770 w 135011"/>
              <a:gd name="csY42" fmla="*/ 87470 h 141755"/>
              <a:gd name="csX43" fmla="*/ 121165 w 135011"/>
              <a:gd name="csY43" fmla="*/ 78964 h 141755"/>
              <a:gd name="csX44" fmla="*/ 67506 w 135011"/>
              <a:gd name="csY44" fmla="*/ 95684 h 141755"/>
              <a:gd name="csX45" fmla="*/ 42694 w 135011"/>
              <a:gd name="csY45" fmla="*/ 70875 h 141755"/>
              <a:gd name="csX46" fmla="*/ 67506 w 135011"/>
              <a:gd name="csY46" fmla="*/ 46068 h 141755"/>
              <a:gd name="csX47" fmla="*/ 92317 w 135011"/>
              <a:gd name="csY47" fmla="*/ 70875 h 141755"/>
              <a:gd name="csX48" fmla="*/ 67506 w 135011"/>
              <a:gd name="csY48" fmla="*/ 95684 h 141755"/>
            </a:gdLst>
            <a:ahLst/>
            <a:cxnLst/>
            <a:rect l="l" t="t" r="r" b="b"/>
            <a:pathLst>
              <a:path w="100000" h="100000">
                <a:moveTo>
                  <a:pt x="87854" y="55705"/>
                </a:moveTo>
                <a:cubicBezTo>
                  <a:pt x="86071" y="54397"/>
                  <a:pt x="85006" y="52297"/>
                  <a:pt x="85006" y="50084"/>
                </a:cubicBezTo>
                <a:cubicBezTo>
                  <a:pt x="85006" y="47871"/>
                  <a:pt x="86071" y="45771"/>
                  <a:pt x="87852" y="44466"/>
                </a:cubicBezTo>
                <a:lnTo>
                  <a:pt x="96088" y="38429"/>
                </a:lnTo>
                <a:cubicBezTo>
                  <a:pt x="97400" y="37464"/>
                  <a:pt x="97943" y="35766"/>
                  <a:pt x="97431" y="34218"/>
                </a:cubicBezTo>
                <a:cubicBezTo>
                  <a:pt x="95310" y="27848"/>
                  <a:pt x="91957" y="22038"/>
                  <a:pt x="87461" y="16946"/>
                </a:cubicBezTo>
                <a:cubicBezTo>
                  <a:pt x="86379" y="15726"/>
                  <a:pt x="84633" y="15341"/>
                  <a:pt x="83141" y="15995"/>
                </a:cubicBezTo>
                <a:lnTo>
                  <a:pt x="73866" y="20073"/>
                </a:lnTo>
                <a:cubicBezTo>
                  <a:pt x="71846" y="20964"/>
                  <a:pt x="69493" y="20835"/>
                  <a:pt x="67576" y="19728"/>
                </a:cubicBezTo>
                <a:cubicBezTo>
                  <a:pt x="65660" y="18624"/>
                  <a:pt x="64375" y="16653"/>
                  <a:pt x="64132" y="14456"/>
                </a:cubicBezTo>
                <a:lnTo>
                  <a:pt x="63017" y="4275"/>
                </a:lnTo>
                <a:cubicBezTo>
                  <a:pt x="62839" y="2655"/>
                  <a:pt x="61635" y="1335"/>
                  <a:pt x="60040" y="1007"/>
                </a:cubicBezTo>
                <a:cubicBezTo>
                  <a:pt x="53546" y="-320"/>
                  <a:pt x="46722" y="-343"/>
                  <a:pt x="40114" y="983"/>
                </a:cubicBezTo>
                <a:cubicBezTo>
                  <a:pt x="38508" y="1304"/>
                  <a:pt x="37300" y="2625"/>
                  <a:pt x="37123" y="4253"/>
                </a:cubicBezTo>
                <a:lnTo>
                  <a:pt x="36018" y="14368"/>
                </a:lnTo>
                <a:cubicBezTo>
                  <a:pt x="35775" y="16568"/>
                  <a:pt x="34490" y="18538"/>
                  <a:pt x="32570" y="19644"/>
                </a:cubicBezTo>
                <a:cubicBezTo>
                  <a:pt x="30654" y="20748"/>
                  <a:pt x="28309" y="20881"/>
                  <a:pt x="26281" y="19988"/>
                </a:cubicBezTo>
                <a:lnTo>
                  <a:pt x="16957" y="15887"/>
                </a:lnTo>
                <a:cubicBezTo>
                  <a:pt x="15477" y="15233"/>
                  <a:pt x="13726" y="15613"/>
                  <a:pt x="12644" y="16830"/>
                </a:cubicBezTo>
                <a:cubicBezTo>
                  <a:pt x="8133" y="21903"/>
                  <a:pt x="4765" y="27706"/>
                  <a:pt x="2622" y="34071"/>
                </a:cubicBezTo>
                <a:cubicBezTo>
                  <a:pt x="2102" y="35616"/>
                  <a:pt x="2643" y="37324"/>
                  <a:pt x="3960" y="38291"/>
                </a:cubicBezTo>
                <a:lnTo>
                  <a:pt x="12144" y="44291"/>
                </a:lnTo>
                <a:cubicBezTo>
                  <a:pt x="13929" y="45602"/>
                  <a:pt x="14994" y="47701"/>
                  <a:pt x="14994" y="49914"/>
                </a:cubicBezTo>
                <a:cubicBezTo>
                  <a:pt x="14994" y="52126"/>
                  <a:pt x="13929" y="54226"/>
                  <a:pt x="12149" y="55532"/>
                </a:cubicBezTo>
                <a:lnTo>
                  <a:pt x="3912" y="61570"/>
                </a:lnTo>
                <a:cubicBezTo>
                  <a:pt x="2600" y="62534"/>
                  <a:pt x="2057" y="64232"/>
                  <a:pt x="2570" y="65779"/>
                </a:cubicBezTo>
                <a:cubicBezTo>
                  <a:pt x="4690" y="72150"/>
                  <a:pt x="8043" y="77959"/>
                  <a:pt x="12539" y="83052"/>
                </a:cubicBezTo>
                <a:cubicBezTo>
                  <a:pt x="13621" y="84275"/>
                  <a:pt x="15372" y="84663"/>
                  <a:pt x="16859" y="84003"/>
                </a:cubicBezTo>
                <a:lnTo>
                  <a:pt x="26134" y="79925"/>
                </a:lnTo>
                <a:cubicBezTo>
                  <a:pt x="28154" y="79034"/>
                  <a:pt x="30505" y="79162"/>
                  <a:pt x="32425" y="80269"/>
                </a:cubicBezTo>
                <a:cubicBezTo>
                  <a:pt x="34340" y="81375"/>
                  <a:pt x="35625" y="83345"/>
                  <a:pt x="35868" y="85543"/>
                </a:cubicBezTo>
                <a:lnTo>
                  <a:pt x="36983" y="95722"/>
                </a:lnTo>
                <a:cubicBezTo>
                  <a:pt x="37161" y="97343"/>
                  <a:pt x="38365" y="98662"/>
                  <a:pt x="39961" y="98990"/>
                </a:cubicBezTo>
                <a:cubicBezTo>
                  <a:pt x="43246" y="99661"/>
                  <a:pt x="46622" y="100001"/>
                  <a:pt x="50000" y="100001"/>
                </a:cubicBezTo>
                <a:cubicBezTo>
                  <a:pt x="53295" y="100001"/>
                  <a:pt x="56621" y="99668"/>
                  <a:pt x="59884" y="99013"/>
                </a:cubicBezTo>
                <a:cubicBezTo>
                  <a:pt x="61489" y="98690"/>
                  <a:pt x="62697" y="97370"/>
                  <a:pt x="62875" y="95743"/>
                </a:cubicBezTo>
                <a:lnTo>
                  <a:pt x="63982" y="85627"/>
                </a:lnTo>
                <a:cubicBezTo>
                  <a:pt x="64225" y="83428"/>
                  <a:pt x="65510" y="81457"/>
                  <a:pt x="67430" y="80352"/>
                </a:cubicBezTo>
                <a:cubicBezTo>
                  <a:pt x="69346" y="79249"/>
                  <a:pt x="71693" y="79120"/>
                  <a:pt x="73719" y="80008"/>
                </a:cubicBezTo>
                <a:lnTo>
                  <a:pt x="83043" y="84107"/>
                </a:lnTo>
                <a:cubicBezTo>
                  <a:pt x="84528" y="84765"/>
                  <a:pt x="86274" y="84386"/>
                  <a:pt x="87356" y="83165"/>
                </a:cubicBezTo>
                <a:cubicBezTo>
                  <a:pt x="91867" y="78092"/>
                  <a:pt x="95235" y="72290"/>
                  <a:pt x="97378" y="65924"/>
                </a:cubicBezTo>
                <a:cubicBezTo>
                  <a:pt x="97898" y="64380"/>
                  <a:pt x="97358" y="62672"/>
                  <a:pt x="96040" y="61705"/>
                </a:cubicBezTo>
                <a:lnTo>
                  <a:pt x="87854" y="55705"/>
                </a:lnTo>
                <a:close/>
                <a:moveTo>
                  <a:pt x="50000" y="67500"/>
                </a:moveTo>
                <a:cubicBezTo>
                  <a:pt x="40334" y="67500"/>
                  <a:pt x="32497" y="59665"/>
                  <a:pt x="32497" y="49998"/>
                </a:cubicBezTo>
                <a:cubicBezTo>
                  <a:pt x="32497" y="40334"/>
                  <a:pt x="40334" y="32498"/>
                  <a:pt x="50000" y="32498"/>
                </a:cubicBezTo>
                <a:cubicBezTo>
                  <a:pt x="59667" y="32498"/>
                  <a:pt x="67503" y="40334"/>
                  <a:pt x="67503" y="49998"/>
                </a:cubicBezTo>
                <a:cubicBezTo>
                  <a:pt x="67503" y="59665"/>
                  <a:pt x="59667" y="67500"/>
                  <a:pt x="50000" y="675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6" name="Белый — SVG 56">
            <a:extLst>
              <a:ext uri="{FF2B5EF4-FFF2-40B4-BE49-F238E27FC236}">
                <a16:creationId xmlns:a16="http://schemas.microsoft.com/office/drawing/2014/main" id="{4341A8B9-9CC9-AE4B-BE76-5FAFEABB7C46}"/>
              </a:ext>
            </a:extLst>
          </p:cNvPr>
          <p:cNvSpPr>
            <a:spLocks noGrp="1"/>
          </p:cNvSpPr>
          <p:nvPr/>
        </p:nvSpPr>
        <p:spPr>
          <a:xfrm>
            <a:off x="1020000" y="5530000"/>
            <a:ext cx="220000" cy="220000"/>
          </a:xfrm>
          <a:custGeom>
            <a:avLst/>
            <a:gdLst>
              <a:gd name="csX0" fmla="*/ 72664 w 131139"/>
              <a:gd name="csY0" fmla="*/ 1 h 138255"/>
              <a:gd name="csX1" fmla="*/ 37634 w 131139"/>
              <a:gd name="csY1" fmla="*/ 4604 h 138255"/>
              <a:gd name="csX2" fmla="*/ 12539 w 131139"/>
              <a:gd name="csY2" fmla="*/ 16087 h 138255"/>
              <a:gd name="csX3" fmla="*/ 0 w 131139"/>
              <a:gd name="csY3" fmla="*/ 40749 h 138255"/>
              <a:gd name="csX4" fmla="*/ 7979 w 131139"/>
              <a:gd name="csY4" fmla="*/ 61418 h 138255"/>
              <a:gd name="csX5" fmla="*/ 14172 w 131139"/>
              <a:gd name="csY5" fmla="*/ 76189 h 138255"/>
              <a:gd name="csX6" fmla="*/ 8098 w 131139"/>
              <a:gd name="csY6" fmla="*/ 89451 h 138255"/>
              <a:gd name="csX7" fmla="*/ 0 w 131139"/>
              <a:gd name="csY7" fmla="*/ 111629 h 138255"/>
              <a:gd name="csX8" fmla="*/ 12998 w 131139"/>
              <a:gd name="csY8" fmla="*/ 137316 h 138255"/>
              <a:gd name="csX9" fmla="*/ 14921 w 131139"/>
              <a:gd name="csY9" fmla="*/ 138142 h 138255"/>
              <a:gd name="csX10" fmla="*/ 17013 w 131139"/>
              <a:gd name="csY10" fmla="*/ 138160 h 138255"/>
              <a:gd name="csX11" fmla="*/ 18953 w 131139"/>
              <a:gd name="csY11" fmla="*/ 137368 h 138255"/>
              <a:gd name="csX12" fmla="*/ 20450 w 131139"/>
              <a:gd name="csY12" fmla="*/ 135888 h 138255"/>
              <a:gd name="csX13" fmla="*/ 21233 w 131139"/>
              <a:gd name="csY13" fmla="*/ 133950 h 138255"/>
              <a:gd name="csX14" fmla="*/ 21233 w 131139"/>
              <a:gd name="csY14" fmla="*/ 131856 h 138255"/>
              <a:gd name="csX15" fmla="*/ 20399 w 131139"/>
              <a:gd name="csY15" fmla="*/ 129929 h 138255"/>
              <a:gd name="csX16" fmla="*/ 18902 w 131139"/>
              <a:gd name="csY16" fmla="*/ 128470 h 138255"/>
              <a:gd name="csX17" fmla="*/ 10633 w 131139"/>
              <a:gd name="csY17" fmla="*/ 111629 h 138255"/>
              <a:gd name="csX18" fmla="*/ 16707 w 131139"/>
              <a:gd name="csY18" fmla="*/ 95709 h 138255"/>
              <a:gd name="csX19" fmla="*/ 24806 w 131139"/>
              <a:gd name="csY19" fmla="*/ 76189 h 138255"/>
              <a:gd name="csX20" fmla="*/ 16826 w 131139"/>
              <a:gd name="csY20" fmla="*/ 55521 h 138255"/>
              <a:gd name="csX21" fmla="*/ 10633 w 131139"/>
              <a:gd name="csY21" fmla="*/ 40749 h 138255"/>
              <a:gd name="csX22" fmla="*/ 19140 w 131139"/>
              <a:gd name="csY22" fmla="*/ 24435 h 138255"/>
              <a:gd name="csX23" fmla="*/ 40339 w 131139"/>
              <a:gd name="csY23" fmla="*/ 14883 h 138255"/>
              <a:gd name="csX24" fmla="*/ 72664 w 131139"/>
              <a:gd name="csY24" fmla="*/ 10632 h 138255"/>
              <a:gd name="csX25" fmla="*/ 74723 w 131139"/>
              <a:gd name="csY25" fmla="*/ 10250 h 138255"/>
              <a:gd name="csX26" fmla="*/ 76475 w 131139"/>
              <a:gd name="csY26" fmla="*/ 9102 h 138255"/>
              <a:gd name="csX27" fmla="*/ 77649 w 131139"/>
              <a:gd name="csY27" fmla="*/ 7368 h 138255"/>
              <a:gd name="csX28" fmla="*/ 78057 w 131139"/>
              <a:gd name="csY28" fmla="*/ 5316 h 138255"/>
              <a:gd name="csX29" fmla="*/ 77649 w 131139"/>
              <a:gd name="csY29" fmla="*/ 3265 h 138255"/>
              <a:gd name="csX30" fmla="*/ 76475 w 131139"/>
              <a:gd name="csY30" fmla="*/ 1531 h 138255"/>
              <a:gd name="csX31" fmla="*/ 74723 w 131139"/>
              <a:gd name="csY31" fmla="*/ 383 h 138255"/>
              <a:gd name="csX32" fmla="*/ 72664 w 131139"/>
              <a:gd name="csY32" fmla="*/ 1 h 138255"/>
              <a:gd name="csX33" fmla="*/ 114041 w 131139"/>
              <a:gd name="csY33" fmla="*/ 35433 h 138255"/>
              <a:gd name="csX34" fmla="*/ 101944 w 131139"/>
              <a:gd name="csY34" fmla="*/ 40438 h 138255"/>
              <a:gd name="csX35" fmla="*/ 67866 w 131139"/>
              <a:gd name="csY35" fmla="*/ 74514 h 138255"/>
              <a:gd name="csX36" fmla="*/ 92060 w 131139"/>
              <a:gd name="csY36" fmla="*/ 98699 h 138255"/>
              <a:gd name="csX37" fmla="*/ 126137 w 131139"/>
              <a:gd name="csY37" fmla="*/ 64630 h 138255"/>
              <a:gd name="csX38" fmla="*/ 131139 w 131139"/>
              <a:gd name="csY38" fmla="*/ 52530 h 138255"/>
              <a:gd name="csX39" fmla="*/ 126137 w 131139"/>
              <a:gd name="csY39" fmla="*/ 40438 h 138255"/>
              <a:gd name="csX40" fmla="*/ 114041 w 131139"/>
              <a:gd name="csY40" fmla="*/ 35433 h 138255"/>
              <a:gd name="csX41" fmla="*/ 60347 w 131139"/>
              <a:gd name="csY41" fmla="*/ 82031 h 138255"/>
              <a:gd name="csX42" fmla="*/ 37378 w 131139"/>
              <a:gd name="csY42" fmla="*/ 105005 h 138255"/>
              <a:gd name="csX43" fmla="*/ 34929 w 131139"/>
              <a:gd name="csY43" fmla="*/ 109165 h 138255"/>
              <a:gd name="csX44" fmla="*/ 28566 w 131139"/>
              <a:gd name="csY44" fmla="*/ 131432 h 138255"/>
              <a:gd name="csX45" fmla="*/ 29910 w 131139"/>
              <a:gd name="csY45" fmla="*/ 136651 h 138255"/>
              <a:gd name="csX46" fmla="*/ 33670 w 131139"/>
              <a:gd name="csY46" fmla="*/ 138209 h 138255"/>
              <a:gd name="csX47" fmla="*/ 35133 w 131139"/>
              <a:gd name="csY47" fmla="*/ 138001 h 138255"/>
              <a:gd name="csX48" fmla="*/ 57403 w 131139"/>
              <a:gd name="csY48" fmla="*/ 131640 h 138255"/>
              <a:gd name="csX49" fmla="*/ 61554 w 131139"/>
              <a:gd name="csY49" fmla="*/ 129197 h 138255"/>
              <a:gd name="csX50" fmla="*/ 84540 w 131139"/>
              <a:gd name="csY50" fmla="*/ 106216 h 138255"/>
              <a:gd name="csX51" fmla="*/ 60347 w 131139"/>
              <a:gd name="csY51" fmla="*/ 82031 h 138255"/>
            </a:gdLst>
            <a:ahLst/>
            <a:cxnLst/>
            <a:rect l="l" t="t" r="r" b="b"/>
            <a:pathLst>
              <a:path w="100000" h="100000">
                <a:moveTo>
                  <a:pt x="55131" y="1"/>
                </a:moveTo>
                <a:cubicBezTo>
                  <a:pt x="55131" y="1"/>
                  <a:pt x="42580" y="-34"/>
                  <a:pt x="29794" y="3330"/>
                </a:cubicBezTo>
                <a:cubicBezTo>
                  <a:pt x="23407" y="5012"/>
                  <a:pt x="16861" y="7516"/>
                  <a:pt x="11643" y="11636"/>
                </a:cubicBezTo>
                <a:cubicBezTo>
                  <a:pt x="6425" y="15755"/>
                  <a:pt x="2574" y="21848"/>
                  <a:pt x="2574" y="29474"/>
                </a:cubicBezTo>
                <a:cubicBezTo>
                  <a:pt x="2574" y="35882"/>
                  <a:pt x="5786" y="40579"/>
                  <a:pt x="8345" y="44424"/>
                </a:cubicBezTo>
                <a:cubicBezTo>
                  <a:pt x="10904" y="48269"/>
                  <a:pt x="12824" y="51263"/>
                  <a:pt x="12824" y="55108"/>
                </a:cubicBezTo>
                <a:cubicBezTo>
                  <a:pt x="12824" y="58953"/>
                  <a:pt x="11064" y="61086"/>
                  <a:pt x="8431" y="64700"/>
                </a:cubicBezTo>
                <a:cubicBezTo>
                  <a:pt x="5810" y="68314"/>
                  <a:pt x="2574" y="73307"/>
                  <a:pt x="2574" y="80741"/>
                </a:cubicBezTo>
                <a:cubicBezTo>
                  <a:pt x="2574" y="92917"/>
                  <a:pt x="11975" y="99321"/>
                  <a:pt x="11975" y="99321"/>
                </a:cubicBezTo>
                <a:cubicBezTo>
                  <a:pt x="12394" y="99610"/>
                  <a:pt x="12873" y="99813"/>
                  <a:pt x="13366" y="99918"/>
                </a:cubicBezTo>
                <a:cubicBezTo>
                  <a:pt x="13870" y="100023"/>
                  <a:pt x="14387" y="100027"/>
                  <a:pt x="14879" y="99931"/>
                </a:cubicBezTo>
                <a:cubicBezTo>
                  <a:pt x="15384" y="99835"/>
                  <a:pt x="15864" y="99641"/>
                  <a:pt x="16282" y="99358"/>
                </a:cubicBezTo>
                <a:cubicBezTo>
                  <a:pt x="16713" y="99076"/>
                  <a:pt x="17082" y="98713"/>
                  <a:pt x="17365" y="98288"/>
                </a:cubicBezTo>
                <a:cubicBezTo>
                  <a:pt x="17648" y="97863"/>
                  <a:pt x="17845" y="97387"/>
                  <a:pt x="17931" y="96886"/>
                </a:cubicBezTo>
                <a:cubicBezTo>
                  <a:pt x="18030" y="96386"/>
                  <a:pt x="18030" y="95871"/>
                  <a:pt x="17931" y="95372"/>
                </a:cubicBezTo>
                <a:cubicBezTo>
                  <a:pt x="17820" y="94872"/>
                  <a:pt x="17623" y="94398"/>
                  <a:pt x="17328" y="93978"/>
                </a:cubicBezTo>
                <a:cubicBezTo>
                  <a:pt x="17045" y="93558"/>
                  <a:pt x="16676" y="93199"/>
                  <a:pt x="16245" y="92922"/>
                </a:cubicBezTo>
                <a:cubicBezTo>
                  <a:pt x="16245" y="92922"/>
                  <a:pt x="10264" y="89072"/>
                  <a:pt x="10264" y="80741"/>
                </a:cubicBezTo>
                <a:cubicBezTo>
                  <a:pt x="10264" y="75359"/>
                  <a:pt x="12160" y="72661"/>
                  <a:pt x="14658" y="69226"/>
                </a:cubicBezTo>
                <a:cubicBezTo>
                  <a:pt x="17156" y="65791"/>
                  <a:pt x="20516" y="61516"/>
                  <a:pt x="20516" y="55108"/>
                </a:cubicBezTo>
                <a:cubicBezTo>
                  <a:pt x="20516" y="48699"/>
                  <a:pt x="17316" y="44003"/>
                  <a:pt x="14744" y="40158"/>
                </a:cubicBezTo>
                <a:cubicBezTo>
                  <a:pt x="12185" y="36313"/>
                  <a:pt x="10264" y="33319"/>
                  <a:pt x="10264" y="29474"/>
                </a:cubicBezTo>
                <a:cubicBezTo>
                  <a:pt x="10264" y="24283"/>
                  <a:pt x="12504" y="20763"/>
                  <a:pt x="16417" y="17674"/>
                </a:cubicBezTo>
                <a:cubicBezTo>
                  <a:pt x="20331" y="14584"/>
                  <a:pt x="25967" y="12286"/>
                  <a:pt x="31751" y="10765"/>
                </a:cubicBezTo>
                <a:cubicBezTo>
                  <a:pt x="43319" y="7721"/>
                  <a:pt x="55131" y="7690"/>
                  <a:pt x="55131" y="7690"/>
                </a:cubicBezTo>
                <a:cubicBezTo>
                  <a:pt x="55636" y="7697"/>
                  <a:pt x="56140" y="7603"/>
                  <a:pt x="56621" y="7414"/>
                </a:cubicBezTo>
                <a:cubicBezTo>
                  <a:pt x="57088" y="7224"/>
                  <a:pt x="57519" y="6942"/>
                  <a:pt x="57888" y="6583"/>
                </a:cubicBezTo>
                <a:cubicBezTo>
                  <a:pt x="58245" y="6226"/>
                  <a:pt x="58540" y="5799"/>
                  <a:pt x="58737" y="5329"/>
                </a:cubicBezTo>
                <a:cubicBezTo>
                  <a:pt x="58934" y="4860"/>
                  <a:pt x="59032" y="4355"/>
                  <a:pt x="59032" y="3845"/>
                </a:cubicBezTo>
                <a:cubicBezTo>
                  <a:pt x="59032" y="3336"/>
                  <a:pt x="58934" y="2832"/>
                  <a:pt x="58737" y="2362"/>
                </a:cubicBezTo>
                <a:cubicBezTo>
                  <a:pt x="58540" y="1891"/>
                  <a:pt x="58245" y="1465"/>
                  <a:pt x="57888" y="1107"/>
                </a:cubicBezTo>
                <a:cubicBezTo>
                  <a:pt x="57519" y="749"/>
                  <a:pt x="57088" y="467"/>
                  <a:pt x="56621" y="277"/>
                </a:cubicBezTo>
                <a:cubicBezTo>
                  <a:pt x="56140" y="88"/>
                  <a:pt x="55636" y="-7"/>
                  <a:pt x="55131" y="1"/>
                </a:cubicBezTo>
                <a:close/>
                <a:moveTo>
                  <a:pt x="85059" y="25629"/>
                </a:moveTo>
                <a:cubicBezTo>
                  <a:pt x="81761" y="25629"/>
                  <a:pt x="78648" y="26913"/>
                  <a:pt x="76310" y="29249"/>
                </a:cubicBezTo>
                <a:lnTo>
                  <a:pt x="51661" y="53896"/>
                </a:lnTo>
                <a:lnTo>
                  <a:pt x="69161" y="71389"/>
                </a:lnTo>
                <a:lnTo>
                  <a:pt x="93809" y="46747"/>
                </a:lnTo>
                <a:cubicBezTo>
                  <a:pt x="96147" y="44409"/>
                  <a:pt x="97426" y="41302"/>
                  <a:pt x="97426" y="37995"/>
                </a:cubicBezTo>
                <a:cubicBezTo>
                  <a:pt x="97426" y="34691"/>
                  <a:pt x="96147" y="31584"/>
                  <a:pt x="93809" y="29249"/>
                </a:cubicBezTo>
                <a:cubicBezTo>
                  <a:pt x="91471" y="26913"/>
                  <a:pt x="88369" y="25629"/>
                  <a:pt x="85059" y="25629"/>
                </a:cubicBezTo>
                <a:close/>
                <a:moveTo>
                  <a:pt x="46223" y="59333"/>
                </a:moveTo>
                <a:lnTo>
                  <a:pt x="29609" y="75950"/>
                </a:lnTo>
                <a:cubicBezTo>
                  <a:pt x="28773" y="76781"/>
                  <a:pt x="28157" y="77821"/>
                  <a:pt x="27838" y="78959"/>
                </a:cubicBezTo>
                <a:lnTo>
                  <a:pt x="23235" y="95065"/>
                </a:lnTo>
                <a:cubicBezTo>
                  <a:pt x="22853" y="96408"/>
                  <a:pt x="23223" y="97850"/>
                  <a:pt x="24207" y="98840"/>
                </a:cubicBezTo>
                <a:cubicBezTo>
                  <a:pt x="24945" y="99573"/>
                  <a:pt x="25917" y="99967"/>
                  <a:pt x="26927" y="99967"/>
                </a:cubicBezTo>
                <a:cubicBezTo>
                  <a:pt x="27284" y="99967"/>
                  <a:pt x="27641" y="99916"/>
                  <a:pt x="27985" y="99816"/>
                </a:cubicBezTo>
                <a:lnTo>
                  <a:pt x="44093" y="95215"/>
                </a:lnTo>
                <a:cubicBezTo>
                  <a:pt x="45237" y="94890"/>
                  <a:pt x="46272" y="94274"/>
                  <a:pt x="47096" y="93448"/>
                </a:cubicBezTo>
                <a:lnTo>
                  <a:pt x="63721" y="76826"/>
                </a:lnTo>
                <a:lnTo>
                  <a:pt x="46223" y="5933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7" name="Белый — SVG 57">
            <a:extLst>
              <a:ext uri="{FF2B5EF4-FFF2-40B4-BE49-F238E27FC236}">
                <a16:creationId xmlns:a16="http://schemas.microsoft.com/office/drawing/2014/main" id="{E8CE08BE-EBA9-A746-905C-AB6174425727}"/>
              </a:ext>
            </a:extLst>
          </p:cNvPr>
          <p:cNvSpPr>
            <a:spLocks noGrp="1"/>
          </p:cNvSpPr>
          <p:nvPr/>
        </p:nvSpPr>
        <p:spPr>
          <a:xfrm>
            <a:off x="1620000" y="5530000"/>
            <a:ext cx="220000" cy="220000"/>
          </a:xfrm>
          <a:custGeom>
            <a:avLst/>
            <a:gdLst>
              <a:gd name="csX0" fmla="*/ 15942 w 134762"/>
              <a:gd name="csY0" fmla="*/ 0 h 141759"/>
              <a:gd name="csX1" fmla="*/ 0 w 134762"/>
              <a:gd name="csY1" fmla="*/ 15948 h 141759"/>
              <a:gd name="csX2" fmla="*/ 0 w 134762"/>
              <a:gd name="csY2" fmla="*/ 125811 h 141759"/>
              <a:gd name="csX3" fmla="*/ 15942 w 134762"/>
              <a:gd name="csY3" fmla="*/ 141759 h 141759"/>
              <a:gd name="csX4" fmla="*/ 97470 w 134762"/>
              <a:gd name="csY4" fmla="*/ 141759 h 141759"/>
              <a:gd name="csX5" fmla="*/ 113428 w 134762"/>
              <a:gd name="csY5" fmla="*/ 125811 h 141759"/>
              <a:gd name="csX6" fmla="*/ 113428 w 134762"/>
              <a:gd name="csY6" fmla="*/ 87499 h 141759"/>
              <a:gd name="csX7" fmla="*/ 94595 w 134762"/>
              <a:gd name="csY7" fmla="*/ 106354 h 141759"/>
              <a:gd name="csX8" fmla="*/ 86837 w 134762"/>
              <a:gd name="csY8" fmla="*/ 110998 h 141759"/>
              <a:gd name="csX9" fmla="*/ 69227 w 134762"/>
              <a:gd name="csY9" fmla="*/ 116418 h 141759"/>
              <a:gd name="csX10" fmla="*/ 65570 w 134762"/>
              <a:gd name="csY10" fmla="*/ 116951 h 141759"/>
              <a:gd name="csX11" fmla="*/ 56808 w 134762"/>
              <a:gd name="csY11" fmla="*/ 113303 h 141759"/>
              <a:gd name="csX12" fmla="*/ 54375 w 134762"/>
              <a:gd name="csY12" fmla="*/ 109863 h 141759"/>
              <a:gd name="csX13" fmla="*/ 33636 w 134762"/>
              <a:gd name="csY13" fmla="*/ 109863 h 141759"/>
              <a:gd name="csX14" fmla="*/ 28327 w 134762"/>
              <a:gd name="csY14" fmla="*/ 104547 h 141759"/>
              <a:gd name="csX15" fmla="*/ 32921 w 134762"/>
              <a:gd name="csY15" fmla="*/ 99266 h 141759"/>
              <a:gd name="csX16" fmla="*/ 33636 w 134762"/>
              <a:gd name="csY16" fmla="*/ 99231 h 141759"/>
              <a:gd name="csX17" fmla="*/ 54188 w 134762"/>
              <a:gd name="csY17" fmla="*/ 99231 h 141759"/>
              <a:gd name="csX18" fmla="*/ 58560 w 134762"/>
              <a:gd name="csY18" fmla="*/ 85056 h 141759"/>
              <a:gd name="csX19" fmla="*/ 33670 w 134762"/>
              <a:gd name="csY19" fmla="*/ 85056 h 141759"/>
              <a:gd name="csX20" fmla="*/ 28361 w 134762"/>
              <a:gd name="csY20" fmla="*/ 79740 h 141759"/>
              <a:gd name="csX21" fmla="*/ 33670 w 134762"/>
              <a:gd name="csY21" fmla="*/ 74424 h 141759"/>
              <a:gd name="csX22" fmla="*/ 64872 w 134762"/>
              <a:gd name="csY22" fmla="*/ 74424 h 141759"/>
              <a:gd name="csX23" fmla="*/ 82617 w 134762"/>
              <a:gd name="csY23" fmla="*/ 56704 h 141759"/>
              <a:gd name="csX24" fmla="*/ 72664 w 134762"/>
              <a:gd name="csY24" fmla="*/ 56704 h 141759"/>
              <a:gd name="csX25" fmla="*/ 56706 w 134762"/>
              <a:gd name="csY25" fmla="*/ 40756 h 141759"/>
              <a:gd name="csX26" fmla="*/ 56706 w 134762"/>
              <a:gd name="csY26" fmla="*/ 0 h 141759"/>
              <a:gd name="csX27" fmla="*/ 15942 w 134762"/>
              <a:gd name="csY27" fmla="*/ 0 h 141759"/>
              <a:gd name="csX28" fmla="*/ 67339 w 134762"/>
              <a:gd name="csY28" fmla="*/ 3122 h 141759"/>
              <a:gd name="csX29" fmla="*/ 67339 w 134762"/>
              <a:gd name="csY29" fmla="*/ 40756 h 141759"/>
              <a:gd name="csX30" fmla="*/ 72664 w 134762"/>
              <a:gd name="csY30" fmla="*/ 46072 h 141759"/>
              <a:gd name="csX31" fmla="*/ 93251 w 134762"/>
              <a:gd name="csY31" fmla="*/ 46072 h 141759"/>
              <a:gd name="csX32" fmla="*/ 100804 w 134762"/>
              <a:gd name="csY32" fmla="*/ 38520 h 141759"/>
              <a:gd name="csX33" fmla="*/ 101842 w 134762"/>
              <a:gd name="csY33" fmla="*/ 37599 h 141759"/>
              <a:gd name="csX34" fmla="*/ 67339 w 134762"/>
              <a:gd name="csY34" fmla="*/ 3122 h 141759"/>
              <a:gd name="csX35" fmla="*/ 127465 w 134762"/>
              <a:gd name="csY35" fmla="*/ 35371 h 141759"/>
              <a:gd name="csX36" fmla="*/ 122582 w 134762"/>
              <a:gd name="csY36" fmla="*/ 37516 h 141759"/>
              <a:gd name="csX37" fmla="*/ 120540 w 134762"/>
              <a:gd name="csY37" fmla="*/ 39572 h 141759"/>
              <a:gd name="csX38" fmla="*/ 105823 w 134762"/>
              <a:gd name="csY38" fmla="*/ 43518 h 141759"/>
              <a:gd name="csX39" fmla="*/ 68785 w 134762"/>
              <a:gd name="csY39" fmla="*/ 80549 h 141759"/>
              <a:gd name="csX40" fmla="*/ 65910 w 134762"/>
              <a:gd name="csY40" fmla="*/ 85332 h 141759"/>
              <a:gd name="csX41" fmla="*/ 60500 w 134762"/>
              <a:gd name="csY41" fmla="*/ 102990 h 141759"/>
              <a:gd name="csX42" fmla="*/ 61810 w 134762"/>
              <a:gd name="csY42" fmla="*/ 108306 h 141759"/>
              <a:gd name="csX43" fmla="*/ 65570 w 134762"/>
              <a:gd name="csY43" fmla="*/ 109863 h 141759"/>
              <a:gd name="csX44" fmla="*/ 67135 w 134762"/>
              <a:gd name="csY44" fmla="*/ 109628 h 141759"/>
              <a:gd name="csX45" fmla="*/ 84778 w 134762"/>
              <a:gd name="csY45" fmla="*/ 104215 h 141759"/>
              <a:gd name="csX46" fmla="*/ 89576 w 134762"/>
              <a:gd name="csY46" fmla="*/ 101336 h 141759"/>
              <a:gd name="csX47" fmla="*/ 126869 w 134762"/>
              <a:gd name="csY47" fmla="*/ 64055 h 141759"/>
              <a:gd name="csX48" fmla="*/ 131105 w 134762"/>
              <a:gd name="csY48" fmla="*/ 52260 h 141759"/>
              <a:gd name="csX49" fmla="*/ 130578 w 134762"/>
              <a:gd name="csY49" fmla="*/ 49581 h 141759"/>
              <a:gd name="csX50" fmla="*/ 132619 w 134762"/>
              <a:gd name="csY50" fmla="*/ 47539 h 141759"/>
              <a:gd name="csX51" fmla="*/ 134627 w 134762"/>
              <a:gd name="csY51" fmla="*/ 43862 h 141759"/>
              <a:gd name="csX52" fmla="*/ 134202 w 134762"/>
              <a:gd name="csY52" fmla="*/ 39693 h 141759"/>
              <a:gd name="csX53" fmla="*/ 131497 w 134762"/>
              <a:gd name="csY53" fmla="*/ 36490 h 141759"/>
              <a:gd name="csX54" fmla="*/ 127465 w 134762"/>
              <a:gd name="csY54" fmla="*/ 35371 h 141759"/>
            </a:gdLst>
            <a:ahLst/>
            <a:cxnLst/>
            <a:rect l="l" t="t" r="r" b="b"/>
            <a:pathLst>
              <a:path w="100000" h="100000">
                <a:moveTo>
                  <a:pt x="13714" y="0"/>
                </a:moveTo>
                <a:cubicBezTo>
                  <a:pt x="7521" y="0"/>
                  <a:pt x="2468" y="5050"/>
                  <a:pt x="2468" y="11250"/>
                </a:cubicBezTo>
                <a:lnTo>
                  <a:pt x="2468" y="88750"/>
                </a:lnTo>
                <a:cubicBezTo>
                  <a:pt x="2468" y="94950"/>
                  <a:pt x="7521" y="100000"/>
                  <a:pt x="13714" y="100000"/>
                </a:cubicBezTo>
                <a:lnTo>
                  <a:pt x="71225" y="100000"/>
                </a:lnTo>
                <a:cubicBezTo>
                  <a:pt x="77430" y="100000"/>
                  <a:pt x="82483" y="94950"/>
                  <a:pt x="82483" y="88750"/>
                </a:cubicBezTo>
                <a:lnTo>
                  <a:pt x="82483" y="61724"/>
                </a:lnTo>
                <a:lnTo>
                  <a:pt x="69197" y="75025"/>
                </a:lnTo>
                <a:cubicBezTo>
                  <a:pt x="67673" y="76524"/>
                  <a:pt x="65777" y="77676"/>
                  <a:pt x="63725" y="78300"/>
                </a:cubicBezTo>
                <a:lnTo>
                  <a:pt x="51302" y="82124"/>
                </a:lnTo>
                <a:cubicBezTo>
                  <a:pt x="50451" y="82374"/>
                  <a:pt x="49575" y="82500"/>
                  <a:pt x="48722" y="82500"/>
                </a:cubicBezTo>
                <a:cubicBezTo>
                  <a:pt x="46454" y="82500"/>
                  <a:pt x="44198" y="81602"/>
                  <a:pt x="42542" y="79926"/>
                </a:cubicBezTo>
                <a:cubicBezTo>
                  <a:pt x="41821" y="79227"/>
                  <a:pt x="41245" y="78400"/>
                  <a:pt x="40825" y="77500"/>
                </a:cubicBezTo>
                <a:lnTo>
                  <a:pt x="26196" y="77500"/>
                </a:lnTo>
                <a:cubicBezTo>
                  <a:pt x="24119" y="77500"/>
                  <a:pt x="22450" y="75825"/>
                  <a:pt x="22450" y="73750"/>
                </a:cubicBezTo>
                <a:cubicBezTo>
                  <a:pt x="22450" y="71850"/>
                  <a:pt x="23867" y="70274"/>
                  <a:pt x="25691" y="70024"/>
                </a:cubicBezTo>
                <a:lnTo>
                  <a:pt x="26196" y="70000"/>
                </a:lnTo>
                <a:lnTo>
                  <a:pt x="40693" y="70000"/>
                </a:lnTo>
                <a:lnTo>
                  <a:pt x="43777" y="60000"/>
                </a:lnTo>
                <a:lnTo>
                  <a:pt x="26219" y="60000"/>
                </a:lnTo>
                <a:cubicBezTo>
                  <a:pt x="24143" y="60000"/>
                  <a:pt x="22474" y="58325"/>
                  <a:pt x="22474" y="56250"/>
                </a:cubicBezTo>
                <a:cubicBezTo>
                  <a:pt x="22474" y="54175"/>
                  <a:pt x="24143" y="52500"/>
                  <a:pt x="26219" y="52500"/>
                </a:cubicBezTo>
                <a:lnTo>
                  <a:pt x="48230" y="52500"/>
                </a:lnTo>
                <a:lnTo>
                  <a:pt x="60748" y="40000"/>
                </a:lnTo>
                <a:lnTo>
                  <a:pt x="53727" y="40000"/>
                </a:lnTo>
                <a:cubicBezTo>
                  <a:pt x="47522" y="40000"/>
                  <a:pt x="42470" y="34950"/>
                  <a:pt x="42470" y="28750"/>
                </a:cubicBezTo>
                <a:lnTo>
                  <a:pt x="42470" y="0"/>
                </a:lnTo>
                <a:lnTo>
                  <a:pt x="13714" y="0"/>
                </a:lnTo>
                <a:close/>
                <a:moveTo>
                  <a:pt x="49970" y="2202"/>
                </a:moveTo>
                <a:lnTo>
                  <a:pt x="49970" y="28750"/>
                </a:lnTo>
                <a:cubicBezTo>
                  <a:pt x="49970" y="30825"/>
                  <a:pt x="51651" y="32500"/>
                  <a:pt x="53727" y="32500"/>
                </a:cubicBezTo>
                <a:lnTo>
                  <a:pt x="68249" y="32500"/>
                </a:lnTo>
                <a:lnTo>
                  <a:pt x="73577" y="27173"/>
                </a:lnTo>
                <a:cubicBezTo>
                  <a:pt x="73806" y="26923"/>
                  <a:pt x="74058" y="26698"/>
                  <a:pt x="74310" y="26523"/>
                </a:cubicBezTo>
                <a:lnTo>
                  <a:pt x="49970" y="2202"/>
                </a:lnTo>
                <a:close/>
                <a:moveTo>
                  <a:pt x="92385" y="24952"/>
                </a:moveTo>
                <a:cubicBezTo>
                  <a:pt x="91088" y="24990"/>
                  <a:pt x="89852" y="25533"/>
                  <a:pt x="88940" y="26465"/>
                </a:cubicBezTo>
                <a:lnTo>
                  <a:pt x="87500" y="27915"/>
                </a:lnTo>
                <a:cubicBezTo>
                  <a:pt x="83935" y="26918"/>
                  <a:pt x="79927" y="27888"/>
                  <a:pt x="77118" y="30699"/>
                </a:cubicBezTo>
                <a:lnTo>
                  <a:pt x="50990" y="56821"/>
                </a:lnTo>
                <a:cubicBezTo>
                  <a:pt x="50042" y="57764"/>
                  <a:pt x="49346" y="58930"/>
                  <a:pt x="48962" y="60195"/>
                </a:cubicBezTo>
                <a:lnTo>
                  <a:pt x="45146" y="72651"/>
                </a:lnTo>
                <a:cubicBezTo>
                  <a:pt x="44738" y="73979"/>
                  <a:pt x="45086" y="75419"/>
                  <a:pt x="46070" y="76401"/>
                </a:cubicBezTo>
                <a:cubicBezTo>
                  <a:pt x="46790" y="77116"/>
                  <a:pt x="47738" y="77500"/>
                  <a:pt x="48722" y="77500"/>
                </a:cubicBezTo>
                <a:cubicBezTo>
                  <a:pt x="49094" y="77500"/>
                  <a:pt x="49467" y="77446"/>
                  <a:pt x="49826" y="77334"/>
                </a:cubicBezTo>
                <a:lnTo>
                  <a:pt x="62272" y="73516"/>
                </a:lnTo>
                <a:cubicBezTo>
                  <a:pt x="63544" y="73128"/>
                  <a:pt x="64709" y="72424"/>
                  <a:pt x="65657" y="71485"/>
                </a:cubicBezTo>
                <a:lnTo>
                  <a:pt x="91964" y="45186"/>
                </a:lnTo>
                <a:cubicBezTo>
                  <a:pt x="94160" y="42991"/>
                  <a:pt x="95241" y="39958"/>
                  <a:pt x="94952" y="36865"/>
                </a:cubicBezTo>
                <a:cubicBezTo>
                  <a:pt x="94892" y="36217"/>
                  <a:pt x="94748" y="35590"/>
                  <a:pt x="94581" y="34976"/>
                </a:cubicBezTo>
                <a:lnTo>
                  <a:pt x="96020" y="33535"/>
                </a:lnTo>
                <a:cubicBezTo>
                  <a:pt x="96741" y="32833"/>
                  <a:pt x="97233" y="31929"/>
                  <a:pt x="97437" y="30941"/>
                </a:cubicBezTo>
                <a:cubicBezTo>
                  <a:pt x="97629" y="29954"/>
                  <a:pt x="97533" y="28929"/>
                  <a:pt x="97137" y="28000"/>
                </a:cubicBezTo>
                <a:cubicBezTo>
                  <a:pt x="96741" y="27073"/>
                  <a:pt x="96081" y="26285"/>
                  <a:pt x="95229" y="25741"/>
                </a:cubicBezTo>
                <a:cubicBezTo>
                  <a:pt x="94389" y="25197"/>
                  <a:pt x="93393" y="24921"/>
                  <a:pt x="92385" y="2495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8" name="Белый — SVG 58">
            <a:extLst>
              <a:ext uri="{FF2B5EF4-FFF2-40B4-BE49-F238E27FC236}">
                <a16:creationId xmlns:a16="http://schemas.microsoft.com/office/drawing/2014/main" id="{B2C8B04A-7BC9-1746-98FF-F16E6B543109}"/>
              </a:ext>
            </a:extLst>
          </p:cNvPr>
          <p:cNvSpPr>
            <a:spLocks noGrp="1"/>
          </p:cNvSpPr>
          <p:nvPr/>
        </p:nvSpPr>
        <p:spPr>
          <a:xfrm>
            <a:off x="2220000" y="5530000"/>
            <a:ext cx="220000" cy="220000"/>
          </a:xfrm>
          <a:custGeom>
            <a:avLst/>
            <a:gdLst>
              <a:gd name="csX0" fmla="*/ 124266 w 170338"/>
              <a:gd name="csY0" fmla="*/ 0 h 149313"/>
              <a:gd name="csX1" fmla="*/ 120642 w 170338"/>
              <a:gd name="csY1" fmla="*/ 961 h 149313"/>
              <a:gd name="csX2" fmla="*/ 118022 w 170338"/>
              <a:gd name="csY2" fmla="*/ 3634 h 149313"/>
              <a:gd name="csX3" fmla="*/ 114620 w 170338"/>
              <a:gd name="csY3" fmla="*/ 9518 h 149313"/>
              <a:gd name="csX4" fmla="*/ 85169 w 170338"/>
              <a:gd name="csY4" fmla="*/ 14453 h 149313"/>
              <a:gd name="csX5" fmla="*/ 60738 w 170338"/>
              <a:gd name="csY5" fmla="*/ 11110 h 149313"/>
              <a:gd name="csX6" fmla="*/ 55702 w 170338"/>
              <a:gd name="csY6" fmla="*/ 9498 h 149313"/>
              <a:gd name="csX7" fmla="*/ 52316 w 170338"/>
              <a:gd name="csY7" fmla="*/ 3634 h 149313"/>
              <a:gd name="csX8" fmla="*/ 50496 w 170338"/>
              <a:gd name="csY8" fmla="*/ 1553 h 149313"/>
              <a:gd name="csX9" fmla="*/ 48012 w 170338"/>
              <a:gd name="csY9" fmla="*/ 330 h 149313"/>
              <a:gd name="csX10" fmla="*/ 45256 w 170338"/>
              <a:gd name="csY10" fmla="*/ 148 h 149313"/>
              <a:gd name="csX11" fmla="*/ 42636 w 170338"/>
              <a:gd name="csY11" fmla="*/ 1038 h 149313"/>
              <a:gd name="csX12" fmla="*/ 40560 w 170338"/>
              <a:gd name="csY12" fmla="*/ 2862 h 149313"/>
              <a:gd name="csX13" fmla="*/ 39335 w 170338"/>
              <a:gd name="csY13" fmla="*/ 5342 h 149313"/>
              <a:gd name="csX14" fmla="*/ 39148 w 170338"/>
              <a:gd name="csY14" fmla="*/ 8103 h 149313"/>
              <a:gd name="csX15" fmla="*/ 40033 w 170338"/>
              <a:gd name="csY15" fmla="*/ 10722 h 149313"/>
              <a:gd name="csX16" fmla="*/ 43435 w 170338"/>
              <a:gd name="csY16" fmla="*/ 16613 h 149313"/>
              <a:gd name="csX17" fmla="*/ 32989 w 170338"/>
              <a:gd name="csY17" fmla="*/ 44571 h 149313"/>
              <a:gd name="csX18" fmla="*/ 13985 w 170338"/>
              <a:gd name="csY18" fmla="*/ 67613 h 149313"/>
              <a:gd name="csX19" fmla="*/ 7197 w 170338"/>
              <a:gd name="csY19" fmla="*/ 67613 h 149313"/>
              <a:gd name="csX20" fmla="*/ 4441 w 170338"/>
              <a:gd name="csY20" fmla="*/ 68123 h 149313"/>
              <a:gd name="csX21" fmla="*/ 2110 w 170338"/>
              <a:gd name="csY21" fmla="*/ 69654 h 149313"/>
              <a:gd name="csX22" fmla="*/ 545 w 170338"/>
              <a:gd name="csY22" fmla="*/ 71966 h 149313"/>
              <a:gd name="csX23" fmla="*/ 0 w 170338"/>
              <a:gd name="csY23" fmla="*/ 74701 h 149313"/>
              <a:gd name="csX24" fmla="*/ 545 w 170338"/>
              <a:gd name="csY24" fmla="*/ 77436 h 149313"/>
              <a:gd name="csX25" fmla="*/ 2110 w 170338"/>
              <a:gd name="csY25" fmla="*/ 79748 h 149313"/>
              <a:gd name="csX26" fmla="*/ 4441 w 170338"/>
              <a:gd name="csY26" fmla="*/ 81278 h 149313"/>
              <a:gd name="csX27" fmla="*/ 7197 w 170338"/>
              <a:gd name="csY27" fmla="*/ 81790 h 149313"/>
              <a:gd name="csX28" fmla="*/ 13968 w 170338"/>
              <a:gd name="csY28" fmla="*/ 81790 h 149313"/>
              <a:gd name="csX29" fmla="*/ 17864 w 170338"/>
              <a:gd name="csY29" fmla="*/ 85326 h 149313"/>
              <a:gd name="csX30" fmla="*/ 32989 w 170338"/>
              <a:gd name="csY30" fmla="*/ 104818 h 149313"/>
              <a:gd name="csX31" fmla="*/ 43435 w 170338"/>
              <a:gd name="csY31" fmla="*/ 132796 h 149313"/>
              <a:gd name="csX32" fmla="*/ 40033 w 170338"/>
              <a:gd name="csY32" fmla="*/ 138680 h 149313"/>
              <a:gd name="csX33" fmla="*/ 39148 w 170338"/>
              <a:gd name="csY33" fmla="*/ 141300 h 149313"/>
              <a:gd name="csX34" fmla="*/ 39335 w 170338"/>
              <a:gd name="csY34" fmla="*/ 144059 h 149313"/>
              <a:gd name="csX35" fmla="*/ 40560 w 170338"/>
              <a:gd name="csY35" fmla="*/ 146541 h 149313"/>
              <a:gd name="csX36" fmla="*/ 42636 w 170338"/>
              <a:gd name="csY36" fmla="*/ 148364 h 149313"/>
              <a:gd name="csX37" fmla="*/ 45256 w 170338"/>
              <a:gd name="csY37" fmla="*/ 149252 h 149313"/>
              <a:gd name="csX38" fmla="*/ 48012 w 170338"/>
              <a:gd name="csY38" fmla="*/ 149072 h 149313"/>
              <a:gd name="csX39" fmla="*/ 50496 w 170338"/>
              <a:gd name="csY39" fmla="*/ 147847 h 149313"/>
              <a:gd name="csX40" fmla="*/ 52316 w 170338"/>
              <a:gd name="csY40" fmla="*/ 145767 h 149313"/>
              <a:gd name="csX41" fmla="*/ 55719 w 170338"/>
              <a:gd name="csY41" fmla="*/ 139898 h 149313"/>
              <a:gd name="csX42" fmla="*/ 60738 w 170338"/>
              <a:gd name="csY42" fmla="*/ 138285 h 149313"/>
              <a:gd name="csX43" fmla="*/ 85169 w 170338"/>
              <a:gd name="csY43" fmla="*/ 134934 h 149313"/>
              <a:gd name="csX44" fmla="*/ 114603 w 170338"/>
              <a:gd name="csY44" fmla="*/ 139871 h 149313"/>
              <a:gd name="csX45" fmla="*/ 118022 w 170338"/>
              <a:gd name="csY45" fmla="*/ 145767 h 149313"/>
              <a:gd name="csX46" fmla="*/ 119842 w 170338"/>
              <a:gd name="csY46" fmla="*/ 147847 h 149313"/>
              <a:gd name="csX47" fmla="*/ 122326 w 170338"/>
              <a:gd name="csY47" fmla="*/ 149072 h 149313"/>
              <a:gd name="csX48" fmla="*/ 125083 w 170338"/>
              <a:gd name="csY48" fmla="*/ 149252 h 149313"/>
              <a:gd name="csX49" fmla="*/ 127703 w 170338"/>
              <a:gd name="csY49" fmla="*/ 148364 h 149313"/>
              <a:gd name="csX50" fmla="*/ 129778 w 170338"/>
              <a:gd name="csY50" fmla="*/ 146541 h 149313"/>
              <a:gd name="csX51" fmla="*/ 131003 w 170338"/>
              <a:gd name="csY51" fmla="*/ 144059 h 149313"/>
              <a:gd name="csX52" fmla="*/ 131191 w 170338"/>
              <a:gd name="csY52" fmla="*/ 141300 h 149313"/>
              <a:gd name="csX53" fmla="*/ 130306 w 170338"/>
              <a:gd name="csY53" fmla="*/ 138680 h 149313"/>
              <a:gd name="csX54" fmla="*/ 126920 w 170338"/>
              <a:gd name="csY54" fmla="*/ 132816 h 149313"/>
              <a:gd name="csX55" fmla="*/ 128026 w 170338"/>
              <a:gd name="csY55" fmla="*/ 127653 h 149313"/>
              <a:gd name="csX56" fmla="*/ 137349 w 170338"/>
              <a:gd name="csY56" fmla="*/ 104818 h 149313"/>
              <a:gd name="csX57" fmla="*/ 156353 w 170338"/>
              <a:gd name="csY57" fmla="*/ 81790 h 149313"/>
              <a:gd name="csX58" fmla="*/ 163141 w 170338"/>
              <a:gd name="csY58" fmla="*/ 81790 h 149313"/>
              <a:gd name="csX59" fmla="*/ 165898 w 170338"/>
              <a:gd name="csY59" fmla="*/ 81278 h 149313"/>
              <a:gd name="csX60" fmla="*/ 168228 w 170338"/>
              <a:gd name="csY60" fmla="*/ 79748 h 149313"/>
              <a:gd name="csX61" fmla="*/ 169794 w 170338"/>
              <a:gd name="csY61" fmla="*/ 77436 h 149313"/>
              <a:gd name="csX62" fmla="*/ 170338 w 170338"/>
              <a:gd name="csY62" fmla="*/ 74701 h 149313"/>
              <a:gd name="csX63" fmla="*/ 169794 w 170338"/>
              <a:gd name="csY63" fmla="*/ 71966 h 149313"/>
              <a:gd name="csX64" fmla="*/ 168228 w 170338"/>
              <a:gd name="csY64" fmla="*/ 69654 h 149313"/>
              <a:gd name="csX65" fmla="*/ 165898 w 170338"/>
              <a:gd name="csY65" fmla="*/ 68123 h 149313"/>
              <a:gd name="csX66" fmla="*/ 163141 w 170338"/>
              <a:gd name="csY66" fmla="*/ 67613 h 149313"/>
              <a:gd name="csX67" fmla="*/ 156370 w 170338"/>
              <a:gd name="csY67" fmla="*/ 67613 h 149313"/>
              <a:gd name="csX68" fmla="*/ 137349 w 170338"/>
              <a:gd name="csY68" fmla="*/ 44571 h 149313"/>
              <a:gd name="csX69" fmla="*/ 128026 w 170338"/>
              <a:gd name="csY69" fmla="*/ 21742 h 149313"/>
              <a:gd name="csX70" fmla="*/ 126920 w 170338"/>
              <a:gd name="csY70" fmla="*/ 16584 h 149313"/>
              <a:gd name="csX71" fmla="*/ 130306 w 170338"/>
              <a:gd name="csY71" fmla="*/ 10722 h 149313"/>
              <a:gd name="csX72" fmla="*/ 131292 w 170338"/>
              <a:gd name="csY72" fmla="*/ 7181 h 149313"/>
              <a:gd name="csX73" fmla="*/ 130391 w 170338"/>
              <a:gd name="csY73" fmla="*/ 3615 h 149313"/>
              <a:gd name="csX74" fmla="*/ 127822 w 170338"/>
              <a:gd name="csY74" fmla="*/ 985 h 149313"/>
              <a:gd name="csX75" fmla="*/ 124266 w 170338"/>
              <a:gd name="csY75" fmla="*/ 0 h 149313"/>
              <a:gd name="csX76" fmla="*/ 107031 w 170338"/>
              <a:gd name="csY76" fmla="*/ 22669 h 149313"/>
              <a:gd name="csX77" fmla="*/ 98389 w 170338"/>
              <a:gd name="csY77" fmla="*/ 37634 h 149313"/>
              <a:gd name="csX78" fmla="*/ 85169 w 170338"/>
              <a:gd name="csY78" fmla="*/ 39262 h 149313"/>
              <a:gd name="csX79" fmla="*/ 71950 w 170338"/>
              <a:gd name="csY79" fmla="*/ 37634 h 149313"/>
              <a:gd name="csX80" fmla="*/ 63341 w 170338"/>
              <a:gd name="csY80" fmla="*/ 22719 h 149313"/>
              <a:gd name="csX81" fmla="*/ 85169 w 170338"/>
              <a:gd name="csY81" fmla="*/ 25085 h 149313"/>
              <a:gd name="csX82" fmla="*/ 107031 w 170338"/>
              <a:gd name="csY82" fmla="*/ 22669 h 149313"/>
              <a:gd name="csX83" fmla="*/ 51040 w 170338"/>
              <a:gd name="csY83" fmla="*/ 29758 h 149313"/>
              <a:gd name="csX84" fmla="*/ 59666 w 170338"/>
              <a:gd name="csY84" fmla="*/ 44729 h 149313"/>
              <a:gd name="csX85" fmla="*/ 54477 w 170338"/>
              <a:gd name="csY85" fmla="*/ 56981 h 149313"/>
              <a:gd name="csX86" fmla="*/ 46464 w 170338"/>
              <a:gd name="csY86" fmla="*/ 67613 h 149313"/>
              <a:gd name="csX87" fmla="*/ 29161 w 170338"/>
              <a:gd name="csY87" fmla="*/ 67613 h 149313"/>
              <a:gd name="csX88" fmla="*/ 42193 w 170338"/>
              <a:gd name="csY88" fmla="*/ 49887 h 149313"/>
              <a:gd name="csX89" fmla="*/ 51040 w 170338"/>
              <a:gd name="csY89" fmla="*/ 29758 h 149313"/>
              <a:gd name="csX90" fmla="*/ 119281 w 170338"/>
              <a:gd name="csY90" fmla="*/ 29812 h 149313"/>
              <a:gd name="csX91" fmla="*/ 128145 w 170338"/>
              <a:gd name="csY91" fmla="*/ 49887 h 149313"/>
              <a:gd name="csX92" fmla="*/ 141092 w 170338"/>
              <a:gd name="csY92" fmla="*/ 67613 h 149313"/>
              <a:gd name="csX93" fmla="*/ 123875 w 170338"/>
              <a:gd name="csY93" fmla="*/ 67613 h 149313"/>
              <a:gd name="csX94" fmla="*/ 115861 w 170338"/>
              <a:gd name="csY94" fmla="*/ 56981 h 149313"/>
              <a:gd name="csX95" fmla="*/ 110672 w 170338"/>
              <a:gd name="csY95" fmla="*/ 44729 h 149313"/>
              <a:gd name="csX96" fmla="*/ 119281 w 170338"/>
              <a:gd name="csY96" fmla="*/ 29812 h 149313"/>
              <a:gd name="csX97" fmla="*/ 78823 w 170338"/>
              <a:gd name="csY97" fmla="*/ 49533 h 149313"/>
              <a:gd name="csX98" fmla="*/ 85169 w 170338"/>
              <a:gd name="csY98" fmla="*/ 49894 h 149313"/>
              <a:gd name="csX99" fmla="*/ 91515 w 170338"/>
              <a:gd name="csY99" fmla="*/ 49533 h 149313"/>
              <a:gd name="csX100" fmla="*/ 85169 w 170338"/>
              <a:gd name="csY100" fmla="*/ 60526 h 149313"/>
              <a:gd name="csX101" fmla="*/ 78823 w 170338"/>
              <a:gd name="csY101" fmla="*/ 49533 h 149313"/>
              <a:gd name="csX102" fmla="*/ 66540 w 170338"/>
              <a:gd name="csY102" fmla="*/ 56622 h 149313"/>
              <a:gd name="csX103" fmla="*/ 72886 w 170338"/>
              <a:gd name="csY103" fmla="*/ 67613 h 149313"/>
              <a:gd name="csX104" fmla="*/ 60193 w 170338"/>
              <a:gd name="csY104" fmla="*/ 67613 h 149313"/>
              <a:gd name="csX105" fmla="*/ 63681 w 170338"/>
              <a:gd name="csY105" fmla="*/ 62297 h 149313"/>
              <a:gd name="csX106" fmla="*/ 66540 w 170338"/>
              <a:gd name="csY106" fmla="*/ 56622 h 149313"/>
              <a:gd name="csX107" fmla="*/ 103799 w 170338"/>
              <a:gd name="csY107" fmla="*/ 56622 h 149313"/>
              <a:gd name="csX108" fmla="*/ 106657 w 170338"/>
              <a:gd name="csY108" fmla="*/ 62297 h 149313"/>
              <a:gd name="csX109" fmla="*/ 110145 w 170338"/>
              <a:gd name="csY109" fmla="*/ 67613 h 149313"/>
              <a:gd name="csX110" fmla="*/ 97453 w 170338"/>
              <a:gd name="csY110" fmla="*/ 67613 h 149313"/>
              <a:gd name="csX111" fmla="*/ 103799 w 170338"/>
              <a:gd name="csY111" fmla="*/ 56622 h 149313"/>
              <a:gd name="csX112" fmla="*/ 29229 w 170338"/>
              <a:gd name="csY112" fmla="*/ 81790 h 149313"/>
              <a:gd name="csX113" fmla="*/ 46464 w 170338"/>
              <a:gd name="csY113" fmla="*/ 81790 h 149313"/>
              <a:gd name="csX114" fmla="*/ 54477 w 170338"/>
              <a:gd name="csY114" fmla="*/ 92422 h 149313"/>
              <a:gd name="csX115" fmla="*/ 59666 w 170338"/>
              <a:gd name="csY115" fmla="*/ 104673 h 149313"/>
              <a:gd name="csX116" fmla="*/ 51040 w 170338"/>
              <a:gd name="csY116" fmla="*/ 119644 h 149313"/>
              <a:gd name="csX117" fmla="*/ 42193 w 170338"/>
              <a:gd name="csY117" fmla="*/ 99502 h 149313"/>
              <a:gd name="csX118" fmla="*/ 29229 w 170338"/>
              <a:gd name="csY118" fmla="*/ 81790 h 149313"/>
              <a:gd name="csX119" fmla="*/ 60193 w 170338"/>
              <a:gd name="csY119" fmla="*/ 81790 h 149313"/>
              <a:gd name="csX120" fmla="*/ 72886 w 170338"/>
              <a:gd name="csY120" fmla="*/ 81790 h 149313"/>
              <a:gd name="csX121" fmla="*/ 66540 w 170338"/>
              <a:gd name="csY121" fmla="*/ 92780 h 149313"/>
              <a:gd name="csX122" fmla="*/ 63681 w 170338"/>
              <a:gd name="csY122" fmla="*/ 87106 h 149313"/>
              <a:gd name="csX123" fmla="*/ 60193 w 170338"/>
              <a:gd name="csY123" fmla="*/ 81790 h 149313"/>
              <a:gd name="csX124" fmla="*/ 97453 w 170338"/>
              <a:gd name="csY124" fmla="*/ 81790 h 149313"/>
              <a:gd name="csX125" fmla="*/ 110145 w 170338"/>
              <a:gd name="csY125" fmla="*/ 81790 h 149313"/>
              <a:gd name="csX126" fmla="*/ 106657 w 170338"/>
              <a:gd name="csY126" fmla="*/ 87106 h 149313"/>
              <a:gd name="csX127" fmla="*/ 103799 w 170338"/>
              <a:gd name="csY127" fmla="*/ 92780 h 149313"/>
              <a:gd name="csX128" fmla="*/ 97453 w 170338"/>
              <a:gd name="csY128" fmla="*/ 81790 h 149313"/>
              <a:gd name="csX129" fmla="*/ 123875 w 170338"/>
              <a:gd name="csY129" fmla="*/ 81790 h 149313"/>
              <a:gd name="csX130" fmla="*/ 141075 w 170338"/>
              <a:gd name="csY130" fmla="*/ 81790 h 149313"/>
              <a:gd name="csX131" fmla="*/ 128145 w 170338"/>
              <a:gd name="csY131" fmla="*/ 99502 h 149313"/>
              <a:gd name="csX132" fmla="*/ 119281 w 170338"/>
              <a:gd name="csY132" fmla="*/ 119588 h 149313"/>
              <a:gd name="csX133" fmla="*/ 110672 w 170338"/>
              <a:gd name="csY133" fmla="*/ 104673 h 149313"/>
              <a:gd name="csX134" fmla="*/ 115861 w 170338"/>
              <a:gd name="csY134" fmla="*/ 92422 h 149313"/>
              <a:gd name="csX135" fmla="*/ 123875 w 170338"/>
              <a:gd name="csY135" fmla="*/ 81790 h 149313"/>
              <a:gd name="csX136" fmla="*/ 85169 w 170338"/>
              <a:gd name="csY136" fmla="*/ 88876 h 149313"/>
              <a:gd name="csX137" fmla="*/ 91515 w 170338"/>
              <a:gd name="csY137" fmla="*/ 99869 h 149313"/>
              <a:gd name="csX138" fmla="*/ 85169 w 170338"/>
              <a:gd name="csY138" fmla="*/ 99508 h 149313"/>
              <a:gd name="csX139" fmla="*/ 78823 w 170338"/>
              <a:gd name="csY139" fmla="*/ 99869 h 149313"/>
              <a:gd name="csX140" fmla="*/ 85169 w 170338"/>
              <a:gd name="csY140" fmla="*/ 88876 h 149313"/>
              <a:gd name="csX141" fmla="*/ 85169 w 170338"/>
              <a:gd name="csY141" fmla="*/ 110140 h 149313"/>
              <a:gd name="csX142" fmla="*/ 98389 w 170338"/>
              <a:gd name="csY142" fmla="*/ 111767 h 149313"/>
              <a:gd name="csX143" fmla="*/ 107014 w 170338"/>
              <a:gd name="csY143" fmla="*/ 126719 h 149313"/>
              <a:gd name="csX144" fmla="*/ 85169 w 170338"/>
              <a:gd name="csY144" fmla="*/ 124302 h 149313"/>
              <a:gd name="csX145" fmla="*/ 63341 w 170338"/>
              <a:gd name="csY145" fmla="*/ 126670 h 149313"/>
              <a:gd name="csX146" fmla="*/ 71950 w 170338"/>
              <a:gd name="csY146" fmla="*/ 111767 h 149313"/>
              <a:gd name="csX147" fmla="*/ 85169 w 170338"/>
              <a:gd name="csY147" fmla="*/ 110140 h 149313"/>
            </a:gdLst>
            <a:ahLst/>
            <a:cxnLst/>
            <a:rect l="l" t="t" r="r" b="b"/>
            <a:pathLst>
              <a:path w="100000" h="100000">
                <a:moveTo>
                  <a:pt x="72953" y="6172"/>
                </a:moveTo>
                <a:cubicBezTo>
                  <a:pt x="72204" y="6166"/>
                  <a:pt x="71474" y="6361"/>
                  <a:pt x="70825" y="6736"/>
                </a:cubicBezTo>
                <a:cubicBezTo>
                  <a:pt x="70176" y="7110"/>
                  <a:pt x="69646" y="7653"/>
                  <a:pt x="69287" y="8305"/>
                </a:cubicBezTo>
                <a:lnTo>
                  <a:pt x="67290" y="11759"/>
                </a:lnTo>
                <a:cubicBezTo>
                  <a:pt x="64133" y="12896"/>
                  <a:pt x="58011" y="14656"/>
                  <a:pt x="50000" y="14656"/>
                </a:cubicBezTo>
                <a:cubicBezTo>
                  <a:pt x="44107" y="14656"/>
                  <a:pt x="39123" y="13673"/>
                  <a:pt x="35657" y="12694"/>
                </a:cubicBezTo>
                <a:cubicBezTo>
                  <a:pt x="34459" y="12357"/>
                  <a:pt x="33520" y="12040"/>
                  <a:pt x="32701" y="11748"/>
                </a:cubicBezTo>
                <a:lnTo>
                  <a:pt x="30713" y="8305"/>
                </a:lnTo>
                <a:cubicBezTo>
                  <a:pt x="30444" y="7831"/>
                  <a:pt x="30074" y="7417"/>
                  <a:pt x="29645" y="7083"/>
                </a:cubicBezTo>
                <a:cubicBezTo>
                  <a:pt x="29215" y="6751"/>
                  <a:pt x="28716" y="6507"/>
                  <a:pt x="28186" y="6365"/>
                </a:cubicBezTo>
                <a:cubicBezTo>
                  <a:pt x="27657" y="6224"/>
                  <a:pt x="27107" y="6187"/>
                  <a:pt x="26568" y="6258"/>
                </a:cubicBezTo>
                <a:cubicBezTo>
                  <a:pt x="26029" y="6331"/>
                  <a:pt x="25499" y="6507"/>
                  <a:pt x="25030" y="6781"/>
                </a:cubicBezTo>
                <a:cubicBezTo>
                  <a:pt x="24551" y="7055"/>
                  <a:pt x="24141" y="7418"/>
                  <a:pt x="23811" y="7852"/>
                </a:cubicBezTo>
                <a:cubicBezTo>
                  <a:pt x="23472" y="8285"/>
                  <a:pt x="23232" y="8780"/>
                  <a:pt x="23092" y="9308"/>
                </a:cubicBezTo>
                <a:cubicBezTo>
                  <a:pt x="22953" y="9836"/>
                  <a:pt x="22913" y="10387"/>
                  <a:pt x="22983" y="10929"/>
                </a:cubicBezTo>
                <a:cubicBezTo>
                  <a:pt x="23052" y="11470"/>
                  <a:pt x="23232" y="11993"/>
                  <a:pt x="23502" y="12466"/>
                </a:cubicBezTo>
                <a:lnTo>
                  <a:pt x="25499" y="15925"/>
                </a:lnTo>
                <a:cubicBezTo>
                  <a:pt x="24910" y="19221"/>
                  <a:pt x="23372" y="25401"/>
                  <a:pt x="19367" y="32338"/>
                </a:cubicBezTo>
                <a:cubicBezTo>
                  <a:pt x="15361" y="39282"/>
                  <a:pt x="10767" y="43708"/>
                  <a:pt x="8210" y="45865"/>
                </a:cubicBezTo>
                <a:lnTo>
                  <a:pt x="4225" y="45865"/>
                </a:lnTo>
                <a:cubicBezTo>
                  <a:pt x="3666" y="45857"/>
                  <a:pt x="3126" y="45958"/>
                  <a:pt x="2607" y="46164"/>
                </a:cubicBezTo>
                <a:cubicBezTo>
                  <a:pt x="2098" y="46370"/>
                  <a:pt x="1628" y="46676"/>
                  <a:pt x="1239" y="47063"/>
                </a:cubicBezTo>
                <a:cubicBezTo>
                  <a:pt x="849" y="47449"/>
                  <a:pt x="540" y="47911"/>
                  <a:pt x="320" y="48420"/>
                </a:cubicBezTo>
                <a:cubicBezTo>
                  <a:pt x="110" y="48929"/>
                  <a:pt x="0" y="49475"/>
                  <a:pt x="0" y="50026"/>
                </a:cubicBezTo>
                <a:cubicBezTo>
                  <a:pt x="0" y="50577"/>
                  <a:pt x="110" y="51124"/>
                  <a:pt x="320" y="51632"/>
                </a:cubicBezTo>
                <a:cubicBezTo>
                  <a:pt x="540" y="52141"/>
                  <a:pt x="849" y="52603"/>
                  <a:pt x="1239" y="52989"/>
                </a:cubicBezTo>
                <a:cubicBezTo>
                  <a:pt x="1628" y="53377"/>
                  <a:pt x="2098" y="53682"/>
                  <a:pt x="2607" y="53887"/>
                </a:cubicBezTo>
                <a:cubicBezTo>
                  <a:pt x="3126" y="54093"/>
                  <a:pt x="3666" y="54195"/>
                  <a:pt x="4225" y="54188"/>
                </a:cubicBezTo>
                <a:lnTo>
                  <a:pt x="8200" y="54188"/>
                </a:lnTo>
                <a:cubicBezTo>
                  <a:pt x="8859" y="54745"/>
                  <a:pt x="9609" y="55400"/>
                  <a:pt x="10487" y="56264"/>
                </a:cubicBezTo>
                <a:cubicBezTo>
                  <a:pt x="13075" y="58783"/>
                  <a:pt x="16420" y="62601"/>
                  <a:pt x="19367" y="67707"/>
                </a:cubicBezTo>
                <a:cubicBezTo>
                  <a:pt x="23372" y="74650"/>
                  <a:pt x="24910" y="80836"/>
                  <a:pt x="25499" y="84132"/>
                </a:cubicBezTo>
                <a:lnTo>
                  <a:pt x="23502" y="87586"/>
                </a:lnTo>
                <a:cubicBezTo>
                  <a:pt x="23232" y="88059"/>
                  <a:pt x="23052" y="88582"/>
                  <a:pt x="22983" y="89124"/>
                </a:cubicBezTo>
                <a:cubicBezTo>
                  <a:pt x="22913" y="89666"/>
                  <a:pt x="22953" y="90217"/>
                  <a:pt x="23092" y="90744"/>
                </a:cubicBezTo>
                <a:cubicBezTo>
                  <a:pt x="23232" y="91272"/>
                  <a:pt x="23472" y="91767"/>
                  <a:pt x="23811" y="92201"/>
                </a:cubicBezTo>
                <a:cubicBezTo>
                  <a:pt x="24141" y="92634"/>
                  <a:pt x="24551" y="92998"/>
                  <a:pt x="25030" y="93271"/>
                </a:cubicBezTo>
                <a:cubicBezTo>
                  <a:pt x="25499" y="93545"/>
                  <a:pt x="26029" y="93722"/>
                  <a:pt x="26568" y="93793"/>
                </a:cubicBezTo>
                <a:cubicBezTo>
                  <a:pt x="27107" y="93865"/>
                  <a:pt x="27657" y="93828"/>
                  <a:pt x="28186" y="93687"/>
                </a:cubicBezTo>
                <a:cubicBezTo>
                  <a:pt x="28716" y="93545"/>
                  <a:pt x="29215" y="93301"/>
                  <a:pt x="29645" y="92968"/>
                </a:cubicBezTo>
                <a:cubicBezTo>
                  <a:pt x="30074" y="92636"/>
                  <a:pt x="30444" y="92221"/>
                  <a:pt x="30713" y="91747"/>
                </a:cubicBezTo>
                <a:lnTo>
                  <a:pt x="32711" y="88301"/>
                </a:lnTo>
                <a:cubicBezTo>
                  <a:pt x="33520" y="88008"/>
                  <a:pt x="34459" y="87690"/>
                  <a:pt x="35657" y="87354"/>
                </a:cubicBezTo>
                <a:cubicBezTo>
                  <a:pt x="39123" y="86376"/>
                  <a:pt x="44107" y="85387"/>
                  <a:pt x="50000" y="85387"/>
                </a:cubicBezTo>
                <a:cubicBezTo>
                  <a:pt x="58011" y="85387"/>
                  <a:pt x="64133" y="87146"/>
                  <a:pt x="67280" y="88285"/>
                </a:cubicBezTo>
                <a:lnTo>
                  <a:pt x="69287" y="91747"/>
                </a:lnTo>
                <a:cubicBezTo>
                  <a:pt x="69556" y="92221"/>
                  <a:pt x="69916" y="92636"/>
                  <a:pt x="70355" y="92968"/>
                </a:cubicBezTo>
                <a:cubicBezTo>
                  <a:pt x="70785" y="93301"/>
                  <a:pt x="71285" y="93545"/>
                  <a:pt x="71814" y="93687"/>
                </a:cubicBezTo>
                <a:cubicBezTo>
                  <a:pt x="72343" y="93828"/>
                  <a:pt x="72893" y="93865"/>
                  <a:pt x="73432" y="93793"/>
                </a:cubicBezTo>
                <a:cubicBezTo>
                  <a:pt x="73971" y="93722"/>
                  <a:pt x="74501" y="93545"/>
                  <a:pt x="74970" y="93271"/>
                </a:cubicBezTo>
                <a:cubicBezTo>
                  <a:pt x="75439" y="92998"/>
                  <a:pt x="75859" y="92634"/>
                  <a:pt x="76189" y="92201"/>
                </a:cubicBezTo>
                <a:cubicBezTo>
                  <a:pt x="76528" y="91767"/>
                  <a:pt x="76768" y="91272"/>
                  <a:pt x="76908" y="90744"/>
                </a:cubicBezTo>
                <a:cubicBezTo>
                  <a:pt x="77047" y="90217"/>
                  <a:pt x="77087" y="89666"/>
                  <a:pt x="77018" y="89124"/>
                </a:cubicBezTo>
                <a:cubicBezTo>
                  <a:pt x="76948" y="88582"/>
                  <a:pt x="76768" y="88059"/>
                  <a:pt x="76498" y="87586"/>
                </a:cubicBezTo>
                <a:lnTo>
                  <a:pt x="74511" y="84144"/>
                </a:lnTo>
                <a:cubicBezTo>
                  <a:pt x="74660" y="83292"/>
                  <a:pt x="74850" y="82317"/>
                  <a:pt x="75160" y="81113"/>
                </a:cubicBezTo>
                <a:cubicBezTo>
                  <a:pt x="76049" y="77615"/>
                  <a:pt x="77687" y="72812"/>
                  <a:pt x="80633" y="67707"/>
                </a:cubicBezTo>
                <a:cubicBezTo>
                  <a:pt x="84639" y="60768"/>
                  <a:pt x="89223" y="56346"/>
                  <a:pt x="91790" y="54188"/>
                </a:cubicBezTo>
                <a:lnTo>
                  <a:pt x="95775" y="54188"/>
                </a:lnTo>
                <a:cubicBezTo>
                  <a:pt x="96324" y="54195"/>
                  <a:pt x="96874" y="54093"/>
                  <a:pt x="97393" y="53887"/>
                </a:cubicBezTo>
                <a:cubicBezTo>
                  <a:pt x="97902" y="53682"/>
                  <a:pt x="98362" y="53377"/>
                  <a:pt x="98761" y="52989"/>
                </a:cubicBezTo>
                <a:cubicBezTo>
                  <a:pt x="99151" y="52603"/>
                  <a:pt x="99461" y="52141"/>
                  <a:pt x="99681" y="51632"/>
                </a:cubicBezTo>
                <a:cubicBezTo>
                  <a:pt x="99890" y="51124"/>
                  <a:pt x="100000" y="50577"/>
                  <a:pt x="100000" y="50026"/>
                </a:cubicBezTo>
                <a:cubicBezTo>
                  <a:pt x="100000" y="49475"/>
                  <a:pt x="99890" y="48929"/>
                  <a:pt x="99681" y="48420"/>
                </a:cubicBezTo>
                <a:cubicBezTo>
                  <a:pt x="99461" y="47911"/>
                  <a:pt x="99151" y="47449"/>
                  <a:pt x="98761" y="47063"/>
                </a:cubicBezTo>
                <a:cubicBezTo>
                  <a:pt x="98362" y="46676"/>
                  <a:pt x="97902" y="46370"/>
                  <a:pt x="97393" y="46164"/>
                </a:cubicBezTo>
                <a:cubicBezTo>
                  <a:pt x="96874" y="45958"/>
                  <a:pt x="96324" y="45857"/>
                  <a:pt x="95775" y="45865"/>
                </a:cubicBezTo>
                <a:lnTo>
                  <a:pt x="91800" y="45865"/>
                </a:lnTo>
                <a:cubicBezTo>
                  <a:pt x="89233" y="43708"/>
                  <a:pt x="84649" y="39283"/>
                  <a:pt x="80633" y="32338"/>
                </a:cubicBezTo>
                <a:cubicBezTo>
                  <a:pt x="77687" y="27231"/>
                  <a:pt x="76049" y="22433"/>
                  <a:pt x="75160" y="18936"/>
                </a:cubicBezTo>
                <a:cubicBezTo>
                  <a:pt x="74850" y="17733"/>
                  <a:pt x="74660" y="16759"/>
                  <a:pt x="74511" y="15907"/>
                </a:cubicBezTo>
                <a:lnTo>
                  <a:pt x="76498" y="12466"/>
                </a:lnTo>
                <a:cubicBezTo>
                  <a:pt x="76868" y="11837"/>
                  <a:pt x="77067" y="11120"/>
                  <a:pt x="77077" y="10387"/>
                </a:cubicBezTo>
                <a:cubicBezTo>
                  <a:pt x="77087" y="9654"/>
                  <a:pt x="76908" y="8932"/>
                  <a:pt x="76548" y="8294"/>
                </a:cubicBezTo>
                <a:cubicBezTo>
                  <a:pt x="76189" y="7654"/>
                  <a:pt x="75670" y="7123"/>
                  <a:pt x="75040" y="6750"/>
                </a:cubicBezTo>
                <a:cubicBezTo>
                  <a:pt x="74401" y="6378"/>
                  <a:pt x="73682" y="6177"/>
                  <a:pt x="72953" y="6172"/>
                </a:cubicBezTo>
                <a:close/>
                <a:moveTo>
                  <a:pt x="62834" y="19480"/>
                </a:moveTo>
                <a:lnTo>
                  <a:pt x="57761" y="28265"/>
                </a:lnTo>
                <a:cubicBezTo>
                  <a:pt x="56162" y="28723"/>
                  <a:pt x="53686" y="29221"/>
                  <a:pt x="50000" y="29221"/>
                </a:cubicBezTo>
                <a:cubicBezTo>
                  <a:pt x="46314" y="29221"/>
                  <a:pt x="43838" y="28721"/>
                  <a:pt x="42240" y="28265"/>
                </a:cubicBezTo>
                <a:lnTo>
                  <a:pt x="37185" y="19509"/>
                </a:lnTo>
                <a:cubicBezTo>
                  <a:pt x="40701" y="20283"/>
                  <a:pt x="45056" y="20898"/>
                  <a:pt x="50000" y="20898"/>
                </a:cubicBezTo>
                <a:cubicBezTo>
                  <a:pt x="55393" y="20898"/>
                  <a:pt x="59519" y="20260"/>
                  <a:pt x="62834" y="19480"/>
                </a:cubicBezTo>
                <a:close/>
                <a:moveTo>
                  <a:pt x="29964" y="23642"/>
                </a:moveTo>
                <a:lnTo>
                  <a:pt x="35028" y="32431"/>
                </a:lnTo>
                <a:cubicBezTo>
                  <a:pt x="34628" y="34041"/>
                  <a:pt x="33820" y="36436"/>
                  <a:pt x="31982" y="39623"/>
                </a:cubicBezTo>
                <a:cubicBezTo>
                  <a:pt x="30104" y="42874"/>
                  <a:pt x="28436" y="44746"/>
                  <a:pt x="27278" y="45865"/>
                </a:cubicBezTo>
                <a:lnTo>
                  <a:pt x="17119" y="45865"/>
                </a:lnTo>
                <a:cubicBezTo>
                  <a:pt x="19457" y="43389"/>
                  <a:pt x="22074" y="40131"/>
                  <a:pt x="24770" y="35459"/>
                </a:cubicBezTo>
                <a:cubicBezTo>
                  <a:pt x="27467" y="30791"/>
                  <a:pt x="28985" y="26896"/>
                  <a:pt x="29964" y="23642"/>
                </a:cubicBezTo>
                <a:close/>
                <a:moveTo>
                  <a:pt x="70026" y="23673"/>
                </a:moveTo>
                <a:cubicBezTo>
                  <a:pt x="71114" y="27106"/>
                  <a:pt x="72753" y="31179"/>
                  <a:pt x="75230" y="35459"/>
                </a:cubicBezTo>
                <a:cubicBezTo>
                  <a:pt x="77897" y="40081"/>
                  <a:pt x="80523" y="43398"/>
                  <a:pt x="82831" y="45865"/>
                </a:cubicBezTo>
                <a:lnTo>
                  <a:pt x="72723" y="45865"/>
                </a:lnTo>
                <a:cubicBezTo>
                  <a:pt x="71534" y="44710"/>
                  <a:pt x="69866" y="42813"/>
                  <a:pt x="68018" y="39623"/>
                </a:cubicBezTo>
                <a:cubicBezTo>
                  <a:pt x="66181" y="36431"/>
                  <a:pt x="65372" y="34038"/>
                  <a:pt x="64972" y="32431"/>
                </a:cubicBezTo>
                <a:lnTo>
                  <a:pt x="70026" y="23673"/>
                </a:lnTo>
                <a:close/>
                <a:moveTo>
                  <a:pt x="46274" y="35251"/>
                </a:moveTo>
                <a:cubicBezTo>
                  <a:pt x="47433" y="35372"/>
                  <a:pt x="48652" y="35463"/>
                  <a:pt x="50000" y="35463"/>
                </a:cubicBezTo>
                <a:cubicBezTo>
                  <a:pt x="51348" y="35463"/>
                  <a:pt x="52567" y="35372"/>
                  <a:pt x="53726" y="35251"/>
                </a:cubicBezTo>
                <a:lnTo>
                  <a:pt x="50000" y="41704"/>
                </a:lnTo>
                <a:lnTo>
                  <a:pt x="46274" y="35251"/>
                </a:lnTo>
                <a:close/>
                <a:moveTo>
                  <a:pt x="39064" y="39413"/>
                </a:moveTo>
                <a:lnTo>
                  <a:pt x="42789" y="45865"/>
                </a:lnTo>
                <a:lnTo>
                  <a:pt x="35337" y="45865"/>
                </a:lnTo>
                <a:cubicBezTo>
                  <a:pt x="36027" y="44925"/>
                  <a:pt x="36706" y="43914"/>
                  <a:pt x="37385" y="42744"/>
                </a:cubicBezTo>
                <a:cubicBezTo>
                  <a:pt x="38064" y="41575"/>
                  <a:pt x="38594" y="40473"/>
                  <a:pt x="39064" y="39413"/>
                </a:cubicBezTo>
                <a:close/>
                <a:moveTo>
                  <a:pt x="60937" y="39413"/>
                </a:moveTo>
                <a:cubicBezTo>
                  <a:pt x="61406" y="40473"/>
                  <a:pt x="61936" y="41575"/>
                  <a:pt x="62615" y="42744"/>
                </a:cubicBezTo>
                <a:cubicBezTo>
                  <a:pt x="63294" y="43914"/>
                  <a:pt x="63973" y="44925"/>
                  <a:pt x="64663" y="45865"/>
                </a:cubicBezTo>
                <a:lnTo>
                  <a:pt x="57212" y="45865"/>
                </a:lnTo>
                <a:lnTo>
                  <a:pt x="60937" y="39413"/>
                </a:lnTo>
                <a:close/>
                <a:moveTo>
                  <a:pt x="17159" y="54188"/>
                </a:moveTo>
                <a:lnTo>
                  <a:pt x="27278" y="54188"/>
                </a:lnTo>
                <a:cubicBezTo>
                  <a:pt x="28436" y="55303"/>
                  <a:pt x="30104" y="57174"/>
                  <a:pt x="31982" y="60430"/>
                </a:cubicBezTo>
                <a:cubicBezTo>
                  <a:pt x="33820" y="63621"/>
                  <a:pt x="34628" y="66013"/>
                  <a:pt x="35028" y="67622"/>
                </a:cubicBezTo>
                <a:lnTo>
                  <a:pt x="29964" y="76411"/>
                </a:lnTo>
                <a:cubicBezTo>
                  <a:pt x="28985" y="73155"/>
                  <a:pt x="27467" y="69257"/>
                  <a:pt x="24770" y="64586"/>
                </a:cubicBezTo>
                <a:cubicBezTo>
                  <a:pt x="22303" y="60305"/>
                  <a:pt x="19586" y="56846"/>
                  <a:pt x="17159" y="54188"/>
                </a:cubicBezTo>
                <a:close/>
                <a:moveTo>
                  <a:pt x="35337" y="54188"/>
                </a:moveTo>
                <a:lnTo>
                  <a:pt x="42789" y="54188"/>
                </a:lnTo>
                <a:lnTo>
                  <a:pt x="39064" y="60640"/>
                </a:lnTo>
                <a:cubicBezTo>
                  <a:pt x="38594" y="59579"/>
                  <a:pt x="38064" y="58477"/>
                  <a:pt x="37385" y="57309"/>
                </a:cubicBezTo>
                <a:cubicBezTo>
                  <a:pt x="36706" y="56139"/>
                  <a:pt x="36027" y="55127"/>
                  <a:pt x="35337" y="54188"/>
                </a:cubicBezTo>
                <a:close/>
                <a:moveTo>
                  <a:pt x="57212" y="54188"/>
                </a:moveTo>
                <a:lnTo>
                  <a:pt x="64663" y="54188"/>
                </a:lnTo>
                <a:cubicBezTo>
                  <a:pt x="63973" y="55127"/>
                  <a:pt x="63294" y="56139"/>
                  <a:pt x="62615" y="57309"/>
                </a:cubicBezTo>
                <a:cubicBezTo>
                  <a:pt x="61936" y="58477"/>
                  <a:pt x="61406" y="59579"/>
                  <a:pt x="60937" y="60640"/>
                </a:cubicBezTo>
                <a:lnTo>
                  <a:pt x="57212" y="54188"/>
                </a:lnTo>
                <a:close/>
                <a:moveTo>
                  <a:pt x="72723" y="54188"/>
                </a:moveTo>
                <a:lnTo>
                  <a:pt x="82821" y="54188"/>
                </a:lnTo>
                <a:cubicBezTo>
                  <a:pt x="80513" y="56654"/>
                  <a:pt x="77887" y="59970"/>
                  <a:pt x="75230" y="64586"/>
                </a:cubicBezTo>
                <a:cubicBezTo>
                  <a:pt x="72753" y="68868"/>
                  <a:pt x="71114" y="72945"/>
                  <a:pt x="70026" y="76378"/>
                </a:cubicBezTo>
                <a:lnTo>
                  <a:pt x="64972" y="67622"/>
                </a:lnTo>
                <a:cubicBezTo>
                  <a:pt x="65372" y="66010"/>
                  <a:pt x="66181" y="63616"/>
                  <a:pt x="68018" y="60430"/>
                </a:cubicBezTo>
                <a:cubicBezTo>
                  <a:pt x="69866" y="57234"/>
                  <a:pt x="71534" y="55339"/>
                  <a:pt x="72723" y="54188"/>
                </a:cubicBezTo>
                <a:close/>
                <a:moveTo>
                  <a:pt x="50000" y="58348"/>
                </a:moveTo>
                <a:lnTo>
                  <a:pt x="53726" y="64801"/>
                </a:lnTo>
                <a:cubicBezTo>
                  <a:pt x="52567" y="64681"/>
                  <a:pt x="51348" y="64590"/>
                  <a:pt x="50000" y="64590"/>
                </a:cubicBezTo>
                <a:cubicBezTo>
                  <a:pt x="48652" y="64590"/>
                  <a:pt x="47433" y="64681"/>
                  <a:pt x="46274" y="64801"/>
                </a:cubicBezTo>
                <a:lnTo>
                  <a:pt x="50000" y="58348"/>
                </a:lnTo>
                <a:close/>
                <a:moveTo>
                  <a:pt x="50000" y="70831"/>
                </a:moveTo>
                <a:cubicBezTo>
                  <a:pt x="53686" y="70831"/>
                  <a:pt x="56162" y="71331"/>
                  <a:pt x="57761" y="71786"/>
                </a:cubicBezTo>
                <a:lnTo>
                  <a:pt x="62825" y="80564"/>
                </a:lnTo>
                <a:cubicBezTo>
                  <a:pt x="59519" y="79785"/>
                  <a:pt x="55383" y="79145"/>
                  <a:pt x="50000" y="79145"/>
                </a:cubicBezTo>
                <a:cubicBezTo>
                  <a:pt x="45056" y="79145"/>
                  <a:pt x="40711" y="79762"/>
                  <a:pt x="37185" y="80535"/>
                </a:cubicBezTo>
                <a:lnTo>
                  <a:pt x="42240" y="71786"/>
                </a:lnTo>
                <a:cubicBezTo>
                  <a:pt x="43838" y="71330"/>
                  <a:pt x="46314" y="70831"/>
                  <a:pt x="50000" y="7083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19" name="Белый — SVG 59">
            <a:extLst>
              <a:ext uri="{FF2B5EF4-FFF2-40B4-BE49-F238E27FC236}">
                <a16:creationId xmlns:a16="http://schemas.microsoft.com/office/drawing/2014/main" id="{FC81F938-BE6A-F742-ABD0-89B7955CB632}"/>
              </a:ext>
            </a:extLst>
          </p:cNvPr>
          <p:cNvSpPr>
            <a:spLocks noGrp="1"/>
          </p:cNvSpPr>
          <p:nvPr/>
        </p:nvSpPr>
        <p:spPr>
          <a:xfrm>
            <a:off x="2820000" y="5530000"/>
            <a:ext cx="220000" cy="220000"/>
          </a:xfrm>
          <a:custGeom>
            <a:avLst/>
            <a:gdLst>
              <a:gd name="csX0" fmla="*/ 12403 w 120505"/>
              <a:gd name="csY0" fmla="*/ 0 h 141758"/>
              <a:gd name="csX1" fmla="*/ 0 w 120505"/>
              <a:gd name="csY1" fmla="*/ 12404 h 141758"/>
              <a:gd name="csX2" fmla="*/ 0 w 120505"/>
              <a:gd name="csY2" fmla="*/ 33668 h 141758"/>
              <a:gd name="csX3" fmla="*/ 12403 w 120505"/>
              <a:gd name="csY3" fmla="*/ 46071 h 141758"/>
              <a:gd name="csX4" fmla="*/ 21267 w 120505"/>
              <a:gd name="csY4" fmla="*/ 46071 h 141758"/>
              <a:gd name="csX5" fmla="*/ 21267 w 120505"/>
              <a:gd name="csY5" fmla="*/ 65564 h 141758"/>
              <a:gd name="csX6" fmla="*/ 21267 w 120505"/>
              <a:gd name="csY6" fmla="*/ 111635 h 141758"/>
              <a:gd name="csX7" fmla="*/ 37208 w 120505"/>
              <a:gd name="csY7" fmla="*/ 127583 h 141758"/>
              <a:gd name="csX8" fmla="*/ 67339 w 120505"/>
              <a:gd name="csY8" fmla="*/ 127583 h 141758"/>
              <a:gd name="csX9" fmla="*/ 67339 w 120505"/>
              <a:gd name="csY9" fmla="*/ 129356 h 141758"/>
              <a:gd name="csX10" fmla="*/ 79742 w 120505"/>
              <a:gd name="csY10" fmla="*/ 141759 h 141758"/>
              <a:gd name="csX11" fmla="*/ 108103 w 120505"/>
              <a:gd name="csY11" fmla="*/ 141759 h 141758"/>
              <a:gd name="csX12" fmla="*/ 120506 w 120505"/>
              <a:gd name="csY12" fmla="*/ 129356 h 141758"/>
              <a:gd name="csX13" fmla="*/ 120506 w 120505"/>
              <a:gd name="csY13" fmla="*/ 108092 h 141758"/>
              <a:gd name="csX14" fmla="*/ 108103 w 120505"/>
              <a:gd name="csY14" fmla="*/ 95687 h 141758"/>
              <a:gd name="csX15" fmla="*/ 79742 w 120505"/>
              <a:gd name="csY15" fmla="*/ 95687 h 141758"/>
              <a:gd name="csX16" fmla="*/ 67339 w 120505"/>
              <a:gd name="csY16" fmla="*/ 108092 h 141758"/>
              <a:gd name="csX17" fmla="*/ 67339 w 120505"/>
              <a:gd name="csY17" fmla="*/ 116951 h 141758"/>
              <a:gd name="csX18" fmla="*/ 37208 w 120505"/>
              <a:gd name="csY18" fmla="*/ 116951 h 141758"/>
              <a:gd name="csX19" fmla="*/ 31900 w 120505"/>
              <a:gd name="csY19" fmla="*/ 111635 h 141758"/>
              <a:gd name="csX20" fmla="*/ 31900 w 120505"/>
              <a:gd name="csY20" fmla="*/ 70880 h 141758"/>
              <a:gd name="csX21" fmla="*/ 67339 w 120505"/>
              <a:gd name="csY21" fmla="*/ 70880 h 141758"/>
              <a:gd name="csX22" fmla="*/ 67339 w 120505"/>
              <a:gd name="csY22" fmla="*/ 72651 h 141758"/>
              <a:gd name="csX23" fmla="*/ 79742 w 120505"/>
              <a:gd name="csY23" fmla="*/ 85056 h 141758"/>
              <a:gd name="csX24" fmla="*/ 108103 w 120505"/>
              <a:gd name="csY24" fmla="*/ 85056 h 141758"/>
              <a:gd name="csX25" fmla="*/ 120506 w 120505"/>
              <a:gd name="csY25" fmla="*/ 72651 h 141758"/>
              <a:gd name="csX26" fmla="*/ 120506 w 120505"/>
              <a:gd name="csY26" fmla="*/ 51387 h 141758"/>
              <a:gd name="csX27" fmla="*/ 108103 w 120505"/>
              <a:gd name="csY27" fmla="*/ 38984 h 141758"/>
              <a:gd name="csX28" fmla="*/ 79742 w 120505"/>
              <a:gd name="csY28" fmla="*/ 38984 h 141758"/>
              <a:gd name="csX29" fmla="*/ 67339 w 120505"/>
              <a:gd name="csY29" fmla="*/ 51387 h 141758"/>
              <a:gd name="csX30" fmla="*/ 67339 w 120505"/>
              <a:gd name="csY30" fmla="*/ 60248 h 141758"/>
              <a:gd name="csX31" fmla="*/ 31900 w 120505"/>
              <a:gd name="csY31" fmla="*/ 60248 h 141758"/>
              <a:gd name="csX32" fmla="*/ 31900 w 120505"/>
              <a:gd name="csY32" fmla="*/ 46071 h 141758"/>
              <a:gd name="csX33" fmla="*/ 40764 w 120505"/>
              <a:gd name="csY33" fmla="*/ 46071 h 141758"/>
              <a:gd name="csX34" fmla="*/ 53167 w 120505"/>
              <a:gd name="csY34" fmla="*/ 33668 h 141758"/>
              <a:gd name="csX35" fmla="*/ 53167 w 120505"/>
              <a:gd name="csY35" fmla="*/ 12404 h 141758"/>
              <a:gd name="csX36" fmla="*/ 40764 w 120505"/>
              <a:gd name="csY36" fmla="*/ 0 h 141758"/>
              <a:gd name="csX37" fmla="*/ 12403 w 120505"/>
              <a:gd name="csY37" fmla="*/ 0 h 141758"/>
            </a:gdLst>
            <a:ahLst/>
            <a:cxnLst/>
            <a:rect l="l" t="t" r="r" b="b"/>
            <a:pathLst>
              <a:path w="100000" h="100000">
                <a:moveTo>
                  <a:pt x="16246" y="0"/>
                </a:moveTo>
                <a:cubicBezTo>
                  <a:pt x="11492" y="0"/>
                  <a:pt x="7496" y="4000"/>
                  <a:pt x="7496" y="8750"/>
                </a:cubicBezTo>
                <a:lnTo>
                  <a:pt x="7496" y="23750"/>
                </a:lnTo>
                <a:cubicBezTo>
                  <a:pt x="7496" y="28500"/>
                  <a:pt x="11492" y="32500"/>
                  <a:pt x="16246" y="32500"/>
                </a:cubicBezTo>
                <a:lnTo>
                  <a:pt x="22499" y="32500"/>
                </a:lnTo>
                <a:lnTo>
                  <a:pt x="22499" y="46251"/>
                </a:lnTo>
                <a:lnTo>
                  <a:pt x="22499" y="78750"/>
                </a:lnTo>
                <a:cubicBezTo>
                  <a:pt x="22499" y="84913"/>
                  <a:pt x="27587" y="90001"/>
                  <a:pt x="33744" y="90001"/>
                </a:cubicBezTo>
                <a:lnTo>
                  <a:pt x="54999" y="90001"/>
                </a:lnTo>
                <a:lnTo>
                  <a:pt x="54999" y="91251"/>
                </a:lnTo>
                <a:cubicBezTo>
                  <a:pt x="54999" y="96001"/>
                  <a:pt x="59008" y="100001"/>
                  <a:pt x="63748" y="100001"/>
                </a:cubicBezTo>
                <a:lnTo>
                  <a:pt x="83755" y="100001"/>
                </a:lnTo>
                <a:cubicBezTo>
                  <a:pt x="88508" y="100001"/>
                  <a:pt x="92504" y="96001"/>
                  <a:pt x="92504" y="91251"/>
                </a:cubicBezTo>
                <a:lnTo>
                  <a:pt x="92504" y="76251"/>
                </a:lnTo>
                <a:cubicBezTo>
                  <a:pt x="92504" y="71500"/>
                  <a:pt x="88508" y="67500"/>
                  <a:pt x="83755" y="67500"/>
                </a:cubicBezTo>
                <a:lnTo>
                  <a:pt x="63748" y="67500"/>
                </a:lnTo>
                <a:cubicBezTo>
                  <a:pt x="59008" y="67500"/>
                  <a:pt x="54999" y="71500"/>
                  <a:pt x="54999" y="76251"/>
                </a:cubicBezTo>
                <a:lnTo>
                  <a:pt x="54999" y="82500"/>
                </a:lnTo>
                <a:lnTo>
                  <a:pt x="33744" y="82500"/>
                </a:lnTo>
                <a:cubicBezTo>
                  <a:pt x="31416" y="82500"/>
                  <a:pt x="29999" y="81090"/>
                  <a:pt x="29999" y="78750"/>
                </a:cubicBezTo>
                <a:lnTo>
                  <a:pt x="29999" y="50001"/>
                </a:lnTo>
                <a:lnTo>
                  <a:pt x="54999" y="50001"/>
                </a:lnTo>
                <a:lnTo>
                  <a:pt x="54999" y="51250"/>
                </a:lnTo>
                <a:cubicBezTo>
                  <a:pt x="54999" y="56001"/>
                  <a:pt x="59008" y="60001"/>
                  <a:pt x="63748" y="60001"/>
                </a:cubicBezTo>
                <a:lnTo>
                  <a:pt x="83755" y="60001"/>
                </a:lnTo>
                <a:cubicBezTo>
                  <a:pt x="88508" y="60001"/>
                  <a:pt x="92504" y="56001"/>
                  <a:pt x="92504" y="51250"/>
                </a:cubicBezTo>
                <a:lnTo>
                  <a:pt x="92504" y="36250"/>
                </a:lnTo>
                <a:cubicBezTo>
                  <a:pt x="92504" y="31500"/>
                  <a:pt x="88508" y="27500"/>
                  <a:pt x="83755" y="27500"/>
                </a:cubicBezTo>
                <a:lnTo>
                  <a:pt x="63748" y="27500"/>
                </a:lnTo>
                <a:cubicBezTo>
                  <a:pt x="59008" y="27500"/>
                  <a:pt x="54999" y="31500"/>
                  <a:pt x="54999" y="36250"/>
                </a:cubicBezTo>
                <a:lnTo>
                  <a:pt x="54999" y="42501"/>
                </a:lnTo>
                <a:lnTo>
                  <a:pt x="29999" y="42501"/>
                </a:lnTo>
                <a:lnTo>
                  <a:pt x="29999" y="32500"/>
                </a:lnTo>
                <a:lnTo>
                  <a:pt x="36252" y="32500"/>
                </a:lnTo>
                <a:cubicBezTo>
                  <a:pt x="41005" y="32500"/>
                  <a:pt x="45002" y="28500"/>
                  <a:pt x="45002" y="23750"/>
                </a:cubicBezTo>
                <a:lnTo>
                  <a:pt x="45002" y="8750"/>
                </a:lnTo>
                <a:cubicBezTo>
                  <a:pt x="45002" y="4000"/>
                  <a:pt x="41005" y="0"/>
                  <a:pt x="36252" y="0"/>
                </a:cubicBezTo>
                <a:lnTo>
                  <a:pt x="16246" y="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0" name="Белый — SVG 60">
            <a:extLst>
              <a:ext uri="{FF2B5EF4-FFF2-40B4-BE49-F238E27FC236}">
                <a16:creationId xmlns:a16="http://schemas.microsoft.com/office/drawing/2014/main" id="{A3CA3975-8DE4-604E-B7E7-EFD4017D6C4F}"/>
              </a:ext>
            </a:extLst>
          </p:cNvPr>
          <p:cNvSpPr>
            <a:spLocks noGrp="1"/>
          </p:cNvSpPr>
          <p:nvPr/>
        </p:nvSpPr>
        <p:spPr>
          <a:xfrm>
            <a:off x="3420000" y="5530000"/>
            <a:ext cx="220000" cy="220000"/>
          </a:xfrm>
          <a:custGeom>
            <a:avLst/>
            <a:gdLst>
              <a:gd name="csX0" fmla="*/ 15950 w 113423"/>
              <a:gd name="csY0" fmla="*/ 0 h 141759"/>
              <a:gd name="csX1" fmla="*/ 0 w 113423"/>
              <a:gd name="csY1" fmla="*/ 15948 h 141759"/>
              <a:gd name="csX2" fmla="*/ 0 w 113423"/>
              <a:gd name="csY2" fmla="*/ 125811 h 141759"/>
              <a:gd name="csX3" fmla="*/ 15950 w 113423"/>
              <a:gd name="csY3" fmla="*/ 141759 h 141759"/>
              <a:gd name="csX4" fmla="*/ 97473 w 113423"/>
              <a:gd name="csY4" fmla="*/ 141759 h 141759"/>
              <a:gd name="csX5" fmla="*/ 113423 w 113423"/>
              <a:gd name="csY5" fmla="*/ 125811 h 141759"/>
              <a:gd name="csX6" fmla="*/ 113423 w 113423"/>
              <a:gd name="csY6" fmla="*/ 56704 h 141759"/>
              <a:gd name="csX7" fmla="*/ 72661 w 113423"/>
              <a:gd name="csY7" fmla="*/ 56704 h 141759"/>
              <a:gd name="csX8" fmla="*/ 56711 w 113423"/>
              <a:gd name="csY8" fmla="*/ 40756 h 141759"/>
              <a:gd name="csX9" fmla="*/ 56711 w 113423"/>
              <a:gd name="csY9" fmla="*/ 0 h 141759"/>
              <a:gd name="csX10" fmla="*/ 15950 w 113423"/>
              <a:gd name="csY10" fmla="*/ 0 h 141759"/>
              <a:gd name="csX11" fmla="*/ 67344 w 113423"/>
              <a:gd name="csY11" fmla="*/ 3115 h 141759"/>
              <a:gd name="csX12" fmla="*/ 67344 w 113423"/>
              <a:gd name="csY12" fmla="*/ 40756 h 141759"/>
              <a:gd name="csX13" fmla="*/ 72661 w 113423"/>
              <a:gd name="csY13" fmla="*/ 46072 h 141759"/>
              <a:gd name="csX14" fmla="*/ 110308 w 113423"/>
              <a:gd name="csY14" fmla="*/ 46072 h 141759"/>
              <a:gd name="csX15" fmla="*/ 67344 w 113423"/>
              <a:gd name="csY15" fmla="*/ 3115 h 141759"/>
              <a:gd name="csX16" fmla="*/ 58484 w 113423"/>
              <a:gd name="csY16" fmla="*/ 67336 h 141759"/>
              <a:gd name="csX17" fmla="*/ 63800 w 113423"/>
              <a:gd name="csY17" fmla="*/ 72652 h 141759"/>
              <a:gd name="csX18" fmla="*/ 63800 w 113423"/>
              <a:gd name="csY18" fmla="*/ 118723 h 141759"/>
              <a:gd name="csX19" fmla="*/ 58484 w 113423"/>
              <a:gd name="csY19" fmla="*/ 124039 h 141759"/>
              <a:gd name="csX20" fmla="*/ 53167 w 113423"/>
              <a:gd name="csY20" fmla="*/ 118723 h 141759"/>
              <a:gd name="csX21" fmla="*/ 53167 w 113423"/>
              <a:gd name="csY21" fmla="*/ 72652 h 141759"/>
              <a:gd name="csX22" fmla="*/ 58484 w 113423"/>
              <a:gd name="csY22" fmla="*/ 67336 h 141759"/>
              <a:gd name="csX23" fmla="*/ 83294 w 113423"/>
              <a:gd name="csY23" fmla="*/ 85056 h 141759"/>
              <a:gd name="csX24" fmla="*/ 88611 w 113423"/>
              <a:gd name="csY24" fmla="*/ 90371 h 141759"/>
              <a:gd name="csX25" fmla="*/ 88611 w 113423"/>
              <a:gd name="csY25" fmla="*/ 118723 h 141759"/>
              <a:gd name="csX26" fmla="*/ 83294 w 113423"/>
              <a:gd name="csY26" fmla="*/ 124039 h 141759"/>
              <a:gd name="csX27" fmla="*/ 77978 w 113423"/>
              <a:gd name="csY27" fmla="*/ 118723 h 141759"/>
              <a:gd name="csX28" fmla="*/ 77978 w 113423"/>
              <a:gd name="csY28" fmla="*/ 90371 h 141759"/>
              <a:gd name="csX29" fmla="*/ 83294 w 113423"/>
              <a:gd name="csY29" fmla="*/ 85056 h 141759"/>
              <a:gd name="csX30" fmla="*/ 33673 w 113423"/>
              <a:gd name="csY30" fmla="*/ 95687 h 141759"/>
              <a:gd name="csX31" fmla="*/ 38990 w 113423"/>
              <a:gd name="csY31" fmla="*/ 101003 h 141759"/>
              <a:gd name="csX32" fmla="*/ 38990 w 113423"/>
              <a:gd name="csY32" fmla="*/ 118723 h 141759"/>
              <a:gd name="csX33" fmla="*/ 33673 w 113423"/>
              <a:gd name="csY33" fmla="*/ 124039 h 141759"/>
              <a:gd name="csX34" fmla="*/ 28356 w 113423"/>
              <a:gd name="csY34" fmla="*/ 118723 h 141759"/>
              <a:gd name="csX35" fmla="*/ 28356 w 113423"/>
              <a:gd name="csY35" fmla="*/ 101003 h 141759"/>
              <a:gd name="csX36" fmla="*/ 33673 w 113423"/>
              <a:gd name="csY36" fmla="*/ 95687 h 141759"/>
            </a:gdLst>
            <a:ahLst/>
            <a:cxnLst/>
            <a:rect l="l" t="t" r="r" b="b"/>
            <a:pathLst>
              <a:path w="100000" h="100000">
                <a:moveTo>
                  <a:pt x="21246" y="0"/>
                </a:moveTo>
                <a:cubicBezTo>
                  <a:pt x="15033" y="0"/>
                  <a:pt x="9994" y="5037"/>
                  <a:pt x="9994" y="11250"/>
                </a:cubicBezTo>
                <a:lnTo>
                  <a:pt x="9994" y="88750"/>
                </a:lnTo>
                <a:cubicBezTo>
                  <a:pt x="9994" y="94963"/>
                  <a:pt x="15033" y="100000"/>
                  <a:pt x="21246" y="100000"/>
                </a:cubicBezTo>
                <a:lnTo>
                  <a:pt x="78754" y="100000"/>
                </a:lnTo>
                <a:cubicBezTo>
                  <a:pt x="84967" y="100000"/>
                  <a:pt x="90006" y="94963"/>
                  <a:pt x="90006" y="88750"/>
                </a:cubicBezTo>
                <a:lnTo>
                  <a:pt x="90006" y="40000"/>
                </a:lnTo>
                <a:lnTo>
                  <a:pt x="61251" y="40000"/>
                </a:lnTo>
                <a:cubicBezTo>
                  <a:pt x="55038" y="40000"/>
                  <a:pt x="50000" y="34963"/>
                  <a:pt x="50000" y="28750"/>
                </a:cubicBezTo>
                <a:lnTo>
                  <a:pt x="50000" y="0"/>
                </a:lnTo>
                <a:lnTo>
                  <a:pt x="21246" y="0"/>
                </a:lnTo>
                <a:close/>
                <a:moveTo>
                  <a:pt x="57500" y="2197"/>
                </a:moveTo>
                <a:lnTo>
                  <a:pt x="57500" y="28750"/>
                </a:lnTo>
                <a:cubicBezTo>
                  <a:pt x="57500" y="30818"/>
                  <a:pt x="59183" y="32500"/>
                  <a:pt x="61251" y="32500"/>
                </a:cubicBezTo>
                <a:lnTo>
                  <a:pt x="87808" y="32500"/>
                </a:lnTo>
                <a:lnTo>
                  <a:pt x="57500" y="2197"/>
                </a:lnTo>
                <a:close/>
                <a:moveTo>
                  <a:pt x="51250" y="47500"/>
                </a:moveTo>
                <a:cubicBezTo>
                  <a:pt x="53320" y="47500"/>
                  <a:pt x="55000" y="49178"/>
                  <a:pt x="55000" y="51250"/>
                </a:cubicBezTo>
                <a:lnTo>
                  <a:pt x="55000" y="83750"/>
                </a:lnTo>
                <a:cubicBezTo>
                  <a:pt x="55000" y="85822"/>
                  <a:pt x="53320" y="87500"/>
                  <a:pt x="51250" y="87500"/>
                </a:cubicBezTo>
                <a:cubicBezTo>
                  <a:pt x="49180" y="87500"/>
                  <a:pt x="47500" y="85822"/>
                  <a:pt x="47500" y="83750"/>
                </a:cubicBezTo>
                <a:lnTo>
                  <a:pt x="47500" y="51250"/>
                </a:lnTo>
                <a:cubicBezTo>
                  <a:pt x="47500" y="49178"/>
                  <a:pt x="49180" y="47500"/>
                  <a:pt x="51250" y="47500"/>
                </a:cubicBezTo>
                <a:close/>
                <a:moveTo>
                  <a:pt x="68752" y="60000"/>
                </a:moveTo>
                <a:cubicBezTo>
                  <a:pt x="70822" y="60000"/>
                  <a:pt x="72503" y="61678"/>
                  <a:pt x="72503" y="63750"/>
                </a:cubicBezTo>
                <a:lnTo>
                  <a:pt x="72503" y="83750"/>
                </a:lnTo>
                <a:cubicBezTo>
                  <a:pt x="72503" y="85822"/>
                  <a:pt x="70822" y="87500"/>
                  <a:pt x="68752" y="87500"/>
                </a:cubicBezTo>
                <a:cubicBezTo>
                  <a:pt x="66681" y="87500"/>
                  <a:pt x="65002" y="85822"/>
                  <a:pt x="65002" y="83750"/>
                </a:cubicBezTo>
                <a:lnTo>
                  <a:pt x="65002" y="63750"/>
                </a:lnTo>
                <a:cubicBezTo>
                  <a:pt x="65002" y="61678"/>
                  <a:pt x="66681" y="60000"/>
                  <a:pt x="68752" y="60000"/>
                </a:cubicBezTo>
                <a:close/>
                <a:moveTo>
                  <a:pt x="33748" y="67500"/>
                </a:moveTo>
                <a:cubicBezTo>
                  <a:pt x="35819" y="67500"/>
                  <a:pt x="37499" y="69177"/>
                  <a:pt x="37499" y="71250"/>
                </a:cubicBezTo>
                <a:lnTo>
                  <a:pt x="37499" y="83750"/>
                </a:lnTo>
                <a:cubicBezTo>
                  <a:pt x="37499" y="85822"/>
                  <a:pt x="35819" y="87500"/>
                  <a:pt x="33748" y="87500"/>
                </a:cubicBezTo>
                <a:cubicBezTo>
                  <a:pt x="31678" y="87500"/>
                  <a:pt x="29997" y="85822"/>
                  <a:pt x="29997" y="83750"/>
                </a:cubicBezTo>
                <a:lnTo>
                  <a:pt x="29997" y="71250"/>
                </a:lnTo>
                <a:cubicBezTo>
                  <a:pt x="29997" y="69177"/>
                  <a:pt x="31678" y="67500"/>
                  <a:pt x="33748" y="675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1" name="Белый — SVG 61">
            <a:extLst>
              <a:ext uri="{FF2B5EF4-FFF2-40B4-BE49-F238E27FC236}">
                <a16:creationId xmlns:a16="http://schemas.microsoft.com/office/drawing/2014/main" id="{A0C082FE-9DA2-CB42-B2DE-EB20B7ADA9E4}"/>
              </a:ext>
            </a:extLst>
          </p:cNvPr>
          <p:cNvSpPr>
            <a:spLocks noGrp="1"/>
          </p:cNvSpPr>
          <p:nvPr/>
        </p:nvSpPr>
        <p:spPr>
          <a:xfrm>
            <a:off x="4020000" y="5530000"/>
            <a:ext cx="220000" cy="220000"/>
          </a:xfrm>
          <a:custGeom>
            <a:avLst/>
            <a:gdLst>
              <a:gd name="csX0" fmla="*/ 74434 w 149020"/>
              <a:gd name="csY0" fmla="*/ 1 h 149035"/>
              <a:gd name="csX1" fmla="*/ 70691 w 149020"/>
              <a:gd name="csY1" fmla="*/ 1615 h 149035"/>
              <a:gd name="csX2" fmla="*/ 69194 w 149020"/>
              <a:gd name="csY2" fmla="*/ 5393 h 149035"/>
              <a:gd name="csX3" fmla="*/ 69194 w 149020"/>
              <a:gd name="csY3" fmla="*/ 10709 h 149035"/>
              <a:gd name="csX4" fmla="*/ 5393 w 149020"/>
              <a:gd name="csY4" fmla="*/ 10709 h 149035"/>
              <a:gd name="csX5" fmla="*/ 3335 w 149020"/>
              <a:gd name="csY5" fmla="*/ 11092 h 149035"/>
              <a:gd name="csX6" fmla="*/ 1582 w 149020"/>
              <a:gd name="csY6" fmla="*/ 12240 h 149035"/>
              <a:gd name="csX7" fmla="*/ 408 w 149020"/>
              <a:gd name="csY7" fmla="*/ 13973 h 149035"/>
              <a:gd name="csX8" fmla="*/ 0 w 149020"/>
              <a:gd name="csY8" fmla="*/ 16025 h 149035"/>
              <a:gd name="csX9" fmla="*/ 408 w 149020"/>
              <a:gd name="csY9" fmla="*/ 18077 h 149035"/>
              <a:gd name="csX10" fmla="*/ 1582 w 149020"/>
              <a:gd name="csY10" fmla="*/ 19812 h 149035"/>
              <a:gd name="csX11" fmla="*/ 3335 w 149020"/>
              <a:gd name="csY11" fmla="*/ 20958 h 149035"/>
              <a:gd name="csX12" fmla="*/ 5393 w 149020"/>
              <a:gd name="csY12" fmla="*/ 21341 h 149035"/>
              <a:gd name="csX13" fmla="*/ 7163 w 149020"/>
              <a:gd name="csY13" fmla="*/ 21341 h 149035"/>
              <a:gd name="csX14" fmla="*/ 7163 w 149020"/>
              <a:gd name="csY14" fmla="*/ 97537 h 149035"/>
              <a:gd name="csX15" fmla="*/ 26660 w 149020"/>
              <a:gd name="csY15" fmla="*/ 117028 h 149035"/>
              <a:gd name="csX16" fmla="*/ 48182 w 149020"/>
              <a:gd name="csY16" fmla="*/ 117028 h 149035"/>
              <a:gd name="csX17" fmla="*/ 36085 w 149020"/>
              <a:gd name="csY17" fmla="*/ 141234 h 149035"/>
              <a:gd name="csX18" fmla="*/ 35490 w 149020"/>
              <a:gd name="csY18" fmla="*/ 143253 h 149035"/>
              <a:gd name="csX19" fmla="*/ 35711 w 149020"/>
              <a:gd name="csY19" fmla="*/ 145345 h 149035"/>
              <a:gd name="csX20" fmla="*/ 36749 w 149020"/>
              <a:gd name="csY20" fmla="*/ 147182 h 149035"/>
              <a:gd name="csX21" fmla="*/ 38399 w 149020"/>
              <a:gd name="csY21" fmla="*/ 148477 h 149035"/>
              <a:gd name="csX22" fmla="*/ 40441 w 149020"/>
              <a:gd name="csY22" fmla="*/ 149025 h 149035"/>
              <a:gd name="csX23" fmla="*/ 42516 w 149020"/>
              <a:gd name="csY23" fmla="*/ 148742 h 149035"/>
              <a:gd name="csX24" fmla="*/ 44337 w 149020"/>
              <a:gd name="csY24" fmla="*/ 147672 h 149035"/>
              <a:gd name="csX25" fmla="*/ 45596 w 149020"/>
              <a:gd name="csY25" fmla="*/ 145983 h 149035"/>
              <a:gd name="csX26" fmla="*/ 60074 w 149020"/>
              <a:gd name="csY26" fmla="*/ 117028 h 149035"/>
              <a:gd name="csX27" fmla="*/ 88946 w 149020"/>
              <a:gd name="csY27" fmla="*/ 117028 h 149035"/>
              <a:gd name="csX28" fmla="*/ 103425 w 149020"/>
              <a:gd name="csY28" fmla="*/ 145983 h 149035"/>
              <a:gd name="csX29" fmla="*/ 104684 w 149020"/>
              <a:gd name="csY29" fmla="*/ 147672 h 149035"/>
              <a:gd name="csX30" fmla="*/ 106487 w 149020"/>
              <a:gd name="csY30" fmla="*/ 148742 h 149035"/>
              <a:gd name="csX31" fmla="*/ 108579 w 149020"/>
              <a:gd name="csY31" fmla="*/ 149025 h 149035"/>
              <a:gd name="csX32" fmla="*/ 110604 w 149020"/>
              <a:gd name="csY32" fmla="*/ 148477 h 149035"/>
              <a:gd name="csX33" fmla="*/ 112271 w 149020"/>
              <a:gd name="csY33" fmla="*/ 147182 h 149035"/>
              <a:gd name="csX34" fmla="*/ 113292 w 149020"/>
              <a:gd name="csY34" fmla="*/ 145345 h 149035"/>
              <a:gd name="csX35" fmla="*/ 113530 w 149020"/>
              <a:gd name="csY35" fmla="*/ 143253 h 149035"/>
              <a:gd name="csX36" fmla="*/ 112935 w 149020"/>
              <a:gd name="csY36" fmla="*/ 141234 h 149035"/>
              <a:gd name="csX37" fmla="*/ 100821 w 149020"/>
              <a:gd name="csY37" fmla="*/ 117028 h 149035"/>
              <a:gd name="csX38" fmla="*/ 122361 w 149020"/>
              <a:gd name="csY38" fmla="*/ 117028 h 149035"/>
              <a:gd name="csX39" fmla="*/ 141858 w 149020"/>
              <a:gd name="csY39" fmla="*/ 97537 h 149035"/>
              <a:gd name="csX40" fmla="*/ 141858 w 149020"/>
              <a:gd name="csY40" fmla="*/ 21341 h 149035"/>
              <a:gd name="csX41" fmla="*/ 143627 w 149020"/>
              <a:gd name="csY41" fmla="*/ 21341 h 149035"/>
              <a:gd name="csX42" fmla="*/ 145686 w 149020"/>
              <a:gd name="csY42" fmla="*/ 20958 h 149035"/>
              <a:gd name="csX43" fmla="*/ 147438 w 149020"/>
              <a:gd name="csY43" fmla="*/ 19812 h 149035"/>
              <a:gd name="csX44" fmla="*/ 148612 w 149020"/>
              <a:gd name="csY44" fmla="*/ 18077 h 149035"/>
              <a:gd name="csX45" fmla="*/ 149020 w 149020"/>
              <a:gd name="csY45" fmla="*/ 16025 h 149035"/>
              <a:gd name="csX46" fmla="*/ 148612 w 149020"/>
              <a:gd name="csY46" fmla="*/ 13973 h 149035"/>
              <a:gd name="csX47" fmla="*/ 147438 w 149020"/>
              <a:gd name="csY47" fmla="*/ 12240 h 149035"/>
              <a:gd name="csX48" fmla="*/ 145686 w 149020"/>
              <a:gd name="csY48" fmla="*/ 11092 h 149035"/>
              <a:gd name="csX49" fmla="*/ 143627 w 149020"/>
              <a:gd name="csY49" fmla="*/ 10709 h 149035"/>
              <a:gd name="csX50" fmla="*/ 79827 w 149020"/>
              <a:gd name="csY50" fmla="*/ 10709 h 149035"/>
              <a:gd name="csX51" fmla="*/ 79827 w 149020"/>
              <a:gd name="csY51" fmla="*/ 5393 h 149035"/>
              <a:gd name="csX52" fmla="*/ 79436 w 149020"/>
              <a:gd name="csY52" fmla="*/ 3316 h 149035"/>
              <a:gd name="csX53" fmla="*/ 78262 w 149020"/>
              <a:gd name="csY53" fmla="*/ 1555 h 149035"/>
              <a:gd name="csX54" fmla="*/ 76509 w 149020"/>
              <a:gd name="csY54" fmla="*/ 388 h 149035"/>
              <a:gd name="csX55" fmla="*/ 74434 w 149020"/>
              <a:gd name="csY55" fmla="*/ 1 h 149035"/>
              <a:gd name="csX56" fmla="*/ 111727 w 149020"/>
              <a:gd name="csY56" fmla="*/ 39061 h 149035"/>
              <a:gd name="csX57" fmla="*/ 115487 w 149020"/>
              <a:gd name="csY57" fmla="*/ 40618 h 149035"/>
              <a:gd name="csX58" fmla="*/ 115487 w 149020"/>
              <a:gd name="csY58" fmla="*/ 48135 h 149035"/>
              <a:gd name="csX59" fmla="*/ 76492 w 149020"/>
              <a:gd name="csY59" fmla="*/ 87120 h 149035"/>
              <a:gd name="csX60" fmla="*/ 72732 w 149020"/>
              <a:gd name="csY60" fmla="*/ 88676 h 149035"/>
              <a:gd name="csX61" fmla="*/ 68972 w 149020"/>
              <a:gd name="csY61" fmla="*/ 87120 h 149035"/>
              <a:gd name="csX62" fmla="*/ 55021 w 149020"/>
              <a:gd name="csY62" fmla="*/ 73159 h 149035"/>
              <a:gd name="csX63" fmla="*/ 41053 w 149020"/>
              <a:gd name="csY63" fmla="*/ 87120 h 149035"/>
              <a:gd name="csX64" fmla="*/ 33533 w 149020"/>
              <a:gd name="csY64" fmla="*/ 87120 h 149035"/>
              <a:gd name="csX65" fmla="*/ 33533 w 149020"/>
              <a:gd name="csY65" fmla="*/ 79602 h 149035"/>
              <a:gd name="csX66" fmla="*/ 51261 w 149020"/>
              <a:gd name="csY66" fmla="*/ 61882 h 149035"/>
              <a:gd name="csX67" fmla="*/ 58781 w 149020"/>
              <a:gd name="csY67" fmla="*/ 61882 h 149035"/>
              <a:gd name="csX68" fmla="*/ 72732 w 149020"/>
              <a:gd name="csY68" fmla="*/ 75845 h 149035"/>
              <a:gd name="csX69" fmla="*/ 107967 w 149020"/>
              <a:gd name="csY69" fmla="*/ 40618 h 149035"/>
              <a:gd name="csX70" fmla="*/ 111727 w 149020"/>
              <a:gd name="csY70" fmla="*/ 39061 h 149035"/>
            </a:gdLst>
            <a:ahLst/>
            <a:cxnLst/>
            <a:rect l="l" t="t" r="r" b="b"/>
            <a:pathLst>
              <a:path w="100000" h="100000">
                <a:moveTo>
                  <a:pt x="49949" y="1"/>
                </a:moveTo>
                <a:cubicBezTo>
                  <a:pt x="49002" y="15"/>
                  <a:pt x="48100" y="405"/>
                  <a:pt x="47438" y="1084"/>
                </a:cubicBezTo>
                <a:cubicBezTo>
                  <a:pt x="46775" y="1761"/>
                  <a:pt x="46422" y="2674"/>
                  <a:pt x="46433" y="3619"/>
                </a:cubicBezTo>
                <a:lnTo>
                  <a:pt x="46433" y="7186"/>
                </a:lnTo>
                <a:lnTo>
                  <a:pt x="3624" y="7186"/>
                </a:lnTo>
                <a:cubicBezTo>
                  <a:pt x="3156" y="7179"/>
                  <a:pt x="2676" y="7267"/>
                  <a:pt x="2243" y="7443"/>
                </a:cubicBezTo>
                <a:cubicBezTo>
                  <a:pt x="1809" y="7619"/>
                  <a:pt x="1409" y="7881"/>
                  <a:pt x="1067" y="8213"/>
                </a:cubicBezTo>
                <a:cubicBezTo>
                  <a:pt x="736" y="8544"/>
                  <a:pt x="462" y="8940"/>
                  <a:pt x="279" y="9376"/>
                </a:cubicBezTo>
                <a:cubicBezTo>
                  <a:pt x="96" y="9812"/>
                  <a:pt x="5" y="10280"/>
                  <a:pt x="5" y="10753"/>
                </a:cubicBezTo>
                <a:cubicBezTo>
                  <a:pt x="5" y="11225"/>
                  <a:pt x="96" y="11693"/>
                  <a:pt x="279" y="12129"/>
                </a:cubicBezTo>
                <a:cubicBezTo>
                  <a:pt x="462" y="12565"/>
                  <a:pt x="736" y="12961"/>
                  <a:pt x="1067" y="13294"/>
                </a:cubicBezTo>
                <a:cubicBezTo>
                  <a:pt x="1409" y="13624"/>
                  <a:pt x="1809" y="13887"/>
                  <a:pt x="2243" y="14062"/>
                </a:cubicBezTo>
                <a:cubicBezTo>
                  <a:pt x="2676" y="14238"/>
                  <a:pt x="3156" y="14326"/>
                  <a:pt x="3624" y="14319"/>
                </a:cubicBezTo>
                <a:lnTo>
                  <a:pt x="4811" y="14319"/>
                </a:lnTo>
                <a:lnTo>
                  <a:pt x="4811" y="65446"/>
                </a:lnTo>
                <a:cubicBezTo>
                  <a:pt x="4811" y="72658"/>
                  <a:pt x="10678" y="78524"/>
                  <a:pt x="17893" y="78524"/>
                </a:cubicBezTo>
                <a:lnTo>
                  <a:pt x="32334" y="78524"/>
                </a:lnTo>
                <a:lnTo>
                  <a:pt x="24217" y="94766"/>
                </a:lnTo>
                <a:cubicBezTo>
                  <a:pt x="23989" y="95186"/>
                  <a:pt x="23852" y="95647"/>
                  <a:pt x="23818" y="96120"/>
                </a:cubicBezTo>
                <a:cubicBezTo>
                  <a:pt x="23773" y="96594"/>
                  <a:pt x="23830" y="97071"/>
                  <a:pt x="23967" y="97524"/>
                </a:cubicBezTo>
                <a:cubicBezTo>
                  <a:pt x="24115" y="97977"/>
                  <a:pt x="24355" y="98396"/>
                  <a:pt x="24663" y="98757"/>
                </a:cubicBezTo>
                <a:cubicBezTo>
                  <a:pt x="24971" y="99118"/>
                  <a:pt x="25348" y="99413"/>
                  <a:pt x="25770" y="99626"/>
                </a:cubicBezTo>
                <a:cubicBezTo>
                  <a:pt x="26204" y="99838"/>
                  <a:pt x="26661" y="99963"/>
                  <a:pt x="27140" y="99993"/>
                </a:cubicBezTo>
                <a:cubicBezTo>
                  <a:pt x="27609" y="100024"/>
                  <a:pt x="28088" y="99960"/>
                  <a:pt x="28533" y="99803"/>
                </a:cubicBezTo>
                <a:cubicBezTo>
                  <a:pt x="28989" y="99648"/>
                  <a:pt x="29401" y="99404"/>
                  <a:pt x="29754" y="99085"/>
                </a:cubicBezTo>
                <a:cubicBezTo>
                  <a:pt x="30108" y="98767"/>
                  <a:pt x="30394" y="98382"/>
                  <a:pt x="30599" y="97952"/>
                </a:cubicBezTo>
                <a:lnTo>
                  <a:pt x="40314" y="78524"/>
                </a:lnTo>
                <a:lnTo>
                  <a:pt x="59686" y="78524"/>
                </a:lnTo>
                <a:lnTo>
                  <a:pt x="69401" y="97952"/>
                </a:lnTo>
                <a:cubicBezTo>
                  <a:pt x="69607" y="98382"/>
                  <a:pt x="69892" y="98767"/>
                  <a:pt x="70246" y="99085"/>
                </a:cubicBezTo>
                <a:cubicBezTo>
                  <a:pt x="70600" y="99404"/>
                  <a:pt x="71011" y="99648"/>
                  <a:pt x="71456" y="99803"/>
                </a:cubicBezTo>
                <a:cubicBezTo>
                  <a:pt x="71912" y="99960"/>
                  <a:pt x="72381" y="100024"/>
                  <a:pt x="72860" y="99993"/>
                </a:cubicBezTo>
                <a:cubicBezTo>
                  <a:pt x="73339" y="99963"/>
                  <a:pt x="73796" y="99838"/>
                  <a:pt x="74218" y="99626"/>
                </a:cubicBezTo>
                <a:cubicBezTo>
                  <a:pt x="74653" y="99413"/>
                  <a:pt x="75029" y="99118"/>
                  <a:pt x="75337" y="98757"/>
                </a:cubicBezTo>
                <a:cubicBezTo>
                  <a:pt x="75646" y="98396"/>
                  <a:pt x="75885" y="97977"/>
                  <a:pt x="76022" y="97524"/>
                </a:cubicBezTo>
                <a:cubicBezTo>
                  <a:pt x="76170" y="97071"/>
                  <a:pt x="76228" y="96594"/>
                  <a:pt x="76182" y="96120"/>
                </a:cubicBezTo>
                <a:cubicBezTo>
                  <a:pt x="76148" y="95647"/>
                  <a:pt x="76011" y="95186"/>
                  <a:pt x="75783" y="94766"/>
                </a:cubicBezTo>
                <a:lnTo>
                  <a:pt x="67654" y="78524"/>
                </a:lnTo>
                <a:lnTo>
                  <a:pt x="82107" y="78524"/>
                </a:lnTo>
                <a:cubicBezTo>
                  <a:pt x="89322" y="78524"/>
                  <a:pt x="95189" y="72658"/>
                  <a:pt x="95189" y="65446"/>
                </a:cubicBezTo>
                <a:lnTo>
                  <a:pt x="95189" y="14319"/>
                </a:lnTo>
                <a:lnTo>
                  <a:pt x="96376" y="14319"/>
                </a:lnTo>
                <a:cubicBezTo>
                  <a:pt x="96845" y="14326"/>
                  <a:pt x="97312" y="14238"/>
                  <a:pt x="97758" y="14062"/>
                </a:cubicBezTo>
                <a:cubicBezTo>
                  <a:pt x="98191" y="13887"/>
                  <a:pt x="98591" y="13624"/>
                  <a:pt x="98933" y="13294"/>
                </a:cubicBezTo>
                <a:cubicBezTo>
                  <a:pt x="99265" y="12961"/>
                  <a:pt x="99539" y="12565"/>
                  <a:pt x="99721" y="12129"/>
                </a:cubicBezTo>
                <a:cubicBezTo>
                  <a:pt x="99904" y="11693"/>
                  <a:pt x="99995" y="11225"/>
                  <a:pt x="99995" y="10753"/>
                </a:cubicBezTo>
                <a:cubicBezTo>
                  <a:pt x="99995" y="10280"/>
                  <a:pt x="99904" y="9812"/>
                  <a:pt x="99721" y="9376"/>
                </a:cubicBezTo>
                <a:cubicBezTo>
                  <a:pt x="99539" y="8940"/>
                  <a:pt x="99265" y="8544"/>
                  <a:pt x="98933" y="8213"/>
                </a:cubicBezTo>
                <a:cubicBezTo>
                  <a:pt x="98591" y="7881"/>
                  <a:pt x="98191" y="7619"/>
                  <a:pt x="97758" y="7443"/>
                </a:cubicBezTo>
                <a:cubicBezTo>
                  <a:pt x="97312" y="7267"/>
                  <a:pt x="96845" y="7179"/>
                  <a:pt x="96376" y="7186"/>
                </a:cubicBezTo>
                <a:lnTo>
                  <a:pt x="53568" y="7186"/>
                </a:lnTo>
                <a:lnTo>
                  <a:pt x="53568" y="3619"/>
                </a:lnTo>
                <a:cubicBezTo>
                  <a:pt x="53579" y="3142"/>
                  <a:pt x="53488" y="2668"/>
                  <a:pt x="53305" y="2225"/>
                </a:cubicBezTo>
                <a:cubicBezTo>
                  <a:pt x="53122" y="1783"/>
                  <a:pt x="52860" y="1382"/>
                  <a:pt x="52518" y="1043"/>
                </a:cubicBezTo>
                <a:cubicBezTo>
                  <a:pt x="52186" y="706"/>
                  <a:pt x="51775" y="439"/>
                  <a:pt x="51341" y="260"/>
                </a:cubicBezTo>
                <a:cubicBezTo>
                  <a:pt x="50896" y="81"/>
                  <a:pt x="50417" y="-7"/>
                  <a:pt x="49949" y="1"/>
                </a:cubicBezTo>
                <a:close/>
                <a:moveTo>
                  <a:pt x="74972" y="26209"/>
                </a:moveTo>
                <a:cubicBezTo>
                  <a:pt x="75885" y="26209"/>
                  <a:pt x="76798" y="26558"/>
                  <a:pt x="77495" y="27254"/>
                </a:cubicBezTo>
                <a:cubicBezTo>
                  <a:pt x="78888" y="28648"/>
                  <a:pt x="78888" y="30904"/>
                  <a:pt x="77495" y="32298"/>
                </a:cubicBezTo>
                <a:lnTo>
                  <a:pt x="51330" y="58456"/>
                </a:lnTo>
                <a:cubicBezTo>
                  <a:pt x="50633" y="59152"/>
                  <a:pt x="49720" y="59500"/>
                  <a:pt x="48807" y="59500"/>
                </a:cubicBezTo>
                <a:cubicBezTo>
                  <a:pt x="47894" y="59500"/>
                  <a:pt x="46981" y="59152"/>
                  <a:pt x="46284" y="58456"/>
                </a:cubicBezTo>
                <a:lnTo>
                  <a:pt x="36923" y="49088"/>
                </a:lnTo>
                <a:lnTo>
                  <a:pt x="27551" y="58456"/>
                </a:lnTo>
                <a:cubicBezTo>
                  <a:pt x="26159" y="59850"/>
                  <a:pt x="23898" y="59850"/>
                  <a:pt x="22505" y="58456"/>
                </a:cubicBezTo>
                <a:cubicBezTo>
                  <a:pt x="21113" y="57064"/>
                  <a:pt x="21113" y="54803"/>
                  <a:pt x="22505" y="53412"/>
                </a:cubicBezTo>
                <a:lnTo>
                  <a:pt x="34400" y="41522"/>
                </a:lnTo>
                <a:cubicBezTo>
                  <a:pt x="35793" y="40128"/>
                  <a:pt x="38042" y="40128"/>
                  <a:pt x="39446" y="41522"/>
                </a:cubicBezTo>
                <a:lnTo>
                  <a:pt x="48807" y="50891"/>
                </a:lnTo>
                <a:lnTo>
                  <a:pt x="72449" y="27254"/>
                </a:lnTo>
                <a:cubicBezTo>
                  <a:pt x="73146" y="26558"/>
                  <a:pt x="74059" y="26209"/>
                  <a:pt x="74972" y="2620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2" name="Белый — SVG 62">
            <a:extLst>
              <a:ext uri="{FF2B5EF4-FFF2-40B4-BE49-F238E27FC236}">
                <a16:creationId xmlns:a16="http://schemas.microsoft.com/office/drawing/2014/main" id="{E9777E50-04C2-3D43-B5D1-5CB325A9BEFD}"/>
              </a:ext>
            </a:extLst>
          </p:cNvPr>
          <p:cNvSpPr>
            <a:spLocks noGrp="1"/>
          </p:cNvSpPr>
          <p:nvPr/>
        </p:nvSpPr>
        <p:spPr>
          <a:xfrm>
            <a:off x="4620000" y="5530000"/>
            <a:ext cx="220000" cy="220000"/>
          </a:xfrm>
          <a:custGeom>
            <a:avLst/>
            <a:gdLst>
              <a:gd name="csX0" fmla="*/ 15950 w 134686"/>
              <a:gd name="csY0" fmla="*/ 0 h 148847"/>
              <a:gd name="csX1" fmla="*/ 0 w 134686"/>
              <a:gd name="csY1" fmla="*/ 15948 h 148847"/>
              <a:gd name="csX2" fmla="*/ 0 w 134686"/>
              <a:gd name="csY2" fmla="*/ 125811 h 148847"/>
              <a:gd name="csX3" fmla="*/ 15950 w 134686"/>
              <a:gd name="csY3" fmla="*/ 141759 h 148847"/>
              <a:gd name="csX4" fmla="*/ 88611 w 134686"/>
              <a:gd name="csY4" fmla="*/ 141759 h 148847"/>
              <a:gd name="csX5" fmla="*/ 88611 w 134686"/>
              <a:gd name="csY5" fmla="*/ 141579 h 148847"/>
              <a:gd name="csX6" fmla="*/ 56711 w 134686"/>
              <a:gd name="csY6" fmla="*/ 106319 h 148847"/>
              <a:gd name="csX7" fmla="*/ 92157 w 134686"/>
              <a:gd name="csY7" fmla="*/ 70880 h 148847"/>
              <a:gd name="csX8" fmla="*/ 113423 w 134686"/>
              <a:gd name="csY8" fmla="*/ 78037 h 148847"/>
              <a:gd name="csX9" fmla="*/ 113423 w 134686"/>
              <a:gd name="csY9" fmla="*/ 56704 h 148847"/>
              <a:gd name="csX10" fmla="*/ 72661 w 134686"/>
              <a:gd name="csY10" fmla="*/ 56704 h 148847"/>
              <a:gd name="csX11" fmla="*/ 56711 w 134686"/>
              <a:gd name="csY11" fmla="*/ 40756 h 148847"/>
              <a:gd name="csX12" fmla="*/ 56711 w 134686"/>
              <a:gd name="csY12" fmla="*/ 0 h 148847"/>
              <a:gd name="csX13" fmla="*/ 15950 w 134686"/>
              <a:gd name="csY13" fmla="*/ 0 h 148847"/>
              <a:gd name="csX14" fmla="*/ 67344 w 134686"/>
              <a:gd name="csY14" fmla="*/ 3115 h 148847"/>
              <a:gd name="csX15" fmla="*/ 67344 w 134686"/>
              <a:gd name="csY15" fmla="*/ 40756 h 148847"/>
              <a:gd name="csX16" fmla="*/ 72661 w 134686"/>
              <a:gd name="csY16" fmla="*/ 46072 h 148847"/>
              <a:gd name="csX17" fmla="*/ 110308 w 134686"/>
              <a:gd name="csY17" fmla="*/ 46072 h 148847"/>
              <a:gd name="csX18" fmla="*/ 67344 w 134686"/>
              <a:gd name="csY18" fmla="*/ 3115 h 148847"/>
              <a:gd name="csX19" fmla="*/ 92157 w 134686"/>
              <a:gd name="csY19" fmla="*/ 77968 h 148847"/>
              <a:gd name="csX20" fmla="*/ 63800 w 134686"/>
              <a:gd name="csY20" fmla="*/ 106319 h 148847"/>
              <a:gd name="csX21" fmla="*/ 92157 w 134686"/>
              <a:gd name="csY21" fmla="*/ 134671 h 148847"/>
              <a:gd name="csX22" fmla="*/ 108078 w 134686"/>
              <a:gd name="csY22" fmla="*/ 129757 h 148847"/>
              <a:gd name="csX23" fmla="*/ 125613 w 134686"/>
              <a:gd name="csY23" fmla="*/ 147290 h 148847"/>
              <a:gd name="csX24" fmla="*/ 129373 w 134686"/>
              <a:gd name="csY24" fmla="*/ 148847 h 148847"/>
              <a:gd name="csX25" fmla="*/ 133130 w 134686"/>
              <a:gd name="csY25" fmla="*/ 147290 h 148847"/>
              <a:gd name="csX26" fmla="*/ 133130 w 134686"/>
              <a:gd name="csY26" fmla="*/ 139773 h 148847"/>
              <a:gd name="csX27" fmla="*/ 115603 w 134686"/>
              <a:gd name="csY27" fmla="*/ 122240 h 148847"/>
              <a:gd name="csX28" fmla="*/ 120511 w 134686"/>
              <a:gd name="csY28" fmla="*/ 106319 h 148847"/>
              <a:gd name="csX29" fmla="*/ 92157 w 134686"/>
              <a:gd name="csY29" fmla="*/ 77968 h 148847"/>
              <a:gd name="csX30" fmla="*/ 92157 w 134686"/>
              <a:gd name="csY30" fmla="*/ 88599 h 148847"/>
              <a:gd name="csX31" fmla="*/ 109878 w 134686"/>
              <a:gd name="csY31" fmla="*/ 106319 h 148847"/>
              <a:gd name="csX32" fmla="*/ 92157 w 134686"/>
              <a:gd name="csY32" fmla="*/ 124039 h 148847"/>
              <a:gd name="csX33" fmla="*/ 74434 w 134686"/>
              <a:gd name="csY33" fmla="*/ 106319 h 148847"/>
              <a:gd name="csX34" fmla="*/ 92157 w 134686"/>
              <a:gd name="csY34" fmla="*/ 88599 h 148847"/>
            </a:gdLst>
            <a:ahLst/>
            <a:cxnLst/>
            <a:rect l="l" t="t" r="r" b="b"/>
            <a:pathLst>
              <a:path w="100000" h="100000">
                <a:moveTo>
                  <a:pt x="15473" y="0"/>
                </a:moveTo>
                <a:cubicBezTo>
                  <a:pt x="9565" y="0"/>
                  <a:pt x="4757" y="4807"/>
                  <a:pt x="4757" y="10714"/>
                </a:cubicBezTo>
                <a:lnTo>
                  <a:pt x="4757" y="84524"/>
                </a:lnTo>
                <a:cubicBezTo>
                  <a:pt x="4757" y="90431"/>
                  <a:pt x="9565" y="95238"/>
                  <a:pt x="15473" y="95238"/>
                </a:cubicBezTo>
                <a:lnTo>
                  <a:pt x="64288" y="95238"/>
                </a:lnTo>
                <a:lnTo>
                  <a:pt x="64288" y="95117"/>
                </a:lnTo>
                <a:cubicBezTo>
                  <a:pt x="52273" y="93920"/>
                  <a:pt x="42857" y="83752"/>
                  <a:pt x="42857" y="71428"/>
                </a:cubicBezTo>
                <a:cubicBezTo>
                  <a:pt x="42857" y="58300"/>
                  <a:pt x="53540" y="47619"/>
                  <a:pt x="66671" y="47619"/>
                </a:cubicBezTo>
                <a:cubicBezTo>
                  <a:pt x="72035" y="47619"/>
                  <a:pt x="76971" y="49425"/>
                  <a:pt x="80958" y="52428"/>
                </a:cubicBezTo>
                <a:lnTo>
                  <a:pt x="80958" y="38095"/>
                </a:lnTo>
                <a:lnTo>
                  <a:pt x="53573" y="38095"/>
                </a:lnTo>
                <a:cubicBezTo>
                  <a:pt x="47665" y="38095"/>
                  <a:pt x="42857" y="33288"/>
                  <a:pt x="42857" y="27381"/>
                </a:cubicBezTo>
                <a:lnTo>
                  <a:pt x="42857" y="0"/>
                </a:lnTo>
                <a:lnTo>
                  <a:pt x="15473" y="0"/>
                </a:lnTo>
                <a:close/>
                <a:moveTo>
                  <a:pt x="50001" y="2093"/>
                </a:moveTo>
                <a:lnTo>
                  <a:pt x="50001" y="27381"/>
                </a:lnTo>
                <a:cubicBezTo>
                  <a:pt x="50001" y="29350"/>
                  <a:pt x="51603" y="30953"/>
                  <a:pt x="53573" y="30953"/>
                </a:cubicBezTo>
                <a:lnTo>
                  <a:pt x="78865" y="30953"/>
                </a:lnTo>
                <a:lnTo>
                  <a:pt x="50001" y="2093"/>
                </a:lnTo>
                <a:close/>
                <a:moveTo>
                  <a:pt x="66671" y="52381"/>
                </a:moveTo>
                <a:cubicBezTo>
                  <a:pt x="56166" y="52381"/>
                  <a:pt x="47620" y="60926"/>
                  <a:pt x="47620" y="71428"/>
                </a:cubicBezTo>
                <a:cubicBezTo>
                  <a:pt x="47620" y="81931"/>
                  <a:pt x="56166" y="90476"/>
                  <a:pt x="66671" y="90476"/>
                </a:cubicBezTo>
                <a:cubicBezTo>
                  <a:pt x="70635" y="90476"/>
                  <a:pt x="74315" y="89255"/>
                  <a:pt x="77367" y="87175"/>
                </a:cubicBezTo>
                <a:lnTo>
                  <a:pt x="89148" y="98954"/>
                </a:lnTo>
                <a:cubicBezTo>
                  <a:pt x="89846" y="99654"/>
                  <a:pt x="90759" y="100000"/>
                  <a:pt x="91674" y="100000"/>
                </a:cubicBezTo>
                <a:cubicBezTo>
                  <a:pt x="92588" y="100000"/>
                  <a:pt x="93502" y="99651"/>
                  <a:pt x="94198" y="98954"/>
                </a:cubicBezTo>
                <a:cubicBezTo>
                  <a:pt x="95592" y="97559"/>
                  <a:pt x="95592" y="95299"/>
                  <a:pt x="94198" y="93904"/>
                </a:cubicBezTo>
                <a:lnTo>
                  <a:pt x="82423" y="82125"/>
                </a:lnTo>
                <a:cubicBezTo>
                  <a:pt x="84502" y="79072"/>
                  <a:pt x="85720" y="75393"/>
                  <a:pt x="85720" y="71428"/>
                </a:cubicBezTo>
                <a:cubicBezTo>
                  <a:pt x="85720" y="60926"/>
                  <a:pt x="77174" y="52381"/>
                  <a:pt x="66671" y="52381"/>
                </a:cubicBezTo>
                <a:close/>
                <a:moveTo>
                  <a:pt x="66671" y="59524"/>
                </a:moveTo>
                <a:cubicBezTo>
                  <a:pt x="73235" y="59524"/>
                  <a:pt x="78576" y="64865"/>
                  <a:pt x="78576" y="71428"/>
                </a:cubicBezTo>
                <a:cubicBezTo>
                  <a:pt x="78576" y="77993"/>
                  <a:pt x="73235" y="83333"/>
                  <a:pt x="66671" y="83333"/>
                </a:cubicBezTo>
                <a:cubicBezTo>
                  <a:pt x="60105" y="83333"/>
                  <a:pt x="54764" y="77993"/>
                  <a:pt x="54764" y="71428"/>
                </a:cubicBezTo>
                <a:cubicBezTo>
                  <a:pt x="54764" y="64865"/>
                  <a:pt x="60105" y="59524"/>
                  <a:pt x="66671" y="5952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3" name="Белый — SVG 63">
            <a:extLst>
              <a:ext uri="{FF2B5EF4-FFF2-40B4-BE49-F238E27FC236}">
                <a16:creationId xmlns:a16="http://schemas.microsoft.com/office/drawing/2014/main" id="{5662DAC4-F3C6-7648-A997-2F99A627356E}"/>
              </a:ext>
            </a:extLst>
          </p:cNvPr>
          <p:cNvSpPr>
            <a:spLocks noGrp="1"/>
          </p:cNvSpPr>
          <p:nvPr/>
        </p:nvSpPr>
        <p:spPr>
          <a:xfrm>
            <a:off x="5220000" y="5530000"/>
            <a:ext cx="220000" cy="220000"/>
          </a:xfrm>
          <a:custGeom>
            <a:avLst/>
            <a:gdLst>
              <a:gd name="csX0" fmla="*/ 15942 w 131139"/>
              <a:gd name="csY0" fmla="*/ 0 h 148848"/>
              <a:gd name="csX1" fmla="*/ 0 w 131139"/>
              <a:gd name="csY1" fmla="*/ 15948 h 148848"/>
              <a:gd name="csX2" fmla="*/ 0 w 131139"/>
              <a:gd name="csY2" fmla="*/ 125811 h 148848"/>
              <a:gd name="csX3" fmla="*/ 15942 w 131139"/>
              <a:gd name="csY3" fmla="*/ 141759 h 148848"/>
              <a:gd name="csX4" fmla="*/ 85067 w 131139"/>
              <a:gd name="csY4" fmla="*/ 141759 h 148848"/>
              <a:gd name="csX5" fmla="*/ 85067 w 131139"/>
              <a:gd name="csY5" fmla="*/ 133571 h 148848"/>
              <a:gd name="csX6" fmla="*/ 74434 w 131139"/>
              <a:gd name="csY6" fmla="*/ 109863 h 148848"/>
              <a:gd name="csX7" fmla="*/ 106334 w 131139"/>
              <a:gd name="csY7" fmla="*/ 77968 h 148848"/>
              <a:gd name="csX8" fmla="*/ 113428 w 131139"/>
              <a:gd name="csY8" fmla="*/ 78791 h 148848"/>
              <a:gd name="csX9" fmla="*/ 113428 w 131139"/>
              <a:gd name="csY9" fmla="*/ 56704 h 148848"/>
              <a:gd name="csX10" fmla="*/ 72664 w 131139"/>
              <a:gd name="csY10" fmla="*/ 56704 h 148848"/>
              <a:gd name="csX11" fmla="*/ 56706 w 131139"/>
              <a:gd name="csY11" fmla="*/ 40756 h 148848"/>
              <a:gd name="csX12" fmla="*/ 56706 w 131139"/>
              <a:gd name="csY12" fmla="*/ 0 h 148848"/>
              <a:gd name="csX13" fmla="*/ 15942 w 131139"/>
              <a:gd name="csY13" fmla="*/ 0 h 148848"/>
              <a:gd name="csX14" fmla="*/ 67339 w 131139"/>
              <a:gd name="csY14" fmla="*/ 3115 h 148848"/>
              <a:gd name="csX15" fmla="*/ 67339 w 131139"/>
              <a:gd name="csY15" fmla="*/ 40756 h 148848"/>
              <a:gd name="csX16" fmla="*/ 72664 w 131139"/>
              <a:gd name="csY16" fmla="*/ 46072 h 148848"/>
              <a:gd name="csX17" fmla="*/ 110315 w 131139"/>
              <a:gd name="csY17" fmla="*/ 46072 h 148848"/>
              <a:gd name="csX18" fmla="*/ 67339 w 131139"/>
              <a:gd name="csY18" fmla="*/ 3115 h 148848"/>
              <a:gd name="csX19" fmla="*/ 30131 w 131139"/>
              <a:gd name="csY19" fmla="*/ 74424 h 148848"/>
              <a:gd name="csX20" fmla="*/ 76203 w 131139"/>
              <a:gd name="csY20" fmla="*/ 74424 h 148848"/>
              <a:gd name="csX21" fmla="*/ 81528 w 131139"/>
              <a:gd name="csY21" fmla="*/ 79740 h 148848"/>
              <a:gd name="csX22" fmla="*/ 76203 w 131139"/>
              <a:gd name="csY22" fmla="*/ 85056 h 148848"/>
              <a:gd name="csX23" fmla="*/ 30131 w 131139"/>
              <a:gd name="csY23" fmla="*/ 85056 h 148848"/>
              <a:gd name="csX24" fmla="*/ 24806 w 131139"/>
              <a:gd name="csY24" fmla="*/ 79740 h 148848"/>
              <a:gd name="csX25" fmla="*/ 30131 w 131139"/>
              <a:gd name="csY25" fmla="*/ 74424 h 148848"/>
              <a:gd name="csX26" fmla="*/ 106334 w 131139"/>
              <a:gd name="csY26" fmla="*/ 85056 h 148848"/>
              <a:gd name="csX27" fmla="*/ 81528 w 131139"/>
              <a:gd name="csY27" fmla="*/ 109863 h 148848"/>
              <a:gd name="csX28" fmla="*/ 92162 w 131139"/>
              <a:gd name="csY28" fmla="*/ 130172 h 148848"/>
              <a:gd name="csX29" fmla="*/ 92162 w 131139"/>
              <a:gd name="csY29" fmla="*/ 143531 h 148848"/>
              <a:gd name="csX30" fmla="*/ 94799 w 131139"/>
              <a:gd name="csY30" fmla="*/ 148127 h 148848"/>
              <a:gd name="csX31" fmla="*/ 100107 w 131139"/>
              <a:gd name="csY31" fmla="*/ 148148 h 148848"/>
              <a:gd name="csX32" fmla="*/ 106334 w 131139"/>
              <a:gd name="csY32" fmla="*/ 144590 h 148848"/>
              <a:gd name="csX33" fmla="*/ 112561 w 131139"/>
              <a:gd name="csY33" fmla="*/ 148148 h 148848"/>
              <a:gd name="csX34" fmla="*/ 115198 w 131139"/>
              <a:gd name="csY34" fmla="*/ 148847 h 148848"/>
              <a:gd name="csX35" fmla="*/ 117869 w 131139"/>
              <a:gd name="csY35" fmla="*/ 148127 h 148848"/>
              <a:gd name="csX36" fmla="*/ 120506 w 131139"/>
              <a:gd name="csY36" fmla="*/ 143531 h 148848"/>
              <a:gd name="csX37" fmla="*/ 120506 w 131139"/>
              <a:gd name="csY37" fmla="*/ 130172 h 148848"/>
              <a:gd name="csX38" fmla="*/ 131139 w 131139"/>
              <a:gd name="csY38" fmla="*/ 109863 h 148848"/>
              <a:gd name="csX39" fmla="*/ 106334 w 131139"/>
              <a:gd name="csY39" fmla="*/ 85056 h 148848"/>
              <a:gd name="csX40" fmla="*/ 106334 w 131139"/>
              <a:gd name="csY40" fmla="*/ 95687 h 148848"/>
              <a:gd name="csX41" fmla="*/ 120506 w 131139"/>
              <a:gd name="csY41" fmla="*/ 109863 h 148848"/>
              <a:gd name="csX42" fmla="*/ 106334 w 131139"/>
              <a:gd name="csY42" fmla="*/ 124039 h 148848"/>
              <a:gd name="csX43" fmla="*/ 92162 w 131139"/>
              <a:gd name="csY43" fmla="*/ 109863 h 148848"/>
              <a:gd name="csX44" fmla="*/ 106334 w 131139"/>
              <a:gd name="csY44" fmla="*/ 95687 h 148848"/>
              <a:gd name="csX45" fmla="*/ 30131 w 131139"/>
              <a:gd name="csY45" fmla="*/ 99231 h 148848"/>
              <a:gd name="csX46" fmla="*/ 62031 w 131139"/>
              <a:gd name="csY46" fmla="*/ 99231 h 148848"/>
              <a:gd name="csX47" fmla="*/ 67339 w 131139"/>
              <a:gd name="csY47" fmla="*/ 104547 h 148848"/>
              <a:gd name="csX48" fmla="*/ 62031 w 131139"/>
              <a:gd name="csY48" fmla="*/ 109863 h 148848"/>
              <a:gd name="csX49" fmla="*/ 30131 w 131139"/>
              <a:gd name="csY49" fmla="*/ 109863 h 148848"/>
              <a:gd name="csX50" fmla="*/ 24806 w 131139"/>
              <a:gd name="csY50" fmla="*/ 104547 h 148848"/>
              <a:gd name="csX51" fmla="*/ 30131 w 131139"/>
              <a:gd name="csY51" fmla="*/ 99231 h 148848"/>
            </a:gdLst>
            <a:ahLst/>
            <a:cxnLst/>
            <a:rect l="l" t="t" r="r" b="b"/>
            <a:pathLst>
              <a:path w="100000" h="100000">
                <a:moveTo>
                  <a:pt x="16659" y="0"/>
                </a:moveTo>
                <a:cubicBezTo>
                  <a:pt x="10761" y="0"/>
                  <a:pt x="5949" y="4807"/>
                  <a:pt x="5949" y="10714"/>
                </a:cubicBezTo>
                <a:lnTo>
                  <a:pt x="5949" y="84523"/>
                </a:lnTo>
                <a:cubicBezTo>
                  <a:pt x="5949" y="90431"/>
                  <a:pt x="10761" y="95237"/>
                  <a:pt x="16659" y="95237"/>
                </a:cubicBezTo>
                <a:lnTo>
                  <a:pt x="63099" y="95237"/>
                </a:lnTo>
                <a:lnTo>
                  <a:pt x="63099" y="89737"/>
                </a:lnTo>
                <a:cubicBezTo>
                  <a:pt x="58721" y="85810"/>
                  <a:pt x="55955" y="80133"/>
                  <a:pt x="55955" y="73809"/>
                </a:cubicBezTo>
                <a:cubicBezTo>
                  <a:pt x="55955" y="61995"/>
                  <a:pt x="65568" y="52381"/>
                  <a:pt x="77387" y="52381"/>
                </a:cubicBezTo>
                <a:cubicBezTo>
                  <a:pt x="79021" y="52381"/>
                  <a:pt x="80610" y="52584"/>
                  <a:pt x="82153" y="52934"/>
                </a:cubicBezTo>
                <a:lnTo>
                  <a:pt x="82153" y="38095"/>
                </a:lnTo>
                <a:lnTo>
                  <a:pt x="54766" y="38095"/>
                </a:lnTo>
                <a:cubicBezTo>
                  <a:pt x="48857" y="38095"/>
                  <a:pt x="44045" y="33288"/>
                  <a:pt x="44045" y="27381"/>
                </a:cubicBezTo>
                <a:lnTo>
                  <a:pt x="44045" y="0"/>
                </a:lnTo>
                <a:lnTo>
                  <a:pt x="16659" y="0"/>
                </a:lnTo>
                <a:close/>
                <a:moveTo>
                  <a:pt x="51189" y="2093"/>
                </a:moveTo>
                <a:lnTo>
                  <a:pt x="51189" y="27381"/>
                </a:lnTo>
                <a:cubicBezTo>
                  <a:pt x="51189" y="29350"/>
                  <a:pt x="52801" y="30952"/>
                  <a:pt x="54766" y="30952"/>
                </a:cubicBezTo>
                <a:lnTo>
                  <a:pt x="80061" y="30952"/>
                </a:lnTo>
                <a:lnTo>
                  <a:pt x="51189" y="2093"/>
                </a:lnTo>
                <a:close/>
                <a:moveTo>
                  <a:pt x="26191" y="50000"/>
                </a:moveTo>
                <a:lnTo>
                  <a:pt x="57144" y="50000"/>
                </a:lnTo>
                <a:cubicBezTo>
                  <a:pt x="59121" y="50000"/>
                  <a:pt x="60721" y="51598"/>
                  <a:pt x="60721" y="53571"/>
                </a:cubicBezTo>
                <a:cubicBezTo>
                  <a:pt x="60721" y="55545"/>
                  <a:pt x="59121" y="57143"/>
                  <a:pt x="57144" y="57143"/>
                </a:cubicBezTo>
                <a:lnTo>
                  <a:pt x="26191" y="57143"/>
                </a:lnTo>
                <a:cubicBezTo>
                  <a:pt x="24214" y="57143"/>
                  <a:pt x="22614" y="55545"/>
                  <a:pt x="22614" y="53571"/>
                </a:cubicBezTo>
                <a:cubicBezTo>
                  <a:pt x="22614" y="51598"/>
                  <a:pt x="24214" y="50000"/>
                  <a:pt x="26191" y="50000"/>
                </a:cubicBezTo>
                <a:close/>
                <a:moveTo>
                  <a:pt x="77387" y="57143"/>
                </a:moveTo>
                <a:cubicBezTo>
                  <a:pt x="68220" y="57143"/>
                  <a:pt x="60721" y="64646"/>
                  <a:pt x="60721" y="73809"/>
                </a:cubicBezTo>
                <a:cubicBezTo>
                  <a:pt x="60721" y="79436"/>
                  <a:pt x="63556" y="84431"/>
                  <a:pt x="67866" y="87453"/>
                </a:cubicBezTo>
                <a:lnTo>
                  <a:pt x="67866" y="96428"/>
                </a:lnTo>
                <a:cubicBezTo>
                  <a:pt x="67866" y="97702"/>
                  <a:pt x="68539" y="98878"/>
                  <a:pt x="69637" y="99516"/>
                </a:cubicBezTo>
                <a:cubicBezTo>
                  <a:pt x="70746" y="100157"/>
                  <a:pt x="72105" y="100163"/>
                  <a:pt x="73203" y="99530"/>
                </a:cubicBezTo>
                <a:lnTo>
                  <a:pt x="77387" y="97139"/>
                </a:lnTo>
                <a:lnTo>
                  <a:pt x="81570" y="99530"/>
                </a:lnTo>
                <a:cubicBezTo>
                  <a:pt x="82118" y="99844"/>
                  <a:pt x="82724" y="99999"/>
                  <a:pt x="83342" y="99999"/>
                </a:cubicBezTo>
                <a:cubicBezTo>
                  <a:pt x="83959" y="99999"/>
                  <a:pt x="84576" y="99839"/>
                  <a:pt x="85136" y="99516"/>
                </a:cubicBezTo>
                <a:cubicBezTo>
                  <a:pt x="86233" y="98878"/>
                  <a:pt x="86908" y="97702"/>
                  <a:pt x="86908" y="96428"/>
                </a:cubicBezTo>
                <a:lnTo>
                  <a:pt x="86908" y="87453"/>
                </a:lnTo>
                <a:cubicBezTo>
                  <a:pt x="91217" y="84431"/>
                  <a:pt x="94051" y="79436"/>
                  <a:pt x="94051" y="73809"/>
                </a:cubicBezTo>
                <a:cubicBezTo>
                  <a:pt x="94051" y="64646"/>
                  <a:pt x="86554" y="57143"/>
                  <a:pt x="77387" y="57143"/>
                </a:cubicBezTo>
                <a:close/>
                <a:moveTo>
                  <a:pt x="77387" y="64285"/>
                </a:moveTo>
                <a:cubicBezTo>
                  <a:pt x="82690" y="64285"/>
                  <a:pt x="86908" y="68507"/>
                  <a:pt x="86908" y="73809"/>
                </a:cubicBezTo>
                <a:cubicBezTo>
                  <a:pt x="86908" y="79111"/>
                  <a:pt x="82690" y="83333"/>
                  <a:pt x="77387" y="83333"/>
                </a:cubicBezTo>
                <a:cubicBezTo>
                  <a:pt x="72083" y="83333"/>
                  <a:pt x="67866" y="79111"/>
                  <a:pt x="67866" y="73809"/>
                </a:cubicBezTo>
                <a:cubicBezTo>
                  <a:pt x="67866" y="68507"/>
                  <a:pt x="72083" y="64285"/>
                  <a:pt x="77387" y="64285"/>
                </a:cubicBezTo>
                <a:close/>
                <a:moveTo>
                  <a:pt x="26191" y="66666"/>
                </a:moveTo>
                <a:lnTo>
                  <a:pt x="47623" y="66666"/>
                </a:lnTo>
                <a:cubicBezTo>
                  <a:pt x="49600" y="66666"/>
                  <a:pt x="51189" y="68264"/>
                  <a:pt x="51189" y="70237"/>
                </a:cubicBezTo>
                <a:cubicBezTo>
                  <a:pt x="51189" y="72211"/>
                  <a:pt x="49600" y="73809"/>
                  <a:pt x="47623" y="73809"/>
                </a:cubicBezTo>
                <a:lnTo>
                  <a:pt x="26191" y="73809"/>
                </a:lnTo>
                <a:cubicBezTo>
                  <a:pt x="24214" y="73809"/>
                  <a:pt x="22614" y="72211"/>
                  <a:pt x="22614" y="70237"/>
                </a:cubicBezTo>
                <a:cubicBezTo>
                  <a:pt x="22614" y="68264"/>
                  <a:pt x="24214" y="66666"/>
                  <a:pt x="26191" y="6666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4" name="Белый — SVG 64">
            <a:extLst>
              <a:ext uri="{FF2B5EF4-FFF2-40B4-BE49-F238E27FC236}">
                <a16:creationId xmlns:a16="http://schemas.microsoft.com/office/drawing/2014/main" id="{A2795786-F277-8841-BE56-093E0A729252}"/>
              </a:ext>
            </a:extLst>
          </p:cNvPr>
          <p:cNvSpPr>
            <a:spLocks noGrp="1"/>
          </p:cNvSpPr>
          <p:nvPr/>
        </p:nvSpPr>
        <p:spPr>
          <a:xfrm>
            <a:off x="5820000" y="5530000"/>
            <a:ext cx="220000" cy="220000"/>
          </a:xfrm>
          <a:custGeom>
            <a:avLst/>
            <a:gdLst>
              <a:gd name="csX0" fmla="*/ 77736 w 155518"/>
              <a:gd name="csY0" fmla="*/ 0 h 148847"/>
              <a:gd name="csX1" fmla="*/ 71271 w 155518"/>
              <a:gd name="csY1" fmla="*/ 2201 h 148847"/>
              <a:gd name="csX2" fmla="*/ 67477 w 155518"/>
              <a:gd name="csY2" fmla="*/ 7880 h 148847"/>
              <a:gd name="csX3" fmla="*/ 67919 w 155518"/>
              <a:gd name="csY3" fmla="*/ 14692 h 148847"/>
              <a:gd name="csX4" fmla="*/ 72428 w 155518"/>
              <a:gd name="csY4" fmla="*/ 19832 h 148847"/>
              <a:gd name="csX5" fmla="*/ 72428 w 155518"/>
              <a:gd name="csY5" fmla="*/ 32796 h 148847"/>
              <a:gd name="csX6" fmla="*/ 62100 w 155518"/>
              <a:gd name="csY6" fmla="*/ 41448 h 148847"/>
              <a:gd name="csX7" fmla="*/ 32701 w 155518"/>
              <a:gd name="csY7" fmla="*/ 35565 h 148847"/>
              <a:gd name="csX8" fmla="*/ 32599 w 155518"/>
              <a:gd name="csY8" fmla="*/ 35558 h 148847"/>
              <a:gd name="csX9" fmla="*/ 31834 w 155518"/>
              <a:gd name="csY9" fmla="*/ 35468 h 148847"/>
              <a:gd name="csX10" fmla="*/ 31714 w 155518"/>
              <a:gd name="csY10" fmla="*/ 35468 h 148847"/>
              <a:gd name="csX11" fmla="*/ 31527 w 155518"/>
              <a:gd name="csY11" fmla="*/ 35475 h 148847"/>
              <a:gd name="csX12" fmla="*/ 30677 w 155518"/>
              <a:gd name="csY12" fmla="*/ 35558 h 148847"/>
              <a:gd name="csX13" fmla="*/ 30455 w 155518"/>
              <a:gd name="csY13" fmla="*/ 35606 h 148847"/>
              <a:gd name="csX14" fmla="*/ 29690 w 155518"/>
              <a:gd name="csY14" fmla="*/ 35847 h 148847"/>
              <a:gd name="csX15" fmla="*/ 29503 w 155518"/>
              <a:gd name="csY15" fmla="*/ 35924 h 148847"/>
              <a:gd name="csX16" fmla="*/ 28737 w 155518"/>
              <a:gd name="csY16" fmla="*/ 36339 h 148847"/>
              <a:gd name="csX17" fmla="*/ 28669 w 155518"/>
              <a:gd name="csY17" fmla="*/ 36382 h 148847"/>
              <a:gd name="csX18" fmla="*/ 27920 w 155518"/>
              <a:gd name="csY18" fmla="*/ 36991 h 148847"/>
              <a:gd name="csX19" fmla="*/ 27903 w 155518"/>
              <a:gd name="csY19" fmla="*/ 37018 h 148847"/>
              <a:gd name="csX20" fmla="*/ 27274 w 155518"/>
              <a:gd name="csY20" fmla="*/ 37766 h 148847"/>
              <a:gd name="csX21" fmla="*/ 27257 w 155518"/>
              <a:gd name="csY21" fmla="*/ 37780 h 148847"/>
              <a:gd name="csX22" fmla="*/ 27257 w 155518"/>
              <a:gd name="csY22" fmla="*/ 37800 h 148847"/>
              <a:gd name="csX23" fmla="*/ 26730 w 155518"/>
              <a:gd name="csY23" fmla="*/ 38748 h 148847"/>
              <a:gd name="csX24" fmla="*/ 410 w 155518"/>
              <a:gd name="csY24" fmla="*/ 102519 h 148847"/>
              <a:gd name="csX25" fmla="*/ 19 w 155518"/>
              <a:gd name="csY25" fmla="*/ 104064 h 148847"/>
              <a:gd name="csX26" fmla="*/ 19 w 155518"/>
              <a:gd name="csY26" fmla="*/ 104077 h 148847"/>
              <a:gd name="csX27" fmla="*/ 36 w 155518"/>
              <a:gd name="csY27" fmla="*/ 105205 h 148847"/>
              <a:gd name="csX28" fmla="*/ 138 w 155518"/>
              <a:gd name="csY28" fmla="*/ 105731 h 148847"/>
              <a:gd name="csX29" fmla="*/ 33433 w 155518"/>
              <a:gd name="csY29" fmla="*/ 134672 h 148847"/>
              <a:gd name="csX30" fmla="*/ 66745 w 155518"/>
              <a:gd name="csY30" fmla="*/ 105654 h 148847"/>
              <a:gd name="csX31" fmla="*/ 66745 w 155518"/>
              <a:gd name="csY31" fmla="*/ 105620 h 148847"/>
              <a:gd name="csX32" fmla="*/ 66813 w 155518"/>
              <a:gd name="csY32" fmla="*/ 105205 h 148847"/>
              <a:gd name="csX33" fmla="*/ 66813 w 155518"/>
              <a:gd name="csY33" fmla="*/ 105178 h 148847"/>
              <a:gd name="csX34" fmla="*/ 66847 w 155518"/>
              <a:gd name="csY34" fmla="*/ 104145 h 148847"/>
              <a:gd name="csX35" fmla="*/ 66830 w 155518"/>
              <a:gd name="csY35" fmla="*/ 104042 h 148847"/>
              <a:gd name="csX36" fmla="*/ 66830 w 155518"/>
              <a:gd name="csY36" fmla="*/ 104035 h 148847"/>
              <a:gd name="csX37" fmla="*/ 66626 w 155518"/>
              <a:gd name="csY37" fmla="*/ 102990 h 148847"/>
              <a:gd name="csX38" fmla="*/ 66626 w 155518"/>
              <a:gd name="csY38" fmla="*/ 102977 h 148847"/>
              <a:gd name="csX39" fmla="*/ 66354 w 155518"/>
              <a:gd name="csY39" fmla="*/ 102291 h 148847"/>
              <a:gd name="csX40" fmla="*/ 40936 w 155518"/>
              <a:gd name="csY40" fmla="*/ 48058 h 148847"/>
              <a:gd name="csX41" fmla="*/ 60178 w 155518"/>
              <a:gd name="csY41" fmla="*/ 51908 h 148847"/>
              <a:gd name="csX42" fmla="*/ 77736 w 155518"/>
              <a:gd name="csY42" fmla="*/ 67335 h 148847"/>
              <a:gd name="csX43" fmla="*/ 92997 w 155518"/>
              <a:gd name="csY43" fmla="*/ 58469 h 148847"/>
              <a:gd name="csX44" fmla="*/ 112749 w 155518"/>
              <a:gd name="csY44" fmla="*/ 62414 h 148847"/>
              <a:gd name="csX45" fmla="*/ 89067 w 155518"/>
              <a:gd name="csY45" fmla="*/ 116591 h 148847"/>
              <a:gd name="csX46" fmla="*/ 88828 w 155518"/>
              <a:gd name="csY46" fmla="*/ 120413 h 148847"/>
              <a:gd name="csX47" fmla="*/ 122039 w 155518"/>
              <a:gd name="csY47" fmla="*/ 148847 h 148847"/>
              <a:gd name="csX48" fmla="*/ 155215 w 155518"/>
              <a:gd name="csY48" fmla="*/ 120605 h 148847"/>
              <a:gd name="csX49" fmla="*/ 155504 w 155518"/>
              <a:gd name="csY49" fmla="*/ 118453 h 148847"/>
              <a:gd name="csX50" fmla="*/ 154926 w 155518"/>
              <a:gd name="csY50" fmla="*/ 116363 h 148847"/>
              <a:gd name="csX51" fmla="*/ 125033 w 155518"/>
              <a:gd name="csY51" fmla="*/ 56137 h 148847"/>
              <a:gd name="csX52" fmla="*/ 124693 w 155518"/>
              <a:gd name="csY52" fmla="*/ 55548 h 148847"/>
              <a:gd name="csX53" fmla="*/ 124659 w 155518"/>
              <a:gd name="csY53" fmla="*/ 55512 h 148847"/>
              <a:gd name="csX54" fmla="*/ 124080 w 155518"/>
              <a:gd name="csY54" fmla="*/ 54800 h 148847"/>
              <a:gd name="csX55" fmla="*/ 123978 w 155518"/>
              <a:gd name="csY55" fmla="*/ 54696 h 148847"/>
              <a:gd name="csX56" fmla="*/ 123281 w 155518"/>
              <a:gd name="csY56" fmla="*/ 54129 h 148847"/>
              <a:gd name="csX57" fmla="*/ 123178 w 155518"/>
              <a:gd name="csY57" fmla="*/ 54060 h 148847"/>
              <a:gd name="csX58" fmla="*/ 122328 w 155518"/>
              <a:gd name="csY58" fmla="*/ 53602 h 148847"/>
              <a:gd name="csX59" fmla="*/ 122294 w 155518"/>
              <a:gd name="csY59" fmla="*/ 53588 h 148847"/>
              <a:gd name="csX60" fmla="*/ 121307 w 155518"/>
              <a:gd name="csY60" fmla="*/ 53284 h 148847"/>
              <a:gd name="csX61" fmla="*/ 95379 w 155518"/>
              <a:gd name="csY61" fmla="*/ 48101 h 148847"/>
              <a:gd name="csX62" fmla="*/ 83061 w 155518"/>
              <a:gd name="csY62" fmla="*/ 32796 h 148847"/>
              <a:gd name="csX63" fmla="*/ 83061 w 155518"/>
              <a:gd name="csY63" fmla="*/ 19825 h 148847"/>
              <a:gd name="csX64" fmla="*/ 87535 w 155518"/>
              <a:gd name="csY64" fmla="*/ 14686 h 148847"/>
              <a:gd name="csX65" fmla="*/ 87978 w 155518"/>
              <a:gd name="csY65" fmla="*/ 7878 h 148847"/>
              <a:gd name="csX66" fmla="*/ 84201 w 155518"/>
              <a:gd name="csY66" fmla="*/ 2205 h 148847"/>
              <a:gd name="csX67" fmla="*/ 77736 w 155518"/>
              <a:gd name="csY67" fmla="*/ 0 h 148847"/>
              <a:gd name="csX68" fmla="*/ 77242 w 155518"/>
              <a:gd name="csY68" fmla="*/ 42575 h 148847"/>
              <a:gd name="csX69" fmla="*/ 78229 w 155518"/>
              <a:gd name="csY69" fmla="*/ 42575 h 148847"/>
              <a:gd name="csX70" fmla="*/ 84831 w 155518"/>
              <a:gd name="csY70" fmla="*/ 49616 h 148847"/>
              <a:gd name="csX71" fmla="*/ 77736 w 155518"/>
              <a:gd name="csY71" fmla="*/ 56703 h 148847"/>
              <a:gd name="csX72" fmla="*/ 70641 w 155518"/>
              <a:gd name="csY72" fmla="*/ 49616 h 148847"/>
              <a:gd name="csX73" fmla="*/ 77242 w 155518"/>
              <a:gd name="csY73" fmla="*/ 42575 h 148847"/>
              <a:gd name="csX74" fmla="*/ 31970 w 155518"/>
              <a:gd name="csY74" fmla="*/ 53956 h 148847"/>
              <a:gd name="csX75" fmla="*/ 53168 w 155518"/>
              <a:gd name="csY75" fmla="*/ 99231 h 148847"/>
              <a:gd name="csX76" fmla="*/ 13272 w 155518"/>
              <a:gd name="csY76" fmla="*/ 99231 h 148847"/>
              <a:gd name="csX77" fmla="*/ 31970 w 155518"/>
              <a:gd name="csY77" fmla="*/ 53956 h 148847"/>
              <a:gd name="csX78" fmla="*/ 120576 w 155518"/>
              <a:gd name="csY78" fmla="*/ 71074 h 148847"/>
              <a:gd name="csX79" fmla="*/ 141587 w 155518"/>
              <a:gd name="csY79" fmla="*/ 113408 h 148847"/>
              <a:gd name="csX80" fmla="*/ 102065 w 155518"/>
              <a:gd name="csY80" fmla="*/ 113408 h 148847"/>
              <a:gd name="csX81" fmla="*/ 120576 w 155518"/>
              <a:gd name="csY81" fmla="*/ 71074 h 148847"/>
            </a:gdLst>
            <a:ahLst/>
            <a:cxnLst/>
            <a:rect l="l" t="t" r="r" b="b"/>
            <a:pathLst>
              <a:path w="100000" h="100000">
                <a:moveTo>
                  <a:pt x="49985" y="2145"/>
                </a:moveTo>
                <a:cubicBezTo>
                  <a:pt x="48486" y="2147"/>
                  <a:pt x="47020" y="2644"/>
                  <a:pt x="45828" y="3560"/>
                </a:cubicBezTo>
                <a:cubicBezTo>
                  <a:pt x="44635" y="4476"/>
                  <a:pt x="43782" y="5758"/>
                  <a:pt x="43389" y="7212"/>
                </a:cubicBezTo>
                <a:cubicBezTo>
                  <a:pt x="43005" y="8663"/>
                  <a:pt x="43104" y="10203"/>
                  <a:pt x="43673" y="11592"/>
                </a:cubicBezTo>
                <a:cubicBezTo>
                  <a:pt x="44253" y="12981"/>
                  <a:pt x="45270" y="14143"/>
                  <a:pt x="46572" y="14897"/>
                </a:cubicBezTo>
                <a:lnTo>
                  <a:pt x="46572" y="23233"/>
                </a:lnTo>
                <a:cubicBezTo>
                  <a:pt x="43684" y="24147"/>
                  <a:pt x="41321" y="26157"/>
                  <a:pt x="39931" y="28796"/>
                </a:cubicBezTo>
                <a:lnTo>
                  <a:pt x="21027" y="25014"/>
                </a:lnTo>
                <a:cubicBezTo>
                  <a:pt x="21005" y="25008"/>
                  <a:pt x="20983" y="25012"/>
                  <a:pt x="20962" y="25009"/>
                </a:cubicBezTo>
                <a:cubicBezTo>
                  <a:pt x="20798" y="24977"/>
                  <a:pt x="20634" y="24958"/>
                  <a:pt x="20470" y="24951"/>
                </a:cubicBezTo>
                <a:cubicBezTo>
                  <a:pt x="20436" y="24950"/>
                  <a:pt x="20414" y="24950"/>
                  <a:pt x="20392" y="24951"/>
                </a:cubicBezTo>
                <a:cubicBezTo>
                  <a:pt x="20349" y="24950"/>
                  <a:pt x="20306" y="24954"/>
                  <a:pt x="20272" y="24956"/>
                </a:cubicBezTo>
                <a:cubicBezTo>
                  <a:pt x="20086" y="24959"/>
                  <a:pt x="19912" y="24976"/>
                  <a:pt x="19726" y="25009"/>
                </a:cubicBezTo>
                <a:cubicBezTo>
                  <a:pt x="19682" y="25018"/>
                  <a:pt x="19627" y="25029"/>
                  <a:pt x="19583" y="25040"/>
                </a:cubicBezTo>
                <a:cubicBezTo>
                  <a:pt x="19419" y="25079"/>
                  <a:pt x="19244" y="25132"/>
                  <a:pt x="19091" y="25195"/>
                </a:cubicBezTo>
                <a:cubicBezTo>
                  <a:pt x="19047" y="25212"/>
                  <a:pt x="19015" y="25228"/>
                  <a:pt x="18971" y="25244"/>
                </a:cubicBezTo>
                <a:cubicBezTo>
                  <a:pt x="18795" y="25320"/>
                  <a:pt x="18631" y="25408"/>
                  <a:pt x="18478" y="25511"/>
                </a:cubicBezTo>
                <a:cubicBezTo>
                  <a:pt x="18456" y="25520"/>
                  <a:pt x="18445" y="25530"/>
                  <a:pt x="18435" y="25539"/>
                </a:cubicBezTo>
                <a:cubicBezTo>
                  <a:pt x="18271" y="25655"/>
                  <a:pt x="18107" y="25784"/>
                  <a:pt x="17953" y="25930"/>
                </a:cubicBezTo>
                <a:cubicBezTo>
                  <a:pt x="17953" y="25936"/>
                  <a:pt x="17942" y="25942"/>
                  <a:pt x="17942" y="25948"/>
                </a:cubicBezTo>
                <a:cubicBezTo>
                  <a:pt x="17789" y="26096"/>
                  <a:pt x="17658" y="26256"/>
                  <a:pt x="17538" y="26429"/>
                </a:cubicBezTo>
                <a:cubicBezTo>
                  <a:pt x="17538" y="26431"/>
                  <a:pt x="17527" y="26435"/>
                  <a:pt x="17527" y="26438"/>
                </a:cubicBezTo>
                <a:cubicBezTo>
                  <a:pt x="17527" y="26442"/>
                  <a:pt x="17527" y="26447"/>
                  <a:pt x="17527" y="26451"/>
                </a:cubicBezTo>
                <a:cubicBezTo>
                  <a:pt x="17395" y="26642"/>
                  <a:pt x="17286" y="26847"/>
                  <a:pt x="17188" y="27060"/>
                </a:cubicBezTo>
                <a:lnTo>
                  <a:pt x="264" y="68066"/>
                </a:lnTo>
                <a:cubicBezTo>
                  <a:pt x="132" y="68383"/>
                  <a:pt x="45" y="68718"/>
                  <a:pt x="12" y="69059"/>
                </a:cubicBezTo>
                <a:cubicBezTo>
                  <a:pt x="12" y="69061"/>
                  <a:pt x="12" y="69064"/>
                  <a:pt x="12" y="69068"/>
                </a:cubicBezTo>
                <a:cubicBezTo>
                  <a:pt x="-10" y="69309"/>
                  <a:pt x="1" y="69552"/>
                  <a:pt x="23" y="69793"/>
                </a:cubicBezTo>
                <a:cubicBezTo>
                  <a:pt x="45" y="69907"/>
                  <a:pt x="56" y="70019"/>
                  <a:pt x="89" y="70131"/>
                </a:cubicBezTo>
                <a:cubicBezTo>
                  <a:pt x="1587" y="80762"/>
                  <a:pt x="10722" y="88741"/>
                  <a:pt x="21498" y="88741"/>
                </a:cubicBezTo>
                <a:cubicBezTo>
                  <a:pt x="32284" y="88741"/>
                  <a:pt x="41441" y="80738"/>
                  <a:pt x="42918" y="70082"/>
                </a:cubicBezTo>
                <a:cubicBezTo>
                  <a:pt x="42918" y="70074"/>
                  <a:pt x="42918" y="70067"/>
                  <a:pt x="42918" y="70060"/>
                </a:cubicBezTo>
                <a:cubicBezTo>
                  <a:pt x="42940" y="69971"/>
                  <a:pt x="42951" y="69883"/>
                  <a:pt x="42962" y="69793"/>
                </a:cubicBezTo>
                <a:cubicBezTo>
                  <a:pt x="42962" y="69786"/>
                  <a:pt x="42962" y="69781"/>
                  <a:pt x="42962" y="69776"/>
                </a:cubicBezTo>
                <a:cubicBezTo>
                  <a:pt x="42994" y="69554"/>
                  <a:pt x="42994" y="69332"/>
                  <a:pt x="42983" y="69111"/>
                </a:cubicBezTo>
                <a:cubicBezTo>
                  <a:pt x="42973" y="69089"/>
                  <a:pt x="42973" y="69068"/>
                  <a:pt x="42973" y="69045"/>
                </a:cubicBezTo>
                <a:cubicBezTo>
                  <a:pt x="42973" y="69044"/>
                  <a:pt x="42973" y="69042"/>
                  <a:pt x="42973" y="69041"/>
                </a:cubicBezTo>
                <a:cubicBezTo>
                  <a:pt x="42951" y="68813"/>
                  <a:pt x="42907" y="68588"/>
                  <a:pt x="42841" y="68369"/>
                </a:cubicBezTo>
                <a:cubicBezTo>
                  <a:pt x="42841" y="68365"/>
                  <a:pt x="42841" y="68362"/>
                  <a:pt x="42841" y="68360"/>
                </a:cubicBezTo>
                <a:cubicBezTo>
                  <a:pt x="42787" y="68209"/>
                  <a:pt x="42732" y="68061"/>
                  <a:pt x="42666" y="67919"/>
                </a:cubicBezTo>
                <a:lnTo>
                  <a:pt x="26322" y="33047"/>
                </a:lnTo>
                <a:lnTo>
                  <a:pt x="38695" y="35522"/>
                </a:lnTo>
                <a:cubicBezTo>
                  <a:pt x="39428" y="41108"/>
                  <a:pt x="44209" y="45442"/>
                  <a:pt x="49985" y="45442"/>
                </a:cubicBezTo>
                <a:cubicBezTo>
                  <a:pt x="54186" y="45442"/>
                  <a:pt x="57829" y="43133"/>
                  <a:pt x="59798" y="39741"/>
                </a:cubicBezTo>
                <a:lnTo>
                  <a:pt x="72499" y="42278"/>
                </a:lnTo>
                <a:lnTo>
                  <a:pt x="57271" y="77114"/>
                </a:lnTo>
                <a:cubicBezTo>
                  <a:pt x="56921" y="77886"/>
                  <a:pt x="56866" y="78762"/>
                  <a:pt x="57118" y="79572"/>
                </a:cubicBezTo>
                <a:cubicBezTo>
                  <a:pt x="58758" y="90037"/>
                  <a:pt x="67817" y="97855"/>
                  <a:pt x="78473" y="97855"/>
                </a:cubicBezTo>
                <a:cubicBezTo>
                  <a:pt x="89095" y="97855"/>
                  <a:pt x="98110" y="90100"/>
                  <a:pt x="99805" y="79695"/>
                </a:cubicBezTo>
                <a:cubicBezTo>
                  <a:pt x="99969" y="79252"/>
                  <a:pt x="100024" y="78781"/>
                  <a:pt x="99991" y="78312"/>
                </a:cubicBezTo>
                <a:cubicBezTo>
                  <a:pt x="99958" y="77843"/>
                  <a:pt x="99838" y="77384"/>
                  <a:pt x="99619" y="76968"/>
                </a:cubicBezTo>
                <a:lnTo>
                  <a:pt x="80398" y="38242"/>
                </a:lnTo>
                <a:cubicBezTo>
                  <a:pt x="80332" y="38110"/>
                  <a:pt x="80256" y="37984"/>
                  <a:pt x="80179" y="37863"/>
                </a:cubicBezTo>
                <a:cubicBezTo>
                  <a:pt x="80168" y="37855"/>
                  <a:pt x="80168" y="37849"/>
                  <a:pt x="80157" y="37840"/>
                </a:cubicBezTo>
                <a:cubicBezTo>
                  <a:pt x="80048" y="37677"/>
                  <a:pt x="79917" y="37524"/>
                  <a:pt x="79785" y="37382"/>
                </a:cubicBezTo>
                <a:cubicBezTo>
                  <a:pt x="79763" y="37360"/>
                  <a:pt x="79741" y="37337"/>
                  <a:pt x="79719" y="37315"/>
                </a:cubicBezTo>
                <a:cubicBezTo>
                  <a:pt x="79577" y="37181"/>
                  <a:pt x="79435" y="37059"/>
                  <a:pt x="79271" y="36950"/>
                </a:cubicBezTo>
                <a:cubicBezTo>
                  <a:pt x="79249" y="36934"/>
                  <a:pt x="79227" y="36921"/>
                  <a:pt x="79205" y="36906"/>
                </a:cubicBezTo>
                <a:cubicBezTo>
                  <a:pt x="79030" y="36792"/>
                  <a:pt x="78855" y="36694"/>
                  <a:pt x="78658" y="36612"/>
                </a:cubicBezTo>
                <a:cubicBezTo>
                  <a:pt x="78658" y="36610"/>
                  <a:pt x="78647" y="36606"/>
                  <a:pt x="78637" y="36603"/>
                </a:cubicBezTo>
                <a:cubicBezTo>
                  <a:pt x="78440" y="36518"/>
                  <a:pt x="78221" y="36452"/>
                  <a:pt x="78002" y="36407"/>
                </a:cubicBezTo>
                <a:lnTo>
                  <a:pt x="61330" y="33074"/>
                </a:lnTo>
                <a:cubicBezTo>
                  <a:pt x="60936" y="28420"/>
                  <a:pt x="57708" y="24600"/>
                  <a:pt x="53409" y="23233"/>
                </a:cubicBezTo>
                <a:lnTo>
                  <a:pt x="53409" y="14892"/>
                </a:lnTo>
                <a:cubicBezTo>
                  <a:pt x="54700" y="14138"/>
                  <a:pt x="55718" y="12976"/>
                  <a:pt x="56286" y="11588"/>
                </a:cubicBezTo>
                <a:cubicBezTo>
                  <a:pt x="56866" y="10200"/>
                  <a:pt x="56964" y="8661"/>
                  <a:pt x="56571" y="7210"/>
                </a:cubicBezTo>
                <a:cubicBezTo>
                  <a:pt x="56188" y="5760"/>
                  <a:pt x="55323" y="4478"/>
                  <a:pt x="54142" y="3563"/>
                </a:cubicBezTo>
                <a:cubicBezTo>
                  <a:pt x="52949" y="2647"/>
                  <a:pt x="51484" y="2148"/>
                  <a:pt x="49985" y="2145"/>
                </a:cubicBezTo>
                <a:close/>
                <a:moveTo>
                  <a:pt x="49668" y="29521"/>
                </a:moveTo>
                <a:cubicBezTo>
                  <a:pt x="49876" y="29541"/>
                  <a:pt x="50084" y="29541"/>
                  <a:pt x="50302" y="29521"/>
                </a:cubicBezTo>
                <a:cubicBezTo>
                  <a:pt x="52665" y="29686"/>
                  <a:pt x="54547" y="31641"/>
                  <a:pt x="54547" y="34048"/>
                </a:cubicBezTo>
                <a:cubicBezTo>
                  <a:pt x="54547" y="36562"/>
                  <a:pt x="52501" y="38605"/>
                  <a:pt x="49985" y="38605"/>
                </a:cubicBezTo>
                <a:cubicBezTo>
                  <a:pt x="47469" y="38605"/>
                  <a:pt x="45423" y="36562"/>
                  <a:pt x="45423" y="34048"/>
                </a:cubicBezTo>
                <a:cubicBezTo>
                  <a:pt x="45423" y="31644"/>
                  <a:pt x="47305" y="29688"/>
                  <a:pt x="49668" y="29521"/>
                </a:cubicBezTo>
                <a:close/>
                <a:moveTo>
                  <a:pt x="20557" y="36839"/>
                </a:moveTo>
                <a:lnTo>
                  <a:pt x="34188" y="65952"/>
                </a:lnTo>
                <a:lnTo>
                  <a:pt x="8534" y="65952"/>
                </a:lnTo>
                <a:lnTo>
                  <a:pt x="20557" y="36839"/>
                </a:lnTo>
                <a:close/>
                <a:moveTo>
                  <a:pt x="77532" y="47846"/>
                </a:moveTo>
                <a:lnTo>
                  <a:pt x="91042" y="75068"/>
                </a:lnTo>
                <a:lnTo>
                  <a:pt x="65629" y="75068"/>
                </a:lnTo>
                <a:lnTo>
                  <a:pt x="77532" y="4784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5" name="Белый — SVG 65">
            <a:extLst>
              <a:ext uri="{FF2B5EF4-FFF2-40B4-BE49-F238E27FC236}">
                <a16:creationId xmlns:a16="http://schemas.microsoft.com/office/drawing/2014/main" id="{68E4626D-EBBB-C14A-A926-6D6588F14A23}"/>
              </a:ext>
            </a:extLst>
          </p:cNvPr>
          <p:cNvSpPr>
            <a:spLocks noGrp="1"/>
          </p:cNvSpPr>
          <p:nvPr/>
        </p:nvSpPr>
        <p:spPr>
          <a:xfrm>
            <a:off x="6420000" y="5530000"/>
            <a:ext cx="220000" cy="220000"/>
          </a:xfrm>
          <a:custGeom>
            <a:avLst/>
            <a:gdLst>
              <a:gd name="csX0" fmla="*/ 70890 w 141777"/>
              <a:gd name="csY0" fmla="*/ 0 h 141758"/>
              <a:gd name="csX1" fmla="*/ 0 w 141777"/>
              <a:gd name="csY1" fmla="*/ 70880 h 141758"/>
              <a:gd name="csX2" fmla="*/ 70890 w 141777"/>
              <a:gd name="csY2" fmla="*/ 141759 h 141758"/>
              <a:gd name="csX3" fmla="*/ 141778 w 141777"/>
              <a:gd name="csY3" fmla="*/ 70880 h 141758"/>
              <a:gd name="csX4" fmla="*/ 70890 w 141777"/>
              <a:gd name="csY4" fmla="*/ 0 h 141758"/>
              <a:gd name="csX5" fmla="*/ 70890 w 141777"/>
              <a:gd name="csY5" fmla="*/ 38984 h 141758"/>
              <a:gd name="csX6" fmla="*/ 102790 w 141777"/>
              <a:gd name="csY6" fmla="*/ 70880 h 141758"/>
              <a:gd name="csX7" fmla="*/ 70890 w 141777"/>
              <a:gd name="csY7" fmla="*/ 102776 h 141758"/>
              <a:gd name="csX8" fmla="*/ 38990 w 141777"/>
              <a:gd name="csY8" fmla="*/ 70880 h 141758"/>
              <a:gd name="csX9" fmla="*/ 70890 w 141777"/>
              <a:gd name="csY9" fmla="*/ 38984 h 141758"/>
              <a:gd name="csX10" fmla="*/ 113411 w 141777"/>
              <a:gd name="csY10" fmla="*/ 113520 h 141758"/>
              <a:gd name="csX11" fmla="*/ 100886 w 141777"/>
              <a:gd name="csY11" fmla="*/ 100997 h 141758"/>
              <a:gd name="csX12" fmla="*/ 113423 w 141777"/>
              <a:gd name="csY12" fmla="*/ 70880 h 141758"/>
              <a:gd name="csX13" fmla="*/ 70890 w 141777"/>
              <a:gd name="csY13" fmla="*/ 28352 h 141758"/>
              <a:gd name="csX14" fmla="*/ 70890 w 141777"/>
              <a:gd name="csY14" fmla="*/ 10632 h 141758"/>
              <a:gd name="csX15" fmla="*/ 131144 w 141777"/>
              <a:gd name="csY15" fmla="*/ 70880 h 141758"/>
              <a:gd name="csX16" fmla="*/ 113411 w 141777"/>
              <a:gd name="csY16" fmla="*/ 113520 h 141758"/>
            </a:gdLst>
            <a:ahLst/>
            <a:cxnLst/>
            <a:rect l="l" t="t" r="r" b="b"/>
            <a:pathLst>
              <a:path w="100000" h="100000">
                <a:moveTo>
                  <a:pt x="50001" y="7"/>
                </a:moveTo>
                <a:cubicBezTo>
                  <a:pt x="22430" y="7"/>
                  <a:pt x="0" y="22434"/>
                  <a:pt x="0" y="50001"/>
                </a:cubicBezTo>
                <a:cubicBezTo>
                  <a:pt x="0" y="77567"/>
                  <a:pt x="22430" y="99994"/>
                  <a:pt x="50001" y="99994"/>
                </a:cubicBezTo>
                <a:cubicBezTo>
                  <a:pt x="77571" y="99994"/>
                  <a:pt x="100001" y="77567"/>
                  <a:pt x="100001" y="50001"/>
                </a:cubicBezTo>
                <a:cubicBezTo>
                  <a:pt x="100001" y="22434"/>
                  <a:pt x="77571" y="7"/>
                  <a:pt x="50001" y="7"/>
                </a:cubicBezTo>
                <a:close/>
                <a:moveTo>
                  <a:pt x="50001" y="27503"/>
                </a:moveTo>
                <a:cubicBezTo>
                  <a:pt x="62408" y="27503"/>
                  <a:pt x="72501" y="37597"/>
                  <a:pt x="72501" y="50001"/>
                </a:cubicBezTo>
                <a:cubicBezTo>
                  <a:pt x="72501" y="62404"/>
                  <a:pt x="62408" y="72498"/>
                  <a:pt x="50001" y="72498"/>
                </a:cubicBezTo>
                <a:cubicBezTo>
                  <a:pt x="37593" y="72498"/>
                  <a:pt x="27501" y="62404"/>
                  <a:pt x="27501" y="50001"/>
                </a:cubicBezTo>
                <a:cubicBezTo>
                  <a:pt x="27501" y="37597"/>
                  <a:pt x="37593" y="27503"/>
                  <a:pt x="50001" y="27503"/>
                </a:cubicBezTo>
                <a:close/>
                <a:moveTo>
                  <a:pt x="79993" y="80076"/>
                </a:moveTo>
                <a:lnTo>
                  <a:pt x="71158" y="71243"/>
                </a:lnTo>
                <a:cubicBezTo>
                  <a:pt x="76616" y="65809"/>
                  <a:pt x="80001" y="58292"/>
                  <a:pt x="80001" y="50001"/>
                </a:cubicBezTo>
                <a:cubicBezTo>
                  <a:pt x="80001" y="33460"/>
                  <a:pt x="66543" y="20004"/>
                  <a:pt x="50001" y="20004"/>
                </a:cubicBezTo>
                <a:lnTo>
                  <a:pt x="50001" y="7506"/>
                </a:lnTo>
                <a:cubicBezTo>
                  <a:pt x="73436" y="7506"/>
                  <a:pt x="92500" y="26567"/>
                  <a:pt x="92500" y="50001"/>
                </a:cubicBezTo>
                <a:cubicBezTo>
                  <a:pt x="92500" y="61739"/>
                  <a:pt x="87714" y="72380"/>
                  <a:pt x="79993" y="8007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6" name="Белый — SVG 66">
            <a:extLst>
              <a:ext uri="{FF2B5EF4-FFF2-40B4-BE49-F238E27FC236}">
                <a16:creationId xmlns:a16="http://schemas.microsoft.com/office/drawing/2014/main" id="{25CACA8C-38C4-4E4B-8E55-10774B6F5E2C}"/>
              </a:ext>
            </a:extLst>
          </p:cNvPr>
          <p:cNvSpPr>
            <a:spLocks noGrp="1"/>
          </p:cNvSpPr>
          <p:nvPr/>
        </p:nvSpPr>
        <p:spPr>
          <a:xfrm>
            <a:off x="7020000" y="5530000"/>
            <a:ext cx="220000" cy="220000"/>
          </a:xfrm>
          <a:custGeom>
            <a:avLst/>
            <a:gdLst>
              <a:gd name="csX0" fmla="*/ 70946 w 141891"/>
              <a:gd name="csY0" fmla="*/ 0 h 141872"/>
              <a:gd name="csX1" fmla="*/ 0 w 141891"/>
              <a:gd name="csY1" fmla="*/ 70936 h 141872"/>
              <a:gd name="csX2" fmla="*/ 70946 w 141891"/>
              <a:gd name="csY2" fmla="*/ 141873 h 141872"/>
              <a:gd name="csX3" fmla="*/ 141892 w 141891"/>
              <a:gd name="csY3" fmla="*/ 70936 h 141872"/>
              <a:gd name="csX4" fmla="*/ 70946 w 141891"/>
              <a:gd name="csY4" fmla="*/ 0 h 141872"/>
              <a:gd name="csX5" fmla="*/ 45596 w 141891"/>
              <a:gd name="csY5" fmla="*/ 31300 h 141872"/>
              <a:gd name="csX6" fmla="*/ 59887 w 141891"/>
              <a:gd name="csY6" fmla="*/ 45590 h 141872"/>
              <a:gd name="csX7" fmla="*/ 45596 w 141891"/>
              <a:gd name="csY7" fmla="*/ 59879 h 141872"/>
              <a:gd name="csX8" fmla="*/ 31305 w 141891"/>
              <a:gd name="csY8" fmla="*/ 45590 h 141872"/>
              <a:gd name="csX9" fmla="*/ 45596 w 141891"/>
              <a:gd name="csY9" fmla="*/ 31300 h 141872"/>
              <a:gd name="csX10" fmla="*/ 96126 w 141891"/>
              <a:gd name="csY10" fmla="*/ 110402 h 141872"/>
              <a:gd name="csX11" fmla="*/ 81834 w 141891"/>
              <a:gd name="csY11" fmla="*/ 96113 h 141872"/>
              <a:gd name="csX12" fmla="*/ 96126 w 141891"/>
              <a:gd name="csY12" fmla="*/ 81823 h 141872"/>
              <a:gd name="csX13" fmla="*/ 110417 w 141891"/>
              <a:gd name="csY13" fmla="*/ 96113 h 141872"/>
              <a:gd name="csX14" fmla="*/ 96126 w 141891"/>
              <a:gd name="csY14" fmla="*/ 110402 h 141872"/>
              <a:gd name="csX15" fmla="*/ 110417 w 141891"/>
              <a:gd name="csY15" fmla="*/ 36234 h 141872"/>
              <a:gd name="csX16" fmla="*/ 110417 w 141891"/>
              <a:gd name="csY16" fmla="*/ 48822 h 141872"/>
              <a:gd name="csX17" fmla="*/ 105994 w 141891"/>
              <a:gd name="csY17" fmla="*/ 53075 h 141872"/>
              <a:gd name="csX18" fmla="*/ 101740 w 141891"/>
              <a:gd name="csY18" fmla="*/ 48652 h 141872"/>
              <a:gd name="csX19" fmla="*/ 101740 w 141891"/>
              <a:gd name="csY19" fmla="*/ 46100 h 141872"/>
              <a:gd name="csX20" fmla="*/ 38961 w 141891"/>
              <a:gd name="csY20" fmla="*/ 108871 h 141872"/>
              <a:gd name="csX21" fmla="*/ 32666 w 141891"/>
              <a:gd name="csY21" fmla="*/ 108871 h 141872"/>
              <a:gd name="csX22" fmla="*/ 32666 w 141891"/>
              <a:gd name="csY22" fmla="*/ 102577 h 141872"/>
              <a:gd name="csX23" fmla="*/ 95445 w 141891"/>
              <a:gd name="csY23" fmla="*/ 40146 h 141872"/>
              <a:gd name="csX24" fmla="*/ 92893 w 141891"/>
              <a:gd name="csY24" fmla="*/ 40146 h 141872"/>
              <a:gd name="csX25" fmla="*/ 88640 w 141891"/>
              <a:gd name="csY25" fmla="*/ 35723 h 141872"/>
              <a:gd name="csX26" fmla="*/ 93063 w 141891"/>
              <a:gd name="csY26" fmla="*/ 31471 h 141872"/>
              <a:gd name="csX27" fmla="*/ 105653 w 141891"/>
              <a:gd name="csY27" fmla="*/ 31471 h 141872"/>
              <a:gd name="csX28" fmla="*/ 106164 w 141891"/>
              <a:gd name="csY28" fmla="*/ 31471 h 141872"/>
              <a:gd name="csX29" fmla="*/ 106844 w 141891"/>
              <a:gd name="csY29" fmla="*/ 31471 h 141872"/>
              <a:gd name="csX30" fmla="*/ 110587 w 141891"/>
              <a:gd name="csY30" fmla="*/ 36404 h 141872"/>
              <a:gd name="csX31" fmla="*/ 110417 w 141891"/>
              <a:gd name="csY31" fmla="*/ 36234 h 141872"/>
            </a:gdLst>
            <a:ahLst/>
            <a:cxnLst/>
            <a:rect l="l" t="t" r="r" b="b"/>
            <a:pathLst>
              <a:path w="100000" h="100000">
                <a:moveTo>
                  <a:pt x="50000" y="7"/>
                </a:move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575"/>
                  <a:pt x="100001" y="50000"/>
                </a:cubicBezTo>
                <a:cubicBezTo>
                  <a:pt x="100001" y="22426"/>
                  <a:pt x="77459" y="7"/>
                  <a:pt x="50000" y="7"/>
                </a:cubicBezTo>
                <a:close/>
                <a:moveTo>
                  <a:pt x="32135" y="22066"/>
                </a:moveTo>
                <a:cubicBezTo>
                  <a:pt x="37650" y="22066"/>
                  <a:pt x="42206" y="26622"/>
                  <a:pt x="42206" y="32137"/>
                </a:cubicBezTo>
                <a:cubicBezTo>
                  <a:pt x="42206" y="37652"/>
                  <a:pt x="37650" y="42207"/>
                  <a:pt x="32135" y="42207"/>
                </a:cubicBezTo>
                <a:cubicBezTo>
                  <a:pt x="26619" y="42207"/>
                  <a:pt x="22063" y="37652"/>
                  <a:pt x="22063" y="32137"/>
                </a:cubicBezTo>
                <a:cubicBezTo>
                  <a:pt x="22063" y="26622"/>
                  <a:pt x="26619" y="22066"/>
                  <a:pt x="32135" y="22066"/>
                </a:cubicBezTo>
                <a:close/>
                <a:moveTo>
                  <a:pt x="67746" y="77814"/>
                </a:moveTo>
                <a:cubicBezTo>
                  <a:pt x="62231" y="77814"/>
                  <a:pt x="57674" y="73259"/>
                  <a:pt x="57674" y="67744"/>
                </a:cubicBezTo>
                <a:cubicBezTo>
                  <a:pt x="57674" y="62229"/>
                  <a:pt x="62231" y="57673"/>
                  <a:pt x="67746" y="57673"/>
                </a:cubicBezTo>
                <a:cubicBezTo>
                  <a:pt x="73262" y="57673"/>
                  <a:pt x="77818" y="62229"/>
                  <a:pt x="77818" y="67744"/>
                </a:cubicBezTo>
                <a:cubicBezTo>
                  <a:pt x="77818" y="73259"/>
                  <a:pt x="73262" y="77814"/>
                  <a:pt x="67746" y="77814"/>
                </a:cubicBezTo>
                <a:close/>
                <a:moveTo>
                  <a:pt x="77818" y="25543"/>
                </a:moveTo>
                <a:lnTo>
                  <a:pt x="77818" y="34415"/>
                </a:lnTo>
                <a:cubicBezTo>
                  <a:pt x="77818" y="36093"/>
                  <a:pt x="76379" y="37532"/>
                  <a:pt x="74701" y="37412"/>
                </a:cubicBezTo>
                <a:cubicBezTo>
                  <a:pt x="73022" y="37412"/>
                  <a:pt x="71583" y="35973"/>
                  <a:pt x="71703" y="34295"/>
                </a:cubicBezTo>
                <a:lnTo>
                  <a:pt x="71703" y="32496"/>
                </a:lnTo>
                <a:lnTo>
                  <a:pt x="27458" y="76735"/>
                </a:lnTo>
                <a:cubicBezTo>
                  <a:pt x="26259" y="77934"/>
                  <a:pt x="24221" y="77934"/>
                  <a:pt x="23022" y="76735"/>
                </a:cubicBezTo>
                <a:cubicBezTo>
                  <a:pt x="21822" y="75537"/>
                  <a:pt x="21822" y="73498"/>
                  <a:pt x="23022" y="72300"/>
                </a:cubicBezTo>
                <a:lnTo>
                  <a:pt x="67266" y="28300"/>
                </a:lnTo>
                <a:lnTo>
                  <a:pt x="65468" y="28300"/>
                </a:lnTo>
                <a:cubicBezTo>
                  <a:pt x="63789" y="28300"/>
                  <a:pt x="62351" y="26862"/>
                  <a:pt x="62470" y="25183"/>
                </a:cubicBezTo>
                <a:cubicBezTo>
                  <a:pt x="62470" y="23505"/>
                  <a:pt x="63910" y="22066"/>
                  <a:pt x="65588" y="22186"/>
                </a:cubicBezTo>
                <a:lnTo>
                  <a:pt x="74461" y="22186"/>
                </a:lnTo>
                <a:cubicBezTo>
                  <a:pt x="74461" y="22186"/>
                  <a:pt x="74701" y="22186"/>
                  <a:pt x="74821" y="22186"/>
                </a:cubicBezTo>
                <a:cubicBezTo>
                  <a:pt x="74941" y="22186"/>
                  <a:pt x="75180" y="22186"/>
                  <a:pt x="75300" y="22186"/>
                </a:cubicBezTo>
                <a:cubicBezTo>
                  <a:pt x="76979" y="22426"/>
                  <a:pt x="78178" y="23984"/>
                  <a:pt x="77938" y="25663"/>
                </a:cubicBezTo>
                <a:lnTo>
                  <a:pt x="77818" y="2554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7" name="Белый — SVG 67">
            <a:extLst>
              <a:ext uri="{FF2B5EF4-FFF2-40B4-BE49-F238E27FC236}">
                <a16:creationId xmlns:a16="http://schemas.microsoft.com/office/drawing/2014/main" id="{B5939429-5A19-864D-8940-1DC29A095CFF}"/>
              </a:ext>
            </a:extLst>
          </p:cNvPr>
          <p:cNvSpPr>
            <a:spLocks noGrp="1"/>
          </p:cNvSpPr>
          <p:nvPr/>
        </p:nvSpPr>
        <p:spPr>
          <a:xfrm>
            <a:off x="7620000" y="5530000"/>
            <a:ext cx="220000" cy="220000"/>
          </a:xfrm>
          <a:custGeom>
            <a:avLst/>
            <a:gdLst>
              <a:gd name="csX0" fmla="*/ 141892 w 141891"/>
              <a:gd name="csY0" fmla="*/ 70936 h 141872"/>
              <a:gd name="csX1" fmla="*/ 70946 w 141891"/>
              <a:gd name="csY1" fmla="*/ 0 h 141872"/>
              <a:gd name="csX2" fmla="*/ 0 w 141891"/>
              <a:gd name="csY2" fmla="*/ 70936 h 141872"/>
              <a:gd name="csX3" fmla="*/ 70946 w 141891"/>
              <a:gd name="csY3" fmla="*/ 141873 h 141872"/>
              <a:gd name="csX4" fmla="*/ 141892 w 141891"/>
              <a:gd name="csY4" fmla="*/ 70936 h 141872"/>
              <a:gd name="csX5" fmla="*/ 110587 w 141891"/>
              <a:gd name="csY5" fmla="*/ 45590 h 141872"/>
              <a:gd name="csX6" fmla="*/ 96296 w 141891"/>
              <a:gd name="csY6" fmla="*/ 59879 h 141872"/>
              <a:gd name="csX7" fmla="*/ 82005 w 141891"/>
              <a:gd name="csY7" fmla="*/ 45590 h 141872"/>
              <a:gd name="csX8" fmla="*/ 96296 w 141891"/>
              <a:gd name="csY8" fmla="*/ 31300 h 141872"/>
              <a:gd name="csX9" fmla="*/ 110587 w 141891"/>
              <a:gd name="csY9" fmla="*/ 45590 h 141872"/>
              <a:gd name="csX10" fmla="*/ 31475 w 141891"/>
              <a:gd name="csY10" fmla="*/ 96113 h 141872"/>
              <a:gd name="csX11" fmla="*/ 45766 w 141891"/>
              <a:gd name="csY11" fmla="*/ 81823 h 141872"/>
              <a:gd name="csX12" fmla="*/ 60057 w 141891"/>
              <a:gd name="csY12" fmla="*/ 96113 h 141872"/>
              <a:gd name="csX13" fmla="*/ 45766 w 141891"/>
              <a:gd name="csY13" fmla="*/ 110402 h 141872"/>
              <a:gd name="csX14" fmla="*/ 31475 w 141891"/>
              <a:gd name="csY14" fmla="*/ 96113 h 141872"/>
              <a:gd name="csX15" fmla="*/ 105653 w 141891"/>
              <a:gd name="csY15" fmla="*/ 110402 h 141872"/>
              <a:gd name="csX16" fmla="*/ 93063 w 141891"/>
              <a:gd name="csY16" fmla="*/ 110402 h 141872"/>
              <a:gd name="csX17" fmla="*/ 88810 w 141891"/>
              <a:gd name="csY17" fmla="*/ 105979 h 141872"/>
              <a:gd name="csX18" fmla="*/ 93234 w 141891"/>
              <a:gd name="csY18" fmla="*/ 101726 h 141872"/>
              <a:gd name="csX19" fmla="*/ 95786 w 141891"/>
              <a:gd name="csY19" fmla="*/ 101726 h 141872"/>
              <a:gd name="csX20" fmla="*/ 33006 w 141891"/>
              <a:gd name="csY20" fmla="*/ 38955 h 141872"/>
              <a:gd name="csX21" fmla="*/ 33006 w 141891"/>
              <a:gd name="csY21" fmla="*/ 32661 h 141872"/>
              <a:gd name="csX22" fmla="*/ 39301 w 141891"/>
              <a:gd name="csY22" fmla="*/ 32661 h 141872"/>
              <a:gd name="csX23" fmla="*/ 101740 w 141891"/>
              <a:gd name="csY23" fmla="*/ 95432 h 141872"/>
              <a:gd name="csX24" fmla="*/ 101740 w 141891"/>
              <a:gd name="csY24" fmla="*/ 92881 h 141872"/>
              <a:gd name="csX25" fmla="*/ 106164 w 141891"/>
              <a:gd name="csY25" fmla="*/ 88628 h 141872"/>
              <a:gd name="csX26" fmla="*/ 110417 w 141891"/>
              <a:gd name="csY26" fmla="*/ 93051 h 141872"/>
              <a:gd name="csX27" fmla="*/ 110417 w 141891"/>
              <a:gd name="csY27" fmla="*/ 105639 h 141872"/>
              <a:gd name="csX28" fmla="*/ 110417 w 141891"/>
              <a:gd name="csY28" fmla="*/ 106149 h 141872"/>
              <a:gd name="csX29" fmla="*/ 110417 w 141891"/>
              <a:gd name="csY29" fmla="*/ 106830 h 141872"/>
              <a:gd name="csX30" fmla="*/ 105483 w 141891"/>
              <a:gd name="csY30" fmla="*/ 110572 h 141872"/>
              <a:gd name="csX31" fmla="*/ 105653 w 141891"/>
              <a:gd name="csY31" fmla="*/ 110402 h 141872"/>
            </a:gdLst>
            <a:ahLst/>
            <a:cxnLst/>
            <a:rect l="l" t="t" r="r" b="b"/>
            <a:pathLst>
              <a:path w="100000" h="100000">
                <a:moveTo>
                  <a:pt x="100001" y="50000"/>
                </a:moveTo>
                <a:cubicBezTo>
                  <a:pt x="100001" y="22426"/>
                  <a:pt x="77579" y="7"/>
                  <a:pt x="50000" y="7"/>
                </a:cubicBez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455"/>
                  <a:pt x="100001" y="50000"/>
                </a:cubicBezTo>
                <a:close/>
                <a:moveTo>
                  <a:pt x="77938" y="32137"/>
                </a:moveTo>
                <a:cubicBezTo>
                  <a:pt x="77938" y="37652"/>
                  <a:pt x="73382" y="42207"/>
                  <a:pt x="67866" y="42207"/>
                </a:cubicBezTo>
                <a:cubicBezTo>
                  <a:pt x="62351" y="42207"/>
                  <a:pt x="57794" y="37652"/>
                  <a:pt x="57794" y="32137"/>
                </a:cubicBezTo>
                <a:cubicBezTo>
                  <a:pt x="57794" y="26622"/>
                  <a:pt x="62351" y="22066"/>
                  <a:pt x="67866" y="22066"/>
                </a:cubicBezTo>
                <a:cubicBezTo>
                  <a:pt x="73382" y="22066"/>
                  <a:pt x="77938" y="26622"/>
                  <a:pt x="77938" y="32137"/>
                </a:cubicBezTo>
                <a:close/>
                <a:moveTo>
                  <a:pt x="22183" y="67744"/>
                </a:moveTo>
                <a:cubicBezTo>
                  <a:pt x="22183" y="62229"/>
                  <a:pt x="26739" y="57673"/>
                  <a:pt x="32254" y="57673"/>
                </a:cubicBezTo>
                <a:cubicBezTo>
                  <a:pt x="37770" y="57673"/>
                  <a:pt x="42326" y="62229"/>
                  <a:pt x="42326" y="67744"/>
                </a:cubicBezTo>
                <a:cubicBezTo>
                  <a:pt x="42326" y="73259"/>
                  <a:pt x="37770" y="77814"/>
                  <a:pt x="32254" y="77814"/>
                </a:cubicBezTo>
                <a:cubicBezTo>
                  <a:pt x="26739" y="77814"/>
                  <a:pt x="22183" y="73259"/>
                  <a:pt x="22183" y="67744"/>
                </a:cubicBezTo>
                <a:close/>
                <a:moveTo>
                  <a:pt x="74461" y="77814"/>
                </a:moveTo>
                <a:lnTo>
                  <a:pt x="65588" y="77814"/>
                </a:lnTo>
                <a:cubicBezTo>
                  <a:pt x="63910" y="77814"/>
                  <a:pt x="62470" y="76376"/>
                  <a:pt x="62590" y="74697"/>
                </a:cubicBezTo>
                <a:cubicBezTo>
                  <a:pt x="62590" y="73019"/>
                  <a:pt x="64029" y="71580"/>
                  <a:pt x="65708" y="71700"/>
                </a:cubicBezTo>
                <a:lnTo>
                  <a:pt x="67507" y="71700"/>
                </a:lnTo>
                <a:lnTo>
                  <a:pt x="23262" y="27461"/>
                </a:lnTo>
                <a:cubicBezTo>
                  <a:pt x="22063" y="26262"/>
                  <a:pt x="22063" y="24224"/>
                  <a:pt x="23262" y="23025"/>
                </a:cubicBezTo>
                <a:cubicBezTo>
                  <a:pt x="24460" y="21826"/>
                  <a:pt x="26499" y="21826"/>
                  <a:pt x="27698" y="23025"/>
                </a:cubicBezTo>
                <a:lnTo>
                  <a:pt x="71703" y="67264"/>
                </a:lnTo>
                <a:lnTo>
                  <a:pt x="71703" y="65466"/>
                </a:lnTo>
                <a:cubicBezTo>
                  <a:pt x="71703" y="63787"/>
                  <a:pt x="73142" y="62349"/>
                  <a:pt x="74821" y="62469"/>
                </a:cubicBezTo>
                <a:cubicBezTo>
                  <a:pt x="76500" y="62469"/>
                  <a:pt x="77938" y="63907"/>
                  <a:pt x="77818" y="65586"/>
                </a:cubicBezTo>
                <a:lnTo>
                  <a:pt x="77818" y="74458"/>
                </a:lnTo>
                <a:cubicBezTo>
                  <a:pt x="77818" y="74458"/>
                  <a:pt x="77818" y="74697"/>
                  <a:pt x="77818" y="74817"/>
                </a:cubicBezTo>
                <a:cubicBezTo>
                  <a:pt x="77818" y="74937"/>
                  <a:pt x="77818" y="75177"/>
                  <a:pt x="77818" y="75297"/>
                </a:cubicBezTo>
                <a:cubicBezTo>
                  <a:pt x="77579" y="76975"/>
                  <a:pt x="76020" y="78174"/>
                  <a:pt x="74341" y="77934"/>
                </a:cubicBezTo>
                <a:lnTo>
                  <a:pt x="74461" y="7781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8" name="Белый — SVG 68">
            <a:extLst>
              <a:ext uri="{FF2B5EF4-FFF2-40B4-BE49-F238E27FC236}">
                <a16:creationId xmlns:a16="http://schemas.microsoft.com/office/drawing/2014/main" id="{36FA4C69-5F3F-6A44-83E3-04E21508D157}"/>
              </a:ext>
            </a:extLst>
          </p:cNvPr>
          <p:cNvSpPr>
            <a:spLocks noGrp="1"/>
          </p:cNvSpPr>
          <p:nvPr/>
        </p:nvSpPr>
        <p:spPr>
          <a:xfrm>
            <a:off x="8220000" y="5530000"/>
            <a:ext cx="220000" cy="220000"/>
          </a:xfrm>
          <a:custGeom>
            <a:avLst/>
            <a:gdLst>
              <a:gd name="csX0" fmla="*/ 70946 w 141891"/>
              <a:gd name="csY0" fmla="*/ 0 h 141872"/>
              <a:gd name="csX1" fmla="*/ 0 w 141891"/>
              <a:gd name="csY1" fmla="*/ 70936 h 141872"/>
              <a:gd name="csX2" fmla="*/ 70946 w 141891"/>
              <a:gd name="csY2" fmla="*/ 141873 h 141872"/>
              <a:gd name="csX3" fmla="*/ 141892 w 141891"/>
              <a:gd name="csY3" fmla="*/ 70936 h 141872"/>
              <a:gd name="csX4" fmla="*/ 70946 w 141891"/>
              <a:gd name="csY4" fmla="*/ 0 h 141872"/>
              <a:gd name="csX5" fmla="*/ 117733 w 141891"/>
              <a:gd name="csY5" fmla="*/ 72978 h 141872"/>
              <a:gd name="csX6" fmla="*/ 113479 w 141891"/>
              <a:gd name="csY6" fmla="*/ 77230 h 141872"/>
              <a:gd name="csX7" fmla="*/ 109226 w 141891"/>
              <a:gd name="csY7" fmla="*/ 72978 h 141872"/>
              <a:gd name="csX8" fmla="*/ 109226 w 141891"/>
              <a:gd name="csY8" fmla="*/ 64132 h 141872"/>
              <a:gd name="csX9" fmla="*/ 85578 w 141891"/>
              <a:gd name="csY9" fmla="*/ 87777 h 141872"/>
              <a:gd name="csX10" fmla="*/ 79623 w 141891"/>
              <a:gd name="csY10" fmla="*/ 87777 h 141872"/>
              <a:gd name="csX11" fmla="*/ 57165 w 141891"/>
              <a:gd name="csY11" fmla="*/ 65323 h 141872"/>
              <a:gd name="csX12" fmla="*/ 31475 w 141891"/>
              <a:gd name="csY12" fmla="*/ 91009 h 141872"/>
              <a:gd name="csX13" fmla="*/ 25520 w 141891"/>
              <a:gd name="csY13" fmla="*/ 91009 h 141872"/>
              <a:gd name="csX14" fmla="*/ 25520 w 141891"/>
              <a:gd name="csY14" fmla="*/ 85056 h 141872"/>
              <a:gd name="csX15" fmla="*/ 54273 w 141891"/>
              <a:gd name="csY15" fmla="*/ 56307 h 141872"/>
              <a:gd name="csX16" fmla="*/ 60228 w 141891"/>
              <a:gd name="csY16" fmla="*/ 56307 h 141872"/>
              <a:gd name="csX17" fmla="*/ 82685 w 141891"/>
              <a:gd name="csY17" fmla="*/ 78761 h 141872"/>
              <a:gd name="csX18" fmla="*/ 103271 w 141891"/>
              <a:gd name="csY18" fmla="*/ 58178 h 141872"/>
              <a:gd name="csX19" fmla="*/ 94424 w 141891"/>
              <a:gd name="csY19" fmla="*/ 58178 h 141872"/>
              <a:gd name="csX20" fmla="*/ 90171 w 141891"/>
              <a:gd name="csY20" fmla="*/ 53925 h 141872"/>
              <a:gd name="csX21" fmla="*/ 94424 w 141891"/>
              <a:gd name="csY21" fmla="*/ 49672 h 141872"/>
              <a:gd name="csX22" fmla="*/ 113650 w 141891"/>
              <a:gd name="csY22" fmla="*/ 49672 h 141872"/>
              <a:gd name="csX23" fmla="*/ 117903 w 141891"/>
              <a:gd name="csY23" fmla="*/ 53925 h 141872"/>
              <a:gd name="csX24" fmla="*/ 117903 w 141891"/>
              <a:gd name="csY24" fmla="*/ 73148 h 141872"/>
              <a:gd name="csX25" fmla="*/ 117733 w 141891"/>
              <a:gd name="csY25" fmla="*/ 72978 h 141872"/>
            </a:gdLst>
            <a:ahLst/>
            <a:cxnLst/>
            <a:rect l="l" t="t" r="r" b="b"/>
            <a:pathLst>
              <a:path w="100000" h="100000">
                <a:moveTo>
                  <a:pt x="50000" y="7"/>
                </a:move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575"/>
                  <a:pt x="100001" y="50000"/>
                </a:cubicBezTo>
                <a:cubicBezTo>
                  <a:pt x="100001" y="22426"/>
                  <a:pt x="77459" y="7"/>
                  <a:pt x="50000" y="7"/>
                </a:cubicBezTo>
                <a:close/>
                <a:moveTo>
                  <a:pt x="82974" y="51439"/>
                </a:moveTo>
                <a:cubicBezTo>
                  <a:pt x="82974" y="53117"/>
                  <a:pt x="81535" y="54436"/>
                  <a:pt x="79976" y="54436"/>
                </a:cubicBezTo>
                <a:cubicBezTo>
                  <a:pt x="78298" y="54436"/>
                  <a:pt x="76979" y="52997"/>
                  <a:pt x="76979" y="51439"/>
                </a:cubicBezTo>
                <a:lnTo>
                  <a:pt x="76979" y="45205"/>
                </a:lnTo>
                <a:lnTo>
                  <a:pt x="60312" y="61869"/>
                </a:lnTo>
                <a:cubicBezTo>
                  <a:pt x="59113" y="63068"/>
                  <a:pt x="57195" y="63068"/>
                  <a:pt x="56116" y="61869"/>
                </a:cubicBezTo>
                <a:lnTo>
                  <a:pt x="40288" y="46044"/>
                </a:lnTo>
                <a:lnTo>
                  <a:pt x="22183" y="64147"/>
                </a:lnTo>
                <a:cubicBezTo>
                  <a:pt x="20983" y="65346"/>
                  <a:pt x="19065" y="65226"/>
                  <a:pt x="17986" y="64147"/>
                </a:cubicBezTo>
                <a:cubicBezTo>
                  <a:pt x="16787" y="62948"/>
                  <a:pt x="16907" y="61030"/>
                  <a:pt x="17986" y="59951"/>
                </a:cubicBezTo>
                <a:lnTo>
                  <a:pt x="38250" y="39690"/>
                </a:lnTo>
                <a:cubicBezTo>
                  <a:pt x="39449" y="38491"/>
                  <a:pt x="41367" y="38491"/>
                  <a:pt x="42447" y="39690"/>
                </a:cubicBezTo>
                <a:lnTo>
                  <a:pt x="58274" y="55515"/>
                </a:lnTo>
                <a:lnTo>
                  <a:pt x="72782" y="41009"/>
                </a:lnTo>
                <a:lnTo>
                  <a:pt x="66547" y="41009"/>
                </a:lnTo>
                <a:cubicBezTo>
                  <a:pt x="64869" y="41009"/>
                  <a:pt x="63549" y="39570"/>
                  <a:pt x="63549" y="38011"/>
                </a:cubicBezTo>
                <a:cubicBezTo>
                  <a:pt x="63549" y="36333"/>
                  <a:pt x="64989" y="35014"/>
                  <a:pt x="66547" y="35014"/>
                </a:cubicBezTo>
                <a:lnTo>
                  <a:pt x="80097" y="35014"/>
                </a:lnTo>
                <a:cubicBezTo>
                  <a:pt x="81775" y="35014"/>
                  <a:pt x="83094" y="36333"/>
                  <a:pt x="83094" y="38011"/>
                </a:cubicBezTo>
                <a:lnTo>
                  <a:pt x="83094" y="51559"/>
                </a:lnTo>
                <a:lnTo>
                  <a:pt x="82974" y="5143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29" name="Белый — SVG 69">
            <a:extLst>
              <a:ext uri="{FF2B5EF4-FFF2-40B4-BE49-F238E27FC236}">
                <a16:creationId xmlns:a16="http://schemas.microsoft.com/office/drawing/2014/main" id="{14042B3E-2FFC-5649-A958-D9A4EAE7E0D5}"/>
              </a:ext>
            </a:extLst>
          </p:cNvPr>
          <p:cNvSpPr>
            <a:spLocks noGrp="1"/>
          </p:cNvSpPr>
          <p:nvPr/>
        </p:nvSpPr>
        <p:spPr>
          <a:xfrm>
            <a:off x="8820000" y="5530000"/>
            <a:ext cx="220000" cy="220000"/>
          </a:xfrm>
          <a:custGeom>
            <a:avLst/>
            <a:gdLst>
              <a:gd name="csX0" fmla="*/ 70946 w 141891"/>
              <a:gd name="csY0" fmla="*/ 141873 h 141872"/>
              <a:gd name="csX1" fmla="*/ 0 w 141891"/>
              <a:gd name="csY1" fmla="*/ 70936 h 141872"/>
              <a:gd name="csX2" fmla="*/ 70946 w 141891"/>
              <a:gd name="csY2" fmla="*/ 0 h 141872"/>
              <a:gd name="csX3" fmla="*/ 141892 w 141891"/>
              <a:gd name="csY3" fmla="*/ 70936 h 141872"/>
              <a:gd name="csX4" fmla="*/ 70946 w 141891"/>
              <a:gd name="csY4" fmla="*/ 141873 h 141872"/>
              <a:gd name="csX5" fmla="*/ 117733 w 141891"/>
              <a:gd name="csY5" fmla="*/ 68895 h 141872"/>
              <a:gd name="csX6" fmla="*/ 113479 w 141891"/>
              <a:gd name="csY6" fmla="*/ 64642 h 141872"/>
              <a:gd name="csX7" fmla="*/ 109226 w 141891"/>
              <a:gd name="csY7" fmla="*/ 68895 h 141872"/>
              <a:gd name="csX8" fmla="*/ 109226 w 141891"/>
              <a:gd name="csY8" fmla="*/ 77741 h 141872"/>
              <a:gd name="csX9" fmla="*/ 85578 w 141891"/>
              <a:gd name="csY9" fmla="*/ 54095 h 141872"/>
              <a:gd name="csX10" fmla="*/ 79623 w 141891"/>
              <a:gd name="csY10" fmla="*/ 54095 h 141872"/>
              <a:gd name="csX11" fmla="*/ 57165 w 141891"/>
              <a:gd name="csY11" fmla="*/ 76550 h 141872"/>
              <a:gd name="csX12" fmla="*/ 31475 w 141891"/>
              <a:gd name="csY12" fmla="*/ 50863 h 141872"/>
              <a:gd name="csX13" fmla="*/ 25520 w 141891"/>
              <a:gd name="csY13" fmla="*/ 50863 h 141872"/>
              <a:gd name="csX14" fmla="*/ 25520 w 141891"/>
              <a:gd name="csY14" fmla="*/ 56817 h 141872"/>
              <a:gd name="csX15" fmla="*/ 54273 w 141891"/>
              <a:gd name="csY15" fmla="*/ 85566 h 141872"/>
              <a:gd name="csX16" fmla="*/ 60228 w 141891"/>
              <a:gd name="csY16" fmla="*/ 85566 h 141872"/>
              <a:gd name="csX17" fmla="*/ 82685 w 141891"/>
              <a:gd name="csY17" fmla="*/ 63111 h 141872"/>
              <a:gd name="csX18" fmla="*/ 103271 w 141891"/>
              <a:gd name="csY18" fmla="*/ 83695 h 141872"/>
              <a:gd name="csX19" fmla="*/ 94424 w 141891"/>
              <a:gd name="csY19" fmla="*/ 83695 h 141872"/>
              <a:gd name="csX20" fmla="*/ 90171 w 141891"/>
              <a:gd name="csY20" fmla="*/ 87947 h 141872"/>
              <a:gd name="csX21" fmla="*/ 94424 w 141891"/>
              <a:gd name="csY21" fmla="*/ 92200 h 141872"/>
              <a:gd name="csX22" fmla="*/ 113650 w 141891"/>
              <a:gd name="csY22" fmla="*/ 92200 h 141872"/>
              <a:gd name="csX23" fmla="*/ 117903 w 141891"/>
              <a:gd name="csY23" fmla="*/ 87947 h 141872"/>
              <a:gd name="csX24" fmla="*/ 117903 w 141891"/>
              <a:gd name="csY24" fmla="*/ 68725 h 141872"/>
              <a:gd name="csX25" fmla="*/ 117733 w 141891"/>
              <a:gd name="csY25" fmla="*/ 68895 h 141872"/>
            </a:gdLst>
            <a:ahLst/>
            <a:cxnLst/>
            <a:rect l="l" t="t" r="r" b="b"/>
            <a:pathLst>
              <a:path w="100000" h="100000">
                <a:moveTo>
                  <a:pt x="50000" y="99994"/>
                </a:moveTo>
                <a:cubicBezTo>
                  <a:pt x="22422" y="99994"/>
                  <a:pt x="0" y="77575"/>
                  <a:pt x="0" y="50000"/>
                </a:cubicBezTo>
                <a:cubicBezTo>
                  <a:pt x="0" y="22426"/>
                  <a:pt x="22422" y="7"/>
                  <a:pt x="50000" y="7"/>
                </a:cubicBezTo>
                <a:cubicBezTo>
                  <a:pt x="77579" y="7"/>
                  <a:pt x="100001" y="22426"/>
                  <a:pt x="100001" y="50000"/>
                </a:cubicBezTo>
                <a:cubicBezTo>
                  <a:pt x="100001" y="77575"/>
                  <a:pt x="77459" y="99994"/>
                  <a:pt x="50000" y="99994"/>
                </a:cubicBezTo>
                <a:close/>
                <a:moveTo>
                  <a:pt x="82974" y="48562"/>
                </a:moveTo>
                <a:cubicBezTo>
                  <a:pt x="82974" y="46883"/>
                  <a:pt x="81535" y="45564"/>
                  <a:pt x="79976" y="45564"/>
                </a:cubicBezTo>
                <a:cubicBezTo>
                  <a:pt x="78298" y="45564"/>
                  <a:pt x="76979" y="47003"/>
                  <a:pt x="76979" y="48562"/>
                </a:cubicBezTo>
                <a:lnTo>
                  <a:pt x="76979" y="54796"/>
                </a:lnTo>
                <a:lnTo>
                  <a:pt x="60312" y="38131"/>
                </a:lnTo>
                <a:cubicBezTo>
                  <a:pt x="59113" y="36932"/>
                  <a:pt x="57195" y="36932"/>
                  <a:pt x="56116" y="38131"/>
                </a:cubicBezTo>
                <a:lnTo>
                  <a:pt x="40288" y="53957"/>
                </a:lnTo>
                <a:lnTo>
                  <a:pt x="22183" y="35853"/>
                </a:lnTo>
                <a:cubicBezTo>
                  <a:pt x="20983" y="34654"/>
                  <a:pt x="19065" y="34774"/>
                  <a:pt x="17986" y="35853"/>
                </a:cubicBezTo>
                <a:cubicBezTo>
                  <a:pt x="16787" y="37052"/>
                  <a:pt x="16907" y="38970"/>
                  <a:pt x="17986" y="40049"/>
                </a:cubicBezTo>
                <a:lnTo>
                  <a:pt x="38250" y="60311"/>
                </a:lnTo>
                <a:cubicBezTo>
                  <a:pt x="39449" y="61510"/>
                  <a:pt x="41367" y="61510"/>
                  <a:pt x="42447" y="60311"/>
                </a:cubicBezTo>
                <a:lnTo>
                  <a:pt x="58274" y="44485"/>
                </a:lnTo>
                <a:lnTo>
                  <a:pt x="72782" y="58992"/>
                </a:lnTo>
                <a:lnTo>
                  <a:pt x="66547" y="58992"/>
                </a:lnTo>
                <a:cubicBezTo>
                  <a:pt x="64869" y="58992"/>
                  <a:pt x="63549" y="60431"/>
                  <a:pt x="63549" y="61989"/>
                </a:cubicBezTo>
                <a:cubicBezTo>
                  <a:pt x="63549" y="63668"/>
                  <a:pt x="64989" y="64986"/>
                  <a:pt x="66547" y="64986"/>
                </a:cubicBezTo>
                <a:lnTo>
                  <a:pt x="80097" y="64986"/>
                </a:lnTo>
                <a:cubicBezTo>
                  <a:pt x="81775" y="64986"/>
                  <a:pt x="83094" y="63668"/>
                  <a:pt x="83094" y="61989"/>
                </a:cubicBezTo>
                <a:lnTo>
                  <a:pt x="83094" y="48442"/>
                </a:lnTo>
                <a:lnTo>
                  <a:pt x="82974" y="4856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0" name="Белый — SVG 70">
            <a:extLst>
              <a:ext uri="{FF2B5EF4-FFF2-40B4-BE49-F238E27FC236}">
                <a16:creationId xmlns:a16="http://schemas.microsoft.com/office/drawing/2014/main" id="{36A913D8-A0B2-474D-9CE3-AC62D1DCA535}"/>
              </a:ext>
            </a:extLst>
          </p:cNvPr>
          <p:cNvSpPr>
            <a:spLocks noGrp="1"/>
          </p:cNvSpPr>
          <p:nvPr/>
        </p:nvSpPr>
        <p:spPr>
          <a:xfrm>
            <a:off x="9420000" y="5530000"/>
            <a:ext cx="220000" cy="220000"/>
          </a:xfrm>
          <a:custGeom>
            <a:avLst/>
            <a:gdLst>
              <a:gd name="csX0" fmla="*/ 70946 w 141891"/>
              <a:gd name="csY0" fmla="*/ 0 h 141872"/>
              <a:gd name="csX1" fmla="*/ 0 w 141891"/>
              <a:gd name="csY1" fmla="*/ 70936 h 141872"/>
              <a:gd name="csX2" fmla="*/ 70946 w 141891"/>
              <a:gd name="csY2" fmla="*/ 141873 h 141872"/>
              <a:gd name="csX3" fmla="*/ 141892 w 141891"/>
              <a:gd name="csY3" fmla="*/ 70936 h 141872"/>
              <a:gd name="csX4" fmla="*/ 70946 w 141891"/>
              <a:gd name="csY4" fmla="*/ 0 h 141872"/>
              <a:gd name="csX5" fmla="*/ 105483 w 141891"/>
              <a:gd name="csY5" fmla="*/ 94242 h 141872"/>
              <a:gd name="csX6" fmla="*/ 95275 w 141891"/>
              <a:gd name="csY6" fmla="*/ 104448 h 141872"/>
              <a:gd name="csX7" fmla="*/ 48488 w 141891"/>
              <a:gd name="csY7" fmla="*/ 104448 h 141872"/>
              <a:gd name="csX8" fmla="*/ 38280 w 141891"/>
              <a:gd name="csY8" fmla="*/ 94242 h 141872"/>
              <a:gd name="csX9" fmla="*/ 38280 w 141891"/>
              <a:gd name="csY9" fmla="*/ 47461 h 141872"/>
              <a:gd name="csX10" fmla="*/ 48488 w 141891"/>
              <a:gd name="csY10" fmla="*/ 37254 h 141872"/>
              <a:gd name="csX11" fmla="*/ 95275 w 141891"/>
              <a:gd name="csY11" fmla="*/ 37254 h 141872"/>
              <a:gd name="csX12" fmla="*/ 105483 w 141891"/>
              <a:gd name="csY12" fmla="*/ 47461 h 141872"/>
              <a:gd name="csX13" fmla="*/ 105483 w 141891"/>
              <a:gd name="csY13" fmla="*/ 94242 h 141872"/>
            </a:gdLst>
            <a:ahLst/>
            <a:cxnLst/>
            <a:rect l="l" t="t" r="r" b="b"/>
            <a:pathLst>
              <a:path w="100000" h="100000">
                <a:moveTo>
                  <a:pt x="50000" y="7"/>
                </a:move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575"/>
                  <a:pt x="100001" y="50000"/>
                </a:cubicBezTo>
                <a:cubicBezTo>
                  <a:pt x="100001" y="22426"/>
                  <a:pt x="77459" y="7"/>
                  <a:pt x="50000" y="7"/>
                </a:cubicBezTo>
                <a:close/>
                <a:moveTo>
                  <a:pt x="74341" y="66425"/>
                </a:moveTo>
                <a:cubicBezTo>
                  <a:pt x="74341" y="70381"/>
                  <a:pt x="71104" y="73618"/>
                  <a:pt x="67147" y="73618"/>
                </a:cubicBezTo>
                <a:lnTo>
                  <a:pt x="34173" y="73618"/>
                </a:lnTo>
                <a:cubicBezTo>
                  <a:pt x="30216" y="73618"/>
                  <a:pt x="26978" y="70381"/>
                  <a:pt x="26978" y="66425"/>
                </a:cubicBezTo>
                <a:lnTo>
                  <a:pt x="26978" y="33456"/>
                </a:lnTo>
                <a:cubicBezTo>
                  <a:pt x="26978" y="29499"/>
                  <a:pt x="30216" y="26262"/>
                  <a:pt x="34173" y="26262"/>
                </a:cubicBezTo>
                <a:lnTo>
                  <a:pt x="67147" y="26262"/>
                </a:lnTo>
                <a:cubicBezTo>
                  <a:pt x="71104" y="26262"/>
                  <a:pt x="74341" y="29499"/>
                  <a:pt x="74341" y="33456"/>
                </a:cubicBezTo>
                <a:lnTo>
                  <a:pt x="74341" y="6642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1" name="Белый — SVG 71">
            <a:extLst>
              <a:ext uri="{FF2B5EF4-FFF2-40B4-BE49-F238E27FC236}">
                <a16:creationId xmlns:a16="http://schemas.microsoft.com/office/drawing/2014/main" id="{9AC7FEE4-EFCA-4046-AEEE-E84712C29FD9}"/>
              </a:ext>
            </a:extLst>
          </p:cNvPr>
          <p:cNvSpPr>
            <a:spLocks noGrp="1"/>
          </p:cNvSpPr>
          <p:nvPr/>
        </p:nvSpPr>
        <p:spPr>
          <a:xfrm>
            <a:off x="10020000" y="5530000"/>
            <a:ext cx="220000" cy="220000"/>
          </a:xfrm>
          <a:custGeom>
            <a:avLst/>
            <a:gdLst>
              <a:gd name="csX0" fmla="*/ 38025 w 43043"/>
              <a:gd name="csY0" fmla="*/ 765 h 31725"/>
              <a:gd name="csX1" fmla="*/ 13866 w 43043"/>
              <a:gd name="csY1" fmla="*/ 24921 h 31725"/>
              <a:gd name="csX2" fmla="*/ 4679 w 43043"/>
              <a:gd name="csY2" fmla="*/ 15735 h 31725"/>
              <a:gd name="csX3" fmla="*/ 766 w 43043"/>
              <a:gd name="csY3" fmla="*/ 15735 h 31725"/>
              <a:gd name="csX4" fmla="*/ 766 w 43043"/>
              <a:gd name="csY4" fmla="*/ 19648 h 31725"/>
              <a:gd name="csX5" fmla="*/ 11995 w 43043"/>
              <a:gd name="csY5" fmla="*/ 30875 h 31725"/>
              <a:gd name="csX6" fmla="*/ 14036 w 43043"/>
              <a:gd name="csY6" fmla="*/ 31726 h 31725"/>
              <a:gd name="csX7" fmla="*/ 16078 w 43043"/>
              <a:gd name="csY7" fmla="*/ 30875 h 31725"/>
              <a:gd name="csX8" fmla="*/ 42278 w 43043"/>
              <a:gd name="csY8" fmla="*/ 4678 h 31725"/>
              <a:gd name="csX9" fmla="*/ 42278 w 43043"/>
              <a:gd name="csY9" fmla="*/ 765 h 31725"/>
              <a:gd name="csX10" fmla="*/ 38365 w 43043"/>
              <a:gd name="csY10" fmla="*/ 765 h 31725"/>
              <a:gd name="csX11" fmla="*/ 38025 w 43043"/>
              <a:gd name="csY11" fmla="*/ 765 h 31725"/>
            </a:gdLst>
            <a:ahLst/>
            <a:cxnLst/>
            <a:rect l="l" t="t" r="r" b="b"/>
            <a:pathLst>
              <a:path w="100000" h="100000">
                <a:moveTo>
                  <a:pt x="88342" y="14925"/>
                </a:moveTo>
                <a:lnTo>
                  <a:pt x="32214" y="71045"/>
                </a:lnTo>
                <a:lnTo>
                  <a:pt x="10871" y="49704"/>
                </a:lnTo>
                <a:cubicBezTo>
                  <a:pt x="8498" y="47334"/>
                  <a:pt x="4152" y="47334"/>
                  <a:pt x="1780" y="49704"/>
                </a:cubicBezTo>
                <a:cubicBezTo>
                  <a:pt x="-592" y="52076"/>
                  <a:pt x="-592" y="56423"/>
                  <a:pt x="1780" y="58795"/>
                </a:cubicBezTo>
                <a:lnTo>
                  <a:pt x="27867" y="84878"/>
                </a:lnTo>
                <a:cubicBezTo>
                  <a:pt x="29052" y="86063"/>
                  <a:pt x="30632" y="86855"/>
                  <a:pt x="32609" y="86855"/>
                </a:cubicBezTo>
                <a:cubicBezTo>
                  <a:pt x="34586" y="86855"/>
                  <a:pt x="35771" y="86063"/>
                  <a:pt x="37353" y="84878"/>
                </a:cubicBezTo>
                <a:lnTo>
                  <a:pt x="98223" y="24016"/>
                </a:lnTo>
                <a:cubicBezTo>
                  <a:pt x="100595" y="21643"/>
                  <a:pt x="100595" y="17297"/>
                  <a:pt x="98223" y="14925"/>
                </a:cubicBezTo>
                <a:cubicBezTo>
                  <a:pt x="95853" y="12555"/>
                  <a:pt x="91504" y="12555"/>
                  <a:pt x="89132" y="14925"/>
                </a:cubicBezTo>
                <a:lnTo>
                  <a:pt x="88342" y="1492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2" name="Белый — SVG 72">
            <a:extLst>
              <a:ext uri="{FF2B5EF4-FFF2-40B4-BE49-F238E27FC236}">
                <a16:creationId xmlns:a16="http://schemas.microsoft.com/office/drawing/2014/main" id="{FD75DE03-2E1A-1B41-8380-E7020B0870DB}"/>
              </a:ext>
            </a:extLst>
          </p:cNvPr>
          <p:cNvSpPr>
            <a:spLocks noGrp="1"/>
          </p:cNvSpPr>
          <p:nvPr/>
        </p:nvSpPr>
        <p:spPr>
          <a:xfrm>
            <a:off x="10620000" y="5530000"/>
            <a:ext cx="220000" cy="220000"/>
          </a:xfrm>
          <a:custGeom>
            <a:avLst/>
            <a:gdLst>
              <a:gd name="csX0" fmla="*/ 132792 w 135091"/>
              <a:gd name="csY0" fmla="*/ 87480 h 141745"/>
              <a:gd name="csX1" fmla="*/ 121223 w 135091"/>
              <a:gd name="csY1" fmla="*/ 78974 h 141745"/>
              <a:gd name="csX2" fmla="*/ 117140 w 135091"/>
              <a:gd name="csY2" fmla="*/ 70979 h 141745"/>
              <a:gd name="csX3" fmla="*/ 121223 w 135091"/>
              <a:gd name="csY3" fmla="*/ 62984 h 141745"/>
              <a:gd name="csX4" fmla="*/ 132963 w 135091"/>
              <a:gd name="csY4" fmla="*/ 54478 h 141745"/>
              <a:gd name="csX5" fmla="*/ 134834 w 135091"/>
              <a:gd name="csY5" fmla="*/ 48524 h 141745"/>
              <a:gd name="csX6" fmla="*/ 120713 w 135091"/>
              <a:gd name="csY6" fmla="*/ 24028 h 141745"/>
              <a:gd name="csX7" fmla="*/ 114588 w 135091"/>
              <a:gd name="csY7" fmla="*/ 22667 h 141745"/>
              <a:gd name="csX8" fmla="*/ 101488 w 135091"/>
              <a:gd name="csY8" fmla="*/ 28451 h 141745"/>
              <a:gd name="csX9" fmla="*/ 92641 w 135091"/>
              <a:gd name="csY9" fmla="*/ 27941 h 141745"/>
              <a:gd name="csX10" fmla="*/ 87707 w 135091"/>
              <a:gd name="csY10" fmla="*/ 20456 h 141745"/>
              <a:gd name="csX11" fmla="*/ 86176 w 135091"/>
              <a:gd name="csY11" fmla="*/ 5996 h 141745"/>
              <a:gd name="csX12" fmla="*/ 81922 w 135091"/>
              <a:gd name="csY12" fmla="*/ 1403 h 141745"/>
              <a:gd name="csX13" fmla="*/ 53680 w 135091"/>
              <a:gd name="csY13" fmla="*/ 1403 h 141745"/>
              <a:gd name="csX14" fmla="*/ 49427 w 135091"/>
              <a:gd name="csY14" fmla="*/ 5996 h 141745"/>
              <a:gd name="csX15" fmla="*/ 47895 w 135091"/>
              <a:gd name="csY15" fmla="*/ 20286 h 141745"/>
              <a:gd name="csX16" fmla="*/ 42962 w 135091"/>
              <a:gd name="csY16" fmla="*/ 27771 h 141745"/>
              <a:gd name="csX17" fmla="*/ 34115 w 135091"/>
              <a:gd name="csY17" fmla="*/ 28281 h 141745"/>
              <a:gd name="csX18" fmla="*/ 20844 w 135091"/>
              <a:gd name="csY18" fmla="*/ 22497 h 141745"/>
              <a:gd name="csX19" fmla="*/ 14719 w 135091"/>
              <a:gd name="csY19" fmla="*/ 23858 h 141745"/>
              <a:gd name="csX20" fmla="*/ 428 w 135091"/>
              <a:gd name="csY20" fmla="*/ 48354 h 141745"/>
              <a:gd name="csX21" fmla="*/ 2300 w 135091"/>
              <a:gd name="csY21" fmla="*/ 54308 h 141745"/>
              <a:gd name="csX22" fmla="*/ 13869 w 135091"/>
              <a:gd name="csY22" fmla="*/ 62813 h 141745"/>
              <a:gd name="csX23" fmla="*/ 17952 w 135091"/>
              <a:gd name="csY23" fmla="*/ 70809 h 141745"/>
              <a:gd name="csX24" fmla="*/ 13869 w 135091"/>
              <a:gd name="csY24" fmla="*/ 78804 h 141745"/>
              <a:gd name="csX25" fmla="*/ 2129 w 135091"/>
              <a:gd name="csY25" fmla="*/ 87310 h 141745"/>
              <a:gd name="csX26" fmla="*/ 258 w 135091"/>
              <a:gd name="csY26" fmla="*/ 93263 h 141745"/>
              <a:gd name="csX27" fmla="*/ 14379 w 135091"/>
              <a:gd name="csY27" fmla="*/ 117759 h 141745"/>
              <a:gd name="csX28" fmla="*/ 20504 w 135091"/>
              <a:gd name="csY28" fmla="*/ 119120 h 141745"/>
              <a:gd name="csX29" fmla="*/ 33604 w 135091"/>
              <a:gd name="csY29" fmla="*/ 113336 h 141745"/>
              <a:gd name="csX30" fmla="*/ 42451 w 135091"/>
              <a:gd name="csY30" fmla="*/ 113847 h 141745"/>
              <a:gd name="csX31" fmla="*/ 47385 w 135091"/>
              <a:gd name="csY31" fmla="*/ 121332 h 141745"/>
              <a:gd name="csX32" fmla="*/ 48916 w 135091"/>
              <a:gd name="csY32" fmla="*/ 135791 h 141745"/>
              <a:gd name="csX33" fmla="*/ 53170 w 135091"/>
              <a:gd name="csY33" fmla="*/ 140384 h 141745"/>
              <a:gd name="csX34" fmla="*/ 67461 w 135091"/>
              <a:gd name="csY34" fmla="*/ 141745 h 141745"/>
              <a:gd name="csX35" fmla="*/ 81412 w 135091"/>
              <a:gd name="csY35" fmla="*/ 140384 h 141745"/>
              <a:gd name="csX36" fmla="*/ 85665 w 135091"/>
              <a:gd name="csY36" fmla="*/ 135791 h 141745"/>
              <a:gd name="csX37" fmla="*/ 87196 w 135091"/>
              <a:gd name="csY37" fmla="*/ 121502 h 141745"/>
              <a:gd name="csX38" fmla="*/ 92130 w 135091"/>
              <a:gd name="csY38" fmla="*/ 114017 h 141745"/>
              <a:gd name="csX39" fmla="*/ 100977 w 135091"/>
              <a:gd name="csY39" fmla="*/ 113507 h 141745"/>
              <a:gd name="csX40" fmla="*/ 114248 w 135091"/>
              <a:gd name="csY40" fmla="*/ 119290 h 141745"/>
              <a:gd name="csX41" fmla="*/ 120373 w 135091"/>
              <a:gd name="csY41" fmla="*/ 117929 h 141745"/>
              <a:gd name="csX42" fmla="*/ 134494 w 135091"/>
              <a:gd name="csY42" fmla="*/ 93433 h 141745"/>
              <a:gd name="csX43" fmla="*/ 132622 w 135091"/>
              <a:gd name="csY43" fmla="*/ 87480 h 141745"/>
              <a:gd name="csX44" fmla="*/ 132792 w 135091"/>
              <a:gd name="csY44" fmla="*/ 87480 h 141745"/>
              <a:gd name="csX45" fmla="*/ 87367 w 135091"/>
              <a:gd name="csY45" fmla="*/ 58901 h 141745"/>
              <a:gd name="csX46" fmla="*/ 79881 w 135091"/>
              <a:gd name="csY46" fmla="*/ 58901 h 141745"/>
              <a:gd name="csX47" fmla="*/ 73075 w 135091"/>
              <a:gd name="csY47" fmla="*/ 52096 h 141745"/>
              <a:gd name="csX48" fmla="*/ 73075 w 135091"/>
              <a:gd name="csY48" fmla="*/ 103130 h 141745"/>
              <a:gd name="csX49" fmla="*/ 67631 w 135091"/>
              <a:gd name="csY49" fmla="*/ 108403 h 141745"/>
              <a:gd name="csX50" fmla="*/ 62357 w 135091"/>
              <a:gd name="csY50" fmla="*/ 102960 h 141745"/>
              <a:gd name="csX51" fmla="*/ 62357 w 135091"/>
              <a:gd name="csY51" fmla="*/ 51926 h 141745"/>
              <a:gd name="csX52" fmla="*/ 55551 w 135091"/>
              <a:gd name="csY52" fmla="*/ 58731 h 141745"/>
              <a:gd name="csX53" fmla="*/ 48066 w 135091"/>
              <a:gd name="csY53" fmla="*/ 58731 h 141745"/>
              <a:gd name="csX54" fmla="*/ 48066 w 135091"/>
              <a:gd name="csY54" fmla="*/ 51246 h 141745"/>
              <a:gd name="csX55" fmla="*/ 63548 w 135091"/>
              <a:gd name="csY55" fmla="*/ 35766 h 141745"/>
              <a:gd name="csX56" fmla="*/ 67631 w 135091"/>
              <a:gd name="csY56" fmla="*/ 33725 h 141745"/>
              <a:gd name="csX57" fmla="*/ 71884 w 135091"/>
              <a:gd name="csY57" fmla="*/ 35766 h 141745"/>
              <a:gd name="csX58" fmla="*/ 87367 w 135091"/>
              <a:gd name="csY58" fmla="*/ 51246 h 141745"/>
              <a:gd name="csX59" fmla="*/ 87367 w 135091"/>
              <a:gd name="csY59" fmla="*/ 58731 h 141745"/>
              <a:gd name="csX60" fmla="*/ 87367 w 135091"/>
              <a:gd name="csY60" fmla="*/ 58901 h 141745"/>
            </a:gdLst>
            <a:ahLst/>
            <a:cxnLst/>
            <a:rect l="l" t="t" r="r" b="b"/>
            <a:pathLst>
              <a:path w="100000" h="100000">
                <a:moveTo>
                  <a:pt x="96031" y="61716"/>
                </a:moveTo>
                <a:lnTo>
                  <a:pt x="87869" y="55716"/>
                </a:lnTo>
                <a:cubicBezTo>
                  <a:pt x="86069" y="54396"/>
                  <a:pt x="84989" y="52355"/>
                  <a:pt x="84989" y="50075"/>
                </a:cubicBezTo>
                <a:cubicBezTo>
                  <a:pt x="84989" y="47795"/>
                  <a:pt x="86069" y="45755"/>
                  <a:pt x="87869" y="44435"/>
                </a:cubicBezTo>
                <a:lnTo>
                  <a:pt x="96152" y="38434"/>
                </a:lnTo>
                <a:cubicBezTo>
                  <a:pt x="97472" y="37474"/>
                  <a:pt x="97952" y="35794"/>
                  <a:pt x="97472" y="34233"/>
                </a:cubicBezTo>
                <a:cubicBezTo>
                  <a:pt x="95311" y="27873"/>
                  <a:pt x="91950" y="22112"/>
                  <a:pt x="87509" y="16952"/>
                </a:cubicBezTo>
                <a:cubicBezTo>
                  <a:pt x="86429" y="15752"/>
                  <a:pt x="84629" y="15392"/>
                  <a:pt x="83188" y="15991"/>
                </a:cubicBezTo>
                <a:lnTo>
                  <a:pt x="73946" y="20072"/>
                </a:lnTo>
                <a:cubicBezTo>
                  <a:pt x="71905" y="20912"/>
                  <a:pt x="69625" y="20792"/>
                  <a:pt x="67705" y="19712"/>
                </a:cubicBezTo>
                <a:cubicBezTo>
                  <a:pt x="65784" y="18632"/>
                  <a:pt x="64464" y="16592"/>
                  <a:pt x="64224" y="14432"/>
                </a:cubicBezTo>
                <a:lnTo>
                  <a:pt x="63144" y="4230"/>
                </a:lnTo>
                <a:cubicBezTo>
                  <a:pt x="63024" y="2670"/>
                  <a:pt x="61703" y="1350"/>
                  <a:pt x="60143" y="990"/>
                </a:cubicBezTo>
                <a:cubicBezTo>
                  <a:pt x="53661" y="-330"/>
                  <a:pt x="46819" y="-330"/>
                  <a:pt x="40218" y="990"/>
                </a:cubicBezTo>
                <a:cubicBezTo>
                  <a:pt x="38657" y="1350"/>
                  <a:pt x="37457" y="2670"/>
                  <a:pt x="37218" y="4230"/>
                </a:cubicBezTo>
                <a:lnTo>
                  <a:pt x="36137" y="14312"/>
                </a:lnTo>
                <a:cubicBezTo>
                  <a:pt x="35897" y="16472"/>
                  <a:pt x="34577" y="18512"/>
                  <a:pt x="32657" y="19592"/>
                </a:cubicBezTo>
                <a:cubicBezTo>
                  <a:pt x="30735" y="20672"/>
                  <a:pt x="28455" y="20792"/>
                  <a:pt x="26415" y="19952"/>
                </a:cubicBezTo>
                <a:lnTo>
                  <a:pt x="17052" y="15871"/>
                </a:lnTo>
                <a:cubicBezTo>
                  <a:pt x="15613" y="15272"/>
                  <a:pt x="13812" y="15632"/>
                  <a:pt x="12731" y="16832"/>
                </a:cubicBezTo>
                <a:cubicBezTo>
                  <a:pt x="8170" y="21992"/>
                  <a:pt x="4809" y="27753"/>
                  <a:pt x="2649" y="34113"/>
                </a:cubicBezTo>
                <a:cubicBezTo>
                  <a:pt x="2169" y="35674"/>
                  <a:pt x="2649" y="37354"/>
                  <a:pt x="3970" y="38314"/>
                </a:cubicBezTo>
                <a:lnTo>
                  <a:pt x="12132" y="44314"/>
                </a:lnTo>
                <a:cubicBezTo>
                  <a:pt x="13932" y="45635"/>
                  <a:pt x="15012" y="47675"/>
                  <a:pt x="15012" y="49955"/>
                </a:cubicBezTo>
                <a:cubicBezTo>
                  <a:pt x="15012" y="52235"/>
                  <a:pt x="13932" y="54276"/>
                  <a:pt x="12132" y="55596"/>
                </a:cubicBezTo>
                <a:lnTo>
                  <a:pt x="3849" y="61597"/>
                </a:lnTo>
                <a:cubicBezTo>
                  <a:pt x="2529" y="62556"/>
                  <a:pt x="2049" y="64236"/>
                  <a:pt x="2529" y="65796"/>
                </a:cubicBezTo>
                <a:cubicBezTo>
                  <a:pt x="4689" y="72157"/>
                  <a:pt x="8050" y="77918"/>
                  <a:pt x="12491" y="83078"/>
                </a:cubicBezTo>
                <a:cubicBezTo>
                  <a:pt x="13572" y="84278"/>
                  <a:pt x="15372" y="84639"/>
                  <a:pt x="16813" y="84038"/>
                </a:cubicBezTo>
                <a:lnTo>
                  <a:pt x="26055" y="79958"/>
                </a:lnTo>
                <a:cubicBezTo>
                  <a:pt x="28095" y="79118"/>
                  <a:pt x="30376" y="79238"/>
                  <a:pt x="32296" y="80318"/>
                </a:cubicBezTo>
                <a:cubicBezTo>
                  <a:pt x="34216" y="81398"/>
                  <a:pt x="35537" y="83439"/>
                  <a:pt x="35777" y="85599"/>
                </a:cubicBezTo>
                <a:lnTo>
                  <a:pt x="36857" y="95799"/>
                </a:lnTo>
                <a:cubicBezTo>
                  <a:pt x="36977" y="97480"/>
                  <a:pt x="38298" y="98800"/>
                  <a:pt x="39858" y="99040"/>
                </a:cubicBezTo>
                <a:cubicBezTo>
                  <a:pt x="43099" y="99760"/>
                  <a:pt x="46459" y="100000"/>
                  <a:pt x="49940" y="100000"/>
                </a:cubicBezTo>
                <a:cubicBezTo>
                  <a:pt x="53421" y="100000"/>
                  <a:pt x="56542" y="99640"/>
                  <a:pt x="59783" y="99040"/>
                </a:cubicBezTo>
                <a:cubicBezTo>
                  <a:pt x="61343" y="98680"/>
                  <a:pt x="62543" y="97360"/>
                  <a:pt x="62783" y="95799"/>
                </a:cubicBezTo>
                <a:lnTo>
                  <a:pt x="63863" y="85719"/>
                </a:lnTo>
                <a:cubicBezTo>
                  <a:pt x="64104" y="83559"/>
                  <a:pt x="65424" y="81518"/>
                  <a:pt x="67344" y="80438"/>
                </a:cubicBezTo>
                <a:cubicBezTo>
                  <a:pt x="69265" y="79358"/>
                  <a:pt x="71665" y="79238"/>
                  <a:pt x="73586" y="80078"/>
                </a:cubicBezTo>
                <a:lnTo>
                  <a:pt x="82948" y="84158"/>
                </a:lnTo>
                <a:cubicBezTo>
                  <a:pt x="84388" y="84759"/>
                  <a:pt x="86189" y="84399"/>
                  <a:pt x="87269" y="83198"/>
                </a:cubicBezTo>
                <a:cubicBezTo>
                  <a:pt x="91830" y="78158"/>
                  <a:pt x="95191" y="72277"/>
                  <a:pt x="97232" y="65916"/>
                </a:cubicBezTo>
                <a:cubicBezTo>
                  <a:pt x="97711" y="64356"/>
                  <a:pt x="97232" y="62676"/>
                  <a:pt x="95911" y="61716"/>
                </a:cubicBezTo>
                <a:lnTo>
                  <a:pt x="96031" y="61716"/>
                </a:lnTo>
                <a:close/>
                <a:moveTo>
                  <a:pt x="63984" y="41554"/>
                </a:moveTo>
                <a:cubicBezTo>
                  <a:pt x="62543" y="42994"/>
                  <a:pt x="60143" y="42994"/>
                  <a:pt x="58703" y="41554"/>
                </a:cubicBezTo>
                <a:lnTo>
                  <a:pt x="53901" y="36753"/>
                </a:lnTo>
                <a:lnTo>
                  <a:pt x="53901" y="72757"/>
                </a:lnTo>
                <a:cubicBezTo>
                  <a:pt x="53901" y="74798"/>
                  <a:pt x="52221" y="76477"/>
                  <a:pt x="50060" y="76477"/>
                </a:cubicBezTo>
                <a:cubicBezTo>
                  <a:pt x="47900" y="76477"/>
                  <a:pt x="46340" y="74798"/>
                  <a:pt x="46340" y="72637"/>
                </a:cubicBezTo>
                <a:lnTo>
                  <a:pt x="46340" y="36633"/>
                </a:lnTo>
                <a:lnTo>
                  <a:pt x="41538" y="41434"/>
                </a:lnTo>
                <a:cubicBezTo>
                  <a:pt x="40098" y="42874"/>
                  <a:pt x="37697" y="42874"/>
                  <a:pt x="36257" y="41434"/>
                </a:cubicBezTo>
                <a:cubicBezTo>
                  <a:pt x="34817" y="39994"/>
                  <a:pt x="34817" y="37594"/>
                  <a:pt x="36257" y="36154"/>
                </a:cubicBezTo>
                <a:lnTo>
                  <a:pt x="47180" y="25233"/>
                </a:lnTo>
                <a:cubicBezTo>
                  <a:pt x="47900" y="24272"/>
                  <a:pt x="48980" y="23793"/>
                  <a:pt x="50060" y="23793"/>
                </a:cubicBezTo>
                <a:cubicBezTo>
                  <a:pt x="51260" y="23793"/>
                  <a:pt x="52341" y="24272"/>
                  <a:pt x="53061" y="25233"/>
                </a:cubicBezTo>
                <a:lnTo>
                  <a:pt x="63984" y="36154"/>
                </a:lnTo>
                <a:cubicBezTo>
                  <a:pt x="65424" y="37594"/>
                  <a:pt x="65424" y="39994"/>
                  <a:pt x="63984" y="41434"/>
                </a:cubicBezTo>
                <a:lnTo>
                  <a:pt x="63984" y="4155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3" name="Белый — SVG 73">
            <a:extLst>
              <a:ext uri="{FF2B5EF4-FFF2-40B4-BE49-F238E27FC236}">
                <a16:creationId xmlns:a16="http://schemas.microsoft.com/office/drawing/2014/main" id="{170BF52D-EC5F-1241-AF1B-F33D2735046B}"/>
              </a:ext>
            </a:extLst>
          </p:cNvPr>
          <p:cNvSpPr>
            <a:spLocks noGrp="1"/>
          </p:cNvSpPr>
          <p:nvPr/>
        </p:nvSpPr>
        <p:spPr>
          <a:xfrm>
            <a:off x="420000" y="5790000"/>
            <a:ext cx="220000" cy="220000"/>
          </a:xfrm>
          <a:custGeom>
            <a:avLst/>
            <a:gdLst>
              <a:gd name="csX0" fmla="*/ 2299 w 135091"/>
              <a:gd name="csY0" fmla="*/ 54265 h 141745"/>
              <a:gd name="csX1" fmla="*/ 13869 w 135091"/>
              <a:gd name="csY1" fmla="*/ 62771 h 141745"/>
              <a:gd name="csX2" fmla="*/ 17952 w 135091"/>
              <a:gd name="csY2" fmla="*/ 70766 h 141745"/>
              <a:gd name="csX3" fmla="*/ 13869 w 135091"/>
              <a:gd name="csY3" fmla="*/ 78761 h 141745"/>
              <a:gd name="csX4" fmla="*/ 2129 w 135091"/>
              <a:gd name="csY4" fmla="*/ 87267 h 141745"/>
              <a:gd name="csX5" fmla="*/ 258 w 135091"/>
              <a:gd name="csY5" fmla="*/ 93221 h 141745"/>
              <a:gd name="csX6" fmla="*/ 14379 w 135091"/>
              <a:gd name="csY6" fmla="*/ 117717 h 141745"/>
              <a:gd name="csX7" fmla="*/ 20504 w 135091"/>
              <a:gd name="csY7" fmla="*/ 119078 h 141745"/>
              <a:gd name="csX8" fmla="*/ 33604 w 135091"/>
              <a:gd name="csY8" fmla="*/ 113294 h 141745"/>
              <a:gd name="csX9" fmla="*/ 42451 w 135091"/>
              <a:gd name="csY9" fmla="*/ 113804 h 141745"/>
              <a:gd name="csX10" fmla="*/ 47385 w 135091"/>
              <a:gd name="csY10" fmla="*/ 121289 h 141745"/>
              <a:gd name="csX11" fmla="*/ 48916 w 135091"/>
              <a:gd name="csY11" fmla="*/ 135749 h 141745"/>
              <a:gd name="csX12" fmla="*/ 53170 w 135091"/>
              <a:gd name="csY12" fmla="*/ 140342 h 141745"/>
              <a:gd name="csX13" fmla="*/ 81412 w 135091"/>
              <a:gd name="csY13" fmla="*/ 140342 h 141745"/>
              <a:gd name="csX14" fmla="*/ 85665 w 135091"/>
              <a:gd name="csY14" fmla="*/ 135749 h 141745"/>
              <a:gd name="csX15" fmla="*/ 87196 w 135091"/>
              <a:gd name="csY15" fmla="*/ 121459 h 141745"/>
              <a:gd name="csX16" fmla="*/ 92130 w 135091"/>
              <a:gd name="csY16" fmla="*/ 113974 h 141745"/>
              <a:gd name="csX17" fmla="*/ 100977 w 135091"/>
              <a:gd name="csY17" fmla="*/ 113464 h 141745"/>
              <a:gd name="csX18" fmla="*/ 114248 w 135091"/>
              <a:gd name="csY18" fmla="*/ 119248 h 141745"/>
              <a:gd name="csX19" fmla="*/ 120373 w 135091"/>
              <a:gd name="csY19" fmla="*/ 117887 h 141745"/>
              <a:gd name="csX20" fmla="*/ 134664 w 135091"/>
              <a:gd name="csY20" fmla="*/ 93391 h 141745"/>
              <a:gd name="csX21" fmla="*/ 132792 w 135091"/>
              <a:gd name="csY21" fmla="*/ 87437 h 141745"/>
              <a:gd name="csX22" fmla="*/ 121223 w 135091"/>
              <a:gd name="csY22" fmla="*/ 78932 h 141745"/>
              <a:gd name="csX23" fmla="*/ 117140 w 135091"/>
              <a:gd name="csY23" fmla="*/ 70936 h 141745"/>
              <a:gd name="csX24" fmla="*/ 121223 w 135091"/>
              <a:gd name="csY24" fmla="*/ 62941 h 141745"/>
              <a:gd name="csX25" fmla="*/ 132963 w 135091"/>
              <a:gd name="csY25" fmla="*/ 54436 h 141745"/>
              <a:gd name="csX26" fmla="*/ 134834 w 135091"/>
              <a:gd name="csY26" fmla="*/ 48482 h 141745"/>
              <a:gd name="csX27" fmla="*/ 120713 w 135091"/>
              <a:gd name="csY27" fmla="*/ 23986 h 141745"/>
              <a:gd name="csX28" fmla="*/ 114588 w 135091"/>
              <a:gd name="csY28" fmla="*/ 22625 h 141745"/>
              <a:gd name="csX29" fmla="*/ 101488 w 135091"/>
              <a:gd name="csY29" fmla="*/ 28409 h 141745"/>
              <a:gd name="csX30" fmla="*/ 92641 w 135091"/>
              <a:gd name="csY30" fmla="*/ 27898 h 141745"/>
              <a:gd name="csX31" fmla="*/ 87707 w 135091"/>
              <a:gd name="csY31" fmla="*/ 20413 h 141745"/>
              <a:gd name="csX32" fmla="*/ 86176 w 135091"/>
              <a:gd name="csY32" fmla="*/ 5954 h 141745"/>
              <a:gd name="csX33" fmla="*/ 81922 w 135091"/>
              <a:gd name="csY33" fmla="*/ 1361 h 141745"/>
              <a:gd name="csX34" fmla="*/ 67631 w 135091"/>
              <a:gd name="csY34" fmla="*/ 0 h 141745"/>
              <a:gd name="csX35" fmla="*/ 53680 w 135091"/>
              <a:gd name="csY35" fmla="*/ 1361 h 141745"/>
              <a:gd name="csX36" fmla="*/ 49427 w 135091"/>
              <a:gd name="csY36" fmla="*/ 5954 h 141745"/>
              <a:gd name="csX37" fmla="*/ 47895 w 135091"/>
              <a:gd name="csY37" fmla="*/ 20243 h 141745"/>
              <a:gd name="csX38" fmla="*/ 42962 w 135091"/>
              <a:gd name="csY38" fmla="*/ 27728 h 141745"/>
              <a:gd name="csX39" fmla="*/ 34115 w 135091"/>
              <a:gd name="csY39" fmla="*/ 28238 h 141745"/>
              <a:gd name="csX40" fmla="*/ 20844 w 135091"/>
              <a:gd name="csY40" fmla="*/ 22455 h 141745"/>
              <a:gd name="csX41" fmla="*/ 14719 w 135091"/>
              <a:gd name="csY41" fmla="*/ 23816 h 141745"/>
              <a:gd name="csX42" fmla="*/ 598 w 135091"/>
              <a:gd name="csY42" fmla="*/ 48312 h 141745"/>
              <a:gd name="csX43" fmla="*/ 2470 w 135091"/>
              <a:gd name="csY43" fmla="*/ 54265 h 141745"/>
              <a:gd name="csX44" fmla="*/ 2299 w 135091"/>
              <a:gd name="csY44" fmla="*/ 54265 h 141745"/>
              <a:gd name="csX45" fmla="*/ 47725 w 135091"/>
              <a:gd name="csY45" fmla="*/ 82844 h 141745"/>
              <a:gd name="csX46" fmla="*/ 55211 w 135091"/>
              <a:gd name="csY46" fmla="*/ 82844 h 141745"/>
              <a:gd name="csX47" fmla="*/ 62017 w 135091"/>
              <a:gd name="csY47" fmla="*/ 89649 h 141745"/>
              <a:gd name="csX48" fmla="*/ 62017 w 135091"/>
              <a:gd name="csY48" fmla="*/ 38615 h 141745"/>
              <a:gd name="csX49" fmla="*/ 67461 w 135091"/>
              <a:gd name="csY49" fmla="*/ 33342 h 141745"/>
              <a:gd name="csX50" fmla="*/ 72735 w 135091"/>
              <a:gd name="csY50" fmla="*/ 38785 h 141745"/>
              <a:gd name="csX51" fmla="*/ 72735 w 135091"/>
              <a:gd name="csY51" fmla="*/ 89819 h 141745"/>
              <a:gd name="csX52" fmla="*/ 79540 w 135091"/>
              <a:gd name="csY52" fmla="*/ 83014 h 141745"/>
              <a:gd name="csX53" fmla="*/ 87026 w 135091"/>
              <a:gd name="csY53" fmla="*/ 83014 h 141745"/>
              <a:gd name="csX54" fmla="*/ 87026 w 135091"/>
              <a:gd name="csY54" fmla="*/ 90499 h 141745"/>
              <a:gd name="csX55" fmla="*/ 71544 w 135091"/>
              <a:gd name="csY55" fmla="*/ 105979 h 141745"/>
              <a:gd name="csX56" fmla="*/ 67461 w 135091"/>
              <a:gd name="csY56" fmla="*/ 108021 h 141745"/>
              <a:gd name="csX57" fmla="*/ 63208 w 135091"/>
              <a:gd name="csY57" fmla="*/ 105979 h 141745"/>
              <a:gd name="csX58" fmla="*/ 47725 w 135091"/>
              <a:gd name="csY58" fmla="*/ 90499 h 141745"/>
              <a:gd name="csX59" fmla="*/ 47725 w 135091"/>
              <a:gd name="csY59" fmla="*/ 83014 h 141745"/>
              <a:gd name="csX60" fmla="*/ 47725 w 135091"/>
              <a:gd name="csY60" fmla="*/ 82844 h 141745"/>
            </a:gdLst>
            <a:ahLst/>
            <a:cxnLst/>
            <a:rect l="l" t="t" r="r" b="b"/>
            <a:pathLst>
              <a:path w="100000" h="100000">
                <a:moveTo>
                  <a:pt x="3969" y="38284"/>
                </a:moveTo>
                <a:lnTo>
                  <a:pt x="12132" y="44284"/>
                </a:lnTo>
                <a:cubicBezTo>
                  <a:pt x="13932" y="45604"/>
                  <a:pt x="15012" y="47645"/>
                  <a:pt x="15012" y="49925"/>
                </a:cubicBezTo>
                <a:cubicBezTo>
                  <a:pt x="15012" y="52205"/>
                  <a:pt x="13932" y="54245"/>
                  <a:pt x="12132" y="55565"/>
                </a:cubicBezTo>
                <a:lnTo>
                  <a:pt x="3849" y="61566"/>
                </a:lnTo>
                <a:cubicBezTo>
                  <a:pt x="2529" y="62526"/>
                  <a:pt x="2049" y="64206"/>
                  <a:pt x="2529" y="65767"/>
                </a:cubicBezTo>
                <a:cubicBezTo>
                  <a:pt x="4689" y="72127"/>
                  <a:pt x="8050" y="77888"/>
                  <a:pt x="12491" y="83048"/>
                </a:cubicBezTo>
                <a:cubicBezTo>
                  <a:pt x="13572" y="84248"/>
                  <a:pt x="15372" y="84608"/>
                  <a:pt x="16813" y="84009"/>
                </a:cubicBezTo>
                <a:lnTo>
                  <a:pt x="26055" y="79928"/>
                </a:lnTo>
                <a:cubicBezTo>
                  <a:pt x="28095" y="79088"/>
                  <a:pt x="30376" y="79208"/>
                  <a:pt x="32296" y="80288"/>
                </a:cubicBezTo>
                <a:cubicBezTo>
                  <a:pt x="34216" y="81368"/>
                  <a:pt x="35537" y="83408"/>
                  <a:pt x="35777" y="85568"/>
                </a:cubicBezTo>
                <a:lnTo>
                  <a:pt x="36857" y="95770"/>
                </a:lnTo>
                <a:cubicBezTo>
                  <a:pt x="36977" y="97330"/>
                  <a:pt x="38298" y="98650"/>
                  <a:pt x="39858" y="99010"/>
                </a:cubicBezTo>
                <a:cubicBezTo>
                  <a:pt x="46340" y="100330"/>
                  <a:pt x="53181" y="100330"/>
                  <a:pt x="59783" y="99010"/>
                </a:cubicBezTo>
                <a:cubicBezTo>
                  <a:pt x="61343" y="98650"/>
                  <a:pt x="62543" y="97330"/>
                  <a:pt x="62783" y="95770"/>
                </a:cubicBezTo>
                <a:lnTo>
                  <a:pt x="63863" y="85688"/>
                </a:lnTo>
                <a:cubicBezTo>
                  <a:pt x="64104" y="83528"/>
                  <a:pt x="65424" y="81488"/>
                  <a:pt x="67344" y="80408"/>
                </a:cubicBezTo>
                <a:cubicBezTo>
                  <a:pt x="69265" y="79328"/>
                  <a:pt x="71545" y="79208"/>
                  <a:pt x="73586" y="80048"/>
                </a:cubicBezTo>
                <a:lnTo>
                  <a:pt x="82948" y="84129"/>
                </a:lnTo>
                <a:cubicBezTo>
                  <a:pt x="84388" y="84728"/>
                  <a:pt x="86189" y="84368"/>
                  <a:pt x="87269" y="83168"/>
                </a:cubicBezTo>
                <a:cubicBezTo>
                  <a:pt x="91830" y="78008"/>
                  <a:pt x="95191" y="72247"/>
                  <a:pt x="97352" y="65887"/>
                </a:cubicBezTo>
                <a:cubicBezTo>
                  <a:pt x="97831" y="64327"/>
                  <a:pt x="97352" y="62646"/>
                  <a:pt x="96031" y="61686"/>
                </a:cubicBezTo>
                <a:lnTo>
                  <a:pt x="87869" y="55686"/>
                </a:lnTo>
                <a:cubicBezTo>
                  <a:pt x="86069" y="54365"/>
                  <a:pt x="84989" y="52325"/>
                  <a:pt x="84989" y="50045"/>
                </a:cubicBezTo>
                <a:cubicBezTo>
                  <a:pt x="84989" y="47765"/>
                  <a:pt x="86069" y="45724"/>
                  <a:pt x="87869" y="44404"/>
                </a:cubicBezTo>
                <a:lnTo>
                  <a:pt x="96152" y="38404"/>
                </a:lnTo>
                <a:cubicBezTo>
                  <a:pt x="97472" y="37444"/>
                  <a:pt x="97952" y="35764"/>
                  <a:pt x="97472" y="34204"/>
                </a:cubicBezTo>
                <a:cubicBezTo>
                  <a:pt x="95311" y="27843"/>
                  <a:pt x="91950" y="22082"/>
                  <a:pt x="87509" y="16922"/>
                </a:cubicBezTo>
                <a:cubicBezTo>
                  <a:pt x="86429" y="15722"/>
                  <a:pt x="84629" y="15361"/>
                  <a:pt x="83188" y="15962"/>
                </a:cubicBezTo>
                <a:lnTo>
                  <a:pt x="73946" y="20042"/>
                </a:lnTo>
                <a:cubicBezTo>
                  <a:pt x="71905" y="20882"/>
                  <a:pt x="69625" y="20762"/>
                  <a:pt x="67705" y="19682"/>
                </a:cubicBezTo>
                <a:cubicBezTo>
                  <a:pt x="65784" y="18602"/>
                  <a:pt x="64464" y="16561"/>
                  <a:pt x="64224" y="14401"/>
                </a:cubicBezTo>
                <a:lnTo>
                  <a:pt x="63144" y="4201"/>
                </a:lnTo>
                <a:cubicBezTo>
                  <a:pt x="63023" y="2520"/>
                  <a:pt x="61703" y="1200"/>
                  <a:pt x="60143" y="960"/>
                </a:cubicBezTo>
                <a:cubicBezTo>
                  <a:pt x="56902" y="240"/>
                  <a:pt x="53541" y="0"/>
                  <a:pt x="50060" y="0"/>
                </a:cubicBezTo>
                <a:cubicBezTo>
                  <a:pt x="46579" y="0"/>
                  <a:pt x="43459" y="360"/>
                  <a:pt x="40218" y="960"/>
                </a:cubicBezTo>
                <a:cubicBezTo>
                  <a:pt x="38657" y="1320"/>
                  <a:pt x="37457" y="2640"/>
                  <a:pt x="37218" y="4201"/>
                </a:cubicBezTo>
                <a:lnTo>
                  <a:pt x="36137" y="14281"/>
                </a:lnTo>
                <a:cubicBezTo>
                  <a:pt x="35897" y="16441"/>
                  <a:pt x="34577" y="18482"/>
                  <a:pt x="32657" y="19562"/>
                </a:cubicBezTo>
                <a:cubicBezTo>
                  <a:pt x="30735" y="20642"/>
                  <a:pt x="28335" y="20762"/>
                  <a:pt x="26415" y="19922"/>
                </a:cubicBezTo>
                <a:lnTo>
                  <a:pt x="17052" y="15842"/>
                </a:lnTo>
                <a:cubicBezTo>
                  <a:pt x="15613" y="15241"/>
                  <a:pt x="13812" y="15601"/>
                  <a:pt x="12731" y="16802"/>
                </a:cubicBezTo>
                <a:cubicBezTo>
                  <a:pt x="8170" y="21842"/>
                  <a:pt x="4809" y="27723"/>
                  <a:pt x="2769" y="34084"/>
                </a:cubicBezTo>
                <a:cubicBezTo>
                  <a:pt x="2289" y="35644"/>
                  <a:pt x="2769" y="37324"/>
                  <a:pt x="4090" y="38284"/>
                </a:cubicBezTo>
                <a:lnTo>
                  <a:pt x="3969" y="38284"/>
                </a:lnTo>
                <a:close/>
                <a:moveTo>
                  <a:pt x="36017" y="58446"/>
                </a:moveTo>
                <a:cubicBezTo>
                  <a:pt x="37457" y="57006"/>
                  <a:pt x="39858" y="57006"/>
                  <a:pt x="41298" y="58446"/>
                </a:cubicBezTo>
                <a:lnTo>
                  <a:pt x="46100" y="63247"/>
                </a:lnTo>
                <a:lnTo>
                  <a:pt x="46100" y="27243"/>
                </a:lnTo>
                <a:cubicBezTo>
                  <a:pt x="46100" y="25202"/>
                  <a:pt x="47779" y="23523"/>
                  <a:pt x="49940" y="23523"/>
                </a:cubicBezTo>
                <a:cubicBezTo>
                  <a:pt x="52101" y="23523"/>
                  <a:pt x="53661" y="25202"/>
                  <a:pt x="53661" y="27363"/>
                </a:cubicBezTo>
                <a:lnTo>
                  <a:pt x="53661" y="63367"/>
                </a:lnTo>
                <a:lnTo>
                  <a:pt x="58462" y="58566"/>
                </a:lnTo>
                <a:cubicBezTo>
                  <a:pt x="59903" y="57126"/>
                  <a:pt x="62303" y="57126"/>
                  <a:pt x="63743" y="58566"/>
                </a:cubicBezTo>
                <a:cubicBezTo>
                  <a:pt x="65184" y="60006"/>
                  <a:pt x="65184" y="62406"/>
                  <a:pt x="63743" y="63846"/>
                </a:cubicBezTo>
                <a:lnTo>
                  <a:pt x="52821" y="74767"/>
                </a:lnTo>
                <a:cubicBezTo>
                  <a:pt x="52101" y="75728"/>
                  <a:pt x="51020" y="76208"/>
                  <a:pt x="49940" y="76208"/>
                </a:cubicBezTo>
                <a:cubicBezTo>
                  <a:pt x="48740" y="76208"/>
                  <a:pt x="47660" y="75728"/>
                  <a:pt x="46940" y="74767"/>
                </a:cubicBezTo>
                <a:lnTo>
                  <a:pt x="36017" y="63846"/>
                </a:lnTo>
                <a:cubicBezTo>
                  <a:pt x="34577" y="62406"/>
                  <a:pt x="34577" y="60006"/>
                  <a:pt x="36017" y="58566"/>
                </a:cubicBezTo>
                <a:lnTo>
                  <a:pt x="36017" y="5844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4" name="Белый — SVG 74">
            <a:extLst>
              <a:ext uri="{FF2B5EF4-FFF2-40B4-BE49-F238E27FC236}">
                <a16:creationId xmlns:a16="http://schemas.microsoft.com/office/drawing/2014/main" id="{1AB86EDF-5FED-E843-9FD3-417EA9AA992E}"/>
              </a:ext>
            </a:extLst>
          </p:cNvPr>
          <p:cNvSpPr>
            <a:spLocks noGrp="1"/>
          </p:cNvSpPr>
          <p:nvPr/>
        </p:nvSpPr>
        <p:spPr>
          <a:xfrm>
            <a:off x="1020000" y="5790000"/>
            <a:ext cx="220000" cy="220000"/>
          </a:xfrm>
          <a:custGeom>
            <a:avLst/>
            <a:gdLst>
              <a:gd name="csX0" fmla="*/ 93931 w 99239"/>
              <a:gd name="csY0" fmla="*/ 134671 h 134671"/>
              <a:gd name="csX1" fmla="*/ 90817 w 99239"/>
              <a:gd name="csY1" fmla="*/ 133668 h 134671"/>
              <a:gd name="csX2" fmla="*/ 49628 w 99239"/>
              <a:gd name="csY2" fmla="*/ 104009 h 134671"/>
              <a:gd name="csX3" fmla="*/ 8422 w 99239"/>
              <a:gd name="csY3" fmla="*/ 133668 h 134671"/>
              <a:gd name="csX4" fmla="*/ 2892 w 99239"/>
              <a:gd name="csY4" fmla="*/ 134086 h 134671"/>
              <a:gd name="csX5" fmla="*/ 0 w 99239"/>
              <a:gd name="csY5" fmla="*/ 129355 h 134671"/>
              <a:gd name="csX6" fmla="*/ 0 w 99239"/>
              <a:gd name="csY6" fmla="*/ 23036 h 134671"/>
              <a:gd name="csX7" fmla="*/ 23036 w 99239"/>
              <a:gd name="csY7" fmla="*/ 0 h 134671"/>
              <a:gd name="csX8" fmla="*/ 76203 w 99239"/>
              <a:gd name="csY8" fmla="*/ 0 h 134671"/>
              <a:gd name="csX9" fmla="*/ 99239 w 99239"/>
              <a:gd name="csY9" fmla="*/ 23036 h 134671"/>
              <a:gd name="csX10" fmla="*/ 99239 w 99239"/>
              <a:gd name="csY10" fmla="*/ 129355 h 134671"/>
              <a:gd name="csX11" fmla="*/ 96347 w 99239"/>
              <a:gd name="csY11" fmla="*/ 134086 h 134671"/>
              <a:gd name="csX12" fmla="*/ 93931 w 99239"/>
              <a:gd name="csY12" fmla="*/ 134671 h 134671"/>
            </a:gdLst>
            <a:ahLst/>
            <a:cxnLst/>
            <a:rect l="l" t="t" r="r" b="b"/>
            <a:pathLst>
              <a:path w="100000" h="100000">
                <a:moveTo>
                  <a:pt x="82904" y="100000"/>
                </a:moveTo>
                <a:cubicBezTo>
                  <a:pt x="82082" y="100000"/>
                  <a:pt x="81274" y="99750"/>
                  <a:pt x="80591" y="99255"/>
                </a:cubicBezTo>
                <a:lnTo>
                  <a:pt x="50006" y="77232"/>
                </a:lnTo>
                <a:lnTo>
                  <a:pt x="19409" y="99255"/>
                </a:lnTo>
                <a:cubicBezTo>
                  <a:pt x="18208" y="100121"/>
                  <a:pt x="16617" y="100242"/>
                  <a:pt x="15302" y="99566"/>
                </a:cubicBezTo>
                <a:cubicBezTo>
                  <a:pt x="13989" y="98892"/>
                  <a:pt x="13155" y="97535"/>
                  <a:pt x="13155" y="96053"/>
                </a:cubicBezTo>
                <a:lnTo>
                  <a:pt x="13155" y="17105"/>
                </a:lnTo>
                <a:cubicBezTo>
                  <a:pt x="13155" y="7674"/>
                  <a:pt x="20823" y="0"/>
                  <a:pt x="30260" y="0"/>
                </a:cubicBezTo>
                <a:lnTo>
                  <a:pt x="69740" y="0"/>
                </a:lnTo>
                <a:cubicBezTo>
                  <a:pt x="79177" y="0"/>
                  <a:pt x="86845" y="7674"/>
                  <a:pt x="86845" y="17105"/>
                </a:cubicBezTo>
                <a:lnTo>
                  <a:pt x="86845" y="96053"/>
                </a:lnTo>
                <a:cubicBezTo>
                  <a:pt x="86845" y="97535"/>
                  <a:pt x="86024" y="98892"/>
                  <a:pt x="84698" y="99566"/>
                </a:cubicBezTo>
                <a:cubicBezTo>
                  <a:pt x="84129" y="99855"/>
                  <a:pt x="83523" y="100000"/>
                  <a:pt x="82904" y="1000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5" name="Белый — SVG 75">
            <a:extLst>
              <a:ext uri="{FF2B5EF4-FFF2-40B4-BE49-F238E27FC236}">
                <a16:creationId xmlns:a16="http://schemas.microsoft.com/office/drawing/2014/main" id="{8005480D-C4FA-F645-A828-380CFBECD736}"/>
              </a:ext>
            </a:extLst>
          </p:cNvPr>
          <p:cNvSpPr>
            <a:spLocks noGrp="1"/>
          </p:cNvSpPr>
          <p:nvPr/>
        </p:nvSpPr>
        <p:spPr>
          <a:xfrm>
            <a:off x="1620000" y="5790000"/>
            <a:ext cx="220000" cy="220000"/>
          </a:xfrm>
          <a:custGeom>
            <a:avLst/>
            <a:gdLst>
              <a:gd name="csX0" fmla="*/ 70776 w 127770"/>
              <a:gd name="csY0" fmla="*/ 0 h 156311"/>
              <a:gd name="csX1" fmla="*/ 65842 w 127770"/>
              <a:gd name="csY1" fmla="*/ 2211 h 156311"/>
              <a:gd name="csX2" fmla="*/ 52231 w 127770"/>
              <a:gd name="csY2" fmla="*/ 15820 h 156311"/>
              <a:gd name="csX3" fmla="*/ 50870 w 127770"/>
              <a:gd name="csY3" fmla="*/ 25687 h 156311"/>
              <a:gd name="csX4" fmla="*/ 52231 w 127770"/>
              <a:gd name="csY4" fmla="*/ 27048 h 156311"/>
              <a:gd name="csX5" fmla="*/ 65672 w 127770"/>
              <a:gd name="csY5" fmla="*/ 40486 h 156311"/>
              <a:gd name="csX6" fmla="*/ 75710 w 127770"/>
              <a:gd name="csY6" fmla="*/ 40657 h 156311"/>
              <a:gd name="csX7" fmla="*/ 75880 w 127770"/>
              <a:gd name="csY7" fmla="*/ 30620 h 156311"/>
              <a:gd name="csX8" fmla="*/ 75710 w 127770"/>
              <a:gd name="csY8" fmla="*/ 30450 h 156311"/>
              <a:gd name="csX9" fmla="*/ 75029 w 127770"/>
              <a:gd name="csY9" fmla="*/ 29769 h 156311"/>
              <a:gd name="csX10" fmla="*/ 113309 w 127770"/>
              <a:gd name="csY10" fmla="*/ 78081 h 156311"/>
              <a:gd name="csX11" fmla="*/ 94765 w 127770"/>
              <a:gd name="csY11" fmla="*/ 116696 h 156311"/>
              <a:gd name="csX12" fmla="*/ 93744 w 127770"/>
              <a:gd name="csY12" fmla="*/ 126733 h 156311"/>
              <a:gd name="csX13" fmla="*/ 103782 w 127770"/>
              <a:gd name="csY13" fmla="*/ 127753 h 156311"/>
              <a:gd name="csX14" fmla="*/ 127771 w 127770"/>
              <a:gd name="csY14" fmla="*/ 78081 h 156311"/>
              <a:gd name="csX15" fmla="*/ 73158 w 127770"/>
              <a:gd name="csY15" fmla="*/ 14970 h 156311"/>
              <a:gd name="csX16" fmla="*/ 76050 w 127770"/>
              <a:gd name="csY16" fmla="*/ 12078 h 156311"/>
              <a:gd name="csX17" fmla="*/ 76050 w 127770"/>
              <a:gd name="csY17" fmla="*/ 2041 h 156311"/>
              <a:gd name="csX18" fmla="*/ 70776 w 127770"/>
              <a:gd name="csY18" fmla="*/ 0 h 156311"/>
              <a:gd name="csX19" fmla="*/ 28242 w 127770"/>
              <a:gd name="csY19" fmla="*/ 26878 h 156311"/>
              <a:gd name="csX20" fmla="*/ 23819 w 127770"/>
              <a:gd name="csY20" fmla="*/ 28579 h 156311"/>
              <a:gd name="csX21" fmla="*/ 0 w 127770"/>
              <a:gd name="csY21" fmla="*/ 78081 h 156311"/>
              <a:gd name="csX22" fmla="*/ 54613 w 127770"/>
              <a:gd name="csY22" fmla="*/ 141192 h 156311"/>
              <a:gd name="csX23" fmla="*/ 51721 w 127770"/>
              <a:gd name="csY23" fmla="*/ 144084 h 156311"/>
              <a:gd name="csX24" fmla="*/ 51551 w 127770"/>
              <a:gd name="csY24" fmla="*/ 154121 h 156311"/>
              <a:gd name="csX25" fmla="*/ 61588 w 127770"/>
              <a:gd name="csY25" fmla="*/ 154291 h 156311"/>
              <a:gd name="csX26" fmla="*/ 61759 w 127770"/>
              <a:gd name="csY26" fmla="*/ 154121 h 156311"/>
              <a:gd name="csX27" fmla="*/ 75369 w 127770"/>
              <a:gd name="csY27" fmla="*/ 140512 h 156311"/>
              <a:gd name="csX28" fmla="*/ 76730 w 127770"/>
              <a:gd name="csY28" fmla="*/ 130645 h 156311"/>
              <a:gd name="csX29" fmla="*/ 75369 w 127770"/>
              <a:gd name="csY29" fmla="*/ 129284 h 156311"/>
              <a:gd name="csX30" fmla="*/ 61929 w 127770"/>
              <a:gd name="csY30" fmla="*/ 115846 h 156311"/>
              <a:gd name="csX31" fmla="*/ 56825 w 127770"/>
              <a:gd name="csY31" fmla="*/ 113634 h 156311"/>
              <a:gd name="csX32" fmla="*/ 49679 w 127770"/>
              <a:gd name="csY32" fmla="*/ 120779 h 156311"/>
              <a:gd name="csX33" fmla="*/ 51891 w 127770"/>
              <a:gd name="csY33" fmla="*/ 125882 h 156311"/>
              <a:gd name="csX34" fmla="*/ 52571 w 127770"/>
              <a:gd name="csY34" fmla="*/ 126563 h 156311"/>
              <a:gd name="csX35" fmla="*/ 14291 w 127770"/>
              <a:gd name="csY35" fmla="*/ 78251 h 156311"/>
              <a:gd name="csX36" fmla="*/ 32836 w 127770"/>
              <a:gd name="csY36" fmla="*/ 39636 h 156311"/>
              <a:gd name="csX37" fmla="*/ 34027 w 127770"/>
              <a:gd name="csY37" fmla="*/ 29769 h 156311"/>
              <a:gd name="csX38" fmla="*/ 28242 w 127770"/>
              <a:gd name="csY38" fmla="*/ 27048 h 156311"/>
              <a:gd name="csX39" fmla="*/ 28242 w 127770"/>
              <a:gd name="csY39" fmla="*/ 26878 h 156311"/>
            </a:gdLst>
            <a:ahLst/>
            <a:cxnLst/>
            <a:rect l="l" t="t" r="r" b="b"/>
            <a:pathLst>
              <a:path w="100000" h="100000">
                <a:moveTo>
                  <a:pt x="54409" y="0"/>
                </a:moveTo>
                <a:cubicBezTo>
                  <a:pt x="53211" y="0"/>
                  <a:pt x="52123" y="544"/>
                  <a:pt x="51252" y="1414"/>
                </a:cubicBezTo>
                <a:lnTo>
                  <a:pt x="42544" y="10121"/>
                </a:lnTo>
                <a:cubicBezTo>
                  <a:pt x="40585" y="11645"/>
                  <a:pt x="40150" y="14474"/>
                  <a:pt x="41674" y="16433"/>
                </a:cubicBezTo>
                <a:cubicBezTo>
                  <a:pt x="41891" y="16760"/>
                  <a:pt x="42218" y="17086"/>
                  <a:pt x="42544" y="17304"/>
                </a:cubicBezTo>
                <a:lnTo>
                  <a:pt x="51143" y="25901"/>
                </a:lnTo>
                <a:cubicBezTo>
                  <a:pt x="52885" y="27751"/>
                  <a:pt x="55714" y="27751"/>
                  <a:pt x="57565" y="26010"/>
                </a:cubicBezTo>
                <a:cubicBezTo>
                  <a:pt x="59415" y="24269"/>
                  <a:pt x="59415" y="21439"/>
                  <a:pt x="57674" y="19589"/>
                </a:cubicBezTo>
                <a:cubicBezTo>
                  <a:pt x="57674" y="19589"/>
                  <a:pt x="57674" y="19589"/>
                  <a:pt x="57565" y="19480"/>
                </a:cubicBezTo>
                <a:lnTo>
                  <a:pt x="57129" y="19045"/>
                </a:lnTo>
                <a:cubicBezTo>
                  <a:pt x="71170" y="22310"/>
                  <a:pt x="81619" y="34825"/>
                  <a:pt x="81619" y="49952"/>
                </a:cubicBezTo>
                <a:cubicBezTo>
                  <a:pt x="81619" y="65079"/>
                  <a:pt x="76939" y="68780"/>
                  <a:pt x="69755" y="74656"/>
                </a:cubicBezTo>
                <a:cubicBezTo>
                  <a:pt x="67796" y="76180"/>
                  <a:pt x="67470" y="79119"/>
                  <a:pt x="69102" y="81077"/>
                </a:cubicBezTo>
                <a:cubicBezTo>
                  <a:pt x="70735" y="83036"/>
                  <a:pt x="73565" y="83363"/>
                  <a:pt x="75524" y="81730"/>
                </a:cubicBezTo>
                <a:cubicBezTo>
                  <a:pt x="84776" y="74221"/>
                  <a:pt x="90871" y="62794"/>
                  <a:pt x="90871" y="49952"/>
                </a:cubicBezTo>
                <a:cubicBezTo>
                  <a:pt x="90871" y="29492"/>
                  <a:pt x="75633" y="12515"/>
                  <a:pt x="55932" y="9577"/>
                </a:cubicBezTo>
                <a:lnTo>
                  <a:pt x="57783" y="7727"/>
                </a:lnTo>
                <a:cubicBezTo>
                  <a:pt x="59633" y="5986"/>
                  <a:pt x="59633" y="3156"/>
                  <a:pt x="57783" y="1306"/>
                </a:cubicBezTo>
                <a:cubicBezTo>
                  <a:pt x="56912" y="435"/>
                  <a:pt x="55714" y="0"/>
                  <a:pt x="54409" y="0"/>
                </a:cubicBezTo>
                <a:close/>
                <a:moveTo>
                  <a:pt x="27197" y="17195"/>
                </a:moveTo>
                <a:cubicBezTo>
                  <a:pt x="26218" y="17195"/>
                  <a:pt x="25238" y="17630"/>
                  <a:pt x="24368" y="18283"/>
                </a:cubicBezTo>
                <a:cubicBezTo>
                  <a:pt x="15116" y="25683"/>
                  <a:pt x="9130" y="37111"/>
                  <a:pt x="9130" y="49952"/>
                </a:cubicBezTo>
                <a:cubicBezTo>
                  <a:pt x="9130" y="70412"/>
                  <a:pt x="24368" y="87389"/>
                  <a:pt x="44068" y="90328"/>
                </a:cubicBezTo>
                <a:lnTo>
                  <a:pt x="42218" y="92178"/>
                </a:lnTo>
                <a:cubicBezTo>
                  <a:pt x="40367" y="93919"/>
                  <a:pt x="40367" y="96749"/>
                  <a:pt x="42109" y="98599"/>
                </a:cubicBezTo>
                <a:cubicBezTo>
                  <a:pt x="43851" y="100448"/>
                  <a:pt x="46680" y="100448"/>
                  <a:pt x="48530" y="98708"/>
                </a:cubicBezTo>
                <a:cubicBezTo>
                  <a:pt x="48530" y="98708"/>
                  <a:pt x="48530" y="98708"/>
                  <a:pt x="48640" y="98599"/>
                </a:cubicBezTo>
                <a:lnTo>
                  <a:pt x="57347" y="89893"/>
                </a:lnTo>
                <a:cubicBezTo>
                  <a:pt x="59306" y="88369"/>
                  <a:pt x="59741" y="85539"/>
                  <a:pt x="58218" y="83580"/>
                </a:cubicBezTo>
                <a:cubicBezTo>
                  <a:pt x="58000" y="83254"/>
                  <a:pt x="57674" y="82928"/>
                  <a:pt x="57347" y="82709"/>
                </a:cubicBezTo>
                <a:lnTo>
                  <a:pt x="48749" y="74113"/>
                </a:lnTo>
                <a:cubicBezTo>
                  <a:pt x="47878" y="73242"/>
                  <a:pt x="46680" y="72697"/>
                  <a:pt x="45483" y="72697"/>
                </a:cubicBezTo>
                <a:cubicBezTo>
                  <a:pt x="42980" y="72697"/>
                  <a:pt x="40912" y="74765"/>
                  <a:pt x="40912" y="77268"/>
                </a:cubicBezTo>
                <a:cubicBezTo>
                  <a:pt x="40912" y="78465"/>
                  <a:pt x="41456" y="79662"/>
                  <a:pt x="42327" y="80533"/>
                </a:cubicBezTo>
                <a:lnTo>
                  <a:pt x="42762" y="80969"/>
                </a:lnTo>
                <a:cubicBezTo>
                  <a:pt x="28721" y="77703"/>
                  <a:pt x="18272" y="65189"/>
                  <a:pt x="18272" y="50061"/>
                </a:cubicBezTo>
                <a:cubicBezTo>
                  <a:pt x="18272" y="34934"/>
                  <a:pt x="22953" y="31234"/>
                  <a:pt x="30136" y="25357"/>
                </a:cubicBezTo>
                <a:cubicBezTo>
                  <a:pt x="32095" y="23833"/>
                  <a:pt x="32422" y="21004"/>
                  <a:pt x="30898" y="19045"/>
                </a:cubicBezTo>
                <a:cubicBezTo>
                  <a:pt x="30028" y="17957"/>
                  <a:pt x="28613" y="17304"/>
                  <a:pt x="27197" y="17304"/>
                </a:cubicBezTo>
                <a:lnTo>
                  <a:pt x="27197" y="1719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6" name="Белый — SVG 76">
            <a:extLst>
              <a:ext uri="{FF2B5EF4-FFF2-40B4-BE49-F238E27FC236}">
                <a16:creationId xmlns:a16="http://schemas.microsoft.com/office/drawing/2014/main" id="{58EBA93A-19FD-B841-A9C1-6551C48156D2}"/>
              </a:ext>
            </a:extLst>
          </p:cNvPr>
          <p:cNvSpPr>
            <a:spLocks noGrp="1"/>
          </p:cNvSpPr>
          <p:nvPr/>
        </p:nvSpPr>
        <p:spPr>
          <a:xfrm>
            <a:off x="2220000" y="5790000"/>
            <a:ext cx="220000" cy="220000"/>
          </a:xfrm>
          <a:custGeom>
            <a:avLst/>
            <a:gdLst>
              <a:gd name="csX0" fmla="*/ 51681 w 57596"/>
              <a:gd name="csY0" fmla="*/ 33810 h 60687"/>
              <a:gd name="csX1" fmla="*/ 49980 w 57596"/>
              <a:gd name="csY1" fmla="*/ 30407 h 60687"/>
              <a:gd name="csX2" fmla="*/ 51681 w 57596"/>
              <a:gd name="csY2" fmla="*/ 27005 h 60687"/>
              <a:gd name="csX3" fmla="*/ 56615 w 57596"/>
              <a:gd name="csY3" fmla="*/ 23263 h 60687"/>
              <a:gd name="csX4" fmla="*/ 57466 w 57596"/>
              <a:gd name="csY4" fmla="*/ 20711 h 60687"/>
              <a:gd name="csX5" fmla="*/ 51341 w 57596"/>
              <a:gd name="csY5" fmla="*/ 10164 h 60687"/>
              <a:gd name="csX6" fmla="*/ 48789 w 57596"/>
              <a:gd name="csY6" fmla="*/ 9654 h 60687"/>
              <a:gd name="csX7" fmla="*/ 43174 w 57596"/>
              <a:gd name="csY7" fmla="*/ 12205 h 60687"/>
              <a:gd name="csX8" fmla="*/ 39431 w 57596"/>
              <a:gd name="csY8" fmla="*/ 12035 h 60687"/>
              <a:gd name="csX9" fmla="*/ 37390 w 57596"/>
              <a:gd name="csY9" fmla="*/ 8803 h 60687"/>
              <a:gd name="csX10" fmla="*/ 36709 w 57596"/>
              <a:gd name="csY10" fmla="*/ 2679 h 60687"/>
              <a:gd name="csX11" fmla="*/ 34838 w 57596"/>
              <a:gd name="csY11" fmla="*/ 638 h 60687"/>
              <a:gd name="csX12" fmla="*/ 22758 w 57596"/>
              <a:gd name="csY12" fmla="*/ 638 h 60687"/>
              <a:gd name="csX13" fmla="*/ 20887 w 57596"/>
              <a:gd name="csY13" fmla="*/ 2679 h 60687"/>
              <a:gd name="csX14" fmla="*/ 20206 w 57596"/>
              <a:gd name="csY14" fmla="*/ 8803 h 60687"/>
              <a:gd name="csX15" fmla="*/ 18165 w 57596"/>
              <a:gd name="csY15" fmla="*/ 12035 h 60687"/>
              <a:gd name="csX16" fmla="*/ 14422 w 57596"/>
              <a:gd name="csY16" fmla="*/ 12205 h 60687"/>
              <a:gd name="csX17" fmla="*/ 8807 w 57596"/>
              <a:gd name="csY17" fmla="*/ 9654 h 60687"/>
              <a:gd name="csX18" fmla="*/ 6255 w 57596"/>
              <a:gd name="csY18" fmla="*/ 10164 h 60687"/>
              <a:gd name="csX19" fmla="*/ 130 w 57596"/>
              <a:gd name="csY19" fmla="*/ 20711 h 60687"/>
              <a:gd name="csX20" fmla="*/ 981 w 57596"/>
              <a:gd name="csY20" fmla="*/ 23263 h 60687"/>
              <a:gd name="csX21" fmla="*/ 5915 w 57596"/>
              <a:gd name="csY21" fmla="*/ 26835 h 60687"/>
              <a:gd name="csX22" fmla="*/ 7616 w 57596"/>
              <a:gd name="csY22" fmla="*/ 30237 h 60687"/>
              <a:gd name="csX23" fmla="*/ 5915 w 57596"/>
              <a:gd name="csY23" fmla="*/ 33639 h 60687"/>
              <a:gd name="csX24" fmla="*/ 981 w 57596"/>
              <a:gd name="csY24" fmla="*/ 37382 h 60687"/>
              <a:gd name="csX25" fmla="*/ 130 w 57596"/>
              <a:gd name="csY25" fmla="*/ 39934 h 60687"/>
              <a:gd name="csX26" fmla="*/ 6255 w 57596"/>
              <a:gd name="csY26" fmla="*/ 50480 h 60687"/>
              <a:gd name="csX27" fmla="*/ 8807 w 57596"/>
              <a:gd name="csY27" fmla="*/ 50991 h 60687"/>
              <a:gd name="csX28" fmla="*/ 14422 w 57596"/>
              <a:gd name="csY28" fmla="*/ 48439 h 60687"/>
              <a:gd name="csX29" fmla="*/ 18165 w 57596"/>
              <a:gd name="csY29" fmla="*/ 48609 h 60687"/>
              <a:gd name="csX30" fmla="*/ 20206 w 57596"/>
              <a:gd name="csY30" fmla="*/ 51841 h 60687"/>
              <a:gd name="csX31" fmla="*/ 20887 w 57596"/>
              <a:gd name="csY31" fmla="*/ 57965 h 60687"/>
              <a:gd name="csX32" fmla="*/ 22758 w 57596"/>
              <a:gd name="csY32" fmla="*/ 60007 h 60687"/>
              <a:gd name="csX33" fmla="*/ 28883 w 57596"/>
              <a:gd name="csY33" fmla="*/ 60687 h 60687"/>
              <a:gd name="csX34" fmla="*/ 34838 w 57596"/>
              <a:gd name="csY34" fmla="*/ 60007 h 60687"/>
              <a:gd name="csX35" fmla="*/ 36709 w 57596"/>
              <a:gd name="csY35" fmla="*/ 57965 h 60687"/>
              <a:gd name="csX36" fmla="*/ 37390 w 57596"/>
              <a:gd name="csY36" fmla="*/ 51841 h 60687"/>
              <a:gd name="csX37" fmla="*/ 39431 w 57596"/>
              <a:gd name="csY37" fmla="*/ 48609 h 60687"/>
              <a:gd name="csX38" fmla="*/ 43174 w 57596"/>
              <a:gd name="csY38" fmla="*/ 48439 h 60687"/>
              <a:gd name="csX39" fmla="*/ 48789 w 57596"/>
              <a:gd name="csY39" fmla="*/ 50991 h 60687"/>
              <a:gd name="csX40" fmla="*/ 51341 w 57596"/>
              <a:gd name="csY40" fmla="*/ 50480 h 60687"/>
              <a:gd name="csX41" fmla="*/ 57466 w 57596"/>
              <a:gd name="csY41" fmla="*/ 39934 h 60687"/>
              <a:gd name="csX42" fmla="*/ 56615 w 57596"/>
              <a:gd name="csY42" fmla="*/ 37382 h 60687"/>
              <a:gd name="csX43" fmla="*/ 51681 w 57596"/>
              <a:gd name="csY43" fmla="*/ 33810 h 60687"/>
              <a:gd name="csX44" fmla="*/ 28713 w 57596"/>
              <a:gd name="csY44" fmla="*/ 40954 h 60687"/>
              <a:gd name="csX45" fmla="*/ 17994 w 57596"/>
              <a:gd name="csY45" fmla="*/ 30237 h 60687"/>
              <a:gd name="csX46" fmla="*/ 28713 w 57596"/>
              <a:gd name="csY46" fmla="*/ 19520 h 60687"/>
              <a:gd name="csX47" fmla="*/ 39431 w 57596"/>
              <a:gd name="csY47" fmla="*/ 30237 h 60687"/>
              <a:gd name="csX48" fmla="*/ 28713 w 57596"/>
              <a:gd name="csY48" fmla="*/ 40954 h 60687"/>
            </a:gdLst>
            <a:ahLst/>
            <a:cxnLst/>
            <a:rect l="l" t="t" r="r" b="b"/>
            <a:pathLst>
              <a:path w="100000" h="100000">
                <a:moveTo>
                  <a:pt x="87707" y="55712"/>
                </a:moveTo>
                <a:cubicBezTo>
                  <a:pt x="86024" y="54310"/>
                  <a:pt x="84904" y="52347"/>
                  <a:pt x="84904" y="50105"/>
                </a:cubicBezTo>
                <a:cubicBezTo>
                  <a:pt x="84904" y="47862"/>
                  <a:pt x="86024" y="45901"/>
                  <a:pt x="87707" y="44499"/>
                </a:cubicBezTo>
                <a:lnTo>
                  <a:pt x="95837" y="38333"/>
                </a:lnTo>
                <a:cubicBezTo>
                  <a:pt x="97239" y="37491"/>
                  <a:pt x="97799" y="35530"/>
                  <a:pt x="97239" y="34128"/>
                </a:cubicBezTo>
                <a:cubicBezTo>
                  <a:pt x="94996" y="27680"/>
                  <a:pt x="91632" y="21794"/>
                  <a:pt x="87146" y="16748"/>
                </a:cubicBezTo>
                <a:cubicBezTo>
                  <a:pt x="86024" y="15628"/>
                  <a:pt x="84343" y="15066"/>
                  <a:pt x="82941" y="15908"/>
                </a:cubicBezTo>
                <a:lnTo>
                  <a:pt x="73689" y="20111"/>
                </a:lnTo>
                <a:cubicBezTo>
                  <a:pt x="71728" y="20953"/>
                  <a:pt x="69203" y="20953"/>
                  <a:pt x="67521" y="19831"/>
                </a:cubicBezTo>
                <a:cubicBezTo>
                  <a:pt x="65559" y="18711"/>
                  <a:pt x="64438" y="16748"/>
                  <a:pt x="64158" y="14506"/>
                </a:cubicBezTo>
                <a:lnTo>
                  <a:pt x="63036" y="4414"/>
                </a:lnTo>
                <a:cubicBezTo>
                  <a:pt x="63036" y="2734"/>
                  <a:pt x="61635" y="1331"/>
                  <a:pt x="59953" y="1051"/>
                </a:cubicBezTo>
                <a:cubicBezTo>
                  <a:pt x="53505" y="-351"/>
                  <a:pt x="46495" y="-351"/>
                  <a:pt x="40047" y="1051"/>
                </a:cubicBezTo>
                <a:cubicBezTo>
                  <a:pt x="38367" y="1331"/>
                  <a:pt x="37244" y="2734"/>
                  <a:pt x="36964" y="4414"/>
                </a:cubicBezTo>
                <a:lnTo>
                  <a:pt x="35842" y="14506"/>
                </a:lnTo>
                <a:cubicBezTo>
                  <a:pt x="35842" y="16748"/>
                  <a:pt x="34441" y="18711"/>
                  <a:pt x="32479" y="19831"/>
                </a:cubicBezTo>
                <a:cubicBezTo>
                  <a:pt x="30516" y="20953"/>
                  <a:pt x="28274" y="20953"/>
                  <a:pt x="26311" y="20111"/>
                </a:cubicBezTo>
                <a:lnTo>
                  <a:pt x="17059" y="15908"/>
                </a:lnTo>
                <a:cubicBezTo>
                  <a:pt x="15658" y="15348"/>
                  <a:pt x="13696" y="15908"/>
                  <a:pt x="12854" y="16748"/>
                </a:cubicBezTo>
                <a:cubicBezTo>
                  <a:pt x="8368" y="21794"/>
                  <a:pt x="5005" y="27680"/>
                  <a:pt x="2761" y="34128"/>
                </a:cubicBezTo>
                <a:cubicBezTo>
                  <a:pt x="2201" y="35810"/>
                  <a:pt x="2761" y="37491"/>
                  <a:pt x="4163" y="38333"/>
                </a:cubicBezTo>
                <a:lnTo>
                  <a:pt x="12293" y="44219"/>
                </a:lnTo>
                <a:cubicBezTo>
                  <a:pt x="13976" y="45621"/>
                  <a:pt x="15096" y="47582"/>
                  <a:pt x="15096" y="49825"/>
                </a:cubicBezTo>
                <a:cubicBezTo>
                  <a:pt x="15096" y="52067"/>
                  <a:pt x="13976" y="54030"/>
                  <a:pt x="12293" y="55430"/>
                </a:cubicBezTo>
                <a:lnTo>
                  <a:pt x="4163" y="61598"/>
                </a:lnTo>
                <a:cubicBezTo>
                  <a:pt x="2761" y="62438"/>
                  <a:pt x="2201" y="64401"/>
                  <a:pt x="2761" y="65803"/>
                </a:cubicBezTo>
                <a:cubicBezTo>
                  <a:pt x="5005" y="72249"/>
                  <a:pt x="8368" y="78135"/>
                  <a:pt x="12854" y="83181"/>
                </a:cubicBezTo>
                <a:cubicBezTo>
                  <a:pt x="13976" y="84303"/>
                  <a:pt x="15658" y="84863"/>
                  <a:pt x="17059" y="84023"/>
                </a:cubicBezTo>
                <a:lnTo>
                  <a:pt x="26311" y="79818"/>
                </a:lnTo>
                <a:cubicBezTo>
                  <a:pt x="28274" y="78977"/>
                  <a:pt x="30797" y="78977"/>
                  <a:pt x="32479" y="80098"/>
                </a:cubicBezTo>
                <a:cubicBezTo>
                  <a:pt x="34441" y="81220"/>
                  <a:pt x="35562" y="83181"/>
                  <a:pt x="35842" y="85424"/>
                </a:cubicBezTo>
                <a:lnTo>
                  <a:pt x="36964" y="95515"/>
                </a:lnTo>
                <a:cubicBezTo>
                  <a:pt x="36964" y="97197"/>
                  <a:pt x="38367" y="98599"/>
                  <a:pt x="40047" y="98879"/>
                </a:cubicBezTo>
                <a:cubicBezTo>
                  <a:pt x="43412" y="99440"/>
                  <a:pt x="46777" y="100000"/>
                  <a:pt x="50140" y="100000"/>
                </a:cubicBezTo>
                <a:cubicBezTo>
                  <a:pt x="53505" y="100000"/>
                  <a:pt x="56868" y="99720"/>
                  <a:pt x="59953" y="98879"/>
                </a:cubicBezTo>
                <a:cubicBezTo>
                  <a:pt x="61635" y="98599"/>
                  <a:pt x="62756" y="97197"/>
                  <a:pt x="63036" y="95515"/>
                </a:cubicBezTo>
                <a:lnTo>
                  <a:pt x="64158" y="85424"/>
                </a:lnTo>
                <a:cubicBezTo>
                  <a:pt x="64158" y="83181"/>
                  <a:pt x="65559" y="81220"/>
                  <a:pt x="67521" y="80098"/>
                </a:cubicBezTo>
                <a:cubicBezTo>
                  <a:pt x="69484" y="78977"/>
                  <a:pt x="71728" y="78977"/>
                  <a:pt x="73689" y="79818"/>
                </a:cubicBezTo>
                <a:lnTo>
                  <a:pt x="82941" y="84023"/>
                </a:lnTo>
                <a:cubicBezTo>
                  <a:pt x="84343" y="84583"/>
                  <a:pt x="86304" y="84023"/>
                  <a:pt x="87146" y="83181"/>
                </a:cubicBezTo>
                <a:cubicBezTo>
                  <a:pt x="91632" y="78135"/>
                  <a:pt x="94996" y="72249"/>
                  <a:pt x="97239" y="65803"/>
                </a:cubicBezTo>
                <a:cubicBezTo>
                  <a:pt x="97799" y="64121"/>
                  <a:pt x="97239" y="62438"/>
                  <a:pt x="95837" y="61598"/>
                </a:cubicBezTo>
                <a:lnTo>
                  <a:pt x="87707" y="55712"/>
                </a:lnTo>
                <a:close/>
                <a:moveTo>
                  <a:pt x="49860" y="67484"/>
                </a:moveTo>
                <a:cubicBezTo>
                  <a:pt x="40047" y="67484"/>
                  <a:pt x="32197" y="59636"/>
                  <a:pt x="32197" y="49825"/>
                </a:cubicBezTo>
                <a:cubicBezTo>
                  <a:pt x="32197" y="40014"/>
                  <a:pt x="40047" y="32165"/>
                  <a:pt x="49860" y="32165"/>
                </a:cubicBezTo>
                <a:cubicBezTo>
                  <a:pt x="59673" y="32165"/>
                  <a:pt x="67521" y="40014"/>
                  <a:pt x="67521" y="49825"/>
                </a:cubicBezTo>
                <a:cubicBezTo>
                  <a:pt x="67521" y="59636"/>
                  <a:pt x="59673" y="67484"/>
                  <a:pt x="49860" y="6748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7" name="Белый — SVG 77">
            <a:extLst>
              <a:ext uri="{FF2B5EF4-FFF2-40B4-BE49-F238E27FC236}">
                <a16:creationId xmlns:a16="http://schemas.microsoft.com/office/drawing/2014/main" id="{A09A2CB2-A03C-EA48-AB7B-AE332CB5D565}"/>
              </a:ext>
            </a:extLst>
          </p:cNvPr>
          <p:cNvSpPr>
            <a:spLocks noGrp="1"/>
          </p:cNvSpPr>
          <p:nvPr/>
        </p:nvSpPr>
        <p:spPr>
          <a:xfrm>
            <a:off x="2820000" y="5790000"/>
            <a:ext cx="220000" cy="220000"/>
          </a:xfrm>
          <a:custGeom>
            <a:avLst/>
            <a:gdLst>
              <a:gd name="csX0" fmla="*/ 104547 w 129374"/>
              <a:gd name="csY0" fmla="*/ 0 h 129245"/>
              <a:gd name="csX1" fmla="*/ 96211 w 129374"/>
              <a:gd name="csY1" fmla="*/ 3349 h 129245"/>
              <a:gd name="csX2" fmla="*/ 83213 w 129374"/>
              <a:gd name="csY2" fmla="*/ 16343 h 129245"/>
              <a:gd name="csX3" fmla="*/ 83213 w 129374"/>
              <a:gd name="csY3" fmla="*/ 33053 h 129245"/>
              <a:gd name="csX4" fmla="*/ 96211 w 129374"/>
              <a:gd name="csY4" fmla="*/ 46044 h 129245"/>
              <a:gd name="csX5" fmla="*/ 104564 w 129374"/>
              <a:gd name="csY5" fmla="*/ 49506 h 129245"/>
              <a:gd name="csX6" fmla="*/ 112918 w 129374"/>
              <a:gd name="csY6" fmla="*/ 46044 h 129245"/>
              <a:gd name="csX7" fmla="*/ 125916 w 129374"/>
              <a:gd name="csY7" fmla="*/ 33053 h 129245"/>
              <a:gd name="csX8" fmla="*/ 125916 w 129374"/>
              <a:gd name="csY8" fmla="*/ 16343 h 129245"/>
              <a:gd name="csX9" fmla="*/ 112918 w 129374"/>
              <a:gd name="csY9" fmla="*/ 3349 h 129245"/>
              <a:gd name="csX10" fmla="*/ 104547 w 129374"/>
              <a:gd name="csY10" fmla="*/ 0 h 129245"/>
              <a:gd name="csX11" fmla="*/ 23036 w 129374"/>
              <a:gd name="csY11" fmla="*/ 1662 h 129245"/>
              <a:gd name="csX12" fmla="*/ 0 w 129374"/>
              <a:gd name="csY12" fmla="*/ 24697 h 129245"/>
              <a:gd name="csX13" fmla="*/ 23036 w 129374"/>
              <a:gd name="csY13" fmla="*/ 47733 h 129245"/>
              <a:gd name="csX14" fmla="*/ 46072 w 129374"/>
              <a:gd name="csY14" fmla="*/ 24697 h 129245"/>
              <a:gd name="csX15" fmla="*/ 23036 w 129374"/>
              <a:gd name="csY15" fmla="*/ 1662 h 129245"/>
              <a:gd name="csX16" fmla="*/ 58475 w 129374"/>
              <a:gd name="csY16" fmla="*/ 19381 h 129245"/>
              <a:gd name="csX17" fmla="*/ 56434 w 129374"/>
              <a:gd name="csY17" fmla="*/ 19764 h 129245"/>
              <a:gd name="csX18" fmla="*/ 54681 w 129374"/>
              <a:gd name="csY18" fmla="*/ 20912 h 129245"/>
              <a:gd name="csX19" fmla="*/ 53507 w 129374"/>
              <a:gd name="csY19" fmla="*/ 22645 h 129245"/>
              <a:gd name="csX20" fmla="*/ 53099 w 129374"/>
              <a:gd name="csY20" fmla="*/ 24697 h 129245"/>
              <a:gd name="csX21" fmla="*/ 53507 w 129374"/>
              <a:gd name="csY21" fmla="*/ 26748 h 129245"/>
              <a:gd name="csX22" fmla="*/ 54681 w 129374"/>
              <a:gd name="csY22" fmla="*/ 28483 h 129245"/>
              <a:gd name="csX23" fmla="*/ 56434 w 129374"/>
              <a:gd name="csY23" fmla="*/ 29630 h 129245"/>
              <a:gd name="csX24" fmla="*/ 58475 w 129374"/>
              <a:gd name="csY24" fmla="*/ 30013 h 129245"/>
              <a:gd name="csX25" fmla="*/ 69108 w 129374"/>
              <a:gd name="csY25" fmla="*/ 30013 h 129245"/>
              <a:gd name="csX26" fmla="*/ 71167 w 129374"/>
              <a:gd name="csY26" fmla="*/ 29630 h 129245"/>
              <a:gd name="csX27" fmla="*/ 72919 w 129374"/>
              <a:gd name="csY27" fmla="*/ 28483 h 129245"/>
              <a:gd name="csX28" fmla="*/ 74093 w 129374"/>
              <a:gd name="csY28" fmla="*/ 26748 h 129245"/>
              <a:gd name="csX29" fmla="*/ 74502 w 129374"/>
              <a:gd name="csY29" fmla="*/ 24697 h 129245"/>
              <a:gd name="csX30" fmla="*/ 74093 w 129374"/>
              <a:gd name="csY30" fmla="*/ 22645 h 129245"/>
              <a:gd name="csX31" fmla="*/ 72919 w 129374"/>
              <a:gd name="csY31" fmla="*/ 20912 h 129245"/>
              <a:gd name="csX32" fmla="*/ 71167 w 129374"/>
              <a:gd name="csY32" fmla="*/ 19764 h 129245"/>
              <a:gd name="csX33" fmla="*/ 69108 w 129374"/>
              <a:gd name="csY33" fmla="*/ 19381 h 129245"/>
              <a:gd name="csX34" fmla="*/ 58475 w 129374"/>
              <a:gd name="csY34" fmla="*/ 19381 h 129245"/>
              <a:gd name="csX35" fmla="*/ 22951 w 129374"/>
              <a:gd name="csY35" fmla="*/ 54745 h 129245"/>
              <a:gd name="csX36" fmla="*/ 19225 w 129374"/>
              <a:gd name="csY36" fmla="*/ 56358 h 129245"/>
              <a:gd name="csX37" fmla="*/ 17728 w 129374"/>
              <a:gd name="csY37" fmla="*/ 60138 h 129245"/>
              <a:gd name="csX38" fmla="*/ 17728 w 129374"/>
              <a:gd name="csY38" fmla="*/ 70770 h 129245"/>
              <a:gd name="csX39" fmla="*/ 18102 w 129374"/>
              <a:gd name="csY39" fmla="*/ 72826 h 129245"/>
              <a:gd name="csX40" fmla="*/ 19259 w 129374"/>
              <a:gd name="csY40" fmla="*/ 74577 h 129245"/>
              <a:gd name="csX41" fmla="*/ 20994 w 129374"/>
              <a:gd name="csY41" fmla="*/ 75749 h 129245"/>
              <a:gd name="csX42" fmla="*/ 23036 w 129374"/>
              <a:gd name="csY42" fmla="*/ 76160 h 129245"/>
              <a:gd name="csX43" fmla="*/ 25095 w 129374"/>
              <a:gd name="csY43" fmla="*/ 75749 h 129245"/>
              <a:gd name="csX44" fmla="*/ 26830 w 129374"/>
              <a:gd name="csY44" fmla="*/ 74577 h 129245"/>
              <a:gd name="csX45" fmla="*/ 27970 w 129374"/>
              <a:gd name="csY45" fmla="*/ 72826 h 129245"/>
              <a:gd name="csX46" fmla="*/ 28361 w 129374"/>
              <a:gd name="csY46" fmla="*/ 70770 h 129245"/>
              <a:gd name="csX47" fmla="*/ 28361 w 129374"/>
              <a:gd name="csY47" fmla="*/ 60138 h 129245"/>
              <a:gd name="csX48" fmla="*/ 27970 w 129374"/>
              <a:gd name="csY48" fmla="*/ 58061 h 129245"/>
              <a:gd name="csX49" fmla="*/ 26796 w 129374"/>
              <a:gd name="csY49" fmla="*/ 56298 h 129245"/>
              <a:gd name="csX50" fmla="*/ 25027 w 129374"/>
              <a:gd name="csY50" fmla="*/ 55133 h 129245"/>
              <a:gd name="csX51" fmla="*/ 22951 w 129374"/>
              <a:gd name="csY51" fmla="*/ 54745 h 129245"/>
              <a:gd name="csX52" fmla="*/ 104479 w 129374"/>
              <a:gd name="csY52" fmla="*/ 54745 h 129245"/>
              <a:gd name="csX53" fmla="*/ 100753 w 129374"/>
              <a:gd name="csY53" fmla="*/ 56358 h 129245"/>
              <a:gd name="csX54" fmla="*/ 99239 w 129374"/>
              <a:gd name="csY54" fmla="*/ 60138 h 129245"/>
              <a:gd name="csX55" fmla="*/ 99239 w 129374"/>
              <a:gd name="csY55" fmla="*/ 70770 h 129245"/>
              <a:gd name="csX56" fmla="*/ 99631 w 129374"/>
              <a:gd name="csY56" fmla="*/ 72826 h 129245"/>
              <a:gd name="csX57" fmla="*/ 100770 w 129374"/>
              <a:gd name="csY57" fmla="*/ 74577 h 129245"/>
              <a:gd name="csX58" fmla="*/ 102506 w 129374"/>
              <a:gd name="csY58" fmla="*/ 75749 h 129245"/>
              <a:gd name="csX59" fmla="*/ 104564 w 129374"/>
              <a:gd name="csY59" fmla="*/ 76160 h 129245"/>
              <a:gd name="csX60" fmla="*/ 106606 w 129374"/>
              <a:gd name="csY60" fmla="*/ 75749 h 129245"/>
              <a:gd name="csX61" fmla="*/ 108341 w 129374"/>
              <a:gd name="csY61" fmla="*/ 74577 h 129245"/>
              <a:gd name="csX62" fmla="*/ 109498 w 129374"/>
              <a:gd name="csY62" fmla="*/ 72826 h 129245"/>
              <a:gd name="csX63" fmla="*/ 109873 w 129374"/>
              <a:gd name="csY63" fmla="*/ 70770 h 129245"/>
              <a:gd name="csX64" fmla="*/ 109873 w 129374"/>
              <a:gd name="csY64" fmla="*/ 60138 h 129245"/>
              <a:gd name="csX65" fmla="*/ 109481 w 129374"/>
              <a:gd name="csY65" fmla="*/ 58061 h 129245"/>
              <a:gd name="csX66" fmla="*/ 108324 w 129374"/>
              <a:gd name="csY66" fmla="*/ 56298 h 129245"/>
              <a:gd name="csX67" fmla="*/ 106555 w 129374"/>
              <a:gd name="csY67" fmla="*/ 55133 h 129245"/>
              <a:gd name="csX68" fmla="*/ 104479 w 129374"/>
              <a:gd name="csY68" fmla="*/ 54745 h 129245"/>
              <a:gd name="csX69" fmla="*/ 12403 w 129374"/>
              <a:gd name="csY69" fmla="*/ 83172 h 129245"/>
              <a:gd name="csX70" fmla="*/ 0 w 129374"/>
              <a:gd name="csY70" fmla="*/ 95577 h 129245"/>
              <a:gd name="csX71" fmla="*/ 0 w 129374"/>
              <a:gd name="csY71" fmla="*/ 116841 h 129245"/>
              <a:gd name="csX72" fmla="*/ 12403 w 129374"/>
              <a:gd name="csY72" fmla="*/ 129245 h 129245"/>
              <a:gd name="csX73" fmla="*/ 33670 w 129374"/>
              <a:gd name="csY73" fmla="*/ 129245 h 129245"/>
              <a:gd name="csX74" fmla="*/ 46072 w 129374"/>
              <a:gd name="csY74" fmla="*/ 116841 h 129245"/>
              <a:gd name="csX75" fmla="*/ 46072 w 129374"/>
              <a:gd name="csY75" fmla="*/ 95577 h 129245"/>
              <a:gd name="csX76" fmla="*/ 33670 w 129374"/>
              <a:gd name="csY76" fmla="*/ 83172 h 129245"/>
              <a:gd name="csX77" fmla="*/ 12403 w 129374"/>
              <a:gd name="csY77" fmla="*/ 83172 h 129245"/>
              <a:gd name="csX78" fmla="*/ 104564 w 129374"/>
              <a:gd name="csY78" fmla="*/ 83172 h 129245"/>
              <a:gd name="csX79" fmla="*/ 81528 w 129374"/>
              <a:gd name="csY79" fmla="*/ 106209 h 129245"/>
              <a:gd name="csX80" fmla="*/ 104564 w 129374"/>
              <a:gd name="csY80" fmla="*/ 129245 h 129245"/>
              <a:gd name="csX81" fmla="*/ 127601 w 129374"/>
              <a:gd name="csY81" fmla="*/ 106209 h 129245"/>
              <a:gd name="csX82" fmla="*/ 104564 w 129374"/>
              <a:gd name="csY82" fmla="*/ 83172 h 129245"/>
            </a:gdLst>
            <a:ahLst/>
            <a:cxnLst/>
            <a:rect l="l" t="t" r="r" b="b"/>
            <a:pathLst>
              <a:path w="100000" h="100000">
                <a:moveTo>
                  <a:pt x="80810" y="50"/>
                </a:moveTo>
                <a:cubicBezTo>
                  <a:pt x="78456" y="51"/>
                  <a:pt x="76089" y="915"/>
                  <a:pt x="74367" y="2638"/>
                </a:cubicBezTo>
                <a:lnTo>
                  <a:pt x="64320" y="12682"/>
                </a:lnTo>
                <a:cubicBezTo>
                  <a:pt x="60756" y="16242"/>
                  <a:pt x="60756" y="22036"/>
                  <a:pt x="64320" y="25598"/>
                </a:cubicBezTo>
                <a:lnTo>
                  <a:pt x="74367" y="35640"/>
                </a:lnTo>
                <a:cubicBezTo>
                  <a:pt x="76089" y="37366"/>
                  <a:pt x="78377" y="38316"/>
                  <a:pt x="80823" y="38316"/>
                </a:cubicBezTo>
                <a:cubicBezTo>
                  <a:pt x="83256" y="38316"/>
                  <a:pt x="85557" y="37362"/>
                  <a:pt x="87280" y="35640"/>
                </a:cubicBezTo>
                <a:lnTo>
                  <a:pt x="97327" y="25598"/>
                </a:lnTo>
                <a:cubicBezTo>
                  <a:pt x="100891" y="22036"/>
                  <a:pt x="100891" y="16242"/>
                  <a:pt x="97327" y="12682"/>
                </a:cubicBezTo>
                <a:lnTo>
                  <a:pt x="87280" y="2638"/>
                </a:lnTo>
                <a:cubicBezTo>
                  <a:pt x="85557" y="912"/>
                  <a:pt x="83177" y="48"/>
                  <a:pt x="80810" y="50"/>
                </a:cubicBezTo>
                <a:close/>
                <a:moveTo>
                  <a:pt x="17806" y="1335"/>
                </a:moveTo>
                <a:cubicBezTo>
                  <a:pt x="7982" y="1335"/>
                  <a:pt x="0" y="9322"/>
                  <a:pt x="0" y="19139"/>
                </a:cubicBezTo>
                <a:cubicBezTo>
                  <a:pt x="0" y="28958"/>
                  <a:pt x="7982" y="36945"/>
                  <a:pt x="17806" y="36945"/>
                </a:cubicBezTo>
                <a:cubicBezTo>
                  <a:pt x="27629" y="36945"/>
                  <a:pt x="35611" y="28958"/>
                  <a:pt x="35611" y="19139"/>
                </a:cubicBezTo>
                <a:cubicBezTo>
                  <a:pt x="35611" y="9322"/>
                  <a:pt x="27629" y="1335"/>
                  <a:pt x="17806" y="1335"/>
                </a:cubicBezTo>
                <a:close/>
                <a:moveTo>
                  <a:pt x="45198" y="15030"/>
                </a:moveTo>
                <a:cubicBezTo>
                  <a:pt x="44659" y="15023"/>
                  <a:pt x="44120" y="15124"/>
                  <a:pt x="43621" y="15326"/>
                </a:cubicBezTo>
                <a:cubicBezTo>
                  <a:pt x="43108" y="15530"/>
                  <a:pt x="42648" y="15831"/>
                  <a:pt x="42266" y="16214"/>
                </a:cubicBezTo>
                <a:cubicBezTo>
                  <a:pt x="41872" y="16595"/>
                  <a:pt x="41569" y="17051"/>
                  <a:pt x="41358" y="17553"/>
                </a:cubicBezTo>
                <a:cubicBezTo>
                  <a:pt x="41148" y="18056"/>
                  <a:pt x="41043" y="18595"/>
                  <a:pt x="41043" y="19139"/>
                </a:cubicBezTo>
                <a:cubicBezTo>
                  <a:pt x="41043" y="19684"/>
                  <a:pt x="41148" y="20222"/>
                  <a:pt x="41358" y="20725"/>
                </a:cubicBezTo>
                <a:cubicBezTo>
                  <a:pt x="41569" y="21227"/>
                  <a:pt x="41872" y="21683"/>
                  <a:pt x="42266" y="22066"/>
                </a:cubicBezTo>
                <a:cubicBezTo>
                  <a:pt x="42648" y="22448"/>
                  <a:pt x="43108" y="22750"/>
                  <a:pt x="43621" y="22952"/>
                </a:cubicBezTo>
                <a:cubicBezTo>
                  <a:pt x="44120" y="23157"/>
                  <a:pt x="44659" y="23256"/>
                  <a:pt x="45198" y="23248"/>
                </a:cubicBezTo>
                <a:lnTo>
                  <a:pt x="53417" y="23248"/>
                </a:lnTo>
                <a:cubicBezTo>
                  <a:pt x="53970" y="23256"/>
                  <a:pt x="54509" y="23157"/>
                  <a:pt x="55009" y="22952"/>
                </a:cubicBezTo>
                <a:cubicBezTo>
                  <a:pt x="55522" y="22750"/>
                  <a:pt x="55982" y="22448"/>
                  <a:pt x="56363" y="22066"/>
                </a:cubicBezTo>
                <a:cubicBezTo>
                  <a:pt x="56758" y="21683"/>
                  <a:pt x="57060" y="21227"/>
                  <a:pt x="57270" y="20725"/>
                </a:cubicBezTo>
                <a:cubicBezTo>
                  <a:pt x="57481" y="20222"/>
                  <a:pt x="57587" y="19684"/>
                  <a:pt x="57587" y="19139"/>
                </a:cubicBezTo>
                <a:cubicBezTo>
                  <a:pt x="57587" y="18595"/>
                  <a:pt x="57481" y="18056"/>
                  <a:pt x="57270" y="17553"/>
                </a:cubicBezTo>
                <a:cubicBezTo>
                  <a:pt x="57060" y="17051"/>
                  <a:pt x="56758" y="16595"/>
                  <a:pt x="56363" y="16214"/>
                </a:cubicBezTo>
                <a:cubicBezTo>
                  <a:pt x="55982" y="15831"/>
                  <a:pt x="55522" y="15530"/>
                  <a:pt x="55009" y="15326"/>
                </a:cubicBezTo>
                <a:cubicBezTo>
                  <a:pt x="54509" y="15124"/>
                  <a:pt x="53970" y="15023"/>
                  <a:pt x="53417" y="15030"/>
                </a:cubicBezTo>
                <a:lnTo>
                  <a:pt x="45198" y="15030"/>
                </a:lnTo>
                <a:close/>
                <a:moveTo>
                  <a:pt x="17740" y="42365"/>
                </a:moveTo>
                <a:cubicBezTo>
                  <a:pt x="16649" y="42382"/>
                  <a:pt x="15623" y="42830"/>
                  <a:pt x="14860" y="43612"/>
                </a:cubicBezTo>
                <a:cubicBezTo>
                  <a:pt x="14097" y="44393"/>
                  <a:pt x="13677" y="45443"/>
                  <a:pt x="13703" y="46534"/>
                </a:cubicBezTo>
                <a:lnTo>
                  <a:pt x="13703" y="54752"/>
                </a:lnTo>
                <a:cubicBezTo>
                  <a:pt x="13690" y="55296"/>
                  <a:pt x="13795" y="55836"/>
                  <a:pt x="13992" y="56341"/>
                </a:cubicBezTo>
                <a:cubicBezTo>
                  <a:pt x="14203" y="56846"/>
                  <a:pt x="14505" y="57306"/>
                  <a:pt x="14886" y="57694"/>
                </a:cubicBezTo>
                <a:cubicBezTo>
                  <a:pt x="15268" y="58082"/>
                  <a:pt x="15715" y="58390"/>
                  <a:pt x="16227" y="58600"/>
                </a:cubicBezTo>
                <a:cubicBezTo>
                  <a:pt x="16727" y="58811"/>
                  <a:pt x="17267" y="58918"/>
                  <a:pt x="17806" y="58918"/>
                </a:cubicBezTo>
                <a:cubicBezTo>
                  <a:pt x="18358" y="58918"/>
                  <a:pt x="18897" y="58811"/>
                  <a:pt x="19397" y="58600"/>
                </a:cubicBezTo>
                <a:cubicBezTo>
                  <a:pt x="19897" y="58390"/>
                  <a:pt x="20357" y="58082"/>
                  <a:pt x="20738" y="57694"/>
                </a:cubicBezTo>
                <a:cubicBezTo>
                  <a:pt x="21120" y="57306"/>
                  <a:pt x="21422" y="56846"/>
                  <a:pt x="21619" y="56341"/>
                </a:cubicBezTo>
                <a:cubicBezTo>
                  <a:pt x="21830" y="55836"/>
                  <a:pt x="21922" y="55296"/>
                  <a:pt x="21922" y="54752"/>
                </a:cubicBezTo>
                <a:lnTo>
                  <a:pt x="21922" y="46534"/>
                </a:lnTo>
                <a:cubicBezTo>
                  <a:pt x="21922" y="45983"/>
                  <a:pt x="21817" y="45437"/>
                  <a:pt x="21619" y="44928"/>
                </a:cubicBezTo>
                <a:cubicBezTo>
                  <a:pt x="21409" y="44418"/>
                  <a:pt x="21107" y="43955"/>
                  <a:pt x="20712" y="43566"/>
                </a:cubicBezTo>
                <a:cubicBezTo>
                  <a:pt x="20318" y="43178"/>
                  <a:pt x="19857" y="42871"/>
                  <a:pt x="19345" y="42665"/>
                </a:cubicBezTo>
                <a:cubicBezTo>
                  <a:pt x="18845" y="42459"/>
                  <a:pt x="18293" y="42356"/>
                  <a:pt x="17740" y="42365"/>
                </a:cubicBezTo>
                <a:close/>
                <a:moveTo>
                  <a:pt x="80757" y="42365"/>
                </a:moveTo>
                <a:cubicBezTo>
                  <a:pt x="79666" y="42382"/>
                  <a:pt x="78627" y="42830"/>
                  <a:pt x="77877" y="43612"/>
                </a:cubicBezTo>
                <a:cubicBezTo>
                  <a:pt x="77115" y="44393"/>
                  <a:pt x="76694" y="45443"/>
                  <a:pt x="76707" y="46534"/>
                </a:cubicBezTo>
                <a:lnTo>
                  <a:pt x="76707" y="54752"/>
                </a:lnTo>
                <a:cubicBezTo>
                  <a:pt x="76707" y="55296"/>
                  <a:pt x="76799" y="55836"/>
                  <a:pt x="77010" y="56341"/>
                </a:cubicBezTo>
                <a:cubicBezTo>
                  <a:pt x="77207" y="56846"/>
                  <a:pt x="77509" y="57306"/>
                  <a:pt x="77890" y="57694"/>
                </a:cubicBezTo>
                <a:cubicBezTo>
                  <a:pt x="78272" y="58082"/>
                  <a:pt x="78732" y="58390"/>
                  <a:pt x="79232" y="58600"/>
                </a:cubicBezTo>
                <a:cubicBezTo>
                  <a:pt x="79732" y="58811"/>
                  <a:pt x="80271" y="58918"/>
                  <a:pt x="80823" y="58918"/>
                </a:cubicBezTo>
                <a:cubicBezTo>
                  <a:pt x="81363" y="58918"/>
                  <a:pt x="81902" y="58811"/>
                  <a:pt x="82401" y="58600"/>
                </a:cubicBezTo>
                <a:cubicBezTo>
                  <a:pt x="82915" y="58390"/>
                  <a:pt x="83361" y="58082"/>
                  <a:pt x="83742" y="57694"/>
                </a:cubicBezTo>
                <a:cubicBezTo>
                  <a:pt x="84124" y="57306"/>
                  <a:pt x="84427" y="56846"/>
                  <a:pt x="84637" y="56341"/>
                </a:cubicBezTo>
                <a:cubicBezTo>
                  <a:pt x="84835" y="55836"/>
                  <a:pt x="84940" y="55296"/>
                  <a:pt x="84927" y="54752"/>
                </a:cubicBezTo>
                <a:lnTo>
                  <a:pt x="84927" y="46534"/>
                </a:lnTo>
                <a:cubicBezTo>
                  <a:pt x="84940" y="45983"/>
                  <a:pt x="84835" y="45437"/>
                  <a:pt x="84624" y="44928"/>
                </a:cubicBezTo>
                <a:cubicBezTo>
                  <a:pt x="84427" y="44418"/>
                  <a:pt x="84111" y="43955"/>
                  <a:pt x="83729" y="43566"/>
                </a:cubicBezTo>
                <a:cubicBezTo>
                  <a:pt x="83335" y="43178"/>
                  <a:pt x="82875" y="42871"/>
                  <a:pt x="82362" y="42665"/>
                </a:cubicBezTo>
                <a:cubicBezTo>
                  <a:pt x="81849" y="42459"/>
                  <a:pt x="81310" y="42356"/>
                  <a:pt x="80757" y="42365"/>
                </a:cubicBezTo>
                <a:close/>
                <a:moveTo>
                  <a:pt x="9587" y="64338"/>
                </a:moveTo>
                <a:cubicBezTo>
                  <a:pt x="4300" y="64338"/>
                  <a:pt x="0" y="68639"/>
                  <a:pt x="0" y="73926"/>
                </a:cubicBezTo>
                <a:lnTo>
                  <a:pt x="0" y="90362"/>
                </a:lnTo>
                <a:cubicBezTo>
                  <a:pt x="0" y="95649"/>
                  <a:pt x="4300" y="99950"/>
                  <a:pt x="9587" y="99950"/>
                </a:cubicBezTo>
                <a:lnTo>
                  <a:pt x="26025" y="99950"/>
                </a:lnTo>
                <a:cubicBezTo>
                  <a:pt x="31312" y="99950"/>
                  <a:pt x="35611" y="95649"/>
                  <a:pt x="35611" y="90362"/>
                </a:cubicBezTo>
                <a:lnTo>
                  <a:pt x="35611" y="73926"/>
                </a:lnTo>
                <a:cubicBezTo>
                  <a:pt x="35611" y="68639"/>
                  <a:pt x="31312" y="64338"/>
                  <a:pt x="26025" y="64338"/>
                </a:cubicBezTo>
                <a:lnTo>
                  <a:pt x="9587" y="64338"/>
                </a:lnTo>
                <a:close/>
                <a:moveTo>
                  <a:pt x="80823" y="64338"/>
                </a:moveTo>
                <a:cubicBezTo>
                  <a:pt x="71000" y="64338"/>
                  <a:pt x="63017" y="72326"/>
                  <a:pt x="63017" y="82144"/>
                </a:cubicBezTo>
                <a:cubicBezTo>
                  <a:pt x="63017" y="91962"/>
                  <a:pt x="71000" y="99950"/>
                  <a:pt x="80823" y="99950"/>
                </a:cubicBezTo>
                <a:cubicBezTo>
                  <a:pt x="90633" y="99950"/>
                  <a:pt x="98630" y="91962"/>
                  <a:pt x="98630" y="82144"/>
                </a:cubicBezTo>
                <a:cubicBezTo>
                  <a:pt x="98630" y="72326"/>
                  <a:pt x="90633" y="64338"/>
                  <a:pt x="80823" y="6433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8" name="Белый — SVG 78">
            <a:extLst>
              <a:ext uri="{FF2B5EF4-FFF2-40B4-BE49-F238E27FC236}">
                <a16:creationId xmlns:a16="http://schemas.microsoft.com/office/drawing/2014/main" id="{8E5DC38A-AE02-4641-A122-1864431980E1}"/>
              </a:ext>
            </a:extLst>
          </p:cNvPr>
          <p:cNvSpPr>
            <a:spLocks noGrp="1"/>
          </p:cNvSpPr>
          <p:nvPr/>
        </p:nvSpPr>
        <p:spPr>
          <a:xfrm>
            <a:off x="3420000" y="579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1 h 127583"/>
              <a:gd name="csX2" fmla="*/ 0 w 127600"/>
              <a:gd name="csY2" fmla="*/ 108092 h 127583"/>
              <a:gd name="csX3" fmla="*/ 19497 w 127600"/>
              <a:gd name="csY3" fmla="*/ 127583 h 127583"/>
              <a:gd name="csX4" fmla="*/ 108103 w 127600"/>
              <a:gd name="csY4" fmla="*/ 127583 h 127583"/>
              <a:gd name="csX5" fmla="*/ 127601 w 127600"/>
              <a:gd name="csY5" fmla="*/ 108092 h 127583"/>
              <a:gd name="csX6" fmla="*/ 127601 w 127600"/>
              <a:gd name="csY6" fmla="*/ 19491 h 127583"/>
              <a:gd name="csX7" fmla="*/ 108103 w 127600"/>
              <a:gd name="csY7" fmla="*/ 0 h 127583"/>
              <a:gd name="csX8" fmla="*/ 19497 w 127600"/>
              <a:gd name="csY8" fmla="*/ 0 h 127583"/>
              <a:gd name="csX9" fmla="*/ 53167 w 127600"/>
              <a:gd name="csY9" fmla="*/ 21264 h 127583"/>
              <a:gd name="csX10" fmla="*/ 85067 w 127600"/>
              <a:gd name="csY10" fmla="*/ 53160 h 127583"/>
              <a:gd name="csX11" fmla="*/ 79146 w 127600"/>
              <a:gd name="csY11" fmla="*/ 71627 h 127583"/>
              <a:gd name="csX12" fmla="*/ 104769 w 127600"/>
              <a:gd name="csY12" fmla="*/ 97246 h 127583"/>
              <a:gd name="csX13" fmla="*/ 104769 w 127600"/>
              <a:gd name="csY13" fmla="*/ 104761 h 127583"/>
              <a:gd name="csX14" fmla="*/ 101009 w 127600"/>
              <a:gd name="csY14" fmla="*/ 106319 h 127583"/>
              <a:gd name="csX15" fmla="*/ 97266 w 127600"/>
              <a:gd name="csY15" fmla="*/ 104761 h 127583"/>
              <a:gd name="csX16" fmla="*/ 71644 w 127600"/>
              <a:gd name="csY16" fmla="*/ 79137 h 127583"/>
              <a:gd name="csX17" fmla="*/ 53167 w 127600"/>
              <a:gd name="csY17" fmla="*/ 85056 h 127583"/>
              <a:gd name="csX18" fmla="*/ 21267 w 127600"/>
              <a:gd name="csY18" fmla="*/ 53160 h 127583"/>
              <a:gd name="csX19" fmla="*/ 53167 w 127600"/>
              <a:gd name="csY19" fmla="*/ 21264 h 127583"/>
              <a:gd name="csX20" fmla="*/ 53167 w 127600"/>
              <a:gd name="csY20" fmla="*/ 31896 h 127583"/>
              <a:gd name="csX21" fmla="*/ 31900 w 127600"/>
              <a:gd name="csY21" fmla="*/ 53160 h 127583"/>
              <a:gd name="csX22" fmla="*/ 53167 w 127600"/>
              <a:gd name="csY22" fmla="*/ 74424 h 127583"/>
              <a:gd name="csX23" fmla="*/ 74434 w 127600"/>
              <a:gd name="csY23" fmla="*/ 53160 h 127583"/>
              <a:gd name="csX24" fmla="*/ 53167 w 127600"/>
              <a:gd name="csY24" fmla="*/ 31896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93" y="7"/>
                  <a:pt x="0" y="6895"/>
                  <a:pt x="0" y="15282"/>
                </a:cubicBezTo>
                <a:lnTo>
                  <a:pt x="0" y="84718"/>
                </a:lnTo>
                <a:cubicBezTo>
                  <a:pt x="0" y="93105"/>
                  <a:pt x="6893" y="99993"/>
                  <a:pt x="15280" y="99993"/>
                </a:cubicBezTo>
                <a:lnTo>
                  <a:pt x="84720" y="99993"/>
                </a:lnTo>
                <a:cubicBezTo>
                  <a:pt x="93107" y="99993"/>
                  <a:pt x="100001" y="93105"/>
                  <a:pt x="100001" y="84718"/>
                </a:cubicBezTo>
                <a:lnTo>
                  <a:pt x="100001" y="15282"/>
                </a:lnTo>
                <a:cubicBezTo>
                  <a:pt x="100001" y="6895"/>
                  <a:pt x="93107" y="7"/>
                  <a:pt x="84720" y="7"/>
                </a:cubicBezTo>
                <a:lnTo>
                  <a:pt x="15280" y="7"/>
                </a:lnTo>
                <a:close/>
                <a:moveTo>
                  <a:pt x="41667" y="16671"/>
                </a:moveTo>
                <a:cubicBezTo>
                  <a:pt x="55440" y="16671"/>
                  <a:pt x="66667" y="27892"/>
                  <a:pt x="66667" y="41668"/>
                </a:cubicBezTo>
                <a:cubicBezTo>
                  <a:pt x="66667" y="47057"/>
                  <a:pt x="64947" y="52058"/>
                  <a:pt x="62027" y="56141"/>
                </a:cubicBezTo>
                <a:lnTo>
                  <a:pt x="82107" y="76218"/>
                </a:lnTo>
                <a:cubicBezTo>
                  <a:pt x="83747" y="77856"/>
                  <a:pt x="83747" y="80470"/>
                  <a:pt x="82107" y="82108"/>
                </a:cubicBezTo>
                <a:cubicBezTo>
                  <a:pt x="81307" y="82914"/>
                  <a:pt x="80227" y="83329"/>
                  <a:pt x="79161" y="83329"/>
                </a:cubicBezTo>
                <a:cubicBezTo>
                  <a:pt x="78107" y="83329"/>
                  <a:pt x="77027" y="82914"/>
                  <a:pt x="76227" y="82108"/>
                </a:cubicBezTo>
                <a:lnTo>
                  <a:pt x="56147" y="62026"/>
                </a:lnTo>
                <a:cubicBezTo>
                  <a:pt x="52053" y="64942"/>
                  <a:pt x="47053" y="66665"/>
                  <a:pt x="41667" y="66665"/>
                </a:cubicBezTo>
                <a:cubicBezTo>
                  <a:pt x="27893" y="66665"/>
                  <a:pt x="16667" y="55443"/>
                  <a:pt x="16667" y="41668"/>
                </a:cubicBezTo>
                <a:cubicBezTo>
                  <a:pt x="16667" y="27892"/>
                  <a:pt x="27893" y="16671"/>
                  <a:pt x="41667" y="16671"/>
                </a:cubicBezTo>
                <a:close/>
                <a:moveTo>
                  <a:pt x="41667" y="25004"/>
                </a:moveTo>
                <a:cubicBezTo>
                  <a:pt x="32467" y="25004"/>
                  <a:pt x="25000" y="32475"/>
                  <a:pt x="25000" y="41668"/>
                </a:cubicBezTo>
                <a:cubicBezTo>
                  <a:pt x="25000" y="50862"/>
                  <a:pt x="32467" y="58333"/>
                  <a:pt x="41667" y="58333"/>
                </a:cubicBezTo>
                <a:cubicBezTo>
                  <a:pt x="50867" y="58333"/>
                  <a:pt x="58334" y="50862"/>
                  <a:pt x="58334" y="41668"/>
                </a:cubicBezTo>
                <a:cubicBezTo>
                  <a:pt x="58334" y="32475"/>
                  <a:pt x="50867" y="25004"/>
                  <a:pt x="41667" y="250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39" name="Белый — SVG 79">
            <a:extLst>
              <a:ext uri="{FF2B5EF4-FFF2-40B4-BE49-F238E27FC236}">
                <a16:creationId xmlns:a16="http://schemas.microsoft.com/office/drawing/2014/main" id="{DCA6011B-97F1-BD48-805D-EEFBC5967E8E}"/>
              </a:ext>
            </a:extLst>
          </p:cNvPr>
          <p:cNvSpPr>
            <a:spLocks noGrp="1"/>
          </p:cNvSpPr>
          <p:nvPr/>
        </p:nvSpPr>
        <p:spPr>
          <a:xfrm>
            <a:off x="4020000" y="5790000"/>
            <a:ext cx="220000" cy="220000"/>
          </a:xfrm>
          <a:custGeom>
            <a:avLst/>
            <a:gdLst>
              <a:gd name="csX0" fmla="*/ 19497 w 156029"/>
              <a:gd name="csY0" fmla="*/ 0 h 85055"/>
              <a:gd name="csX1" fmla="*/ 0 w 156029"/>
              <a:gd name="csY1" fmla="*/ 19491 h 85055"/>
              <a:gd name="csX2" fmla="*/ 0 w 156029"/>
              <a:gd name="csY2" fmla="*/ 65564 h 85055"/>
              <a:gd name="csX3" fmla="*/ 19497 w 156029"/>
              <a:gd name="csY3" fmla="*/ 85056 h 85055"/>
              <a:gd name="csX4" fmla="*/ 65570 w 156029"/>
              <a:gd name="csY4" fmla="*/ 85056 h 85055"/>
              <a:gd name="csX5" fmla="*/ 85067 w 156029"/>
              <a:gd name="csY5" fmla="*/ 65564 h 85055"/>
              <a:gd name="csX6" fmla="*/ 85067 w 156029"/>
              <a:gd name="csY6" fmla="*/ 19491 h 85055"/>
              <a:gd name="csX7" fmla="*/ 65570 w 156029"/>
              <a:gd name="csY7" fmla="*/ 0 h 85055"/>
              <a:gd name="csX8" fmla="*/ 19497 w 156029"/>
              <a:gd name="csY8" fmla="*/ 0 h 85055"/>
              <a:gd name="csX9" fmla="*/ 60262 w 156029"/>
              <a:gd name="csY9" fmla="*/ 24807 h 85055"/>
              <a:gd name="csX10" fmla="*/ 64021 w 156029"/>
              <a:gd name="csY10" fmla="*/ 26365 h 85055"/>
              <a:gd name="csX11" fmla="*/ 64021 w 156029"/>
              <a:gd name="csY11" fmla="*/ 33883 h 85055"/>
              <a:gd name="csX12" fmla="*/ 39199 w 156029"/>
              <a:gd name="csY12" fmla="*/ 58690 h 85055"/>
              <a:gd name="csX13" fmla="*/ 35439 w 156029"/>
              <a:gd name="csY13" fmla="*/ 60248 h 85055"/>
              <a:gd name="csX14" fmla="*/ 31679 w 156029"/>
              <a:gd name="csY14" fmla="*/ 58690 h 85055"/>
              <a:gd name="csX15" fmla="*/ 19276 w 156029"/>
              <a:gd name="csY15" fmla="*/ 46286 h 85055"/>
              <a:gd name="csX16" fmla="*/ 19276 w 156029"/>
              <a:gd name="csY16" fmla="*/ 38770 h 85055"/>
              <a:gd name="csX17" fmla="*/ 26796 w 156029"/>
              <a:gd name="csY17" fmla="*/ 38770 h 85055"/>
              <a:gd name="csX18" fmla="*/ 35439 w 156029"/>
              <a:gd name="csY18" fmla="*/ 47415 h 85055"/>
              <a:gd name="csX19" fmla="*/ 56501 w 156029"/>
              <a:gd name="csY19" fmla="*/ 26365 h 85055"/>
              <a:gd name="csX20" fmla="*/ 60262 w 156029"/>
              <a:gd name="csY20" fmla="*/ 24807 h 85055"/>
              <a:gd name="csX21" fmla="*/ 104564 w 156029"/>
              <a:gd name="csY21" fmla="*/ 37212 h 85055"/>
              <a:gd name="csX22" fmla="*/ 102506 w 156029"/>
              <a:gd name="csY22" fmla="*/ 37595 h 85055"/>
              <a:gd name="csX23" fmla="*/ 100753 w 156029"/>
              <a:gd name="csY23" fmla="*/ 38743 h 85055"/>
              <a:gd name="csX24" fmla="*/ 99580 w 156029"/>
              <a:gd name="csY24" fmla="*/ 40476 h 85055"/>
              <a:gd name="csX25" fmla="*/ 99171 w 156029"/>
              <a:gd name="csY25" fmla="*/ 42528 h 85055"/>
              <a:gd name="csX26" fmla="*/ 99580 w 156029"/>
              <a:gd name="csY26" fmla="*/ 44579 h 85055"/>
              <a:gd name="csX27" fmla="*/ 100753 w 156029"/>
              <a:gd name="csY27" fmla="*/ 46313 h 85055"/>
              <a:gd name="csX28" fmla="*/ 102506 w 156029"/>
              <a:gd name="csY28" fmla="*/ 47461 h 85055"/>
              <a:gd name="csX29" fmla="*/ 104564 w 156029"/>
              <a:gd name="csY29" fmla="*/ 47844 h 85055"/>
              <a:gd name="csX30" fmla="*/ 150637 w 156029"/>
              <a:gd name="csY30" fmla="*/ 47844 h 85055"/>
              <a:gd name="csX31" fmla="*/ 152695 w 156029"/>
              <a:gd name="csY31" fmla="*/ 47461 h 85055"/>
              <a:gd name="csX32" fmla="*/ 154448 w 156029"/>
              <a:gd name="csY32" fmla="*/ 46313 h 85055"/>
              <a:gd name="csX33" fmla="*/ 155622 w 156029"/>
              <a:gd name="csY33" fmla="*/ 44579 h 85055"/>
              <a:gd name="csX34" fmla="*/ 156030 w 156029"/>
              <a:gd name="csY34" fmla="*/ 42528 h 85055"/>
              <a:gd name="csX35" fmla="*/ 155622 w 156029"/>
              <a:gd name="csY35" fmla="*/ 40476 h 85055"/>
              <a:gd name="csX36" fmla="*/ 154448 w 156029"/>
              <a:gd name="csY36" fmla="*/ 38743 h 85055"/>
              <a:gd name="csX37" fmla="*/ 152695 w 156029"/>
              <a:gd name="csY37" fmla="*/ 37595 h 85055"/>
              <a:gd name="csX38" fmla="*/ 150637 w 156029"/>
              <a:gd name="csY38" fmla="*/ 37212 h 85055"/>
              <a:gd name="csX39" fmla="*/ 104564 w 156029"/>
              <a:gd name="csY39" fmla="*/ 37212 h 85055"/>
            </a:gdLst>
            <a:ahLst/>
            <a:cxnLst/>
            <a:rect l="l" t="t" r="r" b="b"/>
            <a:pathLst>
              <a:path w="100000" h="100000">
                <a:moveTo>
                  <a:pt x="12496" y="22744"/>
                </a:moveTo>
                <a:cubicBezTo>
                  <a:pt x="5605" y="22744"/>
                  <a:pt x="0" y="28348"/>
                  <a:pt x="0" y="35236"/>
                </a:cubicBezTo>
                <a:lnTo>
                  <a:pt x="0" y="64764"/>
                </a:lnTo>
                <a:cubicBezTo>
                  <a:pt x="0" y="71653"/>
                  <a:pt x="5605" y="77257"/>
                  <a:pt x="12496" y="77257"/>
                </a:cubicBezTo>
                <a:lnTo>
                  <a:pt x="42024" y="77257"/>
                </a:lnTo>
                <a:cubicBezTo>
                  <a:pt x="48915" y="77257"/>
                  <a:pt x="54520" y="71653"/>
                  <a:pt x="54520" y="64764"/>
                </a:cubicBezTo>
                <a:lnTo>
                  <a:pt x="54520" y="35236"/>
                </a:lnTo>
                <a:cubicBezTo>
                  <a:pt x="54520" y="28348"/>
                  <a:pt x="48915" y="22744"/>
                  <a:pt x="42024" y="22744"/>
                </a:cubicBezTo>
                <a:lnTo>
                  <a:pt x="12496" y="22744"/>
                </a:lnTo>
                <a:close/>
                <a:moveTo>
                  <a:pt x="38622" y="38643"/>
                </a:moveTo>
                <a:cubicBezTo>
                  <a:pt x="39495" y="38643"/>
                  <a:pt x="40367" y="38975"/>
                  <a:pt x="41031" y="39641"/>
                </a:cubicBezTo>
                <a:cubicBezTo>
                  <a:pt x="42362" y="40971"/>
                  <a:pt x="42351" y="43129"/>
                  <a:pt x="41031" y="44460"/>
                </a:cubicBezTo>
                <a:lnTo>
                  <a:pt x="25123" y="60359"/>
                </a:lnTo>
                <a:cubicBezTo>
                  <a:pt x="24458" y="61025"/>
                  <a:pt x="23585" y="61357"/>
                  <a:pt x="22713" y="61357"/>
                </a:cubicBezTo>
                <a:cubicBezTo>
                  <a:pt x="21841" y="61357"/>
                  <a:pt x="20969" y="61025"/>
                  <a:pt x="20303" y="60359"/>
                </a:cubicBezTo>
                <a:lnTo>
                  <a:pt x="12354" y="52409"/>
                </a:lnTo>
                <a:cubicBezTo>
                  <a:pt x="11024" y="51081"/>
                  <a:pt x="11024" y="48920"/>
                  <a:pt x="12354" y="47592"/>
                </a:cubicBezTo>
                <a:cubicBezTo>
                  <a:pt x="13685" y="46261"/>
                  <a:pt x="15844" y="46261"/>
                  <a:pt x="17174" y="47592"/>
                </a:cubicBezTo>
                <a:lnTo>
                  <a:pt x="22713" y="53132"/>
                </a:lnTo>
                <a:lnTo>
                  <a:pt x="36212" y="39641"/>
                </a:lnTo>
                <a:cubicBezTo>
                  <a:pt x="36877" y="38975"/>
                  <a:pt x="37749" y="38643"/>
                  <a:pt x="38622" y="38643"/>
                </a:cubicBezTo>
                <a:close/>
                <a:moveTo>
                  <a:pt x="67016" y="46593"/>
                </a:moveTo>
                <a:cubicBezTo>
                  <a:pt x="66558" y="46587"/>
                  <a:pt x="66111" y="46671"/>
                  <a:pt x="65697" y="46839"/>
                </a:cubicBezTo>
                <a:cubicBezTo>
                  <a:pt x="65271" y="47007"/>
                  <a:pt x="64890" y="47257"/>
                  <a:pt x="64573" y="47574"/>
                </a:cubicBezTo>
                <a:cubicBezTo>
                  <a:pt x="64246" y="47890"/>
                  <a:pt x="63996" y="48269"/>
                  <a:pt x="63821" y="48685"/>
                </a:cubicBezTo>
                <a:cubicBezTo>
                  <a:pt x="63647" y="49102"/>
                  <a:pt x="63559" y="49549"/>
                  <a:pt x="63559" y="50000"/>
                </a:cubicBezTo>
                <a:cubicBezTo>
                  <a:pt x="63559" y="50452"/>
                  <a:pt x="63647" y="50898"/>
                  <a:pt x="63821" y="51315"/>
                </a:cubicBezTo>
                <a:cubicBezTo>
                  <a:pt x="63996" y="51731"/>
                  <a:pt x="64246" y="52110"/>
                  <a:pt x="64573" y="52426"/>
                </a:cubicBezTo>
                <a:cubicBezTo>
                  <a:pt x="64890" y="52743"/>
                  <a:pt x="65271" y="52994"/>
                  <a:pt x="65697" y="53162"/>
                </a:cubicBezTo>
                <a:cubicBezTo>
                  <a:pt x="66111" y="53330"/>
                  <a:pt x="66558" y="53414"/>
                  <a:pt x="67016" y="53407"/>
                </a:cubicBezTo>
                <a:lnTo>
                  <a:pt x="96544" y="53407"/>
                </a:lnTo>
                <a:cubicBezTo>
                  <a:pt x="97002" y="53414"/>
                  <a:pt x="97449" y="53330"/>
                  <a:pt x="97863" y="53162"/>
                </a:cubicBezTo>
                <a:cubicBezTo>
                  <a:pt x="98289" y="52994"/>
                  <a:pt x="98670" y="52743"/>
                  <a:pt x="98987" y="52426"/>
                </a:cubicBezTo>
                <a:cubicBezTo>
                  <a:pt x="99314" y="52110"/>
                  <a:pt x="99565" y="51731"/>
                  <a:pt x="99739" y="51315"/>
                </a:cubicBezTo>
                <a:cubicBezTo>
                  <a:pt x="99913" y="50898"/>
                  <a:pt x="100001" y="50452"/>
                  <a:pt x="100001" y="50000"/>
                </a:cubicBezTo>
                <a:cubicBezTo>
                  <a:pt x="100001" y="49549"/>
                  <a:pt x="99913" y="49102"/>
                  <a:pt x="99739" y="48685"/>
                </a:cubicBezTo>
                <a:cubicBezTo>
                  <a:pt x="99565" y="48269"/>
                  <a:pt x="99314" y="47890"/>
                  <a:pt x="98987" y="47574"/>
                </a:cubicBezTo>
                <a:cubicBezTo>
                  <a:pt x="98670" y="47257"/>
                  <a:pt x="98289" y="47007"/>
                  <a:pt x="97863" y="46839"/>
                </a:cubicBezTo>
                <a:cubicBezTo>
                  <a:pt x="97449" y="46671"/>
                  <a:pt x="97002" y="46587"/>
                  <a:pt x="96544" y="46593"/>
                </a:cubicBezTo>
                <a:lnTo>
                  <a:pt x="67016" y="4659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0" name="Чёрный — SVG 1">
            <a:extLst>
              <a:ext uri="{FF2B5EF4-FFF2-40B4-BE49-F238E27FC236}">
                <a16:creationId xmlns:a16="http://schemas.microsoft.com/office/drawing/2014/main" id="{920A4512-46AD-AD4D-9312-BA1A2F8DA58A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15950 w 148867"/>
              <a:gd name="csY0" fmla="*/ 0 h 134671"/>
              <a:gd name="csX1" fmla="*/ 0 w 148867"/>
              <a:gd name="csY1" fmla="*/ 15948 h 134671"/>
              <a:gd name="csX2" fmla="*/ 0 w 148867"/>
              <a:gd name="csY2" fmla="*/ 97460 h 134671"/>
              <a:gd name="csX3" fmla="*/ 15950 w 148867"/>
              <a:gd name="csY3" fmla="*/ 113407 h 134671"/>
              <a:gd name="csX4" fmla="*/ 67358 w 148867"/>
              <a:gd name="csY4" fmla="*/ 113407 h 134671"/>
              <a:gd name="csX5" fmla="*/ 63800 w 148867"/>
              <a:gd name="csY5" fmla="*/ 95687 h 134671"/>
              <a:gd name="csX6" fmla="*/ 109878 w 148867"/>
              <a:gd name="csY6" fmla="*/ 49616 h 134671"/>
              <a:gd name="csX7" fmla="*/ 141778 w 148867"/>
              <a:gd name="csY7" fmla="*/ 62518 h 134671"/>
              <a:gd name="csX8" fmla="*/ 141778 w 148867"/>
              <a:gd name="csY8" fmla="*/ 33668 h 134671"/>
              <a:gd name="csX9" fmla="*/ 125828 w 148867"/>
              <a:gd name="csY9" fmla="*/ 17720 h 134671"/>
              <a:gd name="csX10" fmla="*/ 71041 w 148867"/>
              <a:gd name="csY10" fmla="*/ 17720 h 134671"/>
              <a:gd name="csX11" fmla="*/ 55195 w 148867"/>
              <a:gd name="csY11" fmla="*/ 4513 h 134671"/>
              <a:gd name="csX12" fmla="*/ 42721 w 148867"/>
              <a:gd name="csY12" fmla="*/ 0 h 134671"/>
              <a:gd name="csX13" fmla="*/ 15950 w 148867"/>
              <a:gd name="csY13" fmla="*/ 0 h 134671"/>
              <a:gd name="csX14" fmla="*/ 109878 w 148867"/>
              <a:gd name="csY14" fmla="*/ 56704 h 134671"/>
              <a:gd name="csX15" fmla="*/ 70890 w 148867"/>
              <a:gd name="csY15" fmla="*/ 95687 h 134671"/>
              <a:gd name="csX16" fmla="*/ 109878 w 148867"/>
              <a:gd name="csY16" fmla="*/ 134671 h 134671"/>
              <a:gd name="csX17" fmla="*/ 148867 w 148867"/>
              <a:gd name="csY17" fmla="*/ 95687 h 134671"/>
              <a:gd name="csX18" fmla="*/ 109878 w 148867"/>
              <a:gd name="csY18" fmla="*/ 56704 h 134671"/>
              <a:gd name="csX19" fmla="*/ 109878 w 148867"/>
              <a:gd name="csY19" fmla="*/ 67336 h 134671"/>
              <a:gd name="csX20" fmla="*/ 113423 w 148867"/>
              <a:gd name="csY20" fmla="*/ 70880 h 134671"/>
              <a:gd name="csX21" fmla="*/ 113423 w 148867"/>
              <a:gd name="csY21" fmla="*/ 92144 h 134671"/>
              <a:gd name="csX22" fmla="*/ 134690 w 148867"/>
              <a:gd name="csY22" fmla="*/ 92144 h 134671"/>
              <a:gd name="csX23" fmla="*/ 138234 w 148867"/>
              <a:gd name="csY23" fmla="*/ 95687 h 134671"/>
              <a:gd name="csX24" fmla="*/ 134690 w 148867"/>
              <a:gd name="csY24" fmla="*/ 99231 h 134671"/>
              <a:gd name="csX25" fmla="*/ 113423 w 148867"/>
              <a:gd name="csY25" fmla="*/ 99231 h 134671"/>
              <a:gd name="csX26" fmla="*/ 113423 w 148867"/>
              <a:gd name="csY26" fmla="*/ 120495 h 134671"/>
              <a:gd name="csX27" fmla="*/ 109878 w 148867"/>
              <a:gd name="csY27" fmla="*/ 124039 h 134671"/>
              <a:gd name="csX28" fmla="*/ 106334 w 148867"/>
              <a:gd name="csY28" fmla="*/ 120495 h 134671"/>
              <a:gd name="csX29" fmla="*/ 106334 w 148867"/>
              <a:gd name="csY29" fmla="*/ 99231 h 134671"/>
              <a:gd name="csX30" fmla="*/ 85067 w 148867"/>
              <a:gd name="csY30" fmla="*/ 99231 h 134671"/>
              <a:gd name="csX31" fmla="*/ 81523 w 148867"/>
              <a:gd name="csY31" fmla="*/ 95687 h 134671"/>
              <a:gd name="csX32" fmla="*/ 85067 w 148867"/>
              <a:gd name="csY32" fmla="*/ 92144 h 134671"/>
              <a:gd name="csX33" fmla="*/ 106334 w 148867"/>
              <a:gd name="csY33" fmla="*/ 92144 h 134671"/>
              <a:gd name="csX34" fmla="*/ 106334 w 148867"/>
              <a:gd name="csY34" fmla="*/ 70880 h 134671"/>
              <a:gd name="csX35" fmla="*/ 109878 w 148867"/>
              <a:gd name="csY35" fmla="*/ 67336 h 134671"/>
            </a:gdLst>
            <a:ahLst/>
            <a:cxnLst/>
            <a:rect l="l" t="t" r="r" b="b"/>
            <a:pathLst>
              <a:path w="100000" h="100000">
                <a:moveTo>
                  <a:pt x="10714" y="4768"/>
                </a:moveTo>
                <a:cubicBezTo>
                  <a:pt x="4807" y="4768"/>
                  <a:pt x="0" y="9574"/>
                  <a:pt x="0" y="15481"/>
                </a:cubicBezTo>
                <a:lnTo>
                  <a:pt x="0" y="70236"/>
                </a:lnTo>
                <a:cubicBezTo>
                  <a:pt x="0" y="76142"/>
                  <a:pt x="4807" y="80948"/>
                  <a:pt x="10714" y="80948"/>
                </a:cubicBezTo>
                <a:lnTo>
                  <a:pt x="45247" y="80948"/>
                </a:lnTo>
                <a:cubicBezTo>
                  <a:pt x="43714" y="77282"/>
                  <a:pt x="42857" y="73261"/>
                  <a:pt x="42857" y="69045"/>
                </a:cubicBezTo>
                <a:cubicBezTo>
                  <a:pt x="42857" y="51981"/>
                  <a:pt x="56743" y="38097"/>
                  <a:pt x="73810" y="38097"/>
                </a:cubicBezTo>
                <a:cubicBezTo>
                  <a:pt x="82126" y="38097"/>
                  <a:pt x="89671" y="41410"/>
                  <a:pt x="95238" y="46764"/>
                </a:cubicBezTo>
                <a:lnTo>
                  <a:pt x="95238" y="27384"/>
                </a:lnTo>
                <a:cubicBezTo>
                  <a:pt x="95238" y="21478"/>
                  <a:pt x="90431" y="16671"/>
                  <a:pt x="84524" y="16671"/>
                </a:cubicBezTo>
                <a:lnTo>
                  <a:pt x="47721" y="16671"/>
                </a:lnTo>
                <a:lnTo>
                  <a:pt x="37077" y="7800"/>
                </a:lnTo>
                <a:cubicBezTo>
                  <a:pt x="34729" y="5843"/>
                  <a:pt x="31752" y="4768"/>
                  <a:pt x="28697" y="4768"/>
                </a:cubicBezTo>
                <a:lnTo>
                  <a:pt x="10714" y="4768"/>
                </a:lnTo>
                <a:close/>
                <a:moveTo>
                  <a:pt x="73810" y="42858"/>
                </a:moveTo>
                <a:cubicBezTo>
                  <a:pt x="59346" y="42858"/>
                  <a:pt x="47620" y="54583"/>
                  <a:pt x="47620" y="69045"/>
                </a:cubicBezTo>
                <a:cubicBezTo>
                  <a:pt x="47620" y="83507"/>
                  <a:pt x="59346" y="95232"/>
                  <a:pt x="73810" y="95232"/>
                </a:cubicBezTo>
                <a:cubicBezTo>
                  <a:pt x="88275" y="95232"/>
                  <a:pt x="100000" y="83507"/>
                  <a:pt x="100000" y="69045"/>
                </a:cubicBezTo>
                <a:cubicBezTo>
                  <a:pt x="100000" y="54583"/>
                  <a:pt x="88275" y="42858"/>
                  <a:pt x="73810" y="42858"/>
                </a:cubicBezTo>
                <a:close/>
                <a:moveTo>
                  <a:pt x="73810" y="50000"/>
                </a:moveTo>
                <a:cubicBezTo>
                  <a:pt x="75123" y="50000"/>
                  <a:pt x="76191" y="51066"/>
                  <a:pt x="76191" y="52381"/>
                </a:cubicBezTo>
                <a:lnTo>
                  <a:pt x="76191" y="66665"/>
                </a:lnTo>
                <a:lnTo>
                  <a:pt x="90477" y="66665"/>
                </a:lnTo>
                <a:cubicBezTo>
                  <a:pt x="91791" y="66665"/>
                  <a:pt x="92857" y="67731"/>
                  <a:pt x="92857" y="69045"/>
                </a:cubicBezTo>
                <a:cubicBezTo>
                  <a:pt x="92857" y="70359"/>
                  <a:pt x="91791" y="71426"/>
                  <a:pt x="90477" y="71426"/>
                </a:cubicBezTo>
                <a:lnTo>
                  <a:pt x="76191" y="71426"/>
                </a:lnTo>
                <a:lnTo>
                  <a:pt x="76191" y="85709"/>
                </a:lnTo>
                <a:cubicBezTo>
                  <a:pt x="76191" y="87024"/>
                  <a:pt x="75123" y="88090"/>
                  <a:pt x="73810" y="88090"/>
                </a:cubicBezTo>
                <a:cubicBezTo>
                  <a:pt x="72495" y="88090"/>
                  <a:pt x="71429" y="87024"/>
                  <a:pt x="71429" y="85709"/>
                </a:cubicBezTo>
                <a:lnTo>
                  <a:pt x="71429" y="71426"/>
                </a:lnTo>
                <a:lnTo>
                  <a:pt x="57143" y="71426"/>
                </a:lnTo>
                <a:cubicBezTo>
                  <a:pt x="55829" y="71426"/>
                  <a:pt x="54762" y="70359"/>
                  <a:pt x="54762" y="69045"/>
                </a:cubicBezTo>
                <a:cubicBezTo>
                  <a:pt x="54762" y="67731"/>
                  <a:pt x="55829" y="66665"/>
                  <a:pt x="57143" y="66665"/>
                </a:cubicBezTo>
                <a:lnTo>
                  <a:pt x="71429" y="66665"/>
                </a:lnTo>
                <a:lnTo>
                  <a:pt x="71429" y="52381"/>
                </a:lnTo>
                <a:cubicBezTo>
                  <a:pt x="71429" y="51066"/>
                  <a:pt x="72495" y="50000"/>
                  <a:pt x="73810" y="500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1" name="Чёрный — SVG 2">
            <a:extLst>
              <a:ext uri="{FF2B5EF4-FFF2-40B4-BE49-F238E27FC236}">
                <a16:creationId xmlns:a16="http://schemas.microsoft.com/office/drawing/2014/main" id="{BCE4B2D2-0526-8A40-A096-491E77B772E8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1 w 141927"/>
              <a:gd name="csY0" fmla="*/ 108174 h 127583"/>
              <a:gd name="csX1" fmla="*/ 1618 w 141927"/>
              <a:gd name="csY1" fmla="*/ 111906 h 127583"/>
              <a:gd name="csX2" fmla="*/ 5395 w 141927"/>
              <a:gd name="csY2" fmla="*/ 113408 h 127583"/>
              <a:gd name="csX3" fmla="*/ 75269 w 141927"/>
              <a:gd name="csY3" fmla="*/ 113408 h 127583"/>
              <a:gd name="csX4" fmla="*/ 94001 w 141927"/>
              <a:gd name="csY4" fmla="*/ 127583 h 127583"/>
              <a:gd name="csX5" fmla="*/ 112749 w 141927"/>
              <a:gd name="csY5" fmla="*/ 113408 h 127583"/>
              <a:gd name="csX6" fmla="*/ 136534 w 141927"/>
              <a:gd name="csY6" fmla="*/ 113408 h 127583"/>
              <a:gd name="csX7" fmla="*/ 138593 w 141927"/>
              <a:gd name="csY7" fmla="*/ 113025 h 127583"/>
              <a:gd name="csX8" fmla="*/ 140345 w 141927"/>
              <a:gd name="csY8" fmla="*/ 111877 h 127583"/>
              <a:gd name="csX9" fmla="*/ 141519 w 141927"/>
              <a:gd name="csY9" fmla="*/ 110143 h 127583"/>
              <a:gd name="csX10" fmla="*/ 141927 w 141927"/>
              <a:gd name="csY10" fmla="*/ 108092 h 127583"/>
              <a:gd name="csX11" fmla="*/ 141519 w 141927"/>
              <a:gd name="csY11" fmla="*/ 106039 h 127583"/>
              <a:gd name="csX12" fmla="*/ 140345 w 141927"/>
              <a:gd name="csY12" fmla="*/ 104305 h 127583"/>
              <a:gd name="csX13" fmla="*/ 138593 w 141927"/>
              <a:gd name="csY13" fmla="*/ 103159 h 127583"/>
              <a:gd name="csX14" fmla="*/ 136534 w 141927"/>
              <a:gd name="csY14" fmla="*/ 102776 h 127583"/>
              <a:gd name="csX15" fmla="*/ 112749 w 141927"/>
              <a:gd name="csY15" fmla="*/ 102776 h 127583"/>
              <a:gd name="csX16" fmla="*/ 94001 w 141927"/>
              <a:gd name="csY16" fmla="*/ 88599 h 127583"/>
              <a:gd name="csX17" fmla="*/ 75269 w 141927"/>
              <a:gd name="csY17" fmla="*/ 102776 h 127583"/>
              <a:gd name="csX18" fmla="*/ 5395 w 141927"/>
              <a:gd name="csY18" fmla="*/ 102776 h 127583"/>
              <a:gd name="csX19" fmla="*/ 3319 w 141927"/>
              <a:gd name="csY19" fmla="*/ 103166 h 127583"/>
              <a:gd name="csX20" fmla="*/ 1550 w 141927"/>
              <a:gd name="csY20" fmla="*/ 104334 h 127583"/>
              <a:gd name="csX21" fmla="*/ 393 w 141927"/>
              <a:gd name="csY21" fmla="*/ 106097 h 127583"/>
              <a:gd name="csX22" fmla="*/ 1 w 141927"/>
              <a:gd name="csY22" fmla="*/ 108174 h 127583"/>
              <a:gd name="csX23" fmla="*/ 1 w 141927"/>
              <a:gd name="csY23" fmla="*/ 63875 h 127583"/>
              <a:gd name="csX24" fmla="*/ 1618 w 141927"/>
              <a:gd name="csY24" fmla="*/ 67607 h 127583"/>
              <a:gd name="csX25" fmla="*/ 5395 w 141927"/>
              <a:gd name="csY25" fmla="*/ 69108 h 127583"/>
              <a:gd name="csX26" fmla="*/ 22102 w 141927"/>
              <a:gd name="csY26" fmla="*/ 69108 h 127583"/>
              <a:gd name="csX27" fmla="*/ 40834 w 141927"/>
              <a:gd name="csY27" fmla="*/ 83283 h 127583"/>
              <a:gd name="csX28" fmla="*/ 59582 w 141927"/>
              <a:gd name="csY28" fmla="*/ 69108 h 127583"/>
              <a:gd name="csX29" fmla="*/ 136534 w 141927"/>
              <a:gd name="csY29" fmla="*/ 69108 h 127583"/>
              <a:gd name="csX30" fmla="*/ 138593 w 141927"/>
              <a:gd name="csY30" fmla="*/ 68725 h 127583"/>
              <a:gd name="csX31" fmla="*/ 140345 w 141927"/>
              <a:gd name="csY31" fmla="*/ 67577 h 127583"/>
              <a:gd name="csX32" fmla="*/ 141519 w 141927"/>
              <a:gd name="csY32" fmla="*/ 65843 h 127583"/>
              <a:gd name="csX33" fmla="*/ 141927 w 141927"/>
              <a:gd name="csY33" fmla="*/ 63792 h 127583"/>
              <a:gd name="csX34" fmla="*/ 141519 w 141927"/>
              <a:gd name="csY34" fmla="*/ 61740 h 127583"/>
              <a:gd name="csX35" fmla="*/ 140345 w 141927"/>
              <a:gd name="csY35" fmla="*/ 60005 h 127583"/>
              <a:gd name="csX36" fmla="*/ 138593 w 141927"/>
              <a:gd name="csY36" fmla="*/ 58858 h 127583"/>
              <a:gd name="csX37" fmla="*/ 136534 w 141927"/>
              <a:gd name="csY37" fmla="*/ 58476 h 127583"/>
              <a:gd name="csX38" fmla="*/ 59582 w 141927"/>
              <a:gd name="csY38" fmla="*/ 58476 h 127583"/>
              <a:gd name="csX39" fmla="*/ 40834 w 141927"/>
              <a:gd name="csY39" fmla="*/ 44300 h 127583"/>
              <a:gd name="csX40" fmla="*/ 22102 w 141927"/>
              <a:gd name="csY40" fmla="*/ 58476 h 127583"/>
              <a:gd name="csX41" fmla="*/ 5395 w 141927"/>
              <a:gd name="csY41" fmla="*/ 58476 h 127583"/>
              <a:gd name="csX42" fmla="*/ 3319 w 141927"/>
              <a:gd name="csY42" fmla="*/ 58865 h 127583"/>
              <a:gd name="csX43" fmla="*/ 1550 w 141927"/>
              <a:gd name="csY43" fmla="*/ 60034 h 127583"/>
              <a:gd name="csX44" fmla="*/ 393 w 141927"/>
              <a:gd name="csY44" fmla="*/ 61798 h 127583"/>
              <a:gd name="csX45" fmla="*/ 1 w 141927"/>
              <a:gd name="csY45" fmla="*/ 63875 h 127583"/>
              <a:gd name="csX46" fmla="*/ 1 w 141927"/>
              <a:gd name="csY46" fmla="*/ 19575 h 127583"/>
              <a:gd name="csX47" fmla="*/ 1618 w 141927"/>
              <a:gd name="csY47" fmla="*/ 23307 h 127583"/>
              <a:gd name="csX48" fmla="*/ 5395 w 141927"/>
              <a:gd name="csY48" fmla="*/ 24807 h 127583"/>
              <a:gd name="csX49" fmla="*/ 82363 w 141927"/>
              <a:gd name="csY49" fmla="*/ 24807 h 127583"/>
              <a:gd name="csX50" fmla="*/ 101095 w 141927"/>
              <a:gd name="csY50" fmla="*/ 38984 h 127583"/>
              <a:gd name="csX51" fmla="*/ 119827 w 141927"/>
              <a:gd name="csY51" fmla="*/ 24807 h 127583"/>
              <a:gd name="csX52" fmla="*/ 136534 w 141927"/>
              <a:gd name="csY52" fmla="*/ 24807 h 127583"/>
              <a:gd name="csX53" fmla="*/ 138593 w 141927"/>
              <a:gd name="csY53" fmla="*/ 24425 h 127583"/>
              <a:gd name="csX54" fmla="*/ 140345 w 141927"/>
              <a:gd name="csY54" fmla="*/ 23278 h 127583"/>
              <a:gd name="csX55" fmla="*/ 141519 w 141927"/>
              <a:gd name="csY55" fmla="*/ 21545 h 127583"/>
              <a:gd name="csX56" fmla="*/ 141927 w 141927"/>
              <a:gd name="csY56" fmla="*/ 19491 h 127583"/>
              <a:gd name="csX57" fmla="*/ 141519 w 141927"/>
              <a:gd name="csY57" fmla="*/ 17440 h 127583"/>
              <a:gd name="csX58" fmla="*/ 140345 w 141927"/>
              <a:gd name="csY58" fmla="*/ 15706 h 127583"/>
              <a:gd name="csX59" fmla="*/ 138593 w 141927"/>
              <a:gd name="csY59" fmla="*/ 14558 h 127583"/>
              <a:gd name="csX60" fmla="*/ 136534 w 141927"/>
              <a:gd name="csY60" fmla="*/ 14175 h 127583"/>
              <a:gd name="csX61" fmla="*/ 119827 w 141927"/>
              <a:gd name="csY61" fmla="*/ 14175 h 127583"/>
              <a:gd name="csX62" fmla="*/ 101095 w 141927"/>
              <a:gd name="csY62" fmla="*/ 0 h 127583"/>
              <a:gd name="csX63" fmla="*/ 82363 w 141927"/>
              <a:gd name="csY63" fmla="*/ 14175 h 127583"/>
              <a:gd name="csX64" fmla="*/ 5395 w 141927"/>
              <a:gd name="csY64" fmla="*/ 14175 h 127583"/>
              <a:gd name="csX65" fmla="*/ 3319 w 141927"/>
              <a:gd name="csY65" fmla="*/ 14567 h 127583"/>
              <a:gd name="csX66" fmla="*/ 1550 w 141927"/>
              <a:gd name="csY66" fmla="*/ 15735 h 127583"/>
              <a:gd name="csX67" fmla="*/ 393 w 141927"/>
              <a:gd name="csY67" fmla="*/ 17498 h 127583"/>
              <a:gd name="csX68" fmla="*/ 1 w 141927"/>
              <a:gd name="csY68" fmla="*/ 19575 h 127583"/>
            </a:gdLst>
            <a:ahLst/>
            <a:cxnLst/>
            <a:rect l="l" t="t" r="r" b="b"/>
            <a:pathLst>
              <a:path w="100000" h="100000">
                <a:moveTo>
                  <a:pt x="1" y="81271"/>
                </a:moveTo>
                <a:cubicBezTo>
                  <a:pt x="13" y="82265"/>
                  <a:pt x="421" y="83210"/>
                  <a:pt x="1140" y="83901"/>
                </a:cubicBezTo>
                <a:cubicBezTo>
                  <a:pt x="1847" y="84592"/>
                  <a:pt x="2806" y="84973"/>
                  <a:pt x="3801" y="84959"/>
                </a:cubicBezTo>
                <a:lnTo>
                  <a:pt x="53034" y="84959"/>
                </a:lnTo>
                <a:cubicBezTo>
                  <a:pt x="54664" y="90716"/>
                  <a:pt x="59963" y="94947"/>
                  <a:pt x="66232" y="94947"/>
                </a:cubicBezTo>
                <a:cubicBezTo>
                  <a:pt x="72513" y="94947"/>
                  <a:pt x="77799" y="90716"/>
                  <a:pt x="79442" y="84959"/>
                </a:cubicBezTo>
                <a:lnTo>
                  <a:pt x="96200" y="84959"/>
                </a:lnTo>
                <a:cubicBezTo>
                  <a:pt x="96704" y="84966"/>
                  <a:pt x="97195" y="84874"/>
                  <a:pt x="97651" y="84689"/>
                </a:cubicBezTo>
                <a:cubicBezTo>
                  <a:pt x="98118" y="84503"/>
                  <a:pt x="98538" y="84229"/>
                  <a:pt x="98885" y="83880"/>
                </a:cubicBezTo>
                <a:cubicBezTo>
                  <a:pt x="99245" y="83532"/>
                  <a:pt x="99521" y="83117"/>
                  <a:pt x="99713" y="82659"/>
                </a:cubicBezTo>
                <a:cubicBezTo>
                  <a:pt x="99904" y="82201"/>
                  <a:pt x="100000" y="81710"/>
                  <a:pt x="100000" y="81214"/>
                </a:cubicBezTo>
                <a:cubicBezTo>
                  <a:pt x="100000" y="80718"/>
                  <a:pt x="99904" y="80226"/>
                  <a:pt x="99713" y="79767"/>
                </a:cubicBezTo>
                <a:cubicBezTo>
                  <a:pt x="99521" y="79309"/>
                  <a:pt x="99245" y="78894"/>
                  <a:pt x="98885" y="78545"/>
                </a:cubicBezTo>
                <a:cubicBezTo>
                  <a:pt x="98538" y="78197"/>
                  <a:pt x="98118" y="77922"/>
                  <a:pt x="97651" y="77738"/>
                </a:cubicBezTo>
                <a:cubicBezTo>
                  <a:pt x="97195" y="77552"/>
                  <a:pt x="96704" y="77461"/>
                  <a:pt x="96200" y="77468"/>
                </a:cubicBezTo>
                <a:lnTo>
                  <a:pt x="79442" y="77468"/>
                </a:lnTo>
                <a:cubicBezTo>
                  <a:pt x="77799" y="71710"/>
                  <a:pt x="72513" y="67479"/>
                  <a:pt x="66232" y="67479"/>
                </a:cubicBezTo>
                <a:cubicBezTo>
                  <a:pt x="59963" y="67479"/>
                  <a:pt x="54664" y="71710"/>
                  <a:pt x="53034" y="77468"/>
                </a:cubicBezTo>
                <a:lnTo>
                  <a:pt x="3801" y="77468"/>
                </a:lnTo>
                <a:cubicBezTo>
                  <a:pt x="3297" y="77461"/>
                  <a:pt x="2806" y="77554"/>
                  <a:pt x="2339" y="77743"/>
                </a:cubicBezTo>
                <a:cubicBezTo>
                  <a:pt x="1871" y="77932"/>
                  <a:pt x="1451" y="78211"/>
                  <a:pt x="1092" y="78566"/>
                </a:cubicBezTo>
                <a:cubicBezTo>
                  <a:pt x="744" y="78921"/>
                  <a:pt x="469" y="79343"/>
                  <a:pt x="277" y="79808"/>
                </a:cubicBezTo>
                <a:cubicBezTo>
                  <a:pt x="85" y="80273"/>
                  <a:pt x="-11" y="80770"/>
                  <a:pt x="1" y="81271"/>
                </a:cubicBezTo>
                <a:close/>
                <a:moveTo>
                  <a:pt x="1" y="50059"/>
                </a:moveTo>
                <a:cubicBezTo>
                  <a:pt x="13" y="51052"/>
                  <a:pt x="421" y="51997"/>
                  <a:pt x="1140" y="52688"/>
                </a:cubicBezTo>
                <a:cubicBezTo>
                  <a:pt x="1847" y="53380"/>
                  <a:pt x="2806" y="53760"/>
                  <a:pt x="3801" y="53746"/>
                </a:cubicBezTo>
                <a:lnTo>
                  <a:pt x="15573" y="53746"/>
                </a:lnTo>
                <a:cubicBezTo>
                  <a:pt x="17203" y="59502"/>
                  <a:pt x="22502" y="63733"/>
                  <a:pt x="28771" y="63733"/>
                </a:cubicBezTo>
                <a:cubicBezTo>
                  <a:pt x="35053" y="63733"/>
                  <a:pt x="40339" y="59502"/>
                  <a:pt x="41981" y="53746"/>
                </a:cubicBezTo>
                <a:lnTo>
                  <a:pt x="96200" y="53746"/>
                </a:lnTo>
                <a:cubicBezTo>
                  <a:pt x="96704" y="53753"/>
                  <a:pt x="97195" y="53661"/>
                  <a:pt x="97651" y="53476"/>
                </a:cubicBezTo>
                <a:cubicBezTo>
                  <a:pt x="98118" y="53291"/>
                  <a:pt x="98538" y="53016"/>
                  <a:pt x="98885" y="52667"/>
                </a:cubicBezTo>
                <a:cubicBezTo>
                  <a:pt x="99245" y="52319"/>
                  <a:pt x="99521" y="51903"/>
                  <a:pt x="99713" y="51445"/>
                </a:cubicBezTo>
                <a:cubicBezTo>
                  <a:pt x="99904" y="50987"/>
                  <a:pt x="100000" y="50496"/>
                  <a:pt x="100000" y="50000"/>
                </a:cubicBezTo>
                <a:cubicBezTo>
                  <a:pt x="100000" y="49504"/>
                  <a:pt x="99904" y="49013"/>
                  <a:pt x="99713" y="48555"/>
                </a:cubicBezTo>
                <a:cubicBezTo>
                  <a:pt x="99521" y="48097"/>
                  <a:pt x="99245" y="47681"/>
                  <a:pt x="98885" y="47332"/>
                </a:cubicBezTo>
                <a:cubicBezTo>
                  <a:pt x="98538" y="46985"/>
                  <a:pt x="98118" y="46709"/>
                  <a:pt x="97651" y="46524"/>
                </a:cubicBezTo>
                <a:cubicBezTo>
                  <a:pt x="97195" y="46339"/>
                  <a:pt x="96704" y="46247"/>
                  <a:pt x="96200" y="46255"/>
                </a:cubicBezTo>
                <a:lnTo>
                  <a:pt x="41981" y="46255"/>
                </a:lnTo>
                <a:cubicBezTo>
                  <a:pt x="40339" y="40498"/>
                  <a:pt x="35053" y="36267"/>
                  <a:pt x="28771" y="36267"/>
                </a:cubicBezTo>
                <a:cubicBezTo>
                  <a:pt x="22502" y="36267"/>
                  <a:pt x="17203" y="40498"/>
                  <a:pt x="15573" y="46255"/>
                </a:cubicBezTo>
                <a:lnTo>
                  <a:pt x="3801" y="46255"/>
                </a:lnTo>
                <a:cubicBezTo>
                  <a:pt x="3297" y="46247"/>
                  <a:pt x="2806" y="46341"/>
                  <a:pt x="2339" y="46529"/>
                </a:cubicBezTo>
                <a:cubicBezTo>
                  <a:pt x="1871" y="46718"/>
                  <a:pt x="1451" y="46999"/>
                  <a:pt x="1092" y="47353"/>
                </a:cubicBezTo>
                <a:cubicBezTo>
                  <a:pt x="744" y="47707"/>
                  <a:pt x="469" y="48130"/>
                  <a:pt x="277" y="48595"/>
                </a:cubicBezTo>
                <a:cubicBezTo>
                  <a:pt x="85" y="49059"/>
                  <a:pt x="-11" y="49558"/>
                  <a:pt x="1" y="50059"/>
                </a:cubicBezTo>
                <a:close/>
                <a:moveTo>
                  <a:pt x="1" y="18846"/>
                </a:moveTo>
                <a:cubicBezTo>
                  <a:pt x="13" y="19838"/>
                  <a:pt x="421" y="20783"/>
                  <a:pt x="1140" y="21475"/>
                </a:cubicBezTo>
                <a:cubicBezTo>
                  <a:pt x="1847" y="22166"/>
                  <a:pt x="2806" y="22547"/>
                  <a:pt x="3801" y="22532"/>
                </a:cubicBezTo>
                <a:lnTo>
                  <a:pt x="58032" y="22532"/>
                </a:lnTo>
                <a:cubicBezTo>
                  <a:pt x="59662" y="28290"/>
                  <a:pt x="64961" y="32521"/>
                  <a:pt x="71230" y="32521"/>
                </a:cubicBezTo>
                <a:cubicBezTo>
                  <a:pt x="77500" y="32521"/>
                  <a:pt x="82798" y="28290"/>
                  <a:pt x="84429" y="22532"/>
                </a:cubicBezTo>
                <a:lnTo>
                  <a:pt x="96200" y="22532"/>
                </a:lnTo>
                <a:cubicBezTo>
                  <a:pt x="96704" y="22539"/>
                  <a:pt x="97195" y="22448"/>
                  <a:pt x="97651" y="22263"/>
                </a:cubicBezTo>
                <a:cubicBezTo>
                  <a:pt x="98118" y="22078"/>
                  <a:pt x="98538" y="21803"/>
                  <a:pt x="98885" y="21455"/>
                </a:cubicBezTo>
                <a:cubicBezTo>
                  <a:pt x="99245" y="21106"/>
                  <a:pt x="99521" y="20691"/>
                  <a:pt x="99713" y="20234"/>
                </a:cubicBezTo>
                <a:cubicBezTo>
                  <a:pt x="99904" y="19774"/>
                  <a:pt x="100000" y="19283"/>
                  <a:pt x="100000" y="18786"/>
                </a:cubicBezTo>
                <a:cubicBezTo>
                  <a:pt x="100000" y="18290"/>
                  <a:pt x="99904" y="17799"/>
                  <a:pt x="99713" y="17341"/>
                </a:cubicBezTo>
                <a:cubicBezTo>
                  <a:pt x="99521" y="16883"/>
                  <a:pt x="99245" y="16468"/>
                  <a:pt x="98885" y="16120"/>
                </a:cubicBezTo>
                <a:cubicBezTo>
                  <a:pt x="98538" y="15771"/>
                  <a:pt x="98118" y="15497"/>
                  <a:pt x="97651" y="15311"/>
                </a:cubicBezTo>
                <a:cubicBezTo>
                  <a:pt x="97195" y="15126"/>
                  <a:pt x="96704" y="15034"/>
                  <a:pt x="96200" y="15041"/>
                </a:cubicBezTo>
                <a:lnTo>
                  <a:pt x="84429" y="15041"/>
                </a:lnTo>
                <a:cubicBezTo>
                  <a:pt x="82798" y="9284"/>
                  <a:pt x="77500" y="5053"/>
                  <a:pt x="71230" y="5053"/>
                </a:cubicBezTo>
                <a:cubicBezTo>
                  <a:pt x="64961" y="5053"/>
                  <a:pt x="59662" y="9284"/>
                  <a:pt x="58032" y="15041"/>
                </a:cubicBezTo>
                <a:lnTo>
                  <a:pt x="3801" y="15041"/>
                </a:lnTo>
                <a:cubicBezTo>
                  <a:pt x="3297" y="15034"/>
                  <a:pt x="2806" y="15127"/>
                  <a:pt x="2339" y="15317"/>
                </a:cubicBezTo>
                <a:cubicBezTo>
                  <a:pt x="1871" y="15505"/>
                  <a:pt x="1451" y="15786"/>
                  <a:pt x="1092" y="16140"/>
                </a:cubicBezTo>
                <a:cubicBezTo>
                  <a:pt x="744" y="16495"/>
                  <a:pt x="469" y="16917"/>
                  <a:pt x="277" y="17382"/>
                </a:cubicBezTo>
                <a:cubicBezTo>
                  <a:pt x="85" y="17847"/>
                  <a:pt x="-11" y="18345"/>
                  <a:pt x="1" y="1884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2" name="Чёрный — SVG 3">
            <a:extLst>
              <a:ext uri="{FF2B5EF4-FFF2-40B4-BE49-F238E27FC236}">
                <a16:creationId xmlns:a16="http://schemas.microsoft.com/office/drawing/2014/main" id="{A925DF26-092B-214E-B26A-4C4B64C9B7B9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67295 w 145272"/>
              <a:gd name="csY0" fmla="*/ 0 h 148017"/>
              <a:gd name="csX1" fmla="*/ 51345 w 145272"/>
              <a:gd name="csY1" fmla="*/ 1863 h 148017"/>
              <a:gd name="csX2" fmla="*/ 47094 w 145272"/>
              <a:gd name="csY2" fmla="*/ 6680 h 148017"/>
              <a:gd name="csX3" fmla="*/ 45993 w 145272"/>
              <a:gd name="csY3" fmla="*/ 16785 h 148017"/>
              <a:gd name="csX4" fmla="*/ 40996 w 145272"/>
              <a:gd name="csY4" fmla="*/ 24476 h 148017"/>
              <a:gd name="csX5" fmla="*/ 31816 w 145272"/>
              <a:gd name="csY5" fmla="*/ 24967 h 148017"/>
              <a:gd name="csX6" fmla="*/ 22491 w 145272"/>
              <a:gd name="csY6" fmla="*/ 20896 h 148017"/>
              <a:gd name="csX7" fmla="*/ 16219 w 145272"/>
              <a:gd name="csY7" fmla="*/ 22171 h 148017"/>
              <a:gd name="csX8" fmla="*/ 234 w 145272"/>
              <a:gd name="csY8" fmla="*/ 49740 h 148017"/>
              <a:gd name="csX9" fmla="*/ 2255 w 145272"/>
              <a:gd name="csY9" fmla="*/ 55803 h 148017"/>
              <a:gd name="csX10" fmla="*/ 10515 w 145272"/>
              <a:gd name="csY10" fmla="*/ 61861 h 148017"/>
              <a:gd name="csX11" fmla="*/ 14661 w 145272"/>
              <a:gd name="csY11" fmla="*/ 70048 h 148017"/>
              <a:gd name="csX12" fmla="*/ 10515 w 145272"/>
              <a:gd name="csY12" fmla="*/ 78237 h 148017"/>
              <a:gd name="csX13" fmla="*/ 2255 w 145272"/>
              <a:gd name="csY13" fmla="*/ 84293 h 148017"/>
              <a:gd name="csX14" fmla="*/ 234 w 145272"/>
              <a:gd name="csY14" fmla="*/ 90358 h 148017"/>
              <a:gd name="csX15" fmla="*/ 16253 w 145272"/>
              <a:gd name="csY15" fmla="*/ 117928 h 148017"/>
              <a:gd name="csX16" fmla="*/ 22491 w 145272"/>
              <a:gd name="csY16" fmla="*/ 119200 h 148017"/>
              <a:gd name="csX17" fmla="*/ 31816 w 145272"/>
              <a:gd name="csY17" fmla="*/ 115131 h 148017"/>
              <a:gd name="csX18" fmla="*/ 40996 w 145272"/>
              <a:gd name="csY18" fmla="*/ 115623 h 148017"/>
              <a:gd name="csX19" fmla="*/ 45993 w 145272"/>
              <a:gd name="csY19" fmla="*/ 123312 h 148017"/>
              <a:gd name="csX20" fmla="*/ 47094 w 145272"/>
              <a:gd name="csY20" fmla="*/ 133418 h 148017"/>
              <a:gd name="csX21" fmla="*/ 51345 w 145272"/>
              <a:gd name="csY21" fmla="*/ 138236 h 148017"/>
              <a:gd name="csX22" fmla="*/ 67295 w 145272"/>
              <a:gd name="csY22" fmla="*/ 140112 h 148017"/>
              <a:gd name="csX23" fmla="*/ 67544 w 145272"/>
              <a:gd name="csY23" fmla="*/ 140112 h 148017"/>
              <a:gd name="csX24" fmla="*/ 67295 w 145272"/>
              <a:gd name="csY24" fmla="*/ 137385 h 148017"/>
              <a:gd name="csX25" fmla="*/ 67295 w 145272"/>
              <a:gd name="csY25" fmla="*/ 93085 h 148017"/>
              <a:gd name="csX26" fmla="*/ 44256 w 145272"/>
              <a:gd name="csY26" fmla="*/ 70048 h 148017"/>
              <a:gd name="csX27" fmla="*/ 67295 w 145272"/>
              <a:gd name="csY27" fmla="*/ 47014 h 148017"/>
              <a:gd name="csX28" fmla="*/ 90333 w 145272"/>
              <a:gd name="csY28" fmla="*/ 70048 h 148017"/>
              <a:gd name="csX29" fmla="*/ 90051 w 145272"/>
              <a:gd name="csY29" fmla="*/ 73593 h 148017"/>
              <a:gd name="csX30" fmla="*/ 120566 w 145272"/>
              <a:gd name="csY30" fmla="*/ 73593 h 148017"/>
              <a:gd name="csX31" fmla="*/ 119928 w 145272"/>
              <a:gd name="csY31" fmla="*/ 70048 h 148017"/>
              <a:gd name="csX32" fmla="*/ 124076 w 145272"/>
              <a:gd name="csY32" fmla="*/ 61861 h 148017"/>
              <a:gd name="csX33" fmla="*/ 132334 w 145272"/>
              <a:gd name="csY33" fmla="*/ 55803 h 148017"/>
              <a:gd name="csX34" fmla="*/ 134355 w 145272"/>
              <a:gd name="csY34" fmla="*/ 49740 h 148017"/>
              <a:gd name="csX35" fmla="*/ 118371 w 145272"/>
              <a:gd name="csY35" fmla="*/ 22171 h 148017"/>
              <a:gd name="csX36" fmla="*/ 112099 w 145272"/>
              <a:gd name="csY36" fmla="*/ 20896 h 148017"/>
              <a:gd name="csX37" fmla="*/ 102773 w 145272"/>
              <a:gd name="csY37" fmla="*/ 24967 h 148017"/>
              <a:gd name="csX38" fmla="*/ 93595 w 145272"/>
              <a:gd name="csY38" fmla="*/ 24476 h 148017"/>
              <a:gd name="csX39" fmla="*/ 88596 w 145272"/>
              <a:gd name="csY39" fmla="*/ 16785 h 148017"/>
              <a:gd name="csX40" fmla="*/ 87495 w 145272"/>
              <a:gd name="csY40" fmla="*/ 6680 h 148017"/>
              <a:gd name="csX41" fmla="*/ 83245 w 145272"/>
              <a:gd name="csY41" fmla="*/ 1863 h 148017"/>
              <a:gd name="csX42" fmla="*/ 67295 w 145272"/>
              <a:gd name="csY42" fmla="*/ 0 h 148017"/>
              <a:gd name="csX43" fmla="*/ 85017 w 145272"/>
              <a:gd name="csY43" fmla="*/ 80680 h 148017"/>
              <a:gd name="csX44" fmla="*/ 74383 w 145272"/>
              <a:gd name="csY44" fmla="*/ 91312 h 148017"/>
              <a:gd name="csX45" fmla="*/ 74383 w 145272"/>
              <a:gd name="csY45" fmla="*/ 137385 h 148017"/>
              <a:gd name="csX46" fmla="*/ 85017 w 145272"/>
              <a:gd name="csY46" fmla="*/ 148017 h 148017"/>
              <a:gd name="csX47" fmla="*/ 134640 w 145272"/>
              <a:gd name="csY47" fmla="*/ 148017 h 148017"/>
              <a:gd name="csX48" fmla="*/ 145273 w 145272"/>
              <a:gd name="csY48" fmla="*/ 137385 h 148017"/>
              <a:gd name="csX49" fmla="*/ 145273 w 145272"/>
              <a:gd name="csY49" fmla="*/ 91312 h 148017"/>
              <a:gd name="csX50" fmla="*/ 134640 w 145272"/>
              <a:gd name="csY50" fmla="*/ 80680 h 148017"/>
              <a:gd name="csX51" fmla="*/ 85017 w 145272"/>
              <a:gd name="csY51" fmla="*/ 80680 h 148017"/>
              <a:gd name="csX52" fmla="*/ 131330 w 145272"/>
              <a:gd name="csY52" fmla="*/ 98408 h 148017"/>
              <a:gd name="csX53" fmla="*/ 133767 w 145272"/>
              <a:gd name="csY53" fmla="*/ 99612 h 148017"/>
              <a:gd name="csX54" fmla="*/ 133428 w 145272"/>
              <a:gd name="csY54" fmla="*/ 104617 h 148017"/>
              <a:gd name="csX55" fmla="*/ 105072 w 145272"/>
              <a:gd name="csY55" fmla="*/ 129424 h 148017"/>
              <a:gd name="csX56" fmla="*/ 102739 w 145272"/>
              <a:gd name="csY56" fmla="*/ 130297 h 148017"/>
              <a:gd name="csX57" fmla="*/ 100240 w 145272"/>
              <a:gd name="csY57" fmla="*/ 129259 h 148017"/>
              <a:gd name="csX58" fmla="*/ 86063 w 145272"/>
              <a:gd name="csY58" fmla="*/ 115082 h 148017"/>
              <a:gd name="csX59" fmla="*/ 86063 w 145272"/>
              <a:gd name="csY59" fmla="*/ 110070 h 148017"/>
              <a:gd name="csX60" fmla="*/ 91068 w 145272"/>
              <a:gd name="csY60" fmla="*/ 110070 h 148017"/>
              <a:gd name="csX61" fmla="*/ 102906 w 145272"/>
              <a:gd name="csY61" fmla="*/ 121907 h 148017"/>
              <a:gd name="csX62" fmla="*/ 128761 w 145272"/>
              <a:gd name="csY62" fmla="*/ 99273 h 148017"/>
              <a:gd name="csX63" fmla="*/ 131330 w 145272"/>
              <a:gd name="csY63" fmla="*/ 98408 h 148017"/>
            </a:gdLst>
            <a:ahLst/>
            <a:cxnLst/>
            <a:rect l="l" t="t" r="r" b="b"/>
            <a:pathLst>
              <a:path w="100000" h="100000">
                <a:moveTo>
                  <a:pt x="46392" y="0"/>
                </a:moveTo>
                <a:cubicBezTo>
                  <a:pt x="42824" y="0"/>
                  <a:pt x="39255" y="420"/>
                  <a:pt x="35616" y="1259"/>
                </a:cubicBezTo>
                <a:cubicBezTo>
                  <a:pt x="34083" y="1617"/>
                  <a:pt x="32936" y="2933"/>
                  <a:pt x="32744" y="4513"/>
                </a:cubicBezTo>
                <a:lnTo>
                  <a:pt x="32000" y="11340"/>
                </a:lnTo>
                <a:cubicBezTo>
                  <a:pt x="31761" y="13494"/>
                  <a:pt x="30492" y="15459"/>
                  <a:pt x="28624" y="16536"/>
                </a:cubicBezTo>
                <a:cubicBezTo>
                  <a:pt x="26732" y="17636"/>
                  <a:pt x="24409" y="17754"/>
                  <a:pt x="22422" y="16868"/>
                </a:cubicBezTo>
                <a:lnTo>
                  <a:pt x="16122" y="14117"/>
                </a:lnTo>
                <a:cubicBezTo>
                  <a:pt x="14685" y="13471"/>
                  <a:pt x="12986" y="13805"/>
                  <a:pt x="11885" y="14979"/>
                </a:cubicBezTo>
                <a:cubicBezTo>
                  <a:pt x="6904" y="20294"/>
                  <a:pt x="3169" y="26733"/>
                  <a:pt x="1085" y="33604"/>
                </a:cubicBezTo>
                <a:cubicBezTo>
                  <a:pt x="630" y="35112"/>
                  <a:pt x="1182" y="36767"/>
                  <a:pt x="2451" y="37700"/>
                </a:cubicBezTo>
                <a:lnTo>
                  <a:pt x="8031" y="41793"/>
                </a:lnTo>
                <a:cubicBezTo>
                  <a:pt x="9780" y="43086"/>
                  <a:pt x="10832" y="45147"/>
                  <a:pt x="10832" y="47324"/>
                </a:cubicBezTo>
                <a:cubicBezTo>
                  <a:pt x="10832" y="49504"/>
                  <a:pt x="9780" y="51564"/>
                  <a:pt x="8031" y="52857"/>
                </a:cubicBezTo>
                <a:lnTo>
                  <a:pt x="2451" y="56948"/>
                </a:lnTo>
                <a:cubicBezTo>
                  <a:pt x="1182" y="57883"/>
                  <a:pt x="630" y="59536"/>
                  <a:pt x="1085" y="61046"/>
                </a:cubicBezTo>
                <a:cubicBezTo>
                  <a:pt x="3169" y="67917"/>
                  <a:pt x="6904" y="74356"/>
                  <a:pt x="11908" y="79672"/>
                </a:cubicBezTo>
                <a:cubicBezTo>
                  <a:pt x="12985" y="80821"/>
                  <a:pt x="14685" y="81179"/>
                  <a:pt x="16122" y="80531"/>
                </a:cubicBezTo>
                <a:lnTo>
                  <a:pt x="22422" y="77782"/>
                </a:lnTo>
                <a:cubicBezTo>
                  <a:pt x="24409" y="76897"/>
                  <a:pt x="26732" y="77012"/>
                  <a:pt x="28624" y="78115"/>
                </a:cubicBezTo>
                <a:cubicBezTo>
                  <a:pt x="30492" y="79192"/>
                  <a:pt x="31761" y="81131"/>
                  <a:pt x="32000" y="83309"/>
                </a:cubicBezTo>
                <a:lnTo>
                  <a:pt x="32744" y="90137"/>
                </a:lnTo>
                <a:cubicBezTo>
                  <a:pt x="32936" y="91717"/>
                  <a:pt x="34083" y="93009"/>
                  <a:pt x="35616" y="93392"/>
                </a:cubicBezTo>
                <a:cubicBezTo>
                  <a:pt x="39255" y="94230"/>
                  <a:pt x="42871" y="94659"/>
                  <a:pt x="46392" y="94659"/>
                </a:cubicBezTo>
                <a:lnTo>
                  <a:pt x="46560" y="94659"/>
                </a:lnTo>
                <a:cubicBezTo>
                  <a:pt x="46440" y="94061"/>
                  <a:pt x="46392" y="93439"/>
                  <a:pt x="46392" y="92817"/>
                </a:cubicBezTo>
                <a:lnTo>
                  <a:pt x="46392" y="62888"/>
                </a:lnTo>
                <a:cubicBezTo>
                  <a:pt x="37818" y="62888"/>
                  <a:pt x="30827" y="55897"/>
                  <a:pt x="30827" y="47324"/>
                </a:cubicBezTo>
                <a:cubicBezTo>
                  <a:pt x="30827" y="38753"/>
                  <a:pt x="37818" y="31763"/>
                  <a:pt x="46392" y="31763"/>
                </a:cubicBezTo>
                <a:cubicBezTo>
                  <a:pt x="54964" y="31763"/>
                  <a:pt x="61956" y="38753"/>
                  <a:pt x="61956" y="47324"/>
                </a:cubicBezTo>
                <a:cubicBezTo>
                  <a:pt x="61956" y="48139"/>
                  <a:pt x="61885" y="48953"/>
                  <a:pt x="61766" y="49719"/>
                </a:cubicBezTo>
                <a:lnTo>
                  <a:pt x="82381" y="49719"/>
                </a:lnTo>
                <a:cubicBezTo>
                  <a:pt x="82094" y="48953"/>
                  <a:pt x="81950" y="48163"/>
                  <a:pt x="81950" y="47324"/>
                </a:cubicBezTo>
                <a:cubicBezTo>
                  <a:pt x="81950" y="45147"/>
                  <a:pt x="83004" y="43086"/>
                  <a:pt x="84753" y="41793"/>
                </a:cubicBezTo>
                <a:lnTo>
                  <a:pt x="90332" y="37700"/>
                </a:lnTo>
                <a:cubicBezTo>
                  <a:pt x="91601" y="36767"/>
                  <a:pt x="92153" y="35112"/>
                  <a:pt x="91697" y="33604"/>
                </a:cubicBezTo>
                <a:cubicBezTo>
                  <a:pt x="89615" y="26733"/>
                  <a:pt x="85879" y="20294"/>
                  <a:pt x="80898" y="14979"/>
                </a:cubicBezTo>
                <a:cubicBezTo>
                  <a:pt x="79797" y="13829"/>
                  <a:pt x="78097" y="13471"/>
                  <a:pt x="76661" y="14117"/>
                </a:cubicBezTo>
                <a:lnTo>
                  <a:pt x="70360" y="16868"/>
                </a:lnTo>
                <a:cubicBezTo>
                  <a:pt x="68374" y="17754"/>
                  <a:pt x="66052" y="17636"/>
                  <a:pt x="64160" y="16536"/>
                </a:cubicBezTo>
                <a:cubicBezTo>
                  <a:pt x="62292" y="15459"/>
                  <a:pt x="61022" y="13519"/>
                  <a:pt x="60783" y="11340"/>
                </a:cubicBezTo>
                <a:lnTo>
                  <a:pt x="60039" y="4513"/>
                </a:lnTo>
                <a:cubicBezTo>
                  <a:pt x="59847" y="2933"/>
                  <a:pt x="58700" y="1641"/>
                  <a:pt x="57167" y="1259"/>
                </a:cubicBezTo>
                <a:cubicBezTo>
                  <a:pt x="53527" y="420"/>
                  <a:pt x="49959" y="0"/>
                  <a:pt x="46392" y="0"/>
                </a:cubicBezTo>
                <a:close/>
                <a:moveTo>
                  <a:pt x="58365" y="54507"/>
                </a:moveTo>
                <a:cubicBezTo>
                  <a:pt x="54397" y="54507"/>
                  <a:pt x="51180" y="57723"/>
                  <a:pt x="51180" y="61690"/>
                </a:cubicBezTo>
                <a:lnTo>
                  <a:pt x="51180" y="92817"/>
                </a:lnTo>
                <a:cubicBezTo>
                  <a:pt x="51180" y="96784"/>
                  <a:pt x="54397" y="100000"/>
                  <a:pt x="58365" y="100000"/>
                </a:cubicBezTo>
                <a:lnTo>
                  <a:pt x="91890" y="100000"/>
                </a:lnTo>
                <a:cubicBezTo>
                  <a:pt x="95858" y="100000"/>
                  <a:pt x="99073" y="96784"/>
                  <a:pt x="99073" y="92817"/>
                </a:cubicBezTo>
                <a:lnTo>
                  <a:pt x="99073" y="61690"/>
                </a:lnTo>
                <a:cubicBezTo>
                  <a:pt x="99073" y="57723"/>
                  <a:pt x="95858" y="54507"/>
                  <a:pt x="91890" y="54507"/>
                </a:cubicBezTo>
                <a:lnTo>
                  <a:pt x="58365" y="54507"/>
                </a:lnTo>
                <a:close/>
                <a:moveTo>
                  <a:pt x="89654" y="66484"/>
                </a:moveTo>
                <a:cubicBezTo>
                  <a:pt x="90266" y="66525"/>
                  <a:pt x="90864" y="66799"/>
                  <a:pt x="91300" y="67298"/>
                </a:cubicBezTo>
                <a:cubicBezTo>
                  <a:pt x="92172" y="68291"/>
                  <a:pt x="92067" y="69808"/>
                  <a:pt x="91071" y="70679"/>
                </a:cubicBezTo>
                <a:lnTo>
                  <a:pt x="71914" y="87439"/>
                </a:lnTo>
                <a:cubicBezTo>
                  <a:pt x="71460" y="87834"/>
                  <a:pt x="70899" y="88028"/>
                  <a:pt x="70338" y="88028"/>
                </a:cubicBezTo>
                <a:cubicBezTo>
                  <a:pt x="69725" y="88028"/>
                  <a:pt x="69111" y="87791"/>
                  <a:pt x="68649" y="87327"/>
                </a:cubicBezTo>
                <a:lnTo>
                  <a:pt x="59071" y="77749"/>
                </a:lnTo>
                <a:cubicBezTo>
                  <a:pt x="58134" y="76813"/>
                  <a:pt x="58134" y="75300"/>
                  <a:pt x="59071" y="74363"/>
                </a:cubicBezTo>
                <a:cubicBezTo>
                  <a:pt x="60007" y="73428"/>
                  <a:pt x="61516" y="73428"/>
                  <a:pt x="62453" y="74363"/>
                </a:cubicBezTo>
                <a:lnTo>
                  <a:pt x="70450" y="82360"/>
                </a:lnTo>
                <a:lnTo>
                  <a:pt x="87918" y="67069"/>
                </a:lnTo>
                <a:cubicBezTo>
                  <a:pt x="88417" y="66634"/>
                  <a:pt x="89042" y="66442"/>
                  <a:pt x="89654" y="6648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3" name="Чёрный — SVG 4">
            <a:extLst>
              <a:ext uri="{FF2B5EF4-FFF2-40B4-BE49-F238E27FC236}">
                <a16:creationId xmlns:a16="http://schemas.microsoft.com/office/drawing/2014/main" id="{E79FC183-A384-9049-A448-E5872D0DC0AA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15942 w 113428"/>
              <a:gd name="csY0" fmla="*/ 0 h 141759"/>
              <a:gd name="csX1" fmla="*/ 0 w 113428"/>
              <a:gd name="csY1" fmla="*/ 15948 h 141759"/>
              <a:gd name="csX2" fmla="*/ 0 w 113428"/>
              <a:gd name="csY2" fmla="*/ 125811 h 141759"/>
              <a:gd name="csX3" fmla="*/ 15942 w 113428"/>
              <a:gd name="csY3" fmla="*/ 141759 h 141759"/>
              <a:gd name="csX4" fmla="*/ 97470 w 113428"/>
              <a:gd name="csY4" fmla="*/ 141759 h 141759"/>
              <a:gd name="csX5" fmla="*/ 113428 w 113428"/>
              <a:gd name="csY5" fmla="*/ 125811 h 141759"/>
              <a:gd name="csX6" fmla="*/ 113428 w 113428"/>
              <a:gd name="csY6" fmla="*/ 56704 h 141759"/>
              <a:gd name="csX7" fmla="*/ 72664 w 113428"/>
              <a:gd name="csY7" fmla="*/ 56704 h 141759"/>
              <a:gd name="csX8" fmla="*/ 56706 w 113428"/>
              <a:gd name="csY8" fmla="*/ 40756 h 141759"/>
              <a:gd name="csX9" fmla="*/ 56706 w 113428"/>
              <a:gd name="csY9" fmla="*/ 0 h 141759"/>
              <a:gd name="csX10" fmla="*/ 15942 w 113428"/>
              <a:gd name="csY10" fmla="*/ 0 h 141759"/>
              <a:gd name="csX11" fmla="*/ 67339 w 113428"/>
              <a:gd name="csY11" fmla="*/ 3115 h 141759"/>
              <a:gd name="csX12" fmla="*/ 67339 w 113428"/>
              <a:gd name="csY12" fmla="*/ 40756 h 141759"/>
              <a:gd name="csX13" fmla="*/ 72664 w 113428"/>
              <a:gd name="csY13" fmla="*/ 46072 h 141759"/>
              <a:gd name="csX14" fmla="*/ 110315 w 113428"/>
              <a:gd name="csY14" fmla="*/ 46072 h 141759"/>
              <a:gd name="csX15" fmla="*/ 67339 w 113428"/>
              <a:gd name="csY15" fmla="*/ 3115 h 141759"/>
              <a:gd name="csX16" fmla="*/ 40764 w 113428"/>
              <a:gd name="csY16" fmla="*/ 70880 h 141759"/>
              <a:gd name="csX17" fmla="*/ 56706 w 113428"/>
              <a:gd name="csY17" fmla="*/ 88565 h 141759"/>
              <a:gd name="csX18" fmla="*/ 48590 w 113428"/>
              <a:gd name="csY18" fmla="*/ 109580 h 141759"/>
              <a:gd name="csX19" fmla="*/ 51397 w 113428"/>
              <a:gd name="csY19" fmla="*/ 109863 h 141759"/>
              <a:gd name="csX20" fmla="*/ 57624 w 113428"/>
              <a:gd name="csY20" fmla="*/ 103945 h 141759"/>
              <a:gd name="csX21" fmla="*/ 67339 w 113428"/>
              <a:gd name="csY21" fmla="*/ 95687 h 141759"/>
              <a:gd name="csX22" fmla="*/ 76135 w 113428"/>
              <a:gd name="csY22" fmla="*/ 105046 h 141759"/>
              <a:gd name="csX23" fmla="*/ 79742 w 113428"/>
              <a:gd name="csY23" fmla="*/ 109863 h 141759"/>
              <a:gd name="csX24" fmla="*/ 81596 w 113428"/>
              <a:gd name="csY24" fmla="*/ 105399 h 141759"/>
              <a:gd name="csX25" fmla="*/ 85986 w 113428"/>
              <a:gd name="csY25" fmla="*/ 99301 h 141759"/>
              <a:gd name="csX26" fmla="*/ 92094 w 113428"/>
              <a:gd name="csY26" fmla="*/ 103696 h 141759"/>
              <a:gd name="csX27" fmla="*/ 88402 w 113428"/>
              <a:gd name="csY27" fmla="*/ 116169 h 141759"/>
              <a:gd name="csX28" fmla="*/ 79742 w 113428"/>
              <a:gd name="csY28" fmla="*/ 120495 h 141759"/>
              <a:gd name="csX29" fmla="*/ 66454 w 113428"/>
              <a:gd name="csY29" fmla="*/ 110078 h 141759"/>
              <a:gd name="csX30" fmla="*/ 51397 w 113428"/>
              <a:gd name="csY30" fmla="*/ 120495 h 141759"/>
              <a:gd name="csX31" fmla="*/ 39403 w 113428"/>
              <a:gd name="csY31" fmla="*/ 117304 h 141759"/>
              <a:gd name="csX32" fmla="*/ 26575 w 113428"/>
              <a:gd name="csY32" fmla="*/ 120495 h 141759"/>
              <a:gd name="csX33" fmla="*/ 21267 w 113428"/>
              <a:gd name="csY33" fmla="*/ 115179 h 141759"/>
              <a:gd name="csX34" fmla="*/ 26575 w 113428"/>
              <a:gd name="csY34" fmla="*/ 109863 h 141759"/>
              <a:gd name="csX35" fmla="*/ 31049 w 113428"/>
              <a:gd name="csY35" fmla="*/ 109261 h 141759"/>
              <a:gd name="csX36" fmla="*/ 24805 w 113428"/>
              <a:gd name="csY36" fmla="*/ 88599 h 141759"/>
              <a:gd name="csX37" fmla="*/ 40764 w 113428"/>
              <a:gd name="csY37" fmla="*/ 70880 h 141759"/>
              <a:gd name="csX38" fmla="*/ 40764 w 113428"/>
              <a:gd name="csY38" fmla="*/ 81512 h 141759"/>
              <a:gd name="csX39" fmla="*/ 35439 w 113428"/>
              <a:gd name="csY39" fmla="*/ 88599 h 141759"/>
              <a:gd name="csX40" fmla="*/ 39982 w 113428"/>
              <a:gd name="csY40" fmla="*/ 103412 h 141759"/>
              <a:gd name="csX41" fmla="*/ 46072 w 113428"/>
              <a:gd name="csY41" fmla="*/ 88565 h 141759"/>
              <a:gd name="csX42" fmla="*/ 40764 w 113428"/>
              <a:gd name="csY42" fmla="*/ 81512 h 141759"/>
            </a:gdLst>
            <a:ahLst/>
            <a:cxnLst/>
            <a:rect l="l" t="t" r="r" b="b"/>
            <a:pathLst>
              <a:path w="100000" h="100000">
                <a:moveTo>
                  <a:pt x="21239" y="0"/>
                </a:moveTo>
                <a:cubicBezTo>
                  <a:pt x="15046" y="0"/>
                  <a:pt x="9993" y="5050"/>
                  <a:pt x="9993" y="11250"/>
                </a:cubicBezTo>
                <a:lnTo>
                  <a:pt x="9993" y="88750"/>
                </a:lnTo>
                <a:cubicBezTo>
                  <a:pt x="9993" y="94950"/>
                  <a:pt x="15046" y="100000"/>
                  <a:pt x="21239" y="100000"/>
                </a:cubicBezTo>
                <a:lnTo>
                  <a:pt x="78750" y="100000"/>
                </a:lnTo>
                <a:cubicBezTo>
                  <a:pt x="84955" y="100000"/>
                  <a:pt x="90007" y="94950"/>
                  <a:pt x="90007" y="88750"/>
                </a:cubicBezTo>
                <a:lnTo>
                  <a:pt x="90007" y="40000"/>
                </a:lnTo>
                <a:lnTo>
                  <a:pt x="61251" y="40000"/>
                </a:lnTo>
                <a:cubicBezTo>
                  <a:pt x="55047" y="40000"/>
                  <a:pt x="49994" y="34950"/>
                  <a:pt x="49994" y="28750"/>
                </a:cubicBezTo>
                <a:lnTo>
                  <a:pt x="49994" y="0"/>
                </a:lnTo>
                <a:lnTo>
                  <a:pt x="21239" y="0"/>
                </a:lnTo>
                <a:close/>
                <a:moveTo>
                  <a:pt x="57495" y="2197"/>
                </a:moveTo>
                <a:lnTo>
                  <a:pt x="57495" y="28750"/>
                </a:lnTo>
                <a:cubicBezTo>
                  <a:pt x="57495" y="30818"/>
                  <a:pt x="59187" y="32500"/>
                  <a:pt x="61251" y="32500"/>
                </a:cubicBezTo>
                <a:lnTo>
                  <a:pt x="87811" y="32500"/>
                </a:lnTo>
                <a:lnTo>
                  <a:pt x="57495" y="2197"/>
                </a:lnTo>
                <a:close/>
                <a:moveTo>
                  <a:pt x="38749" y="50000"/>
                </a:moveTo>
                <a:cubicBezTo>
                  <a:pt x="43945" y="50000"/>
                  <a:pt x="49994" y="53276"/>
                  <a:pt x="49994" y="62476"/>
                </a:cubicBezTo>
                <a:cubicBezTo>
                  <a:pt x="49994" y="66676"/>
                  <a:pt x="48098" y="72575"/>
                  <a:pt x="44269" y="77300"/>
                </a:cubicBezTo>
                <a:cubicBezTo>
                  <a:pt x="44905" y="77425"/>
                  <a:pt x="45542" y="77500"/>
                  <a:pt x="46249" y="77500"/>
                </a:cubicBezTo>
                <a:cubicBezTo>
                  <a:pt x="48302" y="77500"/>
                  <a:pt x="49070" y="76550"/>
                  <a:pt x="50642" y="73325"/>
                </a:cubicBezTo>
                <a:cubicBezTo>
                  <a:pt x="51771" y="71000"/>
                  <a:pt x="53499" y="67500"/>
                  <a:pt x="57495" y="67500"/>
                </a:cubicBezTo>
                <a:cubicBezTo>
                  <a:pt x="62128" y="67500"/>
                  <a:pt x="63172" y="71952"/>
                  <a:pt x="63700" y="74102"/>
                </a:cubicBezTo>
                <a:cubicBezTo>
                  <a:pt x="64480" y="77402"/>
                  <a:pt x="64780" y="77500"/>
                  <a:pt x="66244" y="77500"/>
                </a:cubicBezTo>
                <a:cubicBezTo>
                  <a:pt x="66724" y="77325"/>
                  <a:pt x="67745" y="75651"/>
                  <a:pt x="67552" y="74351"/>
                </a:cubicBezTo>
                <a:cubicBezTo>
                  <a:pt x="67229" y="72301"/>
                  <a:pt x="68620" y="70374"/>
                  <a:pt x="70649" y="70049"/>
                </a:cubicBezTo>
                <a:cubicBezTo>
                  <a:pt x="72701" y="69724"/>
                  <a:pt x="74633" y="71124"/>
                  <a:pt x="74958" y="73150"/>
                </a:cubicBezTo>
                <a:cubicBezTo>
                  <a:pt x="75426" y="76150"/>
                  <a:pt x="74429" y="79524"/>
                  <a:pt x="72353" y="81948"/>
                </a:cubicBezTo>
                <a:cubicBezTo>
                  <a:pt x="70673" y="83923"/>
                  <a:pt x="68524" y="85000"/>
                  <a:pt x="66244" y="85000"/>
                </a:cubicBezTo>
                <a:cubicBezTo>
                  <a:pt x="59980" y="85000"/>
                  <a:pt x="57819" y="80702"/>
                  <a:pt x="56871" y="77652"/>
                </a:cubicBezTo>
                <a:cubicBezTo>
                  <a:pt x="55323" y="80652"/>
                  <a:pt x="52526" y="85000"/>
                  <a:pt x="46249" y="85000"/>
                </a:cubicBezTo>
                <a:cubicBezTo>
                  <a:pt x="42973" y="85000"/>
                  <a:pt x="40165" y="84149"/>
                  <a:pt x="37788" y="82749"/>
                </a:cubicBezTo>
                <a:cubicBezTo>
                  <a:pt x="35196" y="84149"/>
                  <a:pt x="32172" y="85000"/>
                  <a:pt x="28739" y="85000"/>
                </a:cubicBezTo>
                <a:cubicBezTo>
                  <a:pt x="26675" y="85000"/>
                  <a:pt x="24995" y="83325"/>
                  <a:pt x="24995" y="81250"/>
                </a:cubicBezTo>
                <a:cubicBezTo>
                  <a:pt x="24995" y="79175"/>
                  <a:pt x="26675" y="77500"/>
                  <a:pt x="28739" y="77500"/>
                </a:cubicBezTo>
                <a:cubicBezTo>
                  <a:pt x="29867" y="77500"/>
                  <a:pt x="30923" y="77350"/>
                  <a:pt x="31895" y="77075"/>
                </a:cubicBezTo>
                <a:cubicBezTo>
                  <a:pt x="28919" y="72650"/>
                  <a:pt x="27491" y="67125"/>
                  <a:pt x="27491" y="62500"/>
                </a:cubicBezTo>
                <a:cubicBezTo>
                  <a:pt x="27491" y="53275"/>
                  <a:pt x="33540" y="50000"/>
                  <a:pt x="38749" y="50000"/>
                </a:cubicBezTo>
                <a:close/>
                <a:moveTo>
                  <a:pt x="38749" y="57500"/>
                </a:moveTo>
                <a:cubicBezTo>
                  <a:pt x="37716" y="57500"/>
                  <a:pt x="34992" y="57500"/>
                  <a:pt x="34992" y="62500"/>
                </a:cubicBezTo>
                <a:cubicBezTo>
                  <a:pt x="34992" y="65750"/>
                  <a:pt x="36048" y="69874"/>
                  <a:pt x="38197" y="72949"/>
                </a:cubicBezTo>
                <a:cubicBezTo>
                  <a:pt x="41149" y="69500"/>
                  <a:pt x="42493" y="64926"/>
                  <a:pt x="42493" y="62476"/>
                </a:cubicBezTo>
                <a:cubicBezTo>
                  <a:pt x="42493" y="57500"/>
                  <a:pt x="39769" y="57500"/>
                  <a:pt x="38749" y="575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4" name="Чёрный — SVG 5">
            <a:extLst>
              <a:ext uri="{FF2B5EF4-FFF2-40B4-BE49-F238E27FC236}">
                <a16:creationId xmlns:a16="http://schemas.microsoft.com/office/drawing/2014/main" id="{C0C99369-7E7A-2D4B-8839-8E3EE8628DA0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37317 w 141980"/>
              <a:gd name="csY0" fmla="*/ 0 h 131127"/>
              <a:gd name="csX1" fmla="*/ 17823 w 141980"/>
              <a:gd name="csY1" fmla="*/ 19491 h 131127"/>
              <a:gd name="csX2" fmla="*/ 17823 w 141980"/>
              <a:gd name="csY2" fmla="*/ 90371 h 131127"/>
              <a:gd name="csX3" fmla="*/ 37317 w 141980"/>
              <a:gd name="csY3" fmla="*/ 109863 h 131127"/>
              <a:gd name="csX4" fmla="*/ 40863 w 141980"/>
              <a:gd name="csY4" fmla="*/ 109863 h 131127"/>
              <a:gd name="csX5" fmla="*/ 60357 w 141980"/>
              <a:gd name="csY5" fmla="*/ 90371 h 131127"/>
              <a:gd name="csX6" fmla="*/ 60357 w 141980"/>
              <a:gd name="csY6" fmla="*/ 19491 h 131127"/>
              <a:gd name="csX7" fmla="*/ 40863 w 141980"/>
              <a:gd name="csY7" fmla="*/ 0 h 131127"/>
              <a:gd name="csX8" fmla="*/ 37317 w 141980"/>
              <a:gd name="csY8" fmla="*/ 0 h 131127"/>
              <a:gd name="csX9" fmla="*/ 101118 w 141980"/>
              <a:gd name="csY9" fmla="*/ 35439 h 131127"/>
              <a:gd name="csX10" fmla="*/ 81624 w 141980"/>
              <a:gd name="csY10" fmla="*/ 54932 h 131127"/>
              <a:gd name="csX11" fmla="*/ 81624 w 141980"/>
              <a:gd name="csY11" fmla="*/ 90371 h 131127"/>
              <a:gd name="csX12" fmla="*/ 101118 w 141980"/>
              <a:gd name="csY12" fmla="*/ 109863 h 131127"/>
              <a:gd name="csX13" fmla="*/ 104663 w 141980"/>
              <a:gd name="csY13" fmla="*/ 109863 h 131127"/>
              <a:gd name="csX14" fmla="*/ 124157 w 141980"/>
              <a:gd name="csY14" fmla="*/ 90371 h 131127"/>
              <a:gd name="csX15" fmla="*/ 124157 w 141980"/>
              <a:gd name="csY15" fmla="*/ 54932 h 131127"/>
              <a:gd name="csX16" fmla="*/ 104663 w 141980"/>
              <a:gd name="csY16" fmla="*/ 35439 h 131127"/>
              <a:gd name="csX17" fmla="*/ 101118 w 141980"/>
              <a:gd name="csY17" fmla="*/ 35439 h 131127"/>
              <a:gd name="csX18" fmla="*/ 7190 w 141980"/>
              <a:gd name="csY18" fmla="*/ 116951 h 131127"/>
              <a:gd name="csX19" fmla="*/ 4446 w 141980"/>
              <a:gd name="csY19" fmla="*/ 117462 h 131127"/>
              <a:gd name="csX20" fmla="*/ 2111 w 141980"/>
              <a:gd name="csY20" fmla="*/ 118991 h 131127"/>
              <a:gd name="csX21" fmla="*/ 550 w 141980"/>
              <a:gd name="csY21" fmla="*/ 121303 h 131127"/>
              <a:gd name="csX22" fmla="*/ 0 w 141980"/>
              <a:gd name="csY22" fmla="*/ 124040 h 131127"/>
              <a:gd name="csX23" fmla="*/ 550 w 141980"/>
              <a:gd name="csY23" fmla="*/ 126775 h 131127"/>
              <a:gd name="csX24" fmla="*/ 2111 w 141980"/>
              <a:gd name="csY24" fmla="*/ 129087 h 131127"/>
              <a:gd name="csX25" fmla="*/ 4446 w 141980"/>
              <a:gd name="csY25" fmla="*/ 130616 h 131127"/>
              <a:gd name="csX26" fmla="*/ 7190 w 141980"/>
              <a:gd name="csY26" fmla="*/ 131127 h 131127"/>
              <a:gd name="csX27" fmla="*/ 134790 w 141980"/>
              <a:gd name="csY27" fmla="*/ 131127 h 131127"/>
              <a:gd name="csX28" fmla="*/ 137535 w 141980"/>
              <a:gd name="csY28" fmla="*/ 130616 h 131127"/>
              <a:gd name="csX29" fmla="*/ 139869 w 141980"/>
              <a:gd name="csY29" fmla="*/ 129087 h 131127"/>
              <a:gd name="csX30" fmla="*/ 141431 w 141980"/>
              <a:gd name="csY30" fmla="*/ 126775 h 131127"/>
              <a:gd name="csX31" fmla="*/ 141980 w 141980"/>
              <a:gd name="csY31" fmla="*/ 124040 h 131127"/>
              <a:gd name="csX32" fmla="*/ 141431 w 141980"/>
              <a:gd name="csY32" fmla="*/ 121303 h 131127"/>
              <a:gd name="csX33" fmla="*/ 139869 w 141980"/>
              <a:gd name="csY33" fmla="*/ 118991 h 131127"/>
              <a:gd name="csX34" fmla="*/ 137535 w 141980"/>
              <a:gd name="csY34" fmla="*/ 117462 h 131127"/>
              <a:gd name="csX35" fmla="*/ 134790 w 141980"/>
              <a:gd name="csY35" fmla="*/ 116951 h 131127"/>
              <a:gd name="csX36" fmla="*/ 7190 w 141980"/>
              <a:gd name="csY36" fmla="*/ 116951 h 131127"/>
            </a:gdLst>
            <a:ahLst/>
            <a:cxnLst/>
            <a:rect l="l" t="t" r="r" b="b"/>
            <a:pathLst>
              <a:path w="100000" h="100000">
                <a:moveTo>
                  <a:pt x="26283" y="3822"/>
                </a:moveTo>
                <a:cubicBezTo>
                  <a:pt x="18699" y="3822"/>
                  <a:pt x="12553" y="9967"/>
                  <a:pt x="12553" y="17550"/>
                </a:cubicBezTo>
                <a:lnTo>
                  <a:pt x="12553" y="67473"/>
                </a:lnTo>
                <a:cubicBezTo>
                  <a:pt x="12553" y="75056"/>
                  <a:pt x="18699" y="81201"/>
                  <a:pt x="26283" y="81201"/>
                </a:cubicBezTo>
                <a:lnTo>
                  <a:pt x="28781" y="81201"/>
                </a:lnTo>
                <a:cubicBezTo>
                  <a:pt x="36365" y="81201"/>
                  <a:pt x="42511" y="75056"/>
                  <a:pt x="42511" y="67473"/>
                </a:cubicBezTo>
                <a:lnTo>
                  <a:pt x="42511" y="17550"/>
                </a:lnTo>
                <a:cubicBezTo>
                  <a:pt x="42511" y="9967"/>
                  <a:pt x="36365" y="3822"/>
                  <a:pt x="28781" y="3822"/>
                </a:cubicBezTo>
                <a:lnTo>
                  <a:pt x="26283" y="3822"/>
                </a:lnTo>
                <a:close/>
                <a:moveTo>
                  <a:pt x="71220" y="28783"/>
                </a:moveTo>
                <a:cubicBezTo>
                  <a:pt x="63636" y="28783"/>
                  <a:pt x="57490" y="34928"/>
                  <a:pt x="57490" y="42512"/>
                </a:cubicBezTo>
                <a:lnTo>
                  <a:pt x="57490" y="67473"/>
                </a:lnTo>
                <a:cubicBezTo>
                  <a:pt x="57490" y="75056"/>
                  <a:pt x="63636" y="81201"/>
                  <a:pt x="71220" y="81201"/>
                </a:cubicBezTo>
                <a:lnTo>
                  <a:pt x="73717" y="81201"/>
                </a:lnTo>
                <a:cubicBezTo>
                  <a:pt x="81301" y="81201"/>
                  <a:pt x="87447" y="75056"/>
                  <a:pt x="87447" y="67473"/>
                </a:cubicBezTo>
                <a:lnTo>
                  <a:pt x="87447" y="42512"/>
                </a:lnTo>
                <a:cubicBezTo>
                  <a:pt x="87447" y="34928"/>
                  <a:pt x="81301" y="28783"/>
                  <a:pt x="73717" y="28783"/>
                </a:cubicBezTo>
                <a:lnTo>
                  <a:pt x="71220" y="28783"/>
                </a:lnTo>
                <a:close/>
                <a:moveTo>
                  <a:pt x="5064" y="86193"/>
                </a:moveTo>
                <a:cubicBezTo>
                  <a:pt x="4403" y="86184"/>
                  <a:pt x="3746" y="86306"/>
                  <a:pt x="3131" y="86553"/>
                </a:cubicBezTo>
                <a:cubicBezTo>
                  <a:pt x="2518" y="86800"/>
                  <a:pt x="1959" y="87167"/>
                  <a:pt x="1487" y="87630"/>
                </a:cubicBezTo>
                <a:cubicBezTo>
                  <a:pt x="1016" y="88095"/>
                  <a:pt x="642" y="88649"/>
                  <a:pt x="387" y="89259"/>
                </a:cubicBezTo>
                <a:cubicBezTo>
                  <a:pt x="132" y="89869"/>
                  <a:pt x="0" y="90524"/>
                  <a:pt x="0" y="91186"/>
                </a:cubicBezTo>
                <a:cubicBezTo>
                  <a:pt x="0" y="91848"/>
                  <a:pt x="132" y="92503"/>
                  <a:pt x="387" y="93113"/>
                </a:cubicBezTo>
                <a:cubicBezTo>
                  <a:pt x="642" y="93723"/>
                  <a:pt x="1016" y="94276"/>
                  <a:pt x="1487" y="94741"/>
                </a:cubicBezTo>
                <a:cubicBezTo>
                  <a:pt x="1959" y="95206"/>
                  <a:pt x="2518" y="95572"/>
                  <a:pt x="3131" y="95818"/>
                </a:cubicBezTo>
                <a:cubicBezTo>
                  <a:pt x="3746" y="96065"/>
                  <a:pt x="4403" y="96187"/>
                  <a:pt x="5064" y="96178"/>
                </a:cubicBezTo>
                <a:lnTo>
                  <a:pt x="94936" y="96178"/>
                </a:lnTo>
                <a:cubicBezTo>
                  <a:pt x="95598" y="96187"/>
                  <a:pt x="96254" y="96065"/>
                  <a:pt x="96869" y="95818"/>
                </a:cubicBezTo>
                <a:cubicBezTo>
                  <a:pt x="97483" y="95572"/>
                  <a:pt x="98041" y="95206"/>
                  <a:pt x="98513" y="94741"/>
                </a:cubicBezTo>
                <a:cubicBezTo>
                  <a:pt x="98984" y="94276"/>
                  <a:pt x="99358" y="93723"/>
                  <a:pt x="99613" y="93113"/>
                </a:cubicBezTo>
                <a:cubicBezTo>
                  <a:pt x="99868" y="92503"/>
                  <a:pt x="100000" y="91848"/>
                  <a:pt x="100000" y="91186"/>
                </a:cubicBezTo>
                <a:cubicBezTo>
                  <a:pt x="100000" y="90524"/>
                  <a:pt x="99868" y="89869"/>
                  <a:pt x="99613" y="89259"/>
                </a:cubicBezTo>
                <a:cubicBezTo>
                  <a:pt x="99358" y="88649"/>
                  <a:pt x="98984" y="88095"/>
                  <a:pt x="98513" y="87630"/>
                </a:cubicBezTo>
                <a:cubicBezTo>
                  <a:pt x="98041" y="87167"/>
                  <a:pt x="97483" y="86800"/>
                  <a:pt x="96869" y="86553"/>
                </a:cubicBezTo>
                <a:cubicBezTo>
                  <a:pt x="96254" y="86306"/>
                  <a:pt x="95598" y="86184"/>
                  <a:pt x="94936" y="86193"/>
                </a:cubicBezTo>
                <a:lnTo>
                  <a:pt x="5064" y="8619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5" name="Чёрный — SVG 6">
            <a:extLst>
              <a:ext uri="{FF2B5EF4-FFF2-40B4-BE49-F238E27FC236}">
                <a16:creationId xmlns:a16="http://schemas.microsoft.com/office/drawing/2014/main" id="{8E5912D9-CE9B-E649-B048-7251D14EE045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104663 w 141980"/>
              <a:gd name="csY0" fmla="*/ 0 h 131127"/>
              <a:gd name="csX1" fmla="*/ 124157 w 141980"/>
              <a:gd name="csY1" fmla="*/ 19491 h 131127"/>
              <a:gd name="csX2" fmla="*/ 124157 w 141980"/>
              <a:gd name="csY2" fmla="*/ 90371 h 131127"/>
              <a:gd name="csX3" fmla="*/ 104663 w 141980"/>
              <a:gd name="csY3" fmla="*/ 109863 h 131127"/>
              <a:gd name="csX4" fmla="*/ 101118 w 141980"/>
              <a:gd name="csY4" fmla="*/ 109863 h 131127"/>
              <a:gd name="csX5" fmla="*/ 81624 w 141980"/>
              <a:gd name="csY5" fmla="*/ 90371 h 131127"/>
              <a:gd name="csX6" fmla="*/ 81624 w 141980"/>
              <a:gd name="csY6" fmla="*/ 19491 h 131127"/>
              <a:gd name="csX7" fmla="*/ 101118 w 141980"/>
              <a:gd name="csY7" fmla="*/ 0 h 131127"/>
              <a:gd name="csX8" fmla="*/ 104663 w 141980"/>
              <a:gd name="csY8" fmla="*/ 0 h 131127"/>
              <a:gd name="csX9" fmla="*/ 40863 w 141980"/>
              <a:gd name="csY9" fmla="*/ 35439 h 131127"/>
              <a:gd name="csX10" fmla="*/ 60357 w 141980"/>
              <a:gd name="csY10" fmla="*/ 54932 h 131127"/>
              <a:gd name="csX11" fmla="*/ 60357 w 141980"/>
              <a:gd name="csY11" fmla="*/ 90371 h 131127"/>
              <a:gd name="csX12" fmla="*/ 40863 w 141980"/>
              <a:gd name="csY12" fmla="*/ 109863 h 131127"/>
              <a:gd name="csX13" fmla="*/ 37317 w 141980"/>
              <a:gd name="csY13" fmla="*/ 109863 h 131127"/>
              <a:gd name="csX14" fmla="*/ 17823 w 141980"/>
              <a:gd name="csY14" fmla="*/ 90371 h 131127"/>
              <a:gd name="csX15" fmla="*/ 17823 w 141980"/>
              <a:gd name="csY15" fmla="*/ 54932 h 131127"/>
              <a:gd name="csX16" fmla="*/ 37317 w 141980"/>
              <a:gd name="csY16" fmla="*/ 35439 h 131127"/>
              <a:gd name="csX17" fmla="*/ 40863 w 141980"/>
              <a:gd name="csY17" fmla="*/ 35439 h 131127"/>
              <a:gd name="csX18" fmla="*/ 134790 w 141980"/>
              <a:gd name="csY18" fmla="*/ 116951 h 131127"/>
              <a:gd name="csX19" fmla="*/ 137535 w 141980"/>
              <a:gd name="csY19" fmla="*/ 117462 h 131127"/>
              <a:gd name="csX20" fmla="*/ 139869 w 141980"/>
              <a:gd name="csY20" fmla="*/ 118991 h 131127"/>
              <a:gd name="csX21" fmla="*/ 141431 w 141980"/>
              <a:gd name="csY21" fmla="*/ 121303 h 131127"/>
              <a:gd name="csX22" fmla="*/ 141980 w 141980"/>
              <a:gd name="csY22" fmla="*/ 124040 h 131127"/>
              <a:gd name="csX23" fmla="*/ 141431 w 141980"/>
              <a:gd name="csY23" fmla="*/ 126775 h 131127"/>
              <a:gd name="csX24" fmla="*/ 139869 w 141980"/>
              <a:gd name="csY24" fmla="*/ 129087 h 131127"/>
              <a:gd name="csX25" fmla="*/ 137535 w 141980"/>
              <a:gd name="csY25" fmla="*/ 130616 h 131127"/>
              <a:gd name="csX26" fmla="*/ 134790 w 141980"/>
              <a:gd name="csY26" fmla="*/ 131127 h 131127"/>
              <a:gd name="csX27" fmla="*/ 7190 w 141980"/>
              <a:gd name="csY27" fmla="*/ 131127 h 131127"/>
              <a:gd name="csX28" fmla="*/ 4446 w 141980"/>
              <a:gd name="csY28" fmla="*/ 130616 h 131127"/>
              <a:gd name="csX29" fmla="*/ 2111 w 141980"/>
              <a:gd name="csY29" fmla="*/ 129087 h 131127"/>
              <a:gd name="csX30" fmla="*/ 550 w 141980"/>
              <a:gd name="csY30" fmla="*/ 126775 h 131127"/>
              <a:gd name="csX31" fmla="*/ 0 w 141980"/>
              <a:gd name="csY31" fmla="*/ 124040 h 131127"/>
              <a:gd name="csX32" fmla="*/ 550 w 141980"/>
              <a:gd name="csY32" fmla="*/ 121303 h 131127"/>
              <a:gd name="csX33" fmla="*/ 2111 w 141980"/>
              <a:gd name="csY33" fmla="*/ 118991 h 131127"/>
              <a:gd name="csX34" fmla="*/ 4446 w 141980"/>
              <a:gd name="csY34" fmla="*/ 117462 h 131127"/>
              <a:gd name="csX35" fmla="*/ 7190 w 141980"/>
              <a:gd name="csY35" fmla="*/ 116951 h 131127"/>
              <a:gd name="csX36" fmla="*/ 134790 w 141980"/>
              <a:gd name="csY36" fmla="*/ 116951 h 131127"/>
            </a:gdLst>
            <a:ahLst/>
            <a:cxnLst/>
            <a:rect l="l" t="t" r="r" b="b"/>
            <a:pathLst>
              <a:path w="100000" h="100000">
                <a:moveTo>
                  <a:pt x="73717" y="3822"/>
                </a:moveTo>
                <a:cubicBezTo>
                  <a:pt x="81301" y="3822"/>
                  <a:pt x="87447" y="9967"/>
                  <a:pt x="87447" y="17550"/>
                </a:cubicBezTo>
                <a:lnTo>
                  <a:pt x="87447" y="67473"/>
                </a:lnTo>
                <a:cubicBezTo>
                  <a:pt x="87447" y="75056"/>
                  <a:pt x="81301" y="81201"/>
                  <a:pt x="73717" y="81201"/>
                </a:cubicBezTo>
                <a:lnTo>
                  <a:pt x="71220" y="81201"/>
                </a:lnTo>
                <a:cubicBezTo>
                  <a:pt x="63636" y="81201"/>
                  <a:pt x="57490" y="75056"/>
                  <a:pt x="57490" y="67473"/>
                </a:cubicBezTo>
                <a:lnTo>
                  <a:pt x="57490" y="17550"/>
                </a:lnTo>
                <a:cubicBezTo>
                  <a:pt x="57490" y="9967"/>
                  <a:pt x="63636" y="3822"/>
                  <a:pt x="71220" y="3822"/>
                </a:cubicBezTo>
                <a:lnTo>
                  <a:pt x="73717" y="3822"/>
                </a:lnTo>
                <a:close/>
                <a:moveTo>
                  <a:pt x="28781" y="28783"/>
                </a:moveTo>
                <a:cubicBezTo>
                  <a:pt x="36365" y="28783"/>
                  <a:pt x="42511" y="34928"/>
                  <a:pt x="42511" y="42512"/>
                </a:cubicBezTo>
                <a:lnTo>
                  <a:pt x="42511" y="67473"/>
                </a:lnTo>
                <a:cubicBezTo>
                  <a:pt x="42511" y="75056"/>
                  <a:pt x="36365" y="81201"/>
                  <a:pt x="28781" y="81201"/>
                </a:cubicBezTo>
                <a:lnTo>
                  <a:pt x="26283" y="81201"/>
                </a:lnTo>
                <a:cubicBezTo>
                  <a:pt x="18699" y="81201"/>
                  <a:pt x="12553" y="75056"/>
                  <a:pt x="12553" y="67473"/>
                </a:cubicBezTo>
                <a:lnTo>
                  <a:pt x="12553" y="42512"/>
                </a:lnTo>
                <a:cubicBezTo>
                  <a:pt x="12553" y="34928"/>
                  <a:pt x="18699" y="28783"/>
                  <a:pt x="26283" y="28783"/>
                </a:cubicBezTo>
                <a:lnTo>
                  <a:pt x="28781" y="28783"/>
                </a:lnTo>
                <a:close/>
                <a:moveTo>
                  <a:pt x="94936" y="86193"/>
                </a:moveTo>
                <a:cubicBezTo>
                  <a:pt x="95598" y="86184"/>
                  <a:pt x="96254" y="86306"/>
                  <a:pt x="96869" y="86553"/>
                </a:cubicBezTo>
                <a:cubicBezTo>
                  <a:pt x="97483" y="86800"/>
                  <a:pt x="98041" y="87167"/>
                  <a:pt x="98513" y="87630"/>
                </a:cubicBezTo>
                <a:cubicBezTo>
                  <a:pt x="98984" y="88095"/>
                  <a:pt x="99358" y="88649"/>
                  <a:pt x="99613" y="89259"/>
                </a:cubicBezTo>
                <a:cubicBezTo>
                  <a:pt x="99868" y="89869"/>
                  <a:pt x="100000" y="90524"/>
                  <a:pt x="100000" y="91186"/>
                </a:cubicBezTo>
                <a:cubicBezTo>
                  <a:pt x="100000" y="91848"/>
                  <a:pt x="99868" y="92503"/>
                  <a:pt x="99613" y="93113"/>
                </a:cubicBezTo>
                <a:cubicBezTo>
                  <a:pt x="99358" y="93723"/>
                  <a:pt x="98984" y="94276"/>
                  <a:pt x="98513" y="94741"/>
                </a:cubicBezTo>
                <a:cubicBezTo>
                  <a:pt x="98041" y="95206"/>
                  <a:pt x="97483" y="95572"/>
                  <a:pt x="96869" y="95818"/>
                </a:cubicBezTo>
                <a:cubicBezTo>
                  <a:pt x="96254" y="96065"/>
                  <a:pt x="95598" y="96187"/>
                  <a:pt x="94936" y="96178"/>
                </a:cubicBezTo>
                <a:lnTo>
                  <a:pt x="5064" y="96178"/>
                </a:lnTo>
                <a:cubicBezTo>
                  <a:pt x="4403" y="96187"/>
                  <a:pt x="3746" y="96065"/>
                  <a:pt x="3131" y="95818"/>
                </a:cubicBezTo>
                <a:cubicBezTo>
                  <a:pt x="2518" y="95572"/>
                  <a:pt x="1959" y="95206"/>
                  <a:pt x="1487" y="94741"/>
                </a:cubicBezTo>
                <a:cubicBezTo>
                  <a:pt x="1016" y="94276"/>
                  <a:pt x="642" y="93723"/>
                  <a:pt x="387" y="93113"/>
                </a:cubicBezTo>
                <a:cubicBezTo>
                  <a:pt x="132" y="92503"/>
                  <a:pt x="0" y="91848"/>
                  <a:pt x="0" y="91186"/>
                </a:cubicBezTo>
                <a:cubicBezTo>
                  <a:pt x="0" y="90524"/>
                  <a:pt x="132" y="89869"/>
                  <a:pt x="387" y="89259"/>
                </a:cubicBezTo>
                <a:cubicBezTo>
                  <a:pt x="642" y="88649"/>
                  <a:pt x="1016" y="88095"/>
                  <a:pt x="1487" y="87630"/>
                </a:cubicBezTo>
                <a:cubicBezTo>
                  <a:pt x="1959" y="87167"/>
                  <a:pt x="2518" y="86800"/>
                  <a:pt x="3131" y="86553"/>
                </a:cubicBezTo>
                <a:cubicBezTo>
                  <a:pt x="3746" y="86306"/>
                  <a:pt x="4403" y="86184"/>
                  <a:pt x="5064" y="86193"/>
                </a:cubicBezTo>
                <a:lnTo>
                  <a:pt x="94936" y="8619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6" name="Чёрный — SVG 7">
            <a:extLst>
              <a:ext uri="{FF2B5EF4-FFF2-40B4-BE49-F238E27FC236}">
                <a16:creationId xmlns:a16="http://schemas.microsoft.com/office/drawing/2014/main" id="{250E8BB8-7D45-9043-AE9B-4489799BB81B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5247 w 127600"/>
              <a:gd name="csY0" fmla="*/ 0 h 127583"/>
              <a:gd name="csX1" fmla="*/ 1533 w 127600"/>
              <a:gd name="csY1" fmla="*/ 1582 h 127583"/>
              <a:gd name="csX2" fmla="*/ 0 w 127600"/>
              <a:gd name="csY2" fmla="*/ 5316 h 127583"/>
              <a:gd name="csX3" fmla="*/ 0 w 127600"/>
              <a:gd name="csY3" fmla="*/ 122268 h 127583"/>
              <a:gd name="csX4" fmla="*/ 1557 w 127600"/>
              <a:gd name="csY4" fmla="*/ 126027 h 127583"/>
              <a:gd name="csX5" fmla="*/ 5317 w 127600"/>
              <a:gd name="csY5" fmla="*/ 127584 h 127583"/>
              <a:gd name="csX6" fmla="*/ 122284 w 127600"/>
              <a:gd name="csY6" fmla="*/ 127584 h 127583"/>
              <a:gd name="csX7" fmla="*/ 126044 w 127600"/>
              <a:gd name="csY7" fmla="*/ 126027 h 127583"/>
              <a:gd name="csX8" fmla="*/ 127601 w 127600"/>
              <a:gd name="csY8" fmla="*/ 122268 h 127583"/>
              <a:gd name="csX9" fmla="*/ 127601 w 127600"/>
              <a:gd name="csY9" fmla="*/ 23037 h 127583"/>
              <a:gd name="csX10" fmla="*/ 127005 w 127600"/>
              <a:gd name="csY10" fmla="*/ 20594 h 127583"/>
              <a:gd name="csX11" fmla="*/ 125353 w 127600"/>
              <a:gd name="csY11" fmla="*/ 18697 h 127583"/>
              <a:gd name="csX12" fmla="*/ 123014 w 127600"/>
              <a:gd name="csY12" fmla="*/ 17772 h 127583"/>
              <a:gd name="csX13" fmla="*/ 120511 w 127600"/>
              <a:gd name="csY13" fmla="*/ 18025 h 127583"/>
              <a:gd name="csX14" fmla="*/ 93070 w 127600"/>
              <a:gd name="csY14" fmla="*/ 27710 h 127583"/>
              <a:gd name="csX15" fmla="*/ 66992 w 127600"/>
              <a:gd name="csY15" fmla="*/ 8156 h 127583"/>
              <a:gd name="csX16" fmla="*/ 64702 w 127600"/>
              <a:gd name="csY16" fmla="*/ 7167 h 127583"/>
              <a:gd name="csX17" fmla="*/ 62215 w 127600"/>
              <a:gd name="csY17" fmla="*/ 7331 h 127583"/>
              <a:gd name="csX18" fmla="*/ 35971 w 127600"/>
              <a:gd name="csY18" fmla="*/ 15527 h 127583"/>
              <a:gd name="csX19" fmla="*/ 7802 w 127600"/>
              <a:gd name="csY19" fmla="*/ 616 h 127583"/>
              <a:gd name="csX20" fmla="*/ 5247 w 127600"/>
              <a:gd name="csY20" fmla="*/ 0 h 127583"/>
              <a:gd name="csX21" fmla="*/ 10633 w 127600"/>
              <a:gd name="csY21" fmla="*/ 14149 h 127583"/>
              <a:gd name="csX22" fmla="*/ 32960 w 127600"/>
              <a:gd name="csY22" fmla="*/ 25965 h 127583"/>
              <a:gd name="csX23" fmla="*/ 34957 w 127600"/>
              <a:gd name="csY23" fmla="*/ 26558 h 127583"/>
              <a:gd name="csX24" fmla="*/ 37030 w 127600"/>
              <a:gd name="csY24" fmla="*/ 26339 h 127583"/>
              <a:gd name="csX25" fmla="*/ 62790 w 127600"/>
              <a:gd name="csY25" fmla="*/ 18289 h 127583"/>
              <a:gd name="csX26" fmla="*/ 88965 w 127600"/>
              <a:gd name="csY26" fmla="*/ 37918 h 127583"/>
              <a:gd name="csX27" fmla="*/ 91350 w 127600"/>
              <a:gd name="csY27" fmla="*/ 38922 h 127583"/>
              <a:gd name="csX28" fmla="*/ 93928 w 127600"/>
              <a:gd name="csY28" fmla="*/ 38680 h 127583"/>
              <a:gd name="csX29" fmla="*/ 116967 w 127600"/>
              <a:gd name="csY29" fmla="*/ 30547 h 127583"/>
              <a:gd name="csX30" fmla="*/ 116967 w 127600"/>
              <a:gd name="csY30" fmla="*/ 58047 h 127583"/>
              <a:gd name="csX31" fmla="*/ 98006 w 127600"/>
              <a:gd name="csY31" fmla="*/ 77013 h 127583"/>
              <a:gd name="csX32" fmla="*/ 93395 w 127600"/>
              <a:gd name="csY32" fmla="*/ 77013 h 127583"/>
              <a:gd name="csX33" fmla="*/ 67559 w 127600"/>
              <a:gd name="csY33" fmla="*/ 51173 h 127583"/>
              <a:gd name="csX34" fmla="*/ 62880 w 127600"/>
              <a:gd name="csY34" fmla="*/ 49686 h 127583"/>
              <a:gd name="csX35" fmla="*/ 38886 w 127600"/>
              <a:gd name="csY35" fmla="*/ 53943 h 127583"/>
              <a:gd name="csX36" fmla="*/ 32787 w 127600"/>
              <a:gd name="csY36" fmla="*/ 52136 h 127583"/>
              <a:gd name="csX37" fmla="*/ 10633 w 127600"/>
              <a:gd name="csY37" fmla="*/ 31371 h 127583"/>
              <a:gd name="csX38" fmla="*/ 10633 w 127600"/>
              <a:gd name="csY38" fmla="*/ 14149 h 127583"/>
            </a:gdLst>
            <a:ahLst/>
            <a:cxnLst/>
            <a:rect l="l" t="t" r="r" b="b"/>
            <a:pathLst>
              <a:path w="100000" h="100000">
                <a:moveTo>
                  <a:pt x="4112" y="7"/>
                </a:moveTo>
                <a:cubicBezTo>
                  <a:pt x="3017" y="22"/>
                  <a:pt x="1971" y="467"/>
                  <a:pt x="1201" y="1246"/>
                </a:cubicBezTo>
                <a:cubicBezTo>
                  <a:pt x="432" y="2027"/>
                  <a:pt x="0" y="3077"/>
                  <a:pt x="0" y="4173"/>
                </a:cubicBezTo>
                <a:lnTo>
                  <a:pt x="0" y="95828"/>
                </a:lnTo>
                <a:cubicBezTo>
                  <a:pt x="0" y="96933"/>
                  <a:pt x="439" y="97993"/>
                  <a:pt x="1220" y="98774"/>
                </a:cubicBezTo>
                <a:cubicBezTo>
                  <a:pt x="2002" y="99555"/>
                  <a:pt x="3061" y="99994"/>
                  <a:pt x="4167" y="99994"/>
                </a:cubicBezTo>
                <a:lnTo>
                  <a:pt x="95834" y="99994"/>
                </a:lnTo>
                <a:cubicBezTo>
                  <a:pt x="96939" y="99994"/>
                  <a:pt x="97999" y="99555"/>
                  <a:pt x="98781" y="98774"/>
                </a:cubicBezTo>
                <a:cubicBezTo>
                  <a:pt x="99562" y="97993"/>
                  <a:pt x="100001" y="96933"/>
                  <a:pt x="100001" y="95828"/>
                </a:cubicBezTo>
                <a:lnTo>
                  <a:pt x="100001" y="18061"/>
                </a:lnTo>
                <a:cubicBezTo>
                  <a:pt x="100001" y="17394"/>
                  <a:pt x="99840" y="16737"/>
                  <a:pt x="99534" y="16146"/>
                </a:cubicBezTo>
                <a:cubicBezTo>
                  <a:pt x="99227" y="15554"/>
                  <a:pt x="98783" y="15043"/>
                  <a:pt x="98239" y="14659"/>
                </a:cubicBezTo>
                <a:cubicBezTo>
                  <a:pt x="97695" y="14275"/>
                  <a:pt x="97066" y="14026"/>
                  <a:pt x="96406" y="13935"/>
                </a:cubicBezTo>
                <a:cubicBezTo>
                  <a:pt x="95746" y="13843"/>
                  <a:pt x="95074" y="13910"/>
                  <a:pt x="94444" y="14133"/>
                </a:cubicBezTo>
                <a:lnTo>
                  <a:pt x="72939" y="21723"/>
                </a:lnTo>
                <a:lnTo>
                  <a:pt x="52502" y="6399"/>
                </a:lnTo>
                <a:cubicBezTo>
                  <a:pt x="51973" y="6001"/>
                  <a:pt x="51359" y="5736"/>
                  <a:pt x="50707" y="5623"/>
                </a:cubicBezTo>
                <a:cubicBezTo>
                  <a:pt x="50056" y="5511"/>
                  <a:pt x="49388" y="5556"/>
                  <a:pt x="48758" y="5752"/>
                </a:cubicBezTo>
                <a:lnTo>
                  <a:pt x="28190" y="12175"/>
                </a:lnTo>
                <a:lnTo>
                  <a:pt x="6114" y="489"/>
                </a:lnTo>
                <a:cubicBezTo>
                  <a:pt x="5498" y="164"/>
                  <a:pt x="4810" y="-2"/>
                  <a:pt x="4112" y="7"/>
                </a:cubicBezTo>
                <a:close/>
                <a:moveTo>
                  <a:pt x="8333" y="11095"/>
                </a:moveTo>
                <a:lnTo>
                  <a:pt x="25831" y="20355"/>
                </a:lnTo>
                <a:cubicBezTo>
                  <a:pt x="26316" y="20612"/>
                  <a:pt x="26848" y="20770"/>
                  <a:pt x="27396" y="20820"/>
                </a:cubicBezTo>
                <a:cubicBezTo>
                  <a:pt x="27944" y="20871"/>
                  <a:pt x="28496" y="20812"/>
                  <a:pt x="29020" y="20649"/>
                </a:cubicBezTo>
                <a:lnTo>
                  <a:pt x="49208" y="14340"/>
                </a:lnTo>
                <a:lnTo>
                  <a:pt x="69722" y="29723"/>
                </a:lnTo>
                <a:cubicBezTo>
                  <a:pt x="70271" y="30135"/>
                  <a:pt x="70912" y="30406"/>
                  <a:pt x="71591" y="30510"/>
                </a:cubicBezTo>
                <a:cubicBezTo>
                  <a:pt x="72270" y="30614"/>
                  <a:pt x="72964" y="30548"/>
                  <a:pt x="73611" y="30320"/>
                </a:cubicBezTo>
                <a:lnTo>
                  <a:pt x="91667" y="23946"/>
                </a:lnTo>
                <a:lnTo>
                  <a:pt x="91667" y="45498"/>
                </a:lnTo>
                <a:lnTo>
                  <a:pt x="76807" y="60362"/>
                </a:lnTo>
                <a:cubicBezTo>
                  <a:pt x="75807" y="61362"/>
                  <a:pt x="74194" y="61362"/>
                  <a:pt x="73194" y="60362"/>
                </a:cubicBezTo>
                <a:lnTo>
                  <a:pt x="52946" y="40111"/>
                </a:lnTo>
                <a:cubicBezTo>
                  <a:pt x="52002" y="39139"/>
                  <a:pt x="50612" y="38723"/>
                  <a:pt x="49279" y="38946"/>
                </a:cubicBezTo>
                <a:lnTo>
                  <a:pt x="30475" y="42282"/>
                </a:lnTo>
                <a:cubicBezTo>
                  <a:pt x="28724" y="42587"/>
                  <a:pt x="26972" y="42060"/>
                  <a:pt x="25695" y="40866"/>
                </a:cubicBezTo>
                <a:lnTo>
                  <a:pt x="8333" y="24592"/>
                </a:lnTo>
                <a:lnTo>
                  <a:pt x="8333" y="1109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7" name="Чёрный — SVG 8">
            <a:extLst>
              <a:ext uri="{FF2B5EF4-FFF2-40B4-BE49-F238E27FC236}">
                <a16:creationId xmlns:a16="http://schemas.microsoft.com/office/drawing/2014/main" id="{F4AF5199-887F-8E47-A33D-A09066DACD3E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122354 w 127600"/>
              <a:gd name="csY0" fmla="*/ 0 h 127583"/>
              <a:gd name="csX1" fmla="*/ 126068 w 127600"/>
              <a:gd name="csY1" fmla="*/ 1582 h 127583"/>
              <a:gd name="csX2" fmla="*/ 127601 w 127600"/>
              <a:gd name="csY2" fmla="*/ 5316 h 127583"/>
              <a:gd name="csX3" fmla="*/ 127601 w 127600"/>
              <a:gd name="csY3" fmla="*/ 122268 h 127583"/>
              <a:gd name="csX4" fmla="*/ 126044 w 127600"/>
              <a:gd name="csY4" fmla="*/ 126027 h 127583"/>
              <a:gd name="csX5" fmla="*/ 122284 w 127600"/>
              <a:gd name="csY5" fmla="*/ 127584 h 127583"/>
              <a:gd name="csX6" fmla="*/ 5317 w 127600"/>
              <a:gd name="csY6" fmla="*/ 127584 h 127583"/>
              <a:gd name="csX7" fmla="*/ 1557 w 127600"/>
              <a:gd name="csY7" fmla="*/ 126027 h 127583"/>
              <a:gd name="csX8" fmla="*/ 0 w 127600"/>
              <a:gd name="csY8" fmla="*/ 122268 h 127583"/>
              <a:gd name="csX9" fmla="*/ 0 w 127600"/>
              <a:gd name="csY9" fmla="*/ 23037 h 127583"/>
              <a:gd name="csX10" fmla="*/ 595 w 127600"/>
              <a:gd name="csY10" fmla="*/ 20594 h 127583"/>
              <a:gd name="csX11" fmla="*/ 2247 w 127600"/>
              <a:gd name="csY11" fmla="*/ 18697 h 127583"/>
              <a:gd name="csX12" fmla="*/ 4587 w 127600"/>
              <a:gd name="csY12" fmla="*/ 17772 h 127583"/>
              <a:gd name="csX13" fmla="*/ 7089 w 127600"/>
              <a:gd name="csY13" fmla="*/ 18025 h 127583"/>
              <a:gd name="csX14" fmla="*/ 34530 w 127600"/>
              <a:gd name="csY14" fmla="*/ 27710 h 127583"/>
              <a:gd name="csX15" fmla="*/ 60609 w 127600"/>
              <a:gd name="csY15" fmla="*/ 8156 h 127583"/>
              <a:gd name="csX16" fmla="*/ 62899 w 127600"/>
              <a:gd name="csY16" fmla="*/ 7167 h 127583"/>
              <a:gd name="csX17" fmla="*/ 65386 w 127600"/>
              <a:gd name="csY17" fmla="*/ 7331 h 127583"/>
              <a:gd name="csX18" fmla="*/ 91629 w 127600"/>
              <a:gd name="csY18" fmla="*/ 15527 h 127583"/>
              <a:gd name="csX19" fmla="*/ 119798 w 127600"/>
              <a:gd name="csY19" fmla="*/ 616 h 127583"/>
              <a:gd name="csX20" fmla="*/ 122354 w 127600"/>
              <a:gd name="csY20" fmla="*/ 0 h 127583"/>
              <a:gd name="csX21" fmla="*/ 116967 w 127600"/>
              <a:gd name="csY21" fmla="*/ 14149 h 127583"/>
              <a:gd name="csX22" fmla="*/ 94641 w 127600"/>
              <a:gd name="csY22" fmla="*/ 25965 h 127583"/>
              <a:gd name="csX23" fmla="*/ 92643 w 127600"/>
              <a:gd name="csY23" fmla="*/ 26558 h 127583"/>
              <a:gd name="csX24" fmla="*/ 90571 w 127600"/>
              <a:gd name="csY24" fmla="*/ 26339 h 127583"/>
              <a:gd name="csX25" fmla="*/ 64811 w 127600"/>
              <a:gd name="csY25" fmla="*/ 18289 h 127583"/>
              <a:gd name="csX26" fmla="*/ 38636 w 127600"/>
              <a:gd name="csY26" fmla="*/ 37918 h 127583"/>
              <a:gd name="csX27" fmla="*/ 36250 w 127600"/>
              <a:gd name="csY27" fmla="*/ 38922 h 127583"/>
              <a:gd name="csX28" fmla="*/ 33673 w 127600"/>
              <a:gd name="csY28" fmla="*/ 38680 h 127583"/>
              <a:gd name="csX29" fmla="*/ 10633 w 127600"/>
              <a:gd name="csY29" fmla="*/ 30547 h 127583"/>
              <a:gd name="csX30" fmla="*/ 10633 w 127600"/>
              <a:gd name="csY30" fmla="*/ 58047 h 127583"/>
              <a:gd name="csX31" fmla="*/ 29595 w 127600"/>
              <a:gd name="csY31" fmla="*/ 77013 h 127583"/>
              <a:gd name="csX32" fmla="*/ 34205 w 127600"/>
              <a:gd name="csY32" fmla="*/ 77013 h 127583"/>
              <a:gd name="csX33" fmla="*/ 60042 w 127600"/>
              <a:gd name="csY33" fmla="*/ 51173 h 127583"/>
              <a:gd name="csX34" fmla="*/ 64721 w 127600"/>
              <a:gd name="csY34" fmla="*/ 49686 h 127583"/>
              <a:gd name="csX35" fmla="*/ 88715 w 127600"/>
              <a:gd name="csY35" fmla="*/ 53943 h 127583"/>
              <a:gd name="csX36" fmla="*/ 94814 w 127600"/>
              <a:gd name="csY36" fmla="*/ 52136 h 127583"/>
              <a:gd name="csX37" fmla="*/ 116967 w 127600"/>
              <a:gd name="csY37" fmla="*/ 31371 h 127583"/>
              <a:gd name="csX38" fmla="*/ 116967 w 127600"/>
              <a:gd name="csY38" fmla="*/ 14149 h 127583"/>
            </a:gdLst>
            <a:ahLst/>
            <a:cxnLst/>
            <a:rect l="l" t="t" r="r" b="b"/>
            <a:pathLst>
              <a:path w="100000" h="100000">
                <a:moveTo>
                  <a:pt x="95889" y="7"/>
                </a:moveTo>
                <a:cubicBezTo>
                  <a:pt x="96983" y="22"/>
                  <a:pt x="98030" y="467"/>
                  <a:pt x="98799" y="1246"/>
                </a:cubicBezTo>
                <a:cubicBezTo>
                  <a:pt x="99568" y="2027"/>
                  <a:pt x="100001" y="3077"/>
                  <a:pt x="100001" y="4173"/>
                </a:cubicBezTo>
                <a:lnTo>
                  <a:pt x="100001" y="95828"/>
                </a:lnTo>
                <a:cubicBezTo>
                  <a:pt x="100001" y="96933"/>
                  <a:pt x="99562" y="97993"/>
                  <a:pt x="98781" y="98774"/>
                </a:cubicBezTo>
                <a:cubicBezTo>
                  <a:pt x="97999" y="99555"/>
                  <a:pt x="96939" y="99994"/>
                  <a:pt x="95834" y="99994"/>
                </a:cubicBezTo>
                <a:lnTo>
                  <a:pt x="4167" y="99994"/>
                </a:lnTo>
                <a:cubicBezTo>
                  <a:pt x="3061" y="99994"/>
                  <a:pt x="2002" y="99555"/>
                  <a:pt x="1220" y="98774"/>
                </a:cubicBezTo>
                <a:cubicBezTo>
                  <a:pt x="439" y="97993"/>
                  <a:pt x="0" y="96933"/>
                  <a:pt x="0" y="95828"/>
                </a:cubicBezTo>
                <a:lnTo>
                  <a:pt x="0" y="18061"/>
                </a:lnTo>
                <a:cubicBezTo>
                  <a:pt x="0" y="17394"/>
                  <a:pt x="160" y="16737"/>
                  <a:pt x="466" y="16146"/>
                </a:cubicBezTo>
                <a:cubicBezTo>
                  <a:pt x="774" y="15554"/>
                  <a:pt x="1217" y="15043"/>
                  <a:pt x="1761" y="14659"/>
                </a:cubicBezTo>
                <a:cubicBezTo>
                  <a:pt x="2306" y="14275"/>
                  <a:pt x="2935" y="14026"/>
                  <a:pt x="3595" y="13935"/>
                </a:cubicBezTo>
                <a:cubicBezTo>
                  <a:pt x="4255" y="13843"/>
                  <a:pt x="4926" y="13910"/>
                  <a:pt x="5556" y="14133"/>
                </a:cubicBezTo>
                <a:lnTo>
                  <a:pt x="27061" y="21723"/>
                </a:lnTo>
                <a:lnTo>
                  <a:pt x="47499" y="6399"/>
                </a:lnTo>
                <a:cubicBezTo>
                  <a:pt x="48027" y="6001"/>
                  <a:pt x="48642" y="5736"/>
                  <a:pt x="49294" y="5623"/>
                </a:cubicBezTo>
                <a:cubicBezTo>
                  <a:pt x="49944" y="5511"/>
                  <a:pt x="50612" y="5556"/>
                  <a:pt x="51243" y="5752"/>
                </a:cubicBezTo>
                <a:lnTo>
                  <a:pt x="71810" y="12175"/>
                </a:lnTo>
                <a:lnTo>
                  <a:pt x="93886" y="489"/>
                </a:lnTo>
                <a:cubicBezTo>
                  <a:pt x="94503" y="164"/>
                  <a:pt x="95191" y="-2"/>
                  <a:pt x="95889" y="7"/>
                </a:cubicBezTo>
                <a:close/>
                <a:moveTo>
                  <a:pt x="91667" y="11095"/>
                </a:moveTo>
                <a:lnTo>
                  <a:pt x="74170" y="20355"/>
                </a:lnTo>
                <a:cubicBezTo>
                  <a:pt x="73684" y="20612"/>
                  <a:pt x="73152" y="20770"/>
                  <a:pt x="72604" y="20820"/>
                </a:cubicBezTo>
                <a:cubicBezTo>
                  <a:pt x="72056" y="20871"/>
                  <a:pt x="71504" y="20812"/>
                  <a:pt x="70980" y="20649"/>
                </a:cubicBezTo>
                <a:lnTo>
                  <a:pt x="50792" y="14340"/>
                </a:lnTo>
                <a:lnTo>
                  <a:pt x="30279" y="29723"/>
                </a:lnTo>
                <a:cubicBezTo>
                  <a:pt x="29730" y="30135"/>
                  <a:pt x="29088" y="30406"/>
                  <a:pt x="28409" y="30510"/>
                </a:cubicBezTo>
                <a:cubicBezTo>
                  <a:pt x="27730" y="30614"/>
                  <a:pt x="27036" y="30548"/>
                  <a:pt x="26389" y="30320"/>
                </a:cubicBezTo>
                <a:lnTo>
                  <a:pt x="8333" y="23946"/>
                </a:lnTo>
                <a:lnTo>
                  <a:pt x="8333" y="45498"/>
                </a:lnTo>
                <a:lnTo>
                  <a:pt x="23194" y="60362"/>
                </a:lnTo>
                <a:cubicBezTo>
                  <a:pt x="24194" y="61362"/>
                  <a:pt x="25806" y="61362"/>
                  <a:pt x="26806" y="60362"/>
                </a:cubicBezTo>
                <a:lnTo>
                  <a:pt x="47055" y="40111"/>
                </a:lnTo>
                <a:cubicBezTo>
                  <a:pt x="47999" y="39139"/>
                  <a:pt x="49388" y="38723"/>
                  <a:pt x="50722" y="38946"/>
                </a:cubicBezTo>
                <a:lnTo>
                  <a:pt x="69526" y="42282"/>
                </a:lnTo>
                <a:cubicBezTo>
                  <a:pt x="71277" y="42587"/>
                  <a:pt x="73028" y="42060"/>
                  <a:pt x="74306" y="40866"/>
                </a:cubicBezTo>
                <a:lnTo>
                  <a:pt x="91667" y="24592"/>
                </a:lnTo>
                <a:lnTo>
                  <a:pt x="91667" y="1109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8" name="Чёрный — SVG 9">
            <a:extLst>
              <a:ext uri="{FF2B5EF4-FFF2-40B4-BE49-F238E27FC236}">
                <a16:creationId xmlns:a16="http://schemas.microsoft.com/office/drawing/2014/main" id="{FAD7C9AF-36A3-6543-807F-2AEBD36E541F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97369 w 138252"/>
              <a:gd name="csY0" fmla="*/ 0 h 141556"/>
              <a:gd name="csX1" fmla="*/ 68446 w 138252"/>
              <a:gd name="csY1" fmla="*/ 11940 h 141556"/>
              <a:gd name="csX2" fmla="*/ 2179 w 138252"/>
              <a:gd name="csY2" fmla="*/ 78189 h 141556"/>
              <a:gd name="csX3" fmla="*/ 580 w 138252"/>
              <a:gd name="csY3" fmla="*/ 80490 h 141556"/>
              <a:gd name="csX4" fmla="*/ 1 w 138252"/>
              <a:gd name="csY4" fmla="*/ 83230 h 141556"/>
              <a:gd name="csX5" fmla="*/ 529 w 138252"/>
              <a:gd name="csY5" fmla="*/ 85982 h 141556"/>
              <a:gd name="csX6" fmla="*/ 2077 w 138252"/>
              <a:gd name="csY6" fmla="*/ 88315 h 141556"/>
              <a:gd name="csX7" fmla="*/ 4408 w 138252"/>
              <a:gd name="csY7" fmla="*/ 89865 h 141556"/>
              <a:gd name="csX8" fmla="*/ 7164 w 138252"/>
              <a:gd name="csY8" fmla="*/ 90391 h 141556"/>
              <a:gd name="csX9" fmla="*/ 9903 w 138252"/>
              <a:gd name="csY9" fmla="*/ 89809 h 141556"/>
              <a:gd name="csX10" fmla="*/ 12200 w 138252"/>
              <a:gd name="csY10" fmla="*/ 88212 h 141556"/>
              <a:gd name="csX11" fmla="*/ 78467 w 138252"/>
              <a:gd name="csY11" fmla="*/ 21963 h 141556"/>
              <a:gd name="csX12" fmla="*/ 116288 w 138252"/>
              <a:gd name="csY12" fmla="*/ 21963 h 141556"/>
              <a:gd name="csX13" fmla="*/ 116288 w 138252"/>
              <a:gd name="csY13" fmla="*/ 59784 h 141556"/>
              <a:gd name="csX14" fmla="*/ 52437 w 138252"/>
              <a:gd name="csY14" fmla="*/ 123631 h 141556"/>
              <a:gd name="csX15" fmla="*/ 34096 w 138252"/>
              <a:gd name="csY15" fmla="*/ 123631 h 141556"/>
              <a:gd name="csX16" fmla="*/ 34096 w 138252"/>
              <a:gd name="csY16" fmla="*/ 105302 h 141556"/>
              <a:gd name="csX17" fmla="*/ 84949 w 138252"/>
              <a:gd name="csY17" fmla="*/ 54468 h 141556"/>
              <a:gd name="csX18" fmla="*/ 86548 w 138252"/>
              <a:gd name="csY18" fmla="*/ 52167 h 141556"/>
              <a:gd name="csX19" fmla="*/ 87127 w 138252"/>
              <a:gd name="csY19" fmla="*/ 49427 h 141556"/>
              <a:gd name="csX20" fmla="*/ 86599 w 138252"/>
              <a:gd name="csY20" fmla="*/ 46675 h 141556"/>
              <a:gd name="csX21" fmla="*/ 85051 w 138252"/>
              <a:gd name="csY21" fmla="*/ 44342 h 141556"/>
              <a:gd name="csX22" fmla="*/ 82720 w 138252"/>
              <a:gd name="csY22" fmla="*/ 42792 h 141556"/>
              <a:gd name="csX23" fmla="*/ 79964 w 138252"/>
              <a:gd name="csY23" fmla="*/ 42266 h 141556"/>
              <a:gd name="csX24" fmla="*/ 77225 w 138252"/>
              <a:gd name="csY24" fmla="*/ 42848 h 141556"/>
              <a:gd name="csX25" fmla="*/ 74911 w 138252"/>
              <a:gd name="csY25" fmla="*/ 44445 h 141556"/>
              <a:gd name="csX26" fmla="*/ 24075 w 138252"/>
              <a:gd name="csY26" fmla="*/ 95279 h 141556"/>
              <a:gd name="csX27" fmla="*/ 24075 w 138252"/>
              <a:gd name="csY27" fmla="*/ 133654 h 141556"/>
              <a:gd name="csX28" fmla="*/ 62457 w 138252"/>
              <a:gd name="csY28" fmla="*/ 133654 h 141556"/>
              <a:gd name="csX29" fmla="*/ 126309 w 138252"/>
              <a:gd name="csY29" fmla="*/ 69807 h 141556"/>
              <a:gd name="csX30" fmla="*/ 126309 w 138252"/>
              <a:gd name="csY30" fmla="*/ 11940 h 141556"/>
              <a:gd name="csX31" fmla="*/ 97369 w 138252"/>
              <a:gd name="csY31" fmla="*/ 0 h 141556"/>
            </a:gdLst>
            <a:ahLst/>
            <a:cxnLst/>
            <a:rect l="l" t="t" r="r" b="b"/>
            <a:pathLst>
              <a:path w="100000" h="100000">
                <a:moveTo>
                  <a:pt x="69952" y="0"/>
                </a:moveTo>
                <a:cubicBezTo>
                  <a:pt x="62548" y="0"/>
                  <a:pt x="55132" y="2812"/>
                  <a:pt x="49520" y="8435"/>
                </a:cubicBezTo>
                <a:lnTo>
                  <a:pt x="2706" y="55235"/>
                </a:lnTo>
                <a:cubicBezTo>
                  <a:pt x="2225" y="55697"/>
                  <a:pt x="1841" y="56249"/>
                  <a:pt x="1577" y="56861"/>
                </a:cubicBezTo>
                <a:cubicBezTo>
                  <a:pt x="1312" y="57473"/>
                  <a:pt x="1180" y="58130"/>
                  <a:pt x="1168" y="58797"/>
                </a:cubicBezTo>
                <a:cubicBezTo>
                  <a:pt x="1156" y="59463"/>
                  <a:pt x="1288" y="60124"/>
                  <a:pt x="1541" y="60741"/>
                </a:cubicBezTo>
                <a:cubicBezTo>
                  <a:pt x="1793" y="61357"/>
                  <a:pt x="2165" y="61918"/>
                  <a:pt x="2634" y="62389"/>
                </a:cubicBezTo>
                <a:cubicBezTo>
                  <a:pt x="3103" y="62860"/>
                  <a:pt x="3668" y="63232"/>
                  <a:pt x="4281" y="63484"/>
                </a:cubicBezTo>
                <a:cubicBezTo>
                  <a:pt x="4905" y="63736"/>
                  <a:pt x="5567" y="63862"/>
                  <a:pt x="6228" y="63855"/>
                </a:cubicBezTo>
                <a:cubicBezTo>
                  <a:pt x="6888" y="63848"/>
                  <a:pt x="7550" y="63709"/>
                  <a:pt x="8163" y="63444"/>
                </a:cubicBezTo>
                <a:cubicBezTo>
                  <a:pt x="8776" y="63180"/>
                  <a:pt x="9328" y="62796"/>
                  <a:pt x="9786" y="62316"/>
                </a:cubicBezTo>
                <a:lnTo>
                  <a:pt x="56599" y="15515"/>
                </a:lnTo>
                <a:cubicBezTo>
                  <a:pt x="64014" y="8096"/>
                  <a:pt x="75901" y="8096"/>
                  <a:pt x="83317" y="15515"/>
                </a:cubicBezTo>
                <a:cubicBezTo>
                  <a:pt x="90732" y="22935"/>
                  <a:pt x="90732" y="34813"/>
                  <a:pt x="83317" y="42233"/>
                </a:cubicBezTo>
                <a:lnTo>
                  <a:pt x="38210" y="87337"/>
                </a:lnTo>
                <a:cubicBezTo>
                  <a:pt x="34592" y="90954"/>
                  <a:pt x="28871" y="90954"/>
                  <a:pt x="25254" y="87337"/>
                </a:cubicBezTo>
                <a:cubicBezTo>
                  <a:pt x="21636" y="83720"/>
                  <a:pt x="21636" y="78005"/>
                  <a:pt x="25254" y="74389"/>
                </a:cubicBezTo>
                <a:lnTo>
                  <a:pt x="61178" y="38478"/>
                </a:lnTo>
                <a:cubicBezTo>
                  <a:pt x="61659" y="38017"/>
                  <a:pt x="62043" y="37464"/>
                  <a:pt x="62307" y="36853"/>
                </a:cubicBezTo>
                <a:cubicBezTo>
                  <a:pt x="62572" y="36241"/>
                  <a:pt x="62705" y="35583"/>
                  <a:pt x="62717" y="34917"/>
                </a:cubicBezTo>
                <a:cubicBezTo>
                  <a:pt x="62717" y="34251"/>
                  <a:pt x="62596" y="33590"/>
                  <a:pt x="62344" y="32973"/>
                </a:cubicBezTo>
                <a:cubicBezTo>
                  <a:pt x="62091" y="32356"/>
                  <a:pt x="61718" y="31796"/>
                  <a:pt x="61250" y="31325"/>
                </a:cubicBezTo>
                <a:cubicBezTo>
                  <a:pt x="60769" y="30854"/>
                  <a:pt x="60216" y="30481"/>
                  <a:pt x="59603" y="30230"/>
                </a:cubicBezTo>
                <a:cubicBezTo>
                  <a:pt x="58979" y="29978"/>
                  <a:pt x="58317" y="29852"/>
                  <a:pt x="57656" y="29858"/>
                </a:cubicBezTo>
                <a:cubicBezTo>
                  <a:pt x="56983" y="29865"/>
                  <a:pt x="56334" y="30005"/>
                  <a:pt x="55721" y="30269"/>
                </a:cubicBezTo>
                <a:cubicBezTo>
                  <a:pt x="55108" y="30533"/>
                  <a:pt x="54555" y="30917"/>
                  <a:pt x="54087" y="31397"/>
                </a:cubicBezTo>
                <a:lnTo>
                  <a:pt x="18174" y="67308"/>
                </a:lnTo>
                <a:cubicBezTo>
                  <a:pt x="10735" y="74753"/>
                  <a:pt x="10735" y="86973"/>
                  <a:pt x="18174" y="94418"/>
                </a:cubicBezTo>
                <a:cubicBezTo>
                  <a:pt x="25627" y="101861"/>
                  <a:pt x="37849" y="101861"/>
                  <a:pt x="45289" y="94418"/>
                </a:cubicBezTo>
                <a:lnTo>
                  <a:pt x="90396" y="49314"/>
                </a:lnTo>
                <a:cubicBezTo>
                  <a:pt x="101645" y="38067"/>
                  <a:pt x="101645" y="19682"/>
                  <a:pt x="90396" y="8435"/>
                </a:cubicBezTo>
                <a:cubicBezTo>
                  <a:pt x="84771" y="2812"/>
                  <a:pt x="77367" y="0"/>
                  <a:pt x="69952" y="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49" name="Чёрный — SVG 10">
            <a:extLst>
              <a:ext uri="{FF2B5EF4-FFF2-40B4-BE49-F238E27FC236}">
                <a16:creationId xmlns:a16="http://schemas.microsoft.com/office/drawing/2014/main" id="{F7359AB5-E6C7-004B-855F-FAD2AA5E406D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10633 w 127600"/>
              <a:gd name="csY0" fmla="*/ 0 h 127583"/>
              <a:gd name="csX1" fmla="*/ 0 w 127600"/>
              <a:gd name="csY1" fmla="*/ 10632 h 127583"/>
              <a:gd name="csX2" fmla="*/ 0 w 127600"/>
              <a:gd name="csY2" fmla="*/ 116951 h 127583"/>
              <a:gd name="csX3" fmla="*/ 10633 w 127600"/>
              <a:gd name="csY3" fmla="*/ 127583 h 127583"/>
              <a:gd name="csX4" fmla="*/ 46072 w 127600"/>
              <a:gd name="csY4" fmla="*/ 127583 h 127583"/>
              <a:gd name="csX5" fmla="*/ 56706 w 127600"/>
              <a:gd name="csY5" fmla="*/ 116951 h 127583"/>
              <a:gd name="csX6" fmla="*/ 56706 w 127600"/>
              <a:gd name="csY6" fmla="*/ 10632 h 127583"/>
              <a:gd name="csX7" fmla="*/ 46072 w 127600"/>
              <a:gd name="csY7" fmla="*/ 0 h 127583"/>
              <a:gd name="csX8" fmla="*/ 10633 w 127600"/>
              <a:gd name="csY8" fmla="*/ 0 h 127583"/>
              <a:gd name="csX9" fmla="*/ 81528 w 127600"/>
              <a:gd name="csY9" fmla="*/ 0 h 127583"/>
              <a:gd name="csX10" fmla="*/ 70895 w 127600"/>
              <a:gd name="csY10" fmla="*/ 10632 h 127583"/>
              <a:gd name="csX11" fmla="*/ 70895 w 127600"/>
              <a:gd name="csY11" fmla="*/ 116951 h 127583"/>
              <a:gd name="csX12" fmla="*/ 81528 w 127600"/>
              <a:gd name="csY12" fmla="*/ 127583 h 127583"/>
              <a:gd name="csX13" fmla="*/ 116967 w 127600"/>
              <a:gd name="csY13" fmla="*/ 127583 h 127583"/>
              <a:gd name="csX14" fmla="*/ 127601 w 127600"/>
              <a:gd name="csY14" fmla="*/ 116951 h 127583"/>
              <a:gd name="csX15" fmla="*/ 127601 w 127600"/>
              <a:gd name="csY15" fmla="*/ 10632 h 127583"/>
              <a:gd name="csX16" fmla="*/ 116967 w 127600"/>
              <a:gd name="csY16" fmla="*/ 0 h 127583"/>
              <a:gd name="csX17" fmla="*/ 81528 w 127600"/>
              <a:gd name="csY17" fmla="*/ 0 h 127583"/>
              <a:gd name="csX18" fmla="*/ 28361 w 127600"/>
              <a:gd name="csY18" fmla="*/ 17720 h 127583"/>
              <a:gd name="csX19" fmla="*/ 35439 w 127600"/>
              <a:gd name="csY19" fmla="*/ 24808 h 127583"/>
              <a:gd name="csX20" fmla="*/ 35439 w 127600"/>
              <a:gd name="csY20" fmla="*/ 74424 h 127583"/>
              <a:gd name="csX21" fmla="*/ 28361 w 127600"/>
              <a:gd name="csY21" fmla="*/ 81512 h 127583"/>
              <a:gd name="csX22" fmla="*/ 21267 w 127600"/>
              <a:gd name="csY22" fmla="*/ 74424 h 127583"/>
              <a:gd name="csX23" fmla="*/ 21267 w 127600"/>
              <a:gd name="csY23" fmla="*/ 24808 h 127583"/>
              <a:gd name="csX24" fmla="*/ 28361 w 127600"/>
              <a:gd name="csY24" fmla="*/ 17720 h 127583"/>
              <a:gd name="csX25" fmla="*/ 99239 w 127600"/>
              <a:gd name="csY25" fmla="*/ 17720 h 127583"/>
              <a:gd name="csX26" fmla="*/ 106334 w 127600"/>
              <a:gd name="csY26" fmla="*/ 24808 h 127583"/>
              <a:gd name="csX27" fmla="*/ 106334 w 127600"/>
              <a:gd name="csY27" fmla="*/ 74424 h 127583"/>
              <a:gd name="csX28" fmla="*/ 99239 w 127600"/>
              <a:gd name="csY28" fmla="*/ 81512 h 127583"/>
              <a:gd name="csX29" fmla="*/ 92162 w 127600"/>
              <a:gd name="csY29" fmla="*/ 74424 h 127583"/>
              <a:gd name="csX30" fmla="*/ 92162 w 127600"/>
              <a:gd name="csY30" fmla="*/ 24808 h 127583"/>
              <a:gd name="csX31" fmla="*/ 99239 w 127600"/>
              <a:gd name="csY31" fmla="*/ 17720 h 127583"/>
              <a:gd name="csX32" fmla="*/ 28361 w 127600"/>
              <a:gd name="csY32" fmla="*/ 95687 h 127583"/>
              <a:gd name="csX33" fmla="*/ 35439 w 127600"/>
              <a:gd name="csY33" fmla="*/ 102775 h 127583"/>
              <a:gd name="csX34" fmla="*/ 28361 w 127600"/>
              <a:gd name="csY34" fmla="*/ 109863 h 127583"/>
              <a:gd name="csX35" fmla="*/ 21267 w 127600"/>
              <a:gd name="csY35" fmla="*/ 102775 h 127583"/>
              <a:gd name="csX36" fmla="*/ 28361 w 127600"/>
              <a:gd name="csY36" fmla="*/ 95687 h 127583"/>
              <a:gd name="csX37" fmla="*/ 99239 w 127600"/>
              <a:gd name="csY37" fmla="*/ 95687 h 127583"/>
              <a:gd name="csX38" fmla="*/ 106334 w 127600"/>
              <a:gd name="csY38" fmla="*/ 102775 h 127583"/>
              <a:gd name="csX39" fmla="*/ 99239 w 127600"/>
              <a:gd name="csY39" fmla="*/ 109863 h 127583"/>
              <a:gd name="csX40" fmla="*/ 92162 w 127600"/>
              <a:gd name="csY40" fmla="*/ 102775 h 127583"/>
              <a:gd name="csX41" fmla="*/ 99239 w 127600"/>
              <a:gd name="csY41" fmla="*/ 95687 h 127583"/>
            </a:gdLst>
            <a:ahLst/>
            <a:cxnLst/>
            <a:rect l="l" t="t" r="r" b="b"/>
            <a:pathLst>
              <a:path w="100000" h="100000">
                <a:moveTo>
                  <a:pt x="8333" y="7"/>
                </a:moveTo>
                <a:cubicBezTo>
                  <a:pt x="3734" y="7"/>
                  <a:pt x="0" y="3737"/>
                  <a:pt x="0" y="8339"/>
                </a:cubicBezTo>
                <a:lnTo>
                  <a:pt x="0" y="91661"/>
                </a:lnTo>
                <a:cubicBezTo>
                  <a:pt x="0" y="96264"/>
                  <a:pt x="3734" y="99993"/>
                  <a:pt x="8333" y="99993"/>
                </a:cubicBezTo>
                <a:lnTo>
                  <a:pt x="36107" y="99993"/>
                </a:lnTo>
                <a:cubicBezTo>
                  <a:pt x="40720" y="99993"/>
                  <a:pt x="44440" y="96264"/>
                  <a:pt x="44440" y="91661"/>
                </a:cubicBezTo>
                <a:lnTo>
                  <a:pt x="44440" y="8339"/>
                </a:lnTo>
                <a:cubicBezTo>
                  <a:pt x="44440" y="3737"/>
                  <a:pt x="40720" y="7"/>
                  <a:pt x="36107" y="7"/>
                </a:cubicBezTo>
                <a:lnTo>
                  <a:pt x="8333" y="7"/>
                </a:lnTo>
                <a:close/>
                <a:moveTo>
                  <a:pt x="63893" y="7"/>
                </a:moveTo>
                <a:cubicBezTo>
                  <a:pt x="59281" y="7"/>
                  <a:pt x="55560" y="3737"/>
                  <a:pt x="55560" y="8339"/>
                </a:cubicBezTo>
                <a:lnTo>
                  <a:pt x="55560" y="91661"/>
                </a:lnTo>
                <a:cubicBezTo>
                  <a:pt x="55560" y="96264"/>
                  <a:pt x="59281" y="99993"/>
                  <a:pt x="63893" y="99993"/>
                </a:cubicBezTo>
                <a:lnTo>
                  <a:pt x="91667" y="99993"/>
                </a:lnTo>
                <a:cubicBezTo>
                  <a:pt x="96267" y="99993"/>
                  <a:pt x="100001" y="96264"/>
                  <a:pt x="100001" y="91661"/>
                </a:cubicBezTo>
                <a:lnTo>
                  <a:pt x="100001" y="8339"/>
                </a:lnTo>
                <a:cubicBezTo>
                  <a:pt x="100001" y="3737"/>
                  <a:pt x="96267" y="7"/>
                  <a:pt x="91667" y="7"/>
                </a:cubicBezTo>
                <a:lnTo>
                  <a:pt x="63893" y="7"/>
                </a:lnTo>
                <a:close/>
                <a:moveTo>
                  <a:pt x="22226" y="13894"/>
                </a:moveTo>
                <a:cubicBezTo>
                  <a:pt x="25293" y="13894"/>
                  <a:pt x="27774" y="16380"/>
                  <a:pt x="27774" y="19449"/>
                </a:cubicBezTo>
                <a:lnTo>
                  <a:pt x="27774" y="58333"/>
                </a:lnTo>
                <a:cubicBezTo>
                  <a:pt x="27774" y="61402"/>
                  <a:pt x="25293" y="63888"/>
                  <a:pt x="22226" y="63888"/>
                </a:cubicBezTo>
                <a:cubicBezTo>
                  <a:pt x="19147" y="63888"/>
                  <a:pt x="16667" y="61402"/>
                  <a:pt x="16667" y="58333"/>
                </a:cubicBezTo>
                <a:lnTo>
                  <a:pt x="16667" y="19449"/>
                </a:lnTo>
                <a:cubicBezTo>
                  <a:pt x="16667" y="16380"/>
                  <a:pt x="19147" y="13894"/>
                  <a:pt x="22226" y="13894"/>
                </a:cubicBezTo>
                <a:close/>
                <a:moveTo>
                  <a:pt x="77774" y="13894"/>
                </a:moveTo>
                <a:cubicBezTo>
                  <a:pt x="80853" y="13894"/>
                  <a:pt x="83334" y="16380"/>
                  <a:pt x="83334" y="19449"/>
                </a:cubicBezTo>
                <a:lnTo>
                  <a:pt x="83334" y="58333"/>
                </a:lnTo>
                <a:cubicBezTo>
                  <a:pt x="83334" y="61402"/>
                  <a:pt x="80853" y="63888"/>
                  <a:pt x="77774" y="63888"/>
                </a:cubicBezTo>
                <a:cubicBezTo>
                  <a:pt x="74707" y="63888"/>
                  <a:pt x="72227" y="61402"/>
                  <a:pt x="72227" y="58333"/>
                </a:cubicBezTo>
                <a:lnTo>
                  <a:pt x="72227" y="19449"/>
                </a:lnTo>
                <a:cubicBezTo>
                  <a:pt x="72227" y="16380"/>
                  <a:pt x="74707" y="13894"/>
                  <a:pt x="77774" y="13894"/>
                </a:cubicBezTo>
                <a:close/>
                <a:moveTo>
                  <a:pt x="22226" y="74996"/>
                </a:moveTo>
                <a:cubicBezTo>
                  <a:pt x="25293" y="74996"/>
                  <a:pt x="27774" y="77482"/>
                  <a:pt x="27774" y="80551"/>
                </a:cubicBezTo>
                <a:cubicBezTo>
                  <a:pt x="27774" y="83620"/>
                  <a:pt x="25293" y="86106"/>
                  <a:pt x="22226" y="86106"/>
                </a:cubicBezTo>
                <a:cubicBezTo>
                  <a:pt x="19147" y="86106"/>
                  <a:pt x="16667" y="83620"/>
                  <a:pt x="16667" y="80551"/>
                </a:cubicBezTo>
                <a:cubicBezTo>
                  <a:pt x="16667" y="77482"/>
                  <a:pt x="19147" y="74996"/>
                  <a:pt x="22226" y="74996"/>
                </a:cubicBezTo>
                <a:close/>
                <a:moveTo>
                  <a:pt x="77774" y="74996"/>
                </a:moveTo>
                <a:cubicBezTo>
                  <a:pt x="80853" y="74996"/>
                  <a:pt x="83334" y="77482"/>
                  <a:pt x="83334" y="80551"/>
                </a:cubicBezTo>
                <a:cubicBezTo>
                  <a:pt x="83334" y="83620"/>
                  <a:pt x="80853" y="86106"/>
                  <a:pt x="77774" y="86106"/>
                </a:cubicBezTo>
                <a:cubicBezTo>
                  <a:pt x="74707" y="86106"/>
                  <a:pt x="72227" y="83620"/>
                  <a:pt x="72227" y="80551"/>
                </a:cubicBezTo>
                <a:cubicBezTo>
                  <a:pt x="72227" y="77482"/>
                  <a:pt x="74707" y="74996"/>
                  <a:pt x="77774" y="7499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0" name="Чёрный — SVG 11">
            <a:extLst>
              <a:ext uri="{FF2B5EF4-FFF2-40B4-BE49-F238E27FC236}">
                <a16:creationId xmlns:a16="http://schemas.microsoft.com/office/drawing/2014/main" id="{4B53A8E2-F7FC-524B-963F-D3C464008894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19497 w 120506"/>
              <a:gd name="csY0" fmla="*/ 1 h 134672"/>
              <a:gd name="csX1" fmla="*/ 17439 w 120506"/>
              <a:gd name="csY1" fmla="*/ 383 h 134672"/>
              <a:gd name="csX2" fmla="*/ 15686 w 120506"/>
              <a:gd name="csY2" fmla="*/ 1532 h 134672"/>
              <a:gd name="csX3" fmla="*/ 14512 w 120506"/>
              <a:gd name="csY3" fmla="*/ 3265 h 134672"/>
              <a:gd name="csX4" fmla="*/ 14104 w 120506"/>
              <a:gd name="csY4" fmla="*/ 5317 h 134672"/>
              <a:gd name="csX5" fmla="*/ 14512 w 120506"/>
              <a:gd name="csY5" fmla="*/ 7370 h 134672"/>
              <a:gd name="csX6" fmla="*/ 15686 w 120506"/>
              <a:gd name="csY6" fmla="*/ 9103 h 134672"/>
              <a:gd name="csX7" fmla="*/ 17439 w 120506"/>
              <a:gd name="csY7" fmla="*/ 10250 h 134672"/>
              <a:gd name="csX8" fmla="*/ 19497 w 120506"/>
              <a:gd name="csY8" fmla="*/ 10632 h 134672"/>
              <a:gd name="csX9" fmla="*/ 44303 w 120506"/>
              <a:gd name="csY9" fmla="*/ 10632 h 134672"/>
              <a:gd name="csX10" fmla="*/ 46362 w 120506"/>
              <a:gd name="csY10" fmla="*/ 10250 h 134672"/>
              <a:gd name="csX11" fmla="*/ 48114 w 120506"/>
              <a:gd name="csY11" fmla="*/ 9103 h 134672"/>
              <a:gd name="csX12" fmla="*/ 49288 w 120506"/>
              <a:gd name="csY12" fmla="*/ 7370 h 134672"/>
              <a:gd name="csX13" fmla="*/ 49696 w 120506"/>
              <a:gd name="csY13" fmla="*/ 5317 h 134672"/>
              <a:gd name="csX14" fmla="*/ 49288 w 120506"/>
              <a:gd name="csY14" fmla="*/ 3265 h 134672"/>
              <a:gd name="csX15" fmla="*/ 48114 w 120506"/>
              <a:gd name="csY15" fmla="*/ 1532 h 134672"/>
              <a:gd name="csX16" fmla="*/ 46362 w 120506"/>
              <a:gd name="csY16" fmla="*/ 383 h 134672"/>
              <a:gd name="csX17" fmla="*/ 44303 w 120506"/>
              <a:gd name="csY17" fmla="*/ 1 h 134672"/>
              <a:gd name="csX18" fmla="*/ 19497 w 120506"/>
              <a:gd name="csY18" fmla="*/ 1 h 134672"/>
              <a:gd name="csX19" fmla="*/ 76203 w 120506"/>
              <a:gd name="csY19" fmla="*/ 1 h 134672"/>
              <a:gd name="csX20" fmla="*/ 74145 w 120506"/>
              <a:gd name="csY20" fmla="*/ 383 h 134672"/>
              <a:gd name="csX21" fmla="*/ 72392 w 120506"/>
              <a:gd name="csY21" fmla="*/ 1532 h 134672"/>
              <a:gd name="csX22" fmla="*/ 71218 w 120506"/>
              <a:gd name="csY22" fmla="*/ 3265 h 134672"/>
              <a:gd name="csX23" fmla="*/ 70810 w 120506"/>
              <a:gd name="csY23" fmla="*/ 5317 h 134672"/>
              <a:gd name="csX24" fmla="*/ 71218 w 120506"/>
              <a:gd name="csY24" fmla="*/ 7370 h 134672"/>
              <a:gd name="csX25" fmla="*/ 72392 w 120506"/>
              <a:gd name="csY25" fmla="*/ 9103 h 134672"/>
              <a:gd name="csX26" fmla="*/ 74145 w 120506"/>
              <a:gd name="csY26" fmla="*/ 10250 h 134672"/>
              <a:gd name="csX27" fmla="*/ 76203 w 120506"/>
              <a:gd name="csY27" fmla="*/ 10632 h 134672"/>
              <a:gd name="csX28" fmla="*/ 101009 w 120506"/>
              <a:gd name="csY28" fmla="*/ 10632 h 134672"/>
              <a:gd name="csX29" fmla="*/ 103067 w 120506"/>
              <a:gd name="csY29" fmla="*/ 10250 h 134672"/>
              <a:gd name="csX30" fmla="*/ 104820 w 120506"/>
              <a:gd name="csY30" fmla="*/ 9103 h 134672"/>
              <a:gd name="csX31" fmla="*/ 105994 w 120506"/>
              <a:gd name="csY31" fmla="*/ 7370 h 134672"/>
              <a:gd name="csX32" fmla="*/ 106402 w 120506"/>
              <a:gd name="csY32" fmla="*/ 5317 h 134672"/>
              <a:gd name="csX33" fmla="*/ 105994 w 120506"/>
              <a:gd name="csY33" fmla="*/ 3265 h 134672"/>
              <a:gd name="csX34" fmla="*/ 104820 w 120506"/>
              <a:gd name="csY34" fmla="*/ 1532 h 134672"/>
              <a:gd name="csX35" fmla="*/ 103067 w 120506"/>
              <a:gd name="csY35" fmla="*/ 383 h 134672"/>
              <a:gd name="csX36" fmla="*/ 101009 w 120506"/>
              <a:gd name="csY36" fmla="*/ 1 h 134672"/>
              <a:gd name="csX37" fmla="*/ 76203 w 120506"/>
              <a:gd name="csY37" fmla="*/ 1 h 134672"/>
              <a:gd name="csX38" fmla="*/ 23036 w 120506"/>
              <a:gd name="csY38" fmla="*/ 21264 h 134672"/>
              <a:gd name="csX39" fmla="*/ 10633 w 120506"/>
              <a:gd name="csY39" fmla="*/ 33669 h 134672"/>
              <a:gd name="csX40" fmla="*/ 10633 w 120506"/>
              <a:gd name="csY40" fmla="*/ 54074 h 134672"/>
              <a:gd name="csX41" fmla="*/ 0 w 120506"/>
              <a:gd name="csY41" fmla="*/ 69108 h 134672"/>
              <a:gd name="csX42" fmla="*/ 0 w 120506"/>
              <a:gd name="csY42" fmla="*/ 129356 h 134672"/>
              <a:gd name="csX43" fmla="*/ 5308 w 120506"/>
              <a:gd name="csY43" fmla="*/ 134672 h 134672"/>
              <a:gd name="csX44" fmla="*/ 44303 w 120506"/>
              <a:gd name="csY44" fmla="*/ 134672 h 134672"/>
              <a:gd name="csX45" fmla="*/ 49628 w 120506"/>
              <a:gd name="csY45" fmla="*/ 129356 h 134672"/>
              <a:gd name="csX46" fmla="*/ 49628 w 120506"/>
              <a:gd name="csY46" fmla="*/ 67337 h 134672"/>
              <a:gd name="csX47" fmla="*/ 70895 w 120506"/>
              <a:gd name="csY47" fmla="*/ 67337 h 134672"/>
              <a:gd name="csX48" fmla="*/ 70895 w 120506"/>
              <a:gd name="csY48" fmla="*/ 129356 h 134672"/>
              <a:gd name="csX49" fmla="*/ 76203 w 120506"/>
              <a:gd name="csY49" fmla="*/ 134672 h 134672"/>
              <a:gd name="csX50" fmla="*/ 115198 w 120506"/>
              <a:gd name="csY50" fmla="*/ 134672 h 134672"/>
              <a:gd name="csX51" fmla="*/ 120506 w 120506"/>
              <a:gd name="csY51" fmla="*/ 129356 h 134672"/>
              <a:gd name="csX52" fmla="*/ 120506 w 120506"/>
              <a:gd name="csY52" fmla="*/ 69108 h 134672"/>
              <a:gd name="csX53" fmla="*/ 109873 w 120506"/>
              <a:gd name="csY53" fmla="*/ 54074 h 134672"/>
              <a:gd name="csX54" fmla="*/ 109873 w 120506"/>
              <a:gd name="csY54" fmla="*/ 33669 h 134672"/>
              <a:gd name="csX55" fmla="*/ 97470 w 120506"/>
              <a:gd name="csY55" fmla="*/ 21264 h 134672"/>
              <a:gd name="csX56" fmla="*/ 83298 w 120506"/>
              <a:gd name="csY56" fmla="*/ 21264 h 134672"/>
              <a:gd name="csX57" fmla="*/ 70895 w 120506"/>
              <a:gd name="csY57" fmla="*/ 33669 h 134672"/>
              <a:gd name="csX58" fmla="*/ 70895 w 120506"/>
              <a:gd name="csY58" fmla="*/ 42528 h 134672"/>
              <a:gd name="csX59" fmla="*/ 49628 w 120506"/>
              <a:gd name="csY59" fmla="*/ 42528 h 134672"/>
              <a:gd name="csX60" fmla="*/ 49628 w 120506"/>
              <a:gd name="csY60" fmla="*/ 33669 h 134672"/>
              <a:gd name="csX61" fmla="*/ 37209 w 120506"/>
              <a:gd name="csY61" fmla="*/ 21264 h 134672"/>
              <a:gd name="csX62" fmla="*/ 23036 w 120506"/>
              <a:gd name="csY62" fmla="*/ 21264 h 134672"/>
            </a:gdLst>
            <a:ahLst/>
            <a:cxnLst/>
            <a:rect l="l" t="t" r="r" b="b"/>
            <a:pathLst>
              <a:path w="100000" h="100000">
                <a:moveTo>
                  <a:pt x="19737" y="1"/>
                </a:moveTo>
                <a:cubicBezTo>
                  <a:pt x="19207" y="-7"/>
                  <a:pt x="18688" y="90"/>
                  <a:pt x="18209" y="284"/>
                </a:cubicBezTo>
                <a:cubicBezTo>
                  <a:pt x="17716" y="480"/>
                  <a:pt x="17274" y="770"/>
                  <a:pt x="16907" y="1138"/>
                </a:cubicBezTo>
                <a:cubicBezTo>
                  <a:pt x="16528" y="1505"/>
                  <a:pt x="16238" y="1942"/>
                  <a:pt x="16035" y="2424"/>
                </a:cubicBezTo>
                <a:cubicBezTo>
                  <a:pt x="15833" y="2907"/>
                  <a:pt x="15732" y="3425"/>
                  <a:pt x="15732" y="3948"/>
                </a:cubicBezTo>
                <a:cubicBezTo>
                  <a:pt x="15732" y="4471"/>
                  <a:pt x="15833" y="4988"/>
                  <a:pt x="16035" y="5473"/>
                </a:cubicBezTo>
                <a:cubicBezTo>
                  <a:pt x="16238" y="5955"/>
                  <a:pt x="16528" y="6392"/>
                  <a:pt x="16907" y="6759"/>
                </a:cubicBezTo>
                <a:cubicBezTo>
                  <a:pt x="17274" y="7127"/>
                  <a:pt x="17716" y="7417"/>
                  <a:pt x="18209" y="7611"/>
                </a:cubicBezTo>
                <a:cubicBezTo>
                  <a:pt x="18688" y="7806"/>
                  <a:pt x="19207" y="7903"/>
                  <a:pt x="19737" y="7895"/>
                </a:cubicBezTo>
                <a:lnTo>
                  <a:pt x="38156" y="7895"/>
                </a:lnTo>
                <a:cubicBezTo>
                  <a:pt x="38687" y="7903"/>
                  <a:pt x="39205" y="7806"/>
                  <a:pt x="39685" y="7611"/>
                </a:cubicBezTo>
                <a:cubicBezTo>
                  <a:pt x="40178" y="7417"/>
                  <a:pt x="40620" y="7127"/>
                  <a:pt x="40986" y="6759"/>
                </a:cubicBezTo>
                <a:cubicBezTo>
                  <a:pt x="41365" y="6392"/>
                  <a:pt x="41656" y="5955"/>
                  <a:pt x="41858" y="5473"/>
                </a:cubicBezTo>
                <a:cubicBezTo>
                  <a:pt x="42060" y="4988"/>
                  <a:pt x="42161" y="4471"/>
                  <a:pt x="42161" y="3948"/>
                </a:cubicBezTo>
                <a:cubicBezTo>
                  <a:pt x="42161" y="3425"/>
                  <a:pt x="42060" y="2907"/>
                  <a:pt x="41858" y="2424"/>
                </a:cubicBezTo>
                <a:cubicBezTo>
                  <a:pt x="41656" y="1942"/>
                  <a:pt x="41365" y="1505"/>
                  <a:pt x="40986" y="1138"/>
                </a:cubicBezTo>
                <a:cubicBezTo>
                  <a:pt x="40620" y="770"/>
                  <a:pt x="40178" y="480"/>
                  <a:pt x="39685" y="284"/>
                </a:cubicBezTo>
                <a:cubicBezTo>
                  <a:pt x="39205" y="90"/>
                  <a:pt x="38687" y="-7"/>
                  <a:pt x="38156" y="1"/>
                </a:cubicBezTo>
                <a:lnTo>
                  <a:pt x="19737" y="1"/>
                </a:lnTo>
                <a:close/>
                <a:moveTo>
                  <a:pt x="61844" y="1"/>
                </a:moveTo>
                <a:cubicBezTo>
                  <a:pt x="61325" y="-7"/>
                  <a:pt x="60808" y="90"/>
                  <a:pt x="60315" y="284"/>
                </a:cubicBezTo>
                <a:cubicBezTo>
                  <a:pt x="59835" y="480"/>
                  <a:pt x="59393" y="770"/>
                  <a:pt x="59014" y="1138"/>
                </a:cubicBezTo>
                <a:cubicBezTo>
                  <a:pt x="58648" y="1505"/>
                  <a:pt x="58344" y="1942"/>
                  <a:pt x="58142" y="2424"/>
                </a:cubicBezTo>
                <a:cubicBezTo>
                  <a:pt x="57940" y="2907"/>
                  <a:pt x="57839" y="3425"/>
                  <a:pt x="57839" y="3948"/>
                </a:cubicBezTo>
                <a:cubicBezTo>
                  <a:pt x="57839" y="4471"/>
                  <a:pt x="57940" y="4988"/>
                  <a:pt x="58142" y="5473"/>
                </a:cubicBezTo>
                <a:cubicBezTo>
                  <a:pt x="58344" y="5955"/>
                  <a:pt x="58648" y="6392"/>
                  <a:pt x="59014" y="6759"/>
                </a:cubicBezTo>
                <a:cubicBezTo>
                  <a:pt x="59393" y="7127"/>
                  <a:pt x="59835" y="7417"/>
                  <a:pt x="60315" y="7611"/>
                </a:cubicBezTo>
                <a:cubicBezTo>
                  <a:pt x="60808" y="7806"/>
                  <a:pt x="61325" y="7903"/>
                  <a:pt x="61844" y="7895"/>
                </a:cubicBezTo>
                <a:lnTo>
                  <a:pt x="80263" y="7895"/>
                </a:lnTo>
                <a:cubicBezTo>
                  <a:pt x="80793" y="7903"/>
                  <a:pt x="81312" y="7806"/>
                  <a:pt x="81791" y="7611"/>
                </a:cubicBezTo>
                <a:cubicBezTo>
                  <a:pt x="82284" y="7417"/>
                  <a:pt x="82726" y="7127"/>
                  <a:pt x="83093" y="6759"/>
                </a:cubicBezTo>
                <a:cubicBezTo>
                  <a:pt x="83472" y="6392"/>
                  <a:pt x="83762" y="5955"/>
                  <a:pt x="83965" y="5473"/>
                </a:cubicBezTo>
                <a:cubicBezTo>
                  <a:pt x="84167" y="4988"/>
                  <a:pt x="84268" y="4471"/>
                  <a:pt x="84268" y="3948"/>
                </a:cubicBezTo>
                <a:cubicBezTo>
                  <a:pt x="84268" y="3425"/>
                  <a:pt x="84167" y="2907"/>
                  <a:pt x="83965" y="2424"/>
                </a:cubicBezTo>
                <a:cubicBezTo>
                  <a:pt x="83762" y="1942"/>
                  <a:pt x="83472" y="1505"/>
                  <a:pt x="83093" y="1138"/>
                </a:cubicBezTo>
                <a:cubicBezTo>
                  <a:pt x="82726" y="770"/>
                  <a:pt x="82284" y="480"/>
                  <a:pt x="81791" y="284"/>
                </a:cubicBezTo>
                <a:cubicBezTo>
                  <a:pt x="81312" y="90"/>
                  <a:pt x="80793" y="-7"/>
                  <a:pt x="80263" y="1"/>
                </a:cubicBezTo>
                <a:lnTo>
                  <a:pt x="61844" y="1"/>
                </a:lnTo>
                <a:close/>
                <a:moveTo>
                  <a:pt x="22365" y="15789"/>
                </a:moveTo>
                <a:cubicBezTo>
                  <a:pt x="17286" y="15789"/>
                  <a:pt x="13155" y="19922"/>
                  <a:pt x="13155" y="25001"/>
                </a:cubicBezTo>
                <a:lnTo>
                  <a:pt x="13155" y="40152"/>
                </a:lnTo>
                <a:cubicBezTo>
                  <a:pt x="8557" y="41782"/>
                  <a:pt x="5259" y="46168"/>
                  <a:pt x="5259" y="51316"/>
                </a:cubicBezTo>
                <a:lnTo>
                  <a:pt x="5259" y="96053"/>
                </a:lnTo>
                <a:cubicBezTo>
                  <a:pt x="5259" y="98232"/>
                  <a:pt x="7028" y="100000"/>
                  <a:pt x="9201" y="100000"/>
                </a:cubicBezTo>
                <a:lnTo>
                  <a:pt x="38156" y="100000"/>
                </a:lnTo>
                <a:cubicBezTo>
                  <a:pt x="40342" y="100000"/>
                  <a:pt x="42110" y="98232"/>
                  <a:pt x="42110" y="96053"/>
                </a:cubicBezTo>
                <a:lnTo>
                  <a:pt x="42110" y="50001"/>
                </a:lnTo>
                <a:lnTo>
                  <a:pt x="57902" y="50001"/>
                </a:lnTo>
                <a:lnTo>
                  <a:pt x="57902" y="96053"/>
                </a:lnTo>
                <a:cubicBezTo>
                  <a:pt x="57902" y="98232"/>
                  <a:pt x="59671" y="100000"/>
                  <a:pt x="61844" y="100000"/>
                </a:cubicBezTo>
                <a:lnTo>
                  <a:pt x="90799" y="100000"/>
                </a:lnTo>
                <a:cubicBezTo>
                  <a:pt x="92972" y="100000"/>
                  <a:pt x="94741" y="98232"/>
                  <a:pt x="94741" y="96053"/>
                </a:cubicBezTo>
                <a:lnTo>
                  <a:pt x="94741" y="51316"/>
                </a:lnTo>
                <a:cubicBezTo>
                  <a:pt x="94741" y="46168"/>
                  <a:pt x="91443" y="41782"/>
                  <a:pt x="86845" y="40152"/>
                </a:cubicBezTo>
                <a:lnTo>
                  <a:pt x="86845" y="25001"/>
                </a:lnTo>
                <a:cubicBezTo>
                  <a:pt x="86845" y="19922"/>
                  <a:pt x="82714" y="15789"/>
                  <a:pt x="77635" y="15789"/>
                </a:cubicBezTo>
                <a:lnTo>
                  <a:pt x="67112" y="15789"/>
                </a:lnTo>
                <a:cubicBezTo>
                  <a:pt x="62033" y="15789"/>
                  <a:pt x="57902" y="19922"/>
                  <a:pt x="57902" y="25001"/>
                </a:cubicBezTo>
                <a:lnTo>
                  <a:pt x="57902" y="31579"/>
                </a:lnTo>
                <a:lnTo>
                  <a:pt x="42110" y="31579"/>
                </a:lnTo>
                <a:lnTo>
                  <a:pt x="42110" y="25001"/>
                </a:lnTo>
                <a:cubicBezTo>
                  <a:pt x="42110" y="19922"/>
                  <a:pt x="37980" y="15789"/>
                  <a:pt x="32889" y="15789"/>
                </a:cubicBezTo>
                <a:lnTo>
                  <a:pt x="22365" y="1578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1" name="Чёрный — SVG 12">
            <a:extLst>
              <a:ext uri="{FF2B5EF4-FFF2-40B4-BE49-F238E27FC236}">
                <a16:creationId xmlns:a16="http://schemas.microsoft.com/office/drawing/2014/main" id="{D6F8501D-AA69-1E43-819A-EC1065C09826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120421 w 134695"/>
              <a:gd name="csY0" fmla="*/ 1 h 120648"/>
              <a:gd name="csX1" fmla="*/ 116695 w 134695"/>
              <a:gd name="csY1" fmla="*/ 1615 h 120648"/>
              <a:gd name="csX2" fmla="*/ 115198 w 134695"/>
              <a:gd name="csY2" fmla="*/ 5393 h 120648"/>
              <a:gd name="csX3" fmla="*/ 115198 w 134695"/>
              <a:gd name="csY3" fmla="*/ 10709 h 120648"/>
              <a:gd name="csX4" fmla="*/ 111642 w 134695"/>
              <a:gd name="csY4" fmla="*/ 10709 h 120648"/>
              <a:gd name="csX5" fmla="*/ 106334 w 134695"/>
              <a:gd name="csY5" fmla="*/ 16025 h 120648"/>
              <a:gd name="csX6" fmla="*/ 106334 w 134695"/>
              <a:gd name="csY6" fmla="*/ 47921 h 120648"/>
              <a:gd name="csX7" fmla="*/ 111642 w 134695"/>
              <a:gd name="csY7" fmla="*/ 53237 h 120648"/>
              <a:gd name="csX8" fmla="*/ 115198 w 134695"/>
              <a:gd name="csY8" fmla="*/ 53237 h 120648"/>
              <a:gd name="csX9" fmla="*/ 115198 w 134695"/>
              <a:gd name="csY9" fmla="*/ 58553 h 120648"/>
              <a:gd name="csX10" fmla="*/ 115572 w 134695"/>
              <a:gd name="csY10" fmla="*/ 60611 h 120648"/>
              <a:gd name="csX11" fmla="*/ 116729 w 134695"/>
              <a:gd name="csY11" fmla="*/ 62362 h 120648"/>
              <a:gd name="csX12" fmla="*/ 118464 w 134695"/>
              <a:gd name="csY12" fmla="*/ 63534 h 120648"/>
              <a:gd name="csX13" fmla="*/ 120506 w 134695"/>
              <a:gd name="csY13" fmla="*/ 63945 h 120648"/>
              <a:gd name="csX14" fmla="*/ 122565 w 134695"/>
              <a:gd name="csY14" fmla="*/ 63534 h 120648"/>
              <a:gd name="csX15" fmla="*/ 124300 w 134695"/>
              <a:gd name="csY15" fmla="*/ 62362 h 120648"/>
              <a:gd name="csX16" fmla="*/ 125440 w 134695"/>
              <a:gd name="csY16" fmla="*/ 60611 h 120648"/>
              <a:gd name="csX17" fmla="*/ 125831 w 134695"/>
              <a:gd name="csY17" fmla="*/ 58553 h 120648"/>
              <a:gd name="csX18" fmla="*/ 125831 w 134695"/>
              <a:gd name="csY18" fmla="*/ 53237 h 120648"/>
              <a:gd name="csX19" fmla="*/ 129370 w 134695"/>
              <a:gd name="csY19" fmla="*/ 53237 h 120648"/>
              <a:gd name="csX20" fmla="*/ 134695 w 134695"/>
              <a:gd name="csY20" fmla="*/ 47921 h 120648"/>
              <a:gd name="csX21" fmla="*/ 134695 w 134695"/>
              <a:gd name="csY21" fmla="*/ 16025 h 120648"/>
              <a:gd name="csX22" fmla="*/ 129370 w 134695"/>
              <a:gd name="csY22" fmla="*/ 10709 h 120648"/>
              <a:gd name="csX23" fmla="*/ 125831 w 134695"/>
              <a:gd name="csY23" fmla="*/ 10709 h 120648"/>
              <a:gd name="csX24" fmla="*/ 125831 w 134695"/>
              <a:gd name="csY24" fmla="*/ 5393 h 120648"/>
              <a:gd name="csX25" fmla="*/ 125440 w 134695"/>
              <a:gd name="csY25" fmla="*/ 3316 h 120648"/>
              <a:gd name="csX26" fmla="*/ 124266 w 134695"/>
              <a:gd name="csY26" fmla="*/ 1555 h 120648"/>
              <a:gd name="csX27" fmla="*/ 122514 w 134695"/>
              <a:gd name="csY27" fmla="*/ 388 h 120648"/>
              <a:gd name="csX28" fmla="*/ 120421 w 134695"/>
              <a:gd name="csY28" fmla="*/ 1 h 120648"/>
              <a:gd name="csX29" fmla="*/ 49543 w 134695"/>
              <a:gd name="csY29" fmla="*/ 21264 h 120648"/>
              <a:gd name="csX30" fmla="*/ 45800 w 134695"/>
              <a:gd name="csY30" fmla="*/ 22879 h 120648"/>
              <a:gd name="csX31" fmla="*/ 44303 w 134695"/>
              <a:gd name="csY31" fmla="*/ 26657 h 120648"/>
              <a:gd name="csX32" fmla="*/ 44303 w 134695"/>
              <a:gd name="csY32" fmla="*/ 31973 h 120648"/>
              <a:gd name="csX33" fmla="*/ 40764 w 134695"/>
              <a:gd name="csY33" fmla="*/ 31973 h 120648"/>
              <a:gd name="csX34" fmla="*/ 35439 w 134695"/>
              <a:gd name="csY34" fmla="*/ 37289 h 120648"/>
              <a:gd name="csX35" fmla="*/ 35439 w 134695"/>
              <a:gd name="csY35" fmla="*/ 69185 h 120648"/>
              <a:gd name="csX36" fmla="*/ 40764 w 134695"/>
              <a:gd name="csY36" fmla="*/ 74501 h 120648"/>
              <a:gd name="csX37" fmla="*/ 44303 w 134695"/>
              <a:gd name="csY37" fmla="*/ 74501 h 120648"/>
              <a:gd name="csX38" fmla="*/ 44303 w 134695"/>
              <a:gd name="csY38" fmla="*/ 79817 h 120648"/>
              <a:gd name="csX39" fmla="*/ 44694 w 134695"/>
              <a:gd name="csY39" fmla="*/ 81875 h 120648"/>
              <a:gd name="csX40" fmla="*/ 45834 w 134695"/>
              <a:gd name="csY40" fmla="*/ 83625 h 120648"/>
              <a:gd name="csX41" fmla="*/ 47569 w 134695"/>
              <a:gd name="csY41" fmla="*/ 84798 h 120648"/>
              <a:gd name="csX42" fmla="*/ 49628 w 134695"/>
              <a:gd name="csY42" fmla="*/ 85209 h 120648"/>
              <a:gd name="csX43" fmla="*/ 51670 w 134695"/>
              <a:gd name="csY43" fmla="*/ 84798 h 120648"/>
              <a:gd name="csX44" fmla="*/ 53405 w 134695"/>
              <a:gd name="csY44" fmla="*/ 83625 h 120648"/>
              <a:gd name="csX45" fmla="*/ 54562 w 134695"/>
              <a:gd name="csY45" fmla="*/ 81875 h 120648"/>
              <a:gd name="csX46" fmla="*/ 54936 w 134695"/>
              <a:gd name="csY46" fmla="*/ 79817 h 120648"/>
              <a:gd name="csX47" fmla="*/ 54936 w 134695"/>
              <a:gd name="csY47" fmla="*/ 74501 h 120648"/>
              <a:gd name="csX48" fmla="*/ 58475 w 134695"/>
              <a:gd name="csY48" fmla="*/ 74501 h 120648"/>
              <a:gd name="csX49" fmla="*/ 63800 w 134695"/>
              <a:gd name="csY49" fmla="*/ 69185 h 120648"/>
              <a:gd name="csX50" fmla="*/ 63800 w 134695"/>
              <a:gd name="csY50" fmla="*/ 37289 h 120648"/>
              <a:gd name="csX51" fmla="*/ 58475 w 134695"/>
              <a:gd name="csY51" fmla="*/ 31973 h 120648"/>
              <a:gd name="csX52" fmla="*/ 54936 w 134695"/>
              <a:gd name="csY52" fmla="*/ 31973 h 120648"/>
              <a:gd name="csX53" fmla="*/ 54936 w 134695"/>
              <a:gd name="csY53" fmla="*/ 26657 h 120648"/>
              <a:gd name="csX54" fmla="*/ 54545 w 134695"/>
              <a:gd name="csY54" fmla="*/ 24580 h 120648"/>
              <a:gd name="csX55" fmla="*/ 53388 w 134695"/>
              <a:gd name="csY55" fmla="*/ 22819 h 120648"/>
              <a:gd name="csX56" fmla="*/ 51619 w 134695"/>
              <a:gd name="csY56" fmla="*/ 21652 h 120648"/>
              <a:gd name="csX57" fmla="*/ 49543 w 134695"/>
              <a:gd name="csY57" fmla="*/ 21264 h 120648"/>
              <a:gd name="csX58" fmla="*/ 84982 w 134695"/>
              <a:gd name="csY58" fmla="*/ 28353 h 120648"/>
              <a:gd name="csX59" fmla="*/ 81256 w 134695"/>
              <a:gd name="csY59" fmla="*/ 29966 h 120648"/>
              <a:gd name="csX60" fmla="*/ 79742 w 134695"/>
              <a:gd name="csY60" fmla="*/ 33745 h 120648"/>
              <a:gd name="csX61" fmla="*/ 79742 w 134695"/>
              <a:gd name="csY61" fmla="*/ 39061 h 120648"/>
              <a:gd name="csX62" fmla="*/ 76203 w 134695"/>
              <a:gd name="csY62" fmla="*/ 39061 h 120648"/>
              <a:gd name="csX63" fmla="*/ 70895 w 134695"/>
              <a:gd name="csY63" fmla="*/ 44377 h 120648"/>
              <a:gd name="csX64" fmla="*/ 70895 w 134695"/>
              <a:gd name="csY64" fmla="*/ 76273 h 120648"/>
              <a:gd name="csX65" fmla="*/ 76203 w 134695"/>
              <a:gd name="csY65" fmla="*/ 81589 h 120648"/>
              <a:gd name="csX66" fmla="*/ 79742 w 134695"/>
              <a:gd name="csY66" fmla="*/ 81589 h 120648"/>
              <a:gd name="csX67" fmla="*/ 79742 w 134695"/>
              <a:gd name="csY67" fmla="*/ 86905 h 120648"/>
              <a:gd name="csX68" fmla="*/ 80133 w 134695"/>
              <a:gd name="csY68" fmla="*/ 88962 h 120648"/>
              <a:gd name="csX69" fmla="*/ 81273 w 134695"/>
              <a:gd name="csY69" fmla="*/ 90712 h 120648"/>
              <a:gd name="csX70" fmla="*/ 83008 w 134695"/>
              <a:gd name="csY70" fmla="*/ 91884 h 120648"/>
              <a:gd name="csX71" fmla="*/ 85067 w 134695"/>
              <a:gd name="csY71" fmla="*/ 92296 h 120648"/>
              <a:gd name="csX72" fmla="*/ 87126 w 134695"/>
              <a:gd name="csY72" fmla="*/ 91884 h 120648"/>
              <a:gd name="csX73" fmla="*/ 88861 w 134695"/>
              <a:gd name="csY73" fmla="*/ 90712 h 120648"/>
              <a:gd name="csX74" fmla="*/ 90001 w 134695"/>
              <a:gd name="csY74" fmla="*/ 88962 h 120648"/>
              <a:gd name="csX75" fmla="*/ 90375 w 134695"/>
              <a:gd name="csY75" fmla="*/ 86905 h 120648"/>
              <a:gd name="csX76" fmla="*/ 90375 w 134695"/>
              <a:gd name="csY76" fmla="*/ 81589 h 120648"/>
              <a:gd name="csX77" fmla="*/ 93931 w 134695"/>
              <a:gd name="csY77" fmla="*/ 81589 h 120648"/>
              <a:gd name="csX78" fmla="*/ 99239 w 134695"/>
              <a:gd name="csY78" fmla="*/ 76273 h 120648"/>
              <a:gd name="csX79" fmla="*/ 99239 w 134695"/>
              <a:gd name="csY79" fmla="*/ 44377 h 120648"/>
              <a:gd name="csX80" fmla="*/ 93931 w 134695"/>
              <a:gd name="csY80" fmla="*/ 39061 h 120648"/>
              <a:gd name="csX81" fmla="*/ 90375 w 134695"/>
              <a:gd name="csY81" fmla="*/ 39061 h 120648"/>
              <a:gd name="csX82" fmla="*/ 90375 w 134695"/>
              <a:gd name="csY82" fmla="*/ 33745 h 120648"/>
              <a:gd name="csX83" fmla="*/ 90001 w 134695"/>
              <a:gd name="csY83" fmla="*/ 31668 h 120648"/>
              <a:gd name="csX84" fmla="*/ 88827 w 134695"/>
              <a:gd name="csY84" fmla="*/ 29908 h 120648"/>
              <a:gd name="csX85" fmla="*/ 87057 w 134695"/>
              <a:gd name="csY85" fmla="*/ 28741 h 120648"/>
              <a:gd name="csX86" fmla="*/ 84982 w 134695"/>
              <a:gd name="csY86" fmla="*/ 28353 h 120648"/>
              <a:gd name="csX87" fmla="*/ 14087 w 134695"/>
              <a:gd name="csY87" fmla="*/ 56705 h 120648"/>
              <a:gd name="csX88" fmla="*/ 10361 w 134695"/>
              <a:gd name="csY88" fmla="*/ 58318 h 120648"/>
              <a:gd name="csX89" fmla="*/ 8864 w 134695"/>
              <a:gd name="csY89" fmla="*/ 62096 h 120648"/>
              <a:gd name="csX90" fmla="*/ 8864 w 134695"/>
              <a:gd name="csY90" fmla="*/ 67412 h 120648"/>
              <a:gd name="csX91" fmla="*/ 5308 w 134695"/>
              <a:gd name="csY91" fmla="*/ 67412 h 120648"/>
              <a:gd name="csX92" fmla="*/ 0 w 134695"/>
              <a:gd name="csY92" fmla="*/ 72728 h 120648"/>
              <a:gd name="csX93" fmla="*/ 0 w 134695"/>
              <a:gd name="csY93" fmla="*/ 104624 h 120648"/>
              <a:gd name="csX94" fmla="*/ 5308 w 134695"/>
              <a:gd name="csY94" fmla="*/ 109940 h 120648"/>
              <a:gd name="csX95" fmla="*/ 8864 w 134695"/>
              <a:gd name="csY95" fmla="*/ 109940 h 120648"/>
              <a:gd name="csX96" fmla="*/ 8864 w 134695"/>
              <a:gd name="csY96" fmla="*/ 115256 h 120648"/>
              <a:gd name="csX97" fmla="*/ 9238 w 134695"/>
              <a:gd name="csY97" fmla="*/ 117314 h 120648"/>
              <a:gd name="csX98" fmla="*/ 10395 w 134695"/>
              <a:gd name="csY98" fmla="*/ 119065 h 120648"/>
              <a:gd name="csX99" fmla="*/ 12130 w 134695"/>
              <a:gd name="csY99" fmla="*/ 120237 h 120648"/>
              <a:gd name="csX100" fmla="*/ 14172 w 134695"/>
              <a:gd name="csY100" fmla="*/ 120648 h 120648"/>
              <a:gd name="csX101" fmla="*/ 16231 w 134695"/>
              <a:gd name="csY101" fmla="*/ 120237 h 120648"/>
              <a:gd name="csX102" fmla="*/ 17966 w 134695"/>
              <a:gd name="csY102" fmla="*/ 119065 h 120648"/>
              <a:gd name="csX103" fmla="*/ 19106 w 134695"/>
              <a:gd name="csY103" fmla="*/ 117314 h 120648"/>
              <a:gd name="csX104" fmla="*/ 19497 w 134695"/>
              <a:gd name="csY104" fmla="*/ 115256 h 120648"/>
              <a:gd name="csX105" fmla="*/ 19497 w 134695"/>
              <a:gd name="csY105" fmla="*/ 109940 h 120648"/>
              <a:gd name="csX106" fmla="*/ 23036 w 134695"/>
              <a:gd name="csY106" fmla="*/ 109940 h 120648"/>
              <a:gd name="csX107" fmla="*/ 28361 w 134695"/>
              <a:gd name="csY107" fmla="*/ 104624 h 120648"/>
              <a:gd name="csX108" fmla="*/ 28361 w 134695"/>
              <a:gd name="csY108" fmla="*/ 72728 h 120648"/>
              <a:gd name="csX109" fmla="*/ 23036 w 134695"/>
              <a:gd name="csY109" fmla="*/ 67412 h 120648"/>
              <a:gd name="csX110" fmla="*/ 19497 w 134695"/>
              <a:gd name="csY110" fmla="*/ 67412 h 120648"/>
              <a:gd name="csX111" fmla="*/ 19497 w 134695"/>
              <a:gd name="csY111" fmla="*/ 62096 h 120648"/>
              <a:gd name="csX112" fmla="*/ 19106 w 134695"/>
              <a:gd name="csY112" fmla="*/ 60019 h 120648"/>
              <a:gd name="csX113" fmla="*/ 17932 w 134695"/>
              <a:gd name="csY113" fmla="*/ 58258 h 120648"/>
              <a:gd name="csX114" fmla="*/ 16180 w 134695"/>
              <a:gd name="csY114" fmla="*/ 57093 h 120648"/>
              <a:gd name="csX115" fmla="*/ 14087 w 134695"/>
              <a:gd name="csY115" fmla="*/ 56705 h 120648"/>
            </a:gdLst>
            <a:ahLst/>
            <a:cxnLst/>
            <a:rect l="l" t="t" r="r" b="b"/>
            <a:pathLst>
              <a:path w="100000" h="100000">
                <a:moveTo>
                  <a:pt x="89403" y="5215"/>
                </a:moveTo>
                <a:cubicBezTo>
                  <a:pt x="88367" y="5231"/>
                  <a:pt x="87369" y="5662"/>
                  <a:pt x="86636" y="6413"/>
                </a:cubicBezTo>
                <a:cubicBezTo>
                  <a:pt x="85904" y="7163"/>
                  <a:pt x="85512" y="8173"/>
                  <a:pt x="85525" y="9218"/>
                </a:cubicBezTo>
                <a:lnTo>
                  <a:pt x="85525" y="13165"/>
                </a:lnTo>
                <a:lnTo>
                  <a:pt x="82885" y="13165"/>
                </a:lnTo>
                <a:cubicBezTo>
                  <a:pt x="80713" y="13165"/>
                  <a:pt x="78944" y="14930"/>
                  <a:pt x="78944" y="17112"/>
                </a:cubicBezTo>
                <a:lnTo>
                  <a:pt x="78944" y="40792"/>
                </a:lnTo>
                <a:cubicBezTo>
                  <a:pt x="78944" y="42973"/>
                  <a:pt x="80713" y="44738"/>
                  <a:pt x="82885" y="44738"/>
                </a:cubicBezTo>
                <a:lnTo>
                  <a:pt x="85525" y="44738"/>
                </a:lnTo>
                <a:lnTo>
                  <a:pt x="85525" y="48685"/>
                </a:lnTo>
                <a:cubicBezTo>
                  <a:pt x="85512" y="49208"/>
                  <a:pt x="85613" y="49727"/>
                  <a:pt x="85803" y="50213"/>
                </a:cubicBezTo>
                <a:cubicBezTo>
                  <a:pt x="86005" y="50698"/>
                  <a:pt x="86296" y="51140"/>
                  <a:pt x="86662" y="51513"/>
                </a:cubicBezTo>
                <a:cubicBezTo>
                  <a:pt x="87028" y="51884"/>
                  <a:pt x="87470" y="52180"/>
                  <a:pt x="87950" y="52383"/>
                </a:cubicBezTo>
                <a:cubicBezTo>
                  <a:pt x="88430" y="52584"/>
                  <a:pt x="88948" y="52688"/>
                  <a:pt x="89466" y="52688"/>
                </a:cubicBezTo>
                <a:cubicBezTo>
                  <a:pt x="89997" y="52688"/>
                  <a:pt x="90514" y="52584"/>
                  <a:pt x="90994" y="52383"/>
                </a:cubicBezTo>
                <a:cubicBezTo>
                  <a:pt x="91474" y="52180"/>
                  <a:pt x="91917" y="51884"/>
                  <a:pt x="92283" y="51513"/>
                </a:cubicBezTo>
                <a:cubicBezTo>
                  <a:pt x="92649" y="51140"/>
                  <a:pt x="92940" y="50698"/>
                  <a:pt x="93129" y="50213"/>
                </a:cubicBezTo>
                <a:cubicBezTo>
                  <a:pt x="93331" y="49727"/>
                  <a:pt x="93419" y="49208"/>
                  <a:pt x="93419" y="48685"/>
                </a:cubicBezTo>
                <a:lnTo>
                  <a:pt x="93419" y="44738"/>
                </a:lnTo>
                <a:lnTo>
                  <a:pt x="96047" y="44738"/>
                </a:lnTo>
                <a:cubicBezTo>
                  <a:pt x="98232" y="44738"/>
                  <a:pt x="100000" y="42973"/>
                  <a:pt x="100000" y="40792"/>
                </a:cubicBezTo>
                <a:lnTo>
                  <a:pt x="100000" y="17112"/>
                </a:lnTo>
                <a:cubicBezTo>
                  <a:pt x="100000" y="14930"/>
                  <a:pt x="98232" y="13165"/>
                  <a:pt x="96047" y="13165"/>
                </a:cubicBezTo>
                <a:lnTo>
                  <a:pt x="93419" y="13165"/>
                </a:lnTo>
                <a:lnTo>
                  <a:pt x="93419" y="9218"/>
                </a:lnTo>
                <a:cubicBezTo>
                  <a:pt x="93419" y="8690"/>
                  <a:pt x="93331" y="8166"/>
                  <a:pt x="93129" y="7676"/>
                </a:cubicBezTo>
                <a:cubicBezTo>
                  <a:pt x="92927" y="7188"/>
                  <a:pt x="92636" y="6743"/>
                  <a:pt x="92257" y="6369"/>
                </a:cubicBezTo>
                <a:cubicBezTo>
                  <a:pt x="91891" y="5995"/>
                  <a:pt x="91436" y="5701"/>
                  <a:pt x="90957" y="5502"/>
                </a:cubicBezTo>
                <a:cubicBezTo>
                  <a:pt x="90464" y="5304"/>
                  <a:pt x="89933" y="5207"/>
                  <a:pt x="89403" y="5215"/>
                </a:cubicBezTo>
                <a:close/>
                <a:moveTo>
                  <a:pt x="36782" y="21001"/>
                </a:moveTo>
                <a:cubicBezTo>
                  <a:pt x="35733" y="21018"/>
                  <a:pt x="34736" y="21449"/>
                  <a:pt x="34003" y="22200"/>
                </a:cubicBezTo>
                <a:cubicBezTo>
                  <a:pt x="33283" y="22950"/>
                  <a:pt x="32879" y="23959"/>
                  <a:pt x="32891" y="25005"/>
                </a:cubicBezTo>
                <a:lnTo>
                  <a:pt x="32891" y="28952"/>
                </a:lnTo>
                <a:lnTo>
                  <a:pt x="30264" y="28952"/>
                </a:lnTo>
                <a:cubicBezTo>
                  <a:pt x="28079" y="28952"/>
                  <a:pt x="26311" y="30717"/>
                  <a:pt x="26311" y="32898"/>
                </a:cubicBezTo>
                <a:lnTo>
                  <a:pt x="26311" y="56579"/>
                </a:lnTo>
                <a:cubicBezTo>
                  <a:pt x="26311" y="58760"/>
                  <a:pt x="28079" y="60525"/>
                  <a:pt x="30264" y="60525"/>
                </a:cubicBezTo>
                <a:lnTo>
                  <a:pt x="32891" y="60525"/>
                </a:lnTo>
                <a:lnTo>
                  <a:pt x="32891" y="64472"/>
                </a:lnTo>
                <a:cubicBezTo>
                  <a:pt x="32891" y="64995"/>
                  <a:pt x="32980" y="65514"/>
                  <a:pt x="33182" y="66000"/>
                </a:cubicBezTo>
                <a:cubicBezTo>
                  <a:pt x="33371" y="66485"/>
                  <a:pt x="33662" y="66927"/>
                  <a:pt x="34028" y="67299"/>
                </a:cubicBezTo>
                <a:cubicBezTo>
                  <a:pt x="34394" y="67671"/>
                  <a:pt x="34836" y="67967"/>
                  <a:pt x="35316" y="68170"/>
                </a:cubicBezTo>
                <a:cubicBezTo>
                  <a:pt x="35796" y="68370"/>
                  <a:pt x="36315" y="68475"/>
                  <a:pt x="36845" y="68475"/>
                </a:cubicBezTo>
                <a:cubicBezTo>
                  <a:pt x="37363" y="68475"/>
                  <a:pt x="37880" y="68370"/>
                  <a:pt x="38361" y="68170"/>
                </a:cubicBezTo>
                <a:cubicBezTo>
                  <a:pt x="38840" y="67967"/>
                  <a:pt x="39283" y="67671"/>
                  <a:pt x="39649" y="67299"/>
                </a:cubicBezTo>
                <a:cubicBezTo>
                  <a:pt x="40015" y="66927"/>
                  <a:pt x="40306" y="66485"/>
                  <a:pt x="40508" y="66000"/>
                </a:cubicBezTo>
                <a:cubicBezTo>
                  <a:pt x="40697" y="65514"/>
                  <a:pt x="40798" y="64995"/>
                  <a:pt x="40785" y="64472"/>
                </a:cubicBezTo>
                <a:lnTo>
                  <a:pt x="40785" y="60525"/>
                </a:lnTo>
                <a:lnTo>
                  <a:pt x="43413" y="60525"/>
                </a:lnTo>
                <a:cubicBezTo>
                  <a:pt x="45599" y="60525"/>
                  <a:pt x="47366" y="58760"/>
                  <a:pt x="47366" y="56579"/>
                </a:cubicBezTo>
                <a:lnTo>
                  <a:pt x="47366" y="32898"/>
                </a:lnTo>
                <a:cubicBezTo>
                  <a:pt x="47366" y="30717"/>
                  <a:pt x="45599" y="28952"/>
                  <a:pt x="43413" y="28952"/>
                </a:cubicBezTo>
                <a:lnTo>
                  <a:pt x="40785" y="28952"/>
                </a:lnTo>
                <a:lnTo>
                  <a:pt x="40785" y="25005"/>
                </a:lnTo>
                <a:cubicBezTo>
                  <a:pt x="40798" y="24477"/>
                  <a:pt x="40697" y="23953"/>
                  <a:pt x="40495" y="23463"/>
                </a:cubicBezTo>
                <a:cubicBezTo>
                  <a:pt x="40293" y="22974"/>
                  <a:pt x="40002" y="22530"/>
                  <a:pt x="39636" y="22156"/>
                </a:cubicBezTo>
                <a:cubicBezTo>
                  <a:pt x="39258" y="21782"/>
                  <a:pt x="38815" y="21487"/>
                  <a:pt x="38323" y="21289"/>
                </a:cubicBezTo>
                <a:cubicBezTo>
                  <a:pt x="37830" y="21091"/>
                  <a:pt x="37312" y="20994"/>
                  <a:pt x="36782" y="21001"/>
                </a:cubicBezTo>
                <a:close/>
                <a:moveTo>
                  <a:pt x="63092" y="26264"/>
                </a:moveTo>
                <a:cubicBezTo>
                  <a:pt x="62044" y="26280"/>
                  <a:pt x="61046" y="26711"/>
                  <a:pt x="60326" y="27462"/>
                </a:cubicBezTo>
                <a:cubicBezTo>
                  <a:pt x="59593" y="28213"/>
                  <a:pt x="59189" y="29222"/>
                  <a:pt x="59202" y="30267"/>
                </a:cubicBezTo>
                <a:lnTo>
                  <a:pt x="59202" y="34214"/>
                </a:lnTo>
                <a:lnTo>
                  <a:pt x="56574" y="34214"/>
                </a:lnTo>
                <a:cubicBezTo>
                  <a:pt x="54402" y="34214"/>
                  <a:pt x="52634" y="35980"/>
                  <a:pt x="52634" y="38161"/>
                </a:cubicBezTo>
                <a:lnTo>
                  <a:pt x="52634" y="61841"/>
                </a:lnTo>
                <a:cubicBezTo>
                  <a:pt x="52634" y="64022"/>
                  <a:pt x="54402" y="65788"/>
                  <a:pt x="56574" y="65788"/>
                </a:cubicBezTo>
                <a:lnTo>
                  <a:pt x="59202" y="65788"/>
                </a:lnTo>
                <a:lnTo>
                  <a:pt x="59202" y="69734"/>
                </a:lnTo>
                <a:cubicBezTo>
                  <a:pt x="59202" y="70257"/>
                  <a:pt x="59303" y="70777"/>
                  <a:pt x="59492" y="71261"/>
                </a:cubicBezTo>
                <a:cubicBezTo>
                  <a:pt x="59682" y="71748"/>
                  <a:pt x="59973" y="72188"/>
                  <a:pt x="60339" y="72561"/>
                </a:cubicBezTo>
                <a:cubicBezTo>
                  <a:pt x="60718" y="72933"/>
                  <a:pt x="61147" y="73229"/>
                  <a:pt x="61627" y="73431"/>
                </a:cubicBezTo>
                <a:cubicBezTo>
                  <a:pt x="62120" y="73633"/>
                  <a:pt x="62638" y="73737"/>
                  <a:pt x="63155" y="73737"/>
                </a:cubicBezTo>
                <a:cubicBezTo>
                  <a:pt x="63673" y="73737"/>
                  <a:pt x="64191" y="73633"/>
                  <a:pt x="64684" y="73431"/>
                </a:cubicBezTo>
                <a:cubicBezTo>
                  <a:pt x="65164" y="73229"/>
                  <a:pt x="65593" y="72933"/>
                  <a:pt x="65972" y="72561"/>
                </a:cubicBezTo>
                <a:cubicBezTo>
                  <a:pt x="66338" y="72188"/>
                  <a:pt x="66629" y="71748"/>
                  <a:pt x="66818" y="71261"/>
                </a:cubicBezTo>
                <a:cubicBezTo>
                  <a:pt x="67008" y="70777"/>
                  <a:pt x="67109" y="70257"/>
                  <a:pt x="67096" y="69734"/>
                </a:cubicBezTo>
                <a:lnTo>
                  <a:pt x="67096" y="65788"/>
                </a:lnTo>
                <a:lnTo>
                  <a:pt x="69736" y="65788"/>
                </a:lnTo>
                <a:cubicBezTo>
                  <a:pt x="71908" y="65788"/>
                  <a:pt x="73677" y="64022"/>
                  <a:pt x="73677" y="61841"/>
                </a:cubicBezTo>
                <a:lnTo>
                  <a:pt x="73677" y="38161"/>
                </a:lnTo>
                <a:cubicBezTo>
                  <a:pt x="73677" y="35980"/>
                  <a:pt x="71908" y="34214"/>
                  <a:pt x="69736" y="34214"/>
                </a:cubicBezTo>
                <a:lnTo>
                  <a:pt x="67096" y="34214"/>
                </a:lnTo>
                <a:lnTo>
                  <a:pt x="67096" y="30267"/>
                </a:lnTo>
                <a:cubicBezTo>
                  <a:pt x="67109" y="29739"/>
                  <a:pt x="67008" y="29215"/>
                  <a:pt x="66818" y="28725"/>
                </a:cubicBezTo>
                <a:cubicBezTo>
                  <a:pt x="66616" y="28235"/>
                  <a:pt x="66313" y="27791"/>
                  <a:pt x="65947" y="27419"/>
                </a:cubicBezTo>
                <a:cubicBezTo>
                  <a:pt x="65567" y="27044"/>
                  <a:pt x="65126" y="26750"/>
                  <a:pt x="64633" y="26552"/>
                </a:cubicBezTo>
                <a:cubicBezTo>
                  <a:pt x="64140" y="26354"/>
                  <a:pt x="63623" y="26257"/>
                  <a:pt x="63092" y="26264"/>
                </a:cubicBezTo>
                <a:close/>
                <a:moveTo>
                  <a:pt x="10458" y="47313"/>
                </a:moveTo>
                <a:cubicBezTo>
                  <a:pt x="9423" y="47330"/>
                  <a:pt x="8425" y="47761"/>
                  <a:pt x="7692" y="48511"/>
                </a:cubicBezTo>
                <a:cubicBezTo>
                  <a:pt x="6959" y="49261"/>
                  <a:pt x="6568" y="50270"/>
                  <a:pt x="6581" y="51316"/>
                </a:cubicBezTo>
                <a:lnTo>
                  <a:pt x="6581" y="55262"/>
                </a:lnTo>
                <a:lnTo>
                  <a:pt x="3941" y="55262"/>
                </a:lnTo>
                <a:cubicBezTo>
                  <a:pt x="1768" y="55262"/>
                  <a:pt x="0" y="57028"/>
                  <a:pt x="0" y="59209"/>
                </a:cubicBezTo>
                <a:lnTo>
                  <a:pt x="0" y="82889"/>
                </a:lnTo>
                <a:cubicBezTo>
                  <a:pt x="0" y="85071"/>
                  <a:pt x="1768" y="86836"/>
                  <a:pt x="3941" y="86836"/>
                </a:cubicBezTo>
                <a:lnTo>
                  <a:pt x="6581" y="86836"/>
                </a:lnTo>
                <a:lnTo>
                  <a:pt x="6581" y="90783"/>
                </a:lnTo>
                <a:cubicBezTo>
                  <a:pt x="6568" y="91307"/>
                  <a:pt x="6669" y="91826"/>
                  <a:pt x="6858" y="92310"/>
                </a:cubicBezTo>
                <a:cubicBezTo>
                  <a:pt x="7061" y="92795"/>
                  <a:pt x="7351" y="93238"/>
                  <a:pt x="7717" y="93610"/>
                </a:cubicBezTo>
                <a:cubicBezTo>
                  <a:pt x="8083" y="93983"/>
                  <a:pt x="8526" y="94279"/>
                  <a:pt x="9006" y="94480"/>
                </a:cubicBezTo>
                <a:cubicBezTo>
                  <a:pt x="9486" y="94682"/>
                  <a:pt x="10003" y="94786"/>
                  <a:pt x="10522" y="94786"/>
                </a:cubicBezTo>
                <a:cubicBezTo>
                  <a:pt x="11052" y="94786"/>
                  <a:pt x="11570" y="94682"/>
                  <a:pt x="12050" y="94480"/>
                </a:cubicBezTo>
                <a:cubicBezTo>
                  <a:pt x="12530" y="94279"/>
                  <a:pt x="12972" y="93983"/>
                  <a:pt x="13338" y="93610"/>
                </a:cubicBezTo>
                <a:cubicBezTo>
                  <a:pt x="13705" y="93238"/>
                  <a:pt x="13995" y="92795"/>
                  <a:pt x="14185" y="92310"/>
                </a:cubicBezTo>
                <a:cubicBezTo>
                  <a:pt x="14387" y="91826"/>
                  <a:pt x="14475" y="91307"/>
                  <a:pt x="14475" y="90783"/>
                </a:cubicBezTo>
                <a:lnTo>
                  <a:pt x="14475" y="86836"/>
                </a:lnTo>
                <a:lnTo>
                  <a:pt x="17102" y="86836"/>
                </a:lnTo>
                <a:cubicBezTo>
                  <a:pt x="19288" y="86836"/>
                  <a:pt x="21056" y="85071"/>
                  <a:pt x="21056" y="82889"/>
                </a:cubicBezTo>
                <a:lnTo>
                  <a:pt x="21056" y="59209"/>
                </a:lnTo>
                <a:cubicBezTo>
                  <a:pt x="21056" y="57028"/>
                  <a:pt x="19288" y="55262"/>
                  <a:pt x="17102" y="55262"/>
                </a:cubicBezTo>
                <a:lnTo>
                  <a:pt x="14475" y="55262"/>
                </a:lnTo>
                <a:lnTo>
                  <a:pt x="14475" y="51316"/>
                </a:lnTo>
                <a:cubicBezTo>
                  <a:pt x="14475" y="50788"/>
                  <a:pt x="14387" y="50264"/>
                  <a:pt x="14185" y="49774"/>
                </a:cubicBezTo>
                <a:cubicBezTo>
                  <a:pt x="13983" y="49285"/>
                  <a:pt x="13692" y="48840"/>
                  <a:pt x="13313" y="48466"/>
                </a:cubicBezTo>
                <a:cubicBezTo>
                  <a:pt x="12947" y="48094"/>
                  <a:pt x="12492" y="47799"/>
                  <a:pt x="12012" y="47601"/>
                </a:cubicBezTo>
                <a:cubicBezTo>
                  <a:pt x="11519" y="47403"/>
                  <a:pt x="10989" y="47304"/>
                  <a:pt x="10458" y="4731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2" name="Чёрный — SVG 13">
            <a:extLst>
              <a:ext uri="{FF2B5EF4-FFF2-40B4-BE49-F238E27FC236}">
                <a16:creationId xmlns:a16="http://schemas.microsoft.com/office/drawing/2014/main" id="{7CD04B61-6DF7-674C-B907-0E2CCDFB52A8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70890 w 141777"/>
              <a:gd name="csY0" fmla="*/ 0 h 134649"/>
              <a:gd name="csX1" fmla="*/ 56711 w 141777"/>
              <a:gd name="csY1" fmla="*/ 14175 h 134649"/>
              <a:gd name="csX2" fmla="*/ 56711 w 141777"/>
              <a:gd name="csY2" fmla="*/ 124018 h 134649"/>
              <a:gd name="csX3" fmla="*/ 53146 w 141777"/>
              <a:gd name="csY3" fmla="*/ 124018 h 134649"/>
              <a:gd name="csX4" fmla="*/ 42568 w 141777"/>
              <a:gd name="csY4" fmla="*/ 124018 h 134649"/>
              <a:gd name="csX5" fmla="*/ 39003 w 141777"/>
              <a:gd name="csY5" fmla="*/ 124018 h 134649"/>
              <a:gd name="csX6" fmla="*/ 39017 w 141777"/>
              <a:gd name="csY6" fmla="*/ 46064 h 134649"/>
              <a:gd name="csX7" fmla="*/ 24846 w 141777"/>
              <a:gd name="csY7" fmla="*/ 31896 h 134649"/>
              <a:gd name="csX8" fmla="*/ 10674 w 141777"/>
              <a:gd name="csY8" fmla="*/ 46064 h 134649"/>
              <a:gd name="csX9" fmla="*/ 10661 w 141777"/>
              <a:gd name="csY9" fmla="*/ 124018 h 134649"/>
              <a:gd name="csX10" fmla="*/ 7090 w 141777"/>
              <a:gd name="csY10" fmla="*/ 124018 h 134649"/>
              <a:gd name="csX11" fmla="*/ 5317 w 141777"/>
              <a:gd name="csY11" fmla="*/ 124018 h 134649"/>
              <a:gd name="csX12" fmla="*/ 0 w 141777"/>
              <a:gd name="csY12" fmla="*/ 129334 h 134649"/>
              <a:gd name="csX13" fmla="*/ 5317 w 141777"/>
              <a:gd name="csY13" fmla="*/ 134650 h 134649"/>
              <a:gd name="csX14" fmla="*/ 136461 w 141777"/>
              <a:gd name="csY14" fmla="*/ 134650 h 134649"/>
              <a:gd name="csX15" fmla="*/ 141778 w 141777"/>
              <a:gd name="csY15" fmla="*/ 129334 h 134649"/>
              <a:gd name="csX16" fmla="*/ 136461 w 141777"/>
              <a:gd name="csY16" fmla="*/ 124018 h 134649"/>
              <a:gd name="csX17" fmla="*/ 134690 w 141777"/>
              <a:gd name="csY17" fmla="*/ 124018 h 134649"/>
              <a:gd name="csX18" fmla="*/ 131124 w 141777"/>
              <a:gd name="csY18" fmla="*/ 124018 h 134649"/>
              <a:gd name="csX19" fmla="*/ 131124 w 141777"/>
              <a:gd name="csY19" fmla="*/ 74403 h 134649"/>
              <a:gd name="csX20" fmla="*/ 116947 w 141777"/>
              <a:gd name="csY20" fmla="*/ 60226 h 134649"/>
              <a:gd name="csX21" fmla="*/ 102768 w 141777"/>
              <a:gd name="csY21" fmla="*/ 74403 h 134649"/>
              <a:gd name="csX22" fmla="*/ 102768 w 141777"/>
              <a:gd name="csY22" fmla="*/ 124018 h 134649"/>
              <a:gd name="csX23" fmla="*/ 99210 w 141777"/>
              <a:gd name="csY23" fmla="*/ 124018 h 134649"/>
              <a:gd name="csX24" fmla="*/ 88633 w 141777"/>
              <a:gd name="csY24" fmla="*/ 124018 h 134649"/>
              <a:gd name="csX25" fmla="*/ 85067 w 141777"/>
              <a:gd name="csY25" fmla="*/ 124018 h 134649"/>
              <a:gd name="csX26" fmla="*/ 85067 w 141777"/>
              <a:gd name="csY26" fmla="*/ 14175 h 134649"/>
              <a:gd name="csX27" fmla="*/ 70890 w 141777"/>
              <a:gd name="csY27" fmla="*/ 0 h 134649"/>
            </a:gdLst>
            <a:ahLst/>
            <a:cxnLst/>
            <a:rect l="l" t="t" r="r" b="b"/>
            <a:pathLst>
              <a:path w="100000" h="100000">
                <a:moveTo>
                  <a:pt x="50001" y="2514"/>
                </a:moveTo>
                <a:cubicBezTo>
                  <a:pt x="44485" y="2514"/>
                  <a:pt x="40000" y="6998"/>
                  <a:pt x="40000" y="12512"/>
                </a:cubicBezTo>
                <a:lnTo>
                  <a:pt x="40000" y="89988"/>
                </a:lnTo>
                <a:lnTo>
                  <a:pt x="37486" y="89988"/>
                </a:lnTo>
                <a:lnTo>
                  <a:pt x="30025" y="89988"/>
                </a:lnTo>
                <a:lnTo>
                  <a:pt x="27510" y="89988"/>
                </a:lnTo>
                <a:lnTo>
                  <a:pt x="27520" y="35004"/>
                </a:lnTo>
                <a:cubicBezTo>
                  <a:pt x="27520" y="29494"/>
                  <a:pt x="23034" y="25011"/>
                  <a:pt x="17525" y="25011"/>
                </a:cubicBezTo>
                <a:cubicBezTo>
                  <a:pt x="12015" y="25011"/>
                  <a:pt x="7529" y="29494"/>
                  <a:pt x="7529" y="35004"/>
                </a:cubicBezTo>
                <a:lnTo>
                  <a:pt x="7520" y="89988"/>
                </a:lnTo>
                <a:lnTo>
                  <a:pt x="5001" y="89988"/>
                </a:lnTo>
                <a:lnTo>
                  <a:pt x="3750" y="89988"/>
                </a:lnTo>
                <a:cubicBezTo>
                  <a:pt x="1677" y="89988"/>
                  <a:pt x="0" y="91667"/>
                  <a:pt x="0" y="93737"/>
                </a:cubicBezTo>
                <a:cubicBezTo>
                  <a:pt x="0" y="95807"/>
                  <a:pt x="1677" y="97487"/>
                  <a:pt x="3750" y="97487"/>
                </a:cubicBezTo>
                <a:lnTo>
                  <a:pt x="96250" y="97487"/>
                </a:lnTo>
                <a:cubicBezTo>
                  <a:pt x="98323" y="97487"/>
                  <a:pt x="100001" y="95807"/>
                  <a:pt x="100001" y="93737"/>
                </a:cubicBezTo>
                <a:cubicBezTo>
                  <a:pt x="100001" y="91667"/>
                  <a:pt x="98323" y="89988"/>
                  <a:pt x="96250" y="89988"/>
                </a:cubicBezTo>
                <a:lnTo>
                  <a:pt x="95001" y="89988"/>
                </a:lnTo>
                <a:lnTo>
                  <a:pt x="92486" y="89988"/>
                </a:lnTo>
                <a:lnTo>
                  <a:pt x="92486" y="54993"/>
                </a:lnTo>
                <a:cubicBezTo>
                  <a:pt x="92486" y="49478"/>
                  <a:pt x="88002" y="44993"/>
                  <a:pt x="82487" y="44993"/>
                </a:cubicBezTo>
                <a:cubicBezTo>
                  <a:pt x="76971" y="44993"/>
                  <a:pt x="72486" y="49478"/>
                  <a:pt x="72486" y="54993"/>
                </a:cubicBezTo>
                <a:lnTo>
                  <a:pt x="72486" y="89988"/>
                </a:lnTo>
                <a:lnTo>
                  <a:pt x="69976" y="89988"/>
                </a:lnTo>
                <a:lnTo>
                  <a:pt x="62516" y="89988"/>
                </a:lnTo>
                <a:lnTo>
                  <a:pt x="60001" y="89988"/>
                </a:lnTo>
                <a:lnTo>
                  <a:pt x="60001" y="12512"/>
                </a:lnTo>
                <a:cubicBezTo>
                  <a:pt x="60001" y="6998"/>
                  <a:pt x="55515" y="2514"/>
                  <a:pt x="50001" y="251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3" name="Чёрный — SVG 14">
            <a:extLst>
              <a:ext uri="{FF2B5EF4-FFF2-40B4-BE49-F238E27FC236}">
                <a16:creationId xmlns:a16="http://schemas.microsoft.com/office/drawing/2014/main" id="{6B82AEC3-962A-704E-9E40-28BD38E40BE0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5241 w 117035"/>
              <a:gd name="csY0" fmla="*/ 1 h 117028"/>
              <a:gd name="csX1" fmla="*/ 1497 w 117035"/>
              <a:gd name="csY1" fmla="*/ 1615 h 117028"/>
              <a:gd name="csX2" fmla="*/ 0 w 117035"/>
              <a:gd name="csY2" fmla="*/ 5393 h 117028"/>
              <a:gd name="csX3" fmla="*/ 0 w 117035"/>
              <a:gd name="csY3" fmla="*/ 111712 h 117028"/>
              <a:gd name="csX4" fmla="*/ 1565 w 117035"/>
              <a:gd name="csY4" fmla="*/ 115472 h 117028"/>
              <a:gd name="csX5" fmla="*/ 5325 w 117035"/>
              <a:gd name="csY5" fmla="*/ 117028 h 117028"/>
              <a:gd name="csX6" fmla="*/ 111659 w 117035"/>
              <a:gd name="csY6" fmla="*/ 117028 h 117028"/>
              <a:gd name="csX7" fmla="*/ 113701 w 117035"/>
              <a:gd name="csY7" fmla="*/ 116646 h 117028"/>
              <a:gd name="csX8" fmla="*/ 115454 w 117035"/>
              <a:gd name="csY8" fmla="*/ 115499 h 117028"/>
              <a:gd name="csX9" fmla="*/ 116627 w 117035"/>
              <a:gd name="csY9" fmla="*/ 113764 h 117028"/>
              <a:gd name="csX10" fmla="*/ 117036 w 117035"/>
              <a:gd name="csY10" fmla="*/ 111712 h 117028"/>
              <a:gd name="csX11" fmla="*/ 116627 w 117035"/>
              <a:gd name="csY11" fmla="*/ 109661 h 117028"/>
              <a:gd name="csX12" fmla="*/ 115454 w 117035"/>
              <a:gd name="csY12" fmla="*/ 107928 h 117028"/>
              <a:gd name="csX13" fmla="*/ 113701 w 117035"/>
              <a:gd name="csY13" fmla="*/ 106779 h 117028"/>
              <a:gd name="csX14" fmla="*/ 111659 w 117035"/>
              <a:gd name="csY14" fmla="*/ 106397 h 117028"/>
              <a:gd name="csX15" fmla="*/ 95701 w 117035"/>
              <a:gd name="csY15" fmla="*/ 106397 h 117028"/>
              <a:gd name="csX16" fmla="*/ 95701 w 117035"/>
              <a:gd name="csY16" fmla="*/ 46148 h 117028"/>
              <a:gd name="csX17" fmla="*/ 92162 w 117035"/>
              <a:gd name="csY17" fmla="*/ 42605 h 117028"/>
              <a:gd name="csX18" fmla="*/ 81529 w 117035"/>
              <a:gd name="csY18" fmla="*/ 42605 h 117028"/>
              <a:gd name="csX19" fmla="*/ 77973 w 117035"/>
              <a:gd name="csY19" fmla="*/ 46148 h 117028"/>
              <a:gd name="csX20" fmla="*/ 77973 w 117035"/>
              <a:gd name="csY20" fmla="*/ 106397 h 117028"/>
              <a:gd name="csX21" fmla="*/ 67340 w 117035"/>
              <a:gd name="csY21" fmla="*/ 106397 h 117028"/>
              <a:gd name="csX22" fmla="*/ 67340 w 117035"/>
              <a:gd name="csY22" fmla="*/ 24884 h 117028"/>
              <a:gd name="csX23" fmla="*/ 63801 w 117035"/>
              <a:gd name="csY23" fmla="*/ 21341 h 117028"/>
              <a:gd name="csX24" fmla="*/ 53167 w 117035"/>
              <a:gd name="csY24" fmla="*/ 21341 h 117028"/>
              <a:gd name="csX25" fmla="*/ 49628 w 117035"/>
              <a:gd name="csY25" fmla="*/ 24884 h 117028"/>
              <a:gd name="csX26" fmla="*/ 49628 w 117035"/>
              <a:gd name="csY26" fmla="*/ 106397 h 117028"/>
              <a:gd name="csX27" fmla="*/ 38995 w 117035"/>
              <a:gd name="csY27" fmla="*/ 106397 h 117028"/>
              <a:gd name="csX28" fmla="*/ 38995 w 117035"/>
              <a:gd name="csY28" fmla="*/ 67412 h 117028"/>
              <a:gd name="csX29" fmla="*/ 35439 w 117035"/>
              <a:gd name="csY29" fmla="*/ 63869 h 117028"/>
              <a:gd name="csX30" fmla="*/ 24806 w 117035"/>
              <a:gd name="csY30" fmla="*/ 63869 h 117028"/>
              <a:gd name="csX31" fmla="*/ 21267 w 117035"/>
              <a:gd name="csY31" fmla="*/ 67412 h 117028"/>
              <a:gd name="csX32" fmla="*/ 21267 w 117035"/>
              <a:gd name="csY32" fmla="*/ 106397 h 117028"/>
              <a:gd name="csX33" fmla="*/ 10634 w 117035"/>
              <a:gd name="csY33" fmla="*/ 106397 h 117028"/>
              <a:gd name="csX34" fmla="*/ 10634 w 117035"/>
              <a:gd name="csY34" fmla="*/ 5393 h 117028"/>
              <a:gd name="csX35" fmla="*/ 10242 w 117035"/>
              <a:gd name="csY35" fmla="*/ 3316 h 117028"/>
              <a:gd name="csX36" fmla="*/ 9069 w 117035"/>
              <a:gd name="csY36" fmla="*/ 1555 h 117028"/>
              <a:gd name="csX37" fmla="*/ 7316 w 117035"/>
              <a:gd name="csY37" fmla="*/ 388 h 117028"/>
              <a:gd name="csX38" fmla="*/ 5241 w 117035"/>
              <a:gd name="csY38" fmla="*/ 1 h 117028"/>
              <a:gd name="csX39" fmla="*/ 26592 w 117035"/>
              <a:gd name="csY39" fmla="*/ 77 h 117028"/>
              <a:gd name="csX40" fmla="*/ 22832 w 117035"/>
              <a:gd name="csY40" fmla="*/ 1634 h 117028"/>
              <a:gd name="csX41" fmla="*/ 21267 w 117035"/>
              <a:gd name="csY41" fmla="*/ 5393 h 117028"/>
              <a:gd name="csX42" fmla="*/ 22832 w 117035"/>
              <a:gd name="csY42" fmla="*/ 9153 h 117028"/>
              <a:gd name="csX43" fmla="*/ 26592 w 117035"/>
              <a:gd name="csY43" fmla="*/ 10709 h 117028"/>
              <a:gd name="csX44" fmla="*/ 30352 w 117035"/>
              <a:gd name="csY44" fmla="*/ 9153 h 117028"/>
              <a:gd name="csX45" fmla="*/ 31901 w 117035"/>
              <a:gd name="csY45" fmla="*/ 5393 h 117028"/>
              <a:gd name="csX46" fmla="*/ 30352 w 117035"/>
              <a:gd name="csY46" fmla="*/ 1634 h 117028"/>
              <a:gd name="csX47" fmla="*/ 26592 w 117035"/>
              <a:gd name="csY47" fmla="*/ 77 h 117028"/>
              <a:gd name="csX48" fmla="*/ 47859 w 117035"/>
              <a:gd name="csY48" fmla="*/ 77 h 117028"/>
              <a:gd name="csX49" fmla="*/ 44099 w 117035"/>
              <a:gd name="csY49" fmla="*/ 1634 h 117028"/>
              <a:gd name="csX50" fmla="*/ 42534 w 117035"/>
              <a:gd name="csY50" fmla="*/ 5393 h 117028"/>
              <a:gd name="csX51" fmla="*/ 44099 w 117035"/>
              <a:gd name="csY51" fmla="*/ 9153 h 117028"/>
              <a:gd name="csX52" fmla="*/ 47859 w 117035"/>
              <a:gd name="csY52" fmla="*/ 10709 h 117028"/>
              <a:gd name="csX53" fmla="*/ 51619 w 117035"/>
              <a:gd name="csY53" fmla="*/ 9153 h 117028"/>
              <a:gd name="csX54" fmla="*/ 53167 w 117035"/>
              <a:gd name="csY54" fmla="*/ 5393 h 117028"/>
              <a:gd name="csX55" fmla="*/ 51619 w 117035"/>
              <a:gd name="csY55" fmla="*/ 1634 h 117028"/>
              <a:gd name="csX56" fmla="*/ 47859 w 117035"/>
              <a:gd name="csY56" fmla="*/ 77 h 117028"/>
              <a:gd name="csX57" fmla="*/ 69126 w 117035"/>
              <a:gd name="csY57" fmla="*/ 77 h 117028"/>
              <a:gd name="csX58" fmla="*/ 65366 w 117035"/>
              <a:gd name="csY58" fmla="*/ 1634 h 117028"/>
              <a:gd name="csX59" fmla="*/ 63801 w 117035"/>
              <a:gd name="csY59" fmla="*/ 5393 h 117028"/>
              <a:gd name="csX60" fmla="*/ 65366 w 117035"/>
              <a:gd name="csY60" fmla="*/ 9153 h 117028"/>
              <a:gd name="csX61" fmla="*/ 69126 w 117035"/>
              <a:gd name="csY61" fmla="*/ 10709 h 117028"/>
              <a:gd name="csX62" fmla="*/ 72886 w 117035"/>
              <a:gd name="csY62" fmla="*/ 9153 h 117028"/>
              <a:gd name="csX63" fmla="*/ 74434 w 117035"/>
              <a:gd name="csY63" fmla="*/ 5393 h 117028"/>
              <a:gd name="csX64" fmla="*/ 72886 w 117035"/>
              <a:gd name="csY64" fmla="*/ 1634 h 117028"/>
              <a:gd name="csX65" fmla="*/ 69126 w 117035"/>
              <a:gd name="csY65" fmla="*/ 77 h 117028"/>
              <a:gd name="csX66" fmla="*/ 90392 w 117035"/>
              <a:gd name="csY66" fmla="*/ 77 h 117028"/>
              <a:gd name="csX67" fmla="*/ 86633 w 117035"/>
              <a:gd name="csY67" fmla="*/ 1634 h 117028"/>
              <a:gd name="csX68" fmla="*/ 85067 w 117035"/>
              <a:gd name="csY68" fmla="*/ 5393 h 117028"/>
              <a:gd name="csX69" fmla="*/ 86633 w 117035"/>
              <a:gd name="csY69" fmla="*/ 9153 h 117028"/>
              <a:gd name="csX70" fmla="*/ 90392 w 117035"/>
              <a:gd name="csY70" fmla="*/ 10709 h 117028"/>
              <a:gd name="csX71" fmla="*/ 94153 w 117035"/>
              <a:gd name="csY71" fmla="*/ 9153 h 117028"/>
              <a:gd name="csX72" fmla="*/ 95701 w 117035"/>
              <a:gd name="csY72" fmla="*/ 5393 h 117028"/>
              <a:gd name="csX73" fmla="*/ 94153 w 117035"/>
              <a:gd name="csY73" fmla="*/ 1634 h 117028"/>
              <a:gd name="csX74" fmla="*/ 90392 w 117035"/>
              <a:gd name="csY74" fmla="*/ 77 h 117028"/>
              <a:gd name="csX75" fmla="*/ 111659 w 117035"/>
              <a:gd name="csY75" fmla="*/ 77 h 117028"/>
              <a:gd name="csX76" fmla="*/ 107899 w 117035"/>
              <a:gd name="csY76" fmla="*/ 1634 h 117028"/>
              <a:gd name="csX77" fmla="*/ 106334 w 117035"/>
              <a:gd name="csY77" fmla="*/ 5393 h 117028"/>
              <a:gd name="csX78" fmla="*/ 107899 w 117035"/>
              <a:gd name="csY78" fmla="*/ 9153 h 117028"/>
              <a:gd name="csX79" fmla="*/ 111659 w 117035"/>
              <a:gd name="csY79" fmla="*/ 10709 h 117028"/>
              <a:gd name="csX80" fmla="*/ 115420 w 117035"/>
              <a:gd name="csY80" fmla="*/ 9153 h 117028"/>
              <a:gd name="csX81" fmla="*/ 116968 w 117035"/>
              <a:gd name="csY81" fmla="*/ 5393 h 117028"/>
              <a:gd name="csX82" fmla="*/ 115420 w 117035"/>
              <a:gd name="csY82" fmla="*/ 1634 h 117028"/>
              <a:gd name="csX83" fmla="*/ 111659 w 117035"/>
              <a:gd name="csY83" fmla="*/ 77 h 117028"/>
              <a:gd name="csX84" fmla="*/ 26592 w 117035"/>
              <a:gd name="csY84" fmla="*/ 21341 h 117028"/>
              <a:gd name="csX85" fmla="*/ 22832 w 117035"/>
              <a:gd name="csY85" fmla="*/ 22898 h 117028"/>
              <a:gd name="csX86" fmla="*/ 21267 w 117035"/>
              <a:gd name="csY86" fmla="*/ 26657 h 117028"/>
              <a:gd name="csX87" fmla="*/ 22832 w 117035"/>
              <a:gd name="csY87" fmla="*/ 30416 h 117028"/>
              <a:gd name="csX88" fmla="*/ 26592 w 117035"/>
              <a:gd name="csY88" fmla="*/ 31973 h 117028"/>
              <a:gd name="csX89" fmla="*/ 30352 w 117035"/>
              <a:gd name="csY89" fmla="*/ 30416 h 117028"/>
              <a:gd name="csX90" fmla="*/ 31901 w 117035"/>
              <a:gd name="csY90" fmla="*/ 26657 h 117028"/>
              <a:gd name="csX91" fmla="*/ 30352 w 117035"/>
              <a:gd name="csY91" fmla="*/ 22898 h 117028"/>
              <a:gd name="csX92" fmla="*/ 26592 w 117035"/>
              <a:gd name="csY92" fmla="*/ 21341 h 117028"/>
              <a:gd name="csX93" fmla="*/ 90392 w 117035"/>
              <a:gd name="csY93" fmla="*/ 21341 h 117028"/>
              <a:gd name="csX94" fmla="*/ 86633 w 117035"/>
              <a:gd name="csY94" fmla="*/ 22898 h 117028"/>
              <a:gd name="csX95" fmla="*/ 85067 w 117035"/>
              <a:gd name="csY95" fmla="*/ 26657 h 117028"/>
              <a:gd name="csX96" fmla="*/ 86633 w 117035"/>
              <a:gd name="csY96" fmla="*/ 30416 h 117028"/>
              <a:gd name="csX97" fmla="*/ 90392 w 117035"/>
              <a:gd name="csY97" fmla="*/ 31973 h 117028"/>
              <a:gd name="csX98" fmla="*/ 94153 w 117035"/>
              <a:gd name="csY98" fmla="*/ 30416 h 117028"/>
              <a:gd name="csX99" fmla="*/ 95701 w 117035"/>
              <a:gd name="csY99" fmla="*/ 26657 h 117028"/>
              <a:gd name="csX100" fmla="*/ 94153 w 117035"/>
              <a:gd name="csY100" fmla="*/ 22898 h 117028"/>
              <a:gd name="csX101" fmla="*/ 90392 w 117035"/>
              <a:gd name="csY101" fmla="*/ 21341 h 117028"/>
              <a:gd name="csX102" fmla="*/ 111659 w 117035"/>
              <a:gd name="csY102" fmla="*/ 21341 h 117028"/>
              <a:gd name="csX103" fmla="*/ 107899 w 117035"/>
              <a:gd name="csY103" fmla="*/ 22898 h 117028"/>
              <a:gd name="csX104" fmla="*/ 106334 w 117035"/>
              <a:gd name="csY104" fmla="*/ 26657 h 117028"/>
              <a:gd name="csX105" fmla="*/ 107899 w 117035"/>
              <a:gd name="csY105" fmla="*/ 30416 h 117028"/>
              <a:gd name="csX106" fmla="*/ 111659 w 117035"/>
              <a:gd name="csY106" fmla="*/ 31973 h 117028"/>
              <a:gd name="csX107" fmla="*/ 115420 w 117035"/>
              <a:gd name="csY107" fmla="*/ 30416 h 117028"/>
              <a:gd name="csX108" fmla="*/ 116968 w 117035"/>
              <a:gd name="csY108" fmla="*/ 26657 h 117028"/>
              <a:gd name="csX109" fmla="*/ 115420 w 117035"/>
              <a:gd name="csY109" fmla="*/ 22898 h 117028"/>
              <a:gd name="csX110" fmla="*/ 111659 w 117035"/>
              <a:gd name="csY110" fmla="*/ 21341 h 117028"/>
              <a:gd name="csX111" fmla="*/ 26592 w 117035"/>
              <a:gd name="csY111" fmla="*/ 42605 h 117028"/>
              <a:gd name="csX112" fmla="*/ 22832 w 117035"/>
              <a:gd name="csY112" fmla="*/ 44161 h 117028"/>
              <a:gd name="csX113" fmla="*/ 21267 w 117035"/>
              <a:gd name="csY113" fmla="*/ 47921 h 117028"/>
              <a:gd name="csX114" fmla="*/ 22832 w 117035"/>
              <a:gd name="csY114" fmla="*/ 51680 h 117028"/>
              <a:gd name="csX115" fmla="*/ 26592 w 117035"/>
              <a:gd name="csY115" fmla="*/ 53237 h 117028"/>
              <a:gd name="csX116" fmla="*/ 30352 w 117035"/>
              <a:gd name="csY116" fmla="*/ 51680 h 117028"/>
              <a:gd name="csX117" fmla="*/ 31901 w 117035"/>
              <a:gd name="csY117" fmla="*/ 47921 h 117028"/>
              <a:gd name="csX118" fmla="*/ 30352 w 117035"/>
              <a:gd name="csY118" fmla="*/ 44161 h 117028"/>
              <a:gd name="csX119" fmla="*/ 26592 w 117035"/>
              <a:gd name="csY119" fmla="*/ 42605 h 117028"/>
              <a:gd name="csX120" fmla="*/ 111659 w 117035"/>
              <a:gd name="csY120" fmla="*/ 42605 h 117028"/>
              <a:gd name="csX121" fmla="*/ 107899 w 117035"/>
              <a:gd name="csY121" fmla="*/ 44161 h 117028"/>
              <a:gd name="csX122" fmla="*/ 106334 w 117035"/>
              <a:gd name="csY122" fmla="*/ 47921 h 117028"/>
              <a:gd name="csX123" fmla="*/ 107899 w 117035"/>
              <a:gd name="csY123" fmla="*/ 51680 h 117028"/>
              <a:gd name="csX124" fmla="*/ 111659 w 117035"/>
              <a:gd name="csY124" fmla="*/ 53237 h 117028"/>
              <a:gd name="csX125" fmla="*/ 115420 w 117035"/>
              <a:gd name="csY125" fmla="*/ 51680 h 117028"/>
              <a:gd name="csX126" fmla="*/ 116968 w 117035"/>
              <a:gd name="csY126" fmla="*/ 47921 h 117028"/>
              <a:gd name="csX127" fmla="*/ 115420 w 117035"/>
              <a:gd name="csY127" fmla="*/ 44161 h 117028"/>
              <a:gd name="csX128" fmla="*/ 111659 w 117035"/>
              <a:gd name="csY128" fmla="*/ 42605 h 117028"/>
              <a:gd name="csX129" fmla="*/ 111659 w 117035"/>
              <a:gd name="csY129" fmla="*/ 63869 h 117028"/>
              <a:gd name="csX130" fmla="*/ 107899 w 117035"/>
              <a:gd name="csY130" fmla="*/ 65425 h 117028"/>
              <a:gd name="csX131" fmla="*/ 106334 w 117035"/>
              <a:gd name="csY131" fmla="*/ 69185 h 117028"/>
              <a:gd name="csX132" fmla="*/ 107899 w 117035"/>
              <a:gd name="csY132" fmla="*/ 72944 h 117028"/>
              <a:gd name="csX133" fmla="*/ 111659 w 117035"/>
              <a:gd name="csY133" fmla="*/ 74501 h 117028"/>
              <a:gd name="csX134" fmla="*/ 115420 w 117035"/>
              <a:gd name="csY134" fmla="*/ 72944 h 117028"/>
              <a:gd name="csX135" fmla="*/ 116968 w 117035"/>
              <a:gd name="csY135" fmla="*/ 69185 h 117028"/>
              <a:gd name="csX136" fmla="*/ 115420 w 117035"/>
              <a:gd name="csY136" fmla="*/ 65425 h 117028"/>
              <a:gd name="csX137" fmla="*/ 111659 w 117035"/>
              <a:gd name="csY137" fmla="*/ 63869 h 117028"/>
              <a:gd name="csX138" fmla="*/ 111659 w 117035"/>
              <a:gd name="csY138" fmla="*/ 85133 h 117028"/>
              <a:gd name="csX139" fmla="*/ 107899 w 117035"/>
              <a:gd name="csY139" fmla="*/ 86689 h 117028"/>
              <a:gd name="csX140" fmla="*/ 106334 w 117035"/>
              <a:gd name="csY140" fmla="*/ 90449 h 117028"/>
              <a:gd name="csX141" fmla="*/ 107899 w 117035"/>
              <a:gd name="csY141" fmla="*/ 94208 h 117028"/>
              <a:gd name="csX142" fmla="*/ 111659 w 117035"/>
              <a:gd name="csY142" fmla="*/ 95765 h 117028"/>
              <a:gd name="csX143" fmla="*/ 115420 w 117035"/>
              <a:gd name="csY143" fmla="*/ 94208 h 117028"/>
              <a:gd name="csX144" fmla="*/ 116968 w 117035"/>
              <a:gd name="csY144" fmla="*/ 90449 h 117028"/>
              <a:gd name="csX145" fmla="*/ 115420 w 117035"/>
              <a:gd name="csY145" fmla="*/ 86689 h 117028"/>
              <a:gd name="csX146" fmla="*/ 111659 w 117035"/>
              <a:gd name="csY146" fmla="*/ 85133 h 117028"/>
            </a:gdLst>
            <a:ahLst/>
            <a:cxnLst/>
            <a:rect l="l" t="t" r="r" b="b"/>
            <a:pathLst>
              <a:path w="100000" h="100000">
                <a:moveTo>
                  <a:pt x="4478" y="4"/>
                </a:moveTo>
                <a:cubicBezTo>
                  <a:pt x="3271" y="23"/>
                  <a:pt x="2122" y="518"/>
                  <a:pt x="1279" y="1383"/>
                </a:cubicBezTo>
                <a:cubicBezTo>
                  <a:pt x="451" y="2246"/>
                  <a:pt x="-15" y="3408"/>
                  <a:pt x="0" y="4611"/>
                </a:cubicBezTo>
                <a:lnTo>
                  <a:pt x="0" y="95455"/>
                </a:lnTo>
                <a:cubicBezTo>
                  <a:pt x="0" y="96660"/>
                  <a:pt x="480" y="97816"/>
                  <a:pt x="1337" y="98667"/>
                </a:cubicBezTo>
                <a:cubicBezTo>
                  <a:pt x="2181" y="99519"/>
                  <a:pt x="3344" y="99997"/>
                  <a:pt x="4550" y="99997"/>
                </a:cubicBezTo>
                <a:lnTo>
                  <a:pt x="95407" y="99997"/>
                </a:lnTo>
                <a:cubicBezTo>
                  <a:pt x="96003" y="100006"/>
                  <a:pt x="96598" y="99894"/>
                  <a:pt x="97151" y="99671"/>
                </a:cubicBezTo>
                <a:cubicBezTo>
                  <a:pt x="97718" y="99447"/>
                  <a:pt x="98227" y="99112"/>
                  <a:pt x="98649" y="98691"/>
                </a:cubicBezTo>
                <a:cubicBezTo>
                  <a:pt x="99085" y="98268"/>
                  <a:pt x="99419" y="97763"/>
                  <a:pt x="99651" y="97208"/>
                </a:cubicBezTo>
                <a:cubicBezTo>
                  <a:pt x="99884" y="96653"/>
                  <a:pt x="100001" y="96057"/>
                  <a:pt x="100001" y="95455"/>
                </a:cubicBezTo>
                <a:cubicBezTo>
                  <a:pt x="100001" y="94853"/>
                  <a:pt x="99884" y="94258"/>
                  <a:pt x="99651" y="93702"/>
                </a:cubicBezTo>
                <a:cubicBezTo>
                  <a:pt x="99419" y="93147"/>
                  <a:pt x="99085" y="92643"/>
                  <a:pt x="98649" y="92222"/>
                </a:cubicBezTo>
                <a:cubicBezTo>
                  <a:pt x="98227" y="91798"/>
                  <a:pt x="97718" y="91465"/>
                  <a:pt x="97151" y="91240"/>
                </a:cubicBezTo>
                <a:cubicBezTo>
                  <a:pt x="96598" y="91016"/>
                  <a:pt x="96003" y="90904"/>
                  <a:pt x="95407" y="90913"/>
                </a:cubicBezTo>
                <a:lnTo>
                  <a:pt x="81771" y="90913"/>
                </a:lnTo>
                <a:lnTo>
                  <a:pt x="81771" y="39434"/>
                </a:lnTo>
                <a:cubicBezTo>
                  <a:pt x="81771" y="37763"/>
                  <a:pt x="80420" y="36407"/>
                  <a:pt x="78747" y="36407"/>
                </a:cubicBezTo>
                <a:lnTo>
                  <a:pt x="69662" y="36407"/>
                </a:lnTo>
                <a:cubicBezTo>
                  <a:pt x="67990" y="36407"/>
                  <a:pt x="66624" y="37763"/>
                  <a:pt x="66624" y="39434"/>
                </a:cubicBezTo>
                <a:lnTo>
                  <a:pt x="66624" y="90913"/>
                </a:lnTo>
                <a:lnTo>
                  <a:pt x="57538" y="90913"/>
                </a:lnTo>
                <a:lnTo>
                  <a:pt x="57538" y="21265"/>
                </a:lnTo>
                <a:cubicBezTo>
                  <a:pt x="57538" y="19594"/>
                  <a:pt x="56186" y="18238"/>
                  <a:pt x="54514" y="18238"/>
                </a:cubicBezTo>
                <a:lnTo>
                  <a:pt x="45428" y="18238"/>
                </a:lnTo>
                <a:cubicBezTo>
                  <a:pt x="43757" y="18238"/>
                  <a:pt x="42404" y="19594"/>
                  <a:pt x="42404" y="21265"/>
                </a:cubicBezTo>
                <a:lnTo>
                  <a:pt x="42404" y="90913"/>
                </a:lnTo>
                <a:lnTo>
                  <a:pt x="33319" y="90913"/>
                </a:lnTo>
                <a:lnTo>
                  <a:pt x="33319" y="57603"/>
                </a:lnTo>
                <a:cubicBezTo>
                  <a:pt x="33319" y="55932"/>
                  <a:pt x="31953" y="54576"/>
                  <a:pt x="30281" y="54576"/>
                </a:cubicBezTo>
                <a:lnTo>
                  <a:pt x="21195" y="54576"/>
                </a:lnTo>
                <a:cubicBezTo>
                  <a:pt x="19523" y="54576"/>
                  <a:pt x="18171" y="55932"/>
                  <a:pt x="18171" y="57603"/>
                </a:cubicBezTo>
                <a:lnTo>
                  <a:pt x="18171" y="90913"/>
                </a:lnTo>
                <a:lnTo>
                  <a:pt x="9086" y="90913"/>
                </a:lnTo>
                <a:lnTo>
                  <a:pt x="9086" y="4611"/>
                </a:lnTo>
                <a:cubicBezTo>
                  <a:pt x="9101" y="4004"/>
                  <a:pt x="8984" y="3400"/>
                  <a:pt x="8751" y="2836"/>
                </a:cubicBezTo>
                <a:cubicBezTo>
                  <a:pt x="8519" y="2274"/>
                  <a:pt x="8185" y="1762"/>
                  <a:pt x="7749" y="1332"/>
                </a:cubicBezTo>
                <a:cubicBezTo>
                  <a:pt x="7327" y="902"/>
                  <a:pt x="6818" y="563"/>
                  <a:pt x="6251" y="335"/>
                </a:cubicBezTo>
                <a:cubicBezTo>
                  <a:pt x="5684" y="106"/>
                  <a:pt x="5074" y="-6"/>
                  <a:pt x="4478" y="4"/>
                </a:cubicBezTo>
                <a:close/>
                <a:moveTo>
                  <a:pt x="22721" y="69"/>
                </a:moveTo>
                <a:cubicBezTo>
                  <a:pt x="21515" y="69"/>
                  <a:pt x="20352" y="547"/>
                  <a:pt x="19509" y="1399"/>
                </a:cubicBezTo>
                <a:cubicBezTo>
                  <a:pt x="18652" y="2250"/>
                  <a:pt x="18171" y="3406"/>
                  <a:pt x="18171" y="4611"/>
                </a:cubicBezTo>
                <a:cubicBezTo>
                  <a:pt x="18171" y="5816"/>
                  <a:pt x="18652" y="6972"/>
                  <a:pt x="19509" y="7824"/>
                </a:cubicBezTo>
                <a:cubicBezTo>
                  <a:pt x="20352" y="8675"/>
                  <a:pt x="21515" y="9153"/>
                  <a:pt x="22721" y="9153"/>
                </a:cubicBezTo>
                <a:cubicBezTo>
                  <a:pt x="23913" y="9153"/>
                  <a:pt x="25077" y="8675"/>
                  <a:pt x="25934" y="7824"/>
                </a:cubicBezTo>
                <a:cubicBezTo>
                  <a:pt x="26777" y="6972"/>
                  <a:pt x="27258" y="5816"/>
                  <a:pt x="27258" y="4611"/>
                </a:cubicBezTo>
                <a:cubicBezTo>
                  <a:pt x="27258" y="3406"/>
                  <a:pt x="26777" y="2250"/>
                  <a:pt x="25934" y="1399"/>
                </a:cubicBezTo>
                <a:cubicBezTo>
                  <a:pt x="25077" y="547"/>
                  <a:pt x="23913" y="69"/>
                  <a:pt x="22721" y="69"/>
                </a:cubicBezTo>
                <a:close/>
                <a:moveTo>
                  <a:pt x="40893" y="69"/>
                </a:moveTo>
                <a:cubicBezTo>
                  <a:pt x="39686" y="69"/>
                  <a:pt x="38524" y="547"/>
                  <a:pt x="37680" y="1399"/>
                </a:cubicBezTo>
                <a:cubicBezTo>
                  <a:pt x="36822" y="2250"/>
                  <a:pt x="36343" y="3406"/>
                  <a:pt x="36343" y="4611"/>
                </a:cubicBezTo>
                <a:cubicBezTo>
                  <a:pt x="36343" y="5816"/>
                  <a:pt x="36822" y="6972"/>
                  <a:pt x="37680" y="7824"/>
                </a:cubicBezTo>
                <a:cubicBezTo>
                  <a:pt x="38524" y="8675"/>
                  <a:pt x="39686" y="9153"/>
                  <a:pt x="40893" y="9153"/>
                </a:cubicBezTo>
                <a:cubicBezTo>
                  <a:pt x="42085" y="9153"/>
                  <a:pt x="43248" y="8675"/>
                  <a:pt x="44106" y="7824"/>
                </a:cubicBezTo>
                <a:cubicBezTo>
                  <a:pt x="44949" y="6972"/>
                  <a:pt x="45428" y="5816"/>
                  <a:pt x="45428" y="4611"/>
                </a:cubicBezTo>
                <a:cubicBezTo>
                  <a:pt x="45428" y="3406"/>
                  <a:pt x="44949" y="2250"/>
                  <a:pt x="44106" y="1399"/>
                </a:cubicBezTo>
                <a:cubicBezTo>
                  <a:pt x="43248" y="547"/>
                  <a:pt x="42085" y="69"/>
                  <a:pt x="40893" y="69"/>
                </a:cubicBezTo>
                <a:close/>
                <a:moveTo>
                  <a:pt x="59064" y="69"/>
                </a:moveTo>
                <a:cubicBezTo>
                  <a:pt x="57858" y="69"/>
                  <a:pt x="56695" y="547"/>
                  <a:pt x="55852" y="1399"/>
                </a:cubicBezTo>
                <a:cubicBezTo>
                  <a:pt x="54994" y="2250"/>
                  <a:pt x="54514" y="3406"/>
                  <a:pt x="54514" y="4611"/>
                </a:cubicBezTo>
                <a:cubicBezTo>
                  <a:pt x="54514" y="5816"/>
                  <a:pt x="54994" y="6972"/>
                  <a:pt x="55852" y="7824"/>
                </a:cubicBezTo>
                <a:cubicBezTo>
                  <a:pt x="56695" y="8675"/>
                  <a:pt x="57858" y="9153"/>
                  <a:pt x="59064" y="9153"/>
                </a:cubicBezTo>
                <a:cubicBezTo>
                  <a:pt x="60256" y="9153"/>
                  <a:pt x="61419" y="8675"/>
                  <a:pt x="62277" y="7824"/>
                </a:cubicBezTo>
                <a:cubicBezTo>
                  <a:pt x="63120" y="6972"/>
                  <a:pt x="63600" y="5816"/>
                  <a:pt x="63600" y="4611"/>
                </a:cubicBezTo>
                <a:cubicBezTo>
                  <a:pt x="63600" y="3406"/>
                  <a:pt x="63120" y="2250"/>
                  <a:pt x="62277" y="1399"/>
                </a:cubicBezTo>
                <a:cubicBezTo>
                  <a:pt x="61419" y="547"/>
                  <a:pt x="60256" y="69"/>
                  <a:pt x="59064" y="69"/>
                </a:cubicBezTo>
                <a:close/>
                <a:moveTo>
                  <a:pt x="77235" y="69"/>
                </a:moveTo>
                <a:cubicBezTo>
                  <a:pt x="76029" y="69"/>
                  <a:pt x="74866" y="547"/>
                  <a:pt x="74023" y="1399"/>
                </a:cubicBezTo>
                <a:cubicBezTo>
                  <a:pt x="73165" y="2250"/>
                  <a:pt x="72685" y="3406"/>
                  <a:pt x="72685" y="4611"/>
                </a:cubicBezTo>
                <a:cubicBezTo>
                  <a:pt x="72685" y="5816"/>
                  <a:pt x="73165" y="6972"/>
                  <a:pt x="74023" y="7824"/>
                </a:cubicBezTo>
                <a:cubicBezTo>
                  <a:pt x="74866" y="8675"/>
                  <a:pt x="76029" y="9153"/>
                  <a:pt x="77235" y="9153"/>
                </a:cubicBezTo>
                <a:cubicBezTo>
                  <a:pt x="78428" y="9153"/>
                  <a:pt x="79591" y="8675"/>
                  <a:pt x="80449" y="7824"/>
                </a:cubicBezTo>
                <a:cubicBezTo>
                  <a:pt x="81291" y="6972"/>
                  <a:pt x="81771" y="5816"/>
                  <a:pt x="81771" y="4611"/>
                </a:cubicBezTo>
                <a:cubicBezTo>
                  <a:pt x="81771" y="3406"/>
                  <a:pt x="81291" y="2250"/>
                  <a:pt x="80449" y="1399"/>
                </a:cubicBezTo>
                <a:cubicBezTo>
                  <a:pt x="79591" y="547"/>
                  <a:pt x="78428" y="69"/>
                  <a:pt x="77235" y="69"/>
                </a:cubicBezTo>
                <a:close/>
                <a:moveTo>
                  <a:pt x="95407" y="69"/>
                </a:moveTo>
                <a:cubicBezTo>
                  <a:pt x="94200" y="69"/>
                  <a:pt x="93037" y="547"/>
                  <a:pt x="92194" y="1399"/>
                </a:cubicBezTo>
                <a:cubicBezTo>
                  <a:pt x="91337" y="2250"/>
                  <a:pt x="90857" y="3406"/>
                  <a:pt x="90857" y="4611"/>
                </a:cubicBezTo>
                <a:cubicBezTo>
                  <a:pt x="90857" y="5816"/>
                  <a:pt x="91337" y="6972"/>
                  <a:pt x="92194" y="7824"/>
                </a:cubicBezTo>
                <a:cubicBezTo>
                  <a:pt x="93037" y="8675"/>
                  <a:pt x="94200" y="9153"/>
                  <a:pt x="95407" y="9153"/>
                </a:cubicBezTo>
                <a:cubicBezTo>
                  <a:pt x="96598" y="9153"/>
                  <a:pt x="97762" y="8675"/>
                  <a:pt x="98620" y="7824"/>
                </a:cubicBezTo>
                <a:cubicBezTo>
                  <a:pt x="99463" y="6972"/>
                  <a:pt x="99943" y="5816"/>
                  <a:pt x="99943" y="4611"/>
                </a:cubicBezTo>
                <a:cubicBezTo>
                  <a:pt x="99943" y="3406"/>
                  <a:pt x="99463" y="2250"/>
                  <a:pt x="98620" y="1399"/>
                </a:cubicBezTo>
                <a:cubicBezTo>
                  <a:pt x="97762" y="547"/>
                  <a:pt x="96598" y="69"/>
                  <a:pt x="95407" y="69"/>
                </a:cubicBezTo>
                <a:close/>
                <a:moveTo>
                  <a:pt x="22721" y="18238"/>
                </a:moveTo>
                <a:cubicBezTo>
                  <a:pt x="21515" y="18238"/>
                  <a:pt x="20352" y="18716"/>
                  <a:pt x="19509" y="19568"/>
                </a:cubicBezTo>
                <a:cubicBezTo>
                  <a:pt x="18652" y="20419"/>
                  <a:pt x="18171" y="21575"/>
                  <a:pt x="18171" y="22780"/>
                </a:cubicBezTo>
                <a:cubicBezTo>
                  <a:pt x="18171" y="23985"/>
                  <a:pt x="18652" y="25141"/>
                  <a:pt x="19509" y="25992"/>
                </a:cubicBezTo>
                <a:cubicBezTo>
                  <a:pt x="20352" y="26844"/>
                  <a:pt x="21515" y="27322"/>
                  <a:pt x="22721" y="27322"/>
                </a:cubicBezTo>
                <a:cubicBezTo>
                  <a:pt x="23913" y="27322"/>
                  <a:pt x="25077" y="26844"/>
                  <a:pt x="25934" y="25992"/>
                </a:cubicBezTo>
                <a:cubicBezTo>
                  <a:pt x="26777" y="25141"/>
                  <a:pt x="27258" y="23985"/>
                  <a:pt x="27258" y="22780"/>
                </a:cubicBezTo>
                <a:cubicBezTo>
                  <a:pt x="27258" y="21575"/>
                  <a:pt x="26777" y="20419"/>
                  <a:pt x="25934" y="19568"/>
                </a:cubicBezTo>
                <a:cubicBezTo>
                  <a:pt x="25077" y="18716"/>
                  <a:pt x="23913" y="18238"/>
                  <a:pt x="22721" y="18238"/>
                </a:cubicBezTo>
                <a:close/>
                <a:moveTo>
                  <a:pt x="77235" y="18238"/>
                </a:moveTo>
                <a:cubicBezTo>
                  <a:pt x="76029" y="18238"/>
                  <a:pt x="74866" y="18716"/>
                  <a:pt x="74023" y="19568"/>
                </a:cubicBezTo>
                <a:cubicBezTo>
                  <a:pt x="73165" y="20419"/>
                  <a:pt x="72685" y="21575"/>
                  <a:pt x="72685" y="22780"/>
                </a:cubicBezTo>
                <a:cubicBezTo>
                  <a:pt x="72685" y="23985"/>
                  <a:pt x="73165" y="25141"/>
                  <a:pt x="74023" y="25992"/>
                </a:cubicBezTo>
                <a:cubicBezTo>
                  <a:pt x="74866" y="26844"/>
                  <a:pt x="76029" y="27322"/>
                  <a:pt x="77235" y="27322"/>
                </a:cubicBezTo>
                <a:cubicBezTo>
                  <a:pt x="78428" y="27322"/>
                  <a:pt x="79591" y="26844"/>
                  <a:pt x="80449" y="25992"/>
                </a:cubicBezTo>
                <a:cubicBezTo>
                  <a:pt x="81291" y="25141"/>
                  <a:pt x="81771" y="23985"/>
                  <a:pt x="81771" y="22780"/>
                </a:cubicBezTo>
                <a:cubicBezTo>
                  <a:pt x="81771" y="21575"/>
                  <a:pt x="81291" y="20419"/>
                  <a:pt x="80449" y="19568"/>
                </a:cubicBezTo>
                <a:cubicBezTo>
                  <a:pt x="79591" y="18716"/>
                  <a:pt x="78428" y="18238"/>
                  <a:pt x="77235" y="18238"/>
                </a:cubicBezTo>
                <a:close/>
                <a:moveTo>
                  <a:pt x="95407" y="18238"/>
                </a:moveTo>
                <a:cubicBezTo>
                  <a:pt x="94200" y="18238"/>
                  <a:pt x="93037" y="18716"/>
                  <a:pt x="92194" y="19568"/>
                </a:cubicBezTo>
                <a:cubicBezTo>
                  <a:pt x="91337" y="20419"/>
                  <a:pt x="90857" y="21575"/>
                  <a:pt x="90857" y="22780"/>
                </a:cubicBezTo>
                <a:cubicBezTo>
                  <a:pt x="90857" y="23985"/>
                  <a:pt x="91337" y="25141"/>
                  <a:pt x="92194" y="25992"/>
                </a:cubicBezTo>
                <a:cubicBezTo>
                  <a:pt x="93037" y="26844"/>
                  <a:pt x="94200" y="27322"/>
                  <a:pt x="95407" y="27322"/>
                </a:cubicBezTo>
                <a:cubicBezTo>
                  <a:pt x="96598" y="27322"/>
                  <a:pt x="97762" y="26844"/>
                  <a:pt x="98620" y="25992"/>
                </a:cubicBezTo>
                <a:cubicBezTo>
                  <a:pt x="99463" y="25141"/>
                  <a:pt x="99943" y="23985"/>
                  <a:pt x="99943" y="22780"/>
                </a:cubicBezTo>
                <a:cubicBezTo>
                  <a:pt x="99943" y="21575"/>
                  <a:pt x="99463" y="20419"/>
                  <a:pt x="98620" y="19568"/>
                </a:cubicBezTo>
                <a:cubicBezTo>
                  <a:pt x="97762" y="18716"/>
                  <a:pt x="96598" y="18238"/>
                  <a:pt x="95407" y="18238"/>
                </a:cubicBezTo>
                <a:close/>
                <a:moveTo>
                  <a:pt x="22721" y="36407"/>
                </a:moveTo>
                <a:cubicBezTo>
                  <a:pt x="21515" y="36407"/>
                  <a:pt x="20352" y="36885"/>
                  <a:pt x="19509" y="37736"/>
                </a:cubicBezTo>
                <a:cubicBezTo>
                  <a:pt x="18652" y="38588"/>
                  <a:pt x="18171" y="39744"/>
                  <a:pt x="18171" y="40949"/>
                </a:cubicBezTo>
                <a:cubicBezTo>
                  <a:pt x="18171" y="42154"/>
                  <a:pt x="18652" y="43309"/>
                  <a:pt x="19509" y="44161"/>
                </a:cubicBezTo>
                <a:cubicBezTo>
                  <a:pt x="20352" y="45013"/>
                  <a:pt x="21515" y="45491"/>
                  <a:pt x="22721" y="45491"/>
                </a:cubicBezTo>
                <a:cubicBezTo>
                  <a:pt x="23913" y="45491"/>
                  <a:pt x="25077" y="45013"/>
                  <a:pt x="25934" y="44161"/>
                </a:cubicBezTo>
                <a:cubicBezTo>
                  <a:pt x="26777" y="43309"/>
                  <a:pt x="27258" y="42154"/>
                  <a:pt x="27258" y="40949"/>
                </a:cubicBezTo>
                <a:cubicBezTo>
                  <a:pt x="27258" y="39744"/>
                  <a:pt x="26777" y="38588"/>
                  <a:pt x="25934" y="37736"/>
                </a:cubicBezTo>
                <a:cubicBezTo>
                  <a:pt x="25077" y="36885"/>
                  <a:pt x="23913" y="36407"/>
                  <a:pt x="22721" y="36407"/>
                </a:cubicBezTo>
                <a:close/>
                <a:moveTo>
                  <a:pt x="95407" y="36407"/>
                </a:moveTo>
                <a:cubicBezTo>
                  <a:pt x="94200" y="36407"/>
                  <a:pt x="93037" y="36885"/>
                  <a:pt x="92194" y="37736"/>
                </a:cubicBezTo>
                <a:cubicBezTo>
                  <a:pt x="91337" y="38588"/>
                  <a:pt x="90857" y="39744"/>
                  <a:pt x="90857" y="40949"/>
                </a:cubicBezTo>
                <a:cubicBezTo>
                  <a:pt x="90857" y="42154"/>
                  <a:pt x="91337" y="43309"/>
                  <a:pt x="92194" y="44161"/>
                </a:cubicBezTo>
                <a:cubicBezTo>
                  <a:pt x="93037" y="45013"/>
                  <a:pt x="94200" y="45491"/>
                  <a:pt x="95407" y="45491"/>
                </a:cubicBezTo>
                <a:cubicBezTo>
                  <a:pt x="96598" y="45491"/>
                  <a:pt x="97762" y="45013"/>
                  <a:pt x="98620" y="44161"/>
                </a:cubicBezTo>
                <a:cubicBezTo>
                  <a:pt x="99463" y="43309"/>
                  <a:pt x="99943" y="42154"/>
                  <a:pt x="99943" y="40949"/>
                </a:cubicBezTo>
                <a:cubicBezTo>
                  <a:pt x="99943" y="39744"/>
                  <a:pt x="99463" y="38588"/>
                  <a:pt x="98620" y="37736"/>
                </a:cubicBezTo>
                <a:cubicBezTo>
                  <a:pt x="97762" y="36885"/>
                  <a:pt x="96598" y="36407"/>
                  <a:pt x="95407" y="36407"/>
                </a:cubicBezTo>
                <a:close/>
                <a:moveTo>
                  <a:pt x="95407" y="54576"/>
                </a:moveTo>
                <a:cubicBezTo>
                  <a:pt x="94200" y="54576"/>
                  <a:pt x="93037" y="55053"/>
                  <a:pt x="92194" y="55905"/>
                </a:cubicBezTo>
                <a:cubicBezTo>
                  <a:pt x="91337" y="56757"/>
                  <a:pt x="90857" y="57913"/>
                  <a:pt x="90857" y="59118"/>
                </a:cubicBezTo>
                <a:cubicBezTo>
                  <a:pt x="90857" y="60323"/>
                  <a:pt x="91337" y="61478"/>
                  <a:pt x="92194" y="62330"/>
                </a:cubicBezTo>
                <a:cubicBezTo>
                  <a:pt x="93037" y="63182"/>
                  <a:pt x="94200" y="63660"/>
                  <a:pt x="95407" y="63660"/>
                </a:cubicBezTo>
                <a:cubicBezTo>
                  <a:pt x="96598" y="63660"/>
                  <a:pt x="97762" y="63182"/>
                  <a:pt x="98620" y="62330"/>
                </a:cubicBezTo>
                <a:cubicBezTo>
                  <a:pt x="99463" y="61478"/>
                  <a:pt x="99943" y="60323"/>
                  <a:pt x="99943" y="59118"/>
                </a:cubicBezTo>
                <a:cubicBezTo>
                  <a:pt x="99943" y="57913"/>
                  <a:pt x="99463" y="56757"/>
                  <a:pt x="98620" y="55905"/>
                </a:cubicBezTo>
                <a:cubicBezTo>
                  <a:pt x="97762" y="55053"/>
                  <a:pt x="96598" y="54576"/>
                  <a:pt x="95407" y="54576"/>
                </a:cubicBezTo>
                <a:close/>
                <a:moveTo>
                  <a:pt x="95407" y="72744"/>
                </a:moveTo>
                <a:cubicBezTo>
                  <a:pt x="94200" y="72744"/>
                  <a:pt x="93037" y="73222"/>
                  <a:pt x="92194" y="74074"/>
                </a:cubicBezTo>
                <a:cubicBezTo>
                  <a:pt x="91337" y="74926"/>
                  <a:pt x="90857" y="76081"/>
                  <a:pt x="90857" y="77287"/>
                </a:cubicBezTo>
                <a:cubicBezTo>
                  <a:pt x="90857" y="78491"/>
                  <a:pt x="91337" y="79647"/>
                  <a:pt x="92194" y="80499"/>
                </a:cubicBezTo>
                <a:cubicBezTo>
                  <a:pt x="93037" y="81350"/>
                  <a:pt x="94200" y="81829"/>
                  <a:pt x="95407" y="81829"/>
                </a:cubicBezTo>
                <a:cubicBezTo>
                  <a:pt x="96598" y="81829"/>
                  <a:pt x="97762" y="81350"/>
                  <a:pt x="98620" y="80499"/>
                </a:cubicBezTo>
                <a:cubicBezTo>
                  <a:pt x="99463" y="79647"/>
                  <a:pt x="99943" y="78491"/>
                  <a:pt x="99943" y="77287"/>
                </a:cubicBezTo>
                <a:cubicBezTo>
                  <a:pt x="99943" y="76081"/>
                  <a:pt x="99463" y="74926"/>
                  <a:pt x="98620" y="74074"/>
                </a:cubicBezTo>
                <a:cubicBezTo>
                  <a:pt x="97762" y="73222"/>
                  <a:pt x="96598" y="72744"/>
                  <a:pt x="95407" y="7274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4" name="Чёрный — SVG 15">
            <a:extLst>
              <a:ext uri="{FF2B5EF4-FFF2-40B4-BE49-F238E27FC236}">
                <a16:creationId xmlns:a16="http://schemas.microsoft.com/office/drawing/2014/main" id="{7B8A47FD-3AA4-EC4C-8BAD-ED4B6E05B969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15942 w 134695"/>
              <a:gd name="csY0" fmla="*/ 0 h 148847"/>
              <a:gd name="csX1" fmla="*/ 0 w 134695"/>
              <a:gd name="csY1" fmla="*/ 15948 h 148847"/>
              <a:gd name="csX2" fmla="*/ 0 w 134695"/>
              <a:gd name="csY2" fmla="*/ 125811 h 148847"/>
              <a:gd name="csX3" fmla="*/ 15942 w 134695"/>
              <a:gd name="csY3" fmla="*/ 141759 h 148847"/>
              <a:gd name="csX4" fmla="*/ 62524 w 134695"/>
              <a:gd name="csY4" fmla="*/ 141759 h 148847"/>
              <a:gd name="csX5" fmla="*/ 49628 w 134695"/>
              <a:gd name="csY5" fmla="*/ 109863 h 148847"/>
              <a:gd name="csX6" fmla="*/ 95700 w 134695"/>
              <a:gd name="csY6" fmla="*/ 63792 h 148847"/>
              <a:gd name="csX7" fmla="*/ 113428 w 134695"/>
              <a:gd name="csY7" fmla="*/ 67350 h 148847"/>
              <a:gd name="csX8" fmla="*/ 113428 w 134695"/>
              <a:gd name="csY8" fmla="*/ 56704 h 148847"/>
              <a:gd name="csX9" fmla="*/ 72664 w 134695"/>
              <a:gd name="csY9" fmla="*/ 56704 h 148847"/>
              <a:gd name="csX10" fmla="*/ 56706 w 134695"/>
              <a:gd name="csY10" fmla="*/ 40756 h 148847"/>
              <a:gd name="csX11" fmla="*/ 56706 w 134695"/>
              <a:gd name="csY11" fmla="*/ 0 h 148847"/>
              <a:gd name="csX12" fmla="*/ 15942 w 134695"/>
              <a:gd name="csY12" fmla="*/ 0 h 148847"/>
              <a:gd name="csX13" fmla="*/ 67339 w 134695"/>
              <a:gd name="csY13" fmla="*/ 3115 h 148847"/>
              <a:gd name="csX14" fmla="*/ 67339 w 134695"/>
              <a:gd name="csY14" fmla="*/ 40756 h 148847"/>
              <a:gd name="csX15" fmla="*/ 72664 w 134695"/>
              <a:gd name="csY15" fmla="*/ 46072 h 148847"/>
              <a:gd name="csX16" fmla="*/ 110315 w 134695"/>
              <a:gd name="csY16" fmla="*/ 46072 h 148847"/>
              <a:gd name="csX17" fmla="*/ 67339 w 134695"/>
              <a:gd name="csY17" fmla="*/ 3115 h 148847"/>
              <a:gd name="csX18" fmla="*/ 95700 w 134695"/>
              <a:gd name="csY18" fmla="*/ 70880 h 148847"/>
              <a:gd name="csX19" fmla="*/ 56706 w 134695"/>
              <a:gd name="csY19" fmla="*/ 109863 h 148847"/>
              <a:gd name="csX20" fmla="*/ 95700 w 134695"/>
              <a:gd name="csY20" fmla="*/ 148847 h 148847"/>
              <a:gd name="csX21" fmla="*/ 134695 w 134695"/>
              <a:gd name="csY21" fmla="*/ 109863 h 148847"/>
              <a:gd name="csX22" fmla="*/ 95700 w 134695"/>
              <a:gd name="csY22" fmla="*/ 70880 h 148847"/>
              <a:gd name="csX23" fmla="*/ 116967 w 134695"/>
              <a:gd name="csY23" fmla="*/ 92144 h 148847"/>
              <a:gd name="csX24" fmla="*/ 119468 w 134695"/>
              <a:gd name="csY24" fmla="*/ 93182 h 148847"/>
              <a:gd name="csX25" fmla="*/ 119468 w 134695"/>
              <a:gd name="csY25" fmla="*/ 98193 h 148847"/>
              <a:gd name="csX26" fmla="*/ 91124 w 134695"/>
              <a:gd name="csY26" fmla="*/ 126545 h 148847"/>
              <a:gd name="csX27" fmla="*/ 88606 w 134695"/>
              <a:gd name="csY27" fmla="*/ 127583 h 148847"/>
              <a:gd name="csX28" fmla="*/ 86105 w 134695"/>
              <a:gd name="csY28" fmla="*/ 126545 h 148847"/>
              <a:gd name="csX29" fmla="*/ 71933 w 134695"/>
              <a:gd name="csY29" fmla="*/ 112369 h 148847"/>
              <a:gd name="csX30" fmla="*/ 71933 w 134695"/>
              <a:gd name="csY30" fmla="*/ 107358 h 148847"/>
              <a:gd name="csX31" fmla="*/ 76935 w 134695"/>
              <a:gd name="csY31" fmla="*/ 107358 h 148847"/>
              <a:gd name="csX32" fmla="*/ 88606 w 134695"/>
              <a:gd name="csY32" fmla="*/ 119028 h 148847"/>
              <a:gd name="csX33" fmla="*/ 114466 w 134695"/>
              <a:gd name="csY33" fmla="*/ 93182 h 148847"/>
              <a:gd name="csX34" fmla="*/ 116967 w 134695"/>
              <a:gd name="csY34" fmla="*/ 92144 h 148847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6" y="0"/>
                  <a:pt x="4754" y="4807"/>
                  <a:pt x="4754" y="10714"/>
                </a:cubicBezTo>
                <a:lnTo>
                  <a:pt x="4754" y="84524"/>
                </a:lnTo>
                <a:cubicBezTo>
                  <a:pt x="4754" y="90431"/>
                  <a:pt x="9566" y="95238"/>
                  <a:pt x="15464" y="95238"/>
                </a:cubicBezTo>
                <a:lnTo>
                  <a:pt x="46759" y="95238"/>
                </a:lnTo>
                <a:cubicBezTo>
                  <a:pt x="41410" y="89671"/>
                  <a:pt x="38095" y="82126"/>
                  <a:pt x="38095" y="73809"/>
                </a:cubicBezTo>
                <a:cubicBezTo>
                  <a:pt x="38095" y="56743"/>
                  <a:pt x="51983" y="42857"/>
                  <a:pt x="69048" y="42857"/>
                </a:cubicBezTo>
                <a:cubicBezTo>
                  <a:pt x="73266" y="42857"/>
                  <a:pt x="77289" y="43714"/>
                  <a:pt x="80958" y="45248"/>
                </a:cubicBezTo>
                <a:lnTo>
                  <a:pt x="80958" y="38095"/>
                </a:lnTo>
                <a:lnTo>
                  <a:pt x="53572" y="38095"/>
                </a:lnTo>
                <a:cubicBezTo>
                  <a:pt x="47662" y="38095"/>
                  <a:pt x="42851" y="33288"/>
                  <a:pt x="42851" y="27381"/>
                </a:cubicBezTo>
                <a:lnTo>
                  <a:pt x="42851" y="0"/>
                </a:lnTo>
                <a:lnTo>
                  <a:pt x="15464" y="0"/>
                </a:lnTo>
                <a:close/>
                <a:moveTo>
                  <a:pt x="49994" y="2093"/>
                </a:moveTo>
                <a:lnTo>
                  <a:pt x="49994" y="27381"/>
                </a:lnTo>
                <a:cubicBezTo>
                  <a:pt x="49994" y="29350"/>
                  <a:pt x="51606" y="30953"/>
                  <a:pt x="53572" y="30953"/>
                </a:cubicBezTo>
                <a:lnTo>
                  <a:pt x="78867" y="30953"/>
                </a:lnTo>
                <a:lnTo>
                  <a:pt x="49994" y="2093"/>
                </a:lnTo>
                <a:close/>
                <a:moveTo>
                  <a:pt x="69048" y="47619"/>
                </a:moveTo>
                <a:cubicBezTo>
                  <a:pt x="54578" y="47619"/>
                  <a:pt x="42851" y="59346"/>
                  <a:pt x="42851" y="73809"/>
                </a:cubicBezTo>
                <a:cubicBezTo>
                  <a:pt x="42851" y="88274"/>
                  <a:pt x="54578" y="100000"/>
                  <a:pt x="69048" y="100000"/>
                </a:cubicBezTo>
                <a:cubicBezTo>
                  <a:pt x="83519" y="100000"/>
                  <a:pt x="95246" y="88274"/>
                  <a:pt x="95246" y="73809"/>
                </a:cubicBezTo>
                <a:cubicBezTo>
                  <a:pt x="95246" y="59346"/>
                  <a:pt x="83519" y="47619"/>
                  <a:pt x="69048" y="47619"/>
                </a:cubicBezTo>
                <a:close/>
                <a:moveTo>
                  <a:pt x="83336" y="61905"/>
                </a:moveTo>
                <a:cubicBezTo>
                  <a:pt x="83942" y="61905"/>
                  <a:pt x="84559" y="62137"/>
                  <a:pt x="85016" y="62603"/>
                </a:cubicBezTo>
                <a:cubicBezTo>
                  <a:pt x="85953" y="63533"/>
                  <a:pt x="85953" y="65038"/>
                  <a:pt x="85016" y="65969"/>
                </a:cubicBezTo>
                <a:lnTo>
                  <a:pt x="65974" y="85017"/>
                </a:lnTo>
                <a:cubicBezTo>
                  <a:pt x="65505" y="85481"/>
                  <a:pt x="64900" y="85714"/>
                  <a:pt x="64282" y="85714"/>
                </a:cubicBezTo>
                <a:cubicBezTo>
                  <a:pt x="63676" y="85714"/>
                  <a:pt x="63070" y="85481"/>
                  <a:pt x="62602" y="85017"/>
                </a:cubicBezTo>
                <a:lnTo>
                  <a:pt x="53081" y="75493"/>
                </a:lnTo>
                <a:cubicBezTo>
                  <a:pt x="52143" y="74562"/>
                  <a:pt x="52143" y="73057"/>
                  <a:pt x="53081" y="72126"/>
                </a:cubicBezTo>
                <a:cubicBezTo>
                  <a:pt x="54006" y="71195"/>
                  <a:pt x="55515" y="71195"/>
                  <a:pt x="56441" y="72126"/>
                </a:cubicBezTo>
                <a:lnTo>
                  <a:pt x="64282" y="79967"/>
                </a:lnTo>
                <a:lnTo>
                  <a:pt x="81656" y="62603"/>
                </a:lnTo>
                <a:cubicBezTo>
                  <a:pt x="82113" y="62137"/>
                  <a:pt x="82730" y="61905"/>
                  <a:pt x="83336" y="6190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5" name="Чёрный — SVG 16">
            <a:extLst>
              <a:ext uri="{FF2B5EF4-FFF2-40B4-BE49-F238E27FC236}">
                <a16:creationId xmlns:a16="http://schemas.microsoft.com/office/drawing/2014/main" id="{727FB7E4-C01F-F245-ADAE-7582175543B5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21267 w 120506"/>
              <a:gd name="csY0" fmla="*/ 0 h 134671"/>
              <a:gd name="csX1" fmla="*/ 0 w 120506"/>
              <a:gd name="csY1" fmla="*/ 21264 h 134671"/>
              <a:gd name="csX2" fmla="*/ 14172 w 120506"/>
              <a:gd name="csY2" fmla="*/ 41289 h 134671"/>
              <a:gd name="csX3" fmla="*/ 14172 w 120506"/>
              <a:gd name="csY3" fmla="*/ 93382 h 134671"/>
              <a:gd name="csX4" fmla="*/ 0 w 120506"/>
              <a:gd name="csY4" fmla="*/ 113408 h 134671"/>
              <a:gd name="csX5" fmla="*/ 21267 w 120506"/>
              <a:gd name="csY5" fmla="*/ 134672 h 134671"/>
              <a:gd name="csX6" fmla="*/ 42534 w 120506"/>
              <a:gd name="csY6" fmla="*/ 113408 h 134671"/>
              <a:gd name="csX7" fmla="*/ 28378 w 120506"/>
              <a:gd name="csY7" fmla="*/ 93396 h 134671"/>
              <a:gd name="csX8" fmla="*/ 29637 w 120506"/>
              <a:gd name="csY8" fmla="*/ 90288 h 134671"/>
              <a:gd name="csX9" fmla="*/ 35490 w 120506"/>
              <a:gd name="csY9" fmla="*/ 87367 h 134671"/>
              <a:gd name="csX10" fmla="*/ 61282 w 120506"/>
              <a:gd name="csY10" fmla="*/ 83290 h 134671"/>
              <a:gd name="csX11" fmla="*/ 91158 w 120506"/>
              <a:gd name="csY11" fmla="*/ 73289 h 134671"/>
              <a:gd name="csX12" fmla="*/ 106300 w 120506"/>
              <a:gd name="csY12" fmla="*/ 41296 h 134671"/>
              <a:gd name="csX13" fmla="*/ 120506 w 120506"/>
              <a:gd name="csY13" fmla="*/ 21264 h 134671"/>
              <a:gd name="csX14" fmla="*/ 99239 w 120506"/>
              <a:gd name="csY14" fmla="*/ 0 h 134671"/>
              <a:gd name="csX15" fmla="*/ 77973 w 120506"/>
              <a:gd name="csY15" fmla="*/ 21264 h 134671"/>
              <a:gd name="csX16" fmla="*/ 92127 w 120506"/>
              <a:gd name="csY16" fmla="*/ 41283 h 134671"/>
              <a:gd name="csX17" fmla="*/ 82974 w 120506"/>
              <a:gd name="csY17" fmla="*/ 61715 h 134671"/>
              <a:gd name="csX18" fmla="*/ 59224 w 120506"/>
              <a:gd name="csY18" fmla="*/ 69261 h 134671"/>
              <a:gd name="csX19" fmla="*/ 31424 w 120506"/>
              <a:gd name="csY19" fmla="*/ 73794 h 134671"/>
              <a:gd name="csX20" fmla="*/ 28361 w 120506"/>
              <a:gd name="csY20" fmla="*/ 74992 h 134671"/>
              <a:gd name="csX21" fmla="*/ 28361 w 120506"/>
              <a:gd name="csY21" fmla="*/ 41289 h 134671"/>
              <a:gd name="csX22" fmla="*/ 42534 w 120506"/>
              <a:gd name="csY22" fmla="*/ 21264 h 134671"/>
              <a:gd name="csX23" fmla="*/ 21267 w 120506"/>
              <a:gd name="csY23" fmla="*/ 0 h 134671"/>
            </a:gdLst>
            <a:ahLst/>
            <a:cxnLst/>
            <a:rect l="l" t="t" r="r" b="b"/>
            <a:pathLst>
              <a:path w="100000" h="100000">
                <a:moveTo>
                  <a:pt x="21051" y="0"/>
                </a:moveTo>
                <a:cubicBezTo>
                  <a:pt x="12347" y="0"/>
                  <a:pt x="5259" y="7084"/>
                  <a:pt x="5259" y="15790"/>
                </a:cubicBezTo>
                <a:cubicBezTo>
                  <a:pt x="5259" y="22647"/>
                  <a:pt x="9668" y="28484"/>
                  <a:pt x="15783" y="30659"/>
                </a:cubicBezTo>
                <a:lnTo>
                  <a:pt x="15783" y="69341"/>
                </a:lnTo>
                <a:cubicBezTo>
                  <a:pt x="9668" y="71517"/>
                  <a:pt x="5259" y="77354"/>
                  <a:pt x="5259" y="84211"/>
                </a:cubicBezTo>
                <a:cubicBezTo>
                  <a:pt x="5259" y="92915"/>
                  <a:pt x="12347" y="100001"/>
                  <a:pt x="21051" y="100001"/>
                </a:cubicBezTo>
                <a:cubicBezTo>
                  <a:pt x="29755" y="100001"/>
                  <a:pt x="36843" y="92915"/>
                  <a:pt x="36843" y="84211"/>
                </a:cubicBezTo>
                <a:cubicBezTo>
                  <a:pt x="36843" y="77361"/>
                  <a:pt x="32446" y="71533"/>
                  <a:pt x="26331" y="69351"/>
                </a:cubicBezTo>
                <a:cubicBezTo>
                  <a:pt x="26382" y="68086"/>
                  <a:pt x="26660" y="67646"/>
                  <a:pt x="27266" y="67043"/>
                </a:cubicBezTo>
                <a:cubicBezTo>
                  <a:pt x="27923" y="66377"/>
                  <a:pt x="29364" y="65546"/>
                  <a:pt x="31612" y="64874"/>
                </a:cubicBezTo>
                <a:cubicBezTo>
                  <a:pt x="36097" y="63530"/>
                  <a:pt x="43272" y="62947"/>
                  <a:pt x="50764" y="61847"/>
                </a:cubicBezTo>
                <a:cubicBezTo>
                  <a:pt x="58268" y="60748"/>
                  <a:pt x="66278" y="59131"/>
                  <a:pt x="72949" y="54421"/>
                </a:cubicBezTo>
                <a:cubicBezTo>
                  <a:pt x="79518" y="49767"/>
                  <a:pt x="84091" y="41685"/>
                  <a:pt x="84192" y="30664"/>
                </a:cubicBezTo>
                <a:cubicBezTo>
                  <a:pt x="90332" y="28495"/>
                  <a:pt x="94741" y="22654"/>
                  <a:pt x="94741" y="15790"/>
                </a:cubicBezTo>
                <a:cubicBezTo>
                  <a:pt x="94741" y="7084"/>
                  <a:pt x="87653" y="0"/>
                  <a:pt x="78949" y="0"/>
                </a:cubicBezTo>
                <a:cubicBezTo>
                  <a:pt x="70245" y="0"/>
                  <a:pt x="63158" y="7084"/>
                  <a:pt x="63158" y="15790"/>
                </a:cubicBezTo>
                <a:cubicBezTo>
                  <a:pt x="63158" y="22642"/>
                  <a:pt x="67554" y="28474"/>
                  <a:pt x="73668" y="30655"/>
                </a:cubicBezTo>
                <a:cubicBezTo>
                  <a:pt x="73593" y="39047"/>
                  <a:pt x="70990" y="42907"/>
                  <a:pt x="66871" y="45826"/>
                </a:cubicBezTo>
                <a:cubicBezTo>
                  <a:pt x="62678" y="48793"/>
                  <a:pt x="56209" y="50405"/>
                  <a:pt x="49236" y="51430"/>
                </a:cubicBezTo>
                <a:cubicBezTo>
                  <a:pt x="42262" y="52453"/>
                  <a:pt x="34960" y="52887"/>
                  <a:pt x="28593" y="54796"/>
                </a:cubicBezTo>
                <a:cubicBezTo>
                  <a:pt x="27810" y="55030"/>
                  <a:pt x="27077" y="55392"/>
                  <a:pt x="26319" y="55685"/>
                </a:cubicBezTo>
                <a:lnTo>
                  <a:pt x="26319" y="30659"/>
                </a:lnTo>
                <a:cubicBezTo>
                  <a:pt x="32433" y="28484"/>
                  <a:pt x="36843" y="22647"/>
                  <a:pt x="36843" y="15790"/>
                </a:cubicBezTo>
                <a:cubicBezTo>
                  <a:pt x="36843" y="7084"/>
                  <a:pt x="29755" y="0"/>
                  <a:pt x="21051" y="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6" name="Чёрный — SVG 17">
            <a:extLst>
              <a:ext uri="{FF2B5EF4-FFF2-40B4-BE49-F238E27FC236}">
                <a16:creationId xmlns:a16="http://schemas.microsoft.com/office/drawing/2014/main" id="{92615534-BEF9-DE47-9F32-07F7EC2D186E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21267 w 127600"/>
              <a:gd name="csY0" fmla="*/ 0 h 141759"/>
              <a:gd name="csX1" fmla="*/ 0 w 127600"/>
              <a:gd name="csY1" fmla="*/ 21264 h 141759"/>
              <a:gd name="csX2" fmla="*/ 0 w 127600"/>
              <a:gd name="csY2" fmla="*/ 30124 h 141759"/>
              <a:gd name="csX3" fmla="*/ 5308 w 127600"/>
              <a:gd name="csY3" fmla="*/ 35440 h 141759"/>
              <a:gd name="csX4" fmla="*/ 14172 w 127600"/>
              <a:gd name="csY4" fmla="*/ 35440 h 141759"/>
              <a:gd name="csX5" fmla="*/ 19497 w 127600"/>
              <a:gd name="csY5" fmla="*/ 35440 h 141759"/>
              <a:gd name="csX6" fmla="*/ 36085 w 127600"/>
              <a:gd name="csY6" fmla="*/ 42528 h 141759"/>
              <a:gd name="csX7" fmla="*/ 101009 w 127600"/>
              <a:gd name="csY7" fmla="*/ 42528 h 141759"/>
              <a:gd name="csX8" fmla="*/ 106334 w 127600"/>
              <a:gd name="csY8" fmla="*/ 47844 h 141759"/>
              <a:gd name="csX9" fmla="*/ 101009 w 127600"/>
              <a:gd name="csY9" fmla="*/ 53160 h 141759"/>
              <a:gd name="csX10" fmla="*/ 41887 w 127600"/>
              <a:gd name="csY10" fmla="*/ 53160 h 141759"/>
              <a:gd name="csX11" fmla="*/ 42534 w 127600"/>
              <a:gd name="csY11" fmla="*/ 58476 h 141759"/>
              <a:gd name="csX12" fmla="*/ 42534 w 127600"/>
              <a:gd name="csY12" fmla="*/ 63792 h 141759"/>
              <a:gd name="csX13" fmla="*/ 65570 w 127600"/>
              <a:gd name="csY13" fmla="*/ 63792 h 141759"/>
              <a:gd name="csX14" fmla="*/ 70895 w 127600"/>
              <a:gd name="csY14" fmla="*/ 69108 h 141759"/>
              <a:gd name="csX15" fmla="*/ 65570 w 127600"/>
              <a:gd name="csY15" fmla="*/ 74424 h 141759"/>
              <a:gd name="csX16" fmla="*/ 42534 w 127600"/>
              <a:gd name="csY16" fmla="*/ 74424 h 141759"/>
              <a:gd name="csX17" fmla="*/ 42534 w 127600"/>
              <a:gd name="csY17" fmla="*/ 115145 h 141759"/>
              <a:gd name="csX18" fmla="*/ 40152 w 127600"/>
              <a:gd name="csY18" fmla="*/ 124475 h 141759"/>
              <a:gd name="csX19" fmla="*/ 30726 w 127600"/>
              <a:gd name="csY19" fmla="*/ 141759 h 141759"/>
              <a:gd name="csX20" fmla="*/ 111642 w 127600"/>
              <a:gd name="csY20" fmla="*/ 141759 h 141759"/>
              <a:gd name="csX21" fmla="*/ 127601 w 127600"/>
              <a:gd name="csY21" fmla="*/ 125811 h 141759"/>
              <a:gd name="csX22" fmla="*/ 127601 w 127600"/>
              <a:gd name="csY22" fmla="*/ 21264 h 141759"/>
              <a:gd name="csX23" fmla="*/ 106334 w 127600"/>
              <a:gd name="csY23" fmla="*/ 0 h 141759"/>
              <a:gd name="csX24" fmla="*/ 21267 w 127600"/>
              <a:gd name="csY24" fmla="*/ 0 h 141759"/>
              <a:gd name="csX25" fmla="*/ 21267 w 127600"/>
              <a:gd name="csY25" fmla="*/ 10632 h 141759"/>
              <a:gd name="csX26" fmla="*/ 87926 w 127600"/>
              <a:gd name="csY26" fmla="*/ 10632 h 141759"/>
              <a:gd name="csX27" fmla="*/ 85067 w 127600"/>
              <a:gd name="csY27" fmla="*/ 21264 h 141759"/>
              <a:gd name="csX28" fmla="*/ 85067 w 127600"/>
              <a:gd name="csY28" fmla="*/ 24808 h 141759"/>
              <a:gd name="csX29" fmla="*/ 10633 w 127600"/>
              <a:gd name="csY29" fmla="*/ 24808 h 141759"/>
              <a:gd name="csX30" fmla="*/ 10633 w 127600"/>
              <a:gd name="csY30" fmla="*/ 21264 h 141759"/>
              <a:gd name="csX31" fmla="*/ 21267 w 127600"/>
              <a:gd name="csY31" fmla="*/ 10632 h 141759"/>
              <a:gd name="csX32" fmla="*/ 19497 w 127600"/>
              <a:gd name="csY32" fmla="*/ 42528 h 141759"/>
              <a:gd name="csX33" fmla="*/ 3539 w 127600"/>
              <a:gd name="csY33" fmla="*/ 58476 h 141759"/>
              <a:gd name="csX34" fmla="*/ 3539 w 127600"/>
              <a:gd name="csY34" fmla="*/ 115145 h 141759"/>
              <a:gd name="csX35" fmla="*/ 5053 w 127600"/>
              <a:gd name="csY35" fmla="*/ 121084 h 141759"/>
              <a:gd name="csX36" fmla="*/ 14836 w 127600"/>
              <a:gd name="csY36" fmla="*/ 138990 h 141759"/>
              <a:gd name="csX37" fmla="*/ 19497 w 127600"/>
              <a:gd name="csY37" fmla="*/ 141759 h 141759"/>
              <a:gd name="csX38" fmla="*/ 24159 w 127600"/>
              <a:gd name="csY38" fmla="*/ 138990 h 141759"/>
              <a:gd name="csX39" fmla="*/ 33925 w 127600"/>
              <a:gd name="csY39" fmla="*/ 121077 h 141759"/>
              <a:gd name="csX40" fmla="*/ 35439 w 127600"/>
              <a:gd name="csY40" fmla="*/ 115145 h 141759"/>
              <a:gd name="csX41" fmla="*/ 35439 w 127600"/>
              <a:gd name="csY41" fmla="*/ 58476 h 141759"/>
              <a:gd name="csX42" fmla="*/ 19497 w 127600"/>
              <a:gd name="csY42" fmla="*/ 42528 h 141759"/>
              <a:gd name="csX43" fmla="*/ 95700 w 127600"/>
              <a:gd name="csY43" fmla="*/ 77968 h 141759"/>
              <a:gd name="csX44" fmla="*/ 109873 w 127600"/>
              <a:gd name="csY44" fmla="*/ 92144 h 141759"/>
              <a:gd name="csX45" fmla="*/ 95700 w 127600"/>
              <a:gd name="csY45" fmla="*/ 106319 h 141759"/>
              <a:gd name="csX46" fmla="*/ 81528 w 127600"/>
              <a:gd name="csY46" fmla="*/ 92144 h 141759"/>
              <a:gd name="csX47" fmla="*/ 95700 w 127600"/>
              <a:gd name="csY47" fmla="*/ 77968 h 141759"/>
              <a:gd name="csX48" fmla="*/ 81528 w 127600"/>
              <a:gd name="csY48" fmla="*/ 112452 h 141759"/>
              <a:gd name="csX49" fmla="*/ 95700 w 127600"/>
              <a:gd name="csY49" fmla="*/ 116951 h 141759"/>
              <a:gd name="csX50" fmla="*/ 109873 w 127600"/>
              <a:gd name="csY50" fmla="*/ 112452 h 141759"/>
              <a:gd name="csX51" fmla="*/ 109873 w 127600"/>
              <a:gd name="csY51" fmla="*/ 125811 h 141759"/>
              <a:gd name="csX52" fmla="*/ 107235 w 127600"/>
              <a:gd name="csY52" fmla="*/ 130407 h 141759"/>
              <a:gd name="csX53" fmla="*/ 104564 w 127600"/>
              <a:gd name="csY53" fmla="*/ 131127 h 141759"/>
              <a:gd name="csX54" fmla="*/ 101928 w 127600"/>
              <a:gd name="csY54" fmla="*/ 130428 h 141759"/>
              <a:gd name="csX55" fmla="*/ 95700 w 127600"/>
              <a:gd name="csY55" fmla="*/ 126870 h 141759"/>
              <a:gd name="csX56" fmla="*/ 89473 w 127600"/>
              <a:gd name="csY56" fmla="*/ 130428 h 141759"/>
              <a:gd name="csX57" fmla="*/ 84166 w 127600"/>
              <a:gd name="csY57" fmla="*/ 130407 h 141759"/>
              <a:gd name="csX58" fmla="*/ 81528 w 127600"/>
              <a:gd name="csY58" fmla="*/ 125811 h 141759"/>
              <a:gd name="csX59" fmla="*/ 81528 w 127600"/>
              <a:gd name="csY59" fmla="*/ 112452 h 141759"/>
            </a:gdLst>
            <a:ahLst/>
            <a:cxnLst/>
            <a:rect l="l" t="t" r="r" b="b"/>
            <a:pathLst>
              <a:path w="100000" h="100000">
                <a:moveTo>
                  <a:pt x="19996" y="0"/>
                </a:moveTo>
                <a:cubicBezTo>
                  <a:pt x="11727" y="0"/>
                  <a:pt x="4994" y="6728"/>
                  <a:pt x="4994" y="15000"/>
                </a:cubicBezTo>
                <a:lnTo>
                  <a:pt x="4994" y="21250"/>
                </a:lnTo>
                <a:cubicBezTo>
                  <a:pt x="4994" y="23323"/>
                  <a:pt x="6674" y="25000"/>
                  <a:pt x="8738" y="25000"/>
                </a:cubicBezTo>
                <a:lnTo>
                  <a:pt x="14991" y="25000"/>
                </a:lnTo>
                <a:lnTo>
                  <a:pt x="18748" y="25000"/>
                </a:lnTo>
                <a:cubicBezTo>
                  <a:pt x="23345" y="25000"/>
                  <a:pt x="27486" y="26925"/>
                  <a:pt x="30449" y="30000"/>
                </a:cubicBezTo>
                <a:lnTo>
                  <a:pt x="76248" y="30000"/>
                </a:lnTo>
                <a:cubicBezTo>
                  <a:pt x="78324" y="30000"/>
                  <a:pt x="80004" y="31678"/>
                  <a:pt x="80004" y="33750"/>
                </a:cubicBezTo>
                <a:cubicBezTo>
                  <a:pt x="80004" y="35823"/>
                  <a:pt x="78324" y="37500"/>
                  <a:pt x="76248" y="37500"/>
                </a:cubicBezTo>
                <a:lnTo>
                  <a:pt x="34542" y="37500"/>
                </a:lnTo>
                <a:cubicBezTo>
                  <a:pt x="34830" y="38705"/>
                  <a:pt x="34998" y="39957"/>
                  <a:pt x="34998" y="41250"/>
                </a:cubicBezTo>
                <a:lnTo>
                  <a:pt x="34998" y="45000"/>
                </a:lnTo>
                <a:lnTo>
                  <a:pt x="51249" y="45000"/>
                </a:lnTo>
                <a:cubicBezTo>
                  <a:pt x="53325" y="45000"/>
                  <a:pt x="55005" y="46678"/>
                  <a:pt x="55005" y="48750"/>
                </a:cubicBezTo>
                <a:cubicBezTo>
                  <a:pt x="55005" y="50823"/>
                  <a:pt x="53325" y="52500"/>
                  <a:pt x="51249" y="52500"/>
                </a:cubicBezTo>
                <a:lnTo>
                  <a:pt x="34998" y="52500"/>
                </a:lnTo>
                <a:lnTo>
                  <a:pt x="34998" y="81226"/>
                </a:lnTo>
                <a:cubicBezTo>
                  <a:pt x="34998" y="83519"/>
                  <a:pt x="34409" y="85793"/>
                  <a:pt x="33318" y="87807"/>
                </a:cubicBezTo>
                <a:lnTo>
                  <a:pt x="26669" y="100000"/>
                </a:lnTo>
                <a:lnTo>
                  <a:pt x="83749" y="100000"/>
                </a:lnTo>
                <a:cubicBezTo>
                  <a:pt x="89954" y="100000"/>
                  <a:pt x="95007" y="94953"/>
                  <a:pt x="95007" y="88750"/>
                </a:cubicBezTo>
                <a:lnTo>
                  <a:pt x="95007" y="15000"/>
                </a:lnTo>
                <a:cubicBezTo>
                  <a:pt x="95007" y="6728"/>
                  <a:pt x="88273" y="0"/>
                  <a:pt x="80004" y="0"/>
                </a:cubicBezTo>
                <a:lnTo>
                  <a:pt x="19996" y="0"/>
                </a:lnTo>
                <a:close/>
                <a:moveTo>
                  <a:pt x="19996" y="7500"/>
                </a:moveTo>
                <a:lnTo>
                  <a:pt x="67019" y="7500"/>
                </a:lnTo>
                <a:cubicBezTo>
                  <a:pt x="65734" y="9707"/>
                  <a:pt x="65002" y="12270"/>
                  <a:pt x="65002" y="15000"/>
                </a:cubicBezTo>
                <a:lnTo>
                  <a:pt x="65002" y="17500"/>
                </a:lnTo>
                <a:lnTo>
                  <a:pt x="12495" y="17500"/>
                </a:lnTo>
                <a:lnTo>
                  <a:pt x="12495" y="15000"/>
                </a:lnTo>
                <a:cubicBezTo>
                  <a:pt x="12495" y="10865"/>
                  <a:pt x="15855" y="7500"/>
                  <a:pt x="19996" y="7500"/>
                </a:cubicBezTo>
                <a:close/>
                <a:moveTo>
                  <a:pt x="18748" y="30000"/>
                </a:moveTo>
                <a:cubicBezTo>
                  <a:pt x="12531" y="30000"/>
                  <a:pt x="7491" y="35038"/>
                  <a:pt x="7491" y="41250"/>
                </a:cubicBezTo>
                <a:lnTo>
                  <a:pt x="7491" y="81226"/>
                </a:lnTo>
                <a:cubicBezTo>
                  <a:pt x="7491" y="82683"/>
                  <a:pt x="7862" y="84133"/>
                  <a:pt x="8559" y="85415"/>
                </a:cubicBezTo>
                <a:lnTo>
                  <a:pt x="15460" y="98047"/>
                </a:lnTo>
                <a:cubicBezTo>
                  <a:pt x="16107" y="99252"/>
                  <a:pt x="17368" y="100000"/>
                  <a:pt x="18748" y="100000"/>
                </a:cubicBezTo>
                <a:cubicBezTo>
                  <a:pt x="20116" y="100000"/>
                  <a:pt x="21376" y="99252"/>
                  <a:pt x="22036" y="98047"/>
                </a:cubicBezTo>
                <a:lnTo>
                  <a:pt x="28926" y="85410"/>
                </a:lnTo>
                <a:cubicBezTo>
                  <a:pt x="29633" y="84130"/>
                  <a:pt x="29994" y="82686"/>
                  <a:pt x="29994" y="81226"/>
                </a:cubicBezTo>
                <a:lnTo>
                  <a:pt x="29994" y="41250"/>
                </a:lnTo>
                <a:cubicBezTo>
                  <a:pt x="29994" y="35038"/>
                  <a:pt x="24965" y="30000"/>
                  <a:pt x="18748" y="30000"/>
                </a:cubicBezTo>
                <a:close/>
                <a:moveTo>
                  <a:pt x="72503" y="55000"/>
                </a:moveTo>
                <a:cubicBezTo>
                  <a:pt x="78072" y="55000"/>
                  <a:pt x="82501" y="59433"/>
                  <a:pt x="82501" y="65000"/>
                </a:cubicBezTo>
                <a:cubicBezTo>
                  <a:pt x="82501" y="70568"/>
                  <a:pt x="78072" y="75000"/>
                  <a:pt x="72503" y="75000"/>
                </a:cubicBezTo>
                <a:cubicBezTo>
                  <a:pt x="66934" y="75000"/>
                  <a:pt x="62506" y="70568"/>
                  <a:pt x="62506" y="65000"/>
                </a:cubicBezTo>
                <a:cubicBezTo>
                  <a:pt x="62506" y="59433"/>
                  <a:pt x="66934" y="55000"/>
                  <a:pt x="72503" y="55000"/>
                </a:cubicBezTo>
                <a:close/>
                <a:moveTo>
                  <a:pt x="62506" y="79326"/>
                </a:moveTo>
                <a:cubicBezTo>
                  <a:pt x="65338" y="81320"/>
                  <a:pt x="68795" y="82500"/>
                  <a:pt x="72503" y="82500"/>
                </a:cubicBezTo>
                <a:cubicBezTo>
                  <a:pt x="76211" y="82500"/>
                  <a:pt x="79669" y="81320"/>
                  <a:pt x="82501" y="79326"/>
                </a:cubicBezTo>
                <a:lnTo>
                  <a:pt x="82501" y="88750"/>
                </a:lnTo>
                <a:cubicBezTo>
                  <a:pt x="82501" y="90087"/>
                  <a:pt x="81793" y="91323"/>
                  <a:pt x="80640" y="91992"/>
                </a:cubicBezTo>
                <a:cubicBezTo>
                  <a:pt x="80052" y="92330"/>
                  <a:pt x="79404" y="92500"/>
                  <a:pt x="78756" y="92500"/>
                </a:cubicBezTo>
                <a:cubicBezTo>
                  <a:pt x="78108" y="92500"/>
                  <a:pt x="77472" y="92337"/>
                  <a:pt x="76896" y="92007"/>
                </a:cubicBezTo>
                <a:lnTo>
                  <a:pt x="72503" y="89497"/>
                </a:lnTo>
                <a:lnTo>
                  <a:pt x="68110" y="92007"/>
                </a:lnTo>
                <a:cubicBezTo>
                  <a:pt x="66958" y="92672"/>
                  <a:pt x="65531" y="92665"/>
                  <a:pt x="64367" y="91992"/>
                </a:cubicBezTo>
                <a:cubicBezTo>
                  <a:pt x="63214" y="91323"/>
                  <a:pt x="62506" y="90087"/>
                  <a:pt x="62506" y="88750"/>
                </a:cubicBezTo>
                <a:lnTo>
                  <a:pt x="62506" y="7932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7" name="Чёрный — SVG 18">
            <a:extLst>
              <a:ext uri="{FF2B5EF4-FFF2-40B4-BE49-F238E27FC236}">
                <a16:creationId xmlns:a16="http://schemas.microsoft.com/office/drawing/2014/main" id="{C3EC4FC3-4D22-784B-BAFE-1B7170FF427F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15950 w 148867"/>
              <a:gd name="csY0" fmla="*/ 0 h 134671"/>
              <a:gd name="csX1" fmla="*/ 0 w 148867"/>
              <a:gd name="csY1" fmla="*/ 15948 h 134671"/>
              <a:gd name="csX2" fmla="*/ 0 w 148867"/>
              <a:gd name="csY2" fmla="*/ 97460 h 134671"/>
              <a:gd name="csX3" fmla="*/ 15950 w 148867"/>
              <a:gd name="csY3" fmla="*/ 113407 h 134671"/>
              <a:gd name="csX4" fmla="*/ 67358 w 148867"/>
              <a:gd name="csY4" fmla="*/ 113407 h 134671"/>
              <a:gd name="csX5" fmla="*/ 63800 w 148867"/>
              <a:gd name="csY5" fmla="*/ 95687 h 134671"/>
              <a:gd name="csX6" fmla="*/ 109878 w 148867"/>
              <a:gd name="csY6" fmla="*/ 49616 h 134671"/>
              <a:gd name="csX7" fmla="*/ 141778 w 148867"/>
              <a:gd name="csY7" fmla="*/ 62518 h 134671"/>
              <a:gd name="csX8" fmla="*/ 141778 w 148867"/>
              <a:gd name="csY8" fmla="*/ 33668 h 134671"/>
              <a:gd name="csX9" fmla="*/ 125828 w 148867"/>
              <a:gd name="csY9" fmla="*/ 17720 h 134671"/>
              <a:gd name="csX10" fmla="*/ 71041 w 148867"/>
              <a:gd name="csY10" fmla="*/ 17720 h 134671"/>
              <a:gd name="csX11" fmla="*/ 55195 w 148867"/>
              <a:gd name="csY11" fmla="*/ 4513 h 134671"/>
              <a:gd name="csX12" fmla="*/ 42721 w 148867"/>
              <a:gd name="csY12" fmla="*/ 0 h 134671"/>
              <a:gd name="csX13" fmla="*/ 15950 w 148867"/>
              <a:gd name="csY13" fmla="*/ 0 h 134671"/>
              <a:gd name="csX14" fmla="*/ 109878 w 148867"/>
              <a:gd name="csY14" fmla="*/ 56704 h 134671"/>
              <a:gd name="csX15" fmla="*/ 70890 w 148867"/>
              <a:gd name="csY15" fmla="*/ 95687 h 134671"/>
              <a:gd name="csX16" fmla="*/ 109878 w 148867"/>
              <a:gd name="csY16" fmla="*/ 134671 h 134671"/>
              <a:gd name="csX17" fmla="*/ 148867 w 148867"/>
              <a:gd name="csY17" fmla="*/ 95687 h 134671"/>
              <a:gd name="csX18" fmla="*/ 109878 w 148867"/>
              <a:gd name="csY18" fmla="*/ 56704 h 134671"/>
              <a:gd name="csX19" fmla="*/ 92157 w 148867"/>
              <a:gd name="csY19" fmla="*/ 74424 h 134671"/>
              <a:gd name="csX20" fmla="*/ 94663 w 148867"/>
              <a:gd name="csY20" fmla="*/ 75462 h 134671"/>
              <a:gd name="csX21" fmla="*/ 109878 w 148867"/>
              <a:gd name="csY21" fmla="*/ 90676 h 134671"/>
              <a:gd name="csX22" fmla="*/ 125094 w 148867"/>
              <a:gd name="csY22" fmla="*/ 75462 h 134671"/>
              <a:gd name="csX23" fmla="*/ 130107 w 148867"/>
              <a:gd name="csY23" fmla="*/ 75462 h 134671"/>
              <a:gd name="csX24" fmla="*/ 130107 w 148867"/>
              <a:gd name="csY24" fmla="*/ 80473 h 134671"/>
              <a:gd name="csX25" fmla="*/ 114890 w 148867"/>
              <a:gd name="csY25" fmla="*/ 95687 h 134671"/>
              <a:gd name="csX26" fmla="*/ 130107 w 148867"/>
              <a:gd name="csY26" fmla="*/ 110902 h 134671"/>
              <a:gd name="csX27" fmla="*/ 130107 w 148867"/>
              <a:gd name="csY27" fmla="*/ 115913 h 134671"/>
              <a:gd name="csX28" fmla="*/ 127601 w 148867"/>
              <a:gd name="csY28" fmla="*/ 116951 h 134671"/>
              <a:gd name="csX29" fmla="*/ 125094 w 148867"/>
              <a:gd name="csY29" fmla="*/ 115913 h 134671"/>
              <a:gd name="csX30" fmla="*/ 109878 w 148867"/>
              <a:gd name="csY30" fmla="*/ 100699 h 134671"/>
              <a:gd name="csX31" fmla="*/ 94663 w 148867"/>
              <a:gd name="csY31" fmla="*/ 115913 h 134671"/>
              <a:gd name="csX32" fmla="*/ 92157 w 148867"/>
              <a:gd name="csY32" fmla="*/ 116951 h 134671"/>
              <a:gd name="csX33" fmla="*/ 89650 w 148867"/>
              <a:gd name="csY33" fmla="*/ 115913 h 134671"/>
              <a:gd name="csX34" fmla="*/ 89650 w 148867"/>
              <a:gd name="csY34" fmla="*/ 110902 h 134671"/>
              <a:gd name="csX35" fmla="*/ 104866 w 148867"/>
              <a:gd name="csY35" fmla="*/ 95687 h 134671"/>
              <a:gd name="csX36" fmla="*/ 89650 w 148867"/>
              <a:gd name="csY36" fmla="*/ 80473 h 134671"/>
              <a:gd name="csX37" fmla="*/ 89650 w 148867"/>
              <a:gd name="csY37" fmla="*/ 75462 h 134671"/>
              <a:gd name="csX38" fmla="*/ 92157 w 148867"/>
              <a:gd name="csY38" fmla="*/ 74424 h 134671"/>
            </a:gdLst>
            <a:ahLst/>
            <a:cxnLst/>
            <a:rect l="l" t="t" r="r" b="b"/>
            <a:pathLst>
              <a:path w="100000" h="100000">
                <a:moveTo>
                  <a:pt x="10714" y="4768"/>
                </a:moveTo>
                <a:cubicBezTo>
                  <a:pt x="4807" y="4768"/>
                  <a:pt x="0" y="9574"/>
                  <a:pt x="0" y="15481"/>
                </a:cubicBezTo>
                <a:lnTo>
                  <a:pt x="0" y="70236"/>
                </a:lnTo>
                <a:cubicBezTo>
                  <a:pt x="0" y="76142"/>
                  <a:pt x="4807" y="80948"/>
                  <a:pt x="10714" y="80948"/>
                </a:cubicBezTo>
                <a:lnTo>
                  <a:pt x="45247" y="80948"/>
                </a:lnTo>
                <a:cubicBezTo>
                  <a:pt x="43714" y="77282"/>
                  <a:pt x="42857" y="73261"/>
                  <a:pt x="42857" y="69045"/>
                </a:cubicBezTo>
                <a:cubicBezTo>
                  <a:pt x="42857" y="51981"/>
                  <a:pt x="56743" y="38097"/>
                  <a:pt x="73810" y="38097"/>
                </a:cubicBezTo>
                <a:cubicBezTo>
                  <a:pt x="82126" y="38097"/>
                  <a:pt x="89671" y="41410"/>
                  <a:pt x="95238" y="46764"/>
                </a:cubicBezTo>
                <a:lnTo>
                  <a:pt x="95238" y="27384"/>
                </a:lnTo>
                <a:cubicBezTo>
                  <a:pt x="95238" y="21478"/>
                  <a:pt x="90431" y="16671"/>
                  <a:pt x="84524" y="16671"/>
                </a:cubicBezTo>
                <a:lnTo>
                  <a:pt x="47721" y="16671"/>
                </a:lnTo>
                <a:lnTo>
                  <a:pt x="37077" y="7800"/>
                </a:lnTo>
                <a:cubicBezTo>
                  <a:pt x="34729" y="5843"/>
                  <a:pt x="31752" y="4768"/>
                  <a:pt x="28697" y="4768"/>
                </a:cubicBezTo>
                <a:lnTo>
                  <a:pt x="10714" y="4768"/>
                </a:lnTo>
                <a:close/>
                <a:moveTo>
                  <a:pt x="73810" y="42858"/>
                </a:moveTo>
                <a:cubicBezTo>
                  <a:pt x="59346" y="42858"/>
                  <a:pt x="47620" y="54583"/>
                  <a:pt x="47620" y="69045"/>
                </a:cubicBezTo>
                <a:cubicBezTo>
                  <a:pt x="47620" y="83507"/>
                  <a:pt x="59346" y="95232"/>
                  <a:pt x="73810" y="95232"/>
                </a:cubicBezTo>
                <a:cubicBezTo>
                  <a:pt x="88275" y="95232"/>
                  <a:pt x="100000" y="83507"/>
                  <a:pt x="100000" y="69045"/>
                </a:cubicBezTo>
                <a:cubicBezTo>
                  <a:pt x="100000" y="54583"/>
                  <a:pt x="88275" y="42858"/>
                  <a:pt x="73810" y="42858"/>
                </a:cubicBezTo>
                <a:close/>
                <a:moveTo>
                  <a:pt x="61906" y="54762"/>
                </a:moveTo>
                <a:cubicBezTo>
                  <a:pt x="62514" y="54762"/>
                  <a:pt x="63122" y="54993"/>
                  <a:pt x="63589" y="55459"/>
                </a:cubicBezTo>
                <a:lnTo>
                  <a:pt x="73810" y="65679"/>
                </a:lnTo>
                <a:lnTo>
                  <a:pt x="84031" y="55459"/>
                </a:lnTo>
                <a:cubicBezTo>
                  <a:pt x="84962" y="54528"/>
                  <a:pt x="86466" y="54528"/>
                  <a:pt x="87398" y="55459"/>
                </a:cubicBezTo>
                <a:cubicBezTo>
                  <a:pt x="88329" y="56389"/>
                  <a:pt x="88329" y="57895"/>
                  <a:pt x="87398" y="58825"/>
                </a:cubicBezTo>
                <a:lnTo>
                  <a:pt x="77176" y="69045"/>
                </a:lnTo>
                <a:lnTo>
                  <a:pt x="87398" y="79265"/>
                </a:lnTo>
                <a:cubicBezTo>
                  <a:pt x="88329" y="80196"/>
                  <a:pt x="88329" y="81700"/>
                  <a:pt x="87398" y="82631"/>
                </a:cubicBezTo>
                <a:cubicBezTo>
                  <a:pt x="86934" y="83096"/>
                  <a:pt x="86323" y="83329"/>
                  <a:pt x="85715" y="83329"/>
                </a:cubicBezTo>
                <a:cubicBezTo>
                  <a:pt x="85105" y="83329"/>
                  <a:pt x="84495" y="83096"/>
                  <a:pt x="84031" y="82631"/>
                </a:cubicBezTo>
                <a:lnTo>
                  <a:pt x="73810" y="72412"/>
                </a:lnTo>
                <a:lnTo>
                  <a:pt x="63589" y="82631"/>
                </a:lnTo>
                <a:cubicBezTo>
                  <a:pt x="63123" y="83096"/>
                  <a:pt x="62514" y="83329"/>
                  <a:pt x="61906" y="83329"/>
                </a:cubicBezTo>
                <a:cubicBezTo>
                  <a:pt x="61295" y="83329"/>
                  <a:pt x="60686" y="83096"/>
                  <a:pt x="60222" y="82631"/>
                </a:cubicBezTo>
                <a:cubicBezTo>
                  <a:pt x="59291" y="81700"/>
                  <a:pt x="59291" y="80196"/>
                  <a:pt x="60222" y="79265"/>
                </a:cubicBezTo>
                <a:lnTo>
                  <a:pt x="70443" y="69045"/>
                </a:lnTo>
                <a:lnTo>
                  <a:pt x="60222" y="58825"/>
                </a:lnTo>
                <a:cubicBezTo>
                  <a:pt x="59291" y="57895"/>
                  <a:pt x="59291" y="56389"/>
                  <a:pt x="60222" y="55459"/>
                </a:cubicBezTo>
                <a:cubicBezTo>
                  <a:pt x="60687" y="54993"/>
                  <a:pt x="61296" y="54762"/>
                  <a:pt x="61906" y="5476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8" name="Чёрный — SVG 19">
            <a:extLst>
              <a:ext uri="{FF2B5EF4-FFF2-40B4-BE49-F238E27FC236}">
                <a16:creationId xmlns:a16="http://schemas.microsoft.com/office/drawing/2014/main" id="{FBB305D5-7DCE-8B4A-AC47-37B28BFFA647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70895 w 148867"/>
              <a:gd name="csY0" fmla="*/ 57731 h 131127"/>
              <a:gd name="csX1" fmla="*/ 68 w 148867"/>
              <a:gd name="csY1" fmla="*/ 19492 h 131127"/>
              <a:gd name="csX2" fmla="*/ 21267 w 148867"/>
              <a:gd name="csY2" fmla="*/ 0 h 131127"/>
              <a:gd name="csX3" fmla="*/ 120506 w 148867"/>
              <a:gd name="csY3" fmla="*/ 0 h 131127"/>
              <a:gd name="csX4" fmla="*/ 141705 w 148867"/>
              <a:gd name="csY4" fmla="*/ 19492 h 131127"/>
              <a:gd name="csX5" fmla="*/ 70895 w 148867"/>
              <a:gd name="csY5" fmla="*/ 57731 h 131127"/>
              <a:gd name="csX6" fmla="*/ 70044 w 148867"/>
              <a:gd name="csY6" fmla="*/ 69037 h 131127"/>
              <a:gd name="csX7" fmla="*/ 63800 w 148867"/>
              <a:gd name="csY7" fmla="*/ 92144 h 131127"/>
              <a:gd name="csX8" fmla="*/ 69006 w 148867"/>
              <a:gd name="csY8" fmla="*/ 113407 h 131127"/>
              <a:gd name="csX9" fmla="*/ 21267 w 148867"/>
              <a:gd name="csY9" fmla="*/ 113407 h 131127"/>
              <a:gd name="csX10" fmla="*/ 0 w 148867"/>
              <a:gd name="csY10" fmla="*/ 92144 h 131127"/>
              <a:gd name="csX11" fmla="*/ 0 w 148867"/>
              <a:gd name="csY11" fmla="*/ 31506 h 131127"/>
              <a:gd name="csX12" fmla="*/ 68377 w 148867"/>
              <a:gd name="csY12" fmla="*/ 68470 h 131127"/>
              <a:gd name="csX13" fmla="*/ 70044 w 148867"/>
              <a:gd name="csY13" fmla="*/ 69037 h 131127"/>
              <a:gd name="csX14" fmla="*/ 141773 w 148867"/>
              <a:gd name="csY14" fmla="*/ 31506 h 131127"/>
              <a:gd name="csX15" fmla="*/ 141773 w 148867"/>
              <a:gd name="csY15" fmla="*/ 58936 h 131127"/>
              <a:gd name="csX16" fmla="*/ 114415 w 148867"/>
              <a:gd name="csY16" fmla="*/ 46320 h 131127"/>
              <a:gd name="csX17" fmla="*/ 141773 w 148867"/>
              <a:gd name="csY17" fmla="*/ 31506 h 131127"/>
              <a:gd name="csX18" fmla="*/ 109873 w 148867"/>
              <a:gd name="csY18" fmla="*/ 53160 h 131127"/>
              <a:gd name="csX19" fmla="*/ 70895 w 148867"/>
              <a:gd name="csY19" fmla="*/ 92144 h 131127"/>
              <a:gd name="csX20" fmla="*/ 109873 w 148867"/>
              <a:gd name="csY20" fmla="*/ 131127 h 131127"/>
              <a:gd name="csX21" fmla="*/ 148867 w 148867"/>
              <a:gd name="csY21" fmla="*/ 92144 h 131127"/>
              <a:gd name="csX22" fmla="*/ 109873 w 148867"/>
              <a:gd name="csY22" fmla="*/ 53160 h 131127"/>
              <a:gd name="csX23" fmla="*/ 130101 w 148867"/>
              <a:gd name="csY23" fmla="*/ 107358 h 131127"/>
              <a:gd name="csX24" fmla="*/ 130101 w 148867"/>
              <a:gd name="csY24" fmla="*/ 112369 h 131127"/>
              <a:gd name="csX25" fmla="*/ 127601 w 148867"/>
              <a:gd name="csY25" fmla="*/ 113407 h 131127"/>
              <a:gd name="csX26" fmla="*/ 125100 w 148867"/>
              <a:gd name="csY26" fmla="*/ 112369 h 131127"/>
              <a:gd name="csX27" fmla="*/ 109873 w 148867"/>
              <a:gd name="csY27" fmla="*/ 97155 h 131127"/>
              <a:gd name="csX28" fmla="*/ 94662 w 148867"/>
              <a:gd name="csY28" fmla="*/ 112369 h 131127"/>
              <a:gd name="csX29" fmla="*/ 92162 w 148867"/>
              <a:gd name="csY29" fmla="*/ 113407 h 131127"/>
              <a:gd name="csX30" fmla="*/ 89644 w 148867"/>
              <a:gd name="csY30" fmla="*/ 112369 h 131127"/>
              <a:gd name="csX31" fmla="*/ 89644 w 148867"/>
              <a:gd name="csY31" fmla="*/ 107358 h 131127"/>
              <a:gd name="csX32" fmla="*/ 104870 w 148867"/>
              <a:gd name="csY32" fmla="*/ 92144 h 131127"/>
              <a:gd name="csX33" fmla="*/ 89644 w 148867"/>
              <a:gd name="csY33" fmla="*/ 76929 h 131127"/>
              <a:gd name="csX34" fmla="*/ 89644 w 148867"/>
              <a:gd name="csY34" fmla="*/ 71918 h 131127"/>
              <a:gd name="csX35" fmla="*/ 94662 w 148867"/>
              <a:gd name="csY35" fmla="*/ 71918 h 131127"/>
              <a:gd name="csX36" fmla="*/ 109873 w 148867"/>
              <a:gd name="csY36" fmla="*/ 87132 h 131127"/>
              <a:gd name="csX37" fmla="*/ 125100 w 148867"/>
              <a:gd name="csY37" fmla="*/ 71918 h 131127"/>
              <a:gd name="csX38" fmla="*/ 130101 w 148867"/>
              <a:gd name="csY38" fmla="*/ 71918 h 131127"/>
              <a:gd name="csX39" fmla="*/ 130101 w 148867"/>
              <a:gd name="csY39" fmla="*/ 76929 h 131127"/>
              <a:gd name="csX40" fmla="*/ 114892 w 148867"/>
              <a:gd name="csY40" fmla="*/ 92144 h 131127"/>
              <a:gd name="csX41" fmla="*/ 130101 w 148867"/>
              <a:gd name="csY41" fmla="*/ 107358 h 131127"/>
            </a:gdLst>
            <a:ahLst/>
            <a:cxnLst/>
            <a:rect l="l" t="t" r="r" b="b"/>
            <a:pathLst>
              <a:path w="100000" h="100000">
                <a:moveTo>
                  <a:pt x="47623" y="44739"/>
                </a:moveTo>
                <a:lnTo>
                  <a:pt x="46" y="19052"/>
                </a:lnTo>
                <a:cubicBezTo>
                  <a:pt x="663" y="11719"/>
                  <a:pt x="6811" y="5958"/>
                  <a:pt x="14286" y="5958"/>
                </a:cubicBezTo>
                <a:lnTo>
                  <a:pt x="80949" y="5958"/>
                </a:lnTo>
                <a:cubicBezTo>
                  <a:pt x="88423" y="5958"/>
                  <a:pt x="94572" y="11719"/>
                  <a:pt x="95189" y="19052"/>
                </a:cubicBezTo>
                <a:lnTo>
                  <a:pt x="47623" y="44739"/>
                </a:lnTo>
                <a:close/>
                <a:moveTo>
                  <a:pt x="47051" y="52333"/>
                </a:moveTo>
                <a:cubicBezTo>
                  <a:pt x="44377" y="56904"/>
                  <a:pt x="42857" y="62189"/>
                  <a:pt x="42857" y="67855"/>
                </a:cubicBezTo>
                <a:cubicBezTo>
                  <a:pt x="42857" y="72997"/>
                  <a:pt x="44115" y="77853"/>
                  <a:pt x="46354" y="82138"/>
                </a:cubicBezTo>
                <a:lnTo>
                  <a:pt x="14286" y="82138"/>
                </a:lnTo>
                <a:cubicBezTo>
                  <a:pt x="6400" y="82138"/>
                  <a:pt x="0" y="75735"/>
                  <a:pt x="0" y="67855"/>
                </a:cubicBezTo>
                <a:lnTo>
                  <a:pt x="0" y="27122"/>
                </a:lnTo>
                <a:lnTo>
                  <a:pt x="45932" y="51952"/>
                </a:lnTo>
                <a:cubicBezTo>
                  <a:pt x="46286" y="52143"/>
                  <a:pt x="46663" y="52286"/>
                  <a:pt x="47051" y="52333"/>
                </a:cubicBezTo>
                <a:close/>
                <a:moveTo>
                  <a:pt x="95235" y="27122"/>
                </a:moveTo>
                <a:lnTo>
                  <a:pt x="95235" y="45548"/>
                </a:lnTo>
                <a:cubicBezTo>
                  <a:pt x="90377" y="40859"/>
                  <a:pt x="83977" y="37740"/>
                  <a:pt x="76857" y="37073"/>
                </a:cubicBezTo>
                <a:lnTo>
                  <a:pt x="95235" y="27122"/>
                </a:lnTo>
                <a:close/>
                <a:moveTo>
                  <a:pt x="73806" y="41668"/>
                </a:moveTo>
                <a:cubicBezTo>
                  <a:pt x="59349" y="41668"/>
                  <a:pt x="47623" y="53393"/>
                  <a:pt x="47623" y="67855"/>
                </a:cubicBezTo>
                <a:cubicBezTo>
                  <a:pt x="47623" y="82317"/>
                  <a:pt x="59349" y="94042"/>
                  <a:pt x="73806" y="94042"/>
                </a:cubicBezTo>
                <a:cubicBezTo>
                  <a:pt x="88275" y="94042"/>
                  <a:pt x="100000" y="82317"/>
                  <a:pt x="100000" y="67855"/>
                </a:cubicBezTo>
                <a:cubicBezTo>
                  <a:pt x="100000" y="53393"/>
                  <a:pt x="88275" y="41668"/>
                  <a:pt x="73806" y="41668"/>
                </a:cubicBezTo>
                <a:close/>
                <a:moveTo>
                  <a:pt x="87394" y="78075"/>
                </a:moveTo>
                <a:cubicBezTo>
                  <a:pt x="88332" y="79005"/>
                  <a:pt x="88332" y="80510"/>
                  <a:pt x="87394" y="81441"/>
                </a:cubicBezTo>
                <a:cubicBezTo>
                  <a:pt x="86937" y="81905"/>
                  <a:pt x="86320" y="82138"/>
                  <a:pt x="85715" y="82138"/>
                </a:cubicBezTo>
                <a:cubicBezTo>
                  <a:pt x="85109" y="82138"/>
                  <a:pt x="84492" y="81905"/>
                  <a:pt x="84035" y="81441"/>
                </a:cubicBezTo>
                <a:lnTo>
                  <a:pt x="73806" y="71221"/>
                </a:lnTo>
                <a:lnTo>
                  <a:pt x="63588" y="81441"/>
                </a:lnTo>
                <a:cubicBezTo>
                  <a:pt x="63120" y="81905"/>
                  <a:pt x="62514" y="82138"/>
                  <a:pt x="61909" y="82138"/>
                </a:cubicBezTo>
                <a:cubicBezTo>
                  <a:pt x="61292" y="82138"/>
                  <a:pt x="60686" y="81905"/>
                  <a:pt x="60218" y="81441"/>
                </a:cubicBezTo>
                <a:cubicBezTo>
                  <a:pt x="59291" y="80510"/>
                  <a:pt x="59291" y="79005"/>
                  <a:pt x="60218" y="78075"/>
                </a:cubicBezTo>
                <a:lnTo>
                  <a:pt x="70445" y="67855"/>
                </a:lnTo>
                <a:lnTo>
                  <a:pt x="60218" y="57635"/>
                </a:lnTo>
                <a:cubicBezTo>
                  <a:pt x="59291" y="56704"/>
                  <a:pt x="59291" y="55200"/>
                  <a:pt x="60218" y="54269"/>
                </a:cubicBezTo>
                <a:cubicBezTo>
                  <a:pt x="61155" y="53338"/>
                  <a:pt x="62652" y="53338"/>
                  <a:pt x="63588" y="54269"/>
                </a:cubicBezTo>
                <a:lnTo>
                  <a:pt x="73806" y="64488"/>
                </a:lnTo>
                <a:lnTo>
                  <a:pt x="84035" y="54269"/>
                </a:lnTo>
                <a:cubicBezTo>
                  <a:pt x="84960" y="53338"/>
                  <a:pt x="86468" y="53338"/>
                  <a:pt x="87394" y="54269"/>
                </a:cubicBezTo>
                <a:cubicBezTo>
                  <a:pt x="88332" y="55200"/>
                  <a:pt x="88332" y="56704"/>
                  <a:pt x="87394" y="57635"/>
                </a:cubicBezTo>
                <a:lnTo>
                  <a:pt x="77178" y="67855"/>
                </a:lnTo>
                <a:lnTo>
                  <a:pt x="87394" y="7807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59" name="Чёрный — SVG 20">
            <a:extLst>
              <a:ext uri="{FF2B5EF4-FFF2-40B4-BE49-F238E27FC236}">
                <a16:creationId xmlns:a16="http://schemas.microsoft.com/office/drawing/2014/main" id="{6B29470E-75F3-BA44-B264-1C20554FDF8A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15942 w 141772"/>
              <a:gd name="csY0" fmla="*/ 0 h 131129"/>
              <a:gd name="csX1" fmla="*/ 0 w 141772"/>
              <a:gd name="csY1" fmla="*/ 15948 h 131129"/>
              <a:gd name="csX2" fmla="*/ 0 w 141772"/>
              <a:gd name="csY2" fmla="*/ 97460 h 131129"/>
              <a:gd name="csX3" fmla="*/ 15942 w 141772"/>
              <a:gd name="csY3" fmla="*/ 113407 h 131129"/>
              <a:gd name="csX4" fmla="*/ 56706 w 141772"/>
              <a:gd name="csY4" fmla="*/ 113407 h 131129"/>
              <a:gd name="csX5" fmla="*/ 56706 w 141772"/>
              <a:gd name="csY5" fmla="*/ 125811 h 131129"/>
              <a:gd name="csX6" fmla="*/ 59360 w 141772"/>
              <a:gd name="csY6" fmla="*/ 130407 h 131129"/>
              <a:gd name="csX7" fmla="*/ 64668 w 141772"/>
              <a:gd name="csY7" fmla="*/ 130428 h 131129"/>
              <a:gd name="csX8" fmla="*/ 70895 w 141772"/>
              <a:gd name="csY8" fmla="*/ 126870 h 131129"/>
              <a:gd name="csX9" fmla="*/ 77104 w 141772"/>
              <a:gd name="csY9" fmla="*/ 130428 h 131129"/>
              <a:gd name="csX10" fmla="*/ 79742 w 141772"/>
              <a:gd name="csY10" fmla="*/ 131127 h 131129"/>
              <a:gd name="csX11" fmla="*/ 82430 w 141772"/>
              <a:gd name="csY11" fmla="*/ 130407 h 131129"/>
              <a:gd name="csX12" fmla="*/ 85067 w 141772"/>
              <a:gd name="csY12" fmla="*/ 125811 h 131129"/>
              <a:gd name="csX13" fmla="*/ 85067 w 141772"/>
              <a:gd name="csY13" fmla="*/ 113407 h 131129"/>
              <a:gd name="csX14" fmla="*/ 125831 w 141772"/>
              <a:gd name="csY14" fmla="*/ 113407 h 131129"/>
              <a:gd name="csX15" fmla="*/ 141773 w 141772"/>
              <a:gd name="csY15" fmla="*/ 97460 h 131129"/>
              <a:gd name="csX16" fmla="*/ 141773 w 141772"/>
              <a:gd name="csY16" fmla="*/ 15948 h 131129"/>
              <a:gd name="csX17" fmla="*/ 125831 w 141772"/>
              <a:gd name="csY17" fmla="*/ 0 h 131129"/>
              <a:gd name="csX18" fmla="*/ 15942 w 141772"/>
              <a:gd name="csY18" fmla="*/ 0 h 131129"/>
              <a:gd name="csX19" fmla="*/ 30131 w 141772"/>
              <a:gd name="csY19" fmla="*/ 24808 h 131129"/>
              <a:gd name="csX20" fmla="*/ 111642 w 141772"/>
              <a:gd name="csY20" fmla="*/ 24808 h 131129"/>
              <a:gd name="csX21" fmla="*/ 116967 w 141772"/>
              <a:gd name="csY21" fmla="*/ 30124 h 131129"/>
              <a:gd name="csX22" fmla="*/ 111642 w 141772"/>
              <a:gd name="csY22" fmla="*/ 35440 h 131129"/>
              <a:gd name="csX23" fmla="*/ 30131 w 141772"/>
              <a:gd name="csY23" fmla="*/ 35440 h 131129"/>
              <a:gd name="csX24" fmla="*/ 24806 w 141772"/>
              <a:gd name="csY24" fmla="*/ 30124 h 131129"/>
              <a:gd name="csX25" fmla="*/ 30131 w 141772"/>
              <a:gd name="csY25" fmla="*/ 24808 h 131129"/>
              <a:gd name="csX26" fmla="*/ 37209 w 141772"/>
              <a:gd name="csY26" fmla="*/ 46072 h 131129"/>
              <a:gd name="csX27" fmla="*/ 104564 w 141772"/>
              <a:gd name="csY27" fmla="*/ 46072 h 131129"/>
              <a:gd name="csX28" fmla="*/ 109873 w 141772"/>
              <a:gd name="csY28" fmla="*/ 51388 h 131129"/>
              <a:gd name="csX29" fmla="*/ 104564 w 141772"/>
              <a:gd name="csY29" fmla="*/ 56704 h 131129"/>
              <a:gd name="csX30" fmla="*/ 37209 w 141772"/>
              <a:gd name="csY30" fmla="*/ 56704 h 131129"/>
              <a:gd name="csX31" fmla="*/ 31900 w 141772"/>
              <a:gd name="csY31" fmla="*/ 51388 h 131129"/>
              <a:gd name="csX32" fmla="*/ 37209 w 141772"/>
              <a:gd name="csY32" fmla="*/ 46072 h 131129"/>
              <a:gd name="csX33" fmla="*/ 70895 w 141772"/>
              <a:gd name="csY33" fmla="*/ 70880 h 131129"/>
              <a:gd name="csX34" fmla="*/ 88606 w 141772"/>
              <a:gd name="csY34" fmla="*/ 88599 h 131129"/>
              <a:gd name="csX35" fmla="*/ 70895 w 141772"/>
              <a:gd name="csY35" fmla="*/ 106319 h 131129"/>
              <a:gd name="csX36" fmla="*/ 53167 w 141772"/>
              <a:gd name="csY36" fmla="*/ 88599 h 131129"/>
              <a:gd name="csX37" fmla="*/ 70895 w 141772"/>
              <a:gd name="csY37" fmla="*/ 70880 h 131129"/>
            </a:gdLst>
            <a:ahLst/>
            <a:cxnLst/>
            <a:rect l="l" t="t" r="r" b="b"/>
            <a:pathLst>
              <a:path w="100000" h="100000">
                <a:moveTo>
                  <a:pt x="11245" y="3754"/>
                </a:moveTo>
                <a:cubicBezTo>
                  <a:pt x="5052" y="3754"/>
                  <a:pt x="0" y="8800"/>
                  <a:pt x="0" y="15003"/>
                </a:cubicBezTo>
                <a:lnTo>
                  <a:pt x="0" y="72498"/>
                </a:lnTo>
                <a:cubicBezTo>
                  <a:pt x="0" y="78699"/>
                  <a:pt x="5052" y="83746"/>
                  <a:pt x="11245" y="83746"/>
                </a:cubicBezTo>
                <a:lnTo>
                  <a:pt x="39998" y="83746"/>
                </a:lnTo>
                <a:lnTo>
                  <a:pt x="39998" y="92495"/>
                </a:lnTo>
                <a:cubicBezTo>
                  <a:pt x="39998" y="93833"/>
                  <a:pt x="40718" y="95068"/>
                  <a:pt x="41870" y="95737"/>
                </a:cubicBezTo>
                <a:cubicBezTo>
                  <a:pt x="43022" y="96410"/>
                  <a:pt x="44450" y="96418"/>
                  <a:pt x="45614" y="95752"/>
                </a:cubicBezTo>
                <a:lnTo>
                  <a:pt x="50006" y="93242"/>
                </a:lnTo>
                <a:lnTo>
                  <a:pt x="54386" y="95752"/>
                </a:lnTo>
                <a:cubicBezTo>
                  <a:pt x="54962" y="96081"/>
                  <a:pt x="55610" y="96245"/>
                  <a:pt x="56247" y="96245"/>
                </a:cubicBezTo>
                <a:cubicBezTo>
                  <a:pt x="56906" y="96245"/>
                  <a:pt x="57554" y="96077"/>
                  <a:pt x="58143" y="95737"/>
                </a:cubicBezTo>
                <a:cubicBezTo>
                  <a:pt x="59295" y="95068"/>
                  <a:pt x="60003" y="93833"/>
                  <a:pt x="60003" y="92495"/>
                </a:cubicBezTo>
                <a:lnTo>
                  <a:pt x="60003" y="83746"/>
                </a:lnTo>
                <a:lnTo>
                  <a:pt x="88756" y="83746"/>
                </a:lnTo>
                <a:cubicBezTo>
                  <a:pt x="94960" y="83746"/>
                  <a:pt x="100001" y="78699"/>
                  <a:pt x="100001" y="72498"/>
                </a:cubicBezTo>
                <a:lnTo>
                  <a:pt x="100001" y="15003"/>
                </a:lnTo>
                <a:cubicBezTo>
                  <a:pt x="100001" y="8800"/>
                  <a:pt x="94960" y="3754"/>
                  <a:pt x="88756" y="3754"/>
                </a:cubicBezTo>
                <a:lnTo>
                  <a:pt x="11245" y="3754"/>
                </a:lnTo>
                <a:close/>
                <a:moveTo>
                  <a:pt x="21253" y="21252"/>
                </a:moveTo>
                <a:lnTo>
                  <a:pt x="78748" y="21252"/>
                </a:lnTo>
                <a:cubicBezTo>
                  <a:pt x="80823" y="21252"/>
                  <a:pt x="82504" y="22929"/>
                  <a:pt x="82504" y="25002"/>
                </a:cubicBezTo>
                <a:cubicBezTo>
                  <a:pt x="82504" y="27074"/>
                  <a:pt x="80823" y="28751"/>
                  <a:pt x="78748" y="28751"/>
                </a:cubicBezTo>
                <a:lnTo>
                  <a:pt x="21253" y="28751"/>
                </a:lnTo>
                <a:cubicBezTo>
                  <a:pt x="19177" y="28751"/>
                  <a:pt x="17497" y="27074"/>
                  <a:pt x="17497" y="25002"/>
                </a:cubicBezTo>
                <a:cubicBezTo>
                  <a:pt x="17497" y="22929"/>
                  <a:pt x="19177" y="21252"/>
                  <a:pt x="21253" y="21252"/>
                </a:cubicBezTo>
                <a:close/>
                <a:moveTo>
                  <a:pt x="26246" y="36251"/>
                </a:moveTo>
                <a:lnTo>
                  <a:pt x="73755" y="36251"/>
                </a:lnTo>
                <a:cubicBezTo>
                  <a:pt x="75832" y="36251"/>
                  <a:pt x="77500" y="37928"/>
                  <a:pt x="77500" y="40000"/>
                </a:cubicBezTo>
                <a:cubicBezTo>
                  <a:pt x="77500" y="42073"/>
                  <a:pt x="75832" y="43750"/>
                  <a:pt x="73755" y="43750"/>
                </a:cubicBezTo>
                <a:lnTo>
                  <a:pt x="26246" y="43750"/>
                </a:lnTo>
                <a:cubicBezTo>
                  <a:pt x="24181" y="43750"/>
                  <a:pt x="22501" y="42073"/>
                  <a:pt x="22501" y="40000"/>
                </a:cubicBezTo>
                <a:cubicBezTo>
                  <a:pt x="22501" y="37928"/>
                  <a:pt x="24181" y="36251"/>
                  <a:pt x="26246" y="36251"/>
                </a:cubicBezTo>
                <a:close/>
                <a:moveTo>
                  <a:pt x="50006" y="53749"/>
                </a:moveTo>
                <a:cubicBezTo>
                  <a:pt x="56906" y="53749"/>
                  <a:pt x="62499" y="59346"/>
                  <a:pt x="62499" y="66248"/>
                </a:cubicBezTo>
                <a:cubicBezTo>
                  <a:pt x="62499" y="73149"/>
                  <a:pt x="56906" y="78747"/>
                  <a:pt x="50006" y="78747"/>
                </a:cubicBezTo>
                <a:cubicBezTo>
                  <a:pt x="43094" y="78747"/>
                  <a:pt x="37502" y="73149"/>
                  <a:pt x="37502" y="66248"/>
                </a:cubicBezTo>
                <a:cubicBezTo>
                  <a:pt x="37502" y="59346"/>
                  <a:pt x="43094" y="53749"/>
                  <a:pt x="50006" y="5374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0" name="Чёрный — SVG 21">
            <a:extLst>
              <a:ext uri="{FF2B5EF4-FFF2-40B4-BE49-F238E27FC236}">
                <a16:creationId xmlns:a16="http://schemas.microsoft.com/office/drawing/2014/main" id="{A9AD8C66-3F1A-8544-9896-A5B1C1F509C2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21267 w 127600"/>
              <a:gd name="csY0" fmla="*/ 0 h 141759"/>
              <a:gd name="csX1" fmla="*/ 0 w 127600"/>
              <a:gd name="csY1" fmla="*/ 21264 h 141759"/>
              <a:gd name="csX2" fmla="*/ 0 w 127600"/>
              <a:gd name="csY2" fmla="*/ 30124 h 141759"/>
              <a:gd name="csX3" fmla="*/ 5308 w 127600"/>
              <a:gd name="csY3" fmla="*/ 35440 h 141759"/>
              <a:gd name="csX4" fmla="*/ 14172 w 127600"/>
              <a:gd name="csY4" fmla="*/ 35440 h 141759"/>
              <a:gd name="csX5" fmla="*/ 14172 w 127600"/>
              <a:gd name="csY5" fmla="*/ 125811 h 141759"/>
              <a:gd name="csX6" fmla="*/ 30131 w 127600"/>
              <a:gd name="csY6" fmla="*/ 141759 h 141759"/>
              <a:gd name="csX7" fmla="*/ 111642 w 127600"/>
              <a:gd name="csY7" fmla="*/ 141759 h 141759"/>
              <a:gd name="csX8" fmla="*/ 127601 w 127600"/>
              <a:gd name="csY8" fmla="*/ 125811 h 141759"/>
              <a:gd name="csX9" fmla="*/ 127601 w 127600"/>
              <a:gd name="csY9" fmla="*/ 21264 h 141759"/>
              <a:gd name="csX10" fmla="*/ 106334 w 127600"/>
              <a:gd name="csY10" fmla="*/ 0 h 141759"/>
              <a:gd name="csX11" fmla="*/ 21267 w 127600"/>
              <a:gd name="csY11" fmla="*/ 0 h 141759"/>
              <a:gd name="csX12" fmla="*/ 21267 w 127600"/>
              <a:gd name="csY12" fmla="*/ 10632 h 141759"/>
              <a:gd name="csX13" fmla="*/ 87925 w 127600"/>
              <a:gd name="csY13" fmla="*/ 10632 h 141759"/>
              <a:gd name="csX14" fmla="*/ 85067 w 127600"/>
              <a:gd name="csY14" fmla="*/ 21264 h 141759"/>
              <a:gd name="csX15" fmla="*/ 85067 w 127600"/>
              <a:gd name="csY15" fmla="*/ 24808 h 141759"/>
              <a:gd name="csX16" fmla="*/ 10633 w 127600"/>
              <a:gd name="csY16" fmla="*/ 24808 h 141759"/>
              <a:gd name="csX17" fmla="*/ 10633 w 127600"/>
              <a:gd name="csY17" fmla="*/ 21264 h 141759"/>
              <a:gd name="csX18" fmla="*/ 21267 w 127600"/>
              <a:gd name="csY18" fmla="*/ 10632 h 141759"/>
              <a:gd name="csX19" fmla="*/ 40764 w 127600"/>
              <a:gd name="csY19" fmla="*/ 42528 h 141759"/>
              <a:gd name="csX20" fmla="*/ 101009 w 127600"/>
              <a:gd name="csY20" fmla="*/ 42528 h 141759"/>
              <a:gd name="csX21" fmla="*/ 106334 w 127600"/>
              <a:gd name="csY21" fmla="*/ 47844 h 141759"/>
              <a:gd name="csX22" fmla="*/ 101009 w 127600"/>
              <a:gd name="csY22" fmla="*/ 53160 h 141759"/>
              <a:gd name="csX23" fmla="*/ 40764 w 127600"/>
              <a:gd name="csY23" fmla="*/ 53160 h 141759"/>
              <a:gd name="csX24" fmla="*/ 35439 w 127600"/>
              <a:gd name="csY24" fmla="*/ 47844 h 141759"/>
              <a:gd name="csX25" fmla="*/ 40764 w 127600"/>
              <a:gd name="csY25" fmla="*/ 42528 h 141759"/>
              <a:gd name="csX26" fmla="*/ 40764 w 127600"/>
              <a:gd name="csY26" fmla="*/ 63792 h 141759"/>
              <a:gd name="csX27" fmla="*/ 65570 w 127600"/>
              <a:gd name="csY27" fmla="*/ 63792 h 141759"/>
              <a:gd name="csX28" fmla="*/ 70895 w 127600"/>
              <a:gd name="csY28" fmla="*/ 69108 h 141759"/>
              <a:gd name="csX29" fmla="*/ 65570 w 127600"/>
              <a:gd name="csY29" fmla="*/ 74424 h 141759"/>
              <a:gd name="csX30" fmla="*/ 40764 w 127600"/>
              <a:gd name="csY30" fmla="*/ 74424 h 141759"/>
              <a:gd name="csX31" fmla="*/ 35439 w 127600"/>
              <a:gd name="csY31" fmla="*/ 69108 h 141759"/>
              <a:gd name="csX32" fmla="*/ 40764 w 127600"/>
              <a:gd name="csY32" fmla="*/ 63792 h 141759"/>
              <a:gd name="csX33" fmla="*/ 95700 w 127600"/>
              <a:gd name="csY33" fmla="*/ 77968 h 141759"/>
              <a:gd name="csX34" fmla="*/ 109873 w 127600"/>
              <a:gd name="csY34" fmla="*/ 92144 h 141759"/>
              <a:gd name="csX35" fmla="*/ 95700 w 127600"/>
              <a:gd name="csY35" fmla="*/ 106319 h 141759"/>
              <a:gd name="csX36" fmla="*/ 81528 w 127600"/>
              <a:gd name="csY36" fmla="*/ 92144 h 141759"/>
              <a:gd name="csX37" fmla="*/ 95700 w 127600"/>
              <a:gd name="csY37" fmla="*/ 77968 h 141759"/>
              <a:gd name="csX38" fmla="*/ 81528 w 127600"/>
              <a:gd name="csY38" fmla="*/ 112452 h 141759"/>
              <a:gd name="csX39" fmla="*/ 95700 w 127600"/>
              <a:gd name="csY39" fmla="*/ 116951 h 141759"/>
              <a:gd name="csX40" fmla="*/ 109873 w 127600"/>
              <a:gd name="csY40" fmla="*/ 112452 h 141759"/>
              <a:gd name="csX41" fmla="*/ 109873 w 127600"/>
              <a:gd name="csY41" fmla="*/ 125811 h 141759"/>
              <a:gd name="csX42" fmla="*/ 107236 w 127600"/>
              <a:gd name="csY42" fmla="*/ 130407 h 141759"/>
              <a:gd name="csX43" fmla="*/ 104564 w 127600"/>
              <a:gd name="csY43" fmla="*/ 131127 h 141759"/>
              <a:gd name="csX44" fmla="*/ 101927 w 127600"/>
              <a:gd name="csY44" fmla="*/ 130428 h 141759"/>
              <a:gd name="csX45" fmla="*/ 95700 w 127600"/>
              <a:gd name="csY45" fmla="*/ 126870 h 141759"/>
              <a:gd name="csX46" fmla="*/ 89474 w 127600"/>
              <a:gd name="csY46" fmla="*/ 130428 h 141759"/>
              <a:gd name="csX47" fmla="*/ 84165 w 127600"/>
              <a:gd name="csY47" fmla="*/ 130407 h 141759"/>
              <a:gd name="csX48" fmla="*/ 81528 w 127600"/>
              <a:gd name="csY48" fmla="*/ 125811 h 141759"/>
              <a:gd name="csX49" fmla="*/ 81528 w 127600"/>
              <a:gd name="csY49" fmla="*/ 112452 h 141759"/>
            </a:gdLst>
            <a:ahLst/>
            <a:cxnLst/>
            <a:rect l="l" t="t" r="r" b="b"/>
            <a:pathLst>
              <a:path w="100000" h="100000">
                <a:moveTo>
                  <a:pt x="19996" y="0"/>
                </a:moveTo>
                <a:cubicBezTo>
                  <a:pt x="11727" y="0"/>
                  <a:pt x="4994" y="6728"/>
                  <a:pt x="4994" y="15000"/>
                </a:cubicBezTo>
                <a:lnTo>
                  <a:pt x="4994" y="21250"/>
                </a:lnTo>
                <a:cubicBezTo>
                  <a:pt x="4994" y="23323"/>
                  <a:pt x="6674" y="25000"/>
                  <a:pt x="8738" y="25000"/>
                </a:cubicBezTo>
                <a:lnTo>
                  <a:pt x="14991" y="25000"/>
                </a:lnTo>
                <a:lnTo>
                  <a:pt x="14991" y="88750"/>
                </a:lnTo>
                <a:cubicBezTo>
                  <a:pt x="14991" y="94953"/>
                  <a:pt x="20044" y="100000"/>
                  <a:pt x="26249" y="100000"/>
                </a:cubicBezTo>
                <a:lnTo>
                  <a:pt x="83749" y="100000"/>
                </a:lnTo>
                <a:cubicBezTo>
                  <a:pt x="89954" y="100000"/>
                  <a:pt x="95007" y="94953"/>
                  <a:pt x="95007" y="88750"/>
                </a:cubicBezTo>
                <a:lnTo>
                  <a:pt x="95007" y="15000"/>
                </a:lnTo>
                <a:cubicBezTo>
                  <a:pt x="95007" y="6728"/>
                  <a:pt x="88273" y="0"/>
                  <a:pt x="80004" y="0"/>
                </a:cubicBezTo>
                <a:lnTo>
                  <a:pt x="19996" y="0"/>
                </a:lnTo>
                <a:close/>
                <a:moveTo>
                  <a:pt x="19996" y="7500"/>
                </a:moveTo>
                <a:lnTo>
                  <a:pt x="67018" y="7500"/>
                </a:lnTo>
                <a:cubicBezTo>
                  <a:pt x="65734" y="9707"/>
                  <a:pt x="65002" y="12270"/>
                  <a:pt x="65002" y="15000"/>
                </a:cubicBezTo>
                <a:lnTo>
                  <a:pt x="65002" y="17500"/>
                </a:lnTo>
                <a:lnTo>
                  <a:pt x="12495" y="17500"/>
                </a:lnTo>
                <a:lnTo>
                  <a:pt x="12495" y="15000"/>
                </a:lnTo>
                <a:cubicBezTo>
                  <a:pt x="12495" y="10865"/>
                  <a:pt x="15855" y="7500"/>
                  <a:pt x="19996" y="7500"/>
                </a:cubicBezTo>
                <a:close/>
                <a:moveTo>
                  <a:pt x="33750" y="30000"/>
                </a:moveTo>
                <a:lnTo>
                  <a:pt x="76248" y="30000"/>
                </a:lnTo>
                <a:cubicBezTo>
                  <a:pt x="78324" y="30000"/>
                  <a:pt x="80004" y="31678"/>
                  <a:pt x="80004" y="33750"/>
                </a:cubicBezTo>
                <a:cubicBezTo>
                  <a:pt x="80004" y="35823"/>
                  <a:pt x="78324" y="37500"/>
                  <a:pt x="76248" y="37500"/>
                </a:cubicBezTo>
                <a:lnTo>
                  <a:pt x="33750" y="37500"/>
                </a:lnTo>
                <a:cubicBezTo>
                  <a:pt x="31674" y="37500"/>
                  <a:pt x="29994" y="35823"/>
                  <a:pt x="29994" y="33750"/>
                </a:cubicBezTo>
                <a:cubicBezTo>
                  <a:pt x="29994" y="31678"/>
                  <a:pt x="31674" y="30000"/>
                  <a:pt x="33750" y="30000"/>
                </a:cubicBezTo>
                <a:close/>
                <a:moveTo>
                  <a:pt x="33750" y="45000"/>
                </a:moveTo>
                <a:lnTo>
                  <a:pt x="51249" y="45000"/>
                </a:lnTo>
                <a:cubicBezTo>
                  <a:pt x="53325" y="45000"/>
                  <a:pt x="55005" y="46678"/>
                  <a:pt x="55005" y="48750"/>
                </a:cubicBezTo>
                <a:cubicBezTo>
                  <a:pt x="55005" y="50823"/>
                  <a:pt x="53325" y="52500"/>
                  <a:pt x="51249" y="52500"/>
                </a:cubicBezTo>
                <a:lnTo>
                  <a:pt x="33750" y="52500"/>
                </a:lnTo>
                <a:cubicBezTo>
                  <a:pt x="31674" y="52500"/>
                  <a:pt x="29994" y="50823"/>
                  <a:pt x="29994" y="48750"/>
                </a:cubicBezTo>
                <a:cubicBezTo>
                  <a:pt x="29994" y="46678"/>
                  <a:pt x="31674" y="45000"/>
                  <a:pt x="33750" y="45000"/>
                </a:cubicBezTo>
                <a:close/>
                <a:moveTo>
                  <a:pt x="72503" y="55000"/>
                </a:moveTo>
                <a:cubicBezTo>
                  <a:pt x="78072" y="55000"/>
                  <a:pt x="82501" y="59433"/>
                  <a:pt x="82501" y="65000"/>
                </a:cubicBezTo>
                <a:cubicBezTo>
                  <a:pt x="82501" y="70568"/>
                  <a:pt x="78072" y="75000"/>
                  <a:pt x="72503" y="75000"/>
                </a:cubicBezTo>
                <a:cubicBezTo>
                  <a:pt x="66934" y="75000"/>
                  <a:pt x="62506" y="70568"/>
                  <a:pt x="62506" y="65000"/>
                </a:cubicBezTo>
                <a:cubicBezTo>
                  <a:pt x="62506" y="59433"/>
                  <a:pt x="66934" y="55000"/>
                  <a:pt x="72503" y="55000"/>
                </a:cubicBezTo>
                <a:close/>
                <a:moveTo>
                  <a:pt x="62506" y="79326"/>
                </a:moveTo>
                <a:cubicBezTo>
                  <a:pt x="65338" y="81320"/>
                  <a:pt x="68795" y="82500"/>
                  <a:pt x="72503" y="82500"/>
                </a:cubicBezTo>
                <a:cubicBezTo>
                  <a:pt x="76212" y="82500"/>
                  <a:pt x="79668" y="81320"/>
                  <a:pt x="82501" y="79326"/>
                </a:cubicBezTo>
                <a:lnTo>
                  <a:pt x="82501" y="88750"/>
                </a:lnTo>
                <a:cubicBezTo>
                  <a:pt x="82501" y="90087"/>
                  <a:pt x="81793" y="91323"/>
                  <a:pt x="80641" y="91992"/>
                </a:cubicBezTo>
                <a:cubicBezTo>
                  <a:pt x="80052" y="92330"/>
                  <a:pt x="79404" y="92500"/>
                  <a:pt x="78756" y="92500"/>
                </a:cubicBezTo>
                <a:cubicBezTo>
                  <a:pt x="78108" y="92500"/>
                  <a:pt x="77472" y="92337"/>
                  <a:pt x="76896" y="92007"/>
                </a:cubicBezTo>
                <a:lnTo>
                  <a:pt x="72503" y="89497"/>
                </a:lnTo>
                <a:lnTo>
                  <a:pt x="68111" y="92007"/>
                </a:lnTo>
                <a:cubicBezTo>
                  <a:pt x="66958" y="92672"/>
                  <a:pt x="65531" y="92665"/>
                  <a:pt x="64366" y="91992"/>
                </a:cubicBezTo>
                <a:cubicBezTo>
                  <a:pt x="63214" y="91323"/>
                  <a:pt x="62506" y="90087"/>
                  <a:pt x="62506" y="88750"/>
                </a:cubicBezTo>
                <a:lnTo>
                  <a:pt x="62506" y="7932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1" name="Чёрный — SVG 22">
            <a:extLst>
              <a:ext uri="{FF2B5EF4-FFF2-40B4-BE49-F238E27FC236}">
                <a16:creationId xmlns:a16="http://schemas.microsoft.com/office/drawing/2014/main" id="{9A8B33AB-0BF8-7D4C-A9C1-484A8357D470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48980 w 141867"/>
              <a:gd name="csY0" fmla="*/ 10 h 141848"/>
              <a:gd name="csX1" fmla="*/ 42055 w 141867"/>
              <a:gd name="csY1" fmla="*/ 1235 h 141848"/>
              <a:gd name="csX2" fmla="*/ 30758 w 141867"/>
              <a:gd name="csY2" fmla="*/ 14289 h 141848"/>
              <a:gd name="csX3" fmla="*/ 25008 w 141867"/>
              <a:gd name="csY3" fmla="*/ 25011 h 141848"/>
              <a:gd name="csX4" fmla="*/ 25008 w 141867"/>
              <a:gd name="csY4" fmla="*/ 25011 h 141848"/>
              <a:gd name="csX5" fmla="*/ 14153 w 141867"/>
              <a:gd name="csY5" fmla="*/ 30963 h 141848"/>
              <a:gd name="csX6" fmla="*/ 1240 w 141867"/>
              <a:gd name="csY6" fmla="*/ 42060 h 141848"/>
              <a:gd name="csX7" fmla="*/ 2516 w 141867"/>
              <a:gd name="csY7" fmla="*/ 59038 h 141848"/>
              <a:gd name="csX8" fmla="*/ 5987 w 141867"/>
              <a:gd name="csY8" fmla="*/ 70924 h 141848"/>
              <a:gd name="csX9" fmla="*/ 2482 w 141867"/>
              <a:gd name="csY9" fmla="*/ 82567 h 141848"/>
              <a:gd name="csX10" fmla="*/ 1240 w 141867"/>
              <a:gd name="csY10" fmla="*/ 99795 h 141848"/>
              <a:gd name="csX11" fmla="*/ 14290 w 141867"/>
              <a:gd name="csY11" fmla="*/ 111098 h 141848"/>
              <a:gd name="csX12" fmla="*/ 25008 w 141867"/>
              <a:gd name="csY12" fmla="*/ 116835 h 141848"/>
              <a:gd name="csX13" fmla="*/ 25008 w 141867"/>
              <a:gd name="csY13" fmla="*/ 116844 h 141848"/>
              <a:gd name="csX14" fmla="*/ 25008 w 141867"/>
              <a:gd name="csY14" fmla="*/ 116844 h 141848"/>
              <a:gd name="csX15" fmla="*/ 30963 w 141867"/>
              <a:gd name="csY15" fmla="*/ 127704 h 141848"/>
              <a:gd name="csX16" fmla="*/ 42055 w 141867"/>
              <a:gd name="csY16" fmla="*/ 140612 h 141848"/>
              <a:gd name="csX17" fmla="*/ 59035 w 141867"/>
              <a:gd name="csY17" fmla="*/ 139326 h 141848"/>
              <a:gd name="csX18" fmla="*/ 70927 w 141867"/>
              <a:gd name="csY18" fmla="*/ 135857 h 141848"/>
              <a:gd name="csX19" fmla="*/ 82581 w 141867"/>
              <a:gd name="csY19" fmla="*/ 139373 h 141848"/>
              <a:gd name="csX20" fmla="*/ 99799 w 141867"/>
              <a:gd name="csY20" fmla="*/ 140612 h 141848"/>
              <a:gd name="csX21" fmla="*/ 111113 w 141867"/>
              <a:gd name="csY21" fmla="*/ 127558 h 141848"/>
              <a:gd name="csX22" fmla="*/ 116846 w 141867"/>
              <a:gd name="csY22" fmla="*/ 116844 h 141848"/>
              <a:gd name="csX23" fmla="*/ 116846 w 141867"/>
              <a:gd name="csY23" fmla="*/ 116835 h 141848"/>
              <a:gd name="csX24" fmla="*/ 127718 w 141867"/>
              <a:gd name="csY24" fmla="*/ 110890 h 141848"/>
              <a:gd name="csX25" fmla="*/ 140631 w 141867"/>
              <a:gd name="csY25" fmla="*/ 99795 h 141848"/>
              <a:gd name="csX26" fmla="*/ 139338 w 141867"/>
              <a:gd name="csY26" fmla="*/ 82815 h 141848"/>
              <a:gd name="csX27" fmla="*/ 135867 w 141867"/>
              <a:gd name="csY27" fmla="*/ 70924 h 141848"/>
              <a:gd name="csX28" fmla="*/ 139389 w 141867"/>
              <a:gd name="csY28" fmla="*/ 59282 h 141848"/>
              <a:gd name="csX29" fmla="*/ 140631 w 141867"/>
              <a:gd name="csY29" fmla="*/ 42060 h 141848"/>
              <a:gd name="csX30" fmla="*/ 127582 w 141867"/>
              <a:gd name="csY30" fmla="*/ 30756 h 141848"/>
              <a:gd name="csX31" fmla="*/ 116846 w 141867"/>
              <a:gd name="csY31" fmla="*/ 25011 h 141848"/>
              <a:gd name="csX32" fmla="*/ 110892 w 141867"/>
              <a:gd name="csY32" fmla="*/ 14151 h 141848"/>
              <a:gd name="csX33" fmla="*/ 99799 w 141867"/>
              <a:gd name="csY33" fmla="*/ 1235 h 141848"/>
              <a:gd name="csX34" fmla="*/ 82820 w 141867"/>
              <a:gd name="csY34" fmla="*/ 2522 h 141848"/>
              <a:gd name="csX35" fmla="*/ 70927 w 141867"/>
              <a:gd name="csY35" fmla="*/ 5996 h 141848"/>
              <a:gd name="csX36" fmla="*/ 59290 w 141867"/>
              <a:gd name="csY36" fmla="*/ 2473 h 141848"/>
              <a:gd name="csX37" fmla="*/ 51175 w 141867"/>
              <a:gd name="csY37" fmla="*/ 204 h 141848"/>
              <a:gd name="csX38" fmla="*/ 48980 w 141867"/>
              <a:gd name="csY38" fmla="*/ 10 h 141848"/>
              <a:gd name="csX39" fmla="*/ 51447 w 141867"/>
              <a:gd name="csY39" fmla="*/ 39028 h 141848"/>
              <a:gd name="csX40" fmla="*/ 63850 w 141867"/>
              <a:gd name="csY40" fmla="*/ 51431 h 141848"/>
              <a:gd name="csX41" fmla="*/ 51447 w 141867"/>
              <a:gd name="csY41" fmla="*/ 63836 h 141848"/>
              <a:gd name="csX42" fmla="*/ 39027 w 141867"/>
              <a:gd name="csY42" fmla="*/ 51431 h 141848"/>
              <a:gd name="csX43" fmla="*/ 51447 w 141867"/>
              <a:gd name="csY43" fmla="*/ 39028 h 141848"/>
              <a:gd name="csX44" fmla="*/ 97519 w 141867"/>
              <a:gd name="csY44" fmla="*/ 39028 h 141848"/>
              <a:gd name="csX45" fmla="*/ 101279 w 141867"/>
              <a:gd name="csY45" fmla="*/ 40585 h 141848"/>
              <a:gd name="csX46" fmla="*/ 101279 w 141867"/>
              <a:gd name="csY46" fmla="*/ 48102 h 141848"/>
              <a:gd name="csX47" fmla="*/ 48112 w 141867"/>
              <a:gd name="csY47" fmla="*/ 101262 h 141848"/>
              <a:gd name="csX48" fmla="*/ 44352 w 141867"/>
              <a:gd name="csY48" fmla="*/ 102820 h 141848"/>
              <a:gd name="csX49" fmla="*/ 40592 w 141867"/>
              <a:gd name="csY49" fmla="*/ 101262 h 141848"/>
              <a:gd name="csX50" fmla="*/ 40592 w 141867"/>
              <a:gd name="csY50" fmla="*/ 93745 h 141848"/>
              <a:gd name="csX51" fmla="*/ 93759 w 141867"/>
              <a:gd name="csY51" fmla="*/ 40585 h 141848"/>
              <a:gd name="csX52" fmla="*/ 97519 w 141867"/>
              <a:gd name="csY52" fmla="*/ 39028 h 141848"/>
              <a:gd name="csX53" fmla="*/ 90425 w 141867"/>
              <a:gd name="csY53" fmla="*/ 78011 h 141848"/>
              <a:gd name="csX54" fmla="*/ 102827 w 141867"/>
              <a:gd name="csY54" fmla="*/ 90415 h 141848"/>
              <a:gd name="csX55" fmla="*/ 90425 w 141867"/>
              <a:gd name="csY55" fmla="*/ 102820 h 141848"/>
              <a:gd name="csX56" fmla="*/ 78022 w 141867"/>
              <a:gd name="csY56" fmla="*/ 90415 h 141848"/>
              <a:gd name="csX57" fmla="*/ 90425 w 141867"/>
              <a:gd name="csY57" fmla="*/ 78011 h 141848"/>
            </a:gdLst>
            <a:ahLst/>
            <a:cxnLst/>
            <a:rect l="l" t="t" r="r" b="b"/>
            <a:pathLst>
              <a:path w="100000" h="100000">
                <a:moveTo>
                  <a:pt x="34525" y="14"/>
                </a:moveTo>
                <a:cubicBezTo>
                  <a:pt x="32942" y="-38"/>
                  <a:pt x="31299" y="190"/>
                  <a:pt x="29644" y="877"/>
                </a:cubicBezTo>
                <a:cubicBezTo>
                  <a:pt x="25219" y="2707"/>
                  <a:pt x="23228" y="6727"/>
                  <a:pt x="21681" y="10079"/>
                </a:cubicBezTo>
                <a:cubicBezTo>
                  <a:pt x="20122" y="13431"/>
                  <a:pt x="18791" y="16483"/>
                  <a:pt x="17628" y="17637"/>
                </a:cubicBezTo>
                <a:lnTo>
                  <a:pt x="17628" y="17637"/>
                </a:lnTo>
                <a:cubicBezTo>
                  <a:pt x="16357" y="18910"/>
                  <a:pt x="13298" y="20281"/>
                  <a:pt x="9976" y="21832"/>
                </a:cubicBezTo>
                <a:cubicBezTo>
                  <a:pt x="6643" y="23384"/>
                  <a:pt x="2673" y="25297"/>
                  <a:pt x="874" y="29654"/>
                </a:cubicBezTo>
                <a:cubicBezTo>
                  <a:pt x="-937" y="34012"/>
                  <a:pt x="527" y="38173"/>
                  <a:pt x="1773" y="41622"/>
                </a:cubicBezTo>
                <a:cubicBezTo>
                  <a:pt x="3033" y="45071"/>
                  <a:pt x="4220" y="48199"/>
                  <a:pt x="4220" y="50000"/>
                </a:cubicBezTo>
                <a:cubicBezTo>
                  <a:pt x="4220" y="51632"/>
                  <a:pt x="3021" y="54740"/>
                  <a:pt x="1750" y="58207"/>
                </a:cubicBezTo>
                <a:cubicBezTo>
                  <a:pt x="467" y="61673"/>
                  <a:pt x="-961" y="65930"/>
                  <a:pt x="874" y="70351"/>
                </a:cubicBezTo>
                <a:cubicBezTo>
                  <a:pt x="2697" y="74771"/>
                  <a:pt x="6727" y="76767"/>
                  <a:pt x="10073" y="78318"/>
                </a:cubicBezTo>
                <a:cubicBezTo>
                  <a:pt x="13430" y="79868"/>
                  <a:pt x="16477" y="81210"/>
                  <a:pt x="17628" y="82362"/>
                </a:cubicBezTo>
                <a:lnTo>
                  <a:pt x="17628" y="82368"/>
                </a:lnTo>
                <a:lnTo>
                  <a:pt x="17628" y="82368"/>
                </a:lnTo>
                <a:cubicBezTo>
                  <a:pt x="18911" y="83641"/>
                  <a:pt x="20278" y="86697"/>
                  <a:pt x="21825" y="90023"/>
                </a:cubicBezTo>
                <a:cubicBezTo>
                  <a:pt x="23372" y="93348"/>
                  <a:pt x="25291" y="97318"/>
                  <a:pt x="29644" y="99122"/>
                </a:cubicBezTo>
                <a:cubicBezTo>
                  <a:pt x="34009" y="100927"/>
                  <a:pt x="38171" y="99470"/>
                  <a:pt x="41613" y="98216"/>
                </a:cubicBezTo>
                <a:cubicBezTo>
                  <a:pt x="45067" y="96960"/>
                  <a:pt x="48197" y="95770"/>
                  <a:pt x="49995" y="95770"/>
                </a:cubicBezTo>
                <a:cubicBezTo>
                  <a:pt x="51627" y="95772"/>
                  <a:pt x="54745" y="96976"/>
                  <a:pt x="58210" y="98249"/>
                </a:cubicBezTo>
                <a:cubicBezTo>
                  <a:pt x="61676" y="99522"/>
                  <a:pt x="65922" y="100955"/>
                  <a:pt x="70347" y="99122"/>
                </a:cubicBezTo>
                <a:cubicBezTo>
                  <a:pt x="74772" y="97292"/>
                  <a:pt x="76763" y="93273"/>
                  <a:pt x="78322" y="89920"/>
                </a:cubicBezTo>
                <a:cubicBezTo>
                  <a:pt x="79869" y="86569"/>
                  <a:pt x="81212" y="83522"/>
                  <a:pt x="82363" y="82368"/>
                </a:cubicBezTo>
                <a:lnTo>
                  <a:pt x="82363" y="82362"/>
                </a:lnTo>
                <a:cubicBezTo>
                  <a:pt x="83635" y="81089"/>
                  <a:pt x="86692" y="79723"/>
                  <a:pt x="90027" y="78171"/>
                </a:cubicBezTo>
                <a:cubicBezTo>
                  <a:pt x="93349" y="76620"/>
                  <a:pt x="97330" y="74708"/>
                  <a:pt x="99129" y="70351"/>
                </a:cubicBezTo>
                <a:cubicBezTo>
                  <a:pt x="100928" y="65994"/>
                  <a:pt x="99476" y="61832"/>
                  <a:pt x="98217" y="58382"/>
                </a:cubicBezTo>
                <a:cubicBezTo>
                  <a:pt x="96970" y="54933"/>
                  <a:pt x="95771" y="51800"/>
                  <a:pt x="95771" y="50000"/>
                </a:cubicBezTo>
                <a:cubicBezTo>
                  <a:pt x="95771" y="48368"/>
                  <a:pt x="96982" y="45260"/>
                  <a:pt x="98253" y="41794"/>
                </a:cubicBezTo>
                <a:cubicBezTo>
                  <a:pt x="99525" y="38326"/>
                  <a:pt x="100964" y="34075"/>
                  <a:pt x="99129" y="29654"/>
                </a:cubicBezTo>
                <a:cubicBezTo>
                  <a:pt x="97294" y="25233"/>
                  <a:pt x="93277" y="23236"/>
                  <a:pt x="89931" y="21686"/>
                </a:cubicBezTo>
                <a:cubicBezTo>
                  <a:pt x="86573" y="20135"/>
                  <a:pt x="83527" y="18790"/>
                  <a:pt x="82363" y="17637"/>
                </a:cubicBezTo>
                <a:cubicBezTo>
                  <a:pt x="81092" y="16364"/>
                  <a:pt x="79725" y="13306"/>
                  <a:pt x="78166" y="9982"/>
                </a:cubicBezTo>
                <a:cubicBezTo>
                  <a:pt x="76619" y="6655"/>
                  <a:pt x="74700" y="2682"/>
                  <a:pt x="70347" y="877"/>
                </a:cubicBezTo>
                <a:cubicBezTo>
                  <a:pt x="65994" y="-927"/>
                  <a:pt x="61833" y="529"/>
                  <a:pt x="58379" y="1784"/>
                </a:cubicBezTo>
                <a:cubicBezTo>
                  <a:pt x="54925" y="3039"/>
                  <a:pt x="51806" y="4235"/>
                  <a:pt x="49995" y="4233"/>
                </a:cubicBezTo>
                <a:cubicBezTo>
                  <a:pt x="48364" y="4233"/>
                  <a:pt x="45259" y="3024"/>
                  <a:pt x="41793" y="1750"/>
                </a:cubicBezTo>
                <a:cubicBezTo>
                  <a:pt x="40054" y="1113"/>
                  <a:pt x="38123" y="438"/>
                  <a:pt x="36073" y="150"/>
                </a:cubicBezTo>
                <a:cubicBezTo>
                  <a:pt x="35569" y="79"/>
                  <a:pt x="35053" y="31"/>
                  <a:pt x="34525" y="14"/>
                </a:cubicBezTo>
                <a:close/>
                <a:moveTo>
                  <a:pt x="36264" y="27517"/>
                </a:moveTo>
                <a:cubicBezTo>
                  <a:pt x="41085" y="27517"/>
                  <a:pt x="45007" y="31431"/>
                  <a:pt x="45007" y="36260"/>
                </a:cubicBezTo>
                <a:cubicBezTo>
                  <a:pt x="45007" y="41088"/>
                  <a:pt x="41085" y="45004"/>
                  <a:pt x="36264" y="45004"/>
                </a:cubicBezTo>
                <a:cubicBezTo>
                  <a:pt x="31431" y="45004"/>
                  <a:pt x="27510" y="41088"/>
                  <a:pt x="27510" y="36260"/>
                </a:cubicBezTo>
                <a:cubicBezTo>
                  <a:pt x="27510" y="31431"/>
                  <a:pt x="31431" y="27517"/>
                  <a:pt x="36264" y="27517"/>
                </a:cubicBezTo>
                <a:close/>
                <a:moveTo>
                  <a:pt x="68740" y="27517"/>
                </a:moveTo>
                <a:cubicBezTo>
                  <a:pt x="69699" y="27517"/>
                  <a:pt x="70658" y="27883"/>
                  <a:pt x="71390" y="28614"/>
                </a:cubicBezTo>
                <a:cubicBezTo>
                  <a:pt x="72853" y="30079"/>
                  <a:pt x="72853" y="32449"/>
                  <a:pt x="71390" y="33913"/>
                </a:cubicBezTo>
                <a:lnTo>
                  <a:pt x="33913" y="71385"/>
                </a:lnTo>
                <a:cubicBezTo>
                  <a:pt x="33182" y="72117"/>
                  <a:pt x="32222" y="72483"/>
                  <a:pt x="31263" y="72483"/>
                </a:cubicBezTo>
                <a:cubicBezTo>
                  <a:pt x="30304" y="72483"/>
                  <a:pt x="29344" y="72117"/>
                  <a:pt x="28613" y="71385"/>
                </a:cubicBezTo>
                <a:cubicBezTo>
                  <a:pt x="27150" y="69921"/>
                  <a:pt x="27150" y="67550"/>
                  <a:pt x="28613" y="66086"/>
                </a:cubicBezTo>
                <a:lnTo>
                  <a:pt x="66089" y="28614"/>
                </a:lnTo>
                <a:cubicBezTo>
                  <a:pt x="66821" y="27883"/>
                  <a:pt x="67780" y="27517"/>
                  <a:pt x="68740" y="27517"/>
                </a:cubicBezTo>
                <a:close/>
                <a:moveTo>
                  <a:pt x="63739" y="54996"/>
                </a:moveTo>
                <a:cubicBezTo>
                  <a:pt x="68572" y="54996"/>
                  <a:pt x="72481" y="58910"/>
                  <a:pt x="72481" y="63739"/>
                </a:cubicBezTo>
                <a:cubicBezTo>
                  <a:pt x="72481" y="68568"/>
                  <a:pt x="68572" y="72483"/>
                  <a:pt x="63739" y="72483"/>
                </a:cubicBezTo>
                <a:cubicBezTo>
                  <a:pt x="58906" y="72483"/>
                  <a:pt x="54997" y="68568"/>
                  <a:pt x="54997" y="63739"/>
                </a:cubicBezTo>
                <a:cubicBezTo>
                  <a:pt x="54997" y="58910"/>
                  <a:pt x="58906" y="54996"/>
                  <a:pt x="63739" y="5499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2" name="Чёрный — SVG 23">
            <a:extLst>
              <a:ext uri="{FF2B5EF4-FFF2-40B4-BE49-F238E27FC236}">
                <a16:creationId xmlns:a16="http://schemas.microsoft.com/office/drawing/2014/main" id="{453BA28E-EF99-4F4C-9D6C-B708747E6A8A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21267 w 141772"/>
              <a:gd name="csY0" fmla="*/ 0 h 113407"/>
              <a:gd name="csX1" fmla="*/ 68 w 141772"/>
              <a:gd name="csY1" fmla="*/ 19492 h 113407"/>
              <a:gd name="csX2" fmla="*/ 70895 w 141772"/>
              <a:gd name="csY2" fmla="*/ 57728 h 113407"/>
              <a:gd name="csX3" fmla="*/ 141705 w 141772"/>
              <a:gd name="csY3" fmla="*/ 19492 h 113407"/>
              <a:gd name="csX4" fmla="*/ 120506 w 141772"/>
              <a:gd name="csY4" fmla="*/ 0 h 113407"/>
              <a:gd name="csX5" fmla="*/ 21267 w 141772"/>
              <a:gd name="csY5" fmla="*/ 0 h 113407"/>
              <a:gd name="csX6" fmla="*/ 0 w 141772"/>
              <a:gd name="csY6" fmla="*/ 31508 h 113407"/>
              <a:gd name="csX7" fmla="*/ 0 w 141772"/>
              <a:gd name="csY7" fmla="*/ 92144 h 113407"/>
              <a:gd name="csX8" fmla="*/ 21267 w 141772"/>
              <a:gd name="csY8" fmla="*/ 113407 h 113407"/>
              <a:gd name="csX9" fmla="*/ 120506 w 141772"/>
              <a:gd name="csY9" fmla="*/ 113407 h 113407"/>
              <a:gd name="csX10" fmla="*/ 141773 w 141772"/>
              <a:gd name="csY10" fmla="*/ 92144 h 113407"/>
              <a:gd name="csX11" fmla="*/ 141773 w 141772"/>
              <a:gd name="csY11" fmla="*/ 31508 h 113407"/>
              <a:gd name="csX12" fmla="*/ 73413 w 141772"/>
              <a:gd name="csY12" fmla="*/ 68471 h 113407"/>
              <a:gd name="csX13" fmla="*/ 70895 w 141772"/>
              <a:gd name="csY13" fmla="*/ 69108 h 113407"/>
              <a:gd name="csX14" fmla="*/ 68377 w 141772"/>
              <a:gd name="csY14" fmla="*/ 68471 h 113407"/>
              <a:gd name="csX15" fmla="*/ 0 w 141772"/>
              <a:gd name="csY15" fmla="*/ 31508 h 113407"/>
            </a:gdLst>
            <a:ahLst/>
            <a:cxnLst/>
            <a:rect l="l" t="t" r="r" b="b"/>
            <a:pathLst>
              <a:path w="100000" h="100000">
                <a:moveTo>
                  <a:pt x="15001" y="10004"/>
                </a:moveTo>
                <a:cubicBezTo>
                  <a:pt x="7152" y="10004"/>
                  <a:pt x="696" y="16053"/>
                  <a:pt x="48" y="23753"/>
                </a:cubicBezTo>
                <a:lnTo>
                  <a:pt x="50006" y="50723"/>
                </a:lnTo>
                <a:lnTo>
                  <a:pt x="99953" y="23753"/>
                </a:lnTo>
                <a:cubicBezTo>
                  <a:pt x="99305" y="16053"/>
                  <a:pt x="92848" y="10004"/>
                  <a:pt x="85000" y="10004"/>
                </a:cubicBezTo>
                <a:lnTo>
                  <a:pt x="15001" y="10004"/>
                </a:lnTo>
                <a:close/>
                <a:moveTo>
                  <a:pt x="0" y="32228"/>
                </a:moveTo>
                <a:lnTo>
                  <a:pt x="0" y="74998"/>
                </a:lnTo>
                <a:cubicBezTo>
                  <a:pt x="0" y="83272"/>
                  <a:pt x="6721" y="89996"/>
                  <a:pt x="15001" y="89996"/>
                </a:cubicBezTo>
                <a:lnTo>
                  <a:pt x="85000" y="89996"/>
                </a:lnTo>
                <a:cubicBezTo>
                  <a:pt x="93280" y="89996"/>
                  <a:pt x="100001" y="83272"/>
                  <a:pt x="100001" y="74998"/>
                </a:cubicBezTo>
                <a:lnTo>
                  <a:pt x="100001" y="32228"/>
                </a:lnTo>
                <a:lnTo>
                  <a:pt x="51782" y="58300"/>
                </a:lnTo>
                <a:cubicBezTo>
                  <a:pt x="51230" y="58600"/>
                  <a:pt x="50630" y="58750"/>
                  <a:pt x="50006" y="58750"/>
                </a:cubicBezTo>
                <a:cubicBezTo>
                  <a:pt x="49382" y="58750"/>
                  <a:pt x="48770" y="58600"/>
                  <a:pt x="48230" y="58300"/>
                </a:cubicBezTo>
                <a:lnTo>
                  <a:pt x="0" y="3222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3" name="Чёрный — SVG 24">
            <a:extLst>
              <a:ext uri="{FF2B5EF4-FFF2-40B4-BE49-F238E27FC236}">
                <a16:creationId xmlns:a16="http://schemas.microsoft.com/office/drawing/2014/main" id="{A7812502-A461-7544-9464-3887E3C46D6D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15950 w 113423"/>
              <a:gd name="csY0" fmla="*/ 0 h 141759"/>
              <a:gd name="csX1" fmla="*/ 0 w 113423"/>
              <a:gd name="csY1" fmla="*/ 15948 h 141759"/>
              <a:gd name="csX2" fmla="*/ 0 w 113423"/>
              <a:gd name="csY2" fmla="*/ 125811 h 141759"/>
              <a:gd name="csX3" fmla="*/ 15950 w 113423"/>
              <a:gd name="csY3" fmla="*/ 141759 h 141759"/>
              <a:gd name="csX4" fmla="*/ 97473 w 113423"/>
              <a:gd name="csY4" fmla="*/ 141759 h 141759"/>
              <a:gd name="csX5" fmla="*/ 113423 w 113423"/>
              <a:gd name="csY5" fmla="*/ 125811 h 141759"/>
              <a:gd name="csX6" fmla="*/ 113423 w 113423"/>
              <a:gd name="csY6" fmla="*/ 56704 h 141759"/>
              <a:gd name="csX7" fmla="*/ 72661 w 113423"/>
              <a:gd name="csY7" fmla="*/ 56704 h 141759"/>
              <a:gd name="csX8" fmla="*/ 56711 w 113423"/>
              <a:gd name="csY8" fmla="*/ 40756 h 141759"/>
              <a:gd name="csX9" fmla="*/ 56711 w 113423"/>
              <a:gd name="csY9" fmla="*/ 0 h 141759"/>
              <a:gd name="csX10" fmla="*/ 15950 w 113423"/>
              <a:gd name="csY10" fmla="*/ 0 h 141759"/>
              <a:gd name="csX11" fmla="*/ 67344 w 113423"/>
              <a:gd name="csY11" fmla="*/ 3115 h 141759"/>
              <a:gd name="csX12" fmla="*/ 67344 w 113423"/>
              <a:gd name="csY12" fmla="*/ 40756 h 141759"/>
              <a:gd name="csX13" fmla="*/ 72661 w 113423"/>
              <a:gd name="csY13" fmla="*/ 46072 h 141759"/>
              <a:gd name="csX14" fmla="*/ 110308 w 113423"/>
              <a:gd name="csY14" fmla="*/ 46072 h 141759"/>
              <a:gd name="csX15" fmla="*/ 67344 w 113423"/>
              <a:gd name="csY15" fmla="*/ 3115 h 141759"/>
            </a:gdLst>
            <a:ahLst/>
            <a:cxnLst/>
            <a:rect l="l" t="t" r="r" b="b"/>
            <a:pathLst>
              <a:path w="100000" h="100000">
                <a:moveTo>
                  <a:pt x="21246" y="0"/>
                </a:moveTo>
                <a:cubicBezTo>
                  <a:pt x="15042" y="0"/>
                  <a:pt x="9994" y="5047"/>
                  <a:pt x="9994" y="11250"/>
                </a:cubicBezTo>
                <a:lnTo>
                  <a:pt x="9994" y="88750"/>
                </a:lnTo>
                <a:cubicBezTo>
                  <a:pt x="9994" y="94953"/>
                  <a:pt x="15042" y="100000"/>
                  <a:pt x="21246" y="100000"/>
                </a:cubicBezTo>
                <a:lnTo>
                  <a:pt x="78754" y="100000"/>
                </a:lnTo>
                <a:cubicBezTo>
                  <a:pt x="84957" y="100000"/>
                  <a:pt x="90006" y="94953"/>
                  <a:pt x="90006" y="88750"/>
                </a:cubicBezTo>
                <a:lnTo>
                  <a:pt x="90006" y="40000"/>
                </a:lnTo>
                <a:lnTo>
                  <a:pt x="61251" y="40000"/>
                </a:lnTo>
                <a:cubicBezTo>
                  <a:pt x="55048" y="40000"/>
                  <a:pt x="50000" y="34952"/>
                  <a:pt x="50000" y="28750"/>
                </a:cubicBezTo>
                <a:lnTo>
                  <a:pt x="50000" y="0"/>
                </a:lnTo>
                <a:lnTo>
                  <a:pt x="21246" y="0"/>
                </a:lnTo>
                <a:close/>
                <a:moveTo>
                  <a:pt x="57500" y="2197"/>
                </a:moveTo>
                <a:lnTo>
                  <a:pt x="57500" y="28750"/>
                </a:lnTo>
                <a:cubicBezTo>
                  <a:pt x="57500" y="30818"/>
                  <a:pt x="59183" y="32500"/>
                  <a:pt x="61251" y="32500"/>
                </a:cubicBezTo>
                <a:lnTo>
                  <a:pt x="87808" y="32500"/>
                </a:lnTo>
                <a:lnTo>
                  <a:pt x="57500" y="219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4" name="Чёрный — SVG 25">
            <a:extLst>
              <a:ext uri="{FF2B5EF4-FFF2-40B4-BE49-F238E27FC236}">
                <a16:creationId xmlns:a16="http://schemas.microsoft.com/office/drawing/2014/main" id="{61DC456A-4FA3-AC4D-A0AF-845E73631A03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46072 w 127600"/>
              <a:gd name="csY0" fmla="*/ 77967 h 127583"/>
              <a:gd name="csX1" fmla="*/ 46072 w 127600"/>
              <a:gd name="csY1" fmla="*/ 122267 h 127583"/>
              <a:gd name="csX2" fmla="*/ 48965 w 127600"/>
              <a:gd name="csY2" fmla="*/ 126995 h 127583"/>
              <a:gd name="csX3" fmla="*/ 51397 w 127600"/>
              <a:gd name="csY3" fmla="*/ 127583 h 127583"/>
              <a:gd name="csX4" fmla="*/ 54477 w 127600"/>
              <a:gd name="csY4" fmla="*/ 126595 h 127583"/>
              <a:gd name="csX5" fmla="*/ 79299 w 127600"/>
              <a:gd name="csY5" fmla="*/ 108874 h 127583"/>
              <a:gd name="csX6" fmla="*/ 81528 w 127600"/>
              <a:gd name="csY6" fmla="*/ 104547 h 127583"/>
              <a:gd name="csX7" fmla="*/ 81528 w 127600"/>
              <a:gd name="csY7" fmla="*/ 77967 h 127583"/>
              <a:gd name="csX8" fmla="*/ 46072 w 127600"/>
              <a:gd name="csY8" fmla="*/ 77967 h 127583"/>
              <a:gd name="csX9" fmla="*/ 118737 w 127600"/>
              <a:gd name="csY9" fmla="*/ 0 h 127583"/>
              <a:gd name="csX10" fmla="*/ 8864 w 127600"/>
              <a:gd name="csY10" fmla="*/ 0 h 127583"/>
              <a:gd name="csX11" fmla="*/ 0 w 127600"/>
              <a:gd name="csY11" fmla="*/ 8859 h 127583"/>
              <a:gd name="csX12" fmla="*/ 0 w 127600"/>
              <a:gd name="csY12" fmla="*/ 19808 h 127583"/>
              <a:gd name="csX13" fmla="*/ 10123 w 127600"/>
              <a:gd name="csY13" fmla="*/ 40685 h 127583"/>
              <a:gd name="csX14" fmla="*/ 43963 w 127600"/>
              <a:gd name="csY14" fmla="*/ 67335 h 127583"/>
              <a:gd name="csX15" fmla="*/ 83638 w 127600"/>
              <a:gd name="csY15" fmla="*/ 67335 h 127583"/>
              <a:gd name="csX16" fmla="*/ 117461 w 127600"/>
              <a:gd name="csY16" fmla="*/ 40685 h 127583"/>
              <a:gd name="csX17" fmla="*/ 127601 w 127600"/>
              <a:gd name="csY17" fmla="*/ 19808 h 127583"/>
              <a:gd name="csX18" fmla="*/ 127601 w 127600"/>
              <a:gd name="csY18" fmla="*/ 8859 h 127583"/>
              <a:gd name="csX19" fmla="*/ 118737 w 127600"/>
              <a:gd name="csY19" fmla="*/ 0 h 127583"/>
            </a:gdLst>
            <a:ahLst/>
            <a:cxnLst/>
            <a:rect l="l" t="t" r="r" b="b"/>
            <a:pathLst>
              <a:path w="100000" h="100000">
                <a:moveTo>
                  <a:pt x="36107" y="61109"/>
                </a:moveTo>
                <a:lnTo>
                  <a:pt x="36107" y="95827"/>
                </a:lnTo>
                <a:cubicBezTo>
                  <a:pt x="36107" y="97388"/>
                  <a:pt x="36987" y="98819"/>
                  <a:pt x="38374" y="99533"/>
                </a:cubicBezTo>
                <a:cubicBezTo>
                  <a:pt x="38973" y="99841"/>
                  <a:pt x="39627" y="99993"/>
                  <a:pt x="40280" y="99993"/>
                </a:cubicBezTo>
                <a:cubicBezTo>
                  <a:pt x="41133" y="99993"/>
                  <a:pt x="41987" y="99732"/>
                  <a:pt x="42694" y="99219"/>
                </a:cubicBezTo>
                <a:lnTo>
                  <a:pt x="62147" y="85331"/>
                </a:lnTo>
                <a:cubicBezTo>
                  <a:pt x="63241" y="84549"/>
                  <a:pt x="63893" y="83285"/>
                  <a:pt x="63893" y="81940"/>
                </a:cubicBezTo>
                <a:lnTo>
                  <a:pt x="63893" y="61109"/>
                </a:lnTo>
                <a:lnTo>
                  <a:pt x="36107" y="61109"/>
                </a:lnTo>
                <a:close/>
                <a:moveTo>
                  <a:pt x="93054" y="7"/>
                </a:moveTo>
                <a:lnTo>
                  <a:pt x="6947" y="7"/>
                </a:lnTo>
                <a:cubicBezTo>
                  <a:pt x="3120" y="7"/>
                  <a:pt x="0" y="3123"/>
                  <a:pt x="0" y="6949"/>
                </a:cubicBezTo>
                <a:lnTo>
                  <a:pt x="0" y="15530"/>
                </a:lnTo>
                <a:cubicBezTo>
                  <a:pt x="0" y="21953"/>
                  <a:pt x="2893" y="27917"/>
                  <a:pt x="7933" y="31891"/>
                </a:cubicBezTo>
                <a:lnTo>
                  <a:pt x="34454" y="52777"/>
                </a:lnTo>
                <a:lnTo>
                  <a:pt x="65547" y="52777"/>
                </a:lnTo>
                <a:lnTo>
                  <a:pt x="92054" y="31891"/>
                </a:lnTo>
                <a:cubicBezTo>
                  <a:pt x="97107" y="27917"/>
                  <a:pt x="100001" y="21950"/>
                  <a:pt x="100001" y="15530"/>
                </a:cubicBezTo>
                <a:lnTo>
                  <a:pt x="100001" y="6949"/>
                </a:lnTo>
                <a:cubicBezTo>
                  <a:pt x="100001" y="3123"/>
                  <a:pt x="96880" y="7"/>
                  <a:pt x="93054" y="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5" name="Чёрный — SVG 26">
            <a:extLst>
              <a:ext uri="{FF2B5EF4-FFF2-40B4-BE49-F238E27FC236}">
                <a16:creationId xmlns:a16="http://schemas.microsoft.com/office/drawing/2014/main" id="{A7BB48E7-B265-394E-8CA6-B1899B2CDFEE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79898 w 142081"/>
              <a:gd name="csY0" fmla="*/ 1 h 156012"/>
              <a:gd name="csX1" fmla="*/ 76155 w 142081"/>
              <a:gd name="csY1" fmla="*/ 1615 h 156012"/>
              <a:gd name="csX2" fmla="*/ 74658 w 142081"/>
              <a:gd name="csY2" fmla="*/ 5393 h 156012"/>
              <a:gd name="csX3" fmla="*/ 74658 w 142081"/>
              <a:gd name="csY3" fmla="*/ 10709 h 156012"/>
              <a:gd name="csX4" fmla="*/ 23260 w 142081"/>
              <a:gd name="csY4" fmla="*/ 10709 h 156012"/>
              <a:gd name="csX5" fmla="*/ 21202 w 142081"/>
              <a:gd name="csY5" fmla="*/ 11092 h 156012"/>
              <a:gd name="csX6" fmla="*/ 19449 w 142081"/>
              <a:gd name="csY6" fmla="*/ 12240 h 156012"/>
              <a:gd name="csX7" fmla="*/ 18275 w 142081"/>
              <a:gd name="csY7" fmla="*/ 13973 h 156012"/>
              <a:gd name="csX8" fmla="*/ 17867 w 142081"/>
              <a:gd name="csY8" fmla="*/ 16025 h 156012"/>
              <a:gd name="csX9" fmla="*/ 18275 w 142081"/>
              <a:gd name="csY9" fmla="*/ 18077 h 156012"/>
              <a:gd name="csX10" fmla="*/ 19449 w 142081"/>
              <a:gd name="csY10" fmla="*/ 19812 h 156012"/>
              <a:gd name="csX11" fmla="*/ 21202 w 142081"/>
              <a:gd name="csY11" fmla="*/ 20958 h 156012"/>
              <a:gd name="csX12" fmla="*/ 23260 w 142081"/>
              <a:gd name="csY12" fmla="*/ 21341 h 156012"/>
              <a:gd name="csX13" fmla="*/ 79098 w 142081"/>
              <a:gd name="csY13" fmla="*/ 21341 h 156012"/>
              <a:gd name="csX14" fmla="*/ 80834 w 142081"/>
              <a:gd name="csY14" fmla="*/ 21341 h 156012"/>
              <a:gd name="csX15" fmla="*/ 136689 w 142081"/>
              <a:gd name="csY15" fmla="*/ 21341 h 156012"/>
              <a:gd name="csX16" fmla="*/ 138747 w 142081"/>
              <a:gd name="csY16" fmla="*/ 20958 h 156012"/>
              <a:gd name="csX17" fmla="*/ 140500 w 142081"/>
              <a:gd name="csY17" fmla="*/ 19812 h 156012"/>
              <a:gd name="csX18" fmla="*/ 141674 w 142081"/>
              <a:gd name="csY18" fmla="*/ 18077 h 156012"/>
              <a:gd name="csX19" fmla="*/ 142082 w 142081"/>
              <a:gd name="csY19" fmla="*/ 16025 h 156012"/>
              <a:gd name="csX20" fmla="*/ 141674 w 142081"/>
              <a:gd name="csY20" fmla="*/ 13973 h 156012"/>
              <a:gd name="csX21" fmla="*/ 140500 w 142081"/>
              <a:gd name="csY21" fmla="*/ 12240 h 156012"/>
              <a:gd name="csX22" fmla="*/ 138747 w 142081"/>
              <a:gd name="csY22" fmla="*/ 11092 h 156012"/>
              <a:gd name="csX23" fmla="*/ 136689 w 142081"/>
              <a:gd name="csY23" fmla="*/ 10709 h 156012"/>
              <a:gd name="csX24" fmla="*/ 85291 w 142081"/>
              <a:gd name="csY24" fmla="*/ 10709 h 156012"/>
              <a:gd name="csX25" fmla="*/ 85291 w 142081"/>
              <a:gd name="csY25" fmla="*/ 5393 h 156012"/>
              <a:gd name="csX26" fmla="*/ 84900 w 142081"/>
              <a:gd name="csY26" fmla="*/ 3316 h 156012"/>
              <a:gd name="csX27" fmla="*/ 83726 w 142081"/>
              <a:gd name="csY27" fmla="*/ 1555 h 156012"/>
              <a:gd name="csX28" fmla="*/ 81973 w 142081"/>
              <a:gd name="csY28" fmla="*/ 388 h 156012"/>
              <a:gd name="csX29" fmla="*/ 79898 w 142081"/>
              <a:gd name="csY29" fmla="*/ 1 h 156012"/>
              <a:gd name="csX30" fmla="*/ 24689 w 142081"/>
              <a:gd name="csY30" fmla="*/ 28430 h 156012"/>
              <a:gd name="csX31" fmla="*/ 2351 w 142081"/>
              <a:gd name="csY31" fmla="*/ 93286 h 156012"/>
              <a:gd name="csX32" fmla="*/ 224 w 142081"/>
              <a:gd name="csY32" fmla="*/ 99308 h 156012"/>
              <a:gd name="csX33" fmla="*/ 5549 w 142081"/>
              <a:gd name="csY33" fmla="*/ 102853 h 156012"/>
              <a:gd name="csX34" fmla="*/ 104789 w 142081"/>
              <a:gd name="csY34" fmla="*/ 102853 h 156012"/>
              <a:gd name="csX35" fmla="*/ 107630 w 142081"/>
              <a:gd name="csY35" fmla="*/ 101787 h 156012"/>
              <a:gd name="csX36" fmla="*/ 134562 w 142081"/>
              <a:gd name="csY36" fmla="*/ 28430 h 156012"/>
              <a:gd name="csX37" fmla="*/ 24689 w 142081"/>
              <a:gd name="csY37" fmla="*/ 28430 h 156012"/>
              <a:gd name="csX38" fmla="*/ 134919 w 142081"/>
              <a:gd name="csY38" fmla="*/ 73795 h 156012"/>
              <a:gd name="csX39" fmla="*/ 111883 w 142081"/>
              <a:gd name="csY39" fmla="*/ 107815 h 156012"/>
              <a:gd name="csX40" fmla="*/ 104789 w 142081"/>
              <a:gd name="csY40" fmla="*/ 109940 h 156012"/>
              <a:gd name="csX41" fmla="*/ 25030 w 142081"/>
              <a:gd name="csY41" fmla="*/ 109940 h 156012"/>
              <a:gd name="csX42" fmla="*/ 25030 w 142081"/>
              <a:gd name="csY42" fmla="*/ 111712 h 156012"/>
              <a:gd name="csX43" fmla="*/ 40988 w 142081"/>
              <a:gd name="csY43" fmla="*/ 127660 h 156012"/>
              <a:gd name="csX44" fmla="*/ 61540 w 142081"/>
              <a:gd name="csY44" fmla="*/ 127660 h 156012"/>
              <a:gd name="csX45" fmla="*/ 50550 w 142081"/>
              <a:gd name="csY45" fmla="*/ 148218 h 156012"/>
              <a:gd name="csX46" fmla="*/ 52693 w 142081"/>
              <a:gd name="csY46" fmla="*/ 155307 h 156012"/>
              <a:gd name="csX47" fmla="*/ 55160 w 142081"/>
              <a:gd name="csY47" fmla="*/ 156013 h 156012"/>
              <a:gd name="csX48" fmla="*/ 59771 w 142081"/>
              <a:gd name="csY48" fmla="*/ 153175 h 156012"/>
              <a:gd name="csX49" fmla="*/ 73552 w 142081"/>
              <a:gd name="csY49" fmla="*/ 127660 h 156012"/>
              <a:gd name="csX50" fmla="*/ 86397 w 142081"/>
              <a:gd name="csY50" fmla="*/ 127660 h 156012"/>
              <a:gd name="csX51" fmla="*/ 100178 w 142081"/>
              <a:gd name="csY51" fmla="*/ 153175 h 156012"/>
              <a:gd name="csX52" fmla="*/ 104789 w 142081"/>
              <a:gd name="csY52" fmla="*/ 156013 h 156012"/>
              <a:gd name="csX53" fmla="*/ 107273 w 142081"/>
              <a:gd name="csY53" fmla="*/ 155307 h 156012"/>
              <a:gd name="csX54" fmla="*/ 109399 w 142081"/>
              <a:gd name="csY54" fmla="*/ 148218 h 156012"/>
              <a:gd name="csX55" fmla="*/ 98409 w 142081"/>
              <a:gd name="csY55" fmla="*/ 127660 h 156012"/>
              <a:gd name="csX56" fmla="*/ 118961 w 142081"/>
              <a:gd name="csY56" fmla="*/ 127660 h 156012"/>
              <a:gd name="csX57" fmla="*/ 134919 w 142081"/>
              <a:gd name="csY57" fmla="*/ 111712 h 156012"/>
              <a:gd name="csX58" fmla="*/ 134919 w 142081"/>
              <a:gd name="csY58" fmla="*/ 73795 h 156012"/>
            </a:gdLst>
            <a:ahLst/>
            <a:cxnLst/>
            <a:rect l="l" t="t" r="r" b="b"/>
            <a:pathLst>
              <a:path w="100000" h="100000">
                <a:moveTo>
                  <a:pt x="55677" y="1"/>
                </a:moveTo>
                <a:cubicBezTo>
                  <a:pt x="54772" y="15"/>
                  <a:pt x="53911" y="387"/>
                  <a:pt x="53278" y="1035"/>
                </a:cubicBezTo>
                <a:cubicBezTo>
                  <a:pt x="52657" y="1683"/>
                  <a:pt x="52308" y="2554"/>
                  <a:pt x="52319" y="3457"/>
                </a:cubicBezTo>
                <a:lnTo>
                  <a:pt x="52319" y="6864"/>
                </a:lnTo>
                <a:lnTo>
                  <a:pt x="19374" y="6864"/>
                </a:lnTo>
                <a:cubicBezTo>
                  <a:pt x="18927" y="6858"/>
                  <a:pt x="18480" y="6942"/>
                  <a:pt x="18055" y="7110"/>
                </a:cubicBezTo>
                <a:cubicBezTo>
                  <a:pt x="17640" y="7278"/>
                  <a:pt x="17259" y="7528"/>
                  <a:pt x="16931" y="7846"/>
                </a:cubicBezTo>
                <a:cubicBezTo>
                  <a:pt x="16615" y="8162"/>
                  <a:pt x="16353" y="8540"/>
                  <a:pt x="16179" y="8956"/>
                </a:cubicBezTo>
                <a:cubicBezTo>
                  <a:pt x="16015" y="9373"/>
                  <a:pt x="15917" y="9820"/>
                  <a:pt x="15917" y="10272"/>
                </a:cubicBezTo>
                <a:cubicBezTo>
                  <a:pt x="15917" y="10723"/>
                  <a:pt x="16015" y="11170"/>
                  <a:pt x="16179" y="11587"/>
                </a:cubicBezTo>
                <a:cubicBezTo>
                  <a:pt x="16353" y="12003"/>
                  <a:pt x="16615" y="12382"/>
                  <a:pt x="16931" y="12699"/>
                </a:cubicBezTo>
                <a:cubicBezTo>
                  <a:pt x="17259" y="13015"/>
                  <a:pt x="17640" y="13266"/>
                  <a:pt x="18055" y="13434"/>
                </a:cubicBezTo>
                <a:cubicBezTo>
                  <a:pt x="18480" y="13602"/>
                  <a:pt x="18927" y="13685"/>
                  <a:pt x="19374" y="13679"/>
                </a:cubicBezTo>
                <a:lnTo>
                  <a:pt x="55165" y="13679"/>
                </a:lnTo>
                <a:cubicBezTo>
                  <a:pt x="55536" y="13739"/>
                  <a:pt x="55906" y="13739"/>
                  <a:pt x="56277" y="13679"/>
                </a:cubicBezTo>
                <a:lnTo>
                  <a:pt x="92079" y="13679"/>
                </a:lnTo>
                <a:cubicBezTo>
                  <a:pt x="92526" y="13685"/>
                  <a:pt x="92973" y="13602"/>
                  <a:pt x="93398" y="13434"/>
                </a:cubicBezTo>
                <a:cubicBezTo>
                  <a:pt x="93813" y="13266"/>
                  <a:pt x="94194" y="13015"/>
                  <a:pt x="94522" y="12699"/>
                </a:cubicBezTo>
                <a:cubicBezTo>
                  <a:pt x="94838" y="12382"/>
                  <a:pt x="95100" y="12003"/>
                  <a:pt x="95274" y="11587"/>
                </a:cubicBezTo>
                <a:cubicBezTo>
                  <a:pt x="95449" y="11170"/>
                  <a:pt x="95536" y="10723"/>
                  <a:pt x="95536" y="10272"/>
                </a:cubicBezTo>
                <a:cubicBezTo>
                  <a:pt x="95536" y="9820"/>
                  <a:pt x="95449" y="9373"/>
                  <a:pt x="95274" y="8956"/>
                </a:cubicBezTo>
                <a:cubicBezTo>
                  <a:pt x="95100" y="8540"/>
                  <a:pt x="94838" y="8162"/>
                  <a:pt x="94522" y="7846"/>
                </a:cubicBezTo>
                <a:cubicBezTo>
                  <a:pt x="94194" y="7528"/>
                  <a:pt x="93813" y="7278"/>
                  <a:pt x="93398" y="7110"/>
                </a:cubicBezTo>
                <a:cubicBezTo>
                  <a:pt x="92973" y="6942"/>
                  <a:pt x="92526" y="6858"/>
                  <a:pt x="92079" y="6864"/>
                </a:cubicBezTo>
                <a:lnTo>
                  <a:pt x="59134" y="6864"/>
                </a:lnTo>
                <a:lnTo>
                  <a:pt x="59134" y="3457"/>
                </a:lnTo>
                <a:cubicBezTo>
                  <a:pt x="59145" y="3001"/>
                  <a:pt x="59058" y="2549"/>
                  <a:pt x="58884" y="2125"/>
                </a:cubicBezTo>
                <a:cubicBezTo>
                  <a:pt x="58709" y="1704"/>
                  <a:pt x="58458" y="1320"/>
                  <a:pt x="58131" y="997"/>
                </a:cubicBezTo>
                <a:cubicBezTo>
                  <a:pt x="57814" y="674"/>
                  <a:pt x="57433" y="420"/>
                  <a:pt x="57007" y="249"/>
                </a:cubicBezTo>
                <a:cubicBezTo>
                  <a:pt x="56583" y="78"/>
                  <a:pt x="56135" y="-6"/>
                  <a:pt x="55677" y="1"/>
                </a:cubicBezTo>
                <a:close/>
                <a:moveTo>
                  <a:pt x="20290" y="18223"/>
                </a:moveTo>
                <a:cubicBezTo>
                  <a:pt x="19374" y="40257"/>
                  <a:pt x="14827" y="53889"/>
                  <a:pt x="5972" y="59794"/>
                </a:cubicBezTo>
                <a:cubicBezTo>
                  <a:pt x="4838" y="60704"/>
                  <a:pt x="4150" y="62291"/>
                  <a:pt x="4608" y="63654"/>
                </a:cubicBezTo>
                <a:cubicBezTo>
                  <a:pt x="5295" y="65017"/>
                  <a:pt x="6429" y="65926"/>
                  <a:pt x="8021" y="65926"/>
                </a:cubicBezTo>
                <a:lnTo>
                  <a:pt x="71632" y="65926"/>
                </a:lnTo>
                <a:cubicBezTo>
                  <a:pt x="72308" y="65926"/>
                  <a:pt x="72995" y="65698"/>
                  <a:pt x="73453" y="65243"/>
                </a:cubicBezTo>
                <a:cubicBezTo>
                  <a:pt x="84129" y="57974"/>
                  <a:pt x="89811" y="42756"/>
                  <a:pt x="90716" y="18223"/>
                </a:cubicBezTo>
                <a:lnTo>
                  <a:pt x="20290" y="18223"/>
                </a:lnTo>
                <a:close/>
                <a:moveTo>
                  <a:pt x="90945" y="47301"/>
                </a:moveTo>
                <a:cubicBezTo>
                  <a:pt x="87760" y="57296"/>
                  <a:pt x="82766" y="64564"/>
                  <a:pt x="76179" y="69107"/>
                </a:cubicBezTo>
                <a:cubicBezTo>
                  <a:pt x="74816" y="70016"/>
                  <a:pt x="73224" y="70469"/>
                  <a:pt x="71632" y="70469"/>
                </a:cubicBezTo>
                <a:lnTo>
                  <a:pt x="20508" y="70469"/>
                </a:lnTo>
                <a:lnTo>
                  <a:pt x="20508" y="71605"/>
                </a:lnTo>
                <a:cubicBezTo>
                  <a:pt x="20508" y="77284"/>
                  <a:pt x="25055" y="81827"/>
                  <a:pt x="30737" y="81827"/>
                </a:cubicBezTo>
                <a:lnTo>
                  <a:pt x="43910" y="81827"/>
                </a:lnTo>
                <a:lnTo>
                  <a:pt x="36866" y="95004"/>
                </a:lnTo>
                <a:cubicBezTo>
                  <a:pt x="35960" y="96594"/>
                  <a:pt x="36648" y="98639"/>
                  <a:pt x="38240" y="99548"/>
                </a:cubicBezTo>
                <a:cubicBezTo>
                  <a:pt x="38687" y="99775"/>
                  <a:pt x="39374" y="100001"/>
                  <a:pt x="39821" y="100001"/>
                </a:cubicBezTo>
                <a:cubicBezTo>
                  <a:pt x="40956" y="100001"/>
                  <a:pt x="42100" y="99317"/>
                  <a:pt x="42777" y="98182"/>
                </a:cubicBezTo>
                <a:lnTo>
                  <a:pt x="51610" y="81827"/>
                </a:lnTo>
                <a:lnTo>
                  <a:pt x="59843" y="81827"/>
                </a:lnTo>
                <a:lnTo>
                  <a:pt x="68676" y="98182"/>
                </a:lnTo>
                <a:cubicBezTo>
                  <a:pt x="69353" y="99317"/>
                  <a:pt x="70497" y="100001"/>
                  <a:pt x="71632" y="100001"/>
                </a:cubicBezTo>
                <a:cubicBezTo>
                  <a:pt x="72090" y="100001"/>
                  <a:pt x="72766" y="99775"/>
                  <a:pt x="73224" y="99548"/>
                </a:cubicBezTo>
                <a:cubicBezTo>
                  <a:pt x="74805" y="98639"/>
                  <a:pt x="75492" y="96594"/>
                  <a:pt x="74587" y="95004"/>
                </a:cubicBezTo>
                <a:lnTo>
                  <a:pt x="67543" y="81827"/>
                </a:lnTo>
                <a:lnTo>
                  <a:pt x="80716" y="81827"/>
                </a:lnTo>
                <a:cubicBezTo>
                  <a:pt x="86397" y="81827"/>
                  <a:pt x="90945" y="77284"/>
                  <a:pt x="90945" y="71605"/>
                </a:cubicBezTo>
                <a:lnTo>
                  <a:pt x="90945" y="4730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6" name="Чёрный — SVG 27">
            <a:extLst>
              <a:ext uri="{FF2B5EF4-FFF2-40B4-BE49-F238E27FC236}">
                <a16:creationId xmlns:a16="http://schemas.microsoft.com/office/drawing/2014/main" id="{0F5953CC-945D-454E-941C-6D0910B55598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57417 w 134690"/>
              <a:gd name="csY0" fmla="*/ 0 h 141758"/>
              <a:gd name="csX1" fmla="*/ 42534 w 134690"/>
              <a:gd name="csY1" fmla="*/ 14881 h 141758"/>
              <a:gd name="csX2" fmla="*/ 42534 w 134690"/>
              <a:gd name="csY2" fmla="*/ 34733 h 141758"/>
              <a:gd name="csX3" fmla="*/ 57417 w 134690"/>
              <a:gd name="csY3" fmla="*/ 49616 h 141758"/>
              <a:gd name="csX4" fmla="*/ 62028 w 134690"/>
              <a:gd name="csY4" fmla="*/ 49616 h 141758"/>
              <a:gd name="csX5" fmla="*/ 62028 w 134690"/>
              <a:gd name="csY5" fmla="*/ 67335 h 141758"/>
              <a:gd name="csX6" fmla="*/ 35444 w 134690"/>
              <a:gd name="csY6" fmla="*/ 67335 h 141758"/>
              <a:gd name="csX7" fmla="*/ 19494 w 134690"/>
              <a:gd name="csY7" fmla="*/ 83283 h 141758"/>
              <a:gd name="csX8" fmla="*/ 19494 w 134690"/>
              <a:gd name="csY8" fmla="*/ 92144 h 141758"/>
              <a:gd name="csX9" fmla="*/ 14883 w 134690"/>
              <a:gd name="csY9" fmla="*/ 92144 h 141758"/>
              <a:gd name="csX10" fmla="*/ 0 w 134690"/>
              <a:gd name="csY10" fmla="*/ 107025 h 141758"/>
              <a:gd name="csX11" fmla="*/ 0 w 134690"/>
              <a:gd name="csY11" fmla="*/ 126877 h 141758"/>
              <a:gd name="csX12" fmla="*/ 14883 w 134690"/>
              <a:gd name="csY12" fmla="*/ 141759 h 141758"/>
              <a:gd name="csX13" fmla="*/ 34738 w 134690"/>
              <a:gd name="csY13" fmla="*/ 141759 h 141758"/>
              <a:gd name="csX14" fmla="*/ 49623 w 134690"/>
              <a:gd name="csY14" fmla="*/ 126877 h 141758"/>
              <a:gd name="csX15" fmla="*/ 49623 w 134690"/>
              <a:gd name="csY15" fmla="*/ 107025 h 141758"/>
              <a:gd name="csX16" fmla="*/ 34738 w 134690"/>
              <a:gd name="csY16" fmla="*/ 92144 h 141758"/>
              <a:gd name="csX17" fmla="*/ 30127 w 134690"/>
              <a:gd name="csY17" fmla="*/ 92144 h 141758"/>
              <a:gd name="csX18" fmla="*/ 30127 w 134690"/>
              <a:gd name="csY18" fmla="*/ 83283 h 141758"/>
              <a:gd name="csX19" fmla="*/ 35444 w 134690"/>
              <a:gd name="csY19" fmla="*/ 77967 h 141758"/>
              <a:gd name="csX20" fmla="*/ 99244 w 134690"/>
              <a:gd name="csY20" fmla="*/ 77967 h 141758"/>
              <a:gd name="csX21" fmla="*/ 104561 w 134690"/>
              <a:gd name="csY21" fmla="*/ 83283 h 141758"/>
              <a:gd name="csX22" fmla="*/ 104561 w 134690"/>
              <a:gd name="csY22" fmla="*/ 92144 h 141758"/>
              <a:gd name="csX23" fmla="*/ 99950 w 134690"/>
              <a:gd name="csY23" fmla="*/ 92144 h 141758"/>
              <a:gd name="csX24" fmla="*/ 85067 w 134690"/>
              <a:gd name="csY24" fmla="*/ 107025 h 141758"/>
              <a:gd name="csX25" fmla="*/ 85067 w 134690"/>
              <a:gd name="csY25" fmla="*/ 126877 h 141758"/>
              <a:gd name="csX26" fmla="*/ 99950 w 134690"/>
              <a:gd name="csY26" fmla="*/ 141759 h 141758"/>
              <a:gd name="csX27" fmla="*/ 119805 w 134690"/>
              <a:gd name="csY27" fmla="*/ 141759 h 141758"/>
              <a:gd name="csX28" fmla="*/ 134690 w 134690"/>
              <a:gd name="csY28" fmla="*/ 126877 h 141758"/>
              <a:gd name="csX29" fmla="*/ 134690 w 134690"/>
              <a:gd name="csY29" fmla="*/ 107025 h 141758"/>
              <a:gd name="csX30" fmla="*/ 119805 w 134690"/>
              <a:gd name="csY30" fmla="*/ 92144 h 141758"/>
              <a:gd name="csX31" fmla="*/ 115194 w 134690"/>
              <a:gd name="csY31" fmla="*/ 92144 h 141758"/>
              <a:gd name="csX32" fmla="*/ 115194 w 134690"/>
              <a:gd name="csY32" fmla="*/ 83283 h 141758"/>
              <a:gd name="csX33" fmla="*/ 99244 w 134690"/>
              <a:gd name="csY33" fmla="*/ 67335 h 141758"/>
              <a:gd name="csX34" fmla="*/ 72661 w 134690"/>
              <a:gd name="csY34" fmla="*/ 67335 h 141758"/>
              <a:gd name="csX35" fmla="*/ 72661 w 134690"/>
              <a:gd name="csY35" fmla="*/ 49616 h 141758"/>
              <a:gd name="csX36" fmla="*/ 77272 w 134690"/>
              <a:gd name="csY36" fmla="*/ 49616 h 141758"/>
              <a:gd name="csX37" fmla="*/ 92157 w 134690"/>
              <a:gd name="csY37" fmla="*/ 34733 h 141758"/>
              <a:gd name="csX38" fmla="*/ 92157 w 134690"/>
              <a:gd name="csY38" fmla="*/ 14881 h 141758"/>
              <a:gd name="csX39" fmla="*/ 77272 w 134690"/>
              <a:gd name="csY39" fmla="*/ 0 h 141758"/>
              <a:gd name="csX40" fmla="*/ 57417 w 134690"/>
              <a:gd name="csY40" fmla="*/ 0 h 141758"/>
            </a:gdLst>
            <a:ahLst/>
            <a:cxnLst/>
            <a:rect l="l" t="t" r="r" b="b"/>
            <a:pathLst>
              <a:path w="100000" h="100000">
                <a:moveTo>
                  <a:pt x="42997" y="0"/>
                </a:moveTo>
                <a:cubicBezTo>
                  <a:pt x="37206" y="0"/>
                  <a:pt x="32498" y="4707"/>
                  <a:pt x="32498" y="10497"/>
                </a:cubicBezTo>
                <a:lnTo>
                  <a:pt x="32498" y="24502"/>
                </a:lnTo>
                <a:cubicBezTo>
                  <a:pt x="32498" y="30292"/>
                  <a:pt x="37206" y="35000"/>
                  <a:pt x="42997" y="35000"/>
                </a:cubicBezTo>
                <a:lnTo>
                  <a:pt x="46249" y="35000"/>
                </a:lnTo>
                <a:lnTo>
                  <a:pt x="46249" y="47500"/>
                </a:lnTo>
                <a:lnTo>
                  <a:pt x="27496" y="47500"/>
                </a:lnTo>
                <a:cubicBezTo>
                  <a:pt x="21327" y="47500"/>
                  <a:pt x="16245" y="52582"/>
                  <a:pt x="16245" y="58750"/>
                </a:cubicBezTo>
                <a:lnTo>
                  <a:pt x="16245" y="65001"/>
                </a:lnTo>
                <a:lnTo>
                  <a:pt x="12992" y="65001"/>
                </a:lnTo>
                <a:cubicBezTo>
                  <a:pt x="7201" y="65001"/>
                  <a:pt x="2493" y="69709"/>
                  <a:pt x="2493" y="75498"/>
                </a:cubicBezTo>
                <a:lnTo>
                  <a:pt x="2493" y="89503"/>
                </a:lnTo>
                <a:cubicBezTo>
                  <a:pt x="2493" y="95293"/>
                  <a:pt x="7201" y="100001"/>
                  <a:pt x="12992" y="100001"/>
                </a:cubicBezTo>
                <a:lnTo>
                  <a:pt x="26998" y="100001"/>
                </a:lnTo>
                <a:cubicBezTo>
                  <a:pt x="32789" y="100001"/>
                  <a:pt x="37498" y="95293"/>
                  <a:pt x="37498" y="89503"/>
                </a:cubicBezTo>
                <a:lnTo>
                  <a:pt x="37498" y="75498"/>
                </a:lnTo>
                <a:cubicBezTo>
                  <a:pt x="37498" y="69709"/>
                  <a:pt x="32789" y="65001"/>
                  <a:pt x="26998" y="65001"/>
                </a:cubicBezTo>
                <a:lnTo>
                  <a:pt x="23745" y="65001"/>
                </a:lnTo>
                <a:lnTo>
                  <a:pt x="23745" y="58750"/>
                </a:lnTo>
                <a:cubicBezTo>
                  <a:pt x="23745" y="56635"/>
                  <a:pt x="25381" y="55000"/>
                  <a:pt x="27496" y="55000"/>
                </a:cubicBezTo>
                <a:lnTo>
                  <a:pt x="72502" y="55000"/>
                </a:lnTo>
                <a:cubicBezTo>
                  <a:pt x="74619" y="55000"/>
                  <a:pt x="76253" y="56635"/>
                  <a:pt x="76253" y="58750"/>
                </a:cubicBezTo>
                <a:lnTo>
                  <a:pt x="76253" y="65001"/>
                </a:lnTo>
                <a:lnTo>
                  <a:pt x="73000" y="65001"/>
                </a:lnTo>
                <a:cubicBezTo>
                  <a:pt x="67210" y="65001"/>
                  <a:pt x="62502" y="69709"/>
                  <a:pt x="62502" y="75498"/>
                </a:cubicBezTo>
                <a:lnTo>
                  <a:pt x="62502" y="89503"/>
                </a:lnTo>
                <a:cubicBezTo>
                  <a:pt x="62502" y="95293"/>
                  <a:pt x="67210" y="100001"/>
                  <a:pt x="73000" y="100001"/>
                </a:cubicBezTo>
                <a:lnTo>
                  <a:pt x="87007" y="100001"/>
                </a:lnTo>
                <a:cubicBezTo>
                  <a:pt x="92798" y="100001"/>
                  <a:pt x="97507" y="95293"/>
                  <a:pt x="97507" y="89503"/>
                </a:cubicBezTo>
                <a:lnTo>
                  <a:pt x="97507" y="75498"/>
                </a:lnTo>
                <a:cubicBezTo>
                  <a:pt x="97507" y="69709"/>
                  <a:pt x="92798" y="65001"/>
                  <a:pt x="87007" y="65001"/>
                </a:cubicBezTo>
                <a:lnTo>
                  <a:pt x="83754" y="65001"/>
                </a:lnTo>
                <a:lnTo>
                  <a:pt x="83754" y="58750"/>
                </a:lnTo>
                <a:cubicBezTo>
                  <a:pt x="83754" y="52582"/>
                  <a:pt x="78673" y="47500"/>
                  <a:pt x="72502" y="47500"/>
                </a:cubicBezTo>
                <a:lnTo>
                  <a:pt x="53750" y="47500"/>
                </a:lnTo>
                <a:lnTo>
                  <a:pt x="53750" y="35000"/>
                </a:lnTo>
                <a:lnTo>
                  <a:pt x="57003" y="35000"/>
                </a:lnTo>
                <a:cubicBezTo>
                  <a:pt x="62793" y="35000"/>
                  <a:pt x="67503" y="30292"/>
                  <a:pt x="67503" y="24502"/>
                </a:cubicBezTo>
                <a:lnTo>
                  <a:pt x="67503" y="10497"/>
                </a:lnTo>
                <a:cubicBezTo>
                  <a:pt x="67503" y="4707"/>
                  <a:pt x="62793" y="0"/>
                  <a:pt x="57003" y="0"/>
                </a:cubicBezTo>
                <a:lnTo>
                  <a:pt x="42997" y="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7" name="Чёрный — SVG 28">
            <a:extLst>
              <a:ext uri="{FF2B5EF4-FFF2-40B4-BE49-F238E27FC236}">
                <a16:creationId xmlns:a16="http://schemas.microsoft.com/office/drawing/2014/main" id="{BF2F6F33-27CD-A54F-A613-F944D0819A4E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23036 w 127600"/>
              <a:gd name="csY0" fmla="*/ 0 h 127583"/>
              <a:gd name="csX1" fmla="*/ 0 w 127600"/>
              <a:gd name="csY1" fmla="*/ 23036 h 127583"/>
              <a:gd name="csX2" fmla="*/ 0 w 127600"/>
              <a:gd name="csY2" fmla="*/ 104547 h 127583"/>
              <a:gd name="csX3" fmla="*/ 23036 w 127600"/>
              <a:gd name="csY3" fmla="*/ 127583 h 127583"/>
              <a:gd name="csX4" fmla="*/ 104564 w 127600"/>
              <a:gd name="csY4" fmla="*/ 127583 h 127583"/>
              <a:gd name="csX5" fmla="*/ 127601 w 127600"/>
              <a:gd name="csY5" fmla="*/ 104547 h 127583"/>
              <a:gd name="csX6" fmla="*/ 127601 w 127600"/>
              <a:gd name="csY6" fmla="*/ 23036 h 127583"/>
              <a:gd name="csX7" fmla="*/ 104564 w 127600"/>
              <a:gd name="csY7" fmla="*/ 0 h 127583"/>
              <a:gd name="csX8" fmla="*/ 23036 w 127600"/>
              <a:gd name="csY8" fmla="*/ 0 h 127583"/>
              <a:gd name="csX9" fmla="*/ 42534 w 127600"/>
              <a:gd name="csY9" fmla="*/ 10632 h 127583"/>
              <a:gd name="csX10" fmla="*/ 60261 w 127600"/>
              <a:gd name="csY10" fmla="*/ 10632 h 127583"/>
              <a:gd name="csX11" fmla="*/ 60261 w 127600"/>
              <a:gd name="csY11" fmla="*/ 31896 h 127583"/>
              <a:gd name="csX12" fmla="*/ 42534 w 127600"/>
              <a:gd name="csY12" fmla="*/ 31896 h 127583"/>
              <a:gd name="csX13" fmla="*/ 42534 w 127600"/>
              <a:gd name="csY13" fmla="*/ 10632 h 127583"/>
              <a:gd name="csX14" fmla="*/ 70895 w 127600"/>
              <a:gd name="csY14" fmla="*/ 10632 h 127583"/>
              <a:gd name="csX15" fmla="*/ 88606 w 127600"/>
              <a:gd name="csY15" fmla="*/ 10632 h 127583"/>
              <a:gd name="csX16" fmla="*/ 88606 w 127600"/>
              <a:gd name="csY16" fmla="*/ 31896 h 127583"/>
              <a:gd name="csX17" fmla="*/ 70895 w 127600"/>
              <a:gd name="csY17" fmla="*/ 31896 h 127583"/>
              <a:gd name="csX18" fmla="*/ 70895 w 127600"/>
              <a:gd name="csY18" fmla="*/ 10632 h 127583"/>
              <a:gd name="csX19" fmla="*/ 99239 w 127600"/>
              <a:gd name="csY19" fmla="*/ 10632 h 127583"/>
              <a:gd name="csX20" fmla="*/ 104564 w 127600"/>
              <a:gd name="csY20" fmla="*/ 10632 h 127583"/>
              <a:gd name="csX21" fmla="*/ 116967 w 127600"/>
              <a:gd name="csY21" fmla="*/ 23036 h 127583"/>
              <a:gd name="csX22" fmla="*/ 116967 w 127600"/>
              <a:gd name="csY22" fmla="*/ 31896 h 127583"/>
              <a:gd name="csX23" fmla="*/ 99239 w 127600"/>
              <a:gd name="csY23" fmla="*/ 31896 h 127583"/>
              <a:gd name="csX24" fmla="*/ 99239 w 127600"/>
              <a:gd name="csY24" fmla="*/ 10632 h 127583"/>
              <a:gd name="csX25" fmla="*/ 10633 w 127600"/>
              <a:gd name="csY25" fmla="*/ 42528 h 127583"/>
              <a:gd name="csX26" fmla="*/ 31900 w 127600"/>
              <a:gd name="csY26" fmla="*/ 42528 h 127583"/>
              <a:gd name="csX27" fmla="*/ 31900 w 127600"/>
              <a:gd name="csY27" fmla="*/ 60248 h 127583"/>
              <a:gd name="csX28" fmla="*/ 10633 w 127600"/>
              <a:gd name="csY28" fmla="*/ 60248 h 127583"/>
              <a:gd name="csX29" fmla="*/ 10633 w 127600"/>
              <a:gd name="csY29" fmla="*/ 42528 h 127583"/>
              <a:gd name="csX30" fmla="*/ 70895 w 127600"/>
              <a:gd name="csY30" fmla="*/ 42528 h 127583"/>
              <a:gd name="csX31" fmla="*/ 88606 w 127600"/>
              <a:gd name="csY31" fmla="*/ 42528 h 127583"/>
              <a:gd name="csX32" fmla="*/ 88606 w 127600"/>
              <a:gd name="csY32" fmla="*/ 60248 h 127583"/>
              <a:gd name="csX33" fmla="*/ 70895 w 127600"/>
              <a:gd name="csY33" fmla="*/ 60248 h 127583"/>
              <a:gd name="csX34" fmla="*/ 70895 w 127600"/>
              <a:gd name="csY34" fmla="*/ 42528 h 127583"/>
              <a:gd name="csX35" fmla="*/ 99239 w 127600"/>
              <a:gd name="csY35" fmla="*/ 42528 h 127583"/>
              <a:gd name="csX36" fmla="*/ 116967 w 127600"/>
              <a:gd name="csY36" fmla="*/ 42528 h 127583"/>
              <a:gd name="csX37" fmla="*/ 116967 w 127600"/>
              <a:gd name="csY37" fmla="*/ 60248 h 127583"/>
              <a:gd name="csX38" fmla="*/ 99239 w 127600"/>
              <a:gd name="csY38" fmla="*/ 60248 h 127583"/>
              <a:gd name="csX39" fmla="*/ 99239 w 127600"/>
              <a:gd name="csY39" fmla="*/ 42528 h 127583"/>
              <a:gd name="csX40" fmla="*/ 10633 w 127600"/>
              <a:gd name="csY40" fmla="*/ 70880 h 127583"/>
              <a:gd name="csX41" fmla="*/ 31900 w 127600"/>
              <a:gd name="csY41" fmla="*/ 70880 h 127583"/>
              <a:gd name="csX42" fmla="*/ 31900 w 127600"/>
              <a:gd name="csY42" fmla="*/ 88599 h 127583"/>
              <a:gd name="csX43" fmla="*/ 10633 w 127600"/>
              <a:gd name="csY43" fmla="*/ 88599 h 127583"/>
              <a:gd name="csX44" fmla="*/ 10633 w 127600"/>
              <a:gd name="csY44" fmla="*/ 70880 h 127583"/>
              <a:gd name="csX45" fmla="*/ 42534 w 127600"/>
              <a:gd name="csY45" fmla="*/ 70880 h 127583"/>
              <a:gd name="csX46" fmla="*/ 60261 w 127600"/>
              <a:gd name="csY46" fmla="*/ 70880 h 127583"/>
              <a:gd name="csX47" fmla="*/ 60261 w 127600"/>
              <a:gd name="csY47" fmla="*/ 88599 h 127583"/>
              <a:gd name="csX48" fmla="*/ 42534 w 127600"/>
              <a:gd name="csY48" fmla="*/ 88599 h 127583"/>
              <a:gd name="csX49" fmla="*/ 42534 w 127600"/>
              <a:gd name="csY49" fmla="*/ 70880 h 127583"/>
              <a:gd name="csX50" fmla="*/ 99239 w 127600"/>
              <a:gd name="csY50" fmla="*/ 70880 h 127583"/>
              <a:gd name="csX51" fmla="*/ 116967 w 127600"/>
              <a:gd name="csY51" fmla="*/ 70880 h 127583"/>
              <a:gd name="csX52" fmla="*/ 116967 w 127600"/>
              <a:gd name="csY52" fmla="*/ 88599 h 127583"/>
              <a:gd name="csX53" fmla="*/ 99239 w 127600"/>
              <a:gd name="csY53" fmla="*/ 88599 h 127583"/>
              <a:gd name="csX54" fmla="*/ 99239 w 127600"/>
              <a:gd name="csY54" fmla="*/ 70880 h 127583"/>
              <a:gd name="csX55" fmla="*/ 10633 w 127600"/>
              <a:gd name="csY55" fmla="*/ 99231 h 127583"/>
              <a:gd name="csX56" fmla="*/ 31900 w 127600"/>
              <a:gd name="csY56" fmla="*/ 99231 h 127583"/>
              <a:gd name="csX57" fmla="*/ 31900 w 127600"/>
              <a:gd name="csY57" fmla="*/ 116951 h 127583"/>
              <a:gd name="csX58" fmla="*/ 23036 w 127600"/>
              <a:gd name="csY58" fmla="*/ 116951 h 127583"/>
              <a:gd name="csX59" fmla="*/ 10633 w 127600"/>
              <a:gd name="csY59" fmla="*/ 104547 h 127583"/>
              <a:gd name="csX60" fmla="*/ 10633 w 127600"/>
              <a:gd name="csY60" fmla="*/ 99231 h 127583"/>
              <a:gd name="csX61" fmla="*/ 42534 w 127600"/>
              <a:gd name="csY61" fmla="*/ 99231 h 127583"/>
              <a:gd name="csX62" fmla="*/ 60261 w 127600"/>
              <a:gd name="csY62" fmla="*/ 99231 h 127583"/>
              <a:gd name="csX63" fmla="*/ 60261 w 127600"/>
              <a:gd name="csY63" fmla="*/ 116951 h 127583"/>
              <a:gd name="csX64" fmla="*/ 42534 w 127600"/>
              <a:gd name="csY64" fmla="*/ 116951 h 127583"/>
              <a:gd name="csX65" fmla="*/ 42534 w 127600"/>
              <a:gd name="csY65" fmla="*/ 99231 h 127583"/>
              <a:gd name="csX66" fmla="*/ 70895 w 127600"/>
              <a:gd name="csY66" fmla="*/ 99231 h 127583"/>
              <a:gd name="csX67" fmla="*/ 88606 w 127600"/>
              <a:gd name="csY67" fmla="*/ 99231 h 127583"/>
              <a:gd name="csX68" fmla="*/ 88606 w 127600"/>
              <a:gd name="csY68" fmla="*/ 116951 h 127583"/>
              <a:gd name="csX69" fmla="*/ 70895 w 127600"/>
              <a:gd name="csY69" fmla="*/ 116951 h 127583"/>
              <a:gd name="csX70" fmla="*/ 70895 w 127600"/>
              <a:gd name="csY70" fmla="*/ 99231 h 127583"/>
            </a:gdLst>
            <a:ahLst/>
            <a:cxnLst/>
            <a:rect l="l" t="t" r="r" b="b"/>
            <a:pathLst>
              <a:path w="100000" h="100000">
                <a:moveTo>
                  <a:pt x="18053" y="7"/>
                </a:moveTo>
                <a:cubicBezTo>
                  <a:pt x="8133" y="7"/>
                  <a:pt x="0" y="8139"/>
                  <a:pt x="0" y="18060"/>
                </a:cubicBezTo>
                <a:lnTo>
                  <a:pt x="0" y="81940"/>
                </a:lnTo>
                <a:cubicBezTo>
                  <a:pt x="0" y="91862"/>
                  <a:pt x="8133" y="99993"/>
                  <a:pt x="18053" y="99993"/>
                </a:cubicBezTo>
                <a:lnTo>
                  <a:pt x="81947" y="99993"/>
                </a:lnTo>
                <a:cubicBezTo>
                  <a:pt x="91867" y="99993"/>
                  <a:pt x="100001" y="91862"/>
                  <a:pt x="100001" y="81940"/>
                </a:cubicBezTo>
                <a:lnTo>
                  <a:pt x="100001" y="18060"/>
                </a:lnTo>
                <a:cubicBezTo>
                  <a:pt x="100001" y="8139"/>
                  <a:pt x="91867" y="7"/>
                  <a:pt x="81947" y="7"/>
                </a:cubicBezTo>
                <a:lnTo>
                  <a:pt x="18053" y="7"/>
                </a:lnTo>
                <a:close/>
                <a:moveTo>
                  <a:pt x="33334" y="8339"/>
                </a:moveTo>
                <a:lnTo>
                  <a:pt x="47226" y="8339"/>
                </a:lnTo>
                <a:lnTo>
                  <a:pt x="47226" y="25004"/>
                </a:lnTo>
                <a:lnTo>
                  <a:pt x="33334" y="25004"/>
                </a:lnTo>
                <a:lnTo>
                  <a:pt x="33334" y="8339"/>
                </a:lnTo>
                <a:close/>
                <a:moveTo>
                  <a:pt x="55560" y="8339"/>
                </a:moveTo>
                <a:lnTo>
                  <a:pt x="69440" y="8339"/>
                </a:lnTo>
                <a:lnTo>
                  <a:pt x="69440" y="25004"/>
                </a:lnTo>
                <a:lnTo>
                  <a:pt x="55560" y="25004"/>
                </a:lnTo>
                <a:lnTo>
                  <a:pt x="55560" y="8339"/>
                </a:lnTo>
                <a:close/>
                <a:moveTo>
                  <a:pt x="77774" y="8339"/>
                </a:moveTo>
                <a:lnTo>
                  <a:pt x="81947" y="8339"/>
                </a:lnTo>
                <a:cubicBezTo>
                  <a:pt x="87361" y="8339"/>
                  <a:pt x="91667" y="12644"/>
                  <a:pt x="91667" y="18060"/>
                </a:cubicBezTo>
                <a:lnTo>
                  <a:pt x="91667" y="25004"/>
                </a:lnTo>
                <a:lnTo>
                  <a:pt x="77774" y="25004"/>
                </a:lnTo>
                <a:lnTo>
                  <a:pt x="77774" y="8339"/>
                </a:lnTo>
                <a:close/>
                <a:moveTo>
                  <a:pt x="8333" y="33336"/>
                </a:moveTo>
                <a:lnTo>
                  <a:pt x="25000" y="33336"/>
                </a:lnTo>
                <a:lnTo>
                  <a:pt x="25000" y="47223"/>
                </a:lnTo>
                <a:lnTo>
                  <a:pt x="8333" y="47223"/>
                </a:lnTo>
                <a:lnTo>
                  <a:pt x="8333" y="33336"/>
                </a:lnTo>
                <a:close/>
                <a:moveTo>
                  <a:pt x="55560" y="33336"/>
                </a:moveTo>
                <a:lnTo>
                  <a:pt x="69440" y="33336"/>
                </a:lnTo>
                <a:lnTo>
                  <a:pt x="69440" y="47223"/>
                </a:lnTo>
                <a:lnTo>
                  <a:pt x="55560" y="47223"/>
                </a:lnTo>
                <a:lnTo>
                  <a:pt x="55560" y="33336"/>
                </a:lnTo>
                <a:close/>
                <a:moveTo>
                  <a:pt x="77774" y="33336"/>
                </a:moveTo>
                <a:lnTo>
                  <a:pt x="91667" y="33336"/>
                </a:lnTo>
                <a:lnTo>
                  <a:pt x="91667" y="47223"/>
                </a:lnTo>
                <a:lnTo>
                  <a:pt x="77774" y="47223"/>
                </a:lnTo>
                <a:lnTo>
                  <a:pt x="77774" y="33336"/>
                </a:lnTo>
                <a:close/>
                <a:moveTo>
                  <a:pt x="8333" y="55555"/>
                </a:moveTo>
                <a:lnTo>
                  <a:pt x="25000" y="55555"/>
                </a:lnTo>
                <a:lnTo>
                  <a:pt x="25000" y="69442"/>
                </a:lnTo>
                <a:lnTo>
                  <a:pt x="8333" y="69442"/>
                </a:lnTo>
                <a:lnTo>
                  <a:pt x="8333" y="55555"/>
                </a:lnTo>
                <a:close/>
                <a:moveTo>
                  <a:pt x="33334" y="55555"/>
                </a:moveTo>
                <a:lnTo>
                  <a:pt x="47226" y="55555"/>
                </a:lnTo>
                <a:lnTo>
                  <a:pt x="47226" y="69442"/>
                </a:lnTo>
                <a:lnTo>
                  <a:pt x="33334" y="69442"/>
                </a:lnTo>
                <a:lnTo>
                  <a:pt x="33334" y="55555"/>
                </a:lnTo>
                <a:close/>
                <a:moveTo>
                  <a:pt x="77774" y="55555"/>
                </a:moveTo>
                <a:lnTo>
                  <a:pt x="91667" y="55555"/>
                </a:lnTo>
                <a:lnTo>
                  <a:pt x="91667" y="69442"/>
                </a:lnTo>
                <a:lnTo>
                  <a:pt x="77774" y="69442"/>
                </a:lnTo>
                <a:lnTo>
                  <a:pt x="77774" y="55555"/>
                </a:lnTo>
                <a:close/>
                <a:moveTo>
                  <a:pt x="8333" y="77774"/>
                </a:moveTo>
                <a:lnTo>
                  <a:pt x="25000" y="77774"/>
                </a:lnTo>
                <a:lnTo>
                  <a:pt x="25000" y="91661"/>
                </a:lnTo>
                <a:lnTo>
                  <a:pt x="18053" y="91661"/>
                </a:lnTo>
                <a:cubicBezTo>
                  <a:pt x="12640" y="91661"/>
                  <a:pt x="8333" y="87356"/>
                  <a:pt x="8333" y="81940"/>
                </a:cubicBezTo>
                <a:lnTo>
                  <a:pt x="8333" y="77774"/>
                </a:lnTo>
                <a:close/>
                <a:moveTo>
                  <a:pt x="33334" y="77774"/>
                </a:moveTo>
                <a:lnTo>
                  <a:pt x="47226" y="77774"/>
                </a:lnTo>
                <a:lnTo>
                  <a:pt x="47226" y="91661"/>
                </a:lnTo>
                <a:lnTo>
                  <a:pt x="33334" y="91661"/>
                </a:lnTo>
                <a:lnTo>
                  <a:pt x="33334" y="77774"/>
                </a:lnTo>
                <a:close/>
                <a:moveTo>
                  <a:pt x="55560" y="77774"/>
                </a:moveTo>
                <a:lnTo>
                  <a:pt x="69440" y="77774"/>
                </a:lnTo>
                <a:lnTo>
                  <a:pt x="69440" y="91661"/>
                </a:lnTo>
                <a:lnTo>
                  <a:pt x="55560" y="91661"/>
                </a:lnTo>
                <a:lnTo>
                  <a:pt x="55560" y="7777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8" name="Чёрный — SVG 29">
            <a:extLst>
              <a:ext uri="{FF2B5EF4-FFF2-40B4-BE49-F238E27FC236}">
                <a16:creationId xmlns:a16="http://schemas.microsoft.com/office/drawing/2014/main" id="{FAFDCD63-858D-6D42-8346-126720CC47A5}"/>
              </a:ext>
            </a:extLst>
          </p:cNvPr>
          <p:cNvSpPr>
            <a:spLocks noGrp="1"/>
          </p:cNvSpPr>
          <p:nvPr/>
        </p:nvSpPr>
        <p:spPr>
          <a:xfrm>
            <a:off x="6420000" y="3210000"/>
            <a:ext cx="220000" cy="220000"/>
          </a:xfrm>
          <a:custGeom>
            <a:avLst/>
            <a:gdLst>
              <a:gd name="csX0" fmla="*/ 69343 w 157994"/>
              <a:gd name="csY0" fmla="*/ 116598 h 148847"/>
              <a:gd name="csX1" fmla="*/ 67995 w 157994"/>
              <a:gd name="csY1" fmla="*/ 115817 h 148847"/>
              <a:gd name="csX2" fmla="*/ 65585 w 157994"/>
              <a:gd name="csY2" fmla="*/ 113272 h 148847"/>
              <a:gd name="csX3" fmla="*/ 64770 w 157994"/>
              <a:gd name="csY3" fmla="*/ 109863 h 148847"/>
              <a:gd name="csX4" fmla="*/ 65733 w 157994"/>
              <a:gd name="csY4" fmla="*/ 106418 h 148847"/>
              <a:gd name="csX5" fmla="*/ 68315 w 157994"/>
              <a:gd name="csY5" fmla="*/ 103945 h 148847"/>
              <a:gd name="csX6" fmla="*/ 69661 w 157994"/>
              <a:gd name="csY6" fmla="*/ 103166 h 148847"/>
              <a:gd name="csX7" fmla="*/ 72752 w 157994"/>
              <a:gd name="csY7" fmla="*/ 98761 h 148847"/>
              <a:gd name="csX8" fmla="*/ 71859 w 157994"/>
              <a:gd name="csY8" fmla="*/ 93454 h 148847"/>
              <a:gd name="csX9" fmla="*/ 68315 w 157994"/>
              <a:gd name="csY9" fmla="*/ 87287 h 148847"/>
              <a:gd name="csX10" fmla="*/ 66486 w 157994"/>
              <a:gd name="csY10" fmla="*/ 85202 h 148847"/>
              <a:gd name="csX11" fmla="*/ 63997 w 157994"/>
              <a:gd name="csY11" fmla="*/ 83977 h 148847"/>
              <a:gd name="csX12" fmla="*/ 61227 w 157994"/>
              <a:gd name="csY12" fmla="*/ 83800 h 148847"/>
              <a:gd name="csX13" fmla="*/ 58602 w 157994"/>
              <a:gd name="csY13" fmla="*/ 84702 h 148847"/>
              <a:gd name="csX14" fmla="*/ 57362 w 157994"/>
              <a:gd name="csY14" fmla="*/ 85445 h 148847"/>
              <a:gd name="csX15" fmla="*/ 53978 w 157994"/>
              <a:gd name="csY15" fmla="*/ 86347 h 148847"/>
              <a:gd name="csX16" fmla="*/ 50592 w 157994"/>
              <a:gd name="csY16" fmla="*/ 85445 h 148847"/>
              <a:gd name="csX17" fmla="*/ 50592 w 157994"/>
              <a:gd name="csY17" fmla="*/ 85232 h 148847"/>
              <a:gd name="csX18" fmla="*/ 48017 w 157994"/>
              <a:gd name="csY18" fmla="*/ 82817 h 148847"/>
              <a:gd name="csX19" fmla="*/ 47048 w 157994"/>
              <a:gd name="csY19" fmla="*/ 79420 h 148847"/>
              <a:gd name="csX20" fmla="*/ 47048 w 157994"/>
              <a:gd name="csY20" fmla="*/ 77967 h 148847"/>
              <a:gd name="csX21" fmla="*/ 44971 w 157994"/>
              <a:gd name="csY21" fmla="*/ 72956 h 148847"/>
              <a:gd name="csX22" fmla="*/ 39959 w 157994"/>
              <a:gd name="csY22" fmla="*/ 70880 h 148847"/>
              <a:gd name="csX23" fmla="*/ 32869 w 157994"/>
              <a:gd name="csY23" fmla="*/ 70880 h 148847"/>
              <a:gd name="csX24" fmla="*/ 27857 w 157994"/>
              <a:gd name="csY24" fmla="*/ 72956 h 148847"/>
              <a:gd name="csX25" fmla="*/ 25782 w 157994"/>
              <a:gd name="csY25" fmla="*/ 77967 h 148847"/>
              <a:gd name="csX26" fmla="*/ 25782 w 157994"/>
              <a:gd name="csY26" fmla="*/ 79420 h 148847"/>
              <a:gd name="csX27" fmla="*/ 24812 w 157994"/>
              <a:gd name="csY27" fmla="*/ 82817 h 148847"/>
              <a:gd name="csX28" fmla="*/ 22236 w 157994"/>
              <a:gd name="csY28" fmla="*/ 85232 h 148847"/>
              <a:gd name="csX29" fmla="*/ 22236 w 157994"/>
              <a:gd name="csY29" fmla="*/ 85409 h 148847"/>
              <a:gd name="csX30" fmla="*/ 18852 w 157994"/>
              <a:gd name="csY30" fmla="*/ 86311 h 148847"/>
              <a:gd name="csX31" fmla="*/ 15466 w 157994"/>
              <a:gd name="csY31" fmla="*/ 85409 h 148847"/>
              <a:gd name="csX32" fmla="*/ 14226 w 157994"/>
              <a:gd name="csY32" fmla="*/ 84666 h 148847"/>
              <a:gd name="csX33" fmla="*/ 11596 w 157994"/>
              <a:gd name="csY33" fmla="*/ 83771 h 148847"/>
              <a:gd name="csX34" fmla="*/ 8824 w 157994"/>
              <a:gd name="csY34" fmla="*/ 83957 h 148847"/>
              <a:gd name="csX35" fmla="*/ 6337 w 157994"/>
              <a:gd name="csY35" fmla="*/ 85192 h 148847"/>
              <a:gd name="csX36" fmla="*/ 4515 w 157994"/>
              <a:gd name="csY36" fmla="*/ 87287 h 148847"/>
              <a:gd name="csX37" fmla="*/ 969 w 157994"/>
              <a:gd name="csY37" fmla="*/ 93454 h 148847"/>
              <a:gd name="csX38" fmla="*/ 88 w 157994"/>
              <a:gd name="csY38" fmla="*/ 96077 h 148847"/>
              <a:gd name="csX39" fmla="*/ 277 w 157994"/>
              <a:gd name="csY39" fmla="*/ 98836 h 148847"/>
              <a:gd name="csX40" fmla="*/ 1509 w 157994"/>
              <a:gd name="csY40" fmla="*/ 101313 h 148847"/>
              <a:gd name="csX41" fmla="*/ 3593 w 157994"/>
              <a:gd name="csY41" fmla="*/ 103130 h 148847"/>
              <a:gd name="csX42" fmla="*/ 4940 w 157994"/>
              <a:gd name="csY42" fmla="*/ 103909 h 148847"/>
              <a:gd name="csX43" fmla="*/ 7523 w 157994"/>
              <a:gd name="csY43" fmla="*/ 106384 h 148847"/>
              <a:gd name="csX44" fmla="*/ 8484 w 157994"/>
              <a:gd name="csY44" fmla="*/ 109829 h 148847"/>
              <a:gd name="csX45" fmla="*/ 7523 w 157994"/>
              <a:gd name="csY45" fmla="*/ 113272 h 148847"/>
              <a:gd name="csX46" fmla="*/ 4940 w 157994"/>
              <a:gd name="csY46" fmla="*/ 115747 h 148847"/>
              <a:gd name="csX47" fmla="*/ 3593 w 157994"/>
              <a:gd name="csY47" fmla="*/ 116526 h 148847"/>
              <a:gd name="csX48" fmla="*/ 1483 w 157994"/>
              <a:gd name="csY48" fmla="*/ 118353 h 148847"/>
              <a:gd name="csX49" fmla="*/ 243 w 157994"/>
              <a:gd name="csY49" fmla="*/ 120850 h 148847"/>
              <a:gd name="csX50" fmla="*/ 63 w 157994"/>
              <a:gd name="csY50" fmla="*/ 123635 h 148847"/>
              <a:gd name="csX51" fmla="*/ 969 w 157994"/>
              <a:gd name="csY51" fmla="*/ 126272 h 148847"/>
              <a:gd name="csX52" fmla="*/ 4515 w 157994"/>
              <a:gd name="csY52" fmla="*/ 132438 h 148847"/>
              <a:gd name="csX53" fmla="*/ 6344 w 157994"/>
              <a:gd name="csY53" fmla="*/ 134526 h 148847"/>
              <a:gd name="csX54" fmla="*/ 8833 w 157994"/>
              <a:gd name="csY54" fmla="*/ 135750 h 148847"/>
              <a:gd name="csX55" fmla="*/ 11601 w 157994"/>
              <a:gd name="csY55" fmla="*/ 135926 h 148847"/>
              <a:gd name="csX56" fmla="*/ 14226 w 157994"/>
              <a:gd name="csY56" fmla="*/ 135026 h 148847"/>
              <a:gd name="csX57" fmla="*/ 15466 w 157994"/>
              <a:gd name="csY57" fmla="*/ 134281 h 148847"/>
              <a:gd name="csX58" fmla="*/ 18857 w 157994"/>
              <a:gd name="csY58" fmla="*/ 133398 h 148847"/>
              <a:gd name="csX59" fmla="*/ 22236 w 157994"/>
              <a:gd name="csY59" fmla="*/ 134316 h 148847"/>
              <a:gd name="csX60" fmla="*/ 22236 w 157994"/>
              <a:gd name="csY60" fmla="*/ 134672 h 148847"/>
              <a:gd name="csX61" fmla="*/ 24812 w 157994"/>
              <a:gd name="csY61" fmla="*/ 137087 h 148847"/>
              <a:gd name="csX62" fmla="*/ 25782 w 157994"/>
              <a:gd name="csY62" fmla="*/ 140483 h 148847"/>
              <a:gd name="csX63" fmla="*/ 25782 w 157994"/>
              <a:gd name="csY63" fmla="*/ 141759 h 148847"/>
              <a:gd name="csX64" fmla="*/ 27857 w 157994"/>
              <a:gd name="csY64" fmla="*/ 146772 h 148847"/>
              <a:gd name="csX65" fmla="*/ 32869 w 157994"/>
              <a:gd name="csY65" fmla="*/ 148847 h 148847"/>
              <a:gd name="csX66" fmla="*/ 39959 w 157994"/>
              <a:gd name="csY66" fmla="*/ 148847 h 148847"/>
              <a:gd name="csX67" fmla="*/ 44971 w 157994"/>
              <a:gd name="csY67" fmla="*/ 146772 h 148847"/>
              <a:gd name="csX68" fmla="*/ 47048 w 157994"/>
              <a:gd name="csY68" fmla="*/ 141759 h 148847"/>
              <a:gd name="csX69" fmla="*/ 47048 w 157994"/>
              <a:gd name="csY69" fmla="*/ 140306 h 148847"/>
              <a:gd name="csX70" fmla="*/ 48061 w 157994"/>
              <a:gd name="csY70" fmla="*/ 137011 h 148847"/>
              <a:gd name="csX71" fmla="*/ 50592 w 157994"/>
              <a:gd name="csY71" fmla="*/ 134672 h 148847"/>
              <a:gd name="csX72" fmla="*/ 50592 w 157994"/>
              <a:gd name="csY72" fmla="*/ 134316 h 148847"/>
              <a:gd name="csX73" fmla="*/ 53978 w 157994"/>
              <a:gd name="csY73" fmla="*/ 133415 h 148847"/>
              <a:gd name="csX74" fmla="*/ 57362 w 157994"/>
              <a:gd name="csY74" fmla="*/ 134316 h 148847"/>
              <a:gd name="csX75" fmla="*/ 58602 w 157994"/>
              <a:gd name="csY75" fmla="*/ 135061 h 148847"/>
              <a:gd name="csX76" fmla="*/ 61233 w 157994"/>
              <a:gd name="csY76" fmla="*/ 135956 h 148847"/>
              <a:gd name="csX77" fmla="*/ 64004 w 157994"/>
              <a:gd name="csY77" fmla="*/ 135771 h 148847"/>
              <a:gd name="csX78" fmla="*/ 66493 w 157994"/>
              <a:gd name="csY78" fmla="*/ 134536 h 148847"/>
              <a:gd name="csX79" fmla="*/ 68315 w 157994"/>
              <a:gd name="csY79" fmla="*/ 132438 h 148847"/>
              <a:gd name="csX80" fmla="*/ 71859 w 157994"/>
              <a:gd name="csY80" fmla="*/ 126272 h 148847"/>
              <a:gd name="csX81" fmla="*/ 72598 w 157994"/>
              <a:gd name="csY81" fmla="*/ 120915 h 148847"/>
              <a:gd name="csX82" fmla="*/ 69343 w 157994"/>
              <a:gd name="csY82" fmla="*/ 116598 h 148847"/>
              <a:gd name="csX83" fmla="*/ 36415 w 157994"/>
              <a:gd name="csY83" fmla="*/ 120495 h 148847"/>
              <a:gd name="csX84" fmla="*/ 30506 w 157994"/>
              <a:gd name="csY84" fmla="*/ 118703 h 148847"/>
              <a:gd name="csX85" fmla="*/ 26590 w 157994"/>
              <a:gd name="csY85" fmla="*/ 113932 h 148847"/>
              <a:gd name="csX86" fmla="*/ 25986 w 157994"/>
              <a:gd name="csY86" fmla="*/ 107789 h 148847"/>
              <a:gd name="csX87" fmla="*/ 28895 w 157994"/>
              <a:gd name="csY87" fmla="*/ 102346 h 148847"/>
              <a:gd name="csX88" fmla="*/ 34339 w 157994"/>
              <a:gd name="csY88" fmla="*/ 99435 h 148847"/>
              <a:gd name="csX89" fmla="*/ 40485 w 157994"/>
              <a:gd name="csY89" fmla="*/ 100041 h 148847"/>
              <a:gd name="csX90" fmla="*/ 45255 w 157994"/>
              <a:gd name="csY90" fmla="*/ 103957 h 148847"/>
              <a:gd name="csX91" fmla="*/ 47048 w 157994"/>
              <a:gd name="csY91" fmla="*/ 109863 h 148847"/>
              <a:gd name="csX92" fmla="*/ 43933 w 157994"/>
              <a:gd name="csY92" fmla="*/ 117382 h 148847"/>
              <a:gd name="csX93" fmla="*/ 36415 w 157994"/>
              <a:gd name="csY93" fmla="*/ 120495 h 148847"/>
              <a:gd name="csX94" fmla="*/ 154694 w 157994"/>
              <a:gd name="csY94" fmla="*/ 116951 h 148847"/>
              <a:gd name="csX95" fmla="*/ 153062 w 157994"/>
              <a:gd name="csY95" fmla="*/ 115994 h 148847"/>
              <a:gd name="csX96" fmla="*/ 150606 w 157994"/>
              <a:gd name="csY96" fmla="*/ 113372 h 148847"/>
              <a:gd name="csX97" fmla="*/ 149837 w 157994"/>
              <a:gd name="csY97" fmla="*/ 109863 h 148847"/>
              <a:gd name="csX98" fmla="*/ 150800 w 157994"/>
              <a:gd name="csY98" fmla="*/ 106418 h 148847"/>
              <a:gd name="csX99" fmla="*/ 153382 w 157994"/>
              <a:gd name="csY99" fmla="*/ 103945 h 148847"/>
              <a:gd name="csX100" fmla="*/ 154728 w 157994"/>
              <a:gd name="csY100" fmla="*/ 103166 h 148847"/>
              <a:gd name="csX101" fmla="*/ 157819 w 157994"/>
              <a:gd name="csY101" fmla="*/ 98761 h 148847"/>
              <a:gd name="csX102" fmla="*/ 156926 w 157994"/>
              <a:gd name="csY102" fmla="*/ 93454 h 148847"/>
              <a:gd name="csX103" fmla="*/ 153382 w 157994"/>
              <a:gd name="csY103" fmla="*/ 87287 h 148847"/>
              <a:gd name="csX104" fmla="*/ 149080 w 157994"/>
              <a:gd name="csY104" fmla="*/ 83994 h 148847"/>
              <a:gd name="csX105" fmla="*/ 143705 w 157994"/>
              <a:gd name="csY105" fmla="*/ 84702 h 148847"/>
              <a:gd name="csX106" fmla="*/ 142465 w 157994"/>
              <a:gd name="csY106" fmla="*/ 85445 h 148847"/>
              <a:gd name="csX107" fmla="*/ 139079 w 157994"/>
              <a:gd name="csY107" fmla="*/ 86347 h 148847"/>
              <a:gd name="csX108" fmla="*/ 135695 w 157994"/>
              <a:gd name="csY108" fmla="*/ 85445 h 148847"/>
              <a:gd name="csX109" fmla="*/ 135659 w 157994"/>
              <a:gd name="csY109" fmla="*/ 85232 h 148847"/>
              <a:gd name="csX110" fmla="*/ 133094 w 157994"/>
              <a:gd name="csY110" fmla="*/ 82810 h 148847"/>
              <a:gd name="csX111" fmla="*/ 132115 w 157994"/>
              <a:gd name="csY111" fmla="*/ 79420 h 148847"/>
              <a:gd name="csX112" fmla="*/ 132115 w 157994"/>
              <a:gd name="csY112" fmla="*/ 77967 h 148847"/>
              <a:gd name="csX113" fmla="*/ 130038 w 157994"/>
              <a:gd name="csY113" fmla="*/ 72956 h 148847"/>
              <a:gd name="csX114" fmla="*/ 125026 w 157994"/>
              <a:gd name="csY114" fmla="*/ 70880 h 148847"/>
              <a:gd name="csX115" fmla="*/ 117937 w 157994"/>
              <a:gd name="csY115" fmla="*/ 70880 h 148847"/>
              <a:gd name="csX116" fmla="*/ 112924 w 157994"/>
              <a:gd name="csY116" fmla="*/ 72956 h 148847"/>
              <a:gd name="csX117" fmla="*/ 110849 w 157994"/>
              <a:gd name="csY117" fmla="*/ 77967 h 148847"/>
              <a:gd name="csX118" fmla="*/ 110849 w 157994"/>
              <a:gd name="csY118" fmla="*/ 79420 h 148847"/>
              <a:gd name="csX119" fmla="*/ 109865 w 157994"/>
              <a:gd name="csY119" fmla="*/ 82807 h 148847"/>
              <a:gd name="csX120" fmla="*/ 107303 w 157994"/>
              <a:gd name="csY120" fmla="*/ 85232 h 148847"/>
              <a:gd name="csX121" fmla="*/ 107303 w 157994"/>
              <a:gd name="csY121" fmla="*/ 85409 h 148847"/>
              <a:gd name="csX122" fmla="*/ 103919 w 157994"/>
              <a:gd name="csY122" fmla="*/ 86311 h 148847"/>
              <a:gd name="csX123" fmla="*/ 100534 w 157994"/>
              <a:gd name="csY123" fmla="*/ 85409 h 148847"/>
              <a:gd name="csX124" fmla="*/ 99258 w 157994"/>
              <a:gd name="csY124" fmla="*/ 84666 h 148847"/>
              <a:gd name="csX125" fmla="*/ 93885 w 157994"/>
              <a:gd name="csY125" fmla="*/ 83958 h 148847"/>
              <a:gd name="csX126" fmla="*/ 89582 w 157994"/>
              <a:gd name="csY126" fmla="*/ 87253 h 148847"/>
              <a:gd name="csX127" fmla="*/ 86036 w 157994"/>
              <a:gd name="csY127" fmla="*/ 93420 h 148847"/>
              <a:gd name="csX128" fmla="*/ 85329 w 157994"/>
              <a:gd name="csY128" fmla="*/ 98792 h 148847"/>
              <a:gd name="csX129" fmla="*/ 88624 w 157994"/>
              <a:gd name="csY129" fmla="*/ 103094 h 148847"/>
              <a:gd name="csX130" fmla="*/ 90007 w 157994"/>
              <a:gd name="csY130" fmla="*/ 103875 h 148847"/>
              <a:gd name="csX131" fmla="*/ 92580 w 157994"/>
              <a:gd name="csY131" fmla="*/ 106353 h 148847"/>
              <a:gd name="csX132" fmla="*/ 93551 w 157994"/>
              <a:gd name="csY132" fmla="*/ 109793 h 148847"/>
              <a:gd name="csX133" fmla="*/ 92580 w 157994"/>
              <a:gd name="csY133" fmla="*/ 113231 h 148847"/>
              <a:gd name="csX134" fmla="*/ 90007 w 157994"/>
              <a:gd name="csY134" fmla="*/ 115711 h 148847"/>
              <a:gd name="csX135" fmla="*/ 88624 w 157994"/>
              <a:gd name="csY135" fmla="*/ 116490 h 148847"/>
              <a:gd name="csX136" fmla="*/ 86513 w 157994"/>
              <a:gd name="csY136" fmla="*/ 118328 h 148847"/>
              <a:gd name="csX137" fmla="*/ 85278 w 157994"/>
              <a:gd name="csY137" fmla="*/ 120838 h 148847"/>
              <a:gd name="csX138" fmla="*/ 85111 w 157994"/>
              <a:gd name="csY138" fmla="*/ 123632 h 148847"/>
              <a:gd name="csX139" fmla="*/ 86036 w 157994"/>
              <a:gd name="csY139" fmla="*/ 126272 h 148847"/>
              <a:gd name="csX140" fmla="*/ 89582 w 157994"/>
              <a:gd name="csY140" fmla="*/ 132438 h 148847"/>
              <a:gd name="csX141" fmla="*/ 93885 w 157994"/>
              <a:gd name="csY141" fmla="*/ 135733 h 148847"/>
              <a:gd name="csX142" fmla="*/ 99258 w 157994"/>
              <a:gd name="csY142" fmla="*/ 135026 h 148847"/>
              <a:gd name="csX143" fmla="*/ 100534 w 157994"/>
              <a:gd name="csY143" fmla="*/ 134281 h 148847"/>
              <a:gd name="csX144" fmla="*/ 103919 w 157994"/>
              <a:gd name="csY144" fmla="*/ 133381 h 148847"/>
              <a:gd name="csX145" fmla="*/ 107303 w 157994"/>
              <a:gd name="csY145" fmla="*/ 134281 h 148847"/>
              <a:gd name="csX146" fmla="*/ 107303 w 157994"/>
              <a:gd name="csY146" fmla="*/ 134672 h 148847"/>
              <a:gd name="csX147" fmla="*/ 109865 w 157994"/>
              <a:gd name="csY147" fmla="*/ 137096 h 148847"/>
              <a:gd name="csX148" fmla="*/ 110849 w 157994"/>
              <a:gd name="csY148" fmla="*/ 140483 h 148847"/>
              <a:gd name="csX149" fmla="*/ 110849 w 157994"/>
              <a:gd name="csY149" fmla="*/ 141759 h 148847"/>
              <a:gd name="csX150" fmla="*/ 112924 w 157994"/>
              <a:gd name="csY150" fmla="*/ 146772 h 148847"/>
              <a:gd name="csX151" fmla="*/ 117937 w 157994"/>
              <a:gd name="csY151" fmla="*/ 148847 h 148847"/>
              <a:gd name="csX152" fmla="*/ 125026 w 157994"/>
              <a:gd name="csY152" fmla="*/ 148847 h 148847"/>
              <a:gd name="csX153" fmla="*/ 130038 w 157994"/>
              <a:gd name="csY153" fmla="*/ 146772 h 148847"/>
              <a:gd name="csX154" fmla="*/ 132115 w 157994"/>
              <a:gd name="csY154" fmla="*/ 141759 h 148847"/>
              <a:gd name="csX155" fmla="*/ 132115 w 157994"/>
              <a:gd name="csY155" fmla="*/ 140306 h 148847"/>
              <a:gd name="csX156" fmla="*/ 133138 w 157994"/>
              <a:gd name="csY156" fmla="*/ 137018 h 148847"/>
              <a:gd name="csX157" fmla="*/ 135659 w 157994"/>
              <a:gd name="csY157" fmla="*/ 134672 h 148847"/>
              <a:gd name="csX158" fmla="*/ 135659 w 157994"/>
              <a:gd name="csY158" fmla="*/ 134316 h 148847"/>
              <a:gd name="csX159" fmla="*/ 139045 w 157994"/>
              <a:gd name="csY159" fmla="*/ 133415 h 148847"/>
              <a:gd name="csX160" fmla="*/ 142429 w 157994"/>
              <a:gd name="csY160" fmla="*/ 134316 h 148847"/>
              <a:gd name="csX161" fmla="*/ 143669 w 157994"/>
              <a:gd name="csY161" fmla="*/ 135061 h 148847"/>
              <a:gd name="csX162" fmla="*/ 146300 w 157994"/>
              <a:gd name="csY162" fmla="*/ 135956 h 148847"/>
              <a:gd name="csX163" fmla="*/ 149071 w 157994"/>
              <a:gd name="csY163" fmla="*/ 135771 h 148847"/>
              <a:gd name="csX164" fmla="*/ 151560 w 157994"/>
              <a:gd name="csY164" fmla="*/ 134536 h 148847"/>
              <a:gd name="csX165" fmla="*/ 153382 w 157994"/>
              <a:gd name="csY165" fmla="*/ 132438 h 148847"/>
              <a:gd name="csX166" fmla="*/ 156926 w 157994"/>
              <a:gd name="csY166" fmla="*/ 126023 h 148847"/>
              <a:gd name="csX167" fmla="*/ 157627 w 157994"/>
              <a:gd name="csY167" fmla="*/ 121041 h 148847"/>
              <a:gd name="csX168" fmla="*/ 154694 w 157994"/>
              <a:gd name="csY168" fmla="*/ 116951 h 148847"/>
              <a:gd name="csX169" fmla="*/ 121482 w 157994"/>
              <a:gd name="csY169" fmla="*/ 120495 h 148847"/>
              <a:gd name="csX170" fmla="*/ 115573 w 157994"/>
              <a:gd name="csY170" fmla="*/ 118703 h 148847"/>
              <a:gd name="csX171" fmla="*/ 111657 w 157994"/>
              <a:gd name="csY171" fmla="*/ 113932 h 148847"/>
              <a:gd name="csX172" fmla="*/ 111053 w 157994"/>
              <a:gd name="csY172" fmla="*/ 107789 h 148847"/>
              <a:gd name="csX173" fmla="*/ 113962 w 157994"/>
              <a:gd name="csY173" fmla="*/ 102346 h 148847"/>
              <a:gd name="csX174" fmla="*/ 119407 w 157994"/>
              <a:gd name="csY174" fmla="*/ 99435 h 148847"/>
              <a:gd name="csX175" fmla="*/ 125552 w 157994"/>
              <a:gd name="csY175" fmla="*/ 100041 h 148847"/>
              <a:gd name="csX176" fmla="*/ 130322 w 157994"/>
              <a:gd name="csY176" fmla="*/ 103957 h 148847"/>
              <a:gd name="csX177" fmla="*/ 132115 w 157994"/>
              <a:gd name="csY177" fmla="*/ 109863 h 148847"/>
              <a:gd name="csX178" fmla="*/ 129000 w 157994"/>
              <a:gd name="csY178" fmla="*/ 117382 h 148847"/>
              <a:gd name="csX179" fmla="*/ 121482 w 157994"/>
              <a:gd name="csY179" fmla="*/ 120495 h 148847"/>
              <a:gd name="csX180" fmla="*/ 111876 w 157994"/>
              <a:gd name="csY180" fmla="*/ 45717 h 148847"/>
              <a:gd name="csX181" fmla="*/ 110529 w 157994"/>
              <a:gd name="csY181" fmla="*/ 44938 h 148847"/>
              <a:gd name="csX182" fmla="*/ 108118 w 157994"/>
              <a:gd name="csY182" fmla="*/ 42393 h 148847"/>
              <a:gd name="csX183" fmla="*/ 107303 w 157994"/>
              <a:gd name="csY183" fmla="*/ 38984 h 148847"/>
              <a:gd name="csX184" fmla="*/ 108266 w 157994"/>
              <a:gd name="csY184" fmla="*/ 35540 h 148847"/>
              <a:gd name="csX185" fmla="*/ 110849 w 157994"/>
              <a:gd name="csY185" fmla="*/ 33065 h 148847"/>
              <a:gd name="csX186" fmla="*/ 112195 w 157994"/>
              <a:gd name="csY186" fmla="*/ 32285 h 148847"/>
              <a:gd name="csX187" fmla="*/ 115286 w 157994"/>
              <a:gd name="csY187" fmla="*/ 27881 h 148847"/>
              <a:gd name="csX188" fmla="*/ 114393 w 157994"/>
              <a:gd name="csY188" fmla="*/ 22575 h 148847"/>
              <a:gd name="csX189" fmla="*/ 110849 w 157994"/>
              <a:gd name="csY189" fmla="*/ 16409 h 148847"/>
              <a:gd name="csX190" fmla="*/ 109020 w 157994"/>
              <a:gd name="csY190" fmla="*/ 14322 h 148847"/>
              <a:gd name="csX191" fmla="*/ 106531 w 157994"/>
              <a:gd name="csY191" fmla="*/ 13097 h 148847"/>
              <a:gd name="csX192" fmla="*/ 103761 w 157994"/>
              <a:gd name="csY192" fmla="*/ 12922 h 148847"/>
              <a:gd name="csX193" fmla="*/ 101136 w 157994"/>
              <a:gd name="csY193" fmla="*/ 13822 h 148847"/>
              <a:gd name="csX194" fmla="*/ 100215 w 157994"/>
              <a:gd name="csY194" fmla="*/ 14459 h 148847"/>
              <a:gd name="csX195" fmla="*/ 96670 w 157994"/>
              <a:gd name="csY195" fmla="*/ 15409 h 148847"/>
              <a:gd name="csX196" fmla="*/ 93126 w 157994"/>
              <a:gd name="csY196" fmla="*/ 14459 h 148847"/>
              <a:gd name="csX197" fmla="*/ 90550 w 157994"/>
              <a:gd name="csY197" fmla="*/ 11899 h 148847"/>
              <a:gd name="csX198" fmla="*/ 89582 w 157994"/>
              <a:gd name="csY198" fmla="*/ 8398 h 148847"/>
              <a:gd name="csX199" fmla="*/ 89582 w 157994"/>
              <a:gd name="csY199" fmla="*/ 7089 h 148847"/>
              <a:gd name="csX200" fmla="*/ 87505 w 157994"/>
              <a:gd name="csY200" fmla="*/ 2075 h 148847"/>
              <a:gd name="csX201" fmla="*/ 82492 w 157994"/>
              <a:gd name="csY201" fmla="*/ 0 h 148847"/>
              <a:gd name="csX202" fmla="*/ 75403 w 157994"/>
              <a:gd name="csY202" fmla="*/ 0 h 148847"/>
              <a:gd name="csX203" fmla="*/ 70391 w 157994"/>
              <a:gd name="csY203" fmla="*/ 2075 h 148847"/>
              <a:gd name="csX204" fmla="*/ 68315 w 157994"/>
              <a:gd name="csY204" fmla="*/ 7089 h 148847"/>
              <a:gd name="csX205" fmla="*/ 68315 w 157994"/>
              <a:gd name="csY205" fmla="*/ 8398 h 148847"/>
              <a:gd name="csX206" fmla="*/ 67328 w 157994"/>
              <a:gd name="csY206" fmla="*/ 11858 h 148847"/>
              <a:gd name="csX207" fmla="*/ 64770 w 157994"/>
              <a:gd name="csY207" fmla="*/ 14388 h 148847"/>
              <a:gd name="csX208" fmla="*/ 61226 w 157994"/>
              <a:gd name="csY208" fmla="*/ 15339 h 148847"/>
              <a:gd name="csX209" fmla="*/ 57682 w 157994"/>
              <a:gd name="csY209" fmla="*/ 14388 h 148847"/>
              <a:gd name="csX210" fmla="*/ 56583 w 157994"/>
              <a:gd name="csY210" fmla="*/ 13750 h 148847"/>
              <a:gd name="csX211" fmla="*/ 51275 w 157994"/>
              <a:gd name="csY211" fmla="*/ 13141 h 148847"/>
              <a:gd name="csX212" fmla="*/ 47048 w 157994"/>
              <a:gd name="csY212" fmla="*/ 16409 h 148847"/>
              <a:gd name="csX213" fmla="*/ 43503 w 157994"/>
              <a:gd name="csY213" fmla="*/ 22575 h 148847"/>
              <a:gd name="csX214" fmla="*/ 42622 w 157994"/>
              <a:gd name="csY214" fmla="*/ 25197 h 148847"/>
              <a:gd name="csX215" fmla="*/ 42810 w 157994"/>
              <a:gd name="csY215" fmla="*/ 27956 h 148847"/>
              <a:gd name="csX216" fmla="*/ 44042 w 157994"/>
              <a:gd name="csY216" fmla="*/ 30433 h 148847"/>
              <a:gd name="csX217" fmla="*/ 46126 w 157994"/>
              <a:gd name="csY217" fmla="*/ 32250 h 148847"/>
              <a:gd name="csX218" fmla="*/ 47474 w 157994"/>
              <a:gd name="csY218" fmla="*/ 33030 h 148847"/>
              <a:gd name="csX219" fmla="*/ 50056 w 157994"/>
              <a:gd name="csY219" fmla="*/ 35504 h 148847"/>
              <a:gd name="csX220" fmla="*/ 51018 w 157994"/>
              <a:gd name="csY220" fmla="*/ 38949 h 148847"/>
              <a:gd name="csX221" fmla="*/ 50056 w 157994"/>
              <a:gd name="csY221" fmla="*/ 42393 h 148847"/>
              <a:gd name="csX222" fmla="*/ 47474 w 157994"/>
              <a:gd name="csY222" fmla="*/ 44867 h 148847"/>
              <a:gd name="csX223" fmla="*/ 46126 w 157994"/>
              <a:gd name="csY223" fmla="*/ 45646 h 148847"/>
              <a:gd name="csX224" fmla="*/ 44017 w 157994"/>
              <a:gd name="csY224" fmla="*/ 47473 h 148847"/>
              <a:gd name="csX225" fmla="*/ 42776 w 157994"/>
              <a:gd name="csY225" fmla="*/ 49972 h 148847"/>
              <a:gd name="csX226" fmla="*/ 42596 w 157994"/>
              <a:gd name="csY226" fmla="*/ 52755 h 148847"/>
              <a:gd name="csX227" fmla="*/ 43503 w 157994"/>
              <a:gd name="csY227" fmla="*/ 55392 h 148847"/>
              <a:gd name="csX228" fmla="*/ 47048 w 157994"/>
              <a:gd name="csY228" fmla="*/ 61560 h 148847"/>
              <a:gd name="csX229" fmla="*/ 48876 w 157994"/>
              <a:gd name="csY229" fmla="*/ 63645 h 148847"/>
              <a:gd name="csX230" fmla="*/ 51366 w 157994"/>
              <a:gd name="csY230" fmla="*/ 64870 h 148847"/>
              <a:gd name="csX231" fmla="*/ 54134 w 157994"/>
              <a:gd name="csY231" fmla="*/ 65047 h 148847"/>
              <a:gd name="csX232" fmla="*/ 56760 w 157994"/>
              <a:gd name="csY232" fmla="*/ 64145 h 148847"/>
              <a:gd name="csX233" fmla="*/ 57859 w 157994"/>
              <a:gd name="csY233" fmla="*/ 63508 h 148847"/>
              <a:gd name="csX234" fmla="*/ 61403 w 157994"/>
              <a:gd name="csY234" fmla="*/ 62558 h 148847"/>
              <a:gd name="csX235" fmla="*/ 64948 w 157994"/>
              <a:gd name="csY235" fmla="*/ 63508 h 148847"/>
              <a:gd name="csX236" fmla="*/ 67505 w 157994"/>
              <a:gd name="csY236" fmla="*/ 66037 h 148847"/>
              <a:gd name="csX237" fmla="*/ 68492 w 157994"/>
              <a:gd name="csY237" fmla="*/ 69497 h 148847"/>
              <a:gd name="csX238" fmla="*/ 68492 w 157994"/>
              <a:gd name="csY238" fmla="*/ 70880 h 148847"/>
              <a:gd name="csX239" fmla="*/ 70568 w 157994"/>
              <a:gd name="csY239" fmla="*/ 75892 h 148847"/>
              <a:gd name="csX240" fmla="*/ 75582 w 157994"/>
              <a:gd name="csY240" fmla="*/ 77967 h 148847"/>
              <a:gd name="csX241" fmla="*/ 82669 w 157994"/>
              <a:gd name="csY241" fmla="*/ 77967 h 148847"/>
              <a:gd name="csX242" fmla="*/ 87683 w 157994"/>
              <a:gd name="csY242" fmla="*/ 75892 h 148847"/>
              <a:gd name="csX243" fmla="*/ 89759 w 157994"/>
              <a:gd name="csY243" fmla="*/ 70880 h 148847"/>
              <a:gd name="csX244" fmla="*/ 89759 w 157994"/>
              <a:gd name="csY244" fmla="*/ 69569 h 148847"/>
              <a:gd name="csX245" fmla="*/ 90746 w 157994"/>
              <a:gd name="csY245" fmla="*/ 66109 h 148847"/>
              <a:gd name="csX246" fmla="*/ 93303 w 157994"/>
              <a:gd name="csY246" fmla="*/ 63579 h 148847"/>
              <a:gd name="csX247" fmla="*/ 96848 w 157994"/>
              <a:gd name="csY247" fmla="*/ 62630 h 148847"/>
              <a:gd name="csX248" fmla="*/ 100392 w 157994"/>
              <a:gd name="csY248" fmla="*/ 63579 h 148847"/>
              <a:gd name="csX249" fmla="*/ 101491 w 157994"/>
              <a:gd name="csY249" fmla="*/ 64217 h 148847"/>
              <a:gd name="csX250" fmla="*/ 106697 w 157994"/>
              <a:gd name="csY250" fmla="*/ 64746 h 148847"/>
              <a:gd name="csX251" fmla="*/ 110849 w 157994"/>
              <a:gd name="csY251" fmla="*/ 61560 h 148847"/>
              <a:gd name="csX252" fmla="*/ 114393 w 157994"/>
              <a:gd name="csY252" fmla="*/ 55392 h 148847"/>
              <a:gd name="csX253" fmla="*/ 115131 w 157994"/>
              <a:gd name="csY253" fmla="*/ 50036 h 148847"/>
              <a:gd name="csX254" fmla="*/ 111876 w 157994"/>
              <a:gd name="csY254" fmla="*/ 45717 h 148847"/>
              <a:gd name="csX255" fmla="*/ 78949 w 157994"/>
              <a:gd name="csY255" fmla="*/ 49616 h 148847"/>
              <a:gd name="csX256" fmla="*/ 73040 w 157994"/>
              <a:gd name="csY256" fmla="*/ 47823 h 148847"/>
              <a:gd name="csX257" fmla="*/ 69123 w 157994"/>
              <a:gd name="csY257" fmla="*/ 43052 h 148847"/>
              <a:gd name="csX258" fmla="*/ 68519 w 157994"/>
              <a:gd name="csY258" fmla="*/ 36909 h 148847"/>
              <a:gd name="csX259" fmla="*/ 71429 w 157994"/>
              <a:gd name="csY259" fmla="*/ 31465 h 148847"/>
              <a:gd name="csX260" fmla="*/ 76873 w 157994"/>
              <a:gd name="csY260" fmla="*/ 28557 h 148847"/>
              <a:gd name="csX261" fmla="*/ 83018 w 157994"/>
              <a:gd name="csY261" fmla="*/ 29160 h 148847"/>
              <a:gd name="csX262" fmla="*/ 87789 w 157994"/>
              <a:gd name="csY262" fmla="*/ 33076 h 148847"/>
              <a:gd name="csX263" fmla="*/ 89582 w 157994"/>
              <a:gd name="csY263" fmla="*/ 38984 h 148847"/>
              <a:gd name="csX264" fmla="*/ 86467 w 157994"/>
              <a:gd name="csY264" fmla="*/ 46502 h 148847"/>
              <a:gd name="csX265" fmla="*/ 78949 w 157994"/>
              <a:gd name="csY265" fmla="*/ 49616 h 148847"/>
            </a:gdLst>
            <a:ahLst/>
            <a:cxnLst/>
            <a:rect l="l" t="t" r="r" b="b"/>
            <a:pathLst>
              <a:path w="100000" h="100000">
                <a:moveTo>
                  <a:pt x="43890" y="76694"/>
                </a:moveTo>
                <a:lnTo>
                  <a:pt x="43036" y="76199"/>
                </a:lnTo>
                <a:cubicBezTo>
                  <a:pt x="42396" y="75806"/>
                  <a:pt x="41869" y="75251"/>
                  <a:pt x="41511" y="74589"/>
                </a:cubicBezTo>
                <a:cubicBezTo>
                  <a:pt x="41152" y="73927"/>
                  <a:pt x="40974" y="73183"/>
                  <a:pt x="40995" y="72431"/>
                </a:cubicBezTo>
                <a:cubicBezTo>
                  <a:pt x="40999" y="71663"/>
                  <a:pt x="41209" y="70911"/>
                  <a:pt x="41605" y="70250"/>
                </a:cubicBezTo>
                <a:cubicBezTo>
                  <a:pt x="41998" y="69592"/>
                  <a:pt x="42563" y="69051"/>
                  <a:pt x="43239" y="68685"/>
                </a:cubicBezTo>
                <a:lnTo>
                  <a:pt x="44091" y="68192"/>
                </a:lnTo>
                <a:cubicBezTo>
                  <a:pt x="45085" y="67555"/>
                  <a:pt x="45787" y="66554"/>
                  <a:pt x="46047" y="65404"/>
                </a:cubicBezTo>
                <a:cubicBezTo>
                  <a:pt x="46308" y="64253"/>
                  <a:pt x="46104" y="63048"/>
                  <a:pt x="45482" y="62045"/>
                </a:cubicBezTo>
                <a:lnTo>
                  <a:pt x="43239" y="58142"/>
                </a:lnTo>
                <a:cubicBezTo>
                  <a:pt x="42944" y="57630"/>
                  <a:pt x="42551" y="57182"/>
                  <a:pt x="42081" y="56822"/>
                </a:cubicBezTo>
                <a:cubicBezTo>
                  <a:pt x="41612" y="56463"/>
                  <a:pt x="41077" y="56199"/>
                  <a:pt x="40506" y="56047"/>
                </a:cubicBezTo>
                <a:cubicBezTo>
                  <a:pt x="39934" y="55894"/>
                  <a:pt x="39339" y="55856"/>
                  <a:pt x="38753" y="55935"/>
                </a:cubicBezTo>
                <a:cubicBezTo>
                  <a:pt x="38167" y="56013"/>
                  <a:pt x="37603" y="56208"/>
                  <a:pt x="37091" y="56506"/>
                </a:cubicBezTo>
                <a:lnTo>
                  <a:pt x="36306" y="56976"/>
                </a:lnTo>
                <a:cubicBezTo>
                  <a:pt x="35655" y="57349"/>
                  <a:pt x="34917" y="57547"/>
                  <a:pt x="34165" y="57547"/>
                </a:cubicBezTo>
                <a:cubicBezTo>
                  <a:pt x="33413" y="57547"/>
                  <a:pt x="32674" y="57349"/>
                  <a:pt x="32021" y="56976"/>
                </a:cubicBezTo>
                <a:lnTo>
                  <a:pt x="32021" y="56841"/>
                </a:lnTo>
                <a:cubicBezTo>
                  <a:pt x="31350" y="56488"/>
                  <a:pt x="30787" y="55959"/>
                  <a:pt x="30392" y="55313"/>
                </a:cubicBezTo>
                <a:cubicBezTo>
                  <a:pt x="29996" y="54664"/>
                  <a:pt x="29785" y="53921"/>
                  <a:pt x="29778" y="53162"/>
                </a:cubicBezTo>
                <a:lnTo>
                  <a:pt x="29778" y="52243"/>
                </a:lnTo>
                <a:cubicBezTo>
                  <a:pt x="29778" y="51053"/>
                  <a:pt x="29306" y="49912"/>
                  <a:pt x="28464" y="49071"/>
                </a:cubicBezTo>
                <a:cubicBezTo>
                  <a:pt x="27623" y="48230"/>
                  <a:pt x="26481" y="47757"/>
                  <a:pt x="25291" y="47757"/>
                </a:cubicBezTo>
                <a:lnTo>
                  <a:pt x="20804" y="47757"/>
                </a:lnTo>
                <a:cubicBezTo>
                  <a:pt x="19615" y="47757"/>
                  <a:pt x="18474" y="48230"/>
                  <a:pt x="17632" y="49071"/>
                </a:cubicBezTo>
                <a:cubicBezTo>
                  <a:pt x="16791" y="49912"/>
                  <a:pt x="16318" y="51053"/>
                  <a:pt x="16318" y="52243"/>
                </a:cubicBezTo>
                <a:lnTo>
                  <a:pt x="16318" y="53162"/>
                </a:lnTo>
                <a:cubicBezTo>
                  <a:pt x="16312" y="53921"/>
                  <a:pt x="16099" y="54664"/>
                  <a:pt x="15704" y="55313"/>
                </a:cubicBezTo>
                <a:cubicBezTo>
                  <a:pt x="15309" y="55959"/>
                  <a:pt x="14746" y="56488"/>
                  <a:pt x="14074" y="56841"/>
                </a:cubicBezTo>
                <a:lnTo>
                  <a:pt x="14074" y="56953"/>
                </a:lnTo>
                <a:cubicBezTo>
                  <a:pt x="13423" y="57328"/>
                  <a:pt x="12684" y="57524"/>
                  <a:pt x="11932" y="57524"/>
                </a:cubicBezTo>
                <a:cubicBezTo>
                  <a:pt x="11181" y="57524"/>
                  <a:pt x="10442" y="57328"/>
                  <a:pt x="9789" y="56953"/>
                </a:cubicBezTo>
                <a:lnTo>
                  <a:pt x="9004" y="56483"/>
                </a:lnTo>
                <a:cubicBezTo>
                  <a:pt x="8493" y="56185"/>
                  <a:pt x="7926" y="55994"/>
                  <a:pt x="7340" y="55916"/>
                </a:cubicBezTo>
                <a:cubicBezTo>
                  <a:pt x="6753" y="55839"/>
                  <a:pt x="6157" y="55879"/>
                  <a:pt x="5585" y="56034"/>
                </a:cubicBezTo>
                <a:cubicBezTo>
                  <a:pt x="5013" y="56188"/>
                  <a:pt x="4478" y="56454"/>
                  <a:pt x="4011" y="56816"/>
                </a:cubicBezTo>
                <a:cubicBezTo>
                  <a:pt x="3543" y="57177"/>
                  <a:pt x="3151" y="57628"/>
                  <a:pt x="2858" y="58142"/>
                </a:cubicBezTo>
                <a:lnTo>
                  <a:pt x="613" y="62045"/>
                </a:lnTo>
                <a:cubicBezTo>
                  <a:pt x="321" y="62556"/>
                  <a:pt x="131" y="63120"/>
                  <a:pt x="56" y="63705"/>
                </a:cubicBezTo>
                <a:cubicBezTo>
                  <a:pt x="-20" y="64289"/>
                  <a:pt x="22" y="64882"/>
                  <a:pt x="175" y="65452"/>
                </a:cubicBezTo>
                <a:cubicBezTo>
                  <a:pt x="329" y="66020"/>
                  <a:pt x="594" y="66552"/>
                  <a:pt x="955" y="67019"/>
                </a:cubicBezTo>
                <a:cubicBezTo>
                  <a:pt x="1315" y="67486"/>
                  <a:pt x="1763" y="67876"/>
                  <a:pt x="2274" y="68169"/>
                </a:cubicBezTo>
                <a:lnTo>
                  <a:pt x="3127" y="68662"/>
                </a:lnTo>
                <a:cubicBezTo>
                  <a:pt x="3802" y="69028"/>
                  <a:pt x="4367" y="69570"/>
                  <a:pt x="4762" y="70229"/>
                </a:cubicBezTo>
                <a:cubicBezTo>
                  <a:pt x="5156" y="70888"/>
                  <a:pt x="5367" y="71640"/>
                  <a:pt x="5370" y="72409"/>
                </a:cubicBezTo>
                <a:cubicBezTo>
                  <a:pt x="5367" y="73177"/>
                  <a:pt x="5156" y="73930"/>
                  <a:pt x="4762" y="74589"/>
                </a:cubicBezTo>
                <a:cubicBezTo>
                  <a:pt x="4367" y="75247"/>
                  <a:pt x="3802" y="75789"/>
                  <a:pt x="3127" y="76155"/>
                </a:cubicBezTo>
                <a:lnTo>
                  <a:pt x="2274" y="76648"/>
                </a:lnTo>
                <a:cubicBezTo>
                  <a:pt x="1757" y="76941"/>
                  <a:pt x="1303" y="77334"/>
                  <a:pt x="939" y="77805"/>
                </a:cubicBezTo>
                <a:cubicBezTo>
                  <a:pt x="575" y="78274"/>
                  <a:pt x="309" y="78812"/>
                  <a:pt x="154" y="79385"/>
                </a:cubicBezTo>
                <a:cubicBezTo>
                  <a:pt x="0" y="79959"/>
                  <a:pt x="-39" y="80558"/>
                  <a:pt x="40" y="81148"/>
                </a:cubicBezTo>
                <a:cubicBezTo>
                  <a:pt x="118" y="81737"/>
                  <a:pt x="314" y="82304"/>
                  <a:pt x="613" y="82817"/>
                </a:cubicBezTo>
                <a:lnTo>
                  <a:pt x="2858" y="86719"/>
                </a:lnTo>
                <a:cubicBezTo>
                  <a:pt x="3153" y="87232"/>
                  <a:pt x="3546" y="87681"/>
                  <a:pt x="4015" y="88041"/>
                </a:cubicBezTo>
                <a:cubicBezTo>
                  <a:pt x="4484" y="88401"/>
                  <a:pt x="5019" y="88664"/>
                  <a:pt x="5591" y="88816"/>
                </a:cubicBezTo>
                <a:cubicBezTo>
                  <a:pt x="6162" y="88968"/>
                  <a:pt x="6757" y="89006"/>
                  <a:pt x="7343" y="88927"/>
                </a:cubicBezTo>
                <a:cubicBezTo>
                  <a:pt x="7929" y="88848"/>
                  <a:pt x="8494" y="88654"/>
                  <a:pt x="9004" y="88357"/>
                </a:cubicBezTo>
                <a:lnTo>
                  <a:pt x="9789" y="87886"/>
                </a:lnTo>
                <a:cubicBezTo>
                  <a:pt x="10444" y="87515"/>
                  <a:pt x="11184" y="87323"/>
                  <a:pt x="11935" y="87327"/>
                </a:cubicBezTo>
                <a:cubicBezTo>
                  <a:pt x="12687" y="87331"/>
                  <a:pt x="13425" y="87531"/>
                  <a:pt x="14074" y="87908"/>
                </a:cubicBezTo>
                <a:lnTo>
                  <a:pt x="14074" y="88133"/>
                </a:lnTo>
                <a:cubicBezTo>
                  <a:pt x="14746" y="88485"/>
                  <a:pt x="15309" y="89014"/>
                  <a:pt x="15704" y="89662"/>
                </a:cubicBezTo>
                <a:cubicBezTo>
                  <a:pt x="16099" y="90310"/>
                  <a:pt x="16312" y="91053"/>
                  <a:pt x="16318" y="91811"/>
                </a:cubicBezTo>
                <a:lnTo>
                  <a:pt x="16318" y="92619"/>
                </a:lnTo>
                <a:cubicBezTo>
                  <a:pt x="16318" y="93808"/>
                  <a:pt x="16791" y="94950"/>
                  <a:pt x="17632" y="95792"/>
                </a:cubicBezTo>
                <a:cubicBezTo>
                  <a:pt x="18474" y="96632"/>
                  <a:pt x="19615" y="97105"/>
                  <a:pt x="20804" y="97105"/>
                </a:cubicBezTo>
                <a:lnTo>
                  <a:pt x="25291" y="97105"/>
                </a:lnTo>
                <a:cubicBezTo>
                  <a:pt x="26481" y="97105"/>
                  <a:pt x="27623" y="96632"/>
                  <a:pt x="28464" y="95792"/>
                </a:cubicBezTo>
                <a:cubicBezTo>
                  <a:pt x="29306" y="94950"/>
                  <a:pt x="29778" y="93808"/>
                  <a:pt x="29778" y="92619"/>
                </a:cubicBezTo>
                <a:lnTo>
                  <a:pt x="29778" y="91699"/>
                </a:lnTo>
                <a:cubicBezTo>
                  <a:pt x="29804" y="90959"/>
                  <a:pt x="30025" y="90240"/>
                  <a:pt x="30420" y="89614"/>
                </a:cubicBezTo>
                <a:cubicBezTo>
                  <a:pt x="30813" y="88988"/>
                  <a:pt x="31366" y="88476"/>
                  <a:pt x="32021" y="88133"/>
                </a:cubicBezTo>
                <a:lnTo>
                  <a:pt x="32021" y="87908"/>
                </a:lnTo>
                <a:cubicBezTo>
                  <a:pt x="32674" y="87535"/>
                  <a:pt x="33413" y="87338"/>
                  <a:pt x="34165" y="87338"/>
                </a:cubicBezTo>
                <a:cubicBezTo>
                  <a:pt x="34917" y="87338"/>
                  <a:pt x="35655" y="87535"/>
                  <a:pt x="36306" y="87908"/>
                </a:cubicBezTo>
                <a:lnTo>
                  <a:pt x="37091" y="88380"/>
                </a:lnTo>
                <a:cubicBezTo>
                  <a:pt x="37604" y="88676"/>
                  <a:pt x="38169" y="88869"/>
                  <a:pt x="38757" y="88946"/>
                </a:cubicBezTo>
                <a:cubicBezTo>
                  <a:pt x="39343" y="89023"/>
                  <a:pt x="39939" y="88983"/>
                  <a:pt x="40510" y="88829"/>
                </a:cubicBezTo>
                <a:cubicBezTo>
                  <a:pt x="41082" y="88675"/>
                  <a:pt x="41617" y="88409"/>
                  <a:pt x="42086" y="88047"/>
                </a:cubicBezTo>
                <a:cubicBezTo>
                  <a:pt x="42554" y="87684"/>
                  <a:pt x="42946" y="87234"/>
                  <a:pt x="43239" y="86719"/>
                </a:cubicBezTo>
                <a:lnTo>
                  <a:pt x="45482" y="82817"/>
                </a:lnTo>
                <a:cubicBezTo>
                  <a:pt x="46080" y="81793"/>
                  <a:pt x="46248" y="80574"/>
                  <a:pt x="45950" y="79426"/>
                </a:cubicBezTo>
                <a:cubicBezTo>
                  <a:pt x="45651" y="78279"/>
                  <a:pt x="44911" y="77296"/>
                  <a:pt x="43890" y="76694"/>
                </a:cubicBezTo>
                <a:close/>
                <a:moveTo>
                  <a:pt x="23048" y="79160"/>
                </a:moveTo>
                <a:cubicBezTo>
                  <a:pt x="21717" y="79160"/>
                  <a:pt x="20415" y="78766"/>
                  <a:pt x="19308" y="78026"/>
                </a:cubicBezTo>
                <a:cubicBezTo>
                  <a:pt x="18203" y="77287"/>
                  <a:pt x="17340" y="76236"/>
                  <a:pt x="16830" y="75006"/>
                </a:cubicBezTo>
                <a:cubicBezTo>
                  <a:pt x="16320" y="73777"/>
                  <a:pt x="16188" y="72423"/>
                  <a:pt x="16447" y="71118"/>
                </a:cubicBezTo>
                <a:cubicBezTo>
                  <a:pt x="16707" y="69813"/>
                  <a:pt x="17347" y="68614"/>
                  <a:pt x="18289" y="67673"/>
                </a:cubicBezTo>
                <a:cubicBezTo>
                  <a:pt x="19230" y="66732"/>
                  <a:pt x="20429" y="66091"/>
                  <a:pt x="21734" y="65831"/>
                </a:cubicBezTo>
                <a:cubicBezTo>
                  <a:pt x="23041" y="65571"/>
                  <a:pt x="24393" y="65705"/>
                  <a:pt x="25624" y="66214"/>
                </a:cubicBezTo>
                <a:cubicBezTo>
                  <a:pt x="26854" y="66723"/>
                  <a:pt x="27905" y="67586"/>
                  <a:pt x="28643" y="68693"/>
                </a:cubicBezTo>
                <a:cubicBezTo>
                  <a:pt x="29383" y="69799"/>
                  <a:pt x="29778" y="71100"/>
                  <a:pt x="29778" y="72431"/>
                </a:cubicBezTo>
                <a:cubicBezTo>
                  <a:pt x="29778" y="74216"/>
                  <a:pt x="29069" y="75928"/>
                  <a:pt x="27807" y="77190"/>
                </a:cubicBezTo>
                <a:cubicBezTo>
                  <a:pt x="26545" y="78451"/>
                  <a:pt x="24833" y="79160"/>
                  <a:pt x="23048" y="79160"/>
                </a:cubicBezTo>
                <a:close/>
                <a:moveTo>
                  <a:pt x="97911" y="76917"/>
                </a:moveTo>
                <a:lnTo>
                  <a:pt x="96878" y="76311"/>
                </a:lnTo>
                <a:cubicBezTo>
                  <a:pt x="96221" y="75908"/>
                  <a:pt x="95683" y="75335"/>
                  <a:pt x="95324" y="74652"/>
                </a:cubicBezTo>
                <a:cubicBezTo>
                  <a:pt x="94965" y="73970"/>
                  <a:pt x="94796" y="73202"/>
                  <a:pt x="94837" y="72431"/>
                </a:cubicBezTo>
                <a:cubicBezTo>
                  <a:pt x="94841" y="71663"/>
                  <a:pt x="95051" y="70911"/>
                  <a:pt x="95447" y="70250"/>
                </a:cubicBezTo>
                <a:cubicBezTo>
                  <a:pt x="95840" y="69592"/>
                  <a:pt x="96405" y="69051"/>
                  <a:pt x="97081" y="68685"/>
                </a:cubicBezTo>
                <a:lnTo>
                  <a:pt x="97933" y="68192"/>
                </a:lnTo>
                <a:cubicBezTo>
                  <a:pt x="98927" y="67555"/>
                  <a:pt x="99629" y="66554"/>
                  <a:pt x="99889" y="65404"/>
                </a:cubicBezTo>
                <a:cubicBezTo>
                  <a:pt x="100150" y="64253"/>
                  <a:pt x="99947" y="63048"/>
                  <a:pt x="99324" y="62045"/>
                </a:cubicBezTo>
                <a:lnTo>
                  <a:pt x="97081" y="58142"/>
                </a:lnTo>
                <a:cubicBezTo>
                  <a:pt x="96485" y="57114"/>
                  <a:pt x="95506" y="56364"/>
                  <a:pt x="94358" y="56058"/>
                </a:cubicBezTo>
                <a:cubicBezTo>
                  <a:pt x="93209" y="55751"/>
                  <a:pt x="91986" y="55911"/>
                  <a:pt x="90956" y="56506"/>
                </a:cubicBezTo>
                <a:lnTo>
                  <a:pt x="90171" y="56976"/>
                </a:lnTo>
                <a:cubicBezTo>
                  <a:pt x="89519" y="57349"/>
                  <a:pt x="88781" y="57547"/>
                  <a:pt x="88028" y="57547"/>
                </a:cubicBezTo>
                <a:cubicBezTo>
                  <a:pt x="87277" y="57547"/>
                  <a:pt x="86537" y="57349"/>
                  <a:pt x="85886" y="56976"/>
                </a:cubicBezTo>
                <a:lnTo>
                  <a:pt x="85863" y="56841"/>
                </a:lnTo>
                <a:cubicBezTo>
                  <a:pt x="85195" y="56485"/>
                  <a:pt x="84634" y="55955"/>
                  <a:pt x="84240" y="55308"/>
                </a:cubicBezTo>
                <a:cubicBezTo>
                  <a:pt x="83846" y="54661"/>
                  <a:pt x="83632" y="53920"/>
                  <a:pt x="83620" y="53162"/>
                </a:cubicBezTo>
                <a:lnTo>
                  <a:pt x="83620" y="52243"/>
                </a:lnTo>
                <a:cubicBezTo>
                  <a:pt x="83620" y="51053"/>
                  <a:pt x="83148" y="49912"/>
                  <a:pt x="82306" y="49071"/>
                </a:cubicBezTo>
                <a:cubicBezTo>
                  <a:pt x="81464" y="48230"/>
                  <a:pt x="80323" y="47757"/>
                  <a:pt x="79133" y="47757"/>
                </a:cubicBezTo>
                <a:lnTo>
                  <a:pt x="74647" y="47757"/>
                </a:lnTo>
                <a:cubicBezTo>
                  <a:pt x="73457" y="47757"/>
                  <a:pt x="72316" y="48230"/>
                  <a:pt x="71474" y="49071"/>
                </a:cubicBezTo>
                <a:cubicBezTo>
                  <a:pt x="70633" y="49912"/>
                  <a:pt x="70160" y="51053"/>
                  <a:pt x="70160" y="52243"/>
                </a:cubicBezTo>
                <a:lnTo>
                  <a:pt x="70160" y="53162"/>
                </a:lnTo>
                <a:cubicBezTo>
                  <a:pt x="70146" y="53920"/>
                  <a:pt x="69932" y="54660"/>
                  <a:pt x="69537" y="55306"/>
                </a:cubicBezTo>
                <a:cubicBezTo>
                  <a:pt x="69142" y="55953"/>
                  <a:pt x="68584" y="56483"/>
                  <a:pt x="67916" y="56841"/>
                </a:cubicBezTo>
                <a:lnTo>
                  <a:pt x="67916" y="56953"/>
                </a:lnTo>
                <a:cubicBezTo>
                  <a:pt x="67265" y="57328"/>
                  <a:pt x="66526" y="57524"/>
                  <a:pt x="65774" y="57524"/>
                </a:cubicBezTo>
                <a:cubicBezTo>
                  <a:pt x="65023" y="57524"/>
                  <a:pt x="64284" y="57328"/>
                  <a:pt x="63632" y="56953"/>
                </a:cubicBezTo>
                <a:lnTo>
                  <a:pt x="62824" y="56483"/>
                </a:lnTo>
                <a:cubicBezTo>
                  <a:pt x="61794" y="55889"/>
                  <a:pt x="60571" y="55728"/>
                  <a:pt x="59423" y="56035"/>
                </a:cubicBezTo>
                <a:cubicBezTo>
                  <a:pt x="58275" y="56342"/>
                  <a:pt x="57295" y="57092"/>
                  <a:pt x="56700" y="58120"/>
                </a:cubicBezTo>
                <a:lnTo>
                  <a:pt x="54455" y="62024"/>
                </a:lnTo>
                <a:cubicBezTo>
                  <a:pt x="53862" y="63053"/>
                  <a:pt x="53701" y="64276"/>
                  <a:pt x="54008" y="65424"/>
                </a:cubicBezTo>
                <a:cubicBezTo>
                  <a:pt x="54315" y="66571"/>
                  <a:pt x="55065" y="67551"/>
                  <a:pt x="56093" y="68147"/>
                </a:cubicBezTo>
                <a:lnTo>
                  <a:pt x="56969" y="68641"/>
                </a:lnTo>
                <a:cubicBezTo>
                  <a:pt x="57641" y="69010"/>
                  <a:pt x="58203" y="69552"/>
                  <a:pt x="58597" y="70209"/>
                </a:cubicBezTo>
                <a:cubicBezTo>
                  <a:pt x="58991" y="70868"/>
                  <a:pt x="59204" y="71619"/>
                  <a:pt x="59212" y="72387"/>
                </a:cubicBezTo>
                <a:cubicBezTo>
                  <a:pt x="59204" y="73153"/>
                  <a:pt x="58991" y="73905"/>
                  <a:pt x="58597" y="74563"/>
                </a:cubicBezTo>
                <a:cubicBezTo>
                  <a:pt x="58203" y="75220"/>
                  <a:pt x="57641" y="75763"/>
                  <a:pt x="56969" y="76132"/>
                </a:cubicBezTo>
                <a:lnTo>
                  <a:pt x="56093" y="76625"/>
                </a:lnTo>
                <a:cubicBezTo>
                  <a:pt x="55576" y="76920"/>
                  <a:pt x="55121" y="77316"/>
                  <a:pt x="54757" y="77789"/>
                </a:cubicBezTo>
                <a:cubicBezTo>
                  <a:pt x="54394" y="78261"/>
                  <a:pt x="54128" y="78801"/>
                  <a:pt x="53975" y="79377"/>
                </a:cubicBezTo>
                <a:cubicBezTo>
                  <a:pt x="53822" y="79953"/>
                  <a:pt x="53787" y="80555"/>
                  <a:pt x="53870" y="81146"/>
                </a:cubicBezTo>
                <a:cubicBezTo>
                  <a:pt x="53951" y="81736"/>
                  <a:pt x="54151" y="82304"/>
                  <a:pt x="54455" y="82817"/>
                </a:cubicBezTo>
                <a:lnTo>
                  <a:pt x="56700" y="86719"/>
                </a:lnTo>
                <a:cubicBezTo>
                  <a:pt x="57295" y="87748"/>
                  <a:pt x="58275" y="88499"/>
                  <a:pt x="59423" y="88805"/>
                </a:cubicBezTo>
                <a:cubicBezTo>
                  <a:pt x="60571" y="89112"/>
                  <a:pt x="61794" y="88952"/>
                  <a:pt x="62824" y="88357"/>
                </a:cubicBezTo>
                <a:lnTo>
                  <a:pt x="63632" y="87886"/>
                </a:lnTo>
                <a:cubicBezTo>
                  <a:pt x="64284" y="87512"/>
                  <a:pt x="65023" y="87316"/>
                  <a:pt x="65774" y="87316"/>
                </a:cubicBezTo>
                <a:cubicBezTo>
                  <a:pt x="66526" y="87316"/>
                  <a:pt x="67265" y="87512"/>
                  <a:pt x="67916" y="87886"/>
                </a:cubicBezTo>
                <a:lnTo>
                  <a:pt x="67916" y="88133"/>
                </a:lnTo>
                <a:cubicBezTo>
                  <a:pt x="68584" y="88492"/>
                  <a:pt x="69142" y="89021"/>
                  <a:pt x="69537" y="89668"/>
                </a:cubicBezTo>
                <a:cubicBezTo>
                  <a:pt x="69932" y="90315"/>
                  <a:pt x="70146" y="91054"/>
                  <a:pt x="70160" y="91811"/>
                </a:cubicBezTo>
                <a:lnTo>
                  <a:pt x="70160" y="92619"/>
                </a:lnTo>
                <a:cubicBezTo>
                  <a:pt x="70160" y="93808"/>
                  <a:pt x="70633" y="94950"/>
                  <a:pt x="71474" y="95792"/>
                </a:cubicBezTo>
                <a:cubicBezTo>
                  <a:pt x="72316" y="96632"/>
                  <a:pt x="73457" y="97105"/>
                  <a:pt x="74647" y="97105"/>
                </a:cubicBezTo>
                <a:lnTo>
                  <a:pt x="79133" y="97105"/>
                </a:lnTo>
                <a:cubicBezTo>
                  <a:pt x="80323" y="97105"/>
                  <a:pt x="81464" y="96632"/>
                  <a:pt x="82306" y="95792"/>
                </a:cubicBezTo>
                <a:cubicBezTo>
                  <a:pt x="83148" y="94950"/>
                  <a:pt x="83620" y="93808"/>
                  <a:pt x="83620" y="92619"/>
                </a:cubicBezTo>
                <a:lnTo>
                  <a:pt x="83620" y="91699"/>
                </a:lnTo>
                <a:cubicBezTo>
                  <a:pt x="83651" y="90961"/>
                  <a:pt x="83873" y="90244"/>
                  <a:pt x="84268" y="89618"/>
                </a:cubicBezTo>
                <a:cubicBezTo>
                  <a:pt x="84661" y="88992"/>
                  <a:pt x="85211" y="88480"/>
                  <a:pt x="85863" y="88133"/>
                </a:cubicBezTo>
                <a:lnTo>
                  <a:pt x="85863" y="87908"/>
                </a:lnTo>
                <a:cubicBezTo>
                  <a:pt x="86516" y="87535"/>
                  <a:pt x="87255" y="87338"/>
                  <a:pt x="88007" y="87338"/>
                </a:cubicBezTo>
                <a:cubicBezTo>
                  <a:pt x="88758" y="87338"/>
                  <a:pt x="89497" y="87535"/>
                  <a:pt x="90148" y="87908"/>
                </a:cubicBezTo>
                <a:lnTo>
                  <a:pt x="90933" y="88380"/>
                </a:lnTo>
                <a:cubicBezTo>
                  <a:pt x="91446" y="88676"/>
                  <a:pt x="92011" y="88869"/>
                  <a:pt x="92598" y="88946"/>
                </a:cubicBezTo>
                <a:cubicBezTo>
                  <a:pt x="93185" y="89023"/>
                  <a:pt x="93781" y="88983"/>
                  <a:pt x="94352" y="88829"/>
                </a:cubicBezTo>
                <a:cubicBezTo>
                  <a:pt x="94924" y="88675"/>
                  <a:pt x="95459" y="88409"/>
                  <a:pt x="95928" y="88047"/>
                </a:cubicBezTo>
                <a:cubicBezTo>
                  <a:pt x="96396" y="87684"/>
                  <a:pt x="96788" y="87234"/>
                  <a:pt x="97081" y="86719"/>
                </a:cubicBezTo>
                <a:lnTo>
                  <a:pt x="99324" y="82659"/>
                </a:lnTo>
                <a:cubicBezTo>
                  <a:pt x="99872" y="81705"/>
                  <a:pt x="100030" y="80575"/>
                  <a:pt x="99768" y="79506"/>
                </a:cubicBezTo>
                <a:cubicBezTo>
                  <a:pt x="99504" y="78437"/>
                  <a:pt x="98840" y="77510"/>
                  <a:pt x="97911" y="76917"/>
                </a:cubicBezTo>
                <a:close/>
                <a:moveTo>
                  <a:pt x="76890" y="79160"/>
                </a:moveTo>
                <a:cubicBezTo>
                  <a:pt x="75559" y="79160"/>
                  <a:pt x="74257" y="78766"/>
                  <a:pt x="73150" y="78026"/>
                </a:cubicBezTo>
                <a:cubicBezTo>
                  <a:pt x="72045" y="77287"/>
                  <a:pt x="71182" y="76236"/>
                  <a:pt x="70672" y="75006"/>
                </a:cubicBezTo>
                <a:cubicBezTo>
                  <a:pt x="70162" y="73777"/>
                  <a:pt x="70030" y="72423"/>
                  <a:pt x="70289" y="71118"/>
                </a:cubicBezTo>
                <a:cubicBezTo>
                  <a:pt x="70549" y="69813"/>
                  <a:pt x="71189" y="68614"/>
                  <a:pt x="72131" y="67673"/>
                </a:cubicBezTo>
                <a:cubicBezTo>
                  <a:pt x="73072" y="66732"/>
                  <a:pt x="74271" y="66091"/>
                  <a:pt x="75577" y="65831"/>
                </a:cubicBezTo>
                <a:cubicBezTo>
                  <a:pt x="76883" y="65571"/>
                  <a:pt x="78235" y="65705"/>
                  <a:pt x="79466" y="66214"/>
                </a:cubicBezTo>
                <a:cubicBezTo>
                  <a:pt x="80696" y="66723"/>
                  <a:pt x="81747" y="67586"/>
                  <a:pt x="82485" y="68693"/>
                </a:cubicBezTo>
                <a:cubicBezTo>
                  <a:pt x="83225" y="69799"/>
                  <a:pt x="83620" y="71100"/>
                  <a:pt x="83620" y="72431"/>
                </a:cubicBezTo>
                <a:cubicBezTo>
                  <a:pt x="83620" y="74216"/>
                  <a:pt x="82911" y="75928"/>
                  <a:pt x="81649" y="77190"/>
                </a:cubicBezTo>
                <a:cubicBezTo>
                  <a:pt x="80387" y="78451"/>
                  <a:pt x="78675" y="79160"/>
                  <a:pt x="76890" y="79160"/>
                </a:cubicBezTo>
                <a:close/>
                <a:moveTo>
                  <a:pt x="70810" y="31831"/>
                </a:moveTo>
                <a:lnTo>
                  <a:pt x="69958" y="31338"/>
                </a:lnTo>
                <a:cubicBezTo>
                  <a:pt x="69317" y="30944"/>
                  <a:pt x="68791" y="30388"/>
                  <a:pt x="68432" y="29727"/>
                </a:cubicBezTo>
                <a:cubicBezTo>
                  <a:pt x="68073" y="29065"/>
                  <a:pt x="67896" y="28321"/>
                  <a:pt x="67916" y="27569"/>
                </a:cubicBezTo>
                <a:cubicBezTo>
                  <a:pt x="67920" y="26801"/>
                  <a:pt x="68130" y="26048"/>
                  <a:pt x="68525" y="25389"/>
                </a:cubicBezTo>
                <a:cubicBezTo>
                  <a:pt x="68920" y="24730"/>
                  <a:pt x="69484" y="24189"/>
                  <a:pt x="70160" y="23823"/>
                </a:cubicBezTo>
                <a:lnTo>
                  <a:pt x="71012" y="23329"/>
                </a:lnTo>
                <a:cubicBezTo>
                  <a:pt x="72006" y="22693"/>
                  <a:pt x="72708" y="21692"/>
                  <a:pt x="72969" y="20542"/>
                </a:cubicBezTo>
                <a:cubicBezTo>
                  <a:pt x="73229" y="19392"/>
                  <a:pt x="73026" y="18185"/>
                  <a:pt x="72403" y="17183"/>
                </a:cubicBezTo>
                <a:lnTo>
                  <a:pt x="70160" y="13281"/>
                </a:lnTo>
                <a:cubicBezTo>
                  <a:pt x="69865" y="12768"/>
                  <a:pt x="69472" y="12319"/>
                  <a:pt x="69003" y="11960"/>
                </a:cubicBezTo>
                <a:cubicBezTo>
                  <a:pt x="68533" y="11599"/>
                  <a:pt x="67998" y="11336"/>
                  <a:pt x="67427" y="11184"/>
                </a:cubicBezTo>
                <a:cubicBezTo>
                  <a:pt x="66855" y="11032"/>
                  <a:pt x="66259" y="10994"/>
                  <a:pt x="65674" y="11074"/>
                </a:cubicBezTo>
                <a:cubicBezTo>
                  <a:pt x="65088" y="11152"/>
                  <a:pt x="64524" y="11346"/>
                  <a:pt x="64013" y="11643"/>
                </a:cubicBezTo>
                <a:lnTo>
                  <a:pt x="63430" y="12046"/>
                </a:lnTo>
                <a:cubicBezTo>
                  <a:pt x="62747" y="12441"/>
                  <a:pt x="61974" y="12648"/>
                  <a:pt x="61186" y="12648"/>
                </a:cubicBezTo>
                <a:cubicBezTo>
                  <a:pt x="60398" y="12648"/>
                  <a:pt x="59624" y="12441"/>
                  <a:pt x="58943" y="12046"/>
                </a:cubicBezTo>
                <a:cubicBezTo>
                  <a:pt x="58267" y="11657"/>
                  <a:pt x="57707" y="11098"/>
                  <a:pt x="57312" y="10426"/>
                </a:cubicBezTo>
                <a:cubicBezTo>
                  <a:pt x="56919" y="9753"/>
                  <a:pt x="56708" y="8990"/>
                  <a:pt x="56700" y="8210"/>
                </a:cubicBezTo>
                <a:lnTo>
                  <a:pt x="56700" y="7382"/>
                </a:lnTo>
                <a:cubicBezTo>
                  <a:pt x="56700" y="6192"/>
                  <a:pt x="56227" y="5051"/>
                  <a:pt x="55385" y="4208"/>
                </a:cubicBezTo>
                <a:cubicBezTo>
                  <a:pt x="54544" y="3368"/>
                  <a:pt x="53402" y="2895"/>
                  <a:pt x="52212" y="2895"/>
                </a:cubicBezTo>
                <a:lnTo>
                  <a:pt x="47725" y="2895"/>
                </a:lnTo>
                <a:cubicBezTo>
                  <a:pt x="46535" y="2895"/>
                  <a:pt x="45395" y="3368"/>
                  <a:pt x="44553" y="4208"/>
                </a:cubicBezTo>
                <a:cubicBezTo>
                  <a:pt x="43712" y="5051"/>
                  <a:pt x="43239" y="6192"/>
                  <a:pt x="43239" y="7382"/>
                </a:cubicBezTo>
                <a:lnTo>
                  <a:pt x="43239" y="8210"/>
                </a:lnTo>
                <a:cubicBezTo>
                  <a:pt x="43223" y="8982"/>
                  <a:pt x="43007" y="9736"/>
                  <a:pt x="42614" y="10400"/>
                </a:cubicBezTo>
                <a:cubicBezTo>
                  <a:pt x="42221" y="11065"/>
                  <a:pt x="41664" y="11616"/>
                  <a:pt x="40995" y="12001"/>
                </a:cubicBezTo>
                <a:cubicBezTo>
                  <a:pt x="40314" y="12396"/>
                  <a:pt x="39539" y="12603"/>
                  <a:pt x="38752" y="12603"/>
                </a:cubicBezTo>
                <a:cubicBezTo>
                  <a:pt x="37965" y="12603"/>
                  <a:pt x="37191" y="12396"/>
                  <a:pt x="36509" y="12001"/>
                </a:cubicBezTo>
                <a:lnTo>
                  <a:pt x="35813" y="11598"/>
                </a:lnTo>
                <a:cubicBezTo>
                  <a:pt x="34787" y="11036"/>
                  <a:pt x="33581" y="10898"/>
                  <a:pt x="32454" y="11212"/>
                </a:cubicBezTo>
                <a:cubicBezTo>
                  <a:pt x="31326" y="11525"/>
                  <a:pt x="30366" y="12269"/>
                  <a:pt x="29778" y="13281"/>
                </a:cubicBezTo>
                <a:lnTo>
                  <a:pt x="27535" y="17183"/>
                </a:lnTo>
                <a:cubicBezTo>
                  <a:pt x="27242" y="17695"/>
                  <a:pt x="27052" y="18258"/>
                  <a:pt x="26977" y="18843"/>
                </a:cubicBezTo>
                <a:cubicBezTo>
                  <a:pt x="26901" y="19428"/>
                  <a:pt x="26942" y="20021"/>
                  <a:pt x="27096" y="20589"/>
                </a:cubicBezTo>
                <a:cubicBezTo>
                  <a:pt x="27250" y="21157"/>
                  <a:pt x="27515" y="21690"/>
                  <a:pt x="27876" y="22157"/>
                </a:cubicBezTo>
                <a:cubicBezTo>
                  <a:pt x="28235" y="22623"/>
                  <a:pt x="28683" y="23014"/>
                  <a:pt x="29195" y="23307"/>
                </a:cubicBezTo>
                <a:lnTo>
                  <a:pt x="30048" y="23801"/>
                </a:lnTo>
                <a:cubicBezTo>
                  <a:pt x="30723" y="24167"/>
                  <a:pt x="31287" y="24708"/>
                  <a:pt x="31682" y="25366"/>
                </a:cubicBezTo>
                <a:cubicBezTo>
                  <a:pt x="32077" y="26025"/>
                  <a:pt x="32288" y="26778"/>
                  <a:pt x="32291" y="27547"/>
                </a:cubicBezTo>
                <a:cubicBezTo>
                  <a:pt x="32288" y="28315"/>
                  <a:pt x="32077" y="29068"/>
                  <a:pt x="31682" y="29727"/>
                </a:cubicBezTo>
                <a:cubicBezTo>
                  <a:pt x="31287" y="30386"/>
                  <a:pt x="30723" y="30926"/>
                  <a:pt x="30048" y="31293"/>
                </a:cubicBezTo>
                <a:lnTo>
                  <a:pt x="29195" y="31786"/>
                </a:lnTo>
                <a:cubicBezTo>
                  <a:pt x="28678" y="32079"/>
                  <a:pt x="28224" y="32472"/>
                  <a:pt x="27860" y="32942"/>
                </a:cubicBezTo>
                <a:cubicBezTo>
                  <a:pt x="27496" y="33412"/>
                  <a:pt x="27230" y="33948"/>
                  <a:pt x="27074" y="34524"/>
                </a:cubicBezTo>
                <a:cubicBezTo>
                  <a:pt x="26921" y="35098"/>
                  <a:pt x="26882" y="35696"/>
                  <a:pt x="26961" y="36285"/>
                </a:cubicBezTo>
                <a:cubicBezTo>
                  <a:pt x="27039" y="36874"/>
                  <a:pt x="27235" y="37442"/>
                  <a:pt x="27535" y="37954"/>
                </a:cubicBezTo>
                <a:lnTo>
                  <a:pt x="29778" y="41858"/>
                </a:lnTo>
                <a:cubicBezTo>
                  <a:pt x="30074" y="42370"/>
                  <a:pt x="30467" y="42818"/>
                  <a:pt x="30935" y="43178"/>
                </a:cubicBezTo>
                <a:cubicBezTo>
                  <a:pt x="31404" y="43537"/>
                  <a:pt x="31940" y="43801"/>
                  <a:pt x="32511" y="43953"/>
                </a:cubicBezTo>
                <a:cubicBezTo>
                  <a:pt x="33082" y="44106"/>
                  <a:pt x="33678" y="44144"/>
                  <a:pt x="34263" y="44065"/>
                </a:cubicBezTo>
                <a:cubicBezTo>
                  <a:pt x="34851" y="43987"/>
                  <a:pt x="35415" y="43793"/>
                  <a:pt x="35925" y="43494"/>
                </a:cubicBezTo>
                <a:lnTo>
                  <a:pt x="36621" y="43091"/>
                </a:lnTo>
                <a:cubicBezTo>
                  <a:pt x="37303" y="42698"/>
                  <a:pt x="38077" y="42490"/>
                  <a:pt x="38864" y="42490"/>
                </a:cubicBezTo>
                <a:cubicBezTo>
                  <a:pt x="39652" y="42490"/>
                  <a:pt x="40426" y="42698"/>
                  <a:pt x="41108" y="43091"/>
                </a:cubicBezTo>
                <a:cubicBezTo>
                  <a:pt x="41776" y="43477"/>
                  <a:pt x="42333" y="44029"/>
                  <a:pt x="42726" y="44692"/>
                </a:cubicBezTo>
                <a:cubicBezTo>
                  <a:pt x="43119" y="45356"/>
                  <a:pt x="43335" y="46111"/>
                  <a:pt x="43351" y="46882"/>
                </a:cubicBezTo>
                <a:lnTo>
                  <a:pt x="43351" y="47757"/>
                </a:lnTo>
                <a:cubicBezTo>
                  <a:pt x="43351" y="48947"/>
                  <a:pt x="43824" y="50088"/>
                  <a:pt x="44665" y="50929"/>
                </a:cubicBezTo>
                <a:cubicBezTo>
                  <a:pt x="45507" y="51770"/>
                  <a:pt x="46647" y="52243"/>
                  <a:pt x="47839" y="52243"/>
                </a:cubicBezTo>
                <a:lnTo>
                  <a:pt x="52324" y="52243"/>
                </a:lnTo>
                <a:cubicBezTo>
                  <a:pt x="53514" y="52243"/>
                  <a:pt x="54656" y="51770"/>
                  <a:pt x="55498" y="50929"/>
                </a:cubicBezTo>
                <a:cubicBezTo>
                  <a:pt x="56339" y="50088"/>
                  <a:pt x="56812" y="48947"/>
                  <a:pt x="56812" y="47757"/>
                </a:cubicBezTo>
                <a:lnTo>
                  <a:pt x="56812" y="46927"/>
                </a:lnTo>
                <a:cubicBezTo>
                  <a:pt x="56827" y="46155"/>
                  <a:pt x="57043" y="45401"/>
                  <a:pt x="57436" y="44737"/>
                </a:cubicBezTo>
                <a:cubicBezTo>
                  <a:pt x="57829" y="44073"/>
                  <a:pt x="58387" y="43522"/>
                  <a:pt x="59055" y="43136"/>
                </a:cubicBezTo>
                <a:cubicBezTo>
                  <a:pt x="59737" y="42742"/>
                  <a:pt x="60511" y="42535"/>
                  <a:pt x="61299" y="42535"/>
                </a:cubicBezTo>
                <a:cubicBezTo>
                  <a:pt x="62086" y="42535"/>
                  <a:pt x="62859" y="42742"/>
                  <a:pt x="63542" y="43136"/>
                </a:cubicBezTo>
                <a:lnTo>
                  <a:pt x="64237" y="43540"/>
                </a:lnTo>
                <a:cubicBezTo>
                  <a:pt x="65253" y="44067"/>
                  <a:pt x="66432" y="44187"/>
                  <a:pt x="67532" y="43875"/>
                </a:cubicBezTo>
                <a:cubicBezTo>
                  <a:pt x="68633" y="43563"/>
                  <a:pt x="69574" y="42840"/>
                  <a:pt x="70160" y="41858"/>
                </a:cubicBezTo>
                <a:lnTo>
                  <a:pt x="72403" y="37954"/>
                </a:lnTo>
                <a:cubicBezTo>
                  <a:pt x="73001" y="36930"/>
                  <a:pt x="73169" y="35711"/>
                  <a:pt x="72870" y="34564"/>
                </a:cubicBezTo>
                <a:cubicBezTo>
                  <a:pt x="72572" y="33417"/>
                  <a:pt x="71831" y="32434"/>
                  <a:pt x="70810" y="31831"/>
                </a:cubicBezTo>
                <a:close/>
                <a:moveTo>
                  <a:pt x="49970" y="34298"/>
                </a:moveTo>
                <a:cubicBezTo>
                  <a:pt x="48639" y="34298"/>
                  <a:pt x="47337" y="33904"/>
                  <a:pt x="46230" y="33164"/>
                </a:cubicBezTo>
                <a:cubicBezTo>
                  <a:pt x="45124" y="32425"/>
                  <a:pt x="44261" y="31373"/>
                  <a:pt x="43750" y="30144"/>
                </a:cubicBezTo>
                <a:cubicBezTo>
                  <a:pt x="43242" y="28914"/>
                  <a:pt x="43109" y="27561"/>
                  <a:pt x="43368" y="26256"/>
                </a:cubicBezTo>
                <a:cubicBezTo>
                  <a:pt x="43628" y="24951"/>
                  <a:pt x="44269" y="23751"/>
                  <a:pt x="45210" y="22810"/>
                </a:cubicBezTo>
                <a:cubicBezTo>
                  <a:pt x="46151" y="21870"/>
                  <a:pt x="47351" y="21229"/>
                  <a:pt x="48656" y="20969"/>
                </a:cubicBezTo>
                <a:cubicBezTo>
                  <a:pt x="49962" y="20710"/>
                  <a:pt x="51315" y="20842"/>
                  <a:pt x="52545" y="21351"/>
                </a:cubicBezTo>
                <a:cubicBezTo>
                  <a:pt x="53775" y="21861"/>
                  <a:pt x="54826" y="22724"/>
                  <a:pt x="55565" y="23830"/>
                </a:cubicBezTo>
                <a:cubicBezTo>
                  <a:pt x="56305" y="24937"/>
                  <a:pt x="56700" y="26239"/>
                  <a:pt x="56700" y="27569"/>
                </a:cubicBezTo>
                <a:cubicBezTo>
                  <a:pt x="56700" y="29353"/>
                  <a:pt x="55990" y="31065"/>
                  <a:pt x="54728" y="32327"/>
                </a:cubicBezTo>
                <a:cubicBezTo>
                  <a:pt x="53466" y="33589"/>
                  <a:pt x="51754" y="34298"/>
                  <a:pt x="49970" y="3429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69" name="Чёрный — SVG 30">
            <a:extLst>
              <a:ext uri="{FF2B5EF4-FFF2-40B4-BE49-F238E27FC236}">
                <a16:creationId xmlns:a16="http://schemas.microsoft.com/office/drawing/2014/main" id="{BC58210F-3276-374E-A8BF-B4CA3BF909D5}"/>
              </a:ext>
            </a:extLst>
          </p:cNvPr>
          <p:cNvSpPr>
            <a:spLocks noGrp="1"/>
          </p:cNvSpPr>
          <p:nvPr/>
        </p:nvSpPr>
        <p:spPr>
          <a:xfrm>
            <a:off x="7020000" y="3210000"/>
            <a:ext cx="220000" cy="220000"/>
          </a:xfrm>
          <a:custGeom>
            <a:avLst/>
            <a:gdLst>
              <a:gd name="csX0" fmla="*/ 15942 w 113428"/>
              <a:gd name="csY0" fmla="*/ 0 h 141759"/>
              <a:gd name="csX1" fmla="*/ 0 w 113428"/>
              <a:gd name="csY1" fmla="*/ 15948 h 141759"/>
              <a:gd name="csX2" fmla="*/ 0 w 113428"/>
              <a:gd name="csY2" fmla="*/ 125811 h 141759"/>
              <a:gd name="csX3" fmla="*/ 15942 w 113428"/>
              <a:gd name="csY3" fmla="*/ 141759 h 141759"/>
              <a:gd name="csX4" fmla="*/ 97470 w 113428"/>
              <a:gd name="csY4" fmla="*/ 141759 h 141759"/>
              <a:gd name="csX5" fmla="*/ 113428 w 113428"/>
              <a:gd name="csY5" fmla="*/ 125811 h 141759"/>
              <a:gd name="csX6" fmla="*/ 113428 w 113428"/>
              <a:gd name="csY6" fmla="*/ 49616 h 141759"/>
              <a:gd name="csX7" fmla="*/ 79742 w 113428"/>
              <a:gd name="csY7" fmla="*/ 49616 h 141759"/>
              <a:gd name="csX8" fmla="*/ 63800 w 113428"/>
              <a:gd name="csY8" fmla="*/ 33668 h 141759"/>
              <a:gd name="csX9" fmla="*/ 63800 w 113428"/>
              <a:gd name="csY9" fmla="*/ 0 h 141759"/>
              <a:gd name="csX10" fmla="*/ 15942 w 113428"/>
              <a:gd name="csY10" fmla="*/ 0 h 141759"/>
              <a:gd name="csX11" fmla="*/ 74434 w 113428"/>
              <a:gd name="csY11" fmla="*/ 318 h 141759"/>
              <a:gd name="csX12" fmla="*/ 74434 w 113428"/>
              <a:gd name="csY12" fmla="*/ 33668 h 141759"/>
              <a:gd name="csX13" fmla="*/ 79742 w 113428"/>
              <a:gd name="csY13" fmla="*/ 38984 h 141759"/>
              <a:gd name="csX14" fmla="*/ 113105 w 113428"/>
              <a:gd name="csY14" fmla="*/ 38984 h 141759"/>
              <a:gd name="csX15" fmla="*/ 111863 w 113428"/>
              <a:gd name="csY15" fmla="*/ 36997 h 141759"/>
              <a:gd name="csX16" fmla="*/ 76424 w 113428"/>
              <a:gd name="csY16" fmla="*/ 1557 h 141759"/>
              <a:gd name="csX17" fmla="*/ 74434 w 113428"/>
              <a:gd name="csY17" fmla="*/ 318 h 141759"/>
              <a:gd name="csX18" fmla="*/ 33670 w 113428"/>
              <a:gd name="csY18" fmla="*/ 67336 h 141759"/>
              <a:gd name="csX19" fmla="*/ 79742 w 113428"/>
              <a:gd name="csY19" fmla="*/ 67336 h 141759"/>
              <a:gd name="csX20" fmla="*/ 85067 w 113428"/>
              <a:gd name="csY20" fmla="*/ 72652 h 141759"/>
              <a:gd name="csX21" fmla="*/ 79742 w 113428"/>
              <a:gd name="csY21" fmla="*/ 77968 h 141759"/>
              <a:gd name="csX22" fmla="*/ 33670 w 113428"/>
              <a:gd name="csY22" fmla="*/ 77968 h 141759"/>
              <a:gd name="csX23" fmla="*/ 28361 w 113428"/>
              <a:gd name="csY23" fmla="*/ 72652 h 141759"/>
              <a:gd name="csX24" fmla="*/ 33670 w 113428"/>
              <a:gd name="csY24" fmla="*/ 67336 h 141759"/>
              <a:gd name="csX25" fmla="*/ 33670 w 113428"/>
              <a:gd name="csY25" fmla="*/ 88599 h 141759"/>
              <a:gd name="csX26" fmla="*/ 79742 w 113428"/>
              <a:gd name="csY26" fmla="*/ 88599 h 141759"/>
              <a:gd name="csX27" fmla="*/ 85067 w 113428"/>
              <a:gd name="csY27" fmla="*/ 93915 h 141759"/>
              <a:gd name="csX28" fmla="*/ 79742 w 113428"/>
              <a:gd name="csY28" fmla="*/ 99231 h 141759"/>
              <a:gd name="csX29" fmla="*/ 33670 w 113428"/>
              <a:gd name="csY29" fmla="*/ 99231 h 141759"/>
              <a:gd name="csX30" fmla="*/ 28361 w 113428"/>
              <a:gd name="csY30" fmla="*/ 93915 h 141759"/>
              <a:gd name="csX31" fmla="*/ 33670 w 113428"/>
              <a:gd name="csY31" fmla="*/ 88599 h 141759"/>
              <a:gd name="csX32" fmla="*/ 33670 w 113428"/>
              <a:gd name="csY32" fmla="*/ 109863 h 141759"/>
              <a:gd name="csX33" fmla="*/ 65570 w 113428"/>
              <a:gd name="csY33" fmla="*/ 109863 h 141759"/>
              <a:gd name="csX34" fmla="*/ 70895 w 113428"/>
              <a:gd name="csY34" fmla="*/ 115179 h 141759"/>
              <a:gd name="csX35" fmla="*/ 65570 w 113428"/>
              <a:gd name="csY35" fmla="*/ 120495 h 141759"/>
              <a:gd name="csX36" fmla="*/ 33670 w 113428"/>
              <a:gd name="csY36" fmla="*/ 120495 h 141759"/>
              <a:gd name="csX37" fmla="*/ 28361 w 113428"/>
              <a:gd name="csY37" fmla="*/ 115179 h 141759"/>
              <a:gd name="csX38" fmla="*/ 33670 w 113428"/>
              <a:gd name="csY38" fmla="*/ 109863 h 141759"/>
            </a:gdLst>
            <a:ahLst/>
            <a:cxnLst/>
            <a:rect l="l" t="t" r="r" b="b"/>
            <a:pathLst>
              <a:path w="100000" h="100000">
                <a:moveTo>
                  <a:pt x="21239" y="0"/>
                </a:moveTo>
                <a:cubicBezTo>
                  <a:pt x="15046" y="0"/>
                  <a:pt x="9993" y="5050"/>
                  <a:pt x="9993" y="11250"/>
                </a:cubicBezTo>
                <a:lnTo>
                  <a:pt x="9993" y="88750"/>
                </a:lnTo>
                <a:cubicBezTo>
                  <a:pt x="9993" y="94950"/>
                  <a:pt x="15046" y="100000"/>
                  <a:pt x="21239" y="100000"/>
                </a:cubicBezTo>
                <a:lnTo>
                  <a:pt x="78750" y="100000"/>
                </a:lnTo>
                <a:cubicBezTo>
                  <a:pt x="84955" y="100000"/>
                  <a:pt x="90007" y="94950"/>
                  <a:pt x="90007" y="88750"/>
                </a:cubicBezTo>
                <a:lnTo>
                  <a:pt x="90007" y="35000"/>
                </a:lnTo>
                <a:lnTo>
                  <a:pt x="66244" y="35000"/>
                </a:lnTo>
                <a:cubicBezTo>
                  <a:pt x="60052" y="35000"/>
                  <a:pt x="54999" y="29950"/>
                  <a:pt x="54999" y="23750"/>
                </a:cubicBezTo>
                <a:lnTo>
                  <a:pt x="54999" y="0"/>
                </a:lnTo>
                <a:lnTo>
                  <a:pt x="21239" y="0"/>
                </a:lnTo>
                <a:close/>
                <a:moveTo>
                  <a:pt x="62500" y="224"/>
                </a:moveTo>
                <a:lnTo>
                  <a:pt x="62500" y="23750"/>
                </a:lnTo>
                <a:cubicBezTo>
                  <a:pt x="62500" y="25825"/>
                  <a:pt x="64180" y="27500"/>
                  <a:pt x="66244" y="27500"/>
                </a:cubicBezTo>
                <a:lnTo>
                  <a:pt x="89779" y="27500"/>
                </a:lnTo>
                <a:cubicBezTo>
                  <a:pt x="89600" y="26975"/>
                  <a:pt x="89300" y="26498"/>
                  <a:pt x="88903" y="26099"/>
                </a:cubicBezTo>
                <a:lnTo>
                  <a:pt x="63904" y="1098"/>
                </a:lnTo>
                <a:cubicBezTo>
                  <a:pt x="63496" y="698"/>
                  <a:pt x="63028" y="399"/>
                  <a:pt x="62500" y="224"/>
                </a:cubicBezTo>
                <a:close/>
                <a:moveTo>
                  <a:pt x="33744" y="47500"/>
                </a:moveTo>
                <a:lnTo>
                  <a:pt x="66244" y="47500"/>
                </a:lnTo>
                <a:cubicBezTo>
                  <a:pt x="68321" y="47500"/>
                  <a:pt x="70001" y="49175"/>
                  <a:pt x="70001" y="51250"/>
                </a:cubicBezTo>
                <a:cubicBezTo>
                  <a:pt x="70001" y="53325"/>
                  <a:pt x="68321" y="55000"/>
                  <a:pt x="66244" y="55000"/>
                </a:cubicBezTo>
                <a:lnTo>
                  <a:pt x="33744" y="55000"/>
                </a:lnTo>
                <a:cubicBezTo>
                  <a:pt x="31667" y="55000"/>
                  <a:pt x="29999" y="53325"/>
                  <a:pt x="29999" y="51250"/>
                </a:cubicBezTo>
                <a:cubicBezTo>
                  <a:pt x="29999" y="49175"/>
                  <a:pt x="31667" y="47500"/>
                  <a:pt x="33744" y="47500"/>
                </a:cubicBezTo>
                <a:close/>
                <a:moveTo>
                  <a:pt x="33744" y="62500"/>
                </a:moveTo>
                <a:lnTo>
                  <a:pt x="66244" y="62500"/>
                </a:lnTo>
                <a:cubicBezTo>
                  <a:pt x="68321" y="62500"/>
                  <a:pt x="70001" y="64175"/>
                  <a:pt x="70001" y="66250"/>
                </a:cubicBezTo>
                <a:cubicBezTo>
                  <a:pt x="70001" y="68325"/>
                  <a:pt x="68321" y="70000"/>
                  <a:pt x="66244" y="70000"/>
                </a:cubicBezTo>
                <a:lnTo>
                  <a:pt x="33744" y="70000"/>
                </a:lnTo>
                <a:cubicBezTo>
                  <a:pt x="31667" y="70000"/>
                  <a:pt x="29999" y="68325"/>
                  <a:pt x="29999" y="66250"/>
                </a:cubicBezTo>
                <a:cubicBezTo>
                  <a:pt x="29999" y="64175"/>
                  <a:pt x="31667" y="62500"/>
                  <a:pt x="33744" y="62500"/>
                </a:cubicBezTo>
                <a:close/>
                <a:moveTo>
                  <a:pt x="33744" y="77500"/>
                </a:moveTo>
                <a:lnTo>
                  <a:pt x="56247" y="77500"/>
                </a:lnTo>
                <a:cubicBezTo>
                  <a:pt x="58323" y="77500"/>
                  <a:pt x="60004" y="79175"/>
                  <a:pt x="60004" y="81250"/>
                </a:cubicBezTo>
                <a:cubicBezTo>
                  <a:pt x="60004" y="83325"/>
                  <a:pt x="58323" y="85000"/>
                  <a:pt x="56247" y="85000"/>
                </a:cubicBezTo>
                <a:lnTo>
                  <a:pt x="33744" y="85000"/>
                </a:lnTo>
                <a:cubicBezTo>
                  <a:pt x="31667" y="85000"/>
                  <a:pt x="29999" y="83325"/>
                  <a:pt x="29999" y="81250"/>
                </a:cubicBezTo>
                <a:cubicBezTo>
                  <a:pt x="29999" y="79175"/>
                  <a:pt x="31667" y="77500"/>
                  <a:pt x="33744" y="775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0" name="Чёрный — SVG 31">
            <a:extLst>
              <a:ext uri="{FF2B5EF4-FFF2-40B4-BE49-F238E27FC236}">
                <a16:creationId xmlns:a16="http://schemas.microsoft.com/office/drawing/2014/main" id="{BCCFA10A-1DA0-5040-940D-968197E930F9}"/>
              </a:ext>
            </a:extLst>
          </p:cNvPr>
          <p:cNvSpPr>
            <a:spLocks noGrp="1"/>
          </p:cNvSpPr>
          <p:nvPr/>
        </p:nvSpPr>
        <p:spPr>
          <a:xfrm>
            <a:off x="7620000" y="3210000"/>
            <a:ext cx="220000" cy="220000"/>
          </a:xfrm>
          <a:custGeom>
            <a:avLst/>
            <a:gdLst>
              <a:gd name="csX0" fmla="*/ 15942 w 113428"/>
              <a:gd name="csY0" fmla="*/ 0 h 141759"/>
              <a:gd name="csX1" fmla="*/ 0 w 113428"/>
              <a:gd name="csY1" fmla="*/ 15948 h 141759"/>
              <a:gd name="csX2" fmla="*/ 0 w 113428"/>
              <a:gd name="csY2" fmla="*/ 125811 h 141759"/>
              <a:gd name="csX3" fmla="*/ 15942 w 113428"/>
              <a:gd name="csY3" fmla="*/ 141759 h 141759"/>
              <a:gd name="csX4" fmla="*/ 97470 w 113428"/>
              <a:gd name="csY4" fmla="*/ 141759 h 141759"/>
              <a:gd name="csX5" fmla="*/ 113428 w 113428"/>
              <a:gd name="csY5" fmla="*/ 125811 h 141759"/>
              <a:gd name="csX6" fmla="*/ 113428 w 113428"/>
              <a:gd name="csY6" fmla="*/ 56704 h 141759"/>
              <a:gd name="csX7" fmla="*/ 72664 w 113428"/>
              <a:gd name="csY7" fmla="*/ 56704 h 141759"/>
              <a:gd name="csX8" fmla="*/ 56706 w 113428"/>
              <a:gd name="csY8" fmla="*/ 40756 h 141759"/>
              <a:gd name="csX9" fmla="*/ 56706 w 113428"/>
              <a:gd name="csY9" fmla="*/ 0 h 141759"/>
              <a:gd name="csX10" fmla="*/ 15942 w 113428"/>
              <a:gd name="csY10" fmla="*/ 0 h 141759"/>
              <a:gd name="csX11" fmla="*/ 67339 w 113428"/>
              <a:gd name="csY11" fmla="*/ 3115 h 141759"/>
              <a:gd name="csX12" fmla="*/ 67339 w 113428"/>
              <a:gd name="csY12" fmla="*/ 40756 h 141759"/>
              <a:gd name="csX13" fmla="*/ 72664 w 113428"/>
              <a:gd name="csY13" fmla="*/ 46072 h 141759"/>
              <a:gd name="csX14" fmla="*/ 110315 w 113428"/>
              <a:gd name="csY14" fmla="*/ 46072 h 141759"/>
              <a:gd name="csX15" fmla="*/ 67339 w 113428"/>
              <a:gd name="csY15" fmla="*/ 3115 h 141759"/>
              <a:gd name="csX16" fmla="*/ 85067 w 113428"/>
              <a:gd name="csY16" fmla="*/ 74424 h 141759"/>
              <a:gd name="csX17" fmla="*/ 92162 w 113428"/>
              <a:gd name="csY17" fmla="*/ 81512 h 141759"/>
              <a:gd name="csX18" fmla="*/ 85543 w 113428"/>
              <a:gd name="csY18" fmla="*/ 88551 h 141759"/>
              <a:gd name="csX19" fmla="*/ 70844 w 113428"/>
              <a:gd name="csY19" fmla="*/ 103253 h 141759"/>
              <a:gd name="csX20" fmla="*/ 63800 w 113428"/>
              <a:gd name="csY20" fmla="*/ 109863 h 141759"/>
              <a:gd name="csX21" fmla="*/ 56757 w 113428"/>
              <a:gd name="csY21" fmla="*/ 103253 h 141759"/>
              <a:gd name="csX22" fmla="*/ 46072 w 113428"/>
              <a:gd name="csY22" fmla="*/ 92573 h 141759"/>
              <a:gd name="csX23" fmla="*/ 35388 w 113428"/>
              <a:gd name="csY23" fmla="*/ 103253 h 141759"/>
              <a:gd name="csX24" fmla="*/ 28361 w 113428"/>
              <a:gd name="csY24" fmla="*/ 109863 h 141759"/>
              <a:gd name="csX25" fmla="*/ 21267 w 113428"/>
              <a:gd name="csY25" fmla="*/ 102775 h 141759"/>
              <a:gd name="csX26" fmla="*/ 27885 w 113428"/>
              <a:gd name="csY26" fmla="*/ 95736 h 141759"/>
              <a:gd name="csX27" fmla="*/ 39046 w 113428"/>
              <a:gd name="csY27" fmla="*/ 84578 h 141759"/>
              <a:gd name="csX28" fmla="*/ 46072 w 113428"/>
              <a:gd name="csY28" fmla="*/ 77968 h 141759"/>
              <a:gd name="csX29" fmla="*/ 53116 w 113428"/>
              <a:gd name="csY29" fmla="*/ 84578 h 141759"/>
              <a:gd name="csX30" fmla="*/ 63800 w 113428"/>
              <a:gd name="csY30" fmla="*/ 95258 h 141759"/>
              <a:gd name="csX31" fmla="*/ 78024 w 113428"/>
              <a:gd name="csY31" fmla="*/ 81034 h 141759"/>
              <a:gd name="csX32" fmla="*/ 85067 w 113428"/>
              <a:gd name="csY32" fmla="*/ 74424 h 141759"/>
            </a:gdLst>
            <a:ahLst/>
            <a:cxnLst/>
            <a:rect l="l" t="t" r="r" b="b"/>
            <a:pathLst>
              <a:path w="100000" h="100000">
                <a:moveTo>
                  <a:pt x="21239" y="0"/>
                </a:moveTo>
                <a:cubicBezTo>
                  <a:pt x="15034" y="0"/>
                  <a:pt x="9993" y="5037"/>
                  <a:pt x="9993" y="11250"/>
                </a:cubicBezTo>
                <a:lnTo>
                  <a:pt x="9993" y="88750"/>
                </a:lnTo>
                <a:cubicBezTo>
                  <a:pt x="9993" y="94963"/>
                  <a:pt x="15034" y="100000"/>
                  <a:pt x="21239" y="100000"/>
                </a:cubicBezTo>
                <a:lnTo>
                  <a:pt x="78750" y="100000"/>
                </a:lnTo>
                <a:cubicBezTo>
                  <a:pt x="84967" y="100000"/>
                  <a:pt x="90007" y="94963"/>
                  <a:pt x="90007" y="88750"/>
                </a:cubicBezTo>
                <a:lnTo>
                  <a:pt x="90007" y="40000"/>
                </a:lnTo>
                <a:lnTo>
                  <a:pt x="61251" y="40000"/>
                </a:lnTo>
                <a:cubicBezTo>
                  <a:pt x="55035" y="40000"/>
                  <a:pt x="49994" y="34963"/>
                  <a:pt x="49994" y="28750"/>
                </a:cubicBezTo>
                <a:lnTo>
                  <a:pt x="49994" y="0"/>
                </a:lnTo>
                <a:lnTo>
                  <a:pt x="21239" y="0"/>
                </a:lnTo>
                <a:close/>
                <a:moveTo>
                  <a:pt x="57495" y="2197"/>
                </a:moveTo>
                <a:lnTo>
                  <a:pt x="57495" y="28750"/>
                </a:lnTo>
                <a:cubicBezTo>
                  <a:pt x="57495" y="30818"/>
                  <a:pt x="59187" y="32500"/>
                  <a:pt x="61251" y="32500"/>
                </a:cubicBezTo>
                <a:lnTo>
                  <a:pt x="87811" y="32500"/>
                </a:lnTo>
                <a:lnTo>
                  <a:pt x="57495" y="2197"/>
                </a:lnTo>
                <a:close/>
                <a:moveTo>
                  <a:pt x="70001" y="52500"/>
                </a:moveTo>
                <a:cubicBezTo>
                  <a:pt x="72761" y="52500"/>
                  <a:pt x="75006" y="54737"/>
                  <a:pt x="75006" y="57500"/>
                </a:cubicBezTo>
                <a:cubicBezTo>
                  <a:pt x="75006" y="60145"/>
                  <a:pt x="72941" y="62291"/>
                  <a:pt x="70337" y="62466"/>
                </a:cubicBezTo>
                <a:lnTo>
                  <a:pt x="59968" y="72837"/>
                </a:lnTo>
                <a:cubicBezTo>
                  <a:pt x="59788" y="75439"/>
                  <a:pt x="57639" y="77500"/>
                  <a:pt x="54999" y="77500"/>
                </a:cubicBezTo>
                <a:cubicBezTo>
                  <a:pt x="52358" y="77500"/>
                  <a:pt x="50210" y="75437"/>
                  <a:pt x="50030" y="72837"/>
                </a:cubicBezTo>
                <a:lnTo>
                  <a:pt x="42493" y="65303"/>
                </a:lnTo>
                <a:lnTo>
                  <a:pt x="34956" y="72837"/>
                </a:lnTo>
                <a:cubicBezTo>
                  <a:pt x="34788" y="75437"/>
                  <a:pt x="32640" y="77500"/>
                  <a:pt x="29999" y="77500"/>
                </a:cubicBezTo>
                <a:cubicBezTo>
                  <a:pt x="27227" y="77500"/>
                  <a:pt x="24995" y="75260"/>
                  <a:pt x="24995" y="72500"/>
                </a:cubicBezTo>
                <a:cubicBezTo>
                  <a:pt x="24995" y="69855"/>
                  <a:pt x="27059" y="67709"/>
                  <a:pt x="29663" y="67534"/>
                </a:cubicBezTo>
                <a:lnTo>
                  <a:pt x="37537" y="59663"/>
                </a:lnTo>
                <a:cubicBezTo>
                  <a:pt x="37704" y="57061"/>
                  <a:pt x="39852" y="55000"/>
                  <a:pt x="42493" y="55000"/>
                </a:cubicBezTo>
                <a:cubicBezTo>
                  <a:pt x="45145" y="55000"/>
                  <a:pt x="47294" y="57063"/>
                  <a:pt x="47462" y="59663"/>
                </a:cubicBezTo>
                <a:lnTo>
                  <a:pt x="54999" y="67197"/>
                </a:lnTo>
                <a:lnTo>
                  <a:pt x="65033" y="57163"/>
                </a:lnTo>
                <a:cubicBezTo>
                  <a:pt x="65212" y="54563"/>
                  <a:pt x="67360" y="52500"/>
                  <a:pt x="70001" y="525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1" name="Чёрный — SVG 32">
            <a:extLst>
              <a:ext uri="{FF2B5EF4-FFF2-40B4-BE49-F238E27FC236}">
                <a16:creationId xmlns:a16="http://schemas.microsoft.com/office/drawing/2014/main" id="{CB696AFD-4A24-A240-B9A7-01D0307235D6}"/>
              </a:ext>
            </a:extLst>
          </p:cNvPr>
          <p:cNvSpPr>
            <a:spLocks noGrp="1"/>
          </p:cNvSpPr>
          <p:nvPr/>
        </p:nvSpPr>
        <p:spPr>
          <a:xfrm>
            <a:off x="8220000" y="3210000"/>
            <a:ext cx="220000" cy="220000"/>
          </a:xfrm>
          <a:custGeom>
            <a:avLst/>
            <a:gdLst>
              <a:gd name="csX0" fmla="*/ 5241 w 127669"/>
              <a:gd name="csY0" fmla="*/ 1 h 127660"/>
              <a:gd name="csX1" fmla="*/ 1497 w 127669"/>
              <a:gd name="csY1" fmla="*/ 1615 h 127660"/>
              <a:gd name="csX2" fmla="*/ 0 w 127669"/>
              <a:gd name="csY2" fmla="*/ 5393 h 127660"/>
              <a:gd name="csX3" fmla="*/ 0 w 127669"/>
              <a:gd name="csY3" fmla="*/ 122344 h 127660"/>
              <a:gd name="csX4" fmla="*/ 1565 w 127669"/>
              <a:gd name="csY4" fmla="*/ 126104 h 127660"/>
              <a:gd name="csX5" fmla="*/ 5325 w 127669"/>
              <a:gd name="csY5" fmla="*/ 127660 h 127660"/>
              <a:gd name="csX6" fmla="*/ 122293 w 127669"/>
              <a:gd name="csY6" fmla="*/ 127660 h 127660"/>
              <a:gd name="csX7" fmla="*/ 124335 w 127669"/>
              <a:gd name="csY7" fmla="*/ 127278 h 127660"/>
              <a:gd name="csX8" fmla="*/ 126087 w 127669"/>
              <a:gd name="csY8" fmla="*/ 126131 h 127660"/>
              <a:gd name="csX9" fmla="*/ 127261 w 127669"/>
              <a:gd name="csY9" fmla="*/ 124396 h 127660"/>
              <a:gd name="csX10" fmla="*/ 127669 w 127669"/>
              <a:gd name="csY10" fmla="*/ 122344 h 127660"/>
              <a:gd name="csX11" fmla="*/ 127261 w 127669"/>
              <a:gd name="csY11" fmla="*/ 120293 h 127660"/>
              <a:gd name="csX12" fmla="*/ 126087 w 127669"/>
              <a:gd name="csY12" fmla="*/ 118559 h 127660"/>
              <a:gd name="csX13" fmla="*/ 124335 w 127669"/>
              <a:gd name="csY13" fmla="*/ 117411 h 127660"/>
              <a:gd name="csX14" fmla="*/ 122293 w 127669"/>
              <a:gd name="csY14" fmla="*/ 117028 h 127660"/>
              <a:gd name="csX15" fmla="*/ 10634 w 127669"/>
              <a:gd name="csY15" fmla="*/ 117028 h 127660"/>
              <a:gd name="csX16" fmla="*/ 10634 w 127669"/>
              <a:gd name="csY16" fmla="*/ 5393 h 127660"/>
              <a:gd name="csX17" fmla="*/ 10242 w 127669"/>
              <a:gd name="csY17" fmla="*/ 3316 h 127660"/>
              <a:gd name="csX18" fmla="*/ 9069 w 127669"/>
              <a:gd name="csY18" fmla="*/ 1555 h 127660"/>
              <a:gd name="csX19" fmla="*/ 7316 w 127669"/>
              <a:gd name="csY19" fmla="*/ 388 h 127660"/>
              <a:gd name="csX20" fmla="*/ 5241 w 127669"/>
              <a:gd name="csY20" fmla="*/ 1 h 127660"/>
              <a:gd name="csX21" fmla="*/ 58492 w 127669"/>
              <a:gd name="csY21" fmla="*/ 14252 h 127660"/>
              <a:gd name="csX22" fmla="*/ 49714 w 127669"/>
              <a:gd name="csY22" fmla="*/ 17886 h 127660"/>
              <a:gd name="csX23" fmla="*/ 46073 w 127669"/>
              <a:gd name="csY23" fmla="*/ 26657 h 127660"/>
              <a:gd name="csX24" fmla="*/ 49714 w 127669"/>
              <a:gd name="csY24" fmla="*/ 35428 h 127660"/>
              <a:gd name="csX25" fmla="*/ 58492 w 127669"/>
              <a:gd name="csY25" fmla="*/ 39061 h 127660"/>
              <a:gd name="csX26" fmla="*/ 67254 w 127669"/>
              <a:gd name="csY26" fmla="*/ 35428 h 127660"/>
              <a:gd name="csX27" fmla="*/ 70895 w 127669"/>
              <a:gd name="csY27" fmla="*/ 26657 h 127660"/>
              <a:gd name="csX28" fmla="*/ 67254 w 127669"/>
              <a:gd name="csY28" fmla="*/ 17886 h 127660"/>
              <a:gd name="csX29" fmla="*/ 58492 w 127669"/>
              <a:gd name="csY29" fmla="*/ 14252 h 127660"/>
              <a:gd name="csX30" fmla="*/ 30131 w 127669"/>
              <a:gd name="csY30" fmla="*/ 21341 h 127660"/>
              <a:gd name="csX31" fmla="*/ 26371 w 127669"/>
              <a:gd name="csY31" fmla="*/ 22898 h 127660"/>
              <a:gd name="csX32" fmla="*/ 24806 w 127669"/>
              <a:gd name="csY32" fmla="*/ 26657 h 127660"/>
              <a:gd name="csX33" fmla="*/ 26371 w 127669"/>
              <a:gd name="csY33" fmla="*/ 30416 h 127660"/>
              <a:gd name="csX34" fmla="*/ 30131 w 127669"/>
              <a:gd name="csY34" fmla="*/ 31973 h 127660"/>
              <a:gd name="csX35" fmla="*/ 33891 w 127669"/>
              <a:gd name="csY35" fmla="*/ 30416 h 127660"/>
              <a:gd name="csX36" fmla="*/ 35439 w 127669"/>
              <a:gd name="csY36" fmla="*/ 26657 h 127660"/>
              <a:gd name="csX37" fmla="*/ 33891 w 127669"/>
              <a:gd name="csY37" fmla="*/ 22898 h 127660"/>
              <a:gd name="csX38" fmla="*/ 30131 w 127669"/>
              <a:gd name="csY38" fmla="*/ 21341 h 127660"/>
              <a:gd name="csX39" fmla="*/ 86837 w 127669"/>
              <a:gd name="csY39" fmla="*/ 21341 h 127660"/>
              <a:gd name="csX40" fmla="*/ 83077 w 127669"/>
              <a:gd name="csY40" fmla="*/ 22898 h 127660"/>
              <a:gd name="csX41" fmla="*/ 81529 w 127669"/>
              <a:gd name="csY41" fmla="*/ 26657 h 127660"/>
              <a:gd name="csX42" fmla="*/ 83077 w 127669"/>
              <a:gd name="csY42" fmla="*/ 30416 h 127660"/>
              <a:gd name="csX43" fmla="*/ 86837 w 127669"/>
              <a:gd name="csY43" fmla="*/ 31973 h 127660"/>
              <a:gd name="csX44" fmla="*/ 90597 w 127669"/>
              <a:gd name="csY44" fmla="*/ 30416 h 127660"/>
              <a:gd name="csX45" fmla="*/ 92162 w 127669"/>
              <a:gd name="csY45" fmla="*/ 26657 h 127660"/>
              <a:gd name="csX46" fmla="*/ 90597 w 127669"/>
              <a:gd name="csY46" fmla="*/ 22898 h 127660"/>
              <a:gd name="csX47" fmla="*/ 86837 w 127669"/>
              <a:gd name="csY47" fmla="*/ 21341 h 127660"/>
              <a:gd name="csX48" fmla="*/ 115198 w 127669"/>
              <a:gd name="csY48" fmla="*/ 21341 h 127660"/>
              <a:gd name="csX49" fmla="*/ 111438 w 127669"/>
              <a:gd name="csY49" fmla="*/ 22898 h 127660"/>
              <a:gd name="csX50" fmla="*/ 109873 w 127669"/>
              <a:gd name="csY50" fmla="*/ 26657 h 127660"/>
              <a:gd name="csX51" fmla="*/ 111438 w 127669"/>
              <a:gd name="csY51" fmla="*/ 30416 h 127660"/>
              <a:gd name="csX52" fmla="*/ 115198 w 127669"/>
              <a:gd name="csY52" fmla="*/ 31973 h 127660"/>
              <a:gd name="csX53" fmla="*/ 118958 w 127669"/>
              <a:gd name="csY53" fmla="*/ 30416 h 127660"/>
              <a:gd name="csX54" fmla="*/ 120506 w 127669"/>
              <a:gd name="csY54" fmla="*/ 26657 h 127660"/>
              <a:gd name="csX55" fmla="*/ 118958 w 127669"/>
              <a:gd name="csY55" fmla="*/ 22898 h 127660"/>
              <a:gd name="csX56" fmla="*/ 115198 w 127669"/>
              <a:gd name="csY56" fmla="*/ 21341 h 127660"/>
              <a:gd name="csX57" fmla="*/ 115198 w 127669"/>
              <a:gd name="csY57" fmla="*/ 46148 h 127660"/>
              <a:gd name="csX58" fmla="*/ 106419 w 127669"/>
              <a:gd name="csY58" fmla="*/ 49782 h 127660"/>
              <a:gd name="csX59" fmla="*/ 102795 w 127669"/>
              <a:gd name="csY59" fmla="*/ 58553 h 127660"/>
              <a:gd name="csX60" fmla="*/ 106419 w 127669"/>
              <a:gd name="csY60" fmla="*/ 67324 h 127660"/>
              <a:gd name="csX61" fmla="*/ 115198 w 127669"/>
              <a:gd name="csY61" fmla="*/ 70957 h 127660"/>
              <a:gd name="csX62" fmla="*/ 123960 w 127669"/>
              <a:gd name="csY62" fmla="*/ 67324 h 127660"/>
              <a:gd name="csX63" fmla="*/ 127601 w 127669"/>
              <a:gd name="csY63" fmla="*/ 58553 h 127660"/>
              <a:gd name="csX64" fmla="*/ 123960 w 127669"/>
              <a:gd name="csY64" fmla="*/ 49782 h 127660"/>
              <a:gd name="csX65" fmla="*/ 115198 w 127669"/>
              <a:gd name="csY65" fmla="*/ 46148 h 127660"/>
              <a:gd name="csX66" fmla="*/ 30131 w 127669"/>
              <a:gd name="csY66" fmla="*/ 53237 h 127660"/>
              <a:gd name="csX67" fmla="*/ 26371 w 127669"/>
              <a:gd name="csY67" fmla="*/ 54793 h 127660"/>
              <a:gd name="csX68" fmla="*/ 24806 w 127669"/>
              <a:gd name="csY68" fmla="*/ 58553 h 127660"/>
              <a:gd name="csX69" fmla="*/ 26371 w 127669"/>
              <a:gd name="csY69" fmla="*/ 62312 h 127660"/>
              <a:gd name="csX70" fmla="*/ 30131 w 127669"/>
              <a:gd name="csY70" fmla="*/ 63869 h 127660"/>
              <a:gd name="csX71" fmla="*/ 33891 w 127669"/>
              <a:gd name="csY71" fmla="*/ 62312 h 127660"/>
              <a:gd name="csX72" fmla="*/ 35439 w 127669"/>
              <a:gd name="csY72" fmla="*/ 58553 h 127660"/>
              <a:gd name="csX73" fmla="*/ 33891 w 127669"/>
              <a:gd name="csY73" fmla="*/ 54793 h 127660"/>
              <a:gd name="csX74" fmla="*/ 30131 w 127669"/>
              <a:gd name="csY74" fmla="*/ 53237 h 127660"/>
              <a:gd name="csX75" fmla="*/ 58492 w 127669"/>
              <a:gd name="csY75" fmla="*/ 53237 h 127660"/>
              <a:gd name="csX76" fmla="*/ 54732 w 127669"/>
              <a:gd name="csY76" fmla="*/ 54793 h 127660"/>
              <a:gd name="csX77" fmla="*/ 53167 w 127669"/>
              <a:gd name="csY77" fmla="*/ 58553 h 127660"/>
              <a:gd name="csX78" fmla="*/ 54732 w 127669"/>
              <a:gd name="csY78" fmla="*/ 62312 h 127660"/>
              <a:gd name="csX79" fmla="*/ 58492 w 127669"/>
              <a:gd name="csY79" fmla="*/ 63869 h 127660"/>
              <a:gd name="csX80" fmla="*/ 62253 w 127669"/>
              <a:gd name="csY80" fmla="*/ 62312 h 127660"/>
              <a:gd name="csX81" fmla="*/ 63801 w 127669"/>
              <a:gd name="csY81" fmla="*/ 58553 h 127660"/>
              <a:gd name="csX82" fmla="*/ 62253 w 127669"/>
              <a:gd name="csY82" fmla="*/ 54793 h 127660"/>
              <a:gd name="csX83" fmla="*/ 58492 w 127669"/>
              <a:gd name="csY83" fmla="*/ 53237 h 127660"/>
              <a:gd name="csX84" fmla="*/ 86837 w 127669"/>
              <a:gd name="csY84" fmla="*/ 53237 h 127660"/>
              <a:gd name="csX85" fmla="*/ 83077 w 127669"/>
              <a:gd name="csY85" fmla="*/ 54793 h 127660"/>
              <a:gd name="csX86" fmla="*/ 81529 w 127669"/>
              <a:gd name="csY86" fmla="*/ 58553 h 127660"/>
              <a:gd name="csX87" fmla="*/ 83077 w 127669"/>
              <a:gd name="csY87" fmla="*/ 62312 h 127660"/>
              <a:gd name="csX88" fmla="*/ 86837 w 127669"/>
              <a:gd name="csY88" fmla="*/ 63869 h 127660"/>
              <a:gd name="csX89" fmla="*/ 90597 w 127669"/>
              <a:gd name="csY89" fmla="*/ 62312 h 127660"/>
              <a:gd name="csX90" fmla="*/ 92162 w 127669"/>
              <a:gd name="csY90" fmla="*/ 58553 h 127660"/>
              <a:gd name="csX91" fmla="*/ 90597 w 127669"/>
              <a:gd name="csY91" fmla="*/ 54793 h 127660"/>
              <a:gd name="csX92" fmla="*/ 86837 w 127669"/>
              <a:gd name="csY92" fmla="*/ 53237 h 127660"/>
              <a:gd name="csX93" fmla="*/ 86837 w 127669"/>
              <a:gd name="csY93" fmla="*/ 78044 h 127660"/>
              <a:gd name="csX94" fmla="*/ 78075 w 127669"/>
              <a:gd name="csY94" fmla="*/ 81678 h 127660"/>
              <a:gd name="csX95" fmla="*/ 74434 w 127669"/>
              <a:gd name="csY95" fmla="*/ 90449 h 127660"/>
              <a:gd name="csX96" fmla="*/ 78075 w 127669"/>
              <a:gd name="csY96" fmla="*/ 99220 h 127660"/>
              <a:gd name="csX97" fmla="*/ 86837 w 127669"/>
              <a:gd name="csY97" fmla="*/ 102853 h 127660"/>
              <a:gd name="csX98" fmla="*/ 95616 w 127669"/>
              <a:gd name="csY98" fmla="*/ 99220 h 127660"/>
              <a:gd name="csX99" fmla="*/ 99240 w 127669"/>
              <a:gd name="csY99" fmla="*/ 90449 h 127660"/>
              <a:gd name="csX100" fmla="*/ 95616 w 127669"/>
              <a:gd name="csY100" fmla="*/ 81678 h 127660"/>
              <a:gd name="csX101" fmla="*/ 86837 w 127669"/>
              <a:gd name="csY101" fmla="*/ 78044 h 127660"/>
              <a:gd name="csX102" fmla="*/ 30131 w 127669"/>
              <a:gd name="csY102" fmla="*/ 85133 h 127660"/>
              <a:gd name="csX103" fmla="*/ 26371 w 127669"/>
              <a:gd name="csY103" fmla="*/ 86689 h 127660"/>
              <a:gd name="csX104" fmla="*/ 24806 w 127669"/>
              <a:gd name="csY104" fmla="*/ 90449 h 127660"/>
              <a:gd name="csX105" fmla="*/ 26371 w 127669"/>
              <a:gd name="csY105" fmla="*/ 94208 h 127660"/>
              <a:gd name="csX106" fmla="*/ 30131 w 127669"/>
              <a:gd name="csY106" fmla="*/ 95765 h 127660"/>
              <a:gd name="csX107" fmla="*/ 33891 w 127669"/>
              <a:gd name="csY107" fmla="*/ 94208 h 127660"/>
              <a:gd name="csX108" fmla="*/ 35439 w 127669"/>
              <a:gd name="csY108" fmla="*/ 90449 h 127660"/>
              <a:gd name="csX109" fmla="*/ 33891 w 127669"/>
              <a:gd name="csY109" fmla="*/ 86689 h 127660"/>
              <a:gd name="csX110" fmla="*/ 30131 w 127669"/>
              <a:gd name="csY110" fmla="*/ 85133 h 127660"/>
              <a:gd name="csX111" fmla="*/ 58492 w 127669"/>
              <a:gd name="csY111" fmla="*/ 85133 h 127660"/>
              <a:gd name="csX112" fmla="*/ 54732 w 127669"/>
              <a:gd name="csY112" fmla="*/ 86689 h 127660"/>
              <a:gd name="csX113" fmla="*/ 53167 w 127669"/>
              <a:gd name="csY113" fmla="*/ 90449 h 127660"/>
              <a:gd name="csX114" fmla="*/ 54732 w 127669"/>
              <a:gd name="csY114" fmla="*/ 94208 h 127660"/>
              <a:gd name="csX115" fmla="*/ 58492 w 127669"/>
              <a:gd name="csY115" fmla="*/ 95765 h 127660"/>
              <a:gd name="csX116" fmla="*/ 62253 w 127669"/>
              <a:gd name="csY116" fmla="*/ 94208 h 127660"/>
              <a:gd name="csX117" fmla="*/ 63801 w 127669"/>
              <a:gd name="csY117" fmla="*/ 90449 h 127660"/>
              <a:gd name="csX118" fmla="*/ 62253 w 127669"/>
              <a:gd name="csY118" fmla="*/ 86689 h 127660"/>
              <a:gd name="csX119" fmla="*/ 58492 w 127669"/>
              <a:gd name="csY119" fmla="*/ 85133 h 127660"/>
              <a:gd name="csX120" fmla="*/ 115198 w 127669"/>
              <a:gd name="csY120" fmla="*/ 85133 h 127660"/>
              <a:gd name="csX121" fmla="*/ 111438 w 127669"/>
              <a:gd name="csY121" fmla="*/ 86689 h 127660"/>
              <a:gd name="csX122" fmla="*/ 109873 w 127669"/>
              <a:gd name="csY122" fmla="*/ 90449 h 127660"/>
              <a:gd name="csX123" fmla="*/ 111438 w 127669"/>
              <a:gd name="csY123" fmla="*/ 94208 h 127660"/>
              <a:gd name="csX124" fmla="*/ 115198 w 127669"/>
              <a:gd name="csY124" fmla="*/ 95765 h 127660"/>
              <a:gd name="csX125" fmla="*/ 118958 w 127669"/>
              <a:gd name="csY125" fmla="*/ 94208 h 127660"/>
              <a:gd name="csX126" fmla="*/ 120506 w 127669"/>
              <a:gd name="csY126" fmla="*/ 90449 h 127660"/>
              <a:gd name="csX127" fmla="*/ 118958 w 127669"/>
              <a:gd name="csY127" fmla="*/ 86689 h 127660"/>
              <a:gd name="csX128" fmla="*/ 115198 w 127669"/>
              <a:gd name="csY128" fmla="*/ 85133 h 127660"/>
            </a:gdLst>
            <a:ahLst/>
            <a:cxnLst/>
            <a:rect l="l" t="t" r="r" b="b"/>
            <a:pathLst>
              <a:path w="100000" h="100000">
                <a:moveTo>
                  <a:pt x="4105" y="4"/>
                </a:moveTo>
                <a:cubicBezTo>
                  <a:pt x="2998" y="22"/>
                  <a:pt x="1946" y="476"/>
                  <a:pt x="1173" y="1269"/>
                </a:cubicBezTo>
                <a:cubicBezTo>
                  <a:pt x="414" y="2060"/>
                  <a:pt x="-13" y="3125"/>
                  <a:pt x="0" y="4228"/>
                </a:cubicBezTo>
                <a:lnTo>
                  <a:pt x="0" y="95833"/>
                </a:lnTo>
                <a:cubicBezTo>
                  <a:pt x="0" y="96938"/>
                  <a:pt x="440" y="97997"/>
                  <a:pt x="1226" y="98778"/>
                </a:cubicBezTo>
                <a:cubicBezTo>
                  <a:pt x="1999" y="99559"/>
                  <a:pt x="3066" y="99996"/>
                  <a:pt x="4171" y="99996"/>
                </a:cubicBezTo>
                <a:lnTo>
                  <a:pt x="95789" y="99996"/>
                </a:lnTo>
                <a:cubicBezTo>
                  <a:pt x="96335" y="100005"/>
                  <a:pt x="96882" y="99902"/>
                  <a:pt x="97389" y="99697"/>
                </a:cubicBezTo>
                <a:cubicBezTo>
                  <a:pt x="97908" y="99492"/>
                  <a:pt x="98374" y="99185"/>
                  <a:pt x="98761" y="98799"/>
                </a:cubicBezTo>
                <a:cubicBezTo>
                  <a:pt x="99160" y="98411"/>
                  <a:pt x="99467" y="97949"/>
                  <a:pt x="99680" y="97440"/>
                </a:cubicBezTo>
                <a:cubicBezTo>
                  <a:pt x="99893" y="96931"/>
                  <a:pt x="100000" y="96385"/>
                  <a:pt x="100000" y="95833"/>
                </a:cubicBezTo>
                <a:cubicBezTo>
                  <a:pt x="100000" y="95281"/>
                  <a:pt x="99893" y="94735"/>
                  <a:pt x="99680" y="94226"/>
                </a:cubicBezTo>
                <a:cubicBezTo>
                  <a:pt x="99467" y="93717"/>
                  <a:pt x="99160" y="93255"/>
                  <a:pt x="98761" y="92868"/>
                </a:cubicBezTo>
                <a:cubicBezTo>
                  <a:pt x="98374" y="92480"/>
                  <a:pt x="97908" y="92175"/>
                  <a:pt x="97389" y="91969"/>
                </a:cubicBezTo>
                <a:cubicBezTo>
                  <a:pt x="96882" y="91763"/>
                  <a:pt x="96335" y="91661"/>
                  <a:pt x="95789" y="91669"/>
                </a:cubicBezTo>
                <a:lnTo>
                  <a:pt x="8329" y="91669"/>
                </a:lnTo>
                <a:lnTo>
                  <a:pt x="8329" y="4228"/>
                </a:lnTo>
                <a:cubicBezTo>
                  <a:pt x="8343" y="3671"/>
                  <a:pt x="8236" y="3118"/>
                  <a:pt x="8022" y="2601"/>
                </a:cubicBezTo>
                <a:cubicBezTo>
                  <a:pt x="7809" y="2085"/>
                  <a:pt x="7503" y="1616"/>
                  <a:pt x="7104" y="1222"/>
                </a:cubicBezTo>
                <a:cubicBezTo>
                  <a:pt x="6717" y="828"/>
                  <a:pt x="6251" y="517"/>
                  <a:pt x="5730" y="307"/>
                </a:cubicBezTo>
                <a:cubicBezTo>
                  <a:pt x="5210" y="98"/>
                  <a:pt x="4651" y="-4"/>
                  <a:pt x="4105" y="4"/>
                </a:cubicBezTo>
                <a:close/>
                <a:moveTo>
                  <a:pt x="45815" y="11167"/>
                </a:moveTo>
                <a:cubicBezTo>
                  <a:pt x="43231" y="11167"/>
                  <a:pt x="40766" y="12192"/>
                  <a:pt x="38940" y="14013"/>
                </a:cubicBezTo>
                <a:cubicBezTo>
                  <a:pt x="37114" y="15836"/>
                  <a:pt x="36088" y="18306"/>
                  <a:pt x="36088" y="20883"/>
                </a:cubicBezTo>
                <a:cubicBezTo>
                  <a:pt x="36088" y="23460"/>
                  <a:pt x="37114" y="25932"/>
                  <a:pt x="38940" y="27753"/>
                </a:cubicBezTo>
                <a:cubicBezTo>
                  <a:pt x="40766" y="29576"/>
                  <a:pt x="43231" y="30599"/>
                  <a:pt x="45815" y="30599"/>
                </a:cubicBezTo>
                <a:cubicBezTo>
                  <a:pt x="48388" y="30599"/>
                  <a:pt x="50853" y="29576"/>
                  <a:pt x="52678" y="27753"/>
                </a:cubicBezTo>
                <a:cubicBezTo>
                  <a:pt x="54504" y="25932"/>
                  <a:pt x="55530" y="23460"/>
                  <a:pt x="55530" y="20883"/>
                </a:cubicBezTo>
                <a:cubicBezTo>
                  <a:pt x="55530" y="18306"/>
                  <a:pt x="54504" y="15836"/>
                  <a:pt x="52678" y="14013"/>
                </a:cubicBezTo>
                <a:cubicBezTo>
                  <a:pt x="50853" y="12192"/>
                  <a:pt x="48388" y="11167"/>
                  <a:pt x="45815" y="11167"/>
                </a:cubicBezTo>
                <a:close/>
                <a:moveTo>
                  <a:pt x="23601" y="16719"/>
                </a:moveTo>
                <a:cubicBezTo>
                  <a:pt x="22495" y="16719"/>
                  <a:pt x="21429" y="17158"/>
                  <a:pt x="20656" y="17939"/>
                </a:cubicBezTo>
                <a:cubicBezTo>
                  <a:pt x="19869" y="18719"/>
                  <a:pt x="19430" y="19779"/>
                  <a:pt x="19430" y="20883"/>
                </a:cubicBezTo>
                <a:cubicBezTo>
                  <a:pt x="19430" y="21988"/>
                  <a:pt x="19869" y="23047"/>
                  <a:pt x="20656" y="23828"/>
                </a:cubicBezTo>
                <a:cubicBezTo>
                  <a:pt x="21429" y="24609"/>
                  <a:pt x="22495" y="25047"/>
                  <a:pt x="23601" y="25047"/>
                </a:cubicBezTo>
                <a:cubicBezTo>
                  <a:pt x="24707" y="25047"/>
                  <a:pt x="25760" y="24609"/>
                  <a:pt x="26546" y="23828"/>
                </a:cubicBezTo>
                <a:cubicBezTo>
                  <a:pt x="27319" y="23047"/>
                  <a:pt x="27759" y="21988"/>
                  <a:pt x="27759" y="20883"/>
                </a:cubicBezTo>
                <a:cubicBezTo>
                  <a:pt x="27759" y="19779"/>
                  <a:pt x="27319" y="18719"/>
                  <a:pt x="26546" y="17939"/>
                </a:cubicBezTo>
                <a:cubicBezTo>
                  <a:pt x="25760" y="17158"/>
                  <a:pt x="24707" y="16719"/>
                  <a:pt x="23601" y="16719"/>
                </a:cubicBezTo>
                <a:close/>
                <a:moveTo>
                  <a:pt x="68017" y="16719"/>
                </a:moveTo>
                <a:cubicBezTo>
                  <a:pt x="66911" y="16719"/>
                  <a:pt x="65859" y="17158"/>
                  <a:pt x="65072" y="17939"/>
                </a:cubicBezTo>
                <a:cubicBezTo>
                  <a:pt x="64299" y="18719"/>
                  <a:pt x="63860" y="19779"/>
                  <a:pt x="63860" y="20883"/>
                </a:cubicBezTo>
                <a:cubicBezTo>
                  <a:pt x="63860" y="21988"/>
                  <a:pt x="64299" y="23047"/>
                  <a:pt x="65072" y="23828"/>
                </a:cubicBezTo>
                <a:cubicBezTo>
                  <a:pt x="65859" y="24609"/>
                  <a:pt x="66911" y="25047"/>
                  <a:pt x="68017" y="25047"/>
                </a:cubicBezTo>
                <a:cubicBezTo>
                  <a:pt x="69123" y="25047"/>
                  <a:pt x="70189" y="24609"/>
                  <a:pt x="70962" y="23828"/>
                </a:cubicBezTo>
                <a:cubicBezTo>
                  <a:pt x="71749" y="23047"/>
                  <a:pt x="72188" y="21988"/>
                  <a:pt x="72188" y="20883"/>
                </a:cubicBezTo>
                <a:cubicBezTo>
                  <a:pt x="72188" y="19779"/>
                  <a:pt x="71749" y="18719"/>
                  <a:pt x="70962" y="17939"/>
                </a:cubicBezTo>
                <a:cubicBezTo>
                  <a:pt x="70189" y="17158"/>
                  <a:pt x="69123" y="16719"/>
                  <a:pt x="68017" y="16719"/>
                </a:cubicBezTo>
                <a:close/>
                <a:moveTo>
                  <a:pt x="90232" y="16719"/>
                </a:moveTo>
                <a:cubicBezTo>
                  <a:pt x="89126" y="16719"/>
                  <a:pt x="88060" y="17158"/>
                  <a:pt x="87287" y="17939"/>
                </a:cubicBezTo>
                <a:cubicBezTo>
                  <a:pt x="86500" y="18719"/>
                  <a:pt x="86061" y="19779"/>
                  <a:pt x="86061" y="20883"/>
                </a:cubicBezTo>
                <a:cubicBezTo>
                  <a:pt x="86061" y="21988"/>
                  <a:pt x="86500" y="23047"/>
                  <a:pt x="87287" y="23828"/>
                </a:cubicBezTo>
                <a:cubicBezTo>
                  <a:pt x="88060" y="24609"/>
                  <a:pt x="89126" y="25047"/>
                  <a:pt x="90232" y="25047"/>
                </a:cubicBezTo>
                <a:cubicBezTo>
                  <a:pt x="91338" y="25047"/>
                  <a:pt x="92390" y="24609"/>
                  <a:pt x="93177" y="23828"/>
                </a:cubicBezTo>
                <a:cubicBezTo>
                  <a:pt x="93950" y="23047"/>
                  <a:pt x="94389" y="21988"/>
                  <a:pt x="94389" y="20883"/>
                </a:cubicBezTo>
                <a:cubicBezTo>
                  <a:pt x="94389" y="19779"/>
                  <a:pt x="93950" y="18719"/>
                  <a:pt x="93177" y="17939"/>
                </a:cubicBezTo>
                <a:cubicBezTo>
                  <a:pt x="92390" y="17158"/>
                  <a:pt x="91338" y="16719"/>
                  <a:pt x="90232" y="16719"/>
                </a:cubicBezTo>
                <a:close/>
                <a:moveTo>
                  <a:pt x="90232" y="36150"/>
                </a:moveTo>
                <a:cubicBezTo>
                  <a:pt x="87647" y="36150"/>
                  <a:pt x="85181" y="37175"/>
                  <a:pt x="83355" y="38997"/>
                </a:cubicBezTo>
                <a:cubicBezTo>
                  <a:pt x="81543" y="40819"/>
                  <a:pt x="80517" y="43290"/>
                  <a:pt x="80517" y="45867"/>
                </a:cubicBezTo>
                <a:cubicBezTo>
                  <a:pt x="80517" y="48444"/>
                  <a:pt x="81543" y="50915"/>
                  <a:pt x="83355" y="52737"/>
                </a:cubicBezTo>
                <a:cubicBezTo>
                  <a:pt x="85181" y="54559"/>
                  <a:pt x="87647" y="55582"/>
                  <a:pt x="90232" y="55582"/>
                </a:cubicBezTo>
                <a:cubicBezTo>
                  <a:pt x="92804" y="55582"/>
                  <a:pt x="95282" y="54559"/>
                  <a:pt x="97095" y="52737"/>
                </a:cubicBezTo>
                <a:cubicBezTo>
                  <a:pt x="98921" y="50915"/>
                  <a:pt x="99947" y="48444"/>
                  <a:pt x="99947" y="45867"/>
                </a:cubicBezTo>
                <a:cubicBezTo>
                  <a:pt x="99947" y="43290"/>
                  <a:pt x="98921" y="40819"/>
                  <a:pt x="97095" y="38997"/>
                </a:cubicBezTo>
                <a:cubicBezTo>
                  <a:pt x="95282" y="37175"/>
                  <a:pt x="92804" y="36150"/>
                  <a:pt x="90232" y="36150"/>
                </a:cubicBezTo>
                <a:close/>
                <a:moveTo>
                  <a:pt x="23601" y="41703"/>
                </a:moveTo>
                <a:cubicBezTo>
                  <a:pt x="22495" y="41703"/>
                  <a:pt x="21429" y="42141"/>
                  <a:pt x="20656" y="42922"/>
                </a:cubicBezTo>
                <a:cubicBezTo>
                  <a:pt x="19869" y="43702"/>
                  <a:pt x="19430" y="44762"/>
                  <a:pt x="19430" y="45867"/>
                </a:cubicBezTo>
                <a:cubicBezTo>
                  <a:pt x="19430" y="46971"/>
                  <a:pt x="19869" y="48030"/>
                  <a:pt x="20656" y="48811"/>
                </a:cubicBezTo>
                <a:cubicBezTo>
                  <a:pt x="21429" y="49592"/>
                  <a:pt x="22495" y="50031"/>
                  <a:pt x="23601" y="50031"/>
                </a:cubicBezTo>
                <a:cubicBezTo>
                  <a:pt x="24707" y="50031"/>
                  <a:pt x="25760" y="49592"/>
                  <a:pt x="26546" y="48811"/>
                </a:cubicBezTo>
                <a:cubicBezTo>
                  <a:pt x="27319" y="48030"/>
                  <a:pt x="27759" y="46971"/>
                  <a:pt x="27759" y="45867"/>
                </a:cubicBezTo>
                <a:cubicBezTo>
                  <a:pt x="27759" y="44762"/>
                  <a:pt x="27319" y="43702"/>
                  <a:pt x="26546" y="42922"/>
                </a:cubicBezTo>
                <a:cubicBezTo>
                  <a:pt x="25760" y="42141"/>
                  <a:pt x="24707" y="41703"/>
                  <a:pt x="23601" y="41703"/>
                </a:cubicBezTo>
                <a:close/>
                <a:moveTo>
                  <a:pt x="45815" y="41703"/>
                </a:moveTo>
                <a:cubicBezTo>
                  <a:pt x="44709" y="41703"/>
                  <a:pt x="43643" y="42141"/>
                  <a:pt x="42870" y="42922"/>
                </a:cubicBezTo>
                <a:cubicBezTo>
                  <a:pt x="42085" y="43702"/>
                  <a:pt x="41644" y="44762"/>
                  <a:pt x="41644" y="45867"/>
                </a:cubicBezTo>
                <a:cubicBezTo>
                  <a:pt x="41644" y="46971"/>
                  <a:pt x="42085" y="48030"/>
                  <a:pt x="42870" y="48811"/>
                </a:cubicBezTo>
                <a:cubicBezTo>
                  <a:pt x="43643" y="49592"/>
                  <a:pt x="44709" y="50031"/>
                  <a:pt x="45815" y="50031"/>
                </a:cubicBezTo>
                <a:cubicBezTo>
                  <a:pt x="46909" y="50031"/>
                  <a:pt x="47975" y="49592"/>
                  <a:pt x="48761" y="48811"/>
                </a:cubicBezTo>
                <a:cubicBezTo>
                  <a:pt x="49534" y="48030"/>
                  <a:pt x="49974" y="46971"/>
                  <a:pt x="49974" y="45867"/>
                </a:cubicBezTo>
                <a:cubicBezTo>
                  <a:pt x="49974" y="44762"/>
                  <a:pt x="49534" y="43702"/>
                  <a:pt x="48761" y="42922"/>
                </a:cubicBezTo>
                <a:cubicBezTo>
                  <a:pt x="47975" y="42141"/>
                  <a:pt x="46909" y="41703"/>
                  <a:pt x="45815" y="41703"/>
                </a:cubicBezTo>
                <a:close/>
                <a:moveTo>
                  <a:pt x="68017" y="41703"/>
                </a:moveTo>
                <a:cubicBezTo>
                  <a:pt x="66911" y="41703"/>
                  <a:pt x="65859" y="42141"/>
                  <a:pt x="65072" y="42922"/>
                </a:cubicBezTo>
                <a:cubicBezTo>
                  <a:pt x="64299" y="43702"/>
                  <a:pt x="63860" y="44762"/>
                  <a:pt x="63860" y="45867"/>
                </a:cubicBezTo>
                <a:cubicBezTo>
                  <a:pt x="63860" y="46971"/>
                  <a:pt x="64299" y="48030"/>
                  <a:pt x="65072" y="48811"/>
                </a:cubicBezTo>
                <a:cubicBezTo>
                  <a:pt x="65859" y="49592"/>
                  <a:pt x="66911" y="50031"/>
                  <a:pt x="68017" y="50031"/>
                </a:cubicBezTo>
                <a:cubicBezTo>
                  <a:pt x="69123" y="50031"/>
                  <a:pt x="70189" y="49592"/>
                  <a:pt x="70962" y="48811"/>
                </a:cubicBezTo>
                <a:cubicBezTo>
                  <a:pt x="71749" y="48030"/>
                  <a:pt x="72188" y="46971"/>
                  <a:pt x="72188" y="45867"/>
                </a:cubicBezTo>
                <a:cubicBezTo>
                  <a:pt x="72188" y="44762"/>
                  <a:pt x="71749" y="43702"/>
                  <a:pt x="70962" y="42922"/>
                </a:cubicBezTo>
                <a:cubicBezTo>
                  <a:pt x="70189" y="42141"/>
                  <a:pt x="69123" y="41703"/>
                  <a:pt x="68017" y="41703"/>
                </a:cubicBezTo>
                <a:close/>
                <a:moveTo>
                  <a:pt x="68017" y="61133"/>
                </a:moveTo>
                <a:cubicBezTo>
                  <a:pt x="65445" y="61133"/>
                  <a:pt x="62967" y="62158"/>
                  <a:pt x="61154" y="63980"/>
                </a:cubicBezTo>
                <a:cubicBezTo>
                  <a:pt x="59328" y="65803"/>
                  <a:pt x="58302" y="68273"/>
                  <a:pt x="58302" y="70850"/>
                </a:cubicBezTo>
                <a:cubicBezTo>
                  <a:pt x="58302" y="73427"/>
                  <a:pt x="59328" y="75898"/>
                  <a:pt x="61154" y="77720"/>
                </a:cubicBezTo>
                <a:cubicBezTo>
                  <a:pt x="62967" y="79543"/>
                  <a:pt x="65445" y="80566"/>
                  <a:pt x="68017" y="80566"/>
                </a:cubicBezTo>
                <a:cubicBezTo>
                  <a:pt x="70602" y="80566"/>
                  <a:pt x="73068" y="79543"/>
                  <a:pt x="74894" y="77720"/>
                </a:cubicBezTo>
                <a:cubicBezTo>
                  <a:pt x="76719" y="75898"/>
                  <a:pt x="77732" y="73427"/>
                  <a:pt x="77732" y="70850"/>
                </a:cubicBezTo>
                <a:cubicBezTo>
                  <a:pt x="77732" y="68273"/>
                  <a:pt x="76719" y="65803"/>
                  <a:pt x="74894" y="63980"/>
                </a:cubicBezTo>
                <a:cubicBezTo>
                  <a:pt x="73068" y="62158"/>
                  <a:pt x="70602" y="61133"/>
                  <a:pt x="68017" y="61133"/>
                </a:cubicBezTo>
                <a:close/>
                <a:moveTo>
                  <a:pt x="23601" y="66686"/>
                </a:moveTo>
                <a:cubicBezTo>
                  <a:pt x="22495" y="66686"/>
                  <a:pt x="21429" y="67124"/>
                  <a:pt x="20656" y="67905"/>
                </a:cubicBezTo>
                <a:cubicBezTo>
                  <a:pt x="19869" y="68686"/>
                  <a:pt x="19430" y="69745"/>
                  <a:pt x="19430" y="70850"/>
                </a:cubicBezTo>
                <a:cubicBezTo>
                  <a:pt x="19430" y="71954"/>
                  <a:pt x="19869" y="73013"/>
                  <a:pt x="20656" y="73794"/>
                </a:cubicBezTo>
                <a:cubicBezTo>
                  <a:pt x="21429" y="74575"/>
                  <a:pt x="22495" y="75014"/>
                  <a:pt x="23601" y="75014"/>
                </a:cubicBezTo>
                <a:cubicBezTo>
                  <a:pt x="24707" y="75014"/>
                  <a:pt x="25760" y="74575"/>
                  <a:pt x="26546" y="73794"/>
                </a:cubicBezTo>
                <a:cubicBezTo>
                  <a:pt x="27319" y="73013"/>
                  <a:pt x="27759" y="71954"/>
                  <a:pt x="27759" y="70850"/>
                </a:cubicBezTo>
                <a:cubicBezTo>
                  <a:pt x="27759" y="69745"/>
                  <a:pt x="27319" y="68686"/>
                  <a:pt x="26546" y="67905"/>
                </a:cubicBezTo>
                <a:cubicBezTo>
                  <a:pt x="25760" y="67124"/>
                  <a:pt x="24707" y="66686"/>
                  <a:pt x="23601" y="66686"/>
                </a:cubicBezTo>
                <a:close/>
                <a:moveTo>
                  <a:pt x="45815" y="66686"/>
                </a:moveTo>
                <a:cubicBezTo>
                  <a:pt x="44709" y="66686"/>
                  <a:pt x="43643" y="67124"/>
                  <a:pt x="42870" y="67905"/>
                </a:cubicBezTo>
                <a:cubicBezTo>
                  <a:pt x="42085" y="68686"/>
                  <a:pt x="41644" y="69745"/>
                  <a:pt x="41644" y="70850"/>
                </a:cubicBezTo>
                <a:cubicBezTo>
                  <a:pt x="41644" y="71954"/>
                  <a:pt x="42085" y="73013"/>
                  <a:pt x="42870" y="73794"/>
                </a:cubicBezTo>
                <a:cubicBezTo>
                  <a:pt x="43643" y="74575"/>
                  <a:pt x="44709" y="75014"/>
                  <a:pt x="45815" y="75014"/>
                </a:cubicBezTo>
                <a:cubicBezTo>
                  <a:pt x="46909" y="75014"/>
                  <a:pt x="47975" y="74575"/>
                  <a:pt x="48761" y="73794"/>
                </a:cubicBezTo>
                <a:cubicBezTo>
                  <a:pt x="49534" y="73013"/>
                  <a:pt x="49974" y="71954"/>
                  <a:pt x="49974" y="70850"/>
                </a:cubicBezTo>
                <a:cubicBezTo>
                  <a:pt x="49974" y="69745"/>
                  <a:pt x="49534" y="68686"/>
                  <a:pt x="48761" y="67905"/>
                </a:cubicBezTo>
                <a:cubicBezTo>
                  <a:pt x="47975" y="67124"/>
                  <a:pt x="46909" y="66686"/>
                  <a:pt x="45815" y="66686"/>
                </a:cubicBezTo>
                <a:close/>
                <a:moveTo>
                  <a:pt x="90232" y="66686"/>
                </a:moveTo>
                <a:cubicBezTo>
                  <a:pt x="89126" y="66686"/>
                  <a:pt x="88060" y="67124"/>
                  <a:pt x="87287" y="67905"/>
                </a:cubicBezTo>
                <a:cubicBezTo>
                  <a:pt x="86500" y="68686"/>
                  <a:pt x="86061" y="69745"/>
                  <a:pt x="86061" y="70850"/>
                </a:cubicBezTo>
                <a:cubicBezTo>
                  <a:pt x="86061" y="71954"/>
                  <a:pt x="86500" y="73013"/>
                  <a:pt x="87287" y="73794"/>
                </a:cubicBezTo>
                <a:cubicBezTo>
                  <a:pt x="88060" y="74575"/>
                  <a:pt x="89126" y="75014"/>
                  <a:pt x="90232" y="75014"/>
                </a:cubicBezTo>
                <a:cubicBezTo>
                  <a:pt x="91338" y="75014"/>
                  <a:pt x="92390" y="74575"/>
                  <a:pt x="93177" y="73794"/>
                </a:cubicBezTo>
                <a:cubicBezTo>
                  <a:pt x="93950" y="73013"/>
                  <a:pt x="94389" y="71954"/>
                  <a:pt x="94389" y="70850"/>
                </a:cubicBezTo>
                <a:cubicBezTo>
                  <a:pt x="94389" y="69745"/>
                  <a:pt x="93950" y="68686"/>
                  <a:pt x="93177" y="67905"/>
                </a:cubicBezTo>
                <a:cubicBezTo>
                  <a:pt x="92390" y="67124"/>
                  <a:pt x="91338" y="66686"/>
                  <a:pt x="90232" y="6668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2" name="Чёрный — SVG 33">
            <a:extLst>
              <a:ext uri="{FF2B5EF4-FFF2-40B4-BE49-F238E27FC236}">
                <a16:creationId xmlns:a16="http://schemas.microsoft.com/office/drawing/2014/main" id="{EEA2AAF4-7230-3A4E-BDFF-76AF18994498}"/>
              </a:ext>
            </a:extLst>
          </p:cNvPr>
          <p:cNvSpPr>
            <a:spLocks noGrp="1"/>
          </p:cNvSpPr>
          <p:nvPr/>
        </p:nvSpPr>
        <p:spPr>
          <a:xfrm>
            <a:off x="8820000" y="3210000"/>
            <a:ext cx="220000" cy="220000"/>
          </a:xfrm>
          <a:custGeom>
            <a:avLst/>
            <a:gdLst>
              <a:gd name="csX0" fmla="*/ 15942 w 116967"/>
              <a:gd name="csY0" fmla="*/ 0 h 141759"/>
              <a:gd name="csX1" fmla="*/ 0 w 116967"/>
              <a:gd name="csY1" fmla="*/ 15948 h 141759"/>
              <a:gd name="csX2" fmla="*/ 0 w 116967"/>
              <a:gd name="csY2" fmla="*/ 67336 h 141759"/>
              <a:gd name="csX3" fmla="*/ 3539 w 116967"/>
              <a:gd name="csY3" fmla="*/ 70880 h 141759"/>
              <a:gd name="csX4" fmla="*/ 113428 w 116967"/>
              <a:gd name="csY4" fmla="*/ 70880 h 141759"/>
              <a:gd name="csX5" fmla="*/ 116967 w 116967"/>
              <a:gd name="csY5" fmla="*/ 67336 h 141759"/>
              <a:gd name="csX6" fmla="*/ 116967 w 116967"/>
              <a:gd name="csY6" fmla="*/ 56704 h 141759"/>
              <a:gd name="csX7" fmla="*/ 76203 w 116967"/>
              <a:gd name="csY7" fmla="*/ 56704 h 141759"/>
              <a:gd name="csX8" fmla="*/ 60261 w 116967"/>
              <a:gd name="csY8" fmla="*/ 40756 h 141759"/>
              <a:gd name="csX9" fmla="*/ 60261 w 116967"/>
              <a:gd name="csY9" fmla="*/ 0 h 141759"/>
              <a:gd name="csX10" fmla="*/ 15942 w 116967"/>
              <a:gd name="csY10" fmla="*/ 0 h 141759"/>
              <a:gd name="csX11" fmla="*/ 70895 w 116967"/>
              <a:gd name="csY11" fmla="*/ 3115 h 141759"/>
              <a:gd name="csX12" fmla="*/ 70895 w 116967"/>
              <a:gd name="csY12" fmla="*/ 40756 h 141759"/>
              <a:gd name="csX13" fmla="*/ 76203 w 116967"/>
              <a:gd name="csY13" fmla="*/ 46072 h 141759"/>
              <a:gd name="csX14" fmla="*/ 113854 w 116967"/>
              <a:gd name="csY14" fmla="*/ 46072 h 141759"/>
              <a:gd name="csX15" fmla="*/ 70895 w 116967"/>
              <a:gd name="csY15" fmla="*/ 3115 h 141759"/>
              <a:gd name="csX16" fmla="*/ 3539 w 116967"/>
              <a:gd name="csY16" fmla="*/ 77968 h 141759"/>
              <a:gd name="csX17" fmla="*/ 0 w 116967"/>
              <a:gd name="csY17" fmla="*/ 81512 h 141759"/>
              <a:gd name="csX18" fmla="*/ 0 w 116967"/>
              <a:gd name="csY18" fmla="*/ 85056 h 141759"/>
              <a:gd name="csX19" fmla="*/ 3539 w 116967"/>
              <a:gd name="csY19" fmla="*/ 88599 h 141759"/>
              <a:gd name="csX20" fmla="*/ 7094 w 116967"/>
              <a:gd name="csY20" fmla="*/ 88599 h 141759"/>
              <a:gd name="csX21" fmla="*/ 10633 w 116967"/>
              <a:gd name="csY21" fmla="*/ 85056 h 141759"/>
              <a:gd name="csX22" fmla="*/ 10633 w 116967"/>
              <a:gd name="csY22" fmla="*/ 81512 h 141759"/>
              <a:gd name="csX23" fmla="*/ 7094 w 116967"/>
              <a:gd name="csY23" fmla="*/ 77968 h 141759"/>
              <a:gd name="csX24" fmla="*/ 3539 w 116967"/>
              <a:gd name="csY24" fmla="*/ 77968 h 141759"/>
              <a:gd name="csX25" fmla="*/ 24806 w 116967"/>
              <a:gd name="csY25" fmla="*/ 77968 h 141759"/>
              <a:gd name="csX26" fmla="*/ 21267 w 116967"/>
              <a:gd name="csY26" fmla="*/ 81512 h 141759"/>
              <a:gd name="csX27" fmla="*/ 21267 w 116967"/>
              <a:gd name="csY27" fmla="*/ 85056 h 141759"/>
              <a:gd name="csX28" fmla="*/ 24806 w 116967"/>
              <a:gd name="csY28" fmla="*/ 88599 h 141759"/>
              <a:gd name="csX29" fmla="*/ 28361 w 116967"/>
              <a:gd name="csY29" fmla="*/ 88599 h 141759"/>
              <a:gd name="csX30" fmla="*/ 31900 w 116967"/>
              <a:gd name="csY30" fmla="*/ 85056 h 141759"/>
              <a:gd name="csX31" fmla="*/ 31900 w 116967"/>
              <a:gd name="csY31" fmla="*/ 81512 h 141759"/>
              <a:gd name="csX32" fmla="*/ 28361 w 116967"/>
              <a:gd name="csY32" fmla="*/ 77968 h 141759"/>
              <a:gd name="csX33" fmla="*/ 24806 w 116967"/>
              <a:gd name="csY33" fmla="*/ 77968 h 141759"/>
              <a:gd name="csX34" fmla="*/ 46072 w 116967"/>
              <a:gd name="csY34" fmla="*/ 77968 h 141759"/>
              <a:gd name="csX35" fmla="*/ 42534 w 116967"/>
              <a:gd name="csY35" fmla="*/ 81512 h 141759"/>
              <a:gd name="csX36" fmla="*/ 42534 w 116967"/>
              <a:gd name="csY36" fmla="*/ 85056 h 141759"/>
              <a:gd name="csX37" fmla="*/ 46072 w 116967"/>
              <a:gd name="csY37" fmla="*/ 88599 h 141759"/>
              <a:gd name="csX38" fmla="*/ 49628 w 116967"/>
              <a:gd name="csY38" fmla="*/ 88599 h 141759"/>
              <a:gd name="csX39" fmla="*/ 53167 w 116967"/>
              <a:gd name="csY39" fmla="*/ 85056 h 141759"/>
              <a:gd name="csX40" fmla="*/ 53167 w 116967"/>
              <a:gd name="csY40" fmla="*/ 81512 h 141759"/>
              <a:gd name="csX41" fmla="*/ 49628 w 116967"/>
              <a:gd name="csY41" fmla="*/ 77968 h 141759"/>
              <a:gd name="csX42" fmla="*/ 46072 w 116967"/>
              <a:gd name="csY42" fmla="*/ 77968 h 141759"/>
              <a:gd name="csX43" fmla="*/ 67339 w 116967"/>
              <a:gd name="csY43" fmla="*/ 77968 h 141759"/>
              <a:gd name="csX44" fmla="*/ 63800 w 116967"/>
              <a:gd name="csY44" fmla="*/ 81512 h 141759"/>
              <a:gd name="csX45" fmla="*/ 63800 w 116967"/>
              <a:gd name="csY45" fmla="*/ 85056 h 141759"/>
              <a:gd name="csX46" fmla="*/ 67339 w 116967"/>
              <a:gd name="csY46" fmla="*/ 88599 h 141759"/>
              <a:gd name="csX47" fmla="*/ 70895 w 116967"/>
              <a:gd name="csY47" fmla="*/ 88599 h 141759"/>
              <a:gd name="csX48" fmla="*/ 74434 w 116967"/>
              <a:gd name="csY48" fmla="*/ 85056 h 141759"/>
              <a:gd name="csX49" fmla="*/ 74434 w 116967"/>
              <a:gd name="csY49" fmla="*/ 81512 h 141759"/>
              <a:gd name="csX50" fmla="*/ 70895 w 116967"/>
              <a:gd name="csY50" fmla="*/ 77968 h 141759"/>
              <a:gd name="csX51" fmla="*/ 67339 w 116967"/>
              <a:gd name="csY51" fmla="*/ 77968 h 141759"/>
              <a:gd name="csX52" fmla="*/ 88606 w 116967"/>
              <a:gd name="csY52" fmla="*/ 77968 h 141759"/>
              <a:gd name="csX53" fmla="*/ 85067 w 116967"/>
              <a:gd name="csY53" fmla="*/ 81512 h 141759"/>
              <a:gd name="csX54" fmla="*/ 85067 w 116967"/>
              <a:gd name="csY54" fmla="*/ 85056 h 141759"/>
              <a:gd name="csX55" fmla="*/ 88606 w 116967"/>
              <a:gd name="csY55" fmla="*/ 88599 h 141759"/>
              <a:gd name="csX56" fmla="*/ 92162 w 116967"/>
              <a:gd name="csY56" fmla="*/ 88599 h 141759"/>
              <a:gd name="csX57" fmla="*/ 95700 w 116967"/>
              <a:gd name="csY57" fmla="*/ 85056 h 141759"/>
              <a:gd name="csX58" fmla="*/ 95700 w 116967"/>
              <a:gd name="csY58" fmla="*/ 81512 h 141759"/>
              <a:gd name="csX59" fmla="*/ 92162 w 116967"/>
              <a:gd name="csY59" fmla="*/ 77968 h 141759"/>
              <a:gd name="csX60" fmla="*/ 88606 w 116967"/>
              <a:gd name="csY60" fmla="*/ 77968 h 141759"/>
              <a:gd name="csX61" fmla="*/ 109873 w 116967"/>
              <a:gd name="csY61" fmla="*/ 77968 h 141759"/>
              <a:gd name="csX62" fmla="*/ 106334 w 116967"/>
              <a:gd name="csY62" fmla="*/ 81512 h 141759"/>
              <a:gd name="csX63" fmla="*/ 106334 w 116967"/>
              <a:gd name="csY63" fmla="*/ 85056 h 141759"/>
              <a:gd name="csX64" fmla="*/ 109873 w 116967"/>
              <a:gd name="csY64" fmla="*/ 88599 h 141759"/>
              <a:gd name="csX65" fmla="*/ 113428 w 116967"/>
              <a:gd name="csY65" fmla="*/ 88599 h 141759"/>
              <a:gd name="csX66" fmla="*/ 116967 w 116967"/>
              <a:gd name="csY66" fmla="*/ 85056 h 141759"/>
              <a:gd name="csX67" fmla="*/ 116967 w 116967"/>
              <a:gd name="csY67" fmla="*/ 81512 h 141759"/>
              <a:gd name="csX68" fmla="*/ 113428 w 116967"/>
              <a:gd name="csY68" fmla="*/ 77968 h 141759"/>
              <a:gd name="csX69" fmla="*/ 109873 w 116967"/>
              <a:gd name="csY69" fmla="*/ 77968 h 141759"/>
              <a:gd name="csX70" fmla="*/ 14172 w 116967"/>
              <a:gd name="csY70" fmla="*/ 88599 h 141759"/>
              <a:gd name="csX71" fmla="*/ 10633 w 116967"/>
              <a:gd name="csY71" fmla="*/ 92144 h 141759"/>
              <a:gd name="csX72" fmla="*/ 10633 w 116967"/>
              <a:gd name="csY72" fmla="*/ 95687 h 141759"/>
              <a:gd name="csX73" fmla="*/ 14172 w 116967"/>
              <a:gd name="csY73" fmla="*/ 99231 h 141759"/>
              <a:gd name="csX74" fmla="*/ 17728 w 116967"/>
              <a:gd name="csY74" fmla="*/ 99231 h 141759"/>
              <a:gd name="csX75" fmla="*/ 21267 w 116967"/>
              <a:gd name="csY75" fmla="*/ 95687 h 141759"/>
              <a:gd name="csX76" fmla="*/ 21267 w 116967"/>
              <a:gd name="csY76" fmla="*/ 92144 h 141759"/>
              <a:gd name="csX77" fmla="*/ 17728 w 116967"/>
              <a:gd name="csY77" fmla="*/ 88599 h 141759"/>
              <a:gd name="csX78" fmla="*/ 14172 w 116967"/>
              <a:gd name="csY78" fmla="*/ 88599 h 141759"/>
              <a:gd name="csX79" fmla="*/ 35439 w 116967"/>
              <a:gd name="csY79" fmla="*/ 88599 h 141759"/>
              <a:gd name="csX80" fmla="*/ 31900 w 116967"/>
              <a:gd name="csY80" fmla="*/ 92144 h 141759"/>
              <a:gd name="csX81" fmla="*/ 31900 w 116967"/>
              <a:gd name="csY81" fmla="*/ 95687 h 141759"/>
              <a:gd name="csX82" fmla="*/ 35439 w 116967"/>
              <a:gd name="csY82" fmla="*/ 99231 h 141759"/>
              <a:gd name="csX83" fmla="*/ 38995 w 116967"/>
              <a:gd name="csY83" fmla="*/ 99231 h 141759"/>
              <a:gd name="csX84" fmla="*/ 42534 w 116967"/>
              <a:gd name="csY84" fmla="*/ 95687 h 141759"/>
              <a:gd name="csX85" fmla="*/ 42534 w 116967"/>
              <a:gd name="csY85" fmla="*/ 92144 h 141759"/>
              <a:gd name="csX86" fmla="*/ 38995 w 116967"/>
              <a:gd name="csY86" fmla="*/ 88599 h 141759"/>
              <a:gd name="csX87" fmla="*/ 35439 w 116967"/>
              <a:gd name="csY87" fmla="*/ 88599 h 141759"/>
              <a:gd name="csX88" fmla="*/ 56706 w 116967"/>
              <a:gd name="csY88" fmla="*/ 88599 h 141759"/>
              <a:gd name="csX89" fmla="*/ 53167 w 116967"/>
              <a:gd name="csY89" fmla="*/ 92144 h 141759"/>
              <a:gd name="csX90" fmla="*/ 53167 w 116967"/>
              <a:gd name="csY90" fmla="*/ 95687 h 141759"/>
              <a:gd name="csX91" fmla="*/ 56706 w 116967"/>
              <a:gd name="csY91" fmla="*/ 99231 h 141759"/>
              <a:gd name="csX92" fmla="*/ 60261 w 116967"/>
              <a:gd name="csY92" fmla="*/ 99231 h 141759"/>
              <a:gd name="csX93" fmla="*/ 63800 w 116967"/>
              <a:gd name="csY93" fmla="*/ 95687 h 141759"/>
              <a:gd name="csX94" fmla="*/ 63800 w 116967"/>
              <a:gd name="csY94" fmla="*/ 92144 h 141759"/>
              <a:gd name="csX95" fmla="*/ 60261 w 116967"/>
              <a:gd name="csY95" fmla="*/ 88599 h 141759"/>
              <a:gd name="csX96" fmla="*/ 56706 w 116967"/>
              <a:gd name="csY96" fmla="*/ 88599 h 141759"/>
              <a:gd name="csX97" fmla="*/ 77973 w 116967"/>
              <a:gd name="csY97" fmla="*/ 88599 h 141759"/>
              <a:gd name="csX98" fmla="*/ 74434 w 116967"/>
              <a:gd name="csY98" fmla="*/ 92144 h 141759"/>
              <a:gd name="csX99" fmla="*/ 74434 w 116967"/>
              <a:gd name="csY99" fmla="*/ 95687 h 141759"/>
              <a:gd name="csX100" fmla="*/ 77973 w 116967"/>
              <a:gd name="csY100" fmla="*/ 99231 h 141759"/>
              <a:gd name="csX101" fmla="*/ 81528 w 116967"/>
              <a:gd name="csY101" fmla="*/ 99231 h 141759"/>
              <a:gd name="csX102" fmla="*/ 85067 w 116967"/>
              <a:gd name="csY102" fmla="*/ 95687 h 141759"/>
              <a:gd name="csX103" fmla="*/ 85067 w 116967"/>
              <a:gd name="csY103" fmla="*/ 92144 h 141759"/>
              <a:gd name="csX104" fmla="*/ 81528 w 116967"/>
              <a:gd name="csY104" fmla="*/ 88599 h 141759"/>
              <a:gd name="csX105" fmla="*/ 77973 w 116967"/>
              <a:gd name="csY105" fmla="*/ 88599 h 141759"/>
              <a:gd name="csX106" fmla="*/ 99239 w 116967"/>
              <a:gd name="csY106" fmla="*/ 88599 h 141759"/>
              <a:gd name="csX107" fmla="*/ 95700 w 116967"/>
              <a:gd name="csY107" fmla="*/ 92144 h 141759"/>
              <a:gd name="csX108" fmla="*/ 95700 w 116967"/>
              <a:gd name="csY108" fmla="*/ 95687 h 141759"/>
              <a:gd name="csX109" fmla="*/ 99239 w 116967"/>
              <a:gd name="csY109" fmla="*/ 99231 h 141759"/>
              <a:gd name="csX110" fmla="*/ 102795 w 116967"/>
              <a:gd name="csY110" fmla="*/ 99231 h 141759"/>
              <a:gd name="csX111" fmla="*/ 106334 w 116967"/>
              <a:gd name="csY111" fmla="*/ 95687 h 141759"/>
              <a:gd name="csX112" fmla="*/ 106334 w 116967"/>
              <a:gd name="csY112" fmla="*/ 92144 h 141759"/>
              <a:gd name="csX113" fmla="*/ 102795 w 116967"/>
              <a:gd name="csY113" fmla="*/ 88599 h 141759"/>
              <a:gd name="csX114" fmla="*/ 99239 w 116967"/>
              <a:gd name="csY114" fmla="*/ 88599 h 141759"/>
              <a:gd name="csX115" fmla="*/ 3539 w 116967"/>
              <a:gd name="csY115" fmla="*/ 99231 h 141759"/>
              <a:gd name="csX116" fmla="*/ 0 w 116967"/>
              <a:gd name="csY116" fmla="*/ 102775 h 141759"/>
              <a:gd name="csX117" fmla="*/ 0 w 116967"/>
              <a:gd name="csY117" fmla="*/ 106319 h 141759"/>
              <a:gd name="csX118" fmla="*/ 3539 w 116967"/>
              <a:gd name="csY118" fmla="*/ 109863 h 141759"/>
              <a:gd name="csX119" fmla="*/ 7094 w 116967"/>
              <a:gd name="csY119" fmla="*/ 109863 h 141759"/>
              <a:gd name="csX120" fmla="*/ 10633 w 116967"/>
              <a:gd name="csY120" fmla="*/ 106319 h 141759"/>
              <a:gd name="csX121" fmla="*/ 10633 w 116967"/>
              <a:gd name="csY121" fmla="*/ 102775 h 141759"/>
              <a:gd name="csX122" fmla="*/ 7094 w 116967"/>
              <a:gd name="csY122" fmla="*/ 99231 h 141759"/>
              <a:gd name="csX123" fmla="*/ 3539 w 116967"/>
              <a:gd name="csY123" fmla="*/ 99231 h 141759"/>
              <a:gd name="csX124" fmla="*/ 24806 w 116967"/>
              <a:gd name="csY124" fmla="*/ 99231 h 141759"/>
              <a:gd name="csX125" fmla="*/ 21267 w 116967"/>
              <a:gd name="csY125" fmla="*/ 102775 h 141759"/>
              <a:gd name="csX126" fmla="*/ 21267 w 116967"/>
              <a:gd name="csY126" fmla="*/ 106319 h 141759"/>
              <a:gd name="csX127" fmla="*/ 24806 w 116967"/>
              <a:gd name="csY127" fmla="*/ 109863 h 141759"/>
              <a:gd name="csX128" fmla="*/ 28361 w 116967"/>
              <a:gd name="csY128" fmla="*/ 109863 h 141759"/>
              <a:gd name="csX129" fmla="*/ 31900 w 116967"/>
              <a:gd name="csY129" fmla="*/ 106319 h 141759"/>
              <a:gd name="csX130" fmla="*/ 31900 w 116967"/>
              <a:gd name="csY130" fmla="*/ 102775 h 141759"/>
              <a:gd name="csX131" fmla="*/ 28361 w 116967"/>
              <a:gd name="csY131" fmla="*/ 99231 h 141759"/>
              <a:gd name="csX132" fmla="*/ 24806 w 116967"/>
              <a:gd name="csY132" fmla="*/ 99231 h 141759"/>
              <a:gd name="csX133" fmla="*/ 46072 w 116967"/>
              <a:gd name="csY133" fmla="*/ 99231 h 141759"/>
              <a:gd name="csX134" fmla="*/ 42534 w 116967"/>
              <a:gd name="csY134" fmla="*/ 102775 h 141759"/>
              <a:gd name="csX135" fmla="*/ 42534 w 116967"/>
              <a:gd name="csY135" fmla="*/ 106319 h 141759"/>
              <a:gd name="csX136" fmla="*/ 46072 w 116967"/>
              <a:gd name="csY136" fmla="*/ 109863 h 141759"/>
              <a:gd name="csX137" fmla="*/ 49628 w 116967"/>
              <a:gd name="csY137" fmla="*/ 109863 h 141759"/>
              <a:gd name="csX138" fmla="*/ 53167 w 116967"/>
              <a:gd name="csY138" fmla="*/ 106319 h 141759"/>
              <a:gd name="csX139" fmla="*/ 53167 w 116967"/>
              <a:gd name="csY139" fmla="*/ 102775 h 141759"/>
              <a:gd name="csX140" fmla="*/ 49628 w 116967"/>
              <a:gd name="csY140" fmla="*/ 99231 h 141759"/>
              <a:gd name="csX141" fmla="*/ 46072 w 116967"/>
              <a:gd name="csY141" fmla="*/ 99231 h 141759"/>
              <a:gd name="csX142" fmla="*/ 67339 w 116967"/>
              <a:gd name="csY142" fmla="*/ 99231 h 141759"/>
              <a:gd name="csX143" fmla="*/ 63800 w 116967"/>
              <a:gd name="csY143" fmla="*/ 102775 h 141759"/>
              <a:gd name="csX144" fmla="*/ 63800 w 116967"/>
              <a:gd name="csY144" fmla="*/ 106319 h 141759"/>
              <a:gd name="csX145" fmla="*/ 67339 w 116967"/>
              <a:gd name="csY145" fmla="*/ 109863 h 141759"/>
              <a:gd name="csX146" fmla="*/ 70895 w 116967"/>
              <a:gd name="csY146" fmla="*/ 109863 h 141759"/>
              <a:gd name="csX147" fmla="*/ 74434 w 116967"/>
              <a:gd name="csY147" fmla="*/ 106319 h 141759"/>
              <a:gd name="csX148" fmla="*/ 74434 w 116967"/>
              <a:gd name="csY148" fmla="*/ 102775 h 141759"/>
              <a:gd name="csX149" fmla="*/ 70895 w 116967"/>
              <a:gd name="csY149" fmla="*/ 99231 h 141759"/>
              <a:gd name="csX150" fmla="*/ 67339 w 116967"/>
              <a:gd name="csY150" fmla="*/ 99231 h 141759"/>
              <a:gd name="csX151" fmla="*/ 88606 w 116967"/>
              <a:gd name="csY151" fmla="*/ 99231 h 141759"/>
              <a:gd name="csX152" fmla="*/ 85067 w 116967"/>
              <a:gd name="csY152" fmla="*/ 102775 h 141759"/>
              <a:gd name="csX153" fmla="*/ 85067 w 116967"/>
              <a:gd name="csY153" fmla="*/ 106319 h 141759"/>
              <a:gd name="csX154" fmla="*/ 88606 w 116967"/>
              <a:gd name="csY154" fmla="*/ 109863 h 141759"/>
              <a:gd name="csX155" fmla="*/ 92162 w 116967"/>
              <a:gd name="csY155" fmla="*/ 109863 h 141759"/>
              <a:gd name="csX156" fmla="*/ 95700 w 116967"/>
              <a:gd name="csY156" fmla="*/ 106319 h 141759"/>
              <a:gd name="csX157" fmla="*/ 95700 w 116967"/>
              <a:gd name="csY157" fmla="*/ 102775 h 141759"/>
              <a:gd name="csX158" fmla="*/ 92162 w 116967"/>
              <a:gd name="csY158" fmla="*/ 99231 h 141759"/>
              <a:gd name="csX159" fmla="*/ 88606 w 116967"/>
              <a:gd name="csY159" fmla="*/ 99231 h 141759"/>
              <a:gd name="csX160" fmla="*/ 109873 w 116967"/>
              <a:gd name="csY160" fmla="*/ 99231 h 141759"/>
              <a:gd name="csX161" fmla="*/ 106334 w 116967"/>
              <a:gd name="csY161" fmla="*/ 102775 h 141759"/>
              <a:gd name="csX162" fmla="*/ 106334 w 116967"/>
              <a:gd name="csY162" fmla="*/ 106319 h 141759"/>
              <a:gd name="csX163" fmla="*/ 109873 w 116967"/>
              <a:gd name="csY163" fmla="*/ 109863 h 141759"/>
              <a:gd name="csX164" fmla="*/ 113428 w 116967"/>
              <a:gd name="csY164" fmla="*/ 109863 h 141759"/>
              <a:gd name="csX165" fmla="*/ 116967 w 116967"/>
              <a:gd name="csY165" fmla="*/ 106319 h 141759"/>
              <a:gd name="csX166" fmla="*/ 116967 w 116967"/>
              <a:gd name="csY166" fmla="*/ 102775 h 141759"/>
              <a:gd name="csX167" fmla="*/ 113428 w 116967"/>
              <a:gd name="csY167" fmla="*/ 99231 h 141759"/>
              <a:gd name="csX168" fmla="*/ 109873 w 116967"/>
              <a:gd name="csY168" fmla="*/ 99231 h 141759"/>
              <a:gd name="csX169" fmla="*/ 14172 w 116967"/>
              <a:gd name="csY169" fmla="*/ 109863 h 141759"/>
              <a:gd name="csX170" fmla="*/ 10633 w 116967"/>
              <a:gd name="csY170" fmla="*/ 113407 h 141759"/>
              <a:gd name="csX171" fmla="*/ 10633 w 116967"/>
              <a:gd name="csY171" fmla="*/ 116951 h 141759"/>
              <a:gd name="csX172" fmla="*/ 14172 w 116967"/>
              <a:gd name="csY172" fmla="*/ 120495 h 141759"/>
              <a:gd name="csX173" fmla="*/ 17728 w 116967"/>
              <a:gd name="csY173" fmla="*/ 120495 h 141759"/>
              <a:gd name="csX174" fmla="*/ 21267 w 116967"/>
              <a:gd name="csY174" fmla="*/ 116951 h 141759"/>
              <a:gd name="csX175" fmla="*/ 21267 w 116967"/>
              <a:gd name="csY175" fmla="*/ 113407 h 141759"/>
              <a:gd name="csX176" fmla="*/ 17728 w 116967"/>
              <a:gd name="csY176" fmla="*/ 109863 h 141759"/>
              <a:gd name="csX177" fmla="*/ 14172 w 116967"/>
              <a:gd name="csY177" fmla="*/ 109863 h 141759"/>
              <a:gd name="csX178" fmla="*/ 35439 w 116967"/>
              <a:gd name="csY178" fmla="*/ 109863 h 141759"/>
              <a:gd name="csX179" fmla="*/ 31900 w 116967"/>
              <a:gd name="csY179" fmla="*/ 113407 h 141759"/>
              <a:gd name="csX180" fmla="*/ 31900 w 116967"/>
              <a:gd name="csY180" fmla="*/ 116951 h 141759"/>
              <a:gd name="csX181" fmla="*/ 35439 w 116967"/>
              <a:gd name="csY181" fmla="*/ 120495 h 141759"/>
              <a:gd name="csX182" fmla="*/ 38995 w 116967"/>
              <a:gd name="csY182" fmla="*/ 120495 h 141759"/>
              <a:gd name="csX183" fmla="*/ 42534 w 116967"/>
              <a:gd name="csY183" fmla="*/ 116951 h 141759"/>
              <a:gd name="csX184" fmla="*/ 42534 w 116967"/>
              <a:gd name="csY184" fmla="*/ 113407 h 141759"/>
              <a:gd name="csX185" fmla="*/ 38995 w 116967"/>
              <a:gd name="csY185" fmla="*/ 109863 h 141759"/>
              <a:gd name="csX186" fmla="*/ 35439 w 116967"/>
              <a:gd name="csY186" fmla="*/ 109863 h 141759"/>
              <a:gd name="csX187" fmla="*/ 56706 w 116967"/>
              <a:gd name="csY187" fmla="*/ 109863 h 141759"/>
              <a:gd name="csX188" fmla="*/ 53167 w 116967"/>
              <a:gd name="csY188" fmla="*/ 113407 h 141759"/>
              <a:gd name="csX189" fmla="*/ 53167 w 116967"/>
              <a:gd name="csY189" fmla="*/ 116951 h 141759"/>
              <a:gd name="csX190" fmla="*/ 56706 w 116967"/>
              <a:gd name="csY190" fmla="*/ 120495 h 141759"/>
              <a:gd name="csX191" fmla="*/ 60261 w 116967"/>
              <a:gd name="csY191" fmla="*/ 120495 h 141759"/>
              <a:gd name="csX192" fmla="*/ 63800 w 116967"/>
              <a:gd name="csY192" fmla="*/ 116951 h 141759"/>
              <a:gd name="csX193" fmla="*/ 63800 w 116967"/>
              <a:gd name="csY193" fmla="*/ 113407 h 141759"/>
              <a:gd name="csX194" fmla="*/ 60261 w 116967"/>
              <a:gd name="csY194" fmla="*/ 109863 h 141759"/>
              <a:gd name="csX195" fmla="*/ 56706 w 116967"/>
              <a:gd name="csY195" fmla="*/ 109863 h 141759"/>
              <a:gd name="csX196" fmla="*/ 77973 w 116967"/>
              <a:gd name="csY196" fmla="*/ 109863 h 141759"/>
              <a:gd name="csX197" fmla="*/ 74434 w 116967"/>
              <a:gd name="csY197" fmla="*/ 113407 h 141759"/>
              <a:gd name="csX198" fmla="*/ 74434 w 116967"/>
              <a:gd name="csY198" fmla="*/ 116951 h 141759"/>
              <a:gd name="csX199" fmla="*/ 77973 w 116967"/>
              <a:gd name="csY199" fmla="*/ 120495 h 141759"/>
              <a:gd name="csX200" fmla="*/ 81528 w 116967"/>
              <a:gd name="csY200" fmla="*/ 120495 h 141759"/>
              <a:gd name="csX201" fmla="*/ 85067 w 116967"/>
              <a:gd name="csY201" fmla="*/ 116951 h 141759"/>
              <a:gd name="csX202" fmla="*/ 85067 w 116967"/>
              <a:gd name="csY202" fmla="*/ 113407 h 141759"/>
              <a:gd name="csX203" fmla="*/ 81528 w 116967"/>
              <a:gd name="csY203" fmla="*/ 109863 h 141759"/>
              <a:gd name="csX204" fmla="*/ 77973 w 116967"/>
              <a:gd name="csY204" fmla="*/ 109863 h 141759"/>
              <a:gd name="csX205" fmla="*/ 99239 w 116967"/>
              <a:gd name="csY205" fmla="*/ 109863 h 141759"/>
              <a:gd name="csX206" fmla="*/ 95700 w 116967"/>
              <a:gd name="csY206" fmla="*/ 113407 h 141759"/>
              <a:gd name="csX207" fmla="*/ 95700 w 116967"/>
              <a:gd name="csY207" fmla="*/ 116951 h 141759"/>
              <a:gd name="csX208" fmla="*/ 99239 w 116967"/>
              <a:gd name="csY208" fmla="*/ 120495 h 141759"/>
              <a:gd name="csX209" fmla="*/ 102795 w 116967"/>
              <a:gd name="csY209" fmla="*/ 120495 h 141759"/>
              <a:gd name="csX210" fmla="*/ 106334 w 116967"/>
              <a:gd name="csY210" fmla="*/ 116951 h 141759"/>
              <a:gd name="csX211" fmla="*/ 106334 w 116967"/>
              <a:gd name="csY211" fmla="*/ 113407 h 141759"/>
              <a:gd name="csX212" fmla="*/ 102795 w 116967"/>
              <a:gd name="csY212" fmla="*/ 109863 h 141759"/>
              <a:gd name="csX213" fmla="*/ 99239 w 116967"/>
              <a:gd name="csY213" fmla="*/ 109863 h 141759"/>
              <a:gd name="csX214" fmla="*/ 3539 w 116967"/>
              <a:gd name="csY214" fmla="*/ 120495 h 141759"/>
              <a:gd name="csX215" fmla="*/ 0 w 116967"/>
              <a:gd name="csY215" fmla="*/ 124039 h 141759"/>
              <a:gd name="csX216" fmla="*/ 0 w 116967"/>
              <a:gd name="csY216" fmla="*/ 127583 h 141759"/>
              <a:gd name="csX217" fmla="*/ 3539 w 116967"/>
              <a:gd name="csY217" fmla="*/ 131127 h 141759"/>
              <a:gd name="csX218" fmla="*/ 7094 w 116967"/>
              <a:gd name="csY218" fmla="*/ 131127 h 141759"/>
              <a:gd name="csX219" fmla="*/ 10633 w 116967"/>
              <a:gd name="csY219" fmla="*/ 127583 h 141759"/>
              <a:gd name="csX220" fmla="*/ 10633 w 116967"/>
              <a:gd name="csY220" fmla="*/ 124039 h 141759"/>
              <a:gd name="csX221" fmla="*/ 7094 w 116967"/>
              <a:gd name="csY221" fmla="*/ 120495 h 141759"/>
              <a:gd name="csX222" fmla="*/ 3539 w 116967"/>
              <a:gd name="csY222" fmla="*/ 120495 h 141759"/>
              <a:gd name="csX223" fmla="*/ 24806 w 116967"/>
              <a:gd name="csY223" fmla="*/ 120495 h 141759"/>
              <a:gd name="csX224" fmla="*/ 21267 w 116967"/>
              <a:gd name="csY224" fmla="*/ 124039 h 141759"/>
              <a:gd name="csX225" fmla="*/ 21267 w 116967"/>
              <a:gd name="csY225" fmla="*/ 127583 h 141759"/>
              <a:gd name="csX226" fmla="*/ 24806 w 116967"/>
              <a:gd name="csY226" fmla="*/ 131127 h 141759"/>
              <a:gd name="csX227" fmla="*/ 28361 w 116967"/>
              <a:gd name="csY227" fmla="*/ 131127 h 141759"/>
              <a:gd name="csX228" fmla="*/ 31900 w 116967"/>
              <a:gd name="csY228" fmla="*/ 127583 h 141759"/>
              <a:gd name="csX229" fmla="*/ 31900 w 116967"/>
              <a:gd name="csY229" fmla="*/ 124039 h 141759"/>
              <a:gd name="csX230" fmla="*/ 28361 w 116967"/>
              <a:gd name="csY230" fmla="*/ 120495 h 141759"/>
              <a:gd name="csX231" fmla="*/ 24806 w 116967"/>
              <a:gd name="csY231" fmla="*/ 120495 h 141759"/>
              <a:gd name="csX232" fmla="*/ 46072 w 116967"/>
              <a:gd name="csY232" fmla="*/ 120495 h 141759"/>
              <a:gd name="csX233" fmla="*/ 42534 w 116967"/>
              <a:gd name="csY233" fmla="*/ 124039 h 141759"/>
              <a:gd name="csX234" fmla="*/ 42534 w 116967"/>
              <a:gd name="csY234" fmla="*/ 127583 h 141759"/>
              <a:gd name="csX235" fmla="*/ 46072 w 116967"/>
              <a:gd name="csY235" fmla="*/ 131127 h 141759"/>
              <a:gd name="csX236" fmla="*/ 49628 w 116967"/>
              <a:gd name="csY236" fmla="*/ 131127 h 141759"/>
              <a:gd name="csX237" fmla="*/ 53167 w 116967"/>
              <a:gd name="csY237" fmla="*/ 127583 h 141759"/>
              <a:gd name="csX238" fmla="*/ 53167 w 116967"/>
              <a:gd name="csY238" fmla="*/ 124039 h 141759"/>
              <a:gd name="csX239" fmla="*/ 49628 w 116967"/>
              <a:gd name="csY239" fmla="*/ 120495 h 141759"/>
              <a:gd name="csX240" fmla="*/ 46072 w 116967"/>
              <a:gd name="csY240" fmla="*/ 120495 h 141759"/>
              <a:gd name="csX241" fmla="*/ 67339 w 116967"/>
              <a:gd name="csY241" fmla="*/ 120495 h 141759"/>
              <a:gd name="csX242" fmla="*/ 63800 w 116967"/>
              <a:gd name="csY242" fmla="*/ 124039 h 141759"/>
              <a:gd name="csX243" fmla="*/ 63800 w 116967"/>
              <a:gd name="csY243" fmla="*/ 127583 h 141759"/>
              <a:gd name="csX244" fmla="*/ 67339 w 116967"/>
              <a:gd name="csY244" fmla="*/ 131127 h 141759"/>
              <a:gd name="csX245" fmla="*/ 70895 w 116967"/>
              <a:gd name="csY245" fmla="*/ 131127 h 141759"/>
              <a:gd name="csX246" fmla="*/ 74434 w 116967"/>
              <a:gd name="csY246" fmla="*/ 127583 h 141759"/>
              <a:gd name="csX247" fmla="*/ 74434 w 116967"/>
              <a:gd name="csY247" fmla="*/ 124039 h 141759"/>
              <a:gd name="csX248" fmla="*/ 70895 w 116967"/>
              <a:gd name="csY248" fmla="*/ 120495 h 141759"/>
              <a:gd name="csX249" fmla="*/ 67339 w 116967"/>
              <a:gd name="csY249" fmla="*/ 120495 h 141759"/>
              <a:gd name="csX250" fmla="*/ 88606 w 116967"/>
              <a:gd name="csY250" fmla="*/ 120495 h 141759"/>
              <a:gd name="csX251" fmla="*/ 85067 w 116967"/>
              <a:gd name="csY251" fmla="*/ 124039 h 141759"/>
              <a:gd name="csX252" fmla="*/ 85067 w 116967"/>
              <a:gd name="csY252" fmla="*/ 127583 h 141759"/>
              <a:gd name="csX253" fmla="*/ 88606 w 116967"/>
              <a:gd name="csY253" fmla="*/ 131127 h 141759"/>
              <a:gd name="csX254" fmla="*/ 92162 w 116967"/>
              <a:gd name="csY254" fmla="*/ 131127 h 141759"/>
              <a:gd name="csX255" fmla="*/ 95700 w 116967"/>
              <a:gd name="csY255" fmla="*/ 127583 h 141759"/>
              <a:gd name="csX256" fmla="*/ 95700 w 116967"/>
              <a:gd name="csY256" fmla="*/ 124039 h 141759"/>
              <a:gd name="csX257" fmla="*/ 92162 w 116967"/>
              <a:gd name="csY257" fmla="*/ 120495 h 141759"/>
              <a:gd name="csX258" fmla="*/ 88606 w 116967"/>
              <a:gd name="csY258" fmla="*/ 120495 h 141759"/>
              <a:gd name="csX259" fmla="*/ 109873 w 116967"/>
              <a:gd name="csY259" fmla="*/ 120495 h 141759"/>
              <a:gd name="csX260" fmla="*/ 106334 w 116967"/>
              <a:gd name="csY260" fmla="*/ 124039 h 141759"/>
              <a:gd name="csX261" fmla="*/ 106334 w 116967"/>
              <a:gd name="csY261" fmla="*/ 127583 h 141759"/>
              <a:gd name="csX262" fmla="*/ 109873 w 116967"/>
              <a:gd name="csY262" fmla="*/ 131127 h 141759"/>
              <a:gd name="csX263" fmla="*/ 113428 w 116967"/>
              <a:gd name="csY263" fmla="*/ 131127 h 141759"/>
              <a:gd name="csX264" fmla="*/ 116967 w 116967"/>
              <a:gd name="csY264" fmla="*/ 127583 h 141759"/>
              <a:gd name="csX265" fmla="*/ 116967 w 116967"/>
              <a:gd name="csY265" fmla="*/ 124039 h 141759"/>
              <a:gd name="csX266" fmla="*/ 113428 w 116967"/>
              <a:gd name="csY266" fmla="*/ 120495 h 141759"/>
              <a:gd name="csX267" fmla="*/ 109873 w 116967"/>
              <a:gd name="csY267" fmla="*/ 120495 h 141759"/>
              <a:gd name="csX268" fmla="*/ 14172 w 116967"/>
              <a:gd name="csY268" fmla="*/ 131127 h 141759"/>
              <a:gd name="csX269" fmla="*/ 10633 w 116967"/>
              <a:gd name="csY269" fmla="*/ 134671 h 141759"/>
              <a:gd name="csX270" fmla="*/ 10633 w 116967"/>
              <a:gd name="csY270" fmla="*/ 138215 h 141759"/>
              <a:gd name="csX271" fmla="*/ 14172 w 116967"/>
              <a:gd name="csY271" fmla="*/ 141759 h 141759"/>
              <a:gd name="csX272" fmla="*/ 17728 w 116967"/>
              <a:gd name="csY272" fmla="*/ 141759 h 141759"/>
              <a:gd name="csX273" fmla="*/ 21267 w 116967"/>
              <a:gd name="csY273" fmla="*/ 138215 h 141759"/>
              <a:gd name="csX274" fmla="*/ 21267 w 116967"/>
              <a:gd name="csY274" fmla="*/ 134671 h 141759"/>
              <a:gd name="csX275" fmla="*/ 17728 w 116967"/>
              <a:gd name="csY275" fmla="*/ 131127 h 141759"/>
              <a:gd name="csX276" fmla="*/ 14172 w 116967"/>
              <a:gd name="csY276" fmla="*/ 131127 h 141759"/>
              <a:gd name="csX277" fmla="*/ 35439 w 116967"/>
              <a:gd name="csY277" fmla="*/ 131127 h 141759"/>
              <a:gd name="csX278" fmla="*/ 31900 w 116967"/>
              <a:gd name="csY278" fmla="*/ 134671 h 141759"/>
              <a:gd name="csX279" fmla="*/ 31900 w 116967"/>
              <a:gd name="csY279" fmla="*/ 138215 h 141759"/>
              <a:gd name="csX280" fmla="*/ 35439 w 116967"/>
              <a:gd name="csY280" fmla="*/ 141759 h 141759"/>
              <a:gd name="csX281" fmla="*/ 38995 w 116967"/>
              <a:gd name="csY281" fmla="*/ 141759 h 141759"/>
              <a:gd name="csX282" fmla="*/ 42534 w 116967"/>
              <a:gd name="csY282" fmla="*/ 138215 h 141759"/>
              <a:gd name="csX283" fmla="*/ 42534 w 116967"/>
              <a:gd name="csY283" fmla="*/ 134671 h 141759"/>
              <a:gd name="csX284" fmla="*/ 38995 w 116967"/>
              <a:gd name="csY284" fmla="*/ 131127 h 141759"/>
              <a:gd name="csX285" fmla="*/ 35439 w 116967"/>
              <a:gd name="csY285" fmla="*/ 131127 h 141759"/>
              <a:gd name="csX286" fmla="*/ 56706 w 116967"/>
              <a:gd name="csY286" fmla="*/ 131127 h 141759"/>
              <a:gd name="csX287" fmla="*/ 53167 w 116967"/>
              <a:gd name="csY287" fmla="*/ 134671 h 141759"/>
              <a:gd name="csX288" fmla="*/ 53167 w 116967"/>
              <a:gd name="csY288" fmla="*/ 138215 h 141759"/>
              <a:gd name="csX289" fmla="*/ 56706 w 116967"/>
              <a:gd name="csY289" fmla="*/ 141759 h 141759"/>
              <a:gd name="csX290" fmla="*/ 60261 w 116967"/>
              <a:gd name="csY290" fmla="*/ 141759 h 141759"/>
              <a:gd name="csX291" fmla="*/ 63800 w 116967"/>
              <a:gd name="csY291" fmla="*/ 138215 h 141759"/>
              <a:gd name="csX292" fmla="*/ 63800 w 116967"/>
              <a:gd name="csY292" fmla="*/ 134671 h 141759"/>
              <a:gd name="csX293" fmla="*/ 60261 w 116967"/>
              <a:gd name="csY293" fmla="*/ 131127 h 141759"/>
              <a:gd name="csX294" fmla="*/ 56706 w 116967"/>
              <a:gd name="csY294" fmla="*/ 131127 h 141759"/>
              <a:gd name="csX295" fmla="*/ 77973 w 116967"/>
              <a:gd name="csY295" fmla="*/ 131127 h 141759"/>
              <a:gd name="csX296" fmla="*/ 74434 w 116967"/>
              <a:gd name="csY296" fmla="*/ 134671 h 141759"/>
              <a:gd name="csX297" fmla="*/ 74434 w 116967"/>
              <a:gd name="csY297" fmla="*/ 138215 h 141759"/>
              <a:gd name="csX298" fmla="*/ 77973 w 116967"/>
              <a:gd name="csY298" fmla="*/ 141759 h 141759"/>
              <a:gd name="csX299" fmla="*/ 81528 w 116967"/>
              <a:gd name="csY299" fmla="*/ 141759 h 141759"/>
              <a:gd name="csX300" fmla="*/ 85067 w 116967"/>
              <a:gd name="csY300" fmla="*/ 138215 h 141759"/>
              <a:gd name="csX301" fmla="*/ 85067 w 116967"/>
              <a:gd name="csY301" fmla="*/ 134671 h 141759"/>
              <a:gd name="csX302" fmla="*/ 81528 w 116967"/>
              <a:gd name="csY302" fmla="*/ 131127 h 141759"/>
              <a:gd name="csX303" fmla="*/ 77973 w 116967"/>
              <a:gd name="csY303" fmla="*/ 131127 h 141759"/>
              <a:gd name="csX304" fmla="*/ 99239 w 116967"/>
              <a:gd name="csY304" fmla="*/ 131127 h 141759"/>
              <a:gd name="csX305" fmla="*/ 95700 w 116967"/>
              <a:gd name="csY305" fmla="*/ 134671 h 141759"/>
              <a:gd name="csX306" fmla="*/ 95700 w 116967"/>
              <a:gd name="csY306" fmla="*/ 138215 h 141759"/>
              <a:gd name="csX307" fmla="*/ 99239 w 116967"/>
              <a:gd name="csY307" fmla="*/ 141759 h 141759"/>
              <a:gd name="csX308" fmla="*/ 102795 w 116967"/>
              <a:gd name="csY308" fmla="*/ 141759 h 141759"/>
              <a:gd name="csX309" fmla="*/ 106334 w 116967"/>
              <a:gd name="csY309" fmla="*/ 138215 h 141759"/>
              <a:gd name="csX310" fmla="*/ 106334 w 116967"/>
              <a:gd name="csY310" fmla="*/ 134671 h 141759"/>
              <a:gd name="csX311" fmla="*/ 102795 w 116967"/>
              <a:gd name="csY311" fmla="*/ 131127 h 141759"/>
              <a:gd name="csX312" fmla="*/ 99239 w 116967"/>
              <a:gd name="csY312" fmla="*/ 131127 h 141759"/>
            </a:gdLst>
            <a:ahLst/>
            <a:cxnLst/>
            <a:rect l="l" t="t" r="r" b="b"/>
            <a:pathLst>
              <a:path w="100000" h="100000">
                <a:moveTo>
                  <a:pt x="19990" y="0"/>
                </a:moveTo>
                <a:cubicBezTo>
                  <a:pt x="13785" y="0"/>
                  <a:pt x="8744" y="5037"/>
                  <a:pt x="8744" y="11250"/>
                </a:cubicBezTo>
                <a:lnTo>
                  <a:pt x="8744" y="47500"/>
                </a:lnTo>
                <a:cubicBezTo>
                  <a:pt x="8744" y="48880"/>
                  <a:pt x="9860" y="50000"/>
                  <a:pt x="11241" y="50000"/>
                </a:cubicBezTo>
                <a:lnTo>
                  <a:pt x="88759" y="50000"/>
                </a:lnTo>
                <a:cubicBezTo>
                  <a:pt x="90140" y="50000"/>
                  <a:pt x="91256" y="48880"/>
                  <a:pt x="91256" y="47500"/>
                </a:cubicBezTo>
                <a:lnTo>
                  <a:pt x="91256" y="40000"/>
                </a:lnTo>
                <a:lnTo>
                  <a:pt x="62500" y="40000"/>
                </a:lnTo>
                <a:cubicBezTo>
                  <a:pt x="56283" y="40000"/>
                  <a:pt x="51254" y="34963"/>
                  <a:pt x="51254" y="28750"/>
                </a:cubicBezTo>
                <a:lnTo>
                  <a:pt x="51254" y="0"/>
                </a:lnTo>
                <a:lnTo>
                  <a:pt x="19990" y="0"/>
                </a:lnTo>
                <a:close/>
                <a:moveTo>
                  <a:pt x="58755" y="2197"/>
                </a:moveTo>
                <a:lnTo>
                  <a:pt x="58755" y="28750"/>
                </a:lnTo>
                <a:cubicBezTo>
                  <a:pt x="58755" y="30818"/>
                  <a:pt x="60436" y="32500"/>
                  <a:pt x="62500" y="32500"/>
                </a:cubicBezTo>
                <a:lnTo>
                  <a:pt x="89060" y="32500"/>
                </a:lnTo>
                <a:lnTo>
                  <a:pt x="58755" y="2197"/>
                </a:lnTo>
                <a:close/>
                <a:moveTo>
                  <a:pt x="11241" y="55000"/>
                </a:moveTo>
                <a:cubicBezTo>
                  <a:pt x="9860" y="55000"/>
                  <a:pt x="8744" y="56120"/>
                  <a:pt x="8744" y="57500"/>
                </a:cubicBezTo>
                <a:lnTo>
                  <a:pt x="8744" y="60000"/>
                </a:lnTo>
                <a:cubicBezTo>
                  <a:pt x="8744" y="61380"/>
                  <a:pt x="9860" y="62500"/>
                  <a:pt x="11241" y="62500"/>
                </a:cubicBezTo>
                <a:lnTo>
                  <a:pt x="13749" y="62500"/>
                </a:lnTo>
                <a:cubicBezTo>
                  <a:pt x="15129" y="62500"/>
                  <a:pt x="16245" y="61380"/>
                  <a:pt x="16245" y="60000"/>
                </a:cubicBezTo>
                <a:lnTo>
                  <a:pt x="16245" y="57500"/>
                </a:lnTo>
                <a:cubicBezTo>
                  <a:pt x="16245" y="56120"/>
                  <a:pt x="15129" y="55000"/>
                  <a:pt x="13749" y="55000"/>
                </a:cubicBezTo>
                <a:lnTo>
                  <a:pt x="11241" y="55000"/>
                </a:lnTo>
                <a:close/>
                <a:moveTo>
                  <a:pt x="26243" y="55000"/>
                </a:moveTo>
                <a:cubicBezTo>
                  <a:pt x="24863" y="55000"/>
                  <a:pt x="23747" y="56120"/>
                  <a:pt x="23747" y="57500"/>
                </a:cubicBezTo>
                <a:lnTo>
                  <a:pt x="23747" y="60000"/>
                </a:lnTo>
                <a:cubicBezTo>
                  <a:pt x="23747" y="61380"/>
                  <a:pt x="24863" y="62500"/>
                  <a:pt x="26243" y="62500"/>
                </a:cubicBezTo>
                <a:lnTo>
                  <a:pt x="28751" y="62500"/>
                </a:lnTo>
                <a:cubicBezTo>
                  <a:pt x="30131" y="62500"/>
                  <a:pt x="31247" y="61380"/>
                  <a:pt x="31247" y="60000"/>
                </a:cubicBezTo>
                <a:lnTo>
                  <a:pt x="31247" y="57500"/>
                </a:lnTo>
                <a:cubicBezTo>
                  <a:pt x="31247" y="56120"/>
                  <a:pt x="30131" y="55000"/>
                  <a:pt x="28751" y="55000"/>
                </a:cubicBezTo>
                <a:lnTo>
                  <a:pt x="26243" y="55000"/>
                </a:lnTo>
                <a:close/>
                <a:moveTo>
                  <a:pt x="41245" y="55000"/>
                </a:moveTo>
                <a:cubicBezTo>
                  <a:pt x="39865" y="55000"/>
                  <a:pt x="38749" y="56120"/>
                  <a:pt x="38749" y="57500"/>
                </a:cubicBezTo>
                <a:lnTo>
                  <a:pt x="38749" y="60000"/>
                </a:lnTo>
                <a:cubicBezTo>
                  <a:pt x="38749" y="61380"/>
                  <a:pt x="39865" y="62500"/>
                  <a:pt x="41245" y="62500"/>
                </a:cubicBezTo>
                <a:lnTo>
                  <a:pt x="43753" y="62500"/>
                </a:lnTo>
                <a:cubicBezTo>
                  <a:pt x="45134" y="62500"/>
                  <a:pt x="46250" y="61380"/>
                  <a:pt x="46250" y="60000"/>
                </a:cubicBezTo>
                <a:lnTo>
                  <a:pt x="46250" y="57500"/>
                </a:lnTo>
                <a:cubicBezTo>
                  <a:pt x="46250" y="56120"/>
                  <a:pt x="45134" y="55000"/>
                  <a:pt x="43753" y="55000"/>
                </a:cubicBezTo>
                <a:lnTo>
                  <a:pt x="41245" y="55000"/>
                </a:lnTo>
                <a:close/>
                <a:moveTo>
                  <a:pt x="56247" y="55000"/>
                </a:moveTo>
                <a:cubicBezTo>
                  <a:pt x="54866" y="55000"/>
                  <a:pt x="53750" y="56120"/>
                  <a:pt x="53750" y="57500"/>
                </a:cubicBezTo>
                <a:lnTo>
                  <a:pt x="53750" y="60000"/>
                </a:lnTo>
                <a:cubicBezTo>
                  <a:pt x="53750" y="61380"/>
                  <a:pt x="54866" y="62500"/>
                  <a:pt x="56247" y="62500"/>
                </a:cubicBezTo>
                <a:lnTo>
                  <a:pt x="58755" y="62500"/>
                </a:lnTo>
                <a:cubicBezTo>
                  <a:pt x="60136" y="62500"/>
                  <a:pt x="61252" y="61380"/>
                  <a:pt x="61252" y="60000"/>
                </a:cubicBezTo>
                <a:lnTo>
                  <a:pt x="61252" y="57500"/>
                </a:lnTo>
                <a:cubicBezTo>
                  <a:pt x="61252" y="56120"/>
                  <a:pt x="60136" y="55000"/>
                  <a:pt x="58755" y="55000"/>
                </a:cubicBezTo>
                <a:lnTo>
                  <a:pt x="56247" y="55000"/>
                </a:lnTo>
                <a:close/>
                <a:moveTo>
                  <a:pt x="71249" y="55000"/>
                </a:moveTo>
                <a:cubicBezTo>
                  <a:pt x="69869" y="55000"/>
                  <a:pt x="68753" y="56120"/>
                  <a:pt x="68753" y="57500"/>
                </a:cubicBezTo>
                <a:lnTo>
                  <a:pt x="68753" y="60000"/>
                </a:lnTo>
                <a:cubicBezTo>
                  <a:pt x="68753" y="61380"/>
                  <a:pt x="69869" y="62500"/>
                  <a:pt x="71249" y="62500"/>
                </a:cubicBezTo>
                <a:lnTo>
                  <a:pt x="73758" y="62500"/>
                </a:lnTo>
                <a:cubicBezTo>
                  <a:pt x="75137" y="62500"/>
                  <a:pt x="76253" y="61380"/>
                  <a:pt x="76253" y="60000"/>
                </a:cubicBezTo>
                <a:lnTo>
                  <a:pt x="76253" y="57500"/>
                </a:lnTo>
                <a:cubicBezTo>
                  <a:pt x="76253" y="56120"/>
                  <a:pt x="75137" y="55000"/>
                  <a:pt x="73758" y="55000"/>
                </a:cubicBezTo>
                <a:lnTo>
                  <a:pt x="71249" y="55000"/>
                </a:lnTo>
                <a:close/>
                <a:moveTo>
                  <a:pt x="86251" y="55000"/>
                </a:moveTo>
                <a:cubicBezTo>
                  <a:pt x="84871" y="55000"/>
                  <a:pt x="83755" y="56120"/>
                  <a:pt x="83755" y="57500"/>
                </a:cubicBezTo>
                <a:lnTo>
                  <a:pt x="83755" y="60000"/>
                </a:lnTo>
                <a:cubicBezTo>
                  <a:pt x="83755" y="61380"/>
                  <a:pt x="84871" y="62500"/>
                  <a:pt x="86251" y="62500"/>
                </a:cubicBezTo>
                <a:lnTo>
                  <a:pt x="88759" y="62500"/>
                </a:lnTo>
                <a:cubicBezTo>
                  <a:pt x="90140" y="62500"/>
                  <a:pt x="91256" y="61380"/>
                  <a:pt x="91256" y="60000"/>
                </a:cubicBezTo>
                <a:lnTo>
                  <a:pt x="91256" y="57500"/>
                </a:lnTo>
                <a:cubicBezTo>
                  <a:pt x="91256" y="56120"/>
                  <a:pt x="90140" y="55000"/>
                  <a:pt x="88759" y="55000"/>
                </a:cubicBezTo>
                <a:lnTo>
                  <a:pt x="86251" y="55000"/>
                </a:lnTo>
                <a:close/>
                <a:moveTo>
                  <a:pt x="18742" y="62500"/>
                </a:moveTo>
                <a:cubicBezTo>
                  <a:pt x="17362" y="62500"/>
                  <a:pt x="16245" y="63620"/>
                  <a:pt x="16245" y="65000"/>
                </a:cubicBezTo>
                <a:lnTo>
                  <a:pt x="16245" y="67500"/>
                </a:lnTo>
                <a:cubicBezTo>
                  <a:pt x="16245" y="68880"/>
                  <a:pt x="17362" y="70000"/>
                  <a:pt x="18742" y="70000"/>
                </a:cubicBezTo>
                <a:lnTo>
                  <a:pt x="21250" y="70000"/>
                </a:lnTo>
                <a:cubicBezTo>
                  <a:pt x="22631" y="70000"/>
                  <a:pt x="23747" y="68880"/>
                  <a:pt x="23747" y="67500"/>
                </a:cubicBezTo>
                <a:lnTo>
                  <a:pt x="23747" y="65000"/>
                </a:lnTo>
                <a:cubicBezTo>
                  <a:pt x="23747" y="63620"/>
                  <a:pt x="22631" y="62500"/>
                  <a:pt x="21250" y="62500"/>
                </a:cubicBezTo>
                <a:lnTo>
                  <a:pt x="18742" y="62500"/>
                </a:lnTo>
                <a:close/>
                <a:moveTo>
                  <a:pt x="33744" y="62500"/>
                </a:moveTo>
                <a:cubicBezTo>
                  <a:pt x="32363" y="62500"/>
                  <a:pt x="31247" y="63620"/>
                  <a:pt x="31247" y="65000"/>
                </a:cubicBezTo>
                <a:lnTo>
                  <a:pt x="31247" y="67500"/>
                </a:lnTo>
                <a:cubicBezTo>
                  <a:pt x="31247" y="68880"/>
                  <a:pt x="32363" y="70000"/>
                  <a:pt x="33744" y="70000"/>
                </a:cubicBezTo>
                <a:lnTo>
                  <a:pt x="36252" y="70000"/>
                </a:lnTo>
                <a:cubicBezTo>
                  <a:pt x="37632" y="70000"/>
                  <a:pt x="38749" y="68880"/>
                  <a:pt x="38749" y="67500"/>
                </a:cubicBezTo>
                <a:lnTo>
                  <a:pt x="38749" y="65000"/>
                </a:lnTo>
                <a:cubicBezTo>
                  <a:pt x="38749" y="63620"/>
                  <a:pt x="37632" y="62500"/>
                  <a:pt x="36252" y="62500"/>
                </a:cubicBezTo>
                <a:lnTo>
                  <a:pt x="33744" y="62500"/>
                </a:lnTo>
                <a:close/>
                <a:moveTo>
                  <a:pt x="48746" y="62500"/>
                </a:moveTo>
                <a:cubicBezTo>
                  <a:pt x="47366" y="62500"/>
                  <a:pt x="46250" y="63620"/>
                  <a:pt x="46250" y="65000"/>
                </a:cubicBezTo>
                <a:lnTo>
                  <a:pt x="46250" y="67500"/>
                </a:lnTo>
                <a:cubicBezTo>
                  <a:pt x="46250" y="68880"/>
                  <a:pt x="47366" y="70000"/>
                  <a:pt x="48746" y="70000"/>
                </a:cubicBezTo>
                <a:lnTo>
                  <a:pt x="51254" y="70000"/>
                </a:lnTo>
                <a:cubicBezTo>
                  <a:pt x="52634" y="70000"/>
                  <a:pt x="53750" y="68880"/>
                  <a:pt x="53750" y="67500"/>
                </a:cubicBezTo>
                <a:lnTo>
                  <a:pt x="53750" y="65000"/>
                </a:lnTo>
                <a:cubicBezTo>
                  <a:pt x="53750" y="63620"/>
                  <a:pt x="52634" y="62500"/>
                  <a:pt x="51254" y="62500"/>
                </a:cubicBezTo>
                <a:lnTo>
                  <a:pt x="48746" y="62500"/>
                </a:lnTo>
                <a:close/>
                <a:moveTo>
                  <a:pt x="63748" y="62500"/>
                </a:moveTo>
                <a:cubicBezTo>
                  <a:pt x="62368" y="62500"/>
                  <a:pt x="61252" y="63620"/>
                  <a:pt x="61252" y="65000"/>
                </a:cubicBezTo>
                <a:lnTo>
                  <a:pt x="61252" y="67500"/>
                </a:lnTo>
                <a:cubicBezTo>
                  <a:pt x="61252" y="68880"/>
                  <a:pt x="62368" y="70000"/>
                  <a:pt x="63748" y="70000"/>
                </a:cubicBezTo>
                <a:lnTo>
                  <a:pt x="66256" y="70000"/>
                </a:lnTo>
                <a:cubicBezTo>
                  <a:pt x="67637" y="70000"/>
                  <a:pt x="68753" y="68880"/>
                  <a:pt x="68753" y="67500"/>
                </a:cubicBezTo>
                <a:lnTo>
                  <a:pt x="68753" y="65000"/>
                </a:lnTo>
                <a:cubicBezTo>
                  <a:pt x="68753" y="63620"/>
                  <a:pt x="67637" y="62500"/>
                  <a:pt x="66256" y="62500"/>
                </a:cubicBezTo>
                <a:lnTo>
                  <a:pt x="63748" y="62500"/>
                </a:lnTo>
                <a:close/>
                <a:moveTo>
                  <a:pt x="78750" y="62500"/>
                </a:moveTo>
                <a:cubicBezTo>
                  <a:pt x="77370" y="62500"/>
                  <a:pt x="76253" y="63620"/>
                  <a:pt x="76253" y="65000"/>
                </a:cubicBezTo>
                <a:lnTo>
                  <a:pt x="76253" y="67500"/>
                </a:lnTo>
                <a:cubicBezTo>
                  <a:pt x="76253" y="68880"/>
                  <a:pt x="77370" y="70000"/>
                  <a:pt x="78750" y="70000"/>
                </a:cubicBezTo>
                <a:lnTo>
                  <a:pt x="81258" y="70000"/>
                </a:lnTo>
                <a:cubicBezTo>
                  <a:pt x="82639" y="70000"/>
                  <a:pt x="83755" y="68880"/>
                  <a:pt x="83755" y="67500"/>
                </a:cubicBezTo>
                <a:lnTo>
                  <a:pt x="83755" y="65000"/>
                </a:lnTo>
                <a:cubicBezTo>
                  <a:pt x="83755" y="63620"/>
                  <a:pt x="82639" y="62500"/>
                  <a:pt x="81258" y="62500"/>
                </a:cubicBezTo>
                <a:lnTo>
                  <a:pt x="78750" y="62500"/>
                </a:lnTo>
                <a:close/>
                <a:moveTo>
                  <a:pt x="11241" y="70000"/>
                </a:moveTo>
                <a:cubicBezTo>
                  <a:pt x="9860" y="70000"/>
                  <a:pt x="8744" y="71120"/>
                  <a:pt x="8744" y="72500"/>
                </a:cubicBezTo>
                <a:lnTo>
                  <a:pt x="8744" y="75000"/>
                </a:lnTo>
                <a:cubicBezTo>
                  <a:pt x="8744" y="76380"/>
                  <a:pt x="9860" y="77500"/>
                  <a:pt x="11241" y="77500"/>
                </a:cubicBezTo>
                <a:lnTo>
                  <a:pt x="13749" y="77500"/>
                </a:lnTo>
                <a:cubicBezTo>
                  <a:pt x="15129" y="77500"/>
                  <a:pt x="16245" y="76380"/>
                  <a:pt x="16245" y="75000"/>
                </a:cubicBezTo>
                <a:lnTo>
                  <a:pt x="16245" y="72500"/>
                </a:lnTo>
                <a:cubicBezTo>
                  <a:pt x="16245" y="71120"/>
                  <a:pt x="15129" y="70000"/>
                  <a:pt x="13749" y="70000"/>
                </a:cubicBezTo>
                <a:lnTo>
                  <a:pt x="11241" y="70000"/>
                </a:lnTo>
                <a:close/>
                <a:moveTo>
                  <a:pt x="26243" y="70000"/>
                </a:moveTo>
                <a:cubicBezTo>
                  <a:pt x="24863" y="70000"/>
                  <a:pt x="23747" y="71120"/>
                  <a:pt x="23747" y="72500"/>
                </a:cubicBezTo>
                <a:lnTo>
                  <a:pt x="23747" y="75000"/>
                </a:lnTo>
                <a:cubicBezTo>
                  <a:pt x="23747" y="76380"/>
                  <a:pt x="24863" y="77500"/>
                  <a:pt x="26243" y="77500"/>
                </a:cubicBezTo>
                <a:lnTo>
                  <a:pt x="28751" y="77500"/>
                </a:lnTo>
                <a:cubicBezTo>
                  <a:pt x="30131" y="77500"/>
                  <a:pt x="31247" y="76380"/>
                  <a:pt x="31247" y="75000"/>
                </a:cubicBezTo>
                <a:lnTo>
                  <a:pt x="31247" y="72500"/>
                </a:lnTo>
                <a:cubicBezTo>
                  <a:pt x="31247" y="71120"/>
                  <a:pt x="30131" y="70000"/>
                  <a:pt x="28751" y="70000"/>
                </a:cubicBezTo>
                <a:lnTo>
                  <a:pt x="26243" y="70000"/>
                </a:lnTo>
                <a:close/>
                <a:moveTo>
                  <a:pt x="41245" y="70000"/>
                </a:moveTo>
                <a:cubicBezTo>
                  <a:pt x="39865" y="70000"/>
                  <a:pt x="38749" y="71120"/>
                  <a:pt x="38749" y="72500"/>
                </a:cubicBezTo>
                <a:lnTo>
                  <a:pt x="38749" y="75000"/>
                </a:lnTo>
                <a:cubicBezTo>
                  <a:pt x="38749" y="76380"/>
                  <a:pt x="39865" y="77500"/>
                  <a:pt x="41245" y="77500"/>
                </a:cubicBezTo>
                <a:lnTo>
                  <a:pt x="43753" y="77500"/>
                </a:lnTo>
                <a:cubicBezTo>
                  <a:pt x="45134" y="77500"/>
                  <a:pt x="46250" y="76380"/>
                  <a:pt x="46250" y="75000"/>
                </a:cubicBezTo>
                <a:lnTo>
                  <a:pt x="46250" y="72500"/>
                </a:lnTo>
                <a:cubicBezTo>
                  <a:pt x="46250" y="71120"/>
                  <a:pt x="45134" y="70000"/>
                  <a:pt x="43753" y="70000"/>
                </a:cubicBezTo>
                <a:lnTo>
                  <a:pt x="41245" y="70000"/>
                </a:lnTo>
                <a:close/>
                <a:moveTo>
                  <a:pt x="56247" y="70000"/>
                </a:moveTo>
                <a:cubicBezTo>
                  <a:pt x="54866" y="70000"/>
                  <a:pt x="53750" y="71120"/>
                  <a:pt x="53750" y="72500"/>
                </a:cubicBezTo>
                <a:lnTo>
                  <a:pt x="53750" y="75000"/>
                </a:lnTo>
                <a:cubicBezTo>
                  <a:pt x="53750" y="76380"/>
                  <a:pt x="54866" y="77500"/>
                  <a:pt x="56247" y="77500"/>
                </a:cubicBezTo>
                <a:lnTo>
                  <a:pt x="58755" y="77500"/>
                </a:lnTo>
                <a:cubicBezTo>
                  <a:pt x="60136" y="77500"/>
                  <a:pt x="61252" y="76380"/>
                  <a:pt x="61252" y="75000"/>
                </a:cubicBezTo>
                <a:lnTo>
                  <a:pt x="61252" y="72500"/>
                </a:lnTo>
                <a:cubicBezTo>
                  <a:pt x="61252" y="71120"/>
                  <a:pt x="60136" y="70000"/>
                  <a:pt x="58755" y="70000"/>
                </a:cubicBezTo>
                <a:lnTo>
                  <a:pt x="56247" y="70000"/>
                </a:lnTo>
                <a:close/>
                <a:moveTo>
                  <a:pt x="71249" y="70000"/>
                </a:moveTo>
                <a:cubicBezTo>
                  <a:pt x="69869" y="70000"/>
                  <a:pt x="68753" y="71120"/>
                  <a:pt x="68753" y="72500"/>
                </a:cubicBezTo>
                <a:lnTo>
                  <a:pt x="68753" y="75000"/>
                </a:lnTo>
                <a:cubicBezTo>
                  <a:pt x="68753" y="76380"/>
                  <a:pt x="69869" y="77500"/>
                  <a:pt x="71249" y="77500"/>
                </a:cubicBezTo>
                <a:lnTo>
                  <a:pt x="73758" y="77500"/>
                </a:lnTo>
                <a:cubicBezTo>
                  <a:pt x="75137" y="77500"/>
                  <a:pt x="76253" y="76380"/>
                  <a:pt x="76253" y="75000"/>
                </a:cubicBezTo>
                <a:lnTo>
                  <a:pt x="76253" y="72500"/>
                </a:lnTo>
                <a:cubicBezTo>
                  <a:pt x="76253" y="71120"/>
                  <a:pt x="75137" y="70000"/>
                  <a:pt x="73758" y="70000"/>
                </a:cubicBezTo>
                <a:lnTo>
                  <a:pt x="71249" y="70000"/>
                </a:lnTo>
                <a:close/>
                <a:moveTo>
                  <a:pt x="86251" y="70000"/>
                </a:moveTo>
                <a:cubicBezTo>
                  <a:pt x="84871" y="70000"/>
                  <a:pt x="83755" y="71120"/>
                  <a:pt x="83755" y="72500"/>
                </a:cubicBezTo>
                <a:lnTo>
                  <a:pt x="83755" y="75000"/>
                </a:lnTo>
                <a:cubicBezTo>
                  <a:pt x="83755" y="76380"/>
                  <a:pt x="84871" y="77500"/>
                  <a:pt x="86251" y="77500"/>
                </a:cubicBezTo>
                <a:lnTo>
                  <a:pt x="88759" y="77500"/>
                </a:lnTo>
                <a:cubicBezTo>
                  <a:pt x="90140" y="77500"/>
                  <a:pt x="91256" y="76380"/>
                  <a:pt x="91256" y="75000"/>
                </a:cubicBezTo>
                <a:lnTo>
                  <a:pt x="91256" y="72500"/>
                </a:lnTo>
                <a:cubicBezTo>
                  <a:pt x="91256" y="71120"/>
                  <a:pt x="90140" y="70000"/>
                  <a:pt x="88759" y="70000"/>
                </a:cubicBezTo>
                <a:lnTo>
                  <a:pt x="86251" y="70000"/>
                </a:lnTo>
                <a:close/>
                <a:moveTo>
                  <a:pt x="18742" y="77500"/>
                </a:moveTo>
                <a:cubicBezTo>
                  <a:pt x="17362" y="77500"/>
                  <a:pt x="16245" y="78620"/>
                  <a:pt x="16245" y="80000"/>
                </a:cubicBezTo>
                <a:lnTo>
                  <a:pt x="16245" y="82500"/>
                </a:lnTo>
                <a:cubicBezTo>
                  <a:pt x="16245" y="83880"/>
                  <a:pt x="17362" y="85000"/>
                  <a:pt x="18742" y="85000"/>
                </a:cubicBezTo>
                <a:lnTo>
                  <a:pt x="21250" y="85000"/>
                </a:lnTo>
                <a:cubicBezTo>
                  <a:pt x="22631" y="85000"/>
                  <a:pt x="23747" y="83880"/>
                  <a:pt x="23747" y="82500"/>
                </a:cubicBezTo>
                <a:lnTo>
                  <a:pt x="23747" y="80000"/>
                </a:lnTo>
                <a:cubicBezTo>
                  <a:pt x="23747" y="78620"/>
                  <a:pt x="22631" y="77500"/>
                  <a:pt x="21250" y="77500"/>
                </a:cubicBezTo>
                <a:lnTo>
                  <a:pt x="18742" y="77500"/>
                </a:lnTo>
                <a:close/>
                <a:moveTo>
                  <a:pt x="33744" y="77500"/>
                </a:moveTo>
                <a:cubicBezTo>
                  <a:pt x="32363" y="77500"/>
                  <a:pt x="31247" y="78620"/>
                  <a:pt x="31247" y="80000"/>
                </a:cubicBezTo>
                <a:lnTo>
                  <a:pt x="31247" y="82500"/>
                </a:lnTo>
                <a:cubicBezTo>
                  <a:pt x="31247" y="83880"/>
                  <a:pt x="32363" y="85000"/>
                  <a:pt x="33744" y="85000"/>
                </a:cubicBezTo>
                <a:lnTo>
                  <a:pt x="36252" y="85000"/>
                </a:lnTo>
                <a:cubicBezTo>
                  <a:pt x="37632" y="85000"/>
                  <a:pt x="38749" y="83880"/>
                  <a:pt x="38749" y="82500"/>
                </a:cubicBezTo>
                <a:lnTo>
                  <a:pt x="38749" y="80000"/>
                </a:lnTo>
                <a:cubicBezTo>
                  <a:pt x="38749" y="78620"/>
                  <a:pt x="37632" y="77500"/>
                  <a:pt x="36252" y="77500"/>
                </a:cubicBezTo>
                <a:lnTo>
                  <a:pt x="33744" y="77500"/>
                </a:lnTo>
                <a:close/>
                <a:moveTo>
                  <a:pt x="48746" y="77500"/>
                </a:moveTo>
                <a:cubicBezTo>
                  <a:pt x="47366" y="77500"/>
                  <a:pt x="46250" y="78620"/>
                  <a:pt x="46250" y="80000"/>
                </a:cubicBezTo>
                <a:lnTo>
                  <a:pt x="46250" y="82500"/>
                </a:lnTo>
                <a:cubicBezTo>
                  <a:pt x="46250" y="83880"/>
                  <a:pt x="47366" y="85000"/>
                  <a:pt x="48746" y="85000"/>
                </a:cubicBezTo>
                <a:lnTo>
                  <a:pt x="51254" y="85000"/>
                </a:lnTo>
                <a:cubicBezTo>
                  <a:pt x="52634" y="85000"/>
                  <a:pt x="53750" y="83880"/>
                  <a:pt x="53750" y="82500"/>
                </a:cubicBezTo>
                <a:lnTo>
                  <a:pt x="53750" y="80000"/>
                </a:lnTo>
                <a:cubicBezTo>
                  <a:pt x="53750" y="78620"/>
                  <a:pt x="52634" y="77500"/>
                  <a:pt x="51254" y="77500"/>
                </a:cubicBezTo>
                <a:lnTo>
                  <a:pt x="48746" y="77500"/>
                </a:lnTo>
                <a:close/>
                <a:moveTo>
                  <a:pt x="63748" y="77500"/>
                </a:moveTo>
                <a:cubicBezTo>
                  <a:pt x="62368" y="77500"/>
                  <a:pt x="61252" y="78620"/>
                  <a:pt x="61252" y="80000"/>
                </a:cubicBezTo>
                <a:lnTo>
                  <a:pt x="61252" y="82500"/>
                </a:lnTo>
                <a:cubicBezTo>
                  <a:pt x="61252" y="83880"/>
                  <a:pt x="62368" y="85000"/>
                  <a:pt x="63748" y="85000"/>
                </a:cubicBezTo>
                <a:lnTo>
                  <a:pt x="66256" y="85000"/>
                </a:lnTo>
                <a:cubicBezTo>
                  <a:pt x="67637" y="85000"/>
                  <a:pt x="68753" y="83880"/>
                  <a:pt x="68753" y="82500"/>
                </a:cubicBezTo>
                <a:lnTo>
                  <a:pt x="68753" y="80000"/>
                </a:lnTo>
                <a:cubicBezTo>
                  <a:pt x="68753" y="78620"/>
                  <a:pt x="67637" y="77500"/>
                  <a:pt x="66256" y="77500"/>
                </a:cubicBezTo>
                <a:lnTo>
                  <a:pt x="63748" y="77500"/>
                </a:lnTo>
                <a:close/>
                <a:moveTo>
                  <a:pt x="78750" y="77500"/>
                </a:moveTo>
                <a:cubicBezTo>
                  <a:pt x="77370" y="77500"/>
                  <a:pt x="76253" y="78620"/>
                  <a:pt x="76253" y="80000"/>
                </a:cubicBezTo>
                <a:lnTo>
                  <a:pt x="76253" y="82500"/>
                </a:lnTo>
                <a:cubicBezTo>
                  <a:pt x="76253" y="83880"/>
                  <a:pt x="77370" y="85000"/>
                  <a:pt x="78750" y="85000"/>
                </a:cubicBezTo>
                <a:lnTo>
                  <a:pt x="81258" y="85000"/>
                </a:lnTo>
                <a:cubicBezTo>
                  <a:pt x="82639" y="85000"/>
                  <a:pt x="83755" y="83880"/>
                  <a:pt x="83755" y="82500"/>
                </a:cubicBezTo>
                <a:lnTo>
                  <a:pt x="83755" y="80000"/>
                </a:lnTo>
                <a:cubicBezTo>
                  <a:pt x="83755" y="78620"/>
                  <a:pt x="82639" y="77500"/>
                  <a:pt x="81258" y="77500"/>
                </a:cubicBezTo>
                <a:lnTo>
                  <a:pt x="78750" y="77500"/>
                </a:lnTo>
                <a:close/>
                <a:moveTo>
                  <a:pt x="11241" y="85000"/>
                </a:moveTo>
                <a:cubicBezTo>
                  <a:pt x="9860" y="85000"/>
                  <a:pt x="8744" y="86120"/>
                  <a:pt x="8744" y="87500"/>
                </a:cubicBezTo>
                <a:lnTo>
                  <a:pt x="8744" y="90000"/>
                </a:lnTo>
                <a:cubicBezTo>
                  <a:pt x="8744" y="91380"/>
                  <a:pt x="9860" y="92500"/>
                  <a:pt x="11241" y="92500"/>
                </a:cubicBezTo>
                <a:lnTo>
                  <a:pt x="13749" y="92500"/>
                </a:lnTo>
                <a:cubicBezTo>
                  <a:pt x="15129" y="92500"/>
                  <a:pt x="16245" y="91380"/>
                  <a:pt x="16245" y="90000"/>
                </a:cubicBezTo>
                <a:lnTo>
                  <a:pt x="16245" y="87500"/>
                </a:lnTo>
                <a:cubicBezTo>
                  <a:pt x="16245" y="86120"/>
                  <a:pt x="15129" y="85000"/>
                  <a:pt x="13749" y="85000"/>
                </a:cubicBezTo>
                <a:lnTo>
                  <a:pt x="11241" y="85000"/>
                </a:lnTo>
                <a:close/>
                <a:moveTo>
                  <a:pt x="26243" y="85000"/>
                </a:moveTo>
                <a:cubicBezTo>
                  <a:pt x="24863" y="85000"/>
                  <a:pt x="23747" y="86120"/>
                  <a:pt x="23747" y="87500"/>
                </a:cubicBezTo>
                <a:lnTo>
                  <a:pt x="23747" y="90000"/>
                </a:lnTo>
                <a:cubicBezTo>
                  <a:pt x="23747" y="91380"/>
                  <a:pt x="24863" y="92500"/>
                  <a:pt x="26243" y="92500"/>
                </a:cubicBezTo>
                <a:lnTo>
                  <a:pt x="28751" y="92500"/>
                </a:lnTo>
                <a:cubicBezTo>
                  <a:pt x="30131" y="92500"/>
                  <a:pt x="31247" y="91380"/>
                  <a:pt x="31247" y="90000"/>
                </a:cubicBezTo>
                <a:lnTo>
                  <a:pt x="31247" y="87500"/>
                </a:lnTo>
                <a:cubicBezTo>
                  <a:pt x="31247" y="86120"/>
                  <a:pt x="30131" y="85000"/>
                  <a:pt x="28751" y="85000"/>
                </a:cubicBezTo>
                <a:lnTo>
                  <a:pt x="26243" y="85000"/>
                </a:lnTo>
                <a:close/>
                <a:moveTo>
                  <a:pt x="41245" y="85000"/>
                </a:moveTo>
                <a:cubicBezTo>
                  <a:pt x="39865" y="85000"/>
                  <a:pt x="38749" y="86120"/>
                  <a:pt x="38749" y="87500"/>
                </a:cubicBezTo>
                <a:lnTo>
                  <a:pt x="38749" y="90000"/>
                </a:lnTo>
                <a:cubicBezTo>
                  <a:pt x="38749" y="91380"/>
                  <a:pt x="39865" y="92500"/>
                  <a:pt x="41245" y="92500"/>
                </a:cubicBezTo>
                <a:lnTo>
                  <a:pt x="43753" y="92500"/>
                </a:lnTo>
                <a:cubicBezTo>
                  <a:pt x="45134" y="92500"/>
                  <a:pt x="46250" y="91380"/>
                  <a:pt x="46250" y="90000"/>
                </a:cubicBezTo>
                <a:lnTo>
                  <a:pt x="46250" y="87500"/>
                </a:lnTo>
                <a:cubicBezTo>
                  <a:pt x="46250" y="86120"/>
                  <a:pt x="45134" y="85000"/>
                  <a:pt x="43753" y="85000"/>
                </a:cubicBezTo>
                <a:lnTo>
                  <a:pt x="41245" y="85000"/>
                </a:lnTo>
                <a:close/>
                <a:moveTo>
                  <a:pt x="56247" y="85000"/>
                </a:moveTo>
                <a:cubicBezTo>
                  <a:pt x="54866" y="85000"/>
                  <a:pt x="53750" y="86120"/>
                  <a:pt x="53750" y="87500"/>
                </a:cubicBezTo>
                <a:lnTo>
                  <a:pt x="53750" y="90000"/>
                </a:lnTo>
                <a:cubicBezTo>
                  <a:pt x="53750" y="91380"/>
                  <a:pt x="54866" y="92500"/>
                  <a:pt x="56247" y="92500"/>
                </a:cubicBezTo>
                <a:lnTo>
                  <a:pt x="58755" y="92500"/>
                </a:lnTo>
                <a:cubicBezTo>
                  <a:pt x="60136" y="92500"/>
                  <a:pt x="61252" y="91380"/>
                  <a:pt x="61252" y="90000"/>
                </a:cubicBezTo>
                <a:lnTo>
                  <a:pt x="61252" y="87500"/>
                </a:lnTo>
                <a:cubicBezTo>
                  <a:pt x="61252" y="86120"/>
                  <a:pt x="60136" y="85000"/>
                  <a:pt x="58755" y="85000"/>
                </a:cubicBezTo>
                <a:lnTo>
                  <a:pt x="56247" y="85000"/>
                </a:lnTo>
                <a:close/>
                <a:moveTo>
                  <a:pt x="71249" y="85000"/>
                </a:moveTo>
                <a:cubicBezTo>
                  <a:pt x="69869" y="85000"/>
                  <a:pt x="68753" y="86120"/>
                  <a:pt x="68753" y="87500"/>
                </a:cubicBezTo>
                <a:lnTo>
                  <a:pt x="68753" y="90000"/>
                </a:lnTo>
                <a:cubicBezTo>
                  <a:pt x="68753" y="91380"/>
                  <a:pt x="69869" y="92500"/>
                  <a:pt x="71249" y="92500"/>
                </a:cubicBezTo>
                <a:lnTo>
                  <a:pt x="73758" y="92500"/>
                </a:lnTo>
                <a:cubicBezTo>
                  <a:pt x="75137" y="92500"/>
                  <a:pt x="76253" y="91380"/>
                  <a:pt x="76253" y="90000"/>
                </a:cubicBezTo>
                <a:lnTo>
                  <a:pt x="76253" y="87500"/>
                </a:lnTo>
                <a:cubicBezTo>
                  <a:pt x="76253" y="86120"/>
                  <a:pt x="75137" y="85000"/>
                  <a:pt x="73758" y="85000"/>
                </a:cubicBezTo>
                <a:lnTo>
                  <a:pt x="71249" y="85000"/>
                </a:lnTo>
                <a:close/>
                <a:moveTo>
                  <a:pt x="86251" y="85000"/>
                </a:moveTo>
                <a:cubicBezTo>
                  <a:pt x="84871" y="85000"/>
                  <a:pt x="83755" y="86120"/>
                  <a:pt x="83755" y="87500"/>
                </a:cubicBezTo>
                <a:lnTo>
                  <a:pt x="83755" y="90000"/>
                </a:lnTo>
                <a:cubicBezTo>
                  <a:pt x="83755" y="91380"/>
                  <a:pt x="84871" y="92500"/>
                  <a:pt x="86251" y="92500"/>
                </a:cubicBezTo>
                <a:lnTo>
                  <a:pt x="88759" y="92500"/>
                </a:lnTo>
                <a:cubicBezTo>
                  <a:pt x="90140" y="92500"/>
                  <a:pt x="91256" y="91380"/>
                  <a:pt x="91256" y="90000"/>
                </a:cubicBezTo>
                <a:lnTo>
                  <a:pt x="91256" y="87500"/>
                </a:lnTo>
                <a:cubicBezTo>
                  <a:pt x="91256" y="86120"/>
                  <a:pt x="90140" y="85000"/>
                  <a:pt x="88759" y="85000"/>
                </a:cubicBezTo>
                <a:lnTo>
                  <a:pt x="86251" y="85000"/>
                </a:lnTo>
                <a:close/>
                <a:moveTo>
                  <a:pt x="18742" y="92500"/>
                </a:moveTo>
                <a:cubicBezTo>
                  <a:pt x="17362" y="92500"/>
                  <a:pt x="16245" y="93620"/>
                  <a:pt x="16245" y="95000"/>
                </a:cubicBezTo>
                <a:lnTo>
                  <a:pt x="16245" y="97500"/>
                </a:lnTo>
                <a:cubicBezTo>
                  <a:pt x="16245" y="98880"/>
                  <a:pt x="17362" y="100000"/>
                  <a:pt x="18742" y="100000"/>
                </a:cubicBezTo>
                <a:lnTo>
                  <a:pt x="21250" y="100000"/>
                </a:lnTo>
                <a:cubicBezTo>
                  <a:pt x="22631" y="100000"/>
                  <a:pt x="23747" y="98880"/>
                  <a:pt x="23747" y="97500"/>
                </a:cubicBezTo>
                <a:lnTo>
                  <a:pt x="23747" y="95000"/>
                </a:lnTo>
                <a:cubicBezTo>
                  <a:pt x="23747" y="93620"/>
                  <a:pt x="22631" y="92500"/>
                  <a:pt x="21250" y="92500"/>
                </a:cubicBezTo>
                <a:lnTo>
                  <a:pt x="18742" y="92500"/>
                </a:lnTo>
                <a:close/>
                <a:moveTo>
                  <a:pt x="33744" y="92500"/>
                </a:moveTo>
                <a:cubicBezTo>
                  <a:pt x="32363" y="92500"/>
                  <a:pt x="31247" y="93620"/>
                  <a:pt x="31247" y="95000"/>
                </a:cubicBezTo>
                <a:lnTo>
                  <a:pt x="31247" y="97500"/>
                </a:lnTo>
                <a:cubicBezTo>
                  <a:pt x="31247" y="98880"/>
                  <a:pt x="32363" y="100000"/>
                  <a:pt x="33744" y="100000"/>
                </a:cubicBezTo>
                <a:lnTo>
                  <a:pt x="36252" y="100000"/>
                </a:lnTo>
                <a:cubicBezTo>
                  <a:pt x="37632" y="100000"/>
                  <a:pt x="38749" y="98880"/>
                  <a:pt x="38749" y="97500"/>
                </a:cubicBezTo>
                <a:lnTo>
                  <a:pt x="38749" y="95000"/>
                </a:lnTo>
                <a:cubicBezTo>
                  <a:pt x="38749" y="93620"/>
                  <a:pt x="37632" y="92500"/>
                  <a:pt x="36252" y="92500"/>
                </a:cubicBezTo>
                <a:lnTo>
                  <a:pt x="33744" y="92500"/>
                </a:lnTo>
                <a:close/>
                <a:moveTo>
                  <a:pt x="48746" y="92500"/>
                </a:moveTo>
                <a:cubicBezTo>
                  <a:pt x="47366" y="92500"/>
                  <a:pt x="46250" y="93620"/>
                  <a:pt x="46250" y="95000"/>
                </a:cubicBezTo>
                <a:lnTo>
                  <a:pt x="46250" y="97500"/>
                </a:lnTo>
                <a:cubicBezTo>
                  <a:pt x="46250" y="98880"/>
                  <a:pt x="47366" y="100000"/>
                  <a:pt x="48746" y="100000"/>
                </a:cubicBezTo>
                <a:lnTo>
                  <a:pt x="51254" y="100000"/>
                </a:lnTo>
                <a:cubicBezTo>
                  <a:pt x="52634" y="100000"/>
                  <a:pt x="53750" y="98880"/>
                  <a:pt x="53750" y="97500"/>
                </a:cubicBezTo>
                <a:lnTo>
                  <a:pt x="53750" y="95000"/>
                </a:lnTo>
                <a:cubicBezTo>
                  <a:pt x="53750" y="93620"/>
                  <a:pt x="52634" y="92500"/>
                  <a:pt x="51254" y="92500"/>
                </a:cubicBezTo>
                <a:lnTo>
                  <a:pt x="48746" y="92500"/>
                </a:lnTo>
                <a:close/>
                <a:moveTo>
                  <a:pt x="63748" y="92500"/>
                </a:moveTo>
                <a:cubicBezTo>
                  <a:pt x="62368" y="92500"/>
                  <a:pt x="61252" y="93620"/>
                  <a:pt x="61252" y="95000"/>
                </a:cubicBezTo>
                <a:lnTo>
                  <a:pt x="61252" y="97500"/>
                </a:lnTo>
                <a:cubicBezTo>
                  <a:pt x="61252" y="98880"/>
                  <a:pt x="62368" y="100000"/>
                  <a:pt x="63748" y="100000"/>
                </a:cubicBezTo>
                <a:lnTo>
                  <a:pt x="66256" y="100000"/>
                </a:lnTo>
                <a:cubicBezTo>
                  <a:pt x="67637" y="100000"/>
                  <a:pt x="68753" y="98880"/>
                  <a:pt x="68753" y="97500"/>
                </a:cubicBezTo>
                <a:lnTo>
                  <a:pt x="68753" y="95000"/>
                </a:lnTo>
                <a:cubicBezTo>
                  <a:pt x="68753" y="93620"/>
                  <a:pt x="67637" y="92500"/>
                  <a:pt x="66256" y="92500"/>
                </a:cubicBezTo>
                <a:lnTo>
                  <a:pt x="63748" y="92500"/>
                </a:lnTo>
                <a:close/>
                <a:moveTo>
                  <a:pt x="78750" y="92500"/>
                </a:moveTo>
                <a:cubicBezTo>
                  <a:pt x="77370" y="92500"/>
                  <a:pt x="76253" y="93620"/>
                  <a:pt x="76253" y="95000"/>
                </a:cubicBezTo>
                <a:lnTo>
                  <a:pt x="76253" y="97500"/>
                </a:lnTo>
                <a:cubicBezTo>
                  <a:pt x="76253" y="98880"/>
                  <a:pt x="77370" y="100000"/>
                  <a:pt x="78750" y="100000"/>
                </a:cubicBezTo>
                <a:lnTo>
                  <a:pt x="81258" y="100000"/>
                </a:lnTo>
                <a:cubicBezTo>
                  <a:pt x="82639" y="100000"/>
                  <a:pt x="83755" y="98880"/>
                  <a:pt x="83755" y="97500"/>
                </a:cubicBezTo>
                <a:lnTo>
                  <a:pt x="83755" y="95000"/>
                </a:lnTo>
                <a:cubicBezTo>
                  <a:pt x="83755" y="93620"/>
                  <a:pt x="82639" y="92500"/>
                  <a:pt x="81258" y="92500"/>
                </a:cubicBezTo>
                <a:lnTo>
                  <a:pt x="78750" y="9250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3" name="Чёрный — SVG 34">
            <a:extLst>
              <a:ext uri="{FF2B5EF4-FFF2-40B4-BE49-F238E27FC236}">
                <a16:creationId xmlns:a16="http://schemas.microsoft.com/office/drawing/2014/main" id="{B869ED5D-CF4E-DE4A-85E9-9BD06511F0D4}"/>
              </a:ext>
            </a:extLst>
          </p:cNvPr>
          <p:cNvSpPr>
            <a:spLocks noGrp="1"/>
          </p:cNvSpPr>
          <p:nvPr/>
        </p:nvSpPr>
        <p:spPr>
          <a:xfrm>
            <a:off x="9420000" y="321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2 h 127583"/>
              <a:gd name="csX2" fmla="*/ 0 w 127600"/>
              <a:gd name="csY2" fmla="*/ 82937 h 127583"/>
              <a:gd name="csX3" fmla="*/ 26609 w 127600"/>
              <a:gd name="csY3" fmla="*/ 57209 h 127583"/>
              <a:gd name="csX4" fmla="*/ 46548 w 127600"/>
              <a:gd name="csY4" fmla="*/ 57209 h 127583"/>
              <a:gd name="csX5" fmla="*/ 68445 w 127600"/>
              <a:gd name="csY5" fmla="*/ 78390 h 127583"/>
              <a:gd name="csX6" fmla="*/ 75710 w 127600"/>
              <a:gd name="csY6" fmla="*/ 71371 h 127583"/>
              <a:gd name="csX7" fmla="*/ 95650 w 127600"/>
              <a:gd name="csY7" fmla="*/ 71371 h 127583"/>
              <a:gd name="csX8" fmla="*/ 127601 w 127600"/>
              <a:gd name="csY8" fmla="*/ 102270 h 127583"/>
              <a:gd name="csX9" fmla="*/ 127601 w 127600"/>
              <a:gd name="csY9" fmla="*/ 19492 h 127583"/>
              <a:gd name="csX10" fmla="*/ 108103 w 127600"/>
              <a:gd name="csY10" fmla="*/ 0 h 127583"/>
              <a:gd name="csX11" fmla="*/ 19497 w 127600"/>
              <a:gd name="csY11" fmla="*/ 0 h 127583"/>
              <a:gd name="csX12" fmla="*/ 86837 w 127600"/>
              <a:gd name="csY12" fmla="*/ 24808 h 127583"/>
              <a:gd name="csX13" fmla="*/ 102795 w 127600"/>
              <a:gd name="csY13" fmla="*/ 40756 h 127583"/>
              <a:gd name="csX14" fmla="*/ 86837 w 127600"/>
              <a:gd name="csY14" fmla="*/ 56704 h 127583"/>
              <a:gd name="csX15" fmla="*/ 70895 w 127600"/>
              <a:gd name="csY15" fmla="*/ 40756 h 127583"/>
              <a:gd name="csX16" fmla="*/ 86837 w 127600"/>
              <a:gd name="csY16" fmla="*/ 24808 h 127583"/>
              <a:gd name="csX17" fmla="*/ 86837 w 127600"/>
              <a:gd name="csY17" fmla="*/ 35440 h 127583"/>
              <a:gd name="csX18" fmla="*/ 83077 w 127600"/>
              <a:gd name="csY18" fmla="*/ 36997 h 127583"/>
              <a:gd name="csX19" fmla="*/ 81528 w 127600"/>
              <a:gd name="csY19" fmla="*/ 40756 h 127583"/>
              <a:gd name="csX20" fmla="*/ 83077 w 127600"/>
              <a:gd name="csY20" fmla="*/ 44515 h 127583"/>
              <a:gd name="csX21" fmla="*/ 86837 w 127600"/>
              <a:gd name="csY21" fmla="*/ 46072 h 127583"/>
              <a:gd name="csX22" fmla="*/ 90596 w 127600"/>
              <a:gd name="csY22" fmla="*/ 44515 h 127583"/>
              <a:gd name="csX23" fmla="*/ 92162 w 127600"/>
              <a:gd name="csY23" fmla="*/ 40756 h 127583"/>
              <a:gd name="csX24" fmla="*/ 90596 w 127600"/>
              <a:gd name="csY24" fmla="*/ 36997 h 127583"/>
              <a:gd name="csX25" fmla="*/ 86837 w 127600"/>
              <a:gd name="csY25" fmla="*/ 35440 h 127583"/>
              <a:gd name="csX26" fmla="*/ 36579 w 127600"/>
              <a:gd name="csY26" fmla="*/ 63826 h 127583"/>
              <a:gd name="csX27" fmla="*/ 33993 w 127600"/>
              <a:gd name="csY27" fmla="*/ 64851 h 127583"/>
              <a:gd name="csX28" fmla="*/ 0 w 127600"/>
              <a:gd name="csY28" fmla="*/ 97729 h 127583"/>
              <a:gd name="csX29" fmla="*/ 0 w 127600"/>
              <a:gd name="csY29" fmla="*/ 108091 h 127583"/>
              <a:gd name="csX30" fmla="*/ 17694 w 127600"/>
              <a:gd name="csY30" fmla="*/ 127493 h 127583"/>
              <a:gd name="csX31" fmla="*/ 60806 w 127600"/>
              <a:gd name="csY31" fmla="*/ 85789 h 127583"/>
              <a:gd name="csX32" fmla="*/ 39147 w 127600"/>
              <a:gd name="csY32" fmla="*/ 64851 h 127583"/>
              <a:gd name="csX33" fmla="*/ 36579 w 127600"/>
              <a:gd name="csY33" fmla="*/ 63826 h 127583"/>
              <a:gd name="csX34" fmla="*/ 85679 w 127600"/>
              <a:gd name="csY34" fmla="*/ 78002 h 127583"/>
              <a:gd name="csX35" fmla="*/ 83111 w 127600"/>
              <a:gd name="csY35" fmla="*/ 79013 h 127583"/>
              <a:gd name="csX36" fmla="*/ 32887 w 127600"/>
              <a:gd name="csY36" fmla="*/ 127583 h 127583"/>
              <a:gd name="csX37" fmla="*/ 108103 w 127600"/>
              <a:gd name="csY37" fmla="*/ 127583 h 127583"/>
              <a:gd name="csX38" fmla="*/ 126086 w 127600"/>
              <a:gd name="csY38" fmla="*/ 115602 h 127583"/>
              <a:gd name="csX39" fmla="*/ 88265 w 127600"/>
              <a:gd name="csY39" fmla="*/ 79013 h 127583"/>
              <a:gd name="csX40" fmla="*/ 85679 w 127600"/>
              <a:gd name="csY40" fmla="*/ 78002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40" y="7"/>
                  <a:pt x="0" y="6844"/>
                  <a:pt x="0" y="15283"/>
                </a:cubicBezTo>
                <a:lnTo>
                  <a:pt x="0" y="65004"/>
                </a:lnTo>
                <a:lnTo>
                  <a:pt x="20853" y="44841"/>
                </a:lnTo>
                <a:cubicBezTo>
                  <a:pt x="25080" y="40747"/>
                  <a:pt x="32253" y="40753"/>
                  <a:pt x="36480" y="44841"/>
                </a:cubicBezTo>
                <a:lnTo>
                  <a:pt x="53640" y="61441"/>
                </a:lnTo>
                <a:lnTo>
                  <a:pt x="59334" y="55940"/>
                </a:lnTo>
                <a:cubicBezTo>
                  <a:pt x="63547" y="51862"/>
                  <a:pt x="70747" y="51862"/>
                  <a:pt x="74961" y="55940"/>
                </a:cubicBezTo>
                <a:lnTo>
                  <a:pt x="100001" y="80156"/>
                </a:lnTo>
                <a:lnTo>
                  <a:pt x="100001" y="15283"/>
                </a:lnTo>
                <a:cubicBezTo>
                  <a:pt x="100001" y="6844"/>
                  <a:pt x="93161" y="7"/>
                  <a:pt x="84720" y="7"/>
                </a:cubicBezTo>
                <a:lnTo>
                  <a:pt x="15280" y="7"/>
                </a:lnTo>
                <a:close/>
                <a:moveTo>
                  <a:pt x="68054" y="19449"/>
                </a:moveTo>
                <a:cubicBezTo>
                  <a:pt x="74947" y="19449"/>
                  <a:pt x="80560" y="25056"/>
                  <a:pt x="80560" y="31947"/>
                </a:cubicBezTo>
                <a:cubicBezTo>
                  <a:pt x="80560" y="38837"/>
                  <a:pt x="74947" y="44446"/>
                  <a:pt x="68054" y="44446"/>
                </a:cubicBezTo>
                <a:cubicBezTo>
                  <a:pt x="61161" y="44446"/>
                  <a:pt x="55560" y="38837"/>
                  <a:pt x="55560" y="31947"/>
                </a:cubicBezTo>
                <a:cubicBezTo>
                  <a:pt x="55560" y="25056"/>
                  <a:pt x="61161" y="19449"/>
                  <a:pt x="68054" y="19449"/>
                </a:cubicBezTo>
                <a:close/>
                <a:moveTo>
                  <a:pt x="68054" y="27781"/>
                </a:moveTo>
                <a:cubicBezTo>
                  <a:pt x="66947" y="27781"/>
                  <a:pt x="65893" y="28220"/>
                  <a:pt x="65107" y="29001"/>
                </a:cubicBezTo>
                <a:cubicBezTo>
                  <a:pt x="64334" y="29783"/>
                  <a:pt x="63893" y="30842"/>
                  <a:pt x="63893" y="31947"/>
                </a:cubicBezTo>
                <a:cubicBezTo>
                  <a:pt x="63893" y="33052"/>
                  <a:pt x="64334" y="34112"/>
                  <a:pt x="65107" y="34893"/>
                </a:cubicBezTo>
                <a:cubicBezTo>
                  <a:pt x="65893" y="35674"/>
                  <a:pt x="66947" y="36113"/>
                  <a:pt x="68054" y="36113"/>
                </a:cubicBezTo>
                <a:cubicBezTo>
                  <a:pt x="69161" y="36113"/>
                  <a:pt x="70226" y="35674"/>
                  <a:pt x="71000" y="34893"/>
                </a:cubicBezTo>
                <a:cubicBezTo>
                  <a:pt x="71787" y="34112"/>
                  <a:pt x="72227" y="33052"/>
                  <a:pt x="72227" y="31947"/>
                </a:cubicBezTo>
                <a:cubicBezTo>
                  <a:pt x="72227" y="30842"/>
                  <a:pt x="71787" y="29783"/>
                  <a:pt x="71000" y="29001"/>
                </a:cubicBezTo>
                <a:cubicBezTo>
                  <a:pt x="70226" y="28220"/>
                  <a:pt x="69161" y="27781"/>
                  <a:pt x="68054" y="27781"/>
                </a:cubicBezTo>
                <a:close/>
                <a:moveTo>
                  <a:pt x="28667" y="50027"/>
                </a:moveTo>
                <a:cubicBezTo>
                  <a:pt x="27933" y="50027"/>
                  <a:pt x="27200" y="50295"/>
                  <a:pt x="26640" y="50830"/>
                </a:cubicBezTo>
                <a:lnTo>
                  <a:pt x="0" y="76597"/>
                </a:lnTo>
                <a:lnTo>
                  <a:pt x="0" y="84717"/>
                </a:lnTo>
                <a:cubicBezTo>
                  <a:pt x="0" y="92675"/>
                  <a:pt x="6093" y="99210"/>
                  <a:pt x="13867" y="99923"/>
                </a:cubicBezTo>
                <a:lnTo>
                  <a:pt x="47654" y="67239"/>
                </a:lnTo>
                <a:lnTo>
                  <a:pt x="30679" y="50830"/>
                </a:lnTo>
                <a:cubicBezTo>
                  <a:pt x="30133" y="50295"/>
                  <a:pt x="29400" y="50027"/>
                  <a:pt x="28667" y="50027"/>
                </a:cubicBezTo>
                <a:close/>
                <a:moveTo>
                  <a:pt x="67147" y="61137"/>
                </a:moveTo>
                <a:cubicBezTo>
                  <a:pt x="66414" y="61137"/>
                  <a:pt x="65680" y="61401"/>
                  <a:pt x="65134" y="61929"/>
                </a:cubicBezTo>
                <a:lnTo>
                  <a:pt x="25774" y="99993"/>
                </a:lnTo>
                <a:lnTo>
                  <a:pt x="84720" y="99993"/>
                </a:lnTo>
                <a:cubicBezTo>
                  <a:pt x="91067" y="99993"/>
                  <a:pt x="96507" y="96116"/>
                  <a:pt x="98813" y="90604"/>
                </a:cubicBezTo>
                <a:lnTo>
                  <a:pt x="69173" y="61929"/>
                </a:lnTo>
                <a:cubicBezTo>
                  <a:pt x="68627" y="61401"/>
                  <a:pt x="67893" y="61137"/>
                  <a:pt x="67147" y="6113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4" name="Чёрный — SVG 35">
            <a:extLst>
              <a:ext uri="{FF2B5EF4-FFF2-40B4-BE49-F238E27FC236}">
                <a16:creationId xmlns:a16="http://schemas.microsoft.com/office/drawing/2014/main" id="{9A2431AB-E6C0-3C49-8E90-17CBB9C30280}"/>
              </a:ext>
            </a:extLst>
          </p:cNvPr>
          <p:cNvSpPr>
            <a:spLocks noGrp="1"/>
          </p:cNvSpPr>
          <p:nvPr/>
        </p:nvSpPr>
        <p:spPr>
          <a:xfrm>
            <a:off x="10020000" y="3210000"/>
            <a:ext cx="220000" cy="220000"/>
          </a:xfrm>
          <a:custGeom>
            <a:avLst/>
            <a:gdLst>
              <a:gd name="csX0" fmla="*/ 15942 w 134695"/>
              <a:gd name="csY0" fmla="*/ 0 h 148847"/>
              <a:gd name="csX1" fmla="*/ 0 w 134695"/>
              <a:gd name="csY1" fmla="*/ 15948 h 148847"/>
              <a:gd name="csX2" fmla="*/ 0 w 134695"/>
              <a:gd name="csY2" fmla="*/ 125811 h 148847"/>
              <a:gd name="csX3" fmla="*/ 15942 w 134695"/>
              <a:gd name="csY3" fmla="*/ 141759 h 148847"/>
              <a:gd name="csX4" fmla="*/ 62490 w 134695"/>
              <a:gd name="csY4" fmla="*/ 141759 h 148847"/>
              <a:gd name="csX5" fmla="*/ 49628 w 134695"/>
              <a:gd name="csY5" fmla="*/ 109863 h 148847"/>
              <a:gd name="csX6" fmla="*/ 95700 w 134695"/>
              <a:gd name="csY6" fmla="*/ 63792 h 148847"/>
              <a:gd name="csX7" fmla="*/ 113428 w 134695"/>
              <a:gd name="csY7" fmla="*/ 67336 h 148847"/>
              <a:gd name="csX8" fmla="*/ 113428 w 134695"/>
              <a:gd name="csY8" fmla="*/ 56704 h 148847"/>
              <a:gd name="csX9" fmla="*/ 72664 w 134695"/>
              <a:gd name="csY9" fmla="*/ 56704 h 148847"/>
              <a:gd name="csX10" fmla="*/ 56706 w 134695"/>
              <a:gd name="csY10" fmla="*/ 40756 h 148847"/>
              <a:gd name="csX11" fmla="*/ 56706 w 134695"/>
              <a:gd name="csY11" fmla="*/ 0 h 148847"/>
              <a:gd name="csX12" fmla="*/ 15942 w 134695"/>
              <a:gd name="csY12" fmla="*/ 0 h 148847"/>
              <a:gd name="csX13" fmla="*/ 67339 w 134695"/>
              <a:gd name="csY13" fmla="*/ 3115 h 148847"/>
              <a:gd name="csX14" fmla="*/ 67339 w 134695"/>
              <a:gd name="csY14" fmla="*/ 40756 h 148847"/>
              <a:gd name="csX15" fmla="*/ 72664 w 134695"/>
              <a:gd name="csY15" fmla="*/ 46072 h 148847"/>
              <a:gd name="csX16" fmla="*/ 110315 w 134695"/>
              <a:gd name="csY16" fmla="*/ 46072 h 148847"/>
              <a:gd name="csX17" fmla="*/ 67339 w 134695"/>
              <a:gd name="csY17" fmla="*/ 3115 h 148847"/>
              <a:gd name="csX18" fmla="*/ 95700 w 134695"/>
              <a:gd name="csY18" fmla="*/ 70880 h 148847"/>
              <a:gd name="csX19" fmla="*/ 56706 w 134695"/>
              <a:gd name="csY19" fmla="*/ 109863 h 148847"/>
              <a:gd name="csX20" fmla="*/ 95700 w 134695"/>
              <a:gd name="csY20" fmla="*/ 148847 h 148847"/>
              <a:gd name="csX21" fmla="*/ 134695 w 134695"/>
              <a:gd name="csY21" fmla="*/ 109863 h 148847"/>
              <a:gd name="csX22" fmla="*/ 95700 w 134695"/>
              <a:gd name="csY22" fmla="*/ 70880 h 148847"/>
              <a:gd name="csX23" fmla="*/ 95700 w 134695"/>
              <a:gd name="csY23" fmla="*/ 85056 h 148847"/>
              <a:gd name="csX24" fmla="*/ 99239 w 134695"/>
              <a:gd name="csY24" fmla="*/ 88599 h 148847"/>
              <a:gd name="csX25" fmla="*/ 99239 w 134695"/>
              <a:gd name="csY25" fmla="*/ 116951 h 148847"/>
              <a:gd name="csX26" fmla="*/ 95700 w 134695"/>
              <a:gd name="csY26" fmla="*/ 120495 h 148847"/>
              <a:gd name="csX27" fmla="*/ 92162 w 134695"/>
              <a:gd name="csY27" fmla="*/ 116951 h 148847"/>
              <a:gd name="csX28" fmla="*/ 92162 w 134695"/>
              <a:gd name="csY28" fmla="*/ 88599 h 148847"/>
              <a:gd name="csX29" fmla="*/ 95700 w 134695"/>
              <a:gd name="csY29" fmla="*/ 85056 h 148847"/>
              <a:gd name="csX30" fmla="*/ 95700 w 134695"/>
              <a:gd name="csY30" fmla="*/ 126697 h 148847"/>
              <a:gd name="csX31" fmla="*/ 100124 w 134695"/>
              <a:gd name="csY31" fmla="*/ 131127 h 148847"/>
              <a:gd name="csX32" fmla="*/ 95700 w 134695"/>
              <a:gd name="csY32" fmla="*/ 135557 h 148847"/>
              <a:gd name="csX33" fmla="*/ 91277 w 134695"/>
              <a:gd name="csY33" fmla="*/ 131127 h 148847"/>
              <a:gd name="csX34" fmla="*/ 95700 w 134695"/>
              <a:gd name="csY34" fmla="*/ 126697 h 148847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6" y="0"/>
                  <a:pt x="4754" y="4807"/>
                  <a:pt x="4754" y="10714"/>
                </a:cubicBezTo>
                <a:lnTo>
                  <a:pt x="4754" y="84524"/>
                </a:lnTo>
                <a:cubicBezTo>
                  <a:pt x="4754" y="90431"/>
                  <a:pt x="9566" y="95238"/>
                  <a:pt x="15464" y="95238"/>
                </a:cubicBezTo>
                <a:lnTo>
                  <a:pt x="46737" y="95238"/>
                </a:lnTo>
                <a:cubicBezTo>
                  <a:pt x="41387" y="89674"/>
                  <a:pt x="38095" y="82119"/>
                  <a:pt x="38095" y="73809"/>
                </a:cubicBezTo>
                <a:cubicBezTo>
                  <a:pt x="38095" y="56743"/>
                  <a:pt x="51983" y="42857"/>
                  <a:pt x="69048" y="42857"/>
                </a:cubicBezTo>
                <a:cubicBezTo>
                  <a:pt x="73266" y="42857"/>
                  <a:pt x="77289" y="43705"/>
                  <a:pt x="80958" y="45238"/>
                </a:cubicBezTo>
                <a:lnTo>
                  <a:pt x="80958" y="38095"/>
                </a:lnTo>
                <a:lnTo>
                  <a:pt x="53572" y="38095"/>
                </a:lnTo>
                <a:cubicBezTo>
                  <a:pt x="47662" y="38095"/>
                  <a:pt x="42851" y="33288"/>
                  <a:pt x="42851" y="27381"/>
                </a:cubicBezTo>
                <a:lnTo>
                  <a:pt x="42851" y="0"/>
                </a:lnTo>
                <a:lnTo>
                  <a:pt x="15464" y="0"/>
                </a:lnTo>
                <a:close/>
                <a:moveTo>
                  <a:pt x="49994" y="2093"/>
                </a:moveTo>
                <a:lnTo>
                  <a:pt x="49994" y="27381"/>
                </a:lnTo>
                <a:cubicBezTo>
                  <a:pt x="49994" y="29350"/>
                  <a:pt x="51606" y="30953"/>
                  <a:pt x="53572" y="30953"/>
                </a:cubicBezTo>
                <a:lnTo>
                  <a:pt x="78867" y="30953"/>
                </a:lnTo>
                <a:lnTo>
                  <a:pt x="49994" y="2093"/>
                </a:lnTo>
                <a:close/>
                <a:moveTo>
                  <a:pt x="69048" y="47619"/>
                </a:moveTo>
                <a:cubicBezTo>
                  <a:pt x="54578" y="47619"/>
                  <a:pt x="42851" y="59346"/>
                  <a:pt x="42851" y="73809"/>
                </a:cubicBezTo>
                <a:cubicBezTo>
                  <a:pt x="42851" y="88274"/>
                  <a:pt x="54578" y="100000"/>
                  <a:pt x="69048" y="100000"/>
                </a:cubicBezTo>
                <a:cubicBezTo>
                  <a:pt x="83519" y="100000"/>
                  <a:pt x="95246" y="88274"/>
                  <a:pt x="95246" y="73809"/>
                </a:cubicBezTo>
                <a:cubicBezTo>
                  <a:pt x="95246" y="59346"/>
                  <a:pt x="83519" y="47619"/>
                  <a:pt x="69048" y="47619"/>
                </a:cubicBezTo>
                <a:close/>
                <a:moveTo>
                  <a:pt x="69048" y="57143"/>
                </a:moveTo>
                <a:cubicBezTo>
                  <a:pt x="70363" y="57143"/>
                  <a:pt x="71426" y="58209"/>
                  <a:pt x="71426" y="59524"/>
                </a:cubicBezTo>
                <a:lnTo>
                  <a:pt x="71426" y="78571"/>
                </a:lnTo>
                <a:cubicBezTo>
                  <a:pt x="71426" y="79886"/>
                  <a:pt x="70363" y="80952"/>
                  <a:pt x="69048" y="80952"/>
                </a:cubicBezTo>
                <a:cubicBezTo>
                  <a:pt x="67734" y="80952"/>
                  <a:pt x="66671" y="79886"/>
                  <a:pt x="66671" y="78571"/>
                </a:cubicBezTo>
                <a:lnTo>
                  <a:pt x="66671" y="59524"/>
                </a:lnTo>
                <a:cubicBezTo>
                  <a:pt x="66671" y="58209"/>
                  <a:pt x="67734" y="57143"/>
                  <a:pt x="69048" y="57143"/>
                </a:cubicBezTo>
                <a:close/>
                <a:moveTo>
                  <a:pt x="69048" y="85119"/>
                </a:moveTo>
                <a:cubicBezTo>
                  <a:pt x="70694" y="85119"/>
                  <a:pt x="72020" y="86453"/>
                  <a:pt x="72020" y="88095"/>
                </a:cubicBezTo>
                <a:cubicBezTo>
                  <a:pt x="72020" y="89738"/>
                  <a:pt x="70694" y="91071"/>
                  <a:pt x="69048" y="91071"/>
                </a:cubicBezTo>
                <a:cubicBezTo>
                  <a:pt x="67403" y="91071"/>
                  <a:pt x="66077" y="89738"/>
                  <a:pt x="66077" y="88095"/>
                </a:cubicBezTo>
                <a:cubicBezTo>
                  <a:pt x="66077" y="86453"/>
                  <a:pt x="67403" y="85119"/>
                  <a:pt x="69048" y="8511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5" name="Чёрный — SVG 36">
            <a:extLst>
              <a:ext uri="{FF2B5EF4-FFF2-40B4-BE49-F238E27FC236}">
                <a16:creationId xmlns:a16="http://schemas.microsoft.com/office/drawing/2014/main" id="{917C519D-D5AE-EC41-9137-ED4D96531946}"/>
              </a:ext>
            </a:extLst>
          </p:cNvPr>
          <p:cNvSpPr>
            <a:spLocks noGrp="1"/>
          </p:cNvSpPr>
          <p:nvPr/>
        </p:nvSpPr>
        <p:spPr>
          <a:xfrm>
            <a:off x="10620000" y="3210000"/>
            <a:ext cx="220000" cy="220000"/>
          </a:xfrm>
          <a:custGeom>
            <a:avLst/>
            <a:gdLst>
              <a:gd name="csX0" fmla="*/ 141773 w 141774"/>
              <a:gd name="csY0" fmla="*/ 65564 h 131281"/>
              <a:gd name="csX1" fmla="*/ 140208 w 141774"/>
              <a:gd name="csY1" fmla="*/ 61882 h 131281"/>
              <a:gd name="csX2" fmla="*/ 126035 w 141774"/>
              <a:gd name="csY2" fmla="*/ 47706 h 131281"/>
              <a:gd name="csX3" fmla="*/ 124317 w 141774"/>
              <a:gd name="csY3" fmla="*/ 46509 h 131281"/>
              <a:gd name="csX4" fmla="*/ 122259 w 141774"/>
              <a:gd name="csY4" fmla="*/ 46071 h 131281"/>
              <a:gd name="csX5" fmla="*/ 120200 w 141774"/>
              <a:gd name="csY5" fmla="*/ 46466 h 131281"/>
              <a:gd name="csX6" fmla="*/ 118448 w 141774"/>
              <a:gd name="csY6" fmla="*/ 47630 h 131281"/>
              <a:gd name="csX7" fmla="*/ 117274 w 141774"/>
              <a:gd name="csY7" fmla="*/ 49378 h 131281"/>
              <a:gd name="csX8" fmla="*/ 116882 w 141774"/>
              <a:gd name="csY8" fmla="*/ 51442 h 131281"/>
              <a:gd name="csX9" fmla="*/ 117324 w 141774"/>
              <a:gd name="csY9" fmla="*/ 53498 h 131281"/>
              <a:gd name="csX10" fmla="*/ 118516 w 141774"/>
              <a:gd name="csY10" fmla="*/ 55223 h 131281"/>
              <a:gd name="csX11" fmla="*/ 123620 w 141774"/>
              <a:gd name="csY11" fmla="*/ 60325 h 131281"/>
              <a:gd name="csX12" fmla="*/ 104548 w 141774"/>
              <a:gd name="csY12" fmla="*/ 60325 h 131281"/>
              <a:gd name="csX13" fmla="*/ 102506 w 141774"/>
              <a:gd name="csY13" fmla="*/ 60708 h 131281"/>
              <a:gd name="csX14" fmla="*/ 100753 w 141774"/>
              <a:gd name="csY14" fmla="*/ 61854 h 131281"/>
              <a:gd name="csX15" fmla="*/ 99580 w 141774"/>
              <a:gd name="csY15" fmla="*/ 63589 h 131281"/>
              <a:gd name="csX16" fmla="*/ 99171 w 141774"/>
              <a:gd name="csY16" fmla="*/ 65641 h 131281"/>
              <a:gd name="csX17" fmla="*/ 99580 w 141774"/>
              <a:gd name="csY17" fmla="*/ 67693 h 131281"/>
              <a:gd name="csX18" fmla="*/ 100753 w 141774"/>
              <a:gd name="csY18" fmla="*/ 69426 h 131281"/>
              <a:gd name="csX19" fmla="*/ 102506 w 141774"/>
              <a:gd name="csY19" fmla="*/ 70574 h 131281"/>
              <a:gd name="csX20" fmla="*/ 104548 w 141774"/>
              <a:gd name="csY20" fmla="*/ 70957 h 131281"/>
              <a:gd name="csX21" fmla="*/ 123620 w 141774"/>
              <a:gd name="csY21" fmla="*/ 70957 h 131281"/>
              <a:gd name="csX22" fmla="*/ 118516 w 141774"/>
              <a:gd name="csY22" fmla="*/ 76059 h 131281"/>
              <a:gd name="csX23" fmla="*/ 117324 w 141774"/>
              <a:gd name="csY23" fmla="*/ 77784 h 131281"/>
              <a:gd name="csX24" fmla="*/ 116882 w 141774"/>
              <a:gd name="csY24" fmla="*/ 79838 h 131281"/>
              <a:gd name="csX25" fmla="*/ 117274 w 141774"/>
              <a:gd name="csY25" fmla="*/ 81902 h 131281"/>
              <a:gd name="csX26" fmla="*/ 118448 w 141774"/>
              <a:gd name="csY26" fmla="*/ 83652 h 131281"/>
              <a:gd name="csX27" fmla="*/ 120200 w 141774"/>
              <a:gd name="csY27" fmla="*/ 84816 h 131281"/>
              <a:gd name="csX28" fmla="*/ 122259 w 141774"/>
              <a:gd name="csY28" fmla="*/ 85209 h 131281"/>
              <a:gd name="csX29" fmla="*/ 124317 w 141774"/>
              <a:gd name="csY29" fmla="*/ 84773 h 131281"/>
              <a:gd name="csX30" fmla="*/ 126035 w 141774"/>
              <a:gd name="csY30" fmla="*/ 83576 h 131281"/>
              <a:gd name="csX31" fmla="*/ 140208 w 141774"/>
              <a:gd name="csY31" fmla="*/ 69399 h 131281"/>
              <a:gd name="csX32" fmla="*/ 141382 w 141774"/>
              <a:gd name="csY32" fmla="*/ 67640 h 131281"/>
              <a:gd name="csX33" fmla="*/ 141773 w 141774"/>
              <a:gd name="csY33" fmla="*/ 65564 h 131281"/>
              <a:gd name="csX34" fmla="*/ 120506 w 141774"/>
              <a:gd name="csY34" fmla="*/ 111636 h 131281"/>
              <a:gd name="csX35" fmla="*/ 118941 w 141774"/>
              <a:gd name="csY35" fmla="*/ 107954 h 131281"/>
              <a:gd name="csX36" fmla="*/ 104769 w 141774"/>
              <a:gd name="csY36" fmla="*/ 93777 h 131281"/>
              <a:gd name="csX37" fmla="*/ 103050 w 141774"/>
              <a:gd name="csY37" fmla="*/ 92580 h 131281"/>
              <a:gd name="csX38" fmla="*/ 100992 w 141774"/>
              <a:gd name="csY38" fmla="*/ 92144 h 131281"/>
              <a:gd name="csX39" fmla="*/ 98933 w 141774"/>
              <a:gd name="csY39" fmla="*/ 92539 h 131281"/>
              <a:gd name="csX40" fmla="*/ 97181 w 141774"/>
              <a:gd name="csY40" fmla="*/ 93701 h 131281"/>
              <a:gd name="csX41" fmla="*/ 96007 w 141774"/>
              <a:gd name="csY41" fmla="*/ 95451 h 131281"/>
              <a:gd name="csX42" fmla="*/ 95616 w 141774"/>
              <a:gd name="csY42" fmla="*/ 97515 h 131281"/>
              <a:gd name="csX43" fmla="*/ 96058 w 141774"/>
              <a:gd name="csY43" fmla="*/ 99570 h 131281"/>
              <a:gd name="csX44" fmla="*/ 97249 w 141774"/>
              <a:gd name="csY44" fmla="*/ 101295 h 131281"/>
              <a:gd name="csX45" fmla="*/ 102353 w 141774"/>
              <a:gd name="csY45" fmla="*/ 106396 h 131281"/>
              <a:gd name="csX46" fmla="*/ 83281 w 141774"/>
              <a:gd name="csY46" fmla="*/ 106396 h 131281"/>
              <a:gd name="csX47" fmla="*/ 81239 w 141774"/>
              <a:gd name="csY47" fmla="*/ 106779 h 131281"/>
              <a:gd name="csX48" fmla="*/ 79487 w 141774"/>
              <a:gd name="csY48" fmla="*/ 107927 h 131281"/>
              <a:gd name="csX49" fmla="*/ 78313 w 141774"/>
              <a:gd name="csY49" fmla="*/ 109661 h 131281"/>
              <a:gd name="csX50" fmla="*/ 77904 w 141774"/>
              <a:gd name="csY50" fmla="*/ 111712 h 131281"/>
              <a:gd name="csX51" fmla="*/ 78313 w 141774"/>
              <a:gd name="csY51" fmla="*/ 113764 h 131281"/>
              <a:gd name="csX52" fmla="*/ 79487 w 141774"/>
              <a:gd name="csY52" fmla="*/ 115499 h 131281"/>
              <a:gd name="csX53" fmla="*/ 81239 w 141774"/>
              <a:gd name="csY53" fmla="*/ 116645 h 131281"/>
              <a:gd name="csX54" fmla="*/ 83281 w 141774"/>
              <a:gd name="csY54" fmla="*/ 117028 h 131281"/>
              <a:gd name="csX55" fmla="*/ 102353 w 141774"/>
              <a:gd name="csY55" fmla="*/ 117028 h 131281"/>
              <a:gd name="csX56" fmla="*/ 97249 w 141774"/>
              <a:gd name="csY56" fmla="*/ 122130 h 131281"/>
              <a:gd name="csX57" fmla="*/ 96058 w 141774"/>
              <a:gd name="csY57" fmla="*/ 123856 h 131281"/>
              <a:gd name="csX58" fmla="*/ 95616 w 141774"/>
              <a:gd name="csY58" fmla="*/ 125911 h 131281"/>
              <a:gd name="csX59" fmla="*/ 96007 w 141774"/>
              <a:gd name="csY59" fmla="*/ 127975 h 131281"/>
              <a:gd name="csX60" fmla="*/ 97181 w 141774"/>
              <a:gd name="csY60" fmla="*/ 129724 h 131281"/>
              <a:gd name="csX61" fmla="*/ 98933 w 141774"/>
              <a:gd name="csY61" fmla="*/ 130887 h 131281"/>
              <a:gd name="csX62" fmla="*/ 100992 w 141774"/>
              <a:gd name="csY62" fmla="*/ 131282 h 131281"/>
              <a:gd name="csX63" fmla="*/ 103050 w 141774"/>
              <a:gd name="csY63" fmla="*/ 130845 h 131281"/>
              <a:gd name="csX64" fmla="*/ 104769 w 141774"/>
              <a:gd name="csY64" fmla="*/ 129647 h 131281"/>
              <a:gd name="csX65" fmla="*/ 118941 w 141774"/>
              <a:gd name="csY65" fmla="*/ 115472 h 131281"/>
              <a:gd name="csX66" fmla="*/ 120115 w 141774"/>
              <a:gd name="csY66" fmla="*/ 113711 h 131281"/>
              <a:gd name="csX67" fmla="*/ 120506 w 141774"/>
              <a:gd name="csY67" fmla="*/ 111636 h 131281"/>
              <a:gd name="csX68" fmla="*/ 99239 w 141774"/>
              <a:gd name="csY68" fmla="*/ 19493 h 131281"/>
              <a:gd name="csX69" fmla="*/ 97674 w 141774"/>
              <a:gd name="csY69" fmla="*/ 15810 h 131281"/>
              <a:gd name="csX70" fmla="*/ 83502 w 141774"/>
              <a:gd name="csY70" fmla="*/ 1635 h 131281"/>
              <a:gd name="csX71" fmla="*/ 81784 w 141774"/>
              <a:gd name="csY71" fmla="*/ 436 h 131281"/>
              <a:gd name="csX72" fmla="*/ 79725 w 141774"/>
              <a:gd name="csY72" fmla="*/ 0 h 131281"/>
              <a:gd name="csX73" fmla="*/ 77666 w 141774"/>
              <a:gd name="csY73" fmla="*/ 395 h 131281"/>
              <a:gd name="csX74" fmla="*/ 75914 w 141774"/>
              <a:gd name="csY74" fmla="*/ 1557 h 131281"/>
              <a:gd name="csX75" fmla="*/ 74740 w 141774"/>
              <a:gd name="csY75" fmla="*/ 3307 h 131281"/>
              <a:gd name="csX76" fmla="*/ 74349 w 141774"/>
              <a:gd name="csY76" fmla="*/ 5371 h 131281"/>
              <a:gd name="csX77" fmla="*/ 74791 w 141774"/>
              <a:gd name="csY77" fmla="*/ 7426 h 131281"/>
              <a:gd name="csX78" fmla="*/ 75982 w 141774"/>
              <a:gd name="csY78" fmla="*/ 9152 h 131281"/>
              <a:gd name="csX79" fmla="*/ 81086 w 141774"/>
              <a:gd name="csY79" fmla="*/ 14254 h 131281"/>
              <a:gd name="csX80" fmla="*/ 62014 w 141774"/>
              <a:gd name="csY80" fmla="*/ 14254 h 131281"/>
              <a:gd name="csX81" fmla="*/ 59972 w 141774"/>
              <a:gd name="csY81" fmla="*/ 14637 h 131281"/>
              <a:gd name="csX82" fmla="*/ 58220 w 141774"/>
              <a:gd name="csY82" fmla="*/ 15783 h 131281"/>
              <a:gd name="csX83" fmla="*/ 57046 w 141774"/>
              <a:gd name="csY83" fmla="*/ 17517 h 131281"/>
              <a:gd name="csX84" fmla="*/ 56638 w 141774"/>
              <a:gd name="csY84" fmla="*/ 19570 h 131281"/>
              <a:gd name="csX85" fmla="*/ 57046 w 141774"/>
              <a:gd name="csY85" fmla="*/ 21621 h 131281"/>
              <a:gd name="csX86" fmla="*/ 58220 w 141774"/>
              <a:gd name="csY86" fmla="*/ 23355 h 131281"/>
              <a:gd name="csX87" fmla="*/ 59972 w 141774"/>
              <a:gd name="csY87" fmla="*/ 24503 h 131281"/>
              <a:gd name="csX88" fmla="*/ 62014 w 141774"/>
              <a:gd name="csY88" fmla="*/ 24886 h 131281"/>
              <a:gd name="csX89" fmla="*/ 81086 w 141774"/>
              <a:gd name="csY89" fmla="*/ 24886 h 131281"/>
              <a:gd name="csX90" fmla="*/ 75982 w 141774"/>
              <a:gd name="csY90" fmla="*/ 29986 h 131281"/>
              <a:gd name="csX91" fmla="*/ 74791 w 141774"/>
              <a:gd name="csY91" fmla="*/ 31712 h 131281"/>
              <a:gd name="csX92" fmla="*/ 74349 w 141774"/>
              <a:gd name="csY92" fmla="*/ 33767 h 131281"/>
              <a:gd name="csX93" fmla="*/ 74740 w 141774"/>
              <a:gd name="csY93" fmla="*/ 35831 h 131281"/>
              <a:gd name="csX94" fmla="*/ 75914 w 141774"/>
              <a:gd name="csY94" fmla="*/ 37581 h 131281"/>
              <a:gd name="csX95" fmla="*/ 77666 w 141774"/>
              <a:gd name="csY95" fmla="*/ 38743 h 131281"/>
              <a:gd name="csX96" fmla="*/ 79725 w 141774"/>
              <a:gd name="csY96" fmla="*/ 39138 h 131281"/>
              <a:gd name="csX97" fmla="*/ 81784 w 141774"/>
              <a:gd name="csY97" fmla="*/ 38702 h 131281"/>
              <a:gd name="csX98" fmla="*/ 83502 w 141774"/>
              <a:gd name="csY98" fmla="*/ 37503 h 131281"/>
              <a:gd name="csX99" fmla="*/ 97674 w 141774"/>
              <a:gd name="csY99" fmla="*/ 23328 h 131281"/>
              <a:gd name="csX100" fmla="*/ 98848 w 141774"/>
              <a:gd name="csY100" fmla="*/ 21569 h 131281"/>
              <a:gd name="csX101" fmla="*/ 99239 w 141774"/>
              <a:gd name="csY101" fmla="*/ 19493 h 131281"/>
              <a:gd name="csX102" fmla="*/ 92145 w 141774"/>
              <a:gd name="csY102" fmla="*/ 65641 h 131281"/>
              <a:gd name="csX103" fmla="*/ 76203 w 141774"/>
              <a:gd name="csY103" fmla="*/ 49693 h 131281"/>
              <a:gd name="csX104" fmla="*/ 15942 w 141774"/>
              <a:gd name="csY104" fmla="*/ 49693 h 131281"/>
              <a:gd name="csX105" fmla="*/ 0 w 141774"/>
              <a:gd name="csY105" fmla="*/ 65641 h 131281"/>
              <a:gd name="csX106" fmla="*/ 15942 w 141774"/>
              <a:gd name="csY106" fmla="*/ 81589 h 131281"/>
              <a:gd name="csX107" fmla="*/ 76203 w 141774"/>
              <a:gd name="csY107" fmla="*/ 81589 h 131281"/>
              <a:gd name="csX108" fmla="*/ 92145 w 141774"/>
              <a:gd name="csY108" fmla="*/ 65641 h 131281"/>
              <a:gd name="csX109" fmla="*/ 70878 w 141774"/>
              <a:gd name="csY109" fmla="*/ 111712 h 131281"/>
              <a:gd name="csX110" fmla="*/ 54936 w 141774"/>
              <a:gd name="csY110" fmla="*/ 95764 h 131281"/>
              <a:gd name="csX111" fmla="*/ 15942 w 141774"/>
              <a:gd name="csY111" fmla="*/ 95764 h 131281"/>
              <a:gd name="csX112" fmla="*/ 0 w 141774"/>
              <a:gd name="csY112" fmla="*/ 111712 h 131281"/>
              <a:gd name="csX113" fmla="*/ 15942 w 141774"/>
              <a:gd name="csY113" fmla="*/ 127660 h 131281"/>
              <a:gd name="csX114" fmla="*/ 54936 w 141774"/>
              <a:gd name="csY114" fmla="*/ 127660 h 131281"/>
              <a:gd name="csX115" fmla="*/ 70878 w 141774"/>
              <a:gd name="csY115" fmla="*/ 111712 h 131281"/>
              <a:gd name="csX116" fmla="*/ 49611 w 141774"/>
              <a:gd name="csY116" fmla="*/ 19570 h 131281"/>
              <a:gd name="csX117" fmla="*/ 33670 w 141774"/>
              <a:gd name="csY117" fmla="*/ 3622 h 131281"/>
              <a:gd name="csX118" fmla="*/ 15942 w 141774"/>
              <a:gd name="csY118" fmla="*/ 3622 h 131281"/>
              <a:gd name="csX119" fmla="*/ 0 w 141774"/>
              <a:gd name="csY119" fmla="*/ 19570 h 131281"/>
              <a:gd name="csX120" fmla="*/ 15942 w 141774"/>
              <a:gd name="csY120" fmla="*/ 35518 h 131281"/>
              <a:gd name="csX121" fmla="*/ 33670 w 141774"/>
              <a:gd name="csY121" fmla="*/ 35518 h 131281"/>
              <a:gd name="csX122" fmla="*/ 49611 w 141774"/>
              <a:gd name="csY122" fmla="*/ 19570 h 131281"/>
            </a:gdLst>
            <a:ahLst/>
            <a:cxnLst/>
            <a:rect l="l" t="t" r="r" b="b"/>
            <a:pathLst>
              <a:path w="100000" h="100000">
                <a:moveTo>
                  <a:pt x="99999" y="49946"/>
                </a:moveTo>
                <a:cubicBezTo>
                  <a:pt x="99987" y="48971"/>
                  <a:pt x="99591" y="48039"/>
                  <a:pt x="98895" y="47349"/>
                </a:cubicBezTo>
                <a:lnTo>
                  <a:pt x="88899" y="37350"/>
                </a:lnTo>
                <a:cubicBezTo>
                  <a:pt x="88551" y="36990"/>
                  <a:pt x="88143" y="36703"/>
                  <a:pt x="87687" y="36506"/>
                </a:cubicBezTo>
                <a:cubicBezTo>
                  <a:pt x="87219" y="36307"/>
                  <a:pt x="86727" y="36203"/>
                  <a:pt x="86235" y="36197"/>
                </a:cubicBezTo>
                <a:cubicBezTo>
                  <a:pt x="85731" y="36192"/>
                  <a:pt x="85238" y="36287"/>
                  <a:pt x="84783" y="36475"/>
                </a:cubicBezTo>
                <a:cubicBezTo>
                  <a:pt x="84314" y="36664"/>
                  <a:pt x="83895" y="36944"/>
                  <a:pt x="83547" y="37296"/>
                </a:cubicBezTo>
                <a:cubicBezTo>
                  <a:pt x="83187" y="37649"/>
                  <a:pt x="82911" y="38067"/>
                  <a:pt x="82719" y="38529"/>
                </a:cubicBezTo>
                <a:cubicBezTo>
                  <a:pt x="82538" y="38991"/>
                  <a:pt x="82442" y="39487"/>
                  <a:pt x="82442" y="39985"/>
                </a:cubicBezTo>
                <a:cubicBezTo>
                  <a:pt x="82454" y="40484"/>
                  <a:pt x="82550" y="40978"/>
                  <a:pt x="82754" y="41435"/>
                </a:cubicBezTo>
                <a:cubicBezTo>
                  <a:pt x="82947" y="41893"/>
                  <a:pt x="83235" y="42306"/>
                  <a:pt x="83595" y="42652"/>
                </a:cubicBezTo>
                <a:lnTo>
                  <a:pt x="87195" y="46251"/>
                </a:lnTo>
                <a:lnTo>
                  <a:pt x="73743" y="46251"/>
                </a:lnTo>
                <a:cubicBezTo>
                  <a:pt x="73250" y="46244"/>
                  <a:pt x="72759" y="46336"/>
                  <a:pt x="72302" y="46521"/>
                </a:cubicBezTo>
                <a:cubicBezTo>
                  <a:pt x="71834" y="46706"/>
                  <a:pt x="71414" y="46981"/>
                  <a:pt x="71066" y="47329"/>
                </a:cubicBezTo>
                <a:cubicBezTo>
                  <a:pt x="70706" y="47678"/>
                  <a:pt x="70430" y="48095"/>
                  <a:pt x="70239" y="48553"/>
                </a:cubicBezTo>
                <a:cubicBezTo>
                  <a:pt x="70046" y="49011"/>
                  <a:pt x="69950" y="49504"/>
                  <a:pt x="69950" y="50000"/>
                </a:cubicBezTo>
                <a:cubicBezTo>
                  <a:pt x="69950" y="50497"/>
                  <a:pt x="70046" y="50989"/>
                  <a:pt x="70239" y="51448"/>
                </a:cubicBezTo>
                <a:cubicBezTo>
                  <a:pt x="70430" y="51905"/>
                  <a:pt x="70706" y="52322"/>
                  <a:pt x="71066" y="52670"/>
                </a:cubicBezTo>
                <a:cubicBezTo>
                  <a:pt x="71414" y="53019"/>
                  <a:pt x="71834" y="53294"/>
                  <a:pt x="72302" y="53480"/>
                </a:cubicBezTo>
                <a:cubicBezTo>
                  <a:pt x="72759" y="53665"/>
                  <a:pt x="73250" y="53757"/>
                  <a:pt x="73743" y="53750"/>
                </a:cubicBezTo>
                <a:lnTo>
                  <a:pt x="87195" y="53750"/>
                </a:lnTo>
                <a:lnTo>
                  <a:pt x="83595" y="57349"/>
                </a:lnTo>
                <a:cubicBezTo>
                  <a:pt x="83235" y="57694"/>
                  <a:pt x="82947" y="58108"/>
                  <a:pt x="82754" y="58565"/>
                </a:cubicBezTo>
                <a:cubicBezTo>
                  <a:pt x="82550" y="59023"/>
                  <a:pt x="82454" y="59517"/>
                  <a:pt x="82442" y="60014"/>
                </a:cubicBezTo>
                <a:cubicBezTo>
                  <a:pt x="82442" y="60514"/>
                  <a:pt x="82538" y="61009"/>
                  <a:pt x="82719" y="61470"/>
                </a:cubicBezTo>
                <a:cubicBezTo>
                  <a:pt x="82911" y="61932"/>
                  <a:pt x="83187" y="62352"/>
                  <a:pt x="83547" y="62704"/>
                </a:cubicBezTo>
                <a:cubicBezTo>
                  <a:pt x="83895" y="63057"/>
                  <a:pt x="84314" y="63336"/>
                  <a:pt x="84783" y="63525"/>
                </a:cubicBezTo>
                <a:cubicBezTo>
                  <a:pt x="85238" y="63714"/>
                  <a:pt x="85731" y="63808"/>
                  <a:pt x="86235" y="63803"/>
                </a:cubicBezTo>
                <a:cubicBezTo>
                  <a:pt x="86727" y="63798"/>
                  <a:pt x="87219" y="63693"/>
                  <a:pt x="87687" y="63495"/>
                </a:cubicBezTo>
                <a:cubicBezTo>
                  <a:pt x="88143" y="63298"/>
                  <a:pt x="88551" y="63010"/>
                  <a:pt x="88899" y="62651"/>
                </a:cubicBezTo>
                <a:lnTo>
                  <a:pt x="98895" y="52651"/>
                </a:lnTo>
                <a:cubicBezTo>
                  <a:pt x="99255" y="52297"/>
                  <a:pt x="99532" y="51874"/>
                  <a:pt x="99724" y="51410"/>
                </a:cubicBezTo>
                <a:cubicBezTo>
                  <a:pt x="99915" y="50946"/>
                  <a:pt x="100011" y="50448"/>
                  <a:pt x="99999" y="49946"/>
                </a:cubicBezTo>
                <a:close/>
                <a:moveTo>
                  <a:pt x="84999" y="82443"/>
                </a:moveTo>
                <a:cubicBezTo>
                  <a:pt x="84987" y="81467"/>
                  <a:pt x="84591" y="80536"/>
                  <a:pt x="83895" y="79846"/>
                </a:cubicBezTo>
                <a:lnTo>
                  <a:pt x="73899" y="69846"/>
                </a:lnTo>
                <a:cubicBezTo>
                  <a:pt x="73550" y="69488"/>
                  <a:pt x="73142" y="69199"/>
                  <a:pt x="72686" y="69002"/>
                </a:cubicBezTo>
                <a:cubicBezTo>
                  <a:pt x="72218" y="68804"/>
                  <a:pt x="71726" y="68699"/>
                  <a:pt x="71234" y="68694"/>
                </a:cubicBezTo>
                <a:cubicBezTo>
                  <a:pt x="70730" y="68689"/>
                  <a:pt x="70239" y="68783"/>
                  <a:pt x="69782" y="68973"/>
                </a:cubicBezTo>
                <a:cubicBezTo>
                  <a:pt x="69314" y="69161"/>
                  <a:pt x="68894" y="69440"/>
                  <a:pt x="68546" y="69792"/>
                </a:cubicBezTo>
                <a:cubicBezTo>
                  <a:pt x="68186" y="70145"/>
                  <a:pt x="67910" y="70565"/>
                  <a:pt x="67718" y="71027"/>
                </a:cubicBezTo>
                <a:cubicBezTo>
                  <a:pt x="67538" y="71489"/>
                  <a:pt x="67443" y="71983"/>
                  <a:pt x="67443" y="72483"/>
                </a:cubicBezTo>
                <a:cubicBezTo>
                  <a:pt x="67454" y="72981"/>
                  <a:pt x="67550" y="73474"/>
                  <a:pt x="67754" y="73932"/>
                </a:cubicBezTo>
                <a:cubicBezTo>
                  <a:pt x="67946" y="74390"/>
                  <a:pt x="68234" y="74803"/>
                  <a:pt x="68594" y="75149"/>
                </a:cubicBezTo>
                <a:lnTo>
                  <a:pt x="72194" y="78747"/>
                </a:lnTo>
                <a:lnTo>
                  <a:pt x="58742" y="78747"/>
                </a:lnTo>
                <a:cubicBezTo>
                  <a:pt x="58250" y="78740"/>
                  <a:pt x="57758" y="78832"/>
                  <a:pt x="57302" y="79017"/>
                </a:cubicBezTo>
                <a:cubicBezTo>
                  <a:pt x="56834" y="79203"/>
                  <a:pt x="56414" y="79478"/>
                  <a:pt x="56066" y="79827"/>
                </a:cubicBezTo>
                <a:cubicBezTo>
                  <a:pt x="55706" y="80176"/>
                  <a:pt x="55430" y="80591"/>
                  <a:pt x="55238" y="81050"/>
                </a:cubicBezTo>
                <a:cubicBezTo>
                  <a:pt x="55046" y="81508"/>
                  <a:pt x="54949" y="82000"/>
                  <a:pt x="54949" y="82496"/>
                </a:cubicBezTo>
                <a:cubicBezTo>
                  <a:pt x="54949" y="82993"/>
                  <a:pt x="55046" y="83485"/>
                  <a:pt x="55238" y="83944"/>
                </a:cubicBezTo>
                <a:cubicBezTo>
                  <a:pt x="55430" y="84403"/>
                  <a:pt x="55706" y="84818"/>
                  <a:pt x="56066" y="85168"/>
                </a:cubicBezTo>
                <a:cubicBezTo>
                  <a:pt x="56414" y="85517"/>
                  <a:pt x="56834" y="85791"/>
                  <a:pt x="57302" y="85976"/>
                </a:cubicBezTo>
                <a:cubicBezTo>
                  <a:pt x="57758" y="86162"/>
                  <a:pt x="58250" y="86253"/>
                  <a:pt x="58742" y="86246"/>
                </a:cubicBezTo>
                <a:lnTo>
                  <a:pt x="72194" y="86246"/>
                </a:lnTo>
                <a:lnTo>
                  <a:pt x="68594" y="89845"/>
                </a:lnTo>
                <a:cubicBezTo>
                  <a:pt x="68234" y="90190"/>
                  <a:pt x="67946" y="90604"/>
                  <a:pt x="67754" y="91062"/>
                </a:cubicBezTo>
                <a:cubicBezTo>
                  <a:pt x="67550" y="91520"/>
                  <a:pt x="67454" y="92013"/>
                  <a:pt x="67443" y="92512"/>
                </a:cubicBezTo>
                <a:cubicBezTo>
                  <a:pt x="67443" y="93010"/>
                  <a:pt x="67538" y="93506"/>
                  <a:pt x="67718" y="93968"/>
                </a:cubicBezTo>
                <a:cubicBezTo>
                  <a:pt x="67910" y="94430"/>
                  <a:pt x="68186" y="94848"/>
                  <a:pt x="68546" y="95201"/>
                </a:cubicBezTo>
                <a:cubicBezTo>
                  <a:pt x="68894" y="95554"/>
                  <a:pt x="69314" y="95833"/>
                  <a:pt x="69782" y="96021"/>
                </a:cubicBezTo>
                <a:cubicBezTo>
                  <a:pt x="70239" y="96210"/>
                  <a:pt x="70730" y="96305"/>
                  <a:pt x="71234" y="96300"/>
                </a:cubicBezTo>
                <a:cubicBezTo>
                  <a:pt x="71726" y="96294"/>
                  <a:pt x="72218" y="96189"/>
                  <a:pt x="72686" y="95992"/>
                </a:cubicBezTo>
                <a:cubicBezTo>
                  <a:pt x="73142" y="95794"/>
                  <a:pt x="73550" y="95507"/>
                  <a:pt x="73899" y="95147"/>
                </a:cubicBezTo>
                <a:lnTo>
                  <a:pt x="83895" y="85149"/>
                </a:lnTo>
                <a:cubicBezTo>
                  <a:pt x="84255" y="84793"/>
                  <a:pt x="84531" y="84372"/>
                  <a:pt x="84723" y="83906"/>
                </a:cubicBezTo>
                <a:cubicBezTo>
                  <a:pt x="84915" y="83442"/>
                  <a:pt x="85011" y="82944"/>
                  <a:pt x="84999" y="82443"/>
                </a:cubicBezTo>
                <a:close/>
                <a:moveTo>
                  <a:pt x="69998" y="17450"/>
                </a:moveTo>
                <a:cubicBezTo>
                  <a:pt x="69986" y="16474"/>
                  <a:pt x="69590" y="15543"/>
                  <a:pt x="68894" y="14852"/>
                </a:cubicBezTo>
                <a:lnTo>
                  <a:pt x="58898" y="4854"/>
                </a:lnTo>
                <a:cubicBezTo>
                  <a:pt x="58550" y="4494"/>
                  <a:pt x="58142" y="4206"/>
                  <a:pt x="57686" y="4008"/>
                </a:cubicBezTo>
                <a:cubicBezTo>
                  <a:pt x="57218" y="3811"/>
                  <a:pt x="56725" y="3706"/>
                  <a:pt x="56234" y="3701"/>
                </a:cubicBezTo>
                <a:cubicBezTo>
                  <a:pt x="55730" y="3696"/>
                  <a:pt x="55238" y="3791"/>
                  <a:pt x="54782" y="3979"/>
                </a:cubicBezTo>
                <a:cubicBezTo>
                  <a:pt x="54314" y="4168"/>
                  <a:pt x="53894" y="4446"/>
                  <a:pt x="53546" y="4799"/>
                </a:cubicBezTo>
                <a:cubicBezTo>
                  <a:pt x="53186" y="5152"/>
                  <a:pt x="52910" y="5571"/>
                  <a:pt x="52718" y="6033"/>
                </a:cubicBezTo>
                <a:cubicBezTo>
                  <a:pt x="52538" y="6495"/>
                  <a:pt x="52442" y="6990"/>
                  <a:pt x="52442" y="7489"/>
                </a:cubicBezTo>
                <a:cubicBezTo>
                  <a:pt x="52454" y="7988"/>
                  <a:pt x="52550" y="8481"/>
                  <a:pt x="52754" y="8939"/>
                </a:cubicBezTo>
                <a:cubicBezTo>
                  <a:pt x="52946" y="9396"/>
                  <a:pt x="53234" y="9810"/>
                  <a:pt x="53594" y="10156"/>
                </a:cubicBezTo>
                <a:lnTo>
                  <a:pt x="57194" y="13755"/>
                </a:lnTo>
                <a:lnTo>
                  <a:pt x="43741" y="13755"/>
                </a:lnTo>
                <a:cubicBezTo>
                  <a:pt x="43249" y="13748"/>
                  <a:pt x="42757" y="13839"/>
                  <a:pt x="42301" y="14025"/>
                </a:cubicBezTo>
                <a:cubicBezTo>
                  <a:pt x="41833" y="14210"/>
                  <a:pt x="41413" y="14484"/>
                  <a:pt x="41065" y="14833"/>
                </a:cubicBezTo>
                <a:cubicBezTo>
                  <a:pt x="40706" y="15182"/>
                  <a:pt x="40429" y="15598"/>
                  <a:pt x="40237" y="16056"/>
                </a:cubicBezTo>
                <a:cubicBezTo>
                  <a:pt x="40045" y="16514"/>
                  <a:pt x="39949" y="17006"/>
                  <a:pt x="39949" y="17504"/>
                </a:cubicBezTo>
                <a:cubicBezTo>
                  <a:pt x="39949" y="18001"/>
                  <a:pt x="40045" y="18493"/>
                  <a:pt x="40237" y="18951"/>
                </a:cubicBezTo>
                <a:cubicBezTo>
                  <a:pt x="40429" y="19409"/>
                  <a:pt x="40706" y="19825"/>
                  <a:pt x="41065" y="20174"/>
                </a:cubicBezTo>
                <a:cubicBezTo>
                  <a:pt x="41413" y="20523"/>
                  <a:pt x="41833" y="20798"/>
                  <a:pt x="42301" y="20984"/>
                </a:cubicBezTo>
                <a:cubicBezTo>
                  <a:pt x="42757" y="21169"/>
                  <a:pt x="43249" y="21260"/>
                  <a:pt x="43741" y="21254"/>
                </a:cubicBezTo>
                <a:lnTo>
                  <a:pt x="57194" y="21254"/>
                </a:lnTo>
                <a:lnTo>
                  <a:pt x="53594" y="24851"/>
                </a:lnTo>
                <a:cubicBezTo>
                  <a:pt x="53234" y="25197"/>
                  <a:pt x="52946" y="25611"/>
                  <a:pt x="52754" y="26069"/>
                </a:cubicBezTo>
                <a:cubicBezTo>
                  <a:pt x="52550" y="26527"/>
                  <a:pt x="52454" y="27019"/>
                  <a:pt x="52442" y="27518"/>
                </a:cubicBezTo>
                <a:cubicBezTo>
                  <a:pt x="52442" y="28017"/>
                  <a:pt x="52538" y="28512"/>
                  <a:pt x="52718" y="28974"/>
                </a:cubicBezTo>
                <a:cubicBezTo>
                  <a:pt x="52910" y="29436"/>
                  <a:pt x="53186" y="29856"/>
                  <a:pt x="53546" y="30208"/>
                </a:cubicBezTo>
                <a:cubicBezTo>
                  <a:pt x="53894" y="30561"/>
                  <a:pt x="54314" y="30840"/>
                  <a:pt x="54782" y="31028"/>
                </a:cubicBezTo>
                <a:cubicBezTo>
                  <a:pt x="55238" y="31216"/>
                  <a:pt x="55730" y="31311"/>
                  <a:pt x="56234" y="31307"/>
                </a:cubicBezTo>
                <a:cubicBezTo>
                  <a:pt x="56725" y="31302"/>
                  <a:pt x="57218" y="31197"/>
                  <a:pt x="57686" y="30999"/>
                </a:cubicBezTo>
                <a:cubicBezTo>
                  <a:pt x="58142" y="30801"/>
                  <a:pt x="58550" y="30513"/>
                  <a:pt x="58898" y="30153"/>
                </a:cubicBezTo>
                <a:lnTo>
                  <a:pt x="68894" y="20155"/>
                </a:lnTo>
                <a:cubicBezTo>
                  <a:pt x="69254" y="19801"/>
                  <a:pt x="69530" y="19378"/>
                  <a:pt x="69722" y="18914"/>
                </a:cubicBezTo>
                <a:cubicBezTo>
                  <a:pt x="69914" y="18449"/>
                  <a:pt x="70010" y="17951"/>
                  <a:pt x="69998" y="17450"/>
                </a:cubicBezTo>
                <a:close/>
                <a:moveTo>
                  <a:pt x="64994" y="50000"/>
                </a:moveTo>
                <a:cubicBezTo>
                  <a:pt x="64994" y="43832"/>
                  <a:pt x="59918" y="38751"/>
                  <a:pt x="53750" y="38751"/>
                </a:cubicBezTo>
                <a:lnTo>
                  <a:pt x="11245" y="38751"/>
                </a:lnTo>
                <a:cubicBezTo>
                  <a:pt x="5076" y="38751"/>
                  <a:pt x="0" y="43832"/>
                  <a:pt x="0" y="50000"/>
                </a:cubicBezTo>
                <a:cubicBezTo>
                  <a:pt x="0" y="56169"/>
                  <a:pt x="5076" y="61249"/>
                  <a:pt x="11245" y="61249"/>
                </a:cubicBezTo>
                <a:lnTo>
                  <a:pt x="53750" y="61249"/>
                </a:lnTo>
                <a:cubicBezTo>
                  <a:pt x="59918" y="61249"/>
                  <a:pt x="64994" y="56169"/>
                  <a:pt x="64994" y="50000"/>
                </a:cubicBezTo>
                <a:close/>
                <a:moveTo>
                  <a:pt x="49994" y="82496"/>
                </a:moveTo>
                <a:cubicBezTo>
                  <a:pt x="49994" y="76329"/>
                  <a:pt x="44917" y="71248"/>
                  <a:pt x="38749" y="71248"/>
                </a:cubicBezTo>
                <a:lnTo>
                  <a:pt x="11245" y="71248"/>
                </a:lnTo>
                <a:cubicBezTo>
                  <a:pt x="5076" y="71248"/>
                  <a:pt x="0" y="76329"/>
                  <a:pt x="0" y="82496"/>
                </a:cubicBezTo>
                <a:cubicBezTo>
                  <a:pt x="0" y="88665"/>
                  <a:pt x="5076" y="93745"/>
                  <a:pt x="11245" y="93745"/>
                </a:cubicBezTo>
                <a:lnTo>
                  <a:pt x="38749" y="93745"/>
                </a:lnTo>
                <a:cubicBezTo>
                  <a:pt x="44917" y="93745"/>
                  <a:pt x="49994" y="88665"/>
                  <a:pt x="49994" y="82496"/>
                </a:cubicBezTo>
                <a:close/>
                <a:moveTo>
                  <a:pt x="34993" y="17504"/>
                </a:moveTo>
                <a:cubicBezTo>
                  <a:pt x="34993" y="11335"/>
                  <a:pt x="29917" y="6255"/>
                  <a:pt x="23749" y="6255"/>
                </a:cubicBezTo>
                <a:lnTo>
                  <a:pt x="11245" y="6255"/>
                </a:lnTo>
                <a:cubicBezTo>
                  <a:pt x="5076" y="6255"/>
                  <a:pt x="0" y="11335"/>
                  <a:pt x="0" y="17504"/>
                </a:cubicBezTo>
                <a:cubicBezTo>
                  <a:pt x="0" y="23672"/>
                  <a:pt x="5076" y="28753"/>
                  <a:pt x="11245" y="28753"/>
                </a:cubicBezTo>
                <a:lnTo>
                  <a:pt x="23749" y="28753"/>
                </a:lnTo>
                <a:cubicBezTo>
                  <a:pt x="29917" y="28753"/>
                  <a:pt x="34993" y="23672"/>
                  <a:pt x="34993" y="175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6" name="Чёрный — SVG 37">
            <a:extLst>
              <a:ext uri="{FF2B5EF4-FFF2-40B4-BE49-F238E27FC236}">
                <a16:creationId xmlns:a16="http://schemas.microsoft.com/office/drawing/2014/main" id="{70084A3D-A689-F247-B78F-8D6181B82994}"/>
              </a:ext>
            </a:extLst>
          </p:cNvPr>
          <p:cNvSpPr>
            <a:spLocks noGrp="1"/>
          </p:cNvSpPr>
          <p:nvPr/>
        </p:nvSpPr>
        <p:spPr>
          <a:xfrm>
            <a:off x="420000" y="3470000"/>
            <a:ext cx="220000" cy="220000"/>
          </a:xfrm>
          <a:custGeom>
            <a:avLst/>
            <a:gdLst>
              <a:gd name="csX0" fmla="*/ 102132 w 141828"/>
              <a:gd name="csY0" fmla="*/ 38984 h 131126"/>
              <a:gd name="csX1" fmla="*/ 39743 w 141828"/>
              <a:gd name="csY1" fmla="*/ 38984 h 131126"/>
              <a:gd name="csX2" fmla="*/ 56757 w 141828"/>
              <a:gd name="csY2" fmla="*/ 8152 h 131126"/>
              <a:gd name="csX3" fmla="*/ 70929 w 141828"/>
              <a:gd name="csY3" fmla="*/ 0 h 131126"/>
              <a:gd name="csX4" fmla="*/ 85118 w 141828"/>
              <a:gd name="csY4" fmla="*/ 8152 h 131126"/>
              <a:gd name="csX5" fmla="*/ 102132 w 141828"/>
              <a:gd name="csY5" fmla="*/ 38984 h 131126"/>
              <a:gd name="csX6" fmla="*/ 127652 w 141828"/>
              <a:gd name="csY6" fmla="*/ 85056 h 131126"/>
              <a:gd name="csX7" fmla="*/ 14581 w 141828"/>
              <a:gd name="csY7" fmla="*/ 85056 h 131126"/>
              <a:gd name="csX8" fmla="*/ 34078 w 141828"/>
              <a:gd name="csY8" fmla="*/ 49616 h 131126"/>
              <a:gd name="csX9" fmla="*/ 107797 w 141828"/>
              <a:gd name="csY9" fmla="*/ 49616 h 131126"/>
              <a:gd name="csX10" fmla="*/ 127652 w 141828"/>
              <a:gd name="csY10" fmla="*/ 85056 h 131126"/>
              <a:gd name="csX11" fmla="*/ 139697 w 141828"/>
              <a:gd name="csY11" fmla="*/ 123331 h 131126"/>
              <a:gd name="csX12" fmla="*/ 125882 w 141828"/>
              <a:gd name="csY12" fmla="*/ 131127 h 131126"/>
              <a:gd name="csX13" fmla="*/ 15992 w 141828"/>
              <a:gd name="csY13" fmla="*/ 131127 h 131126"/>
              <a:gd name="csX14" fmla="*/ 2178 w 141828"/>
              <a:gd name="csY14" fmla="*/ 123331 h 131126"/>
              <a:gd name="csX15" fmla="*/ 1821 w 141828"/>
              <a:gd name="csY15" fmla="*/ 107383 h 131126"/>
              <a:gd name="csX16" fmla="*/ 8558 w 141828"/>
              <a:gd name="csY16" fmla="*/ 95687 h 131126"/>
              <a:gd name="csX17" fmla="*/ 133317 w 141828"/>
              <a:gd name="csY17" fmla="*/ 95687 h 131126"/>
              <a:gd name="csX18" fmla="*/ 139697 w 141828"/>
              <a:gd name="csY18" fmla="*/ 107383 h 131126"/>
              <a:gd name="csX19" fmla="*/ 139697 w 141828"/>
              <a:gd name="csY19" fmla="*/ 123331 h 131126"/>
            </a:gdLst>
            <a:ahLst/>
            <a:cxnLst/>
            <a:rect l="l" t="t" r="r" b="b"/>
            <a:pathLst>
              <a:path w="100000" h="100000">
                <a:moveTo>
                  <a:pt x="72011" y="31260"/>
                </a:moveTo>
                <a:lnTo>
                  <a:pt x="28022" y="31260"/>
                </a:lnTo>
                <a:lnTo>
                  <a:pt x="40018" y="9521"/>
                </a:lnTo>
                <a:cubicBezTo>
                  <a:pt x="42273" y="6022"/>
                  <a:pt x="45764" y="3773"/>
                  <a:pt x="50011" y="3773"/>
                </a:cubicBezTo>
                <a:cubicBezTo>
                  <a:pt x="54269" y="3773"/>
                  <a:pt x="57759" y="6022"/>
                  <a:pt x="60015" y="9521"/>
                </a:cubicBezTo>
                <a:lnTo>
                  <a:pt x="72011" y="31260"/>
                </a:lnTo>
                <a:close/>
                <a:moveTo>
                  <a:pt x="90005" y="63744"/>
                </a:moveTo>
                <a:lnTo>
                  <a:pt x="10281" y="63744"/>
                </a:lnTo>
                <a:lnTo>
                  <a:pt x="24028" y="38756"/>
                </a:lnTo>
                <a:lnTo>
                  <a:pt x="76005" y="38756"/>
                </a:lnTo>
                <a:lnTo>
                  <a:pt x="90005" y="63744"/>
                </a:lnTo>
                <a:close/>
                <a:moveTo>
                  <a:pt x="98497" y="90731"/>
                </a:moveTo>
                <a:cubicBezTo>
                  <a:pt x="96494" y="94230"/>
                  <a:pt x="92752" y="96228"/>
                  <a:pt x="88757" y="96228"/>
                </a:cubicBezTo>
                <a:lnTo>
                  <a:pt x="11276" y="96228"/>
                </a:lnTo>
                <a:cubicBezTo>
                  <a:pt x="7281" y="96228"/>
                  <a:pt x="3527" y="94230"/>
                  <a:pt x="1536" y="90731"/>
                </a:cubicBezTo>
                <a:cubicBezTo>
                  <a:pt x="-467" y="87232"/>
                  <a:pt x="-467" y="82985"/>
                  <a:pt x="1284" y="79486"/>
                </a:cubicBezTo>
                <a:lnTo>
                  <a:pt x="6034" y="71240"/>
                </a:lnTo>
                <a:lnTo>
                  <a:pt x="93999" y="71240"/>
                </a:lnTo>
                <a:lnTo>
                  <a:pt x="98497" y="79486"/>
                </a:lnTo>
                <a:cubicBezTo>
                  <a:pt x="100501" y="82985"/>
                  <a:pt x="100501" y="87232"/>
                  <a:pt x="98497" y="9073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7" name="Чёрный — SVG 38">
            <a:extLst>
              <a:ext uri="{FF2B5EF4-FFF2-40B4-BE49-F238E27FC236}">
                <a16:creationId xmlns:a16="http://schemas.microsoft.com/office/drawing/2014/main" id="{2834C785-B99C-4C4B-A240-8060249FB4B4}"/>
              </a:ext>
            </a:extLst>
          </p:cNvPr>
          <p:cNvSpPr>
            <a:spLocks noGrp="1"/>
          </p:cNvSpPr>
          <p:nvPr/>
        </p:nvSpPr>
        <p:spPr>
          <a:xfrm>
            <a:off x="1020000" y="3470000"/>
            <a:ext cx="220000" cy="220000"/>
          </a:xfrm>
          <a:custGeom>
            <a:avLst/>
            <a:gdLst>
              <a:gd name="csX0" fmla="*/ 15942 w 155961"/>
              <a:gd name="csY0" fmla="*/ 0 h 141759"/>
              <a:gd name="csX1" fmla="*/ 0 w 155961"/>
              <a:gd name="csY1" fmla="*/ 15948 h 141759"/>
              <a:gd name="csX2" fmla="*/ 0 w 155961"/>
              <a:gd name="csY2" fmla="*/ 35440 h 141759"/>
              <a:gd name="csX3" fmla="*/ 42720 w 155961"/>
              <a:gd name="csY3" fmla="*/ 35440 h 141759"/>
              <a:gd name="csX4" fmla="*/ 48386 w 155961"/>
              <a:gd name="csY4" fmla="*/ 33391 h 141759"/>
              <a:gd name="csX5" fmla="*/ 69125 w 155961"/>
              <a:gd name="csY5" fmla="*/ 16114 h 141759"/>
              <a:gd name="csX6" fmla="*/ 55209 w 155961"/>
              <a:gd name="csY6" fmla="*/ 4513 h 141759"/>
              <a:gd name="csX7" fmla="*/ 42720 w 155961"/>
              <a:gd name="csY7" fmla="*/ 0 h 141759"/>
              <a:gd name="csX8" fmla="*/ 15942 w 155961"/>
              <a:gd name="csY8" fmla="*/ 0 h 141759"/>
              <a:gd name="csX9" fmla="*/ 83808 w 155961"/>
              <a:gd name="csY9" fmla="*/ 17720 h 141759"/>
              <a:gd name="csX10" fmla="*/ 55191 w 155961"/>
              <a:gd name="csY10" fmla="*/ 41545 h 141759"/>
              <a:gd name="csX11" fmla="*/ 42720 w 155961"/>
              <a:gd name="csY11" fmla="*/ 46072 h 141759"/>
              <a:gd name="csX12" fmla="*/ 0 w 155961"/>
              <a:gd name="csY12" fmla="*/ 46072 h 141759"/>
              <a:gd name="csX13" fmla="*/ 0 w 155961"/>
              <a:gd name="csY13" fmla="*/ 97460 h 141759"/>
              <a:gd name="csX14" fmla="*/ 15942 w 155961"/>
              <a:gd name="csY14" fmla="*/ 113407 h 141759"/>
              <a:gd name="csX15" fmla="*/ 56757 w 155961"/>
              <a:gd name="csY15" fmla="*/ 113407 h 141759"/>
              <a:gd name="csX16" fmla="*/ 90375 w 155961"/>
              <a:gd name="csY16" fmla="*/ 81512 h 141759"/>
              <a:gd name="csX17" fmla="*/ 129370 w 155961"/>
              <a:gd name="csY17" fmla="*/ 81512 h 141759"/>
              <a:gd name="csX18" fmla="*/ 141773 w 155961"/>
              <a:gd name="csY18" fmla="*/ 83879 h 141759"/>
              <a:gd name="csX19" fmla="*/ 141773 w 155961"/>
              <a:gd name="csY19" fmla="*/ 33668 h 141759"/>
              <a:gd name="csX20" fmla="*/ 125831 w 155961"/>
              <a:gd name="csY20" fmla="*/ 17720 h 141759"/>
              <a:gd name="csX21" fmla="*/ 83808 w 155961"/>
              <a:gd name="csY21" fmla="*/ 17720 h 141759"/>
              <a:gd name="csX22" fmla="*/ 90375 w 155961"/>
              <a:gd name="csY22" fmla="*/ 88599 h 141759"/>
              <a:gd name="csX23" fmla="*/ 63800 w 155961"/>
              <a:gd name="csY23" fmla="*/ 115179 h 141759"/>
              <a:gd name="csX24" fmla="*/ 90375 w 155961"/>
              <a:gd name="csY24" fmla="*/ 141759 h 141759"/>
              <a:gd name="csX25" fmla="*/ 97470 w 155961"/>
              <a:gd name="csY25" fmla="*/ 141759 h 141759"/>
              <a:gd name="csX26" fmla="*/ 102795 w 155961"/>
              <a:gd name="csY26" fmla="*/ 136443 h 141759"/>
              <a:gd name="csX27" fmla="*/ 97470 w 155961"/>
              <a:gd name="csY27" fmla="*/ 131127 h 141759"/>
              <a:gd name="csX28" fmla="*/ 90375 w 155961"/>
              <a:gd name="csY28" fmla="*/ 131127 h 141759"/>
              <a:gd name="csX29" fmla="*/ 74434 w 155961"/>
              <a:gd name="csY29" fmla="*/ 115179 h 141759"/>
              <a:gd name="csX30" fmla="*/ 90375 w 155961"/>
              <a:gd name="csY30" fmla="*/ 99231 h 141759"/>
              <a:gd name="csX31" fmla="*/ 97470 w 155961"/>
              <a:gd name="csY31" fmla="*/ 99231 h 141759"/>
              <a:gd name="csX32" fmla="*/ 102795 w 155961"/>
              <a:gd name="csY32" fmla="*/ 93915 h 141759"/>
              <a:gd name="csX33" fmla="*/ 97470 w 155961"/>
              <a:gd name="csY33" fmla="*/ 88599 h 141759"/>
              <a:gd name="csX34" fmla="*/ 90375 w 155961"/>
              <a:gd name="csY34" fmla="*/ 88599 h 141759"/>
              <a:gd name="csX35" fmla="*/ 122276 w 155961"/>
              <a:gd name="csY35" fmla="*/ 88599 h 141759"/>
              <a:gd name="csX36" fmla="*/ 116967 w 155961"/>
              <a:gd name="csY36" fmla="*/ 93915 h 141759"/>
              <a:gd name="csX37" fmla="*/ 122276 w 155961"/>
              <a:gd name="csY37" fmla="*/ 99231 h 141759"/>
              <a:gd name="csX38" fmla="*/ 129370 w 155961"/>
              <a:gd name="csY38" fmla="*/ 99231 h 141759"/>
              <a:gd name="csX39" fmla="*/ 145328 w 155961"/>
              <a:gd name="csY39" fmla="*/ 115179 h 141759"/>
              <a:gd name="csX40" fmla="*/ 129370 w 155961"/>
              <a:gd name="csY40" fmla="*/ 131127 h 141759"/>
              <a:gd name="csX41" fmla="*/ 122276 w 155961"/>
              <a:gd name="csY41" fmla="*/ 131127 h 141759"/>
              <a:gd name="csX42" fmla="*/ 116967 w 155961"/>
              <a:gd name="csY42" fmla="*/ 136443 h 141759"/>
              <a:gd name="csX43" fmla="*/ 122276 w 155961"/>
              <a:gd name="csY43" fmla="*/ 141759 h 141759"/>
              <a:gd name="csX44" fmla="*/ 129370 w 155961"/>
              <a:gd name="csY44" fmla="*/ 141759 h 141759"/>
              <a:gd name="csX45" fmla="*/ 155962 w 155961"/>
              <a:gd name="csY45" fmla="*/ 115179 h 141759"/>
              <a:gd name="csX46" fmla="*/ 129370 w 155961"/>
              <a:gd name="csY46" fmla="*/ 88599 h 141759"/>
              <a:gd name="csX47" fmla="*/ 122276 w 155961"/>
              <a:gd name="csY47" fmla="*/ 88599 h 141759"/>
              <a:gd name="csX48" fmla="*/ 90375 w 155961"/>
              <a:gd name="csY48" fmla="*/ 109863 h 141759"/>
              <a:gd name="csX49" fmla="*/ 85067 w 155961"/>
              <a:gd name="csY49" fmla="*/ 115179 h 141759"/>
              <a:gd name="csX50" fmla="*/ 90375 w 155961"/>
              <a:gd name="csY50" fmla="*/ 120495 h 141759"/>
              <a:gd name="csX51" fmla="*/ 129370 w 155961"/>
              <a:gd name="csY51" fmla="*/ 120495 h 141759"/>
              <a:gd name="csX52" fmla="*/ 134695 w 155961"/>
              <a:gd name="csY52" fmla="*/ 115179 h 141759"/>
              <a:gd name="csX53" fmla="*/ 129370 w 155961"/>
              <a:gd name="csY53" fmla="*/ 109863 h 141759"/>
              <a:gd name="csX54" fmla="*/ 90375 w 155961"/>
              <a:gd name="csY54" fmla="*/ 109863 h 141759"/>
            </a:gdLst>
            <a:ahLst/>
            <a:cxnLst/>
            <a:rect l="l" t="t" r="r" b="b"/>
            <a:pathLst>
              <a:path w="100000" h="100000">
                <a:moveTo>
                  <a:pt x="10222" y="4553"/>
                </a:moveTo>
                <a:cubicBezTo>
                  <a:pt x="4593" y="4553"/>
                  <a:pt x="0" y="9143"/>
                  <a:pt x="0" y="14779"/>
                </a:cubicBezTo>
                <a:lnTo>
                  <a:pt x="0" y="27277"/>
                </a:lnTo>
                <a:lnTo>
                  <a:pt x="27391" y="27277"/>
                </a:lnTo>
                <a:cubicBezTo>
                  <a:pt x="28723" y="27277"/>
                  <a:pt x="29999" y="26808"/>
                  <a:pt x="31024" y="25963"/>
                </a:cubicBezTo>
                <a:lnTo>
                  <a:pt x="44322" y="14885"/>
                </a:lnTo>
                <a:lnTo>
                  <a:pt x="35399" y="7447"/>
                </a:lnTo>
                <a:cubicBezTo>
                  <a:pt x="33152" y="5583"/>
                  <a:pt x="30304" y="4553"/>
                  <a:pt x="27391" y="4553"/>
                </a:cubicBezTo>
                <a:lnTo>
                  <a:pt x="10222" y="4553"/>
                </a:lnTo>
                <a:close/>
                <a:moveTo>
                  <a:pt x="53737" y="15915"/>
                </a:moveTo>
                <a:lnTo>
                  <a:pt x="35388" y="31191"/>
                </a:lnTo>
                <a:cubicBezTo>
                  <a:pt x="33152" y="33063"/>
                  <a:pt x="30304" y="34094"/>
                  <a:pt x="27391" y="34094"/>
                </a:cubicBezTo>
                <a:lnTo>
                  <a:pt x="0" y="34094"/>
                </a:lnTo>
                <a:lnTo>
                  <a:pt x="0" y="67043"/>
                </a:lnTo>
                <a:cubicBezTo>
                  <a:pt x="0" y="72678"/>
                  <a:pt x="4593" y="77268"/>
                  <a:pt x="10222" y="77268"/>
                </a:cubicBezTo>
                <a:lnTo>
                  <a:pt x="36392" y="77268"/>
                </a:lnTo>
                <a:cubicBezTo>
                  <a:pt x="36980" y="65888"/>
                  <a:pt x="46428" y="56817"/>
                  <a:pt x="57947" y="56817"/>
                </a:cubicBezTo>
                <a:lnTo>
                  <a:pt x="82950" y="56817"/>
                </a:lnTo>
                <a:cubicBezTo>
                  <a:pt x="85753" y="56817"/>
                  <a:pt x="88448" y="57358"/>
                  <a:pt x="90903" y="58335"/>
                </a:cubicBezTo>
                <a:lnTo>
                  <a:pt x="90903" y="26141"/>
                </a:lnTo>
                <a:cubicBezTo>
                  <a:pt x="90903" y="20505"/>
                  <a:pt x="86310" y="15915"/>
                  <a:pt x="80681" y="15915"/>
                </a:cubicBezTo>
                <a:lnTo>
                  <a:pt x="53737" y="15915"/>
                </a:lnTo>
                <a:close/>
                <a:moveTo>
                  <a:pt x="57947" y="61361"/>
                </a:moveTo>
                <a:cubicBezTo>
                  <a:pt x="48554" y="61361"/>
                  <a:pt x="40908" y="69004"/>
                  <a:pt x="40908" y="78404"/>
                </a:cubicBezTo>
                <a:cubicBezTo>
                  <a:pt x="40908" y="87805"/>
                  <a:pt x="48554" y="95447"/>
                  <a:pt x="57947" y="95447"/>
                </a:cubicBezTo>
                <a:lnTo>
                  <a:pt x="62496" y="95447"/>
                </a:lnTo>
                <a:cubicBezTo>
                  <a:pt x="64383" y="95447"/>
                  <a:pt x="65911" y="93920"/>
                  <a:pt x="65911" y="92038"/>
                </a:cubicBezTo>
                <a:cubicBezTo>
                  <a:pt x="65911" y="90157"/>
                  <a:pt x="64383" y="88630"/>
                  <a:pt x="62496" y="88630"/>
                </a:cubicBezTo>
                <a:lnTo>
                  <a:pt x="57947" y="88630"/>
                </a:lnTo>
                <a:cubicBezTo>
                  <a:pt x="52318" y="88630"/>
                  <a:pt x="47726" y="84040"/>
                  <a:pt x="47726" y="78404"/>
                </a:cubicBezTo>
                <a:cubicBezTo>
                  <a:pt x="47726" y="72769"/>
                  <a:pt x="52318" y="68179"/>
                  <a:pt x="57947" y="68179"/>
                </a:cubicBezTo>
                <a:lnTo>
                  <a:pt x="62496" y="68179"/>
                </a:lnTo>
                <a:cubicBezTo>
                  <a:pt x="64383" y="68179"/>
                  <a:pt x="65911" y="66652"/>
                  <a:pt x="65911" y="64770"/>
                </a:cubicBezTo>
                <a:cubicBezTo>
                  <a:pt x="65911" y="62889"/>
                  <a:pt x="64383" y="61361"/>
                  <a:pt x="62496" y="61361"/>
                </a:cubicBezTo>
                <a:lnTo>
                  <a:pt x="57947" y="61361"/>
                </a:lnTo>
                <a:close/>
                <a:moveTo>
                  <a:pt x="78402" y="61361"/>
                </a:moveTo>
                <a:cubicBezTo>
                  <a:pt x="76525" y="61361"/>
                  <a:pt x="74998" y="62889"/>
                  <a:pt x="74998" y="64770"/>
                </a:cubicBezTo>
                <a:cubicBezTo>
                  <a:pt x="74998" y="66652"/>
                  <a:pt x="76525" y="68179"/>
                  <a:pt x="78402" y="68179"/>
                </a:cubicBezTo>
                <a:lnTo>
                  <a:pt x="82950" y="68179"/>
                </a:lnTo>
                <a:cubicBezTo>
                  <a:pt x="88590" y="68179"/>
                  <a:pt x="93182" y="72769"/>
                  <a:pt x="93182" y="78404"/>
                </a:cubicBezTo>
                <a:cubicBezTo>
                  <a:pt x="93182" y="84040"/>
                  <a:pt x="88590" y="88630"/>
                  <a:pt x="82950" y="88630"/>
                </a:cubicBezTo>
                <a:lnTo>
                  <a:pt x="78402" y="88630"/>
                </a:lnTo>
                <a:cubicBezTo>
                  <a:pt x="76525" y="88630"/>
                  <a:pt x="74998" y="90157"/>
                  <a:pt x="74998" y="92038"/>
                </a:cubicBezTo>
                <a:cubicBezTo>
                  <a:pt x="74998" y="93920"/>
                  <a:pt x="76525" y="95447"/>
                  <a:pt x="78402" y="95447"/>
                </a:cubicBezTo>
                <a:lnTo>
                  <a:pt x="82950" y="95447"/>
                </a:lnTo>
                <a:cubicBezTo>
                  <a:pt x="92354" y="95447"/>
                  <a:pt x="100001" y="87805"/>
                  <a:pt x="100001" y="78404"/>
                </a:cubicBezTo>
                <a:cubicBezTo>
                  <a:pt x="100001" y="69004"/>
                  <a:pt x="92354" y="61361"/>
                  <a:pt x="82950" y="61361"/>
                </a:cubicBezTo>
                <a:lnTo>
                  <a:pt x="78402" y="61361"/>
                </a:lnTo>
                <a:close/>
                <a:moveTo>
                  <a:pt x="57947" y="74996"/>
                </a:moveTo>
                <a:cubicBezTo>
                  <a:pt x="56071" y="74996"/>
                  <a:pt x="54544" y="76523"/>
                  <a:pt x="54544" y="78404"/>
                </a:cubicBezTo>
                <a:cubicBezTo>
                  <a:pt x="54544" y="80286"/>
                  <a:pt x="56071" y="81813"/>
                  <a:pt x="57947" y="81813"/>
                </a:cubicBezTo>
                <a:lnTo>
                  <a:pt x="82950" y="81813"/>
                </a:lnTo>
                <a:cubicBezTo>
                  <a:pt x="84837" y="81813"/>
                  <a:pt x="86365" y="80286"/>
                  <a:pt x="86365" y="78404"/>
                </a:cubicBezTo>
                <a:cubicBezTo>
                  <a:pt x="86365" y="76523"/>
                  <a:pt x="84837" y="74996"/>
                  <a:pt x="82950" y="74996"/>
                </a:cubicBezTo>
                <a:lnTo>
                  <a:pt x="57947" y="7499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8" name="Чёрный — SVG 39">
            <a:extLst>
              <a:ext uri="{FF2B5EF4-FFF2-40B4-BE49-F238E27FC236}">
                <a16:creationId xmlns:a16="http://schemas.microsoft.com/office/drawing/2014/main" id="{19A5D53C-4CC2-4A41-9F27-7819CA1348FC}"/>
              </a:ext>
            </a:extLst>
          </p:cNvPr>
          <p:cNvSpPr>
            <a:spLocks noGrp="1"/>
          </p:cNvSpPr>
          <p:nvPr/>
        </p:nvSpPr>
        <p:spPr>
          <a:xfrm>
            <a:off x="1620000" y="3470000"/>
            <a:ext cx="220000" cy="220000"/>
          </a:xfrm>
          <a:custGeom>
            <a:avLst/>
            <a:gdLst>
              <a:gd name="csX0" fmla="*/ 17728 w 127600"/>
              <a:gd name="csY0" fmla="*/ 0 h 127583"/>
              <a:gd name="csX1" fmla="*/ 0 w 127600"/>
              <a:gd name="csY1" fmla="*/ 17720 h 127583"/>
              <a:gd name="csX2" fmla="*/ 17728 w 127600"/>
              <a:gd name="csY2" fmla="*/ 35439 h 127583"/>
              <a:gd name="csX3" fmla="*/ 25860 w 127600"/>
              <a:gd name="csY3" fmla="*/ 33371 h 127583"/>
              <a:gd name="csX4" fmla="*/ 33278 w 127600"/>
              <a:gd name="csY4" fmla="*/ 40784 h 127583"/>
              <a:gd name="csX5" fmla="*/ 28361 w 127600"/>
              <a:gd name="csY5" fmla="*/ 56703 h 127583"/>
              <a:gd name="csX6" fmla="*/ 33976 w 127600"/>
              <a:gd name="csY6" fmla="*/ 73558 h 127583"/>
              <a:gd name="csX7" fmla="*/ 25214 w 127600"/>
              <a:gd name="csY7" fmla="*/ 83229 h 127583"/>
              <a:gd name="csX8" fmla="*/ 17728 w 127600"/>
              <a:gd name="csY8" fmla="*/ 81512 h 127583"/>
              <a:gd name="csX9" fmla="*/ 0 w 127600"/>
              <a:gd name="csY9" fmla="*/ 99231 h 127583"/>
              <a:gd name="csX10" fmla="*/ 17728 w 127600"/>
              <a:gd name="csY10" fmla="*/ 116951 h 127583"/>
              <a:gd name="csX11" fmla="*/ 35439 w 127600"/>
              <a:gd name="csY11" fmla="*/ 99231 h 127583"/>
              <a:gd name="csX12" fmla="*/ 33023 w 127600"/>
              <a:gd name="csY12" fmla="*/ 90448 h 127583"/>
              <a:gd name="csX13" fmla="*/ 41785 w 127600"/>
              <a:gd name="csY13" fmla="*/ 80764 h 127583"/>
              <a:gd name="csX14" fmla="*/ 56706 w 127600"/>
              <a:gd name="csY14" fmla="*/ 85056 h 127583"/>
              <a:gd name="csX15" fmla="*/ 61776 w 127600"/>
              <a:gd name="csY15" fmla="*/ 84578 h 127583"/>
              <a:gd name="csX16" fmla="*/ 66846 w 127600"/>
              <a:gd name="csY16" fmla="*/ 96186 h 127583"/>
              <a:gd name="csX17" fmla="*/ 60261 w 127600"/>
              <a:gd name="csY17" fmla="*/ 109863 h 127583"/>
              <a:gd name="csX18" fmla="*/ 77973 w 127600"/>
              <a:gd name="csY18" fmla="*/ 127583 h 127583"/>
              <a:gd name="csX19" fmla="*/ 95700 w 127600"/>
              <a:gd name="csY19" fmla="*/ 109863 h 127583"/>
              <a:gd name="csX20" fmla="*/ 77973 w 127600"/>
              <a:gd name="csY20" fmla="*/ 92144 h 127583"/>
              <a:gd name="csX21" fmla="*/ 76731 w 127600"/>
              <a:gd name="csY21" fmla="*/ 92205 h 127583"/>
              <a:gd name="csX22" fmla="*/ 71694 w 127600"/>
              <a:gd name="csY22" fmla="*/ 80723 h 127583"/>
              <a:gd name="csX23" fmla="*/ 81069 w 127600"/>
              <a:gd name="csY23" fmla="*/ 71149 h 127583"/>
              <a:gd name="csX24" fmla="*/ 92179 w 127600"/>
              <a:gd name="csY24" fmla="*/ 73925 h 127583"/>
              <a:gd name="csX25" fmla="*/ 92162 w 127600"/>
              <a:gd name="csY25" fmla="*/ 74424 h 127583"/>
              <a:gd name="csX26" fmla="*/ 109873 w 127600"/>
              <a:gd name="csY26" fmla="*/ 92144 h 127583"/>
              <a:gd name="csX27" fmla="*/ 127601 w 127600"/>
              <a:gd name="csY27" fmla="*/ 74424 h 127583"/>
              <a:gd name="csX28" fmla="*/ 109873 w 127600"/>
              <a:gd name="csY28" fmla="*/ 56703 h 127583"/>
              <a:gd name="csX29" fmla="*/ 95734 w 127600"/>
              <a:gd name="csY29" fmla="*/ 63861 h 127583"/>
              <a:gd name="csX30" fmla="*/ 84693 w 127600"/>
              <a:gd name="csY30" fmla="*/ 61099 h 127583"/>
              <a:gd name="csX31" fmla="*/ 85067 w 127600"/>
              <a:gd name="csY31" fmla="*/ 56703 h 127583"/>
              <a:gd name="csX32" fmla="*/ 82362 w 127600"/>
              <a:gd name="csY32" fmla="*/ 44695 h 127583"/>
              <a:gd name="csX33" fmla="*/ 96058 w 127600"/>
              <a:gd name="csY33" fmla="*/ 34783 h 127583"/>
              <a:gd name="csX34" fmla="*/ 108103 w 127600"/>
              <a:gd name="csY34" fmla="*/ 38984 h 127583"/>
              <a:gd name="csX35" fmla="*/ 127601 w 127600"/>
              <a:gd name="csY35" fmla="*/ 19491 h 127583"/>
              <a:gd name="csX36" fmla="*/ 108103 w 127600"/>
              <a:gd name="csY36" fmla="*/ 0 h 127583"/>
              <a:gd name="csX37" fmla="*/ 88606 w 127600"/>
              <a:gd name="csY37" fmla="*/ 19491 h 127583"/>
              <a:gd name="csX38" fmla="*/ 89814 w 127600"/>
              <a:gd name="csY38" fmla="*/ 26172 h 127583"/>
              <a:gd name="csX39" fmla="*/ 76118 w 127600"/>
              <a:gd name="csY39" fmla="*/ 36091 h 127583"/>
              <a:gd name="csX40" fmla="*/ 56706 w 127600"/>
              <a:gd name="csY40" fmla="*/ 28352 h 127583"/>
              <a:gd name="csX41" fmla="*/ 40781 w 127600"/>
              <a:gd name="csY41" fmla="*/ 33267 h 127583"/>
              <a:gd name="csX42" fmla="*/ 33381 w 127600"/>
              <a:gd name="csY42" fmla="*/ 25853 h 127583"/>
              <a:gd name="csX43" fmla="*/ 35439 w 127600"/>
              <a:gd name="csY43" fmla="*/ 17720 h 127583"/>
              <a:gd name="csX44" fmla="*/ 17728 w 127600"/>
              <a:gd name="csY44" fmla="*/ 0 h 127583"/>
            </a:gdLst>
            <a:ahLst/>
            <a:cxnLst/>
            <a:rect l="l" t="t" r="r" b="b"/>
            <a:pathLst>
              <a:path w="100000" h="100000">
                <a:moveTo>
                  <a:pt x="13893" y="7"/>
                </a:moveTo>
                <a:cubicBezTo>
                  <a:pt x="6226" y="7"/>
                  <a:pt x="0" y="6236"/>
                  <a:pt x="0" y="13894"/>
                </a:cubicBezTo>
                <a:cubicBezTo>
                  <a:pt x="0" y="21551"/>
                  <a:pt x="6226" y="27780"/>
                  <a:pt x="13893" y="27780"/>
                </a:cubicBezTo>
                <a:cubicBezTo>
                  <a:pt x="16200" y="27780"/>
                  <a:pt x="18346" y="27160"/>
                  <a:pt x="20266" y="26159"/>
                </a:cubicBezTo>
                <a:lnTo>
                  <a:pt x="26080" y="31969"/>
                </a:lnTo>
                <a:cubicBezTo>
                  <a:pt x="23654" y="35529"/>
                  <a:pt x="22226" y="39822"/>
                  <a:pt x="22226" y="44445"/>
                </a:cubicBezTo>
                <a:cubicBezTo>
                  <a:pt x="22226" y="49396"/>
                  <a:pt x="23880" y="53957"/>
                  <a:pt x="26627" y="57654"/>
                </a:cubicBezTo>
                <a:lnTo>
                  <a:pt x="19760" y="65233"/>
                </a:lnTo>
                <a:cubicBezTo>
                  <a:pt x="17973" y="64391"/>
                  <a:pt x="15987" y="63888"/>
                  <a:pt x="13893" y="63888"/>
                </a:cubicBezTo>
                <a:cubicBezTo>
                  <a:pt x="6226" y="63888"/>
                  <a:pt x="0" y="70117"/>
                  <a:pt x="0" y="77774"/>
                </a:cubicBezTo>
                <a:cubicBezTo>
                  <a:pt x="0" y="85431"/>
                  <a:pt x="6226" y="91661"/>
                  <a:pt x="13893" y="91661"/>
                </a:cubicBezTo>
                <a:cubicBezTo>
                  <a:pt x="21547" y="91661"/>
                  <a:pt x="27774" y="85431"/>
                  <a:pt x="27774" y="77774"/>
                </a:cubicBezTo>
                <a:cubicBezTo>
                  <a:pt x="27774" y="75258"/>
                  <a:pt x="27053" y="72928"/>
                  <a:pt x="25880" y="70891"/>
                </a:cubicBezTo>
                <a:lnTo>
                  <a:pt x="32747" y="63301"/>
                </a:lnTo>
                <a:cubicBezTo>
                  <a:pt x="36161" y="65418"/>
                  <a:pt x="40147" y="66665"/>
                  <a:pt x="44440" y="66665"/>
                </a:cubicBezTo>
                <a:cubicBezTo>
                  <a:pt x="45800" y="66665"/>
                  <a:pt x="47121" y="66525"/>
                  <a:pt x="48414" y="66290"/>
                </a:cubicBezTo>
                <a:lnTo>
                  <a:pt x="52387" y="75388"/>
                </a:lnTo>
                <a:cubicBezTo>
                  <a:pt x="49266" y="77936"/>
                  <a:pt x="47226" y="81768"/>
                  <a:pt x="47226" y="86106"/>
                </a:cubicBezTo>
                <a:cubicBezTo>
                  <a:pt x="47226" y="93764"/>
                  <a:pt x="53454" y="99993"/>
                  <a:pt x="61107" y="99993"/>
                </a:cubicBezTo>
                <a:cubicBezTo>
                  <a:pt x="68774" y="99993"/>
                  <a:pt x="75000" y="93764"/>
                  <a:pt x="75000" y="86106"/>
                </a:cubicBezTo>
                <a:cubicBezTo>
                  <a:pt x="75000" y="78449"/>
                  <a:pt x="68774" y="72220"/>
                  <a:pt x="61107" y="72220"/>
                </a:cubicBezTo>
                <a:cubicBezTo>
                  <a:pt x="60774" y="72220"/>
                  <a:pt x="60454" y="72245"/>
                  <a:pt x="60134" y="72268"/>
                </a:cubicBezTo>
                <a:lnTo>
                  <a:pt x="56187" y="63269"/>
                </a:lnTo>
                <a:cubicBezTo>
                  <a:pt x="59200" y="61387"/>
                  <a:pt x="61720" y="58815"/>
                  <a:pt x="63534" y="55766"/>
                </a:cubicBezTo>
                <a:lnTo>
                  <a:pt x="72241" y="57942"/>
                </a:lnTo>
                <a:cubicBezTo>
                  <a:pt x="72241" y="58072"/>
                  <a:pt x="72227" y="58200"/>
                  <a:pt x="72227" y="58333"/>
                </a:cubicBezTo>
                <a:cubicBezTo>
                  <a:pt x="72227" y="65990"/>
                  <a:pt x="78454" y="72220"/>
                  <a:pt x="86107" y="72220"/>
                </a:cubicBezTo>
                <a:cubicBezTo>
                  <a:pt x="93774" y="72220"/>
                  <a:pt x="100001" y="65990"/>
                  <a:pt x="100001" y="58333"/>
                </a:cubicBezTo>
                <a:cubicBezTo>
                  <a:pt x="100001" y="50674"/>
                  <a:pt x="93774" y="44445"/>
                  <a:pt x="86107" y="44445"/>
                </a:cubicBezTo>
                <a:cubicBezTo>
                  <a:pt x="81574" y="44445"/>
                  <a:pt x="77560" y="46671"/>
                  <a:pt x="75027" y="50054"/>
                </a:cubicBezTo>
                <a:lnTo>
                  <a:pt x="66374" y="47890"/>
                </a:lnTo>
                <a:cubicBezTo>
                  <a:pt x="66547" y="46763"/>
                  <a:pt x="66667" y="45620"/>
                  <a:pt x="66667" y="44445"/>
                </a:cubicBezTo>
                <a:cubicBezTo>
                  <a:pt x="66667" y="41079"/>
                  <a:pt x="65893" y="37896"/>
                  <a:pt x="64547" y="35034"/>
                </a:cubicBezTo>
                <a:lnTo>
                  <a:pt x="75281" y="27266"/>
                </a:lnTo>
                <a:cubicBezTo>
                  <a:pt x="77880" y="29320"/>
                  <a:pt x="81161" y="30558"/>
                  <a:pt x="84720" y="30558"/>
                </a:cubicBezTo>
                <a:cubicBezTo>
                  <a:pt x="93147" y="30558"/>
                  <a:pt x="100001" y="23707"/>
                  <a:pt x="100001" y="15282"/>
                </a:cubicBezTo>
                <a:cubicBezTo>
                  <a:pt x="100001" y="6859"/>
                  <a:pt x="93147" y="7"/>
                  <a:pt x="84720" y="7"/>
                </a:cubicBezTo>
                <a:cubicBezTo>
                  <a:pt x="76294" y="7"/>
                  <a:pt x="69440" y="6859"/>
                  <a:pt x="69440" y="15282"/>
                </a:cubicBezTo>
                <a:cubicBezTo>
                  <a:pt x="69440" y="17123"/>
                  <a:pt x="69787" y="18881"/>
                  <a:pt x="70387" y="20518"/>
                </a:cubicBezTo>
                <a:lnTo>
                  <a:pt x="59654" y="28291"/>
                </a:lnTo>
                <a:cubicBezTo>
                  <a:pt x="55667" y="24543"/>
                  <a:pt x="50334" y="22226"/>
                  <a:pt x="44440" y="22226"/>
                </a:cubicBezTo>
                <a:cubicBezTo>
                  <a:pt x="39827" y="22226"/>
                  <a:pt x="35520" y="23652"/>
                  <a:pt x="31960" y="26078"/>
                </a:cubicBezTo>
                <a:lnTo>
                  <a:pt x="26161" y="20268"/>
                </a:lnTo>
                <a:cubicBezTo>
                  <a:pt x="27161" y="18350"/>
                  <a:pt x="27774" y="16203"/>
                  <a:pt x="27774" y="13894"/>
                </a:cubicBezTo>
                <a:cubicBezTo>
                  <a:pt x="27774" y="6236"/>
                  <a:pt x="21547" y="7"/>
                  <a:pt x="13893" y="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79" name="Чёрный — SVG 40">
            <a:extLst>
              <a:ext uri="{FF2B5EF4-FFF2-40B4-BE49-F238E27FC236}">
                <a16:creationId xmlns:a16="http://schemas.microsoft.com/office/drawing/2014/main" id="{9A07E10A-D9B1-1745-9132-746ABF6172E9}"/>
              </a:ext>
            </a:extLst>
          </p:cNvPr>
          <p:cNvSpPr>
            <a:spLocks noGrp="1"/>
          </p:cNvSpPr>
          <p:nvPr/>
        </p:nvSpPr>
        <p:spPr>
          <a:xfrm>
            <a:off x="2220000" y="3470000"/>
            <a:ext cx="220000" cy="220000"/>
          </a:xfrm>
          <a:custGeom>
            <a:avLst/>
            <a:gdLst>
              <a:gd name="csX0" fmla="*/ 35439 w 131139"/>
              <a:gd name="csY0" fmla="*/ 0 h 116951"/>
              <a:gd name="csX1" fmla="*/ 60262 w 131139"/>
              <a:gd name="csY1" fmla="*/ 0 h 116951"/>
              <a:gd name="csX2" fmla="*/ 60262 w 131139"/>
              <a:gd name="csY2" fmla="*/ 21264 h 116951"/>
              <a:gd name="csX3" fmla="*/ 35439 w 131139"/>
              <a:gd name="csY3" fmla="*/ 21264 h 116951"/>
              <a:gd name="csX4" fmla="*/ 35439 w 131139"/>
              <a:gd name="csY4" fmla="*/ 0 h 116951"/>
              <a:gd name="csX5" fmla="*/ 70895 w 131139"/>
              <a:gd name="csY5" fmla="*/ 0 h 116951"/>
              <a:gd name="csX6" fmla="*/ 95700 w 131139"/>
              <a:gd name="csY6" fmla="*/ 0 h 116951"/>
              <a:gd name="csX7" fmla="*/ 95700 w 131139"/>
              <a:gd name="csY7" fmla="*/ 21264 h 116951"/>
              <a:gd name="csX8" fmla="*/ 70895 w 131139"/>
              <a:gd name="csY8" fmla="*/ 21264 h 116951"/>
              <a:gd name="csX9" fmla="*/ 70895 w 131139"/>
              <a:gd name="csY9" fmla="*/ 0 h 116951"/>
              <a:gd name="csX10" fmla="*/ 70895 w 131139"/>
              <a:gd name="csY10" fmla="*/ 63792 h 116951"/>
              <a:gd name="csX11" fmla="*/ 95700 w 131139"/>
              <a:gd name="csY11" fmla="*/ 63792 h 116951"/>
              <a:gd name="csX12" fmla="*/ 95700 w 131139"/>
              <a:gd name="csY12" fmla="*/ 85056 h 116951"/>
              <a:gd name="csX13" fmla="*/ 70895 w 131139"/>
              <a:gd name="csY13" fmla="*/ 85056 h 116951"/>
              <a:gd name="csX14" fmla="*/ 70895 w 131139"/>
              <a:gd name="csY14" fmla="*/ 63792 h 116951"/>
              <a:gd name="csX15" fmla="*/ 0 w 131139"/>
              <a:gd name="csY15" fmla="*/ 63792 h 116951"/>
              <a:gd name="csX16" fmla="*/ 24805 w 131139"/>
              <a:gd name="csY16" fmla="*/ 63792 h 116951"/>
              <a:gd name="csX17" fmla="*/ 24805 w 131139"/>
              <a:gd name="csY17" fmla="*/ 85056 h 116951"/>
              <a:gd name="csX18" fmla="*/ 0 w 131139"/>
              <a:gd name="csY18" fmla="*/ 85056 h 116951"/>
              <a:gd name="csX19" fmla="*/ 0 w 131139"/>
              <a:gd name="csY19" fmla="*/ 63792 h 116951"/>
              <a:gd name="csX20" fmla="*/ 35439 w 131139"/>
              <a:gd name="csY20" fmla="*/ 63792 h 116951"/>
              <a:gd name="csX21" fmla="*/ 60262 w 131139"/>
              <a:gd name="csY21" fmla="*/ 63792 h 116951"/>
              <a:gd name="csX22" fmla="*/ 60262 w 131139"/>
              <a:gd name="csY22" fmla="*/ 85056 h 116951"/>
              <a:gd name="csX23" fmla="*/ 35439 w 131139"/>
              <a:gd name="csY23" fmla="*/ 85056 h 116951"/>
              <a:gd name="csX24" fmla="*/ 35439 w 131139"/>
              <a:gd name="csY24" fmla="*/ 63792 h 116951"/>
              <a:gd name="csX25" fmla="*/ 106334 w 131139"/>
              <a:gd name="csY25" fmla="*/ 31896 h 116951"/>
              <a:gd name="csX26" fmla="*/ 131139 w 131139"/>
              <a:gd name="csY26" fmla="*/ 31896 h 116951"/>
              <a:gd name="csX27" fmla="*/ 131139 w 131139"/>
              <a:gd name="csY27" fmla="*/ 53160 h 116951"/>
              <a:gd name="csX28" fmla="*/ 106334 w 131139"/>
              <a:gd name="csY28" fmla="*/ 53160 h 116951"/>
              <a:gd name="csX29" fmla="*/ 106334 w 131139"/>
              <a:gd name="csY29" fmla="*/ 31896 h 116951"/>
              <a:gd name="csX30" fmla="*/ 70895 w 131139"/>
              <a:gd name="csY30" fmla="*/ 31896 h 116951"/>
              <a:gd name="csX31" fmla="*/ 95700 w 131139"/>
              <a:gd name="csY31" fmla="*/ 31896 h 116951"/>
              <a:gd name="csX32" fmla="*/ 95700 w 131139"/>
              <a:gd name="csY32" fmla="*/ 53160 h 116951"/>
              <a:gd name="csX33" fmla="*/ 70895 w 131139"/>
              <a:gd name="csY33" fmla="*/ 53160 h 116951"/>
              <a:gd name="csX34" fmla="*/ 70895 w 131139"/>
              <a:gd name="csY34" fmla="*/ 31896 h 116951"/>
              <a:gd name="csX35" fmla="*/ 35439 w 131139"/>
              <a:gd name="csY35" fmla="*/ 31896 h 116951"/>
              <a:gd name="csX36" fmla="*/ 60262 w 131139"/>
              <a:gd name="csY36" fmla="*/ 31896 h 116951"/>
              <a:gd name="csX37" fmla="*/ 60262 w 131139"/>
              <a:gd name="csY37" fmla="*/ 53160 h 116951"/>
              <a:gd name="csX38" fmla="*/ 35439 w 131139"/>
              <a:gd name="csY38" fmla="*/ 53160 h 116951"/>
              <a:gd name="csX39" fmla="*/ 35439 w 131139"/>
              <a:gd name="csY39" fmla="*/ 31896 h 116951"/>
              <a:gd name="csX40" fmla="*/ 0 w 131139"/>
              <a:gd name="csY40" fmla="*/ 31896 h 116951"/>
              <a:gd name="csX41" fmla="*/ 24805 w 131139"/>
              <a:gd name="csY41" fmla="*/ 31896 h 116951"/>
              <a:gd name="csX42" fmla="*/ 24805 w 131139"/>
              <a:gd name="csY42" fmla="*/ 53160 h 116951"/>
              <a:gd name="csX43" fmla="*/ 0 w 131139"/>
              <a:gd name="csY43" fmla="*/ 53160 h 116951"/>
              <a:gd name="csX44" fmla="*/ 0 w 131139"/>
              <a:gd name="csY44" fmla="*/ 31896 h 116951"/>
              <a:gd name="csX45" fmla="*/ 14172 w 131139"/>
              <a:gd name="csY45" fmla="*/ 0 h 116951"/>
              <a:gd name="csX46" fmla="*/ 24805 w 131139"/>
              <a:gd name="csY46" fmla="*/ 0 h 116951"/>
              <a:gd name="csX47" fmla="*/ 24805 w 131139"/>
              <a:gd name="csY47" fmla="*/ 21264 h 116951"/>
              <a:gd name="csX48" fmla="*/ 0 w 131139"/>
              <a:gd name="csY48" fmla="*/ 21264 h 116951"/>
              <a:gd name="csX49" fmla="*/ 0 w 131139"/>
              <a:gd name="csY49" fmla="*/ 14175 h 116951"/>
              <a:gd name="csX50" fmla="*/ 14172 w 131139"/>
              <a:gd name="csY50" fmla="*/ 0 h 116951"/>
              <a:gd name="csX51" fmla="*/ 116967 w 131139"/>
              <a:gd name="csY51" fmla="*/ 0 h 116951"/>
              <a:gd name="csX52" fmla="*/ 106334 w 131139"/>
              <a:gd name="csY52" fmla="*/ 0 h 116951"/>
              <a:gd name="csX53" fmla="*/ 106334 w 131139"/>
              <a:gd name="csY53" fmla="*/ 21264 h 116951"/>
              <a:gd name="csX54" fmla="*/ 131139 w 131139"/>
              <a:gd name="csY54" fmla="*/ 21264 h 116951"/>
              <a:gd name="csX55" fmla="*/ 131139 w 131139"/>
              <a:gd name="csY55" fmla="*/ 14175 h 116951"/>
              <a:gd name="csX56" fmla="*/ 116967 w 131139"/>
              <a:gd name="csY56" fmla="*/ 0 h 116951"/>
              <a:gd name="csX57" fmla="*/ 116967 w 131139"/>
              <a:gd name="csY57" fmla="*/ 85056 h 116951"/>
              <a:gd name="csX58" fmla="*/ 106334 w 131139"/>
              <a:gd name="csY58" fmla="*/ 85056 h 116951"/>
              <a:gd name="csX59" fmla="*/ 106334 w 131139"/>
              <a:gd name="csY59" fmla="*/ 63792 h 116951"/>
              <a:gd name="csX60" fmla="*/ 131139 w 131139"/>
              <a:gd name="csY60" fmla="*/ 63792 h 116951"/>
              <a:gd name="csX61" fmla="*/ 131139 w 131139"/>
              <a:gd name="csY61" fmla="*/ 70880 h 116951"/>
              <a:gd name="csX62" fmla="*/ 116967 w 131139"/>
              <a:gd name="csY62" fmla="*/ 85056 h 116951"/>
              <a:gd name="csX63" fmla="*/ 46072 w 131139"/>
              <a:gd name="csY63" fmla="*/ 116951 h 116951"/>
              <a:gd name="csX64" fmla="*/ 35439 w 131139"/>
              <a:gd name="csY64" fmla="*/ 116951 h 116951"/>
              <a:gd name="csX65" fmla="*/ 35439 w 131139"/>
              <a:gd name="csY65" fmla="*/ 95687 h 116951"/>
              <a:gd name="csX66" fmla="*/ 60262 w 131139"/>
              <a:gd name="csY66" fmla="*/ 95687 h 116951"/>
              <a:gd name="csX67" fmla="*/ 60262 w 131139"/>
              <a:gd name="csY67" fmla="*/ 102776 h 116951"/>
              <a:gd name="csX68" fmla="*/ 46072 w 131139"/>
              <a:gd name="csY68" fmla="*/ 116951 h 116951"/>
              <a:gd name="csX69" fmla="*/ 14172 w 131139"/>
              <a:gd name="csY69" fmla="*/ 116951 h 116951"/>
              <a:gd name="csX70" fmla="*/ 24805 w 131139"/>
              <a:gd name="csY70" fmla="*/ 116951 h 116951"/>
              <a:gd name="csX71" fmla="*/ 24805 w 131139"/>
              <a:gd name="csY71" fmla="*/ 95687 h 116951"/>
              <a:gd name="csX72" fmla="*/ 0 w 131139"/>
              <a:gd name="csY72" fmla="*/ 95687 h 116951"/>
              <a:gd name="csX73" fmla="*/ 0 w 131139"/>
              <a:gd name="csY73" fmla="*/ 102776 h 116951"/>
              <a:gd name="csX74" fmla="*/ 14172 w 131139"/>
              <a:gd name="csY74" fmla="*/ 116951 h 116951"/>
            </a:gdLst>
            <a:ahLst/>
            <a:cxnLst/>
            <a:rect l="l" t="t" r="r" b="b"/>
            <a:pathLst>
              <a:path w="100000" h="100000">
                <a:moveTo>
                  <a:pt x="27024" y="5410"/>
                </a:moveTo>
                <a:lnTo>
                  <a:pt x="45953" y="5410"/>
                </a:lnTo>
                <a:lnTo>
                  <a:pt x="45953" y="21624"/>
                </a:lnTo>
                <a:lnTo>
                  <a:pt x="27024" y="21624"/>
                </a:lnTo>
                <a:lnTo>
                  <a:pt x="27024" y="5410"/>
                </a:lnTo>
                <a:close/>
                <a:moveTo>
                  <a:pt x="54061" y="5410"/>
                </a:moveTo>
                <a:lnTo>
                  <a:pt x="72976" y="5410"/>
                </a:lnTo>
                <a:lnTo>
                  <a:pt x="72976" y="21624"/>
                </a:lnTo>
                <a:lnTo>
                  <a:pt x="54061" y="21624"/>
                </a:lnTo>
                <a:lnTo>
                  <a:pt x="54061" y="5410"/>
                </a:lnTo>
                <a:close/>
                <a:moveTo>
                  <a:pt x="54061" y="54054"/>
                </a:moveTo>
                <a:lnTo>
                  <a:pt x="72976" y="54054"/>
                </a:lnTo>
                <a:lnTo>
                  <a:pt x="72976" y="70269"/>
                </a:lnTo>
                <a:lnTo>
                  <a:pt x="54061" y="70269"/>
                </a:lnTo>
                <a:lnTo>
                  <a:pt x="54061" y="54054"/>
                </a:lnTo>
                <a:close/>
                <a:moveTo>
                  <a:pt x="0" y="54054"/>
                </a:moveTo>
                <a:lnTo>
                  <a:pt x="18915" y="54054"/>
                </a:lnTo>
                <a:lnTo>
                  <a:pt x="18915" y="70269"/>
                </a:lnTo>
                <a:lnTo>
                  <a:pt x="0" y="70269"/>
                </a:lnTo>
                <a:lnTo>
                  <a:pt x="0" y="54054"/>
                </a:lnTo>
                <a:close/>
                <a:moveTo>
                  <a:pt x="27024" y="54054"/>
                </a:moveTo>
                <a:lnTo>
                  <a:pt x="45953" y="54054"/>
                </a:lnTo>
                <a:lnTo>
                  <a:pt x="45953" y="70269"/>
                </a:lnTo>
                <a:lnTo>
                  <a:pt x="27024" y="70269"/>
                </a:lnTo>
                <a:lnTo>
                  <a:pt x="27024" y="54054"/>
                </a:lnTo>
                <a:close/>
                <a:moveTo>
                  <a:pt x="81085" y="29732"/>
                </a:moveTo>
                <a:lnTo>
                  <a:pt x="100000" y="29732"/>
                </a:lnTo>
                <a:lnTo>
                  <a:pt x="100000" y="45947"/>
                </a:lnTo>
                <a:lnTo>
                  <a:pt x="81085" y="45947"/>
                </a:lnTo>
                <a:lnTo>
                  <a:pt x="81085" y="29732"/>
                </a:lnTo>
                <a:close/>
                <a:moveTo>
                  <a:pt x="54061" y="29732"/>
                </a:moveTo>
                <a:lnTo>
                  <a:pt x="72976" y="29732"/>
                </a:lnTo>
                <a:lnTo>
                  <a:pt x="72976" y="45947"/>
                </a:lnTo>
                <a:lnTo>
                  <a:pt x="54061" y="45947"/>
                </a:lnTo>
                <a:lnTo>
                  <a:pt x="54061" y="29732"/>
                </a:lnTo>
                <a:close/>
                <a:moveTo>
                  <a:pt x="27024" y="29732"/>
                </a:moveTo>
                <a:lnTo>
                  <a:pt x="45953" y="29732"/>
                </a:lnTo>
                <a:lnTo>
                  <a:pt x="45953" y="45947"/>
                </a:lnTo>
                <a:lnTo>
                  <a:pt x="27024" y="45947"/>
                </a:lnTo>
                <a:lnTo>
                  <a:pt x="27024" y="29732"/>
                </a:lnTo>
                <a:close/>
                <a:moveTo>
                  <a:pt x="0" y="29732"/>
                </a:moveTo>
                <a:lnTo>
                  <a:pt x="18915" y="29732"/>
                </a:lnTo>
                <a:lnTo>
                  <a:pt x="18915" y="45947"/>
                </a:lnTo>
                <a:lnTo>
                  <a:pt x="0" y="45947"/>
                </a:lnTo>
                <a:lnTo>
                  <a:pt x="0" y="29732"/>
                </a:lnTo>
                <a:close/>
                <a:moveTo>
                  <a:pt x="10807" y="5410"/>
                </a:moveTo>
                <a:lnTo>
                  <a:pt x="18915" y="5410"/>
                </a:lnTo>
                <a:lnTo>
                  <a:pt x="18915" y="21624"/>
                </a:lnTo>
                <a:lnTo>
                  <a:pt x="0" y="21624"/>
                </a:lnTo>
                <a:lnTo>
                  <a:pt x="0" y="16219"/>
                </a:lnTo>
                <a:cubicBezTo>
                  <a:pt x="0" y="10249"/>
                  <a:pt x="4839" y="5410"/>
                  <a:pt x="10807" y="5410"/>
                </a:cubicBezTo>
                <a:close/>
                <a:moveTo>
                  <a:pt x="89193" y="5410"/>
                </a:moveTo>
                <a:lnTo>
                  <a:pt x="81085" y="5410"/>
                </a:lnTo>
                <a:lnTo>
                  <a:pt x="81085" y="21624"/>
                </a:lnTo>
                <a:lnTo>
                  <a:pt x="100000" y="21624"/>
                </a:lnTo>
                <a:lnTo>
                  <a:pt x="100000" y="16219"/>
                </a:lnTo>
                <a:cubicBezTo>
                  <a:pt x="100000" y="10249"/>
                  <a:pt x="95161" y="5410"/>
                  <a:pt x="89193" y="5410"/>
                </a:cubicBezTo>
                <a:close/>
                <a:moveTo>
                  <a:pt x="89193" y="70269"/>
                </a:moveTo>
                <a:lnTo>
                  <a:pt x="81085" y="70269"/>
                </a:lnTo>
                <a:lnTo>
                  <a:pt x="81085" y="54054"/>
                </a:lnTo>
                <a:lnTo>
                  <a:pt x="100000" y="54054"/>
                </a:lnTo>
                <a:lnTo>
                  <a:pt x="100000" y="59459"/>
                </a:lnTo>
                <a:cubicBezTo>
                  <a:pt x="100000" y="65429"/>
                  <a:pt x="95161" y="70269"/>
                  <a:pt x="89193" y="70269"/>
                </a:cubicBezTo>
                <a:close/>
                <a:moveTo>
                  <a:pt x="35132" y="94590"/>
                </a:moveTo>
                <a:lnTo>
                  <a:pt x="27024" y="94590"/>
                </a:lnTo>
                <a:lnTo>
                  <a:pt x="27024" y="78376"/>
                </a:lnTo>
                <a:lnTo>
                  <a:pt x="45953" y="78376"/>
                </a:lnTo>
                <a:lnTo>
                  <a:pt x="45953" y="83781"/>
                </a:lnTo>
                <a:cubicBezTo>
                  <a:pt x="45953" y="89751"/>
                  <a:pt x="41113" y="94590"/>
                  <a:pt x="35132" y="94590"/>
                </a:cubicBezTo>
                <a:close/>
                <a:moveTo>
                  <a:pt x="10807" y="94590"/>
                </a:moveTo>
                <a:lnTo>
                  <a:pt x="18915" y="94590"/>
                </a:lnTo>
                <a:lnTo>
                  <a:pt x="18915" y="78376"/>
                </a:lnTo>
                <a:lnTo>
                  <a:pt x="0" y="78376"/>
                </a:lnTo>
                <a:lnTo>
                  <a:pt x="0" y="83781"/>
                </a:lnTo>
                <a:cubicBezTo>
                  <a:pt x="0" y="89751"/>
                  <a:pt x="4839" y="94590"/>
                  <a:pt x="10807" y="9459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0" name="Чёрный — SVG 41">
            <a:extLst>
              <a:ext uri="{FF2B5EF4-FFF2-40B4-BE49-F238E27FC236}">
                <a16:creationId xmlns:a16="http://schemas.microsoft.com/office/drawing/2014/main" id="{6E606019-7CC2-FC41-A1CA-423130FFF6DC}"/>
              </a:ext>
            </a:extLst>
          </p:cNvPr>
          <p:cNvSpPr>
            <a:spLocks noGrp="1"/>
          </p:cNvSpPr>
          <p:nvPr/>
        </p:nvSpPr>
        <p:spPr>
          <a:xfrm>
            <a:off x="2820000" y="3470000"/>
            <a:ext cx="220000" cy="220000"/>
          </a:xfrm>
          <a:custGeom>
            <a:avLst/>
            <a:gdLst>
              <a:gd name="csX0" fmla="*/ 15942 w 134296"/>
              <a:gd name="csY0" fmla="*/ 0 h 148848"/>
              <a:gd name="csX1" fmla="*/ 0 w 134296"/>
              <a:gd name="csY1" fmla="*/ 15948 h 148848"/>
              <a:gd name="csX2" fmla="*/ 0 w 134296"/>
              <a:gd name="csY2" fmla="*/ 125811 h 148848"/>
              <a:gd name="csX3" fmla="*/ 15942 w 134296"/>
              <a:gd name="csY3" fmla="*/ 141759 h 148848"/>
              <a:gd name="csX4" fmla="*/ 62507 w 134296"/>
              <a:gd name="csY4" fmla="*/ 141759 h 148848"/>
              <a:gd name="csX5" fmla="*/ 49628 w 134296"/>
              <a:gd name="csY5" fmla="*/ 109863 h 148848"/>
              <a:gd name="csX6" fmla="*/ 95700 w 134296"/>
              <a:gd name="csY6" fmla="*/ 63792 h 148848"/>
              <a:gd name="csX7" fmla="*/ 113428 w 134296"/>
              <a:gd name="csY7" fmla="*/ 67336 h 148848"/>
              <a:gd name="csX8" fmla="*/ 113428 w 134296"/>
              <a:gd name="csY8" fmla="*/ 56704 h 148848"/>
              <a:gd name="csX9" fmla="*/ 72664 w 134296"/>
              <a:gd name="csY9" fmla="*/ 56704 h 148848"/>
              <a:gd name="csX10" fmla="*/ 56706 w 134296"/>
              <a:gd name="csY10" fmla="*/ 40756 h 148848"/>
              <a:gd name="csX11" fmla="*/ 56706 w 134296"/>
              <a:gd name="csY11" fmla="*/ 0 h 148848"/>
              <a:gd name="csX12" fmla="*/ 15942 w 134296"/>
              <a:gd name="csY12" fmla="*/ 0 h 148848"/>
              <a:gd name="csX13" fmla="*/ 67339 w 134296"/>
              <a:gd name="csY13" fmla="*/ 3115 h 148848"/>
              <a:gd name="csX14" fmla="*/ 67339 w 134296"/>
              <a:gd name="csY14" fmla="*/ 40756 h 148848"/>
              <a:gd name="csX15" fmla="*/ 72664 w 134296"/>
              <a:gd name="csY15" fmla="*/ 46072 h 148848"/>
              <a:gd name="csX16" fmla="*/ 110315 w 134296"/>
              <a:gd name="csY16" fmla="*/ 46072 h 148848"/>
              <a:gd name="csX17" fmla="*/ 67339 w 134296"/>
              <a:gd name="csY17" fmla="*/ 3115 h 148848"/>
              <a:gd name="csX18" fmla="*/ 85322 w 134296"/>
              <a:gd name="csY18" fmla="*/ 72693 h 148848"/>
              <a:gd name="csX19" fmla="*/ 78296 w 134296"/>
              <a:gd name="csY19" fmla="*/ 77462 h 148848"/>
              <a:gd name="csX20" fmla="*/ 77122 w 134296"/>
              <a:gd name="csY20" fmla="*/ 81830 h 148848"/>
              <a:gd name="csX21" fmla="*/ 71422 w 134296"/>
              <a:gd name="csY21" fmla="*/ 86620 h 148848"/>
              <a:gd name="csX22" fmla="*/ 66914 w 134296"/>
              <a:gd name="csY22" fmla="*/ 87008 h 148848"/>
              <a:gd name="csX23" fmla="*/ 61588 w 134296"/>
              <a:gd name="csY23" fmla="*/ 96213 h 148848"/>
              <a:gd name="csX24" fmla="*/ 63511 w 134296"/>
              <a:gd name="csY24" fmla="*/ 100311 h 148848"/>
              <a:gd name="csX25" fmla="*/ 62218 w 134296"/>
              <a:gd name="csY25" fmla="*/ 107642 h 148848"/>
              <a:gd name="csX26" fmla="*/ 59019 w 134296"/>
              <a:gd name="csY26" fmla="*/ 110839 h 148848"/>
              <a:gd name="csX27" fmla="*/ 60857 w 134296"/>
              <a:gd name="csY27" fmla="*/ 121305 h 148848"/>
              <a:gd name="csX28" fmla="*/ 64957 w 134296"/>
              <a:gd name="csY28" fmla="*/ 123216 h 148848"/>
              <a:gd name="csX29" fmla="*/ 68683 w 134296"/>
              <a:gd name="csY29" fmla="*/ 129660 h 148848"/>
              <a:gd name="csX30" fmla="*/ 68292 w 134296"/>
              <a:gd name="csY30" fmla="*/ 134166 h 148848"/>
              <a:gd name="csX31" fmla="*/ 76424 w 134296"/>
              <a:gd name="csY31" fmla="*/ 140998 h 148848"/>
              <a:gd name="csX32" fmla="*/ 80797 w 134296"/>
              <a:gd name="csY32" fmla="*/ 139828 h 148848"/>
              <a:gd name="csX33" fmla="*/ 87789 w 134296"/>
              <a:gd name="csY33" fmla="*/ 142375 h 148848"/>
              <a:gd name="csX34" fmla="*/ 90375 w 134296"/>
              <a:gd name="csY34" fmla="*/ 146078 h 148848"/>
              <a:gd name="csX35" fmla="*/ 101009 w 134296"/>
              <a:gd name="csY35" fmla="*/ 146078 h 148848"/>
              <a:gd name="csX36" fmla="*/ 103612 w 134296"/>
              <a:gd name="csY36" fmla="*/ 142375 h 148848"/>
              <a:gd name="csX37" fmla="*/ 110604 w 134296"/>
              <a:gd name="csY37" fmla="*/ 139828 h 148848"/>
              <a:gd name="csX38" fmla="*/ 114977 w 134296"/>
              <a:gd name="csY38" fmla="*/ 141005 h 148848"/>
              <a:gd name="csX39" fmla="*/ 123109 w 134296"/>
              <a:gd name="csY39" fmla="*/ 134173 h 148848"/>
              <a:gd name="csX40" fmla="*/ 122718 w 134296"/>
              <a:gd name="csY40" fmla="*/ 129667 h 148848"/>
              <a:gd name="csX41" fmla="*/ 126444 w 134296"/>
              <a:gd name="csY41" fmla="*/ 123216 h 148848"/>
              <a:gd name="csX42" fmla="*/ 130544 w 134296"/>
              <a:gd name="csY42" fmla="*/ 121312 h 148848"/>
              <a:gd name="csX43" fmla="*/ 132398 w 134296"/>
              <a:gd name="csY43" fmla="*/ 110839 h 148848"/>
              <a:gd name="csX44" fmla="*/ 129183 w 134296"/>
              <a:gd name="csY44" fmla="*/ 107648 h 148848"/>
              <a:gd name="csX45" fmla="*/ 127890 w 134296"/>
              <a:gd name="csY45" fmla="*/ 100311 h 148848"/>
              <a:gd name="csX46" fmla="*/ 129812 w 134296"/>
              <a:gd name="csY46" fmla="*/ 96220 h 148848"/>
              <a:gd name="csX47" fmla="*/ 124487 w 134296"/>
              <a:gd name="csY47" fmla="*/ 87014 h 148848"/>
              <a:gd name="csX48" fmla="*/ 119996 w 134296"/>
              <a:gd name="csY48" fmla="*/ 86620 h 148848"/>
              <a:gd name="csX49" fmla="*/ 114279 w 134296"/>
              <a:gd name="csY49" fmla="*/ 81837 h 148848"/>
              <a:gd name="csX50" fmla="*/ 113105 w 134296"/>
              <a:gd name="csY50" fmla="*/ 77469 h 148848"/>
              <a:gd name="csX51" fmla="*/ 103135 w 134296"/>
              <a:gd name="csY51" fmla="*/ 73835 h 148848"/>
              <a:gd name="csX52" fmla="*/ 99426 w 134296"/>
              <a:gd name="csY52" fmla="*/ 76424 h 148848"/>
              <a:gd name="csX53" fmla="*/ 91975 w 134296"/>
              <a:gd name="csY53" fmla="*/ 76424 h 148848"/>
              <a:gd name="csX54" fmla="*/ 88266 w 134296"/>
              <a:gd name="csY54" fmla="*/ 73828 h 148848"/>
              <a:gd name="csX55" fmla="*/ 85322 w 134296"/>
              <a:gd name="csY55" fmla="*/ 72693 h 148848"/>
            </a:gdLst>
            <a:ahLst/>
            <a:cxnLst/>
            <a:rect l="l" t="t" r="r" b="b"/>
            <a:pathLst>
              <a:path w="100000" h="100000">
                <a:moveTo>
                  <a:pt x="15598" y="0"/>
                </a:moveTo>
                <a:cubicBezTo>
                  <a:pt x="9700" y="0"/>
                  <a:pt x="4888" y="4807"/>
                  <a:pt x="4888" y="10714"/>
                </a:cubicBezTo>
                <a:lnTo>
                  <a:pt x="4888" y="84523"/>
                </a:lnTo>
                <a:cubicBezTo>
                  <a:pt x="4888" y="90431"/>
                  <a:pt x="9700" y="95237"/>
                  <a:pt x="15598" y="95237"/>
                </a:cubicBezTo>
                <a:lnTo>
                  <a:pt x="46882" y="95237"/>
                </a:lnTo>
                <a:cubicBezTo>
                  <a:pt x="41533" y="89676"/>
                  <a:pt x="38230" y="82133"/>
                  <a:pt x="38230" y="73809"/>
                </a:cubicBezTo>
                <a:cubicBezTo>
                  <a:pt x="38230" y="56714"/>
                  <a:pt x="52083" y="42857"/>
                  <a:pt x="69182" y="42857"/>
                </a:cubicBezTo>
                <a:cubicBezTo>
                  <a:pt x="73400" y="42857"/>
                  <a:pt x="77423" y="43707"/>
                  <a:pt x="81092" y="45238"/>
                </a:cubicBezTo>
                <a:lnTo>
                  <a:pt x="81092" y="38095"/>
                </a:lnTo>
                <a:lnTo>
                  <a:pt x="53706" y="38095"/>
                </a:lnTo>
                <a:cubicBezTo>
                  <a:pt x="47796" y="38095"/>
                  <a:pt x="42985" y="33288"/>
                  <a:pt x="42985" y="27381"/>
                </a:cubicBezTo>
                <a:lnTo>
                  <a:pt x="42985" y="0"/>
                </a:lnTo>
                <a:lnTo>
                  <a:pt x="15598" y="0"/>
                </a:lnTo>
                <a:close/>
                <a:moveTo>
                  <a:pt x="50128" y="2093"/>
                </a:moveTo>
                <a:lnTo>
                  <a:pt x="50128" y="27381"/>
                </a:lnTo>
                <a:cubicBezTo>
                  <a:pt x="50128" y="29350"/>
                  <a:pt x="51740" y="30952"/>
                  <a:pt x="53706" y="30952"/>
                </a:cubicBezTo>
                <a:lnTo>
                  <a:pt x="79001" y="30952"/>
                </a:lnTo>
                <a:lnTo>
                  <a:pt x="50128" y="2093"/>
                </a:lnTo>
                <a:close/>
                <a:moveTo>
                  <a:pt x="62210" y="48837"/>
                </a:moveTo>
                <a:cubicBezTo>
                  <a:pt x="60153" y="48594"/>
                  <a:pt x="58072" y="49848"/>
                  <a:pt x="57490" y="52041"/>
                </a:cubicBezTo>
                <a:lnTo>
                  <a:pt x="56701" y="54976"/>
                </a:lnTo>
                <a:cubicBezTo>
                  <a:pt x="56220" y="56749"/>
                  <a:pt x="54689" y="58034"/>
                  <a:pt x="52871" y="58194"/>
                </a:cubicBezTo>
                <a:lnTo>
                  <a:pt x="49843" y="58454"/>
                </a:lnTo>
                <a:cubicBezTo>
                  <a:pt x="46825" y="58718"/>
                  <a:pt x="44985" y="61896"/>
                  <a:pt x="46265" y="64638"/>
                </a:cubicBezTo>
                <a:lnTo>
                  <a:pt x="47557" y="67392"/>
                </a:lnTo>
                <a:cubicBezTo>
                  <a:pt x="48334" y="69054"/>
                  <a:pt x="47979" y="71021"/>
                  <a:pt x="46688" y="72317"/>
                </a:cubicBezTo>
                <a:lnTo>
                  <a:pt x="44539" y="74465"/>
                </a:lnTo>
                <a:cubicBezTo>
                  <a:pt x="42402" y="76603"/>
                  <a:pt x="43030" y="80217"/>
                  <a:pt x="45774" y="81496"/>
                </a:cubicBezTo>
                <a:lnTo>
                  <a:pt x="48528" y="82780"/>
                </a:lnTo>
                <a:cubicBezTo>
                  <a:pt x="50185" y="83553"/>
                  <a:pt x="51191" y="85285"/>
                  <a:pt x="51031" y="87109"/>
                </a:cubicBezTo>
                <a:lnTo>
                  <a:pt x="50769" y="90136"/>
                </a:lnTo>
                <a:cubicBezTo>
                  <a:pt x="50506" y="93151"/>
                  <a:pt x="53317" y="95510"/>
                  <a:pt x="56232" y="94726"/>
                </a:cubicBezTo>
                <a:lnTo>
                  <a:pt x="59170" y="93940"/>
                </a:lnTo>
                <a:cubicBezTo>
                  <a:pt x="60941" y="93464"/>
                  <a:pt x="62816" y="94152"/>
                  <a:pt x="63867" y="95651"/>
                </a:cubicBezTo>
                <a:lnTo>
                  <a:pt x="65605" y="98139"/>
                </a:lnTo>
                <a:cubicBezTo>
                  <a:pt x="67342" y="100620"/>
                  <a:pt x="71023" y="100620"/>
                  <a:pt x="72749" y="98139"/>
                </a:cubicBezTo>
                <a:lnTo>
                  <a:pt x="74497" y="95651"/>
                </a:lnTo>
                <a:cubicBezTo>
                  <a:pt x="75549" y="94152"/>
                  <a:pt x="77423" y="93464"/>
                  <a:pt x="79195" y="93940"/>
                </a:cubicBezTo>
                <a:lnTo>
                  <a:pt x="82133" y="94731"/>
                </a:lnTo>
                <a:cubicBezTo>
                  <a:pt x="85047" y="95514"/>
                  <a:pt x="87859" y="93155"/>
                  <a:pt x="87596" y="90141"/>
                </a:cubicBezTo>
                <a:lnTo>
                  <a:pt x="87333" y="87114"/>
                </a:lnTo>
                <a:cubicBezTo>
                  <a:pt x="87173" y="85290"/>
                  <a:pt x="88179" y="83553"/>
                  <a:pt x="89837" y="82780"/>
                </a:cubicBezTo>
                <a:lnTo>
                  <a:pt x="92591" y="81501"/>
                </a:lnTo>
                <a:cubicBezTo>
                  <a:pt x="95334" y="80222"/>
                  <a:pt x="95974" y="76603"/>
                  <a:pt x="93837" y="74465"/>
                </a:cubicBezTo>
                <a:lnTo>
                  <a:pt x="91677" y="72321"/>
                </a:lnTo>
                <a:cubicBezTo>
                  <a:pt x="90385" y="71025"/>
                  <a:pt x="90031" y="69054"/>
                  <a:pt x="90808" y="67392"/>
                </a:cubicBezTo>
                <a:lnTo>
                  <a:pt x="92099" y="64643"/>
                </a:lnTo>
                <a:cubicBezTo>
                  <a:pt x="93380" y="61901"/>
                  <a:pt x="91540" y="58723"/>
                  <a:pt x="88522" y="58458"/>
                </a:cubicBezTo>
                <a:lnTo>
                  <a:pt x="85505" y="58194"/>
                </a:lnTo>
                <a:cubicBezTo>
                  <a:pt x="83676" y="58034"/>
                  <a:pt x="82144" y="56754"/>
                  <a:pt x="81664" y="54980"/>
                </a:cubicBezTo>
                <a:lnTo>
                  <a:pt x="80875" y="52046"/>
                </a:lnTo>
                <a:cubicBezTo>
                  <a:pt x="80098" y="49122"/>
                  <a:pt x="76646" y="47866"/>
                  <a:pt x="74177" y="49604"/>
                </a:cubicBezTo>
                <a:lnTo>
                  <a:pt x="71685" y="51344"/>
                </a:lnTo>
                <a:cubicBezTo>
                  <a:pt x="70177" y="52396"/>
                  <a:pt x="68188" y="52398"/>
                  <a:pt x="66679" y="51344"/>
                </a:cubicBezTo>
                <a:lnTo>
                  <a:pt x="64188" y="49600"/>
                </a:lnTo>
                <a:cubicBezTo>
                  <a:pt x="63570" y="49166"/>
                  <a:pt x="62896" y="48918"/>
                  <a:pt x="62210" y="4883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1" name="Чёрный — SVG 42">
            <a:extLst>
              <a:ext uri="{FF2B5EF4-FFF2-40B4-BE49-F238E27FC236}">
                <a16:creationId xmlns:a16="http://schemas.microsoft.com/office/drawing/2014/main" id="{EECE762B-2F21-3449-8F79-4BA2B33C2EE2}"/>
              </a:ext>
            </a:extLst>
          </p:cNvPr>
          <p:cNvSpPr>
            <a:spLocks noGrp="1"/>
          </p:cNvSpPr>
          <p:nvPr/>
        </p:nvSpPr>
        <p:spPr>
          <a:xfrm>
            <a:off x="3420000" y="3470000"/>
            <a:ext cx="220000" cy="220000"/>
          </a:xfrm>
          <a:custGeom>
            <a:avLst/>
            <a:gdLst>
              <a:gd name="csX0" fmla="*/ 136430 w 141908"/>
              <a:gd name="csY0" fmla="*/ 2 h 141886"/>
              <a:gd name="csX1" fmla="*/ 132773 w 141908"/>
              <a:gd name="csY1" fmla="*/ 1608 h 141886"/>
              <a:gd name="csX2" fmla="*/ 1633 w 141908"/>
              <a:gd name="csY2" fmla="*/ 132735 h 141886"/>
              <a:gd name="csX3" fmla="*/ 442 w 141908"/>
              <a:gd name="csY3" fmla="*/ 134461 h 141886"/>
              <a:gd name="csX4" fmla="*/ 0 w 141908"/>
              <a:gd name="csY4" fmla="*/ 136516 h 141886"/>
              <a:gd name="csX5" fmla="*/ 391 w 141908"/>
              <a:gd name="csY5" fmla="*/ 138580 h 141886"/>
              <a:gd name="csX6" fmla="*/ 1565 w 141908"/>
              <a:gd name="csY6" fmla="*/ 140330 h 141886"/>
              <a:gd name="csX7" fmla="*/ 3301 w 141908"/>
              <a:gd name="csY7" fmla="*/ 141492 h 141886"/>
              <a:gd name="csX8" fmla="*/ 5376 w 141908"/>
              <a:gd name="csY8" fmla="*/ 141887 h 141886"/>
              <a:gd name="csX9" fmla="*/ 7435 w 141908"/>
              <a:gd name="csY9" fmla="*/ 141451 h 141886"/>
              <a:gd name="csX10" fmla="*/ 9153 w 141908"/>
              <a:gd name="csY10" fmla="*/ 140252 h 141886"/>
              <a:gd name="csX11" fmla="*/ 21777 w 141908"/>
              <a:gd name="csY11" fmla="*/ 127634 h 141886"/>
              <a:gd name="csX12" fmla="*/ 120591 w 141908"/>
              <a:gd name="csY12" fmla="*/ 127634 h 141886"/>
              <a:gd name="csX13" fmla="*/ 141858 w 141908"/>
              <a:gd name="csY13" fmla="*/ 106370 h 141886"/>
              <a:gd name="csX14" fmla="*/ 141858 w 141908"/>
              <a:gd name="csY14" fmla="*/ 45735 h 141886"/>
              <a:gd name="csX15" fmla="*/ 73481 w 141908"/>
              <a:gd name="csY15" fmla="*/ 82697 h 141886"/>
              <a:gd name="csX16" fmla="*/ 70963 w 141908"/>
              <a:gd name="csY16" fmla="*/ 83334 h 141886"/>
              <a:gd name="csX17" fmla="*/ 68445 w 141908"/>
              <a:gd name="csY17" fmla="*/ 82697 h 141886"/>
              <a:gd name="csX18" fmla="*/ 67322 w 141908"/>
              <a:gd name="csY18" fmla="*/ 82088 h 141886"/>
              <a:gd name="csX19" fmla="*/ 85084 w 141908"/>
              <a:gd name="csY19" fmla="*/ 64334 h 141886"/>
              <a:gd name="csX20" fmla="*/ 141790 w 141908"/>
              <a:gd name="csY20" fmla="*/ 33718 h 141886"/>
              <a:gd name="csX21" fmla="*/ 131888 w 141908"/>
              <a:gd name="csY21" fmla="*/ 17535 h 141886"/>
              <a:gd name="csX22" fmla="*/ 140293 w 141908"/>
              <a:gd name="csY22" fmla="*/ 9125 h 141886"/>
              <a:gd name="csX23" fmla="*/ 141807 w 141908"/>
              <a:gd name="csY23" fmla="*/ 6368 h 141886"/>
              <a:gd name="csX24" fmla="*/ 141483 w 141908"/>
              <a:gd name="csY24" fmla="*/ 3244 h 141886"/>
              <a:gd name="csX25" fmla="*/ 139459 w 141908"/>
              <a:gd name="csY25" fmla="*/ 843 h 141886"/>
              <a:gd name="csX26" fmla="*/ 136430 w 141908"/>
              <a:gd name="csY26" fmla="*/ 2 h 141886"/>
              <a:gd name="csX27" fmla="*/ 21352 w 141908"/>
              <a:gd name="csY27" fmla="*/ 14227 h 141886"/>
              <a:gd name="csX28" fmla="*/ 153 w 141908"/>
              <a:gd name="csY28" fmla="*/ 33718 h 141886"/>
              <a:gd name="csX29" fmla="*/ 55651 w 141908"/>
              <a:gd name="csY29" fmla="*/ 63704 h 141886"/>
              <a:gd name="csX30" fmla="*/ 105143 w 141908"/>
              <a:gd name="csY30" fmla="*/ 14227 h 141886"/>
              <a:gd name="csX31" fmla="*/ 21352 w 141908"/>
              <a:gd name="csY31" fmla="*/ 14227 h 141886"/>
              <a:gd name="csX32" fmla="*/ 85 w 141908"/>
              <a:gd name="csY32" fmla="*/ 45735 h 141886"/>
              <a:gd name="csX33" fmla="*/ 85 w 141908"/>
              <a:gd name="csY33" fmla="*/ 106370 h 141886"/>
              <a:gd name="csX34" fmla="*/ 2705 w 141908"/>
              <a:gd name="csY34" fmla="*/ 116649 h 141886"/>
              <a:gd name="csX35" fmla="*/ 47825 w 141908"/>
              <a:gd name="csY35" fmla="*/ 71532 h 141886"/>
              <a:gd name="csX36" fmla="*/ 85 w 141908"/>
              <a:gd name="csY36" fmla="*/ 45735 h 141886"/>
            </a:gdLst>
            <a:ahLst/>
            <a:cxnLst/>
            <a:rect l="l" t="t" r="r" b="b"/>
            <a:pathLst>
              <a:path w="100000" h="100000">
                <a:moveTo>
                  <a:pt x="96140" y="9"/>
                </a:moveTo>
                <a:cubicBezTo>
                  <a:pt x="95169" y="37"/>
                  <a:pt x="94246" y="443"/>
                  <a:pt x="93563" y="1141"/>
                </a:cubicBezTo>
                <a:lnTo>
                  <a:pt x="1151" y="93544"/>
                </a:lnTo>
                <a:cubicBezTo>
                  <a:pt x="791" y="93889"/>
                  <a:pt x="503" y="94303"/>
                  <a:pt x="311" y="94760"/>
                </a:cubicBezTo>
                <a:cubicBezTo>
                  <a:pt x="108" y="95217"/>
                  <a:pt x="0" y="95710"/>
                  <a:pt x="0" y="96208"/>
                </a:cubicBezTo>
                <a:cubicBezTo>
                  <a:pt x="0" y="96706"/>
                  <a:pt x="84" y="97201"/>
                  <a:pt x="276" y="97663"/>
                </a:cubicBezTo>
                <a:cubicBezTo>
                  <a:pt x="467" y="98124"/>
                  <a:pt x="743" y="98543"/>
                  <a:pt x="1103" y="98896"/>
                </a:cubicBezTo>
                <a:cubicBezTo>
                  <a:pt x="1451" y="99248"/>
                  <a:pt x="1870" y="99526"/>
                  <a:pt x="2326" y="99715"/>
                </a:cubicBezTo>
                <a:cubicBezTo>
                  <a:pt x="2793" y="99903"/>
                  <a:pt x="3285" y="99998"/>
                  <a:pt x="3788" y="99993"/>
                </a:cubicBezTo>
                <a:cubicBezTo>
                  <a:pt x="4280" y="99987"/>
                  <a:pt x="4771" y="99883"/>
                  <a:pt x="5239" y="99686"/>
                </a:cubicBezTo>
                <a:cubicBezTo>
                  <a:pt x="5695" y="99488"/>
                  <a:pt x="6103" y="99201"/>
                  <a:pt x="6450" y="98841"/>
                </a:cubicBezTo>
                <a:lnTo>
                  <a:pt x="15346" y="89949"/>
                </a:lnTo>
                <a:lnTo>
                  <a:pt x="84978" y="89949"/>
                </a:lnTo>
                <a:cubicBezTo>
                  <a:pt x="93239" y="89949"/>
                  <a:pt x="99965" y="83231"/>
                  <a:pt x="99965" y="74965"/>
                </a:cubicBezTo>
                <a:lnTo>
                  <a:pt x="99965" y="32236"/>
                </a:lnTo>
                <a:lnTo>
                  <a:pt x="51781" y="58283"/>
                </a:lnTo>
                <a:cubicBezTo>
                  <a:pt x="51229" y="58583"/>
                  <a:pt x="50630" y="58732"/>
                  <a:pt x="50006" y="58732"/>
                </a:cubicBezTo>
                <a:cubicBezTo>
                  <a:pt x="49383" y="58732"/>
                  <a:pt x="48783" y="58583"/>
                  <a:pt x="48232" y="58283"/>
                </a:cubicBezTo>
                <a:lnTo>
                  <a:pt x="47441" y="57854"/>
                </a:lnTo>
                <a:lnTo>
                  <a:pt x="59957" y="45343"/>
                </a:lnTo>
                <a:lnTo>
                  <a:pt x="99917" y="23768"/>
                </a:lnTo>
                <a:cubicBezTo>
                  <a:pt x="99509" y="18944"/>
                  <a:pt x="96811" y="14805"/>
                  <a:pt x="92939" y="12364"/>
                </a:cubicBezTo>
                <a:lnTo>
                  <a:pt x="98862" y="6438"/>
                </a:lnTo>
                <a:cubicBezTo>
                  <a:pt x="99401" y="5912"/>
                  <a:pt x="99773" y="5234"/>
                  <a:pt x="99929" y="4495"/>
                </a:cubicBezTo>
                <a:cubicBezTo>
                  <a:pt x="100073" y="3756"/>
                  <a:pt x="100001" y="2989"/>
                  <a:pt x="99701" y="2294"/>
                </a:cubicBezTo>
                <a:cubicBezTo>
                  <a:pt x="99413" y="1599"/>
                  <a:pt x="98910" y="1009"/>
                  <a:pt x="98274" y="602"/>
                </a:cubicBezTo>
                <a:cubicBezTo>
                  <a:pt x="97639" y="194"/>
                  <a:pt x="96895" y="-13"/>
                  <a:pt x="96140" y="9"/>
                </a:cubicBezTo>
                <a:close/>
                <a:moveTo>
                  <a:pt x="15046" y="10033"/>
                </a:moveTo>
                <a:cubicBezTo>
                  <a:pt x="7193" y="10033"/>
                  <a:pt x="755" y="16077"/>
                  <a:pt x="108" y="23768"/>
                </a:cubicBezTo>
                <a:lnTo>
                  <a:pt x="39216" y="44899"/>
                </a:lnTo>
                <a:lnTo>
                  <a:pt x="74092" y="10033"/>
                </a:lnTo>
                <a:lnTo>
                  <a:pt x="15046" y="10033"/>
                </a:lnTo>
                <a:close/>
                <a:moveTo>
                  <a:pt x="60" y="32236"/>
                </a:moveTo>
                <a:lnTo>
                  <a:pt x="60" y="74965"/>
                </a:lnTo>
                <a:cubicBezTo>
                  <a:pt x="60" y="77587"/>
                  <a:pt x="731" y="80060"/>
                  <a:pt x="1906" y="82208"/>
                </a:cubicBezTo>
                <a:lnTo>
                  <a:pt x="33701" y="50415"/>
                </a:lnTo>
                <a:lnTo>
                  <a:pt x="60" y="3223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2" name="Чёрный — SVG 43">
            <a:extLst>
              <a:ext uri="{FF2B5EF4-FFF2-40B4-BE49-F238E27FC236}">
                <a16:creationId xmlns:a16="http://schemas.microsoft.com/office/drawing/2014/main" id="{82107307-0456-5048-B473-B24B6A0BE26E}"/>
              </a:ext>
            </a:extLst>
          </p:cNvPr>
          <p:cNvSpPr>
            <a:spLocks noGrp="1"/>
          </p:cNvSpPr>
          <p:nvPr/>
        </p:nvSpPr>
        <p:spPr>
          <a:xfrm>
            <a:off x="4020000" y="3470000"/>
            <a:ext cx="220000" cy="220000"/>
          </a:xfrm>
          <a:custGeom>
            <a:avLst/>
            <a:gdLst>
              <a:gd name="csX0" fmla="*/ 15950 w 148864"/>
              <a:gd name="csY0" fmla="*/ 0 h 113407"/>
              <a:gd name="csX1" fmla="*/ 0 w 148864"/>
              <a:gd name="csY1" fmla="*/ 15948 h 113407"/>
              <a:gd name="csX2" fmla="*/ 0 w 148864"/>
              <a:gd name="csY2" fmla="*/ 97460 h 113407"/>
              <a:gd name="csX3" fmla="*/ 644 w 148864"/>
              <a:gd name="csY3" fmla="*/ 101696 h 113407"/>
              <a:gd name="csX4" fmla="*/ 1135 w 148864"/>
              <a:gd name="csY4" fmla="*/ 100090 h 113407"/>
              <a:gd name="csX5" fmla="*/ 5455 w 148864"/>
              <a:gd name="csY5" fmla="*/ 88599 h 113407"/>
              <a:gd name="csX6" fmla="*/ 9270 w 148864"/>
              <a:gd name="csY6" fmla="*/ 78438 h 113407"/>
              <a:gd name="csX7" fmla="*/ 18913 w 148864"/>
              <a:gd name="csY7" fmla="*/ 52772 h 113407"/>
              <a:gd name="csX8" fmla="*/ 38823 w 148864"/>
              <a:gd name="csY8" fmla="*/ 38984 h 113407"/>
              <a:gd name="csX9" fmla="*/ 134690 w 148864"/>
              <a:gd name="csY9" fmla="*/ 38984 h 113407"/>
              <a:gd name="csX10" fmla="*/ 134690 w 148864"/>
              <a:gd name="csY10" fmla="*/ 33668 h 113407"/>
              <a:gd name="csX11" fmla="*/ 118739 w 148864"/>
              <a:gd name="csY11" fmla="*/ 17720 h 113407"/>
              <a:gd name="csX12" fmla="*/ 71042 w 148864"/>
              <a:gd name="csY12" fmla="*/ 17720 h 113407"/>
              <a:gd name="csX13" fmla="*/ 55195 w 148864"/>
              <a:gd name="csY13" fmla="*/ 4513 h 113407"/>
              <a:gd name="csX14" fmla="*/ 42721 w 148864"/>
              <a:gd name="csY14" fmla="*/ 0 h 113407"/>
              <a:gd name="csX15" fmla="*/ 15950 w 148864"/>
              <a:gd name="csY15" fmla="*/ 0 h 113407"/>
              <a:gd name="csX16" fmla="*/ 38823 w 148864"/>
              <a:gd name="csY16" fmla="*/ 49616 h 113407"/>
              <a:gd name="csX17" fmla="*/ 28868 w 148864"/>
              <a:gd name="csY17" fmla="*/ 56510 h 113407"/>
              <a:gd name="csX18" fmla="*/ 11097 w 148864"/>
              <a:gd name="csY18" fmla="*/ 103828 h 113407"/>
              <a:gd name="csX19" fmla="*/ 17729 w 148864"/>
              <a:gd name="csY19" fmla="*/ 113407 h 113407"/>
              <a:gd name="csX20" fmla="*/ 120678 w 148864"/>
              <a:gd name="csY20" fmla="*/ 113407 h 113407"/>
              <a:gd name="csX21" fmla="*/ 130633 w 148864"/>
              <a:gd name="csY21" fmla="*/ 106513 h 113407"/>
              <a:gd name="csX22" fmla="*/ 148390 w 148864"/>
              <a:gd name="csY22" fmla="*/ 59237 h 113407"/>
              <a:gd name="csX23" fmla="*/ 141772 w 148864"/>
              <a:gd name="csY23" fmla="*/ 49616 h 113407"/>
              <a:gd name="csX24" fmla="*/ 38823 w 148864"/>
              <a:gd name="csY24" fmla="*/ 49616 h 113407"/>
            </a:gdLst>
            <a:ahLst/>
            <a:cxnLst/>
            <a:rect l="l" t="t" r="r" b="b"/>
            <a:pathLst>
              <a:path w="100000" h="100000">
                <a:moveTo>
                  <a:pt x="10714" y="11909"/>
                </a:moveTo>
                <a:cubicBezTo>
                  <a:pt x="4807" y="11909"/>
                  <a:pt x="0" y="16716"/>
                  <a:pt x="0" y="22622"/>
                </a:cubicBezTo>
                <a:lnTo>
                  <a:pt x="0" y="77378"/>
                </a:lnTo>
                <a:cubicBezTo>
                  <a:pt x="0" y="78371"/>
                  <a:pt x="178" y="79312"/>
                  <a:pt x="433" y="80224"/>
                </a:cubicBezTo>
                <a:cubicBezTo>
                  <a:pt x="530" y="79862"/>
                  <a:pt x="629" y="79500"/>
                  <a:pt x="762" y="79145"/>
                </a:cubicBezTo>
                <a:lnTo>
                  <a:pt x="3664" y="71426"/>
                </a:lnTo>
                <a:lnTo>
                  <a:pt x="6227" y="64600"/>
                </a:lnTo>
                <a:lnTo>
                  <a:pt x="12705" y="47359"/>
                </a:lnTo>
                <a:cubicBezTo>
                  <a:pt x="14786" y="41817"/>
                  <a:pt x="20160" y="38097"/>
                  <a:pt x="26080" y="38097"/>
                </a:cubicBezTo>
                <a:lnTo>
                  <a:pt x="90479" y="38097"/>
                </a:lnTo>
                <a:lnTo>
                  <a:pt x="90479" y="34526"/>
                </a:lnTo>
                <a:cubicBezTo>
                  <a:pt x="90479" y="28619"/>
                  <a:pt x="85671" y="23813"/>
                  <a:pt x="79763" y="23813"/>
                </a:cubicBezTo>
                <a:lnTo>
                  <a:pt x="47723" y="23813"/>
                </a:lnTo>
                <a:lnTo>
                  <a:pt x="37077" y="14941"/>
                </a:lnTo>
                <a:cubicBezTo>
                  <a:pt x="34730" y="12984"/>
                  <a:pt x="31752" y="11909"/>
                  <a:pt x="28698" y="11909"/>
                </a:cubicBezTo>
                <a:lnTo>
                  <a:pt x="10714" y="11909"/>
                </a:lnTo>
                <a:close/>
                <a:moveTo>
                  <a:pt x="26080" y="45239"/>
                </a:moveTo>
                <a:cubicBezTo>
                  <a:pt x="23103" y="45239"/>
                  <a:pt x="20437" y="47084"/>
                  <a:pt x="19392" y="49870"/>
                </a:cubicBezTo>
                <a:lnTo>
                  <a:pt x="7454" y="81656"/>
                </a:lnTo>
                <a:cubicBezTo>
                  <a:pt x="6283" y="84768"/>
                  <a:pt x="8584" y="88091"/>
                  <a:pt x="11910" y="88091"/>
                </a:cubicBezTo>
                <a:lnTo>
                  <a:pt x="81066" y="88091"/>
                </a:lnTo>
                <a:cubicBezTo>
                  <a:pt x="84042" y="88091"/>
                  <a:pt x="86708" y="86245"/>
                  <a:pt x="87753" y="83460"/>
                </a:cubicBezTo>
                <a:lnTo>
                  <a:pt x="99682" y="51702"/>
                </a:lnTo>
                <a:cubicBezTo>
                  <a:pt x="100874" y="48586"/>
                  <a:pt x="98574" y="45239"/>
                  <a:pt x="95236" y="45239"/>
                </a:cubicBezTo>
                <a:lnTo>
                  <a:pt x="26080" y="4523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3" name="Чёрный — SVG 44">
            <a:extLst>
              <a:ext uri="{FF2B5EF4-FFF2-40B4-BE49-F238E27FC236}">
                <a16:creationId xmlns:a16="http://schemas.microsoft.com/office/drawing/2014/main" id="{6583E5A5-5ECB-D846-96D2-FCA11F376FE4}"/>
              </a:ext>
            </a:extLst>
          </p:cNvPr>
          <p:cNvSpPr>
            <a:spLocks noGrp="1"/>
          </p:cNvSpPr>
          <p:nvPr/>
        </p:nvSpPr>
        <p:spPr>
          <a:xfrm>
            <a:off x="4620000" y="3470000"/>
            <a:ext cx="220000" cy="220000"/>
          </a:xfrm>
          <a:custGeom>
            <a:avLst/>
            <a:gdLst>
              <a:gd name="csX0" fmla="*/ 83297 w 145325"/>
              <a:gd name="csY0" fmla="*/ 0 h 145305"/>
              <a:gd name="csX1" fmla="*/ 77981 w 145325"/>
              <a:gd name="csY1" fmla="*/ 5316 h 145305"/>
              <a:gd name="csX2" fmla="*/ 77981 w 145325"/>
              <a:gd name="csY2" fmla="*/ 62019 h 145305"/>
              <a:gd name="csX3" fmla="*/ 83297 w 145325"/>
              <a:gd name="csY3" fmla="*/ 67335 h 145305"/>
              <a:gd name="csX4" fmla="*/ 140009 w 145325"/>
              <a:gd name="csY4" fmla="*/ 67335 h 145305"/>
              <a:gd name="csX5" fmla="*/ 145325 w 145325"/>
              <a:gd name="csY5" fmla="*/ 62019 h 145305"/>
              <a:gd name="csX6" fmla="*/ 83297 w 145325"/>
              <a:gd name="csY6" fmla="*/ 0 h 145305"/>
              <a:gd name="csX7" fmla="*/ 62017 w 145325"/>
              <a:gd name="csY7" fmla="*/ 21264 h 145305"/>
              <a:gd name="csX8" fmla="*/ 730 w 145325"/>
              <a:gd name="csY8" fmla="*/ 92904 h 145305"/>
              <a:gd name="csX9" fmla="*/ 52408 w 145325"/>
              <a:gd name="csY9" fmla="*/ 144576 h 145305"/>
              <a:gd name="csX10" fmla="*/ 124059 w 145325"/>
              <a:gd name="csY10" fmla="*/ 83297 h 145305"/>
              <a:gd name="csX11" fmla="*/ 118742 w 145325"/>
              <a:gd name="csY11" fmla="*/ 77967 h 145305"/>
              <a:gd name="csX12" fmla="*/ 74436 w 145325"/>
              <a:gd name="csY12" fmla="*/ 77967 h 145305"/>
              <a:gd name="csX13" fmla="*/ 67347 w 145325"/>
              <a:gd name="csY13" fmla="*/ 70880 h 145305"/>
              <a:gd name="csX14" fmla="*/ 67347 w 145325"/>
              <a:gd name="csY14" fmla="*/ 26580 h 145305"/>
              <a:gd name="csX15" fmla="*/ 62017 w 145325"/>
              <a:gd name="csY15" fmla="*/ 21264 h 145305"/>
            </a:gdLst>
            <a:ahLst/>
            <a:cxnLst/>
            <a:rect l="l" t="t" r="r" b="b"/>
            <a:pathLst>
              <a:path w="100000" h="100000">
                <a:moveTo>
                  <a:pt x="57318" y="7"/>
                </a:moveTo>
                <a:cubicBezTo>
                  <a:pt x="55299" y="7"/>
                  <a:pt x="53660" y="1646"/>
                  <a:pt x="53660" y="3665"/>
                </a:cubicBezTo>
                <a:lnTo>
                  <a:pt x="53660" y="42683"/>
                </a:lnTo>
                <a:cubicBezTo>
                  <a:pt x="53660" y="44702"/>
                  <a:pt x="55299" y="46341"/>
                  <a:pt x="57318" y="46341"/>
                </a:cubicBezTo>
                <a:lnTo>
                  <a:pt x="96342" y="46341"/>
                </a:lnTo>
                <a:cubicBezTo>
                  <a:pt x="98362" y="46341"/>
                  <a:pt x="100000" y="44702"/>
                  <a:pt x="100000" y="42683"/>
                </a:cubicBezTo>
                <a:cubicBezTo>
                  <a:pt x="100000" y="19152"/>
                  <a:pt x="80852" y="7"/>
                  <a:pt x="57318" y="7"/>
                </a:cubicBezTo>
                <a:close/>
                <a:moveTo>
                  <a:pt x="42675" y="14639"/>
                </a:moveTo>
                <a:cubicBezTo>
                  <a:pt x="16970" y="14644"/>
                  <a:pt x="-3500" y="37486"/>
                  <a:pt x="502" y="63935"/>
                </a:cubicBezTo>
                <a:cubicBezTo>
                  <a:pt x="3253" y="82124"/>
                  <a:pt x="17872" y="96740"/>
                  <a:pt x="36063" y="99491"/>
                </a:cubicBezTo>
                <a:cubicBezTo>
                  <a:pt x="62516" y="103494"/>
                  <a:pt x="85362" y="83026"/>
                  <a:pt x="85367" y="57325"/>
                </a:cubicBezTo>
                <a:cubicBezTo>
                  <a:pt x="85367" y="55305"/>
                  <a:pt x="83728" y="53657"/>
                  <a:pt x="81708" y="53657"/>
                </a:cubicBezTo>
                <a:lnTo>
                  <a:pt x="51220" y="53657"/>
                </a:lnTo>
                <a:cubicBezTo>
                  <a:pt x="48526" y="53657"/>
                  <a:pt x="46342" y="51475"/>
                  <a:pt x="46342" y="48780"/>
                </a:cubicBezTo>
                <a:lnTo>
                  <a:pt x="46342" y="18297"/>
                </a:lnTo>
                <a:cubicBezTo>
                  <a:pt x="46342" y="16277"/>
                  <a:pt x="44694" y="14639"/>
                  <a:pt x="42675" y="1463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4" name="Чёрный — SVG 45">
            <a:extLst>
              <a:ext uri="{FF2B5EF4-FFF2-40B4-BE49-F238E27FC236}">
                <a16:creationId xmlns:a16="http://schemas.microsoft.com/office/drawing/2014/main" id="{23C6153C-099A-B14F-B056-DBD8733E7085}"/>
              </a:ext>
            </a:extLst>
          </p:cNvPr>
          <p:cNvSpPr>
            <a:spLocks noGrp="1"/>
          </p:cNvSpPr>
          <p:nvPr/>
        </p:nvSpPr>
        <p:spPr>
          <a:xfrm>
            <a:off x="5220000" y="3470000"/>
            <a:ext cx="220000" cy="220000"/>
          </a:xfrm>
          <a:custGeom>
            <a:avLst/>
            <a:gdLst>
              <a:gd name="csX0" fmla="*/ 15942 w 134695"/>
              <a:gd name="csY0" fmla="*/ 0 h 148847"/>
              <a:gd name="csX1" fmla="*/ 0 w 134695"/>
              <a:gd name="csY1" fmla="*/ 15948 h 148847"/>
              <a:gd name="csX2" fmla="*/ 0 w 134695"/>
              <a:gd name="csY2" fmla="*/ 125811 h 148847"/>
              <a:gd name="csX3" fmla="*/ 15942 w 134695"/>
              <a:gd name="csY3" fmla="*/ 141759 h 148847"/>
              <a:gd name="csX4" fmla="*/ 62507 w 134695"/>
              <a:gd name="csY4" fmla="*/ 141759 h 148847"/>
              <a:gd name="csX5" fmla="*/ 49628 w 134695"/>
              <a:gd name="csY5" fmla="*/ 109863 h 148847"/>
              <a:gd name="csX6" fmla="*/ 95700 w 134695"/>
              <a:gd name="csY6" fmla="*/ 63792 h 148847"/>
              <a:gd name="csX7" fmla="*/ 113428 w 134695"/>
              <a:gd name="csY7" fmla="*/ 67336 h 148847"/>
              <a:gd name="csX8" fmla="*/ 113428 w 134695"/>
              <a:gd name="csY8" fmla="*/ 56704 h 148847"/>
              <a:gd name="csX9" fmla="*/ 72664 w 134695"/>
              <a:gd name="csY9" fmla="*/ 56704 h 148847"/>
              <a:gd name="csX10" fmla="*/ 56706 w 134695"/>
              <a:gd name="csY10" fmla="*/ 40756 h 148847"/>
              <a:gd name="csX11" fmla="*/ 56706 w 134695"/>
              <a:gd name="csY11" fmla="*/ 0 h 148847"/>
              <a:gd name="csX12" fmla="*/ 15942 w 134695"/>
              <a:gd name="csY12" fmla="*/ 0 h 148847"/>
              <a:gd name="csX13" fmla="*/ 67339 w 134695"/>
              <a:gd name="csY13" fmla="*/ 3115 h 148847"/>
              <a:gd name="csX14" fmla="*/ 67339 w 134695"/>
              <a:gd name="csY14" fmla="*/ 40756 h 148847"/>
              <a:gd name="csX15" fmla="*/ 72664 w 134695"/>
              <a:gd name="csY15" fmla="*/ 46072 h 148847"/>
              <a:gd name="csX16" fmla="*/ 110315 w 134695"/>
              <a:gd name="csY16" fmla="*/ 46072 h 148847"/>
              <a:gd name="csX17" fmla="*/ 67339 w 134695"/>
              <a:gd name="csY17" fmla="*/ 3115 h 148847"/>
              <a:gd name="csX18" fmla="*/ 95700 w 134695"/>
              <a:gd name="csY18" fmla="*/ 70880 h 148847"/>
              <a:gd name="csX19" fmla="*/ 56706 w 134695"/>
              <a:gd name="csY19" fmla="*/ 109863 h 148847"/>
              <a:gd name="csX20" fmla="*/ 95700 w 134695"/>
              <a:gd name="csY20" fmla="*/ 148847 h 148847"/>
              <a:gd name="csX21" fmla="*/ 134695 w 134695"/>
              <a:gd name="csY21" fmla="*/ 109863 h 148847"/>
              <a:gd name="csX22" fmla="*/ 95700 w 134695"/>
              <a:gd name="csY22" fmla="*/ 70880 h 148847"/>
              <a:gd name="csX23" fmla="*/ 95700 w 134695"/>
              <a:gd name="csY23" fmla="*/ 92144 h 148847"/>
              <a:gd name="csX24" fmla="*/ 123568 w 134695"/>
              <a:gd name="csY24" fmla="*/ 108078 h 148847"/>
              <a:gd name="csX25" fmla="*/ 123568 w 134695"/>
              <a:gd name="csY25" fmla="*/ 111649 h 148847"/>
              <a:gd name="csX26" fmla="*/ 95700 w 134695"/>
              <a:gd name="csY26" fmla="*/ 127583 h 148847"/>
              <a:gd name="csX27" fmla="*/ 67832 w 134695"/>
              <a:gd name="csY27" fmla="*/ 111649 h 148847"/>
              <a:gd name="csX28" fmla="*/ 67832 w 134695"/>
              <a:gd name="csY28" fmla="*/ 108078 h 148847"/>
              <a:gd name="csX29" fmla="*/ 95700 w 134695"/>
              <a:gd name="csY29" fmla="*/ 92144 h 148847"/>
              <a:gd name="csX30" fmla="*/ 95700 w 134695"/>
              <a:gd name="csY30" fmla="*/ 99231 h 148847"/>
              <a:gd name="csX31" fmla="*/ 85067 w 134695"/>
              <a:gd name="csY31" fmla="*/ 109863 h 148847"/>
              <a:gd name="csX32" fmla="*/ 95700 w 134695"/>
              <a:gd name="csY32" fmla="*/ 120495 h 148847"/>
              <a:gd name="csX33" fmla="*/ 106334 w 134695"/>
              <a:gd name="csY33" fmla="*/ 109863 h 148847"/>
              <a:gd name="csX34" fmla="*/ 95700 w 134695"/>
              <a:gd name="csY34" fmla="*/ 99231 h 148847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6" y="0"/>
                  <a:pt x="4754" y="4807"/>
                  <a:pt x="4754" y="10714"/>
                </a:cubicBezTo>
                <a:lnTo>
                  <a:pt x="4754" y="84524"/>
                </a:lnTo>
                <a:cubicBezTo>
                  <a:pt x="4754" y="90431"/>
                  <a:pt x="9566" y="95238"/>
                  <a:pt x="15464" y="95238"/>
                </a:cubicBezTo>
                <a:lnTo>
                  <a:pt x="46748" y="95238"/>
                </a:lnTo>
                <a:cubicBezTo>
                  <a:pt x="41399" y="89677"/>
                  <a:pt x="38095" y="82133"/>
                  <a:pt x="38095" y="73809"/>
                </a:cubicBezTo>
                <a:cubicBezTo>
                  <a:pt x="38095" y="56715"/>
                  <a:pt x="51949" y="42857"/>
                  <a:pt x="69048" y="42857"/>
                </a:cubicBezTo>
                <a:cubicBezTo>
                  <a:pt x="73266" y="42857"/>
                  <a:pt x="77289" y="43707"/>
                  <a:pt x="80958" y="45238"/>
                </a:cubicBezTo>
                <a:lnTo>
                  <a:pt x="80958" y="38095"/>
                </a:lnTo>
                <a:lnTo>
                  <a:pt x="53572" y="38095"/>
                </a:lnTo>
                <a:cubicBezTo>
                  <a:pt x="47662" y="38095"/>
                  <a:pt x="42851" y="33288"/>
                  <a:pt x="42851" y="27381"/>
                </a:cubicBezTo>
                <a:lnTo>
                  <a:pt x="42851" y="0"/>
                </a:lnTo>
                <a:lnTo>
                  <a:pt x="15464" y="0"/>
                </a:lnTo>
                <a:close/>
                <a:moveTo>
                  <a:pt x="49994" y="2093"/>
                </a:moveTo>
                <a:lnTo>
                  <a:pt x="49994" y="27381"/>
                </a:lnTo>
                <a:cubicBezTo>
                  <a:pt x="49994" y="29350"/>
                  <a:pt x="51606" y="30953"/>
                  <a:pt x="53572" y="30953"/>
                </a:cubicBezTo>
                <a:lnTo>
                  <a:pt x="78867" y="30953"/>
                </a:lnTo>
                <a:lnTo>
                  <a:pt x="49994" y="2093"/>
                </a:lnTo>
                <a:close/>
                <a:moveTo>
                  <a:pt x="69048" y="47619"/>
                </a:moveTo>
                <a:cubicBezTo>
                  <a:pt x="54578" y="47619"/>
                  <a:pt x="42851" y="59346"/>
                  <a:pt x="42851" y="73809"/>
                </a:cubicBezTo>
                <a:cubicBezTo>
                  <a:pt x="42851" y="88274"/>
                  <a:pt x="54578" y="100000"/>
                  <a:pt x="69048" y="100000"/>
                </a:cubicBezTo>
                <a:cubicBezTo>
                  <a:pt x="83519" y="100000"/>
                  <a:pt x="95246" y="88274"/>
                  <a:pt x="95246" y="73809"/>
                </a:cubicBezTo>
                <a:cubicBezTo>
                  <a:pt x="95246" y="59346"/>
                  <a:pt x="83519" y="47619"/>
                  <a:pt x="69048" y="47619"/>
                </a:cubicBezTo>
                <a:close/>
                <a:moveTo>
                  <a:pt x="69048" y="61905"/>
                </a:moveTo>
                <a:cubicBezTo>
                  <a:pt x="81393" y="61905"/>
                  <a:pt x="87519" y="72171"/>
                  <a:pt x="87771" y="72610"/>
                </a:cubicBezTo>
                <a:cubicBezTo>
                  <a:pt x="88205" y="73353"/>
                  <a:pt x="88205" y="74266"/>
                  <a:pt x="87771" y="75009"/>
                </a:cubicBezTo>
                <a:cubicBezTo>
                  <a:pt x="87519" y="75447"/>
                  <a:pt x="81393" y="85714"/>
                  <a:pt x="69048" y="85714"/>
                </a:cubicBezTo>
                <a:cubicBezTo>
                  <a:pt x="56704" y="85714"/>
                  <a:pt x="50577" y="75447"/>
                  <a:pt x="50326" y="75009"/>
                </a:cubicBezTo>
                <a:cubicBezTo>
                  <a:pt x="49891" y="74266"/>
                  <a:pt x="49891" y="73353"/>
                  <a:pt x="50326" y="72610"/>
                </a:cubicBezTo>
                <a:cubicBezTo>
                  <a:pt x="50577" y="72171"/>
                  <a:pt x="56704" y="61905"/>
                  <a:pt x="69048" y="61905"/>
                </a:cubicBezTo>
                <a:close/>
                <a:moveTo>
                  <a:pt x="69048" y="66666"/>
                </a:moveTo>
                <a:cubicBezTo>
                  <a:pt x="65105" y="66666"/>
                  <a:pt x="61905" y="69864"/>
                  <a:pt x="61905" y="73809"/>
                </a:cubicBezTo>
                <a:cubicBezTo>
                  <a:pt x="61905" y="77755"/>
                  <a:pt x="65105" y="80952"/>
                  <a:pt x="69048" y="80952"/>
                </a:cubicBezTo>
                <a:cubicBezTo>
                  <a:pt x="72992" y="80952"/>
                  <a:pt x="76192" y="77755"/>
                  <a:pt x="76192" y="73809"/>
                </a:cubicBezTo>
                <a:cubicBezTo>
                  <a:pt x="76192" y="69864"/>
                  <a:pt x="72992" y="66666"/>
                  <a:pt x="69048" y="6666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5" name="Чёрный — SVG 46">
            <a:extLst>
              <a:ext uri="{FF2B5EF4-FFF2-40B4-BE49-F238E27FC236}">
                <a16:creationId xmlns:a16="http://schemas.microsoft.com/office/drawing/2014/main" id="{109A77AA-7C0F-624E-889B-6999C072D55B}"/>
              </a:ext>
            </a:extLst>
          </p:cNvPr>
          <p:cNvSpPr>
            <a:spLocks noGrp="1"/>
          </p:cNvSpPr>
          <p:nvPr/>
        </p:nvSpPr>
        <p:spPr>
          <a:xfrm>
            <a:off x="5820000" y="3470000"/>
            <a:ext cx="220000" cy="220000"/>
          </a:xfrm>
          <a:custGeom>
            <a:avLst/>
            <a:gdLst>
              <a:gd name="csX0" fmla="*/ 33670 w 141772"/>
              <a:gd name="csY0" fmla="*/ 1 h 134671"/>
              <a:gd name="csX1" fmla="*/ 31611 w 141772"/>
              <a:gd name="csY1" fmla="*/ 383 h 134671"/>
              <a:gd name="csX2" fmla="*/ 29859 w 141772"/>
              <a:gd name="csY2" fmla="*/ 1531 h 134671"/>
              <a:gd name="csX3" fmla="*/ 28685 w 141772"/>
              <a:gd name="csY3" fmla="*/ 3265 h 134671"/>
              <a:gd name="csX4" fmla="*/ 28276 w 141772"/>
              <a:gd name="csY4" fmla="*/ 5316 h 134671"/>
              <a:gd name="csX5" fmla="*/ 28685 w 141772"/>
              <a:gd name="csY5" fmla="*/ 7368 h 134671"/>
              <a:gd name="csX6" fmla="*/ 29859 w 141772"/>
              <a:gd name="csY6" fmla="*/ 9102 h 134671"/>
              <a:gd name="csX7" fmla="*/ 31611 w 141772"/>
              <a:gd name="csY7" fmla="*/ 10250 h 134671"/>
              <a:gd name="csX8" fmla="*/ 33670 w 141772"/>
              <a:gd name="csY8" fmla="*/ 10632 h 134671"/>
              <a:gd name="csX9" fmla="*/ 108103 w 141772"/>
              <a:gd name="csY9" fmla="*/ 10632 h 134671"/>
              <a:gd name="csX10" fmla="*/ 110162 w 141772"/>
              <a:gd name="csY10" fmla="*/ 10250 h 134671"/>
              <a:gd name="csX11" fmla="*/ 111914 w 141772"/>
              <a:gd name="csY11" fmla="*/ 9102 h 134671"/>
              <a:gd name="csX12" fmla="*/ 113088 w 141772"/>
              <a:gd name="csY12" fmla="*/ 7368 h 134671"/>
              <a:gd name="csX13" fmla="*/ 113496 w 141772"/>
              <a:gd name="csY13" fmla="*/ 5316 h 134671"/>
              <a:gd name="csX14" fmla="*/ 113088 w 141772"/>
              <a:gd name="csY14" fmla="*/ 3265 h 134671"/>
              <a:gd name="csX15" fmla="*/ 111914 w 141772"/>
              <a:gd name="csY15" fmla="*/ 1531 h 134671"/>
              <a:gd name="csX16" fmla="*/ 110162 w 141772"/>
              <a:gd name="csY16" fmla="*/ 383 h 134671"/>
              <a:gd name="csX17" fmla="*/ 108103 w 141772"/>
              <a:gd name="csY17" fmla="*/ 1 h 134671"/>
              <a:gd name="csX18" fmla="*/ 33670 w 141772"/>
              <a:gd name="csY18" fmla="*/ 1 h 134671"/>
              <a:gd name="csX19" fmla="*/ 30131 w 141772"/>
              <a:gd name="csY19" fmla="*/ 17720 h 134671"/>
              <a:gd name="csX20" fmla="*/ 18868 w 141772"/>
              <a:gd name="csY20" fmla="*/ 22402 h 134671"/>
              <a:gd name="csX21" fmla="*/ 14172 w 141772"/>
              <a:gd name="csY21" fmla="*/ 33668 h 134671"/>
              <a:gd name="csX22" fmla="*/ 14172 w 141772"/>
              <a:gd name="csY22" fmla="*/ 81512 h 134671"/>
              <a:gd name="csX23" fmla="*/ 49935 w 141772"/>
              <a:gd name="csY23" fmla="*/ 81512 h 134671"/>
              <a:gd name="csX24" fmla="*/ 54596 w 141772"/>
              <a:gd name="csY24" fmla="*/ 83172 h 134671"/>
              <a:gd name="csX25" fmla="*/ 57029 w 141772"/>
              <a:gd name="csY25" fmla="*/ 87465 h 134671"/>
              <a:gd name="csX26" fmla="*/ 59938 w 141772"/>
              <a:gd name="csY26" fmla="*/ 93916 h 134671"/>
              <a:gd name="csX27" fmla="*/ 62133 w 141772"/>
              <a:gd name="csY27" fmla="*/ 96110 h 134671"/>
              <a:gd name="csX28" fmla="*/ 64396 w 141772"/>
              <a:gd name="csY28" fmla="*/ 97564 h 134671"/>
              <a:gd name="csX29" fmla="*/ 65076 w 141772"/>
              <a:gd name="csY29" fmla="*/ 97848 h 134671"/>
              <a:gd name="csX30" fmla="*/ 67135 w 141772"/>
              <a:gd name="csY30" fmla="*/ 98595 h 134671"/>
              <a:gd name="csX31" fmla="*/ 67917 w 141772"/>
              <a:gd name="csY31" fmla="*/ 98810 h 134671"/>
              <a:gd name="csX32" fmla="*/ 73872 w 141772"/>
              <a:gd name="csY32" fmla="*/ 98810 h 134671"/>
              <a:gd name="csX33" fmla="*/ 74655 w 141772"/>
              <a:gd name="csY33" fmla="*/ 98595 h 134671"/>
              <a:gd name="csX34" fmla="*/ 76697 w 141772"/>
              <a:gd name="csY34" fmla="*/ 97848 h 134671"/>
              <a:gd name="csX35" fmla="*/ 77377 w 141772"/>
              <a:gd name="csY35" fmla="*/ 97564 h 134671"/>
              <a:gd name="csX36" fmla="*/ 79640 w 141772"/>
              <a:gd name="csY36" fmla="*/ 96110 h 134671"/>
              <a:gd name="csX37" fmla="*/ 81835 w 141772"/>
              <a:gd name="csY37" fmla="*/ 93916 h 134671"/>
              <a:gd name="csX38" fmla="*/ 84744 w 141772"/>
              <a:gd name="csY38" fmla="*/ 87465 h 134671"/>
              <a:gd name="csX39" fmla="*/ 87194 w 141772"/>
              <a:gd name="csY39" fmla="*/ 83172 h 134671"/>
              <a:gd name="csX40" fmla="*/ 91838 w 141772"/>
              <a:gd name="csY40" fmla="*/ 81512 h 134671"/>
              <a:gd name="csX41" fmla="*/ 127601 w 141772"/>
              <a:gd name="csY41" fmla="*/ 81512 h 134671"/>
              <a:gd name="csX42" fmla="*/ 127601 w 141772"/>
              <a:gd name="csY42" fmla="*/ 33668 h 134671"/>
              <a:gd name="csX43" fmla="*/ 122922 w 141772"/>
              <a:gd name="csY43" fmla="*/ 22402 h 134671"/>
              <a:gd name="csX44" fmla="*/ 111642 w 141772"/>
              <a:gd name="csY44" fmla="*/ 17720 h 134671"/>
              <a:gd name="csX45" fmla="*/ 30131 w 141772"/>
              <a:gd name="csY45" fmla="*/ 17720 h 134671"/>
              <a:gd name="csX46" fmla="*/ 7401 w 141772"/>
              <a:gd name="csY46" fmla="*/ 88600 h 134671"/>
              <a:gd name="csX47" fmla="*/ 2399 w 141772"/>
              <a:gd name="csY47" fmla="*/ 90676 h 134671"/>
              <a:gd name="csX48" fmla="*/ 323 w 141772"/>
              <a:gd name="csY48" fmla="*/ 95688 h 134671"/>
              <a:gd name="csX49" fmla="*/ 0 w 141772"/>
              <a:gd name="csY49" fmla="*/ 115180 h 134671"/>
              <a:gd name="csX50" fmla="*/ 5717 w 141772"/>
              <a:gd name="csY50" fmla="*/ 128952 h 134671"/>
              <a:gd name="csX51" fmla="*/ 19497 w 141772"/>
              <a:gd name="csY51" fmla="*/ 134672 h 134671"/>
              <a:gd name="csX52" fmla="*/ 122276 w 141772"/>
              <a:gd name="csY52" fmla="*/ 134672 h 134671"/>
              <a:gd name="csX53" fmla="*/ 136056 w 141772"/>
              <a:gd name="csY53" fmla="*/ 128952 h 134671"/>
              <a:gd name="csX54" fmla="*/ 141773 w 141772"/>
              <a:gd name="csY54" fmla="*/ 115180 h 134671"/>
              <a:gd name="csX55" fmla="*/ 141534 w 141772"/>
              <a:gd name="csY55" fmla="*/ 95688 h 134671"/>
              <a:gd name="csX56" fmla="*/ 139459 w 141772"/>
              <a:gd name="csY56" fmla="*/ 90676 h 134671"/>
              <a:gd name="csX57" fmla="*/ 134440 w 141772"/>
              <a:gd name="csY57" fmla="*/ 88600 h 134671"/>
              <a:gd name="csX58" fmla="*/ 91838 w 141772"/>
              <a:gd name="csY58" fmla="*/ 88600 h 134671"/>
              <a:gd name="csX59" fmla="*/ 84574 w 141772"/>
              <a:gd name="csY59" fmla="*/ 101215 h 134671"/>
              <a:gd name="csX60" fmla="*/ 70895 w 141772"/>
              <a:gd name="csY60" fmla="*/ 106198 h 134671"/>
              <a:gd name="csX61" fmla="*/ 57216 w 141772"/>
              <a:gd name="csY61" fmla="*/ 101215 h 134671"/>
              <a:gd name="csX62" fmla="*/ 49935 w 141772"/>
              <a:gd name="csY62" fmla="*/ 88600 h 134671"/>
              <a:gd name="csX63" fmla="*/ 7401 w 141772"/>
              <a:gd name="csY63" fmla="*/ 88600 h 134671"/>
            </a:gdLst>
            <a:ahLst/>
            <a:cxnLst/>
            <a:rect l="l" t="t" r="r" b="b"/>
            <a:pathLst>
              <a:path w="100000" h="100000">
                <a:moveTo>
                  <a:pt x="23749" y="2505"/>
                </a:moveTo>
                <a:cubicBezTo>
                  <a:pt x="23257" y="2498"/>
                  <a:pt x="22765" y="2590"/>
                  <a:pt x="22297" y="2775"/>
                </a:cubicBezTo>
                <a:cubicBezTo>
                  <a:pt x="21841" y="2960"/>
                  <a:pt x="21421" y="3235"/>
                  <a:pt x="21061" y="3584"/>
                </a:cubicBezTo>
                <a:cubicBezTo>
                  <a:pt x="20713" y="3933"/>
                  <a:pt x="20425" y="4349"/>
                  <a:pt x="20233" y="4807"/>
                </a:cubicBezTo>
                <a:cubicBezTo>
                  <a:pt x="20041" y="5266"/>
                  <a:pt x="19945" y="5757"/>
                  <a:pt x="19945" y="6254"/>
                </a:cubicBezTo>
                <a:cubicBezTo>
                  <a:pt x="19945" y="6751"/>
                  <a:pt x="20041" y="7244"/>
                  <a:pt x="20233" y="7701"/>
                </a:cubicBezTo>
                <a:cubicBezTo>
                  <a:pt x="20425" y="8160"/>
                  <a:pt x="20713" y="8576"/>
                  <a:pt x="21061" y="8925"/>
                </a:cubicBezTo>
                <a:cubicBezTo>
                  <a:pt x="21421" y="9274"/>
                  <a:pt x="21841" y="9549"/>
                  <a:pt x="22297" y="9734"/>
                </a:cubicBezTo>
                <a:cubicBezTo>
                  <a:pt x="22765" y="9919"/>
                  <a:pt x="23257" y="10011"/>
                  <a:pt x="23749" y="10004"/>
                </a:cubicBezTo>
                <a:lnTo>
                  <a:pt x="76251" y="10004"/>
                </a:lnTo>
                <a:cubicBezTo>
                  <a:pt x="76756" y="10011"/>
                  <a:pt x="77248" y="9919"/>
                  <a:pt x="77704" y="9734"/>
                </a:cubicBezTo>
                <a:cubicBezTo>
                  <a:pt x="78171" y="9549"/>
                  <a:pt x="78592" y="9274"/>
                  <a:pt x="78939" y="8925"/>
                </a:cubicBezTo>
                <a:cubicBezTo>
                  <a:pt x="79300" y="8576"/>
                  <a:pt x="79576" y="8160"/>
                  <a:pt x="79768" y="7701"/>
                </a:cubicBezTo>
                <a:cubicBezTo>
                  <a:pt x="79959" y="7244"/>
                  <a:pt x="80055" y="6751"/>
                  <a:pt x="80055" y="6254"/>
                </a:cubicBezTo>
                <a:cubicBezTo>
                  <a:pt x="80055" y="5757"/>
                  <a:pt x="79959" y="5266"/>
                  <a:pt x="79768" y="4807"/>
                </a:cubicBezTo>
                <a:cubicBezTo>
                  <a:pt x="79576" y="4349"/>
                  <a:pt x="79300" y="3933"/>
                  <a:pt x="78939" y="3584"/>
                </a:cubicBezTo>
                <a:cubicBezTo>
                  <a:pt x="78592" y="3235"/>
                  <a:pt x="78171" y="2960"/>
                  <a:pt x="77704" y="2775"/>
                </a:cubicBezTo>
                <a:cubicBezTo>
                  <a:pt x="77248" y="2590"/>
                  <a:pt x="76756" y="2498"/>
                  <a:pt x="76251" y="2505"/>
                </a:cubicBezTo>
                <a:lnTo>
                  <a:pt x="23749" y="2505"/>
                </a:lnTo>
                <a:close/>
                <a:moveTo>
                  <a:pt x="21253" y="15003"/>
                </a:moveTo>
                <a:cubicBezTo>
                  <a:pt x="18265" y="15010"/>
                  <a:pt x="15409" y="16197"/>
                  <a:pt x="13309" y="18306"/>
                </a:cubicBezTo>
                <a:cubicBezTo>
                  <a:pt x="11197" y="20414"/>
                  <a:pt x="10008" y="23272"/>
                  <a:pt x="9996" y="26252"/>
                </a:cubicBezTo>
                <a:lnTo>
                  <a:pt x="9996" y="60000"/>
                </a:lnTo>
                <a:lnTo>
                  <a:pt x="35222" y="60000"/>
                </a:lnTo>
                <a:cubicBezTo>
                  <a:pt x="36422" y="59984"/>
                  <a:pt x="37586" y="60399"/>
                  <a:pt x="38510" y="61170"/>
                </a:cubicBezTo>
                <a:cubicBezTo>
                  <a:pt x="39422" y="61941"/>
                  <a:pt x="40034" y="63016"/>
                  <a:pt x="40226" y="64199"/>
                </a:cubicBezTo>
                <a:cubicBezTo>
                  <a:pt x="40514" y="65864"/>
                  <a:pt x="41222" y="67430"/>
                  <a:pt x="42278" y="68749"/>
                </a:cubicBezTo>
                <a:cubicBezTo>
                  <a:pt x="42734" y="69320"/>
                  <a:pt x="43250" y="69839"/>
                  <a:pt x="43826" y="70296"/>
                </a:cubicBezTo>
                <a:cubicBezTo>
                  <a:pt x="44330" y="70690"/>
                  <a:pt x="44858" y="71033"/>
                  <a:pt x="45422" y="71322"/>
                </a:cubicBezTo>
                <a:lnTo>
                  <a:pt x="45902" y="71522"/>
                </a:lnTo>
                <a:cubicBezTo>
                  <a:pt x="46370" y="71746"/>
                  <a:pt x="46850" y="71922"/>
                  <a:pt x="47354" y="72049"/>
                </a:cubicBezTo>
                <a:lnTo>
                  <a:pt x="47906" y="72201"/>
                </a:lnTo>
                <a:cubicBezTo>
                  <a:pt x="49286" y="72534"/>
                  <a:pt x="50727" y="72534"/>
                  <a:pt x="52106" y="72201"/>
                </a:cubicBezTo>
                <a:lnTo>
                  <a:pt x="52658" y="72049"/>
                </a:lnTo>
                <a:cubicBezTo>
                  <a:pt x="53150" y="71922"/>
                  <a:pt x="53642" y="71746"/>
                  <a:pt x="54099" y="71522"/>
                </a:cubicBezTo>
                <a:lnTo>
                  <a:pt x="54578" y="71322"/>
                </a:lnTo>
                <a:cubicBezTo>
                  <a:pt x="55143" y="71033"/>
                  <a:pt x="55682" y="70690"/>
                  <a:pt x="56175" y="70296"/>
                </a:cubicBezTo>
                <a:cubicBezTo>
                  <a:pt x="56750" y="69839"/>
                  <a:pt x="57267" y="69320"/>
                  <a:pt x="57723" y="68749"/>
                </a:cubicBezTo>
                <a:cubicBezTo>
                  <a:pt x="58779" y="67430"/>
                  <a:pt x="59487" y="65864"/>
                  <a:pt x="59775" y="64199"/>
                </a:cubicBezTo>
                <a:cubicBezTo>
                  <a:pt x="59967" y="63016"/>
                  <a:pt x="60579" y="61941"/>
                  <a:pt x="61503" y="61170"/>
                </a:cubicBezTo>
                <a:cubicBezTo>
                  <a:pt x="62415" y="60399"/>
                  <a:pt x="63579" y="59984"/>
                  <a:pt x="64779" y="60000"/>
                </a:cubicBezTo>
                <a:lnTo>
                  <a:pt x="90004" y="60000"/>
                </a:lnTo>
                <a:lnTo>
                  <a:pt x="90004" y="26252"/>
                </a:lnTo>
                <a:cubicBezTo>
                  <a:pt x="89992" y="23272"/>
                  <a:pt x="88816" y="20414"/>
                  <a:pt x="86704" y="18306"/>
                </a:cubicBezTo>
                <a:cubicBezTo>
                  <a:pt x="84592" y="16197"/>
                  <a:pt x="81736" y="15010"/>
                  <a:pt x="78748" y="15003"/>
                </a:cubicBezTo>
                <a:lnTo>
                  <a:pt x="21253" y="15003"/>
                </a:lnTo>
                <a:close/>
                <a:moveTo>
                  <a:pt x="5220" y="64999"/>
                </a:moveTo>
                <a:cubicBezTo>
                  <a:pt x="3900" y="64999"/>
                  <a:pt x="2628" y="65526"/>
                  <a:pt x="1692" y="66463"/>
                </a:cubicBezTo>
                <a:cubicBezTo>
                  <a:pt x="756" y="67401"/>
                  <a:pt x="228" y="68673"/>
                  <a:pt x="228" y="69999"/>
                </a:cubicBezTo>
                <a:lnTo>
                  <a:pt x="0" y="83747"/>
                </a:lnTo>
                <a:cubicBezTo>
                  <a:pt x="12" y="87392"/>
                  <a:pt x="1452" y="90885"/>
                  <a:pt x="4033" y="93462"/>
                </a:cubicBezTo>
                <a:cubicBezTo>
                  <a:pt x="6612" y="96039"/>
                  <a:pt x="10104" y="97489"/>
                  <a:pt x="13752" y="97496"/>
                </a:cubicBezTo>
                <a:lnTo>
                  <a:pt x="86248" y="97496"/>
                </a:lnTo>
                <a:cubicBezTo>
                  <a:pt x="89896" y="97489"/>
                  <a:pt x="93388" y="96039"/>
                  <a:pt x="95968" y="93462"/>
                </a:cubicBezTo>
                <a:cubicBezTo>
                  <a:pt x="98548" y="90885"/>
                  <a:pt x="100001" y="87392"/>
                  <a:pt x="100001" y="83747"/>
                </a:cubicBezTo>
                <a:lnTo>
                  <a:pt x="99832" y="69999"/>
                </a:lnTo>
                <a:cubicBezTo>
                  <a:pt x="99832" y="68673"/>
                  <a:pt x="99305" y="67401"/>
                  <a:pt x="98369" y="66463"/>
                </a:cubicBezTo>
                <a:cubicBezTo>
                  <a:pt x="97432" y="65526"/>
                  <a:pt x="96160" y="64999"/>
                  <a:pt x="94828" y="64999"/>
                </a:cubicBezTo>
                <a:lnTo>
                  <a:pt x="64779" y="64999"/>
                </a:lnTo>
                <a:cubicBezTo>
                  <a:pt x="64167" y="68476"/>
                  <a:pt x="62355" y="71627"/>
                  <a:pt x="59655" y="73897"/>
                </a:cubicBezTo>
                <a:cubicBezTo>
                  <a:pt x="56955" y="76167"/>
                  <a:pt x="53535" y="77412"/>
                  <a:pt x="50006" y="77412"/>
                </a:cubicBezTo>
                <a:cubicBezTo>
                  <a:pt x="46478" y="77412"/>
                  <a:pt x="43058" y="76167"/>
                  <a:pt x="40358" y="73897"/>
                </a:cubicBezTo>
                <a:cubicBezTo>
                  <a:pt x="37646" y="71627"/>
                  <a:pt x="35834" y="68476"/>
                  <a:pt x="35222" y="64999"/>
                </a:cubicBezTo>
                <a:lnTo>
                  <a:pt x="5220" y="6499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6" name="Чёрный — SVG 47">
            <a:extLst>
              <a:ext uri="{FF2B5EF4-FFF2-40B4-BE49-F238E27FC236}">
                <a16:creationId xmlns:a16="http://schemas.microsoft.com/office/drawing/2014/main" id="{76D3CA09-A135-DD43-B7EE-A8CA297BF0AE}"/>
              </a:ext>
            </a:extLst>
          </p:cNvPr>
          <p:cNvSpPr>
            <a:spLocks noGrp="1"/>
          </p:cNvSpPr>
          <p:nvPr/>
        </p:nvSpPr>
        <p:spPr>
          <a:xfrm>
            <a:off x="6420000" y="3470000"/>
            <a:ext cx="220000" cy="220000"/>
          </a:xfrm>
          <a:custGeom>
            <a:avLst/>
            <a:gdLst>
              <a:gd name="csX0" fmla="*/ 124062 w 134695"/>
              <a:gd name="csY0" fmla="*/ 60248 h 155935"/>
              <a:gd name="csX1" fmla="*/ 129370 w 134695"/>
              <a:gd name="csY1" fmla="*/ 60248 h 155935"/>
              <a:gd name="csX2" fmla="*/ 134695 w 134695"/>
              <a:gd name="csY2" fmla="*/ 54932 h 155935"/>
              <a:gd name="csX3" fmla="*/ 134695 w 134695"/>
              <a:gd name="csY3" fmla="*/ 33668 h 155935"/>
              <a:gd name="csX4" fmla="*/ 122276 w 134695"/>
              <a:gd name="csY4" fmla="*/ 21264 h 155935"/>
              <a:gd name="csX5" fmla="*/ 95700 w 134695"/>
              <a:gd name="csY5" fmla="*/ 21264 h 155935"/>
              <a:gd name="csX6" fmla="*/ 95700 w 134695"/>
              <a:gd name="csY6" fmla="*/ 17720 h 155935"/>
              <a:gd name="csX7" fmla="*/ 77973 w 134695"/>
              <a:gd name="csY7" fmla="*/ 0 h 155935"/>
              <a:gd name="csX8" fmla="*/ 60261 w 134695"/>
              <a:gd name="csY8" fmla="*/ 17720 h 155935"/>
              <a:gd name="csX9" fmla="*/ 60261 w 134695"/>
              <a:gd name="csY9" fmla="*/ 21264 h 155935"/>
              <a:gd name="csX10" fmla="*/ 33670 w 134695"/>
              <a:gd name="csY10" fmla="*/ 21264 h 155935"/>
              <a:gd name="csX11" fmla="*/ 21267 w 134695"/>
              <a:gd name="csY11" fmla="*/ 33668 h 155935"/>
              <a:gd name="csX12" fmla="*/ 21267 w 134695"/>
              <a:gd name="csY12" fmla="*/ 60248 h 155935"/>
              <a:gd name="csX13" fmla="*/ 17728 w 134695"/>
              <a:gd name="csY13" fmla="*/ 60248 h 155935"/>
              <a:gd name="csX14" fmla="*/ 0 w 134695"/>
              <a:gd name="csY14" fmla="*/ 77968 h 155935"/>
              <a:gd name="csX15" fmla="*/ 17728 w 134695"/>
              <a:gd name="csY15" fmla="*/ 95687 h 155935"/>
              <a:gd name="csX16" fmla="*/ 21267 w 134695"/>
              <a:gd name="csY16" fmla="*/ 95687 h 155935"/>
              <a:gd name="csX17" fmla="*/ 21267 w 134695"/>
              <a:gd name="csY17" fmla="*/ 122267 h 155935"/>
              <a:gd name="csX18" fmla="*/ 33670 w 134695"/>
              <a:gd name="csY18" fmla="*/ 134671 h 155935"/>
              <a:gd name="csX19" fmla="*/ 60261 w 134695"/>
              <a:gd name="csY19" fmla="*/ 134671 h 155935"/>
              <a:gd name="csX20" fmla="*/ 60261 w 134695"/>
              <a:gd name="csY20" fmla="*/ 138215 h 155935"/>
              <a:gd name="csX21" fmla="*/ 77973 w 134695"/>
              <a:gd name="csY21" fmla="*/ 155935 h 155935"/>
              <a:gd name="csX22" fmla="*/ 95700 w 134695"/>
              <a:gd name="csY22" fmla="*/ 138215 h 155935"/>
              <a:gd name="csX23" fmla="*/ 95700 w 134695"/>
              <a:gd name="csY23" fmla="*/ 134671 h 155935"/>
              <a:gd name="csX24" fmla="*/ 122276 w 134695"/>
              <a:gd name="csY24" fmla="*/ 134671 h 155935"/>
              <a:gd name="csX25" fmla="*/ 134695 w 134695"/>
              <a:gd name="csY25" fmla="*/ 122267 h 155935"/>
              <a:gd name="csX26" fmla="*/ 134695 w 134695"/>
              <a:gd name="csY26" fmla="*/ 101003 h 155935"/>
              <a:gd name="csX27" fmla="*/ 129370 w 134695"/>
              <a:gd name="csY27" fmla="*/ 95687 h 155935"/>
              <a:gd name="csX28" fmla="*/ 124062 w 134695"/>
              <a:gd name="csY28" fmla="*/ 95687 h 155935"/>
              <a:gd name="csX29" fmla="*/ 106334 w 134695"/>
              <a:gd name="csY29" fmla="*/ 77968 h 155935"/>
              <a:gd name="csX30" fmla="*/ 124062 w 134695"/>
              <a:gd name="csY30" fmla="*/ 60248 h 155935"/>
            </a:gdLst>
            <a:ahLst/>
            <a:cxnLst/>
            <a:rect l="l" t="t" r="r" b="b"/>
            <a:pathLst>
              <a:path w="100000" h="100000">
                <a:moveTo>
                  <a:pt x="86371" y="38637"/>
                </a:moveTo>
                <a:cubicBezTo>
                  <a:pt x="86523" y="38637"/>
                  <a:pt x="89775" y="38637"/>
                  <a:pt x="89775" y="38637"/>
                </a:cubicBezTo>
                <a:cubicBezTo>
                  <a:pt x="91662" y="38637"/>
                  <a:pt x="93189" y="37109"/>
                  <a:pt x="93189" y="35227"/>
                </a:cubicBezTo>
                <a:lnTo>
                  <a:pt x="93189" y="21591"/>
                </a:lnTo>
                <a:cubicBezTo>
                  <a:pt x="93189" y="17198"/>
                  <a:pt x="89622" y="13636"/>
                  <a:pt x="85225" y="13636"/>
                </a:cubicBezTo>
                <a:lnTo>
                  <a:pt x="68182" y="13636"/>
                </a:lnTo>
                <a:cubicBezTo>
                  <a:pt x="68182" y="13636"/>
                  <a:pt x="68182" y="12120"/>
                  <a:pt x="68182" y="11364"/>
                </a:cubicBezTo>
                <a:cubicBezTo>
                  <a:pt x="68182" y="5089"/>
                  <a:pt x="63098" y="0"/>
                  <a:pt x="56814" y="0"/>
                </a:cubicBezTo>
                <a:cubicBezTo>
                  <a:pt x="50540" y="0"/>
                  <a:pt x="45455" y="5089"/>
                  <a:pt x="45455" y="11364"/>
                </a:cubicBezTo>
                <a:cubicBezTo>
                  <a:pt x="45455" y="12143"/>
                  <a:pt x="45455" y="13636"/>
                  <a:pt x="45455" y="13636"/>
                </a:cubicBezTo>
                <a:lnTo>
                  <a:pt x="28403" y="13636"/>
                </a:lnTo>
                <a:cubicBezTo>
                  <a:pt x="24006" y="13636"/>
                  <a:pt x="20449" y="17198"/>
                  <a:pt x="20449" y="21591"/>
                </a:cubicBezTo>
                <a:lnTo>
                  <a:pt x="20449" y="38637"/>
                </a:lnTo>
                <a:cubicBezTo>
                  <a:pt x="20449" y="38637"/>
                  <a:pt x="18954" y="38637"/>
                  <a:pt x="18179" y="38637"/>
                </a:cubicBezTo>
                <a:cubicBezTo>
                  <a:pt x="11895" y="38637"/>
                  <a:pt x="6811" y="43725"/>
                  <a:pt x="6811" y="50000"/>
                </a:cubicBezTo>
                <a:cubicBezTo>
                  <a:pt x="6811" y="56275"/>
                  <a:pt x="11895" y="61363"/>
                  <a:pt x="18179" y="61363"/>
                </a:cubicBezTo>
                <a:cubicBezTo>
                  <a:pt x="18954" y="61363"/>
                  <a:pt x="20449" y="61363"/>
                  <a:pt x="20449" y="61363"/>
                </a:cubicBezTo>
                <a:lnTo>
                  <a:pt x="20449" y="78409"/>
                </a:lnTo>
                <a:cubicBezTo>
                  <a:pt x="20449" y="82802"/>
                  <a:pt x="24006" y="86364"/>
                  <a:pt x="28403" y="86364"/>
                </a:cubicBezTo>
                <a:lnTo>
                  <a:pt x="45455" y="86364"/>
                </a:lnTo>
                <a:cubicBezTo>
                  <a:pt x="45455" y="86364"/>
                  <a:pt x="45455" y="87857"/>
                  <a:pt x="45455" y="88636"/>
                </a:cubicBezTo>
                <a:cubicBezTo>
                  <a:pt x="45455" y="94911"/>
                  <a:pt x="50540" y="100000"/>
                  <a:pt x="56814" y="100000"/>
                </a:cubicBezTo>
                <a:cubicBezTo>
                  <a:pt x="63098" y="100000"/>
                  <a:pt x="68182" y="94911"/>
                  <a:pt x="68182" y="88636"/>
                </a:cubicBezTo>
                <a:cubicBezTo>
                  <a:pt x="68182" y="87857"/>
                  <a:pt x="68182" y="86364"/>
                  <a:pt x="68182" y="86364"/>
                </a:cubicBezTo>
                <a:lnTo>
                  <a:pt x="85225" y="86364"/>
                </a:lnTo>
                <a:cubicBezTo>
                  <a:pt x="89622" y="86364"/>
                  <a:pt x="93189" y="82802"/>
                  <a:pt x="93189" y="78409"/>
                </a:cubicBezTo>
                <a:lnTo>
                  <a:pt x="93189" y="64773"/>
                </a:lnTo>
                <a:cubicBezTo>
                  <a:pt x="93189" y="62898"/>
                  <a:pt x="91651" y="61363"/>
                  <a:pt x="89775" y="61363"/>
                </a:cubicBezTo>
                <a:cubicBezTo>
                  <a:pt x="86076" y="61363"/>
                  <a:pt x="87483" y="61363"/>
                  <a:pt x="86371" y="61363"/>
                </a:cubicBezTo>
                <a:cubicBezTo>
                  <a:pt x="80097" y="61363"/>
                  <a:pt x="75002" y="56275"/>
                  <a:pt x="75002" y="50000"/>
                </a:cubicBezTo>
                <a:cubicBezTo>
                  <a:pt x="75002" y="43725"/>
                  <a:pt x="80086" y="38637"/>
                  <a:pt x="86371" y="3863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7" name="Чёрный — SVG 48">
            <a:extLst>
              <a:ext uri="{FF2B5EF4-FFF2-40B4-BE49-F238E27FC236}">
                <a16:creationId xmlns:a16="http://schemas.microsoft.com/office/drawing/2014/main" id="{6E9D9957-443A-9849-8EC5-BCE61114749C}"/>
              </a:ext>
            </a:extLst>
          </p:cNvPr>
          <p:cNvSpPr>
            <a:spLocks noGrp="1"/>
          </p:cNvSpPr>
          <p:nvPr/>
        </p:nvSpPr>
        <p:spPr>
          <a:xfrm>
            <a:off x="7020000" y="3470000"/>
            <a:ext cx="220000" cy="220000"/>
          </a:xfrm>
          <a:custGeom>
            <a:avLst/>
            <a:gdLst>
              <a:gd name="csX0" fmla="*/ 83298 w 134695"/>
              <a:gd name="csY0" fmla="*/ 0 h 134671"/>
              <a:gd name="csX1" fmla="*/ 67560 w 134695"/>
              <a:gd name="csY1" fmla="*/ 13760 h 134671"/>
              <a:gd name="csX2" fmla="*/ 50462 w 134695"/>
              <a:gd name="csY2" fmla="*/ 17707 h 134671"/>
              <a:gd name="csX3" fmla="*/ 37209 w 134695"/>
              <a:gd name="csY3" fmla="*/ 10632 h 134671"/>
              <a:gd name="csX4" fmla="*/ 21267 w 134695"/>
              <a:gd name="csY4" fmla="*/ 26580 h 134671"/>
              <a:gd name="csX5" fmla="*/ 25503 w 134695"/>
              <a:gd name="csY5" fmla="*/ 37316 h 134671"/>
              <a:gd name="csX6" fmla="*/ 17507 w 134695"/>
              <a:gd name="csY6" fmla="*/ 53320 h 134671"/>
              <a:gd name="csX7" fmla="*/ 15942 w 134695"/>
              <a:gd name="csY7" fmla="*/ 53160 h 134671"/>
              <a:gd name="csX8" fmla="*/ 0 w 134695"/>
              <a:gd name="csY8" fmla="*/ 69108 h 134671"/>
              <a:gd name="csX9" fmla="*/ 15942 w 134695"/>
              <a:gd name="csY9" fmla="*/ 85056 h 134671"/>
              <a:gd name="csX10" fmla="*/ 29739 w 134695"/>
              <a:gd name="csY10" fmla="*/ 76970 h 134671"/>
              <a:gd name="csX11" fmla="*/ 46447 w 134695"/>
              <a:gd name="csY11" fmla="*/ 79539 h 134671"/>
              <a:gd name="csX12" fmla="*/ 61350 w 134695"/>
              <a:gd name="csY12" fmla="*/ 92074 h 134671"/>
              <a:gd name="csX13" fmla="*/ 66148 w 134695"/>
              <a:gd name="csY13" fmla="*/ 106457 h 134671"/>
              <a:gd name="csX14" fmla="*/ 60261 w 134695"/>
              <a:gd name="csY14" fmla="*/ 118724 h 134671"/>
              <a:gd name="csX15" fmla="*/ 76203 w 134695"/>
              <a:gd name="csY15" fmla="*/ 134672 h 134671"/>
              <a:gd name="csX16" fmla="*/ 92162 w 134695"/>
              <a:gd name="csY16" fmla="*/ 118724 h 134671"/>
              <a:gd name="csX17" fmla="*/ 91736 w 134695"/>
              <a:gd name="csY17" fmla="*/ 115192 h 134671"/>
              <a:gd name="csX18" fmla="*/ 109516 w 134695"/>
              <a:gd name="csY18" fmla="*/ 103336 h 134671"/>
              <a:gd name="csX19" fmla="*/ 118737 w 134695"/>
              <a:gd name="csY19" fmla="*/ 106319 h 134671"/>
              <a:gd name="csX20" fmla="*/ 134695 w 134695"/>
              <a:gd name="csY20" fmla="*/ 90371 h 134671"/>
              <a:gd name="csX21" fmla="*/ 124402 w 134695"/>
              <a:gd name="csY21" fmla="*/ 75511 h 134671"/>
              <a:gd name="csX22" fmla="*/ 124402 w 134695"/>
              <a:gd name="csY22" fmla="*/ 59161 h 134671"/>
              <a:gd name="csX23" fmla="*/ 134695 w 134695"/>
              <a:gd name="csY23" fmla="*/ 44300 h 134671"/>
              <a:gd name="csX24" fmla="*/ 118737 w 134695"/>
              <a:gd name="csY24" fmla="*/ 28352 h 134671"/>
              <a:gd name="csX25" fmla="*/ 110706 w 134695"/>
              <a:gd name="csY25" fmla="*/ 30601 h 134671"/>
              <a:gd name="csX26" fmla="*/ 98423 w 134695"/>
              <a:gd name="csY26" fmla="*/ 20779 h 134671"/>
              <a:gd name="csX27" fmla="*/ 99239 w 134695"/>
              <a:gd name="csY27" fmla="*/ 15948 h 134671"/>
              <a:gd name="csX28" fmla="*/ 83298 w 134695"/>
              <a:gd name="csY28" fmla="*/ 0 h 134671"/>
              <a:gd name="csX29" fmla="*/ 70044 w 134695"/>
              <a:gd name="csY29" fmla="*/ 24821 h 134671"/>
              <a:gd name="csX30" fmla="*/ 83298 w 134695"/>
              <a:gd name="csY30" fmla="*/ 31896 h 134671"/>
              <a:gd name="csX31" fmla="*/ 91328 w 134695"/>
              <a:gd name="csY31" fmla="*/ 29647 h 134671"/>
              <a:gd name="csX32" fmla="*/ 103611 w 134695"/>
              <a:gd name="csY32" fmla="*/ 39467 h 134671"/>
              <a:gd name="csX33" fmla="*/ 102795 w 134695"/>
              <a:gd name="csY33" fmla="*/ 44300 h 134671"/>
              <a:gd name="csX34" fmla="*/ 113071 w 134695"/>
              <a:gd name="csY34" fmla="*/ 59161 h 134671"/>
              <a:gd name="csX35" fmla="*/ 113071 w 134695"/>
              <a:gd name="csY35" fmla="*/ 75511 h 134671"/>
              <a:gd name="csX36" fmla="*/ 102795 w 134695"/>
              <a:gd name="csY36" fmla="*/ 90371 h 134671"/>
              <a:gd name="csX37" fmla="*/ 103203 w 134695"/>
              <a:gd name="csY37" fmla="*/ 93901 h 134671"/>
              <a:gd name="csX38" fmla="*/ 85424 w 134695"/>
              <a:gd name="csY38" fmla="*/ 105758 h 134671"/>
              <a:gd name="csX39" fmla="*/ 76883 w 134695"/>
              <a:gd name="csY39" fmla="*/ 102844 h 134671"/>
              <a:gd name="csX40" fmla="*/ 72086 w 134695"/>
              <a:gd name="csY40" fmla="*/ 88461 h 134671"/>
              <a:gd name="csX41" fmla="*/ 77973 w 134695"/>
              <a:gd name="csY41" fmla="*/ 76196 h 134671"/>
              <a:gd name="csX42" fmla="*/ 62031 w 134695"/>
              <a:gd name="csY42" fmla="*/ 60248 h 134671"/>
              <a:gd name="csX43" fmla="*/ 48233 w 134695"/>
              <a:gd name="csY43" fmla="*/ 68339 h 134671"/>
              <a:gd name="csX44" fmla="*/ 31526 w 134695"/>
              <a:gd name="csY44" fmla="*/ 65765 h 134671"/>
              <a:gd name="csX45" fmla="*/ 27664 w 134695"/>
              <a:gd name="csY45" fmla="*/ 58372 h 134671"/>
              <a:gd name="csX46" fmla="*/ 35660 w 134695"/>
              <a:gd name="csY46" fmla="*/ 42368 h 134671"/>
              <a:gd name="csX47" fmla="*/ 37209 w 134695"/>
              <a:gd name="csY47" fmla="*/ 42528 h 134671"/>
              <a:gd name="csX48" fmla="*/ 52946 w 134695"/>
              <a:gd name="csY48" fmla="*/ 28774 h 134671"/>
              <a:gd name="csX49" fmla="*/ 70044 w 134695"/>
              <a:gd name="csY49" fmla="*/ 24821 h 134671"/>
            </a:gdLst>
            <a:ahLst/>
            <a:cxnLst/>
            <a:rect l="l" t="t" r="r" b="b"/>
            <a:pathLst>
              <a:path w="100000" h="100000">
                <a:moveTo>
                  <a:pt x="61842" y="9"/>
                </a:moveTo>
                <a:cubicBezTo>
                  <a:pt x="55867" y="9"/>
                  <a:pt x="50966" y="4469"/>
                  <a:pt x="50158" y="10225"/>
                </a:cubicBezTo>
                <a:lnTo>
                  <a:pt x="37464" y="13155"/>
                </a:lnTo>
                <a:cubicBezTo>
                  <a:pt x="35329" y="9990"/>
                  <a:pt x="31717" y="7902"/>
                  <a:pt x="27625" y="7902"/>
                </a:cubicBezTo>
                <a:cubicBezTo>
                  <a:pt x="21106" y="7902"/>
                  <a:pt x="15789" y="13214"/>
                  <a:pt x="15789" y="19742"/>
                </a:cubicBezTo>
                <a:cubicBezTo>
                  <a:pt x="15789" y="22821"/>
                  <a:pt x="17001" y="25605"/>
                  <a:pt x="18934" y="27713"/>
                </a:cubicBezTo>
                <a:lnTo>
                  <a:pt x="12998" y="39595"/>
                </a:lnTo>
                <a:cubicBezTo>
                  <a:pt x="12606" y="39555"/>
                  <a:pt x="12240" y="39476"/>
                  <a:pt x="11836" y="39476"/>
                </a:cubicBezTo>
                <a:cubicBezTo>
                  <a:pt x="5318" y="39476"/>
                  <a:pt x="0" y="44788"/>
                  <a:pt x="0" y="51316"/>
                </a:cubicBezTo>
                <a:cubicBezTo>
                  <a:pt x="0" y="57844"/>
                  <a:pt x="5318" y="63156"/>
                  <a:pt x="11836" y="63156"/>
                </a:cubicBezTo>
                <a:cubicBezTo>
                  <a:pt x="16231" y="63156"/>
                  <a:pt x="20033" y="60719"/>
                  <a:pt x="22079" y="57153"/>
                </a:cubicBezTo>
                <a:lnTo>
                  <a:pt x="34483" y="59060"/>
                </a:lnTo>
                <a:cubicBezTo>
                  <a:pt x="35594" y="64235"/>
                  <a:pt x="40091" y="68130"/>
                  <a:pt x="45547" y="68366"/>
                </a:cubicBezTo>
                <a:lnTo>
                  <a:pt x="49109" y="79045"/>
                </a:lnTo>
                <a:cubicBezTo>
                  <a:pt x="46457" y="81218"/>
                  <a:pt x="44739" y="84472"/>
                  <a:pt x="44739" y="88152"/>
                </a:cubicBezTo>
                <a:cubicBezTo>
                  <a:pt x="44739" y="94678"/>
                  <a:pt x="50044" y="99992"/>
                  <a:pt x="56574" y="99992"/>
                </a:cubicBezTo>
                <a:cubicBezTo>
                  <a:pt x="63105" y="99992"/>
                  <a:pt x="68423" y="94678"/>
                  <a:pt x="68423" y="88152"/>
                </a:cubicBezTo>
                <a:cubicBezTo>
                  <a:pt x="68423" y="87249"/>
                  <a:pt x="68297" y="86376"/>
                  <a:pt x="68106" y="85530"/>
                </a:cubicBezTo>
                <a:lnTo>
                  <a:pt x="81307" y="76727"/>
                </a:lnTo>
                <a:cubicBezTo>
                  <a:pt x="83251" y="78110"/>
                  <a:pt x="85601" y="78942"/>
                  <a:pt x="88152" y="78942"/>
                </a:cubicBezTo>
                <a:cubicBezTo>
                  <a:pt x="94682" y="78942"/>
                  <a:pt x="100000" y="73631"/>
                  <a:pt x="100000" y="67102"/>
                </a:cubicBezTo>
                <a:cubicBezTo>
                  <a:pt x="100000" y="62061"/>
                  <a:pt x="96817" y="57773"/>
                  <a:pt x="92358" y="56070"/>
                </a:cubicBezTo>
                <a:lnTo>
                  <a:pt x="92358" y="43931"/>
                </a:lnTo>
                <a:cubicBezTo>
                  <a:pt x="96817" y="42227"/>
                  <a:pt x="100000" y="37938"/>
                  <a:pt x="100000" y="32898"/>
                </a:cubicBezTo>
                <a:cubicBezTo>
                  <a:pt x="100000" y="26370"/>
                  <a:pt x="94682" y="21058"/>
                  <a:pt x="88152" y="21058"/>
                </a:cubicBezTo>
                <a:cubicBezTo>
                  <a:pt x="85967" y="21058"/>
                  <a:pt x="83946" y="21691"/>
                  <a:pt x="82190" y="22728"/>
                </a:cubicBezTo>
                <a:lnTo>
                  <a:pt x="73071" y="15436"/>
                </a:lnTo>
                <a:cubicBezTo>
                  <a:pt x="73424" y="14297"/>
                  <a:pt x="73677" y="13107"/>
                  <a:pt x="73677" y="11849"/>
                </a:cubicBezTo>
                <a:cubicBezTo>
                  <a:pt x="73677" y="5321"/>
                  <a:pt x="68372" y="9"/>
                  <a:pt x="61842" y="9"/>
                </a:cubicBezTo>
                <a:close/>
                <a:moveTo>
                  <a:pt x="52002" y="18436"/>
                </a:moveTo>
                <a:cubicBezTo>
                  <a:pt x="54137" y="21601"/>
                  <a:pt x="57749" y="23689"/>
                  <a:pt x="61842" y="23689"/>
                </a:cubicBezTo>
                <a:cubicBezTo>
                  <a:pt x="64027" y="23689"/>
                  <a:pt x="66048" y="23055"/>
                  <a:pt x="67804" y="22019"/>
                </a:cubicBezTo>
                <a:lnTo>
                  <a:pt x="76923" y="29310"/>
                </a:lnTo>
                <a:cubicBezTo>
                  <a:pt x="76569" y="30450"/>
                  <a:pt x="76317" y="31639"/>
                  <a:pt x="76317" y="32898"/>
                </a:cubicBezTo>
                <a:cubicBezTo>
                  <a:pt x="76317" y="37938"/>
                  <a:pt x="79500" y="42227"/>
                  <a:pt x="83946" y="43931"/>
                </a:cubicBezTo>
                <a:lnTo>
                  <a:pt x="83946" y="56070"/>
                </a:lnTo>
                <a:cubicBezTo>
                  <a:pt x="79500" y="57773"/>
                  <a:pt x="76317" y="62061"/>
                  <a:pt x="76317" y="67102"/>
                </a:cubicBezTo>
                <a:cubicBezTo>
                  <a:pt x="76317" y="68005"/>
                  <a:pt x="76430" y="68878"/>
                  <a:pt x="76620" y="69723"/>
                </a:cubicBezTo>
                <a:lnTo>
                  <a:pt x="63420" y="78526"/>
                </a:lnTo>
                <a:cubicBezTo>
                  <a:pt x="61614" y="77237"/>
                  <a:pt x="59442" y="76465"/>
                  <a:pt x="57079" y="76362"/>
                </a:cubicBezTo>
                <a:lnTo>
                  <a:pt x="53518" y="65684"/>
                </a:lnTo>
                <a:cubicBezTo>
                  <a:pt x="56171" y="63511"/>
                  <a:pt x="57889" y="60258"/>
                  <a:pt x="57889" y="56578"/>
                </a:cubicBezTo>
                <a:cubicBezTo>
                  <a:pt x="57889" y="50050"/>
                  <a:pt x="52583" y="44738"/>
                  <a:pt x="46053" y="44738"/>
                </a:cubicBezTo>
                <a:cubicBezTo>
                  <a:pt x="41657" y="44738"/>
                  <a:pt x="37855" y="47177"/>
                  <a:pt x="35809" y="50745"/>
                </a:cubicBezTo>
                <a:lnTo>
                  <a:pt x="23405" y="48834"/>
                </a:lnTo>
                <a:cubicBezTo>
                  <a:pt x="22963" y="46739"/>
                  <a:pt x="21940" y="44870"/>
                  <a:pt x="20538" y="43345"/>
                </a:cubicBezTo>
                <a:lnTo>
                  <a:pt x="26475" y="31464"/>
                </a:lnTo>
                <a:cubicBezTo>
                  <a:pt x="26867" y="31503"/>
                  <a:pt x="27233" y="31582"/>
                  <a:pt x="27625" y="31582"/>
                </a:cubicBezTo>
                <a:cubicBezTo>
                  <a:pt x="33599" y="31582"/>
                  <a:pt x="38500" y="27124"/>
                  <a:pt x="39308" y="21371"/>
                </a:cubicBezTo>
                <a:lnTo>
                  <a:pt x="52002" y="1843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8" name="Чёрный — SVG 49">
            <a:extLst>
              <a:ext uri="{FF2B5EF4-FFF2-40B4-BE49-F238E27FC236}">
                <a16:creationId xmlns:a16="http://schemas.microsoft.com/office/drawing/2014/main" id="{011D9111-A14B-994E-870C-5B9DE35C6F51}"/>
              </a:ext>
            </a:extLst>
          </p:cNvPr>
          <p:cNvSpPr>
            <a:spLocks noGrp="1"/>
          </p:cNvSpPr>
          <p:nvPr/>
        </p:nvSpPr>
        <p:spPr>
          <a:xfrm>
            <a:off x="7620000" y="3470000"/>
            <a:ext cx="220000" cy="220000"/>
          </a:xfrm>
          <a:custGeom>
            <a:avLst/>
            <a:gdLst>
              <a:gd name="csX0" fmla="*/ 15942 w 131140"/>
              <a:gd name="csY0" fmla="*/ 0 h 148922"/>
              <a:gd name="csX1" fmla="*/ 0 w 131140"/>
              <a:gd name="csY1" fmla="*/ 15948 h 148922"/>
              <a:gd name="csX2" fmla="*/ 0 w 131140"/>
              <a:gd name="csY2" fmla="*/ 125811 h 148922"/>
              <a:gd name="csX3" fmla="*/ 15942 w 131140"/>
              <a:gd name="csY3" fmla="*/ 141759 h 148922"/>
              <a:gd name="csX4" fmla="*/ 60261 w 131140"/>
              <a:gd name="csY4" fmla="*/ 141759 h 148922"/>
              <a:gd name="csX5" fmla="*/ 60261 w 131140"/>
              <a:gd name="csY5" fmla="*/ 122267 h 148922"/>
              <a:gd name="csX6" fmla="*/ 72664 w 131140"/>
              <a:gd name="csY6" fmla="*/ 109863 h 148922"/>
              <a:gd name="csX7" fmla="*/ 78024 w 131140"/>
              <a:gd name="csY7" fmla="*/ 111130 h 148922"/>
              <a:gd name="csX8" fmla="*/ 90375 w 131140"/>
              <a:gd name="csY8" fmla="*/ 99231 h 148922"/>
              <a:gd name="csX9" fmla="*/ 95752 w 131140"/>
              <a:gd name="csY9" fmla="*/ 100498 h 148922"/>
              <a:gd name="csX10" fmla="*/ 108103 w 131140"/>
              <a:gd name="csY10" fmla="*/ 88599 h 148922"/>
              <a:gd name="csX11" fmla="*/ 113428 w 131140"/>
              <a:gd name="csY11" fmla="*/ 89839 h 148922"/>
              <a:gd name="csX12" fmla="*/ 113428 w 131140"/>
              <a:gd name="csY12" fmla="*/ 56704 h 148922"/>
              <a:gd name="csX13" fmla="*/ 72664 w 131140"/>
              <a:gd name="csY13" fmla="*/ 56704 h 148922"/>
              <a:gd name="csX14" fmla="*/ 56706 w 131140"/>
              <a:gd name="csY14" fmla="*/ 40756 h 148922"/>
              <a:gd name="csX15" fmla="*/ 56706 w 131140"/>
              <a:gd name="csY15" fmla="*/ 0 h 148922"/>
              <a:gd name="csX16" fmla="*/ 15942 w 131140"/>
              <a:gd name="csY16" fmla="*/ 0 h 148922"/>
              <a:gd name="csX17" fmla="*/ 67339 w 131140"/>
              <a:gd name="csY17" fmla="*/ 3115 h 148922"/>
              <a:gd name="csX18" fmla="*/ 67339 w 131140"/>
              <a:gd name="csY18" fmla="*/ 40756 h 148922"/>
              <a:gd name="csX19" fmla="*/ 72664 w 131140"/>
              <a:gd name="csY19" fmla="*/ 46072 h 148922"/>
              <a:gd name="csX20" fmla="*/ 110315 w 131140"/>
              <a:gd name="csY20" fmla="*/ 46072 h 148922"/>
              <a:gd name="csX21" fmla="*/ 67339 w 131140"/>
              <a:gd name="csY21" fmla="*/ 3115 h 148922"/>
              <a:gd name="csX22" fmla="*/ 125746 w 131140"/>
              <a:gd name="csY22" fmla="*/ 88523 h 148922"/>
              <a:gd name="csX23" fmla="*/ 122020 w 131140"/>
              <a:gd name="csY23" fmla="*/ 90137 h 148922"/>
              <a:gd name="csX24" fmla="*/ 120506 w 131140"/>
              <a:gd name="csY24" fmla="*/ 93915 h 148922"/>
              <a:gd name="csX25" fmla="*/ 120506 w 131140"/>
              <a:gd name="csY25" fmla="*/ 143531 h 148922"/>
              <a:gd name="csX26" fmla="*/ 120897 w 131140"/>
              <a:gd name="csY26" fmla="*/ 145589 h 148922"/>
              <a:gd name="csX27" fmla="*/ 122037 w 131140"/>
              <a:gd name="csY27" fmla="*/ 147339 h 148922"/>
              <a:gd name="csX28" fmla="*/ 123773 w 131140"/>
              <a:gd name="csY28" fmla="*/ 148511 h 148922"/>
              <a:gd name="csX29" fmla="*/ 125831 w 131140"/>
              <a:gd name="csY29" fmla="*/ 148923 h 148922"/>
              <a:gd name="csX30" fmla="*/ 127873 w 131140"/>
              <a:gd name="csY30" fmla="*/ 148511 h 148922"/>
              <a:gd name="csX31" fmla="*/ 129608 w 131140"/>
              <a:gd name="csY31" fmla="*/ 147339 h 148922"/>
              <a:gd name="csX32" fmla="*/ 130765 w 131140"/>
              <a:gd name="csY32" fmla="*/ 145589 h 148922"/>
              <a:gd name="csX33" fmla="*/ 131139 w 131140"/>
              <a:gd name="csY33" fmla="*/ 143531 h 148922"/>
              <a:gd name="csX34" fmla="*/ 131139 w 131140"/>
              <a:gd name="csY34" fmla="*/ 93915 h 148922"/>
              <a:gd name="csX35" fmla="*/ 130748 w 131140"/>
              <a:gd name="csY35" fmla="*/ 91838 h 148922"/>
              <a:gd name="csX36" fmla="*/ 129591 w 131140"/>
              <a:gd name="csY36" fmla="*/ 90078 h 148922"/>
              <a:gd name="csX37" fmla="*/ 127822 w 131140"/>
              <a:gd name="csY37" fmla="*/ 88911 h 148922"/>
              <a:gd name="csX38" fmla="*/ 125746 w 131140"/>
              <a:gd name="csY38" fmla="*/ 88523 h 148922"/>
              <a:gd name="csX39" fmla="*/ 108018 w 131140"/>
              <a:gd name="csY39" fmla="*/ 95611 h 148922"/>
              <a:gd name="csX40" fmla="*/ 104292 w 131140"/>
              <a:gd name="csY40" fmla="*/ 97225 h 148922"/>
              <a:gd name="csX41" fmla="*/ 102795 w 131140"/>
              <a:gd name="csY41" fmla="*/ 101003 h 148922"/>
              <a:gd name="csX42" fmla="*/ 102795 w 131140"/>
              <a:gd name="csY42" fmla="*/ 143531 h 148922"/>
              <a:gd name="csX43" fmla="*/ 103169 w 131140"/>
              <a:gd name="csY43" fmla="*/ 145589 h 148922"/>
              <a:gd name="csX44" fmla="*/ 104326 w 131140"/>
              <a:gd name="csY44" fmla="*/ 147339 h 148922"/>
              <a:gd name="csX45" fmla="*/ 106062 w 131140"/>
              <a:gd name="csY45" fmla="*/ 148511 h 148922"/>
              <a:gd name="csX46" fmla="*/ 108103 w 131140"/>
              <a:gd name="csY46" fmla="*/ 148923 h 148922"/>
              <a:gd name="csX47" fmla="*/ 110162 w 131140"/>
              <a:gd name="csY47" fmla="*/ 148511 h 148922"/>
              <a:gd name="csX48" fmla="*/ 111897 w 131140"/>
              <a:gd name="csY48" fmla="*/ 147339 h 148922"/>
              <a:gd name="csX49" fmla="*/ 113037 w 131140"/>
              <a:gd name="csY49" fmla="*/ 145589 h 148922"/>
              <a:gd name="csX50" fmla="*/ 113428 w 131140"/>
              <a:gd name="csY50" fmla="*/ 143531 h 148922"/>
              <a:gd name="csX51" fmla="*/ 113428 w 131140"/>
              <a:gd name="csY51" fmla="*/ 101003 h 148922"/>
              <a:gd name="csX52" fmla="*/ 113037 w 131140"/>
              <a:gd name="csY52" fmla="*/ 98926 h 148922"/>
              <a:gd name="csX53" fmla="*/ 111863 w 131140"/>
              <a:gd name="csY53" fmla="*/ 97165 h 148922"/>
              <a:gd name="csX54" fmla="*/ 110094 w 131140"/>
              <a:gd name="csY54" fmla="*/ 95999 h 148922"/>
              <a:gd name="csX55" fmla="*/ 108018 w 131140"/>
              <a:gd name="csY55" fmla="*/ 95611 h 148922"/>
              <a:gd name="csX56" fmla="*/ 90307 w 131140"/>
              <a:gd name="csY56" fmla="*/ 106243 h 148922"/>
              <a:gd name="csX57" fmla="*/ 86564 w 131140"/>
              <a:gd name="csY57" fmla="*/ 107857 h 148922"/>
              <a:gd name="csX58" fmla="*/ 85067 w 131140"/>
              <a:gd name="csY58" fmla="*/ 111635 h 148922"/>
              <a:gd name="csX59" fmla="*/ 85067 w 131140"/>
              <a:gd name="csY59" fmla="*/ 143531 h 148922"/>
              <a:gd name="csX60" fmla="*/ 85458 w 131140"/>
              <a:gd name="csY60" fmla="*/ 145589 h 148922"/>
              <a:gd name="csX61" fmla="*/ 86598 w 131140"/>
              <a:gd name="csY61" fmla="*/ 147339 h 148922"/>
              <a:gd name="csX62" fmla="*/ 88333 w 131140"/>
              <a:gd name="csY62" fmla="*/ 148511 h 148922"/>
              <a:gd name="csX63" fmla="*/ 90375 w 131140"/>
              <a:gd name="csY63" fmla="*/ 148923 h 148922"/>
              <a:gd name="csX64" fmla="*/ 92434 w 131140"/>
              <a:gd name="csY64" fmla="*/ 148511 h 148922"/>
              <a:gd name="csX65" fmla="*/ 94169 w 131140"/>
              <a:gd name="csY65" fmla="*/ 147339 h 148922"/>
              <a:gd name="csX66" fmla="*/ 95309 w 131140"/>
              <a:gd name="csY66" fmla="*/ 145589 h 148922"/>
              <a:gd name="csX67" fmla="*/ 95700 w 131140"/>
              <a:gd name="csY67" fmla="*/ 143531 h 148922"/>
              <a:gd name="csX68" fmla="*/ 95700 w 131140"/>
              <a:gd name="csY68" fmla="*/ 111635 h 148922"/>
              <a:gd name="csX69" fmla="*/ 95309 w 131140"/>
              <a:gd name="csY69" fmla="*/ 109558 h 148922"/>
              <a:gd name="csX70" fmla="*/ 94135 w 131140"/>
              <a:gd name="csY70" fmla="*/ 107797 h 148922"/>
              <a:gd name="csX71" fmla="*/ 92383 w 131140"/>
              <a:gd name="csY71" fmla="*/ 106631 h 148922"/>
              <a:gd name="csX72" fmla="*/ 90307 w 131140"/>
              <a:gd name="csY72" fmla="*/ 106243 h 148922"/>
              <a:gd name="csX73" fmla="*/ 72579 w 131140"/>
              <a:gd name="csY73" fmla="*/ 116875 h 148922"/>
              <a:gd name="csX74" fmla="*/ 68853 w 131140"/>
              <a:gd name="csY74" fmla="*/ 118488 h 148922"/>
              <a:gd name="csX75" fmla="*/ 67339 w 131140"/>
              <a:gd name="csY75" fmla="*/ 122267 h 148922"/>
              <a:gd name="csX76" fmla="*/ 67339 w 131140"/>
              <a:gd name="csY76" fmla="*/ 143531 h 148922"/>
              <a:gd name="csX77" fmla="*/ 67730 w 131140"/>
              <a:gd name="csY77" fmla="*/ 145589 h 148922"/>
              <a:gd name="csX78" fmla="*/ 68870 w 131140"/>
              <a:gd name="csY78" fmla="*/ 147339 h 148922"/>
              <a:gd name="csX79" fmla="*/ 70606 w 131140"/>
              <a:gd name="csY79" fmla="*/ 148511 h 148922"/>
              <a:gd name="csX80" fmla="*/ 72664 w 131140"/>
              <a:gd name="csY80" fmla="*/ 148923 h 148922"/>
              <a:gd name="csX81" fmla="*/ 74706 w 131140"/>
              <a:gd name="csY81" fmla="*/ 148511 h 148922"/>
              <a:gd name="csX82" fmla="*/ 76441 w 131140"/>
              <a:gd name="csY82" fmla="*/ 147339 h 148922"/>
              <a:gd name="csX83" fmla="*/ 77598 w 131140"/>
              <a:gd name="csY83" fmla="*/ 145589 h 148922"/>
              <a:gd name="csX84" fmla="*/ 77973 w 131140"/>
              <a:gd name="csY84" fmla="*/ 143531 h 148922"/>
              <a:gd name="csX85" fmla="*/ 77973 w 131140"/>
              <a:gd name="csY85" fmla="*/ 122267 h 148922"/>
              <a:gd name="csX86" fmla="*/ 77581 w 131140"/>
              <a:gd name="csY86" fmla="*/ 120190 h 148922"/>
              <a:gd name="csX87" fmla="*/ 76424 w 131140"/>
              <a:gd name="csY87" fmla="*/ 118429 h 148922"/>
              <a:gd name="csX88" fmla="*/ 74655 w 131140"/>
              <a:gd name="csY88" fmla="*/ 117263 h 148922"/>
              <a:gd name="csX89" fmla="*/ 72579 w 131140"/>
              <a:gd name="csY89" fmla="*/ 116875 h 148922"/>
            </a:gdLst>
            <a:ahLst/>
            <a:cxnLst/>
            <a:rect l="l" t="t" r="r" b="b"/>
            <a:pathLst>
              <a:path w="100000" h="100000">
                <a:moveTo>
                  <a:pt x="16675" y="0"/>
                </a:moveTo>
                <a:cubicBezTo>
                  <a:pt x="10769" y="0"/>
                  <a:pt x="5970" y="4795"/>
                  <a:pt x="5970" y="10709"/>
                </a:cubicBezTo>
                <a:lnTo>
                  <a:pt x="5970" y="84481"/>
                </a:lnTo>
                <a:cubicBezTo>
                  <a:pt x="5970" y="90395"/>
                  <a:pt x="10769" y="95190"/>
                  <a:pt x="16675" y="95190"/>
                </a:cubicBezTo>
                <a:lnTo>
                  <a:pt x="46435" y="95190"/>
                </a:lnTo>
                <a:lnTo>
                  <a:pt x="46435" y="82101"/>
                </a:lnTo>
                <a:cubicBezTo>
                  <a:pt x="46435" y="77502"/>
                  <a:pt x="50160" y="73772"/>
                  <a:pt x="54764" y="73772"/>
                </a:cubicBezTo>
                <a:cubicBezTo>
                  <a:pt x="56055" y="73772"/>
                  <a:pt x="57266" y="74094"/>
                  <a:pt x="58363" y="74623"/>
                </a:cubicBezTo>
                <a:cubicBezTo>
                  <a:pt x="58545" y="70184"/>
                  <a:pt x="62178" y="66633"/>
                  <a:pt x="66656" y="66633"/>
                </a:cubicBezTo>
                <a:cubicBezTo>
                  <a:pt x="67959" y="66633"/>
                  <a:pt x="69170" y="66955"/>
                  <a:pt x="70267" y="67484"/>
                </a:cubicBezTo>
                <a:cubicBezTo>
                  <a:pt x="70450" y="63046"/>
                  <a:pt x="74082" y="59494"/>
                  <a:pt x="78561" y="59494"/>
                </a:cubicBezTo>
                <a:cubicBezTo>
                  <a:pt x="79840" y="59494"/>
                  <a:pt x="81051" y="59807"/>
                  <a:pt x="82136" y="60326"/>
                </a:cubicBezTo>
                <a:lnTo>
                  <a:pt x="82136" y="38076"/>
                </a:lnTo>
                <a:lnTo>
                  <a:pt x="54764" y="38076"/>
                </a:lnTo>
                <a:cubicBezTo>
                  <a:pt x="48846" y="38076"/>
                  <a:pt x="44048" y="33281"/>
                  <a:pt x="44048" y="27367"/>
                </a:cubicBezTo>
                <a:lnTo>
                  <a:pt x="44048" y="0"/>
                </a:lnTo>
                <a:lnTo>
                  <a:pt x="16675" y="0"/>
                </a:lnTo>
                <a:close/>
                <a:moveTo>
                  <a:pt x="51188" y="2092"/>
                </a:moveTo>
                <a:lnTo>
                  <a:pt x="51188" y="27367"/>
                </a:lnTo>
                <a:cubicBezTo>
                  <a:pt x="51188" y="29335"/>
                  <a:pt x="52799" y="30937"/>
                  <a:pt x="54764" y="30937"/>
                </a:cubicBezTo>
                <a:lnTo>
                  <a:pt x="80046" y="30937"/>
                </a:lnTo>
                <a:lnTo>
                  <a:pt x="51188" y="2092"/>
                </a:lnTo>
                <a:close/>
                <a:moveTo>
                  <a:pt x="90408" y="59443"/>
                </a:moveTo>
                <a:cubicBezTo>
                  <a:pt x="89460" y="59457"/>
                  <a:pt x="88557" y="59847"/>
                  <a:pt x="87906" y="60526"/>
                </a:cubicBezTo>
                <a:cubicBezTo>
                  <a:pt x="87243" y="61205"/>
                  <a:pt x="86878" y="62118"/>
                  <a:pt x="86889" y="63063"/>
                </a:cubicBezTo>
                <a:lnTo>
                  <a:pt x="86889" y="96380"/>
                </a:lnTo>
                <a:cubicBezTo>
                  <a:pt x="86889" y="96853"/>
                  <a:pt x="86969" y="97323"/>
                  <a:pt x="87152" y="97762"/>
                </a:cubicBezTo>
                <a:cubicBezTo>
                  <a:pt x="87323" y="98200"/>
                  <a:pt x="87586" y="98600"/>
                  <a:pt x="87917" y="98937"/>
                </a:cubicBezTo>
                <a:cubicBezTo>
                  <a:pt x="88249" y="99274"/>
                  <a:pt x="88648" y="99541"/>
                  <a:pt x="89083" y="99724"/>
                </a:cubicBezTo>
                <a:cubicBezTo>
                  <a:pt x="89517" y="99907"/>
                  <a:pt x="89985" y="100001"/>
                  <a:pt x="90465" y="100001"/>
                </a:cubicBezTo>
                <a:cubicBezTo>
                  <a:pt x="90934" y="100001"/>
                  <a:pt x="91402" y="99907"/>
                  <a:pt x="91836" y="99724"/>
                </a:cubicBezTo>
                <a:cubicBezTo>
                  <a:pt x="92281" y="99541"/>
                  <a:pt x="92670" y="99274"/>
                  <a:pt x="93001" y="98937"/>
                </a:cubicBezTo>
                <a:cubicBezTo>
                  <a:pt x="93332" y="98600"/>
                  <a:pt x="93595" y="98200"/>
                  <a:pt x="93778" y="97762"/>
                </a:cubicBezTo>
                <a:cubicBezTo>
                  <a:pt x="93949" y="97323"/>
                  <a:pt x="94041" y="96853"/>
                  <a:pt x="94029" y="96380"/>
                </a:cubicBezTo>
                <a:lnTo>
                  <a:pt x="94029" y="63063"/>
                </a:lnTo>
                <a:cubicBezTo>
                  <a:pt x="94041" y="62586"/>
                  <a:pt x="93949" y="62112"/>
                  <a:pt x="93767" y="61669"/>
                </a:cubicBezTo>
                <a:cubicBezTo>
                  <a:pt x="93595" y="61226"/>
                  <a:pt x="93321" y="60824"/>
                  <a:pt x="92990" y="60487"/>
                </a:cubicBezTo>
                <a:cubicBezTo>
                  <a:pt x="92647" y="60149"/>
                  <a:pt x="92247" y="59882"/>
                  <a:pt x="91802" y="59703"/>
                </a:cubicBezTo>
                <a:cubicBezTo>
                  <a:pt x="91356" y="59524"/>
                  <a:pt x="90888" y="59435"/>
                  <a:pt x="90408" y="59443"/>
                </a:cubicBezTo>
                <a:close/>
                <a:moveTo>
                  <a:pt x="78504" y="64202"/>
                </a:moveTo>
                <a:cubicBezTo>
                  <a:pt x="77555" y="64217"/>
                  <a:pt x="76664" y="64607"/>
                  <a:pt x="76002" y="65286"/>
                </a:cubicBezTo>
                <a:cubicBezTo>
                  <a:pt x="75339" y="65965"/>
                  <a:pt x="74973" y="66877"/>
                  <a:pt x="74996" y="67823"/>
                </a:cubicBezTo>
                <a:lnTo>
                  <a:pt x="74996" y="96380"/>
                </a:lnTo>
                <a:cubicBezTo>
                  <a:pt x="74985" y="96853"/>
                  <a:pt x="75076" y="97323"/>
                  <a:pt x="75247" y="97762"/>
                </a:cubicBezTo>
                <a:cubicBezTo>
                  <a:pt x="75431" y="98200"/>
                  <a:pt x="75693" y="98600"/>
                  <a:pt x="76024" y="98937"/>
                </a:cubicBezTo>
                <a:cubicBezTo>
                  <a:pt x="76356" y="99274"/>
                  <a:pt x="76744" y="99541"/>
                  <a:pt x="77190" y="99724"/>
                </a:cubicBezTo>
                <a:cubicBezTo>
                  <a:pt x="77624" y="99907"/>
                  <a:pt x="78092" y="100001"/>
                  <a:pt x="78561" y="100001"/>
                </a:cubicBezTo>
                <a:cubicBezTo>
                  <a:pt x="79041" y="100001"/>
                  <a:pt x="79509" y="99907"/>
                  <a:pt x="79943" y="99724"/>
                </a:cubicBezTo>
                <a:cubicBezTo>
                  <a:pt x="80377" y="99541"/>
                  <a:pt x="80777" y="99274"/>
                  <a:pt x="81108" y="98937"/>
                </a:cubicBezTo>
                <a:cubicBezTo>
                  <a:pt x="81440" y="98600"/>
                  <a:pt x="81703" y="98200"/>
                  <a:pt x="81874" y="97762"/>
                </a:cubicBezTo>
                <a:cubicBezTo>
                  <a:pt x="82056" y="97323"/>
                  <a:pt x="82136" y="96853"/>
                  <a:pt x="82136" y="96380"/>
                </a:cubicBezTo>
                <a:lnTo>
                  <a:pt x="82136" y="67823"/>
                </a:lnTo>
                <a:cubicBezTo>
                  <a:pt x="82136" y="67345"/>
                  <a:pt x="82045" y="66871"/>
                  <a:pt x="81874" y="66428"/>
                </a:cubicBezTo>
                <a:cubicBezTo>
                  <a:pt x="81691" y="65986"/>
                  <a:pt x="81429" y="65583"/>
                  <a:pt x="81085" y="65246"/>
                </a:cubicBezTo>
                <a:cubicBezTo>
                  <a:pt x="80743" y="64908"/>
                  <a:pt x="80343" y="64642"/>
                  <a:pt x="79898" y="64463"/>
                </a:cubicBezTo>
                <a:cubicBezTo>
                  <a:pt x="79463" y="64283"/>
                  <a:pt x="78984" y="64195"/>
                  <a:pt x="78504" y="64202"/>
                </a:cubicBezTo>
                <a:close/>
                <a:moveTo>
                  <a:pt x="66611" y="71341"/>
                </a:moveTo>
                <a:cubicBezTo>
                  <a:pt x="65663" y="71356"/>
                  <a:pt x="64760" y="71746"/>
                  <a:pt x="64097" y="72425"/>
                </a:cubicBezTo>
                <a:cubicBezTo>
                  <a:pt x="63447" y="73104"/>
                  <a:pt x="63081" y="74017"/>
                  <a:pt x="63092" y="74962"/>
                </a:cubicBezTo>
                <a:lnTo>
                  <a:pt x="63092" y="96380"/>
                </a:lnTo>
                <a:cubicBezTo>
                  <a:pt x="63081" y="96853"/>
                  <a:pt x="63172" y="97323"/>
                  <a:pt x="63355" y="97762"/>
                </a:cubicBezTo>
                <a:cubicBezTo>
                  <a:pt x="63526" y="98200"/>
                  <a:pt x="63789" y="98600"/>
                  <a:pt x="64120" y="98937"/>
                </a:cubicBezTo>
                <a:cubicBezTo>
                  <a:pt x="64452" y="99274"/>
                  <a:pt x="64851" y="99541"/>
                  <a:pt x="65285" y="99724"/>
                </a:cubicBezTo>
                <a:cubicBezTo>
                  <a:pt x="65720" y="99907"/>
                  <a:pt x="66188" y="100001"/>
                  <a:pt x="66656" y="100001"/>
                </a:cubicBezTo>
                <a:cubicBezTo>
                  <a:pt x="67136" y="100001"/>
                  <a:pt x="67605" y="99907"/>
                  <a:pt x="68039" y="99724"/>
                </a:cubicBezTo>
                <a:cubicBezTo>
                  <a:pt x="68473" y="99541"/>
                  <a:pt x="68873" y="99274"/>
                  <a:pt x="69204" y="98937"/>
                </a:cubicBezTo>
                <a:cubicBezTo>
                  <a:pt x="69535" y="98600"/>
                  <a:pt x="69798" y="98200"/>
                  <a:pt x="69970" y="97762"/>
                </a:cubicBezTo>
                <a:cubicBezTo>
                  <a:pt x="70152" y="97323"/>
                  <a:pt x="70243" y="96853"/>
                  <a:pt x="70232" y="96380"/>
                </a:cubicBezTo>
                <a:lnTo>
                  <a:pt x="70232" y="74962"/>
                </a:lnTo>
                <a:cubicBezTo>
                  <a:pt x="70243" y="74485"/>
                  <a:pt x="70152" y="74010"/>
                  <a:pt x="69970" y="73567"/>
                </a:cubicBezTo>
                <a:cubicBezTo>
                  <a:pt x="69787" y="73125"/>
                  <a:pt x="69524" y="72723"/>
                  <a:pt x="69181" y="72385"/>
                </a:cubicBezTo>
                <a:cubicBezTo>
                  <a:pt x="68850" y="72047"/>
                  <a:pt x="68450" y="71781"/>
                  <a:pt x="68005" y="71602"/>
                </a:cubicBezTo>
                <a:cubicBezTo>
                  <a:pt x="67559" y="71423"/>
                  <a:pt x="67079" y="71334"/>
                  <a:pt x="66611" y="71341"/>
                </a:cubicBezTo>
                <a:close/>
                <a:moveTo>
                  <a:pt x="54706" y="78481"/>
                </a:moveTo>
                <a:cubicBezTo>
                  <a:pt x="53758" y="78495"/>
                  <a:pt x="52856" y="78886"/>
                  <a:pt x="52205" y="79564"/>
                </a:cubicBezTo>
                <a:cubicBezTo>
                  <a:pt x="51542" y="80243"/>
                  <a:pt x="51176" y="81156"/>
                  <a:pt x="51188" y="82101"/>
                </a:cubicBezTo>
                <a:lnTo>
                  <a:pt x="51188" y="96380"/>
                </a:lnTo>
                <a:cubicBezTo>
                  <a:pt x="51188" y="96853"/>
                  <a:pt x="51268" y="97323"/>
                  <a:pt x="51450" y="97762"/>
                </a:cubicBezTo>
                <a:cubicBezTo>
                  <a:pt x="51622" y="98200"/>
                  <a:pt x="51885" y="98600"/>
                  <a:pt x="52216" y="98937"/>
                </a:cubicBezTo>
                <a:cubicBezTo>
                  <a:pt x="52548" y="99274"/>
                  <a:pt x="52947" y="99541"/>
                  <a:pt x="53382" y="99724"/>
                </a:cubicBezTo>
                <a:cubicBezTo>
                  <a:pt x="53815" y="99907"/>
                  <a:pt x="54284" y="100001"/>
                  <a:pt x="54764" y="100001"/>
                </a:cubicBezTo>
                <a:cubicBezTo>
                  <a:pt x="55232" y="100001"/>
                  <a:pt x="55700" y="99907"/>
                  <a:pt x="56135" y="99724"/>
                </a:cubicBezTo>
                <a:cubicBezTo>
                  <a:pt x="56580" y="99541"/>
                  <a:pt x="56969" y="99274"/>
                  <a:pt x="57300" y="98937"/>
                </a:cubicBezTo>
                <a:cubicBezTo>
                  <a:pt x="57632" y="98600"/>
                  <a:pt x="57894" y="98200"/>
                  <a:pt x="58077" y="97762"/>
                </a:cubicBezTo>
                <a:cubicBezTo>
                  <a:pt x="58248" y="97323"/>
                  <a:pt x="58340" y="96853"/>
                  <a:pt x="58329" y="96380"/>
                </a:cubicBezTo>
                <a:lnTo>
                  <a:pt x="58329" y="82101"/>
                </a:lnTo>
                <a:cubicBezTo>
                  <a:pt x="58340" y="81624"/>
                  <a:pt x="58248" y="81149"/>
                  <a:pt x="58065" y="80707"/>
                </a:cubicBezTo>
                <a:cubicBezTo>
                  <a:pt x="57894" y="80264"/>
                  <a:pt x="57620" y="79862"/>
                  <a:pt x="57288" y="79524"/>
                </a:cubicBezTo>
                <a:cubicBezTo>
                  <a:pt x="56946" y="79186"/>
                  <a:pt x="56546" y="78921"/>
                  <a:pt x="56101" y="78741"/>
                </a:cubicBezTo>
                <a:cubicBezTo>
                  <a:pt x="55655" y="78562"/>
                  <a:pt x="55187" y="78473"/>
                  <a:pt x="54706" y="7848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89" name="Чёрный — SVG 50">
            <a:extLst>
              <a:ext uri="{FF2B5EF4-FFF2-40B4-BE49-F238E27FC236}">
                <a16:creationId xmlns:a16="http://schemas.microsoft.com/office/drawing/2014/main" id="{D6CD4CAB-EDED-5846-886B-FE769B8E8844}"/>
              </a:ext>
            </a:extLst>
          </p:cNvPr>
          <p:cNvSpPr>
            <a:spLocks noGrp="1"/>
          </p:cNvSpPr>
          <p:nvPr/>
        </p:nvSpPr>
        <p:spPr>
          <a:xfrm>
            <a:off x="8220000" y="3470000"/>
            <a:ext cx="220000" cy="220000"/>
          </a:xfrm>
          <a:custGeom>
            <a:avLst/>
            <a:gdLst>
              <a:gd name="csX0" fmla="*/ 70810 w 141772"/>
              <a:gd name="csY0" fmla="*/ 1 h 127660"/>
              <a:gd name="csX1" fmla="*/ 67067 w 141772"/>
              <a:gd name="csY1" fmla="*/ 1615 h 127660"/>
              <a:gd name="csX2" fmla="*/ 65570 w 141772"/>
              <a:gd name="csY2" fmla="*/ 5393 h 127660"/>
              <a:gd name="csX3" fmla="*/ 65570 w 141772"/>
              <a:gd name="csY3" fmla="*/ 15229 h 127660"/>
              <a:gd name="csX4" fmla="*/ 55923 w 141772"/>
              <a:gd name="csY4" fmla="*/ 24884 h 127660"/>
              <a:gd name="csX5" fmla="*/ 30131 w 141772"/>
              <a:gd name="csY5" fmla="*/ 24884 h 127660"/>
              <a:gd name="csX6" fmla="*/ 26677 w 141772"/>
              <a:gd name="csY6" fmla="*/ 26087 h 127660"/>
              <a:gd name="csX7" fmla="*/ 24823 w 141772"/>
              <a:gd name="csY7" fmla="*/ 29226 h 127660"/>
              <a:gd name="csX8" fmla="*/ 340 w 141772"/>
              <a:gd name="csY8" fmla="*/ 95695 h 127660"/>
              <a:gd name="csX9" fmla="*/ 306 w 141772"/>
              <a:gd name="csY9" fmla="*/ 95828 h 127660"/>
              <a:gd name="csX10" fmla="*/ 0 w 141772"/>
              <a:gd name="csY10" fmla="*/ 97537 h 127660"/>
              <a:gd name="csX11" fmla="*/ 30131 w 141772"/>
              <a:gd name="csY11" fmla="*/ 127660 h 127660"/>
              <a:gd name="csX12" fmla="*/ 60261 w 141772"/>
              <a:gd name="csY12" fmla="*/ 97537 h 127660"/>
              <a:gd name="csX13" fmla="*/ 59955 w 141772"/>
              <a:gd name="csY13" fmla="*/ 95828 h 127660"/>
              <a:gd name="csX14" fmla="*/ 59921 w 141772"/>
              <a:gd name="csY14" fmla="*/ 95695 h 127660"/>
              <a:gd name="csX15" fmla="*/ 37753 w 141772"/>
              <a:gd name="csY15" fmla="*/ 35516 h 127660"/>
              <a:gd name="csX16" fmla="*/ 55923 w 141772"/>
              <a:gd name="csY16" fmla="*/ 35516 h 127660"/>
              <a:gd name="csX17" fmla="*/ 70895 w 141772"/>
              <a:gd name="csY17" fmla="*/ 46148 h 127660"/>
              <a:gd name="csX18" fmla="*/ 85867 w 141772"/>
              <a:gd name="csY18" fmla="*/ 35516 h 127660"/>
              <a:gd name="csX19" fmla="*/ 104037 w 141772"/>
              <a:gd name="csY19" fmla="*/ 35516 h 127660"/>
              <a:gd name="csX20" fmla="*/ 81852 w 141772"/>
              <a:gd name="csY20" fmla="*/ 95695 h 127660"/>
              <a:gd name="csX21" fmla="*/ 81835 w 141772"/>
              <a:gd name="csY21" fmla="*/ 95828 h 127660"/>
              <a:gd name="csX22" fmla="*/ 81528 w 141772"/>
              <a:gd name="csY22" fmla="*/ 97537 h 127660"/>
              <a:gd name="csX23" fmla="*/ 111642 w 141772"/>
              <a:gd name="csY23" fmla="*/ 127660 h 127660"/>
              <a:gd name="csX24" fmla="*/ 141773 w 141772"/>
              <a:gd name="csY24" fmla="*/ 97537 h 127660"/>
              <a:gd name="csX25" fmla="*/ 141466 w 141772"/>
              <a:gd name="csY25" fmla="*/ 95828 h 127660"/>
              <a:gd name="csX26" fmla="*/ 141449 w 141772"/>
              <a:gd name="csY26" fmla="*/ 95695 h 127660"/>
              <a:gd name="csX27" fmla="*/ 116933 w 141772"/>
              <a:gd name="csY27" fmla="*/ 29183 h 127660"/>
              <a:gd name="csX28" fmla="*/ 115079 w 141772"/>
              <a:gd name="csY28" fmla="*/ 26075 h 127660"/>
              <a:gd name="csX29" fmla="*/ 111642 w 141772"/>
              <a:gd name="csY29" fmla="*/ 24884 h 127660"/>
              <a:gd name="csX30" fmla="*/ 85867 w 141772"/>
              <a:gd name="csY30" fmla="*/ 24884 h 127660"/>
              <a:gd name="csX31" fmla="*/ 76203 w 141772"/>
              <a:gd name="csY31" fmla="*/ 15229 h 127660"/>
              <a:gd name="csX32" fmla="*/ 76203 w 141772"/>
              <a:gd name="csY32" fmla="*/ 5393 h 127660"/>
              <a:gd name="csX33" fmla="*/ 75812 w 141772"/>
              <a:gd name="csY33" fmla="*/ 3316 h 127660"/>
              <a:gd name="csX34" fmla="*/ 74655 w 141772"/>
              <a:gd name="csY34" fmla="*/ 1555 h 127660"/>
              <a:gd name="csX35" fmla="*/ 72886 w 141772"/>
              <a:gd name="csY35" fmla="*/ 388 h 127660"/>
              <a:gd name="csX36" fmla="*/ 70810 w 141772"/>
              <a:gd name="csY36" fmla="*/ 1 h 127660"/>
              <a:gd name="csX37" fmla="*/ 30131 w 141772"/>
              <a:gd name="csY37" fmla="*/ 45582 h 127660"/>
              <a:gd name="csX38" fmla="*/ 47314 w 141772"/>
              <a:gd name="csY38" fmla="*/ 92221 h 127660"/>
              <a:gd name="csX39" fmla="*/ 12930 w 141772"/>
              <a:gd name="csY39" fmla="*/ 92221 h 127660"/>
              <a:gd name="csX40" fmla="*/ 30131 w 141772"/>
              <a:gd name="csY40" fmla="*/ 45582 h 127660"/>
              <a:gd name="csX41" fmla="*/ 111642 w 141772"/>
              <a:gd name="csY41" fmla="*/ 45582 h 127660"/>
              <a:gd name="csX42" fmla="*/ 128843 w 141772"/>
              <a:gd name="csY42" fmla="*/ 92221 h 127660"/>
              <a:gd name="csX43" fmla="*/ 94476 w 141772"/>
              <a:gd name="csY43" fmla="*/ 92221 h 127660"/>
              <a:gd name="csX44" fmla="*/ 111642 w 141772"/>
              <a:gd name="csY44" fmla="*/ 45582 h 127660"/>
            </a:gdLst>
            <a:ahLst/>
            <a:cxnLst/>
            <a:rect l="l" t="t" r="r" b="b"/>
            <a:pathLst>
              <a:path w="100000" h="100000">
                <a:moveTo>
                  <a:pt x="49946" y="4978"/>
                </a:moveTo>
                <a:cubicBezTo>
                  <a:pt x="48950" y="4993"/>
                  <a:pt x="48002" y="5402"/>
                  <a:pt x="47306" y="6116"/>
                </a:cubicBezTo>
                <a:cubicBezTo>
                  <a:pt x="46622" y="6829"/>
                  <a:pt x="46238" y="7788"/>
                  <a:pt x="46250" y="8781"/>
                </a:cubicBezTo>
                <a:lnTo>
                  <a:pt x="46250" y="15719"/>
                </a:lnTo>
                <a:cubicBezTo>
                  <a:pt x="43070" y="16852"/>
                  <a:pt x="40574" y="19354"/>
                  <a:pt x="39446" y="22529"/>
                </a:cubicBezTo>
                <a:lnTo>
                  <a:pt x="21253" y="22529"/>
                </a:lnTo>
                <a:cubicBezTo>
                  <a:pt x="20365" y="22517"/>
                  <a:pt x="19501" y="22818"/>
                  <a:pt x="18817" y="23378"/>
                </a:cubicBezTo>
                <a:cubicBezTo>
                  <a:pt x="18133" y="23938"/>
                  <a:pt x="17677" y="24721"/>
                  <a:pt x="17509" y="25592"/>
                </a:cubicBezTo>
                <a:lnTo>
                  <a:pt x="240" y="72476"/>
                </a:lnTo>
                <a:cubicBezTo>
                  <a:pt x="228" y="72506"/>
                  <a:pt x="228" y="72540"/>
                  <a:pt x="216" y="72570"/>
                </a:cubicBezTo>
                <a:cubicBezTo>
                  <a:pt x="84" y="72949"/>
                  <a:pt x="0" y="73351"/>
                  <a:pt x="0" y="73775"/>
                </a:cubicBezTo>
                <a:cubicBezTo>
                  <a:pt x="0" y="84220"/>
                  <a:pt x="7944" y="95023"/>
                  <a:pt x="21253" y="95023"/>
                </a:cubicBezTo>
                <a:cubicBezTo>
                  <a:pt x="34550" y="95023"/>
                  <a:pt x="42506" y="84220"/>
                  <a:pt x="42506" y="73775"/>
                </a:cubicBezTo>
                <a:cubicBezTo>
                  <a:pt x="42506" y="73351"/>
                  <a:pt x="42422" y="72949"/>
                  <a:pt x="42290" y="72570"/>
                </a:cubicBezTo>
                <a:cubicBezTo>
                  <a:pt x="42278" y="72540"/>
                  <a:pt x="42278" y="72506"/>
                  <a:pt x="42266" y="72476"/>
                </a:cubicBezTo>
                <a:lnTo>
                  <a:pt x="26629" y="30028"/>
                </a:lnTo>
                <a:lnTo>
                  <a:pt x="39446" y="30028"/>
                </a:lnTo>
                <a:cubicBezTo>
                  <a:pt x="40994" y="34384"/>
                  <a:pt x="45122" y="37528"/>
                  <a:pt x="50006" y="37528"/>
                </a:cubicBezTo>
                <a:cubicBezTo>
                  <a:pt x="54878" y="37528"/>
                  <a:pt x="59007" y="34384"/>
                  <a:pt x="60567" y="30028"/>
                </a:cubicBezTo>
                <a:lnTo>
                  <a:pt x="73383" y="30028"/>
                </a:lnTo>
                <a:lnTo>
                  <a:pt x="57735" y="72476"/>
                </a:lnTo>
                <a:cubicBezTo>
                  <a:pt x="57723" y="72506"/>
                  <a:pt x="57723" y="72540"/>
                  <a:pt x="57723" y="72570"/>
                </a:cubicBezTo>
                <a:cubicBezTo>
                  <a:pt x="57590" y="72949"/>
                  <a:pt x="57506" y="73351"/>
                  <a:pt x="57506" y="73775"/>
                </a:cubicBezTo>
                <a:cubicBezTo>
                  <a:pt x="57506" y="84220"/>
                  <a:pt x="65451" y="95023"/>
                  <a:pt x="78748" y="95023"/>
                </a:cubicBezTo>
                <a:cubicBezTo>
                  <a:pt x="92056" y="95023"/>
                  <a:pt x="100001" y="84220"/>
                  <a:pt x="100001" y="73775"/>
                </a:cubicBezTo>
                <a:cubicBezTo>
                  <a:pt x="100001" y="73351"/>
                  <a:pt x="99917" y="72949"/>
                  <a:pt x="99784" y="72570"/>
                </a:cubicBezTo>
                <a:cubicBezTo>
                  <a:pt x="99784" y="72540"/>
                  <a:pt x="99784" y="72506"/>
                  <a:pt x="99772" y="72476"/>
                </a:cubicBezTo>
                <a:lnTo>
                  <a:pt x="82480" y="25561"/>
                </a:lnTo>
                <a:cubicBezTo>
                  <a:pt x="82312" y="24700"/>
                  <a:pt x="81855" y="23924"/>
                  <a:pt x="81172" y="23369"/>
                </a:cubicBezTo>
                <a:cubicBezTo>
                  <a:pt x="80488" y="22816"/>
                  <a:pt x="79636" y="22519"/>
                  <a:pt x="78748" y="22529"/>
                </a:cubicBezTo>
                <a:lnTo>
                  <a:pt x="60567" y="22529"/>
                </a:lnTo>
                <a:cubicBezTo>
                  <a:pt x="59426" y="19354"/>
                  <a:pt x="56931" y="16852"/>
                  <a:pt x="53750" y="15719"/>
                </a:cubicBezTo>
                <a:lnTo>
                  <a:pt x="53750" y="8781"/>
                </a:lnTo>
                <a:cubicBezTo>
                  <a:pt x="53762" y="8279"/>
                  <a:pt x="53666" y="7782"/>
                  <a:pt x="53475" y="7316"/>
                </a:cubicBezTo>
                <a:cubicBezTo>
                  <a:pt x="53282" y="6852"/>
                  <a:pt x="53006" y="6429"/>
                  <a:pt x="52658" y="6074"/>
                </a:cubicBezTo>
                <a:cubicBezTo>
                  <a:pt x="52299" y="5719"/>
                  <a:pt x="51878" y="5439"/>
                  <a:pt x="51411" y="5251"/>
                </a:cubicBezTo>
                <a:cubicBezTo>
                  <a:pt x="50942" y="5062"/>
                  <a:pt x="50450" y="4970"/>
                  <a:pt x="49946" y="4978"/>
                </a:cubicBezTo>
                <a:close/>
                <a:moveTo>
                  <a:pt x="21253" y="37129"/>
                </a:moveTo>
                <a:lnTo>
                  <a:pt x="33373" y="70026"/>
                </a:lnTo>
                <a:lnTo>
                  <a:pt x="9120" y="70026"/>
                </a:lnTo>
                <a:lnTo>
                  <a:pt x="21253" y="37129"/>
                </a:lnTo>
                <a:close/>
                <a:moveTo>
                  <a:pt x="78748" y="37129"/>
                </a:moveTo>
                <a:lnTo>
                  <a:pt x="90880" y="70026"/>
                </a:lnTo>
                <a:lnTo>
                  <a:pt x="66639" y="70026"/>
                </a:lnTo>
                <a:lnTo>
                  <a:pt x="78748" y="3712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0" name="Чёрный — SVG 51">
            <a:extLst>
              <a:ext uri="{FF2B5EF4-FFF2-40B4-BE49-F238E27FC236}">
                <a16:creationId xmlns:a16="http://schemas.microsoft.com/office/drawing/2014/main" id="{5638E89D-C079-8C4A-AB5B-FE994031D1AD}"/>
              </a:ext>
            </a:extLst>
          </p:cNvPr>
          <p:cNvSpPr>
            <a:spLocks noGrp="1"/>
          </p:cNvSpPr>
          <p:nvPr/>
        </p:nvSpPr>
        <p:spPr>
          <a:xfrm>
            <a:off x="8820000" y="3470000"/>
            <a:ext cx="220000" cy="220000"/>
          </a:xfrm>
          <a:custGeom>
            <a:avLst/>
            <a:gdLst>
              <a:gd name="csX0" fmla="*/ 6993 w 127703"/>
              <a:gd name="csY0" fmla="*/ 1 h 127681"/>
              <a:gd name="csX1" fmla="*/ 2008 w 127703"/>
              <a:gd name="csY1" fmla="*/ 2149 h 127681"/>
              <a:gd name="csX2" fmla="*/ 0 w 127703"/>
              <a:gd name="csY2" fmla="*/ 7186 h 127681"/>
              <a:gd name="csX3" fmla="*/ 0 w 127703"/>
              <a:gd name="csY3" fmla="*/ 120594 h 127681"/>
              <a:gd name="csX4" fmla="*/ 2076 w 127703"/>
              <a:gd name="csY4" fmla="*/ 125606 h 127681"/>
              <a:gd name="csX5" fmla="*/ 7095 w 127703"/>
              <a:gd name="csY5" fmla="*/ 127681 h 127681"/>
              <a:gd name="csX6" fmla="*/ 120506 w 127703"/>
              <a:gd name="csY6" fmla="*/ 127681 h 127681"/>
              <a:gd name="csX7" fmla="*/ 123262 w 127703"/>
              <a:gd name="csY7" fmla="*/ 127171 h 127681"/>
              <a:gd name="csX8" fmla="*/ 125593 w 127703"/>
              <a:gd name="csY8" fmla="*/ 125641 h 127681"/>
              <a:gd name="csX9" fmla="*/ 127159 w 127703"/>
              <a:gd name="csY9" fmla="*/ 123330 h 127681"/>
              <a:gd name="csX10" fmla="*/ 127703 w 127703"/>
              <a:gd name="csY10" fmla="*/ 120594 h 127681"/>
              <a:gd name="csX11" fmla="*/ 127159 w 127703"/>
              <a:gd name="csY11" fmla="*/ 117857 h 127681"/>
              <a:gd name="csX12" fmla="*/ 125593 w 127703"/>
              <a:gd name="csY12" fmla="*/ 115545 h 127681"/>
              <a:gd name="csX13" fmla="*/ 123262 w 127703"/>
              <a:gd name="csY13" fmla="*/ 114016 h 127681"/>
              <a:gd name="csX14" fmla="*/ 120506 w 127703"/>
              <a:gd name="csY14" fmla="*/ 113506 h 127681"/>
              <a:gd name="csX15" fmla="*/ 14173 w 127703"/>
              <a:gd name="csY15" fmla="*/ 113506 h 127681"/>
              <a:gd name="csX16" fmla="*/ 14173 w 127703"/>
              <a:gd name="csY16" fmla="*/ 7186 h 127681"/>
              <a:gd name="csX17" fmla="*/ 13662 w 127703"/>
              <a:gd name="csY17" fmla="*/ 4420 h 127681"/>
              <a:gd name="csX18" fmla="*/ 12097 w 127703"/>
              <a:gd name="csY18" fmla="*/ 2074 h 127681"/>
              <a:gd name="csX19" fmla="*/ 9749 w 127703"/>
              <a:gd name="csY19" fmla="*/ 520 h 127681"/>
              <a:gd name="csX20" fmla="*/ 6993 w 127703"/>
              <a:gd name="csY20" fmla="*/ 1 h 127681"/>
              <a:gd name="csX21" fmla="*/ 90392 w 127703"/>
              <a:gd name="csY21" fmla="*/ 98 h 127681"/>
              <a:gd name="csX22" fmla="*/ 86632 w 127703"/>
              <a:gd name="csY22" fmla="*/ 1656 h 127681"/>
              <a:gd name="csX23" fmla="*/ 85067 w 127703"/>
              <a:gd name="csY23" fmla="*/ 5414 h 127681"/>
              <a:gd name="csX24" fmla="*/ 86632 w 127703"/>
              <a:gd name="csY24" fmla="*/ 9173 h 127681"/>
              <a:gd name="csX25" fmla="*/ 90392 w 127703"/>
              <a:gd name="csY25" fmla="*/ 10730 h 127681"/>
              <a:gd name="csX26" fmla="*/ 94153 w 127703"/>
              <a:gd name="csY26" fmla="*/ 9173 h 127681"/>
              <a:gd name="csX27" fmla="*/ 95701 w 127703"/>
              <a:gd name="csY27" fmla="*/ 5414 h 127681"/>
              <a:gd name="csX28" fmla="*/ 94153 w 127703"/>
              <a:gd name="csY28" fmla="*/ 1656 h 127681"/>
              <a:gd name="csX29" fmla="*/ 90392 w 127703"/>
              <a:gd name="csY29" fmla="*/ 98 h 127681"/>
              <a:gd name="csX30" fmla="*/ 122292 w 127703"/>
              <a:gd name="csY30" fmla="*/ 28450 h 127681"/>
              <a:gd name="csX31" fmla="*/ 118533 w 127703"/>
              <a:gd name="csY31" fmla="*/ 30007 h 127681"/>
              <a:gd name="csX32" fmla="*/ 116967 w 127703"/>
              <a:gd name="csY32" fmla="*/ 33766 h 127681"/>
              <a:gd name="csX33" fmla="*/ 118533 w 127703"/>
              <a:gd name="csY33" fmla="*/ 37526 h 127681"/>
              <a:gd name="csX34" fmla="*/ 122292 w 127703"/>
              <a:gd name="csY34" fmla="*/ 39082 h 127681"/>
              <a:gd name="csX35" fmla="*/ 126053 w 127703"/>
              <a:gd name="csY35" fmla="*/ 37526 h 127681"/>
              <a:gd name="csX36" fmla="*/ 127601 w 127703"/>
              <a:gd name="csY36" fmla="*/ 33766 h 127681"/>
              <a:gd name="csX37" fmla="*/ 126053 w 127703"/>
              <a:gd name="csY37" fmla="*/ 30007 h 127681"/>
              <a:gd name="csX38" fmla="*/ 122292 w 127703"/>
              <a:gd name="csY38" fmla="*/ 28450 h 127681"/>
              <a:gd name="csX39" fmla="*/ 83298 w 127703"/>
              <a:gd name="csY39" fmla="*/ 31994 h 127681"/>
              <a:gd name="csX40" fmla="*/ 79538 w 127703"/>
              <a:gd name="csY40" fmla="*/ 33552 h 127681"/>
              <a:gd name="csX41" fmla="*/ 77973 w 127703"/>
              <a:gd name="csY41" fmla="*/ 37309 h 127681"/>
              <a:gd name="csX42" fmla="*/ 79538 w 127703"/>
              <a:gd name="csY42" fmla="*/ 41069 h 127681"/>
              <a:gd name="csX43" fmla="*/ 83298 w 127703"/>
              <a:gd name="csY43" fmla="*/ 42625 h 127681"/>
              <a:gd name="csX44" fmla="*/ 87058 w 127703"/>
              <a:gd name="csY44" fmla="*/ 41069 h 127681"/>
              <a:gd name="csX45" fmla="*/ 88606 w 127703"/>
              <a:gd name="csY45" fmla="*/ 37309 h 127681"/>
              <a:gd name="csX46" fmla="*/ 87058 w 127703"/>
              <a:gd name="csY46" fmla="*/ 33552 h 127681"/>
              <a:gd name="csX47" fmla="*/ 83298 w 127703"/>
              <a:gd name="csY47" fmla="*/ 31994 h 127681"/>
              <a:gd name="csX48" fmla="*/ 51398 w 127703"/>
              <a:gd name="csY48" fmla="*/ 46171 h 127681"/>
              <a:gd name="csX49" fmla="*/ 47638 w 127703"/>
              <a:gd name="csY49" fmla="*/ 47727 h 127681"/>
              <a:gd name="csX50" fmla="*/ 46073 w 127703"/>
              <a:gd name="csY50" fmla="*/ 51487 h 127681"/>
              <a:gd name="csX51" fmla="*/ 47638 w 127703"/>
              <a:gd name="csY51" fmla="*/ 55244 h 127681"/>
              <a:gd name="csX52" fmla="*/ 51398 w 127703"/>
              <a:gd name="csY52" fmla="*/ 56803 h 127681"/>
              <a:gd name="csX53" fmla="*/ 55158 w 127703"/>
              <a:gd name="csY53" fmla="*/ 55244 h 127681"/>
              <a:gd name="csX54" fmla="*/ 56706 w 127703"/>
              <a:gd name="csY54" fmla="*/ 51487 h 127681"/>
              <a:gd name="csX55" fmla="*/ 55158 w 127703"/>
              <a:gd name="csY55" fmla="*/ 47727 h 127681"/>
              <a:gd name="csX56" fmla="*/ 51398 w 127703"/>
              <a:gd name="csY56" fmla="*/ 46171 h 127681"/>
              <a:gd name="csX57" fmla="*/ 104565 w 127703"/>
              <a:gd name="csY57" fmla="*/ 56803 h 127681"/>
              <a:gd name="csX58" fmla="*/ 100805 w 127703"/>
              <a:gd name="csY58" fmla="*/ 58359 h 127681"/>
              <a:gd name="csX59" fmla="*/ 99240 w 127703"/>
              <a:gd name="csY59" fmla="*/ 62118 h 127681"/>
              <a:gd name="csX60" fmla="*/ 100805 w 127703"/>
              <a:gd name="csY60" fmla="*/ 65876 h 127681"/>
              <a:gd name="csX61" fmla="*/ 104565 w 127703"/>
              <a:gd name="csY61" fmla="*/ 67434 h 127681"/>
              <a:gd name="csX62" fmla="*/ 108325 w 127703"/>
              <a:gd name="csY62" fmla="*/ 65876 h 127681"/>
              <a:gd name="csX63" fmla="*/ 109873 w 127703"/>
              <a:gd name="csY63" fmla="*/ 62118 h 127681"/>
              <a:gd name="csX64" fmla="*/ 108325 w 127703"/>
              <a:gd name="csY64" fmla="*/ 58359 h 127681"/>
              <a:gd name="csX65" fmla="*/ 104565 w 127703"/>
              <a:gd name="csY65" fmla="*/ 56803 h 127681"/>
              <a:gd name="csX66" fmla="*/ 79759 w 127703"/>
              <a:gd name="csY66" fmla="*/ 67434 h 127681"/>
              <a:gd name="csX67" fmla="*/ 75999 w 127703"/>
              <a:gd name="csY67" fmla="*/ 68991 h 127681"/>
              <a:gd name="csX68" fmla="*/ 74434 w 127703"/>
              <a:gd name="csY68" fmla="*/ 72750 h 127681"/>
              <a:gd name="csX69" fmla="*/ 75999 w 127703"/>
              <a:gd name="csY69" fmla="*/ 76508 h 127681"/>
              <a:gd name="csX70" fmla="*/ 79759 w 127703"/>
              <a:gd name="csY70" fmla="*/ 78066 h 127681"/>
              <a:gd name="csX71" fmla="*/ 83519 w 127703"/>
              <a:gd name="csY71" fmla="*/ 76508 h 127681"/>
              <a:gd name="csX72" fmla="*/ 85067 w 127703"/>
              <a:gd name="csY72" fmla="*/ 72750 h 127681"/>
              <a:gd name="csX73" fmla="*/ 83519 w 127703"/>
              <a:gd name="csY73" fmla="*/ 68991 h 127681"/>
              <a:gd name="csX74" fmla="*/ 79759 w 127703"/>
              <a:gd name="csY74" fmla="*/ 67434 h 127681"/>
              <a:gd name="csX75" fmla="*/ 54937 w 127703"/>
              <a:gd name="csY75" fmla="*/ 70978 h 127681"/>
              <a:gd name="csX76" fmla="*/ 51177 w 127703"/>
              <a:gd name="csY76" fmla="*/ 72534 h 127681"/>
              <a:gd name="csX77" fmla="*/ 49628 w 127703"/>
              <a:gd name="csY77" fmla="*/ 76294 h 127681"/>
              <a:gd name="csX78" fmla="*/ 51177 w 127703"/>
              <a:gd name="csY78" fmla="*/ 80053 h 127681"/>
              <a:gd name="csX79" fmla="*/ 54937 w 127703"/>
              <a:gd name="csY79" fmla="*/ 81610 h 127681"/>
              <a:gd name="csX80" fmla="*/ 58697 w 127703"/>
              <a:gd name="csY80" fmla="*/ 80053 h 127681"/>
              <a:gd name="csX81" fmla="*/ 60262 w 127703"/>
              <a:gd name="csY81" fmla="*/ 76294 h 127681"/>
              <a:gd name="csX82" fmla="*/ 58697 w 127703"/>
              <a:gd name="csY82" fmla="*/ 72534 h 127681"/>
              <a:gd name="csX83" fmla="*/ 54937 w 127703"/>
              <a:gd name="csY83" fmla="*/ 70978 h 127681"/>
              <a:gd name="csX84" fmla="*/ 30131 w 127703"/>
              <a:gd name="csY84" fmla="*/ 81610 h 127681"/>
              <a:gd name="csX85" fmla="*/ 26371 w 127703"/>
              <a:gd name="csY85" fmla="*/ 83166 h 127681"/>
              <a:gd name="csX86" fmla="*/ 24806 w 127703"/>
              <a:gd name="csY86" fmla="*/ 86926 h 127681"/>
              <a:gd name="csX87" fmla="*/ 26371 w 127703"/>
              <a:gd name="csY87" fmla="*/ 90685 h 127681"/>
              <a:gd name="csX88" fmla="*/ 30131 w 127703"/>
              <a:gd name="csY88" fmla="*/ 92242 h 127681"/>
              <a:gd name="csX89" fmla="*/ 33891 w 127703"/>
              <a:gd name="csY89" fmla="*/ 90685 h 127681"/>
              <a:gd name="csX90" fmla="*/ 35439 w 127703"/>
              <a:gd name="csY90" fmla="*/ 86926 h 127681"/>
              <a:gd name="csX91" fmla="*/ 33891 w 127703"/>
              <a:gd name="csY91" fmla="*/ 83166 h 127681"/>
              <a:gd name="csX92" fmla="*/ 30131 w 127703"/>
              <a:gd name="csY92" fmla="*/ 81610 h 127681"/>
              <a:gd name="csX93" fmla="*/ 54937 w 127703"/>
              <a:gd name="csY93" fmla="*/ 92242 h 127681"/>
              <a:gd name="csX94" fmla="*/ 51177 w 127703"/>
              <a:gd name="csY94" fmla="*/ 93798 h 127681"/>
              <a:gd name="csX95" fmla="*/ 49628 w 127703"/>
              <a:gd name="csY95" fmla="*/ 97558 h 127681"/>
              <a:gd name="csX96" fmla="*/ 51177 w 127703"/>
              <a:gd name="csY96" fmla="*/ 101317 h 127681"/>
              <a:gd name="csX97" fmla="*/ 54937 w 127703"/>
              <a:gd name="csY97" fmla="*/ 102874 h 127681"/>
              <a:gd name="csX98" fmla="*/ 58697 w 127703"/>
              <a:gd name="csY98" fmla="*/ 101317 h 127681"/>
              <a:gd name="csX99" fmla="*/ 60262 w 127703"/>
              <a:gd name="csY99" fmla="*/ 97558 h 127681"/>
              <a:gd name="csX100" fmla="*/ 58697 w 127703"/>
              <a:gd name="csY100" fmla="*/ 93798 h 127681"/>
              <a:gd name="csX101" fmla="*/ 54937 w 127703"/>
              <a:gd name="csY101" fmla="*/ 92242 h 127681"/>
            </a:gdLst>
            <a:ahLst/>
            <a:cxnLst/>
            <a:rect l="l" t="t" r="r" b="b"/>
            <a:pathLst>
              <a:path w="100000" h="100000">
                <a:moveTo>
                  <a:pt x="5476" y="9"/>
                </a:moveTo>
                <a:cubicBezTo>
                  <a:pt x="3997" y="32"/>
                  <a:pt x="2598" y="637"/>
                  <a:pt x="1572" y="1691"/>
                </a:cubicBezTo>
                <a:cubicBezTo>
                  <a:pt x="547" y="2746"/>
                  <a:pt x="-13" y="4165"/>
                  <a:pt x="0" y="5636"/>
                </a:cubicBezTo>
                <a:lnTo>
                  <a:pt x="0" y="94442"/>
                </a:lnTo>
                <a:cubicBezTo>
                  <a:pt x="0" y="95914"/>
                  <a:pt x="587" y="97326"/>
                  <a:pt x="1626" y="98367"/>
                </a:cubicBezTo>
                <a:cubicBezTo>
                  <a:pt x="2665" y="99406"/>
                  <a:pt x="4077" y="99991"/>
                  <a:pt x="5556" y="99991"/>
                </a:cubicBezTo>
                <a:lnTo>
                  <a:pt x="94364" y="99991"/>
                </a:lnTo>
                <a:cubicBezTo>
                  <a:pt x="95111" y="100002"/>
                  <a:pt x="95830" y="99866"/>
                  <a:pt x="96522" y="99592"/>
                </a:cubicBezTo>
                <a:cubicBezTo>
                  <a:pt x="97202" y="99317"/>
                  <a:pt x="97829" y="98911"/>
                  <a:pt x="98348" y="98394"/>
                </a:cubicBezTo>
                <a:cubicBezTo>
                  <a:pt x="98868" y="97877"/>
                  <a:pt x="99280" y="97262"/>
                  <a:pt x="99574" y="96584"/>
                </a:cubicBezTo>
                <a:cubicBezTo>
                  <a:pt x="99854" y="95906"/>
                  <a:pt x="100000" y="95177"/>
                  <a:pt x="100000" y="94442"/>
                </a:cubicBezTo>
                <a:cubicBezTo>
                  <a:pt x="100000" y="93706"/>
                  <a:pt x="99854" y="92978"/>
                  <a:pt x="99574" y="92299"/>
                </a:cubicBezTo>
                <a:cubicBezTo>
                  <a:pt x="99280" y="91620"/>
                  <a:pt x="98868" y="91005"/>
                  <a:pt x="98348" y="90488"/>
                </a:cubicBezTo>
                <a:cubicBezTo>
                  <a:pt x="97829" y="89973"/>
                  <a:pt x="97202" y="89565"/>
                  <a:pt x="96522" y="89291"/>
                </a:cubicBezTo>
                <a:cubicBezTo>
                  <a:pt x="95830" y="89017"/>
                  <a:pt x="95111" y="88880"/>
                  <a:pt x="94364" y="88891"/>
                </a:cubicBezTo>
                <a:lnTo>
                  <a:pt x="11098" y="88891"/>
                </a:lnTo>
                <a:lnTo>
                  <a:pt x="11098" y="5636"/>
                </a:lnTo>
                <a:cubicBezTo>
                  <a:pt x="11112" y="4894"/>
                  <a:pt x="10978" y="4157"/>
                  <a:pt x="10698" y="3470"/>
                </a:cubicBezTo>
                <a:cubicBezTo>
                  <a:pt x="10419" y="2782"/>
                  <a:pt x="10005" y="2158"/>
                  <a:pt x="9473" y="1633"/>
                </a:cubicBezTo>
                <a:cubicBezTo>
                  <a:pt x="8953" y="1108"/>
                  <a:pt x="8327" y="695"/>
                  <a:pt x="7634" y="416"/>
                </a:cubicBezTo>
                <a:cubicBezTo>
                  <a:pt x="6954" y="137"/>
                  <a:pt x="6208" y="-2"/>
                  <a:pt x="5476" y="9"/>
                </a:cubicBezTo>
                <a:close/>
                <a:moveTo>
                  <a:pt x="70783" y="85"/>
                </a:moveTo>
                <a:cubicBezTo>
                  <a:pt x="69678" y="85"/>
                  <a:pt x="68612" y="525"/>
                  <a:pt x="67839" y="1305"/>
                </a:cubicBezTo>
                <a:cubicBezTo>
                  <a:pt x="67053" y="2086"/>
                  <a:pt x="66613" y="3145"/>
                  <a:pt x="66613" y="4248"/>
                </a:cubicBezTo>
                <a:cubicBezTo>
                  <a:pt x="66613" y="5352"/>
                  <a:pt x="67053" y="6411"/>
                  <a:pt x="67839" y="7192"/>
                </a:cubicBezTo>
                <a:cubicBezTo>
                  <a:pt x="68612" y="7972"/>
                  <a:pt x="69678" y="8411"/>
                  <a:pt x="70783" y="8411"/>
                </a:cubicBezTo>
                <a:cubicBezTo>
                  <a:pt x="71876" y="8411"/>
                  <a:pt x="72942" y="7972"/>
                  <a:pt x="73728" y="7192"/>
                </a:cubicBezTo>
                <a:cubicBezTo>
                  <a:pt x="74500" y="6411"/>
                  <a:pt x="74940" y="5352"/>
                  <a:pt x="74940" y="4248"/>
                </a:cubicBezTo>
                <a:cubicBezTo>
                  <a:pt x="74940" y="3145"/>
                  <a:pt x="74500" y="2086"/>
                  <a:pt x="73728" y="1305"/>
                </a:cubicBezTo>
                <a:cubicBezTo>
                  <a:pt x="72942" y="525"/>
                  <a:pt x="71876" y="85"/>
                  <a:pt x="70783" y="85"/>
                </a:cubicBezTo>
                <a:close/>
                <a:moveTo>
                  <a:pt x="95763" y="22287"/>
                </a:moveTo>
                <a:cubicBezTo>
                  <a:pt x="94658" y="22287"/>
                  <a:pt x="93591" y="22725"/>
                  <a:pt x="92819" y="23506"/>
                </a:cubicBezTo>
                <a:cubicBezTo>
                  <a:pt x="92033" y="24286"/>
                  <a:pt x="91593" y="25346"/>
                  <a:pt x="91593" y="26450"/>
                </a:cubicBezTo>
                <a:cubicBezTo>
                  <a:pt x="91593" y="27554"/>
                  <a:pt x="92033" y="28613"/>
                  <a:pt x="92819" y="29394"/>
                </a:cubicBezTo>
                <a:cubicBezTo>
                  <a:pt x="93591" y="30174"/>
                  <a:pt x="94658" y="30612"/>
                  <a:pt x="95763" y="30612"/>
                </a:cubicBezTo>
                <a:cubicBezTo>
                  <a:pt x="96856" y="30612"/>
                  <a:pt x="97922" y="30174"/>
                  <a:pt x="98708" y="29394"/>
                </a:cubicBezTo>
                <a:cubicBezTo>
                  <a:pt x="99480" y="28613"/>
                  <a:pt x="99920" y="27554"/>
                  <a:pt x="99920" y="26450"/>
                </a:cubicBezTo>
                <a:cubicBezTo>
                  <a:pt x="99920" y="25346"/>
                  <a:pt x="99480" y="24286"/>
                  <a:pt x="98708" y="23506"/>
                </a:cubicBezTo>
                <a:cubicBezTo>
                  <a:pt x="97922" y="22725"/>
                  <a:pt x="96856" y="22287"/>
                  <a:pt x="95763" y="22287"/>
                </a:cubicBezTo>
                <a:close/>
                <a:moveTo>
                  <a:pt x="65228" y="25062"/>
                </a:moveTo>
                <a:cubicBezTo>
                  <a:pt x="64122" y="25062"/>
                  <a:pt x="63070" y="25501"/>
                  <a:pt x="62284" y="26282"/>
                </a:cubicBezTo>
                <a:cubicBezTo>
                  <a:pt x="61497" y="27063"/>
                  <a:pt x="61058" y="28122"/>
                  <a:pt x="61058" y="29224"/>
                </a:cubicBezTo>
                <a:cubicBezTo>
                  <a:pt x="61058" y="30329"/>
                  <a:pt x="61497" y="31388"/>
                  <a:pt x="62284" y="32168"/>
                </a:cubicBezTo>
                <a:cubicBezTo>
                  <a:pt x="63070" y="32949"/>
                  <a:pt x="64122" y="33387"/>
                  <a:pt x="65228" y="33387"/>
                </a:cubicBezTo>
                <a:cubicBezTo>
                  <a:pt x="66334" y="33387"/>
                  <a:pt x="67386" y="32949"/>
                  <a:pt x="68172" y="32168"/>
                </a:cubicBezTo>
                <a:cubicBezTo>
                  <a:pt x="68945" y="31388"/>
                  <a:pt x="69384" y="30329"/>
                  <a:pt x="69384" y="29224"/>
                </a:cubicBezTo>
                <a:cubicBezTo>
                  <a:pt x="69384" y="28122"/>
                  <a:pt x="68945" y="27063"/>
                  <a:pt x="68172" y="26282"/>
                </a:cubicBezTo>
                <a:cubicBezTo>
                  <a:pt x="67386" y="25501"/>
                  <a:pt x="66334" y="25062"/>
                  <a:pt x="65228" y="25062"/>
                </a:cubicBezTo>
                <a:close/>
                <a:moveTo>
                  <a:pt x="40248" y="36164"/>
                </a:moveTo>
                <a:cubicBezTo>
                  <a:pt x="39142" y="36164"/>
                  <a:pt x="38090" y="36601"/>
                  <a:pt x="37304" y="37382"/>
                </a:cubicBezTo>
                <a:cubicBezTo>
                  <a:pt x="36518" y="38163"/>
                  <a:pt x="36078" y="39221"/>
                  <a:pt x="36078" y="40326"/>
                </a:cubicBezTo>
                <a:cubicBezTo>
                  <a:pt x="36078" y="41431"/>
                  <a:pt x="36518" y="42488"/>
                  <a:pt x="37304" y="43268"/>
                </a:cubicBezTo>
                <a:cubicBezTo>
                  <a:pt x="38090" y="44051"/>
                  <a:pt x="39142" y="44489"/>
                  <a:pt x="40248" y="44489"/>
                </a:cubicBezTo>
                <a:cubicBezTo>
                  <a:pt x="41354" y="44489"/>
                  <a:pt x="42406" y="44051"/>
                  <a:pt x="43192" y="43268"/>
                </a:cubicBezTo>
                <a:cubicBezTo>
                  <a:pt x="43965" y="42488"/>
                  <a:pt x="44405" y="41431"/>
                  <a:pt x="44405" y="40326"/>
                </a:cubicBezTo>
                <a:cubicBezTo>
                  <a:pt x="44405" y="39221"/>
                  <a:pt x="43965" y="38163"/>
                  <a:pt x="43192" y="37382"/>
                </a:cubicBezTo>
                <a:cubicBezTo>
                  <a:pt x="42406" y="36601"/>
                  <a:pt x="41354" y="36164"/>
                  <a:pt x="40248" y="36164"/>
                </a:cubicBezTo>
                <a:close/>
                <a:moveTo>
                  <a:pt x="81881" y="44489"/>
                </a:moveTo>
                <a:cubicBezTo>
                  <a:pt x="80775" y="44489"/>
                  <a:pt x="79723" y="44927"/>
                  <a:pt x="78937" y="45708"/>
                </a:cubicBezTo>
                <a:cubicBezTo>
                  <a:pt x="78151" y="46488"/>
                  <a:pt x="77712" y="47547"/>
                  <a:pt x="77712" y="48651"/>
                </a:cubicBezTo>
                <a:cubicBezTo>
                  <a:pt x="77712" y="49756"/>
                  <a:pt x="78151" y="50813"/>
                  <a:pt x="78937" y="51594"/>
                </a:cubicBezTo>
                <a:cubicBezTo>
                  <a:pt x="79723" y="52376"/>
                  <a:pt x="80775" y="52814"/>
                  <a:pt x="81881" y="52814"/>
                </a:cubicBezTo>
                <a:cubicBezTo>
                  <a:pt x="82987" y="52814"/>
                  <a:pt x="84040" y="52376"/>
                  <a:pt x="84826" y="51594"/>
                </a:cubicBezTo>
                <a:cubicBezTo>
                  <a:pt x="85598" y="50813"/>
                  <a:pt x="86038" y="49756"/>
                  <a:pt x="86038" y="48651"/>
                </a:cubicBezTo>
                <a:cubicBezTo>
                  <a:pt x="86038" y="47547"/>
                  <a:pt x="85598" y="46488"/>
                  <a:pt x="84826" y="45708"/>
                </a:cubicBezTo>
                <a:cubicBezTo>
                  <a:pt x="84040" y="44927"/>
                  <a:pt x="82987" y="44489"/>
                  <a:pt x="81881" y="44489"/>
                </a:cubicBezTo>
                <a:close/>
                <a:moveTo>
                  <a:pt x="62457" y="52814"/>
                </a:moveTo>
                <a:cubicBezTo>
                  <a:pt x="61351" y="52814"/>
                  <a:pt x="60285" y="53252"/>
                  <a:pt x="59512" y="54033"/>
                </a:cubicBezTo>
                <a:cubicBezTo>
                  <a:pt x="58727" y="54814"/>
                  <a:pt x="58287" y="55873"/>
                  <a:pt x="58287" y="56977"/>
                </a:cubicBezTo>
                <a:cubicBezTo>
                  <a:pt x="58287" y="58082"/>
                  <a:pt x="58727" y="59139"/>
                  <a:pt x="59512" y="59920"/>
                </a:cubicBezTo>
                <a:cubicBezTo>
                  <a:pt x="60285" y="60702"/>
                  <a:pt x="61351" y="61140"/>
                  <a:pt x="62457" y="61140"/>
                </a:cubicBezTo>
                <a:cubicBezTo>
                  <a:pt x="63549" y="61140"/>
                  <a:pt x="64615" y="60702"/>
                  <a:pt x="65401" y="59920"/>
                </a:cubicBezTo>
                <a:cubicBezTo>
                  <a:pt x="66174" y="59139"/>
                  <a:pt x="66613" y="58082"/>
                  <a:pt x="66613" y="56977"/>
                </a:cubicBezTo>
                <a:cubicBezTo>
                  <a:pt x="66613" y="55873"/>
                  <a:pt x="66174" y="54814"/>
                  <a:pt x="65401" y="54033"/>
                </a:cubicBezTo>
                <a:cubicBezTo>
                  <a:pt x="64615" y="53252"/>
                  <a:pt x="63549" y="52814"/>
                  <a:pt x="62457" y="52814"/>
                </a:cubicBezTo>
                <a:close/>
                <a:moveTo>
                  <a:pt x="43019" y="55589"/>
                </a:moveTo>
                <a:cubicBezTo>
                  <a:pt x="41913" y="55589"/>
                  <a:pt x="40860" y="56028"/>
                  <a:pt x="40075" y="56808"/>
                </a:cubicBezTo>
                <a:cubicBezTo>
                  <a:pt x="39302" y="57588"/>
                  <a:pt x="38862" y="58648"/>
                  <a:pt x="38862" y="59752"/>
                </a:cubicBezTo>
                <a:cubicBezTo>
                  <a:pt x="38862" y="60856"/>
                  <a:pt x="39302" y="61915"/>
                  <a:pt x="40075" y="62695"/>
                </a:cubicBezTo>
                <a:cubicBezTo>
                  <a:pt x="40860" y="63476"/>
                  <a:pt x="41913" y="63915"/>
                  <a:pt x="43019" y="63915"/>
                </a:cubicBezTo>
                <a:cubicBezTo>
                  <a:pt x="44125" y="63915"/>
                  <a:pt x="45191" y="63476"/>
                  <a:pt x="45964" y="62695"/>
                </a:cubicBezTo>
                <a:cubicBezTo>
                  <a:pt x="46749" y="61915"/>
                  <a:pt x="47189" y="60856"/>
                  <a:pt x="47189" y="59752"/>
                </a:cubicBezTo>
                <a:cubicBezTo>
                  <a:pt x="47189" y="58648"/>
                  <a:pt x="46749" y="57588"/>
                  <a:pt x="45964" y="56808"/>
                </a:cubicBezTo>
                <a:cubicBezTo>
                  <a:pt x="45191" y="56028"/>
                  <a:pt x="44125" y="55589"/>
                  <a:pt x="43019" y="55589"/>
                </a:cubicBezTo>
                <a:close/>
                <a:moveTo>
                  <a:pt x="23595" y="63915"/>
                </a:moveTo>
                <a:cubicBezTo>
                  <a:pt x="22489" y="63915"/>
                  <a:pt x="21436" y="64352"/>
                  <a:pt x="20650" y="65133"/>
                </a:cubicBezTo>
                <a:cubicBezTo>
                  <a:pt x="19864" y="65914"/>
                  <a:pt x="19425" y="66973"/>
                  <a:pt x="19425" y="68077"/>
                </a:cubicBezTo>
                <a:cubicBezTo>
                  <a:pt x="19425" y="69182"/>
                  <a:pt x="19864" y="70240"/>
                  <a:pt x="20650" y="71021"/>
                </a:cubicBezTo>
                <a:cubicBezTo>
                  <a:pt x="21436" y="71802"/>
                  <a:pt x="22489" y="72240"/>
                  <a:pt x="23595" y="72240"/>
                </a:cubicBezTo>
                <a:cubicBezTo>
                  <a:pt x="24700" y="72240"/>
                  <a:pt x="25753" y="71802"/>
                  <a:pt x="26539" y="71021"/>
                </a:cubicBezTo>
                <a:cubicBezTo>
                  <a:pt x="27312" y="70240"/>
                  <a:pt x="27751" y="69182"/>
                  <a:pt x="27751" y="68077"/>
                </a:cubicBezTo>
                <a:cubicBezTo>
                  <a:pt x="27751" y="66973"/>
                  <a:pt x="27312" y="65914"/>
                  <a:pt x="26539" y="65133"/>
                </a:cubicBezTo>
                <a:cubicBezTo>
                  <a:pt x="25753" y="64352"/>
                  <a:pt x="24700" y="63915"/>
                  <a:pt x="23595" y="63915"/>
                </a:cubicBezTo>
                <a:close/>
                <a:moveTo>
                  <a:pt x="43019" y="72240"/>
                </a:moveTo>
                <a:cubicBezTo>
                  <a:pt x="41913" y="72240"/>
                  <a:pt x="40860" y="72678"/>
                  <a:pt x="40075" y="73459"/>
                </a:cubicBezTo>
                <a:cubicBezTo>
                  <a:pt x="39302" y="74239"/>
                  <a:pt x="38862" y="75299"/>
                  <a:pt x="38862" y="76403"/>
                </a:cubicBezTo>
                <a:cubicBezTo>
                  <a:pt x="38862" y="77507"/>
                  <a:pt x="39302" y="78566"/>
                  <a:pt x="40075" y="79347"/>
                </a:cubicBezTo>
                <a:cubicBezTo>
                  <a:pt x="40860" y="80127"/>
                  <a:pt x="41913" y="80566"/>
                  <a:pt x="43019" y="80566"/>
                </a:cubicBezTo>
                <a:cubicBezTo>
                  <a:pt x="44125" y="80566"/>
                  <a:pt x="45191" y="80127"/>
                  <a:pt x="45964" y="79347"/>
                </a:cubicBezTo>
                <a:cubicBezTo>
                  <a:pt x="46749" y="78566"/>
                  <a:pt x="47189" y="77507"/>
                  <a:pt x="47189" y="76403"/>
                </a:cubicBezTo>
                <a:cubicBezTo>
                  <a:pt x="47189" y="75299"/>
                  <a:pt x="46749" y="74239"/>
                  <a:pt x="45964" y="73459"/>
                </a:cubicBezTo>
                <a:cubicBezTo>
                  <a:pt x="45191" y="72678"/>
                  <a:pt x="44125" y="72240"/>
                  <a:pt x="43019" y="7224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1" name="Чёрный — SVG 52">
            <a:extLst>
              <a:ext uri="{FF2B5EF4-FFF2-40B4-BE49-F238E27FC236}">
                <a16:creationId xmlns:a16="http://schemas.microsoft.com/office/drawing/2014/main" id="{2351E3EE-DCE0-2046-9C86-935F20165462}"/>
              </a:ext>
            </a:extLst>
          </p:cNvPr>
          <p:cNvSpPr>
            <a:spLocks noGrp="1"/>
          </p:cNvSpPr>
          <p:nvPr/>
        </p:nvSpPr>
        <p:spPr>
          <a:xfrm>
            <a:off x="9420000" y="3470000"/>
            <a:ext cx="220000" cy="220000"/>
          </a:xfrm>
          <a:custGeom>
            <a:avLst/>
            <a:gdLst>
              <a:gd name="csX0" fmla="*/ 51397 w 127703"/>
              <a:gd name="csY0" fmla="*/ 0 h 127685"/>
              <a:gd name="csX1" fmla="*/ 0 w 127703"/>
              <a:gd name="csY1" fmla="*/ 51387 h 127685"/>
              <a:gd name="csX2" fmla="*/ 51397 w 127703"/>
              <a:gd name="csY2" fmla="*/ 102776 h 127685"/>
              <a:gd name="csX3" fmla="*/ 82311 w 127703"/>
              <a:gd name="csY3" fmla="*/ 92323 h 127685"/>
              <a:gd name="csX4" fmla="*/ 115504 w 127703"/>
              <a:gd name="csY4" fmla="*/ 125506 h 127685"/>
              <a:gd name="csX5" fmla="*/ 117801 w 127703"/>
              <a:gd name="csY5" fmla="*/ 127104 h 127685"/>
              <a:gd name="csX6" fmla="*/ 120540 w 127703"/>
              <a:gd name="csY6" fmla="*/ 127685 h 127685"/>
              <a:gd name="csX7" fmla="*/ 123296 w 127703"/>
              <a:gd name="csY7" fmla="*/ 127160 h 127685"/>
              <a:gd name="csX8" fmla="*/ 125627 w 127703"/>
              <a:gd name="csY8" fmla="*/ 125610 h 127685"/>
              <a:gd name="csX9" fmla="*/ 127175 w 127703"/>
              <a:gd name="csY9" fmla="*/ 123276 h 127685"/>
              <a:gd name="csX10" fmla="*/ 127703 w 127703"/>
              <a:gd name="csY10" fmla="*/ 120525 h 127685"/>
              <a:gd name="csX11" fmla="*/ 127124 w 127703"/>
              <a:gd name="csY11" fmla="*/ 117785 h 127685"/>
              <a:gd name="csX12" fmla="*/ 125525 w 127703"/>
              <a:gd name="csY12" fmla="*/ 115483 h 127685"/>
              <a:gd name="csX13" fmla="*/ 92332 w 127703"/>
              <a:gd name="csY13" fmla="*/ 82293 h 127685"/>
              <a:gd name="csX14" fmla="*/ 102795 w 127703"/>
              <a:gd name="csY14" fmla="*/ 51387 h 127685"/>
              <a:gd name="csX15" fmla="*/ 51397 w 127703"/>
              <a:gd name="csY15" fmla="*/ 0 h 127685"/>
              <a:gd name="csX16" fmla="*/ 51397 w 127703"/>
              <a:gd name="csY16" fmla="*/ 14175 h 127685"/>
              <a:gd name="csX17" fmla="*/ 88606 w 127703"/>
              <a:gd name="csY17" fmla="*/ 51387 h 127685"/>
              <a:gd name="csX18" fmla="*/ 78500 w 127703"/>
              <a:gd name="csY18" fmla="*/ 76895 h 127685"/>
              <a:gd name="csX19" fmla="*/ 76918 w 127703"/>
              <a:gd name="csY19" fmla="*/ 78479 h 127685"/>
              <a:gd name="csX20" fmla="*/ 51397 w 127703"/>
              <a:gd name="csY20" fmla="*/ 88599 h 127685"/>
              <a:gd name="csX21" fmla="*/ 14172 w 127703"/>
              <a:gd name="csY21" fmla="*/ 51387 h 127685"/>
              <a:gd name="csX22" fmla="*/ 51397 w 127703"/>
              <a:gd name="csY22" fmla="*/ 14175 h 127685"/>
            </a:gdLst>
            <a:ahLst/>
            <a:cxnLst/>
            <a:rect l="l" t="t" r="r" b="b"/>
            <a:pathLst>
              <a:path w="100000" h="100000">
                <a:moveTo>
                  <a:pt x="40247" y="7"/>
                </a:moveTo>
                <a:cubicBezTo>
                  <a:pt x="18079" y="7"/>
                  <a:pt x="0" y="18089"/>
                  <a:pt x="0" y="40247"/>
                </a:cubicBezTo>
                <a:cubicBezTo>
                  <a:pt x="0" y="62406"/>
                  <a:pt x="18079" y="80488"/>
                  <a:pt x="40247" y="80488"/>
                </a:cubicBezTo>
                <a:cubicBezTo>
                  <a:pt x="49334" y="80488"/>
                  <a:pt x="57700" y="77415"/>
                  <a:pt x="64455" y="72302"/>
                </a:cubicBezTo>
                <a:lnTo>
                  <a:pt x="90447" y="98287"/>
                </a:lnTo>
                <a:cubicBezTo>
                  <a:pt x="90954" y="98820"/>
                  <a:pt x="91566" y="99244"/>
                  <a:pt x="92246" y="99538"/>
                </a:cubicBezTo>
                <a:cubicBezTo>
                  <a:pt x="92926" y="99831"/>
                  <a:pt x="93658" y="99987"/>
                  <a:pt x="94391" y="99993"/>
                </a:cubicBezTo>
                <a:cubicBezTo>
                  <a:pt x="95137" y="100002"/>
                  <a:pt x="95869" y="99861"/>
                  <a:pt x="96549" y="99582"/>
                </a:cubicBezTo>
                <a:cubicBezTo>
                  <a:pt x="97229" y="99303"/>
                  <a:pt x="97854" y="98890"/>
                  <a:pt x="98374" y="98368"/>
                </a:cubicBezTo>
                <a:cubicBezTo>
                  <a:pt x="98894" y="97846"/>
                  <a:pt x="99307" y="97225"/>
                  <a:pt x="99587" y="96540"/>
                </a:cubicBezTo>
                <a:cubicBezTo>
                  <a:pt x="99866" y="95857"/>
                  <a:pt x="100013" y="95125"/>
                  <a:pt x="100000" y="94386"/>
                </a:cubicBezTo>
                <a:cubicBezTo>
                  <a:pt x="99987" y="93649"/>
                  <a:pt x="99839" y="92919"/>
                  <a:pt x="99547" y="92241"/>
                </a:cubicBezTo>
                <a:cubicBezTo>
                  <a:pt x="99254" y="91562"/>
                  <a:pt x="98827" y="90950"/>
                  <a:pt x="98294" y="90438"/>
                </a:cubicBezTo>
                <a:lnTo>
                  <a:pt x="72302" y="64448"/>
                </a:lnTo>
                <a:cubicBezTo>
                  <a:pt x="77418" y="57700"/>
                  <a:pt x="80495" y="49330"/>
                  <a:pt x="80495" y="40247"/>
                </a:cubicBezTo>
                <a:cubicBezTo>
                  <a:pt x="80495" y="18089"/>
                  <a:pt x="62403" y="7"/>
                  <a:pt x="40247" y="7"/>
                </a:cubicBezTo>
                <a:close/>
                <a:moveTo>
                  <a:pt x="40247" y="11107"/>
                </a:moveTo>
                <a:cubicBezTo>
                  <a:pt x="56408" y="11107"/>
                  <a:pt x="69384" y="24089"/>
                  <a:pt x="69384" y="40247"/>
                </a:cubicBezTo>
                <a:cubicBezTo>
                  <a:pt x="69384" y="48006"/>
                  <a:pt x="66374" y="55013"/>
                  <a:pt x="61471" y="60221"/>
                </a:cubicBezTo>
                <a:cubicBezTo>
                  <a:pt x="60991" y="60566"/>
                  <a:pt x="60578" y="60984"/>
                  <a:pt x="60232" y="61461"/>
                </a:cubicBezTo>
                <a:cubicBezTo>
                  <a:pt x="55022" y="66369"/>
                  <a:pt x="48015" y="69386"/>
                  <a:pt x="40247" y="69386"/>
                </a:cubicBezTo>
                <a:cubicBezTo>
                  <a:pt x="24087" y="69386"/>
                  <a:pt x="11098" y="56406"/>
                  <a:pt x="11098" y="40247"/>
                </a:cubicBezTo>
                <a:cubicBezTo>
                  <a:pt x="11098" y="24089"/>
                  <a:pt x="24087" y="11107"/>
                  <a:pt x="40247" y="1110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2" name="Чёрный — SVG 53">
            <a:extLst>
              <a:ext uri="{FF2B5EF4-FFF2-40B4-BE49-F238E27FC236}">
                <a16:creationId xmlns:a16="http://schemas.microsoft.com/office/drawing/2014/main" id="{D1C890B3-3DED-7440-87BE-3B8BE302C769}"/>
              </a:ext>
            </a:extLst>
          </p:cNvPr>
          <p:cNvSpPr>
            <a:spLocks noGrp="1"/>
          </p:cNvSpPr>
          <p:nvPr/>
        </p:nvSpPr>
        <p:spPr>
          <a:xfrm>
            <a:off x="10020000" y="3470000"/>
            <a:ext cx="220000" cy="220000"/>
          </a:xfrm>
          <a:custGeom>
            <a:avLst/>
            <a:gdLst>
              <a:gd name="csX0" fmla="*/ 15950 w 148864"/>
              <a:gd name="csY0" fmla="*/ 0 h 134671"/>
              <a:gd name="csX1" fmla="*/ 0 w 148864"/>
              <a:gd name="csY1" fmla="*/ 15948 h 134671"/>
              <a:gd name="csX2" fmla="*/ 0 w 148864"/>
              <a:gd name="csY2" fmla="*/ 97460 h 134671"/>
              <a:gd name="csX3" fmla="*/ 15950 w 148864"/>
              <a:gd name="csY3" fmla="*/ 113407 h 134671"/>
              <a:gd name="csX4" fmla="*/ 78047 w 148864"/>
              <a:gd name="csY4" fmla="*/ 113407 h 134671"/>
              <a:gd name="csX5" fmla="*/ 70890 w 148864"/>
              <a:gd name="csY5" fmla="*/ 92144 h 134671"/>
              <a:gd name="csX6" fmla="*/ 106334 w 148864"/>
              <a:gd name="csY6" fmla="*/ 56704 h 134671"/>
              <a:gd name="csX7" fmla="*/ 141778 w 148864"/>
              <a:gd name="csY7" fmla="*/ 92144 h 134671"/>
              <a:gd name="csX8" fmla="*/ 141778 w 148864"/>
              <a:gd name="csY8" fmla="*/ 33668 h 134671"/>
              <a:gd name="csX9" fmla="*/ 125828 w 148864"/>
              <a:gd name="csY9" fmla="*/ 17720 h 134671"/>
              <a:gd name="csX10" fmla="*/ 71041 w 148864"/>
              <a:gd name="csY10" fmla="*/ 17720 h 134671"/>
              <a:gd name="csX11" fmla="*/ 55195 w 148864"/>
              <a:gd name="csY11" fmla="*/ 4513 h 134671"/>
              <a:gd name="csX12" fmla="*/ 42721 w 148864"/>
              <a:gd name="csY12" fmla="*/ 0 h 134671"/>
              <a:gd name="csX13" fmla="*/ 15950 w 148864"/>
              <a:gd name="csY13" fmla="*/ 0 h 134671"/>
              <a:gd name="csX14" fmla="*/ 106334 w 148864"/>
              <a:gd name="csY14" fmla="*/ 63792 h 134671"/>
              <a:gd name="csX15" fmla="*/ 77978 w 148864"/>
              <a:gd name="csY15" fmla="*/ 92144 h 134671"/>
              <a:gd name="csX16" fmla="*/ 106334 w 148864"/>
              <a:gd name="csY16" fmla="*/ 120495 h 134671"/>
              <a:gd name="csX17" fmla="*/ 122257 w 148864"/>
              <a:gd name="csY17" fmla="*/ 115581 h 134671"/>
              <a:gd name="csX18" fmla="*/ 139792 w 148864"/>
              <a:gd name="csY18" fmla="*/ 133114 h 134671"/>
              <a:gd name="csX19" fmla="*/ 143551 w 148864"/>
              <a:gd name="csY19" fmla="*/ 134671 h 134671"/>
              <a:gd name="csX20" fmla="*/ 147309 w 148864"/>
              <a:gd name="csY20" fmla="*/ 133114 h 134671"/>
              <a:gd name="csX21" fmla="*/ 147309 w 148864"/>
              <a:gd name="csY21" fmla="*/ 125597 h 134671"/>
              <a:gd name="csX22" fmla="*/ 129782 w 148864"/>
              <a:gd name="csY22" fmla="*/ 108064 h 134671"/>
              <a:gd name="csX23" fmla="*/ 134690 w 148864"/>
              <a:gd name="csY23" fmla="*/ 92144 h 134671"/>
              <a:gd name="csX24" fmla="*/ 106334 w 148864"/>
              <a:gd name="csY24" fmla="*/ 63792 h 134671"/>
              <a:gd name="csX25" fmla="*/ 106334 w 148864"/>
              <a:gd name="csY25" fmla="*/ 74424 h 134671"/>
              <a:gd name="csX26" fmla="*/ 124057 w 148864"/>
              <a:gd name="csY26" fmla="*/ 92144 h 134671"/>
              <a:gd name="csX27" fmla="*/ 106334 w 148864"/>
              <a:gd name="csY27" fmla="*/ 109863 h 134671"/>
              <a:gd name="csX28" fmla="*/ 88611 w 148864"/>
              <a:gd name="csY28" fmla="*/ 92144 h 134671"/>
              <a:gd name="csX29" fmla="*/ 106334 w 148864"/>
              <a:gd name="csY29" fmla="*/ 74424 h 134671"/>
            </a:gdLst>
            <a:ahLst/>
            <a:cxnLst/>
            <a:rect l="l" t="t" r="r" b="b"/>
            <a:pathLst>
              <a:path w="100000" h="100000">
                <a:moveTo>
                  <a:pt x="10714" y="4767"/>
                </a:moveTo>
                <a:cubicBezTo>
                  <a:pt x="4807" y="4767"/>
                  <a:pt x="0" y="9574"/>
                  <a:pt x="0" y="15480"/>
                </a:cubicBezTo>
                <a:lnTo>
                  <a:pt x="0" y="70236"/>
                </a:lnTo>
                <a:cubicBezTo>
                  <a:pt x="0" y="76142"/>
                  <a:pt x="4807" y="80949"/>
                  <a:pt x="10714" y="80949"/>
                </a:cubicBezTo>
                <a:lnTo>
                  <a:pt x="52428" y="80949"/>
                </a:lnTo>
                <a:cubicBezTo>
                  <a:pt x="49426" y="76964"/>
                  <a:pt x="47621" y="72028"/>
                  <a:pt x="47621" y="66665"/>
                </a:cubicBezTo>
                <a:cubicBezTo>
                  <a:pt x="47621" y="53538"/>
                  <a:pt x="58301" y="42858"/>
                  <a:pt x="71430" y="42858"/>
                </a:cubicBezTo>
                <a:cubicBezTo>
                  <a:pt x="84558" y="42858"/>
                  <a:pt x="95240" y="53538"/>
                  <a:pt x="95240" y="66665"/>
                </a:cubicBezTo>
                <a:lnTo>
                  <a:pt x="95240" y="27384"/>
                </a:lnTo>
                <a:cubicBezTo>
                  <a:pt x="95240" y="21477"/>
                  <a:pt x="90433" y="16671"/>
                  <a:pt x="84525" y="16671"/>
                </a:cubicBezTo>
                <a:lnTo>
                  <a:pt x="47722" y="16671"/>
                </a:lnTo>
                <a:lnTo>
                  <a:pt x="37077" y="7799"/>
                </a:lnTo>
                <a:cubicBezTo>
                  <a:pt x="34730" y="5842"/>
                  <a:pt x="31752" y="4767"/>
                  <a:pt x="28698" y="4767"/>
                </a:cubicBezTo>
                <a:lnTo>
                  <a:pt x="10714" y="4767"/>
                </a:lnTo>
                <a:close/>
                <a:moveTo>
                  <a:pt x="71430" y="47620"/>
                </a:moveTo>
                <a:cubicBezTo>
                  <a:pt x="60927" y="47620"/>
                  <a:pt x="52382" y="56164"/>
                  <a:pt x="52382" y="66665"/>
                </a:cubicBezTo>
                <a:cubicBezTo>
                  <a:pt x="52382" y="77166"/>
                  <a:pt x="60927" y="85710"/>
                  <a:pt x="71430" y="85710"/>
                </a:cubicBezTo>
                <a:cubicBezTo>
                  <a:pt x="75395" y="85710"/>
                  <a:pt x="79074" y="84490"/>
                  <a:pt x="82127" y="82409"/>
                </a:cubicBezTo>
                <a:lnTo>
                  <a:pt x="93906" y="94187"/>
                </a:lnTo>
                <a:cubicBezTo>
                  <a:pt x="94603" y="94887"/>
                  <a:pt x="95517" y="95233"/>
                  <a:pt x="96431" y="95233"/>
                </a:cubicBezTo>
                <a:cubicBezTo>
                  <a:pt x="97345" y="95233"/>
                  <a:pt x="98258" y="94884"/>
                  <a:pt x="98955" y="94187"/>
                </a:cubicBezTo>
                <a:cubicBezTo>
                  <a:pt x="100349" y="92792"/>
                  <a:pt x="100349" y="90532"/>
                  <a:pt x="98955" y="89137"/>
                </a:cubicBezTo>
                <a:lnTo>
                  <a:pt x="87182" y="77360"/>
                </a:lnTo>
                <a:cubicBezTo>
                  <a:pt x="89259" y="74307"/>
                  <a:pt x="90479" y="70629"/>
                  <a:pt x="90479" y="66665"/>
                </a:cubicBezTo>
                <a:cubicBezTo>
                  <a:pt x="90479" y="56164"/>
                  <a:pt x="81933" y="47620"/>
                  <a:pt x="71430" y="47620"/>
                </a:cubicBezTo>
                <a:close/>
                <a:moveTo>
                  <a:pt x="71430" y="54762"/>
                </a:moveTo>
                <a:cubicBezTo>
                  <a:pt x="77995" y="54762"/>
                  <a:pt x="83336" y="60102"/>
                  <a:pt x="83336" y="66665"/>
                </a:cubicBezTo>
                <a:cubicBezTo>
                  <a:pt x="83336" y="73228"/>
                  <a:pt x="77995" y="78568"/>
                  <a:pt x="71430" y="78568"/>
                </a:cubicBezTo>
                <a:cubicBezTo>
                  <a:pt x="64865" y="78568"/>
                  <a:pt x="59525" y="73228"/>
                  <a:pt x="59525" y="66665"/>
                </a:cubicBezTo>
                <a:cubicBezTo>
                  <a:pt x="59525" y="60102"/>
                  <a:pt x="64865" y="54762"/>
                  <a:pt x="71430" y="5476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3" name="Чёрный — SVG 54">
            <a:extLst>
              <a:ext uri="{FF2B5EF4-FFF2-40B4-BE49-F238E27FC236}">
                <a16:creationId xmlns:a16="http://schemas.microsoft.com/office/drawing/2014/main" id="{E88872EC-49BD-404D-9C3A-6199FD552D57}"/>
              </a:ext>
            </a:extLst>
          </p:cNvPr>
          <p:cNvSpPr>
            <a:spLocks noGrp="1"/>
          </p:cNvSpPr>
          <p:nvPr/>
        </p:nvSpPr>
        <p:spPr>
          <a:xfrm>
            <a:off x="10620000" y="3470000"/>
            <a:ext cx="220000" cy="220000"/>
          </a:xfrm>
          <a:custGeom>
            <a:avLst/>
            <a:gdLst>
              <a:gd name="csX0" fmla="*/ 106802 w 144404"/>
              <a:gd name="csY0" fmla="*/ 0 h 141751"/>
              <a:gd name="csX1" fmla="*/ 97684 w 144404"/>
              <a:gd name="csY1" fmla="*/ 1107 h 141751"/>
              <a:gd name="csX2" fmla="*/ 93628 w 144404"/>
              <a:gd name="csY2" fmla="*/ 5765 h 141751"/>
              <a:gd name="csX3" fmla="*/ 93482 w 144404"/>
              <a:gd name="csY3" fmla="*/ 7260 h 141751"/>
              <a:gd name="csX4" fmla="*/ 90852 w 144404"/>
              <a:gd name="csY4" fmla="*/ 11352 h 141751"/>
              <a:gd name="csX5" fmla="*/ 85999 w 144404"/>
              <a:gd name="csY5" fmla="*/ 11588 h 141751"/>
              <a:gd name="csX6" fmla="*/ 84621 w 144404"/>
              <a:gd name="csY6" fmla="*/ 10964 h 141751"/>
              <a:gd name="csX7" fmla="*/ 78565 w 144404"/>
              <a:gd name="csY7" fmla="*/ 12141 h 141751"/>
              <a:gd name="csX8" fmla="*/ 69420 w 144404"/>
              <a:gd name="csY8" fmla="*/ 27929 h 141751"/>
              <a:gd name="csX9" fmla="*/ 71434 w 144404"/>
              <a:gd name="csY9" fmla="*/ 33759 h 141751"/>
              <a:gd name="csX10" fmla="*/ 72673 w 144404"/>
              <a:gd name="csY10" fmla="*/ 34643 h 141751"/>
              <a:gd name="csX11" fmla="*/ 74902 w 144404"/>
              <a:gd name="csY11" fmla="*/ 38978 h 141751"/>
              <a:gd name="csX12" fmla="*/ 72680 w 144404"/>
              <a:gd name="csY12" fmla="*/ 43303 h 141751"/>
              <a:gd name="csX13" fmla="*/ 71434 w 144404"/>
              <a:gd name="csY13" fmla="*/ 44197 h 141751"/>
              <a:gd name="csX14" fmla="*/ 71143 w 144404"/>
              <a:gd name="csY14" fmla="*/ 44479 h 141751"/>
              <a:gd name="csX15" fmla="*/ 71399 w 144404"/>
              <a:gd name="csY15" fmla="*/ 46161 h 141751"/>
              <a:gd name="csX16" fmla="*/ 73122 w 144404"/>
              <a:gd name="csY16" fmla="*/ 48694 h 141751"/>
              <a:gd name="csX17" fmla="*/ 74895 w 144404"/>
              <a:gd name="csY17" fmla="*/ 49179 h 141751"/>
              <a:gd name="csX18" fmla="*/ 76190 w 144404"/>
              <a:gd name="csY18" fmla="*/ 48924 h 141751"/>
              <a:gd name="csX19" fmla="*/ 82289 w 144404"/>
              <a:gd name="csY19" fmla="*/ 46542 h 141751"/>
              <a:gd name="csX20" fmla="*/ 86789 w 144404"/>
              <a:gd name="csY20" fmla="*/ 45699 h 141751"/>
              <a:gd name="csX21" fmla="*/ 96328 w 144404"/>
              <a:gd name="csY21" fmla="*/ 50169 h 141751"/>
              <a:gd name="csX22" fmla="*/ 106490 w 144404"/>
              <a:gd name="csY22" fmla="*/ 67737 h 141751"/>
              <a:gd name="csX23" fmla="*/ 105764 w 144404"/>
              <a:gd name="csY23" fmla="*/ 77899 h 141751"/>
              <a:gd name="csX24" fmla="*/ 106802 w 144404"/>
              <a:gd name="csY24" fmla="*/ 77960 h 141751"/>
              <a:gd name="csX25" fmla="*/ 115926 w 144404"/>
              <a:gd name="csY25" fmla="*/ 76846 h 141751"/>
              <a:gd name="csX26" fmla="*/ 119975 w 144404"/>
              <a:gd name="csY26" fmla="*/ 72195 h 141751"/>
              <a:gd name="csX27" fmla="*/ 120122 w 144404"/>
              <a:gd name="csY27" fmla="*/ 70693 h 141751"/>
              <a:gd name="csX28" fmla="*/ 122752 w 144404"/>
              <a:gd name="csY28" fmla="*/ 66602 h 141751"/>
              <a:gd name="csX29" fmla="*/ 127606 w 144404"/>
              <a:gd name="csY29" fmla="*/ 66367 h 141751"/>
              <a:gd name="csX30" fmla="*/ 128982 w 144404"/>
              <a:gd name="csY30" fmla="*/ 66997 h 141751"/>
              <a:gd name="csX31" fmla="*/ 135041 w 144404"/>
              <a:gd name="csY31" fmla="*/ 65819 h 141751"/>
              <a:gd name="csX32" fmla="*/ 144185 w 144404"/>
              <a:gd name="csY32" fmla="*/ 50031 h 141751"/>
              <a:gd name="csX33" fmla="*/ 142171 w 144404"/>
              <a:gd name="csY33" fmla="*/ 44197 h 141751"/>
              <a:gd name="csX34" fmla="*/ 140931 w 144404"/>
              <a:gd name="csY34" fmla="*/ 43310 h 141751"/>
              <a:gd name="csX35" fmla="*/ 138702 w 144404"/>
              <a:gd name="csY35" fmla="*/ 38978 h 141751"/>
              <a:gd name="csX36" fmla="*/ 140924 w 144404"/>
              <a:gd name="csY36" fmla="*/ 34650 h 141751"/>
              <a:gd name="csX37" fmla="*/ 142171 w 144404"/>
              <a:gd name="csY37" fmla="*/ 33759 h 141751"/>
              <a:gd name="csX38" fmla="*/ 144185 w 144404"/>
              <a:gd name="csY38" fmla="*/ 27929 h 141751"/>
              <a:gd name="csX39" fmla="*/ 135041 w 144404"/>
              <a:gd name="csY39" fmla="*/ 12141 h 141751"/>
              <a:gd name="csX40" fmla="*/ 128982 w 144404"/>
              <a:gd name="csY40" fmla="*/ 10964 h 141751"/>
              <a:gd name="csX41" fmla="*/ 127613 w 144404"/>
              <a:gd name="csY41" fmla="*/ 11588 h 141751"/>
              <a:gd name="csX42" fmla="*/ 122752 w 144404"/>
              <a:gd name="csY42" fmla="*/ 11352 h 141751"/>
              <a:gd name="csX43" fmla="*/ 120122 w 144404"/>
              <a:gd name="csY43" fmla="*/ 7267 h 141751"/>
              <a:gd name="csX44" fmla="*/ 119975 w 144404"/>
              <a:gd name="csY44" fmla="*/ 5765 h 141751"/>
              <a:gd name="csX45" fmla="*/ 115919 w 144404"/>
              <a:gd name="csY45" fmla="*/ 1107 h 141751"/>
              <a:gd name="csX46" fmla="*/ 106802 w 144404"/>
              <a:gd name="csY46" fmla="*/ 0 h 141751"/>
              <a:gd name="csX47" fmla="*/ 106802 w 144404"/>
              <a:gd name="csY47" fmla="*/ 28346 h 141751"/>
              <a:gd name="csX48" fmla="*/ 117435 w 144404"/>
              <a:gd name="csY48" fmla="*/ 38978 h 141751"/>
              <a:gd name="csX49" fmla="*/ 106802 w 144404"/>
              <a:gd name="csY49" fmla="*/ 49609 h 141751"/>
              <a:gd name="csX50" fmla="*/ 96168 w 144404"/>
              <a:gd name="csY50" fmla="*/ 38978 h 141751"/>
              <a:gd name="csX51" fmla="*/ 106802 w 144404"/>
              <a:gd name="csY51" fmla="*/ 28346 h 141751"/>
              <a:gd name="csX52" fmla="*/ 49744 w 144404"/>
              <a:gd name="csY52" fmla="*/ 35419 h 141751"/>
              <a:gd name="csX53" fmla="*/ 41118 w 144404"/>
              <a:gd name="csY53" fmla="*/ 36256 h 141751"/>
              <a:gd name="csX54" fmla="*/ 36785 w 144404"/>
              <a:gd name="csY54" fmla="*/ 40687 h 141751"/>
              <a:gd name="csX55" fmla="*/ 35788 w 144404"/>
              <a:gd name="csY55" fmla="*/ 47228 h 141751"/>
              <a:gd name="csX56" fmla="*/ 30595 w 144404"/>
              <a:gd name="csY56" fmla="*/ 54835 h 141751"/>
              <a:gd name="csX57" fmla="*/ 21410 w 144404"/>
              <a:gd name="csY57" fmla="*/ 55534 h 141751"/>
              <a:gd name="csX58" fmla="*/ 15304 w 144404"/>
              <a:gd name="csY58" fmla="*/ 53146 h 141751"/>
              <a:gd name="csX59" fmla="*/ 9281 w 144404"/>
              <a:gd name="csY59" fmla="*/ 54696 h 141751"/>
              <a:gd name="csX60" fmla="*/ 330 w 144404"/>
              <a:gd name="csY60" fmla="*/ 70208 h 141751"/>
              <a:gd name="csX61" fmla="*/ 1997 w 144404"/>
              <a:gd name="csY61" fmla="*/ 76203 h 141751"/>
              <a:gd name="csX62" fmla="*/ 7113 w 144404"/>
              <a:gd name="csY62" fmla="*/ 80294 h 141751"/>
              <a:gd name="csX63" fmla="*/ 11101 w 144404"/>
              <a:gd name="csY63" fmla="*/ 88592 h 141751"/>
              <a:gd name="csX64" fmla="*/ 7113 w 144404"/>
              <a:gd name="csY64" fmla="*/ 96892 h 141751"/>
              <a:gd name="csX65" fmla="*/ 1997 w 144404"/>
              <a:gd name="csY65" fmla="*/ 100983 h 141751"/>
              <a:gd name="csX66" fmla="*/ 330 w 144404"/>
              <a:gd name="csY66" fmla="*/ 106978 h 141751"/>
              <a:gd name="csX67" fmla="*/ 9281 w 144404"/>
              <a:gd name="csY67" fmla="*/ 122488 h 141751"/>
              <a:gd name="csX68" fmla="*/ 15304 w 144404"/>
              <a:gd name="csY68" fmla="*/ 124040 h 141751"/>
              <a:gd name="csX69" fmla="*/ 21410 w 144404"/>
              <a:gd name="csY69" fmla="*/ 121652 h 141751"/>
              <a:gd name="csX70" fmla="*/ 30595 w 144404"/>
              <a:gd name="csY70" fmla="*/ 122351 h 141751"/>
              <a:gd name="csX71" fmla="*/ 35795 w 144404"/>
              <a:gd name="csY71" fmla="*/ 129958 h 141751"/>
              <a:gd name="csX72" fmla="*/ 36785 w 144404"/>
              <a:gd name="csY72" fmla="*/ 136499 h 141751"/>
              <a:gd name="csX73" fmla="*/ 41118 w 144404"/>
              <a:gd name="csY73" fmla="*/ 140929 h 141751"/>
              <a:gd name="csX74" fmla="*/ 50091 w 144404"/>
              <a:gd name="csY74" fmla="*/ 141752 h 141751"/>
              <a:gd name="csX75" fmla="*/ 59062 w 144404"/>
              <a:gd name="csY75" fmla="*/ 140935 h 141751"/>
              <a:gd name="csX76" fmla="*/ 63395 w 144404"/>
              <a:gd name="csY76" fmla="*/ 136499 h 141751"/>
              <a:gd name="csX77" fmla="*/ 64386 w 144404"/>
              <a:gd name="csY77" fmla="*/ 129958 h 141751"/>
              <a:gd name="csX78" fmla="*/ 64392 w 144404"/>
              <a:gd name="csY78" fmla="*/ 129958 h 141751"/>
              <a:gd name="csX79" fmla="*/ 69585 w 144404"/>
              <a:gd name="csY79" fmla="*/ 122351 h 141751"/>
              <a:gd name="csX80" fmla="*/ 78772 w 144404"/>
              <a:gd name="csY80" fmla="*/ 121658 h 141751"/>
              <a:gd name="csX81" fmla="*/ 84878 w 144404"/>
              <a:gd name="csY81" fmla="*/ 124047 h 141751"/>
              <a:gd name="csX82" fmla="*/ 90901 w 144404"/>
              <a:gd name="csY82" fmla="*/ 122488 h 141751"/>
              <a:gd name="csX83" fmla="*/ 99852 w 144404"/>
              <a:gd name="csY83" fmla="*/ 106985 h 141751"/>
              <a:gd name="csX84" fmla="*/ 98183 w 144404"/>
              <a:gd name="csY84" fmla="*/ 100983 h 141751"/>
              <a:gd name="csX85" fmla="*/ 93067 w 144404"/>
              <a:gd name="csY85" fmla="*/ 96892 h 141751"/>
              <a:gd name="csX86" fmla="*/ 89079 w 144404"/>
              <a:gd name="csY86" fmla="*/ 88592 h 141751"/>
              <a:gd name="csX87" fmla="*/ 93074 w 144404"/>
              <a:gd name="csY87" fmla="*/ 80286 h 141751"/>
              <a:gd name="csX88" fmla="*/ 98183 w 144404"/>
              <a:gd name="csY88" fmla="*/ 76203 h 141751"/>
              <a:gd name="csX89" fmla="*/ 99845 w 144404"/>
              <a:gd name="csY89" fmla="*/ 70201 h 141751"/>
              <a:gd name="csX90" fmla="*/ 90879 w 144404"/>
              <a:gd name="csY90" fmla="*/ 54703 h 141751"/>
              <a:gd name="csX91" fmla="*/ 84856 w 144404"/>
              <a:gd name="csY91" fmla="*/ 53146 h 141751"/>
              <a:gd name="csX92" fmla="*/ 78772 w 144404"/>
              <a:gd name="csY92" fmla="*/ 55528 h 141751"/>
              <a:gd name="csX93" fmla="*/ 69585 w 144404"/>
              <a:gd name="csY93" fmla="*/ 54835 h 141751"/>
              <a:gd name="csX94" fmla="*/ 64386 w 144404"/>
              <a:gd name="csY94" fmla="*/ 47228 h 141751"/>
              <a:gd name="csX95" fmla="*/ 63395 w 144404"/>
              <a:gd name="csY95" fmla="*/ 40714 h 141751"/>
              <a:gd name="csX96" fmla="*/ 59042 w 144404"/>
              <a:gd name="csY96" fmla="*/ 36278 h 141751"/>
              <a:gd name="csX97" fmla="*/ 49744 w 144404"/>
              <a:gd name="csY97" fmla="*/ 35419 h 141751"/>
              <a:gd name="csX98" fmla="*/ 50091 w 144404"/>
              <a:gd name="csY98" fmla="*/ 70873 h 141751"/>
              <a:gd name="csX99" fmla="*/ 67812 w 144404"/>
              <a:gd name="csY99" fmla="*/ 88592 h 141751"/>
              <a:gd name="csX100" fmla="*/ 50091 w 144404"/>
              <a:gd name="csY100" fmla="*/ 106313 h 141751"/>
              <a:gd name="csX101" fmla="*/ 32368 w 144404"/>
              <a:gd name="csY101" fmla="*/ 88592 h 141751"/>
              <a:gd name="csX102" fmla="*/ 50091 w 144404"/>
              <a:gd name="csY102" fmla="*/ 70873 h 141751"/>
            </a:gdLst>
            <a:ahLst/>
            <a:cxnLst/>
            <a:rect l="l" t="t" r="r" b="b"/>
            <a:pathLst>
              <a:path w="100000" h="100000">
                <a:moveTo>
                  <a:pt x="73961" y="919"/>
                </a:moveTo>
                <a:cubicBezTo>
                  <a:pt x="71866" y="919"/>
                  <a:pt x="69772" y="1173"/>
                  <a:pt x="67646" y="1685"/>
                </a:cubicBezTo>
                <a:cubicBezTo>
                  <a:pt x="66119" y="2051"/>
                  <a:pt x="64990" y="3350"/>
                  <a:pt x="64838" y="4911"/>
                </a:cubicBezTo>
                <a:lnTo>
                  <a:pt x="64736" y="5946"/>
                </a:lnTo>
                <a:cubicBezTo>
                  <a:pt x="64621" y="7127"/>
                  <a:pt x="63944" y="8186"/>
                  <a:pt x="62915" y="8780"/>
                </a:cubicBezTo>
                <a:cubicBezTo>
                  <a:pt x="61886" y="9371"/>
                  <a:pt x="60629" y="9438"/>
                  <a:pt x="59554" y="8943"/>
                </a:cubicBezTo>
                <a:lnTo>
                  <a:pt x="58600" y="8511"/>
                </a:lnTo>
                <a:cubicBezTo>
                  <a:pt x="57180" y="7865"/>
                  <a:pt x="55485" y="8187"/>
                  <a:pt x="54406" y="9326"/>
                </a:cubicBezTo>
                <a:cubicBezTo>
                  <a:pt x="51465" y="12418"/>
                  <a:pt x="49270" y="16201"/>
                  <a:pt x="48073" y="20259"/>
                </a:cubicBezTo>
                <a:cubicBezTo>
                  <a:pt x="47625" y="21765"/>
                  <a:pt x="48189" y="23383"/>
                  <a:pt x="49468" y="24297"/>
                </a:cubicBezTo>
                <a:lnTo>
                  <a:pt x="50326" y="24909"/>
                </a:lnTo>
                <a:cubicBezTo>
                  <a:pt x="51291" y="25604"/>
                  <a:pt x="51870" y="26725"/>
                  <a:pt x="51870" y="27911"/>
                </a:cubicBezTo>
                <a:cubicBezTo>
                  <a:pt x="51870" y="29096"/>
                  <a:pt x="51294" y="30213"/>
                  <a:pt x="50331" y="30906"/>
                </a:cubicBezTo>
                <a:lnTo>
                  <a:pt x="49468" y="31525"/>
                </a:lnTo>
                <a:cubicBezTo>
                  <a:pt x="49389" y="31581"/>
                  <a:pt x="49340" y="31659"/>
                  <a:pt x="49267" y="31720"/>
                </a:cubicBezTo>
                <a:lnTo>
                  <a:pt x="49444" y="32885"/>
                </a:lnTo>
                <a:cubicBezTo>
                  <a:pt x="49559" y="33637"/>
                  <a:pt x="49980" y="34260"/>
                  <a:pt x="50637" y="34639"/>
                </a:cubicBezTo>
                <a:cubicBezTo>
                  <a:pt x="51018" y="34859"/>
                  <a:pt x="51443" y="34975"/>
                  <a:pt x="51865" y="34975"/>
                </a:cubicBezTo>
                <a:cubicBezTo>
                  <a:pt x="52164" y="34975"/>
                  <a:pt x="52465" y="34916"/>
                  <a:pt x="52762" y="34799"/>
                </a:cubicBezTo>
                <a:lnTo>
                  <a:pt x="56985" y="33149"/>
                </a:lnTo>
                <a:cubicBezTo>
                  <a:pt x="57985" y="32762"/>
                  <a:pt x="59030" y="32565"/>
                  <a:pt x="60102" y="32565"/>
                </a:cubicBezTo>
                <a:cubicBezTo>
                  <a:pt x="62664" y="32565"/>
                  <a:pt x="65074" y="33695"/>
                  <a:pt x="66707" y="35661"/>
                </a:cubicBezTo>
                <a:cubicBezTo>
                  <a:pt x="69729" y="39294"/>
                  <a:pt x="72098" y="43385"/>
                  <a:pt x="73744" y="47827"/>
                </a:cubicBezTo>
                <a:cubicBezTo>
                  <a:pt x="74621" y="50193"/>
                  <a:pt x="74380" y="52743"/>
                  <a:pt x="73242" y="54864"/>
                </a:cubicBezTo>
                <a:cubicBezTo>
                  <a:pt x="73482" y="54871"/>
                  <a:pt x="73725" y="54906"/>
                  <a:pt x="73961" y="54906"/>
                </a:cubicBezTo>
                <a:cubicBezTo>
                  <a:pt x="76027" y="54906"/>
                  <a:pt x="78154" y="54648"/>
                  <a:pt x="80279" y="54135"/>
                </a:cubicBezTo>
                <a:cubicBezTo>
                  <a:pt x="81804" y="53770"/>
                  <a:pt x="82931" y="52475"/>
                  <a:pt x="83083" y="50914"/>
                </a:cubicBezTo>
                <a:lnTo>
                  <a:pt x="83185" y="49874"/>
                </a:lnTo>
                <a:cubicBezTo>
                  <a:pt x="83300" y="48694"/>
                  <a:pt x="83978" y="47634"/>
                  <a:pt x="85006" y="47041"/>
                </a:cubicBezTo>
                <a:cubicBezTo>
                  <a:pt x="86037" y="46451"/>
                  <a:pt x="87294" y="46387"/>
                  <a:pt x="88367" y="46878"/>
                </a:cubicBezTo>
                <a:lnTo>
                  <a:pt x="89320" y="47314"/>
                </a:lnTo>
                <a:cubicBezTo>
                  <a:pt x="90743" y="47964"/>
                  <a:pt x="92438" y="47640"/>
                  <a:pt x="93516" y="46498"/>
                </a:cubicBezTo>
                <a:cubicBezTo>
                  <a:pt x="96455" y="43406"/>
                  <a:pt x="98650" y="39625"/>
                  <a:pt x="99848" y="35565"/>
                </a:cubicBezTo>
                <a:cubicBezTo>
                  <a:pt x="100295" y="34056"/>
                  <a:pt x="99732" y="32436"/>
                  <a:pt x="98454" y="31525"/>
                </a:cubicBezTo>
                <a:lnTo>
                  <a:pt x="97595" y="30911"/>
                </a:lnTo>
                <a:cubicBezTo>
                  <a:pt x="96631" y="30216"/>
                  <a:pt x="96051" y="29096"/>
                  <a:pt x="96051" y="27911"/>
                </a:cubicBezTo>
                <a:cubicBezTo>
                  <a:pt x="96051" y="26725"/>
                  <a:pt x="96629" y="25606"/>
                  <a:pt x="97590" y="24914"/>
                </a:cubicBezTo>
                <a:lnTo>
                  <a:pt x="98454" y="24297"/>
                </a:lnTo>
                <a:cubicBezTo>
                  <a:pt x="99732" y="23386"/>
                  <a:pt x="100295" y="21767"/>
                  <a:pt x="99848" y="20259"/>
                </a:cubicBezTo>
                <a:cubicBezTo>
                  <a:pt x="98650" y="16201"/>
                  <a:pt x="96455" y="12418"/>
                  <a:pt x="93516" y="9326"/>
                </a:cubicBezTo>
                <a:cubicBezTo>
                  <a:pt x="92435" y="8184"/>
                  <a:pt x="90739" y="7861"/>
                  <a:pt x="89320" y="8511"/>
                </a:cubicBezTo>
                <a:lnTo>
                  <a:pt x="88372" y="8943"/>
                </a:lnTo>
                <a:cubicBezTo>
                  <a:pt x="87287" y="9434"/>
                  <a:pt x="86032" y="9366"/>
                  <a:pt x="85006" y="8780"/>
                </a:cubicBezTo>
                <a:cubicBezTo>
                  <a:pt x="83978" y="8186"/>
                  <a:pt x="83300" y="7129"/>
                  <a:pt x="83185" y="5951"/>
                </a:cubicBezTo>
                <a:lnTo>
                  <a:pt x="83083" y="4911"/>
                </a:lnTo>
                <a:cubicBezTo>
                  <a:pt x="82931" y="3348"/>
                  <a:pt x="81801" y="2051"/>
                  <a:pt x="80274" y="1685"/>
                </a:cubicBezTo>
                <a:cubicBezTo>
                  <a:pt x="78149" y="1173"/>
                  <a:pt x="76055" y="919"/>
                  <a:pt x="73961" y="919"/>
                </a:cubicBezTo>
                <a:close/>
                <a:moveTo>
                  <a:pt x="73961" y="20548"/>
                </a:moveTo>
                <a:cubicBezTo>
                  <a:pt x="78028" y="20548"/>
                  <a:pt x="81324" y="23844"/>
                  <a:pt x="81324" y="27911"/>
                </a:cubicBezTo>
                <a:cubicBezTo>
                  <a:pt x="81324" y="31977"/>
                  <a:pt x="78028" y="35273"/>
                  <a:pt x="73961" y="35273"/>
                </a:cubicBezTo>
                <a:cubicBezTo>
                  <a:pt x="69893" y="35273"/>
                  <a:pt x="66596" y="31977"/>
                  <a:pt x="66596" y="27911"/>
                </a:cubicBezTo>
                <a:cubicBezTo>
                  <a:pt x="66596" y="23844"/>
                  <a:pt x="69893" y="20548"/>
                  <a:pt x="73961" y="20548"/>
                </a:cubicBezTo>
                <a:close/>
                <a:moveTo>
                  <a:pt x="34448" y="25446"/>
                </a:moveTo>
                <a:cubicBezTo>
                  <a:pt x="32466" y="25452"/>
                  <a:pt x="30564" y="25655"/>
                  <a:pt x="28474" y="26026"/>
                </a:cubicBezTo>
                <a:cubicBezTo>
                  <a:pt x="26922" y="26299"/>
                  <a:pt x="25711" y="27534"/>
                  <a:pt x="25474" y="29094"/>
                </a:cubicBezTo>
                <a:lnTo>
                  <a:pt x="24783" y="33624"/>
                </a:lnTo>
                <a:cubicBezTo>
                  <a:pt x="24447" y="35845"/>
                  <a:pt x="23137" y="37765"/>
                  <a:pt x="21187" y="38892"/>
                </a:cubicBezTo>
                <a:cubicBezTo>
                  <a:pt x="19243" y="40016"/>
                  <a:pt x="16925" y="40199"/>
                  <a:pt x="14826" y="39376"/>
                </a:cubicBezTo>
                <a:lnTo>
                  <a:pt x="10598" y="37722"/>
                </a:lnTo>
                <a:cubicBezTo>
                  <a:pt x="9123" y="37150"/>
                  <a:pt x="7440" y="37576"/>
                  <a:pt x="6427" y="38796"/>
                </a:cubicBezTo>
                <a:cubicBezTo>
                  <a:pt x="3767" y="41996"/>
                  <a:pt x="1679" y="45609"/>
                  <a:pt x="229" y="49538"/>
                </a:cubicBezTo>
                <a:cubicBezTo>
                  <a:pt x="-321" y="51025"/>
                  <a:pt x="144" y="52698"/>
                  <a:pt x="1383" y="53689"/>
                </a:cubicBezTo>
                <a:lnTo>
                  <a:pt x="4926" y="56522"/>
                </a:lnTo>
                <a:cubicBezTo>
                  <a:pt x="6681" y="57923"/>
                  <a:pt x="7687" y="60019"/>
                  <a:pt x="7687" y="62269"/>
                </a:cubicBezTo>
                <a:cubicBezTo>
                  <a:pt x="7687" y="64520"/>
                  <a:pt x="6681" y="66615"/>
                  <a:pt x="4926" y="68016"/>
                </a:cubicBezTo>
                <a:lnTo>
                  <a:pt x="1383" y="70849"/>
                </a:lnTo>
                <a:cubicBezTo>
                  <a:pt x="144" y="71840"/>
                  <a:pt x="-319" y="73513"/>
                  <a:pt x="229" y="75001"/>
                </a:cubicBezTo>
                <a:cubicBezTo>
                  <a:pt x="1681" y="78930"/>
                  <a:pt x="3767" y="82542"/>
                  <a:pt x="6427" y="85742"/>
                </a:cubicBezTo>
                <a:cubicBezTo>
                  <a:pt x="7440" y="86963"/>
                  <a:pt x="9127" y="87395"/>
                  <a:pt x="10598" y="86817"/>
                </a:cubicBezTo>
                <a:lnTo>
                  <a:pt x="14826" y="85163"/>
                </a:lnTo>
                <a:cubicBezTo>
                  <a:pt x="16922" y="84343"/>
                  <a:pt x="19243" y="84525"/>
                  <a:pt x="21187" y="85647"/>
                </a:cubicBezTo>
                <a:cubicBezTo>
                  <a:pt x="23137" y="86773"/>
                  <a:pt x="24449" y="88690"/>
                  <a:pt x="24788" y="90915"/>
                </a:cubicBezTo>
                <a:lnTo>
                  <a:pt x="25474" y="95444"/>
                </a:lnTo>
                <a:cubicBezTo>
                  <a:pt x="25711" y="97005"/>
                  <a:pt x="26922" y="98240"/>
                  <a:pt x="28474" y="98512"/>
                </a:cubicBezTo>
                <a:cubicBezTo>
                  <a:pt x="30627" y="98897"/>
                  <a:pt x="32658" y="99082"/>
                  <a:pt x="34688" y="99082"/>
                </a:cubicBezTo>
                <a:cubicBezTo>
                  <a:pt x="36718" y="99082"/>
                  <a:pt x="38748" y="98899"/>
                  <a:pt x="40901" y="98516"/>
                </a:cubicBezTo>
                <a:cubicBezTo>
                  <a:pt x="42455" y="98244"/>
                  <a:pt x="43664" y="97005"/>
                  <a:pt x="43901" y="95444"/>
                </a:cubicBezTo>
                <a:lnTo>
                  <a:pt x="44587" y="90915"/>
                </a:lnTo>
                <a:lnTo>
                  <a:pt x="44592" y="90915"/>
                </a:lnTo>
                <a:cubicBezTo>
                  <a:pt x="44929" y="88693"/>
                  <a:pt x="46239" y="86773"/>
                  <a:pt x="48188" y="85647"/>
                </a:cubicBezTo>
                <a:cubicBezTo>
                  <a:pt x="50136" y="84525"/>
                  <a:pt x="52456" y="84347"/>
                  <a:pt x="54550" y="85167"/>
                </a:cubicBezTo>
                <a:lnTo>
                  <a:pt x="58778" y="86821"/>
                </a:lnTo>
                <a:cubicBezTo>
                  <a:pt x="60253" y="87395"/>
                  <a:pt x="61935" y="86963"/>
                  <a:pt x="62949" y="85742"/>
                </a:cubicBezTo>
                <a:cubicBezTo>
                  <a:pt x="65610" y="82542"/>
                  <a:pt x="67697" y="78934"/>
                  <a:pt x="69148" y="75006"/>
                </a:cubicBezTo>
                <a:cubicBezTo>
                  <a:pt x="69698" y="73516"/>
                  <a:pt x="69231" y="71840"/>
                  <a:pt x="67992" y="70849"/>
                </a:cubicBezTo>
                <a:lnTo>
                  <a:pt x="64449" y="68016"/>
                </a:lnTo>
                <a:cubicBezTo>
                  <a:pt x="62695" y="66615"/>
                  <a:pt x="61687" y="64520"/>
                  <a:pt x="61687" y="62269"/>
                </a:cubicBezTo>
                <a:cubicBezTo>
                  <a:pt x="61687" y="60019"/>
                  <a:pt x="62697" y="57920"/>
                  <a:pt x="64454" y="56517"/>
                </a:cubicBezTo>
                <a:lnTo>
                  <a:pt x="67992" y="53689"/>
                </a:lnTo>
                <a:cubicBezTo>
                  <a:pt x="69231" y="52700"/>
                  <a:pt x="69692" y="51020"/>
                  <a:pt x="69143" y="49533"/>
                </a:cubicBezTo>
                <a:cubicBezTo>
                  <a:pt x="67689" y="45616"/>
                  <a:pt x="65603" y="42008"/>
                  <a:pt x="62934" y="38801"/>
                </a:cubicBezTo>
                <a:cubicBezTo>
                  <a:pt x="61921" y="37581"/>
                  <a:pt x="60236" y="37150"/>
                  <a:pt x="58763" y="37722"/>
                </a:cubicBezTo>
                <a:lnTo>
                  <a:pt x="54550" y="39372"/>
                </a:lnTo>
                <a:cubicBezTo>
                  <a:pt x="52456" y="40194"/>
                  <a:pt x="50136" y="40016"/>
                  <a:pt x="48188" y="38892"/>
                </a:cubicBezTo>
                <a:cubicBezTo>
                  <a:pt x="46239" y="37765"/>
                  <a:pt x="44927" y="35847"/>
                  <a:pt x="44587" y="33624"/>
                </a:cubicBezTo>
                <a:lnTo>
                  <a:pt x="43901" y="29113"/>
                </a:lnTo>
                <a:cubicBezTo>
                  <a:pt x="43664" y="27545"/>
                  <a:pt x="42448" y="26308"/>
                  <a:pt x="40887" y="26041"/>
                </a:cubicBezTo>
                <a:cubicBezTo>
                  <a:pt x="38493" y="25630"/>
                  <a:pt x="36430" y="25440"/>
                  <a:pt x="34448" y="25446"/>
                </a:cubicBezTo>
                <a:close/>
                <a:moveTo>
                  <a:pt x="34688" y="49998"/>
                </a:moveTo>
                <a:cubicBezTo>
                  <a:pt x="41465" y="49998"/>
                  <a:pt x="46960" y="55493"/>
                  <a:pt x="46960" y="62269"/>
                </a:cubicBezTo>
                <a:cubicBezTo>
                  <a:pt x="46960" y="69045"/>
                  <a:pt x="41465" y="74541"/>
                  <a:pt x="34688" y="74541"/>
                </a:cubicBezTo>
                <a:cubicBezTo>
                  <a:pt x="27911" y="74541"/>
                  <a:pt x="22415" y="69045"/>
                  <a:pt x="22415" y="62269"/>
                </a:cubicBezTo>
                <a:cubicBezTo>
                  <a:pt x="22415" y="55493"/>
                  <a:pt x="27911" y="49998"/>
                  <a:pt x="34688" y="4999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4" name="Чёрный — SVG 55">
            <a:extLst>
              <a:ext uri="{FF2B5EF4-FFF2-40B4-BE49-F238E27FC236}">
                <a16:creationId xmlns:a16="http://schemas.microsoft.com/office/drawing/2014/main" id="{BE240FE7-D7B0-3845-A177-4CC8FADCA5A7}"/>
              </a:ext>
            </a:extLst>
          </p:cNvPr>
          <p:cNvSpPr>
            <a:spLocks noGrp="1"/>
          </p:cNvSpPr>
          <p:nvPr/>
        </p:nvSpPr>
        <p:spPr>
          <a:xfrm>
            <a:off x="420000" y="3730000"/>
            <a:ext cx="220000" cy="220000"/>
          </a:xfrm>
          <a:custGeom>
            <a:avLst/>
            <a:gdLst>
              <a:gd name="csX0" fmla="*/ 121165 w 135011"/>
              <a:gd name="csY0" fmla="*/ 78964 h 141755"/>
              <a:gd name="csX1" fmla="*/ 117128 w 135011"/>
              <a:gd name="csY1" fmla="*/ 70996 h 141755"/>
              <a:gd name="csX2" fmla="*/ 121162 w 135011"/>
              <a:gd name="csY2" fmla="*/ 63033 h 141755"/>
              <a:gd name="csX3" fmla="*/ 132837 w 135011"/>
              <a:gd name="csY3" fmla="*/ 54475 h 141755"/>
              <a:gd name="csX4" fmla="*/ 134741 w 135011"/>
              <a:gd name="csY4" fmla="*/ 48506 h 141755"/>
              <a:gd name="csX5" fmla="*/ 120609 w 135011"/>
              <a:gd name="csY5" fmla="*/ 24022 h 141755"/>
              <a:gd name="csX6" fmla="*/ 114484 w 135011"/>
              <a:gd name="csY6" fmla="*/ 22674 h 141755"/>
              <a:gd name="csX7" fmla="*/ 101337 w 135011"/>
              <a:gd name="csY7" fmla="*/ 28455 h 141755"/>
              <a:gd name="csX8" fmla="*/ 92420 w 135011"/>
              <a:gd name="csY8" fmla="*/ 27965 h 141755"/>
              <a:gd name="csX9" fmla="*/ 87539 w 135011"/>
              <a:gd name="csY9" fmla="*/ 20492 h 141755"/>
              <a:gd name="csX10" fmla="*/ 85958 w 135011"/>
              <a:gd name="csY10" fmla="*/ 6060 h 141755"/>
              <a:gd name="csX11" fmla="*/ 81737 w 135011"/>
              <a:gd name="csY11" fmla="*/ 1428 h 141755"/>
              <a:gd name="csX12" fmla="*/ 53491 w 135011"/>
              <a:gd name="csY12" fmla="*/ 1394 h 141755"/>
              <a:gd name="csX13" fmla="*/ 49252 w 135011"/>
              <a:gd name="csY13" fmla="*/ 6029 h 141755"/>
              <a:gd name="csX14" fmla="*/ 47685 w 135011"/>
              <a:gd name="csY14" fmla="*/ 20368 h 141755"/>
              <a:gd name="csX15" fmla="*/ 42797 w 135011"/>
              <a:gd name="csY15" fmla="*/ 27846 h 141755"/>
              <a:gd name="csX16" fmla="*/ 33883 w 135011"/>
              <a:gd name="csY16" fmla="*/ 28334 h 141755"/>
              <a:gd name="csX17" fmla="*/ 20666 w 135011"/>
              <a:gd name="csY17" fmla="*/ 22521 h 141755"/>
              <a:gd name="csX18" fmla="*/ 14551 w 135011"/>
              <a:gd name="csY18" fmla="*/ 23858 h 141755"/>
              <a:gd name="csX19" fmla="*/ 345 w 135011"/>
              <a:gd name="csY19" fmla="*/ 48297 h 141755"/>
              <a:gd name="csX20" fmla="*/ 2242 w 135011"/>
              <a:gd name="csY20" fmla="*/ 54279 h 141755"/>
              <a:gd name="csX21" fmla="*/ 13843 w 135011"/>
              <a:gd name="csY21" fmla="*/ 62785 h 141755"/>
              <a:gd name="csX22" fmla="*/ 17883 w 135011"/>
              <a:gd name="csY22" fmla="*/ 70756 h 141755"/>
              <a:gd name="csX23" fmla="*/ 13850 w 135011"/>
              <a:gd name="csY23" fmla="*/ 78719 h 141755"/>
              <a:gd name="csX24" fmla="*/ 2174 w 135011"/>
              <a:gd name="csY24" fmla="*/ 87278 h 141755"/>
              <a:gd name="csX25" fmla="*/ 271 w 135011"/>
              <a:gd name="csY25" fmla="*/ 93245 h 141755"/>
              <a:gd name="csX26" fmla="*/ 14403 w 135011"/>
              <a:gd name="csY26" fmla="*/ 117731 h 141755"/>
              <a:gd name="csX27" fmla="*/ 20527 w 135011"/>
              <a:gd name="csY27" fmla="*/ 119078 h 141755"/>
              <a:gd name="csX28" fmla="*/ 33674 w 135011"/>
              <a:gd name="csY28" fmla="*/ 113298 h 141755"/>
              <a:gd name="csX29" fmla="*/ 42592 w 135011"/>
              <a:gd name="csY29" fmla="*/ 113786 h 141755"/>
              <a:gd name="csX30" fmla="*/ 47472 w 135011"/>
              <a:gd name="csY30" fmla="*/ 121261 h 141755"/>
              <a:gd name="csX31" fmla="*/ 49053 w 135011"/>
              <a:gd name="csY31" fmla="*/ 135691 h 141755"/>
              <a:gd name="csX32" fmla="*/ 53275 w 135011"/>
              <a:gd name="csY32" fmla="*/ 140323 h 141755"/>
              <a:gd name="csX33" fmla="*/ 67506 w 135011"/>
              <a:gd name="csY33" fmla="*/ 141756 h 141755"/>
              <a:gd name="csX34" fmla="*/ 81517 w 135011"/>
              <a:gd name="csY34" fmla="*/ 140356 h 141755"/>
              <a:gd name="csX35" fmla="*/ 85756 w 135011"/>
              <a:gd name="csY35" fmla="*/ 135720 h 141755"/>
              <a:gd name="csX36" fmla="*/ 87326 w 135011"/>
              <a:gd name="csY36" fmla="*/ 121381 h 141755"/>
              <a:gd name="csX37" fmla="*/ 92214 w 135011"/>
              <a:gd name="csY37" fmla="*/ 113903 h 141755"/>
              <a:gd name="csX38" fmla="*/ 101128 w 135011"/>
              <a:gd name="csY38" fmla="*/ 113415 h 141755"/>
              <a:gd name="csX39" fmla="*/ 114346 w 135011"/>
              <a:gd name="csY39" fmla="*/ 119226 h 141755"/>
              <a:gd name="csX40" fmla="*/ 120460 w 135011"/>
              <a:gd name="csY40" fmla="*/ 117891 h 141755"/>
              <a:gd name="csX41" fmla="*/ 134666 w 135011"/>
              <a:gd name="csY41" fmla="*/ 93451 h 141755"/>
              <a:gd name="csX42" fmla="*/ 132770 w 135011"/>
              <a:gd name="csY42" fmla="*/ 87470 h 141755"/>
              <a:gd name="csX43" fmla="*/ 121165 w 135011"/>
              <a:gd name="csY43" fmla="*/ 78964 h 141755"/>
              <a:gd name="csX44" fmla="*/ 67506 w 135011"/>
              <a:gd name="csY44" fmla="*/ 95684 h 141755"/>
              <a:gd name="csX45" fmla="*/ 42694 w 135011"/>
              <a:gd name="csY45" fmla="*/ 70875 h 141755"/>
              <a:gd name="csX46" fmla="*/ 67506 w 135011"/>
              <a:gd name="csY46" fmla="*/ 46068 h 141755"/>
              <a:gd name="csX47" fmla="*/ 92317 w 135011"/>
              <a:gd name="csY47" fmla="*/ 70875 h 141755"/>
              <a:gd name="csX48" fmla="*/ 67506 w 135011"/>
              <a:gd name="csY48" fmla="*/ 95684 h 141755"/>
            </a:gdLst>
            <a:ahLst/>
            <a:cxnLst/>
            <a:rect l="l" t="t" r="r" b="b"/>
            <a:pathLst>
              <a:path w="100000" h="100000">
                <a:moveTo>
                  <a:pt x="87854" y="55705"/>
                </a:moveTo>
                <a:cubicBezTo>
                  <a:pt x="86071" y="54397"/>
                  <a:pt x="85006" y="52297"/>
                  <a:pt x="85006" y="50084"/>
                </a:cubicBezTo>
                <a:cubicBezTo>
                  <a:pt x="85006" y="47871"/>
                  <a:pt x="86071" y="45771"/>
                  <a:pt x="87852" y="44466"/>
                </a:cubicBezTo>
                <a:lnTo>
                  <a:pt x="96088" y="38429"/>
                </a:lnTo>
                <a:cubicBezTo>
                  <a:pt x="97400" y="37464"/>
                  <a:pt x="97943" y="35766"/>
                  <a:pt x="97431" y="34218"/>
                </a:cubicBezTo>
                <a:cubicBezTo>
                  <a:pt x="95310" y="27848"/>
                  <a:pt x="91957" y="22038"/>
                  <a:pt x="87461" y="16946"/>
                </a:cubicBezTo>
                <a:cubicBezTo>
                  <a:pt x="86379" y="15726"/>
                  <a:pt x="84633" y="15341"/>
                  <a:pt x="83141" y="15995"/>
                </a:cubicBezTo>
                <a:lnTo>
                  <a:pt x="73866" y="20073"/>
                </a:lnTo>
                <a:cubicBezTo>
                  <a:pt x="71846" y="20964"/>
                  <a:pt x="69493" y="20835"/>
                  <a:pt x="67576" y="19728"/>
                </a:cubicBezTo>
                <a:cubicBezTo>
                  <a:pt x="65660" y="18624"/>
                  <a:pt x="64375" y="16653"/>
                  <a:pt x="64132" y="14456"/>
                </a:cubicBezTo>
                <a:lnTo>
                  <a:pt x="63017" y="4275"/>
                </a:lnTo>
                <a:cubicBezTo>
                  <a:pt x="62839" y="2655"/>
                  <a:pt x="61635" y="1335"/>
                  <a:pt x="60040" y="1007"/>
                </a:cubicBezTo>
                <a:cubicBezTo>
                  <a:pt x="53546" y="-320"/>
                  <a:pt x="46722" y="-343"/>
                  <a:pt x="40114" y="983"/>
                </a:cubicBezTo>
                <a:cubicBezTo>
                  <a:pt x="38508" y="1304"/>
                  <a:pt x="37300" y="2625"/>
                  <a:pt x="37123" y="4253"/>
                </a:cubicBezTo>
                <a:lnTo>
                  <a:pt x="36018" y="14368"/>
                </a:lnTo>
                <a:cubicBezTo>
                  <a:pt x="35775" y="16568"/>
                  <a:pt x="34490" y="18538"/>
                  <a:pt x="32570" y="19644"/>
                </a:cubicBezTo>
                <a:cubicBezTo>
                  <a:pt x="30654" y="20748"/>
                  <a:pt x="28309" y="20881"/>
                  <a:pt x="26281" y="19988"/>
                </a:cubicBezTo>
                <a:lnTo>
                  <a:pt x="16957" y="15887"/>
                </a:lnTo>
                <a:cubicBezTo>
                  <a:pt x="15477" y="15233"/>
                  <a:pt x="13726" y="15613"/>
                  <a:pt x="12644" y="16830"/>
                </a:cubicBezTo>
                <a:cubicBezTo>
                  <a:pt x="8133" y="21903"/>
                  <a:pt x="4765" y="27706"/>
                  <a:pt x="2622" y="34071"/>
                </a:cubicBezTo>
                <a:cubicBezTo>
                  <a:pt x="2102" y="35616"/>
                  <a:pt x="2643" y="37324"/>
                  <a:pt x="3960" y="38291"/>
                </a:cubicBezTo>
                <a:lnTo>
                  <a:pt x="12144" y="44291"/>
                </a:lnTo>
                <a:cubicBezTo>
                  <a:pt x="13929" y="45602"/>
                  <a:pt x="14994" y="47701"/>
                  <a:pt x="14994" y="49914"/>
                </a:cubicBezTo>
                <a:cubicBezTo>
                  <a:pt x="14994" y="52126"/>
                  <a:pt x="13929" y="54226"/>
                  <a:pt x="12149" y="55532"/>
                </a:cubicBezTo>
                <a:lnTo>
                  <a:pt x="3912" y="61570"/>
                </a:lnTo>
                <a:cubicBezTo>
                  <a:pt x="2600" y="62534"/>
                  <a:pt x="2057" y="64232"/>
                  <a:pt x="2570" y="65779"/>
                </a:cubicBezTo>
                <a:cubicBezTo>
                  <a:pt x="4690" y="72150"/>
                  <a:pt x="8043" y="77959"/>
                  <a:pt x="12539" y="83052"/>
                </a:cubicBezTo>
                <a:cubicBezTo>
                  <a:pt x="13621" y="84275"/>
                  <a:pt x="15372" y="84663"/>
                  <a:pt x="16859" y="84003"/>
                </a:cubicBezTo>
                <a:lnTo>
                  <a:pt x="26134" y="79925"/>
                </a:lnTo>
                <a:cubicBezTo>
                  <a:pt x="28154" y="79034"/>
                  <a:pt x="30505" y="79162"/>
                  <a:pt x="32425" y="80269"/>
                </a:cubicBezTo>
                <a:cubicBezTo>
                  <a:pt x="34340" y="81375"/>
                  <a:pt x="35625" y="83345"/>
                  <a:pt x="35868" y="85543"/>
                </a:cubicBezTo>
                <a:lnTo>
                  <a:pt x="36983" y="95722"/>
                </a:lnTo>
                <a:cubicBezTo>
                  <a:pt x="37161" y="97343"/>
                  <a:pt x="38365" y="98662"/>
                  <a:pt x="39961" y="98990"/>
                </a:cubicBezTo>
                <a:cubicBezTo>
                  <a:pt x="43246" y="99661"/>
                  <a:pt x="46622" y="100001"/>
                  <a:pt x="50000" y="100001"/>
                </a:cubicBezTo>
                <a:cubicBezTo>
                  <a:pt x="53295" y="100001"/>
                  <a:pt x="56621" y="99668"/>
                  <a:pt x="59884" y="99013"/>
                </a:cubicBezTo>
                <a:cubicBezTo>
                  <a:pt x="61489" y="98690"/>
                  <a:pt x="62697" y="97370"/>
                  <a:pt x="62875" y="95743"/>
                </a:cubicBezTo>
                <a:lnTo>
                  <a:pt x="63982" y="85627"/>
                </a:lnTo>
                <a:cubicBezTo>
                  <a:pt x="64225" y="83428"/>
                  <a:pt x="65510" y="81457"/>
                  <a:pt x="67430" y="80352"/>
                </a:cubicBezTo>
                <a:cubicBezTo>
                  <a:pt x="69346" y="79249"/>
                  <a:pt x="71693" y="79120"/>
                  <a:pt x="73719" y="80008"/>
                </a:cubicBezTo>
                <a:lnTo>
                  <a:pt x="83043" y="84107"/>
                </a:lnTo>
                <a:cubicBezTo>
                  <a:pt x="84528" y="84765"/>
                  <a:pt x="86274" y="84386"/>
                  <a:pt x="87356" y="83165"/>
                </a:cubicBezTo>
                <a:cubicBezTo>
                  <a:pt x="91867" y="78092"/>
                  <a:pt x="95235" y="72290"/>
                  <a:pt x="97378" y="65924"/>
                </a:cubicBezTo>
                <a:cubicBezTo>
                  <a:pt x="97898" y="64380"/>
                  <a:pt x="97358" y="62672"/>
                  <a:pt x="96040" y="61705"/>
                </a:cubicBezTo>
                <a:lnTo>
                  <a:pt x="87854" y="55705"/>
                </a:lnTo>
                <a:close/>
                <a:moveTo>
                  <a:pt x="50000" y="67500"/>
                </a:moveTo>
                <a:cubicBezTo>
                  <a:pt x="40334" y="67500"/>
                  <a:pt x="32497" y="59665"/>
                  <a:pt x="32497" y="49998"/>
                </a:cubicBezTo>
                <a:cubicBezTo>
                  <a:pt x="32497" y="40334"/>
                  <a:pt x="40334" y="32498"/>
                  <a:pt x="50000" y="32498"/>
                </a:cubicBezTo>
                <a:cubicBezTo>
                  <a:pt x="59667" y="32498"/>
                  <a:pt x="67503" y="40334"/>
                  <a:pt x="67503" y="49998"/>
                </a:cubicBezTo>
                <a:cubicBezTo>
                  <a:pt x="67503" y="59665"/>
                  <a:pt x="59667" y="67500"/>
                  <a:pt x="50000" y="675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5" name="Чёрный — SVG 56">
            <a:extLst>
              <a:ext uri="{FF2B5EF4-FFF2-40B4-BE49-F238E27FC236}">
                <a16:creationId xmlns:a16="http://schemas.microsoft.com/office/drawing/2014/main" id="{4341A8B9-9CC9-AE4B-BE76-5FAFEABB7C46}"/>
              </a:ext>
            </a:extLst>
          </p:cNvPr>
          <p:cNvSpPr>
            <a:spLocks noGrp="1"/>
          </p:cNvSpPr>
          <p:nvPr/>
        </p:nvSpPr>
        <p:spPr>
          <a:xfrm>
            <a:off x="1020000" y="3730000"/>
            <a:ext cx="220000" cy="220000"/>
          </a:xfrm>
          <a:custGeom>
            <a:avLst/>
            <a:gdLst>
              <a:gd name="csX0" fmla="*/ 72664 w 131139"/>
              <a:gd name="csY0" fmla="*/ 1 h 138255"/>
              <a:gd name="csX1" fmla="*/ 37634 w 131139"/>
              <a:gd name="csY1" fmla="*/ 4604 h 138255"/>
              <a:gd name="csX2" fmla="*/ 12539 w 131139"/>
              <a:gd name="csY2" fmla="*/ 16087 h 138255"/>
              <a:gd name="csX3" fmla="*/ 0 w 131139"/>
              <a:gd name="csY3" fmla="*/ 40749 h 138255"/>
              <a:gd name="csX4" fmla="*/ 7979 w 131139"/>
              <a:gd name="csY4" fmla="*/ 61418 h 138255"/>
              <a:gd name="csX5" fmla="*/ 14172 w 131139"/>
              <a:gd name="csY5" fmla="*/ 76189 h 138255"/>
              <a:gd name="csX6" fmla="*/ 8098 w 131139"/>
              <a:gd name="csY6" fmla="*/ 89451 h 138255"/>
              <a:gd name="csX7" fmla="*/ 0 w 131139"/>
              <a:gd name="csY7" fmla="*/ 111629 h 138255"/>
              <a:gd name="csX8" fmla="*/ 12998 w 131139"/>
              <a:gd name="csY8" fmla="*/ 137316 h 138255"/>
              <a:gd name="csX9" fmla="*/ 14921 w 131139"/>
              <a:gd name="csY9" fmla="*/ 138142 h 138255"/>
              <a:gd name="csX10" fmla="*/ 17013 w 131139"/>
              <a:gd name="csY10" fmla="*/ 138160 h 138255"/>
              <a:gd name="csX11" fmla="*/ 18953 w 131139"/>
              <a:gd name="csY11" fmla="*/ 137368 h 138255"/>
              <a:gd name="csX12" fmla="*/ 20450 w 131139"/>
              <a:gd name="csY12" fmla="*/ 135888 h 138255"/>
              <a:gd name="csX13" fmla="*/ 21233 w 131139"/>
              <a:gd name="csY13" fmla="*/ 133950 h 138255"/>
              <a:gd name="csX14" fmla="*/ 21233 w 131139"/>
              <a:gd name="csY14" fmla="*/ 131856 h 138255"/>
              <a:gd name="csX15" fmla="*/ 20399 w 131139"/>
              <a:gd name="csY15" fmla="*/ 129929 h 138255"/>
              <a:gd name="csX16" fmla="*/ 18902 w 131139"/>
              <a:gd name="csY16" fmla="*/ 128470 h 138255"/>
              <a:gd name="csX17" fmla="*/ 10633 w 131139"/>
              <a:gd name="csY17" fmla="*/ 111629 h 138255"/>
              <a:gd name="csX18" fmla="*/ 16707 w 131139"/>
              <a:gd name="csY18" fmla="*/ 95709 h 138255"/>
              <a:gd name="csX19" fmla="*/ 24806 w 131139"/>
              <a:gd name="csY19" fmla="*/ 76189 h 138255"/>
              <a:gd name="csX20" fmla="*/ 16826 w 131139"/>
              <a:gd name="csY20" fmla="*/ 55521 h 138255"/>
              <a:gd name="csX21" fmla="*/ 10633 w 131139"/>
              <a:gd name="csY21" fmla="*/ 40749 h 138255"/>
              <a:gd name="csX22" fmla="*/ 19140 w 131139"/>
              <a:gd name="csY22" fmla="*/ 24435 h 138255"/>
              <a:gd name="csX23" fmla="*/ 40339 w 131139"/>
              <a:gd name="csY23" fmla="*/ 14883 h 138255"/>
              <a:gd name="csX24" fmla="*/ 72664 w 131139"/>
              <a:gd name="csY24" fmla="*/ 10632 h 138255"/>
              <a:gd name="csX25" fmla="*/ 74723 w 131139"/>
              <a:gd name="csY25" fmla="*/ 10250 h 138255"/>
              <a:gd name="csX26" fmla="*/ 76475 w 131139"/>
              <a:gd name="csY26" fmla="*/ 9102 h 138255"/>
              <a:gd name="csX27" fmla="*/ 77649 w 131139"/>
              <a:gd name="csY27" fmla="*/ 7368 h 138255"/>
              <a:gd name="csX28" fmla="*/ 78057 w 131139"/>
              <a:gd name="csY28" fmla="*/ 5316 h 138255"/>
              <a:gd name="csX29" fmla="*/ 77649 w 131139"/>
              <a:gd name="csY29" fmla="*/ 3265 h 138255"/>
              <a:gd name="csX30" fmla="*/ 76475 w 131139"/>
              <a:gd name="csY30" fmla="*/ 1531 h 138255"/>
              <a:gd name="csX31" fmla="*/ 74723 w 131139"/>
              <a:gd name="csY31" fmla="*/ 383 h 138255"/>
              <a:gd name="csX32" fmla="*/ 72664 w 131139"/>
              <a:gd name="csY32" fmla="*/ 1 h 138255"/>
              <a:gd name="csX33" fmla="*/ 114041 w 131139"/>
              <a:gd name="csY33" fmla="*/ 35433 h 138255"/>
              <a:gd name="csX34" fmla="*/ 101944 w 131139"/>
              <a:gd name="csY34" fmla="*/ 40438 h 138255"/>
              <a:gd name="csX35" fmla="*/ 67866 w 131139"/>
              <a:gd name="csY35" fmla="*/ 74514 h 138255"/>
              <a:gd name="csX36" fmla="*/ 92060 w 131139"/>
              <a:gd name="csY36" fmla="*/ 98699 h 138255"/>
              <a:gd name="csX37" fmla="*/ 126137 w 131139"/>
              <a:gd name="csY37" fmla="*/ 64630 h 138255"/>
              <a:gd name="csX38" fmla="*/ 131139 w 131139"/>
              <a:gd name="csY38" fmla="*/ 52530 h 138255"/>
              <a:gd name="csX39" fmla="*/ 126137 w 131139"/>
              <a:gd name="csY39" fmla="*/ 40438 h 138255"/>
              <a:gd name="csX40" fmla="*/ 114041 w 131139"/>
              <a:gd name="csY40" fmla="*/ 35433 h 138255"/>
              <a:gd name="csX41" fmla="*/ 60347 w 131139"/>
              <a:gd name="csY41" fmla="*/ 82031 h 138255"/>
              <a:gd name="csX42" fmla="*/ 37378 w 131139"/>
              <a:gd name="csY42" fmla="*/ 105005 h 138255"/>
              <a:gd name="csX43" fmla="*/ 34929 w 131139"/>
              <a:gd name="csY43" fmla="*/ 109165 h 138255"/>
              <a:gd name="csX44" fmla="*/ 28566 w 131139"/>
              <a:gd name="csY44" fmla="*/ 131432 h 138255"/>
              <a:gd name="csX45" fmla="*/ 29910 w 131139"/>
              <a:gd name="csY45" fmla="*/ 136651 h 138255"/>
              <a:gd name="csX46" fmla="*/ 33670 w 131139"/>
              <a:gd name="csY46" fmla="*/ 138209 h 138255"/>
              <a:gd name="csX47" fmla="*/ 35133 w 131139"/>
              <a:gd name="csY47" fmla="*/ 138001 h 138255"/>
              <a:gd name="csX48" fmla="*/ 57403 w 131139"/>
              <a:gd name="csY48" fmla="*/ 131640 h 138255"/>
              <a:gd name="csX49" fmla="*/ 61554 w 131139"/>
              <a:gd name="csY49" fmla="*/ 129197 h 138255"/>
              <a:gd name="csX50" fmla="*/ 84540 w 131139"/>
              <a:gd name="csY50" fmla="*/ 106216 h 138255"/>
              <a:gd name="csX51" fmla="*/ 60347 w 131139"/>
              <a:gd name="csY51" fmla="*/ 82031 h 138255"/>
            </a:gdLst>
            <a:ahLst/>
            <a:cxnLst/>
            <a:rect l="l" t="t" r="r" b="b"/>
            <a:pathLst>
              <a:path w="100000" h="100000">
                <a:moveTo>
                  <a:pt x="55131" y="1"/>
                </a:moveTo>
                <a:cubicBezTo>
                  <a:pt x="55131" y="1"/>
                  <a:pt x="42580" y="-34"/>
                  <a:pt x="29794" y="3330"/>
                </a:cubicBezTo>
                <a:cubicBezTo>
                  <a:pt x="23407" y="5012"/>
                  <a:pt x="16861" y="7516"/>
                  <a:pt x="11643" y="11636"/>
                </a:cubicBezTo>
                <a:cubicBezTo>
                  <a:pt x="6425" y="15755"/>
                  <a:pt x="2574" y="21848"/>
                  <a:pt x="2574" y="29474"/>
                </a:cubicBezTo>
                <a:cubicBezTo>
                  <a:pt x="2574" y="35882"/>
                  <a:pt x="5786" y="40579"/>
                  <a:pt x="8345" y="44424"/>
                </a:cubicBezTo>
                <a:cubicBezTo>
                  <a:pt x="10904" y="48269"/>
                  <a:pt x="12824" y="51263"/>
                  <a:pt x="12824" y="55108"/>
                </a:cubicBezTo>
                <a:cubicBezTo>
                  <a:pt x="12824" y="58953"/>
                  <a:pt x="11064" y="61086"/>
                  <a:pt x="8431" y="64700"/>
                </a:cubicBezTo>
                <a:cubicBezTo>
                  <a:pt x="5810" y="68314"/>
                  <a:pt x="2574" y="73307"/>
                  <a:pt x="2574" y="80741"/>
                </a:cubicBezTo>
                <a:cubicBezTo>
                  <a:pt x="2574" y="92917"/>
                  <a:pt x="11975" y="99321"/>
                  <a:pt x="11975" y="99321"/>
                </a:cubicBezTo>
                <a:cubicBezTo>
                  <a:pt x="12394" y="99610"/>
                  <a:pt x="12873" y="99813"/>
                  <a:pt x="13366" y="99918"/>
                </a:cubicBezTo>
                <a:cubicBezTo>
                  <a:pt x="13870" y="100023"/>
                  <a:pt x="14387" y="100027"/>
                  <a:pt x="14879" y="99931"/>
                </a:cubicBezTo>
                <a:cubicBezTo>
                  <a:pt x="15384" y="99835"/>
                  <a:pt x="15864" y="99641"/>
                  <a:pt x="16282" y="99358"/>
                </a:cubicBezTo>
                <a:cubicBezTo>
                  <a:pt x="16713" y="99076"/>
                  <a:pt x="17082" y="98713"/>
                  <a:pt x="17365" y="98288"/>
                </a:cubicBezTo>
                <a:cubicBezTo>
                  <a:pt x="17648" y="97863"/>
                  <a:pt x="17845" y="97387"/>
                  <a:pt x="17931" y="96886"/>
                </a:cubicBezTo>
                <a:cubicBezTo>
                  <a:pt x="18030" y="96386"/>
                  <a:pt x="18030" y="95871"/>
                  <a:pt x="17931" y="95372"/>
                </a:cubicBezTo>
                <a:cubicBezTo>
                  <a:pt x="17820" y="94872"/>
                  <a:pt x="17623" y="94398"/>
                  <a:pt x="17328" y="93978"/>
                </a:cubicBezTo>
                <a:cubicBezTo>
                  <a:pt x="17045" y="93558"/>
                  <a:pt x="16676" y="93199"/>
                  <a:pt x="16245" y="92922"/>
                </a:cubicBezTo>
                <a:cubicBezTo>
                  <a:pt x="16245" y="92922"/>
                  <a:pt x="10264" y="89072"/>
                  <a:pt x="10264" y="80741"/>
                </a:cubicBezTo>
                <a:cubicBezTo>
                  <a:pt x="10264" y="75359"/>
                  <a:pt x="12160" y="72661"/>
                  <a:pt x="14658" y="69226"/>
                </a:cubicBezTo>
                <a:cubicBezTo>
                  <a:pt x="17156" y="65791"/>
                  <a:pt x="20516" y="61516"/>
                  <a:pt x="20516" y="55108"/>
                </a:cubicBezTo>
                <a:cubicBezTo>
                  <a:pt x="20516" y="48699"/>
                  <a:pt x="17316" y="44003"/>
                  <a:pt x="14744" y="40158"/>
                </a:cubicBezTo>
                <a:cubicBezTo>
                  <a:pt x="12185" y="36313"/>
                  <a:pt x="10264" y="33319"/>
                  <a:pt x="10264" y="29474"/>
                </a:cubicBezTo>
                <a:cubicBezTo>
                  <a:pt x="10264" y="24283"/>
                  <a:pt x="12504" y="20763"/>
                  <a:pt x="16417" y="17674"/>
                </a:cubicBezTo>
                <a:cubicBezTo>
                  <a:pt x="20331" y="14584"/>
                  <a:pt x="25967" y="12286"/>
                  <a:pt x="31751" y="10765"/>
                </a:cubicBezTo>
                <a:cubicBezTo>
                  <a:pt x="43319" y="7721"/>
                  <a:pt x="55131" y="7690"/>
                  <a:pt x="55131" y="7690"/>
                </a:cubicBezTo>
                <a:cubicBezTo>
                  <a:pt x="55636" y="7697"/>
                  <a:pt x="56140" y="7603"/>
                  <a:pt x="56621" y="7414"/>
                </a:cubicBezTo>
                <a:cubicBezTo>
                  <a:pt x="57088" y="7224"/>
                  <a:pt x="57519" y="6942"/>
                  <a:pt x="57888" y="6583"/>
                </a:cubicBezTo>
                <a:cubicBezTo>
                  <a:pt x="58245" y="6226"/>
                  <a:pt x="58540" y="5799"/>
                  <a:pt x="58737" y="5329"/>
                </a:cubicBezTo>
                <a:cubicBezTo>
                  <a:pt x="58934" y="4860"/>
                  <a:pt x="59032" y="4355"/>
                  <a:pt x="59032" y="3845"/>
                </a:cubicBezTo>
                <a:cubicBezTo>
                  <a:pt x="59032" y="3336"/>
                  <a:pt x="58934" y="2832"/>
                  <a:pt x="58737" y="2362"/>
                </a:cubicBezTo>
                <a:cubicBezTo>
                  <a:pt x="58540" y="1891"/>
                  <a:pt x="58245" y="1465"/>
                  <a:pt x="57888" y="1107"/>
                </a:cubicBezTo>
                <a:cubicBezTo>
                  <a:pt x="57519" y="749"/>
                  <a:pt x="57088" y="467"/>
                  <a:pt x="56621" y="277"/>
                </a:cubicBezTo>
                <a:cubicBezTo>
                  <a:pt x="56140" y="88"/>
                  <a:pt x="55636" y="-7"/>
                  <a:pt x="55131" y="1"/>
                </a:cubicBezTo>
                <a:close/>
                <a:moveTo>
                  <a:pt x="85059" y="25629"/>
                </a:moveTo>
                <a:cubicBezTo>
                  <a:pt x="81761" y="25629"/>
                  <a:pt x="78648" y="26913"/>
                  <a:pt x="76310" y="29249"/>
                </a:cubicBezTo>
                <a:lnTo>
                  <a:pt x="51661" y="53896"/>
                </a:lnTo>
                <a:lnTo>
                  <a:pt x="69161" y="71389"/>
                </a:lnTo>
                <a:lnTo>
                  <a:pt x="93809" y="46747"/>
                </a:lnTo>
                <a:cubicBezTo>
                  <a:pt x="96147" y="44409"/>
                  <a:pt x="97426" y="41302"/>
                  <a:pt x="97426" y="37995"/>
                </a:cubicBezTo>
                <a:cubicBezTo>
                  <a:pt x="97426" y="34691"/>
                  <a:pt x="96147" y="31584"/>
                  <a:pt x="93809" y="29249"/>
                </a:cubicBezTo>
                <a:cubicBezTo>
                  <a:pt x="91471" y="26913"/>
                  <a:pt x="88369" y="25629"/>
                  <a:pt x="85059" y="25629"/>
                </a:cubicBezTo>
                <a:close/>
                <a:moveTo>
                  <a:pt x="46223" y="59333"/>
                </a:moveTo>
                <a:lnTo>
                  <a:pt x="29609" y="75950"/>
                </a:lnTo>
                <a:cubicBezTo>
                  <a:pt x="28773" y="76781"/>
                  <a:pt x="28157" y="77821"/>
                  <a:pt x="27838" y="78959"/>
                </a:cubicBezTo>
                <a:lnTo>
                  <a:pt x="23235" y="95065"/>
                </a:lnTo>
                <a:cubicBezTo>
                  <a:pt x="22853" y="96408"/>
                  <a:pt x="23223" y="97850"/>
                  <a:pt x="24207" y="98840"/>
                </a:cubicBezTo>
                <a:cubicBezTo>
                  <a:pt x="24945" y="99573"/>
                  <a:pt x="25917" y="99967"/>
                  <a:pt x="26927" y="99967"/>
                </a:cubicBezTo>
                <a:cubicBezTo>
                  <a:pt x="27284" y="99967"/>
                  <a:pt x="27641" y="99916"/>
                  <a:pt x="27985" y="99816"/>
                </a:cubicBezTo>
                <a:lnTo>
                  <a:pt x="44093" y="95215"/>
                </a:lnTo>
                <a:cubicBezTo>
                  <a:pt x="45237" y="94890"/>
                  <a:pt x="46272" y="94274"/>
                  <a:pt x="47096" y="93448"/>
                </a:cubicBezTo>
                <a:lnTo>
                  <a:pt x="63721" y="76826"/>
                </a:lnTo>
                <a:lnTo>
                  <a:pt x="46223" y="5933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6" name="Чёрный — SVG 57">
            <a:extLst>
              <a:ext uri="{FF2B5EF4-FFF2-40B4-BE49-F238E27FC236}">
                <a16:creationId xmlns:a16="http://schemas.microsoft.com/office/drawing/2014/main" id="{E8CE08BE-EBA9-A746-905C-AB6174425727}"/>
              </a:ext>
            </a:extLst>
          </p:cNvPr>
          <p:cNvSpPr>
            <a:spLocks noGrp="1"/>
          </p:cNvSpPr>
          <p:nvPr/>
        </p:nvSpPr>
        <p:spPr>
          <a:xfrm>
            <a:off x="1620000" y="3730000"/>
            <a:ext cx="220000" cy="220000"/>
          </a:xfrm>
          <a:custGeom>
            <a:avLst/>
            <a:gdLst>
              <a:gd name="csX0" fmla="*/ 15942 w 134762"/>
              <a:gd name="csY0" fmla="*/ 0 h 141759"/>
              <a:gd name="csX1" fmla="*/ 0 w 134762"/>
              <a:gd name="csY1" fmla="*/ 15948 h 141759"/>
              <a:gd name="csX2" fmla="*/ 0 w 134762"/>
              <a:gd name="csY2" fmla="*/ 125811 h 141759"/>
              <a:gd name="csX3" fmla="*/ 15942 w 134762"/>
              <a:gd name="csY3" fmla="*/ 141759 h 141759"/>
              <a:gd name="csX4" fmla="*/ 97470 w 134762"/>
              <a:gd name="csY4" fmla="*/ 141759 h 141759"/>
              <a:gd name="csX5" fmla="*/ 113428 w 134762"/>
              <a:gd name="csY5" fmla="*/ 125811 h 141759"/>
              <a:gd name="csX6" fmla="*/ 113428 w 134762"/>
              <a:gd name="csY6" fmla="*/ 87499 h 141759"/>
              <a:gd name="csX7" fmla="*/ 94595 w 134762"/>
              <a:gd name="csY7" fmla="*/ 106354 h 141759"/>
              <a:gd name="csX8" fmla="*/ 86837 w 134762"/>
              <a:gd name="csY8" fmla="*/ 110998 h 141759"/>
              <a:gd name="csX9" fmla="*/ 69227 w 134762"/>
              <a:gd name="csY9" fmla="*/ 116418 h 141759"/>
              <a:gd name="csX10" fmla="*/ 65570 w 134762"/>
              <a:gd name="csY10" fmla="*/ 116951 h 141759"/>
              <a:gd name="csX11" fmla="*/ 56808 w 134762"/>
              <a:gd name="csY11" fmla="*/ 113303 h 141759"/>
              <a:gd name="csX12" fmla="*/ 54375 w 134762"/>
              <a:gd name="csY12" fmla="*/ 109863 h 141759"/>
              <a:gd name="csX13" fmla="*/ 33636 w 134762"/>
              <a:gd name="csY13" fmla="*/ 109863 h 141759"/>
              <a:gd name="csX14" fmla="*/ 28327 w 134762"/>
              <a:gd name="csY14" fmla="*/ 104547 h 141759"/>
              <a:gd name="csX15" fmla="*/ 32921 w 134762"/>
              <a:gd name="csY15" fmla="*/ 99266 h 141759"/>
              <a:gd name="csX16" fmla="*/ 33636 w 134762"/>
              <a:gd name="csY16" fmla="*/ 99231 h 141759"/>
              <a:gd name="csX17" fmla="*/ 54188 w 134762"/>
              <a:gd name="csY17" fmla="*/ 99231 h 141759"/>
              <a:gd name="csX18" fmla="*/ 58560 w 134762"/>
              <a:gd name="csY18" fmla="*/ 85056 h 141759"/>
              <a:gd name="csX19" fmla="*/ 33670 w 134762"/>
              <a:gd name="csY19" fmla="*/ 85056 h 141759"/>
              <a:gd name="csX20" fmla="*/ 28361 w 134762"/>
              <a:gd name="csY20" fmla="*/ 79740 h 141759"/>
              <a:gd name="csX21" fmla="*/ 33670 w 134762"/>
              <a:gd name="csY21" fmla="*/ 74424 h 141759"/>
              <a:gd name="csX22" fmla="*/ 64872 w 134762"/>
              <a:gd name="csY22" fmla="*/ 74424 h 141759"/>
              <a:gd name="csX23" fmla="*/ 82617 w 134762"/>
              <a:gd name="csY23" fmla="*/ 56704 h 141759"/>
              <a:gd name="csX24" fmla="*/ 72664 w 134762"/>
              <a:gd name="csY24" fmla="*/ 56704 h 141759"/>
              <a:gd name="csX25" fmla="*/ 56706 w 134762"/>
              <a:gd name="csY25" fmla="*/ 40756 h 141759"/>
              <a:gd name="csX26" fmla="*/ 56706 w 134762"/>
              <a:gd name="csY26" fmla="*/ 0 h 141759"/>
              <a:gd name="csX27" fmla="*/ 15942 w 134762"/>
              <a:gd name="csY27" fmla="*/ 0 h 141759"/>
              <a:gd name="csX28" fmla="*/ 67339 w 134762"/>
              <a:gd name="csY28" fmla="*/ 3122 h 141759"/>
              <a:gd name="csX29" fmla="*/ 67339 w 134762"/>
              <a:gd name="csY29" fmla="*/ 40756 h 141759"/>
              <a:gd name="csX30" fmla="*/ 72664 w 134762"/>
              <a:gd name="csY30" fmla="*/ 46072 h 141759"/>
              <a:gd name="csX31" fmla="*/ 93251 w 134762"/>
              <a:gd name="csY31" fmla="*/ 46072 h 141759"/>
              <a:gd name="csX32" fmla="*/ 100804 w 134762"/>
              <a:gd name="csY32" fmla="*/ 38520 h 141759"/>
              <a:gd name="csX33" fmla="*/ 101842 w 134762"/>
              <a:gd name="csY33" fmla="*/ 37599 h 141759"/>
              <a:gd name="csX34" fmla="*/ 67339 w 134762"/>
              <a:gd name="csY34" fmla="*/ 3122 h 141759"/>
              <a:gd name="csX35" fmla="*/ 127465 w 134762"/>
              <a:gd name="csY35" fmla="*/ 35371 h 141759"/>
              <a:gd name="csX36" fmla="*/ 122582 w 134762"/>
              <a:gd name="csY36" fmla="*/ 37516 h 141759"/>
              <a:gd name="csX37" fmla="*/ 120540 w 134762"/>
              <a:gd name="csY37" fmla="*/ 39572 h 141759"/>
              <a:gd name="csX38" fmla="*/ 105823 w 134762"/>
              <a:gd name="csY38" fmla="*/ 43518 h 141759"/>
              <a:gd name="csX39" fmla="*/ 68785 w 134762"/>
              <a:gd name="csY39" fmla="*/ 80549 h 141759"/>
              <a:gd name="csX40" fmla="*/ 65910 w 134762"/>
              <a:gd name="csY40" fmla="*/ 85332 h 141759"/>
              <a:gd name="csX41" fmla="*/ 60500 w 134762"/>
              <a:gd name="csY41" fmla="*/ 102990 h 141759"/>
              <a:gd name="csX42" fmla="*/ 61810 w 134762"/>
              <a:gd name="csY42" fmla="*/ 108306 h 141759"/>
              <a:gd name="csX43" fmla="*/ 65570 w 134762"/>
              <a:gd name="csY43" fmla="*/ 109863 h 141759"/>
              <a:gd name="csX44" fmla="*/ 67135 w 134762"/>
              <a:gd name="csY44" fmla="*/ 109628 h 141759"/>
              <a:gd name="csX45" fmla="*/ 84778 w 134762"/>
              <a:gd name="csY45" fmla="*/ 104215 h 141759"/>
              <a:gd name="csX46" fmla="*/ 89576 w 134762"/>
              <a:gd name="csY46" fmla="*/ 101336 h 141759"/>
              <a:gd name="csX47" fmla="*/ 126869 w 134762"/>
              <a:gd name="csY47" fmla="*/ 64055 h 141759"/>
              <a:gd name="csX48" fmla="*/ 131105 w 134762"/>
              <a:gd name="csY48" fmla="*/ 52260 h 141759"/>
              <a:gd name="csX49" fmla="*/ 130578 w 134762"/>
              <a:gd name="csY49" fmla="*/ 49581 h 141759"/>
              <a:gd name="csX50" fmla="*/ 132619 w 134762"/>
              <a:gd name="csY50" fmla="*/ 47539 h 141759"/>
              <a:gd name="csX51" fmla="*/ 134627 w 134762"/>
              <a:gd name="csY51" fmla="*/ 43862 h 141759"/>
              <a:gd name="csX52" fmla="*/ 134202 w 134762"/>
              <a:gd name="csY52" fmla="*/ 39693 h 141759"/>
              <a:gd name="csX53" fmla="*/ 131497 w 134762"/>
              <a:gd name="csY53" fmla="*/ 36490 h 141759"/>
              <a:gd name="csX54" fmla="*/ 127465 w 134762"/>
              <a:gd name="csY54" fmla="*/ 35371 h 141759"/>
            </a:gdLst>
            <a:ahLst/>
            <a:cxnLst/>
            <a:rect l="l" t="t" r="r" b="b"/>
            <a:pathLst>
              <a:path w="100000" h="100000">
                <a:moveTo>
                  <a:pt x="13714" y="0"/>
                </a:moveTo>
                <a:cubicBezTo>
                  <a:pt x="7521" y="0"/>
                  <a:pt x="2468" y="5050"/>
                  <a:pt x="2468" y="11250"/>
                </a:cubicBezTo>
                <a:lnTo>
                  <a:pt x="2468" y="88750"/>
                </a:lnTo>
                <a:cubicBezTo>
                  <a:pt x="2468" y="94950"/>
                  <a:pt x="7521" y="100000"/>
                  <a:pt x="13714" y="100000"/>
                </a:cubicBezTo>
                <a:lnTo>
                  <a:pt x="71225" y="100000"/>
                </a:lnTo>
                <a:cubicBezTo>
                  <a:pt x="77430" y="100000"/>
                  <a:pt x="82483" y="94950"/>
                  <a:pt x="82483" y="88750"/>
                </a:cubicBezTo>
                <a:lnTo>
                  <a:pt x="82483" y="61724"/>
                </a:lnTo>
                <a:lnTo>
                  <a:pt x="69197" y="75025"/>
                </a:lnTo>
                <a:cubicBezTo>
                  <a:pt x="67673" y="76524"/>
                  <a:pt x="65777" y="77676"/>
                  <a:pt x="63725" y="78300"/>
                </a:cubicBezTo>
                <a:lnTo>
                  <a:pt x="51302" y="82124"/>
                </a:lnTo>
                <a:cubicBezTo>
                  <a:pt x="50451" y="82374"/>
                  <a:pt x="49575" y="82500"/>
                  <a:pt x="48722" y="82500"/>
                </a:cubicBezTo>
                <a:cubicBezTo>
                  <a:pt x="46454" y="82500"/>
                  <a:pt x="44198" y="81602"/>
                  <a:pt x="42542" y="79926"/>
                </a:cubicBezTo>
                <a:cubicBezTo>
                  <a:pt x="41821" y="79227"/>
                  <a:pt x="41245" y="78400"/>
                  <a:pt x="40825" y="77500"/>
                </a:cubicBezTo>
                <a:lnTo>
                  <a:pt x="26196" y="77500"/>
                </a:lnTo>
                <a:cubicBezTo>
                  <a:pt x="24119" y="77500"/>
                  <a:pt x="22450" y="75825"/>
                  <a:pt x="22450" y="73750"/>
                </a:cubicBezTo>
                <a:cubicBezTo>
                  <a:pt x="22450" y="71850"/>
                  <a:pt x="23867" y="70274"/>
                  <a:pt x="25691" y="70024"/>
                </a:cubicBezTo>
                <a:lnTo>
                  <a:pt x="26196" y="70000"/>
                </a:lnTo>
                <a:lnTo>
                  <a:pt x="40693" y="70000"/>
                </a:lnTo>
                <a:lnTo>
                  <a:pt x="43777" y="60000"/>
                </a:lnTo>
                <a:lnTo>
                  <a:pt x="26219" y="60000"/>
                </a:lnTo>
                <a:cubicBezTo>
                  <a:pt x="24143" y="60000"/>
                  <a:pt x="22474" y="58325"/>
                  <a:pt x="22474" y="56250"/>
                </a:cubicBezTo>
                <a:cubicBezTo>
                  <a:pt x="22474" y="54175"/>
                  <a:pt x="24143" y="52500"/>
                  <a:pt x="26219" y="52500"/>
                </a:cubicBezTo>
                <a:lnTo>
                  <a:pt x="48230" y="52500"/>
                </a:lnTo>
                <a:lnTo>
                  <a:pt x="60748" y="40000"/>
                </a:lnTo>
                <a:lnTo>
                  <a:pt x="53727" y="40000"/>
                </a:lnTo>
                <a:cubicBezTo>
                  <a:pt x="47522" y="40000"/>
                  <a:pt x="42470" y="34950"/>
                  <a:pt x="42470" y="28750"/>
                </a:cubicBezTo>
                <a:lnTo>
                  <a:pt x="42470" y="0"/>
                </a:lnTo>
                <a:lnTo>
                  <a:pt x="13714" y="0"/>
                </a:lnTo>
                <a:close/>
                <a:moveTo>
                  <a:pt x="49970" y="2202"/>
                </a:moveTo>
                <a:lnTo>
                  <a:pt x="49970" y="28750"/>
                </a:lnTo>
                <a:cubicBezTo>
                  <a:pt x="49970" y="30825"/>
                  <a:pt x="51651" y="32500"/>
                  <a:pt x="53727" y="32500"/>
                </a:cubicBezTo>
                <a:lnTo>
                  <a:pt x="68249" y="32500"/>
                </a:lnTo>
                <a:lnTo>
                  <a:pt x="73577" y="27173"/>
                </a:lnTo>
                <a:cubicBezTo>
                  <a:pt x="73806" y="26923"/>
                  <a:pt x="74058" y="26698"/>
                  <a:pt x="74310" y="26523"/>
                </a:cubicBezTo>
                <a:lnTo>
                  <a:pt x="49970" y="2202"/>
                </a:lnTo>
                <a:close/>
                <a:moveTo>
                  <a:pt x="92385" y="24952"/>
                </a:moveTo>
                <a:cubicBezTo>
                  <a:pt x="91088" y="24990"/>
                  <a:pt x="89852" y="25533"/>
                  <a:pt x="88940" y="26465"/>
                </a:cubicBezTo>
                <a:lnTo>
                  <a:pt x="87500" y="27915"/>
                </a:lnTo>
                <a:cubicBezTo>
                  <a:pt x="83935" y="26918"/>
                  <a:pt x="79927" y="27888"/>
                  <a:pt x="77118" y="30699"/>
                </a:cubicBezTo>
                <a:lnTo>
                  <a:pt x="50990" y="56821"/>
                </a:lnTo>
                <a:cubicBezTo>
                  <a:pt x="50042" y="57764"/>
                  <a:pt x="49346" y="58930"/>
                  <a:pt x="48962" y="60195"/>
                </a:cubicBezTo>
                <a:lnTo>
                  <a:pt x="45146" y="72651"/>
                </a:lnTo>
                <a:cubicBezTo>
                  <a:pt x="44738" y="73979"/>
                  <a:pt x="45086" y="75419"/>
                  <a:pt x="46070" y="76401"/>
                </a:cubicBezTo>
                <a:cubicBezTo>
                  <a:pt x="46790" y="77116"/>
                  <a:pt x="47738" y="77500"/>
                  <a:pt x="48722" y="77500"/>
                </a:cubicBezTo>
                <a:cubicBezTo>
                  <a:pt x="49094" y="77500"/>
                  <a:pt x="49467" y="77446"/>
                  <a:pt x="49826" y="77334"/>
                </a:cubicBezTo>
                <a:lnTo>
                  <a:pt x="62272" y="73516"/>
                </a:lnTo>
                <a:cubicBezTo>
                  <a:pt x="63544" y="73128"/>
                  <a:pt x="64709" y="72424"/>
                  <a:pt x="65657" y="71485"/>
                </a:cubicBezTo>
                <a:lnTo>
                  <a:pt x="91964" y="45186"/>
                </a:lnTo>
                <a:cubicBezTo>
                  <a:pt x="94160" y="42991"/>
                  <a:pt x="95241" y="39958"/>
                  <a:pt x="94952" y="36865"/>
                </a:cubicBezTo>
                <a:cubicBezTo>
                  <a:pt x="94892" y="36217"/>
                  <a:pt x="94748" y="35590"/>
                  <a:pt x="94581" y="34976"/>
                </a:cubicBezTo>
                <a:lnTo>
                  <a:pt x="96020" y="33535"/>
                </a:lnTo>
                <a:cubicBezTo>
                  <a:pt x="96741" y="32833"/>
                  <a:pt x="97233" y="31929"/>
                  <a:pt x="97437" y="30941"/>
                </a:cubicBezTo>
                <a:cubicBezTo>
                  <a:pt x="97629" y="29954"/>
                  <a:pt x="97533" y="28929"/>
                  <a:pt x="97137" y="28000"/>
                </a:cubicBezTo>
                <a:cubicBezTo>
                  <a:pt x="96741" y="27073"/>
                  <a:pt x="96081" y="26285"/>
                  <a:pt x="95229" y="25741"/>
                </a:cubicBezTo>
                <a:cubicBezTo>
                  <a:pt x="94389" y="25197"/>
                  <a:pt x="93393" y="24921"/>
                  <a:pt x="92385" y="2495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7" name="Чёрный — SVG 58">
            <a:extLst>
              <a:ext uri="{FF2B5EF4-FFF2-40B4-BE49-F238E27FC236}">
                <a16:creationId xmlns:a16="http://schemas.microsoft.com/office/drawing/2014/main" id="{B2C8B04A-7BC9-1746-98FF-F16E6B543109}"/>
              </a:ext>
            </a:extLst>
          </p:cNvPr>
          <p:cNvSpPr>
            <a:spLocks noGrp="1"/>
          </p:cNvSpPr>
          <p:nvPr/>
        </p:nvSpPr>
        <p:spPr>
          <a:xfrm>
            <a:off x="2220000" y="3730000"/>
            <a:ext cx="220000" cy="220000"/>
          </a:xfrm>
          <a:custGeom>
            <a:avLst/>
            <a:gdLst>
              <a:gd name="csX0" fmla="*/ 124266 w 170338"/>
              <a:gd name="csY0" fmla="*/ 0 h 149313"/>
              <a:gd name="csX1" fmla="*/ 120642 w 170338"/>
              <a:gd name="csY1" fmla="*/ 961 h 149313"/>
              <a:gd name="csX2" fmla="*/ 118022 w 170338"/>
              <a:gd name="csY2" fmla="*/ 3634 h 149313"/>
              <a:gd name="csX3" fmla="*/ 114620 w 170338"/>
              <a:gd name="csY3" fmla="*/ 9518 h 149313"/>
              <a:gd name="csX4" fmla="*/ 85169 w 170338"/>
              <a:gd name="csY4" fmla="*/ 14453 h 149313"/>
              <a:gd name="csX5" fmla="*/ 60738 w 170338"/>
              <a:gd name="csY5" fmla="*/ 11110 h 149313"/>
              <a:gd name="csX6" fmla="*/ 55702 w 170338"/>
              <a:gd name="csY6" fmla="*/ 9498 h 149313"/>
              <a:gd name="csX7" fmla="*/ 52316 w 170338"/>
              <a:gd name="csY7" fmla="*/ 3634 h 149313"/>
              <a:gd name="csX8" fmla="*/ 50496 w 170338"/>
              <a:gd name="csY8" fmla="*/ 1553 h 149313"/>
              <a:gd name="csX9" fmla="*/ 48012 w 170338"/>
              <a:gd name="csY9" fmla="*/ 330 h 149313"/>
              <a:gd name="csX10" fmla="*/ 45256 w 170338"/>
              <a:gd name="csY10" fmla="*/ 148 h 149313"/>
              <a:gd name="csX11" fmla="*/ 42636 w 170338"/>
              <a:gd name="csY11" fmla="*/ 1038 h 149313"/>
              <a:gd name="csX12" fmla="*/ 40560 w 170338"/>
              <a:gd name="csY12" fmla="*/ 2862 h 149313"/>
              <a:gd name="csX13" fmla="*/ 39335 w 170338"/>
              <a:gd name="csY13" fmla="*/ 5342 h 149313"/>
              <a:gd name="csX14" fmla="*/ 39148 w 170338"/>
              <a:gd name="csY14" fmla="*/ 8103 h 149313"/>
              <a:gd name="csX15" fmla="*/ 40033 w 170338"/>
              <a:gd name="csY15" fmla="*/ 10722 h 149313"/>
              <a:gd name="csX16" fmla="*/ 43435 w 170338"/>
              <a:gd name="csY16" fmla="*/ 16613 h 149313"/>
              <a:gd name="csX17" fmla="*/ 32989 w 170338"/>
              <a:gd name="csY17" fmla="*/ 44571 h 149313"/>
              <a:gd name="csX18" fmla="*/ 13985 w 170338"/>
              <a:gd name="csY18" fmla="*/ 67613 h 149313"/>
              <a:gd name="csX19" fmla="*/ 7197 w 170338"/>
              <a:gd name="csY19" fmla="*/ 67613 h 149313"/>
              <a:gd name="csX20" fmla="*/ 4441 w 170338"/>
              <a:gd name="csY20" fmla="*/ 68123 h 149313"/>
              <a:gd name="csX21" fmla="*/ 2110 w 170338"/>
              <a:gd name="csY21" fmla="*/ 69654 h 149313"/>
              <a:gd name="csX22" fmla="*/ 545 w 170338"/>
              <a:gd name="csY22" fmla="*/ 71966 h 149313"/>
              <a:gd name="csX23" fmla="*/ 0 w 170338"/>
              <a:gd name="csY23" fmla="*/ 74701 h 149313"/>
              <a:gd name="csX24" fmla="*/ 545 w 170338"/>
              <a:gd name="csY24" fmla="*/ 77436 h 149313"/>
              <a:gd name="csX25" fmla="*/ 2110 w 170338"/>
              <a:gd name="csY25" fmla="*/ 79748 h 149313"/>
              <a:gd name="csX26" fmla="*/ 4441 w 170338"/>
              <a:gd name="csY26" fmla="*/ 81278 h 149313"/>
              <a:gd name="csX27" fmla="*/ 7197 w 170338"/>
              <a:gd name="csY27" fmla="*/ 81790 h 149313"/>
              <a:gd name="csX28" fmla="*/ 13968 w 170338"/>
              <a:gd name="csY28" fmla="*/ 81790 h 149313"/>
              <a:gd name="csX29" fmla="*/ 17864 w 170338"/>
              <a:gd name="csY29" fmla="*/ 85326 h 149313"/>
              <a:gd name="csX30" fmla="*/ 32989 w 170338"/>
              <a:gd name="csY30" fmla="*/ 104818 h 149313"/>
              <a:gd name="csX31" fmla="*/ 43435 w 170338"/>
              <a:gd name="csY31" fmla="*/ 132796 h 149313"/>
              <a:gd name="csX32" fmla="*/ 40033 w 170338"/>
              <a:gd name="csY32" fmla="*/ 138680 h 149313"/>
              <a:gd name="csX33" fmla="*/ 39148 w 170338"/>
              <a:gd name="csY33" fmla="*/ 141300 h 149313"/>
              <a:gd name="csX34" fmla="*/ 39335 w 170338"/>
              <a:gd name="csY34" fmla="*/ 144059 h 149313"/>
              <a:gd name="csX35" fmla="*/ 40560 w 170338"/>
              <a:gd name="csY35" fmla="*/ 146541 h 149313"/>
              <a:gd name="csX36" fmla="*/ 42636 w 170338"/>
              <a:gd name="csY36" fmla="*/ 148364 h 149313"/>
              <a:gd name="csX37" fmla="*/ 45256 w 170338"/>
              <a:gd name="csY37" fmla="*/ 149252 h 149313"/>
              <a:gd name="csX38" fmla="*/ 48012 w 170338"/>
              <a:gd name="csY38" fmla="*/ 149072 h 149313"/>
              <a:gd name="csX39" fmla="*/ 50496 w 170338"/>
              <a:gd name="csY39" fmla="*/ 147847 h 149313"/>
              <a:gd name="csX40" fmla="*/ 52316 w 170338"/>
              <a:gd name="csY40" fmla="*/ 145767 h 149313"/>
              <a:gd name="csX41" fmla="*/ 55719 w 170338"/>
              <a:gd name="csY41" fmla="*/ 139898 h 149313"/>
              <a:gd name="csX42" fmla="*/ 60738 w 170338"/>
              <a:gd name="csY42" fmla="*/ 138285 h 149313"/>
              <a:gd name="csX43" fmla="*/ 85169 w 170338"/>
              <a:gd name="csY43" fmla="*/ 134934 h 149313"/>
              <a:gd name="csX44" fmla="*/ 114603 w 170338"/>
              <a:gd name="csY44" fmla="*/ 139871 h 149313"/>
              <a:gd name="csX45" fmla="*/ 118022 w 170338"/>
              <a:gd name="csY45" fmla="*/ 145767 h 149313"/>
              <a:gd name="csX46" fmla="*/ 119842 w 170338"/>
              <a:gd name="csY46" fmla="*/ 147847 h 149313"/>
              <a:gd name="csX47" fmla="*/ 122326 w 170338"/>
              <a:gd name="csY47" fmla="*/ 149072 h 149313"/>
              <a:gd name="csX48" fmla="*/ 125083 w 170338"/>
              <a:gd name="csY48" fmla="*/ 149252 h 149313"/>
              <a:gd name="csX49" fmla="*/ 127703 w 170338"/>
              <a:gd name="csY49" fmla="*/ 148364 h 149313"/>
              <a:gd name="csX50" fmla="*/ 129778 w 170338"/>
              <a:gd name="csY50" fmla="*/ 146541 h 149313"/>
              <a:gd name="csX51" fmla="*/ 131003 w 170338"/>
              <a:gd name="csY51" fmla="*/ 144059 h 149313"/>
              <a:gd name="csX52" fmla="*/ 131191 w 170338"/>
              <a:gd name="csY52" fmla="*/ 141300 h 149313"/>
              <a:gd name="csX53" fmla="*/ 130306 w 170338"/>
              <a:gd name="csY53" fmla="*/ 138680 h 149313"/>
              <a:gd name="csX54" fmla="*/ 126920 w 170338"/>
              <a:gd name="csY54" fmla="*/ 132816 h 149313"/>
              <a:gd name="csX55" fmla="*/ 128026 w 170338"/>
              <a:gd name="csY55" fmla="*/ 127653 h 149313"/>
              <a:gd name="csX56" fmla="*/ 137349 w 170338"/>
              <a:gd name="csY56" fmla="*/ 104818 h 149313"/>
              <a:gd name="csX57" fmla="*/ 156353 w 170338"/>
              <a:gd name="csY57" fmla="*/ 81790 h 149313"/>
              <a:gd name="csX58" fmla="*/ 163141 w 170338"/>
              <a:gd name="csY58" fmla="*/ 81790 h 149313"/>
              <a:gd name="csX59" fmla="*/ 165898 w 170338"/>
              <a:gd name="csY59" fmla="*/ 81278 h 149313"/>
              <a:gd name="csX60" fmla="*/ 168228 w 170338"/>
              <a:gd name="csY60" fmla="*/ 79748 h 149313"/>
              <a:gd name="csX61" fmla="*/ 169794 w 170338"/>
              <a:gd name="csY61" fmla="*/ 77436 h 149313"/>
              <a:gd name="csX62" fmla="*/ 170338 w 170338"/>
              <a:gd name="csY62" fmla="*/ 74701 h 149313"/>
              <a:gd name="csX63" fmla="*/ 169794 w 170338"/>
              <a:gd name="csY63" fmla="*/ 71966 h 149313"/>
              <a:gd name="csX64" fmla="*/ 168228 w 170338"/>
              <a:gd name="csY64" fmla="*/ 69654 h 149313"/>
              <a:gd name="csX65" fmla="*/ 165898 w 170338"/>
              <a:gd name="csY65" fmla="*/ 68123 h 149313"/>
              <a:gd name="csX66" fmla="*/ 163141 w 170338"/>
              <a:gd name="csY66" fmla="*/ 67613 h 149313"/>
              <a:gd name="csX67" fmla="*/ 156370 w 170338"/>
              <a:gd name="csY67" fmla="*/ 67613 h 149313"/>
              <a:gd name="csX68" fmla="*/ 137349 w 170338"/>
              <a:gd name="csY68" fmla="*/ 44571 h 149313"/>
              <a:gd name="csX69" fmla="*/ 128026 w 170338"/>
              <a:gd name="csY69" fmla="*/ 21742 h 149313"/>
              <a:gd name="csX70" fmla="*/ 126920 w 170338"/>
              <a:gd name="csY70" fmla="*/ 16584 h 149313"/>
              <a:gd name="csX71" fmla="*/ 130306 w 170338"/>
              <a:gd name="csY71" fmla="*/ 10722 h 149313"/>
              <a:gd name="csX72" fmla="*/ 131292 w 170338"/>
              <a:gd name="csY72" fmla="*/ 7181 h 149313"/>
              <a:gd name="csX73" fmla="*/ 130391 w 170338"/>
              <a:gd name="csY73" fmla="*/ 3615 h 149313"/>
              <a:gd name="csX74" fmla="*/ 127822 w 170338"/>
              <a:gd name="csY74" fmla="*/ 985 h 149313"/>
              <a:gd name="csX75" fmla="*/ 124266 w 170338"/>
              <a:gd name="csY75" fmla="*/ 0 h 149313"/>
              <a:gd name="csX76" fmla="*/ 107031 w 170338"/>
              <a:gd name="csY76" fmla="*/ 22669 h 149313"/>
              <a:gd name="csX77" fmla="*/ 98389 w 170338"/>
              <a:gd name="csY77" fmla="*/ 37634 h 149313"/>
              <a:gd name="csX78" fmla="*/ 85169 w 170338"/>
              <a:gd name="csY78" fmla="*/ 39262 h 149313"/>
              <a:gd name="csX79" fmla="*/ 71950 w 170338"/>
              <a:gd name="csY79" fmla="*/ 37634 h 149313"/>
              <a:gd name="csX80" fmla="*/ 63341 w 170338"/>
              <a:gd name="csY80" fmla="*/ 22719 h 149313"/>
              <a:gd name="csX81" fmla="*/ 85169 w 170338"/>
              <a:gd name="csY81" fmla="*/ 25085 h 149313"/>
              <a:gd name="csX82" fmla="*/ 107031 w 170338"/>
              <a:gd name="csY82" fmla="*/ 22669 h 149313"/>
              <a:gd name="csX83" fmla="*/ 51040 w 170338"/>
              <a:gd name="csY83" fmla="*/ 29758 h 149313"/>
              <a:gd name="csX84" fmla="*/ 59666 w 170338"/>
              <a:gd name="csY84" fmla="*/ 44729 h 149313"/>
              <a:gd name="csX85" fmla="*/ 54477 w 170338"/>
              <a:gd name="csY85" fmla="*/ 56981 h 149313"/>
              <a:gd name="csX86" fmla="*/ 46464 w 170338"/>
              <a:gd name="csY86" fmla="*/ 67613 h 149313"/>
              <a:gd name="csX87" fmla="*/ 29161 w 170338"/>
              <a:gd name="csY87" fmla="*/ 67613 h 149313"/>
              <a:gd name="csX88" fmla="*/ 42193 w 170338"/>
              <a:gd name="csY88" fmla="*/ 49887 h 149313"/>
              <a:gd name="csX89" fmla="*/ 51040 w 170338"/>
              <a:gd name="csY89" fmla="*/ 29758 h 149313"/>
              <a:gd name="csX90" fmla="*/ 119281 w 170338"/>
              <a:gd name="csY90" fmla="*/ 29812 h 149313"/>
              <a:gd name="csX91" fmla="*/ 128145 w 170338"/>
              <a:gd name="csY91" fmla="*/ 49887 h 149313"/>
              <a:gd name="csX92" fmla="*/ 141092 w 170338"/>
              <a:gd name="csY92" fmla="*/ 67613 h 149313"/>
              <a:gd name="csX93" fmla="*/ 123875 w 170338"/>
              <a:gd name="csY93" fmla="*/ 67613 h 149313"/>
              <a:gd name="csX94" fmla="*/ 115861 w 170338"/>
              <a:gd name="csY94" fmla="*/ 56981 h 149313"/>
              <a:gd name="csX95" fmla="*/ 110672 w 170338"/>
              <a:gd name="csY95" fmla="*/ 44729 h 149313"/>
              <a:gd name="csX96" fmla="*/ 119281 w 170338"/>
              <a:gd name="csY96" fmla="*/ 29812 h 149313"/>
              <a:gd name="csX97" fmla="*/ 78823 w 170338"/>
              <a:gd name="csY97" fmla="*/ 49533 h 149313"/>
              <a:gd name="csX98" fmla="*/ 85169 w 170338"/>
              <a:gd name="csY98" fmla="*/ 49894 h 149313"/>
              <a:gd name="csX99" fmla="*/ 91515 w 170338"/>
              <a:gd name="csY99" fmla="*/ 49533 h 149313"/>
              <a:gd name="csX100" fmla="*/ 85169 w 170338"/>
              <a:gd name="csY100" fmla="*/ 60526 h 149313"/>
              <a:gd name="csX101" fmla="*/ 78823 w 170338"/>
              <a:gd name="csY101" fmla="*/ 49533 h 149313"/>
              <a:gd name="csX102" fmla="*/ 66540 w 170338"/>
              <a:gd name="csY102" fmla="*/ 56622 h 149313"/>
              <a:gd name="csX103" fmla="*/ 72886 w 170338"/>
              <a:gd name="csY103" fmla="*/ 67613 h 149313"/>
              <a:gd name="csX104" fmla="*/ 60193 w 170338"/>
              <a:gd name="csY104" fmla="*/ 67613 h 149313"/>
              <a:gd name="csX105" fmla="*/ 63681 w 170338"/>
              <a:gd name="csY105" fmla="*/ 62297 h 149313"/>
              <a:gd name="csX106" fmla="*/ 66540 w 170338"/>
              <a:gd name="csY106" fmla="*/ 56622 h 149313"/>
              <a:gd name="csX107" fmla="*/ 103799 w 170338"/>
              <a:gd name="csY107" fmla="*/ 56622 h 149313"/>
              <a:gd name="csX108" fmla="*/ 106657 w 170338"/>
              <a:gd name="csY108" fmla="*/ 62297 h 149313"/>
              <a:gd name="csX109" fmla="*/ 110145 w 170338"/>
              <a:gd name="csY109" fmla="*/ 67613 h 149313"/>
              <a:gd name="csX110" fmla="*/ 97453 w 170338"/>
              <a:gd name="csY110" fmla="*/ 67613 h 149313"/>
              <a:gd name="csX111" fmla="*/ 103799 w 170338"/>
              <a:gd name="csY111" fmla="*/ 56622 h 149313"/>
              <a:gd name="csX112" fmla="*/ 29229 w 170338"/>
              <a:gd name="csY112" fmla="*/ 81790 h 149313"/>
              <a:gd name="csX113" fmla="*/ 46464 w 170338"/>
              <a:gd name="csY113" fmla="*/ 81790 h 149313"/>
              <a:gd name="csX114" fmla="*/ 54477 w 170338"/>
              <a:gd name="csY114" fmla="*/ 92422 h 149313"/>
              <a:gd name="csX115" fmla="*/ 59666 w 170338"/>
              <a:gd name="csY115" fmla="*/ 104673 h 149313"/>
              <a:gd name="csX116" fmla="*/ 51040 w 170338"/>
              <a:gd name="csY116" fmla="*/ 119644 h 149313"/>
              <a:gd name="csX117" fmla="*/ 42193 w 170338"/>
              <a:gd name="csY117" fmla="*/ 99502 h 149313"/>
              <a:gd name="csX118" fmla="*/ 29229 w 170338"/>
              <a:gd name="csY118" fmla="*/ 81790 h 149313"/>
              <a:gd name="csX119" fmla="*/ 60193 w 170338"/>
              <a:gd name="csY119" fmla="*/ 81790 h 149313"/>
              <a:gd name="csX120" fmla="*/ 72886 w 170338"/>
              <a:gd name="csY120" fmla="*/ 81790 h 149313"/>
              <a:gd name="csX121" fmla="*/ 66540 w 170338"/>
              <a:gd name="csY121" fmla="*/ 92780 h 149313"/>
              <a:gd name="csX122" fmla="*/ 63681 w 170338"/>
              <a:gd name="csY122" fmla="*/ 87106 h 149313"/>
              <a:gd name="csX123" fmla="*/ 60193 w 170338"/>
              <a:gd name="csY123" fmla="*/ 81790 h 149313"/>
              <a:gd name="csX124" fmla="*/ 97453 w 170338"/>
              <a:gd name="csY124" fmla="*/ 81790 h 149313"/>
              <a:gd name="csX125" fmla="*/ 110145 w 170338"/>
              <a:gd name="csY125" fmla="*/ 81790 h 149313"/>
              <a:gd name="csX126" fmla="*/ 106657 w 170338"/>
              <a:gd name="csY126" fmla="*/ 87106 h 149313"/>
              <a:gd name="csX127" fmla="*/ 103799 w 170338"/>
              <a:gd name="csY127" fmla="*/ 92780 h 149313"/>
              <a:gd name="csX128" fmla="*/ 97453 w 170338"/>
              <a:gd name="csY128" fmla="*/ 81790 h 149313"/>
              <a:gd name="csX129" fmla="*/ 123875 w 170338"/>
              <a:gd name="csY129" fmla="*/ 81790 h 149313"/>
              <a:gd name="csX130" fmla="*/ 141075 w 170338"/>
              <a:gd name="csY130" fmla="*/ 81790 h 149313"/>
              <a:gd name="csX131" fmla="*/ 128145 w 170338"/>
              <a:gd name="csY131" fmla="*/ 99502 h 149313"/>
              <a:gd name="csX132" fmla="*/ 119281 w 170338"/>
              <a:gd name="csY132" fmla="*/ 119588 h 149313"/>
              <a:gd name="csX133" fmla="*/ 110672 w 170338"/>
              <a:gd name="csY133" fmla="*/ 104673 h 149313"/>
              <a:gd name="csX134" fmla="*/ 115861 w 170338"/>
              <a:gd name="csY134" fmla="*/ 92422 h 149313"/>
              <a:gd name="csX135" fmla="*/ 123875 w 170338"/>
              <a:gd name="csY135" fmla="*/ 81790 h 149313"/>
              <a:gd name="csX136" fmla="*/ 85169 w 170338"/>
              <a:gd name="csY136" fmla="*/ 88876 h 149313"/>
              <a:gd name="csX137" fmla="*/ 91515 w 170338"/>
              <a:gd name="csY137" fmla="*/ 99869 h 149313"/>
              <a:gd name="csX138" fmla="*/ 85169 w 170338"/>
              <a:gd name="csY138" fmla="*/ 99508 h 149313"/>
              <a:gd name="csX139" fmla="*/ 78823 w 170338"/>
              <a:gd name="csY139" fmla="*/ 99869 h 149313"/>
              <a:gd name="csX140" fmla="*/ 85169 w 170338"/>
              <a:gd name="csY140" fmla="*/ 88876 h 149313"/>
              <a:gd name="csX141" fmla="*/ 85169 w 170338"/>
              <a:gd name="csY141" fmla="*/ 110140 h 149313"/>
              <a:gd name="csX142" fmla="*/ 98389 w 170338"/>
              <a:gd name="csY142" fmla="*/ 111767 h 149313"/>
              <a:gd name="csX143" fmla="*/ 107014 w 170338"/>
              <a:gd name="csY143" fmla="*/ 126719 h 149313"/>
              <a:gd name="csX144" fmla="*/ 85169 w 170338"/>
              <a:gd name="csY144" fmla="*/ 124302 h 149313"/>
              <a:gd name="csX145" fmla="*/ 63341 w 170338"/>
              <a:gd name="csY145" fmla="*/ 126670 h 149313"/>
              <a:gd name="csX146" fmla="*/ 71950 w 170338"/>
              <a:gd name="csY146" fmla="*/ 111767 h 149313"/>
              <a:gd name="csX147" fmla="*/ 85169 w 170338"/>
              <a:gd name="csY147" fmla="*/ 110140 h 149313"/>
            </a:gdLst>
            <a:ahLst/>
            <a:cxnLst/>
            <a:rect l="l" t="t" r="r" b="b"/>
            <a:pathLst>
              <a:path w="100000" h="100000">
                <a:moveTo>
                  <a:pt x="72953" y="6172"/>
                </a:moveTo>
                <a:cubicBezTo>
                  <a:pt x="72204" y="6166"/>
                  <a:pt x="71474" y="6361"/>
                  <a:pt x="70825" y="6736"/>
                </a:cubicBezTo>
                <a:cubicBezTo>
                  <a:pt x="70176" y="7110"/>
                  <a:pt x="69646" y="7653"/>
                  <a:pt x="69287" y="8305"/>
                </a:cubicBezTo>
                <a:lnTo>
                  <a:pt x="67290" y="11759"/>
                </a:lnTo>
                <a:cubicBezTo>
                  <a:pt x="64133" y="12896"/>
                  <a:pt x="58011" y="14656"/>
                  <a:pt x="50000" y="14656"/>
                </a:cubicBezTo>
                <a:cubicBezTo>
                  <a:pt x="44107" y="14656"/>
                  <a:pt x="39123" y="13673"/>
                  <a:pt x="35657" y="12694"/>
                </a:cubicBezTo>
                <a:cubicBezTo>
                  <a:pt x="34459" y="12357"/>
                  <a:pt x="33520" y="12040"/>
                  <a:pt x="32701" y="11748"/>
                </a:cubicBezTo>
                <a:lnTo>
                  <a:pt x="30713" y="8305"/>
                </a:lnTo>
                <a:cubicBezTo>
                  <a:pt x="30444" y="7831"/>
                  <a:pt x="30074" y="7417"/>
                  <a:pt x="29645" y="7083"/>
                </a:cubicBezTo>
                <a:cubicBezTo>
                  <a:pt x="29215" y="6751"/>
                  <a:pt x="28716" y="6507"/>
                  <a:pt x="28186" y="6365"/>
                </a:cubicBezTo>
                <a:cubicBezTo>
                  <a:pt x="27657" y="6224"/>
                  <a:pt x="27107" y="6187"/>
                  <a:pt x="26568" y="6258"/>
                </a:cubicBezTo>
                <a:cubicBezTo>
                  <a:pt x="26029" y="6331"/>
                  <a:pt x="25499" y="6507"/>
                  <a:pt x="25030" y="6781"/>
                </a:cubicBezTo>
                <a:cubicBezTo>
                  <a:pt x="24551" y="7055"/>
                  <a:pt x="24141" y="7418"/>
                  <a:pt x="23811" y="7852"/>
                </a:cubicBezTo>
                <a:cubicBezTo>
                  <a:pt x="23472" y="8285"/>
                  <a:pt x="23232" y="8780"/>
                  <a:pt x="23092" y="9308"/>
                </a:cubicBezTo>
                <a:cubicBezTo>
                  <a:pt x="22953" y="9836"/>
                  <a:pt x="22913" y="10387"/>
                  <a:pt x="22983" y="10929"/>
                </a:cubicBezTo>
                <a:cubicBezTo>
                  <a:pt x="23052" y="11470"/>
                  <a:pt x="23232" y="11993"/>
                  <a:pt x="23502" y="12466"/>
                </a:cubicBezTo>
                <a:lnTo>
                  <a:pt x="25499" y="15925"/>
                </a:lnTo>
                <a:cubicBezTo>
                  <a:pt x="24910" y="19221"/>
                  <a:pt x="23372" y="25401"/>
                  <a:pt x="19367" y="32338"/>
                </a:cubicBezTo>
                <a:cubicBezTo>
                  <a:pt x="15361" y="39282"/>
                  <a:pt x="10767" y="43708"/>
                  <a:pt x="8210" y="45865"/>
                </a:cubicBezTo>
                <a:lnTo>
                  <a:pt x="4225" y="45865"/>
                </a:lnTo>
                <a:cubicBezTo>
                  <a:pt x="3666" y="45857"/>
                  <a:pt x="3126" y="45958"/>
                  <a:pt x="2607" y="46164"/>
                </a:cubicBezTo>
                <a:cubicBezTo>
                  <a:pt x="2098" y="46370"/>
                  <a:pt x="1628" y="46676"/>
                  <a:pt x="1239" y="47063"/>
                </a:cubicBezTo>
                <a:cubicBezTo>
                  <a:pt x="849" y="47449"/>
                  <a:pt x="540" y="47911"/>
                  <a:pt x="320" y="48420"/>
                </a:cubicBezTo>
                <a:cubicBezTo>
                  <a:pt x="110" y="48929"/>
                  <a:pt x="0" y="49475"/>
                  <a:pt x="0" y="50026"/>
                </a:cubicBezTo>
                <a:cubicBezTo>
                  <a:pt x="0" y="50577"/>
                  <a:pt x="110" y="51124"/>
                  <a:pt x="320" y="51632"/>
                </a:cubicBezTo>
                <a:cubicBezTo>
                  <a:pt x="540" y="52141"/>
                  <a:pt x="849" y="52603"/>
                  <a:pt x="1239" y="52989"/>
                </a:cubicBezTo>
                <a:cubicBezTo>
                  <a:pt x="1628" y="53377"/>
                  <a:pt x="2098" y="53682"/>
                  <a:pt x="2607" y="53887"/>
                </a:cubicBezTo>
                <a:cubicBezTo>
                  <a:pt x="3126" y="54093"/>
                  <a:pt x="3666" y="54195"/>
                  <a:pt x="4225" y="54188"/>
                </a:cubicBezTo>
                <a:lnTo>
                  <a:pt x="8200" y="54188"/>
                </a:lnTo>
                <a:cubicBezTo>
                  <a:pt x="8859" y="54745"/>
                  <a:pt x="9609" y="55400"/>
                  <a:pt x="10487" y="56264"/>
                </a:cubicBezTo>
                <a:cubicBezTo>
                  <a:pt x="13075" y="58783"/>
                  <a:pt x="16420" y="62601"/>
                  <a:pt x="19367" y="67707"/>
                </a:cubicBezTo>
                <a:cubicBezTo>
                  <a:pt x="23372" y="74650"/>
                  <a:pt x="24910" y="80836"/>
                  <a:pt x="25499" y="84132"/>
                </a:cubicBezTo>
                <a:lnTo>
                  <a:pt x="23502" y="87586"/>
                </a:lnTo>
                <a:cubicBezTo>
                  <a:pt x="23232" y="88059"/>
                  <a:pt x="23052" y="88582"/>
                  <a:pt x="22983" y="89124"/>
                </a:cubicBezTo>
                <a:cubicBezTo>
                  <a:pt x="22913" y="89666"/>
                  <a:pt x="22953" y="90217"/>
                  <a:pt x="23092" y="90744"/>
                </a:cubicBezTo>
                <a:cubicBezTo>
                  <a:pt x="23232" y="91272"/>
                  <a:pt x="23472" y="91767"/>
                  <a:pt x="23811" y="92201"/>
                </a:cubicBezTo>
                <a:cubicBezTo>
                  <a:pt x="24141" y="92634"/>
                  <a:pt x="24551" y="92998"/>
                  <a:pt x="25030" y="93271"/>
                </a:cubicBezTo>
                <a:cubicBezTo>
                  <a:pt x="25499" y="93545"/>
                  <a:pt x="26029" y="93722"/>
                  <a:pt x="26568" y="93793"/>
                </a:cubicBezTo>
                <a:cubicBezTo>
                  <a:pt x="27107" y="93865"/>
                  <a:pt x="27657" y="93828"/>
                  <a:pt x="28186" y="93687"/>
                </a:cubicBezTo>
                <a:cubicBezTo>
                  <a:pt x="28716" y="93545"/>
                  <a:pt x="29215" y="93301"/>
                  <a:pt x="29645" y="92968"/>
                </a:cubicBezTo>
                <a:cubicBezTo>
                  <a:pt x="30074" y="92636"/>
                  <a:pt x="30444" y="92221"/>
                  <a:pt x="30713" y="91747"/>
                </a:cubicBezTo>
                <a:lnTo>
                  <a:pt x="32711" y="88301"/>
                </a:lnTo>
                <a:cubicBezTo>
                  <a:pt x="33520" y="88008"/>
                  <a:pt x="34459" y="87690"/>
                  <a:pt x="35657" y="87354"/>
                </a:cubicBezTo>
                <a:cubicBezTo>
                  <a:pt x="39123" y="86376"/>
                  <a:pt x="44107" y="85387"/>
                  <a:pt x="50000" y="85387"/>
                </a:cubicBezTo>
                <a:cubicBezTo>
                  <a:pt x="58011" y="85387"/>
                  <a:pt x="64133" y="87146"/>
                  <a:pt x="67280" y="88285"/>
                </a:cubicBezTo>
                <a:lnTo>
                  <a:pt x="69287" y="91747"/>
                </a:lnTo>
                <a:cubicBezTo>
                  <a:pt x="69556" y="92221"/>
                  <a:pt x="69916" y="92636"/>
                  <a:pt x="70355" y="92968"/>
                </a:cubicBezTo>
                <a:cubicBezTo>
                  <a:pt x="70785" y="93301"/>
                  <a:pt x="71285" y="93545"/>
                  <a:pt x="71814" y="93687"/>
                </a:cubicBezTo>
                <a:cubicBezTo>
                  <a:pt x="72343" y="93828"/>
                  <a:pt x="72893" y="93865"/>
                  <a:pt x="73432" y="93793"/>
                </a:cubicBezTo>
                <a:cubicBezTo>
                  <a:pt x="73971" y="93722"/>
                  <a:pt x="74501" y="93545"/>
                  <a:pt x="74970" y="93271"/>
                </a:cubicBezTo>
                <a:cubicBezTo>
                  <a:pt x="75439" y="92998"/>
                  <a:pt x="75859" y="92634"/>
                  <a:pt x="76189" y="92201"/>
                </a:cubicBezTo>
                <a:cubicBezTo>
                  <a:pt x="76528" y="91767"/>
                  <a:pt x="76768" y="91272"/>
                  <a:pt x="76908" y="90744"/>
                </a:cubicBezTo>
                <a:cubicBezTo>
                  <a:pt x="77047" y="90217"/>
                  <a:pt x="77087" y="89666"/>
                  <a:pt x="77018" y="89124"/>
                </a:cubicBezTo>
                <a:cubicBezTo>
                  <a:pt x="76948" y="88582"/>
                  <a:pt x="76768" y="88059"/>
                  <a:pt x="76498" y="87586"/>
                </a:cubicBezTo>
                <a:lnTo>
                  <a:pt x="74511" y="84144"/>
                </a:lnTo>
                <a:cubicBezTo>
                  <a:pt x="74660" y="83292"/>
                  <a:pt x="74850" y="82317"/>
                  <a:pt x="75160" y="81113"/>
                </a:cubicBezTo>
                <a:cubicBezTo>
                  <a:pt x="76049" y="77615"/>
                  <a:pt x="77687" y="72812"/>
                  <a:pt x="80633" y="67707"/>
                </a:cubicBezTo>
                <a:cubicBezTo>
                  <a:pt x="84639" y="60768"/>
                  <a:pt x="89223" y="56346"/>
                  <a:pt x="91790" y="54188"/>
                </a:cubicBezTo>
                <a:lnTo>
                  <a:pt x="95775" y="54188"/>
                </a:lnTo>
                <a:cubicBezTo>
                  <a:pt x="96324" y="54195"/>
                  <a:pt x="96874" y="54093"/>
                  <a:pt x="97393" y="53887"/>
                </a:cubicBezTo>
                <a:cubicBezTo>
                  <a:pt x="97902" y="53682"/>
                  <a:pt x="98362" y="53377"/>
                  <a:pt x="98761" y="52989"/>
                </a:cubicBezTo>
                <a:cubicBezTo>
                  <a:pt x="99151" y="52603"/>
                  <a:pt x="99461" y="52141"/>
                  <a:pt x="99681" y="51632"/>
                </a:cubicBezTo>
                <a:cubicBezTo>
                  <a:pt x="99890" y="51124"/>
                  <a:pt x="100000" y="50577"/>
                  <a:pt x="100000" y="50026"/>
                </a:cubicBezTo>
                <a:cubicBezTo>
                  <a:pt x="100000" y="49475"/>
                  <a:pt x="99890" y="48929"/>
                  <a:pt x="99681" y="48420"/>
                </a:cubicBezTo>
                <a:cubicBezTo>
                  <a:pt x="99461" y="47911"/>
                  <a:pt x="99151" y="47449"/>
                  <a:pt x="98761" y="47063"/>
                </a:cubicBezTo>
                <a:cubicBezTo>
                  <a:pt x="98362" y="46676"/>
                  <a:pt x="97902" y="46370"/>
                  <a:pt x="97393" y="46164"/>
                </a:cubicBezTo>
                <a:cubicBezTo>
                  <a:pt x="96874" y="45958"/>
                  <a:pt x="96324" y="45857"/>
                  <a:pt x="95775" y="45865"/>
                </a:cubicBezTo>
                <a:lnTo>
                  <a:pt x="91800" y="45865"/>
                </a:lnTo>
                <a:cubicBezTo>
                  <a:pt x="89233" y="43708"/>
                  <a:pt x="84649" y="39283"/>
                  <a:pt x="80633" y="32338"/>
                </a:cubicBezTo>
                <a:cubicBezTo>
                  <a:pt x="77687" y="27231"/>
                  <a:pt x="76049" y="22433"/>
                  <a:pt x="75160" y="18936"/>
                </a:cubicBezTo>
                <a:cubicBezTo>
                  <a:pt x="74850" y="17733"/>
                  <a:pt x="74660" y="16759"/>
                  <a:pt x="74511" y="15907"/>
                </a:cubicBezTo>
                <a:lnTo>
                  <a:pt x="76498" y="12466"/>
                </a:lnTo>
                <a:cubicBezTo>
                  <a:pt x="76868" y="11837"/>
                  <a:pt x="77067" y="11120"/>
                  <a:pt x="77077" y="10387"/>
                </a:cubicBezTo>
                <a:cubicBezTo>
                  <a:pt x="77087" y="9654"/>
                  <a:pt x="76908" y="8932"/>
                  <a:pt x="76548" y="8294"/>
                </a:cubicBezTo>
                <a:cubicBezTo>
                  <a:pt x="76189" y="7654"/>
                  <a:pt x="75670" y="7123"/>
                  <a:pt x="75040" y="6750"/>
                </a:cubicBezTo>
                <a:cubicBezTo>
                  <a:pt x="74401" y="6378"/>
                  <a:pt x="73682" y="6177"/>
                  <a:pt x="72953" y="6172"/>
                </a:cubicBezTo>
                <a:close/>
                <a:moveTo>
                  <a:pt x="62834" y="19480"/>
                </a:moveTo>
                <a:lnTo>
                  <a:pt x="57761" y="28265"/>
                </a:lnTo>
                <a:cubicBezTo>
                  <a:pt x="56162" y="28723"/>
                  <a:pt x="53686" y="29221"/>
                  <a:pt x="50000" y="29221"/>
                </a:cubicBezTo>
                <a:cubicBezTo>
                  <a:pt x="46314" y="29221"/>
                  <a:pt x="43838" y="28721"/>
                  <a:pt x="42240" y="28265"/>
                </a:cubicBezTo>
                <a:lnTo>
                  <a:pt x="37185" y="19509"/>
                </a:lnTo>
                <a:cubicBezTo>
                  <a:pt x="40701" y="20283"/>
                  <a:pt x="45056" y="20898"/>
                  <a:pt x="50000" y="20898"/>
                </a:cubicBezTo>
                <a:cubicBezTo>
                  <a:pt x="55393" y="20898"/>
                  <a:pt x="59519" y="20260"/>
                  <a:pt x="62834" y="19480"/>
                </a:cubicBezTo>
                <a:close/>
                <a:moveTo>
                  <a:pt x="29964" y="23642"/>
                </a:moveTo>
                <a:lnTo>
                  <a:pt x="35028" y="32431"/>
                </a:lnTo>
                <a:cubicBezTo>
                  <a:pt x="34628" y="34041"/>
                  <a:pt x="33820" y="36436"/>
                  <a:pt x="31982" y="39623"/>
                </a:cubicBezTo>
                <a:cubicBezTo>
                  <a:pt x="30104" y="42874"/>
                  <a:pt x="28436" y="44746"/>
                  <a:pt x="27278" y="45865"/>
                </a:cubicBezTo>
                <a:lnTo>
                  <a:pt x="17119" y="45865"/>
                </a:lnTo>
                <a:cubicBezTo>
                  <a:pt x="19457" y="43389"/>
                  <a:pt x="22074" y="40131"/>
                  <a:pt x="24770" y="35459"/>
                </a:cubicBezTo>
                <a:cubicBezTo>
                  <a:pt x="27467" y="30791"/>
                  <a:pt x="28985" y="26896"/>
                  <a:pt x="29964" y="23642"/>
                </a:cubicBezTo>
                <a:close/>
                <a:moveTo>
                  <a:pt x="70026" y="23673"/>
                </a:moveTo>
                <a:cubicBezTo>
                  <a:pt x="71114" y="27106"/>
                  <a:pt x="72753" y="31179"/>
                  <a:pt x="75230" y="35459"/>
                </a:cubicBezTo>
                <a:cubicBezTo>
                  <a:pt x="77897" y="40081"/>
                  <a:pt x="80523" y="43398"/>
                  <a:pt x="82831" y="45865"/>
                </a:cubicBezTo>
                <a:lnTo>
                  <a:pt x="72723" y="45865"/>
                </a:lnTo>
                <a:cubicBezTo>
                  <a:pt x="71534" y="44710"/>
                  <a:pt x="69866" y="42813"/>
                  <a:pt x="68018" y="39623"/>
                </a:cubicBezTo>
                <a:cubicBezTo>
                  <a:pt x="66181" y="36431"/>
                  <a:pt x="65372" y="34038"/>
                  <a:pt x="64972" y="32431"/>
                </a:cubicBezTo>
                <a:lnTo>
                  <a:pt x="70026" y="23673"/>
                </a:lnTo>
                <a:close/>
                <a:moveTo>
                  <a:pt x="46274" y="35251"/>
                </a:moveTo>
                <a:cubicBezTo>
                  <a:pt x="47433" y="35372"/>
                  <a:pt x="48652" y="35463"/>
                  <a:pt x="50000" y="35463"/>
                </a:cubicBezTo>
                <a:cubicBezTo>
                  <a:pt x="51348" y="35463"/>
                  <a:pt x="52567" y="35372"/>
                  <a:pt x="53726" y="35251"/>
                </a:cubicBezTo>
                <a:lnTo>
                  <a:pt x="50000" y="41704"/>
                </a:lnTo>
                <a:lnTo>
                  <a:pt x="46274" y="35251"/>
                </a:lnTo>
                <a:close/>
                <a:moveTo>
                  <a:pt x="39064" y="39413"/>
                </a:moveTo>
                <a:lnTo>
                  <a:pt x="42789" y="45865"/>
                </a:lnTo>
                <a:lnTo>
                  <a:pt x="35337" y="45865"/>
                </a:lnTo>
                <a:cubicBezTo>
                  <a:pt x="36027" y="44925"/>
                  <a:pt x="36706" y="43914"/>
                  <a:pt x="37385" y="42744"/>
                </a:cubicBezTo>
                <a:cubicBezTo>
                  <a:pt x="38064" y="41575"/>
                  <a:pt x="38594" y="40473"/>
                  <a:pt x="39064" y="39413"/>
                </a:cubicBezTo>
                <a:close/>
                <a:moveTo>
                  <a:pt x="60937" y="39413"/>
                </a:moveTo>
                <a:cubicBezTo>
                  <a:pt x="61406" y="40473"/>
                  <a:pt x="61936" y="41575"/>
                  <a:pt x="62615" y="42744"/>
                </a:cubicBezTo>
                <a:cubicBezTo>
                  <a:pt x="63294" y="43914"/>
                  <a:pt x="63973" y="44925"/>
                  <a:pt x="64663" y="45865"/>
                </a:cubicBezTo>
                <a:lnTo>
                  <a:pt x="57212" y="45865"/>
                </a:lnTo>
                <a:lnTo>
                  <a:pt x="60937" y="39413"/>
                </a:lnTo>
                <a:close/>
                <a:moveTo>
                  <a:pt x="17159" y="54188"/>
                </a:moveTo>
                <a:lnTo>
                  <a:pt x="27278" y="54188"/>
                </a:lnTo>
                <a:cubicBezTo>
                  <a:pt x="28436" y="55303"/>
                  <a:pt x="30104" y="57174"/>
                  <a:pt x="31982" y="60430"/>
                </a:cubicBezTo>
                <a:cubicBezTo>
                  <a:pt x="33820" y="63621"/>
                  <a:pt x="34628" y="66013"/>
                  <a:pt x="35028" y="67622"/>
                </a:cubicBezTo>
                <a:lnTo>
                  <a:pt x="29964" y="76411"/>
                </a:lnTo>
                <a:cubicBezTo>
                  <a:pt x="28985" y="73155"/>
                  <a:pt x="27467" y="69257"/>
                  <a:pt x="24770" y="64586"/>
                </a:cubicBezTo>
                <a:cubicBezTo>
                  <a:pt x="22303" y="60305"/>
                  <a:pt x="19586" y="56846"/>
                  <a:pt x="17159" y="54188"/>
                </a:cubicBezTo>
                <a:close/>
                <a:moveTo>
                  <a:pt x="35337" y="54188"/>
                </a:moveTo>
                <a:lnTo>
                  <a:pt x="42789" y="54188"/>
                </a:lnTo>
                <a:lnTo>
                  <a:pt x="39064" y="60640"/>
                </a:lnTo>
                <a:cubicBezTo>
                  <a:pt x="38594" y="59579"/>
                  <a:pt x="38064" y="58477"/>
                  <a:pt x="37385" y="57309"/>
                </a:cubicBezTo>
                <a:cubicBezTo>
                  <a:pt x="36706" y="56139"/>
                  <a:pt x="36027" y="55127"/>
                  <a:pt x="35337" y="54188"/>
                </a:cubicBezTo>
                <a:close/>
                <a:moveTo>
                  <a:pt x="57212" y="54188"/>
                </a:moveTo>
                <a:lnTo>
                  <a:pt x="64663" y="54188"/>
                </a:lnTo>
                <a:cubicBezTo>
                  <a:pt x="63973" y="55127"/>
                  <a:pt x="63294" y="56139"/>
                  <a:pt x="62615" y="57309"/>
                </a:cubicBezTo>
                <a:cubicBezTo>
                  <a:pt x="61936" y="58477"/>
                  <a:pt x="61406" y="59579"/>
                  <a:pt x="60937" y="60640"/>
                </a:cubicBezTo>
                <a:lnTo>
                  <a:pt x="57212" y="54188"/>
                </a:lnTo>
                <a:close/>
                <a:moveTo>
                  <a:pt x="72723" y="54188"/>
                </a:moveTo>
                <a:lnTo>
                  <a:pt x="82821" y="54188"/>
                </a:lnTo>
                <a:cubicBezTo>
                  <a:pt x="80513" y="56654"/>
                  <a:pt x="77887" y="59970"/>
                  <a:pt x="75230" y="64586"/>
                </a:cubicBezTo>
                <a:cubicBezTo>
                  <a:pt x="72753" y="68868"/>
                  <a:pt x="71114" y="72945"/>
                  <a:pt x="70026" y="76378"/>
                </a:cubicBezTo>
                <a:lnTo>
                  <a:pt x="64972" y="67622"/>
                </a:lnTo>
                <a:cubicBezTo>
                  <a:pt x="65372" y="66010"/>
                  <a:pt x="66181" y="63616"/>
                  <a:pt x="68018" y="60430"/>
                </a:cubicBezTo>
                <a:cubicBezTo>
                  <a:pt x="69866" y="57234"/>
                  <a:pt x="71534" y="55339"/>
                  <a:pt x="72723" y="54188"/>
                </a:cubicBezTo>
                <a:close/>
                <a:moveTo>
                  <a:pt x="50000" y="58348"/>
                </a:moveTo>
                <a:lnTo>
                  <a:pt x="53726" y="64801"/>
                </a:lnTo>
                <a:cubicBezTo>
                  <a:pt x="52567" y="64681"/>
                  <a:pt x="51348" y="64590"/>
                  <a:pt x="50000" y="64590"/>
                </a:cubicBezTo>
                <a:cubicBezTo>
                  <a:pt x="48652" y="64590"/>
                  <a:pt x="47433" y="64681"/>
                  <a:pt x="46274" y="64801"/>
                </a:cubicBezTo>
                <a:lnTo>
                  <a:pt x="50000" y="58348"/>
                </a:lnTo>
                <a:close/>
                <a:moveTo>
                  <a:pt x="50000" y="70831"/>
                </a:moveTo>
                <a:cubicBezTo>
                  <a:pt x="53686" y="70831"/>
                  <a:pt x="56162" y="71331"/>
                  <a:pt x="57761" y="71786"/>
                </a:cubicBezTo>
                <a:lnTo>
                  <a:pt x="62825" y="80564"/>
                </a:lnTo>
                <a:cubicBezTo>
                  <a:pt x="59519" y="79785"/>
                  <a:pt x="55383" y="79145"/>
                  <a:pt x="50000" y="79145"/>
                </a:cubicBezTo>
                <a:cubicBezTo>
                  <a:pt x="45056" y="79145"/>
                  <a:pt x="40711" y="79762"/>
                  <a:pt x="37185" y="80535"/>
                </a:cubicBezTo>
                <a:lnTo>
                  <a:pt x="42240" y="71786"/>
                </a:lnTo>
                <a:cubicBezTo>
                  <a:pt x="43838" y="71330"/>
                  <a:pt x="46314" y="70831"/>
                  <a:pt x="50000" y="7083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8" name="Чёрный — SVG 59">
            <a:extLst>
              <a:ext uri="{FF2B5EF4-FFF2-40B4-BE49-F238E27FC236}">
                <a16:creationId xmlns:a16="http://schemas.microsoft.com/office/drawing/2014/main" id="{FC81F938-BE6A-F742-ABD0-89B7955CB632}"/>
              </a:ext>
            </a:extLst>
          </p:cNvPr>
          <p:cNvSpPr>
            <a:spLocks noGrp="1"/>
          </p:cNvSpPr>
          <p:nvPr/>
        </p:nvSpPr>
        <p:spPr>
          <a:xfrm>
            <a:off x="2820000" y="3730000"/>
            <a:ext cx="220000" cy="220000"/>
          </a:xfrm>
          <a:custGeom>
            <a:avLst/>
            <a:gdLst>
              <a:gd name="csX0" fmla="*/ 12403 w 120505"/>
              <a:gd name="csY0" fmla="*/ 0 h 141758"/>
              <a:gd name="csX1" fmla="*/ 0 w 120505"/>
              <a:gd name="csY1" fmla="*/ 12404 h 141758"/>
              <a:gd name="csX2" fmla="*/ 0 w 120505"/>
              <a:gd name="csY2" fmla="*/ 33668 h 141758"/>
              <a:gd name="csX3" fmla="*/ 12403 w 120505"/>
              <a:gd name="csY3" fmla="*/ 46071 h 141758"/>
              <a:gd name="csX4" fmla="*/ 21267 w 120505"/>
              <a:gd name="csY4" fmla="*/ 46071 h 141758"/>
              <a:gd name="csX5" fmla="*/ 21267 w 120505"/>
              <a:gd name="csY5" fmla="*/ 65564 h 141758"/>
              <a:gd name="csX6" fmla="*/ 21267 w 120505"/>
              <a:gd name="csY6" fmla="*/ 111635 h 141758"/>
              <a:gd name="csX7" fmla="*/ 37208 w 120505"/>
              <a:gd name="csY7" fmla="*/ 127583 h 141758"/>
              <a:gd name="csX8" fmla="*/ 67339 w 120505"/>
              <a:gd name="csY8" fmla="*/ 127583 h 141758"/>
              <a:gd name="csX9" fmla="*/ 67339 w 120505"/>
              <a:gd name="csY9" fmla="*/ 129356 h 141758"/>
              <a:gd name="csX10" fmla="*/ 79742 w 120505"/>
              <a:gd name="csY10" fmla="*/ 141759 h 141758"/>
              <a:gd name="csX11" fmla="*/ 108103 w 120505"/>
              <a:gd name="csY11" fmla="*/ 141759 h 141758"/>
              <a:gd name="csX12" fmla="*/ 120506 w 120505"/>
              <a:gd name="csY12" fmla="*/ 129356 h 141758"/>
              <a:gd name="csX13" fmla="*/ 120506 w 120505"/>
              <a:gd name="csY13" fmla="*/ 108092 h 141758"/>
              <a:gd name="csX14" fmla="*/ 108103 w 120505"/>
              <a:gd name="csY14" fmla="*/ 95687 h 141758"/>
              <a:gd name="csX15" fmla="*/ 79742 w 120505"/>
              <a:gd name="csY15" fmla="*/ 95687 h 141758"/>
              <a:gd name="csX16" fmla="*/ 67339 w 120505"/>
              <a:gd name="csY16" fmla="*/ 108092 h 141758"/>
              <a:gd name="csX17" fmla="*/ 67339 w 120505"/>
              <a:gd name="csY17" fmla="*/ 116951 h 141758"/>
              <a:gd name="csX18" fmla="*/ 37208 w 120505"/>
              <a:gd name="csY18" fmla="*/ 116951 h 141758"/>
              <a:gd name="csX19" fmla="*/ 31900 w 120505"/>
              <a:gd name="csY19" fmla="*/ 111635 h 141758"/>
              <a:gd name="csX20" fmla="*/ 31900 w 120505"/>
              <a:gd name="csY20" fmla="*/ 70880 h 141758"/>
              <a:gd name="csX21" fmla="*/ 67339 w 120505"/>
              <a:gd name="csY21" fmla="*/ 70880 h 141758"/>
              <a:gd name="csX22" fmla="*/ 67339 w 120505"/>
              <a:gd name="csY22" fmla="*/ 72651 h 141758"/>
              <a:gd name="csX23" fmla="*/ 79742 w 120505"/>
              <a:gd name="csY23" fmla="*/ 85056 h 141758"/>
              <a:gd name="csX24" fmla="*/ 108103 w 120505"/>
              <a:gd name="csY24" fmla="*/ 85056 h 141758"/>
              <a:gd name="csX25" fmla="*/ 120506 w 120505"/>
              <a:gd name="csY25" fmla="*/ 72651 h 141758"/>
              <a:gd name="csX26" fmla="*/ 120506 w 120505"/>
              <a:gd name="csY26" fmla="*/ 51387 h 141758"/>
              <a:gd name="csX27" fmla="*/ 108103 w 120505"/>
              <a:gd name="csY27" fmla="*/ 38984 h 141758"/>
              <a:gd name="csX28" fmla="*/ 79742 w 120505"/>
              <a:gd name="csY28" fmla="*/ 38984 h 141758"/>
              <a:gd name="csX29" fmla="*/ 67339 w 120505"/>
              <a:gd name="csY29" fmla="*/ 51387 h 141758"/>
              <a:gd name="csX30" fmla="*/ 67339 w 120505"/>
              <a:gd name="csY30" fmla="*/ 60248 h 141758"/>
              <a:gd name="csX31" fmla="*/ 31900 w 120505"/>
              <a:gd name="csY31" fmla="*/ 60248 h 141758"/>
              <a:gd name="csX32" fmla="*/ 31900 w 120505"/>
              <a:gd name="csY32" fmla="*/ 46071 h 141758"/>
              <a:gd name="csX33" fmla="*/ 40764 w 120505"/>
              <a:gd name="csY33" fmla="*/ 46071 h 141758"/>
              <a:gd name="csX34" fmla="*/ 53167 w 120505"/>
              <a:gd name="csY34" fmla="*/ 33668 h 141758"/>
              <a:gd name="csX35" fmla="*/ 53167 w 120505"/>
              <a:gd name="csY35" fmla="*/ 12404 h 141758"/>
              <a:gd name="csX36" fmla="*/ 40764 w 120505"/>
              <a:gd name="csY36" fmla="*/ 0 h 141758"/>
              <a:gd name="csX37" fmla="*/ 12403 w 120505"/>
              <a:gd name="csY37" fmla="*/ 0 h 141758"/>
            </a:gdLst>
            <a:ahLst/>
            <a:cxnLst/>
            <a:rect l="l" t="t" r="r" b="b"/>
            <a:pathLst>
              <a:path w="100000" h="100000">
                <a:moveTo>
                  <a:pt x="16246" y="0"/>
                </a:moveTo>
                <a:cubicBezTo>
                  <a:pt x="11492" y="0"/>
                  <a:pt x="7496" y="4000"/>
                  <a:pt x="7496" y="8750"/>
                </a:cubicBezTo>
                <a:lnTo>
                  <a:pt x="7496" y="23750"/>
                </a:lnTo>
                <a:cubicBezTo>
                  <a:pt x="7496" y="28500"/>
                  <a:pt x="11492" y="32500"/>
                  <a:pt x="16246" y="32500"/>
                </a:cubicBezTo>
                <a:lnTo>
                  <a:pt x="22499" y="32500"/>
                </a:lnTo>
                <a:lnTo>
                  <a:pt x="22499" y="46251"/>
                </a:lnTo>
                <a:lnTo>
                  <a:pt x="22499" y="78750"/>
                </a:lnTo>
                <a:cubicBezTo>
                  <a:pt x="22499" y="84913"/>
                  <a:pt x="27587" y="90001"/>
                  <a:pt x="33744" y="90001"/>
                </a:cubicBezTo>
                <a:lnTo>
                  <a:pt x="54999" y="90001"/>
                </a:lnTo>
                <a:lnTo>
                  <a:pt x="54999" y="91251"/>
                </a:lnTo>
                <a:cubicBezTo>
                  <a:pt x="54999" y="96001"/>
                  <a:pt x="59008" y="100001"/>
                  <a:pt x="63748" y="100001"/>
                </a:cubicBezTo>
                <a:lnTo>
                  <a:pt x="83755" y="100001"/>
                </a:lnTo>
                <a:cubicBezTo>
                  <a:pt x="88508" y="100001"/>
                  <a:pt x="92504" y="96001"/>
                  <a:pt x="92504" y="91251"/>
                </a:cubicBezTo>
                <a:lnTo>
                  <a:pt x="92504" y="76251"/>
                </a:lnTo>
                <a:cubicBezTo>
                  <a:pt x="92504" y="71500"/>
                  <a:pt x="88508" y="67500"/>
                  <a:pt x="83755" y="67500"/>
                </a:cubicBezTo>
                <a:lnTo>
                  <a:pt x="63748" y="67500"/>
                </a:lnTo>
                <a:cubicBezTo>
                  <a:pt x="59008" y="67500"/>
                  <a:pt x="54999" y="71500"/>
                  <a:pt x="54999" y="76251"/>
                </a:cubicBezTo>
                <a:lnTo>
                  <a:pt x="54999" y="82500"/>
                </a:lnTo>
                <a:lnTo>
                  <a:pt x="33744" y="82500"/>
                </a:lnTo>
                <a:cubicBezTo>
                  <a:pt x="31416" y="82500"/>
                  <a:pt x="29999" y="81090"/>
                  <a:pt x="29999" y="78750"/>
                </a:cubicBezTo>
                <a:lnTo>
                  <a:pt x="29999" y="50001"/>
                </a:lnTo>
                <a:lnTo>
                  <a:pt x="54999" y="50001"/>
                </a:lnTo>
                <a:lnTo>
                  <a:pt x="54999" y="51250"/>
                </a:lnTo>
                <a:cubicBezTo>
                  <a:pt x="54999" y="56001"/>
                  <a:pt x="59008" y="60001"/>
                  <a:pt x="63748" y="60001"/>
                </a:cubicBezTo>
                <a:lnTo>
                  <a:pt x="83755" y="60001"/>
                </a:lnTo>
                <a:cubicBezTo>
                  <a:pt x="88508" y="60001"/>
                  <a:pt x="92504" y="56001"/>
                  <a:pt x="92504" y="51250"/>
                </a:cubicBezTo>
                <a:lnTo>
                  <a:pt x="92504" y="36250"/>
                </a:lnTo>
                <a:cubicBezTo>
                  <a:pt x="92504" y="31500"/>
                  <a:pt x="88508" y="27500"/>
                  <a:pt x="83755" y="27500"/>
                </a:cubicBezTo>
                <a:lnTo>
                  <a:pt x="63748" y="27500"/>
                </a:lnTo>
                <a:cubicBezTo>
                  <a:pt x="59008" y="27500"/>
                  <a:pt x="54999" y="31500"/>
                  <a:pt x="54999" y="36250"/>
                </a:cubicBezTo>
                <a:lnTo>
                  <a:pt x="54999" y="42501"/>
                </a:lnTo>
                <a:lnTo>
                  <a:pt x="29999" y="42501"/>
                </a:lnTo>
                <a:lnTo>
                  <a:pt x="29999" y="32500"/>
                </a:lnTo>
                <a:lnTo>
                  <a:pt x="36252" y="32500"/>
                </a:lnTo>
                <a:cubicBezTo>
                  <a:pt x="41005" y="32500"/>
                  <a:pt x="45002" y="28500"/>
                  <a:pt x="45002" y="23750"/>
                </a:cubicBezTo>
                <a:lnTo>
                  <a:pt x="45002" y="8750"/>
                </a:lnTo>
                <a:cubicBezTo>
                  <a:pt x="45002" y="4000"/>
                  <a:pt x="41005" y="0"/>
                  <a:pt x="36252" y="0"/>
                </a:cubicBezTo>
                <a:lnTo>
                  <a:pt x="16246" y="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699" name="Чёрный — SVG 60">
            <a:extLst>
              <a:ext uri="{FF2B5EF4-FFF2-40B4-BE49-F238E27FC236}">
                <a16:creationId xmlns:a16="http://schemas.microsoft.com/office/drawing/2014/main" id="{A3CA3975-8DE4-604E-B7E7-EFD4017D6C4F}"/>
              </a:ext>
            </a:extLst>
          </p:cNvPr>
          <p:cNvSpPr>
            <a:spLocks noGrp="1"/>
          </p:cNvSpPr>
          <p:nvPr/>
        </p:nvSpPr>
        <p:spPr>
          <a:xfrm>
            <a:off x="3420000" y="3730000"/>
            <a:ext cx="220000" cy="220000"/>
          </a:xfrm>
          <a:custGeom>
            <a:avLst/>
            <a:gdLst>
              <a:gd name="csX0" fmla="*/ 15950 w 113423"/>
              <a:gd name="csY0" fmla="*/ 0 h 141759"/>
              <a:gd name="csX1" fmla="*/ 0 w 113423"/>
              <a:gd name="csY1" fmla="*/ 15948 h 141759"/>
              <a:gd name="csX2" fmla="*/ 0 w 113423"/>
              <a:gd name="csY2" fmla="*/ 125811 h 141759"/>
              <a:gd name="csX3" fmla="*/ 15950 w 113423"/>
              <a:gd name="csY3" fmla="*/ 141759 h 141759"/>
              <a:gd name="csX4" fmla="*/ 97473 w 113423"/>
              <a:gd name="csY4" fmla="*/ 141759 h 141759"/>
              <a:gd name="csX5" fmla="*/ 113423 w 113423"/>
              <a:gd name="csY5" fmla="*/ 125811 h 141759"/>
              <a:gd name="csX6" fmla="*/ 113423 w 113423"/>
              <a:gd name="csY6" fmla="*/ 56704 h 141759"/>
              <a:gd name="csX7" fmla="*/ 72661 w 113423"/>
              <a:gd name="csY7" fmla="*/ 56704 h 141759"/>
              <a:gd name="csX8" fmla="*/ 56711 w 113423"/>
              <a:gd name="csY8" fmla="*/ 40756 h 141759"/>
              <a:gd name="csX9" fmla="*/ 56711 w 113423"/>
              <a:gd name="csY9" fmla="*/ 0 h 141759"/>
              <a:gd name="csX10" fmla="*/ 15950 w 113423"/>
              <a:gd name="csY10" fmla="*/ 0 h 141759"/>
              <a:gd name="csX11" fmla="*/ 67344 w 113423"/>
              <a:gd name="csY11" fmla="*/ 3115 h 141759"/>
              <a:gd name="csX12" fmla="*/ 67344 w 113423"/>
              <a:gd name="csY12" fmla="*/ 40756 h 141759"/>
              <a:gd name="csX13" fmla="*/ 72661 w 113423"/>
              <a:gd name="csY13" fmla="*/ 46072 h 141759"/>
              <a:gd name="csX14" fmla="*/ 110308 w 113423"/>
              <a:gd name="csY14" fmla="*/ 46072 h 141759"/>
              <a:gd name="csX15" fmla="*/ 67344 w 113423"/>
              <a:gd name="csY15" fmla="*/ 3115 h 141759"/>
              <a:gd name="csX16" fmla="*/ 58484 w 113423"/>
              <a:gd name="csY16" fmla="*/ 67336 h 141759"/>
              <a:gd name="csX17" fmla="*/ 63800 w 113423"/>
              <a:gd name="csY17" fmla="*/ 72652 h 141759"/>
              <a:gd name="csX18" fmla="*/ 63800 w 113423"/>
              <a:gd name="csY18" fmla="*/ 118723 h 141759"/>
              <a:gd name="csX19" fmla="*/ 58484 w 113423"/>
              <a:gd name="csY19" fmla="*/ 124039 h 141759"/>
              <a:gd name="csX20" fmla="*/ 53167 w 113423"/>
              <a:gd name="csY20" fmla="*/ 118723 h 141759"/>
              <a:gd name="csX21" fmla="*/ 53167 w 113423"/>
              <a:gd name="csY21" fmla="*/ 72652 h 141759"/>
              <a:gd name="csX22" fmla="*/ 58484 w 113423"/>
              <a:gd name="csY22" fmla="*/ 67336 h 141759"/>
              <a:gd name="csX23" fmla="*/ 83294 w 113423"/>
              <a:gd name="csY23" fmla="*/ 85056 h 141759"/>
              <a:gd name="csX24" fmla="*/ 88611 w 113423"/>
              <a:gd name="csY24" fmla="*/ 90371 h 141759"/>
              <a:gd name="csX25" fmla="*/ 88611 w 113423"/>
              <a:gd name="csY25" fmla="*/ 118723 h 141759"/>
              <a:gd name="csX26" fmla="*/ 83294 w 113423"/>
              <a:gd name="csY26" fmla="*/ 124039 h 141759"/>
              <a:gd name="csX27" fmla="*/ 77978 w 113423"/>
              <a:gd name="csY27" fmla="*/ 118723 h 141759"/>
              <a:gd name="csX28" fmla="*/ 77978 w 113423"/>
              <a:gd name="csY28" fmla="*/ 90371 h 141759"/>
              <a:gd name="csX29" fmla="*/ 83294 w 113423"/>
              <a:gd name="csY29" fmla="*/ 85056 h 141759"/>
              <a:gd name="csX30" fmla="*/ 33673 w 113423"/>
              <a:gd name="csY30" fmla="*/ 95687 h 141759"/>
              <a:gd name="csX31" fmla="*/ 38990 w 113423"/>
              <a:gd name="csY31" fmla="*/ 101003 h 141759"/>
              <a:gd name="csX32" fmla="*/ 38990 w 113423"/>
              <a:gd name="csY32" fmla="*/ 118723 h 141759"/>
              <a:gd name="csX33" fmla="*/ 33673 w 113423"/>
              <a:gd name="csY33" fmla="*/ 124039 h 141759"/>
              <a:gd name="csX34" fmla="*/ 28356 w 113423"/>
              <a:gd name="csY34" fmla="*/ 118723 h 141759"/>
              <a:gd name="csX35" fmla="*/ 28356 w 113423"/>
              <a:gd name="csY35" fmla="*/ 101003 h 141759"/>
              <a:gd name="csX36" fmla="*/ 33673 w 113423"/>
              <a:gd name="csY36" fmla="*/ 95687 h 141759"/>
            </a:gdLst>
            <a:ahLst/>
            <a:cxnLst/>
            <a:rect l="l" t="t" r="r" b="b"/>
            <a:pathLst>
              <a:path w="100000" h="100000">
                <a:moveTo>
                  <a:pt x="21246" y="0"/>
                </a:moveTo>
                <a:cubicBezTo>
                  <a:pt x="15033" y="0"/>
                  <a:pt x="9994" y="5037"/>
                  <a:pt x="9994" y="11250"/>
                </a:cubicBezTo>
                <a:lnTo>
                  <a:pt x="9994" y="88750"/>
                </a:lnTo>
                <a:cubicBezTo>
                  <a:pt x="9994" y="94963"/>
                  <a:pt x="15033" y="100000"/>
                  <a:pt x="21246" y="100000"/>
                </a:cubicBezTo>
                <a:lnTo>
                  <a:pt x="78754" y="100000"/>
                </a:lnTo>
                <a:cubicBezTo>
                  <a:pt x="84967" y="100000"/>
                  <a:pt x="90006" y="94963"/>
                  <a:pt x="90006" y="88750"/>
                </a:cubicBezTo>
                <a:lnTo>
                  <a:pt x="90006" y="40000"/>
                </a:lnTo>
                <a:lnTo>
                  <a:pt x="61251" y="40000"/>
                </a:lnTo>
                <a:cubicBezTo>
                  <a:pt x="55038" y="40000"/>
                  <a:pt x="50000" y="34963"/>
                  <a:pt x="50000" y="28750"/>
                </a:cubicBezTo>
                <a:lnTo>
                  <a:pt x="50000" y="0"/>
                </a:lnTo>
                <a:lnTo>
                  <a:pt x="21246" y="0"/>
                </a:lnTo>
                <a:close/>
                <a:moveTo>
                  <a:pt x="57500" y="2197"/>
                </a:moveTo>
                <a:lnTo>
                  <a:pt x="57500" y="28750"/>
                </a:lnTo>
                <a:cubicBezTo>
                  <a:pt x="57500" y="30818"/>
                  <a:pt x="59183" y="32500"/>
                  <a:pt x="61251" y="32500"/>
                </a:cubicBezTo>
                <a:lnTo>
                  <a:pt x="87808" y="32500"/>
                </a:lnTo>
                <a:lnTo>
                  <a:pt x="57500" y="2197"/>
                </a:lnTo>
                <a:close/>
                <a:moveTo>
                  <a:pt x="51250" y="47500"/>
                </a:moveTo>
                <a:cubicBezTo>
                  <a:pt x="53320" y="47500"/>
                  <a:pt x="55000" y="49178"/>
                  <a:pt x="55000" y="51250"/>
                </a:cubicBezTo>
                <a:lnTo>
                  <a:pt x="55000" y="83750"/>
                </a:lnTo>
                <a:cubicBezTo>
                  <a:pt x="55000" y="85822"/>
                  <a:pt x="53320" y="87500"/>
                  <a:pt x="51250" y="87500"/>
                </a:cubicBezTo>
                <a:cubicBezTo>
                  <a:pt x="49180" y="87500"/>
                  <a:pt x="47500" y="85822"/>
                  <a:pt x="47500" y="83750"/>
                </a:cubicBezTo>
                <a:lnTo>
                  <a:pt x="47500" y="51250"/>
                </a:lnTo>
                <a:cubicBezTo>
                  <a:pt x="47500" y="49178"/>
                  <a:pt x="49180" y="47500"/>
                  <a:pt x="51250" y="47500"/>
                </a:cubicBezTo>
                <a:close/>
                <a:moveTo>
                  <a:pt x="68752" y="60000"/>
                </a:moveTo>
                <a:cubicBezTo>
                  <a:pt x="70822" y="60000"/>
                  <a:pt x="72503" y="61678"/>
                  <a:pt x="72503" y="63750"/>
                </a:cubicBezTo>
                <a:lnTo>
                  <a:pt x="72503" y="83750"/>
                </a:lnTo>
                <a:cubicBezTo>
                  <a:pt x="72503" y="85822"/>
                  <a:pt x="70822" y="87500"/>
                  <a:pt x="68752" y="87500"/>
                </a:cubicBezTo>
                <a:cubicBezTo>
                  <a:pt x="66681" y="87500"/>
                  <a:pt x="65002" y="85822"/>
                  <a:pt x="65002" y="83750"/>
                </a:cubicBezTo>
                <a:lnTo>
                  <a:pt x="65002" y="63750"/>
                </a:lnTo>
                <a:cubicBezTo>
                  <a:pt x="65002" y="61678"/>
                  <a:pt x="66681" y="60000"/>
                  <a:pt x="68752" y="60000"/>
                </a:cubicBezTo>
                <a:close/>
                <a:moveTo>
                  <a:pt x="33748" y="67500"/>
                </a:moveTo>
                <a:cubicBezTo>
                  <a:pt x="35819" y="67500"/>
                  <a:pt x="37499" y="69177"/>
                  <a:pt x="37499" y="71250"/>
                </a:cubicBezTo>
                <a:lnTo>
                  <a:pt x="37499" y="83750"/>
                </a:lnTo>
                <a:cubicBezTo>
                  <a:pt x="37499" y="85822"/>
                  <a:pt x="35819" y="87500"/>
                  <a:pt x="33748" y="87500"/>
                </a:cubicBezTo>
                <a:cubicBezTo>
                  <a:pt x="31678" y="87500"/>
                  <a:pt x="29997" y="85822"/>
                  <a:pt x="29997" y="83750"/>
                </a:cubicBezTo>
                <a:lnTo>
                  <a:pt x="29997" y="71250"/>
                </a:lnTo>
                <a:cubicBezTo>
                  <a:pt x="29997" y="69177"/>
                  <a:pt x="31678" y="67500"/>
                  <a:pt x="33748" y="675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0" name="Чёрный — SVG 61">
            <a:extLst>
              <a:ext uri="{FF2B5EF4-FFF2-40B4-BE49-F238E27FC236}">
                <a16:creationId xmlns:a16="http://schemas.microsoft.com/office/drawing/2014/main" id="{A0C082FE-9DA2-CB42-B2DE-EB20B7ADA9E4}"/>
              </a:ext>
            </a:extLst>
          </p:cNvPr>
          <p:cNvSpPr>
            <a:spLocks noGrp="1"/>
          </p:cNvSpPr>
          <p:nvPr/>
        </p:nvSpPr>
        <p:spPr>
          <a:xfrm>
            <a:off x="4020000" y="3730000"/>
            <a:ext cx="220000" cy="220000"/>
          </a:xfrm>
          <a:custGeom>
            <a:avLst/>
            <a:gdLst>
              <a:gd name="csX0" fmla="*/ 74434 w 149020"/>
              <a:gd name="csY0" fmla="*/ 1 h 149035"/>
              <a:gd name="csX1" fmla="*/ 70691 w 149020"/>
              <a:gd name="csY1" fmla="*/ 1615 h 149035"/>
              <a:gd name="csX2" fmla="*/ 69194 w 149020"/>
              <a:gd name="csY2" fmla="*/ 5393 h 149035"/>
              <a:gd name="csX3" fmla="*/ 69194 w 149020"/>
              <a:gd name="csY3" fmla="*/ 10709 h 149035"/>
              <a:gd name="csX4" fmla="*/ 5393 w 149020"/>
              <a:gd name="csY4" fmla="*/ 10709 h 149035"/>
              <a:gd name="csX5" fmla="*/ 3335 w 149020"/>
              <a:gd name="csY5" fmla="*/ 11092 h 149035"/>
              <a:gd name="csX6" fmla="*/ 1582 w 149020"/>
              <a:gd name="csY6" fmla="*/ 12240 h 149035"/>
              <a:gd name="csX7" fmla="*/ 408 w 149020"/>
              <a:gd name="csY7" fmla="*/ 13973 h 149035"/>
              <a:gd name="csX8" fmla="*/ 0 w 149020"/>
              <a:gd name="csY8" fmla="*/ 16025 h 149035"/>
              <a:gd name="csX9" fmla="*/ 408 w 149020"/>
              <a:gd name="csY9" fmla="*/ 18077 h 149035"/>
              <a:gd name="csX10" fmla="*/ 1582 w 149020"/>
              <a:gd name="csY10" fmla="*/ 19812 h 149035"/>
              <a:gd name="csX11" fmla="*/ 3335 w 149020"/>
              <a:gd name="csY11" fmla="*/ 20958 h 149035"/>
              <a:gd name="csX12" fmla="*/ 5393 w 149020"/>
              <a:gd name="csY12" fmla="*/ 21341 h 149035"/>
              <a:gd name="csX13" fmla="*/ 7163 w 149020"/>
              <a:gd name="csY13" fmla="*/ 21341 h 149035"/>
              <a:gd name="csX14" fmla="*/ 7163 w 149020"/>
              <a:gd name="csY14" fmla="*/ 97537 h 149035"/>
              <a:gd name="csX15" fmla="*/ 26660 w 149020"/>
              <a:gd name="csY15" fmla="*/ 117028 h 149035"/>
              <a:gd name="csX16" fmla="*/ 48182 w 149020"/>
              <a:gd name="csY16" fmla="*/ 117028 h 149035"/>
              <a:gd name="csX17" fmla="*/ 36085 w 149020"/>
              <a:gd name="csY17" fmla="*/ 141234 h 149035"/>
              <a:gd name="csX18" fmla="*/ 35490 w 149020"/>
              <a:gd name="csY18" fmla="*/ 143253 h 149035"/>
              <a:gd name="csX19" fmla="*/ 35711 w 149020"/>
              <a:gd name="csY19" fmla="*/ 145345 h 149035"/>
              <a:gd name="csX20" fmla="*/ 36749 w 149020"/>
              <a:gd name="csY20" fmla="*/ 147182 h 149035"/>
              <a:gd name="csX21" fmla="*/ 38399 w 149020"/>
              <a:gd name="csY21" fmla="*/ 148477 h 149035"/>
              <a:gd name="csX22" fmla="*/ 40441 w 149020"/>
              <a:gd name="csY22" fmla="*/ 149025 h 149035"/>
              <a:gd name="csX23" fmla="*/ 42516 w 149020"/>
              <a:gd name="csY23" fmla="*/ 148742 h 149035"/>
              <a:gd name="csX24" fmla="*/ 44337 w 149020"/>
              <a:gd name="csY24" fmla="*/ 147672 h 149035"/>
              <a:gd name="csX25" fmla="*/ 45596 w 149020"/>
              <a:gd name="csY25" fmla="*/ 145983 h 149035"/>
              <a:gd name="csX26" fmla="*/ 60074 w 149020"/>
              <a:gd name="csY26" fmla="*/ 117028 h 149035"/>
              <a:gd name="csX27" fmla="*/ 88946 w 149020"/>
              <a:gd name="csY27" fmla="*/ 117028 h 149035"/>
              <a:gd name="csX28" fmla="*/ 103425 w 149020"/>
              <a:gd name="csY28" fmla="*/ 145983 h 149035"/>
              <a:gd name="csX29" fmla="*/ 104684 w 149020"/>
              <a:gd name="csY29" fmla="*/ 147672 h 149035"/>
              <a:gd name="csX30" fmla="*/ 106487 w 149020"/>
              <a:gd name="csY30" fmla="*/ 148742 h 149035"/>
              <a:gd name="csX31" fmla="*/ 108579 w 149020"/>
              <a:gd name="csY31" fmla="*/ 149025 h 149035"/>
              <a:gd name="csX32" fmla="*/ 110604 w 149020"/>
              <a:gd name="csY32" fmla="*/ 148477 h 149035"/>
              <a:gd name="csX33" fmla="*/ 112271 w 149020"/>
              <a:gd name="csY33" fmla="*/ 147182 h 149035"/>
              <a:gd name="csX34" fmla="*/ 113292 w 149020"/>
              <a:gd name="csY34" fmla="*/ 145345 h 149035"/>
              <a:gd name="csX35" fmla="*/ 113530 w 149020"/>
              <a:gd name="csY35" fmla="*/ 143253 h 149035"/>
              <a:gd name="csX36" fmla="*/ 112935 w 149020"/>
              <a:gd name="csY36" fmla="*/ 141234 h 149035"/>
              <a:gd name="csX37" fmla="*/ 100821 w 149020"/>
              <a:gd name="csY37" fmla="*/ 117028 h 149035"/>
              <a:gd name="csX38" fmla="*/ 122361 w 149020"/>
              <a:gd name="csY38" fmla="*/ 117028 h 149035"/>
              <a:gd name="csX39" fmla="*/ 141858 w 149020"/>
              <a:gd name="csY39" fmla="*/ 97537 h 149035"/>
              <a:gd name="csX40" fmla="*/ 141858 w 149020"/>
              <a:gd name="csY40" fmla="*/ 21341 h 149035"/>
              <a:gd name="csX41" fmla="*/ 143627 w 149020"/>
              <a:gd name="csY41" fmla="*/ 21341 h 149035"/>
              <a:gd name="csX42" fmla="*/ 145686 w 149020"/>
              <a:gd name="csY42" fmla="*/ 20958 h 149035"/>
              <a:gd name="csX43" fmla="*/ 147438 w 149020"/>
              <a:gd name="csY43" fmla="*/ 19812 h 149035"/>
              <a:gd name="csX44" fmla="*/ 148612 w 149020"/>
              <a:gd name="csY44" fmla="*/ 18077 h 149035"/>
              <a:gd name="csX45" fmla="*/ 149020 w 149020"/>
              <a:gd name="csY45" fmla="*/ 16025 h 149035"/>
              <a:gd name="csX46" fmla="*/ 148612 w 149020"/>
              <a:gd name="csY46" fmla="*/ 13973 h 149035"/>
              <a:gd name="csX47" fmla="*/ 147438 w 149020"/>
              <a:gd name="csY47" fmla="*/ 12240 h 149035"/>
              <a:gd name="csX48" fmla="*/ 145686 w 149020"/>
              <a:gd name="csY48" fmla="*/ 11092 h 149035"/>
              <a:gd name="csX49" fmla="*/ 143627 w 149020"/>
              <a:gd name="csY49" fmla="*/ 10709 h 149035"/>
              <a:gd name="csX50" fmla="*/ 79827 w 149020"/>
              <a:gd name="csY50" fmla="*/ 10709 h 149035"/>
              <a:gd name="csX51" fmla="*/ 79827 w 149020"/>
              <a:gd name="csY51" fmla="*/ 5393 h 149035"/>
              <a:gd name="csX52" fmla="*/ 79436 w 149020"/>
              <a:gd name="csY52" fmla="*/ 3316 h 149035"/>
              <a:gd name="csX53" fmla="*/ 78262 w 149020"/>
              <a:gd name="csY53" fmla="*/ 1555 h 149035"/>
              <a:gd name="csX54" fmla="*/ 76509 w 149020"/>
              <a:gd name="csY54" fmla="*/ 388 h 149035"/>
              <a:gd name="csX55" fmla="*/ 74434 w 149020"/>
              <a:gd name="csY55" fmla="*/ 1 h 149035"/>
              <a:gd name="csX56" fmla="*/ 111727 w 149020"/>
              <a:gd name="csY56" fmla="*/ 39061 h 149035"/>
              <a:gd name="csX57" fmla="*/ 115487 w 149020"/>
              <a:gd name="csY57" fmla="*/ 40618 h 149035"/>
              <a:gd name="csX58" fmla="*/ 115487 w 149020"/>
              <a:gd name="csY58" fmla="*/ 48135 h 149035"/>
              <a:gd name="csX59" fmla="*/ 76492 w 149020"/>
              <a:gd name="csY59" fmla="*/ 87120 h 149035"/>
              <a:gd name="csX60" fmla="*/ 72732 w 149020"/>
              <a:gd name="csY60" fmla="*/ 88676 h 149035"/>
              <a:gd name="csX61" fmla="*/ 68972 w 149020"/>
              <a:gd name="csY61" fmla="*/ 87120 h 149035"/>
              <a:gd name="csX62" fmla="*/ 55021 w 149020"/>
              <a:gd name="csY62" fmla="*/ 73159 h 149035"/>
              <a:gd name="csX63" fmla="*/ 41053 w 149020"/>
              <a:gd name="csY63" fmla="*/ 87120 h 149035"/>
              <a:gd name="csX64" fmla="*/ 33533 w 149020"/>
              <a:gd name="csY64" fmla="*/ 87120 h 149035"/>
              <a:gd name="csX65" fmla="*/ 33533 w 149020"/>
              <a:gd name="csY65" fmla="*/ 79602 h 149035"/>
              <a:gd name="csX66" fmla="*/ 51261 w 149020"/>
              <a:gd name="csY66" fmla="*/ 61882 h 149035"/>
              <a:gd name="csX67" fmla="*/ 58781 w 149020"/>
              <a:gd name="csY67" fmla="*/ 61882 h 149035"/>
              <a:gd name="csX68" fmla="*/ 72732 w 149020"/>
              <a:gd name="csY68" fmla="*/ 75845 h 149035"/>
              <a:gd name="csX69" fmla="*/ 107967 w 149020"/>
              <a:gd name="csY69" fmla="*/ 40618 h 149035"/>
              <a:gd name="csX70" fmla="*/ 111727 w 149020"/>
              <a:gd name="csY70" fmla="*/ 39061 h 149035"/>
            </a:gdLst>
            <a:ahLst/>
            <a:cxnLst/>
            <a:rect l="l" t="t" r="r" b="b"/>
            <a:pathLst>
              <a:path w="100000" h="100000">
                <a:moveTo>
                  <a:pt x="49949" y="1"/>
                </a:moveTo>
                <a:cubicBezTo>
                  <a:pt x="49002" y="15"/>
                  <a:pt x="48100" y="405"/>
                  <a:pt x="47438" y="1084"/>
                </a:cubicBezTo>
                <a:cubicBezTo>
                  <a:pt x="46775" y="1761"/>
                  <a:pt x="46422" y="2674"/>
                  <a:pt x="46433" y="3619"/>
                </a:cubicBezTo>
                <a:lnTo>
                  <a:pt x="46433" y="7186"/>
                </a:lnTo>
                <a:lnTo>
                  <a:pt x="3624" y="7186"/>
                </a:lnTo>
                <a:cubicBezTo>
                  <a:pt x="3156" y="7179"/>
                  <a:pt x="2676" y="7267"/>
                  <a:pt x="2243" y="7443"/>
                </a:cubicBezTo>
                <a:cubicBezTo>
                  <a:pt x="1809" y="7619"/>
                  <a:pt x="1409" y="7881"/>
                  <a:pt x="1067" y="8213"/>
                </a:cubicBezTo>
                <a:cubicBezTo>
                  <a:pt x="736" y="8544"/>
                  <a:pt x="462" y="8940"/>
                  <a:pt x="279" y="9376"/>
                </a:cubicBezTo>
                <a:cubicBezTo>
                  <a:pt x="96" y="9812"/>
                  <a:pt x="5" y="10280"/>
                  <a:pt x="5" y="10753"/>
                </a:cubicBezTo>
                <a:cubicBezTo>
                  <a:pt x="5" y="11225"/>
                  <a:pt x="96" y="11693"/>
                  <a:pt x="279" y="12129"/>
                </a:cubicBezTo>
                <a:cubicBezTo>
                  <a:pt x="462" y="12565"/>
                  <a:pt x="736" y="12961"/>
                  <a:pt x="1067" y="13294"/>
                </a:cubicBezTo>
                <a:cubicBezTo>
                  <a:pt x="1409" y="13624"/>
                  <a:pt x="1809" y="13887"/>
                  <a:pt x="2243" y="14062"/>
                </a:cubicBezTo>
                <a:cubicBezTo>
                  <a:pt x="2676" y="14238"/>
                  <a:pt x="3156" y="14326"/>
                  <a:pt x="3624" y="14319"/>
                </a:cubicBezTo>
                <a:lnTo>
                  <a:pt x="4811" y="14319"/>
                </a:lnTo>
                <a:lnTo>
                  <a:pt x="4811" y="65446"/>
                </a:lnTo>
                <a:cubicBezTo>
                  <a:pt x="4811" y="72658"/>
                  <a:pt x="10678" y="78524"/>
                  <a:pt x="17893" y="78524"/>
                </a:cubicBezTo>
                <a:lnTo>
                  <a:pt x="32334" y="78524"/>
                </a:lnTo>
                <a:lnTo>
                  <a:pt x="24217" y="94766"/>
                </a:lnTo>
                <a:cubicBezTo>
                  <a:pt x="23989" y="95186"/>
                  <a:pt x="23852" y="95647"/>
                  <a:pt x="23818" y="96120"/>
                </a:cubicBezTo>
                <a:cubicBezTo>
                  <a:pt x="23773" y="96594"/>
                  <a:pt x="23830" y="97071"/>
                  <a:pt x="23967" y="97524"/>
                </a:cubicBezTo>
                <a:cubicBezTo>
                  <a:pt x="24115" y="97977"/>
                  <a:pt x="24355" y="98396"/>
                  <a:pt x="24663" y="98757"/>
                </a:cubicBezTo>
                <a:cubicBezTo>
                  <a:pt x="24971" y="99118"/>
                  <a:pt x="25348" y="99413"/>
                  <a:pt x="25770" y="99626"/>
                </a:cubicBezTo>
                <a:cubicBezTo>
                  <a:pt x="26204" y="99838"/>
                  <a:pt x="26661" y="99963"/>
                  <a:pt x="27140" y="99993"/>
                </a:cubicBezTo>
                <a:cubicBezTo>
                  <a:pt x="27609" y="100024"/>
                  <a:pt x="28088" y="99960"/>
                  <a:pt x="28533" y="99803"/>
                </a:cubicBezTo>
                <a:cubicBezTo>
                  <a:pt x="28989" y="99648"/>
                  <a:pt x="29401" y="99404"/>
                  <a:pt x="29754" y="99085"/>
                </a:cubicBezTo>
                <a:cubicBezTo>
                  <a:pt x="30108" y="98767"/>
                  <a:pt x="30394" y="98382"/>
                  <a:pt x="30599" y="97952"/>
                </a:cubicBezTo>
                <a:lnTo>
                  <a:pt x="40314" y="78524"/>
                </a:lnTo>
                <a:lnTo>
                  <a:pt x="59686" y="78524"/>
                </a:lnTo>
                <a:lnTo>
                  <a:pt x="69401" y="97952"/>
                </a:lnTo>
                <a:cubicBezTo>
                  <a:pt x="69607" y="98382"/>
                  <a:pt x="69892" y="98767"/>
                  <a:pt x="70246" y="99085"/>
                </a:cubicBezTo>
                <a:cubicBezTo>
                  <a:pt x="70600" y="99404"/>
                  <a:pt x="71011" y="99648"/>
                  <a:pt x="71456" y="99803"/>
                </a:cubicBezTo>
                <a:cubicBezTo>
                  <a:pt x="71912" y="99960"/>
                  <a:pt x="72381" y="100024"/>
                  <a:pt x="72860" y="99993"/>
                </a:cubicBezTo>
                <a:cubicBezTo>
                  <a:pt x="73339" y="99963"/>
                  <a:pt x="73796" y="99838"/>
                  <a:pt x="74218" y="99626"/>
                </a:cubicBezTo>
                <a:cubicBezTo>
                  <a:pt x="74653" y="99413"/>
                  <a:pt x="75029" y="99118"/>
                  <a:pt x="75337" y="98757"/>
                </a:cubicBezTo>
                <a:cubicBezTo>
                  <a:pt x="75646" y="98396"/>
                  <a:pt x="75885" y="97977"/>
                  <a:pt x="76022" y="97524"/>
                </a:cubicBezTo>
                <a:cubicBezTo>
                  <a:pt x="76170" y="97071"/>
                  <a:pt x="76228" y="96594"/>
                  <a:pt x="76182" y="96120"/>
                </a:cubicBezTo>
                <a:cubicBezTo>
                  <a:pt x="76148" y="95647"/>
                  <a:pt x="76011" y="95186"/>
                  <a:pt x="75783" y="94766"/>
                </a:cubicBezTo>
                <a:lnTo>
                  <a:pt x="67654" y="78524"/>
                </a:lnTo>
                <a:lnTo>
                  <a:pt x="82107" y="78524"/>
                </a:lnTo>
                <a:cubicBezTo>
                  <a:pt x="89322" y="78524"/>
                  <a:pt x="95189" y="72658"/>
                  <a:pt x="95189" y="65446"/>
                </a:cubicBezTo>
                <a:lnTo>
                  <a:pt x="95189" y="14319"/>
                </a:lnTo>
                <a:lnTo>
                  <a:pt x="96376" y="14319"/>
                </a:lnTo>
                <a:cubicBezTo>
                  <a:pt x="96845" y="14326"/>
                  <a:pt x="97312" y="14238"/>
                  <a:pt x="97758" y="14062"/>
                </a:cubicBezTo>
                <a:cubicBezTo>
                  <a:pt x="98191" y="13887"/>
                  <a:pt x="98591" y="13624"/>
                  <a:pt x="98933" y="13294"/>
                </a:cubicBezTo>
                <a:cubicBezTo>
                  <a:pt x="99265" y="12961"/>
                  <a:pt x="99539" y="12565"/>
                  <a:pt x="99721" y="12129"/>
                </a:cubicBezTo>
                <a:cubicBezTo>
                  <a:pt x="99904" y="11693"/>
                  <a:pt x="99995" y="11225"/>
                  <a:pt x="99995" y="10753"/>
                </a:cubicBezTo>
                <a:cubicBezTo>
                  <a:pt x="99995" y="10280"/>
                  <a:pt x="99904" y="9812"/>
                  <a:pt x="99721" y="9376"/>
                </a:cubicBezTo>
                <a:cubicBezTo>
                  <a:pt x="99539" y="8940"/>
                  <a:pt x="99265" y="8544"/>
                  <a:pt x="98933" y="8213"/>
                </a:cubicBezTo>
                <a:cubicBezTo>
                  <a:pt x="98591" y="7881"/>
                  <a:pt x="98191" y="7619"/>
                  <a:pt x="97758" y="7443"/>
                </a:cubicBezTo>
                <a:cubicBezTo>
                  <a:pt x="97312" y="7267"/>
                  <a:pt x="96845" y="7179"/>
                  <a:pt x="96376" y="7186"/>
                </a:cubicBezTo>
                <a:lnTo>
                  <a:pt x="53568" y="7186"/>
                </a:lnTo>
                <a:lnTo>
                  <a:pt x="53568" y="3619"/>
                </a:lnTo>
                <a:cubicBezTo>
                  <a:pt x="53579" y="3142"/>
                  <a:pt x="53488" y="2668"/>
                  <a:pt x="53305" y="2225"/>
                </a:cubicBezTo>
                <a:cubicBezTo>
                  <a:pt x="53122" y="1783"/>
                  <a:pt x="52860" y="1382"/>
                  <a:pt x="52518" y="1043"/>
                </a:cubicBezTo>
                <a:cubicBezTo>
                  <a:pt x="52186" y="706"/>
                  <a:pt x="51775" y="439"/>
                  <a:pt x="51341" y="260"/>
                </a:cubicBezTo>
                <a:cubicBezTo>
                  <a:pt x="50896" y="81"/>
                  <a:pt x="50417" y="-7"/>
                  <a:pt x="49949" y="1"/>
                </a:cubicBezTo>
                <a:close/>
                <a:moveTo>
                  <a:pt x="74972" y="26209"/>
                </a:moveTo>
                <a:cubicBezTo>
                  <a:pt x="75885" y="26209"/>
                  <a:pt x="76798" y="26558"/>
                  <a:pt x="77495" y="27254"/>
                </a:cubicBezTo>
                <a:cubicBezTo>
                  <a:pt x="78888" y="28648"/>
                  <a:pt x="78888" y="30904"/>
                  <a:pt x="77495" y="32298"/>
                </a:cubicBezTo>
                <a:lnTo>
                  <a:pt x="51330" y="58456"/>
                </a:lnTo>
                <a:cubicBezTo>
                  <a:pt x="50633" y="59152"/>
                  <a:pt x="49720" y="59500"/>
                  <a:pt x="48807" y="59500"/>
                </a:cubicBezTo>
                <a:cubicBezTo>
                  <a:pt x="47894" y="59500"/>
                  <a:pt x="46981" y="59152"/>
                  <a:pt x="46284" y="58456"/>
                </a:cubicBezTo>
                <a:lnTo>
                  <a:pt x="36923" y="49088"/>
                </a:lnTo>
                <a:lnTo>
                  <a:pt x="27551" y="58456"/>
                </a:lnTo>
                <a:cubicBezTo>
                  <a:pt x="26159" y="59850"/>
                  <a:pt x="23898" y="59850"/>
                  <a:pt x="22505" y="58456"/>
                </a:cubicBezTo>
                <a:cubicBezTo>
                  <a:pt x="21113" y="57064"/>
                  <a:pt x="21113" y="54803"/>
                  <a:pt x="22505" y="53412"/>
                </a:cubicBezTo>
                <a:lnTo>
                  <a:pt x="34400" y="41522"/>
                </a:lnTo>
                <a:cubicBezTo>
                  <a:pt x="35793" y="40128"/>
                  <a:pt x="38042" y="40128"/>
                  <a:pt x="39446" y="41522"/>
                </a:cubicBezTo>
                <a:lnTo>
                  <a:pt x="48807" y="50891"/>
                </a:lnTo>
                <a:lnTo>
                  <a:pt x="72449" y="27254"/>
                </a:lnTo>
                <a:cubicBezTo>
                  <a:pt x="73146" y="26558"/>
                  <a:pt x="74059" y="26209"/>
                  <a:pt x="74972" y="2620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1" name="Чёрный — SVG 62">
            <a:extLst>
              <a:ext uri="{FF2B5EF4-FFF2-40B4-BE49-F238E27FC236}">
                <a16:creationId xmlns:a16="http://schemas.microsoft.com/office/drawing/2014/main" id="{E9777E50-04C2-3D43-B5D1-5CB325A9BEFD}"/>
              </a:ext>
            </a:extLst>
          </p:cNvPr>
          <p:cNvSpPr>
            <a:spLocks noGrp="1"/>
          </p:cNvSpPr>
          <p:nvPr/>
        </p:nvSpPr>
        <p:spPr>
          <a:xfrm>
            <a:off x="4620000" y="3730000"/>
            <a:ext cx="220000" cy="220000"/>
          </a:xfrm>
          <a:custGeom>
            <a:avLst/>
            <a:gdLst>
              <a:gd name="csX0" fmla="*/ 15950 w 134686"/>
              <a:gd name="csY0" fmla="*/ 0 h 148847"/>
              <a:gd name="csX1" fmla="*/ 0 w 134686"/>
              <a:gd name="csY1" fmla="*/ 15948 h 148847"/>
              <a:gd name="csX2" fmla="*/ 0 w 134686"/>
              <a:gd name="csY2" fmla="*/ 125811 h 148847"/>
              <a:gd name="csX3" fmla="*/ 15950 w 134686"/>
              <a:gd name="csY3" fmla="*/ 141759 h 148847"/>
              <a:gd name="csX4" fmla="*/ 88611 w 134686"/>
              <a:gd name="csY4" fmla="*/ 141759 h 148847"/>
              <a:gd name="csX5" fmla="*/ 88611 w 134686"/>
              <a:gd name="csY5" fmla="*/ 141579 h 148847"/>
              <a:gd name="csX6" fmla="*/ 56711 w 134686"/>
              <a:gd name="csY6" fmla="*/ 106319 h 148847"/>
              <a:gd name="csX7" fmla="*/ 92157 w 134686"/>
              <a:gd name="csY7" fmla="*/ 70880 h 148847"/>
              <a:gd name="csX8" fmla="*/ 113423 w 134686"/>
              <a:gd name="csY8" fmla="*/ 78037 h 148847"/>
              <a:gd name="csX9" fmla="*/ 113423 w 134686"/>
              <a:gd name="csY9" fmla="*/ 56704 h 148847"/>
              <a:gd name="csX10" fmla="*/ 72661 w 134686"/>
              <a:gd name="csY10" fmla="*/ 56704 h 148847"/>
              <a:gd name="csX11" fmla="*/ 56711 w 134686"/>
              <a:gd name="csY11" fmla="*/ 40756 h 148847"/>
              <a:gd name="csX12" fmla="*/ 56711 w 134686"/>
              <a:gd name="csY12" fmla="*/ 0 h 148847"/>
              <a:gd name="csX13" fmla="*/ 15950 w 134686"/>
              <a:gd name="csY13" fmla="*/ 0 h 148847"/>
              <a:gd name="csX14" fmla="*/ 67344 w 134686"/>
              <a:gd name="csY14" fmla="*/ 3115 h 148847"/>
              <a:gd name="csX15" fmla="*/ 67344 w 134686"/>
              <a:gd name="csY15" fmla="*/ 40756 h 148847"/>
              <a:gd name="csX16" fmla="*/ 72661 w 134686"/>
              <a:gd name="csY16" fmla="*/ 46072 h 148847"/>
              <a:gd name="csX17" fmla="*/ 110308 w 134686"/>
              <a:gd name="csY17" fmla="*/ 46072 h 148847"/>
              <a:gd name="csX18" fmla="*/ 67344 w 134686"/>
              <a:gd name="csY18" fmla="*/ 3115 h 148847"/>
              <a:gd name="csX19" fmla="*/ 92157 w 134686"/>
              <a:gd name="csY19" fmla="*/ 77968 h 148847"/>
              <a:gd name="csX20" fmla="*/ 63800 w 134686"/>
              <a:gd name="csY20" fmla="*/ 106319 h 148847"/>
              <a:gd name="csX21" fmla="*/ 92157 w 134686"/>
              <a:gd name="csY21" fmla="*/ 134671 h 148847"/>
              <a:gd name="csX22" fmla="*/ 108078 w 134686"/>
              <a:gd name="csY22" fmla="*/ 129757 h 148847"/>
              <a:gd name="csX23" fmla="*/ 125613 w 134686"/>
              <a:gd name="csY23" fmla="*/ 147290 h 148847"/>
              <a:gd name="csX24" fmla="*/ 129373 w 134686"/>
              <a:gd name="csY24" fmla="*/ 148847 h 148847"/>
              <a:gd name="csX25" fmla="*/ 133130 w 134686"/>
              <a:gd name="csY25" fmla="*/ 147290 h 148847"/>
              <a:gd name="csX26" fmla="*/ 133130 w 134686"/>
              <a:gd name="csY26" fmla="*/ 139773 h 148847"/>
              <a:gd name="csX27" fmla="*/ 115603 w 134686"/>
              <a:gd name="csY27" fmla="*/ 122240 h 148847"/>
              <a:gd name="csX28" fmla="*/ 120511 w 134686"/>
              <a:gd name="csY28" fmla="*/ 106319 h 148847"/>
              <a:gd name="csX29" fmla="*/ 92157 w 134686"/>
              <a:gd name="csY29" fmla="*/ 77968 h 148847"/>
              <a:gd name="csX30" fmla="*/ 92157 w 134686"/>
              <a:gd name="csY30" fmla="*/ 88599 h 148847"/>
              <a:gd name="csX31" fmla="*/ 109878 w 134686"/>
              <a:gd name="csY31" fmla="*/ 106319 h 148847"/>
              <a:gd name="csX32" fmla="*/ 92157 w 134686"/>
              <a:gd name="csY32" fmla="*/ 124039 h 148847"/>
              <a:gd name="csX33" fmla="*/ 74434 w 134686"/>
              <a:gd name="csY33" fmla="*/ 106319 h 148847"/>
              <a:gd name="csX34" fmla="*/ 92157 w 134686"/>
              <a:gd name="csY34" fmla="*/ 88599 h 148847"/>
            </a:gdLst>
            <a:ahLst/>
            <a:cxnLst/>
            <a:rect l="l" t="t" r="r" b="b"/>
            <a:pathLst>
              <a:path w="100000" h="100000">
                <a:moveTo>
                  <a:pt x="15473" y="0"/>
                </a:moveTo>
                <a:cubicBezTo>
                  <a:pt x="9565" y="0"/>
                  <a:pt x="4757" y="4807"/>
                  <a:pt x="4757" y="10714"/>
                </a:cubicBezTo>
                <a:lnTo>
                  <a:pt x="4757" y="84524"/>
                </a:lnTo>
                <a:cubicBezTo>
                  <a:pt x="4757" y="90431"/>
                  <a:pt x="9565" y="95238"/>
                  <a:pt x="15473" y="95238"/>
                </a:cubicBezTo>
                <a:lnTo>
                  <a:pt x="64288" y="95238"/>
                </a:lnTo>
                <a:lnTo>
                  <a:pt x="64288" y="95117"/>
                </a:lnTo>
                <a:cubicBezTo>
                  <a:pt x="52273" y="93920"/>
                  <a:pt x="42857" y="83752"/>
                  <a:pt x="42857" y="71428"/>
                </a:cubicBezTo>
                <a:cubicBezTo>
                  <a:pt x="42857" y="58300"/>
                  <a:pt x="53540" y="47619"/>
                  <a:pt x="66671" y="47619"/>
                </a:cubicBezTo>
                <a:cubicBezTo>
                  <a:pt x="72035" y="47619"/>
                  <a:pt x="76971" y="49425"/>
                  <a:pt x="80958" y="52428"/>
                </a:cubicBezTo>
                <a:lnTo>
                  <a:pt x="80958" y="38095"/>
                </a:lnTo>
                <a:lnTo>
                  <a:pt x="53573" y="38095"/>
                </a:lnTo>
                <a:cubicBezTo>
                  <a:pt x="47665" y="38095"/>
                  <a:pt x="42857" y="33288"/>
                  <a:pt x="42857" y="27381"/>
                </a:cubicBezTo>
                <a:lnTo>
                  <a:pt x="42857" y="0"/>
                </a:lnTo>
                <a:lnTo>
                  <a:pt x="15473" y="0"/>
                </a:lnTo>
                <a:close/>
                <a:moveTo>
                  <a:pt x="50001" y="2093"/>
                </a:moveTo>
                <a:lnTo>
                  <a:pt x="50001" y="27381"/>
                </a:lnTo>
                <a:cubicBezTo>
                  <a:pt x="50001" y="29350"/>
                  <a:pt x="51603" y="30953"/>
                  <a:pt x="53573" y="30953"/>
                </a:cubicBezTo>
                <a:lnTo>
                  <a:pt x="78865" y="30953"/>
                </a:lnTo>
                <a:lnTo>
                  <a:pt x="50001" y="2093"/>
                </a:lnTo>
                <a:close/>
                <a:moveTo>
                  <a:pt x="66671" y="52381"/>
                </a:moveTo>
                <a:cubicBezTo>
                  <a:pt x="56166" y="52381"/>
                  <a:pt x="47620" y="60926"/>
                  <a:pt x="47620" y="71428"/>
                </a:cubicBezTo>
                <a:cubicBezTo>
                  <a:pt x="47620" y="81931"/>
                  <a:pt x="56166" y="90476"/>
                  <a:pt x="66671" y="90476"/>
                </a:cubicBezTo>
                <a:cubicBezTo>
                  <a:pt x="70635" y="90476"/>
                  <a:pt x="74315" y="89255"/>
                  <a:pt x="77367" y="87175"/>
                </a:cubicBezTo>
                <a:lnTo>
                  <a:pt x="89148" y="98954"/>
                </a:lnTo>
                <a:cubicBezTo>
                  <a:pt x="89846" y="99654"/>
                  <a:pt x="90759" y="100000"/>
                  <a:pt x="91674" y="100000"/>
                </a:cubicBezTo>
                <a:cubicBezTo>
                  <a:pt x="92588" y="100000"/>
                  <a:pt x="93502" y="99651"/>
                  <a:pt x="94198" y="98954"/>
                </a:cubicBezTo>
                <a:cubicBezTo>
                  <a:pt x="95592" y="97559"/>
                  <a:pt x="95592" y="95299"/>
                  <a:pt x="94198" y="93904"/>
                </a:cubicBezTo>
                <a:lnTo>
                  <a:pt x="82423" y="82125"/>
                </a:lnTo>
                <a:cubicBezTo>
                  <a:pt x="84502" y="79072"/>
                  <a:pt x="85720" y="75393"/>
                  <a:pt x="85720" y="71428"/>
                </a:cubicBezTo>
                <a:cubicBezTo>
                  <a:pt x="85720" y="60926"/>
                  <a:pt x="77174" y="52381"/>
                  <a:pt x="66671" y="52381"/>
                </a:cubicBezTo>
                <a:close/>
                <a:moveTo>
                  <a:pt x="66671" y="59524"/>
                </a:moveTo>
                <a:cubicBezTo>
                  <a:pt x="73235" y="59524"/>
                  <a:pt x="78576" y="64865"/>
                  <a:pt x="78576" y="71428"/>
                </a:cubicBezTo>
                <a:cubicBezTo>
                  <a:pt x="78576" y="77993"/>
                  <a:pt x="73235" y="83333"/>
                  <a:pt x="66671" y="83333"/>
                </a:cubicBezTo>
                <a:cubicBezTo>
                  <a:pt x="60105" y="83333"/>
                  <a:pt x="54764" y="77993"/>
                  <a:pt x="54764" y="71428"/>
                </a:cubicBezTo>
                <a:cubicBezTo>
                  <a:pt x="54764" y="64865"/>
                  <a:pt x="60105" y="59524"/>
                  <a:pt x="66671" y="5952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2" name="Чёрный — SVG 63">
            <a:extLst>
              <a:ext uri="{FF2B5EF4-FFF2-40B4-BE49-F238E27FC236}">
                <a16:creationId xmlns:a16="http://schemas.microsoft.com/office/drawing/2014/main" id="{5662DAC4-F3C6-7648-A997-2F99A627356E}"/>
              </a:ext>
            </a:extLst>
          </p:cNvPr>
          <p:cNvSpPr>
            <a:spLocks noGrp="1"/>
          </p:cNvSpPr>
          <p:nvPr/>
        </p:nvSpPr>
        <p:spPr>
          <a:xfrm>
            <a:off x="5220000" y="3730000"/>
            <a:ext cx="220000" cy="220000"/>
          </a:xfrm>
          <a:custGeom>
            <a:avLst/>
            <a:gdLst>
              <a:gd name="csX0" fmla="*/ 15942 w 131139"/>
              <a:gd name="csY0" fmla="*/ 0 h 148848"/>
              <a:gd name="csX1" fmla="*/ 0 w 131139"/>
              <a:gd name="csY1" fmla="*/ 15948 h 148848"/>
              <a:gd name="csX2" fmla="*/ 0 w 131139"/>
              <a:gd name="csY2" fmla="*/ 125811 h 148848"/>
              <a:gd name="csX3" fmla="*/ 15942 w 131139"/>
              <a:gd name="csY3" fmla="*/ 141759 h 148848"/>
              <a:gd name="csX4" fmla="*/ 85067 w 131139"/>
              <a:gd name="csY4" fmla="*/ 141759 h 148848"/>
              <a:gd name="csX5" fmla="*/ 85067 w 131139"/>
              <a:gd name="csY5" fmla="*/ 133571 h 148848"/>
              <a:gd name="csX6" fmla="*/ 74434 w 131139"/>
              <a:gd name="csY6" fmla="*/ 109863 h 148848"/>
              <a:gd name="csX7" fmla="*/ 106334 w 131139"/>
              <a:gd name="csY7" fmla="*/ 77968 h 148848"/>
              <a:gd name="csX8" fmla="*/ 113428 w 131139"/>
              <a:gd name="csY8" fmla="*/ 78791 h 148848"/>
              <a:gd name="csX9" fmla="*/ 113428 w 131139"/>
              <a:gd name="csY9" fmla="*/ 56704 h 148848"/>
              <a:gd name="csX10" fmla="*/ 72664 w 131139"/>
              <a:gd name="csY10" fmla="*/ 56704 h 148848"/>
              <a:gd name="csX11" fmla="*/ 56706 w 131139"/>
              <a:gd name="csY11" fmla="*/ 40756 h 148848"/>
              <a:gd name="csX12" fmla="*/ 56706 w 131139"/>
              <a:gd name="csY12" fmla="*/ 0 h 148848"/>
              <a:gd name="csX13" fmla="*/ 15942 w 131139"/>
              <a:gd name="csY13" fmla="*/ 0 h 148848"/>
              <a:gd name="csX14" fmla="*/ 67339 w 131139"/>
              <a:gd name="csY14" fmla="*/ 3115 h 148848"/>
              <a:gd name="csX15" fmla="*/ 67339 w 131139"/>
              <a:gd name="csY15" fmla="*/ 40756 h 148848"/>
              <a:gd name="csX16" fmla="*/ 72664 w 131139"/>
              <a:gd name="csY16" fmla="*/ 46072 h 148848"/>
              <a:gd name="csX17" fmla="*/ 110315 w 131139"/>
              <a:gd name="csY17" fmla="*/ 46072 h 148848"/>
              <a:gd name="csX18" fmla="*/ 67339 w 131139"/>
              <a:gd name="csY18" fmla="*/ 3115 h 148848"/>
              <a:gd name="csX19" fmla="*/ 30131 w 131139"/>
              <a:gd name="csY19" fmla="*/ 74424 h 148848"/>
              <a:gd name="csX20" fmla="*/ 76203 w 131139"/>
              <a:gd name="csY20" fmla="*/ 74424 h 148848"/>
              <a:gd name="csX21" fmla="*/ 81528 w 131139"/>
              <a:gd name="csY21" fmla="*/ 79740 h 148848"/>
              <a:gd name="csX22" fmla="*/ 76203 w 131139"/>
              <a:gd name="csY22" fmla="*/ 85056 h 148848"/>
              <a:gd name="csX23" fmla="*/ 30131 w 131139"/>
              <a:gd name="csY23" fmla="*/ 85056 h 148848"/>
              <a:gd name="csX24" fmla="*/ 24806 w 131139"/>
              <a:gd name="csY24" fmla="*/ 79740 h 148848"/>
              <a:gd name="csX25" fmla="*/ 30131 w 131139"/>
              <a:gd name="csY25" fmla="*/ 74424 h 148848"/>
              <a:gd name="csX26" fmla="*/ 106334 w 131139"/>
              <a:gd name="csY26" fmla="*/ 85056 h 148848"/>
              <a:gd name="csX27" fmla="*/ 81528 w 131139"/>
              <a:gd name="csY27" fmla="*/ 109863 h 148848"/>
              <a:gd name="csX28" fmla="*/ 92162 w 131139"/>
              <a:gd name="csY28" fmla="*/ 130172 h 148848"/>
              <a:gd name="csX29" fmla="*/ 92162 w 131139"/>
              <a:gd name="csY29" fmla="*/ 143531 h 148848"/>
              <a:gd name="csX30" fmla="*/ 94799 w 131139"/>
              <a:gd name="csY30" fmla="*/ 148127 h 148848"/>
              <a:gd name="csX31" fmla="*/ 100107 w 131139"/>
              <a:gd name="csY31" fmla="*/ 148148 h 148848"/>
              <a:gd name="csX32" fmla="*/ 106334 w 131139"/>
              <a:gd name="csY32" fmla="*/ 144590 h 148848"/>
              <a:gd name="csX33" fmla="*/ 112561 w 131139"/>
              <a:gd name="csY33" fmla="*/ 148148 h 148848"/>
              <a:gd name="csX34" fmla="*/ 115198 w 131139"/>
              <a:gd name="csY34" fmla="*/ 148847 h 148848"/>
              <a:gd name="csX35" fmla="*/ 117869 w 131139"/>
              <a:gd name="csY35" fmla="*/ 148127 h 148848"/>
              <a:gd name="csX36" fmla="*/ 120506 w 131139"/>
              <a:gd name="csY36" fmla="*/ 143531 h 148848"/>
              <a:gd name="csX37" fmla="*/ 120506 w 131139"/>
              <a:gd name="csY37" fmla="*/ 130172 h 148848"/>
              <a:gd name="csX38" fmla="*/ 131139 w 131139"/>
              <a:gd name="csY38" fmla="*/ 109863 h 148848"/>
              <a:gd name="csX39" fmla="*/ 106334 w 131139"/>
              <a:gd name="csY39" fmla="*/ 85056 h 148848"/>
              <a:gd name="csX40" fmla="*/ 106334 w 131139"/>
              <a:gd name="csY40" fmla="*/ 95687 h 148848"/>
              <a:gd name="csX41" fmla="*/ 120506 w 131139"/>
              <a:gd name="csY41" fmla="*/ 109863 h 148848"/>
              <a:gd name="csX42" fmla="*/ 106334 w 131139"/>
              <a:gd name="csY42" fmla="*/ 124039 h 148848"/>
              <a:gd name="csX43" fmla="*/ 92162 w 131139"/>
              <a:gd name="csY43" fmla="*/ 109863 h 148848"/>
              <a:gd name="csX44" fmla="*/ 106334 w 131139"/>
              <a:gd name="csY44" fmla="*/ 95687 h 148848"/>
              <a:gd name="csX45" fmla="*/ 30131 w 131139"/>
              <a:gd name="csY45" fmla="*/ 99231 h 148848"/>
              <a:gd name="csX46" fmla="*/ 62031 w 131139"/>
              <a:gd name="csY46" fmla="*/ 99231 h 148848"/>
              <a:gd name="csX47" fmla="*/ 67339 w 131139"/>
              <a:gd name="csY47" fmla="*/ 104547 h 148848"/>
              <a:gd name="csX48" fmla="*/ 62031 w 131139"/>
              <a:gd name="csY48" fmla="*/ 109863 h 148848"/>
              <a:gd name="csX49" fmla="*/ 30131 w 131139"/>
              <a:gd name="csY49" fmla="*/ 109863 h 148848"/>
              <a:gd name="csX50" fmla="*/ 24806 w 131139"/>
              <a:gd name="csY50" fmla="*/ 104547 h 148848"/>
              <a:gd name="csX51" fmla="*/ 30131 w 131139"/>
              <a:gd name="csY51" fmla="*/ 99231 h 148848"/>
            </a:gdLst>
            <a:ahLst/>
            <a:cxnLst/>
            <a:rect l="l" t="t" r="r" b="b"/>
            <a:pathLst>
              <a:path w="100000" h="100000">
                <a:moveTo>
                  <a:pt x="16659" y="0"/>
                </a:moveTo>
                <a:cubicBezTo>
                  <a:pt x="10761" y="0"/>
                  <a:pt x="5949" y="4807"/>
                  <a:pt x="5949" y="10714"/>
                </a:cubicBezTo>
                <a:lnTo>
                  <a:pt x="5949" y="84523"/>
                </a:lnTo>
                <a:cubicBezTo>
                  <a:pt x="5949" y="90431"/>
                  <a:pt x="10761" y="95237"/>
                  <a:pt x="16659" y="95237"/>
                </a:cubicBezTo>
                <a:lnTo>
                  <a:pt x="63099" y="95237"/>
                </a:lnTo>
                <a:lnTo>
                  <a:pt x="63099" y="89737"/>
                </a:lnTo>
                <a:cubicBezTo>
                  <a:pt x="58721" y="85810"/>
                  <a:pt x="55955" y="80133"/>
                  <a:pt x="55955" y="73809"/>
                </a:cubicBezTo>
                <a:cubicBezTo>
                  <a:pt x="55955" y="61995"/>
                  <a:pt x="65568" y="52381"/>
                  <a:pt x="77387" y="52381"/>
                </a:cubicBezTo>
                <a:cubicBezTo>
                  <a:pt x="79021" y="52381"/>
                  <a:pt x="80610" y="52584"/>
                  <a:pt x="82153" y="52934"/>
                </a:cubicBezTo>
                <a:lnTo>
                  <a:pt x="82153" y="38095"/>
                </a:lnTo>
                <a:lnTo>
                  <a:pt x="54766" y="38095"/>
                </a:lnTo>
                <a:cubicBezTo>
                  <a:pt x="48857" y="38095"/>
                  <a:pt x="44045" y="33288"/>
                  <a:pt x="44045" y="27381"/>
                </a:cubicBezTo>
                <a:lnTo>
                  <a:pt x="44045" y="0"/>
                </a:lnTo>
                <a:lnTo>
                  <a:pt x="16659" y="0"/>
                </a:lnTo>
                <a:close/>
                <a:moveTo>
                  <a:pt x="51189" y="2093"/>
                </a:moveTo>
                <a:lnTo>
                  <a:pt x="51189" y="27381"/>
                </a:lnTo>
                <a:cubicBezTo>
                  <a:pt x="51189" y="29350"/>
                  <a:pt x="52801" y="30952"/>
                  <a:pt x="54766" y="30952"/>
                </a:cubicBezTo>
                <a:lnTo>
                  <a:pt x="80061" y="30952"/>
                </a:lnTo>
                <a:lnTo>
                  <a:pt x="51189" y="2093"/>
                </a:lnTo>
                <a:close/>
                <a:moveTo>
                  <a:pt x="26191" y="50000"/>
                </a:moveTo>
                <a:lnTo>
                  <a:pt x="57144" y="50000"/>
                </a:lnTo>
                <a:cubicBezTo>
                  <a:pt x="59121" y="50000"/>
                  <a:pt x="60721" y="51598"/>
                  <a:pt x="60721" y="53571"/>
                </a:cubicBezTo>
                <a:cubicBezTo>
                  <a:pt x="60721" y="55545"/>
                  <a:pt x="59121" y="57143"/>
                  <a:pt x="57144" y="57143"/>
                </a:cubicBezTo>
                <a:lnTo>
                  <a:pt x="26191" y="57143"/>
                </a:lnTo>
                <a:cubicBezTo>
                  <a:pt x="24214" y="57143"/>
                  <a:pt x="22614" y="55545"/>
                  <a:pt x="22614" y="53571"/>
                </a:cubicBezTo>
                <a:cubicBezTo>
                  <a:pt x="22614" y="51598"/>
                  <a:pt x="24214" y="50000"/>
                  <a:pt x="26191" y="50000"/>
                </a:cubicBezTo>
                <a:close/>
                <a:moveTo>
                  <a:pt x="77387" y="57143"/>
                </a:moveTo>
                <a:cubicBezTo>
                  <a:pt x="68220" y="57143"/>
                  <a:pt x="60721" y="64646"/>
                  <a:pt x="60721" y="73809"/>
                </a:cubicBezTo>
                <a:cubicBezTo>
                  <a:pt x="60721" y="79436"/>
                  <a:pt x="63556" y="84431"/>
                  <a:pt x="67866" y="87453"/>
                </a:cubicBezTo>
                <a:lnTo>
                  <a:pt x="67866" y="96428"/>
                </a:lnTo>
                <a:cubicBezTo>
                  <a:pt x="67866" y="97702"/>
                  <a:pt x="68539" y="98878"/>
                  <a:pt x="69637" y="99516"/>
                </a:cubicBezTo>
                <a:cubicBezTo>
                  <a:pt x="70746" y="100157"/>
                  <a:pt x="72105" y="100163"/>
                  <a:pt x="73203" y="99530"/>
                </a:cubicBezTo>
                <a:lnTo>
                  <a:pt x="77387" y="97139"/>
                </a:lnTo>
                <a:lnTo>
                  <a:pt x="81570" y="99530"/>
                </a:lnTo>
                <a:cubicBezTo>
                  <a:pt x="82118" y="99844"/>
                  <a:pt x="82724" y="99999"/>
                  <a:pt x="83342" y="99999"/>
                </a:cubicBezTo>
                <a:cubicBezTo>
                  <a:pt x="83959" y="99999"/>
                  <a:pt x="84576" y="99839"/>
                  <a:pt x="85136" y="99516"/>
                </a:cubicBezTo>
                <a:cubicBezTo>
                  <a:pt x="86233" y="98878"/>
                  <a:pt x="86908" y="97702"/>
                  <a:pt x="86908" y="96428"/>
                </a:cubicBezTo>
                <a:lnTo>
                  <a:pt x="86908" y="87453"/>
                </a:lnTo>
                <a:cubicBezTo>
                  <a:pt x="91217" y="84431"/>
                  <a:pt x="94051" y="79436"/>
                  <a:pt x="94051" y="73809"/>
                </a:cubicBezTo>
                <a:cubicBezTo>
                  <a:pt x="94051" y="64646"/>
                  <a:pt x="86554" y="57143"/>
                  <a:pt x="77387" y="57143"/>
                </a:cubicBezTo>
                <a:close/>
                <a:moveTo>
                  <a:pt x="77387" y="64285"/>
                </a:moveTo>
                <a:cubicBezTo>
                  <a:pt x="82690" y="64285"/>
                  <a:pt x="86908" y="68507"/>
                  <a:pt x="86908" y="73809"/>
                </a:cubicBezTo>
                <a:cubicBezTo>
                  <a:pt x="86908" y="79111"/>
                  <a:pt x="82690" y="83333"/>
                  <a:pt x="77387" y="83333"/>
                </a:cubicBezTo>
                <a:cubicBezTo>
                  <a:pt x="72083" y="83333"/>
                  <a:pt x="67866" y="79111"/>
                  <a:pt x="67866" y="73809"/>
                </a:cubicBezTo>
                <a:cubicBezTo>
                  <a:pt x="67866" y="68507"/>
                  <a:pt x="72083" y="64285"/>
                  <a:pt x="77387" y="64285"/>
                </a:cubicBezTo>
                <a:close/>
                <a:moveTo>
                  <a:pt x="26191" y="66666"/>
                </a:moveTo>
                <a:lnTo>
                  <a:pt x="47623" y="66666"/>
                </a:lnTo>
                <a:cubicBezTo>
                  <a:pt x="49600" y="66666"/>
                  <a:pt x="51189" y="68264"/>
                  <a:pt x="51189" y="70237"/>
                </a:cubicBezTo>
                <a:cubicBezTo>
                  <a:pt x="51189" y="72211"/>
                  <a:pt x="49600" y="73809"/>
                  <a:pt x="47623" y="73809"/>
                </a:cubicBezTo>
                <a:lnTo>
                  <a:pt x="26191" y="73809"/>
                </a:lnTo>
                <a:cubicBezTo>
                  <a:pt x="24214" y="73809"/>
                  <a:pt x="22614" y="72211"/>
                  <a:pt x="22614" y="70237"/>
                </a:cubicBezTo>
                <a:cubicBezTo>
                  <a:pt x="22614" y="68264"/>
                  <a:pt x="24214" y="66666"/>
                  <a:pt x="26191" y="6666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3" name="Чёрный — SVG 64">
            <a:extLst>
              <a:ext uri="{FF2B5EF4-FFF2-40B4-BE49-F238E27FC236}">
                <a16:creationId xmlns:a16="http://schemas.microsoft.com/office/drawing/2014/main" id="{A2795786-F277-8841-BE56-093E0A729252}"/>
              </a:ext>
            </a:extLst>
          </p:cNvPr>
          <p:cNvSpPr>
            <a:spLocks noGrp="1"/>
          </p:cNvSpPr>
          <p:nvPr/>
        </p:nvSpPr>
        <p:spPr>
          <a:xfrm>
            <a:off x="5820000" y="3730000"/>
            <a:ext cx="220000" cy="220000"/>
          </a:xfrm>
          <a:custGeom>
            <a:avLst/>
            <a:gdLst>
              <a:gd name="csX0" fmla="*/ 77736 w 155518"/>
              <a:gd name="csY0" fmla="*/ 0 h 148847"/>
              <a:gd name="csX1" fmla="*/ 71271 w 155518"/>
              <a:gd name="csY1" fmla="*/ 2201 h 148847"/>
              <a:gd name="csX2" fmla="*/ 67477 w 155518"/>
              <a:gd name="csY2" fmla="*/ 7880 h 148847"/>
              <a:gd name="csX3" fmla="*/ 67919 w 155518"/>
              <a:gd name="csY3" fmla="*/ 14692 h 148847"/>
              <a:gd name="csX4" fmla="*/ 72428 w 155518"/>
              <a:gd name="csY4" fmla="*/ 19832 h 148847"/>
              <a:gd name="csX5" fmla="*/ 72428 w 155518"/>
              <a:gd name="csY5" fmla="*/ 32796 h 148847"/>
              <a:gd name="csX6" fmla="*/ 62100 w 155518"/>
              <a:gd name="csY6" fmla="*/ 41448 h 148847"/>
              <a:gd name="csX7" fmla="*/ 32701 w 155518"/>
              <a:gd name="csY7" fmla="*/ 35565 h 148847"/>
              <a:gd name="csX8" fmla="*/ 32599 w 155518"/>
              <a:gd name="csY8" fmla="*/ 35558 h 148847"/>
              <a:gd name="csX9" fmla="*/ 31834 w 155518"/>
              <a:gd name="csY9" fmla="*/ 35468 h 148847"/>
              <a:gd name="csX10" fmla="*/ 31714 w 155518"/>
              <a:gd name="csY10" fmla="*/ 35468 h 148847"/>
              <a:gd name="csX11" fmla="*/ 31527 w 155518"/>
              <a:gd name="csY11" fmla="*/ 35475 h 148847"/>
              <a:gd name="csX12" fmla="*/ 30677 w 155518"/>
              <a:gd name="csY12" fmla="*/ 35558 h 148847"/>
              <a:gd name="csX13" fmla="*/ 30455 w 155518"/>
              <a:gd name="csY13" fmla="*/ 35606 h 148847"/>
              <a:gd name="csX14" fmla="*/ 29690 w 155518"/>
              <a:gd name="csY14" fmla="*/ 35847 h 148847"/>
              <a:gd name="csX15" fmla="*/ 29503 w 155518"/>
              <a:gd name="csY15" fmla="*/ 35924 h 148847"/>
              <a:gd name="csX16" fmla="*/ 28737 w 155518"/>
              <a:gd name="csY16" fmla="*/ 36339 h 148847"/>
              <a:gd name="csX17" fmla="*/ 28669 w 155518"/>
              <a:gd name="csY17" fmla="*/ 36382 h 148847"/>
              <a:gd name="csX18" fmla="*/ 27920 w 155518"/>
              <a:gd name="csY18" fmla="*/ 36991 h 148847"/>
              <a:gd name="csX19" fmla="*/ 27903 w 155518"/>
              <a:gd name="csY19" fmla="*/ 37018 h 148847"/>
              <a:gd name="csX20" fmla="*/ 27274 w 155518"/>
              <a:gd name="csY20" fmla="*/ 37766 h 148847"/>
              <a:gd name="csX21" fmla="*/ 27257 w 155518"/>
              <a:gd name="csY21" fmla="*/ 37780 h 148847"/>
              <a:gd name="csX22" fmla="*/ 27257 w 155518"/>
              <a:gd name="csY22" fmla="*/ 37800 h 148847"/>
              <a:gd name="csX23" fmla="*/ 26730 w 155518"/>
              <a:gd name="csY23" fmla="*/ 38748 h 148847"/>
              <a:gd name="csX24" fmla="*/ 410 w 155518"/>
              <a:gd name="csY24" fmla="*/ 102519 h 148847"/>
              <a:gd name="csX25" fmla="*/ 19 w 155518"/>
              <a:gd name="csY25" fmla="*/ 104064 h 148847"/>
              <a:gd name="csX26" fmla="*/ 19 w 155518"/>
              <a:gd name="csY26" fmla="*/ 104077 h 148847"/>
              <a:gd name="csX27" fmla="*/ 36 w 155518"/>
              <a:gd name="csY27" fmla="*/ 105205 h 148847"/>
              <a:gd name="csX28" fmla="*/ 138 w 155518"/>
              <a:gd name="csY28" fmla="*/ 105731 h 148847"/>
              <a:gd name="csX29" fmla="*/ 33433 w 155518"/>
              <a:gd name="csY29" fmla="*/ 134672 h 148847"/>
              <a:gd name="csX30" fmla="*/ 66745 w 155518"/>
              <a:gd name="csY30" fmla="*/ 105654 h 148847"/>
              <a:gd name="csX31" fmla="*/ 66745 w 155518"/>
              <a:gd name="csY31" fmla="*/ 105620 h 148847"/>
              <a:gd name="csX32" fmla="*/ 66813 w 155518"/>
              <a:gd name="csY32" fmla="*/ 105205 h 148847"/>
              <a:gd name="csX33" fmla="*/ 66813 w 155518"/>
              <a:gd name="csY33" fmla="*/ 105178 h 148847"/>
              <a:gd name="csX34" fmla="*/ 66847 w 155518"/>
              <a:gd name="csY34" fmla="*/ 104145 h 148847"/>
              <a:gd name="csX35" fmla="*/ 66830 w 155518"/>
              <a:gd name="csY35" fmla="*/ 104042 h 148847"/>
              <a:gd name="csX36" fmla="*/ 66830 w 155518"/>
              <a:gd name="csY36" fmla="*/ 104035 h 148847"/>
              <a:gd name="csX37" fmla="*/ 66626 w 155518"/>
              <a:gd name="csY37" fmla="*/ 102990 h 148847"/>
              <a:gd name="csX38" fmla="*/ 66626 w 155518"/>
              <a:gd name="csY38" fmla="*/ 102977 h 148847"/>
              <a:gd name="csX39" fmla="*/ 66354 w 155518"/>
              <a:gd name="csY39" fmla="*/ 102291 h 148847"/>
              <a:gd name="csX40" fmla="*/ 40936 w 155518"/>
              <a:gd name="csY40" fmla="*/ 48058 h 148847"/>
              <a:gd name="csX41" fmla="*/ 60178 w 155518"/>
              <a:gd name="csY41" fmla="*/ 51908 h 148847"/>
              <a:gd name="csX42" fmla="*/ 77736 w 155518"/>
              <a:gd name="csY42" fmla="*/ 67335 h 148847"/>
              <a:gd name="csX43" fmla="*/ 92997 w 155518"/>
              <a:gd name="csY43" fmla="*/ 58469 h 148847"/>
              <a:gd name="csX44" fmla="*/ 112749 w 155518"/>
              <a:gd name="csY44" fmla="*/ 62414 h 148847"/>
              <a:gd name="csX45" fmla="*/ 89067 w 155518"/>
              <a:gd name="csY45" fmla="*/ 116591 h 148847"/>
              <a:gd name="csX46" fmla="*/ 88828 w 155518"/>
              <a:gd name="csY46" fmla="*/ 120413 h 148847"/>
              <a:gd name="csX47" fmla="*/ 122039 w 155518"/>
              <a:gd name="csY47" fmla="*/ 148847 h 148847"/>
              <a:gd name="csX48" fmla="*/ 155215 w 155518"/>
              <a:gd name="csY48" fmla="*/ 120605 h 148847"/>
              <a:gd name="csX49" fmla="*/ 155504 w 155518"/>
              <a:gd name="csY49" fmla="*/ 118453 h 148847"/>
              <a:gd name="csX50" fmla="*/ 154926 w 155518"/>
              <a:gd name="csY50" fmla="*/ 116363 h 148847"/>
              <a:gd name="csX51" fmla="*/ 125033 w 155518"/>
              <a:gd name="csY51" fmla="*/ 56137 h 148847"/>
              <a:gd name="csX52" fmla="*/ 124693 w 155518"/>
              <a:gd name="csY52" fmla="*/ 55548 h 148847"/>
              <a:gd name="csX53" fmla="*/ 124659 w 155518"/>
              <a:gd name="csY53" fmla="*/ 55512 h 148847"/>
              <a:gd name="csX54" fmla="*/ 124080 w 155518"/>
              <a:gd name="csY54" fmla="*/ 54800 h 148847"/>
              <a:gd name="csX55" fmla="*/ 123978 w 155518"/>
              <a:gd name="csY55" fmla="*/ 54696 h 148847"/>
              <a:gd name="csX56" fmla="*/ 123281 w 155518"/>
              <a:gd name="csY56" fmla="*/ 54129 h 148847"/>
              <a:gd name="csX57" fmla="*/ 123178 w 155518"/>
              <a:gd name="csY57" fmla="*/ 54060 h 148847"/>
              <a:gd name="csX58" fmla="*/ 122328 w 155518"/>
              <a:gd name="csY58" fmla="*/ 53602 h 148847"/>
              <a:gd name="csX59" fmla="*/ 122294 w 155518"/>
              <a:gd name="csY59" fmla="*/ 53588 h 148847"/>
              <a:gd name="csX60" fmla="*/ 121307 w 155518"/>
              <a:gd name="csY60" fmla="*/ 53284 h 148847"/>
              <a:gd name="csX61" fmla="*/ 95379 w 155518"/>
              <a:gd name="csY61" fmla="*/ 48101 h 148847"/>
              <a:gd name="csX62" fmla="*/ 83061 w 155518"/>
              <a:gd name="csY62" fmla="*/ 32796 h 148847"/>
              <a:gd name="csX63" fmla="*/ 83061 w 155518"/>
              <a:gd name="csY63" fmla="*/ 19825 h 148847"/>
              <a:gd name="csX64" fmla="*/ 87535 w 155518"/>
              <a:gd name="csY64" fmla="*/ 14686 h 148847"/>
              <a:gd name="csX65" fmla="*/ 87978 w 155518"/>
              <a:gd name="csY65" fmla="*/ 7878 h 148847"/>
              <a:gd name="csX66" fmla="*/ 84201 w 155518"/>
              <a:gd name="csY66" fmla="*/ 2205 h 148847"/>
              <a:gd name="csX67" fmla="*/ 77736 w 155518"/>
              <a:gd name="csY67" fmla="*/ 0 h 148847"/>
              <a:gd name="csX68" fmla="*/ 77242 w 155518"/>
              <a:gd name="csY68" fmla="*/ 42575 h 148847"/>
              <a:gd name="csX69" fmla="*/ 78229 w 155518"/>
              <a:gd name="csY69" fmla="*/ 42575 h 148847"/>
              <a:gd name="csX70" fmla="*/ 84831 w 155518"/>
              <a:gd name="csY70" fmla="*/ 49616 h 148847"/>
              <a:gd name="csX71" fmla="*/ 77736 w 155518"/>
              <a:gd name="csY71" fmla="*/ 56703 h 148847"/>
              <a:gd name="csX72" fmla="*/ 70641 w 155518"/>
              <a:gd name="csY72" fmla="*/ 49616 h 148847"/>
              <a:gd name="csX73" fmla="*/ 77242 w 155518"/>
              <a:gd name="csY73" fmla="*/ 42575 h 148847"/>
              <a:gd name="csX74" fmla="*/ 31970 w 155518"/>
              <a:gd name="csY74" fmla="*/ 53956 h 148847"/>
              <a:gd name="csX75" fmla="*/ 53168 w 155518"/>
              <a:gd name="csY75" fmla="*/ 99231 h 148847"/>
              <a:gd name="csX76" fmla="*/ 13272 w 155518"/>
              <a:gd name="csY76" fmla="*/ 99231 h 148847"/>
              <a:gd name="csX77" fmla="*/ 31970 w 155518"/>
              <a:gd name="csY77" fmla="*/ 53956 h 148847"/>
              <a:gd name="csX78" fmla="*/ 120576 w 155518"/>
              <a:gd name="csY78" fmla="*/ 71074 h 148847"/>
              <a:gd name="csX79" fmla="*/ 141587 w 155518"/>
              <a:gd name="csY79" fmla="*/ 113408 h 148847"/>
              <a:gd name="csX80" fmla="*/ 102065 w 155518"/>
              <a:gd name="csY80" fmla="*/ 113408 h 148847"/>
              <a:gd name="csX81" fmla="*/ 120576 w 155518"/>
              <a:gd name="csY81" fmla="*/ 71074 h 148847"/>
            </a:gdLst>
            <a:ahLst/>
            <a:cxnLst/>
            <a:rect l="l" t="t" r="r" b="b"/>
            <a:pathLst>
              <a:path w="100000" h="100000">
                <a:moveTo>
                  <a:pt x="49985" y="2145"/>
                </a:moveTo>
                <a:cubicBezTo>
                  <a:pt x="48486" y="2147"/>
                  <a:pt x="47020" y="2644"/>
                  <a:pt x="45828" y="3560"/>
                </a:cubicBezTo>
                <a:cubicBezTo>
                  <a:pt x="44635" y="4476"/>
                  <a:pt x="43782" y="5758"/>
                  <a:pt x="43389" y="7212"/>
                </a:cubicBezTo>
                <a:cubicBezTo>
                  <a:pt x="43005" y="8663"/>
                  <a:pt x="43104" y="10203"/>
                  <a:pt x="43673" y="11592"/>
                </a:cubicBezTo>
                <a:cubicBezTo>
                  <a:pt x="44253" y="12981"/>
                  <a:pt x="45270" y="14143"/>
                  <a:pt x="46572" y="14897"/>
                </a:cubicBezTo>
                <a:lnTo>
                  <a:pt x="46572" y="23233"/>
                </a:lnTo>
                <a:cubicBezTo>
                  <a:pt x="43684" y="24147"/>
                  <a:pt x="41321" y="26157"/>
                  <a:pt x="39931" y="28796"/>
                </a:cubicBezTo>
                <a:lnTo>
                  <a:pt x="21027" y="25014"/>
                </a:lnTo>
                <a:cubicBezTo>
                  <a:pt x="21005" y="25008"/>
                  <a:pt x="20983" y="25012"/>
                  <a:pt x="20962" y="25009"/>
                </a:cubicBezTo>
                <a:cubicBezTo>
                  <a:pt x="20798" y="24977"/>
                  <a:pt x="20634" y="24958"/>
                  <a:pt x="20470" y="24951"/>
                </a:cubicBezTo>
                <a:cubicBezTo>
                  <a:pt x="20436" y="24950"/>
                  <a:pt x="20414" y="24950"/>
                  <a:pt x="20392" y="24951"/>
                </a:cubicBezTo>
                <a:cubicBezTo>
                  <a:pt x="20349" y="24950"/>
                  <a:pt x="20306" y="24954"/>
                  <a:pt x="20272" y="24956"/>
                </a:cubicBezTo>
                <a:cubicBezTo>
                  <a:pt x="20086" y="24959"/>
                  <a:pt x="19912" y="24976"/>
                  <a:pt x="19726" y="25009"/>
                </a:cubicBezTo>
                <a:cubicBezTo>
                  <a:pt x="19682" y="25018"/>
                  <a:pt x="19627" y="25029"/>
                  <a:pt x="19583" y="25040"/>
                </a:cubicBezTo>
                <a:cubicBezTo>
                  <a:pt x="19419" y="25079"/>
                  <a:pt x="19244" y="25132"/>
                  <a:pt x="19091" y="25195"/>
                </a:cubicBezTo>
                <a:cubicBezTo>
                  <a:pt x="19047" y="25212"/>
                  <a:pt x="19015" y="25228"/>
                  <a:pt x="18971" y="25244"/>
                </a:cubicBezTo>
                <a:cubicBezTo>
                  <a:pt x="18795" y="25320"/>
                  <a:pt x="18631" y="25408"/>
                  <a:pt x="18478" y="25511"/>
                </a:cubicBezTo>
                <a:cubicBezTo>
                  <a:pt x="18456" y="25520"/>
                  <a:pt x="18445" y="25530"/>
                  <a:pt x="18435" y="25539"/>
                </a:cubicBezTo>
                <a:cubicBezTo>
                  <a:pt x="18271" y="25655"/>
                  <a:pt x="18107" y="25784"/>
                  <a:pt x="17953" y="25930"/>
                </a:cubicBezTo>
                <a:cubicBezTo>
                  <a:pt x="17953" y="25936"/>
                  <a:pt x="17942" y="25942"/>
                  <a:pt x="17942" y="25948"/>
                </a:cubicBezTo>
                <a:cubicBezTo>
                  <a:pt x="17789" y="26096"/>
                  <a:pt x="17658" y="26256"/>
                  <a:pt x="17538" y="26429"/>
                </a:cubicBezTo>
                <a:cubicBezTo>
                  <a:pt x="17538" y="26431"/>
                  <a:pt x="17527" y="26435"/>
                  <a:pt x="17527" y="26438"/>
                </a:cubicBezTo>
                <a:cubicBezTo>
                  <a:pt x="17527" y="26442"/>
                  <a:pt x="17527" y="26447"/>
                  <a:pt x="17527" y="26451"/>
                </a:cubicBezTo>
                <a:cubicBezTo>
                  <a:pt x="17395" y="26642"/>
                  <a:pt x="17286" y="26847"/>
                  <a:pt x="17188" y="27060"/>
                </a:cubicBezTo>
                <a:lnTo>
                  <a:pt x="264" y="68066"/>
                </a:lnTo>
                <a:cubicBezTo>
                  <a:pt x="132" y="68383"/>
                  <a:pt x="45" y="68718"/>
                  <a:pt x="12" y="69059"/>
                </a:cubicBezTo>
                <a:cubicBezTo>
                  <a:pt x="12" y="69061"/>
                  <a:pt x="12" y="69064"/>
                  <a:pt x="12" y="69068"/>
                </a:cubicBezTo>
                <a:cubicBezTo>
                  <a:pt x="-10" y="69309"/>
                  <a:pt x="1" y="69552"/>
                  <a:pt x="23" y="69793"/>
                </a:cubicBezTo>
                <a:cubicBezTo>
                  <a:pt x="45" y="69907"/>
                  <a:pt x="56" y="70019"/>
                  <a:pt x="89" y="70131"/>
                </a:cubicBezTo>
                <a:cubicBezTo>
                  <a:pt x="1587" y="80762"/>
                  <a:pt x="10722" y="88741"/>
                  <a:pt x="21498" y="88741"/>
                </a:cubicBezTo>
                <a:cubicBezTo>
                  <a:pt x="32284" y="88741"/>
                  <a:pt x="41441" y="80738"/>
                  <a:pt x="42918" y="70082"/>
                </a:cubicBezTo>
                <a:cubicBezTo>
                  <a:pt x="42918" y="70074"/>
                  <a:pt x="42918" y="70067"/>
                  <a:pt x="42918" y="70060"/>
                </a:cubicBezTo>
                <a:cubicBezTo>
                  <a:pt x="42940" y="69971"/>
                  <a:pt x="42951" y="69883"/>
                  <a:pt x="42962" y="69793"/>
                </a:cubicBezTo>
                <a:cubicBezTo>
                  <a:pt x="42962" y="69786"/>
                  <a:pt x="42962" y="69781"/>
                  <a:pt x="42962" y="69776"/>
                </a:cubicBezTo>
                <a:cubicBezTo>
                  <a:pt x="42994" y="69554"/>
                  <a:pt x="42994" y="69332"/>
                  <a:pt x="42983" y="69111"/>
                </a:cubicBezTo>
                <a:cubicBezTo>
                  <a:pt x="42973" y="69089"/>
                  <a:pt x="42973" y="69068"/>
                  <a:pt x="42973" y="69045"/>
                </a:cubicBezTo>
                <a:cubicBezTo>
                  <a:pt x="42973" y="69044"/>
                  <a:pt x="42973" y="69042"/>
                  <a:pt x="42973" y="69041"/>
                </a:cubicBezTo>
                <a:cubicBezTo>
                  <a:pt x="42951" y="68813"/>
                  <a:pt x="42907" y="68588"/>
                  <a:pt x="42841" y="68369"/>
                </a:cubicBezTo>
                <a:cubicBezTo>
                  <a:pt x="42841" y="68365"/>
                  <a:pt x="42841" y="68362"/>
                  <a:pt x="42841" y="68360"/>
                </a:cubicBezTo>
                <a:cubicBezTo>
                  <a:pt x="42787" y="68209"/>
                  <a:pt x="42732" y="68061"/>
                  <a:pt x="42666" y="67919"/>
                </a:cubicBezTo>
                <a:lnTo>
                  <a:pt x="26322" y="33047"/>
                </a:lnTo>
                <a:lnTo>
                  <a:pt x="38695" y="35522"/>
                </a:lnTo>
                <a:cubicBezTo>
                  <a:pt x="39428" y="41108"/>
                  <a:pt x="44209" y="45442"/>
                  <a:pt x="49985" y="45442"/>
                </a:cubicBezTo>
                <a:cubicBezTo>
                  <a:pt x="54186" y="45442"/>
                  <a:pt x="57829" y="43133"/>
                  <a:pt x="59798" y="39741"/>
                </a:cubicBezTo>
                <a:lnTo>
                  <a:pt x="72499" y="42278"/>
                </a:lnTo>
                <a:lnTo>
                  <a:pt x="57271" y="77114"/>
                </a:lnTo>
                <a:cubicBezTo>
                  <a:pt x="56921" y="77886"/>
                  <a:pt x="56866" y="78762"/>
                  <a:pt x="57118" y="79572"/>
                </a:cubicBezTo>
                <a:cubicBezTo>
                  <a:pt x="58758" y="90037"/>
                  <a:pt x="67817" y="97855"/>
                  <a:pt x="78473" y="97855"/>
                </a:cubicBezTo>
                <a:cubicBezTo>
                  <a:pt x="89095" y="97855"/>
                  <a:pt x="98110" y="90100"/>
                  <a:pt x="99805" y="79695"/>
                </a:cubicBezTo>
                <a:cubicBezTo>
                  <a:pt x="99969" y="79252"/>
                  <a:pt x="100024" y="78781"/>
                  <a:pt x="99991" y="78312"/>
                </a:cubicBezTo>
                <a:cubicBezTo>
                  <a:pt x="99958" y="77843"/>
                  <a:pt x="99838" y="77384"/>
                  <a:pt x="99619" y="76968"/>
                </a:cubicBezTo>
                <a:lnTo>
                  <a:pt x="80398" y="38242"/>
                </a:lnTo>
                <a:cubicBezTo>
                  <a:pt x="80332" y="38110"/>
                  <a:pt x="80256" y="37984"/>
                  <a:pt x="80179" y="37863"/>
                </a:cubicBezTo>
                <a:cubicBezTo>
                  <a:pt x="80168" y="37855"/>
                  <a:pt x="80168" y="37849"/>
                  <a:pt x="80157" y="37840"/>
                </a:cubicBezTo>
                <a:cubicBezTo>
                  <a:pt x="80048" y="37677"/>
                  <a:pt x="79917" y="37524"/>
                  <a:pt x="79785" y="37382"/>
                </a:cubicBezTo>
                <a:cubicBezTo>
                  <a:pt x="79763" y="37360"/>
                  <a:pt x="79741" y="37337"/>
                  <a:pt x="79719" y="37315"/>
                </a:cubicBezTo>
                <a:cubicBezTo>
                  <a:pt x="79577" y="37181"/>
                  <a:pt x="79435" y="37059"/>
                  <a:pt x="79271" y="36950"/>
                </a:cubicBezTo>
                <a:cubicBezTo>
                  <a:pt x="79249" y="36934"/>
                  <a:pt x="79227" y="36921"/>
                  <a:pt x="79205" y="36906"/>
                </a:cubicBezTo>
                <a:cubicBezTo>
                  <a:pt x="79030" y="36792"/>
                  <a:pt x="78855" y="36694"/>
                  <a:pt x="78658" y="36612"/>
                </a:cubicBezTo>
                <a:cubicBezTo>
                  <a:pt x="78658" y="36610"/>
                  <a:pt x="78647" y="36606"/>
                  <a:pt x="78637" y="36603"/>
                </a:cubicBezTo>
                <a:cubicBezTo>
                  <a:pt x="78440" y="36518"/>
                  <a:pt x="78221" y="36452"/>
                  <a:pt x="78002" y="36407"/>
                </a:cubicBezTo>
                <a:lnTo>
                  <a:pt x="61330" y="33074"/>
                </a:lnTo>
                <a:cubicBezTo>
                  <a:pt x="60936" y="28420"/>
                  <a:pt x="57708" y="24600"/>
                  <a:pt x="53409" y="23233"/>
                </a:cubicBezTo>
                <a:lnTo>
                  <a:pt x="53409" y="14892"/>
                </a:lnTo>
                <a:cubicBezTo>
                  <a:pt x="54700" y="14138"/>
                  <a:pt x="55718" y="12976"/>
                  <a:pt x="56286" y="11588"/>
                </a:cubicBezTo>
                <a:cubicBezTo>
                  <a:pt x="56866" y="10200"/>
                  <a:pt x="56964" y="8661"/>
                  <a:pt x="56571" y="7210"/>
                </a:cubicBezTo>
                <a:cubicBezTo>
                  <a:pt x="56188" y="5760"/>
                  <a:pt x="55323" y="4478"/>
                  <a:pt x="54142" y="3563"/>
                </a:cubicBezTo>
                <a:cubicBezTo>
                  <a:pt x="52949" y="2647"/>
                  <a:pt x="51484" y="2148"/>
                  <a:pt x="49985" y="2145"/>
                </a:cubicBezTo>
                <a:close/>
                <a:moveTo>
                  <a:pt x="49668" y="29521"/>
                </a:moveTo>
                <a:cubicBezTo>
                  <a:pt x="49876" y="29541"/>
                  <a:pt x="50084" y="29541"/>
                  <a:pt x="50302" y="29521"/>
                </a:cubicBezTo>
                <a:cubicBezTo>
                  <a:pt x="52665" y="29686"/>
                  <a:pt x="54547" y="31641"/>
                  <a:pt x="54547" y="34048"/>
                </a:cubicBezTo>
                <a:cubicBezTo>
                  <a:pt x="54547" y="36562"/>
                  <a:pt x="52501" y="38605"/>
                  <a:pt x="49985" y="38605"/>
                </a:cubicBezTo>
                <a:cubicBezTo>
                  <a:pt x="47469" y="38605"/>
                  <a:pt x="45423" y="36562"/>
                  <a:pt x="45423" y="34048"/>
                </a:cubicBezTo>
                <a:cubicBezTo>
                  <a:pt x="45423" y="31644"/>
                  <a:pt x="47305" y="29688"/>
                  <a:pt x="49668" y="29521"/>
                </a:cubicBezTo>
                <a:close/>
                <a:moveTo>
                  <a:pt x="20557" y="36839"/>
                </a:moveTo>
                <a:lnTo>
                  <a:pt x="34188" y="65952"/>
                </a:lnTo>
                <a:lnTo>
                  <a:pt x="8534" y="65952"/>
                </a:lnTo>
                <a:lnTo>
                  <a:pt x="20557" y="36839"/>
                </a:lnTo>
                <a:close/>
                <a:moveTo>
                  <a:pt x="77532" y="47846"/>
                </a:moveTo>
                <a:lnTo>
                  <a:pt x="91042" y="75068"/>
                </a:lnTo>
                <a:lnTo>
                  <a:pt x="65629" y="75068"/>
                </a:lnTo>
                <a:lnTo>
                  <a:pt x="77532" y="4784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4" name="Чёрный — SVG 65">
            <a:extLst>
              <a:ext uri="{FF2B5EF4-FFF2-40B4-BE49-F238E27FC236}">
                <a16:creationId xmlns:a16="http://schemas.microsoft.com/office/drawing/2014/main" id="{68E4626D-EBBB-C14A-A926-6D6588F14A23}"/>
              </a:ext>
            </a:extLst>
          </p:cNvPr>
          <p:cNvSpPr>
            <a:spLocks noGrp="1"/>
          </p:cNvSpPr>
          <p:nvPr/>
        </p:nvSpPr>
        <p:spPr>
          <a:xfrm>
            <a:off x="6420000" y="3730000"/>
            <a:ext cx="220000" cy="220000"/>
          </a:xfrm>
          <a:custGeom>
            <a:avLst/>
            <a:gdLst>
              <a:gd name="csX0" fmla="*/ 70890 w 141777"/>
              <a:gd name="csY0" fmla="*/ 0 h 141758"/>
              <a:gd name="csX1" fmla="*/ 0 w 141777"/>
              <a:gd name="csY1" fmla="*/ 70880 h 141758"/>
              <a:gd name="csX2" fmla="*/ 70890 w 141777"/>
              <a:gd name="csY2" fmla="*/ 141759 h 141758"/>
              <a:gd name="csX3" fmla="*/ 141778 w 141777"/>
              <a:gd name="csY3" fmla="*/ 70880 h 141758"/>
              <a:gd name="csX4" fmla="*/ 70890 w 141777"/>
              <a:gd name="csY4" fmla="*/ 0 h 141758"/>
              <a:gd name="csX5" fmla="*/ 70890 w 141777"/>
              <a:gd name="csY5" fmla="*/ 38984 h 141758"/>
              <a:gd name="csX6" fmla="*/ 102790 w 141777"/>
              <a:gd name="csY6" fmla="*/ 70880 h 141758"/>
              <a:gd name="csX7" fmla="*/ 70890 w 141777"/>
              <a:gd name="csY7" fmla="*/ 102776 h 141758"/>
              <a:gd name="csX8" fmla="*/ 38990 w 141777"/>
              <a:gd name="csY8" fmla="*/ 70880 h 141758"/>
              <a:gd name="csX9" fmla="*/ 70890 w 141777"/>
              <a:gd name="csY9" fmla="*/ 38984 h 141758"/>
              <a:gd name="csX10" fmla="*/ 113411 w 141777"/>
              <a:gd name="csY10" fmla="*/ 113520 h 141758"/>
              <a:gd name="csX11" fmla="*/ 100886 w 141777"/>
              <a:gd name="csY11" fmla="*/ 100997 h 141758"/>
              <a:gd name="csX12" fmla="*/ 113423 w 141777"/>
              <a:gd name="csY12" fmla="*/ 70880 h 141758"/>
              <a:gd name="csX13" fmla="*/ 70890 w 141777"/>
              <a:gd name="csY13" fmla="*/ 28352 h 141758"/>
              <a:gd name="csX14" fmla="*/ 70890 w 141777"/>
              <a:gd name="csY14" fmla="*/ 10632 h 141758"/>
              <a:gd name="csX15" fmla="*/ 131144 w 141777"/>
              <a:gd name="csY15" fmla="*/ 70880 h 141758"/>
              <a:gd name="csX16" fmla="*/ 113411 w 141777"/>
              <a:gd name="csY16" fmla="*/ 113520 h 141758"/>
            </a:gdLst>
            <a:ahLst/>
            <a:cxnLst/>
            <a:rect l="l" t="t" r="r" b="b"/>
            <a:pathLst>
              <a:path w="100000" h="100000">
                <a:moveTo>
                  <a:pt x="50001" y="7"/>
                </a:moveTo>
                <a:cubicBezTo>
                  <a:pt x="22430" y="7"/>
                  <a:pt x="0" y="22434"/>
                  <a:pt x="0" y="50001"/>
                </a:cubicBezTo>
                <a:cubicBezTo>
                  <a:pt x="0" y="77567"/>
                  <a:pt x="22430" y="99994"/>
                  <a:pt x="50001" y="99994"/>
                </a:cubicBezTo>
                <a:cubicBezTo>
                  <a:pt x="77571" y="99994"/>
                  <a:pt x="100001" y="77567"/>
                  <a:pt x="100001" y="50001"/>
                </a:cubicBezTo>
                <a:cubicBezTo>
                  <a:pt x="100001" y="22434"/>
                  <a:pt x="77571" y="7"/>
                  <a:pt x="50001" y="7"/>
                </a:cubicBezTo>
                <a:close/>
                <a:moveTo>
                  <a:pt x="50001" y="27503"/>
                </a:moveTo>
                <a:cubicBezTo>
                  <a:pt x="62408" y="27503"/>
                  <a:pt x="72501" y="37597"/>
                  <a:pt x="72501" y="50001"/>
                </a:cubicBezTo>
                <a:cubicBezTo>
                  <a:pt x="72501" y="62404"/>
                  <a:pt x="62408" y="72498"/>
                  <a:pt x="50001" y="72498"/>
                </a:cubicBezTo>
                <a:cubicBezTo>
                  <a:pt x="37593" y="72498"/>
                  <a:pt x="27501" y="62404"/>
                  <a:pt x="27501" y="50001"/>
                </a:cubicBezTo>
                <a:cubicBezTo>
                  <a:pt x="27501" y="37597"/>
                  <a:pt x="37593" y="27503"/>
                  <a:pt x="50001" y="27503"/>
                </a:cubicBezTo>
                <a:close/>
                <a:moveTo>
                  <a:pt x="79993" y="80076"/>
                </a:moveTo>
                <a:lnTo>
                  <a:pt x="71158" y="71243"/>
                </a:lnTo>
                <a:cubicBezTo>
                  <a:pt x="76616" y="65809"/>
                  <a:pt x="80001" y="58292"/>
                  <a:pt x="80001" y="50001"/>
                </a:cubicBezTo>
                <a:cubicBezTo>
                  <a:pt x="80001" y="33460"/>
                  <a:pt x="66543" y="20004"/>
                  <a:pt x="50001" y="20004"/>
                </a:cubicBezTo>
                <a:lnTo>
                  <a:pt x="50001" y="7506"/>
                </a:lnTo>
                <a:cubicBezTo>
                  <a:pt x="73436" y="7506"/>
                  <a:pt x="92500" y="26567"/>
                  <a:pt x="92500" y="50001"/>
                </a:cubicBezTo>
                <a:cubicBezTo>
                  <a:pt x="92500" y="61739"/>
                  <a:pt x="87714" y="72380"/>
                  <a:pt x="79993" y="8007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5" name="Чёрный — SVG 66">
            <a:extLst>
              <a:ext uri="{FF2B5EF4-FFF2-40B4-BE49-F238E27FC236}">
                <a16:creationId xmlns:a16="http://schemas.microsoft.com/office/drawing/2014/main" id="{25CACA8C-38C4-4E4B-8E55-10774B6F5E2C}"/>
              </a:ext>
            </a:extLst>
          </p:cNvPr>
          <p:cNvSpPr>
            <a:spLocks noGrp="1"/>
          </p:cNvSpPr>
          <p:nvPr/>
        </p:nvSpPr>
        <p:spPr>
          <a:xfrm>
            <a:off x="7020000" y="3730000"/>
            <a:ext cx="220000" cy="220000"/>
          </a:xfrm>
          <a:custGeom>
            <a:avLst/>
            <a:gdLst>
              <a:gd name="csX0" fmla="*/ 70946 w 141891"/>
              <a:gd name="csY0" fmla="*/ 0 h 141872"/>
              <a:gd name="csX1" fmla="*/ 0 w 141891"/>
              <a:gd name="csY1" fmla="*/ 70936 h 141872"/>
              <a:gd name="csX2" fmla="*/ 70946 w 141891"/>
              <a:gd name="csY2" fmla="*/ 141873 h 141872"/>
              <a:gd name="csX3" fmla="*/ 141892 w 141891"/>
              <a:gd name="csY3" fmla="*/ 70936 h 141872"/>
              <a:gd name="csX4" fmla="*/ 70946 w 141891"/>
              <a:gd name="csY4" fmla="*/ 0 h 141872"/>
              <a:gd name="csX5" fmla="*/ 45596 w 141891"/>
              <a:gd name="csY5" fmla="*/ 31300 h 141872"/>
              <a:gd name="csX6" fmla="*/ 59887 w 141891"/>
              <a:gd name="csY6" fmla="*/ 45590 h 141872"/>
              <a:gd name="csX7" fmla="*/ 45596 w 141891"/>
              <a:gd name="csY7" fmla="*/ 59879 h 141872"/>
              <a:gd name="csX8" fmla="*/ 31305 w 141891"/>
              <a:gd name="csY8" fmla="*/ 45590 h 141872"/>
              <a:gd name="csX9" fmla="*/ 45596 w 141891"/>
              <a:gd name="csY9" fmla="*/ 31300 h 141872"/>
              <a:gd name="csX10" fmla="*/ 96126 w 141891"/>
              <a:gd name="csY10" fmla="*/ 110402 h 141872"/>
              <a:gd name="csX11" fmla="*/ 81834 w 141891"/>
              <a:gd name="csY11" fmla="*/ 96113 h 141872"/>
              <a:gd name="csX12" fmla="*/ 96126 w 141891"/>
              <a:gd name="csY12" fmla="*/ 81823 h 141872"/>
              <a:gd name="csX13" fmla="*/ 110417 w 141891"/>
              <a:gd name="csY13" fmla="*/ 96113 h 141872"/>
              <a:gd name="csX14" fmla="*/ 96126 w 141891"/>
              <a:gd name="csY14" fmla="*/ 110402 h 141872"/>
              <a:gd name="csX15" fmla="*/ 110417 w 141891"/>
              <a:gd name="csY15" fmla="*/ 36234 h 141872"/>
              <a:gd name="csX16" fmla="*/ 110417 w 141891"/>
              <a:gd name="csY16" fmla="*/ 48822 h 141872"/>
              <a:gd name="csX17" fmla="*/ 105994 w 141891"/>
              <a:gd name="csY17" fmla="*/ 53075 h 141872"/>
              <a:gd name="csX18" fmla="*/ 101740 w 141891"/>
              <a:gd name="csY18" fmla="*/ 48652 h 141872"/>
              <a:gd name="csX19" fmla="*/ 101740 w 141891"/>
              <a:gd name="csY19" fmla="*/ 46100 h 141872"/>
              <a:gd name="csX20" fmla="*/ 38961 w 141891"/>
              <a:gd name="csY20" fmla="*/ 108871 h 141872"/>
              <a:gd name="csX21" fmla="*/ 32666 w 141891"/>
              <a:gd name="csY21" fmla="*/ 108871 h 141872"/>
              <a:gd name="csX22" fmla="*/ 32666 w 141891"/>
              <a:gd name="csY22" fmla="*/ 102577 h 141872"/>
              <a:gd name="csX23" fmla="*/ 95445 w 141891"/>
              <a:gd name="csY23" fmla="*/ 40146 h 141872"/>
              <a:gd name="csX24" fmla="*/ 92893 w 141891"/>
              <a:gd name="csY24" fmla="*/ 40146 h 141872"/>
              <a:gd name="csX25" fmla="*/ 88640 w 141891"/>
              <a:gd name="csY25" fmla="*/ 35723 h 141872"/>
              <a:gd name="csX26" fmla="*/ 93063 w 141891"/>
              <a:gd name="csY26" fmla="*/ 31471 h 141872"/>
              <a:gd name="csX27" fmla="*/ 105653 w 141891"/>
              <a:gd name="csY27" fmla="*/ 31471 h 141872"/>
              <a:gd name="csX28" fmla="*/ 106164 w 141891"/>
              <a:gd name="csY28" fmla="*/ 31471 h 141872"/>
              <a:gd name="csX29" fmla="*/ 106844 w 141891"/>
              <a:gd name="csY29" fmla="*/ 31471 h 141872"/>
              <a:gd name="csX30" fmla="*/ 110587 w 141891"/>
              <a:gd name="csY30" fmla="*/ 36404 h 141872"/>
              <a:gd name="csX31" fmla="*/ 110417 w 141891"/>
              <a:gd name="csY31" fmla="*/ 36234 h 141872"/>
            </a:gdLst>
            <a:ahLst/>
            <a:cxnLst/>
            <a:rect l="l" t="t" r="r" b="b"/>
            <a:pathLst>
              <a:path w="100000" h="100000">
                <a:moveTo>
                  <a:pt x="50000" y="7"/>
                </a:move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575"/>
                  <a:pt x="100001" y="50000"/>
                </a:cubicBezTo>
                <a:cubicBezTo>
                  <a:pt x="100001" y="22426"/>
                  <a:pt x="77459" y="7"/>
                  <a:pt x="50000" y="7"/>
                </a:cubicBezTo>
                <a:close/>
                <a:moveTo>
                  <a:pt x="32135" y="22066"/>
                </a:moveTo>
                <a:cubicBezTo>
                  <a:pt x="37650" y="22066"/>
                  <a:pt x="42206" y="26622"/>
                  <a:pt x="42206" y="32137"/>
                </a:cubicBezTo>
                <a:cubicBezTo>
                  <a:pt x="42206" y="37652"/>
                  <a:pt x="37650" y="42207"/>
                  <a:pt x="32135" y="42207"/>
                </a:cubicBezTo>
                <a:cubicBezTo>
                  <a:pt x="26619" y="42207"/>
                  <a:pt x="22063" y="37652"/>
                  <a:pt x="22063" y="32137"/>
                </a:cubicBezTo>
                <a:cubicBezTo>
                  <a:pt x="22063" y="26622"/>
                  <a:pt x="26619" y="22066"/>
                  <a:pt x="32135" y="22066"/>
                </a:cubicBezTo>
                <a:close/>
                <a:moveTo>
                  <a:pt x="67746" y="77814"/>
                </a:moveTo>
                <a:cubicBezTo>
                  <a:pt x="62231" y="77814"/>
                  <a:pt x="57674" y="73259"/>
                  <a:pt x="57674" y="67744"/>
                </a:cubicBezTo>
                <a:cubicBezTo>
                  <a:pt x="57674" y="62229"/>
                  <a:pt x="62231" y="57673"/>
                  <a:pt x="67746" y="57673"/>
                </a:cubicBezTo>
                <a:cubicBezTo>
                  <a:pt x="73262" y="57673"/>
                  <a:pt x="77818" y="62229"/>
                  <a:pt x="77818" y="67744"/>
                </a:cubicBezTo>
                <a:cubicBezTo>
                  <a:pt x="77818" y="73259"/>
                  <a:pt x="73262" y="77814"/>
                  <a:pt x="67746" y="77814"/>
                </a:cubicBezTo>
                <a:close/>
                <a:moveTo>
                  <a:pt x="77818" y="25543"/>
                </a:moveTo>
                <a:lnTo>
                  <a:pt x="77818" y="34415"/>
                </a:lnTo>
                <a:cubicBezTo>
                  <a:pt x="77818" y="36093"/>
                  <a:pt x="76379" y="37532"/>
                  <a:pt x="74701" y="37412"/>
                </a:cubicBezTo>
                <a:cubicBezTo>
                  <a:pt x="73022" y="37412"/>
                  <a:pt x="71583" y="35973"/>
                  <a:pt x="71703" y="34295"/>
                </a:cubicBezTo>
                <a:lnTo>
                  <a:pt x="71703" y="32496"/>
                </a:lnTo>
                <a:lnTo>
                  <a:pt x="27458" y="76735"/>
                </a:lnTo>
                <a:cubicBezTo>
                  <a:pt x="26259" y="77934"/>
                  <a:pt x="24221" y="77934"/>
                  <a:pt x="23022" y="76735"/>
                </a:cubicBezTo>
                <a:cubicBezTo>
                  <a:pt x="21822" y="75537"/>
                  <a:pt x="21822" y="73498"/>
                  <a:pt x="23022" y="72300"/>
                </a:cubicBezTo>
                <a:lnTo>
                  <a:pt x="67266" y="28300"/>
                </a:lnTo>
                <a:lnTo>
                  <a:pt x="65468" y="28300"/>
                </a:lnTo>
                <a:cubicBezTo>
                  <a:pt x="63789" y="28300"/>
                  <a:pt x="62351" y="26862"/>
                  <a:pt x="62470" y="25183"/>
                </a:cubicBezTo>
                <a:cubicBezTo>
                  <a:pt x="62470" y="23505"/>
                  <a:pt x="63910" y="22066"/>
                  <a:pt x="65588" y="22186"/>
                </a:cubicBezTo>
                <a:lnTo>
                  <a:pt x="74461" y="22186"/>
                </a:lnTo>
                <a:cubicBezTo>
                  <a:pt x="74461" y="22186"/>
                  <a:pt x="74701" y="22186"/>
                  <a:pt x="74821" y="22186"/>
                </a:cubicBezTo>
                <a:cubicBezTo>
                  <a:pt x="74941" y="22186"/>
                  <a:pt x="75180" y="22186"/>
                  <a:pt x="75300" y="22186"/>
                </a:cubicBezTo>
                <a:cubicBezTo>
                  <a:pt x="76979" y="22426"/>
                  <a:pt x="78178" y="23984"/>
                  <a:pt x="77938" y="25663"/>
                </a:cubicBezTo>
                <a:lnTo>
                  <a:pt x="77818" y="2554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6" name="Чёрный — SVG 67">
            <a:extLst>
              <a:ext uri="{FF2B5EF4-FFF2-40B4-BE49-F238E27FC236}">
                <a16:creationId xmlns:a16="http://schemas.microsoft.com/office/drawing/2014/main" id="{B5939429-5A19-864D-8940-1DC29A095CFF}"/>
              </a:ext>
            </a:extLst>
          </p:cNvPr>
          <p:cNvSpPr>
            <a:spLocks noGrp="1"/>
          </p:cNvSpPr>
          <p:nvPr/>
        </p:nvSpPr>
        <p:spPr>
          <a:xfrm>
            <a:off x="7620000" y="3730000"/>
            <a:ext cx="220000" cy="220000"/>
          </a:xfrm>
          <a:custGeom>
            <a:avLst/>
            <a:gdLst>
              <a:gd name="csX0" fmla="*/ 141892 w 141891"/>
              <a:gd name="csY0" fmla="*/ 70936 h 141872"/>
              <a:gd name="csX1" fmla="*/ 70946 w 141891"/>
              <a:gd name="csY1" fmla="*/ 0 h 141872"/>
              <a:gd name="csX2" fmla="*/ 0 w 141891"/>
              <a:gd name="csY2" fmla="*/ 70936 h 141872"/>
              <a:gd name="csX3" fmla="*/ 70946 w 141891"/>
              <a:gd name="csY3" fmla="*/ 141873 h 141872"/>
              <a:gd name="csX4" fmla="*/ 141892 w 141891"/>
              <a:gd name="csY4" fmla="*/ 70936 h 141872"/>
              <a:gd name="csX5" fmla="*/ 110587 w 141891"/>
              <a:gd name="csY5" fmla="*/ 45590 h 141872"/>
              <a:gd name="csX6" fmla="*/ 96296 w 141891"/>
              <a:gd name="csY6" fmla="*/ 59879 h 141872"/>
              <a:gd name="csX7" fmla="*/ 82005 w 141891"/>
              <a:gd name="csY7" fmla="*/ 45590 h 141872"/>
              <a:gd name="csX8" fmla="*/ 96296 w 141891"/>
              <a:gd name="csY8" fmla="*/ 31300 h 141872"/>
              <a:gd name="csX9" fmla="*/ 110587 w 141891"/>
              <a:gd name="csY9" fmla="*/ 45590 h 141872"/>
              <a:gd name="csX10" fmla="*/ 31475 w 141891"/>
              <a:gd name="csY10" fmla="*/ 96113 h 141872"/>
              <a:gd name="csX11" fmla="*/ 45766 w 141891"/>
              <a:gd name="csY11" fmla="*/ 81823 h 141872"/>
              <a:gd name="csX12" fmla="*/ 60057 w 141891"/>
              <a:gd name="csY12" fmla="*/ 96113 h 141872"/>
              <a:gd name="csX13" fmla="*/ 45766 w 141891"/>
              <a:gd name="csY13" fmla="*/ 110402 h 141872"/>
              <a:gd name="csX14" fmla="*/ 31475 w 141891"/>
              <a:gd name="csY14" fmla="*/ 96113 h 141872"/>
              <a:gd name="csX15" fmla="*/ 105653 w 141891"/>
              <a:gd name="csY15" fmla="*/ 110402 h 141872"/>
              <a:gd name="csX16" fmla="*/ 93063 w 141891"/>
              <a:gd name="csY16" fmla="*/ 110402 h 141872"/>
              <a:gd name="csX17" fmla="*/ 88810 w 141891"/>
              <a:gd name="csY17" fmla="*/ 105979 h 141872"/>
              <a:gd name="csX18" fmla="*/ 93234 w 141891"/>
              <a:gd name="csY18" fmla="*/ 101726 h 141872"/>
              <a:gd name="csX19" fmla="*/ 95786 w 141891"/>
              <a:gd name="csY19" fmla="*/ 101726 h 141872"/>
              <a:gd name="csX20" fmla="*/ 33006 w 141891"/>
              <a:gd name="csY20" fmla="*/ 38955 h 141872"/>
              <a:gd name="csX21" fmla="*/ 33006 w 141891"/>
              <a:gd name="csY21" fmla="*/ 32661 h 141872"/>
              <a:gd name="csX22" fmla="*/ 39301 w 141891"/>
              <a:gd name="csY22" fmla="*/ 32661 h 141872"/>
              <a:gd name="csX23" fmla="*/ 101740 w 141891"/>
              <a:gd name="csY23" fmla="*/ 95432 h 141872"/>
              <a:gd name="csX24" fmla="*/ 101740 w 141891"/>
              <a:gd name="csY24" fmla="*/ 92881 h 141872"/>
              <a:gd name="csX25" fmla="*/ 106164 w 141891"/>
              <a:gd name="csY25" fmla="*/ 88628 h 141872"/>
              <a:gd name="csX26" fmla="*/ 110417 w 141891"/>
              <a:gd name="csY26" fmla="*/ 93051 h 141872"/>
              <a:gd name="csX27" fmla="*/ 110417 w 141891"/>
              <a:gd name="csY27" fmla="*/ 105639 h 141872"/>
              <a:gd name="csX28" fmla="*/ 110417 w 141891"/>
              <a:gd name="csY28" fmla="*/ 106149 h 141872"/>
              <a:gd name="csX29" fmla="*/ 110417 w 141891"/>
              <a:gd name="csY29" fmla="*/ 106830 h 141872"/>
              <a:gd name="csX30" fmla="*/ 105483 w 141891"/>
              <a:gd name="csY30" fmla="*/ 110572 h 141872"/>
              <a:gd name="csX31" fmla="*/ 105653 w 141891"/>
              <a:gd name="csY31" fmla="*/ 110402 h 141872"/>
            </a:gdLst>
            <a:ahLst/>
            <a:cxnLst/>
            <a:rect l="l" t="t" r="r" b="b"/>
            <a:pathLst>
              <a:path w="100000" h="100000">
                <a:moveTo>
                  <a:pt x="100001" y="50000"/>
                </a:moveTo>
                <a:cubicBezTo>
                  <a:pt x="100001" y="22426"/>
                  <a:pt x="77579" y="7"/>
                  <a:pt x="50000" y="7"/>
                </a:cubicBez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455"/>
                  <a:pt x="100001" y="50000"/>
                </a:cubicBezTo>
                <a:close/>
                <a:moveTo>
                  <a:pt x="77938" y="32137"/>
                </a:moveTo>
                <a:cubicBezTo>
                  <a:pt x="77938" y="37652"/>
                  <a:pt x="73382" y="42207"/>
                  <a:pt x="67866" y="42207"/>
                </a:cubicBezTo>
                <a:cubicBezTo>
                  <a:pt x="62351" y="42207"/>
                  <a:pt x="57794" y="37652"/>
                  <a:pt x="57794" y="32137"/>
                </a:cubicBezTo>
                <a:cubicBezTo>
                  <a:pt x="57794" y="26622"/>
                  <a:pt x="62351" y="22066"/>
                  <a:pt x="67866" y="22066"/>
                </a:cubicBezTo>
                <a:cubicBezTo>
                  <a:pt x="73382" y="22066"/>
                  <a:pt x="77938" y="26622"/>
                  <a:pt x="77938" y="32137"/>
                </a:cubicBezTo>
                <a:close/>
                <a:moveTo>
                  <a:pt x="22183" y="67744"/>
                </a:moveTo>
                <a:cubicBezTo>
                  <a:pt x="22183" y="62229"/>
                  <a:pt x="26739" y="57673"/>
                  <a:pt x="32254" y="57673"/>
                </a:cubicBezTo>
                <a:cubicBezTo>
                  <a:pt x="37770" y="57673"/>
                  <a:pt x="42326" y="62229"/>
                  <a:pt x="42326" y="67744"/>
                </a:cubicBezTo>
                <a:cubicBezTo>
                  <a:pt x="42326" y="73259"/>
                  <a:pt x="37770" y="77814"/>
                  <a:pt x="32254" y="77814"/>
                </a:cubicBezTo>
                <a:cubicBezTo>
                  <a:pt x="26739" y="77814"/>
                  <a:pt x="22183" y="73259"/>
                  <a:pt x="22183" y="67744"/>
                </a:cubicBezTo>
                <a:close/>
                <a:moveTo>
                  <a:pt x="74461" y="77814"/>
                </a:moveTo>
                <a:lnTo>
                  <a:pt x="65588" y="77814"/>
                </a:lnTo>
                <a:cubicBezTo>
                  <a:pt x="63910" y="77814"/>
                  <a:pt x="62470" y="76376"/>
                  <a:pt x="62590" y="74697"/>
                </a:cubicBezTo>
                <a:cubicBezTo>
                  <a:pt x="62590" y="73019"/>
                  <a:pt x="64029" y="71580"/>
                  <a:pt x="65708" y="71700"/>
                </a:cubicBezTo>
                <a:lnTo>
                  <a:pt x="67507" y="71700"/>
                </a:lnTo>
                <a:lnTo>
                  <a:pt x="23262" y="27461"/>
                </a:lnTo>
                <a:cubicBezTo>
                  <a:pt x="22063" y="26262"/>
                  <a:pt x="22063" y="24224"/>
                  <a:pt x="23262" y="23025"/>
                </a:cubicBezTo>
                <a:cubicBezTo>
                  <a:pt x="24460" y="21826"/>
                  <a:pt x="26499" y="21826"/>
                  <a:pt x="27698" y="23025"/>
                </a:cubicBezTo>
                <a:lnTo>
                  <a:pt x="71703" y="67264"/>
                </a:lnTo>
                <a:lnTo>
                  <a:pt x="71703" y="65466"/>
                </a:lnTo>
                <a:cubicBezTo>
                  <a:pt x="71703" y="63787"/>
                  <a:pt x="73142" y="62349"/>
                  <a:pt x="74821" y="62469"/>
                </a:cubicBezTo>
                <a:cubicBezTo>
                  <a:pt x="76500" y="62469"/>
                  <a:pt x="77938" y="63907"/>
                  <a:pt x="77818" y="65586"/>
                </a:cubicBezTo>
                <a:lnTo>
                  <a:pt x="77818" y="74458"/>
                </a:lnTo>
                <a:cubicBezTo>
                  <a:pt x="77818" y="74458"/>
                  <a:pt x="77818" y="74697"/>
                  <a:pt x="77818" y="74817"/>
                </a:cubicBezTo>
                <a:cubicBezTo>
                  <a:pt x="77818" y="74937"/>
                  <a:pt x="77818" y="75177"/>
                  <a:pt x="77818" y="75297"/>
                </a:cubicBezTo>
                <a:cubicBezTo>
                  <a:pt x="77579" y="76975"/>
                  <a:pt x="76020" y="78174"/>
                  <a:pt x="74341" y="77934"/>
                </a:cubicBezTo>
                <a:lnTo>
                  <a:pt x="74461" y="7781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7" name="Чёрный — SVG 68">
            <a:extLst>
              <a:ext uri="{FF2B5EF4-FFF2-40B4-BE49-F238E27FC236}">
                <a16:creationId xmlns:a16="http://schemas.microsoft.com/office/drawing/2014/main" id="{36FA4C69-5F3F-6A44-83E3-04E21508D157}"/>
              </a:ext>
            </a:extLst>
          </p:cNvPr>
          <p:cNvSpPr>
            <a:spLocks noGrp="1"/>
          </p:cNvSpPr>
          <p:nvPr/>
        </p:nvSpPr>
        <p:spPr>
          <a:xfrm>
            <a:off x="8220000" y="3730000"/>
            <a:ext cx="220000" cy="220000"/>
          </a:xfrm>
          <a:custGeom>
            <a:avLst/>
            <a:gdLst>
              <a:gd name="csX0" fmla="*/ 70946 w 141891"/>
              <a:gd name="csY0" fmla="*/ 0 h 141872"/>
              <a:gd name="csX1" fmla="*/ 0 w 141891"/>
              <a:gd name="csY1" fmla="*/ 70936 h 141872"/>
              <a:gd name="csX2" fmla="*/ 70946 w 141891"/>
              <a:gd name="csY2" fmla="*/ 141873 h 141872"/>
              <a:gd name="csX3" fmla="*/ 141892 w 141891"/>
              <a:gd name="csY3" fmla="*/ 70936 h 141872"/>
              <a:gd name="csX4" fmla="*/ 70946 w 141891"/>
              <a:gd name="csY4" fmla="*/ 0 h 141872"/>
              <a:gd name="csX5" fmla="*/ 117733 w 141891"/>
              <a:gd name="csY5" fmla="*/ 72978 h 141872"/>
              <a:gd name="csX6" fmla="*/ 113479 w 141891"/>
              <a:gd name="csY6" fmla="*/ 77230 h 141872"/>
              <a:gd name="csX7" fmla="*/ 109226 w 141891"/>
              <a:gd name="csY7" fmla="*/ 72978 h 141872"/>
              <a:gd name="csX8" fmla="*/ 109226 w 141891"/>
              <a:gd name="csY8" fmla="*/ 64132 h 141872"/>
              <a:gd name="csX9" fmla="*/ 85578 w 141891"/>
              <a:gd name="csY9" fmla="*/ 87777 h 141872"/>
              <a:gd name="csX10" fmla="*/ 79623 w 141891"/>
              <a:gd name="csY10" fmla="*/ 87777 h 141872"/>
              <a:gd name="csX11" fmla="*/ 57165 w 141891"/>
              <a:gd name="csY11" fmla="*/ 65323 h 141872"/>
              <a:gd name="csX12" fmla="*/ 31475 w 141891"/>
              <a:gd name="csY12" fmla="*/ 91009 h 141872"/>
              <a:gd name="csX13" fmla="*/ 25520 w 141891"/>
              <a:gd name="csY13" fmla="*/ 91009 h 141872"/>
              <a:gd name="csX14" fmla="*/ 25520 w 141891"/>
              <a:gd name="csY14" fmla="*/ 85056 h 141872"/>
              <a:gd name="csX15" fmla="*/ 54273 w 141891"/>
              <a:gd name="csY15" fmla="*/ 56307 h 141872"/>
              <a:gd name="csX16" fmla="*/ 60228 w 141891"/>
              <a:gd name="csY16" fmla="*/ 56307 h 141872"/>
              <a:gd name="csX17" fmla="*/ 82685 w 141891"/>
              <a:gd name="csY17" fmla="*/ 78761 h 141872"/>
              <a:gd name="csX18" fmla="*/ 103271 w 141891"/>
              <a:gd name="csY18" fmla="*/ 58178 h 141872"/>
              <a:gd name="csX19" fmla="*/ 94424 w 141891"/>
              <a:gd name="csY19" fmla="*/ 58178 h 141872"/>
              <a:gd name="csX20" fmla="*/ 90171 w 141891"/>
              <a:gd name="csY20" fmla="*/ 53925 h 141872"/>
              <a:gd name="csX21" fmla="*/ 94424 w 141891"/>
              <a:gd name="csY21" fmla="*/ 49672 h 141872"/>
              <a:gd name="csX22" fmla="*/ 113650 w 141891"/>
              <a:gd name="csY22" fmla="*/ 49672 h 141872"/>
              <a:gd name="csX23" fmla="*/ 117903 w 141891"/>
              <a:gd name="csY23" fmla="*/ 53925 h 141872"/>
              <a:gd name="csX24" fmla="*/ 117903 w 141891"/>
              <a:gd name="csY24" fmla="*/ 73148 h 141872"/>
              <a:gd name="csX25" fmla="*/ 117733 w 141891"/>
              <a:gd name="csY25" fmla="*/ 72978 h 141872"/>
            </a:gdLst>
            <a:ahLst/>
            <a:cxnLst/>
            <a:rect l="l" t="t" r="r" b="b"/>
            <a:pathLst>
              <a:path w="100000" h="100000">
                <a:moveTo>
                  <a:pt x="50000" y="7"/>
                </a:move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575"/>
                  <a:pt x="100001" y="50000"/>
                </a:cubicBezTo>
                <a:cubicBezTo>
                  <a:pt x="100001" y="22426"/>
                  <a:pt x="77459" y="7"/>
                  <a:pt x="50000" y="7"/>
                </a:cubicBezTo>
                <a:close/>
                <a:moveTo>
                  <a:pt x="82974" y="51439"/>
                </a:moveTo>
                <a:cubicBezTo>
                  <a:pt x="82974" y="53117"/>
                  <a:pt x="81535" y="54436"/>
                  <a:pt x="79976" y="54436"/>
                </a:cubicBezTo>
                <a:cubicBezTo>
                  <a:pt x="78298" y="54436"/>
                  <a:pt x="76979" y="52997"/>
                  <a:pt x="76979" y="51439"/>
                </a:cubicBezTo>
                <a:lnTo>
                  <a:pt x="76979" y="45205"/>
                </a:lnTo>
                <a:lnTo>
                  <a:pt x="60312" y="61869"/>
                </a:lnTo>
                <a:cubicBezTo>
                  <a:pt x="59113" y="63068"/>
                  <a:pt x="57195" y="63068"/>
                  <a:pt x="56116" y="61869"/>
                </a:cubicBezTo>
                <a:lnTo>
                  <a:pt x="40288" y="46044"/>
                </a:lnTo>
                <a:lnTo>
                  <a:pt x="22183" y="64147"/>
                </a:lnTo>
                <a:cubicBezTo>
                  <a:pt x="20983" y="65346"/>
                  <a:pt x="19065" y="65226"/>
                  <a:pt x="17986" y="64147"/>
                </a:cubicBezTo>
                <a:cubicBezTo>
                  <a:pt x="16787" y="62948"/>
                  <a:pt x="16907" y="61030"/>
                  <a:pt x="17986" y="59951"/>
                </a:cubicBezTo>
                <a:lnTo>
                  <a:pt x="38250" y="39690"/>
                </a:lnTo>
                <a:cubicBezTo>
                  <a:pt x="39449" y="38491"/>
                  <a:pt x="41367" y="38491"/>
                  <a:pt x="42447" y="39690"/>
                </a:cubicBezTo>
                <a:lnTo>
                  <a:pt x="58274" y="55515"/>
                </a:lnTo>
                <a:lnTo>
                  <a:pt x="72782" y="41009"/>
                </a:lnTo>
                <a:lnTo>
                  <a:pt x="66547" y="41009"/>
                </a:lnTo>
                <a:cubicBezTo>
                  <a:pt x="64869" y="41009"/>
                  <a:pt x="63549" y="39570"/>
                  <a:pt x="63549" y="38011"/>
                </a:cubicBezTo>
                <a:cubicBezTo>
                  <a:pt x="63549" y="36333"/>
                  <a:pt x="64989" y="35014"/>
                  <a:pt x="66547" y="35014"/>
                </a:cubicBezTo>
                <a:lnTo>
                  <a:pt x="80097" y="35014"/>
                </a:lnTo>
                <a:cubicBezTo>
                  <a:pt x="81775" y="35014"/>
                  <a:pt x="83094" y="36333"/>
                  <a:pt x="83094" y="38011"/>
                </a:cubicBezTo>
                <a:lnTo>
                  <a:pt x="83094" y="51559"/>
                </a:lnTo>
                <a:lnTo>
                  <a:pt x="82974" y="5143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8" name="Чёрный — SVG 69">
            <a:extLst>
              <a:ext uri="{FF2B5EF4-FFF2-40B4-BE49-F238E27FC236}">
                <a16:creationId xmlns:a16="http://schemas.microsoft.com/office/drawing/2014/main" id="{14042B3E-2FFC-5649-A958-D9A4EAE7E0D5}"/>
              </a:ext>
            </a:extLst>
          </p:cNvPr>
          <p:cNvSpPr>
            <a:spLocks noGrp="1"/>
          </p:cNvSpPr>
          <p:nvPr/>
        </p:nvSpPr>
        <p:spPr>
          <a:xfrm>
            <a:off x="8820000" y="3730000"/>
            <a:ext cx="220000" cy="220000"/>
          </a:xfrm>
          <a:custGeom>
            <a:avLst/>
            <a:gdLst>
              <a:gd name="csX0" fmla="*/ 70946 w 141891"/>
              <a:gd name="csY0" fmla="*/ 141873 h 141872"/>
              <a:gd name="csX1" fmla="*/ 0 w 141891"/>
              <a:gd name="csY1" fmla="*/ 70936 h 141872"/>
              <a:gd name="csX2" fmla="*/ 70946 w 141891"/>
              <a:gd name="csY2" fmla="*/ 0 h 141872"/>
              <a:gd name="csX3" fmla="*/ 141892 w 141891"/>
              <a:gd name="csY3" fmla="*/ 70936 h 141872"/>
              <a:gd name="csX4" fmla="*/ 70946 w 141891"/>
              <a:gd name="csY4" fmla="*/ 141873 h 141872"/>
              <a:gd name="csX5" fmla="*/ 117733 w 141891"/>
              <a:gd name="csY5" fmla="*/ 68895 h 141872"/>
              <a:gd name="csX6" fmla="*/ 113479 w 141891"/>
              <a:gd name="csY6" fmla="*/ 64642 h 141872"/>
              <a:gd name="csX7" fmla="*/ 109226 w 141891"/>
              <a:gd name="csY7" fmla="*/ 68895 h 141872"/>
              <a:gd name="csX8" fmla="*/ 109226 w 141891"/>
              <a:gd name="csY8" fmla="*/ 77741 h 141872"/>
              <a:gd name="csX9" fmla="*/ 85578 w 141891"/>
              <a:gd name="csY9" fmla="*/ 54095 h 141872"/>
              <a:gd name="csX10" fmla="*/ 79623 w 141891"/>
              <a:gd name="csY10" fmla="*/ 54095 h 141872"/>
              <a:gd name="csX11" fmla="*/ 57165 w 141891"/>
              <a:gd name="csY11" fmla="*/ 76550 h 141872"/>
              <a:gd name="csX12" fmla="*/ 31475 w 141891"/>
              <a:gd name="csY12" fmla="*/ 50863 h 141872"/>
              <a:gd name="csX13" fmla="*/ 25520 w 141891"/>
              <a:gd name="csY13" fmla="*/ 50863 h 141872"/>
              <a:gd name="csX14" fmla="*/ 25520 w 141891"/>
              <a:gd name="csY14" fmla="*/ 56817 h 141872"/>
              <a:gd name="csX15" fmla="*/ 54273 w 141891"/>
              <a:gd name="csY15" fmla="*/ 85566 h 141872"/>
              <a:gd name="csX16" fmla="*/ 60228 w 141891"/>
              <a:gd name="csY16" fmla="*/ 85566 h 141872"/>
              <a:gd name="csX17" fmla="*/ 82685 w 141891"/>
              <a:gd name="csY17" fmla="*/ 63111 h 141872"/>
              <a:gd name="csX18" fmla="*/ 103271 w 141891"/>
              <a:gd name="csY18" fmla="*/ 83695 h 141872"/>
              <a:gd name="csX19" fmla="*/ 94424 w 141891"/>
              <a:gd name="csY19" fmla="*/ 83695 h 141872"/>
              <a:gd name="csX20" fmla="*/ 90171 w 141891"/>
              <a:gd name="csY20" fmla="*/ 87947 h 141872"/>
              <a:gd name="csX21" fmla="*/ 94424 w 141891"/>
              <a:gd name="csY21" fmla="*/ 92200 h 141872"/>
              <a:gd name="csX22" fmla="*/ 113650 w 141891"/>
              <a:gd name="csY22" fmla="*/ 92200 h 141872"/>
              <a:gd name="csX23" fmla="*/ 117903 w 141891"/>
              <a:gd name="csY23" fmla="*/ 87947 h 141872"/>
              <a:gd name="csX24" fmla="*/ 117903 w 141891"/>
              <a:gd name="csY24" fmla="*/ 68725 h 141872"/>
              <a:gd name="csX25" fmla="*/ 117733 w 141891"/>
              <a:gd name="csY25" fmla="*/ 68895 h 141872"/>
            </a:gdLst>
            <a:ahLst/>
            <a:cxnLst/>
            <a:rect l="l" t="t" r="r" b="b"/>
            <a:pathLst>
              <a:path w="100000" h="100000">
                <a:moveTo>
                  <a:pt x="50000" y="99994"/>
                </a:moveTo>
                <a:cubicBezTo>
                  <a:pt x="22422" y="99994"/>
                  <a:pt x="0" y="77575"/>
                  <a:pt x="0" y="50000"/>
                </a:cubicBezTo>
                <a:cubicBezTo>
                  <a:pt x="0" y="22426"/>
                  <a:pt x="22422" y="7"/>
                  <a:pt x="50000" y="7"/>
                </a:cubicBezTo>
                <a:cubicBezTo>
                  <a:pt x="77579" y="7"/>
                  <a:pt x="100001" y="22426"/>
                  <a:pt x="100001" y="50000"/>
                </a:cubicBezTo>
                <a:cubicBezTo>
                  <a:pt x="100001" y="77575"/>
                  <a:pt x="77459" y="99994"/>
                  <a:pt x="50000" y="99994"/>
                </a:cubicBezTo>
                <a:close/>
                <a:moveTo>
                  <a:pt x="82974" y="48562"/>
                </a:moveTo>
                <a:cubicBezTo>
                  <a:pt x="82974" y="46883"/>
                  <a:pt x="81535" y="45564"/>
                  <a:pt x="79976" y="45564"/>
                </a:cubicBezTo>
                <a:cubicBezTo>
                  <a:pt x="78298" y="45564"/>
                  <a:pt x="76979" y="47003"/>
                  <a:pt x="76979" y="48562"/>
                </a:cubicBezTo>
                <a:lnTo>
                  <a:pt x="76979" y="54796"/>
                </a:lnTo>
                <a:lnTo>
                  <a:pt x="60312" y="38131"/>
                </a:lnTo>
                <a:cubicBezTo>
                  <a:pt x="59113" y="36932"/>
                  <a:pt x="57195" y="36932"/>
                  <a:pt x="56116" y="38131"/>
                </a:cubicBezTo>
                <a:lnTo>
                  <a:pt x="40288" y="53957"/>
                </a:lnTo>
                <a:lnTo>
                  <a:pt x="22183" y="35853"/>
                </a:lnTo>
                <a:cubicBezTo>
                  <a:pt x="20983" y="34654"/>
                  <a:pt x="19065" y="34774"/>
                  <a:pt x="17986" y="35853"/>
                </a:cubicBezTo>
                <a:cubicBezTo>
                  <a:pt x="16787" y="37052"/>
                  <a:pt x="16907" y="38970"/>
                  <a:pt x="17986" y="40049"/>
                </a:cubicBezTo>
                <a:lnTo>
                  <a:pt x="38250" y="60311"/>
                </a:lnTo>
                <a:cubicBezTo>
                  <a:pt x="39449" y="61510"/>
                  <a:pt x="41367" y="61510"/>
                  <a:pt x="42447" y="60311"/>
                </a:cubicBezTo>
                <a:lnTo>
                  <a:pt x="58274" y="44485"/>
                </a:lnTo>
                <a:lnTo>
                  <a:pt x="72782" y="58992"/>
                </a:lnTo>
                <a:lnTo>
                  <a:pt x="66547" y="58992"/>
                </a:lnTo>
                <a:cubicBezTo>
                  <a:pt x="64869" y="58992"/>
                  <a:pt x="63549" y="60431"/>
                  <a:pt x="63549" y="61989"/>
                </a:cubicBezTo>
                <a:cubicBezTo>
                  <a:pt x="63549" y="63668"/>
                  <a:pt x="64989" y="64986"/>
                  <a:pt x="66547" y="64986"/>
                </a:cubicBezTo>
                <a:lnTo>
                  <a:pt x="80097" y="64986"/>
                </a:lnTo>
                <a:cubicBezTo>
                  <a:pt x="81775" y="64986"/>
                  <a:pt x="83094" y="63668"/>
                  <a:pt x="83094" y="61989"/>
                </a:cubicBezTo>
                <a:lnTo>
                  <a:pt x="83094" y="48442"/>
                </a:lnTo>
                <a:lnTo>
                  <a:pt x="82974" y="4856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09" name="Чёрный — SVG 70">
            <a:extLst>
              <a:ext uri="{FF2B5EF4-FFF2-40B4-BE49-F238E27FC236}">
                <a16:creationId xmlns:a16="http://schemas.microsoft.com/office/drawing/2014/main" id="{36A913D8-A0B2-474D-9CE3-AC62D1DCA535}"/>
              </a:ext>
            </a:extLst>
          </p:cNvPr>
          <p:cNvSpPr>
            <a:spLocks noGrp="1"/>
          </p:cNvSpPr>
          <p:nvPr/>
        </p:nvSpPr>
        <p:spPr>
          <a:xfrm>
            <a:off x="9420000" y="3730000"/>
            <a:ext cx="220000" cy="220000"/>
          </a:xfrm>
          <a:custGeom>
            <a:avLst/>
            <a:gdLst>
              <a:gd name="csX0" fmla="*/ 70946 w 141891"/>
              <a:gd name="csY0" fmla="*/ 0 h 141872"/>
              <a:gd name="csX1" fmla="*/ 0 w 141891"/>
              <a:gd name="csY1" fmla="*/ 70936 h 141872"/>
              <a:gd name="csX2" fmla="*/ 70946 w 141891"/>
              <a:gd name="csY2" fmla="*/ 141873 h 141872"/>
              <a:gd name="csX3" fmla="*/ 141892 w 141891"/>
              <a:gd name="csY3" fmla="*/ 70936 h 141872"/>
              <a:gd name="csX4" fmla="*/ 70946 w 141891"/>
              <a:gd name="csY4" fmla="*/ 0 h 141872"/>
              <a:gd name="csX5" fmla="*/ 105483 w 141891"/>
              <a:gd name="csY5" fmla="*/ 94242 h 141872"/>
              <a:gd name="csX6" fmla="*/ 95275 w 141891"/>
              <a:gd name="csY6" fmla="*/ 104448 h 141872"/>
              <a:gd name="csX7" fmla="*/ 48488 w 141891"/>
              <a:gd name="csY7" fmla="*/ 104448 h 141872"/>
              <a:gd name="csX8" fmla="*/ 38280 w 141891"/>
              <a:gd name="csY8" fmla="*/ 94242 h 141872"/>
              <a:gd name="csX9" fmla="*/ 38280 w 141891"/>
              <a:gd name="csY9" fmla="*/ 47461 h 141872"/>
              <a:gd name="csX10" fmla="*/ 48488 w 141891"/>
              <a:gd name="csY10" fmla="*/ 37254 h 141872"/>
              <a:gd name="csX11" fmla="*/ 95275 w 141891"/>
              <a:gd name="csY11" fmla="*/ 37254 h 141872"/>
              <a:gd name="csX12" fmla="*/ 105483 w 141891"/>
              <a:gd name="csY12" fmla="*/ 47461 h 141872"/>
              <a:gd name="csX13" fmla="*/ 105483 w 141891"/>
              <a:gd name="csY13" fmla="*/ 94242 h 141872"/>
            </a:gdLst>
            <a:ahLst/>
            <a:cxnLst/>
            <a:rect l="l" t="t" r="r" b="b"/>
            <a:pathLst>
              <a:path w="100000" h="100000">
                <a:moveTo>
                  <a:pt x="50000" y="7"/>
                </a:moveTo>
                <a:cubicBezTo>
                  <a:pt x="22422" y="7"/>
                  <a:pt x="0" y="22426"/>
                  <a:pt x="0" y="50000"/>
                </a:cubicBezTo>
                <a:cubicBezTo>
                  <a:pt x="0" y="77575"/>
                  <a:pt x="22422" y="99994"/>
                  <a:pt x="50000" y="99994"/>
                </a:cubicBezTo>
                <a:cubicBezTo>
                  <a:pt x="77579" y="99994"/>
                  <a:pt x="100001" y="77575"/>
                  <a:pt x="100001" y="50000"/>
                </a:cubicBezTo>
                <a:cubicBezTo>
                  <a:pt x="100001" y="22426"/>
                  <a:pt x="77459" y="7"/>
                  <a:pt x="50000" y="7"/>
                </a:cubicBezTo>
                <a:close/>
                <a:moveTo>
                  <a:pt x="74341" y="66425"/>
                </a:moveTo>
                <a:cubicBezTo>
                  <a:pt x="74341" y="70381"/>
                  <a:pt x="71104" y="73618"/>
                  <a:pt x="67147" y="73618"/>
                </a:cubicBezTo>
                <a:lnTo>
                  <a:pt x="34173" y="73618"/>
                </a:lnTo>
                <a:cubicBezTo>
                  <a:pt x="30216" y="73618"/>
                  <a:pt x="26978" y="70381"/>
                  <a:pt x="26978" y="66425"/>
                </a:cubicBezTo>
                <a:lnTo>
                  <a:pt x="26978" y="33456"/>
                </a:lnTo>
                <a:cubicBezTo>
                  <a:pt x="26978" y="29499"/>
                  <a:pt x="30216" y="26262"/>
                  <a:pt x="34173" y="26262"/>
                </a:cubicBezTo>
                <a:lnTo>
                  <a:pt x="67147" y="26262"/>
                </a:lnTo>
                <a:cubicBezTo>
                  <a:pt x="71104" y="26262"/>
                  <a:pt x="74341" y="29499"/>
                  <a:pt x="74341" y="33456"/>
                </a:cubicBezTo>
                <a:lnTo>
                  <a:pt x="74341" y="6642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0" name="Чёрный — SVG 71">
            <a:extLst>
              <a:ext uri="{FF2B5EF4-FFF2-40B4-BE49-F238E27FC236}">
                <a16:creationId xmlns:a16="http://schemas.microsoft.com/office/drawing/2014/main" id="{9AC7FEE4-EFCA-4046-AEEE-E84712C29FD9}"/>
              </a:ext>
            </a:extLst>
          </p:cNvPr>
          <p:cNvSpPr>
            <a:spLocks noGrp="1"/>
          </p:cNvSpPr>
          <p:nvPr/>
        </p:nvSpPr>
        <p:spPr>
          <a:xfrm>
            <a:off x="10020000" y="3730000"/>
            <a:ext cx="220000" cy="220000"/>
          </a:xfrm>
          <a:custGeom>
            <a:avLst/>
            <a:gdLst>
              <a:gd name="csX0" fmla="*/ 38025 w 43043"/>
              <a:gd name="csY0" fmla="*/ 765 h 31725"/>
              <a:gd name="csX1" fmla="*/ 13866 w 43043"/>
              <a:gd name="csY1" fmla="*/ 24921 h 31725"/>
              <a:gd name="csX2" fmla="*/ 4679 w 43043"/>
              <a:gd name="csY2" fmla="*/ 15735 h 31725"/>
              <a:gd name="csX3" fmla="*/ 766 w 43043"/>
              <a:gd name="csY3" fmla="*/ 15735 h 31725"/>
              <a:gd name="csX4" fmla="*/ 766 w 43043"/>
              <a:gd name="csY4" fmla="*/ 19648 h 31725"/>
              <a:gd name="csX5" fmla="*/ 11995 w 43043"/>
              <a:gd name="csY5" fmla="*/ 30875 h 31725"/>
              <a:gd name="csX6" fmla="*/ 14036 w 43043"/>
              <a:gd name="csY6" fmla="*/ 31726 h 31725"/>
              <a:gd name="csX7" fmla="*/ 16078 w 43043"/>
              <a:gd name="csY7" fmla="*/ 30875 h 31725"/>
              <a:gd name="csX8" fmla="*/ 42278 w 43043"/>
              <a:gd name="csY8" fmla="*/ 4678 h 31725"/>
              <a:gd name="csX9" fmla="*/ 42278 w 43043"/>
              <a:gd name="csY9" fmla="*/ 765 h 31725"/>
              <a:gd name="csX10" fmla="*/ 38365 w 43043"/>
              <a:gd name="csY10" fmla="*/ 765 h 31725"/>
              <a:gd name="csX11" fmla="*/ 38025 w 43043"/>
              <a:gd name="csY11" fmla="*/ 765 h 31725"/>
            </a:gdLst>
            <a:ahLst/>
            <a:cxnLst/>
            <a:rect l="l" t="t" r="r" b="b"/>
            <a:pathLst>
              <a:path w="100000" h="100000">
                <a:moveTo>
                  <a:pt x="88342" y="14925"/>
                </a:moveTo>
                <a:lnTo>
                  <a:pt x="32214" y="71045"/>
                </a:lnTo>
                <a:lnTo>
                  <a:pt x="10871" y="49704"/>
                </a:lnTo>
                <a:cubicBezTo>
                  <a:pt x="8498" y="47334"/>
                  <a:pt x="4152" y="47334"/>
                  <a:pt x="1780" y="49704"/>
                </a:cubicBezTo>
                <a:cubicBezTo>
                  <a:pt x="-592" y="52076"/>
                  <a:pt x="-592" y="56423"/>
                  <a:pt x="1780" y="58795"/>
                </a:cubicBezTo>
                <a:lnTo>
                  <a:pt x="27867" y="84878"/>
                </a:lnTo>
                <a:cubicBezTo>
                  <a:pt x="29052" y="86063"/>
                  <a:pt x="30632" y="86855"/>
                  <a:pt x="32609" y="86855"/>
                </a:cubicBezTo>
                <a:cubicBezTo>
                  <a:pt x="34586" y="86855"/>
                  <a:pt x="35771" y="86063"/>
                  <a:pt x="37353" y="84878"/>
                </a:cubicBezTo>
                <a:lnTo>
                  <a:pt x="98223" y="24016"/>
                </a:lnTo>
                <a:cubicBezTo>
                  <a:pt x="100595" y="21643"/>
                  <a:pt x="100595" y="17297"/>
                  <a:pt x="98223" y="14925"/>
                </a:cubicBezTo>
                <a:cubicBezTo>
                  <a:pt x="95853" y="12555"/>
                  <a:pt x="91504" y="12555"/>
                  <a:pt x="89132" y="14925"/>
                </a:cubicBezTo>
                <a:lnTo>
                  <a:pt x="88342" y="1492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1" name="Чёрный — SVG 72">
            <a:extLst>
              <a:ext uri="{FF2B5EF4-FFF2-40B4-BE49-F238E27FC236}">
                <a16:creationId xmlns:a16="http://schemas.microsoft.com/office/drawing/2014/main" id="{FD75DE03-2E1A-1B41-8380-E7020B0870DB}"/>
              </a:ext>
            </a:extLst>
          </p:cNvPr>
          <p:cNvSpPr>
            <a:spLocks noGrp="1"/>
          </p:cNvSpPr>
          <p:nvPr/>
        </p:nvSpPr>
        <p:spPr>
          <a:xfrm>
            <a:off x="10620000" y="3730000"/>
            <a:ext cx="220000" cy="220000"/>
          </a:xfrm>
          <a:custGeom>
            <a:avLst/>
            <a:gdLst>
              <a:gd name="csX0" fmla="*/ 132792 w 135091"/>
              <a:gd name="csY0" fmla="*/ 87480 h 141745"/>
              <a:gd name="csX1" fmla="*/ 121223 w 135091"/>
              <a:gd name="csY1" fmla="*/ 78974 h 141745"/>
              <a:gd name="csX2" fmla="*/ 117140 w 135091"/>
              <a:gd name="csY2" fmla="*/ 70979 h 141745"/>
              <a:gd name="csX3" fmla="*/ 121223 w 135091"/>
              <a:gd name="csY3" fmla="*/ 62984 h 141745"/>
              <a:gd name="csX4" fmla="*/ 132963 w 135091"/>
              <a:gd name="csY4" fmla="*/ 54478 h 141745"/>
              <a:gd name="csX5" fmla="*/ 134834 w 135091"/>
              <a:gd name="csY5" fmla="*/ 48524 h 141745"/>
              <a:gd name="csX6" fmla="*/ 120713 w 135091"/>
              <a:gd name="csY6" fmla="*/ 24028 h 141745"/>
              <a:gd name="csX7" fmla="*/ 114588 w 135091"/>
              <a:gd name="csY7" fmla="*/ 22667 h 141745"/>
              <a:gd name="csX8" fmla="*/ 101488 w 135091"/>
              <a:gd name="csY8" fmla="*/ 28451 h 141745"/>
              <a:gd name="csX9" fmla="*/ 92641 w 135091"/>
              <a:gd name="csY9" fmla="*/ 27941 h 141745"/>
              <a:gd name="csX10" fmla="*/ 87707 w 135091"/>
              <a:gd name="csY10" fmla="*/ 20456 h 141745"/>
              <a:gd name="csX11" fmla="*/ 86176 w 135091"/>
              <a:gd name="csY11" fmla="*/ 5996 h 141745"/>
              <a:gd name="csX12" fmla="*/ 81922 w 135091"/>
              <a:gd name="csY12" fmla="*/ 1403 h 141745"/>
              <a:gd name="csX13" fmla="*/ 53680 w 135091"/>
              <a:gd name="csY13" fmla="*/ 1403 h 141745"/>
              <a:gd name="csX14" fmla="*/ 49427 w 135091"/>
              <a:gd name="csY14" fmla="*/ 5996 h 141745"/>
              <a:gd name="csX15" fmla="*/ 47895 w 135091"/>
              <a:gd name="csY15" fmla="*/ 20286 h 141745"/>
              <a:gd name="csX16" fmla="*/ 42962 w 135091"/>
              <a:gd name="csY16" fmla="*/ 27771 h 141745"/>
              <a:gd name="csX17" fmla="*/ 34115 w 135091"/>
              <a:gd name="csY17" fmla="*/ 28281 h 141745"/>
              <a:gd name="csX18" fmla="*/ 20844 w 135091"/>
              <a:gd name="csY18" fmla="*/ 22497 h 141745"/>
              <a:gd name="csX19" fmla="*/ 14719 w 135091"/>
              <a:gd name="csY19" fmla="*/ 23858 h 141745"/>
              <a:gd name="csX20" fmla="*/ 428 w 135091"/>
              <a:gd name="csY20" fmla="*/ 48354 h 141745"/>
              <a:gd name="csX21" fmla="*/ 2300 w 135091"/>
              <a:gd name="csY21" fmla="*/ 54308 h 141745"/>
              <a:gd name="csX22" fmla="*/ 13869 w 135091"/>
              <a:gd name="csY22" fmla="*/ 62813 h 141745"/>
              <a:gd name="csX23" fmla="*/ 17952 w 135091"/>
              <a:gd name="csY23" fmla="*/ 70809 h 141745"/>
              <a:gd name="csX24" fmla="*/ 13869 w 135091"/>
              <a:gd name="csY24" fmla="*/ 78804 h 141745"/>
              <a:gd name="csX25" fmla="*/ 2129 w 135091"/>
              <a:gd name="csY25" fmla="*/ 87310 h 141745"/>
              <a:gd name="csX26" fmla="*/ 258 w 135091"/>
              <a:gd name="csY26" fmla="*/ 93263 h 141745"/>
              <a:gd name="csX27" fmla="*/ 14379 w 135091"/>
              <a:gd name="csY27" fmla="*/ 117759 h 141745"/>
              <a:gd name="csX28" fmla="*/ 20504 w 135091"/>
              <a:gd name="csY28" fmla="*/ 119120 h 141745"/>
              <a:gd name="csX29" fmla="*/ 33604 w 135091"/>
              <a:gd name="csY29" fmla="*/ 113336 h 141745"/>
              <a:gd name="csX30" fmla="*/ 42451 w 135091"/>
              <a:gd name="csY30" fmla="*/ 113847 h 141745"/>
              <a:gd name="csX31" fmla="*/ 47385 w 135091"/>
              <a:gd name="csY31" fmla="*/ 121332 h 141745"/>
              <a:gd name="csX32" fmla="*/ 48916 w 135091"/>
              <a:gd name="csY32" fmla="*/ 135791 h 141745"/>
              <a:gd name="csX33" fmla="*/ 53170 w 135091"/>
              <a:gd name="csY33" fmla="*/ 140384 h 141745"/>
              <a:gd name="csX34" fmla="*/ 67461 w 135091"/>
              <a:gd name="csY34" fmla="*/ 141745 h 141745"/>
              <a:gd name="csX35" fmla="*/ 81412 w 135091"/>
              <a:gd name="csY35" fmla="*/ 140384 h 141745"/>
              <a:gd name="csX36" fmla="*/ 85665 w 135091"/>
              <a:gd name="csY36" fmla="*/ 135791 h 141745"/>
              <a:gd name="csX37" fmla="*/ 87196 w 135091"/>
              <a:gd name="csY37" fmla="*/ 121502 h 141745"/>
              <a:gd name="csX38" fmla="*/ 92130 w 135091"/>
              <a:gd name="csY38" fmla="*/ 114017 h 141745"/>
              <a:gd name="csX39" fmla="*/ 100977 w 135091"/>
              <a:gd name="csY39" fmla="*/ 113507 h 141745"/>
              <a:gd name="csX40" fmla="*/ 114248 w 135091"/>
              <a:gd name="csY40" fmla="*/ 119290 h 141745"/>
              <a:gd name="csX41" fmla="*/ 120373 w 135091"/>
              <a:gd name="csY41" fmla="*/ 117929 h 141745"/>
              <a:gd name="csX42" fmla="*/ 134494 w 135091"/>
              <a:gd name="csY42" fmla="*/ 93433 h 141745"/>
              <a:gd name="csX43" fmla="*/ 132622 w 135091"/>
              <a:gd name="csY43" fmla="*/ 87480 h 141745"/>
              <a:gd name="csX44" fmla="*/ 132792 w 135091"/>
              <a:gd name="csY44" fmla="*/ 87480 h 141745"/>
              <a:gd name="csX45" fmla="*/ 87367 w 135091"/>
              <a:gd name="csY45" fmla="*/ 58901 h 141745"/>
              <a:gd name="csX46" fmla="*/ 79881 w 135091"/>
              <a:gd name="csY46" fmla="*/ 58901 h 141745"/>
              <a:gd name="csX47" fmla="*/ 73075 w 135091"/>
              <a:gd name="csY47" fmla="*/ 52096 h 141745"/>
              <a:gd name="csX48" fmla="*/ 73075 w 135091"/>
              <a:gd name="csY48" fmla="*/ 103130 h 141745"/>
              <a:gd name="csX49" fmla="*/ 67631 w 135091"/>
              <a:gd name="csY49" fmla="*/ 108403 h 141745"/>
              <a:gd name="csX50" fmla="*/ 62357 w 135091"/>
              <a:gd name="csY50" fmla="*/ 102960 h 141745"/>
              <a:gd name="csX51" fmla="*/ 62357 w 135091"/>
              <a:gd name="csY51" fmla="*/ 51926 h 141745"/>
              <a:gd name="csX52" fmla="*/ 55551 w 135091"/>
              <a:gd name="csY52" fmla="*/ 58731 h 141745"/>
              <a:gd name="csX53" fmla="*/ 48066 w 135091"/>
              <a:gd name="csY53" fmla="*/ 58731 h 141745"/>
              <a:gd name="csX54" fmla="*/ 48066 w 135091"/>
              <a:gd name="csY54" fmla="*/ 51246 h 141745"/>
              <a:gd name="csX55" fmla="*/ 63548 w 135091"/>
              <a:gd name="csY55" fmla="*/ 35766 h 141745"/>
              <a:gd name="csX56" fmla="*/ 67631 w 135091"/>
              <a:gd name="csY56" fmla="*/ 33725 h 141745"/>
              <a:gd name="csX57" fmla="*/ 71884 w 135091"/>
              <a:gd name="csY57" fmla="*/ 35766 h 141745"/>
              <a:gd name="csX58" fmla="*/ 87367 w 135091"/>
              <a:gd name="csY58" fmla="*/ 51246 h 141745"/>
              <a:gd name="csX59" fmla="*/ 87367 w 135091"/>
              <a:gd name="csY59" fmla="*/ 58731 h 141745"/>
              <a:gd name="csX60" fmla="*/ 87367 w 135091"/>
              <a:gd name="csY60" fmla="*/ 58901 h 141745"/>
            </a:gdLst>
            <a:ahLst/>
            <a:cxnLst/>
            <a:rect l="l" t="t" r="r" b="b"/>
            <a:pathLst>
              <a:path w="100000" h="100000">
                <a:moveTo>
                  <a:pt x="96031" y="61716"/>
                </a:moveTo>
                <a:lnTo>
                  <a:pt x="87869" y="55716"/>
                </a:lnTo>
                <a:cubicBezTo>
                  <a:pt x="86069" y="54396"/>
                  <a:pt x="84989" y="52355"/>
                  <a:pt x="84989" y="50075"/>
                </a:cubicBezTo>
                <a:cubicBezTo>
                  <a:pt x="84989" y="47795"/>
                  <a:pt x="86069" y="45755"/>
                  <a:pt x="87869" y="44435"/>
                </a:cubicBezTo>
                <a:lnTo>
                  <a:pt x="96152" y="38434"/>
                </a:lnTo>
                <a:cubicBezTo>
                  <a:pt x="97472" y="37474"/>
                  <a:pt x="97952" y="35794"/>
                  <a:pt x="97472" y="34233"/>
                </a:cubicBezTo>
                <a:cubicBezTo>
                  <a:pt x="95311" y="27873"/>
                  <a:pt x="91950" y="22112"/>
                  <a:pt x="87509" y="16952"/>
                </a:cubicBezTo>
                <a:cubicBezTo>
                  <a:pt x="86429" y="15752"/>
                  <a:pt x="84629" y="15392"/>
                  <a:pt x="83188" y="15991"/>
                </a:cubicBezTo>
                <a:lnTo>
                  <a:pt x="73946" y="20072"/>
                </a:lnTo>
                <a:cubicBezTo>
                  <a:pt x="71905" y="20912"/>
                  <a:pt x="69625" y="20792"/>
                  <a:pt x="67705" y="19712"/>
                </a:cubicBezTo>
                <a:cubicBezTo>
                  <a:pt x="65784" y="18632"/>
                  <a:pt x="64464" y="16592"/>
                  <a:pt x="64224" y="14432"/>
                </a:cubicBezTo>
                <a:lnTo>
                  <a:pt x="63144" y="4230"/>
                </a:lnTo>
                <a:cubicBezTo>
                  <a:pt x="63024" y="2670"/>
                  <a:pt x="61703" y="1350"/>
                  <a:pt x="60143" y="990"/>
                </a:cubicBezTo>
                <a:cubicBezTo>
                  <a:pt x="53661" y="-330"/>
                  <a:pt x="46819" y="-330"/>
                  <a:pt x="40218" y="990"/>
                </a:cubicBezTo>
                <a:cubicBezTo>
                  <a:pt x="38657" y="1350"/>
                  <a:pt x="37457" y="2670"/>
                  <a:pt x="37218" y="4230"/>
                </a:cubicBezTo>
                <a:lnTo>
                  <a:pt x="36137" y="14312"/>
                </a:lnTo>
                <a:cubicBezTo>
                  <a:pt x="35897" y="16472"/>
                  <a:pt x="34577" y="18512"/>
                  <a:pt x="32657" y="19592"/>
                </a:cubicBezTo>
                <a:cubicBezTo>
                  <a:pt x="30735" y="20672"/>
                  <a:pt x="28455" y="20792"/>
                  <a:pt x="26415" y="19952"/>
                </a:cubicBezTo>
                <a:lnTo>
                  <a:pt x="17052" y="15871"/>
                </a:lnTo>
                <a:cubicBezTo>
                  <a:pt x="15613" y="15272"/>
                  <a:pt x="13812" y="15632"/>
                  <a:pt x="12731" y="16832"/>
                </a:cubicBezTo>
                <a:cubicBezTo>
                  <a:pt x="8170" y="21992"/>
                  <a:pt x="4809" y="27753"/>
                  <a:pt x="2649" y="34113"/>
                </a:cubicBezTo>
                <a:cubicBezTo>
                  <a:pt x="2169" y="35674"/>
                  <a:pt x="2649" y="37354"/>
                  <a:pt x="3970" y="38314"/>
                </a:cubicBezTo>
                <a:lnTo>
                  <a:pt x="12132" y="44314"/>
                </a:lnTo>
                <a:cubicBezTo>
                  <a:pt x="13932" y="45635"/>
                  <a:pt x="15012" y="47675"/>
                  <a:pt x="15012" y="49955"/>
                </a:cubicBezTo>
                <a:cubicBezTo>
                  <a:pt x="15012" y="52235"/>
                  <a:pt x="13932" y="54276"/>
                  <a:pt x="12132" y="55596"/>
                </a:cubicBezTo>
                <a:lnTo>
                  <a:pt x="3849" y="61597"/>
                </a:lnTo>
                <a:cubicBezTo>
                  <a:pt x="2529" y="62556"/>
                  <a:pt x="2049" y="64236"/>
                  <a:pt x="2529" y="65796"/>
                </a:cubicBezTo>
                <a:cubicBezTo>
                  <a:pt x="4689" y="72157"/>
                  <a:pt x="8050" y="77918"/>
                  <a:pt x="12491" y="83078"/>
                </a:cubicBezTo>
                <a:cubicBezTo>
                  <a:pt x="13572" y="84278"/>
                  <a:pt x="15372" y="84639"/>
                  <a:pt x="16813" y="84038"/>
                </a:cubicBezTo>
                <a:lnTo>
                  <a:pt x="26055" y="79958"/>
                </a:lnTo>
                <a:cubicBezTo>
                  <a:pt x="28095" y="79118"/>
                  <a:pt x="30376" y="79238"/>
                  <a:pt x="32296" y="80318"/>
                </a:cubicBezTo>
                <a:cubicBezTo>
                  <a:pt x="34216" y="81398"/>
                  <a:pt x="35537" y="83439"/>
                  <a:pt x="35777" y="85599"/>
                </a:cubicBezTo>
                <a:lnTo>
                  <a:pt x="36857" y="95799"/>
                </a:lnTo>
                <a:cubicBezTo>
                  <a:pt x="36977" y="97480"/>
                  <a:pt x="38298" y="98800"/>
                  <a:pt x="39858" y="99040"/>
                </a:cubicBezTo>
                <a:cubicBezTo>
                  <a:pt x="43099" y="99760"/>
                  <a:pt x="46459" y="100000"/>
                  <a:pt x="49940" y="100000"/>
                </a:cubicBezTo>
                <a:cubicBezTo>
                  <a:pt x="53421" y="100000"/>
                  <a:pt x="56542" y="99640"/>
                  <a:pt x="59783" y="99040"/>
                </a:cubicBezTo>
                <a:cubicBezTo>
                  <a:pt x="61343" y="98680"/>
                  <a:pt x="62543" y="97360"/>
                  <a:pt x="62783" y="95799"/>
                </a:cubicBezTo>
                <a:lnTo>
                  <a:pt x="63863" y="85719"/>
                </a:lnTo>
                <a:cubicBezTo>
                  <a:pt x="64104" y="83559"/>
                  <a:pt x="65424" y="81518"/>
                  <a:pt x="67344" y="80438"/>
                </a:cubicBezTo>
                <a:cubicBezTo>
                  <a:pt x="69265" y="79358"/>
                  <a:pt x="71665" y="79238"/>
                  <a:pt x="73586" y="80078"/>
                </a:cubicBezTo>
                <a:lnTo>
                  <a:pt x="82948" y="84158"/>
                </a:lnTo>
                <a:cubicBezTo>
                  <a:pt x="84388" y="84759"/>
                  <a:pt x="86189" y="84399"/>
                  <a:pt x="87269" y="83198"/>
                </a:cubicBezTo>
                <a:cubicBezTo>
                  <a:pt x="91830" y="78158"/>
                  <a:pt x="95191" y="72277"/>
                  <a:pt x="97232" y="65916"/>
                </a:cubicBezTo>
                <a:cubicBezTo>
                  <a:pt x="97711" y="64356"/>
                  <a:pt x="97232" y="62676"/>
                  <a:pt x="95911" y="61716"/>
                </a:cubicBezTo>
                <a:lnTo>
                  <a:pt x="96031" y="61716"/>
                </a:lnTo>
                <a:close/>
                <a:moveTo>
                  <a:pt x="63984" y="41554"/>
                </a:moveTo>
                <a:cubicBezTo>
                  <a:pt x="62543" y="42994"/>
                  <a:pt x="60143" y="42994"/>
                  <a:pt x="58703" y="41554"/>
                </a:cubicBezTo>
                <a:lnTo>
                  <a:pt x="53901" y="36753"/>
                </a:lnTo>
                <a:lnTo>
                  <a:pt x="53901" y="72757"/>
                </a:lnTo>
                <a:cubicBezTo>
                  <a:pt x="53901" y="74798"/>
                  <a:pt x="52221" y="76477"/>
                  <a:pt x="50060" y="76477"/>
                </a:cubicBezTo>
                <a:cubicBezTo>
                  <a:pt x="47900" y="76477"/>
                  <a:pt x="46340" y="74798"/>
                  <a:pt x="46340" y="72637"/>
                </a:cubicBezTo>
                <a:lnTo>
                  <a:pt x="46340" y="36633"/>
                </a:lnTo>
                <a:lnTo>
                  <a:pt x="41538" y="41434"/>
                </a:lnTo>
                <a:cubicBezTo>
                  <a:pt x="40098" y="42874"/>
                  <a:pt x="37697" y="42874"/>
                  <a:pt x="36257" y="41434"/>
                </a:cubicBezTo>
                <a:cubicBezTo>
                  <a:pt x="34817" y="39994"/>
                  <a:pt x="34817" y="37594"/>
                  <a:pt x="36257" y="36154"/>
                </a:cubicBezTo>
                <a:lnTo>
                  <a:pt x="47180" y="25233"/>
                </a:lnTo>
                <a:cubicBezTo>
                  <a:pt x="47900" y="24272"/>
                  <a:pt x="48980" y="23793"/>
                  <a:pt x="50060" y="23793"/>
                </a:cubicBezTo>
                <a:cubicBezTo>
                  <a:pt x="51260" y="23793"/>
                  <a:pt x="52341" y="24272"/>
                  <a:pt x="53061" y="25233"/>
                </a:cubicBezTo>
                <a:lnTo>
                  <a:pt x="63984" y="36154"/>
                </a:lnTo>
                <a:cubicBezTo>
                  <a:pt x="65424" y="37594"/>
                  <a:pt x="65424" y="39994"/>
                  <a:pt x="63984" y="41434"/>
                </a:cubicBezTo>
                <a:lnTo>
                  <a:pt x="63984" y="4155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2" name="Чёрный — SVG 73">
            <a:extLst>
              <a:ext uri="{FF2B5EF4-FFF2-40B4-BE49-F238E27FC236}">
                <a16:creationId xmlns:a16="http://schemas.microsoft.com/office/drawing/2014/main" id="{170BF52D-EC5F-1241-AF1B-F33D2735046B}"/>
              </a:ext>
            </a:extLst>
          </p:cNvPr>
          <p:cNvSpPr>
            <a:spLocks noGrp="1"/>
          </p:cNvSpPr>
          <p:nvPr/>
        </p:nvSpPr>
        <p:spPr>
          <a:xfrm>
            <a:off x="420000" y="3990000"/>
            <a:ext cx="220000" cy="220000"/>
          </a:xfrm>
          <a:custGeom>
            <a:avLst/>
            <a:gdLst>
              <a:gd name="csX0" fmla="*/ 2299 w 135091"/>
              <a:gd name="csY0" fmla="*/ 54265 h 141745"/>
              <a:gd name="csX1" fmla="*/ 13869 w 135091"/>
              <a:gd name="csY1" fmla="*/ 62771 h 141745"/>
              <a:gd name="csX2" fmla="*/ 17952 w 135091"/>
              <a:gd name="csY2" fmla="*/ 70766 h 141745"/>
              <a:gd name="csX3" fmla="*/ 13869 w 135091"/>
              <a:gd name="csY3" fmla="*/ 78761 h 141745"/>
              <a:gd name="csX4" fmla="*/ 2129 w 135091"/>
              <a:gd name="csY4" fmla="*/ 87267 h 141745"/>
              <a:gd name="csX5" fmla="*/ 258 w 135091"/>
              <a:gd name="csY5" fmla="*/ 93221 h 141745"/>
              <a:gd name="csX6" fmla="*/ 14379 w 135091"/>
              <a:gd name="csY6" fmla="*/ 117717 h 141745"/>
              <a:gd name="csX7" fmla="*/ 20504 w 135091"/>
              <a:gd name="csY7" fmla="*/ 119078 h 141745"/>
              <a:gd name="csX8" fmla="*/ 33604 w 135091"/>
              <a:gd name="csY8" fmla="*/ 113294 h 141745"/>
              <a:gd name="csX9" fmla="*/ 42451 w 135091"/>
              <a:gd name="csY9" fmla="*/ 113804 h 141745"/>
              <a:gd name="csX10" fmla="*/ 47385 w 135091"/>
              <a:gd name="csY10" fmla="*/ 121289 h 141745"/>
              <a:gd name="csX11" fmla="*/ 48916 w 135091"/>
              <a:gd name="csY11" fmla="*/ 135749 h 141745"/>
              <a:gd name="csX12" fmla="*/ 53170 w 135091"/>
              <a:gd name="csY12" fmla="*/ 140342 h 141745"/>
              <a:gd name="csX13" fmla="*/ 81412 w 135091"/>
              <a:gd name="csY13" fmla="*/ 140342 h 141745"/>
              <a:gd name="csX14" fmla="*/ 85665 w 135091"/>
              <a:gd name="csY14" fmla="*/ 135749 h 141745"/>
              <a:gd name="csX15" fmla="*/ 87196 w 135091"/>
              <a:gd name="csY15" fmla="*/ 121459 h 141745"/>
              <a:gd name="csX16" fmla="*/ 92130 w 135091"/>
              <a:gd name="csY16" fmla="*/ 113974 h 141745"/>
              <a:gd name="csX17" fmla="*/ 100977 w 135091"/>
              <a:gd name="csY17" fmla="*/ 113464 h 141745"/>
              <a:gd name="csX18" fmla="*/ 114248 w 135091"/>
              <a:gd name="csY18" fmla="*/ 119248 h 141745"/>
              <a:gd name="csX19" fmla="*/ 120373 w 135091"/>
              <a:gd name="csY19" fmla="*/ 117887 h 141745"/>
              <a:gd name="csX20" fmla="*/ 134664 w 135091"/>
              <a:gd name="csY20" fmla="*/ 93391 h 141745"/>
              <a:gd name="csX21" fmla="*/ 132792 w 135091"/>
              <a:gd name="csY21" fmla="*/ 87437 h 141745"/>
              <a:gd name="csX22" fmla="*/ 121223 w 135091"/>
              <a:gd name="csY22" fmla="*/ 78932 h 141745"/>
              <a:gd name="csX23" fmla="*/ 117140 w 135091"/>
              <a:gd name="csY23" fmla="*/ 70936 h 141745"/>
              <a:gd name="csX24" fmla="*/ 121223 w 135091"/>
              <a:gd name="csY24" fmla="*/ 62941 h 141745"/>
              <a:gd name="csX25" fmla="*/ 132963 w 135091"/>
              <a:gd name="csY25" fmla="*/ 54436 h 141745"/>
              <a:gd name="csX26" fmla="*/ 134834 w 135091"/>
              <a:gd name="csY26" fmla="*/ 48482 h 141745"/>
              <a:gd name="csX27" fmla="*/ 120713 w 135091"/>
              <a:gd name="csY27" fmla="*/ 23986 h 141745"/>
              <a:gd name="csX28" fmla="*/ 114588 w 135091"/>
              <a:gd name="csY28" fmla="*/ 22625 h 141745"/>
              <a:gd name="csX29" fmla="*/ 101488 w 135091"/>
              <a:gd name="csY29" fmla="*/ 28409 h 141745"/>
              <a:gd name="csX30" fmla="*/ 92641 w 135091"/>
              <a:gd name="csY30" fmla="*/ 27898 h 141745"/>
              <a:gd name="csX31" fmla="*/ 87707 w 135091"/>
              <a:gd name="csY31" fmla="*/ 20413 h 141745"/>
              <a:gd name="csX32" fmla="*/ 86176 w 135091"/>
              <a:gd name="csY32" fmla="*/ 5954 h 141745"/>
              <a:gd name="csX33" fmla="*/ 81922 w 135091"/>
              <a:gd name="csY33" fmla="*/ 1361 h 141745"/>
              <a:gd name="csX34" fmla="*/ 67631 w 135091"/>
              <a:gd name="csY34" fmla="*/ 0 h 141745"/>
              <a:gd name="csX35" fmla="*/ 53680 w 135091"/>
              <a:gd name="csY35" fmla="*/ 1361 h 141745"/>
              <a:gd name="csX36" fmla="*/ 49427 w 135091"/>
              <a:gd name="csY36" fmla="*/ 5954 h 141745"/>
              <a:gd name="csX37" fmla="*/ 47895 w 135091"/>
              <a:gd name="csY37" fmla="*/ 20243 h 141745"/>
              <a:gd name="csX38" fmla="*/ 42962 w 135091"/>
              <a:gd name="csY38" fmla="*/ 27728 h 141745"/>
              <a:gd name="csX39" fmla="*/ 34115 w 135091"/>
              <a:gd name="csY39" fmla="*/ 28238 h 141745"/>
              <a:gd name="csX40" fmla="*/ 20844 w 135091"/>
              <a:gd name="csY40" fmla="*/ 22455 h 141745"/>
              <a:gd name="csX41" fmla="*/ 14719 w 135091"/>
              <a:gd name="csY41" fmla="*/ 23816 h 141745"/>
              <a:gd name="csX42" fmla="*/ 598 w 135091"/>
              <a:gd name="csY42" fmla="*/ 48312 h 141745"/>
              <a:gd name="csX43" fmla="*/ 2470 w 135091"/>
              <a:gd name="csY43" fmla="*/ 54265 h 141745"/>
              <a:gd name="csX44" fmla="*/ 2299 w 135091"/>
              <a:gd name="csY44" fmla="*/ 54265 h 141745"/>
              <a:gd name="csX45" fmla="*/ 47725 w 135091"/>
              <a:gd name="csY45" fmla="*/ 82844 h 141745"/>
              <a:gd name="csX46" fmla="*/ 55211 w 135091"/>
              <a:gd name="csY46" fmla="*/ 82844 h 141745"/>
              <a:gd name="csX47" fmla="*/ 62017 w 135091"/>
              <a:gd name="csY47" fmla="*/ 89649 h 141745"/>
              <a:gd name="csX48" fmla="*/ 62017 w 135091"/>
              <a:gd name="csY48" fmla="*/ 38615 h 141745"/>
              <a:gd name="csX49" fmla="*/ 67461 w 135091"/>
              <a:gd name="csY49" fmla="*/ 33342 h 141745"/>
              <a:gd name="csX50" fmla="*/ 72735 w 135091"/>
              <a:gd name="csY50" fmla="*/ 38785 h 141745"/>
              <a:gd name="csX51" fmla="*/ 72735 w 135091"/>
              <a:gd name="csY51" fmla="*/ 89819 h 141745"/>
              <a:gd name="csX52" fmla="*/ 79540 w 135091"/>
              <a:gd name="csY52" fmla="*/ 83014 h 141745"/>
              <a:gd name="csX53" fmla="*/ 87026 w 135091"/>
              <a:gd name="csY53" fmla="*/ 83014 h 141745"/>
              <a:gd name="csX54" fmla="*/ 87026 w 135091"/>
              <a:gd name="csY54" fmla="*/ 90499 h 141745"/>
              <a:gd name="csX55" fmla="*/ 71544 w 135091"/>
              <a:gd name="csY55" fmla="*/ 105979 h 141745"/>
              <a:gd name="csX56" fmla="*/ 67461 w 135091"/>
              <a:gd name="csY56" fmla="*/ 108021 h 141745"/>
              <a:gd name="csX57" fmla="*/ 63208 w 135091"/>
              <a:gd name="csY57" fmla="*/ 105979 h 141745"/>
              <a:gd name="csX58" fmla="*/ 47725 w 135091"/>
              <a:gd name="csY58" fmla="*/ 90499 h 141745"/>
              <a:gd name="csX59" fmla="*/ 47725 w 135091"/>
              <a:gd name="csY59" fmla="*/ 83014 h 141745"/>
              <a:gd name="csX60" fmla="*/ 47725 w 135091"/>
              <a:gd name="csY60" fmla="*/ 82844 h 141745"/>
            </a:gdLst>
            <a:ahLst/>
            <a:cxnLst/>
            <a:rect l="l" t="t" r="r" b="b"/>
            <a:pathLst>
              <a:path w="100000" h="100000">
                <a:moveTo>
                  <a:pt x="3969" y="38284"/>
                </a:moveTo>
                <a:lnTo>
                  <a:pt x="12132" y="44284"/>
                </a:lnTo>
                <a:cubicBezTo>
                  <a:pt x="13932" y="45604"/>
                  <a:pt x="15012" y="47645"/>
                  <a:pt x="15012" y="49925"/>
                </a:cubicBezTo>
                <a:cubicBezTo>
                  <a:pt x="15012" y="52205"/>
                  <a:pt x="13932" y="54245"/>
                  <a:pt x="12132" y="55565"/>
                </a:cubicBezTo>
                <a:lnTo>
                  <a:pt x="3849" y="61566"/>
                </a:lnTo>
                <a:cubicBezTo>
                  <a:pt x="2529" y="62526"/>
                  <a:pt x="2049" y="64206"/>
                  <a:pt x="2529" y="65767"/>
                </a:cubicBezTo>
                <a:cubicBezTo>
                  <a:pt x="4689" y="72127"/>
                  <a:pt x="8050" y="77888"/>
                  <a:pt x="12491" y="83048"/>
                </a:cubicBezTo>
                <a:cubicBezTo>
                  <a:pt x="13572" y="84248"/>
                  <a:pt x="15372" y="84608"/>
                  <a:pt x="16813" y="84009"/>
                </a:cubicBezTo>
                <a:lnTo>
                  <a:pt x="26055" y="79928"/>
                </a:lnTo>
                <a:cubicBezTo>
                  <a:pt x="28095" y="79088"/>
                  <a:pt x="30376" y="79208"/>
                  <a:pt x="32296" y="80288"/>
                </a:cubicBezTo>
                <a:cubicBezTo>
                  <a:pt x="34216" y="81368"/>
                  <a:pt x="35537" y="83408"/>
                  <a:pt x="35777" y="85568"/>
                </a:cubicBezTo>
                <a:lnTo>
                  <a:pt x="36857" y="95770"/>
                </a:lnTo>
                <a:cubicBezTo>
                  <a:pt x="36977" y="97330"/>
                  <a:pt x="38298" y="98650"/>
                  <a:pt x="39858" y="99010"/>
                </a:cubicBezTo>
                <a:cubicBezTo>
                  <a:pt x="46340" y="100330"/>
                  <a:pt x="53181" y="100330"/>
                  <a:pt x="59783" y="99010"/>
                </a:cubicBezTo>
                <a:cubicBezTo>
                  <a:pt x="61343" y="98650"/>
                  <a:pt x="62543" y="97330"/>
                  <a:pt x="62783" y="95770"/>
                </a:cubicBezTo>
                <a:lnTo>
                  <a:pt x="63863" y="85688"/>
                </a:lnTo>
                <a:cubicBezTo>
                  <a:pt x="64104" y="83528"/>
                  <a:pt x="65424" y="81488"/>
                  <a:pt x="67344" y="80408"/>
                </a:cubicBezTo>
                <a:cubicBezTo>
                  <a:pt x="69265" y="79328"/>
                  <a:pt x="71545" y="79208"/>
                  <a:pt x="73586" y="80048"/>
                </a:cubicBezTo>
                <a:lnTo>
                  <a:pt x="82948" y="84129"/>
                </a:lnTo>
                <a:cubicBezTo>
                  <a:pt x="84388" y="84728"/>
                  <a:pt x="86189" y="84368"/>
                  <a:pt x="87269" y="83168"/>
                </a:cubicBezTo>
                <a:cubicBezTo>
                  <a:pt x="91830" y="78008"/>
                  <a:pt x="95191" y="72247"/>
                  <a:pt x="97352" y="65887"/>
                </a:cubicBezTo>
                <a:cubicBezTo>
                  <a:pt x="97831" y="64327"/>
                  <a:pt x="97352" y="62646"/>
                  <a:pt x="96031" y="61686"/>
                </a:cubicBezTo>
                <a:lnTo>
                  <a:pt x="87869" y="55686"/>
                </a:lnTo>
                <a:cubicBezTo>
                  <a:pt x="86069" y="54365"/>
                  <a:pt x="84989" y="52325"/>
                  <a:pt x="84989" y="50045"/>
                </a:cubicBezTo>
                <a:cubicBezTo>
                  <a:pt x="84989" y="47765"/>
                  <a:pt x="86069" y="45724"/>
                  <a:pt x="87869" y="44404"/>
                </a:cubicBezTo>
                <a:lnTo>
                  <a:pt x="96152" y="38404"/>
                </a:lnTo>
                <a:cubicBezTo>
                  <a:pt x="97472" y="37444"/>
                  <a:pt x="97952" y="35764"/>
                  <a:pt x="97472" y="34204"/>
                </a:cubicBezTo>
                <a:cubicBezTo>
                  <a:pt x="95311" y="27843"/>
                  <a:pt x="91950" y="22082"/>
                  <a:pt x="87509" y="16922"/>
                </a:cubicBezTo>
                <a:cubicBezTo>
                  <a:pt x="86429" y="15722"/>
                  <a:pt x="84629" y="15361"/>
                  <a:pt x="83188" y="15962"/>
                </a:cubicBezTo>
                <a:lnTo>
                  <a:pt x="73946" y="20042"/>
                </a:lnTo>
                <a:cubicBezTo>
                  <a:pt x="71905" y="20882"/>
                  <a:pt x="69625" y="20762"/>
                  <a:pt x="67705" y="19682"/>
                </a:cubicBezTo>
                <a:cubicBezTo>
                  <a:pt x="65784" y="18602"/>
                  <a:pt x="64464" y="16561"/>
                  <a:pt x="64224" y="14401"/>
                </a:cubicBezTo>
                <a:lnTo>
                  <a:pt x="63144" y="4201"/>
                </a:lnTo>
                <a:cubicBezTo>
                  <a:pt x="63023" y="2520"/>
                  <a:pt x="61703" y="1200"/>
                  <a:pt x="60143" y="960"/>
                </a:cubicBezTo>
                <a:cubicBezTo>
                  <a:pt x="56902" y="240"/>
                  <a:pt x="53541" y="0"/>
                  <a:pt x="50060" y="0"/>
                </a:cubicBezTo>
                <a:cubicBezTo>
                  <a:pt x="46579" y="0"/>
                  <a:pt x="43459" y="360"/>
                  <a:pt x="40218" y="960"/>
                </a:cubicBezTo>
                <a:cubicBezTo>
                  <a:pt x="38657" y="1320"/>
                  <a:pt x="37457" y="2640"/>
                  <a:pt x="37218" y="4201"/>
                </a:cubicBezTo>
                <a:lnTo>
                  <a:pt x="36137" y="14281"/>
                </a:lnTo>
                <a:cubicBezTo>
                  <a:pt x="35897" y="16441"/>
                  <a:pt x="34577" y="18482"/>
                  <a:pt x="32657" y="19562"/>
                </a:cubicBezTo>
                <a:cubicBezTo>
                  <a:pt x="30735" y="20642"/>
                  <a:pt x="28335" y="20762"/>
                  <a:pt x="26415" y="19922"/>
                </a:cubicBezTo>
                <a:lnTo>
                  <a:pt x="17052" y="15842"/>
                </a:lnTo>
                <a:cubicBezTo>
                  <a:pt x="15613" y="15241"/>
                  <a:pt x="13812" y="15601"/>
                  <a:pt x="12731" y="16802"/>
                </a:cubicBezTo>
                <a:cubicBezTo>
                  <a:pt x="8170" y="21842"/>
                  <a:pt x="4809" y="27723"/>
                  <a:pt x="2769" y="34084"/>
                </a:cubicBezTo>
                <a:cubicBezTo>
                  <a:pt x="2289" y="35644"/>
                  <a:pt x="2769" y="37324"/>
                  <a:pt x="4090" y="38284"/>
                </a:cubicBezTo>
                <a:lnTo>
                  <a:pt x="3969" y="38284"/>
                </a:lnTo>
                <a:close/>
                <a:moveTo>
                  <a:pt x="36017" y="58446"/>
                </a:moveTo>
                <a:cubicBezTo>
                  <a:pt x="37457" y="57006"/>
                  <a:pt x="39858" y="57006"/>
                  <a:pt x="41298" y="58446"/>
                </a:cubicBezTo>
                <a:lnTo>
                  <a:pt x="46100" y="63247"/>
                </a:lnTo>
                <a:lnTo>
                  <a:pt x="46100" y="27243"/>
                </a:lnTo>
                <a:cubicBezTo>
                  <a:pt x="46100" y="25202"/>
                  <a:pt x="47779" y="23523"/>
                  <a:pt x="49940" y="23523"/>
                </a:cubicBezTo>
                <a:cubicBezTo>
                  <a:pt x="52101" y="23523"/>
                  <a:pt x="53661" y="25202"/>
                  <a:pt x="53661" y="27363"/>
                </a:cubicBezTo>
                <a:lnTo>
                  <a:pt x="53661" y="63367"/>
                </a:lnTo>
                <a:lnTo>
                  <a:pt x="58462" y="58566"/>
                </a:lnTo>
                <a:cubicBezTo>
                  <a:pt x="59903" y="57126"/>
                  <a:pt x="62303" y="57126"/>
                  <a:pt x="63743" y="58566"/>
                </a:cubicBezTo>
                <a:cubicBezTo>
                  <a:pt x="65184" y="60006"/>
                  <a:pt x="65184" y="62406"/>
                  <a:pt x="63743" y="63846"/>
                </a:cubicBezTo>
                <a:lnTo>
                  <a:pt x="52821" y="74767"/>
                </a:lnTo>
                <a:cubicBezTo>
                  <a:pt x="52101" y="75728"/>
                  <a:pt x="51020" y="76208"/>
                  <a:pt x="49940" y="76208"/>
                </a:cubicBezTo>
                <a:cubicBezTo>
                  <a:pt x="48740" y="76208"/>
                  <a:pt x="47660" y="75728"/>
                  <a:pt x="46940" y="74767"/>
                </a:cubicBezTo>
                <a:lnTo>
                  <a:pt x="36017" y="63846"/>
                </a:lnTo>
                <a:cubicBezTo>
                  <a:pt x="34577" y="62406"/>
                  <a:pt x="34577" y="60006"/>
                  <a:pt x="36017" y="58566"/>
                </a:cubicBezTo>
                <a:lnTo>
                  <a:pt x="36017" y="5844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3" name="Чёрный — SVG 74">
            <a:extLst>
              <a:ext uri="{FF2B5EF4-FFF2-40B4-BE49-F238E27FC236}">
                <a16:creationId xmlns:a16="http://schemas.microsoft.com/office/drawing/2014/main" id="{1AB86EDF-5FED-E843-9FD3-417EA9AA992E}"/>
              </a:ext>
            </a:extLst>
          </p:cNvPr>
          <p:cNvSpPr>
            <a:spLocks noGrp="1"/>
          </p:cNvSpPr>
          <p:nvPr/>
        </p:nvSpPr>
        <p:spPr>
          <a:xfrm>
            <a:off x="1020000" y="3990000"/>
            <a:ext cx="220000" cy="220000"/>
          </a:xfrm>
          <a:custGeom>
            <a:avLst/>
            <a:gdLst>
              <a:gd name="csX0" fmla="*/ 93931 w 99239"/>
              <a:gd name="csY0" fmla="*/ 134671 h 134671"/>
              <a:gd name="csX1" fmla="*/ 90817 w 99239"/>
              <a:gd name="csY1" fmla="*/ 133668 h 134671"/>
              <a:gd name="csX2" fmla="*/ 49628 w 99239"/>
              <a:gd name="csY2" fmla="*/ 104009 h 134671"/>
              <a:gd name="csX3" fmla="*/ 8422 w 99239"/>
              <a:gd name="csY3" fmla="*/ 133668 h 134671"/>
              <a:gd name="csX4" fmla="*/ 2892 w 99239"/>
              <a:gd name="csY4" fmla="*/ 134086 h 134671"/>
              <a:gd name="csX5" fmla="*/ 0 w 99239"/>
              <a:gd name="csY5" fmla="*/ 129355 h 134671"/>
              <a:gd name="csX6" fmla="*/ 0 w 99239"/>
              <a:gd name="csY6" fmla="*/ 23036 h 134671"/>
              <a:gd name="csX7" fmla="*/ 23036 w 99239"/>
              <a:gd name="csY7" fmla="*/ 0 h 134671"/>
              <a:gd name="csX8" fmla="*/ 76203 w 99239"/>
              <a:gd name="csY8" fmla="*/ 0 h 134671"/>
              <a:gd name="csX9" fmla="*/ 99239 w 99239"/>
              <a:gd name="csY9" fmla="*/ 23036 h 134671"/>
              <a:gd name="csX10" fmla="*/ 99239 w 99239"/>
              <a:gd name="csY10" fmla="*/ 129355 h 134671"/>
              <a:gd name="csX11" fmla="*/ 96347 w 99239"/>
              <a:gd name="csY11" fmla="*/ 134086 h 134671"/>
              <a:gd name="csX12" fmla="*/ 93931 w 99239"/>
              <a:gd name="csY12" fmla="*/ 134671 h 134671"/>
            </a:gdLst>
            <a:ahLst/>
            <a:cxnLst/>
            <a:rect l="l" t="t" r="r" b="b"/>
            <a:pathLst>
              <a:path w="100000" h="100000">
                <a:moveTo>
                  <a:pt x="82904" y="100000"/>
                </a:moveTo>
                <a:cubicBezTo>
                  <a:pt x="82082" y="100000"/>
                  <a:pt x="81274" y="99750"/>
                  <a:pt x="80591" y="99255"/>
                </a:cubicBezTo>
                <a:lnTo>
                  <a:pt x="50006" y="77232"/>
                </a:lnTo>
                <a:lnTo>
                  <a:pt x="19409" y="99255"/>
                </a:lnTo>
                <a:cubicBezTo>
                  <a:pt x="18208" y="100121"/>
                  <a:pt x="16617" y="100242"/>
                  <a:pt x="15302" y="99566"/>
                </a:cubicBezTo>
                <a:cubicBezTo>
                  <a:pt x="13989" y="98892"/>
                  <a:pt x="13155" y="97535"/>
                  <a:pt x="13155" y="96053"/>
                </a:cubicBezTo>
                <a:lnTo>
                  <a:pt x="13155" y="17105"/>
                </a:lnTo>
                <a:cubicBezTo>
                  <a:pt x="13155" y="7674"/>
                  <a:pt x="20823" y="0"/>
                  <a:pt x="30260" y="0"/>
                </a:cubicBezTo>
                <a:lnTo>
                  <a:pt x="69740" y="0"/>
                </a:lnTo>
                <a:cubicBezTo>
                  <a:pt x="79177" y="0"/>
                  <a:pt x="86845" y="7674"/>
                  <a:pt x="86845" y="17105"/>
                </a:cubicBezTo>
                <a:lnTo>
                  <a:pt x="86845" y="96053"/>
                </a:lnTo>
                <a:cubicBezTo>
                  <a:pt x="86845" y="97535"/>
                  <a:pt x="86024" y="98892"/>
                  <a:pt x="84698" y="99566"/>
                </a:cubicBezTo>
                <a:cubicBezTo>
                  <a:pt x="84129" y="99855"/>
                  <a:pt x="83523" y="100000"/>
                  <a:pt x="82904" y="1000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4" name="Чёрный — SVG 75">
            <a:extLst>
              <a:ext uri="{FF2B5EF4-FFF2-40B4-BE49-F238E27FC236}">
                <a16:creationId xmlns:a16="http://schemas.microsoft.com/office/drawing/2014/main" id="{8005480D-C4FA-F645-A828-380CFBECD736}"/>
              </a:ext>
            </a:extLst>
          </p:cNvPr>
          <p:cNvSpPr>
            <a:spLocks noGrp="1"/>
          </p:cNvSpPr>
          <p:nvPr/>
        </p:nvSpPr>
        <p:spPr>
          <a:xfrm>
            <a:off x="1620000" y="3990000"/>
            <a:ext cx="220000" cy="220000"/>
          </a:xfrm>
          <a:custGeom>
            <a:avLst/>
            <a:gdLst>
              <a:gd name="csX0" fmla="*/ 70776 w 127770"/>
              <a:gd name="csY0" fmla="*/ 0 h 156311"/>
              <a:gd name="csX1" fmla="*/ 65842 w 127770"/>
              <a:gd name="csY1" fmla="*/ 2211 h 156311"/>
              <a:gd name="csX2" fmla="*/ 52231 w 127770"/>
              <a:gd name="csY2" fmla="*/ 15820 h 156311"/>
              <a:gd name="csX3" fmla="*/ 50870 w 127770"/>
              <a:gd name="csY3" fmla="*/ 25687 h 156311"/>
              <a:gd name="csX4" fmla="*/ 52231 w 127770"/>
              <a:gd name="csY4" fmla="*/ 27048 h 156311"/>
              <a:gd name="csX5" fmla="*/ 65672 w 127770"/>
              <a:gd name="csY5" fmla="*/ 40486 h 156311"/>
              <a:gd name="csX6" fmla="*/ 75710 w 127770"/>
              <a:gd name="csY6" fmla="*/ 40657 h 156311"/>
              <a:gd name="csX7" fmla="*/ 75880 w 127770"/>
              <a:gd name="csY7" fmla="*/ 30620 h 156311"/>
              <a:gd name="csX8" fmla="*/ 75710 w 127770"/>
              <a:gd name="csY8" fmla="*/ 30450 h 156311"/>
              <a:gd name="csX9" fmla="*/ 75029 w 127770"/>
              <a:gd name="csY9" fmla="*/ 29769 h 156311"/>
              <a:gd name="csX10" fmla="*/ 113309 w 127770"/>
              <a:gd name="csY10" fmla="*/ 78081 h 156311"/>
              <a:gd name="csX11" fmla="*/ 94765 w 127770"/>
              <a:gd name="csY11" fmla="*/ 116696 h 156311"/>
              <a:gd name="csX12" fmla="*/ 93744 w 127770"/>
              <a:gd name="csY12" fmla="*/ 126733 h 156311"/>
              <a:gd name="csX13" fmla="*/ 103782 w 127770"/>
              <a:gd name="csY13" fmla="*/ 127753 h 156311"/>
              <a:gd name="csX14" fmla="*/ 127771 w 127770"/>
              <a:gd name="csY14" fmla="*/ 78081 h 156311"/>
              <a:gd name="csX15" fmla="*/ 73158 w 127770"/>
              <a:gd name="csY15" fmla="*/ 14970 h 156311"/>
              <a:gd name="csX16" fmla="*/ 76050 w 127770"/>
              <a:gd name="csY16" fmla="*/ 12078 h 156311"/>
              <a:gd name="csX17" fmla="*/ 76050 w 127770"/>
              <a:gd name="csY17" fmla="*/ 2041 h 156311"/>
              <a:gd name="csX18" fmla="*/ 70776 w 127770"/>
              <a:gd name="csY18" fmla="*/ 0 h 156311"/>
              <a:gd name="csX19" fmla="*/ 28242 w 127770"/>
              <a:gd name="csY19" fmla="*/ 26878 h 156311"/>
              <a:gd name="csX20" fmla="*/ 23819 w 127770"/>
              <a:gd name="csY20" fmla="*/ 28579 h 156311"/>
              <a:gd name="csX21" fmla="*/ 0 w 127770"/>
              <a:gd name="csY21" fmla="*/ 78081 h 156311"/>
              <a:gd name="csX22" fmla="*/ 54613 w 127770"/>
              <a:gd name="csY22" fmla="*/ 141192 h 156311"/>
              <a:gd name="csX23" fmla="*/ 51721 w 127770"/>
              <a:gd name="csY23" fmla="*/ 144084 h 156311"/>
              <a:gd name="csX24" fmla="*/ 51551 w 127770"/>
              <a:gd name="csY24" fmla="*/ 154121 h 156311"/>
              <a:gd name="csX25" fmla="*/ 61588 w 127770"/>
              <a:gd name="csY25" fmla="*/ 154291 h 156311"/>
              <a:gd name="csX26" fmla="*/ 61759 w 127770"/>
              <a:gd name="csY26" fmla="*/ 154121 h 156311"/>
              <a:gd name="csX27" fmla="*/ 75369 w 127770"/>
              <a:gd name="csY27" fmla="*/ 140512 h 156311"/>
              <a:gd name="csX28" fmla="*/ 76730 w 127770"/>
              <a:gd name="csY28" fmla="*/ 130645 h 156311"/>
              <a:gd name="csX29" fmla="*/ 75369 w 127770"/>
              <a:gd name="csY29" fmla="*/ 129284 h 156311"/>
              <a:gd name="csX30" fmla="*/ 61929 w 127770"/>
              <a:gd name="csY30" fmla="*/ 115846 h 156311"/>
              <a:gd name="csX31" fmla="*/ 56825 w 127770"/>
              <a:gd name="csY31" fmla="*/ 113634 h 156311"/>
              <a:gd name="csX32" fmla="*/ 49679 w 127770"/>
              <a:gd name="csY32" fmla="*/ 120779 h 156311"/>
              <a:gd name="csX33" fmla="*/ 51891 w 127770"/>
              <a:gd name="csY33" fmla="*/ 125882 h 156311"/>
              <a:gd name="csX34" fmla="*/ 52571 w 127770"/>
              <a:gd name="csY34" fmla="*/ 126563 h 156311"/>
              <a:gd name="csX35" fmla="*/ 14291 w 127770"/>
              <a:gd name="csY35" fmla="*/ 78251 h 156311"/>
              <a:gd name="csX36" fmla="*/ 32836 w 127770"/>
              <a:gd name="csY36" fmla="*/ 39636 h 156311"/>
              <a:gd name="csX37" fmla="*/ 34027 w 127770"/>
              <a:gd name="csY37" fmla="*/ 29769 h 156311"/>
              <a:gd name="csX38" fmla="*/ 28242 w 127770"/>
              <a:gd name="csY38" fmla="*/ 27048 h 156311"/>
              <a:gd name="csX39" fmla="*/ 28242 w 127770"/>
              <a:gd name="csY39" fmla="*/ 26878 h 156311"/>
            </a:gdLst>
            <a:ahLst/>
            <a:cxnLst/>
            <a:rect l="l" t="t" r="r" b="b"/>
            <a:pathLst>
              <a:path w="100000" h="100000">
                <a:moveTo>
                  <a:pt x="54409" y="0"/>
                </a:moveTo>
                <a:cubicBezTo>
                  <a:pt x="53211" y="0"/>
                  <a:pt x="52123" y="544"/>
                  <a:pt x="51252" y="1414"/>
                </a:cubicBezTo>
                <a:lnTo>
                  <a:pt x="42544" y="10121"/>
                </a:lnTo>
                <a:cubicBezTo>
                  <a:pt x="40585" y="11645"/>
                  <a:pt x="40150" y="14474"/>
                  <a:pt x="41674" y="16433"/>
                </a:cubicBezTo>
                <a:cubicBezTo>
                  <a:pt x="41891" y="16760"/>
                  <a:pt x="42218" y="17086"/>
                  <a:pt x="42544" y="17304"/>
                </a:cubicBezTo>
                <a:lnTo>
                  <a:pt x="51143" y="25901"/>
                </a:lnTo>
                <a:cubicBezTo>
                  <a:pt x="52885" y="27751"/>
                  <a:pt x="55714" y="27751"/>
                  <a:pt x="57565" y="26010"/>
                </a:cubicBezTo>
                <a:cubicBezTo>
                  <a:pt x="59415" y="24269"/>
                  <a:pt x="59415" y="21439"/>
                  <a:pt x="57674" y="19589"/>
                </a:cubicBezTo>
                <a:cubicBezTo>
                  <a:pt x="57674" y="19589"/>
                  <a:pt x="57674" y="19589"/>
                  <a:pt x="57565" y="19480"/>
                </a:cubicBezTo>
                <a:lnTo>
                  <a:pt x="57129" y="19045"/>
                </a:lnTo>
                <a:cubicBezTo>
                  <a:pt x="71170" y="22310"/>
                  <a:pt x="81619" y="34825"/>
                  <a:pt x="81619" y="49952"/>
                </a:cubicBezTo>
                <a:cubicBezTo>
                  <a:pt x="81619" y="65079"/>
                  <a:pt x="76939" y="68780"/>
                  <a:pt x="69755" y="74656"/>
                </a:cubicBezTo>
                <a:cubicBezTo>
                  <a:pt x="67796" y="76180"/>
                  <a:pt x="67470" y="79119"/>
                  <a:pt x="69102" y="81077"/>
                </a:cubicBezTo>
                <a:cubicBezTo>
                  <a:pt x="70735" y="83036"/>
                  <a:pt x="73565" y="83363"/>
                  <a:pt x="75524" y="81730"/>
                </a:cubicBezTo>
                <a:cubicBezTo>
                  <a:pt x="84776" y="74221"/>
                  <a:pt x="90871" y="62794"/>
                  <a:pt x="90871" y="49952"/>
                </a:cubicBezTo>
                <a:cubicBezTo>
                  <a:pt x="90871" y="29492"/>
                  <a:pt x="75633" y="12515"/>
                  <a:pt x="55932" y="9577"/>
                </a:cubicBezTo>
                <a:lnTo>
                  <a:pt x="57783" y="7727"/>
                </a:lnTo>
                <a:cubicBezTo>
                  <a:pt x="59633" y="5986"/>
                  <a:pt x="59633" y="3156"/>
                  <a:pt x="57783" y="1306"/>
                </a:cubicBezTo>
                <a:cubicBezTo>
                  <a:pt x="56912" y="435"/>
                  <a:pt x="55714" y="0"/>
                  <a:pt x="54409" y="0"/>
                </a:cubicBezTo>
                <a:close/>
                <a:moveTo>
                  <a:pt x="27197" y="17195"/>
                </a:moveTo>
                <a:cubicBezTo>
                  <a:pt x="26218" y="17195"/>
                  <a:pt x="25238" y="17630"/>
                  <a:pt x="24368" y="18283"/>
                </a:cubicBezTo>
                <a:cubicBezTo>
                  <a:pt x="15116" y="25683"/>
                  <a:pt x="9130" y="37111"/>
                  <a:pt x="9130" y="49952"/>
                </a:cubicBezTo>
                <a:cubicBezTo>
                  <a:pt x="9130" y="70412"/>
                  <a:pt x="24368" y="87389"/>
                  <a:pt x="44068" y="90328"/>
                </a:cubicBezTo>
                <a:lnTo>
                  <a:pt x="42218" y="92178"/>
                </a:lnTo>
                <a:cubicBezTo>
                  <a:pt x="40367" y="93919"/>
                  <a:pt x="40367" y="96749"/>
                  <a:pt x="42109" y="98599"/>
                </a:cubicBezTo>
                <a:cubicBezTo>
                  <a:pt x="43851" y="100448"/>
                  <a:pt x="46680" y="100448"/>
                  <a:pt x="48530" y="98708"/>
                </a:cubicBezTo>
                <a:cubicBezTo>
                  <a:pt x="48530" y="98708"/>
                  <a:pt x="48530" y="98708"/>
                  <a:pt x="48640" y="98599"/>
                </a:cubicBezTo>
                <a:lnTo>
                  <a:pt x="57347" y="89893"/>
                </a:lnTo>
                <a:cubicBezTo>
                  <a:pt x="59306" y="88369"/>
                  <a:pt x="59741" y="85539"/>
                  <a:pt x="58218" y="83580"/>
                </a:cubicBezTo>
                <a:cubicBezTo>
                  <a:pt x="58000" y="83254"/>
                  <a:pt x="57674" y="82928"/>
                  <a:pt x="57347" y="82709"/>
                </a:cubicBezTo>
                <a:lnTo>
                  <a:pt x="48749" y="74113"/>
                </a:lnTo>
                <a:cubicBezTo>
                  <a:pt x="47878" y="73242"/>
                  <a:pt x="46680" y="72697"/>
                  <a:pt x="45483" y="72697"/>
                </a:cubicBezTo>
                <a:cubicBezTo>
                  <a:pt x="42980" y="72697"/>
                  <a:pt x="40912" y="74765"/>
                  <a:pt x="40912" y="77268"/>
                </a:cubicBezTo>
                <a:cubicBezTo>
                  <a:pt x="40912" y="78465"/>
                  <a:pt x="41456" y="79662"/>
                  <a:pt x="42327" y="80533"/>
                </a:cubicBezTo>
                <a:lnTo>
                  <a:pt x="42762" y="80969"/>
                </a:lnTo>
                <a:cubicBezTo>
                  <a:pt x="28721" y="77703"/>
                  <a:pt x="18272" y="65189"/>
                  <a:pt x="18272" y="50061"/>
                </a:cubicBezTo>
                <a:cubicBezTo>
                  <a:pt x="18272" y="34934"/>
                  <a:pt x="22953" y="31234"/>
                  <a:pt x="30136" y="25357"/>
                </a:cubicBezTo>
                <a:cubicBezTo>
                  <a:pt x="32095" y="23833"/>
                  <a:pt x="32422" y="21004"/>
                  <a:pt x="30898" y="19045"/>
                </a:cubicBezTo>
                <a:cubicBezTo>
                  <a:pt x="30028" y="17957"/>
                  <a:pt x="28613" y="17304"/>
                  <a:pt x="27197" y="17304"/>
                </a:cubicBezTo>
                <a:lnTo>
                  <a:pt x="27197" y="1719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5" name="Чёрный — SVG 76">
            <a:extLst>
              <a:ext uri="{FF2B5EF4-FFF2-40B4-BE49-F238E27FC236}">
                <a16:creationId xmlns:a16="http://schemas.microsoft.com/office/drawing/2014/main" id="{58EBA93A-19FD-B841-A9C1-6551C48156D2}"/>
              </a:ext>
            </a:extLst>
          </p:cNvPr>
          <p:cNvSpPr>
            <a:spLocks noGrp="1"/>
          </p:cNvSpPr>
          <p:nvPr/>
        </p:nvSpPr>
        <p:spPr>
          <a:xfrm>
            <a:off x="2220000" y="3990000"/>
            <a:ext cx="220000" cy="220000"/>
          </a:xfrm>
          <a:custGeom>
            <a:avLst/>
            <a:gdLst>
              <a:gd name="csX0" fmla="*/ 51681 w 57596"/>
              <a:gd name="csY0" fmla="*/ 33810 h 60687"/>
              <a:gd name="csX1" fmla="*/ 49980 w 57596"/>
              <a:gd name="csY1" fmla="*/ 30407 h 60687"/>
              <a:gd name="csX2" fmla="*/ 51681 w 57596"/>
              <a:gd name="csY2" fmla="*/ 27005 h 60687"/>
              <a:gd name="csX3" fmla="*/ 56615 w 57596"/>
              <a:gd name="csY3" fmla="*/ 23263 h 60687"/>
              <a:gd name="csX4" fmla="*/ 57466 w 57596"/>
              <a:gd name="csY4" fmla="*/ 20711 h 60687"/>
              <a:gd name="csX5" fmla="*/ 51341 w 57596"/>
              <a:gd name="csY5" fmla="*/ 10164 h 60687"/>
              <a:gd name="csX6" fmla="*/ 48789 w 57596"/>
              <a:gd name="csY6" fmla="*/ 9654 h 60687"/>
              <a:gd name="csX7" fmla="*/ 43174 w 57596"/>
              <a:gd name="csY7" fmla="*/ 12205 h 60687"/>
              <a:gd name="csX8" fmla="*/ 39431 w 57596"/>
              <a:gd name="csY8" fmla="*/ 12035 h 60687"/>
              <a:gd name="csX9" fmla="*/ 37390 w 57596"/>
              <a:gd name="csY9" fmla="*/ 8803 h 60687"/>
              <a:gd name="csX10" fmla="*/ 36709 w 57596"/>
              <a:gd name="csY10" fmla="*/ 2679 h 60687"/>
              <a:gd name="csX11" fmla="*/ 34838 w 57596"/>
              <a:gd name="csY11" fmla="*/ 638 h 60687"/>
              <a:gd name="csX12" fmla="*/ 22758 w 57596"/>
              <a:gd name="csY12" fmla="*/ 638 h 60687"/>
              <a:gd name="csX13" fmla="*/ 20887 w 57596"/>
              <a:gd name="csY13" fmla="*/ 2679 h 60687"/>
              <a:gd name="csX14" fmla="*/ 20206 w 57596"/>
              <a:gd name="csY14" fmla="*/ 8803 h 60687"/>
              <a:gd name="csX15" fmla="*/ 18165 w 57596"/>
              <a:gd name="csY15" fmla="*/ 12035 h 60687"/>
              <a:gd name="csX16" fmla="*/ 14422 w 57596"/>
              <a:gd name="csY16" fmla="*/ 12205 h 60687"/>
              <a:gd name="csX17" fmla="*/ 8807 w 57596"/>
              <a:gd name="csY17" fmla="*/ 9654 h 60687"/>
              <a:gd name="csX18" fmla="*/ 6255 w 57596"/>
              <a:gd name="csY18" fmla="*/ 10164 h 60687"/>
              <a:gd name="csX19" fmla="*/ 130 w 57596"/>
              <a:gd name="csY19" fmla="*/ 20711 h 60687"/>
              <a:gd name="csX20" fmla="*/ 981 w 57596"/>
              <a:gd name="csY20" fmla="*/ 23263 h 60687"/>
              <a:gd name="csX21" fmla="*/ 5915 w 57596"/>
              <a:gd name="csY21" fmla="*/ 26835 h 60687"/>
              <a:gd name="csX22" fmla="*/ 7616 w 57596"/>
              <a:gd name="csY22" fmla="*/ 30237 h 60687"/>
              <a:gd name="csX23" fmla="*/ 5915 w 57596"/>
              <a:gd name="csY23" fmla="*/ 33639 h 60687"/>
              <a:gd name="csX24" fmla="*/ 981 w 57596"/>
              <a:gd name="csY24" fmla="*/ 37382 h 60687"/>
              <a:gd name="csX25" fmla="*/ 130 w 57596"/>
              <a:gd name="csY25" fmla="*/ 39934 h 60687"/>
              <a:gd name="csX26" fmla="*/ 6255 w 57596"/>
              <a:gd name="csY26" fmla="*/ 50480 h 60687"/>
              <a:gd name="csX27" fmla="*/ 8807 w 57596"/>
              <a:gd name="csY27" fmla="*/ 50991 h 60687"/>
              <a:gd name="csX28" fmla="*/ 14422 w 57596"/>
              <a:gd name="csY28" fmla="*/ 48439 h 60687"/>
              <a:gd name="csX29" fmla="*/ 18165 w 57596"/>
              <a:gd name="csY29" fmla="*/ 48609 h 60687"/>
              <a:gd name="csX30" fmla="*/ 20206 w 57596"/>
              <a:gd name="csY30" fmla="*/ 51841 h 60687"/>
              <a:gd name="csX31" fmla="*/ 20887 w 57596"/>
              <a:gd name="csY31" fmla="*/ 57965 h 60687"/>
              <a:gd name="csX32" fmla="*/ 22758 w 57596"/>
              <a:gd name="csY32" fmla="*/ 60007 h 60687"/>
              <a:gd name="csX33" fmla="*/ 28883 w 57596"/>
              <a:gd name="csY33" fmla="*/ 60687 h 60687"/>
              <a:gd name="csX34" fmla="*/ 34838 w 57596"/>
              <a:gd name="csY34" fmla="*/ 60007 h 60687"/>
              <a:gd name="csX35" fmla="*/ 36709 w 57596"/>
              <a:gd name="csY35" fmla="*/ 57965 h 60687"/>
              <a:gd name="csX36" fmla="*/ 37390 w 57596"/>
              <a:gd name="csY36" fmla="*/ 51841 h 60687"/>
              <a:gd name="csX37" fmla="*/ 39431 w 57596"/>
              <a:gd name="csY37" fmla="*/ 48609 h 60687"/>
              <a:gd name="csX38" fmla="*/ 43174 w 57596"/>
              <a:gd name="csY38" fmla="*/ 48439 h 60687"/>
              <a:gd name="csX39" fmla="*/ 48789 w 57596"/>
              <a:gd name="csY39" fmla="*/ 50991 h 60687"/>
              <a:gd name="csX40" fmla="*/ 51341 w 57596"/>
              <a:gd name="csY40" fmla="*/ 50480 h 60687"/>
              <a:gd name="csX41" fmla="*/ 57466 w 57596"/>
              <a:gd name="csY41" fmla="*/ 39934 h 60687"/>
              <a:gd name="csX42" fmla="*/ 56615 w 57596"/>
              <a:gd name="csY42" fmla="*/ 37382 h 60687"/>
              <a:gd name="csX43" fmla="*/ 51681 w 57596"/>
              <a:gd name="csY43" fmla="*/ 33810 h 60687"/>
              <a:gd name="csX44" fmla="*/ 28713 w 57596"/>
              <a:gd name="csY44" fmla="*/ 40954 h 60687"/>
              <a:gd name="csX45" fmla="*/ 17994 w 57596"/>
              <a:gd name="csY45" fmla="*/ 30237 h 60687"/>
              <a:gd name="csX46" fmla="*/ 28713 w 57596"/>
              <a:gd name="csY46" fmla="*/ 19520 h 60687"/>
              <a:gd name="csX47" fmla="*/ 39431 w 57596"/>
              <a:gd name="csY47" fmla="*/ 30237 h 60687"/>
              <a:gd name="csX48" fmla="*/ 28713 w 57596"/>
              <a:gd name="csY48" fmla="*/ 40954 h 60687"/>
            </a:gdLst>
            <a:ahLst/>
            <a:cxnLst/>
            <a:rect l="l" t="t" r="r" b="b"/>
            <a:pathLst>
              <a:path w="100000" h="100000">
                <a:moveTo>
                  <a:pt x="87707" y="55712"/>
                </a:moveTo>
                <a:cubicBezTo>
                  <a:pt x="86024" y="54310"/>
                  <a:pt x="84904" y="52347"/>
                  <a:pt x="84904" y="50105"/>
                </a:cubicBezTo>
                <a:cubicBezTo>
                  <a:pt x="84904" y="47862"/>
                  <a:pt x="86024" y="45901"/>
                  <a:pt x="87707" y="44499"/>
                </a:cubicBezTo>
                <a:lnTo>
                  <a:pt x="95837" y="38333"/>
                </a:lnTo>
                <a:cubicBezTo>
                  <a:pt x="97239" y="37491"/>
                  <a:pt x="97799" y="35530"/>
                  <a:pt x="97239" y="34128"/>
                </a:cubicBezTo>
                <a:cubicBezTo>
                  <a:pt x="94996" y="27680"/>
                  <a:pt x="91632" y="21794"/>
                  <a:pt x="87146" y="16748"/>
                </a:cubicBezTo>
                <a:cubicBezTo>
                  <a:pt x="86024" y="15628"/>
                  <a:pt x="84343" y="15066"/>
                  <a:pt x="82941" y="15908"/>
                </a:cubicBezTo>
                <a:lnTo>
                  <a:pt x="73689" y="20111"/>
                </a:lnTo>
                <a:cubicBezTo>
                  <a:pt x="71728" y="20953"/>
                  <a:pt x="69203" y="20953"/>
                  <a:pt x="67521" y="19831"/>
                </a:cubicBezTo>
                <a:cubicBezTo>
                  <a:pt x="65559" y="18711"/>
                  <a:pt x="64438" y="16748"/>
                  <a:pt x="64158" y="14506"/>
                </a:cubicBezTo>
                <a:lnTo>
                  <a:pt x="63036" y="4414"/>
                </a:lnTo>
                <a:cubicBezTo>
                  <a:pt x="63036" y="2734"/>
                  <a:pt x="61635" y="1331"/>
                  <a:pt x="59953" y="1051"/>
                </a:cubicBezTo>
                <a:cubicBezTo>
                  <a:pt x="53505" y="-351"/>
                  <a:pt x="46495" y="-351"/>
                  <a:pt x="40047" y="1051"/>
                </a:cubicBezTo>
                <a:cubicBezTo>
                  <a:pt x="38367" y="1331"/>
                  <a:pt x="37244" y="2734"/>
                  <a:pt x="36964" y="4414"/>
                </a:cubicBezTo>
                <a:lnTo>
                  <a:pt x="35842" y="14506"/>
                </a:lnTo>
                <a:cubicBezTo>
                  <a:pt x="35842" y="16748"/>
                  <a:pt x="34441" y="18711"/>
                  <a:pt x="32479" y="19831"/>
                </a:cubicBezTo>
                <a:cubicBezTo>
                  <a:pt x="30516" y="20953"/>
                  <a:pt x="28274" y="20953"/>
                  <a:pt x="26311" y="20111"/>
                </a:cubicBezTo>
                <a:lnTo>
                  <a:pt x="17059" y="15908"/>
                </a:lnTo>
                <a:cubicBezTo>
                  <a:pt x="15658" y="15348"/>
                  <a:pt x="13696" y="15908"/>
                  <a:pt x="12854" y="16748"/>
                </a:cubicBezTo>
                <a:cubicBezTo>
                  <a:pt x="8368" y="21794"/>
                  <a:pt x="5005" y="27680"/>
                  <a:pt x="2761" y="34128"/>
                </a:cubicBezTo>
                <a:cubicBezTo>
                  <a:pt x="2201" y="35810"/>
                  <a:pt x="2761" y="37491"/>
                  <a:pt x="4163" y="38333"/>
                </a:cubicBezTo>
                <a:lnTo>
                  <a:pt x="12293" y="44219"/>
                </a:lnTo>
                <a:cubicBezTo>
                  <a:pt x="13976" y="45621"/>
                  <a:pt x="15096" y="47582"/>
                  <a:pt x="15096" y="49825"/>
                </a:cubicBezTo>
                <a:cubicBezTo>
                  <a:pt x="15096" y="52067"/>
                  <a:pt x="13976" y="54030"/>
                  <a:pt x="12293" y="55430"/>
                </a:cubicBezTo>
                <a:lnTo>
                  <a:pt x="4163" y="61598"/>
                </a:lnTo>
                <a:cubicBezTo>
                  <a:pt x="2761" y="62438"/>
                  <a:pt x="2201" y="64401"/>
                  <a:pt x="2761" y="65803"/>
                </a:cubicBezTo>
                <a:cubicBezTo>
                  <a:pt x="5005" y="72249"/>
                  <a:pt x="8368" y="78135"/>
                  <a:pt x="12854" y="83181"/>
                </a:cubicBezTo>
                <a:cubicBezTo>
                  <a:pt x="13976" y="84303"/>
                  <a:pt x="15658" y="84863"/>
                  <a:pt x="17059" y="84023"/>
                </a:cubicBezTo>
                <a:lnTo>
                  <a:pt x="26311" y="79818"/>
                </a:lnTo>
                <a:cubicBezTo>
                  <a:pt x="28274" y="78977"/>
                  <a:pt x="30797" y="78977"/>
                  <a:pt x="32479" y="80098"/>
                </a:cubicBezTo>
                <a:cubicBezTo>
                  <a:pt x="34441" y="81220"/>
                  <a:pt x="35562" y="83181"/>
                  <a:pt x="35842" y="85424"/>
                </a:cubicBezTo>
                <a:lnTo>
                  <a:pt x="36964" y="95515"/>
                </a:lnTo>
                <a:cubicBezTo>
                  <a:pt x="36964" y="97197"/>
                  <a:pt x="38367" y="98599"/>
                  <a:pt x="40047" y="98879"/>
                </a:cubicBezTo>
                <a:cubicBezTo>
                  <a:pt x="43412" y="99440"/>
                  <a:pt x="46777" y="100000"/>
                  <a:pt x="50140" y="100000"/>
                </a:cubicBezTo>
                <a:cubicBezTo>
                  <a:pt x="53505" y="100000"/>
                  <a:pt x="56868" y="99720"/>
                  <a:pt x="59953" y="98879"/>
                </a:cubicBezTo>
                <a:cubicBezTo>
                  <a:pt x="61635" y="98599"/>
                  <a:pt x="62756" y="97197"/>
                  <a:pt x="63036" y="95515"/>
                </a:cubicBezTo>
                <a:lnTo>
                  <a:pt x="64158" y="85424"/>
                </a:lnTo>
                <a:cubicBezTo>
                  <a:pt x="64158" y="83181"/>
                  <a:pt x="65559" y="81220"/>
                  <a:pt x="67521" y="80098"/>
                </a:cubicBezTo>
                <a:cubicBezTo>
                  <a:pt x="69484" y="78977"/>
                  <a:pt x="71728" y="78977"/>
                  <a:pt x="73689" y="79818"/>
                </a:cubicBezTo>
                <a:lnTo>
                  <a:pt x="82941" y="84023"/>
                </a:lnTo>
                <a:cubicBezTo>
                  <a:pt x="84343" y="84583"/>
                  <a:pt x="86304" y="84023"/>
                  <a:pt x="87146" y="83181"/>
                </a:cubicBezTo>
                <a:cubicBezTo>
                  <a:pt x="91632" y="78135"/>
                  <a:pt x="94996" y="72249"/>
                  <a:pt x="97239" y="65803"/>
                </a:cubicBezTo>
                <a:cubicBezTo>
                  <a:pt x="97799" y="64121"/>
                  <a:pt x="97239" y="62438"/>
                  <a:pt x="95837" y="61598"/>
                </a:cubicBezTo>
                <a:lnTo>
                  <a:pt x="87707" y="55712"/>
                </a:lnTo>
                <a:close/>
                <a:moveTo>
                  <a:pt x="49860" y="67484"/>
                </a:moveTo>
                <a:cubicBezTo>
                  <a:pt x="40047" y="67484"/>
                  <a:pt x="32197" y="59636"/>
                  <a:pt x="32197" y="49825"/>
                </a:cubicBezTo>
                <a:cubicBezTo>
                  <a:pt x="32197" y="40014"/>
                  <a:pt x="40047" y="32165"/>
                  <a:pt x="49860" y="32165"/>
                </a:cubicBezTo>
                <a:cubicBezTo>
                  <a:pt x="59673" y="32165"/>
                  <a:pt x="67521" y="40014"/>
                  <a:pt x="67521" y="49825"/>
                </a:cubicBezTo>
                <a:cubicBezTo>
                  <a:pt x="67521" y="59636"/>
                  <a:pt x="59673" y="67484"/>
                  <a:pt x="49860" y="6748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6" name="Чёрный — SVG 77">
            <a:extLst>
              <a:ext uri="{FF2B5EF4-FFF2-40B4-BE49-F238E27FC236}">
                <a16:creationId xmlns:a16="http://schemas.microsoft.com/office/drawing/2014/main" id="{A09A2CB2-A03C-EA48-AB7B-AE332CB5D565}"/>
              </a:ext>
            </a:extLst>
          </p:cNvPr>
          <p:cNvSpPr>
            <a:spLocks noGrp="1"/>
          </p:cNvSpPr>
          <p:nvPr/>
        </p:nvSpPr>
        <p:spPr>
          <a:xfrm>
            <a:off x="2820000" y="3990000"/>
            <a:ext cx="220000" cy="220000"/>
          </a:xfrm>
          <a:custGeom>
            <a:avLst/>
            <a:gdLst>
              <a:gd name="csX0" fmla="*/ 104547 w 129374"/>
              <a:gd name="csY0" fmla="*/ 0 h 129245"/>
              <a:gd name="csX1" fmla="*/ 96211 w 129374"/>
              <a:gd name="csY1" fmla="*/ 3349 h 129245"/>
              <a:gd name="csX2" fmla="*/ 83213 w 129374"/>
              <a:gd name="csY2" fmla="*/ 16343 h 129245"/>
              <a:gd name="csX3" fmla="*/ 83213 w 129374"/>
              <a:gd name="csY3" fmla="*/ 33053 h 129245"/>
              <a:gd name="csX4" fmla="*/ 96211 w 129374"/>
              <a:gd name="csY4" fmla="*/ 46044 h 129245"/>
              <a:gd name="csX5" fmla="*/ 104564 w 129374"/>
              <a:gd name="csY5" fmla="*/ 49506 h 129245"/>
              <a:gd name="csX6" fmla="*/ 112918 w 129374"/>
              <a:gd name="csY6" fmla="*/ 46044 h 129245"/>
              <a:gd name="csX7" fmla="*/ 125916 w 129374"/>
              <a:gd name="csY7" fmla="*/ 33053 h 129245"/>
              <a:gd name="csX8" fmla="*/ 125916 w 129374"/>
              <a:gd name="csY8" fmla="*/ 16343 h 129245"/>
              <a:gd name="csX9" fmla="*/ 112918 w 129374"/>
              <a:gd name="csY9" fmla="*/ 3349 h 129245"/>
              <a:gd name="csX10" fmla="*/ 104547 w 129374"/>
              <a:gd name="csY10" fmla="*/ 0 h 129245"/>
              <a:gd name="csX11" fmla="*/ 23036 w 129374"/>
              <a:gd name="csY11" fmla="*/ 1662 h 129245"/>
              <a:gd name="csX12" fmla="*/ 0 w 129374"/>
              <a:gd name="csY12" fmla="*/ 24697 h 129245"/>
              <a:gd name="csX13" fmla="*/ 23036 w 129374"/>
              <a:gd name="csY13" fmla="*/ 47733 h 129245"/>
              <a:gd name="csX14" fmla="*/ 46072 w 129374"/>
              <a:gd name="csY14" fmla="*/ 24697 h 129245"/>
              <a:gd name="csX15" fmla="*/ 23036 w 129374"/>
              <a:gd name="csY15" fmla="*/ 1662 h 129245"/>
              <a:gd name="csX16" fmla="*/ 58475 w 129374"/>
              <a:gd name="csY16" fmla="*/ 19381 h 129245"/>
              <a:gd name="csX17" fmla="*/ 56434 w 129374"/>
              <a:gd name="csY17" fmla="*/ 19764 h 129245"/>
              <a:gd name="csX18" fmla="*/ 54681 w 129374"/>
              <a:gd name="csY18" fmla="*/ 20912 h 129245"/>
              <a:gd name="csX19" fmla="*/ 53507 w 129374"/>
              <a:gd name="csY19" fmla="*/ 22645 h 129245"/>
              <a:gd name="csX20" fmla="*/ 53099 w 129374"/>
              <a:gd name="csY20" fmla="*/ 24697 h 129245"/>
              <a:gd name="csX21" fmla="*/ 53507 w 129374"/>
              <a:gd name="csY21" fmla="*/ 26748 h 129245"/>
              <a:gd name="csX22" fmla="*/ 54681 w 129374"/>
              <a:gd name="csY22" fmla="*/ 28483 h 129245"/>
              <a:gd name="csX23" fmla="*/ 56434 w 129374"/>
              <a:gd name="csY23" fmla="*/ 29630 h 129245"/>
              <a:gd name="csX24" fmla="*/ 58475 w 129374"/>
              <a:gd name="csY24" fmla="*/ 30013 h 129245"/>
              <a:gd name="csX25" fmla="*/ 69108 w 129374"/>
              <a:gd name="csY25" fmla="*/ 30013 h 129245"/>
              <a:gd name="csX26" fmla="*/ 71167 w 129374"/>
              <a:gd name="csY26" fmla="*/ 29630 h 129245"/>
              <a:gd name="csX27" fmla="*/ 72919 w 129374"/>
              <a:gd name="csY27" fmla="*/ 28483 h 129245"/>
              <a:gd name="csX28" fmla="*/ 74093 w 129374"/>
              <a:gd name="csY28" fmla="*/ 26748 h 129245"/>
              <a:gd name="csX29" fmla="*/ 74502 w 129374"/>
              <a:gd name="csY29" fmla="*/ 24697 h 129245"/>
              <a:gd name="csX30" fmla="*/ 74093 w 129374"/>
              <a:gd name="csY30" fmla="*/ 22645 h 129245"/>
              <a:gd name="csX31" fmla="*/ 72919 w 129374"/>
              <a:gd name="csY31" fmla="*/ 20912 h 129245"/>
              <a:gd name="csX32" fmla="*/ 71167 w 129374"/>
              <a:gd name="csY32" fmla="*/ 19764 h 129245"/>
              <a:gd name="csX33" fmla="*/ 69108 w 129374"/>
              <a:gd name="csY33" fmla="*/ 19381 h 129245"/>
              <a:gd name="csX34" fmla="*/ 58475 w 129374"/>
              <a:gd name="csY34" fmla="*/ 19381 h 129245"/>
              <a:gd name="csX35" fmla="*/ 22951 w 129374"/>
              <a:gd name="csY35" fmla="*/ 54745 h 129245"/>
              <a:gd name="csX36" fmla="*/ 19225 w 129374"/>
              <a:gd name="csY36" fmla="*/ 56358 h 129245"/>
              <a:gd name="csX37" fmla="*/ 17728 w 129374"/>
              <a:gd name="csY37" fmla="*/ 60138 h 129245"/>
              <a:gd name="csX38" fmla="*/ 17728 w 129374"/>
              <a:gd name="csY38" fmla="*/ 70770 h 129245"/>
              <a:gd name="csX39" fmla="*/ 18102 w 129374"/>
              <a:gd name="csY39" fmla="*/ 72826 h 129245"/>
              <a:gd name="csX40" fmla="*/ 19259 w 129374"/>
              <a:gd name="csY40" fmla="*/ 74577 h 129245"/>
              <a:gd name="csX41" fmla="*/ 20994 w 129374"/>
              <a:gd name="csY41" fmla="*/ 75749 h 129245"/>
              <a:gd name="csX42" fmla="*/ 23036 w 129374"/>
              <a:gd name="csY42" fmla="*/ 76160 h 129245"/>
              <a:gd name="csX43" fmla="*/ 25095 w 129374"/>
              <a:gd name="csY43" fmla="*/ 75749 h 129245"/>
              <a:gd name="csX44" fmla="*/ 26830 w 129374"/>
              <a:gd name="csY44" fmla="*/ 74577 h 129245"/>
              <a:gd name="csX45" fmla="*/ 27970 w 129374"/>
              <a:gd name="csY45" fmla="*/ 72826 h 129245"/>
              <a:gd name="csX46" fmla="*/ 28361 w 129374"/>
              <a:gd name="csY46" fmla="*/ 70770 h 129245"/>
              <a:gd name="csX47" fmla="*/ 28361 w 129374"/>
              <a:gd name="csY47" fmla="*/ 60138 h 129245"/>
              <a:gd name="csX48" fmla="*/ 27970 w 129374"/>
              <a:gd name="csY48" fmla="*/ 58061 h 129245"/>
              <a:gd name="csX49" fmla="*/ 26796 w 129374"/>
              <a:gd name="csY49" fmla="*/ 56298 h 129245"/>
              <a:gd name="csX50" fmla="*/ 25027 w 129374"/>
              <a:gd name="csY50" fmla="*/ 55133 h 129245"/>
              <a:gd name="csX51" fmla="*/ 22951 w 129374"/>
              <a:gd name="csY51" fmla="*/ 54745 h 129245"/>
              <a:gd name="csX52" fmla="*/ 104479 w 129374"/>
              <a:gd name="csY52" fmla="*/ 54745 h 129245"/>
              <a:gd name="csX53" fmla="*/ 100753 w 129374"/>
              <a:gd name="csY53" fmla="*/ 56358 h 129245"/>
              <a:gd name="csX54" fmla="*/ 99239 w 129374"/>
              <a:gd name="csY54" fmla="*/ 60138 h 129245"/>
              <a:gd name="csX55" fmla="*/ 99239 w 129374"/>
              <a:gd name="csY55" fmla="*/ 70770 h 129245"/>
              <a:gd name="csX56" fmla="*/ 99631 w 129374"/>
              <a:gd name="csY56" fmla="*/ 72826 h 129245"/>
              <a:gd name="csX57" fmla="*/ 100770 w 129374"/>
              <a:gd name="csY57" fmla="*/ 74577 h 129245"/>
              <a:gd name="csX58" fmla="*/ 102506 w 129374"/>
              <a:gd name="csY58" fmla="*/ 75749 h 129245"/>
              <a:gd name="csX59" fmla="*/ 104564 w 129374"/>
              <a:gd name="csY59" fmla="*/ 76160 h 129245"/>
              <a:gd name="csX60" fmla="*/ 106606 w 129374"/>
              <a:gd name="csY60" fmla="*/ 75749 h 129245"/>
              <a:gd name="csX61" fmla="*/ 108341 w 129374"/>
              <a:gd name="csY61" fmla="*/ 74577 h 129245"/>
              <a:gd name="csX62" fmla="*/ 109498 w 129374"/>
              <a:gd name="csY62" fmla="*/ 72826 h 129245"/>
              <a:gd name="csX63" fmla="*/ 109873 w 129374"/>
              <a:gd name="csY63" fmla="*/ 70770 h 129245"/>
              <a:gd name="csX64" fmla="*/ 109873 w 129374"/>
              <a:gd name="csY64" fmla="*/ 60138 h 129245"/>
              <a:gd name="csX65" fmla="*/ 109481 w 129374"/>
              <a:gd name="csY65" fmla="*/ 58061 h 129245"/>
              <a:gd name="csX66" fmla="*/ 108324 w 129374"/>
              <a:gd name="csY66" fmla="*/ 56298 h 129245"/>
              <a:gd name="csX67" fmla="*/ 106555 w 129374"/>
              <a:gd name="csY67" fmla="*/ 55133 h 129245"/>
              <a:gd name="csX68" fmla="*/ 104479 w 129374"/>
              <a:gd name="csY68" fmla="*/ 54745 h 129245"/>
              <a:gd name="csX69" fmla="*/ 12403 w 129374"/>
              <a:gd name="csY69" fmla="*/ 83172 h 129245"/>
              <a:gd name="csX70" fmla="*/ 0 w 129374"/>
              <a:gd name="csY70" fmla="*/ 95577 h 129245"/>
              <a:gd name="csX71" fmla="*/ 0 w 129374"/>
              <a:gd name="csY71" fmla="*/ 116841 h 129245"/>
              <a:gd name="csX72" fmla="*/ 12403 w 129374"/>
              <a:gd name="csY72" fmla="*/ 129245 h 129245"/>
              <a:gd name="csX73" fmla="*/ 33670 w 129374"/>
              <a:gd name="csY73" fmla="*/ 129245 h 129245"/>
              <a:gd name="csX74" fmla="*/ 46072 w 129374"/>
              <a:gd name="csY74" fmla="*/ 116841 h 129245"/>
              <a:gd name="csX75" fmla="*/ 46072 w 129374"/>
              <a:gd name="csY75" fmla="*/ 95577 h 129245"/>
              <a:gd name="csX76" fmla="*/ 33670 w 129374"/>
              <a:gd name="csY76" fmla="*/ 83172 h 129245"/>
              <a:gd name="csX77" fmla="*/ 12403 w 129374"/>
              <a:gd name="csY77" fmla="*/ 83172 h 129245"/>
              <a:gd name="csX78" fmla="*/ 104564 w 129374"/>
              <a:gd name="csY78" fmla="*/ 83172 h 129245"/>
              <a:gd name="csX79" fmla="*/ 81528 w 129374"/>
              <a:gd name="csY79" fmla="*/ 106209 h 129245"/>
              <a:gd name="csX80" fmla="*/ 104564 w 129374"/>
              <a:gd name="csY80" fmla="*/ 129245 h 129245"/>
              <a:gd name="csX81" fmla="*/ 127601 w 129374"/>
              <a:gd name="csY81" fmla="*/ 106209 h 129245"/>
              <a:gd name="csX82" fmla="*/ 104564 w 129374"/>
              <a:gd name="csY82" fmla="*/ 83172 h 129245"/>
            </a:gdLst>
            <a:ahLst/>
            <a:cxnLst/>
            <a:rect l="l" t="t" r="r" b="b"/>
            <a:pathLst>
              <a:path w="100000" h="100000">
                <a:moveTo>
                  <a:pt x="80810" y="50"/>
                </a:moveTo>
                <a:cubicBezTo>
                  <a:pt x="78456" y="51"/>
                  <a:pt x="76089" y="915"/>
                  <a:pt x="74367" y="2638"/>
                </a:cubicBezTo>
                <a:lnTo>
                  <a:pt x="64320" y="12682"/>
                </a:lnTo>
                <a:cubicBezTo>
                  <a:pt x="60756" y="16242"/>
                  <a:pt x="60756" y="22036"/>
                  <a:pt x="64320" y="25598"/>
                </a:cubicBezTo>
                <a:lnTo>
                  <a:pt x="74367" y="35640"/>
                </a:lnTo>
                <a:cubicBezTo>
                  <a:pt x="76089" y="37366"/>
                  <a:pt x="78377" y="38316"/>
                  <a:pt x="80823" y="38316"/>
                </a:cubicBezTo>
                <a:cubicBezTo>
                  <a:pt x="83256" y="38316"/>
                  <a:pt x="85557" y="37362"/>
                  <a:pt x="87280" y="35640"/>
                </a:cubicBezTo>
                <a:lnTo>
                  <a:pt x="97327" y="25598"/>
                </a:lnTo>
                <a:cubicBezTo>
                  <a:pt x="100891" y="22036"/>
                  <a:pt x="100891" y="16242"/>
                  <a:pt x="97327" y="12682"/>
                </a:cubicBezTo>
                <a:lnTo>
                  <a:pt x="87280" y="2638"/>
                </a:lnTo>
                <a:cubicBezTo>
                  <a:pt x="85557" y="912"/>
                  <a:pt x="83177" y="48"/>
                  <a:pt x="80810" y="50"/>
                </a:cubicBezTo>
                <a:close/>
                <a:moveTo>
                  <a:pt x="17806" y="1335"/>
                </a:moveTo>
                <a:cubicBezTo>
                  <a:pt x="7982" y="1335"/>
                  <a:pt x="0" y="9322"/>
                  <a:pt x="0" y="19139"/>
                </a:cubicBezTo>
                <a:cubicBezTo>
                  <a:pt x="0" y="28958"/>
                  <a:pt x="7982" y="36945"/>
                  <a:pt x="17806" y="36945"/>
                </a:cubicBezTo>
                <a:cubicBezTo>
                  <a:pt x="27629" y="36945"/>
                  <a:pt x="35611" y="28958"/>
                  <a:pt x="35611" y="19139"/>
                </a:cubicBezTo>
                <a:cubicBezTo>
                  <a:pt x="35611" y="9322"/>
                  <a:pt x="27629" y="1335"/>
                  <a:pt x="17806" y="1335"/>
                </a:cubicBezTo>
                <a:close/>
                <a:moveTo>
                  <a:pt x="45198" y="15030"/>
                </a:moveTo>
                <a:cubicBezTo>
                  <a:pt x="44659" y="15023"/>
                  <a:pt x="44120" y="15124"/>
                  <a:pt x="43621" y="15326"/>
                </a:cubicBezTo>
                <a:cubicBezTo>
                  <a:pt x="43108" y="15530"/>
                  <a:pt x="42648" y="15831"/>
                  <a:pt x="42266" y="16214"/>
                </a:cubicBezTo>
                <a:cubicBezTo>
                  <a:pt x="41872" y="16595"/>
                  <a:pt x="41569" y="17051"/>
                  <a:pt x="41358" y="17553"/>
                </a:cubicBezTo>
                <a:cubicBezTo>
                  <a:pt x="41148" y="18056"/>
                  <a:pt x="41043" y="18595"/>
                  <a:pt x="41043" y="19139"/>
                </a:cubicBezTo>
                <a:cubicBezTo>
                  <a:pt x="41043" y="19684"/>
                  <a:pt x="41148" y="20222"/>
                  <a:pt x="41358" y="20725"/>
                </a:cubicBezTo>
                <a:cubicBezTo>
                  <a:pt x="41569" y="21227"/>
                  <a:pt x="41872" y="21683"/>
                  <a:pt x="42266" y="22066"/>
                </a:cubicBezTo>
                <a:cubicBezTo>
                  <a:pt x="42648" y="22448"/>
                  <a:pt x="43108" y="22750"/>
                  <a:pt x="43621" y="22952"/>
                </a:cubicBezTo>
                <a:cubicBezTo>
                  <a:pt x="44120" y="23157"/>
                  <a:pt x="44659" y="23256"/>
                  <a:pt x="45198" y="23248"/>
                </a:cubicBezTo>
                <a:lnTo>
                  <a:pt x="53417" y="23248"/>
                </a:lnTo>
                <a:cubicBezTo>
                  <a:pt x="53970" y="23256"/>
                  <a:pt x="54509" y="23157"/>
                  <a:pt x="55009" y="22952"/>
                </a:cubicBezTo>
                <a:cubicBezTo>
                  <a:pt x="55522" y="22750"/>
                  <a:pt x="55982" y="22448"/>
                  <a:pt x="56363" y="22066"/>
                </a:cubicBezTo>
                <a:cubicBezTo>
                  <a:pt x="56758" y="21683"/>
                  <a:pt x="57060" y="21227"/>
                  <a:pt x="57270" y="20725"/>
                </a:cubicBezTo>
                <a:cubicBezTo>
                  <a:pt x="57481" y="20222"/>
                  <a:pt x="57587" y="19684"/>
                  <a:pt x="57587" y="19139"/>
                </a:cubicBezTo>
                <a:cubicBezTo>
                  <a:pt x="57587" y="18595"/>
                  <a:pt x="57481" y="18056"/>
                  <a:pt x="57270" y="17553"/>
                </a:cubicBezTo>
                <a:cubicBezTo>
                  <a:pt x="57060" y="17051"/>
                  <a:pt x="56758" y="16595"/>
                  <a:pt x="56363" y="16214"/>
                </a:cubicBezTo>
                <a:cubicBezTo>
                  <a:pt x="55982" y="15831"/>
                  <a:pt x="55522" y="15530"/>
                  <a:pt x="55009" y="15326"/>
                </a:cubicBezTo>
                <a:cubicBezTo>
                  <a:pt x="54509" y="15124"/>
                  <a:pt x="53970" y="15023"/>
                  <a:pt x="53417" y="15030"/>
                </a:cubicBezTo>
                <a:lnTo>
                  <a:pt x="45198" y="15030"/>
                </a:lnTo>
                <a:close/>
                <a:moveTo>
                  <a:pt x="17740" y="42365"/>
                </a:moveTo>
                <a:cubicBezTo>
                  <a:pt x="16649" y="42382"/>
                  <a:pt x="15623" y="42830"/>
                  <a:pt x="14860" y="43612"/>
                </a:cubicBezTo>
                <a:cubicBezTo>
                  <a:pt x="14097" y="44393"/>
                  <a:pt x="13677" y="45443"/>
                  <a:pt x="13703" y="46534"/>
                </a:cubicBezTo>
                <a:lnTo>
                  <a:pt x="13703" y="54752"/>
                </a:lnTo>
                <a:cubicBezTo>
                  <a:pt x="13690" y="55296"/>
                  <a:pt x="13795" y="55836"/>
                  <a:pt x="13992" y="56341"/>
                </a:cubicBezTo>
                <a:cubicBezTo>
                  <a:pt x="14203" y="56846"/>
                  <a:pt x="14505" y="57306"/>
                  <a:pt x="14886" y="57694"/>
                </a:cubicBezTo>
                <a:cubicBezTo>
                  <a:pt x="15268" y="58082"/>
                  <a:pt x="15715" y="58390"/>
                  <a:pt x="16227" y="58600"/>
                </a:cubicBezTo>
                <a:cubicBezTo>
                  <a:pt x="16727" y="58811"/>
                  <a:pt x="17267" y="58918"/>
                  <a:pt x="17806" y="58918"/>
                </a:cubicBezTo>
                <a:cubicBezTo>
                  <a:pt x="18358" y="58918"/>
                  <a:pt x="18897" y="58811"/>
                  <a:pt x="19397" y="58600"/>
                </a:cubicBezTo>
                <a:cubicBezTo>
                  <a:pt x="19897" y="58390"/>
                  <a:pt x="20357" y="58082"/>
                  <a:pt x="20738" y="57694"/>
                </a:cubicBezTo>
                <a:cubicBezTo>
                  <a:pt x="21120" y="57306"/>
                  <a:pt x="21422" y="56846"/>
                  <a:pt x="21619" y="56341"/>
                </a:cubicBezTo>
                <a:cubicBezTo>
                  <a:pt x="21830" y="55836"/>
                  <a:pt x="21922" y="55296"/>
                  <a:pt x="21922" y="54752"/>
                </a:cubicBezTo>
                <a:lnTo>
                  <a:pt x="21922" y="46534"/>
                </a:lnTo>
                <a:cubicBezTo>
                  <a:pt x="21922" y="45983"/>
                  <a:pt x="21817" y="45437"/>
                  <a:pt x="21619" y="44928"/>
                </a:cubicBezTo>
                <a:cubicBezTo>
                  <a:pt x="21409" y="44418"/>
                  <a:pt x="21107" y="43955"/>
                  <a:pt x="20712" y="43566"/>
                </a:cubicBezTo>
                <a:cubicBezTo>
                  <a:pt x="20318" y="43178"/>
                  <a:pt x="19857" y="42871"/>
                  <a:pt x="19345" y="42665"/>
                </a:cubicBezTo>
                <a:cubicBezTo>
                  <a:pt x="18845" y="42459"/>
                  <a:pt x="18293" y="42356"/>
                  <a:pt x="17740" y="42365"/>
                </a:cubicBezTo>
                <a:close/>
                <a:moveTo>
                  <a:pt x="80757" y="42365"/>
                </a:moveTo>
                <a:cubicBezTo>
                  <a:pt x="79666" y="42382"/>
                  <a:pt x="78627" y="42830"/>
                  <a:pt x="77877" y="43612"/>
                </a:cubicBezTo>
                <a:cubicBezTo>
                  <a:pt x="77115" y="44393"/>
                  <a:pt x="76694" y="45443"/>
                  <a:pt x="76707" y="46534"/>
                </a:cubicBezTo>
                <a:lnTo>
                  <a:pt x="76707" y="54752"/>
                </a:lnTo>
                <a:cubicBezTo>
                  <a:pt x="76707" y="55296"/>
                  <a:pt x="76799" y="55836"/>
                  <a:pt x="77010" y="56341"/>
                </a:cubicBezTo>
                <a:cubicBezTo>
                  <a:pt x="77207" y="56846"/>
                  <a:pt x="77509" y="57306"/>
                  <a:pt x="77890" y="57694"/>
                </a:cubicBezTo>
                <a:cubicBezTo>
                  <a:pt x="78272" y="58082"/>
                  <a:pt x="78732" y="58390"/>
                  <a:pt x="79232" y="58600"/>
                </a:cubicBezTo>
                <a:cubicBezTo>
                  <a:pt x="79732" y="58811"/>
                  <a:pt x="80271" y="58918"/>
                  <a:pt x="80823" y="58918"/>
                </a:cubicBezTo>
                <a:cubicBezTo>
                  <a:pt x="81363" y="58918"/>
                  <a:pt x="81902" y="58811"/>
                  <a:pt x="82401" y="58600"/>
                </a:cubicBezTo>
                <a:cubicBezTo>
                  <a:pt x="82915" y="58390"/>
                  <a:pt x="83361" y="58082"/>
                  <a:pt x="83742" y="57694"/>
                </a:cubicBezTo>
                <a:cubicBezTo>
                  <a:pt x="84124" y="57306"/>
                  <a:pt x="84427" y="56846"/>
                  <a:pt x="84637" y="56341"/>
                </a:cubicBezTo>
                <a:cubicBezTo>
                  <a:pt x="84835" y="55836"/>
                  <a:pt x="84940" y="55296"/>
                  <a:pt x="84927" y="54752"/>
                </a:cubicBezTo>
                <a:lnTo>
                  <a:pt x="84927" y="46534"/>
                </a:lnTo>
                <a:cubicBezTo>
                  <a:pt x="84940" y="45983"/>
                  <a:pt x="84835" y="45437"/>
                  <a:pt x="84624" y="44928"/>
                </a:cubicBezTo>
                <a:cubicBezTo>
                  <a:pt x="84427" y="44418"/>
                  <a:pt x="84111" y="43955"/>
                  <a:pt x="83729" y="43566"/>
                </a:cubicBezTo>
                <a:cubicBezTo>
                  <a:pt x="83335" y="43178"/>
                  <a:pt x="82875" y="42871"/>
                  <a:pt x="82362" y="42665"/>
                </a:cubicBezTo>
                <a:cubicBezTo>
                  <a:pt x="81849" y="42459"/>
                  <a:pt x="81310" y="42356"/>
                  <a:pt x="80757" y="42365"/>
                </a:cubicBezTo>
                <a:close/>
                <a:moveTo>
                  <a:pt x="9587" y="64338"/>
                </a:moveTo>
                <a:cubicBezTo>
                  <a:pt x="4300" y="64338"/>
                  <a:pt x="0" y="68639"/>
                  <a:pt x="0" y="73926"/>
                </a:cubicBezTo>
                <a:lnTo>
                  <a:pt x="0" y="90362"/>
                </a:lnTo>
                <a:cubicBezTo>
                  <a:pt x="0" y="95649"/>
                  <a:pt x="4300" y="99950"/>
                  <a:pt x="9587" y="99950"/>
                </a:cubicBezTo>
                <a:lnTo>
                  <a:pt x="26025" y="99950"/>
                </a:lnTo>
                <a:cubicBezTo>
                  <a:pt x="31312" y="99950"/>
                  <a:pt x="35611" y="95649"/>
                  <a:pt x="35611" y="90362"/>
                </a:cubicBezTo>
                <a:lnTo>
                  <a:pt x="35611" y="73926"/>
                </a:lnTo>
                <a:cubicBezTo>
                  <a:pt x="35611" y="68639"/>
                  <a:pt x="31312" y="64338"/>
                  <a:pt x="26025" y="64338"/>
                </a:cubicBezTo>
                <a:lnTo>
                  <a:pt x="9587" y="64338"/>
                </a:lnTo>
                <a:close/>
                <a:moveTo>
                  <a:pt x="80823" y="64338"/>
                </a:moveTo>
                <a:cubicBezTo>
                  <a:pt x="71000" y="64338"/>
                  <a:pt x="63017" y="72326"/>
                  <a:pt x="63017" y="82144"/>
                </a:cubicBezTo>
                <a:cubicBezTo>
                  <a:pt x="63017" y="91962"/>
                  <a:pt x="71000" y="99950"/>
                  <a:pt x="80823" y="99950"/>
                </a:cubicBezTo>
                <a:cubicBezTo>
                  <a:pt x="90633" y="99950"/>
                  <a:pt x="98630" y="91962"/>
                  <a:pt x="98630" y="82144"/>
                </a:cubicBezTo>
                <a:cubicBezTo>
                  <a:pt x="98630" y="72326"/>
                  <a:pt x="90633" y="64338"/>
                  <a:pt x="80823" y="6433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7" name="Чёрный — SVG 78">
            <a:extLst>
              <a:ext uri="{FF2B5EF4-FFF2-40B4-BE49-F238E27FC236}">
                <a16:creationId xmlns:a16="http://schemas.microsoft.com/office/drawing/2014/main" id="{8E5DC38A-AE02-4641-A122-1864431980E1}"/>
              </a:ext>
            </a:extLst>
          </p:cNvPr>
          <p:cNvSpPr>
            <a:spLocks noGrp="1"/>
          </p:cNvSpPr>
          <p:nvPr/>
        </p:nvSpPr>
        <p:spPr>
          <a:xfrm>
            <a:off x="3420000" y="399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1 h 127583"/>
              <a:gd name="csX2" fmla="*/ 0 w 127600"/>
              <a:gd name="csY2" fmla="*/ 108092 h 127583"/>
              <a:gd name="csX3" fmla="*/ 19497 w 127600"/>
              <a:gd name="csY3" fmla="*/ 127583 h 127583"/>
              <a:gd name="csX4" fmla="*/ 108103 w 127600"/>
              <a:gd name="csY4" fmla="*/ 127583 h 127583"/>
              <a:gd name="csX5" fmla="*/ 127601 w 127600"/>
              <a:gd name="csY5" fmla="*/ 108092 h 127583"/>
              <a:gd name="csX6" fmla="*/ 127601 w 127600"/>
              <a:gd name="csY6" fmla="*/ 19491 h 127583"/>
              <a:gd name="csX7" fmla="*/ 108103 w 127600"/>
              <a:gd name="csY7" fmla="*/ 0 h 127583"/>
              <a:gd name="csX8" fmla="*/ 19497 w 127600"/>
              <a:gd name="csY8" fmla="*/ 0 h 127583"/>
              <a:gd name="csX9" fmla="*/ 53167 w 127600"/>
              <a:gd name="csY9" fmla="*/ 21264 h 127583"/>
              <a:gd name="csX10" fmla="*/ 85067 w 127600"/>
              <a:gd name="csY10" fmla="*/ 53160 h 127583"/>
              <a:gd name="csX11" fmla="*/ 79146 w 127600"/>
              <a:gd name="csY11" fmla="*/ 71627 h 127583"/>
              <a:gd name="csX12" fmla="*/ 104769 w 127600"/>
              <a:gd name="csY12" fmla="*/ 97246 h 127583"/>
              <a:gd name="csX13" fmla="*/ 104769 w 127600"/>
              <a:gd name="csY13" fmla="*/ 104761 h 127583"/>
              <a:gd name="csX14" fmla="*/ 101009 w 127600"/>
              <a:gd name="csY14" fmla="*/ 106319 h 127583"/>
              <a:gd name="csX15" fmla="*/ 97266 w 127600"/>
              <a:gd name="csY15" fmla="*/ 104761 h 127583"/>
              <a:gd name="csX16" fmla="*/ 71644 w 127600"/>
              <a:gd name="csY16" fmla="*/ 79137 h 127583"/>
              <a:gd name="csX17" fmla="*/ 53167 w 127600"/>
              <a:gd name="csY17" fmla="*/ 85056 h 127583"/>
              <a:gd name="csX18" fmla="*/ 21267 w 127600"/>
              <a:gd name="csY18" fmla="*/ 53160 h 127583"/>
              <a:gd name="csX19" fmla="*/ 53167 w 127600"/>
              <a:gd name="csY19" fmla="*/ 21264 h 127583"/>
              <a:gd name="csX20" fmla="*/ 53167 w 127600"/>
              <a:gd name="csY20" fmla="*/ 31896 h 127583"/>
              <a:gd name="csX21" fmla="*/ 31900 w 127600"/>
              <a:gd name="csY21" fmla="*/ 53160 h 127583"/>
              <a:gd name="csX22" fmla="*/ 53167 w 127600"/>
              <a:gd name="csY22" fmla="*/ 74424 h 127583"/>
              <a:gd name="csX23" fmla="*/ 74434 w 127600"/>
              <a:gd name="csY23" fmla="*/ 53160 h 127583"/>
              <a:gd name="csX24" fmla="*/ 53167 w 127600"/>
              <a:gd name="csY24" fmla="*/ 31896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93" y="7"/>
                  <a:pt x="0" y="6895"/>
                  <a:pt x="0" y="15282"/>
                </a:cubicBezTo>
                <a:lnTo>
                  <a:pt x="0" y="84718"/>
                </a:lnTo>
                <a:cubicBezTo>
                  <a:pt x="0" y="93105"/>
                  <a:pt x="6893" y="99993"/>
                  <a:pt x="15280" y="99993"/>
                </a:cubicBezTo>
                <a:lnTo>
                  <a:pt x="84720" y="99993"/>
                </a:lnTo>
                <a:cubicBezTo>
                  <a:pt x="93107" y="99993"/>
                  <a:pt x="100001" y="93105"/>
                  <a:pt x="100001" y="84718"/>
                </a:cubicBezTo>
                <a:lnTo>
                  <a:pt x="100001" y="15282"/>
                </a:lnTo>
                <a:cubicBezTo>
                  <a:pt x="100001" y="6895"/>
                  <a:pt x="93107" y="7"/>
                  <a:pt x="84720" y="7"/>
                </a:cubicBezTo>
                <a:lnTo>
                  <a:pt x="15280" y="7"/>
                </a:lnTo>
                <a:close/>
                <a:moveTo>
                  <a:pt x="41667" y="16671"/>
                </a:moveTo>
                <a:cubicBezTo>
                  <a:pt x="55440" y="16671"/>
                  <a:pt x="66667" y="27892"/>
                  <a:pt x="66667" y="41668"/>
                </a:cubicBezTo>
                <a:cubicBezTo>
                  <a:pt x="66667" y="47057"/>
                  <a:pt x="64947" y="52058"/>
                  <a:pt x="62027" y="56141"/>
                </a:cubicBezTo>
                <a:lnTo>
                  <a:pt x="82107" y="76218"/>
                </a:lnTo>
                <a:cubicBezTo>
                  <a:pt x="83747" y="77856"/>
                  <a:pt x="83747" y="80470"/>
                  <a:pt x="82107" y="82108"/>
                </a:cubicBezTo>
                <a:cubicBezTo>
                  <a:pt x="81307" y="82914"/>
                  <a:pt x="80227" y="83329"/>
                  <a:pt x="79161" y="83329"/>
                </a:cubicBezTo>
                <a:cubicBezTo>
                  <a:pt x="78107" y="83329"/>
                  <a:pt x="77027" y="82914"/>
                  <a:pt x="76227" y="82108"/>
                </a:cubicBezTo>
                <a:lnTo>
                  <a:pt x="56147" y="62026"/>
                </a:lnTo>
                <a:cubicBezTo>
                  <a:pt x="52053" y="64942"/>
                  <a:pt x="47053" y="66665"/>
                  <a:pt x="41667" y="66665"/>
                </a:cubicBezTo>
                <a:cubicBezTo>
                  <a:pt x="27893" y="66665"/>
                  <a:pt x="16667" y="55443"/>
                  <a:pt x="16667" y="41668"/>
                </a:cubicBezTo>
                <a:cubicBezTo>
                  <a:pt x="16667" y="27892"/>
                  <a:pt x="27893" y="16671"/>
                  <a:pt x="41667" y="16671"/>
                </a:cubicBezTo>
                <a:close/>
                <a:moveTo>
                  <a:pt x="41667" y="25004"/>
                </a:moveTo>
                <a:cubicBezTo>
                  <a:pt x="32467" y="25004"/>
                  <a:pt x="25000" y="32475"/>
                  <a:pt x="25000" y="41668"/>
                </a:cubicBezTo>
                <a:cubicBezTo>
                  <a:pt x="25000" y="50862"/>
                  <a:pt x="32467" y="58333"/>
                  <a:pt x="41667" y="58333"/>
                </a:cubicBezTo>
                <a:cubicBezTo>
                  <a:pt x="50867" y="58333"/>
                  <a:pt x="58334" y="50862"/>
                  <a:pt x="58334" y="41668"/>
                </a:cubicBezTo>
                <a:cubicBezTo>
                  <a:pt x="58334" y="32475"/>
                  <a:pt x="50867" y="25004"/>
                  <a:pt x="41667" y="250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718" name="Чёрный — SVG 79">
            <a:extLst>
              <a:ext uri="{FF2B5EF4-FFF2-40B4-BE49-F238E27FC236}">
                <a16:creationId xmlns:a16="http://schemas.microsoft.com/office/drawing/2014/main" id="{DCA6011B-97F1-BD48-805D-EEFBC5967E8E}"/>
              </a:ext>
            </a:extLst>
          </p:cNvPr>
          <p:cNvSpPr>
            <a:spLocks noGrp="1"/>
          </p:cNvSpPr>
          <p:nvPr/>
        </p:nvSpPr>
        <p:spPr>
          <a:xfrm>
            <a:off x="4020000" y="3990000"/>
            <a:ext cx="220000" cy="220000"/>
          </a:xfrm>
          <a:custGeom>
            <a:avLst/>
            <a:gdLst>
              <a:gd name="csX0" fmla="*/ 19497 w 156029"/>
              <a:gd name="csY0" fmla="*/ 0 h 85055"/>
              <a:gd name="csX1" fmla="*/ 0 w 156029"/>
              <a:gd name="csY1" fmla="*/ 19491 h 85055"/>
              <a:gd name="csX2" fmla="*/ 0 w 156029"/>
              <a:gd name="csY2" fmla="*/ 65564 h 85055"/>
              <a:gd name="csX3" fmla="*/ 19497 w 156029"/>
              <a:gd name="csY3" fmla="*/ 85056 h 85055"/>
              <a:gd name="csX4" fmla="*/ 65570 w 156029"/>
              <a:gd name="csY4" fmla="*/ 85056 h 85055"/>
              <a:gd name="csX5" fmla="*/ 85067 w 156029"/>
              <a:gd name="csY5" fmla="*/ 65564 h 85055"/>
              <a:gd name="csX6" fmla="*/ 85067 w 156029"/>
              <a:gd name="csY6" fmla="*/ 19491 h 85055"/>
              <a:gd name="csX7" fmla="*/ 65570 w 156029"/>
              <a:gd name="csY7" fmla="*/ 0 h 85055"/>
              <a:gd name="csX8" fmla="*/ 19497 w 156029"/>
              <a:gd name="csY8" fmla="*/ 0 h 85055"/>
              <a:gd name="csX9" fmla="*/ 60262 w 156029"/>
              <a:gd name="csY9" fmla="*/ 24807 h 85055"/>
              <a:gd name="csX10" fmla="*/ 64021 w 156029"/>
              <a:gd name="csY10" fmla="*/ 26365 h 85055"/>
              <a:gd name="csX11" fmla="*/ 64021 w 156029"/>
              <a:gd name="csY11" fmla="*/ 33883 h 85055"/>
              <a:gd name="csX12" fmla="*/ 39199 w 156029"/>
              <a:gd name="csY12" fmla="*/ 58690 h 85055"/>
              <a:gd name="csX13" fmla="*/ 35439 w 156029"/>
              <a:gd name="csY13" fmla="*/ 60248 h 85055"/>
              <a:gd name="csX14" fmla="*/ 31679 w 156029"/>
              <a:gd name="csY14" fmla="*/ 58690 h 85055"/>
              <a:gd name="csX15" fmla="*/ 19276 w 156029"/>
              <a:gd name="csY15" fmla="*/ 46286 h 85055"/>
              <a:gd name="csX16" fmla="*/ 19276 w 156029"/>
              <a:gd name="csY16" fmla="*/ 38770 h 85055"/>
              <a:gd name="csX17" fmla="*/ 26796 w 156029"/>
              <a:gd name="csY17" fmla="*/ 38770 h 85055"/>
              <a:gd name="csX18" fmla="*/ 35439 w 156029"/>
              <a:gd name="csY18" fmla="*/ 47415 h 85055"/>
              <a:gd name="csX19" fmla="*/ 56501 w 156029"/>
              <a:gd name="csY19" fmla="*/ 26365 h 85055"/>
              <a:gd name="csX20" fmla="*/ 60262 w 156029"/>
              <a:gd name="csY20" fmla="*/ 24807 h 85055"/>
              <a:gd name="csX21" fmla="*/ 104564 w 156029"/>
              <a:gd name="csY21" fmla="*/ 37212 h 85055"/>
              <a:gd name="csX22" fmla="*/ 102506 w 156029"/>
              <a:gd name="csY22" fmla="*/ 37595 h 85055"/>
              <a:gd name="csX23" fmla="*/ 100753 w 156029"/>
              <a:gd name="csY23" fmla="*/ 38743 h 85055"/>
              <a:gd name="csX24" fmla="*/ 99580 w 156029"/>
              <a:gd name="csY24" fmla="*/ 40476 h 85055"/>
              <a:gd name="csX25" fmla="*/ 99171 w 156029"/>
              <a:gd name="csY25" fmla="*/ 42528 h 85055"/>
              <a:gd name="csX26" fmla="*/ 99580 w 156029"/>
              <a:gd name="csY26" fmla="*/ 44579 h 85055"/>
              <a:gd name="csX27" fmla="*/ 100753 w 156029"/>
              <a:gd name="csY27" fmla="*/ 46313 h 85055"/>
              <a:gd name="csX28" fmla="*/ 102506 w 156029"/>
              <a:gd name="csY28" fmla="*/ 47461 h 85055"/>
              <a:gd name="csX29" fmla="*/ 104564 w 156029"/>
              <a:gd name="csY29" fmla="*/ 47844 h 85055"/>
              <a:gd name="csX30" fmla="*/ 150637 w 156029"/>
              <a:gd name="csY30" fmla="*/ 47844 h 85055"/>
              <a:gd name="csX31" fmla="*/ 152695 w 156029"/>
              <a:gd name="csY31" fmla="*/ 47461 h 85055"/>
              <a:gd name="csX32" fmla="*/ 154448 w 156029"/>
              <a:gd name="csY32" fmla="*/ 46313 h 85055"/>
              <a:gd name="csX33" fmla="*/ 155622 w 156029"/>
              <a:gd name="csY33" fmla="*/ 44579 h 85055"/>
              <a:gd name="csX34" fmla="*/ 156030 w 156029"/>
              <a:gd name="csY34" fmla="*/ 42528 h 85055"/>
              <a:gd name="csX35" fmla="*/ 155622 w 156029"/>
              <a:gd name="csY35" fmla="*/ 40476 h 85055"/>
              <a:gd name="csX36" fmla="*/ 154448 w 156029"/>
              <a:gd name="csY36" fmla="*/ 38743 h 85055"/>
              <a:gd name="csX37" fmla="*/ 152695 w 156029"/>
              <a:gd name="csY37" fmla="*/ 37595 h 85055"/>
              <a:gd name="csX38" fmla="*/ 150637 w 156029"/>
              <a:gd name="csY38" fmla="*/ 37212 h 85055"/>
              <a:gd name="csX39" fmla="*/ 104564 w 156029"/>
              <a:gd name="csY39" fmla="*/ 37212 h 85055"/>
            </a:gdLst>
            <a:ahLst/>
            <a:cxnLst/>
            <a:rect l="l" t="t" r="r" b="b"/>
            <a:pathLst>
              <a:path w="100000" h="100000">
                <a:moveTo>
                  <a:pt x="12496" y="22744"/>
                </a:moveTo>
                <a:cubicBezTo>
                  <a:pt x="5605" y="22744"/>
                  <a:pt x="0" y="28348"/>
                  <a:pt x="0" y="35236"/>
                </a:cubicBezTo>
                <a:lnTo>
                  <a:pt x="0" y="64764"/>
                </a:lnTo>
                <a:cubicBezTo>
                  <a:pt x="0" y="71653"/>
                  <a:pt x="5605" y="77257"/>
                  <a:pt x="12496" y="77257"/>
                </a:cubicBezTo>
                <a:lnTo>
                  <a:pt x="42024" y="77257"/>
                </a:lnTo>
                <a:cubicBezTo>
                  <a:pt x="48915" y="77257"/>
                  <a:pt x="54520" y="71653"/>
                  <a:pt x="54520" y="64764"/>
                </a:cubicBezTo>
                <a:lnTo>
                  <a:pt x="54520" y="35236"/>
                </a:lnTo>
                <a:cubicBezTo>
                  <a:pt x="54520" y="28348"/>
                  <a:pt x="48915" y="22744"/>
                  <a:pt x="42024" y="22744"/>
                </a:cubicBezTo>
                <a:lnTo>
                  <a:pt x="12496" y="22744"/>
                </a:lnTo>
                <a:close/>
                <a:moveTo>
                  <a:pt x="38622" y="38643"/>
                </a:moveTo>
                <a:cubicBezTo>
                  <a:pt x="39495" y="38643"/>
                  <a:pt x="40367" y="38975"/>
                  <a:pt x="41031" y="39641"/>
                </a:cubicBezTo>
                <a:cubicBezTo>
                  <a:pt x="42362" y="40971"/>
                  <a:pt x="42351" y="43129"/>
                  <a:pt x="41031" y="44460"/>
                </a:cubicBezTo>
                <a:lnTo>
                  <a:pt x="25123" y="60359"/>
                </a:lnTo>
                <a:cubicBezTo>
                  <a:pt x="24458" y="61025"/>
                  <a:pt x="23585" y="61357"/>
                  <a:pt x="22713" y="61357"/>
                </a:cubicBezTo>
                <a:cubicBezTo>
                  <a:pt x="21841" y="61357"/>
                  <a:pt x="20969" y="61025"/>
                  <a:pt x="20303" y="60359"/>
                </a:cubicBezTo>
                <a:lnTo>
                  <a:pt x="12354" y="52409"/>
                </a:lnTo>
                <a:cubicBezTo>
                  <a:pt x="11024" y="51081"/>
                  <a:pt x="11024" y="48920"/>
                  <a:pt x="12354" y="47592"/>
                </a:cubicBezTo>
                <a:cubicBezTo>
                  <a:pt x="13685" y="46261"/>
                  <a:pt x="15844" y="46261"/>
                  <a:pt x="17174" y="47592"/>
                </a:cubicBezTo>
                <a:lnTo>
                  <a:pt x="22713" y="53132"/>
                </a:lnTo>
                <a:lnTo>
                  <a:pt x="36212" y="39641"/>
                </a:lnTo>
                <a:cubicBezTo>
                  <a:pt x="36877" y="38975"/>
                  <a:pt x="37749" y="38643"/>
                  <a:pt x="38622" y="38643"/>
                </a:cubicBezTo>
                <a:close/>
                <a:moveTo>
                  <a:pt x="67016" y="46593"/>
                </a:moveTo>
                <a:cubicBezTo>
                  <a:pt x="66558" y="46587"/>
                  <a:pt x="66111" y="46671"/>
                  <a:pt x="65697" y="46839"/>
                </a:cubicBezTo>
                <a:cubicBezTo>
                  <a:pt x="65271" y="47007"/>
                  <a:pt x="64890" y="47257"/>
                  <a:pt x="64573" y="47574"/>
                </a:cubicBezTo>
                <a:cubicBezTo>
                  <a:pt x="64246" y="47890"/>
                  <a:pt x="63996" y="48269"/>
                  <a:pt x="63821" y="48685"/>
                </a:cubicBezTo>
                <a:cubicBezTo>
                  <a:pt x="63647" y="49102"/>
                  <a:pt x="63559" y="49549"/>
                  <a:pt x="63559" y="50000"/>
                </a:cubicBezTo>
                <a:cubicBezTo>
                  <a:pt x="63559" y="50452"/>
                  <a:pt x="63647" y="50898"/>
                  <a:pt x="63821" y="51315"/>
                </a:cubicBezTo>
                <a:cubicBezTo>
                  <a:pt x="63996" y="51731"/>
                  <a:pt x="64246" y="52110"/>
                  <a:pt x="64573" y="52426"/>
                </a:cubicBezTo>
                <a:cubicBezTo>
                  <a:pt x="64890" y="52743"/>
                  <a:pt x="65271" y="52994"/>
                  <a:pt x="65697" y="53162"/>
                </a:cubicBezTo>
                <a:cubicBezTo>
                  <a:pt x="66111" y="53330"/>
                  <a:pt x="66558" y="53414"/>
                  <a:pt x="67016" y="53407"/>
                </a:cubicBezTo>
                <a:lnTo>
                  <a:pt x="96544" y="53407"/>
                </a:lnTo>
                <a:cubicBezTo>
                  <a:pt x="97002" y="53414"/>
                  <a:pt x="97449" y="53330"/>
                  <a:pt x="97863" y="53162"/>
                </a:cubicBezTo>
                <a:cubicBezTo>
                  <a:pt x="98289" y="52994"/>
                  <a:pt x="98670" y="52743"/>
                  <a:pt x="98987" y="52426"/>
                </a:cubicBezTo>
                <a:cubicBezTo>
                  <a:pt x="99314" y="52110"/>
                  <a:pt x="99565" y="51731"/>
                  <a:pt x="99739" y="51315"/>
                </a:cubicBezTo>
                <a:cubicBezTo>
                  <a:pt x="99913" y="50898"/>
                  <a:pt x="100001" y="50452"/>
                  <a:pt x="100001" y="50000"/>
                </a:cubicBezTo>
                <a:cubicBezTo>
                  <a:pt x="100001" y="49549"/>
                  <a:pt x="99913" y="49102"/>
                  <a:pt x="99739" y="48685"/>
                </a:cubicBezTo>
                <a:cubicBezTo>
                  <a:pt x="99565" y="48269"/>
                  <a:pt x="99314" y="47890"/>
                  <a:pt x="98987" y="47574"/>
                </a:cubicBezTo>
                <a:cubicBezTo>
                  <a:pt x="98670" y="47257"/>
                  <a:pt x="98289" y="47007"/>
                  <a:pt x="97863" y="46839"/>
                </a:cubicBezTo>
                <a:cubicBezTo>
                  <a:pt x="97449" y="46671"/>
                  <a:pt x="97002" y="46587"/>
                  <a:pt x="96544" y="46593"/>
                </a:cubicBezTo>
                <a:lnTo>
                  <a:pt x="67016" y="4659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3887797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55E155C1-90EB-2946-855D-E733F5192570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11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87B20E6B-B0BA-3D4B-9857-2D3682C8E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Люди</a:t>
            </a:r>
          </a:p>
        </p:txBody>
      </p:sp>
      <p:sp>
        <p:nvSpPr>
          <p:cNvPr id="308" name="Красный — SVG 1">
            <a:extLst>
              <a:ext uri="{FF2B5EF4-FFF2-40B4-BE49-F238E27FC236}">
                <a16:creationId xmlns:a16="http://schemas.microsoft.com/office/drawing/2014/main" id="{91FAAFCE-1633-694A-A1C5-41921626A690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56706 w 134678"/>
              <a:gd name="csY0" fmla="*/ 0 h 148847"/>
              <a:gd name="csX1" fmla="*/ 31645 w 134678"/>
              <a:gd name="csY1" fmla="*/ 10380 h 148847"/>
              <a:gd name="csX2" fmla="*/ 21267 w 134678"/>
              <a:gd name="csY2" fmla="*/ 35439 h 148847"/>
              <a:gd name="csX3" fmla="*/ 31645 w 134678"/>
              <a:gd name="csY3" fmla="*/ 60500 h 148847"/>
              <a:gd name="csX4" fmla="*/ 56706 w 134678"/>
              <a:gd name="csY4" fmla="*/ 70880 h 148847"/>
              <a:gd name="csX5" fmla="*/ 81767 w 134678"/>
              <a:gd name="csY5" fmla="*/ 60500 h 148847"/>
              <a:gd name="csX6" fmla="*/ 92162 w 134678"/>
              <a:gd name="csY6" fmla="*/ 35439 h 148847"/>
              <a:gd name="csX7" fmla="*/ 81767 w 134678"/>
              <a:gd name="csY7" fmla="*/ 10380 h 148847"/>
              <a:gd name="csX8" fmla="*/ 56706 w 134678"/>
              <a:gd name="csY8" fmla="*/ 0 h 148847"/>
              <a:gd name="csX9" fmla="*/ 92162 w 134678"/>
              <a:gd name="csY9" fmla="*/ 70831 h 148847"/>
              <a:gd name="csX10" fmla="*/ 88521 w 134678"/>
              <a:gd name="csY10" fmla="*/ 72437 h 148847"/>
              <a:gd name="csX11" fmla="*/ 57403 w 134678"/>
              <a:gd name="csY11" fmla="*/ 103475 h 148847"/>
              <a:gd name="csX12" fmla="*/ 57403 w 134678"/>
              <a:gd name="csY12" fmla="*/ 141059 h 148847"/>
              <a:gd name="csX13" fmla="*/ 76203 w 134678"/>
              <a:gd name="csY13" fmla="*/ 148847 h 148847"/>
              <a:gd name="csX14" fmla="*/ 95003 w 134678"/>
              <a:gd name="csY14" fmla="*/ 141066 h 148847"/>
              <a:gd name="csX15" fmla="*/ 130033 w 134678"/>
              <a:gd name="csY15" fmla="*/ 106098 h 148847"/>
              <a:gd name="csX16" fmla="*/ 130033 w 134678"/>
              <a:gd name="csY16" fmla="*/ 83513 h 148847"/>
              <a:gd name="csX17" fmla="*/ 107457 w 134678"/>
              <a:gd name="csY17" fmla="*/ 83519 h 148847"/>
              <a:gd name="csX18" fmla="*/ 72460 w 134678"/>
              <a:gd name="csY18" fmla="*/ 118537 h 148847"/>
              <a:gd name="csX19" fmla="*/ 71269 w 134678"/>
              <a:gd name="csY19" fmla="*/ 120263 h 148847"/>
              <a:gd name="csX20" fmla="*/ 70844 w 134678"/>
              <a:gd name="csY20" fmla="*/ 122318 h 148847"/>
              <a:gd name="csX21" fmla="*/ 71235 w 134678"/>
              <a:gd name="csY21" fmla="*/ 124382 h 148847"/>
              <a:gd name="csX22" fmla="*/ 72392 w 134678"/>
              <a:gd name="csY22" fmla="*/ 126131 h 148847"/>
              <a:gd name="csX23" fmla="*/ 74145 w 134678"/>
              <a:gd name="csY23" fmla="*/ 127292 h 148847"/>
              <a:gd name="csX24" fmla="*/ 76220 w 134678"/>
              <a:gd name="csY24" fmla="*/ 127684 h 148847"/>
              <a:gd name="csX25" fmla="*/ 78262 w 134678"/>
              <a:gd name="csY25" fmla="*/ 127246 h 148847"/>
              <a:gd name="csX26" fmla="*/ 79997 w 134678"/>
              <a:gd name="csY26" fmla="*/ 126047 h 148847"/>
              <a:gd name="csX27" fmla="*/ 114977 w 134678"/>
              <a:gd name="csY27" fmla="*/ 91037 h 148847"/>
              <a:gd name="csX28" fmla="*/ 122514 w 134678"/>
              <a:gd name="csY28" fmla="*/ 91037 h 148847"/>
              <a:gd name="csX29" fmla="*/ 122514 w 134678"/>
              <a:gd name="csY29" fmla="*/ 98574 h 148847"/>
              <a:gd name="csX30" fmla="*/ 87483 w 134678"/>
              <a:gd name="csY30" fmla="*/ 133542 h 148847"/>
              <a:gd name="csX31" fmla="*/ 76203 w 134678"/>
              <a:gd name="csY31" fmla="*/ 138215 h 148847"/>
              <a:gd name="csX32" fmla="*/ 64923 w 134678"/>
              <a:gd name="csY32" fmla="*/ 133542 h 148847"/>
              <a:gd name="csX33" fmla="*/ 64923 w 134678"/>
              <a:gd name="csY33" fmla="*/ 110999 h 148847"/>
              <a:gd name="csX34" fmla="*/ 64923 w 134678"/>
              <a:gd name="csY34" fmla="*/ 110992 h 148847"/>
              <a:gd name="csX35" fmla="*/ 96024 w 134678"/>
              <a:gd name="csY35" fmla="*/ 79961 h 148847"/>
              <a:gd name="csX36" fmla="*/ 97538 w 134678"/>
              <a:gd name="csY36" fmla="*/ 77203 h 148847"/>
              <a:gd name="csX37" fmla="*/ 97214 w 134678"/>
              <a:gd name="csY37" fmla="*/ 74077 h 148847"/>
              <a:gd name="csX38" fmla="*/ 95190 w 134678"/>
              <a:gd name="csY38" fmla="*/ 71673 h 148847"/>
              <a:gd name="csX39" fmla="*/ 92162 w 134678"/>
              <a:gd name="csY39" fmla="*/ 70831 h 148847"/>
              <a:gd name="csX40" fmla="*/ 14104 w 134678"/>
              <a:gd name="csY40" fmla="*/ 85056 h 148847"/>
              <a:gd name="csX41" fmla="*/ 0 w 134678"/>
              <a:gd name="csY41" fmla="*/ 99156 h 148847"/>
              <a:gd name="csX42" fmla="*/ 0 w 134678"/>
              <a:gd name="csY42" fmla="*/ 104547 h 148847"/>
              <a:gd name="csX43" fmla="*/ 18817 w 134678"/>
              <a:gd name="csY43" fmla="*/ 133120 h 148847"/>
              <a:gd name="csX44" fmla="*/ 48505 w 134678"/>
              <a:gd name="csY44" fmla="*/ 141386 h 148847"/>
              <a:gd name="csX45" fmla="*/ 42534 w 134678"/>
              <a:gd name="csY45" fmla="*/ 122267 h 148847"/>
              <a:gd name="csX46" fmla="*/ 52401 w 134678"/>
              <a:gd name="csY46" fmla="*/ 98457 h 148847"/>
              <a:gd name="csX47" fmla="*/ 65825 w 134678"/>
              <a:gd name="csY47" fmla="*/ 85056 h 148847"/>
              <a:gd name="csX48" fmla="*/ 14104 w 134678"/>
              <a:gd name="csY48" fmla="*/ 85056 h 148847"/>
            </a:gdLst>
            <a:ahLst/>
            <a:cxnLst/>
            <a:rect l="l" t="t" r="r" b="b"/>
            <a:pathLst>
              <a:path w="100000" h="100000">
                <a:moveTo>
                  <a:pt x="42856" y="0"/>
                </a:moveTo>
                <a:cubicBezTo>
                  <a:pt x="36547" y="0"/>
                  <a:pt x="30489" y="2509"/>
                  <a:pt x="26020" y="6974"/>
                </a:cubicBezTo>
                <a:cubicBezTo>
                  <a:pt x="21551" y="11439"/>
                  <a:pt x="19047" y="17495"/>
                  <a:pt x="19047" y="23809"/>
                </a:cubicBezTo>
                <a:cubicBezTo>
                  <a:pt x="19047" y="30125"/>
                  <a:pt x="21551" y="36181"/>
                  <a:pt x="26020" y="40646"/>
                </a:cubicBezTo>
                <a:cubicBezTo>
                  <a:pt x="30489" y="45111"/>
                  <a:pt x="36547" y="47619"/>
                  <a:pt x="42856" y="47619"/>
                </a:cubicBezTo>
                <a:cubicBezTo>
                  <a:pt x="49177" y="47619"/>
                  <a:pt x="55235" y="45111"/>
                  <a:pt x="59693" y="40646"/>
                </a:cubicBezTo>
                <a:cubicBezTo>
                  <a:pt x="64162" y="36181"/>
                  <a:pt x="66677" y="30125"/>
                  <a:pt x="66677" y="23809"/>
                </a:cubicBezTo>
                <a:cubicBezTo>
                  <a:pt x="66677" y="17495"/>
                  <a:pt x="64162" y="11439"/>
                  <a:pt x="59693" y="6974"/>
                </a:cubicBezTo>
                <a:cubicBezTo>
                  <a:pt x="55235" y="2509"/>
                  <a:pt x="49177" y="0"/>
                  <a:pt x="42856" y="0"/>
                </a:cubicBezTo>
                <a:close/>
                <a:moveTo>
                  <a:pt x="66677" y="47586"/>
                </a:moveTo>
                <a:cubicBezTo>
                  <a:pt x="65751" y="47614"/>
                  <a:pt x="64871" y="48000"/>
                  <a:pt x="64231" y="48665"/>
                </a:cubicBezTo>
                <a:lnTo>
                  <a:pt x="43325" y="69518"/>
                </a:lnTo>
                <a:cubicBezTo>
                  <a:pt x="36387" y="76460"/>
                  <a:pt x="36387" y="87825"/>
                  <a:pt x="43325" y="94768"/>
                </a:cubicBezTo>
                <a:cubicBezTo>
                  <a:pt x="46799" y="98240"/>
                  <a:pt x="51395" y="100000"/>
                  <a:pt x="55955" y="100000"/>
                </a:cubicBezTo>
                <a:cubicBezTo>
                  <a:pt x="60515" y="100000"/>
                  <a:pt x="65111" y="98242"/>
                  <a:pt x="68586" y="94772"/>
                </a:cubicBezTo>
                <a:lnTo>
                  <a:pt x="92120" y="71280"/>
                </a:lnTo>
                <a:cubicBezTo>
                  <a:pt x="96280" y="67121"/>
                  <a:pt x="96280" y="60265"/>
                  <a:pt x="92120" y="56107"/>
                </a:cubicBezTo>
                <a:cubicBezTo>
                  <a:pt x="87960" y="51945"/>
                  <a:pt x="81102" y="51945"/>
                  <a:pt x="76953" y="56111"/>
                </a:cubicBezTo>
                <a:lnTo>
                  <a:pt x="53440" y="79637"/>
                </a:lnTo>
                <a:cubicBezTo>
                  <a:pt x="53098" y="79966"/>
                  <a:pt x="52835" y="80360"/>
                  <a:pt x="52640" y="80796"/>
                </a:cubicBezTo>
                <a:cubicBezTo>
                  <a:pt x="52458" y="81233"/>
                  <a:pt x="52355" y="81703"/>
                  <a:pt x="52355" y="82177"/>
                </a:cubicBezTo>
                <a:cubicBezTo>
                  <a:pt x="52343" y="82653"/>
                  <a:pt x="52435" y="83124"/>
                  <a:pt x="52617" y="83564"/>
                </a:cubicBezTo>
                <a:cubicBezTo>
                  <a:pt x="52800" y="84004"/>
                  <a:pt x="53064" y="84402"/>
                  <a:pt x="53395" y="84739"/>
                </a:cubicBezTo>
                <a:cubicBezTo>
                  <a:pt x="53738" y="85075"/>
                  <a:pt x="54138" y="85339"/>
                  <a:pt x="54572" y="85519"/>
                </a:cubicBezTo>
                <a:cubicBezTo>
                  <a:pt x="55018" y="85699"/>
                  <a:pt x="55486" y="85787"/>
                  <a:pt x="55967" y="85782"/>
                </a:cubicBezTo>
                <a:cubicBezTo>
                  <a:pt x="56435" y="85777"/>
                  <a:pt x="56904" y="85677"/>
                  <a:pt x="57338" y="85488"/>
                </a:cubicBezTo>
                <a:cubicBezTo>
                  <a:pt x="57784" y="85300"/>
                  <a:pt x="58173" y="85025"/>
                  <a:pt x="58504" y="84682"/>
                </a:cubicBezTo>
                <a:lnTo>
                  <a:pt x="82005" y="61161"/>
                </a:lnTo>
                <a:cubicBezTo>
                  <a:pt x="83433" y="59730"/>
                  <a:pt x="85639" y="59730"/>
                  <a:pt x="87068" y="61161"/>
                </a:cubicBezTo>
                <a:cubicBezTo>
                  <a:pt x="88508" y="62592"/>
                  <a:pt x="88508" y="64793"/>
                  <a:pt x="87068" y="66225"/>
                </a:cubicBezTo>
                <a:lnTo>
                  <a:pt x="63533" y="89718"/>
                </a:lnTo>
                <a:cubicBezTo>
                  <a:pt x="61431" y="91825"/>
                  <a:pt x="58698" y="92857"/>
                  <a:pt x="55955" y="92857"/>
                </a:cubicBezTo>
                <a:cubicBezTo>
                  <a:pt x="53212" y="92857"/>
                  <a:pt x="50492" y="91823"/>
                  <a:pt x="48377" y="89718"/>
                </a:cubicBezTo>
                <a:cubicBezTo>
                  <a:pt x="44171" y="85505"/>
                  <a:pt x="44171" y="78786"/>
                  <a:pt x="48377" y="74573"/>
                </a:cubicBezTo>
                <a:lnTo>
                  <a:pt x="48377" y="74568"/>
                </a:lnTo>
                <a:lnTo>
                  <a:pt x="69271" y="53720"/>
                </a:lnTo>
                <a:cubicBezTo>
                  <a:pt x="69785" y="53220"/>
                  <a:pt x="70140" y="52574"/>
                  <a:pt x="70289" y="51867"/>
                </a:cubicBezTo>
                <a:cubicBezTo>
                  <a:pt x="70426" y="51163"/>
                  <a:pt x="70357" y="50431"/>
                  <a:pt x="70071" y="49767"/>
                </a:cubicBezTo>
                <a:cubicBezTo>
                  <a:pt x="69797" y="49104"/>
                  <a:pt x="69317" y="48542"/>
                  <a:pt x="68711" y="48152"/>
                </a:cubicBezTo>
                <a:cubicBezTo>
                  <a:pt x="68105" y="47764"/>
                  <a:pt x="67397" y="47566"/>
                  <a:pt x="66677" y="47586"/>
                </a:cubicBezTo>
                <a:close/>
                <a:moveTo>
                  <a:pt x="14235" y="57143"/>
                </a:moveTo>
                <a:cubicBezTo>
                  <a:pt x="9012" y="57143"/>
                  <a:pt x="4760" y="61392"/>
                  <a:pt x="4760" y="66616"/>
                </a:cubicBezTo>
                <a:lnTo>
                  <a:pt x="4760" y="70238"/>
                </a:lnTo>
                <a:cubicBezTo>
                  <a:pt x="4760" y="78123"/>
                  <a:pt x="9251" y="84942"/>
                  <a:pt x="17401" y="89434"/>
                </a:cubicBezTo>
                <a:cubicBezTo>
                  <a:pt x="22865" y="92451"/>
                  <a:pt x="29814" y="94357"/>
                  <a:pt x="37347" y="94987"/>
                </a:cubicBezTo>
                <a:cubicBezTo>
                  <a:pt x="34752" y="91239"/>
                  <a:pt x="33335" y="86803"/>
                  <a:pt x="33335" y="82143"/>
                </a:cubicBezTo>
                <a:cubicBezTo>
                  <a:pt x="33335" y="76100"/>
                  <a:pt x="35689" y="70419"/>
                  <a:pt x="39964" y="66146"/>
                </a:cubicBezTo>
                <a:lnTo>
                  <a:pt x="48983" y="57143"/>
                </a:lnTo>
                <a:lnTo>
                  <a:pt x="14235" y="5714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9" name="Красный — SVG 2">
            <a:extLst>
              <a:ext uri="{FF2B5EF4-FFF2-40B4-BE49-F238E27FC236}">
                <a16:creationId xmlns:a16="http://schemas.microsoft.com/office/drawing/2014/main" id="{0D0186A0-91C2-7D4C-A3EC-3A962ECCEEB3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74434 w 148867"/>
              <a:gd name="csY0" fmla="*/ 0 h 148854"/>
              <a:gd name="csX1" fmla="*/ 60256 w 148867"/>
              <a:gd name="csY1" fmla="*/ 14175 h 148854"/>
              <a:gd name="csX2" fmla="*/ 74434 w 148867"/>
              <a:gd name="csY2" fmla="*/ 28352 h 148854"/>
              <a:gd name="csX3" fmla="*/ 88611 w 148867"/>
              <a:gd name="csY3" fmla="*/ 14175 h 148854"/>
              <a:gd name="csX4" fmla="*/ 74434 w 148867"/>
              <a:gd name="csY4" fmla="*/ 0 h 148854"/>
              <a:gd name="csX5" fmla="*/ 60256 w 148867"/>
              <a:gd name="csY5" fmla="*/ 35439 h 148854"/>
              <a:gd name="csX6" fmla="*/ 49623 w 148867"/>
              <a:gd name="csY6" fmla="*/ 46071 h 148854"/>
              <a:gd name="csX7" fmla="*/ 74434 w 148867"/>
              <a:gd name="csY7" fmla="*/ 67335 h 148854"/>
              <a:gd name="csX8" fmla="*/ 99244 w 148867"/>
              <a:gd name="csY8" fmla="*/ 46071 h 148854"/>
              <a:gd name="csX9" fmla="*/ 88611 w 148867"/>
              <a:gd name="csY9" fmla="*/ 35439 h 148854"/>
              <a:gd name="csX10" fmla="*/ 60256 w 148867"/>
              <a:gd name="csY10" fmla="*/ 35439 h 148854"/>
              <a:gd name="csX11" fmla="*/ 40158 w 148867"/>
              <a:gd name="csY11" fmla="*/ 39052 h 148854"/>
              <a:gd name="csX12" fmla="*/ 18221 w 148867"/>
              <a:gd name="csY12" fmla="*/ 66872 h 148854"/>
              <a:gd name="csX13" fmla="*/ 16372 w 148867"/>
              <a:gd name="csY13" fmla="*/ 72369 h 148854"/>
              <a:gd name="csX14" fmla="*/ 24811 w 148867"/>
              <a:gd name="csY14" fmla="*/ 70880 h 148854"/>
              <a:gd name="csX15" fmla="*/ 28002 w 148867"/>
              <a:gd name="csY15" fmla="*/ 71129 h 148854"/>
              <a:gd name="csX16" fmla="*/ 28142 w 148867"/>
              <a:gd name="csY16" fmla="*/ 70741 h 148854"/>
              <a:gd name="csX17" fmla="*/ 39840 w 148867"/>
              <a:gd name="csY17" fmla="*/ 53056 h 148854"/>
              <a:gd name="csX18" fmla="*/ 38990 w 148867"/>
              <a:gd name="csY18" fmla="*/ 46071 h 148854"/>
              <a:gd name="csX19" fmla="*/ 40158 w 148867"/>
              <a:gd name="csY19" fmla="*/ 39052 h 148854"/>
              <a:gd name="csX20" fmla="*/ 108709 w 148867"/>
              <a:gd name="csY20" fmla="*/ 39052 h 148854"/>
              <a:gd name="csX21" fmla="*/ 109878 w 148867"/>
              <a:gd name="csY21" fmla="*/ 46071 h 148854"/>
              <a:gd name="csX22" fmla="*/ 109027 w 148867"/>
              <a:gd name="csY22" fmla="*/ 53056 h 148854"/>
              <a:gd name="csX23" fmla="*/ 120831 w 148867"/>
              <a:gd name="csY23" fmla="*/ 71129 h 148854"/>
              <a:gd name="csX24" fmla="*/ 124057 w 148867"/>
              <a:gd name="csY24" fmla="*/ 70880 h 148854"/>
              <a:gd name="csX25" fmla="*/ 132419 w 148867"/>
              <a:gd name="csY25" fmla="*/ 72369 h 148854"/>
              <a:gd name="csX26" fmla="*/ 108709 w 148867"/>
              <a:gd name="csY26" fmla="*/ 39052 h 148854"/>
              <a:gd name="csX27" fmla="*/ 24811 w 148867"/>
              <a:gd name="csY27" fmla="*/ 81512 h 148854"/>
              <a:gd name="csX28" fmla="*/ 10633 w 148867"/>
              <a:gd name="csY28" fmla="*/ 95687 h 148854"/>
              <a:gd name="csX29" fmla="*/ 24811 w 148867"/>
              <a:gd name="csY29" fmla="*/ 109863 h 148854"/>
              <a:gd name="csX30" fmla="*/ 38990 w 148867"/>
              <a:gd name="csY30" fmla="*/ 95687 h 148854"/>
              <a:gd name="csX31" fmla="*/ 24811 w 148867"/>
              <a:gd name="csY31" fmla="*/ 81512 h 148854"/>
              <a:gd name="csX32" fmla="*/ 124057 w 148867"/>
              <a:gd name="csY32" fmla="*/ 81512 h 148854"/>
              <a:gd name="csX33" fmla="*/ 109878 w 148867"/>
              <a:gd name="csY33" fmla="*/ 95687 h 148854"/>
              <a:gd name="csX34" fmla="*/ 124057 w 148867"/>
              <a:gd name="csY34" fmla="*/ 109863 h 148854"/>
              <a:gd name="csX35" fmla="*/ 138234 w 148867"/>
              <a:gd name="csY35" fmla="*/ 95687 h 148854"/>
              <a:gd name="csX36" fmla="*/ 124057 w 148867"/>
              <a:gd name="csY36" fmla="*/ 81512 h 148854"/>
              <a:gd name="csX37" fmla="*/ 10633 w 148867"/>
              <a:gd name="csY37" fmla="*/ 116951 h 148854"/>
              <a:gd name="csX38" fmla="*/ 0 w 148867"/>
              <a:gd name="csY38" fmla="*/ 127583 h 148854"/>
              <a:gd name="csX39" fmla="*/ 24811 w 148867"/>
              <a:gd name="csY39" fmla="*/ 148847 h 148854"/>
              <a:gd name="csX40" fmla="*/ 49623 w 148867"/>
              <a:gd name="csY40" fmla="*/ 127583 h 148854"/>
              <a:gd name="csX41" fmla="*/ 38990 w 148867"/>
              <a:gd name="csY41" fmla="*/ 116951 h 148854"/>
              <a:gd name="csX42" fmla="*/ 10633 w 148867"/>
              <a:gd name="csY42" fmla="*/ 116951 h 148854"/>
              <a:gd name="csX43" fmla="*/ 109878 w 148867"/>
              <a:gd name="csY43" fmla="*/ 116951 h 148854"/>
              <a:gd name="csX44" fmla="*/ 99244 w 148867"/>
              <a:gd name="csY44" fmla="*/ 127583 h 148854"/>
              <a:gd name="csX45" fmla="*/ 124057 w 148867"/>
              <a:gd name="csY45" fmla="*/ 148847 h 148854"/>
              <a:gd name="csX46" fmla="*/ 148867 w 148867"/>
              <a:gd name="csY46" fmla="*/ 127583 h 148854"/>
              <a:gd name="csX47" fmla="*/ 138234 w 148867"/>
              <a:gd name="csY47" fmla="*/ 116951 h 148854"/>
              <a:gd name="csX48" fmla="*/ 109878 w 148867"/>
              <a:gd name="csY48" fmla="*/ 116951 h 148854"/>
              <a:gd name="csX49" fmla="*/ 89781 w 148867"/>
              <a:gd name="csY49" fmla="*/ 135737 h 148854"/>
              <a:gd name="csX50" fmla="*/ 59086 w 148867"/>
              <a:gd name="csY50" fmla="*/ 135772 h 148854"/>
              <a:gd name="csX51" fmla="*/ 54475 w 148867"/>
              <a:gd name="csY51" fmla="*/ 145442 h 148854"/>
              <a:gd name="csX52" fmla="*/ 94392 w 148867"/>
              <a:gd name="csY52" fmla="*/ 145408 h 148854"/>
              <a:gd name="csX53" fmla="*/ 89781 w 148867"/>
              <a:gd name="csY53" fmla="*/ 135737 h 148854"/>
            </a:gdLst>
            <a:ahLst/>
            <a:cxnLst/>
            <a:rect l="l" t="t" r="r" b="b"/>
            <a:pathLst>
              <a:path w="100000" h="100000">
                <a:moveTo>
                  <a:pt x="50000" y="4"/>
                </a:moveTo>
                <a:cubicBezTo>
                  <a:pt x="44741" y="4"/>
                  <a:pt x="40476" y="4268"/>
                  <a:pt x="40476" y="9526"/>
                </a:cubicBezTo>
                <a:cubicBezTo>
                  <a:pt x="40476" y="14785"/>
                  <a:pt x="44741" y="19050"/>
                  <a:pt x="50000" y="19050"/>
                </a:cubicBezTo>
                <a:cubicBezTo>
                  <a:pt x="55259" y="19050"/>
                  <a:pt x="59524" y="14785"/>
                  <a:pt x="59524" y="9526"/>
                </a:cubicBezTo>
                <a:cubicBezTo>
                  <a:pt x="59524" y="4268"/>
                  <a:pt x="55259" y="4"/>
                  <a:pt x="50000" y="4"/>
                </a:cubicBezTo>
                <a:close/>
                <a:moveTo>
                  <a:pt x="40476" y="23810"/>
                </a:moveTo>
                <a:cubicBezTo>
                  <a:pt x="36573" y="23810"/>
                  <a:pt x="33334" y="27050"/>
                  <a:pt x="33334" y="30952"/>
                </a:cubicBezTo>
                <a:cubicBezTo>
                  <a:pt x="33334" y="37490"/>
                  <a:pt x="39089" y="45236"/>
                  <a:pt x="50000" y="45236"/>
                </a:cubicBezTo>
                <a:cubicBezTo>
                  <a:pt x="60911" y="45236"/>
                  <a:pt x="66666" y="37490"/>
                  <a:pt x="66666" y="30952"/>
                </a:cubicBezTo>
                <a:cubicBezTo>
                  <a:pt x="66666" y="27050"/>
                  <a:pt x="63428" y="23810"/>
                  <a:pt x="59524" y="23810"/>
                </a:cubicBezTo>
                <a:lnTo>
                  <a:pt x="40476" y="23810"/>
                </a:lnTo>
                <a:close/>
                <a:moveTo>
                  <a:pt x="26976" y="26237"/>
                </a:moveTo>
                <a:cubicBezTo>
                  <a:pt x="20501" y="30689"/>
                  <a:pt x="15263" y="37069"/>
                  <a:pt x="12240" y="44925"/>
                </a:cubicBezTo>
                <a:cubicBezTo>
                  <a:pt x="11764" y="46139"/>
                  <a:pt x="11356" y="47379"/>
                  <a:pt x="10998" y="48618"/>
                </a:cubicBezTo>
                <a:cubicBezTo>
                  <a:pt x="12760" y="47974"/>
                  <a:pt x="14666" y="47617"/>
                  <a:pt x="16667" y="47617"/>
                </a:cubicBezTo>
                <a:cubicBezTo>
                  <a:pt x="17381" y="47617"/>
                  <a:pt x="18120" y="47666"/>
                  <a:pt x="18810" y="47785"/>
                </a:cubicBezTo>
                <a:cubicBezTo>
                  <a:pt x="18834" y="47689"/>
                  <a:pt x="18880" y="47620"/>
                  <a:pt x="18904" y="47524"/>
                </a:cubicBezTo>
                <a:cubicBezTo>
                  <a:pt x="20689" y="42882"/>
                  <a:pt x="23405" y="38881"/>
                  <a:pt x="26762" y="35644"/>
                </a:cubicBezTo>
                <a:cubicBezTo>
                  <a:pt x="26382" y="34097"/>
                  <a:pt x="26191" y="32499"/>
                  <a:pt x="26191" y="30952"/>
                </a:cubicBezTo>
                <a:cubicBezTo>
                  <a:pt x="26191" y="29310"/>
                  <a:pt x="26477" y="27714"/>
                  <a:pt x="26976" y="26237"/>
                </a:cubicBezTo>
                <a:close/>
                <a:moveTo>
                  <a:pt x="73024" y="26237"/>
                </a:moveTo>
                <a:cubicBezTo>
                  <a:pt x="73523" y="27714"/>
                  <a:pt x="73810" y="29310"/>
                  <a:pt x="73810" y="30952"/>
                </a:cubicBezTo>
                <a:cubicBezTo>
                  <a:pt x="73810" y="32499"/>
                  <a:pt x="73619" y="34097"/>
                  <a:pt x="73238" y="35644"/>
                </a:cubicBezTo>
                <a:cubicBezTo>
                  <a:pt x="76785" y="39072"/>
                  <a:pt x="79476" y="43238"/>
                  <a:pt x="81167" y="47785"/>
                </a:cubicBezTo>
                <a:cubicBezTo>
                  <a:pt x="81881" y="47666"/>
                  <a:pt x="82596" y="47617"/>
                  <a:pt x="83334" y="47617"/>
                </a:cubicBezTo>
                <a:cubicBezTo>
                  <a:pt x="85310" y="47617"/>
                  <a:pt x="87213" y="47950"/>
                  <a:pt x="88951" y="48618"/>
                </a:cubicBezTo>
                <a:cubicBezTo>
                  <a:pt x="86452" y="39665"/>
                  <a:pt x="80905" y="31666"/>
                  <a:pt x="73024" y="26237"/>
                </a:cubicBezTo>
                <a:close/>
                <a:moveTo>
                  <a:pt x="16667" y="54759"/>
                </a:moveTo>
                <a:cubicBezTo>
                  <a:pt x="11407" y="54759"/>
                  <a:pt x="7143" y="59023"/>
                  <a:pt x="7143" y="64281"/>
                </a:cubicBezTo>
                <a:cubicBezTo>
                  <a:pt x="7143" y="69540"/>
                  <a:pt x="11407" y="73804"/>
                  <a:pt x="16667" y="73804"/>
                </a:cubicBezTo>
                <a:cubicBezTo>
                  <a:pt x="21926" y="73804"/>
                  <a:pt x="26191" y="69540"/>
                  <a:pt x="26191" y="64281"/>
                </a:cubicBezTo>
                <a:cubicBezTo>
                  <a:pt x="26191" y="59023"/>
                  <a:pt x="21926" y="54759"/>
                  <a:pt x="16667" y="54759"/>
                </a:cubicBezTo>
                <a:close/>
                <a:moveTo>
                  <a:pt x="83334" y="54759"/>
                </a:moveTo>
                <a:cubicBezTo>
                  <a:pt x="78074" y="54759"/>
                  <a:pt x="73810" y="59023"/>
                  <a:pt x="73810" y="64281"/>
                </a:cubicBezTo>
                <a:cubicBezTo>
                  <a:pt x="73810" y="69540"/>
                  <a:pt x="78074" y="73804"/>
                  <a:pt x="83334" y="73804"/>
                </a:cubicBezTo>
                <a:cubicBezTo>
                  <a:pt x="88593" y="73804"/>
                  <a:pt x="92857" y="69540"/>
                  <a:pt x="92857" y="64281"/>
                </a:cubicBezTo>
                <a:cubicBezTo>
                  <a:pt x="92857" y="59023"/>
                  <a:pt x="88593" y="54759"/>
                  <a:pt x="83334" y="54759"/>
                </a:cubicBezTo>
                <a:close/>
                <a:moveTo>
                  <a:pt x="7143" y="78565"/>
                </a:moveTo>
                <a:cubicBezTo>
                  <a:pt x="3239" y="78565"/>
                  <a:pt x="0" y="81804"/>
                  <a:pt x="0" y="85707"/>
                </a:cubicBezTo>
                <a:cubicBezTo>
                  <a:pt x="0" y="92244"/>
                  <a:pt x="5757" y="99991"/>
                  <a:pt x="16667" y="99991"/>
                </a:cubicBezTo>
                <a:cubicBezTo>
                  <a:pt x="27577" y="99991"/>
                  <a:pt x="33334" y="92244"/>
                  <a:pt x="33334" y="85707"/>
                </a:cubicBezTo>
                <a:cubicBezTo>
                  <a:pt x="33334" y="81804"/>
                  <a:pt x="30094" y="78565"/>
                  <a:pt x="26191" y="78565"/>
                </a:cubicBezTo>
                <a:lnTo>
                  <a:pt x="7143" y="78565"/>
                </a:lnTo>
                <a:close/>
                <a:moveTo>
                  <a:pt x="73810" y="78565"/>
                </a:moveTo>
                <a:cubicBezTo>
                  <a:pt x="69907" y="78565"/>
                  <a:pt x="66666" y="81804"/>
                  <a:pt x="66666" y="85707"/>
                </a:cubicBezTo>
                <a:cubicBezTo>
                  <a:pt x="66666" y="92244"/>
                  <a:pt x="72423" y="99991"/>
                  <a:pt x="83334" y="99991"/>
                </a:cubicBezTo>
                <a:cubicBezTo>
                  <a:pt x="94244" y="99991"/>
                  <a:pt x="100000" y="92244"/>
                  <a:pt x="100000" y="85707"/>
                </a:cubicBezTo>
                <a:cubicBezTo>
                  <a:pt x="100000" y="81804"/>
                  <a:pt x="96762" y="78565"/>
                  <a:pt x="92857" y="78565"/>
                </a:cubicBezTo>
                <a:lnTo>
                  <a:pt x="73810" y="78565"/>
                </a:lnTo>
                <a:close/>
                <a:moveTo>
                  <a:pt x="60310" y="91184"/>
                </a:moveTo>
                <a:cubicBezTo>
                  <a:pt x="53809" y="93327"/>
                  <a:pt x="46619" y="93470"/>
                  <a:pt x="39690" y="91208"/>
                </a:cubicBezTo>
                <a:cubicBezTo>
                  <a:pt x="39048" y="93470"/>
                  <a:pt x="37998" y="95680"/>
                  <a:pt x="36593" y="97704"/>
                </a:cubicBezTo>
                <a:cubicBezTo>
                  <a:pt x="45570" y="100870"/>
                  <a:pt x="54979" y="100656"/>
                  <a:pt x="63407" y="97681"/>
                </a:cubicBezTo>
                <a:cubicBezTo>
                  <a:pt x="61978" y="95657"/>
                  <a:pt x="60930" y="93445"/>
                  <a:pt x="60310" y="9118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0" name="Красный — SVG 3">
            <a:extLst>
              <a:ext uri="{FF2B5EF4-FFF2-40B4-BE49-F238E27FC236}">
                <a16:creationId xmlns:a16="http://schemas.microsoft.com/office/drawing/2014/main" id="{326735E9-0073-CD42-963F-3F41171C19AB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83517 w 149088"/>
              <a:gd name="csY0" fmla="*/ 0 h 141765"/>
              <a:gd name="csX1" fmla="*/ 71111 w 149088"/>
              <a:gd name="csY1" fmla="*/ 12404 h 141765"/>
              <a:gd name="csX2" fmla="*/ 71111 w 149088"/>
              <a:gd name="csY2" fmla="*/ 65564 h 141765"/>
              <a:gd name="csX3" fmla="*/ 74393 w 149088"/>
              <a:gd name="csY3" fmla="*/ 70479 h 141765"/>
              <a:gd name="csX4" fmla="*/ 76428 w 149088"/>
              <a:gd name="csY4" fmla="*/ 70880 h 141765"/>
              <a:gd name="csX5" fmla="*/ 80186 w 149088"/>
              <a:gd name="csY5" fmla="*/ 69322 h 141765"/>
              <a:gd name="csX6" fmla="*/ 96350 w 149088"/>
              <a:gd name="csY6" fmla="*/ 53160 h 141765"/>
              <a:gd name="csX7" fmla="*/ 136684 w 149088"/>
              <a:gd name="csY7" fmla="*/ 53160 h 141765"/>
              <a:gd name="csX8" fmla="*/ 149089 w 149088"/>
              <a:gd name="csY8" fmla="*/ 40755 h 141765"/>
              <a:gd name="csX9" fmla="*/ 149089 w 149088"/>
              <a:gd name="csY9" fmla="*/ 12404 h 141765"/>
              <a:gd name="csX10" fmla="*/ 136684 w 149088"/>
              <a:gd name="csY10" fmla="*/ 0 h 141765"/>
              <a:gd name="csX11" fmla="*/ 83517 w 149088"/>
              <a:gd name="csY11" fmla="*/ 0 h 141765"/>
              <a:gd name="csX12" fmla="*/ 39211 w 149088"/>
              <a:gd name="csY12" fmla="*/ 39869 h 141765"/>
              <a:gd name="csX13" fmla="*/ 14621 w 149088"/>
              <a:gd name="csY13" fmla="*/ 64457 h 141765"/>
              <a:gd name="csX14" fmla="*/ 39211 w 149088"/>
              <a:gd name="csY14" fmla="*/ 89043 h 141765"/>
              <a:gd name="csX15" fmla="*/ 63800 w 149088"/>
              <a:gd name="csY15" fmla="*/ 64457 h 141765"/>
              <a:gd name="csX16" fmla="*/ 39211 w 149088"/>
              <a:gd name="csY16" fmla="*/ 39869 h 141765"/>
              <a:gd name="csX17" fmla="*/ 12336 w 149088"/>
              <a:gd name="csY17" fmla="*/ 95687 h 141765"/>
              <a:gd name="csX18" fmla="*/ 0 w 149088"/>
              <a:gd name="csY18" fmla="*/ 107240 h 141765"/>
              <a:gd name="csX19" fmla="*/ 0 w 149088"/>
              <a:gd name="csY19" fmla="*/ 118162 h 141765"/>
              <a:gd name="csX20" fmla="*/ 39211 w 149088"/>
              <a:gd name="csY20" fmla="*/ 141765 h 141765"/>
              <a:gd name="csX21" fmla="*/ 78422 w 149088"/>
              <a:gd name="csY21" fmla="*/ 118162 h 141765"/>
              <a:gd name="csX22" fmla="*/ 78422 w 149088"/>
              <a:gd name="csY22" fmla="*/ 107240 h 141765"/>
              <a:gd name="csX23" fmla="*/ 66092 w 149088"/>
              <a:gd name="csY23" fmla="*/ 95687 h 141765"/>
              <a:gd name="csX24" fmla="*/ 12336 w 149088"/>
              <a:gd name="csY24" fmla="*/ 95687 h 141765"/>
            </a:gdLst>
            <a:ahLst/>
            <a:cxnLst/>
            <a:rect l="l" t="t" r="r" b="b"/>
            <a:pathLst>
              <a:path w="100000" h="100000">
                <a:moveTo>
                  <a:pt x="56019" y="2456"/>
                </a:moveTo>
                <a:cubicBezTo>
                  <a:pt x="51430" y="2456"/>
                  <a:pt x="47697" y="6188"/>
                  <a:pt x="47697" y="10776"/>
                </a:cubicBezTo>
                <a:lnTo>
                  <a:pt x="47697" y="46433"/>
                </a:lnTo>
                <a:cubicBezTo>
                  <a:pt x="47697" y="47873"/>
                  <a:pt x="48565" y="49175"/>
                  <a:pt x="49899" y="49729"/>
                </a:cubicBezTo>
                <a:cubicBezTo>
                  <a:pt x="50340" y="49912"/>
                  <a:pt x="50805" y="49998"/>
                  <a:pt x="51264" y="49998"/>
                </a:cubicBezTo>
                <a:cubicBezTo>
                  <a:pt x="52190" y="49998"/>
                  <a:pt x="53106" y="49635"/>
                  <a:pt x="53784" y="48953"/>
                </a:cubicBezTo>
                <a:lnTo>
                  <a:pt x="64626" y="38113"/>
                </a:lnTo>
                <a:lnTo>
                  <a:pt x="91680" y="38113"/>
                </a:lnTo>
                <a:cubicBezTo>
                  <a:pt x="96267" y="38113"/>
                  <a:pt x="100001" y="34380"/>
                  <a:pt x="100001" y="29792"/>
                </a:cubicBezTo>
                <a:lnTo>
                  <a:pt x="100001" y="10776"/>
                </a:lnTo>
                <a:cubicBezTo>
                  <a:pt x="100001" y="6188"/>
                  <a:pt x="96267" y="2456"/>
                  <a:pt x="91680" y="2456"/>
                </a:cubicBezTo>
                <a:lnTo>
                  <a:pt x="56019" y="2456"/>
                </a:lnTo>
                <a:close/>
                <a:moveTo>
                  <a:pt x="26301" y="29198"/>
                </a:moveTo>
                <a:cubicBezTo>
                  <a:pt x="17207" y="29198"/>
                  <a:pt x="9807" y="36595"/>
                  <a:pt x="9807" y="45690"/>
                </a:cubicBezTo>
                <a:cubicBezTo>
                  <a:pt x="9807" y="54784"/>
                  <a:pt x="17207" y="62181"/>
                  <a:pt x="26301" y="62181"/>
                </a:cubicBezTo>
                <a:cubicBezTo>
                  <a:pt x="35395" y="62181"/>
                  <a:pt x="42794" y="54784"/>
                  <a:pt x="42794" y="45690"/>
                </a:cubicBezTo>
                <a:cubicBezTo>
                  <a:pt x="42794" y="36595"/>
                  <a:pt x="35395" y="29198"/>
                  <a:pt x="26301" y="29198"/>
                </a:cubicBezTo>
                <a:close/>
                <a:moveTo>
                  <a:pt x="8274" y="66637"/>
                </a:moveTo>
                <a:cubicBezTo>
                  <a:pt x="3712" y="66637"/>
                  <a:pt x="2" y="70115"/>
                  <a:pt x="0" y="74387"/>
                </a:cubicBezTo>
                <a:lnTo>
                  <a:pt x="0" y="81712"/>
                </a:lnTo>
                <a:cubicBezTo>
                  <a:pt x="0" y="90736"/>
                  <a:pt x="11305" y="97544"/>
                  <a:pt x="26301" y="97544"/>
                </a:cubicBezTo>
                <a:cubicBezTo>
                  <a:pt x="41294" y="97544"/>
                  <a:pt x="52601" y="90736"/>
                  <a:pt x="52601" y="81712"/>
                </a:cubicBezTo>
                <a:lnTo>
                  <a:pt x="52601" y="74387"/>
                </a:lnTo>
                <a:cubicBezTo>
                  <a:pt x="52601" y="70115"/>
                  <a:pt x="48891" y="66637"/>
                  <a:pt x="44331" y="66637"/>
                </a:cubicBezTo>
                <a:lnTo>
                  <a:pt x="8274" y="6663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1" name="Красный — SVG 4">
            <a:extLst>
              <a:ext uri="{FF2B5EF4-FFF2-40B4-BE49-F238E27FC236}">
                <a16:creationId xmlns:a16="http://schemas.microsoft.com/office/drawing/2014/main" id="{028D014F-CD5F-FD45-92B4-A9CA786D4C1E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26575 w 141772"/>
              <a:gd name="csY0" fmla="*/ 0 h 141758"/>
              <a:gd name="csX1" fmla="*/ 10633 w 141772"/>
              <a:gd name="csY1" fmla="*/ 15948 h 141758"/>
              <a:gd name="csX2" fmla="*/ 26575 w 141772"/>
              <a:gd name="csY2" fmla="*/ 31896 h 141758"/>
              <a:gd name="csX3" fmla="*/ 42534 w 141772"/>
              <a:gd name="csY3" fmla="*/ 15948 h 141758"/>
              <a:gd name="csX4" fmla="*/ 26575 w 141772"/>
              <a:gd name="csY4" fmla="*/ 0 h 141758"/>
              <a:gd name="csX5" fmla="*/ 67339 w 141772"/>
              <a:gd name="csY5" fmla="*/ 14175 h 141758"/>
              <a:gd name="csX6" fmla="*/ 65553 w 141772"/>
              <a:gd name="csY6" fmla="*/ 14204 h 141758"/>
              <a:gd name="csX7" fmla="*/ 63477 w 141772"/>
              <a:gd name="csY7" fmla="*/ 14616 h 141758"/>
              <a:gd name="csX8" fmla="*/ 61725 w 141772"/>
              <a:gd name="csY8" fmla="*/ 15802 h 141758"/>
              <a:gd name="csX9" fmla="*/ 60568 w 141772"/>
              <a:gd name="csY9" fmla="*/ 17574 h 141758"/>
              <a:gd name="csX10" fmla="*/ 60210 w 141772"/>
              <a:gd name="csY10" fmla="*/ 19655 h 141758"/>
              <a:gd name="csX11" fmla="*/ 60687 w 141772"/>
              <a:gd name="csY11" fmla="*/ 21715 h 141758"/>
              <a:gd name="csX12" fmla="*/ 61912 w 141772"/>
              <a:gd name="csY12" fmla="*/ 23428 h 141758"/>
              <a:gd name="csX13" fmla="*/ 63732 w 141772"/>
              <a:gd name="csY13" fmla="*/ 24523 h 141758"/>
              <a:gd name="csX14" fmla="*/ 65808 w 141772"/>
              <a:gd name="csY14" fmla="*/ 24829 h 141758"/>
              <a:gd name="csX15" fmla="*/ 67339 w 141772"/>
              <a:gd name="csY15" fmla="*/ 24807 h 141758"/>
              <a:gd name="csX16" fmla="*/ 106759 w 141772"/>
              <a:gd name="csY16" fmla="*/ 46993 h 141758"/>
              <a:gd name="csX17" fmla="*/ 108154 w 141772"/>
              <a:gd name="csY17" fmla="*/ 48521 h 141758"/>
              <a:gd name="csX18" fmla="*/ 110043 w 141772"/>
              <a:gd name="csY18" fmla="*/ 49397 h 141758"/>
              <a:gd name="csX19" fmla="*/ 112118 w 141772"/>
              <a:gd name="csY19" fmla="*/ 49487 h 141758"/>
              <a:gd name="csX20" fmla="*/ 114058 w 141772"/>
              <a:gd name="csY20" fmla="*/ 48776 h 141758"/>
              <a:gd name="csX21" fmla="*/ 115589 w 141772"/>
              <a:gd name="csY21" fmla="*/ 47373 h 141758"/>
              <a:gd name="csX22" fmla="*/ 116474 w 141772"/>
              <a:gd name="csY22" fmla="*/ 45491 h 141758"/>
              <a:gd name="csX23" fmla="*/ 116559 w 141772"/>
              <a:gd name="csY23" fmla="*/ 43417 h 141758"/>
              <a:gd name="csX24" fmla="*/ 115844 w 141772"/>
              <a:gd name="csY24" fmla="*/ 41468 h 141758"/>
              <a:gd name="csX25" fmla="*/ 67339 w 141772"/>
              <a:gd name="csY25" fmla="*/ 14175 h 141758"/>
              <a:gd name="csX26" fmla="*/ 10633 w 141772"/>
              <a:gd name="csY26" fmla="*/ 42528 h 141758"/>
              <a:gd name="csX27" fmla="*/ 0 w 141772"/>
              <a:gd name="csY27" fmla="*/ 53160 h 141758"/>
              <a:gd name="csX28" fmla="*/ 0 w 141772"/>
              <a:gd name="csY28" fmla="*/ 58476 h 141758"/>
              <a:gd name="csX29" fmla="*/ 26575 w 141772"/>
              <a:gd name="csY29" fmla="*/ 77967 h 141758"/>
              <a:gd name="csX30" fmla="*/ 53167 w 141772"/>
              <a:gd name="csY30" fmla="*/ 58476 h 141758"/>
              <a:gd name="csX31" fmla="*/ 53167 w 141772"/>
              <a:gd name="csY31" fmla="*/ 53160 h 141758"/>
              <a:gd name="csX32" fmla="*/ 42534 w 141772"/>
              <a:gd name="csY32" fmla="*/ 42528 h 141758"/>
              <a:gd name="csX33" fmla="*/ 10633 w 141772"/>
              <a:gd name="csY33" fmla="*/ 42528 h 141758"/>
              <a:gd name="csX34" fmla="*/ 115198 w 141772"/>
              <a:gd name="csY34" fmla="*/ 63792 h 141758"/>
              <a:gd name="csX35" fmla="*/ 99239 w 141772"/>
              <a:gd name="csY35" fmla="*/ 79740 h 141758"/>
              <a:gd name="csX36" fmla="*/ 115198 w 141772"/>
              <a:gd name="csY36" fmla="*/ 95687 h 141758"/>
              <a:gd name="csX37" fmla="*/ 131139 w 141772"/>
              <a:gd name="csY37" fmla="*/ 79740 h 141758"/>
              <a:gd name="csX38" fmla="*/ 115198 w 141772"/>
              <a:gd name="csY38" fmla="*/ 63792 h 141758"/>
              <a:gd name="csX39" fmla="*/ 20008 w 141772"/>
              <a:gd name="csY39" fmla="*/ 92151 h 141758"/>
              <a:gd name="csX40" fmla="*/ 17235 w 141772"/>
              <a:gd name="csY40" fmla="*/ 92804 h 141758"/>
              <a:gd name="csX41" fmla="*/ 15193 w 141772"/>
              <a:gd name="csY41" fmla="*/ 94798 h 141758"/>
              <a:gd name="csX42" fmla="*/ 14478 w 141772"/>
              <a:gd name="csY42" fmla="*/ 97559 h 141758"/>
              <a:gd name="csX43" fmla="*/ 15295 w 141772"/>
              <a:gd name="csY43" fmla="*/ 100291 h 141758"/>
              <a:gd name="csX44" fmla="*/ 63800 w 141772"/>
              <a:gd name="csY44" fmla="*/ 127583 h 141758"/>
              <a:gd name="csX45" fmla="*/ 65604 w 141772"/>
              <a:gd name="csY45" fmla="*/ 127556 h 141758"/>
              <a:gd name="csX46" fmla="*/ 67679 w 141772"/>
              <a:gd name="csY46" fmla="*/ 127144 h 141758"/>
              <a:gd name="csX47" fmla="*/ 69415 w 141772"/>
              <a:gd name="csY47" fmla="*/ 125957 h 141758"/>
              <a:gd name="csX48" fmla="*/ 70572 w 141772"/>
              <a:gd name="csY48" fmla="*/ 124184 h 141758"/>
              <a:gd name="csX49" fmla="*/ 70929 w 141772"/>
              <a:gd name="csY49" fmla="*/ 122104 h 141758"/>
              <a:gd name="csX50" fmla="*/ 70470 w 141772"/>
              <a:gd name="csY50" fmla="*/ 120046 h 141758"/>
              <a:gd name="csX51" fmla="*/ 69227 w 141772"/>
              <a:gd name="csY51" fmla="*/ 118333 h 141758"/>
              <a:gd name="csX52" fmla="*/ 67424 w 141772"/>
              <a:gd name="csY52" fmla="*/ 117237 h 141758"/>
              <a:gd name="csX53" fmla="*/ 65332 w 141772"/>
              <a:gd name="csY53" fmla="*/ 116931 h 141758"/>
              <a:gd name="csX54" fmla="*/ 63800 w 141772"/>
              <a:gd name="csY54" fmla="*/ 116951 h 141758"/>
              <a:gd name="csX55" fmla="*/ 24397 w 141772"/>
              <a:gd name="csY55" fmla="*/ 94767 h 141758"/>
              <a:gd name="csX56" fmla="*/ 22543 w 141772"/>
              <a:gd name="csY56" fmla="*/ 92899 h 141758"/>
              <a:gd name="csX57" fmla="*/ 20008 w 141772"/>
              <a:gd name="csY57" fmla="*/ 92151 h 141758"/>
              <a:gd name="csX58" fmla="*/ 99239 w 141772"/>
              <a:gd name="csY58" fmla="*/ 106319 h 141758"/>
              <a:gd name="csX59" fmla="*/ 88606 w 141772"/>
              <a:gd name="csY59" fmla="*/ 116951 h 141758"/>
              <a:gd name="csX60" fmla="*/ 88606 w 141772"/>
              <a:gd name="csY60" fmla="*/ 122267 h 141758"/>
              <a:gd name="csX61" fmla="*/ 115198 w 141772"/>
              <a:gd name="csY61" fmla="*/ 141759 h 141758"/>
              <a:gd name="csX62" fmla="*/ 141773 w 141772"/>
              <a:gd name="csY62" fmla="*/ 122267 h 141758"/>
              <a:gd name="csX63" fmla="*/ 141773 w 141772"/>
              <a:gd name="csY63" fmla="*/ 116951 h 141758"/>
              <a:gd name="csX64" fmla="*/ 131139 w 141772"/>
              <a:gd name="csY64" fmla="*/ 106319 h 141758"/>
              <a:gd name="csX65" fmla="*/ 99239 w 141772"/>
              <a:gd name="csY65" fmla="*/ 106319 h 141758"/>
            </a:gdLst>
            <a:ahLst/>
            <a:cxnLst/>
            <a:rect l="l" t="t" r="r" b="b"/>
            <a:pathLst>
              <a:path w="100000" h="100000">
                <a:moveTo>
                  <a:pt x="18745" y="5"/>
                </a:moveTo>
                <a:cubicBezTo>
                  <a:pt x="12541" y="5"/>
                  <a:pt x="7500" y="5042"/>
                  <a:pt x="7500" y="11254"/>
                </a:cubicBezTo>
                <a:cubicBezTo>
                  <a:pt x="7500" y="17466"/>
                  <a:pt x="12541" y="22503"/>
                  <a:pt x="18745" y="22503"/>
                </a:cubicBezTo>
                <a:cubicBezTo>
                  <a:pt x="24961" y="22503"/>
                  <a:pt x="30002" y="17466"/>
                  <a:pt x="30002" y="11254"/>
                </a:cubicBezTo>
                <a:cubicBezTo>
                  <a:pt x="30002" y="5042"/>
                  <a:pt x="24961" y="5"/>
                  <a:pt x="18745" y="5"/>
                </a:cubicBezTo>
                <a:close/>
                <a:moveTo>
                  <a:pt x="47498" y="10003"/>
                </a:moveTo>
                <a:cubicBezTo>
                  <a:pt x="47066" y="10003"/>
                  <a:pt x="46634" y="10013"/>
                  <a:pt x="46238" y="10024"/>
                </a:cubicBezTo>
                <a:cubicBezTo>
                  <a:pt x="45734" y="10022"/>
                  <a:pt x="45230" y="10120"/>
                  <a:pt x="44774" y="10314"/>
                </a:cubicBezTo>
                <a:cubicBezTo>
                  <a:pt x="44306" y="10508"/>
                  <a:pt x="43886" y="10792"/>
                  <a:pt x="43538" y="11151"/>
                </a:cubicBezTo>
                <a:cubicBezTo>
                  <a:pt x="43190" y="11509"/>
                  <a:pt x="42914" y="11934"/>
                  <a:pt x="42722" y="12401"/>
                </a:cubicBezTo>
                <a:cubicBezTo>
                  <a:pt x="42542" y="12868"/>
                  <a:pt x="42458" y="13367"/>
                  <a:pt x="42470" y="13869"/>
                </a:cubicBezTo>
                <a:cubicBezTo>
                  <a:pt x="42482" y="14370"/>
                  <a:pt x="42590" y="14865"/>
                  <a:pt x="42806" y="15322"/>
                </a:cubicBezTo>
                <a:cubicBezTo>
                  <a:pt x="43010" y="15779"/>
                  <a:pt x="43310" y="16189"/>
                  <a:pt x="43670" y="16530"/>
                </a:cubicBezTo>
                <a:cubicBezTo>
                  <a:pt x="44042" y="16869"/>
                  <a:pt x="44474" y="17132"/>
                  <a:pt x="44954" y="17302"/>
                </a:cubicBezTo>
                <a:cubicBezTo>
                  <a:pt x="45422" y="17472"/>
                  <a:pt x="45926" y="17545"/>
                  <a:pt x="46418" y="17518"/>
                </a:cubicBezTo>
                <a:cubicBezTo>
                  <a:pt x="46802" y="17509"/>
                  <a:pt x="47162" y="17503"/>
                  <a:pt x="47498" y="17503"/>
                </a:cubicBezTo>
                <a:cubicBezTo>
                  <a:pt x="59306" y="17503"/>
                  <a:pt x="69603" y="23771"/>
                  <a:pt x="75303" y="33152"/>
                </a:cubicBezTo>
                <a:cubicBezTo>
                  <a:pt x="75555" y="33572"/>
                  <a:pt x="75892" y="33939"/>
                  <a:pt x="76287" y="34230"/>
                </a:cubicBezTo>
                <a:cubicBezTo>
                  <a:pt x="76684" y="34521"/>
                  <a:pt x="77139" y="34731"/>
                  <a:pt x="77620" y="34848"/>
                </a:cubicBezTo>
                <a:cubicBezTo>
                  <a:pt x="78099" y="34965"/>
                  <a:pt x="78592" y="34986"/>
                  <a:pt x="79083" y="34911"/>
                </a:cubicBezTo>
                <a:cubicBezTo>
                  <a:pt x="79564" y="34836"/>
                  <a:pt x="80031" y="34665"/>
                  <a:pt x="80452" y="34409"/>
                </a:cubicBezTo>
                <a:cubicBezTo>
                  <a:pt x="80871" y="34154"/>
                  <a:pt x="81244" y="33817"/>
                  <a:pt x="81532" y="33420"/>
                </a:cubicBezTo>
                <a:cubicBezTo>
                  <a:pt x="81820" y="33023"/>
                  <a:pt x="82036" y="32571"/>
                  <a:pt x="82156" y="32092"/>
                </a:cubicBezTo>
                <a:cubicBezTo>
                  <a:pt x="82264" y="31613"/>
                  <a:pt x="82288" y="31117"/>
                  <a:pt x="82216" y="30629"/>
                </a:cubicBezTo>
                <a:cubicBezTo>
                  <a:pt x="82144" y="30143"/>
                  <a:pt x="81964" y="29676"/>
                  <a:pt x="81711" y="29255"/>
                </a:cubicBezTo>
                <a:cubicBezTo>
                  <a:pt x="74691" y="17712"/>
                  <a:pt x="61971" y="10003"/>
                  <a:pt x="47498" y="10003"/>
                </a:cubicBezTo>
                <a:close/>
                <a:moveTo>
                  <a:pt x="7500" y="30002"/>
                </a:moveTo>
                <a:cubicBezTo>
                  <a:pt x="3360" y="30002"/>
                  <a:pt x="0" y="33359"/>
                  <a:pt x="0" y="37502"/>
                </a:cubicBezTo>
                <a:lnTo>
                  <a:pt x="0" y="41251"/>
                </a:lnTo>
                <a:cubicBezTo>
                  <a:pt x="0" y="46083"/>
                  <a:pt x="5005" y="55000"/>
                  <a:pt x="18745" y="55000"/>
                </a:cubicBezTo>
                <a:cubicBezTo>
                  <a:pt x="32497" y="55000"/>
                  <a:pt x="37502" y="46083"/>
                  <a:pt x="37502" y="41251"/>
                </a:cubicBezTo>
                <a:lnTo>
                  <a:pt x="37502" y="37502"/>
                </a:lnTo>
                <a:cubicBezTo>
                  <a:pt x="37502" y="33359"/>
                  <a:pt x="34141" y="30002"/>
                  <a:pt x="30002" y="30002"/>
                </a:cubicBezTo>
                <a:lnTo>
                  <a:pt x="7500" y="30002"/>
                </a:lnTo>
                <a:close/>
                <a:moveTo>
                  <a:pt x="81256" y="45001"/>
                </a:moveTo>
                <a:cubicBezTo>
                  <a:pt x="75040" y="45001"/>
                  <a:pt x="69999" y="50038"/>
                  <a:pt x="69999" y="56250"/>
                </a:cubicBezTo>
                <a:cubicBezTo>
                  <a:pt x="69999" y="62462"/>
                  <a:pt x="75040" y="67499"/>
                  <a:pt x="81256" y="67499"/>
                </a:cubicBezTo>
                <a:cubicBezTo>
                  <a:pt x="87472" y="67499"/>
                  <a:pt x="92500" y="62462"/>
                  <a:pt x="92500" y="56250"/>
                </a:cubicBezTo>
                <a:cubicBezTo>
                  <a:pt x="92500" y="50038"/>
                  <a:pt x="87472" y="45001"/>
                  <a:pt x="81256" y="45001"/>
                </a:cubicBezTo>
                <a:close/>
                <a:moveTo>
                  <a:pt x="14113" y="65004"/>
                </a:moveTo>
                <a:cubicBezTo>
                  <a:pt x="13429" y="64977"/>
                  <a:pt x="12756" y="65136"/>
                  <a:pt x="12157" y="65465"/>
                </a:cubicBezTo>
                <a:cubicBezTo>
                  <a:pt x="11557" y="65795"/>
                  <a:pt x="11064" y="66281"/>
                  <a:pt x="10717" y="66871"/>
                </a:cubicBezTo>
                <a:cubicBezTo>
                  <a:pt x="10381" y="67463"/>
                  <a:pt x="10200" y="68136"/>
                  <a:pt x="10212" y="68819"/>
                </a:cubicBezTo>
                <a:cubicBezTo>
                  <a:pt x="10224" y="69502"/>
                  <a:pt x="10429" y="70168"/>
                  <a:pt x="10788" y="70746"/>
                </a:cubicBezTo>
                <a:cubicBezTo>
                  <a:pt x="17809" y="82288"/>
                  <a:pt x="30529" y="89997"/>
                  <a:pt x="45002" y="89997"/>
                </a:cubicBezTo>
                <a:cubicBezTo>
                  <a:pt x="45446" y="89997"/>
                  <a:pt x="45866" y="89987"/>
                  <a:pt x="46274" y="89978"/>
                </a:cubicBezTo>
                <a:cubicBezTo>
                  <a:pt x="46778" y="89979"/>
                  <a:pt x="47270" y="89880"/>
                  <a:pt x="47738" y="89687"/>
                </a:cubicBezTo>
                <a:cubicBezTo>
                  <a:pt x="48194" y="89493"/>
                  <a:pt x="48614" y="89209"/>
                  <a:pt x="48962" y="88850"/>
                </a:cubicBezTo>
                <a:cubicBezTo>
                  <a:pt x="49322" y="88492"/>
                  <a:pt x="49598" y="88066"/>
                  <a:pt x="49779" y="87599"/>
                </a:cubicBezTo>
                <a:cubicBezTo>
                  <a:pt x="49958" y="87133"/>
                  <a:pt x="50042" y="86633"/>
                  <a:pt x="50030" y="86132"/>
                </a:cubicBezTo>
                <a:cubicBezTo>
                  <a:pt x="50018" y="85630"/>
                  <a:pt x="49910" y="85136"/>
                  <a:pt x="49707" y="84680"/>
                </a:cubicBezTo>
                <a:cubicBezTo>
                  <a:pt x="49490" y="84223"/>
                  <a:pt x="49202" y="83811"/>
                  <a:pt x="48830" y="83472"/>
                </a:cubicBezTo>
                <a:cubicBezTo>
                  <a:pt x="48458" y="83131"/>
                  <a:pt x="48026" y="82868"/>
                  <a:pt x="47558" y="82699"/>
                </a:cubicBezTo>
                <a:cubicBezTo>
                  <a:pt x="47078" y="82529"/>
                  <a:pt x="46586" y="82456"/>
                  <a:pt x="46082" y="82483"/>
                </a:cubicBezTo>
                <a:cubicBezTo>
                  <a:pt x="45710" y="82492"/>
                  <a:pt x="45350" y="82497"/>
                  <a:pt x="45002" y="82497"/>
                </a:cubicBezTo>
                <a:cubicBezTo>
                  <a:pt x="33193" y="82497"/>
                  <a:pt x="22909" y="76229"/>
                  <a:pt x="17209" y="66850"/>
                </a:cubicBezTo>
                <a:cubicBezTo>
                  <a:pt x="16885" y="66309"/>
                  <a:pt x="16440" y="65855"/>
                  <a:pt x="15901" y="65532"/>
                </a:cubicBezTo>
                <a:cubicBezTo>
                  <a:pt x="15361" y="65210"/>
                  <a:pt x="14749" y="65028"/>
                  <a:pt x="14113" y="65004"/>
                </a:cubicBezTo>
                <a:close/>
                <a:moveTo>
                  <a:pt x="69999" y="74998"/>
                </a:moveTo>
                <a:cubicBezTo>
                  <a:pt x="65859" y="74998"/>
                  <a:pt x="62499" y="78355"/>
                  <a:pt x="62499" y="82497"/>
                </a:cubicBezTo>
                <a:lnTo>
                  <a:pt x="62499" y="86247"/>
                </a:lnTo>
                <a:cubicBezTo>
                  <a:pt x="62499" y="91079"/>
                  <a:pt x="67503" y="99996"/>
                  <a:pt x="81256" y="99996"/>
                </a:cubicBezTo>
                <a:cubicBezTo>
                  <a:pt x="95008" y="99996"/>
                  <a:pt x="100001" y="91079"/>
                  <a:pt x="100001" y="86247"/>
                </a:cubicBezTo>
                <a:lnTo>
                  <a:pt x="100001" y="82497"/>
                </a:lnTo>
                <a:cubicBezTo>
                  <a:pt x="100001" y="78355"/>
                  <a:pt x="96652" y="74998"/>
                  <a:pt x="92500" y="74998"/>
                </a:cubicBezTo>
                <a:lnTo>
                  <a:pt x="69999" y="7499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2" name="Красный — SVG 5">
            <a:extLst>
              <a:ext uri="{FF2B5EF4-FFF2-40B4-BE49-F238E27FC236}">
                <a16:creationId xmlns:a16="http://schemas.microsoft.com/office/drawing/2014/main" id="{3562E137-4005-844C-BC49-6425CF98EB5B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74434 w 148867"/>
              <a:gd name="csY0" fmla="*/ 47844 h 145303"/>
              <a:gd name="csX1" fmla="*/ 74434 w 148867"/>
              <a:gd name="csY1" fmla="*/ 54789 h 145303"/>
              <a:gd name="csX2" fmla="*/ 42534 w 148867"/>
              <a:gd name="csY2" fmla="*/ 81087 h 145303"/>
              <a:gd name="csX3" fmla="*/ 42534 w 148867"/>
              <a:gd name="csY3" fmla="*/ 47844 h 145303"/>
              <a:gd name="csX4" fmla="*/ 58475 w 148867"/>
              <a:gd name="csY4" fmla="*/ 31896 h 145303"/>
              <a:gd name="csX5" fmla="*/ 74434 w 148867"/>
              <a:gd name="csY5" fmla="*/ 47844 h 145303"/>
              <a:gd name="csX6" fmla="*/ 58475 w 148867"/>
              <a:gd name="csY6" fmla="*/ 0 h 145303"/>
              <a:gd name="csX7" fmla="*/ 53728 w 148867"/>
              <a:gd name="csY7" fmla="*/ 944 h 145303"/>
              <a:gd name="csX8" fmla="*/ 49713 w 148867"/>
              <a:gd name="csY8" fmla="*/ 3634 h 145303"/>
              <a:gd name="csX9" fmla="*/ 47025 w 148867"/>
              <a:gd name="csY9" fmla="*/ 7657 h 145303"/>
              <a:gd name="csX10" fmla="*/ 46072 w 148867"/>
              <a:gd name="csY10" fmla="*/ 12404 h 145303"/>
              <a:gd name="csX11" fmla="*/ 47025 w 148867"/>
              <a:gd name="csY11" fmla="*/ 17151 h 145303"/>
              <a:gd name="csX12" fmla="*/ 49713 w 148867"/>
              <a:gd name="csY12" fmla="*/ 21175 h 145303"/>
              <a:gd name="csX13" fmla="*/ 53728 w 148867"/>
              <a:gd name="csY13" fmla="*/ 23863 h 145303"/>
              <a:gd name="csX14" fmla="*/ 58475 w 148867"/>
              <a:gd name="csY14" fmla="*/ 24807 h 145303"/>
              <a:gd name="csX15" fmla="*/ 63239 w 148867"/>
              <a:gd name="csY15" fmla="*/ 23863 h 145303"/>
              <a:gd name="csX16" fmla="*/ 67254 w 148867"/>
              <a:gd name="csY16" fmla="*/ 21175 h 145303"/>
              <a:gd name="csX17" fmla="*/ 69942 w 148867"/>
              <a:gd name="csY17" fmla="*/ 17151 h 145303"/>
              <a:gd name="csX18" fmla="*/ 70895 w 148867"/>
              <a:gd name="csY18" fmla="*/ 12404 h 145303"/>
              <a:gd name="csX19" fmla="*/ 69942 w 148867"/>
              <a:gd name="csY19" fmla="*/ 7657 h 145303"/>
              <a:gd name="csX20" fmla="*/ 67254 w 148867"/>
              <a:gd name="csY20" fmla="*/ 3634 h 145303"/>
              <a:gd name="csX21" fmla="*/ 63239 w 148867"/>
              <a:gd name="csY21" fmla="*/ 944 h 145303"/>
              <a:gd name="csX22" fmla="*/ 58475 w 148867"/>
              <a:gd name="csY22" fmla="*/ 0 h 145303"/>
              <a:gd name="csX23" fmla="*/ 43758 w 148867"/>
              <a:gd name="csY23" fmla="*/ 145304 h 145303"/>
              <a:gd name="csX24" fmla="*/ 23036 w 148867"/>
              <a:gd name="csY24" fmla="*/ 145304 h 145303"/>
              <a:gd name="csX25" fmla="*/ 0 w 148867"/>
              <a:gd name="csY25" fmla="*/ 122267 h 145303"/>
              <a:gd name="csX26" fmla="*/ 23036 w 148867"/>
              <a:gd name="csY26" fmla="*/ 99231 h 145303"/>
              <a:gd name="csX27" fmla="*/ 29586 w 148867"/>
              <a:gd name="csY27" fmla="*/ 99231 h 145303"/>
              <a:gd name="csX28" fmla="*/ 43112 w 148867"/>
              <a:gd name="csY28" fmla="*/ 94383 h 145303"/>
              <a:gd name="csX29" fmla="*/ 91583 w 148867"/>
              <a:gd name="csY29" fmla="*/ 54468 h 145303"/>
              <a:gd name="csX30" fmla="*/ 105109 w 148867"/>
              <a:gd name="csY30" fmla="*/ 49616 h 145303"/>
              <a:gd name="csX31" fmla="*/ 125831 w 148867"/>
              <a:gd name="csY31" fmla="*/ 49616 h 145303"/>
              <a:gd name="csX32" fmla="*/ 148867 w 148867"/>
              <a:gd name="csY32" fmla="*/ 72651 h 145303"/>
              <a:gd name="csX33" fmla="*/ 125831 w 148867"/>
              <a:gd name="csY33" fmla="*/ 95687 h 145303"/>
              <a:gd name="csX34" fmla="*/ 119281 w 148867"/>
              <a:gd name="csY34" fmla="*/ 95687 h 145303"/>
              <a:gd name="csX35" fmla="*/ 105755 w 148867"/>
              <a:gd name="csY35" fmla="*/ 100536 h 145303"/>
              <a:gd name="csX36" fmla="*/ 57284 w 148867"/>
              <a:gd name="csY36" fmla="*/ 140456 h 145303"/>
              <a:gd name="csX37" fmla="*/ 43758 w 148867"/>
              <a:gd name="csY37" fmla="*/ 145304 h 145303"/>
            </a:gdLst>
            <a:ahLst/>
            <a:cxnLst/>
            <a:rect l="l" t="t" r="r" b="b"/>
            <a:pathLst>
              <a:path w="100000" h="100000">
                <a:moveTo>
                  <a:pt x="50000" y="33336"/>
                </a:moveTo>
                <a:lnTo>
                  <a:pt x="50000" y="38001"/>
                </a:lnTo>
                <a:lnTo>
                  <a:pt x="28572" y="55666"/>
                </a:lnTo>
                <a:lnTo>
                  <a:pt x="28572" y="33336"/>
                </a:lnTo>
                <a:cubicBezTo>
                  <a:pt x="28572" y="27431"/>
                  <a:pt x="33383" y="22623"/>
                  <a:pt x="39280" y="22623"/>
                </a:cubicBezTo>
                <a:cubicBezTo>
                  <a:pt x="45189" y="22623"/>
                  <a:pt x="50000" y="27431"/>
                  <a:pt x="50000" y="33336"/>
                </a:cubicBezTo>
                <a:close/>
                <a:moveTo>
                  <a:pt x="39280" y="1197"/>
                </a:moveTo>
                <a:cubicBezTo>
                  <a:pt x="38194" y="1197"/>
                  <a:pt x="37108" y="1413"/>
                  <a:pt x="36091" y="1831"/>
                </a:cubicBezTo>
                <a:cubicBezTo>
                  <a:pt x="35086" y="2250"/>
                  <a:pt x="34171" y="2864"/>
                  <a:pt x="33394" y="3638"/>
                </a:cubicBezTo>
                <a:cubicBezTo>
                  <a:pt x="32617" y="4411"/>
                  <a:pt x="32000" y="5330"/>
                  <a:pt x="31589" y="6341"/>
                </a:cubicBezTo>
                <a:cubicBezTo>
                  <a:pt x="31166" y="7352"/>
                  <a:pt x="30948" y="8435"/>
                  <a:pt x="30948" y="9529"/>
                </a:cubicBezTo>
                <a:cubicBezTo>
                  <a:pt x="30948" y="10624"/>
                  <a:pt x="31166" y="11706"/>
                  <a:pt x="31589" y="12718"/>
                </a:cubicBezTo>
                <a:cubicBezTo>
                  <a:pt x="32000" y="13729"/>
                  <a:pt x="32617" y="14648"/>
                  <a:pt x="33394" y="15421"/>
                </a:cubicBezTo>
                <a:cubicBezTo>
                  <a:pt x="34171" y="16195"/>
                  <a:pt x="35086" y="16809"/>
                  <a:pt x="36091" y="17227"/>
                </a:cubicBezTo>
                <a:cubicBezTo>
                  <a:pt x="37108" y="17647"/>
                  <a:pt x="38194" y="17861"/>
                  <a:pt x="39280" y="17861"/>
                </a:cubicBezTo>
                <a:cubicBezTo>
                  <a:pt x="40378" y="17861"/>
                  <a:pt x="41463" y="17647"/>
                  <a:pt x="42480" y="17227"/>
                </a:cubicBezTo>
                <a:cubicBezTo>
                  <a:pt x="43486" y="16809"/>
                  <a:pt x="44400" y="16195"/>
                  <a:pt x="45177" y="15421"/>
                </a:cubicBezTo>
                <a:cubicBezTo>
                  <a:pt x="45954" y="14648"/>
                  <a:pt x="46572" y="13729"/>
                  <a:pt x="46983" y="12718"/>
                </a:cubicBezTo>
                <a:cubicBezTo>
                  <a:pt x="47406" y="11706"/>
                  <a:pt x="47623" y="10624"/>
                  <a:pt x="47623" y="9529"/>
                </a:cubicBezTo>
                <a:cubicBezTo>
                  <a:pt x="47623" y="8435"/>
                  <a:pt x="47406" y="7352"/>
                  <a:pt x="46983" y="6341"/>
                </a:cubicBezTo>
                <a:cubicBezTo>
                  <a:pt x="46572" y="5330"/>
                  <a:pt x="45954" y="4411"/>
                  <a:pt x="45177" y="3638"/>
                </a:cubicBezTo>
                <a:cubicBezTo>
                  <a:pt x="44400" y="2864"/>
                  <a:pt x="43486" y="2250"/>
                  <a:pt x="42480" y="1831"/>
                </a:cubicBezTo>
                <a:cubicBezTo>
                  <a:pt x="41463" y="1413"/>
                  <a:pt x="40378" y="1197"/>
                  <a:pt x="39280" y="1197"/>
                </a:cubicBezTo>
                <a:close/>
                <a:moveTo>
                  <a:pt x="29394" y="98804"/>
                </a:moveTo>
                <a:lnTo>
                  <a:pt x="15474" y="98804"/>
                </a:lnTo>
                <a:cubicBezTo>
                  <a:pt x="6926" y="98804"/>
                  <a:pt x="0" y="91875"/>
                  <a:pt x="0" y="83329"/>
                </a:cubicBezTo>
                <a:cubicBezTo>
                  <a:pt x="0" y="74783"/>
                  <a:pt x="6926" y="67855"/>
                  <a:pt x="15474" y="67855"/>
                </a:cubicBezTo>
                <a:lnTo>
                  <a:pt x="19874" y="67855"/>
                </a:lnTo>
                <a:cubicBezTo>
                  <a:pt x="23188" y="67855"/>
                  <a:pt x="26400" y="66702"/>
                  <a:pt x="28960" y="64598"/>
                </a:cubicBezTo>
                <a:lnTo>
                  <a:pt x="61520" y="37785"/>
                </a:lnTo>
                <a:cubicBezTo>
                  <a:pt x="64080" y="35678"/>
                  <a:pt x="67292" y="34526"/>
                  <a:pt x="70606" y="34526"/>
                </a:cubicBezTo>
                <a:lnTo>
                  <a:pt x="84526" y="34526"/>
                </a:lnTo>
                <a:cubicBezTo>
                  <a:pt x="93074" y="34526"/>
                  <a:pt x="100000" y="41453"/>
                  <a:pt x="100000" y="50000"/>
                </a:cubicBezTo>
                <a:cubicBezTo>
                  <a:pt x="100000" y="58546"/>
                  <a:pt x="93074" y="65474"/>
                  <a:pt x="84526" y="65474"/>
                </a:cubicBezTo>
                <a:lnTo>
                  <a:pt x="80126" y="65474"/>
                </a:lnTo>
                <a:cubicBezTo>
                  <a:pt x="76812" y="65474"/>
                  <a:pt x="73600" y="66626"/>
                  <a:pt x="71040" y="68731"/>
                </a:cubicBezTo>
                <a:lnTo>
                  <a:pt x="38480" y="95547"/>
                </a:lnTo>
                <a:cubicBezTo>
                  <a:pt x="35920" y="97650"/>
                  <a:pt x="32709" y="98804"/>
                  <a:pt x="29394" y="988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3" name="Красный — SVG 6">
            <a:extLst>
              <a:ext uri="{FF2B5EF4-FFF2-40B4-BE49-F238E27FC236}">
                <a16:creationId xmlns:a16="http://schemas.microsoft.com/office/drawing/2014/main" id="{1DA9CA54-C476-F543-BFA3-16744136EC5A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5310 w 127706"/>
              <a:gd name="csY0" fmla="*/ 0 h 127714"/>
              <a:gd name="csX1" fmla="*/ 3116 w 127706"/>
              <a:gd name="csY1" fmla="*/ 480 h 127714"/>
              <a:gd name="csX2" fmla="*/ 1312 w 127706"/>
              <a:gd name="csY2" fmla="*/ 1829 h 127714"/>
              <a:gd name="csX3" fmla="*/ 223 w 127706"/>
              <a:gd name="csY3" fmla="*/ 3804 h 127714"/>
              <a:gd name="csX4" fmla="*/ 53 w 127706"/>
              <a:gd name="csY4" fmla="*/ 6049 h 127714"/>
              <a:gd name="csX5" fmla="*/ 53 w 127706"/>
              <a:gd name="csY5" fmla="*/ 26636 h 127714"/>
              <a:gd name="csX6" fmla="*/ 427 w 127706"/>
              <a:gd name="csY6" fmla="*/ 28693 h 127714"/>
              <a:gd name="csX7" fmla="*/ 1584 w 127706"/>
              <a:gd name="csY7" fmla="*/ 30443 h 127714"/>
              <a:gd name="csX8" fmla="*/ 3319 w 127706"/>
              <a:gd name="csY8" fmla="*/ 31615 h 127714"/>
              <a:gd name="csX9" fmla="*/ 5361 w 127706"/>
              <a:gd name="csY9" fmla="*/ 32027 h 127714"/>
              <a:gd name="csX10" fmla="*/ 7420 w 127706"/>
              <a:gd name="csY10" fmla="*/ 31615 h 127714"/>
              <a:gd name="csX11" fmla="*/ 9155 w 127706"/>
              <a:gd name="csY11" fmla="*/ 30443 h 127714"/>
              <a:gd name="csX12" fmla="*/ 10295 w 127706"/>
              <a:gd name="csY12" fmla="*/ 28693 h 127714"/>
              <a:gd name="csX13" fmla="*/ 10686 w 127706"/>
              <a:gd name="csY13" fmla="*/ 26636 h 127714"/>
              <a:gd name="csX14" fmla="*/ 10686 w 127706"/>
              <a:gd name="csY14" fmla="*/ 18204 h 127714"/>
              <a:gd name="csX15" fmla="*/ 22885 w 127706"/>
              <a:gd name="csY15" fmla="*/ 30394 h 127714"/>
              <a:gd name="csX16" fmla="*/ 24603 w 127706"/>
              <a:gd name="csY16" fmla="*/ 31591 h 127714"/>
              <a:gd name="csX17" fmla="*/ 26662 w 127706"/>
              <a:gd name="csY17" fmla="*/ 32029 h 127714"/>
              <a:gd name="csX18" fmla="*/ 28720 w 127706"/>
              <a:gd name="csY18" fmla="*/ 31634 h 127714"/>
              <a:gd name="csX19" fmla="*/ 30473 w 127706"/>
              <a:gd name="csY19" fmla="*/ 30470 h 127714"/>
              <a:gd name="csX20" fmla="*/ 31630 w 127706"/>
              <a:gd name="csY20" fmla="*/ 28722 h 127714"/>
              <a:gd name="csX21" fmla="*/ 32021 w 127706"/>
              <a:gd name="csY21" fmla="*/ 26658 h 127714"/>
              <a:gd name="csX22" fmla="*/ 31596 w 127706"/>
              <a:gd name="csY22" fmla="*/ 24603 h 127714"/>
              <a:gd name="csX23" fmla="*/ 30388 w 127706"/>
              <a:gd name="csY23" fmla="*/ 22877 h 127714"/>
              <a:gd name="csX24" fmla="*/ 18206 w 127706"/>
              <a:gd name="csY24" fmla="*/ 10688 h 127714"/>
              <a:gd name="csX25" fmla="*/ 26628 w 127706"/>
              <a:gd name="csY25" fmla="*/ 10688 h 127714"/>
              <a:gd name="csX26" fmla="*/ 28687 w 127706"/>
              <a:gd name="csY26" fmla="*/ 10304 h 127714"/>
              <a:gd name="csX27" fmla="*/ 30439 w 127706"/>
              <a:gd name="csY27" fmla="*/ 9157 h 127714"/>
              <a:gd name="csX28" fmla="*/ 31613 w 127706"/>
              <a:gd name="csY28" fmla="*/ 7424 h 127714"/>
              <a:gd name="csX29" fmla="*/ 32021 w 127706"/>
              <a:gd name="csY29" fmla="*/ 5372 h 127714"/>
              <a:gd name="csX30" fmla="*/ 31613 w 127706"/>
              <a:gd name="csY30" fmla="*/ 3319 h 127714"/>
              <a:gd name="csX31" fmla="*/ 30439 w 127706"/>
              <a:gd name="csY31" fmla="*/ 1585 h 127714"/>
              <a:gd name="csX32" fmla="*/ 28687 w 127706"/>
              <a:gd name="csY32" fmla="*/ 439 h 127714"/>
              <a:gd name="csX33" fmla="*/ 26628 w 127706"/>
              <a:gd name="csY33" fmla="*/ 56 h 127714"/>
              <a:gd name="csX34" fmla="*/ 6042 w 127706"/>
              <a:gd name="csY34" fmla="*/ 56 h 127714"/>
              <a:gd name="csX35" fmla="*/ 5310 w 127706"/>
              <a:gd name="csY35" fmla="*/ 0 h 127714"/>
              <a:gd name="csX36" fmla="*/ 122226 w 127706"/>
              <a:gd name="csY36" fmla="*/ 7 h 127714"/>
              <a:gd name="csX37" fmla="*/ 121664 w 127706"/>
              <a:gd name="csY37" fmla="*/ 56 h 127714"/>
              <a:gd name="csX38" fmla="*/ 101061 w 127706"/>
              <a:gd name="csY38" fmla="*/ 56 h 127714"/>
              <a:gd name="csX39" fmla="*/ 99020 w 127706"/>
              <a:gd name="csY39" fmla="*/ 439 h 127714"/>
              <a:gd name="csX40" fmla="*/ 97267 w 127706"/>
              <a:gd name="csY40" fmla="*/ 1585 h 127714"/>
              <a:gd name="csX41" fmla="*/ 96094 w 127706"/>
              <a:gd name="csY41" fmla="*/ 3319 h 127714"/>
              <a:gd name="csX42" fmla="*/ 95686 w 127706"/>
              <a:gd name="csY42" fmla="*/ 5372 h 127714"/>
              <a:gd name="csX43" fmla="*/ 96094 w 127706"/>
              <a:gd name="csY43" fmla="*/ 7424 h 127714"/>
              <a:gd name="csX44" fmla="*/ 97267 w 127706"/>
              <a:gd name="csY44" fmla="*/ 9157 h 127714"/>
              <a:gd name="csX45" fmla="*/ 99020 w 127706"/>
              <a:gd name="csY45" fmla="*/ 10304 h 127714"/>
              <a:gd name="csX46" fmla="*/ 101061 w 127706"/>
              <a:gd name="csY46" fmla="*/ 10688 h 127714"/>
              <a:gd name="csX47" fmla="*/ 109500 w 127706"/>
              <a:gd name="csY47" fmla="*/ 10688 h 127714"/>
              <a:gd name="csX48" fmla="*/ 97319 w 127706"/>
              <a:gd name="csY48" fmla="*/ 22877 h 127714"/>
              <a:gd name="csX49" fmla="*/ 96111 w 127706"/>
              <a:gd name="csY49" fmla="*/ 24603 h 127714"/>
              <a:gd name="csX50" fmla="*/ 95668 w 127706"/>
              <a:gd name="csY50" fmla="*/ 26658 h 127714"/>
              <a:gd name="csX51" fmla="*/ 96077 w 127706"/>
              <a:gd name="csY51" fmla="*/ 28722 h 127714"/>
              <a:gd name="csX52" fmla="*/ 97233 w 127706"/>
              <a:gd name="csY52" fmla="*/ 30470 h 127714"/>
              <a:gd name="csX53" fmla="*/ 98986 w 127706"/>
              <a:gd name="csY53" fmla="*/ 31634 h 127714"/>
              <a:gd name="csX54" fmla="*/ 101045 w 127706"/>
              <a:gd name="csY54" fmla="*/ 32029 h 127714"/>
              <a:gd name="csX55" fmla="*/ 103103 w 127706"/>
              <a:gd name="csY55" fmla="*/ 31591 h 127714"/>
              <a:gd name="csX56" fmla="*/ 104821 w 127706"/>
              <a:gd name="csY56" fmla="*/ 30394 h 127714"/>
              <a:gd name="csX57" fmla="*/ 117020 w 127706"/>
              <a:gd name="csY57" fmla="*/ 18204 h 127714"/>
              <a:gd name="csX58" fmla="*/ 117020 w 127706"/>
              <a:gd name="csY58" fmla="*/ 26636 h 127714"/>
              <a:gd name="csX59" fmla="*/ 117394 w 127706"/>
              <a:gd name="csY59" fmla="*/ 28693 h 127714"/>
              <a:gd name="csX60" fmla="*/ 118552 w 127706"/>
              <a:gd name="csY60" fmla="*/ 30443 h 127714"/>
              <a:gd name="csX61" fmla="*/ 120287 w 127706"/>
              <a:gd name="csY61" fmla="*/ 31615 h 127714"/>
              <a:gd name="csX62" fmla="*/ 122328 w 127706"/>
              <a:gd name="csY62" fmla="*/ 32027 h 127714"/>
              <a:gd name="csX63" fmla="*/ 124387 w 127706"/>
              <a:gd name="csY63" fmla="*/ 31615 h 127714"/>
              <a:gd name="csX64" fmla="*/ 126122 w 127706"/>
              <a:gd name="csY64" fmla="*/ 30443 h 127714"/>
              <a:gd name="csX65" fmla="*/ 127262 w 127706"/>
              <a:gd name="csY65" fmla="*/ 28693 h 127714"/>
              <a:gd name="csX66" fmla="*/ 127653 w 127706"/>
              <a:gd name="csY66" fmla="*/ 26636 h 127714"/>
              <a:gd name="csX67" fmla="*/ 127653 w 127706"/>
              <a:gd name="csY67" fmla="*/ 6042 h 127714"/>
              <a:gd name="csX68" fmla="*/ 127466 w 127706"/>
              <a:gd name="csY68" fmla="*/ 3761 h 127714"/>
              <a:gd name="csX69" fmla="*/ 126343 w 127706"/>
              <a:gd name="csY69" fmla="*/ 1769 h 127714"/>
              <a:gd name="csX70" fmla="*/ 124489 w 127706"/>
              <a:gd name="csY70" fmla="*/ 435 h 127714"/>
              <a:gd name="csX71" fmla="*/ 122226 w 127706"/>
              <a:gd name="csY71" fmla="*/ 7 h 127714"/>
              <a:gd name="csX72" fmla="*/ 63853 w 127706"/>
              <a:gd name="csY72" fmla="*/ 56 h 127714"/>
              <a:gd name="csX73" fmla="*/ 53832 w 127706"/>
              <a:gd name="csY73" fmla="*/ 4207 h 127714"/>
              <a:gd name="csX74" fmla="*/ 49681 w 127706"/>
              <a:gd name="csY74" fmla="*/ 14232 h 127714"/>
              <a:gd name="csX75" fmla="*/ 53832 w 127706"/>
              <a:gd name="csY75" fmla="*/ 24254 h 127714"/>
              <a:gd name="csX76" fmla="*/ 63853 w 127706"/>
              <a:gd name="csY76" fmla="*/ 28407 h 127714"/>
              <a:gd name="csX77" fmla="*/ 73874 w 127706"/>
              <a:gd name="csY77" fmla="*/ 24254 h 127714"/>
              <a:gd name="csX78" fmla="*/ 78025 w 127706"/>
              <a:gd name="csY78" fmla="*/ 14232 h 127714"/>
              <a:gd name="csX79" fmla="*/ 73874 w 127706"/>
              <a:gd name="csY79" fmla="*/ 4207 h 127714"/>
              <a:gd name="csX80" fmla="*/ 63853 w 127706"/>
              <a:gd name="csY80" fmla="*/ 56 h 127714"/>
              <a:gd name="csX81" fmla="*/ 62084 w 127706"/>
              <a:gd name="csY81" fmla="*/ 35495 h 127714"/>
              <a:gd name="csX82" fmla="*/ 42587 w 127706"/>
              <a:gd name="csY82" fmla="*/ 54987 h 127714"/>
              <a:gd name="csX83" fmla="*/ 42587 w 127706"/>
              <a:gd name="csY83" fmla="*/ 85112 h 127714"/>
              <a:gd name="csX84" fmla="*/ 43539 w 127706"/>
              <a:gd name="csY84" fmla="*/ 88221 h 127714"/>
              <a:gd name="csX85" fmla="*/ 46125 w 127706"/>
              <a:gd name="csY85" fmla="*/ 90191 h 127714"/>
              <a:gd name="csX86" fmla="*/ 46125 w 127706"/>
              <a:gd name="csY86" fmla="*/ 122323 h 127714"/>
              <a:gd name="csX87" fmla="*/ 46517 w 127706"/>
              <a:gd name="csY87" fmla="*/ 124380 h 127714"/>
              <a:gd name="csX88" fmla="*/ 47657 w 127706"/>
              <a:gd name="csY88" fmla="*/ 126131 h 127714"/>
              <a:gd name="csX89" fmla="*/ 49392 w 127706"/>
              <a:gd name="csY89" fmla="*/ 127303 h 127714"/>
              <a:gd name="csX90" fmla="*/ 51450 w 127706"/>
              <a:gd name="csY90" fmla="*/ 127714 h 127714"/>
              <a:gd name="csX91" fmla="*/ 53492 w 127706"/>
              <a:gd name="csY91" fmla="*/ 127303 h 127714"/>
              <a:gd name="csX92" fmla="*/ 55227 w 127706"/>
              <a:gd name="csY92" fmla="*/ 126131 h 127714"/>
              <a:gd name="csX93" fmla="*/ 56384 w 127706"/>
              <a:gd name="csY93" fmla="*/ 124380 h 127714"/>
              <a:gd name="csX94" fmla="*/ 56759 w 127706"/>
              <a:gd name="csY94" fmla="*/ 122323 h 127714"/>
              <a:gd name="csX95" fmla="*/ 56759 w 127706"/>
              <a:gd name="csY95" fmla="*/ 88655 h 127714"/>
              <a:gd name="csX96" fmla="*/ 70948 w 127706"/>
              <a:gd name="csY96" fmla="*/ 88655 h 127714"/>
              <a:gd name="csX97" fmla="*/ 70948 w 127706"/>
              <a:gd name="csY97" fmla="*/ 122323 h 127714"/>
              <a:gd name="csX98" fmla="*/ 71322 w 127706"/>
              <a:gd name="csY98" fmla="*/ 124380 h 127714"/>
              <a:gd name="csX99" fmla="*/ 72479 w 127706"/>
              <a:gd name="csY99" fmla="*/ 126131 h 127714"/>
              <a:gd name="csX100" fmla="*/ 74215 w 127706"/>
              <a:gd name="csY100" fmla="*/ 127303 h 127714"/>
              <a:gd name="csX101" fmla="*/ 76256 w 127706"/>
              <a:gd name="csY101" fmla="*/ 127714 h 127714"/>
              <a:gd name="csX102" fmla="*/ 78314 w 127706"/>
              <a:gd name="csY102" fmla="*/ 127303 h 127714"/>
              <a:gd name="csX103" fmla="*/ 80050 w 127706"/>
              <a:gd name="csY103" fmla="*/ 126131 h 127714"/>
              <a:gd name="csX104" fmla="*/ 81190 w 127706"/>
              <a:gd name="csY104" fmla="*/ 124380 h 127714"/>
              <a:gd name="csX105" fmla="*/ 81582 w 127706"/>
              <a:gd name="csY105" fmla="*/ 122323 h 127714"/>
              <a:gd name="csX106" fmla="*/ 81582 w 127706"/>
              <a:gd name="csY106" fmla="*/ 90191 h 127714"/>
              <a:gd name="csX107" fmla="*/ 84168 w 127706"/>
              <a:gd name="csY107" fmla="*/ 88221 h 127714"/>
              <a:gd name="csX108" fmla="*/ 85120 w 127706"/>
              <a:gd name="csY108" fmla="*/ 85112 h 127714"/>
              <a:gd name="csX109" fmla="*/ 85120 w 127706"/>
              <a:gd name="csY109" fmla="*/ 54987 h 127714"/>
              <a:gd name="csX110" fmla="*/ 65622 w 127706"/>
              <a:gd name="csY110" fmla="*/ 35495 h 127714"/>
              <a:gd name="csX111" fmla="*/ 62084 w 127706"/>
              <a:gd name="csY111" fmla="*/ 35495 h 127714"/>
              <a:gd name="csX112" fmla="*/ 5293 w 127706"/>
              <a:gd name="csY112" fmla="*/ 95667 h 127714"/>
              <a:gd name="csX113" fmla="*/ 1550 w 127706"/>
              <a:gd name="csY113" fmla="*/ 97280 h 127714"/>
              <a:gd name="csX114" fmla="*/ 53 w 127706"/>
              <a:gd name="csY114" fmla="*/ 101060 h 127714"/>
              <a:gd name="csX115" fmla="*/ 53 w 127706"/>
              <a:gd name="csY115" fmla="*/ 121652 h 127714"/>
              <a:gd name="csX116" fmla="*/ 274 w 127706"/>
              <a:gd name="csY116" fmla="*/ 124069 h 127714"/>
              <a:gd name="csX117" fmla="*/ 1567 w 127706"/>
              <a:gd name="csY117" fmla="*/ 126134 h 127714"/>
              <a:gd name="csX118" fmla="*/ 3626 w 127706"/>
              <a:gd name="csY118" fmla="*/ 127411 h 127714"/>
              <a:gd name="csX119" fmla="*/ 6042 w 127706"/>
              <a:gd name="csY119" fmla="*/ 127639 h 127714"/>
              <a:gd name="csX120" fmla="*/ 26628 w 127706"/>
              <a:gd name="csY120" fmla="*/ 127639 h 127714"/>
              <a:gd name="csX121" fmla="*/ 28687 w 127706"/>
              <a:gd name="csY121" fmla="*/ 127255 h 127714"/>
              <a:gd name="csX122" fmla="*/ 30439 w 127706"/>
              <a:gd name="csY122" fmla="*/ 126108 h 127714"/>
              <a:gd name="csX123" fmla="*/ 31613 w 127706"/>
              <a:gd name="csY123" fmla="*/ 124375 h 127714"/>
              <a:gd name="csX124" fmla="*/ 32021 w 127706"/>
              <a:gd name="csY124" fmla="*/ 122323 h 127714"/>
              <a:gd name="csX125" fmla="*/ 31613 w 127706"/>
              <a:gd name="csY125" fmla="*/ 120270 h 127714"/>
              <a:gd name="csX126" fmla="*/ 30439 w 127706"/>
              <a:gd name="csY126" fmla="*/ 118537 h 127714"/>
              <a:gd name="csX127" fmla="*/ 28687 w 127706"/>
              <a:gd name="csY127" fmla="*/ 117390 h 127714"/>
              <a:gd name="csX128" fmla="*/ 26628 w 127706"/>
              <a:gd name="csY128" fmla="*/ 117008 h 127714"/>
              <a:gd name="csX129" fmla="*/ 18206 w 127706"/>
              <a:gd name="csY129" fmla="*/ 117008 h 127714"/>
              <a:gd name="csX130" fmla="*/ 30388 w 127706"/>
              <a:gd name="csY130" fmla="*/ 104817 h 127714"/>
              <a:gd name="csX131" fmla="*/ 31596 w 127706"/>
              <a:gd name="csY131" fmla="*/ 103092 h 127714"/>
              <a:gd name="csX132" fmla="*/ 32021 w 127706"/>
              <a:gd name="csY132" fmla="*/ 101036 h 127714"/>
              <a:gd name="csX133" fmla="*/ 31630 w 127706"/>
              <a:gd name="csY133" fmla="*/ 98972 h 127714"/>
              <a:gd name="csX134" fmla="*/ 30473 w 127706"/>
              <a:gd name="csY134" fmla="*/ 97224 h 127714"/>
              <a:gd name="csX135" fmla="*/ 28720 w 127706"/>
              <a:gd name="csY135" fmla="*/ 96060 h 127714"/>
              <a:gd name="csX136" fmla="*/ 26662 w 127706"/>
              <a:gd name="csY136" fmla="*/ 95665 h 127714"/>
              <a:gd name="csX137" fmla="*/ 24603 w 127706"/>
              <a:gd name="csY137" fmla="*/ 96103 h 127714"/>
              <a:gd name="csX138" fmla="*/ 22885 w 127706"/>
              <a:gd name="csY138" fmla="*/ 97300 h 127714"/>
              <a:gd name="csX139" fmla="*/ 10686 w 127706"/>
              <a:gd name="csY139" fmla="*/ 109490 h 127714"/>
              <a:gd name="csX140" fmla="*/ 10686 w 127706"/>
              <a:gd name="csY140" fmla="*/ 101060 h 127714"/>
              <a:gd name="csX141" fmla="*/ 10295 w 127706"/>
              <a:gd name="csY141" fmla="*/ 98983 h 127714"/>
              <a:gd name="csX142" fmla="*/ 9121 w 127706"/>
              <a:gd name="csY142" fmla="*/ 97220 h 127714"/>
              <a:gd name="csX143" fmla="*/ 7369 w 127706"/>
              <a:gd name="csY143" fmla="*/ 96055 h 127714"/>
              <a:gd name="csX144" fmla="*/ 5293 w 127706"/>
              <a:gd name="csY144" fmla="*/ 95667 h 127714"/>
              <a:gd name="csX145" fmla="*/ 101027 w 127706"/>
              <a:gd name="csY145" fmla="*/ 95667 h 127714"/>
              <a:gd name="csX146" fmla="*/ 98033 w 127706"/>
              <a:gd name="csY146" fmla="*/ 96567 h 127714"/>
              <a:gd name="csX147" fmla="*/ 96060 w 127706"/>
              <a:gd name="csY147" fmla="*/ 98986 h 127714"/>
              <a:gd name="csX148" fmla="*/ 95787 w 127706"/>
              <a:gd name="csY148" fmla="*/ 102092 h 127714"/>
              <a:gd name="csX149" fmla="*/ 97319 w 127706"/>
              <a:gd name="csY149" fmla="*/ 104817 h 127714"/>
              <a:gd name="csX150" fmla="*/ 109500 w 127706"/>
              <a:gd name="csY150" fmla="*/ 117008 h 127714"/>
              <a:gd name="csX151" fmla="*/ 101061 w 127706"/>
              <a:gd name="csY151" fmla="*/ 117008 h 127714"/>
              <a:gd name="csX152" fmla="*/ 99020 w 127706"/>
              <a:gd name="csY152" fmla="*/ 117390 h 127714"/>
              <a:gd name="csX153" fmla="*/ 97267 w 127706"/>
              <a:gd name="csY153" fmla="*/ 118537 h 127714"/>
              <a:gd name="csX154" fmla="*/ 96094 w 127706"/>
              <a:gd name="csY154" fmla="*/ 120270 h 127714"/>
              <a:gd name="csX155" fmla="*/ 95686 w 127706"/>
              <a:gd name="csY155" fmla="*/ 122323 h 127714"/>
              <a:gd name="csX156" fmla="*/ 96094 w 127706"/>
              <a:gd name="csY156" fmla="*/ 124375 h 127714"/>
              <a:gd name="csX157" fmla="*/ 97267 w 127706"/>
              <a:gd name="csY157" fmla="*/ 126108 h 127714"/>
              <a:gd name="csX158" fmla="*/ 99020 w 127706"/>
              <a:gd name="csY158" fmla="*/ 127255 h 127714"/>
              <a:gd name="csX159" fmla="*/ 101061 w 127706"/>
              <a:gd name="csY159" fmla="*/ 127639 h 127714"/>
              <a:gd name="csX160" fmla="*/ 121664 w 127706"/>
              <a:gd name="csY160" fmla="*/ 127639 h 127714"/>
              <a:gd name="csX161" fmla="*/ 124081 w 127706"/>
              <a:gd name="csY161" fmla="*/ 127410 h 127714"/>
              <a:gd name="csX162" fmla="*/ 126156 w 127706"/>
              <a:gd name="csY162" fmla="*/ 126129 h 127714"/>
              <a:gd name="csX163" fmla="*/ 127432 w 127706"/>
              <a:gd name="csY163" fmla="*/ 124064 h 127714"/>
              <a:gd name="csX164" fmla="*/ 127653 w 127706"/>
              <a:gd name="csY164" fmla="*/ 121645 h 127714"/>
              <a:gd name="csX165" fmla="*/ 127653 w 127706"/>
              <a:gd name="csY165" fmla="*/ 101060 h 127714"/>
              <a:gd name="csX166" fmla="*/ 127262 w 127706"/>
              <a:gd name="csY166" fmla="*/ 98983 h 127714"/>
              <a:gd name="csX167" fmla="*/ 126088 w 127706"/>
              <a:gd name="csY167" fmla="*/ 97220 h 127714"/>
              <a:gd name="csX168" fmla="*/ 124336 w 127706"/>
              <a:gd name="csY168" fmla="*/ 96055 h 127714"/>
              <a:gd name="csX169" fmla="*/ 122260 w 127706"/>
              <a:gd name="csY169" fmla="*/ 95667 h 127714"/>
              <a:gd name="csX170" fmla="*/ 118518 w 127706"/>
              <a:gd name="csY170" fmla="*/ 97280 h 127714"/>
              <a:gd name="csX171" fmla="*/ 117020 w 127706"/>
              <a:gd name="csY171" fmla="*/ 101060 h 127714"/>
              <a:gd name="csX172" fmla="*/ 117020 w 127706"/>
              <a:gd name="csY172" fmla="*/ 109490 h 127714"/>
              <a:gd name="csX173" fmla="*/ 104821 w 127706"/>
              <a:gd name="csY173" fmla="*/ 97300 h 127714"/>
              <a:gd name="csX174" fmla="*/ 103086 w 127706"/>
              <a:gd name="csY174" fmla="*/ 96097 h 127714"/>
              <a:gd name="csX175" fmla="*/ 101027 w 127706"/>
              <a:gd name="csY175" fmla="*/ 95667 h 127714"/>
            </a:gdLst>
            <a:ahLst/>
            <a:cxnLst/>
            <a:rect l="l" t="t" r="r" b="b"/>
            <a:pathLst>
              <a:path w="100000" h="100000">
                <a:moveTo>
                  <a:pt x="4161" y="0"/>
                </a:moveTo>
                <a:cubicBezTo>
                  <a:pt x="3574" y="0"/>
                  <a:pt x="2975" y="129"/>
                  <a:pt x="2443" y="376"/>
                </a:cubicBezTo>
                <a:cubicBezTo>
                  <a:pt x="1896" y="622"/>
                  <a:pt x="1416" y="983"/>
                  <a:pt x="1030" y="1432"/>
                </a:cubicBezTo>
                <a:cubicBezTo>
                  <a:pt x="631" y="1881"/>
                  <a:pt x="351" y="2407"/>
                  <a:pt x="178" y="2979"/>
                </a:cubicBezTo>
                <a:cubicBezTo>
                  <a:pt x="5" y="3549"/>
                  <a:pt x="-35" y="4148"/>
                  <a:pt x="45" y="4736"/>
                </a:cubicBezTo>
                <a:lnTo>
                  <a:pt x="45" y="20856"/>
                </a:lnTo>
                <a:cubicBezTo>
                  <a:pt x="31" y="21407"/>
                  <a:pt x="138" y="21955"/>
                  <a:pt x="337" y="22467"/>
                </a:cubicBezTo>
                <a:cubicBezTo>
                  <a:pt x="550" y="22978"/>
                  <a:pt x="857" y="23444"/>
                  <a:pt x="1243" y="23837"/>
                </a:cubicBezTo>
                <a:cubicBezTo>
                  <a:pt x="1630" y="24230"/>
                  <a:pt x="2096" y="24542"/>
                  <a:pt x="2602" y="24755"/>
                </a:cubicBezTo>
                <a:cubicBezTo>
                  <a:pt x="3109" y="24968"/>
                  <a:pt x="3655" y="25077"/>
                  <a:pt x="4201" y="25077"/>
                </a:cubicBezTo>
                <a:cubicBezTo>
                  <a:pt x="4761" y="25077"/>
                  <a:pt x="5306" y="24968"/>
                  <a:pt x="5813" y="24755"/>
                </a:cubicBezTo>
                <a:cubicBezTo>
                  <a:pt x="6319" y="24542"/>
                  <a:pt x="6785" y="24230"/>
                  <a:pt x="7171" y="23837"/>
                </a:cubicBezTo>
                <a:cubicBezTo>
                  <a:pt x="7558" y="23444"/>
                  <a:pt x="7864" y="22978"/>
                  <a:pt x="8064" y="22467"/>
                </a:cubicBezTo>
                <a:cubicBezTo>
                  <a:pt x="8277" y="21955"/>
                  <a:pt x="8384" y="21407"/>
                  <a:pt x="8370" y="20856"/>
                </a:cubicBezTo>
                <a:lnTo>
                  <a:pt x="8370" y="14254"/>
                </a:lnTo>
                <a:lnTo>
                  <a:pt x="17922" y="23798"/>
                </a:lnTo>
                <a:cubicBezTo>
                  <a:pt x="18295" y="24198"/>
                  <a:pt x="18761" y="24516"/>
                  <a:pt x="19267" y="24736"/>
                </a:cubicBezTo>
                <a:cubicBezTo>
                  <a:pt x="19774" y="24956"/>
                  <a:pt x="20320" y="25072"/>
                  <a:pt x="20879" y="25079"/>
                </a:cubicBezTo>
                <a:cubicBezTo>
                  <a:pt x="21426" y="25083"/>
                  <a:pt x="21985" y="24978"/>
                  <a:pt x="22491" y="24769"/>
                </a:cubicBezTo>
                <a:cubicBezTo>
                  <a:pt x="23011" y="24560"/>
                  <a:pt x="23477" y="24249"/>
                  <a:pt x="23863" y="23858"/>
                </a:cubicBezTo>
                <a:cubicBezTo>
                  <a:pt x="24249" y="23466"/>
                  <a:pt x="24570" y="23001"/>
                  <a:pt x="24769" y="22489"/>
                </a:cubicBezTo>
                <a:cubicBezTo>
                  <a:pt x="24982" y="21976"/>
                  <a:pt x="25089" y="21426"/>
                  <a:pt x="25076" y="20873"/>
                </a:cubicBezTo>
                <a:cubicBezTo>
                  <a:pt x="25076" y="20319"/>
                  <a:pt x="24956" y="19772"/>
                  <a:pt x="24743" y="19264"/>
                </a:cubicBezTo>
                <a:cubicBezTo>
                  <a:pt x="24516" y="18755"/>
                  <a:pt x="24196" y="18296"/>
                  <a:pt x="23797" y="17913"/>
                </a:cubicBezTo>
                <a:lnTo>
                  <a:pt x="14258" y="8369"/>
                </a:lnTo>
                <a:lnTo>
                  <a:pt x="20853" y="8369"/>
                </a:lnTo>
                <a:cubicBezTo>
                  <a:pt x="21413" y="8376"/>
                  <a:pt x="21958" y="8274"/>
                  <a:pt x="22465" y="8068"/>
                </a:cubicBezTo>
                <a:cubicBezTo>
                  <a:pt x="22984" y="7863"/>
                  <a:pt x="23451" y="7558"/>
                  <a:pt x="23837" y="7170"/>
                </a:cubicBezTo>
                <a:cubicBezTo>
                  <a:pt x="24236" y="6782"/>
                  <a:pt x="24543" y="6321"/>
                  <a:pt x="24756" y="5813"/>
                </a:cubicBezTo>
                <a:cubicBezTo>
                  <a:pt x="24969" y="5304"/>
                  <a:pt x="25076" y="4758"/>
                  <a:pt x="25076" y="4206"/>
                </a:cubicBezTo>
                <a:cubicBezTo>
                  <a:pt x="25076" y="3653"/>
                  <a:pt x="24969" y="3108"/>
                  <a:pt x="24756" y="2599"/>
                </a:cubicBezTo>
                <a:cubicBezTo>
                  <a:pt x="24543" y="2090"/>
                  <a:pt x="24236" y="1629"/>
                  <a:pt x="23837" y="1241"/>
                </a:cubicBezTo>
                <a:cubicBezTo>
                  <a:pt x="23451" y="853"/>
                  <a:pt x="22984" y="549"/>
                  <a:pt x="22465" y="344"/>
                </a:cubicBezTo>
                <a:cubicBezTo>
                  <a:pt x="21958" y="137"/>
                  <a:pt x="21413" y="36"/>
                  <a:pt x="20853" y="44"/>
                </a:cubicBezTo>
                <a:lnTo>
                  <a:pt x="4734" y="44"/>
                </a:lnTo>
                <a:cubicBezTo>
                  <a:pt x="4547" y="16"/>
                  <a:pt x="4361" y="2"/>
                  <a:pt x="4161" y="0"/>
                </a:cubicBezTo>
                <a:close/>
                <a:moveTo>
                  <a:pt x="95706" y="5"/>
                </a:moveTo>
                <a:cubicBezTo>
                  <a:pt x="95560" y="9"/>
                  <a:pt x="95413" y="23"/>
                  <a:pt x="95266" y="44"/>
                </a:cubicBezTo>
                <a:lnTo>
                  <a:pt x="79134" y="44"/>
                </a:lnTo>
                <a:cubicBezTo>
                  <a:pt x="78588" y="36"/>
                  <a:pt x="78042" y="137"/>
                  <a:pt x="77536" y="344"/>
                </a:cubicBezTo>
                <a:cubicBezTo>
                  <a:pt x="77017" y="549"/>
                  <a:pt x="76550" y="853"/>
                  <a:pt x="76163" y="1241"/>
                </a:cubicBezTo>
                <a:cubicBezTo>
                  <a:pt x="75764" y="1629"/>
                  <a:pt x="75458" y="2090"/>
                  <a:pt x="75245" y="2599"/>
                </a:cubicBezTo>
                <a:cubicBezTo>
                  <a:pt x="75031" y="3108"/>
                  <a:pt x="74925" y="3653"/>
                  <a:pt x="74925" y="4206"/>
                </a:cubicBezTo>
                <a:cubicBezTo>
                  <a:pt x="74925" y="4758"/>
                  <a:pt x="75031" y="5304"/>
                  <a:pt x="75245" y="5813"/>
                </a:cubicBezTo>
                <a:cubicBezTo>
                  <a:pt x="75458" y="6321"/>
                  <a:pt x="75764" y="6782"/>
                  <a:pt x="76163" y="7170"/>
                </a:cubicBezTo>
                <a:cubicBezTo>
                  <a:pt x="76550" y="7558"/>
                  <a:pt x="77017" y="7863"/>
                  <a:pt x="77536" y="8068"/>
                </a:cubicBezTo>
                <a:cubicBezTo>
                  <a:pt x="78042" y="8274"/>
                  <a:pt x="78588" y="8376"/>
                  <a:pt x="79134" y="8369"/>
                </a:cubicBezTo>
                <a:lnTo>
                  <a:pt x="85742" y="8369"/>
                </a:lnTo>
                <a:lnTo>
                  <a:pt x="76204" y="17913"/>
                </a:lnTo>
                <a:cubicBezTo>
                  <a:pt x="75804" y="18296"/>
                  <a:pt x="75484" y="18755"/>
                  <a:pt x="75258" y="19264"/>
                </a:cubicBezTo>
                <a:cubicBezTo>
                  <a:pt x="75045" y="19772"/>
                  <a:pt x="74925" y="20319"/>
                  <a:pt x="74911" y="20873"/>
                </a:cubicBezTo>
                <a:cubicBezTo>
                  <a:pt x="74911" y="21426"/>
                  <a:pt x="75018" y="21976"/>
                  <a:pt x="75231" y="22489"/>
                </a:cubicBezTo>
                <a:cubicBezTo>
                  <a:pt x="75431" y="23001"/>
                  <a:pt x="75751" y="23466"/>
                  <a:pt x="76137" y="23858"/>
                </a:cubicBezTo>
                <a:cubicBezTo>
                  <a:pt x="76523" y="24249"/>
                  <a:pt x="76990" y="24560"/>
                  <a:pt x="77509" y="24769"/>
                </a:cubicBezTo>
                <a:cubicBezTo>
                  <a:pt x="78016" y="24978"/>
                  <a:pt x="78575" y="25083"/>
                  <a:pt x="79121" y="25079"/>
                </a:cubicBezTo>
                <a:cubicBezTo>
                  <a:pt x="79680" y="25072"/>
                  <a:pt x="80227" y="24956"/>
                  <a:pt x="80733" y="24736"/>
                </a:cubicBezTo>
                <a:cubicBezTo>
                  <a:pt x="81239" y="24516"/>
                  <a:pt x="81705" y="24198"/>
                  <a:pt x="82078" y="23798"/>
                </a:cubicBezTo>
                <a:lnTo>
                  <a:pt x="91630" y="14254"/>
                </a:lnTo>
                <a:lnTo>
                  <a:pt x="91630" y="20856"/>
                </a:lnTo>
                <a:cubicBezTo>
                  <a:pt x="91616" y="21407"/>
                  <a:pt x="91723" y="21955"/>
                  <a:pt x="91923" y="22467"/>
                </a:cubicBezTo>
                <a:cubicBezTo>
                  <a:pt x="92136" y="22978"/>
                  <a:pt x="92442" y="23444"/>
                  <a:pt x="92829" y="23837"/>
                </a:cubicBezTo>
                <a:cubicBezTo>
                  <a:pt x="93215" y="24230"/>
                  <a:pt x="93681" y="24542"/>
                  <a:pt x="94188" y="24755"/>
                </a:cubicBezTo>
                <a:cubicBezTo>
                  <a:pt x="94694" y="24968"/>
                  <a:pt x="95240" y="25077"/>
                  <a:pt x="95786" y="25077"/>
                </a:cubicBezTo>
                <a:cubicBezTo>
                  <a:pt x="96346" y="25077"/>
                  <a:pt x="96891" y="24968"/>
                  <a:pt x="97398" y="24755"/>
                </a:cubicBezTo>
                <a:cubicBezTo>
                  <a:pt x="97905" y="24542"/>
                  <a:pt x="98371" y="24230"/>
                  <a:pt x="98757" y="23837"/>
                </a:cubicBezTo>
                <a:cubicBezTo>
                  <a:pt x="99143" y="23444"/>
                  <a:pt x="99450" y="22978"/>
                  <a:pt x="99649" y="22467"/>
                </a:cubicBezTo>
                <a:cubicBezTo>
                  <a:pt x="99862" y="21955"/>
                  <a:pt x="99969" y="21407"/>
                  <a:pt x="99955" y="20856"/>
                </a:cubicBezTo>
                <a:lnTo>
                  <a:pt x="99955" y="4731"/>
                </a:lnTo>
                <a:cubicBezTo>
                  <a:pt x="100035" y="4133"/>
                  <a:pt x="99982" y="3523"/>
                  <a:pt x="99809" y="2945"/>
                </a:cubicBezTo>
                <a:cubicBezTo>
                  <a:pt x="99636" y="2367"/>
                  <a:pt x="99330" y="1835"/>
                  <a:pt x="98930" y="1385"/>
                </a:cubicBezTo>
                <a:cubicBezTo>
                  <a:pt x="98530" y="935"/>
                  <a:pt x="98024" y="579"/>
                  <a:pt x="97478" y="341"/>
                </a:cubicBezTo>
                <a:cubicBezTo>
                  <a:pt x="96919" y="103"/>
                  <a:pt x="96319" y="-12"/>
                  <a:pt x="95706" y="5"/>
                </a:cubicBezTo>
                <a:close/>
                <a:moveTo>
                  <a:pt x="50000" y="44"/>
                </a:moveTo>
                <a:cubicBezTo>
                  <a:pt x="47056" y="44"/>
                  <a:pt x="44232" y="1214"/>
                  <a:pt x="42154" y="3294"/>
                </a:cubicBezTo>
                <a:cubicBezTo>
                  <a:pt x="40062" y="5376"/>
                  <a:pt x="38903" y="8200"/>
                  <a:pt x="38903" y="11144"/>
                </a:cubicBezTo>
                <a:cubicBezTo>
                  <a:pt x="38903" y="14087"/>
                  <a:pt x="40062" y="16910"/>
                  <a:pt x="42154" y="18991"/>
                </a:cubicBezTo>
                <a:cubicBezTo>
                  <a:pt x="44232" y="21073"/>
                  <a:pt x="47056" y="22243"/>
                  <a:pt x="50000" y="22243"/>
                </a:cubicBezTo>
                <a:cubicBezTo>
                  <a:pt x="52945" y="22243"/>
                  <a:pt x="55768" y="21073"/>
                  <a:pt x="57846" y="18991"/>
                </a:cubicBezTo>
                <a:cubicBezTo>
                  <a:pt x="59939" y="16910"/>
                  <a:pt x="61097" y="14087"/>
                  <a:pt x="61097" y="11144"/>
                </a:cubicBezTo>
                <a:cubicBezTo>
                  <a:pt x="61097" y="8200"/>
                  <a:pt x="59939" y="5376"/>
                  <a:pt x="57846" y="3294"/>
                </a:cubicBezTo>
                <a:cubicBezTo>
                  <a:pt x="55768" y="1214"/>
                  <a:pt x="52945" y="44"/>
                  <a:pt x="50000" y="44"/>
                </a:cubicBezTo>
                <a:close/>
                <a:moveTo>
                  <a:pt x="48615" y="27793"/>
                </a:moveTo>
                <a:cubicBezTo>
                  <a:pt x="40235" y="27793"/>
                  <a:pt x="33349" y="34675"/>
                  <a:pt x="33349" y="43055"/>
                </a:cubicBezTo>
                <a:lnTo>
                  <a:pt x="33349" y="66643"/>
                </a:lnTo>
                <a:cubicBezTo>
                  <a:pt x="33335" y="67512"/>
                  <a:pt x="33602" y="68364"/>
                  <a:pt x="34094" y="69077"/>
                </a:cubicBezTo>
                <a:cubicBezTo>
                  <a:pt x="34601" y="69790"/>
                  <a:pt x="35306" y="70329"/>
                  <a:pt x="36119" y="70620"/>
                </a:cubicBezTo>
                <a:lnTo>
                  <a:pt x="36119" y="95779"/>
                </a:lnTo>
                <a:cubicBezTo>
                  <a:pt x="36119" y="96331"/>
                  <a:pt x="36212" y="96878"/>
                  <a:pt x="36426" y="97389"/>
                </a:cubicBezTo>
                <a:cubicBezTo>
                  <a:pt x="36626" y="97901"/>
                  <a:pt x="36932" y="98367"/>
                  <a:pt x="37319" y="98761"/>
                </a:cubicBezTo>
                <a:cubicBezTo>
                  <a:pt x="37705" y="99153"/>
                  <a:pt x="38170" y="99464"/>
                  <a:pt x="38677" y="99678"/>
                </a:cubicBezTo>
                <a:cubicBezTo>
                  <a:pt x="39183" y="99891"/>
                  <a:pt x="39729" y="100000"/>
                  <a:pt x="40288" y="100000"/>
                </a:cubicBezTo>
                <a:cubicBezTo>
                  <a:pt x="40835" y="100000"/>
                  <a:pt x="41382" y="99891"/>
                  <a:pt x="41887" y="99678"/>
                </a:cubicBezTo>
                <a:cubicBezTo>
                  <a:pt x="42407" y="99464"/>
                  <a:pt x="42860" y="99153"/>
                  <a:pt x="43246" y="98761"/>
                </a:cubicBezTo>
                <a:cubicBezTo>
                  <a:pt x="43633" y="98367"/>
                  <a:pt x="43939" y="97901"/>
                  <a:pt x="44152" y="97389"/>
                </a:cubicBezTo>
                <a:cubicBezTo>
                  <a:pt x="44352" y="96878"/>
                  <a:pt x="44459" y="96331"/>
                  <a:pt x="44445" y="95779"/>
                </a:cubicBezTo>
                <a:lnTo>
                  <a:pt x="44445" y="69417"/>
                </a:lnTo>
                <a:lnTo>
                  <a:pt x="55555" y="69417"/>
                </a:lnTo>
                <a:lnTo>
                  <a:pt x="55555" y="95779"/>
                </a:lnTo>
                <a:cubicBezTo>
                  <a:pt x="55542" y="96331"/>
                  <a:pt x="55649" y="96878"/>
                  <a:pt x="55848" y="97389"/>
                </a:cubicBezTo>
                <a:cubicBezTo>
                  <a:pt x="56062" y="97901"/>
                  <a:pt x="56368" y="98367"/>
                  <a:pt x="56754" y="98761"/>
                </a:cubicBezTo>
                <a:cubicBezTo>
                  <a:pt x="57141" y="99153"/>
                  <a:pt x="57594" y="99464"/>
                  <a:pt x="58113" y="99678"/>
                </a:cubicBezTo>
                <a:cubicBezTo>
                  <a:pt x="58619" y="99891"/>
                  <a:pt x="59166" y="100000"/>
                  <a:pt x="59712" y="100000"/>
                </a:cubicBezTo>
                <a:cubicBezTo>
                  <a:pt x="60271" y="100000"/>
                  <a:pt x="60817" y="99891"/>
                  <a:pt x="61323" y="99678"/>
                </a:cubicBezTo>
                <a:cubicBezTo>
                  <a:pt x="61830" y="99464"/>
                  <a:pt x="62295" y="99153"/>
                  <a:pt x="62682" y="98761"/>
                </a:cubicBezTo>
                <a:cubicBezTo>
                  <a:pt x="63068" y="98367"/>
                  <a:pt x="63374" y="97901"/>
                  <a:pt x="63575" y="97389"/>
                </a:cubicBezTo>
                <a:cubicBezTo>
                  <a:pt x="63788" y="96878"/>
                  <a:pt x="63882" y="96331"/>
                  <a:pt x="63882" y="95779"/>
                </a:cubicBezTo>
                <a:lnTo>
                  <a:pt x="63882" y="70620"/>
                </a:lnTo>
                <a:cubicBezTo>
                  <a:pt x="64694" y="70329"/>
                  <a:pt x="65400" y="69790"/>
                  <a:pt x="65907" y="69077"/>
                </a:cubicBezTo>
                <a:cubicBezTo>
                  <a:pt x="66399" y="68364"/>
                  <a:pt x="66665" y="67512"/>
                  <a:pt x="66652" y="66643"/>
                </a:cubicBezTo>
                <a:lnTo>
                  <a:pt x="66652" y="43055"/>
                </a:lnTo>
                <a:cubicBezTo>
                  <a:pt x="66652" y="34675"/>
                  <a:pt x="59765" y="27793"/>
                  <a:pt x="51385" y="27793"/>
                </a:cubicBezTo>
                <a:lnTo>
                  <a:pt x="48615" y="27793"/>
                </a:lnTo>
                <a:close/>
                <a:moveTo>
                  <a:pt x="4148" y="74907"/>
                </a:moveTo>
                <a:cubicBezTo>
                  <a:pt x="3042" y="74924"/>
                  <a:pt x="1990" y="75379"/>
                  <a:pt x="1217" y="76170"/>
                </a:cubicBezTo>
                <a:cubicBezTo>
                  <a:pt x="458" y="76961"/>
                  <a:pt x="31" y="78025"/>
                  <a:pt x="45" y="79130"/>
                </a:cubicBezTo>
                <a:lnTo>
                  <a:pt x="45" y="95253"/>
                </a:lnTo>
                <a:cubicBezTo>
                  <a:pt x="-49" y="95890"/>
                  <a:pt x="18" y="96537"/>
                  <a:pt x="218" y="97146"/>
                </a:cubicBezTo>
                <a:cubicBezTo>
                  <a:pt x="431" y="97756"/>
                  <a:pt x="778" y="98309"/>
                  <a:pt x="1230" y="98763"/>
                </a:cubicBezTo>
                <a:cubicBezTo>
                  <a:pt x="1683" y="99217"/>
                  <a:pt x="2229" y="99559"/>
                  <a:pt x="2842" y="99763"/>
                </a:cubicBezTo>
                <a:cubicBezTo>
                  <a:pt x="3455" y="99968"/>
                  <a:pt x="4108" y="100030"/>
                  <a:pt x="4734" y="99941"/>
                </a:cubicBezTo>
                <a:lnTo>
                  <a:pt x="20853" y="99941"/>
                </a:lnTo>
                <a:cubicBezTo>
                  <a:pt x="21413" y="99948"/>
                  <a:pt x="21958" y="99847"/>
                  <a:pt x="22465" y="99641"/>
                </a:cubicBezTo>
                <a:cubicBezTo>
                  <a:pt x="22984" y="99435"/>
                  <a:pt x="23451" y="99130"/>
                  <a:pt x="23837" y="98743"/>
                </a:cubicBezTo>
                <a:cubicBezTo>
                  <a:pt x="24236" y="98355"/>
                  <a:pt x="24543" y="97895"/>
                  <a:pt x="24756" y="97386"/>
                </a:cubicBezTo>
                <a:cubicBezTo>
                  <a:pt x="24969" y="96877"/>
                  <a:pt x="25076" y="96331"/>
                  <a:pt x="25076" y="95779"/>
                </a:cubicBezTo>
                <a:cubicBezTo>
                  <a:pt x="25076" y="95226"/>
                  <a:pt x="24969" y="94680"/>
                  <a:pt x="24756" y="94171"/>
                </a:cubicBezTo>
                <a:cubicBezTo>
                  <a:pt x="24543" y="93662"/>
                  <a:pt x="24236" y="93202"/>
                  <a:pt x="23837" y="92814"/>
                </a:cubicBezTo>
                <a:cubicBezTo>
                  <a:pt x="23451" y="92427"/>
                  <a:pt x="22984" y="92121"/>
                  <a:pt x="22465" y="91916"/>
                </a:cubicBezTo>
                <a:cubicBezTo>
                  <a:pt x="21958" y="91710"/>
                  <a:pt x="21413" y="91609"/>
                  <a:pt x="20853" y="91617"/>
                </a:cubicBezTo>
                <a:lnTo>
                  <a:pt x="14258" y="91617"/>
                </a:lnTo>
                <a:lnTo>
                  <a:pt x="23797" y="82072"/>
                </a:lnTo>
                <a:cubicBezTo>
                  <a:pt x="24196" y="81688"/>
                  <a:pt x="24516" y="81229"/>
                  <a:pt x="24743" y="80721"/>
                </a:cubicBezTo>
                <a:cubicBezTo>
                  <a:pt x="24956" y="80213"/>
                  <a:pt x="25076" y="79665"/>
                  <a:pt x="25076" y="79111"/>
                </a:cubicBezTo>
                <a:cubicBezTo>
                  <a:pt x="25089" y="78558"/>
                  <a:pt x="24982" y="78008"/>
                  <a:pt x="24769" y="77495"/>
                </a:cubicBezTo>
                <a:cubicBezTo>
                  <a:pt x="24570" y="76982"/>
                  <a:pt x="24249" y="76518"/>
                  <a:pt x="23863" y="76126"/>
                </a:cubicBezTo>
                <a:cubicBezTo>
                  <a:pt x="23477" y="75734"/>
                  <a:pt x="23011" y="75424"/>
                  <a:pt x="22491" y="75215"/>
                </a:cubicBezTo>
                <a:cubicBezTo>
                  <a:pt x="21985" y="75006"/>
                  <a:pt x="21426" y="74900"/>
                  <a:pt x="20879" y="74906"/>
                </a:cubicBezTo>
                <a:cubicBezTo>
                  <a:pt x="20320" y="74913"/>
                  <a:pt x="19774" y="75029"/>
                  <a:pt x="19267" y="75249"/>
                </a:cubicBezTo>
                <a:cubicBezTo>
                  <a:pt x="18761" y="75468"/>
                  <a:pt x="18295" y="75787"/>
                  <a:pt x="17922" y="76186"/>
                </a:cubicBezTo>
                <a:lnTo>
                  <a:pt x="8370" y="85731"/>
                </a:lnTo>
                <a:lnTo>
                  <a:pt x="8370" y="79130"/>
                </a:lnTo>
                <a:cubicBezTo>
                  <a:pt x="8384" y="78572"/>
                  <a:pt x="8277" y="78019"/>
                  <a:pt x="8064" y="77504"/>
                </a:cubicBezTo>
                <a:cubicBezTo>
                  <a:pt x="7851" y="76987"/>
                  <a:pt x="7544" y="76518"/>
                  <a:pt x="7145" y="76123"/>
                </a:cubicBezTo>
                <a:cubicBezTo>
                  <a:pt x="6759" y="75730"/>
                  <a:pt x="6292" y="75420"/>
                  <a:pt x="5773" y="75211"/>
                </a:cubicBezTo>
                <a:cubicBezTo>
                  <a:pt x="5253" y="75002"/>
                  <a:pt x="4694" y="74898"/>
                  <a:pt x="4148" y="74907"/>
                </a:cubicBezTo>
                <a:close/>
                <a:moveTo>
                  <a:pt x="79107" y="74907"/>
                </a:moveTo>
                <a:cubicBezTo>
                  <a:pt x="78269" y="74903"/>
                  <a:pt x="77456" y="75148"/>
                  <a:pt x="76763" y="75612"/>
                </a:cubicBezTo>
                <a:cubicBezTo>
                  <a:pt x="76071" y="76074"/>
                  <a:pt x="75538" y="76735"/>
                  <a:pt x="75218" y="77506"/>
                </a:cubicBezTo>
                <a:cubicBezTo>
                  <a:pt x="74911" y="78277"/>
                  <a:pt x="74831" y="79124"/>
                  <a:pt x="75004" y="79938"/>
                </a:cubicBezTo>
                <a:cubicBezTo>
                  <a:pt x="75178" y="80752"/>
                  <a:pt x="75591" y="81495"/>
                  <a:pt x="76204" y="82072"/>
                </a:cubicBezTo>
                <a:lnTo>
                  <a:pt x="85742" y="91617"/>
                </a:lnTo>
                <a:lnTo>
                  <a:pt x="79134" y="91617"/>
                </a:lnTo>
                <a:cubicBezTo>
                  <a:pt x="78588" y="91609"/>
                  <a:pt x="78042" y="91710"/>
                  <a:pt x="77536" y="91916"/>
                </a:cubicBezTo>
                <a:cubicBezTo>
                  <a:pt x="77017" y="92121"/>
                  <a:pt x="76550" y="92427"/>
                  <a:pt x="76163" y="92814"/>
                </a:cubicBezTo>
                <a:cubicBezTo>
                  <a:pt x="75764" y="93202"/>
                  <a:pt x="75458" y="93662"/>
                  <a:pt x="75245" y="94171"/>
                </a:cubicBezTo>
                <a:cubicBezTo>
                  <a:pt x="75031" y="94680"/>
                  <a:pt x="74925" y="95226"/>
                  <a:pt x="74925" y="95779"/>
                </a:cubicBezTo>
                <a:cubicBezTo>
                  <a:pt x="74925" y="96331"/>
                  <a:pt x="75031" y="96877"/>
                  <a:pt x="75245" y="97386"/>
                </a:cubicBezTo>
                <a:cubicBezTo>
                  <a:pt x="75458" y="97895"/>
                  <a:pt x="75764" y="98355"/>
                  <a:pt x="76163" y="98743"/>
                </a:cubicBezTo>
                <a:cubicBezTo>
                  <a:pt x="76550" y="99130"/>
                  <a:pt x="77017" y="99435"/>
                  <a:pt x="77536" y="99641"/>
                </a:cubicBezTo>
                <a:cubicBezTo>
                  <a:pt x="78042" y="99847"/>
                  <a:pt x="78588" y="99948"/>
                  <a:pt x="79134" y="99941"/>
                </a:cubicBezTo>
                <a:lnTo>
                  <a:pt x="95266" y="99941"/>
                </a:lnTo>
                <a:cubicBezTo>
                  <a:pt x="95906" y="100028"/>
                  <a:pt x="96545" y="99967"/>
                  <a:pt x="97158" y="99762"/>
                </a:cubicBezTo>
                <a:cubicBezTo>
                  <a:pt x="97772" y="99557"/>
                  <a:pt x="98317" y="99213"/>
                  <a:pt x="98783" y="98759"/>
                </a:cubicBezTo>
                <a:cubicBezTo>
                  <a:pt x="99237" y="98303"/>
                  <a:pt x="99570" y="97750"/>
                  <a:pt x="99782" y="97142"/>
                </a:cubicBezTo>
                <a:cubicBezTo>
                  <a:pt x="99982" y="96532"/>
                  <a:pt x="100049" y="95885"/>
                  <a:pt x="99955" y="95248"/>
                </a:cubicBezTo>
                <a:lnTo>
                  <a:pt x="99955" y="79130"/>
                </a:lnTo>
                <a:cubicBezTo>
                  <a:pt x="99969" y="78572"/>
                  <a:pt x="99862" y="78019"/>
                  <a:pt x="99649" y="77504"/>
                </a:cubicBezTo>
                <a:cubicBezTo>
                  <a:pt x="99436" y="76987"/>
                  <a:pt x="99130" y="76518"/>
                  <a:pt x="98730" y="76123"/>
                </a:cubicBezTo>
                <a:cubicBezTo>
                  <a:pt x="98344" y="75730"/>
                  <a:pt x="97878" y="75420"/>
                  <a:pt x="97358" y="75211"/>
                </a:cubicBezTo>
                <a:cubicBezTo>
                  <a:pt x="96838" y="75002"/>
                  <a:pt x="96279" y="74898"/>
                  <a:pt x="95733" y="74907"/>
                </a:cubicBezTo>
                <a:cubicBezTo>
                  <a:pt x="94627" y="74924"/>
                  <a:pt x="93575" y="75379"/>
                  <a:pt x="92803" y="76170"/>
                </a:cubicBezTo>
                <a:cubicBezTo>
                  <a:pt x="92042" y="76961"/>
                  <a:pt x="91616" y="78025"/>
                  <a:pt x="91630" y="79130"/>
                </a:cubicBezTo>
                <a:lnTo>
                  <a:pt x="91630" y="85731"/>
                </a:lnTo>
                <a:lnTo>
                  <a:pt x="82078" y="76186"/>
                </a:lnTo>
                <a:cubicBezTo>
                  <a:pt x="81692" y="75783"/>
                  <a:pt x="81239" y="75464"/>
                  <a:pt x="80719" y="75244"/>
                </a:cubicBezTo>
                <a:cubicBezTo>
                  <a:pt x="80214" y="75025"/>
                  <a:pt x="79654" y="74910"/>
                  <a:pt x="79107" y="7490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4" name="Красный — SVG 7">
            <a:extLst>
              <a:ext uri="{FF2B5EF4-FFF2-40B4-BE49-F238E27FC236}">
                <a16:creationId xmlns:a16="http://schemas.microsoft.com/office/drawing/2014/main" id="{36BB161F-F742-2B4B-B7D2-01A35804E3AD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40764 w 141772"/>
              <a:gd name="csY0" fmla="*/ 0 h 152390"/>
              <a:gd name="csX1" fmla="*/ 28361 w 141772"/>
              <a:gd name="csY1" fmla="*/ 12404 h 152390"/>
              <a:gd name="csX2" fmla="*/ 28361 w 141772"/>
              <a:gd name="csY2" fmla="*/ 40755 h 152390"/>
              <a:gd name="csX3" fmla="*/ 40764 w 141772"/>
              <a:gd name="csY3" fmla="*/ 53160 h 152390"/>
              <a:gd name="csX4" fmla="*/ 55106 w 141772"/>
              <a:gd name="csY4" fmla="*/ 53160 h 152390"/>
              <a:gd name="csX5" fmla="*/ 63375 w 141772"/>
              <a:gd name="csY5" fmla="*/ 66374 h 152390"/>
              <a:gd name="csX6" fmla="*/ 70878 w 141772"/>
              <a:gd name="csY6" fmla="*/ 70533 h 152390"/>
              <a:gd name="csX7" fmla="*/ 70895 w 141772"/>
              <a:gd name="csY7" fmla="*/ 70533 h 152390"/>
              <a:gd name="csX8" fmla="*/ 78398 w 141772"/>
              <a:gd name="csY8" fmla="*/ 66374 h 152390"/>
              <a:gd name="csX9" fmla="*/ 86666 w 141772"/>
              <a:gd name="csY9" fmla="*/ 53160 h 152390"/>
              <a:gd name="csX10" fmla="*/ 101009 w 141772"/>
              <a:gd name="csY10" fmla="*/ 53160 h 152390"/>
              <a:gd name="csX11" fmla="*/ 113428 w 141772"/>
              <a:gd name="csY11" fmla="*/ 40755 h 152390"/>
              <a:gd name="csX12" fmla="*/ 113428 w 141772"/>
              <a:gd name="csY12" fmla="*/ 12404 h 152390"/>
              <a:gd name="csX13" fmla="*/ 101009 w 141772"/>
              <a:gd name="csY13" fmla="*/ 0 h 152390"/>
              <a:gd name="csX14" fmla="*/ 40764 w 141772"/>
              <a:gd name="csY14" fmla="*/ 0 h 152390"/>
              <a:gd name="csX15" fmla="*/ 31900 w 141772"/>
              <a:gd name="csY15" fmla="*/ 60248 h 152390"/>
              <a:gd name="csX16" fmla="*/ 15958 w 141772"/>
              <a:gd name="csY16" fmla="*/ 67017 h 152390"/>
              <a:gd name="csX17" fmla="*/ 10633 w 141772"/>
              <a:gd name="csY17" fmla="*/ 81512 h 152390"/>
              <a:gd name="csX18" fmla="*/ 15958 w 141772"/>
              <a:gd name="csY18" fmla="*/ 96006 h 152390"/>
              <a:gd name="csX19" fmla="*/ 31900 w 141772"/>
              <a:gd name="csY19" fmla="*/ 102776 h 152390"/>
              <a:gd name="csX20" fmla="*/ 47842 w 141772"/>
              <a:gd name="csY20" fmla="*/ 96006 h 152390"/>
              <a:gd name="csX21" fmla="*/ 53167 w 141772"/>
              <a:gd name="csY21" fmla="*/ 81512 h 152390"/>
              <a:gd name="csX22" fmla="*/ 47842 w 141772"/>
              <a:gd name="csY22" fmla="*/ 67017 h 152390"/>
              <a:gd name="csX23" fmla="*/ 31900 w 141772"/>
              <a:gd name="csY23" fmla="*/ 60248 h 152390"/>
              <a:gd name="csX24" fmla="*/ 109873 w 141772"/>
              <a:gd name="csY24" fmla="*/ 60248 h 152390"/>
              <a:gd name="csX25" fmla="*/ 93948 w 141772"/>
              <a:gd name="csY25" fmla="*/ 67017 h 152390"/>
              <a:gd name="csX26" fmla="*/ 88606 w 141772"/>
              <a:gd name="csY26" fmla="*/ 81512 h 152390"/>
              <a:gd name="csX27" fmla="*/ 93948 w 141772"/>
              <a:gd name="csY27" fmla="*/ 96006 h 152390"/>
              <a:gd name="csX28" fmla="*/ 109873 w 141772"/>
              <a:gd name="csY28" fmla="*/ 102776 h 152390"/>
              <a:gd name="csX29" fmla="*/ 125814 w 141772"/>
              <a:gd name="csY29" fmla="*/ 96006 h 152390"/>
              <a:gd name="csX30" fmla="*/ 131139 w 141772"/>
              <a:gd name="csY30" fmla="*/ 81512 h 152390"/>
              <a:gd name="csX31" fmla="*/ 125814 w 141772"/>
              <a:gd name="csY31" fmla="*/ 67017 h 152390"/>
              <a:gd name="csX32" fmla="*/ 109873 w 141772"/>
              <a:gd name="csY32" fmla="*/ 60248 h 152390"/>
              <a:gd name="csX33" fmla="*/ 31900 w 141772"/>
              <a:gd name="csY33" fmla="*/ 70880 h 152390"/>
              <a:gd name="csX34" fmla="*/ 39896 w 141772"/>
              <a:gd name="csY34" fmla="*/ 74078 h 152390"/>
              <a:gd name="csX35" fmla="*/ 42534 w 141772"/>
              <a:gd name="csY35" fmla="*/ 81512 h 152390"/>
              <a:gd name="csX36" fmla="*/ 39896 w 141772"/>
              <a:gd name="csY36" fmla="*/ 88946 h 152390"/>
              <a:gd name="csX37" fmla="*/ 31900 w 141772"/>
              <a:gd name="csY37" fmla="*/ 92144 h 152390"/>
              <a:gd name="csX38" fmla="*/ 23904 w 141772"/>
              <a:gd name="csY38" fmla="*/ 88946 h 152390"/>
              <a:gd name="csX39" fmla="*/ 21267 w 141772"/>
              <a:gd name="csY39" fmla="*/ 81512 h 152390"/>
              <a:gd name="csX40" fmla="*/ 23904 w 141772"/>
              <a:gd name="csY40" fmla="*/ 74078 h 152390"/>
              <a:gd name="csX41" fmla="*/ 31900 w 141772"/>
              <a:gd name="csY41" fmla="*/ 70880 h 152390"/>
              <a:gd name="csX42" fmla="*/ 109873 w 141772"/>
              <a:gd name="csY42" fmla="*/ 70880 h 152390"/>
              <a:gd name="csX43" fmla="*/ 117869 w 141772"/>
              <a:gd name="csY43" fmla="*/ 74078 h 152390"/>
              <a:gd name="csX44" fmla="*/ 120506 w 141772"/>
              <a:gd name="csY44" fmla="*/ 81512 h 152390"/>
              <a:gd name="csX45" fmla="*/ 117869 w 141772"/>
              <a:gd name="csY45" fmla="*/ 88946 h 152390"/>
              <a:gd name="csX46" fmla="*/ 109873 w 141772"/>
              <a:gd name="csY46" fmla="*/ 92144 h 152390"/>
              <a:gd name="csX47" fmla="*/ 101893 w 141772"/>
              <a:gd name="csY47" fmla="*/ 88946 h 152390"/>
              <a:gd name="csX48" fmla="*/ 99239 w 141772"/>
              <a:gd name="csY48" fmla="*/ 81512 h 152390"/>
              <a:gd name="csX49" fmla="*/ 101893 w 141772"/>
              <a:gd name="csY49" fmla="*/ 74078 h 152390"/>
              <a:gd name="csX50" fmla="*/ 109873 w 141772"/>
              <a:gd name="csY50" fmla="*/ 70880 h 152390"/>
              <a:gd name="csX51" fmla="*/ 12403 w 141772"/>
              <a:gd name="csY51" fmla="*/ 109863 h 152390"/>
              <a:gd name="csX52" fmla="*/ 0 w 141772"/>
              <a:gd name="csY52" fmla="*/ 122267 h 152390"/>
              <a:gd name="csX53" fmla="*/ 0 w 141772"/>
              <a:gd name="csY53" fmla="*/ 131127 h 152390"/>
              <a:gd name="csX54" fmla="*/ 10378 w 141772"/>
              <a:gd name="csY54" fmla="*/ 146964 h 152390"/>
              <a:gd name="csX55" fmla="*/ 31900 w 141772"/>
              <a:gd name="csY55" fmla="*/ 152391 h 152390"/>
              <a:gd name="csX56" fmla="*/ 53422 w 141772"/>
              <a:gd name="csY56" fmla="*/ 146964 h 152390"/>
              <a:gd name="csX57" fmla="*/ 63800 w 141772"/>
              <a:gd name="csY57" fmla="*/ 131127 h 152390"/>
              <a:gd name="csX58" fmla="*/ 63800 w 141772"/>
              <a:gd name="csY58" fmla="*/ 122267 h 152390"/>
              <a:gd name="csX59" fmla="*/ 51397 w 141772"/>
              <a:gd name="csY59" fmla="*/ 109863 h 152390"/>
              <a:gd name="csX60" fmla="*/ 12403 w 141772"/>
              <a:gd name="csY60" fmla="*/ 109863 h 152390"/>
              <a:gd name="csX61" fmla="*/ 90375 w 141772"/>
              <a:gd name="csY61" fmla="*/ 109863 h 152390"/>
              <a:gd name="csX62" fmla="*/ 77973 w 141772"/>
              <a:gd name="csY62" fmla="*/ 122267 h 152390"/>
              <a:gd name="csX63" fmla="*/ 77973 w 141772"/>
              <a:gd name="csY63" fmla="*/ 131127 h 152390"/>
              <a:gd name="csX64" fmla="*/ 88351 w 141772"/>
              <a:gd name="csY64" fmla="*/ 146964 h 152390"/>
              <a:gd name="csX65" fmla="*/ 109873 w 141772"/>
              <a:gd name="csY65" fmla="*/ 152391 h 152390"/>
              <a:gd name="csX66" fmla="*/ 131412 w 141772"/>
              <a:gd name="csY66" fmla="*/ 146964 h 152390"/>
              <a:gd name="csX67" fmla="*/ 141773 w 141772"/>
              <a:gd name="csY67" fmla="*/ 131127 h 152390"/>
              <a:gd name="csX68" fmla="*/ 141773 w 141772"/>
              <a:gd name="csY68" fmla="*/ 122267 h 152390"/>
              <a:gd name="csX69" fmla="*/ 129370 w 141772"/>
              <a:gd name="csY69" fmla="*/ 109863 h 152390"/>
              <a:gd name="csX70" fmla="*/ 90375 w 141772"/>
              <a:gd name="csY70" fmla="*/ 109863 h 152390"/>
              <a:gd name="csX71" fmla="*/ 12403 w 141772"/>
              <a:gd name="csY71" fmla="*/ 120495 h 152390"/>
              <a:gd name="csX72" fmla="*/ 51397 w 141772"/>
              <a:gd name="csY72" fmla="*/ 120495 h 152390"/>
              <a:gd name="csX73" fmla="*/ 53167 w 141772"/>
              <a:gd name="csY73" fmla="*/ 122267 h 152390"/>
              <a:gd name="csX74" fmla="*/ 53167 w 141772"/>
              <a:gd name="csY74" fmla="*/ 131127 h 152390"/>
              <a:gd name="csX75" fmla="*/ 47961 w 141772"/>
              <a:gd name="csY75" fmla="*/ 137848 h 152390"/>
              <a:gd name="csX76" fmla="*/ 31900 w 141772"/>
              <a:gd name="csY76" fmla="*/ 141759 h 152390"/>
              <a:gd name="csX77" fmla="*/ 15840 w 141772"/>
              <a:gd name="csY77" fmla="*/ 137848 h 152390"/>
              <a:gd name="csX78" fmla="*/ 10633 w 141772"/>
              <a:gd name="csY78" fmla="*/ 131127 h 152390"/>
              <a:gd name="csX79" fmla="*/ 10633 w 141772"/>
              <a:gd name="csY79" fmla="*/ 122267 h 152390"/>
              <a:gd name="csX80" fmla="*/ 12403 w 141772"/>
              <a:gd name="csY80" fmla="*/ 120495 h 152390"/>
              <a:gd name="csX81" fmla="*/ 90375 w 141772"/>
              <a:gd name="csY81" fmla="*/ 120495 h 152390"/>
              <a:gd name="csX82" fmla="*/ 129370 w 141772"/>
              <a:gd name="csY82" fmla="*/ 120495 h 152390"/>
              <a:gd name="csX83" fmla="*/ 131139 w 141772"/>
              <a:gd name="csY83" fmla="*/ 122267 h 152390"/>
              <a:gd name="csX84" fmla="*/ 131139 w 141772"/>
              <a:gd name="csY84" fmla="*/ 131127 h 152390"/>
              <a:gd name="csX85" fmla="*/ 125933 w 141772"/>
              <a:gd name="csY85" fmla="*/ 137848 h 152390"/>
              <a:gd name="csX86" fmla="*/ 109873 w 141772"/>
              <a:gd name="csY86" fmla="*/ 141759 h 152390"/>
              <a:gd name="csX87" fmla="*/ 93812 w 141772"/>
              <a:gd name="csY87" fmla="*/ 137848 h 152390"/>
              <a:gd name="csX88" fmla="*/ 88606 w 141772"/>
              <a:gd name="csY88" fmla="*/ 131127 h 152390"/>
              <a:gd name="csX89" fmla="*/ 88606 w 141772"/>
              <a:gd name="csY89" fmla="*/ 122267 h 152390"/>
              <a:gd name="csX90" fmla="*/ 90375 w 141772"/>
              <a:gd name="csY90" fmla="*/ 120495 h 152390"/>
            </a:gdLst>
            <a:ahLst/>
            <a:cxnLst/>
            <a:rect l="l" t="t" r="r" b="b"/>
            <a:pathLst>
              <a:path w="100000" h="100000">
                <a:moveTo>
                  <a:pt x="30234" y="0"/>
                </a:moveTo>
                <a:cubicBezTo>
                  <a:pt x="25746" y="0"/>
                  <a:pt x="22095" y="3651"/>
                  <a:pt x="22095" y="8140"/>
                </a:cubicBezTo>
                <a:lnTo>
                  <a:pt x="22095" y="26744"/>
                </a:lnTo>
                <a:cubicBezTo>
                  <a:pt x="22095" y="31232"/>
                  <a:pt x="25746" y="34884"/>
                  <a:pt x="30234" y="34884"/>
                </a:cubicBezTo>
                <a:lnTo>
                  <a:pt x="39645" y="34884"/>
                </a:lnTo>
                <a:lnTo>
                  <a:pt x="45071" y="43555"/>
                </a:lnTo>
                <a:cubicBezTo>
                  <a:pt x="46143" y="45262"/>
                  <a:pt x="47985" y="46285"/>
                  <a:pt x="49995" y="46285"/>
                </a:cubicBezTo>
                <a:lnTo>
                  <a:pt x="50006" y="46285"/>
                </a:lnTo>
                <a:cubicBezTo>
                  <a:pt x="52015" y="46285"/>
                  <a:pt x="53858" y="45267"/>
                  <a:pt x="54929" y="43555"/>
                </a:cubicBezTo>
                <a:lnTo>
                  <a:pt x="60355" y="34884"/>
                </a:lnTo>
                <a:lnTo>
                  <a:pt x="69767" y="34884"/>
                </a:lnTo>
                <a:cubicBezTo>
                  <a:pt x="74266" y="34884"/>
                  <a:pt x="77917" y="31232"/>
                  <a:pt x="77917" y="26744"/>
                </a:cubicBezTo>
                <a:lnTo>
                  <a:pt x="77917" y="8140"/>
                </a:lnTo>
                <a:cubicBezTo>
                  <a:pt x="77917" y="3651"/>
                  <a:pt x="74266" y="0"/>
                  <a:pt x="69767" y="0"/>
                </a:cubicBezTo>
                <a:lnTo>
                  <a:pt x="30234" y="0"/>
                </a:lnTo>
                <a:close/>
                <a:moveTo>
                  <a:pt x="24417" y="39535"/>
                </a:moveTo>
                <a:cubicBezTo>
                  <a:pt x="20052" y="39535"/>
                  <a:pt x="16345" y="41296"/>
                  <a:pt x="13956" y="43977"/>
                </a:cubicBezTo>
                <a:cubicBezTo>
                  <a:pt x="11578" y="46659"/>
                  <a:pt x="10461" y="50096"/>
                  <a:pt x="10461" y="53489"/>
                </a:cubicBezTo>
                <a:cubicBezTo>
                  <a:pt x="10461" y="56880"/>
                  <a:pt x="11578" y="60318"/>
                  <a:pt x="13956" y="63000"/>
                </a:cubicBezTo>
                <a:cubicBezTo>
                  <a:pt x="16345" y="65681"/>
                  <a:pt x="20052" y="67443"/>
                  <a:pt x="24417" y="67443"/>
                </a:cubicBezTo>
                <a:cubicBezTo>
                  <a:pt x="28782" y="67443"/>
                  <a:pt x="32489" y="65681"/>
                  <a:pt x="34878" y="63000"/>
                </a:cubicBezTo>
                <a:cubicBezTo>
                  <a:pt x="37256" y="60318"/>
                  <a:pt x="38373" y="56880"/>
                  <a:pt x="38373" y="53489"/>
                </a:cubicBezTo>
                <a:cubicBezTo>
                  <a:pt x="38373" y="50096"/>
                  <a:pt x="37256" y="46659"/>
                  <a:pt x="34878" y="43977"/>
                </a:cubicBezTo>
                <a:cubicBezTo>
                  <a:pt x="32489" y="41296"/>
                  <a:pt x="28782" y="39535"/>
                  <a:pt x="24417" y="39535"/>
                </a:cubicBezTo>
                <a:close/>
                <a:moveTo>
                  <a:pt x="75584" y="39535"/>
                </a:moveTo>
                <a:cubicBezTo>
                  <a:pt x="71229" y="39535"/>
                  <a:pt x="67512" y="41296"/>
                  <a:pt x="65134" y="43977"/>
                </a:cubicBezTo>
                <a:cubicBezTo>
                  <a:pt x="62744" y="46659"/>
                  <a:pt x="61628" y="50096"/>
                  <a:pt x="61628" y="53489"/>
                </a:cubicBezTo>
                <a:cubicBezTo>
                  <a:pt x="61628" y="56880"/>
                  <a:pt x="62744" y="60318"/>
                  <a:pt x="65134" y="63000"/>
                </a:cubicBezTo>
                <a:cubicBezTo>
                  <a:pt x="67512" y="65681"/>
                  <a:pt x="71229" y="67443"/>
                  <a:pt x="75584" y="67443"/>
                </a:cubicBezTo>
                <a:cubicBezTo>
                  <a:pt x="79949" y="67443"/>
                  <a:pt x="83655" y="65681"/>
                  <a:pt x="86044" y="63000"/>
                </a:cubicBezTo>
                <a:cubicBezTo>
                  <a:pt x="88434" y="60318"/>
                  <a:pt x="89539" y="56880"/>
                  <a:pt x="89539" y="53489"/>
                </a:cubicBezTo>
                <a:cubicBezTo>
                  <a:pt x="89539" y="50096"/>
                  <a:pt x="88434" y="46659"/>
                  <a:pt x="86044" y="43977"/>
                </a:cubicBezTo>
                <a:cubicBezTo>
                  <a:pt x="83655" y="41296"/>
                  <a:pt x="79949" y="39535"/>
                  <a:pt x="75584" y="39535"/>
                </a:cubicBezTo>
                <a:close/>
                <a:moveTo>
                  <a:pt x="24417" y="46512"/>
                </a:moveTo>
                <a:cubicBezTo>
                  <a:pt x="27029" y="46512"/>
                  <a:pt x="28559" y="47367"/>
                  <a:pt x="29664" y="48611"/>
                </a:cubicBezTo>
                <a:cubicBezTo>
                  <a:pt x="30770" y="49854"/>
                  <a:pt x="31395" y="51647"/>
                  <a:pt x="31395" y="53489"/>
                </a:cubicBezTo>
                <a:cubicBezTo>
                  <a:pt x="31395" y="55330"/>
                  <a:pt x="30770" y="57124"/>
                  <a:pt x="29664" y="58367"/>
                </a:cubicBezTo>
                <a:cubicBezTo>
                  <a:pt x="28559" y="59610"/>
                  <a:pt x="27029" y="60466"/>
                  <a:pt x="24417" y="60466"/>
                </a:cubicBezTo>
                <a:cubicBezTo>
                  <a:pt x="21805" y="60466"/>
                  <a:pt x="20275" y="59610"/>
                  <a:pt x="19170" y="58367"/>
                </a:cubicBezTo>
                <a:cubicBezTo>
                  <a:pt x="18065" y="57124"/>
                  <a:pt x="17439" y="55330"/>
                  <a:pt x="17439" y="53489"/>
                </a:cubicBezTo>
                <a:cubicBezTo>
                  <a:pt x="17439" y="51647"/>
                  <a:pt x="18065" y="49854"/>
                  <a:pt x="19170" y="48611"/>
                </a:cubicBezTo>
                <a:cubicBezTo>
                  <a:pt x="20275" y="47367"/>
                  <a:pt x="21805" y="46512"/>
                  <a:pt x="24417" y="46512"/>
                </a:cubicBezTo>
                <a:close/>
                <a:moveTo>
                  <a:pt x="75584" y="46512"/>
                </a:moveTo>
                <a:cubicBezTo>
                  <a:pt x="78207" y="46512"/>
                  <a:pt x="79726" y="47367"/>
                  <a:pt x="80831" y="48611"/>
                </a:cubicBezTo>
                <a:cubicBezTo>
                  <a:pt x="81936" y="49854"/>
                  <a:pt x="82561" y="51647"/>
                  <a:pt x="82561" y="53489"/>
                </a:cubicBezTo>
                <a:cubicBezTo>
                  <a:pt x="82561" y="55330"/>
                  <a:pt x="81936" y="57124"/>
                  <a:pt x="80831" y="58367"/>
                </a:cubicBezTo>
                <a:cubicBezTo>
                  <a:pt x="79726" y="59610"/>
                  <a:pt x="78207" y="60466"/>
                  <a:pt x="75584" y="60466"/>
                </a:cubicBezTo>
                <a:cubicBezTo>
                  <a:pt x="72971" y="60466"/>
                  <a:pt x="71452" y="59610"/>
                  <a:pt x="70347" y="58367"/>
                </a:cubicBezTo>
                <a:cubicBezTo>
                  <a:pt x="69242" y="57124"/>
                  <a:pt x="68606" y="55330"/>
                  <a:pt x="68606" y="53489"/>
                </a:cubicBezTo>
                <a:cubicBezTo>
                  <a:pt x="68606" y="51647"/>
                  <a:pt x="69242" y="49854"/>
                  <a:pt x="70347" y="48611"/>
                </a:cubicBezTo>
                <a:cubicBezTo>
                  <a:pt x="71452" y="47367"/>
                  <a:pt x="72971" y="46512"/>
                  <a:pt x="75584" y="46512"/>
                </a:cubicBezTo>
                <a:close/>
                <a:moveTo>
                  <a:pt x="11623" y="72093"/>
                </a:moveTo>
                <a:cubicBezTo>
                  <a:pt x="7168" y="72093"/>
                  <a:pt x="3484" y="75781"/>
                  <a:pt x="3484" y="80233"/>
                </a:cubicBezTo>
                <a:lnTo>
                  <a:pt x="3484" y="86047"/>
                </a:lnTo>
                <a:cubicBezTo>
                  <a:pt x="3484" y="90507"/>
                  <a:pt x="6464" y="94143"/>
                  <a:pt x="10294" y="96439"/>
                </a:cubicBezTo>
                <a:cubicBezTo>
                  <a:pt x="14112" y="98737"/>
                  <a:pt x="19036" y="100001"/>
                  <a:pt x="24417" y="100001"/>
                </a:cubicBezTo>
                <a:cubicBezTo>
                  <a:pt x="29799" y="100001"/>
                  <a:pt x="34721" y="98737"/>
                  <a:pt x="38540" y="96439"/>
                </a:cubicBezTo>
                <a:cubicBezTo>
                  <a:pt x="42370" y="94143"/>
                  <a:pt x="45350" y="90507"/>
                  <a:pt x="45350" y="86047"/>
                </a:cubicBezTo>
                <a:lnTo>
                  <a:pt x="45350" y="80233"/>
                </a:lnTo>
                <a:cubicBezTo>
                  <a:pt x="45350" y="75781"/>
                  <a:pt x="41666" y="72093"/>
                  <a:pt x="37211" y="72093"/>
                </a:cubicBezTo>
                <a:lnTo>
                  <a:pt x="11623" y="72093"/>
                </a:lnTo>
                <a:close/>
                <a:moveTo>
                  <a:pt x="62789" y="72093"/>
                </a:moveTo>
                <a:cubicBezTo>
                  <a:pt x="58346" y="72093"/>
                  <a:pt x="54651" y="75781"/>
                  <a:pt x="54651" y="80233"/>
                </a:cubicBezTo>
                <a:lnTo>
                  <a:pt x="54651" y="86047"/>
                </a:lnTo>
                <a:cubicBezTo>
                  <a:pt x="54651" y="90507"/>
                  <a:pt x="57631" y="94143"/>
                  <a:pt x="61461" y="96439"/>
                </a:cubicBezTo>
                <a:cubicBezTo>
                  <a:pt x="65290" y="98737"/>
                  <a:pt x="70202" y="100001"/>
                  <a:pt x="75584" y="100001"/>
                </a:cubicBezTo>
                <a:cubicBezTo>
                  <a:pt x="80965" y="100001"/>
                  <a:pt x="85888" y="98737"/>
                  <a:pt x="89718" y="96439"/>
                </a:cubicBezTo>
                <a:cubicBezTo>
                  <a:pt x="93547" y="94143"/>
                  <a:pt x="96517" y="90507"/>
                  <a:pt x="96517" y="86047"/>
                </a:cubicBezTo>
                <a:lnTo>
                  <a:pt x="96517" y="80233"/>
                </a:lnTo>
                <a:cubicBezTo>
                  <a:pt x="96517" y="75781"/>
                  <a:pt x="92832" y="72093"/>
                  <a:pt x="88378" y="72093"/>
                </a:cubicBezTo>
                <a:lnTo>
                  <a:pt x="62789" y="72093"/>
                </a:lnTo>
                <a:close/>
                <a:moveTo>
                  <a:pt x="11623" y="79070"/>
                </a:moveTo>
                <a:lnTo>
                  <a:pt x="37211" y="79070"/>
                </a:lnTo>
                <a:cubicBezTo>
                  <a:pt x="37892" y="79070"/>
                  <a:pt x="38373" y="79547"/>
                  <a:pt x="38373" y="80233"/>
                </a:cubicBezTo>
                <a:lnTo>
                  <a:pt x="38373" y="86047"/>
                </a:lnTo>
                <a:cubicBezTo>
                  <a:pt x="38373" y="87365"/>
                  <a:pt x="37446" y="88966"/>
                  <a:pt x="34956" y="90457"/>
                </a:cubicBezTo>
                <a:cubicBezTo>
                  <a:pt x="32467" y="91948"/>
                  <a:pt x="28671" y="93024"/>
                  <a:pt x="24417" y="93024"/>
                </a:cubicBezTo>
                <a:cubicBezTo>
                  <a:pt x="20163" y="93024"/>
                  <a:pt x="16368" y="91948"/>
                  <a:pt x="13878" y="90457"/>
                </a:cubicBezTo>
                <a:cubicBezTo>
                  <a:pt x="11389" y="88966"/>
                  <a:pt x="10461" y="87365"/>
                  <a:pt x="10461" y="86047"/>
                </a:cubicBezTo>
                <a:lnTo>
                  <a:pt x="10461" y="80233"/>
                </a:lnTo>
                <a:cubicBezTo>
                  <a:pt x="10461" y="79547"/>
                  <a:pt x="10942" y="79070"/>
                  <a:pt x="11623" y="79070"/>
                </a:cubicBezTo>
                <a:close/>
                <a:moveTo>
                  <a:pt x="62789" y="79070"/>
                </a:moveTo>
                <a:lnTo>
                  <a:pt x="88378" y="79070"/>
                </a:lnTo>
                <a:cubicBezTo>
                  <a:pt x="89070" y="79070"/>
                  <a:pt x="89539" y="79547"/>
                  <a:pt x="89539" y="80233"/>
                </a:cubicBezTo>
                <a:lnTo>
                  <a:pt x="89539" y="86047"/>
                </a:lnTo>
                <a:cubicBezTo>
                  <a:pt x="89539" y="87365"/>
                  <a:pt x="88612" y="88966"/>
                  <a:pt x="86122" y="90457"/>
                </a:cubicBezTo>
                <a:cubicBezTo>
                  <a:pt x="83644" y="91948"/>
                  <a:pt x="79837" y="93024"/>
                  <a:pt x="75584" y="93024"/>
                </a:cubicBezTo>
                <a:cubicBezTo>
                  <a:pt x="71341" y="93024"/>
                  <a:pt x="67534" y="91948"/>
                  <a:pt x="65044" y="90457"/>
                </a:cubicBezTo>
                <a:cubicBezTo>
                  <a:pt x="62566" y="88966"/>
                  <a:pt x="61628" y="87365"/>
                  <a:pt x="61628" y="86047"/>
                </a:cubicBezTo>
                <a:lnTo>
                  <a:pt x="61628" y="80233"/>
                </a:lnTo>
                <a:cubicBezTo>
                  <a:pt x="61628" y="79547"/>
                  <a:pt x="62108" y="79070"/>
                  <a:pt x="62789" y="7907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5" name="Красный — SVG 8">
            <a:extLst>
              <a:ext uri="{FF2B5EF4-FFF2-40B4-BE49-F238E27FC236}">
                <a16:creationId xmlns:a16="http://schemas.microsoft.com/office/drawing/2014/main" id="{AACD7D2F-13F4-604F-B97D-20D4B69C6108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21032 w 127601"/>
              <a:gd name="csY0" fmla="*/ 0 h 141860"/>
              <a:gd name="csX1" fmla="*/ 11006 w 127601"/>
              <a:gd name="csY1" fmla="*/ 4152 h 141860"/>
              <a:gd name="csX2" fmla="*/ 6855 w 127601"/>
              <a:gd name="csY2" fmla="*/ 14175 h 141860"/>
              <a:gd name="csX3" fmla="*/ 11006 w 127601"/>
              <a:gd name="csY3" fmla="*/ 24200 h 141860"/>
              <a:gd name="csX4" fmla="*/ 21032 w 127601"/>
              <a:gd name="csY4" fmla="*/ 28352 h 141860"/>
              <a:gd name="csX5" fmla="*/ 31057 w 127601"/>
              <a:gd name="csY5" fmla="*/ 24200 h 141860"/>
              <a:gd name="csX6" fmla="*/ 35210 w 127601"/>
              <a:gd name="csY6" fmla="*/ 14175 h 141860"/>
              <a:gd name="csX7" fmla="*/ 31057 w 127601"/>
              <a:gd name="csY7" fmla="*/ 4152 h 141860"/>
              <a:gd name="csX8" fmla="*/ 21032 w 127601"/>
              <a:gd name="csY8" fmla="*/ 0 h 141860"/>
              <a:gd name="csX9" fmla="*/ 106099 w 127601"/>
              <a:gd name="csY9" fmla="*/ 0 h 141860"/>
              <a:gd name="csX10" fmla="*/ 96073 w 127601"/>
              <a:gd name="csY10" fmla="*/ 4152 h 141860"/>
              <a:gd name="csX11" fmla="*/ 91922 w 127601"/>
              <a:gd name="csY11" fmla="*/ 14175 h 141860"/>
              <a:gd name="csX12" fmla="*/ 96073 w 127601"/>
              <a:gd name="csY12" fmla="*/ 24200 h 141860"/>
              <a:gd name="csX13" fmla="*/ 106099 w 127601"/>
              <a:gd name="csY13" fmla="*/ 28352 h 141860"/>
              <a:gd name="csX14" fmla="*/ 116124 w 127601"/>
              <a:gd name="csY14" fmla="*/ 24200 h 141860"/>
              <a:gd name="csX15" fmla="*/ 120277 w 127601"/>
              <a:gd name="csY15" fmla="*/ 14175 h 141860"/>
              <a:gd name="csX16" fmla="*/ 116124 w 127601"/>
              <a:gd name="csY16" fmla="*/ 4152 h 141860"/>
              <a:gd name="csX17" fmla="*/ 106099 w 127601"/>
              <a:gd name="csY17" fmla="*/ 0 h 141860"/>
              <a:gd name="csX18" fmla="*/ 19260 w 127601"/>
              <a:gd name="csY18" fmla="*/ 35439 h 141860"/>
              <a:gd name="csX19" fmla="*/ 0 w 127601"/>
              <a:gd name="csY19" fmla="*/ 54932 h 141860"/>
              <a:gd name="csX20" fmla="*/ 0 w 127601"/>
              <a:gd name="csY20" fmla="*/ 95687 h 141860"/>
              <a:gd name="csX21" fmla="*/ 957 w 127601"/>
              <a:gd name="csY21" fmla="*/ 98797 h 141860"/>
              <a:gd name="csX22" fmla="*/ 3546 w 127601"/>
              <a:gd name="csY22" fmla="*/ 100769 h 141860"/>
              <a:gd name="csX23" fmla="*/ 3546 w 127601"/>
              <a:gd name="csY23" fmla="*/ 134672 h 141860"/>
              <a:gd name="csX24" fmla="*/ 4056 w 127601"/>
              <a:gd name="csY24" fmla="*/ 137414 h 141860"/>
              <a:gd name="csX25" fmla="*/ 5586 w 127601"/>
              <a:gd name="csY25" fmla="*/ 139748 h 141860"/>
              <a:gd name="csX26" fmla="*/ 7898 w 127601"/>
              <a:gd name="csY26" fmla="*/ 141311 h 141860"/>
              <a:gd name="csX27" fmla="*/ 10634 w 127601"/>
              <a:gd name="csY27" fmla="*/ 141861 h 141860"/>
              <a:gd name="csX28" fmla="*/ 13371 w 127601"/>
              <a:gd name="csY28" fmla="*/ 141311 h 141860"/>
              <a:gd name="csX29" fmla="*/ 15683 w 127601"/>
              <a:gd name="csY29" fmla="*/ 139748 h 141860"/>
              <a:gd name="csX30" fmla="*/ 17213 w 127601"/>
              <a:gd name="csY30" fmla="*/ 137414 h 141860"/>
              <a:gd name="csX31" fmla="*/ 17723 w 127601"/>
              <a:gd name="csY31" fmla="*/ 134672 h 141860"/>
              <a:gd name="csX32" fmla="*/ 17723 w 127601"/>
              <a:gd name="csY32" fmla="*/ 99231 h 141860"/>
              <a:gd name="csX33" fmla="*/ 24813 w 127601"/>
              <a:gd name="csY33" fmla="*/ 99231 h 141860"/>
              <a:gd name="csX34" fmla="*/ 24813 w 127601"/>
              <a:gd name="csY34" fmla="*/ 134672 h 141860"/>
              <a:gd name="csX35" fmla="*/ 25323 w 127601"/>
              <a:gd name="csY35" fmla="*/ 137414 h 141860"/>
              <a:gd name="csX36" fmla="*/ 26853 w 127601"/>
              <a:gd name="csY36" fmla="*/ 139748 h 141860"/>
              <a:gd name="csX37" fmla="*/ 29165 w 127601"/>
              <a:gd name="csY37" fmla="*/ 141311 h 141860"/>
              <a:gd name="csX38" fmla="*/ 31901 w 127601"/>
              <a:gd name="csY38" fmla="*/ 141861 h 141860"/>
              <a:gd name="csX39" fmla="*/ 34638 w 127601"/>
              <a:gd name="csY39" fmla="*/ 141311 h 141860"/>
              <a:gd name="csX40" fmla="*/ 36950 w 127601"/>
              <a:gd name="csY40" fmla="*/ 139748 h 141860"/>
              <a:gd name="csX41" fmla="*/ 38480 w 127601"/>
              <a:gd name="csY41" fmla="*/ 137414 h 141860"/>
              <a:gd name="csX42" fmla="*/ 38990 w 127601"/>
              <a:gd name="csY42" fmla="*/ 134672 h 141860"/>
              <a:gd name="csX43" fmla="*/ 38990 w 127601"/>
              <a:gd name="csY43" fmla="*/ 92144 h 141860"/>
              <a:gd name="csX44" fmla="*/ 38886 w 127601"/>
              <a:gd name="csY44" fmla="*/ 90974 h 141860"/>
              <a:gd name="csX45" fmla="*/ 41537 w 127601"/>
              <a:gd name="csY45" fmla="*/ 63113 h 141860"/>
              <a:gd name="csX46" fmla="*/ 46910 w 127601"/>
              <a:gd name="csY46" fmla="*/ 67509 h 141860"/>
              <a:gd name="csX47" fmla="*/ 50115 w 127601"/>
              <a:gd name="csY47" fmla="*/ 68990 h 141860"/>
              <a:gd name="csX48" fmla="*/ 53639 w 127601"/>
              <a:gd name="csY48" fmla="*/ 68740 h 141860"/>
              <a:gd name="csX49" fmla="*/ 69589 w 127601"/>
              <a:gd name="csY49" fmla="*/ 63424 h 141860"/>
              <a:gd name="csX50" fmla="*/ 72074 w 127601"/>
              <a:gd name="csY50" fmla="*/ 62094 h 141860"/>
              <a:gd name="csX51" fmla="*/ 73844 w 127601"/>
              <a:gd name="csY51" fmla="*/ 59899 h 141860"/>
              <a:gd name="csX52" fmla="*/ 74618 w 127601"/>
              <a:gd name="csY52" fmla="*/ 57190 h 141860"/>
              <a:gd name="csX53" fmla="*/ 74276 w 127601"/>
              <a:gd name="csY53" fmla="*/ 54391 h 141860"/>
              <a:gd name="csX54" fmla="*/ 72869 w 127601"/>
              <a:gd name="csY54" fmla="*/ 51949 h 141860"/>
              <a:gd name="csX55" fmla="*/ 70621 w 127601"/>
              <a:gd name="csY55" fmla="*/ 50247 h 141860"/>
              <a:gd name="csX56" fmla="*/ 67889 w 127601"/>
              <a:gd name="csY56" fmla="*/ 49555 h 141860"/>
              <a:gd name="csX57" fmla="*/ 65102 w 127601"/>
              <a:gd name="csY57" fmla="*/ 49982 h 141860"/>
              <a:gd name="csX58" fmla="*/ 52863 w 127601"/>
              <a:gd name="csY58" fmla="*/ 54060 h 141860"/>
              <a:gd name="csX59" fmla="*/ 36387 w 127601"/>
              <a:gd name="csY59" fmla="*/ 40583 h 141860"/>
              <a:gd name="csX60" fmla="*/ 34621 w 127601"/>
              <a:gd name="csY60" fmla="*/ 39496 h 141860"/>
              <a:gd name="csX61" fmla="*/ 22805 w 127601"/>
              <a:gd name="csY61" fmla="*/ 35439 h 141860"/>
              <a:gd name="csX62" fmla="*/ 19260 w 127601"/>
              <a:gd name="csY62" fmla="*/ 35439 h 141860"/>
              <a:gd name="csX63" fmla="*/ 104327 w 127601"/>
              <a:gd name="csY63" fmla="*/ 35439 h 141860"/>
              <a:gd name="csX64" fmla="*/ 85067 w 127601"/>
              <a:gd name="csY64" fmla="*/ 54932 h 141860"/>
              <a:gd name="csX65" fmla="*/ 85067 w 127601"/>
              <a:gd name="csY65" fmla="*/ 95687 h 141860"/>
              <a:gd name="csX66" fmla="*/ 86024 w 127601"/>
              <a:gd name="csY66" fmla="*/ 98797 h 141860"/>
              <a:gd name="csX67" fmla="*/ 88613 w 127601"/>
              <a:gd name="csY67" fmla="*/ 100769 h 141860"/>
              <a:gd name="csX68" fmla="*/ 88613 w 127601"/>
              <a:gd name="csY68" fmla="*/ 134672 h 141860"/>
              <a:gd name="csX69" fmla="*/ 89123 w 127601"/>
              <a:gd name="csY69" fmla="*/ 137414 h 141860"/>
              <a:gd name="csX70" fmla="*/ 90653 w 127601"/>
              <a:gd name="csY70" fmla="*/ 139748 h 141860"/>
              <a:gd name="csX71" fmla="*/ 92965 w 127601"/>
              <a:gd name="csY71" fmla="*/ 141311 h 141860"/>
              <a:gd name="csX72" fmla="*/ 95701 w 127601"/>
              <a:gd name="csY72" fmla="*/ 141861 h 141860"/>
              <a:gd name="csX73" fmla="*/ 98438 w 127601"/>
              <a:gd name="csY73" fmla="*/ 141311 h 141860"/>
              <a:gd name="csX74" fmla="*/ 100750 w 127601"/>
              <a:gd name="csY74" fmla="*/ 139748 h 141860"/>
              <a:gd name="csX75" fmla="*/ 102280 w 127601"/>
              <a:gd name="csY75" fmla="*/ 137414 h 141860"/>
              <a:gd name="csX76" fmla="*/ 102790 w 127601"/>
              <a:gd name="csY76" fmla="*/ 134672 h 141860"/>
              <a:gd name="csX77" fmla="*/ 102790 w 127601"/>
              <a:gd name="csY77" fmla="*/ 99231 h 141860"/>
              <a:gd name="csX78" fmla="*/ 109880 w 127601"/>
              <a:gd name="csY78" fmla="*/ 99231 h 141860"/>
              <a:gd name="csX79" fmla="*/ 109880 w 127601"/>
              <a:gd name="csY79" fmla="*/ 134672 h 141860"/>
              <a:gd name="csX80" fmla="*/ 110390 w 127601"/>
              <a:gd name="csY80" fmla="*/ 137414 h 141860"/>
              <a:gd name="csX81" fmla="*/ 111920 w 127601"/>
              <a:gd name="csY81" fmla="*/ 139748 h 141860"/>
              <a:gd name="csX82" fmla="*/ 114232 w 127601"/>
              <a:gd name="csY82" fmla="*/ 141311 h 141860"/>
              <a:gd name="csX83" fmla="*/ 116968 w 127601"/>
              <a:gd name="csY83" fmla="*/ 141861 h 141860"/>
              <a:gd name="csX84" fmla="*/ 119705 w 127601"/>
              <a:gd name="csY84" fmla="*/ 141311 h 141860"/>
              <a:gd name="csX85" fmla="*/ 122017 w 127601"/>
              <a:gd name="csY85" fmla="*/ 139748 h 141860"/>
              <a:gd name="csX86" fmla="*/ 123547 w 127601"/>
              <a:gd name="csY86" fmla="*/ 137414 h 141860"/>
              <a:gd name="csX87" fmla="*/ 124057 w 127601"/>
              <a:gd name="csY87" fmla="*/ 134672 h 141860"/>
              <a:gd name="csX88" fmla="*/ 124057 w 127601"/>
              <a:gd name="csY88" fmla="*/ 100769 h 141860"/>
              <a:gd name="csX89" fmla="*/ 126647 w 127601"/>
              <a:gd name="csY89" fmla="*/ 98797 h 141860"/>
              <a:gd name="csX90" fmla="*/ 127601 w 127601"/>
              <a:gd name="csY90" fmla="*/ 95687 h 141860"/>
              <a:gd name="csX91" fmla="*/ 127601 w 127601"/>
              <a:gd name="csY91" fmla="*/ 54932 h 141860"/>
              <a:gd name="csX92" fmla="*/ 107872 w 127601"/>
              <a:gd name="csY92" fmla="*/ 35439 h 141860"/>
              <a:gd name="csX93" fmla="*/ 104327 w 127601"/>
              <a:gd name="csY93" fmla="*/ 35439 h 141860"/>
            </a:gdLst>
            <a:ahLst/>
            <a:cxnLst/>
            <a:rect l="l" t="t" r="r" b="b"/>
            <a:pathLst>
              <a:path w="100000" h="100000">
                <a:moveTo>
                  <a:pt x="19852" y="0"/>
                </a:moveTo>
                <a:cubicBezTo>
                  <a:pt x="17201" y="0"/>
                  <a:pt x="14659" y="1053"/>
                  <a:pt x="12784" y="2927"/>
                </a:cubicBezTo>
                <a:cubicBezTo>
                  <a:pt x="10911" y="4801"/>
                  <a:pt x="9858" y="7342"/>
                  <a:pt x="9858" y="9992"/>
                </a:cubicBezTo>
                <a:cubicBezTo>
                  <a:pt x="9858" y="12643"/>
                  <a:pt x="10911" y="15185"/>
                  <a:pt x="12784" y="17059"/>
                </a:cubicBezTo>
                <a:cubicBezTo>
                  <a:pt x="14659" y="18933"/>
                  <a:pt x="17201" y="19986"/>
                  <a:pt x="19852" y="19986"/>
                </a:cubicBezTo>
                <a:cubicBezTo>
                  <a:pt x="22502" y="19986"/>
                  <a:pt x="25045" y="18933"/>
                  <a:pt x="26918" y="17059"/>
                </a:cubicBezTo>
                <a:cubicBezTo>
                  <a:pt x="28793" y="15185"/>
                  <a:pt x="29846" y="12643"/>
                  <a:pt x="29846" y="9992"/>
                </a:cubicBezTo>
                <a:cubicBezTo>
                  <a:pt x="29846" y="7342"/>
                  <a:pt x="28793" y="4801"/>
                  <a:pt x="26918" y="2927"/>
                </a:cubicBezTo>
                <a:cubicBezTo>
                  <a:pt x="25045" y="1053"/>
                  <a:pt x="22502" y="0"/>
                  <a:pt x="19852" y="0"/>
                </a:cubicBezTo>
                <a:close/>
                <a:moveTo>
                  <a:pt x="79817" y="0"/>
                </a:moveTo>
                <a:cubicBezTo>
                  <a:pt x="77167" y="0"/>
                  <a:pt x="74625" y="1053"/>
                  <a:pt x="72750" y="2927"/>
                </a:cubicBezTo>
                <a:cubicBezTo>
                  <a:pt x="70877" y="4801"/>
                  <a:pt x="69823" y="7342"/>
                  <a:pt x="69823" y="9992"/>
                </a:cubicBezTo>
                <a:cubicBezTo>
                  <a:pt x="69823" y="12643"/>
                  <a:pt x="70877" y="15185"/>
                  <a:pt x="72750" y="17059"/>
                </a:cubicBezTo>
                <a:cubicBezTo>
                  <a:pt x="74625" y="18933"/>
                  <a:pt x="77167" y="19986"/>
                  <a:pt x="79817" y="19986"/>
                </a:cubicBezTo>
                <a:cubicBezTo>
                  <a:pt x="82468" y="19986"/>
                  <a:pt x="85010" y="18933"/>
                  <a:pt x="86884" y="17059"/>
                </a:cubicBezTo>
                <a:cubicBezTo>
                  <a:pt x="88758" y="15185"/>
                  <a:pt x="89811" y="12643"/>
                  <a:pt x="89811" y="9992"/>
                </a:cubicBezTo>
                <a:cubicBezTo>
                  <a:pt x="89811" y="7342"/>
                  <a:pt x="88758" y="4801"/>
                  <a:pt x="86884" y="2927"/>
                </a:cubicBezTo>
                <a:cubicBezTo>
                  <a:pt x="85010" y="1053"/>
                  <a:pt x="82468" y="0"/>
                  <a:pt x="79817" y="0"/>
                </a:cubicBezTo>
                <a:close/>
                <a:moveTo>
                  <a:pt x="18602" y="24982"/>
                </a:moveTo>
                <a:cubicBezTo>
                  <a:pt x="11057" y="24982"/>
                  <a:pt x="5026" y="31255"/>
                  <a:pt x="5026" y="38723"/>
                </a:cubicBezTo>
                <a:lnTo>
                  <a:pt x="5026" y="67452"/>
                </a:lnTo>
                <a:cubicBezTo>
                  <a:pt x="5017" y="68235"/>
                  <a:pt x="5251" y="69001"/>
                  <a:pt x="5700" y="69644"/>
                </a:cubicBezTo>
                <a:cubicBezTo>
                  <a:pt x="6149" y="70287"/>
                  <a:pt x="6787" y="70773"/>
                  <a:pt x="7525" y="71034"/>
                </a:cubicBezTo>
                <a:lnTo>
                  <a:pt x="7525" y="94933"/>
                </a:lnTo>
                <a:cubicBezTo>
                  <a:pt x="7516" y="95595"/>
                  <a:pt x="7638" y="96252"/>
                  <a:pt x="7885" y="96866"/>
                </a:cubicBezTo>
                <a:cubicBezTo>
                  <a:pt x="8132" y="97481"/>
                  <a:pt x="8498" y="98040"/>
                  <a:pt x="8963" y="98511"/>
                </a:cubicBezTo>
                <a:cubicBezTo>
                  <a:pt x="9429" y="98982"/>
                  <a:pt x="9983" y="99358"/>
                  <a:pt x="10593" y="99613"/>
                </a:cubicBezTo>
                <a:cubicBezTo>
                  <a:pt x="11204" y="99869"/>
                  <a:pt x="11860" y="100001"/>
                  <a:pt x="12522" y="100001"/>
                </a:cubicBezTo>
                <a:cubicBezTo>
                  <a:pt x="13184" y="100001"/>
                  <a:pt x="13840" y="99869"/>
                  <a:pt x="14451" y="99613"/>
                </a:cubicBezTo>
                <a:cubicBezTo>
                  <a:pt x="15062" y="99358"/>
                  <a:pt x="15616" y="98982"/>
                  <a:pt x="16081" y="98511"/>
                </a:cubicBezTo>
                <a:cubicBezTo>
                  <a:pt x="16546" y="98040"/>
                  <a:pt x="16912" y="97481"/>
                  <a:pt x="17160" y="96866"/>
                </a:cubicBezTo>
                <a:cubicBezTo>
                  <a:pt x="17406" y="96252"/>
                  <a:pt x="17529" y="95595"/>
                  <a:pt x="17519" y="94933"/>
                </a:cubicBezTo>
                <a:lnTo>
                  <a:pt x="17519" y="69950"/>
                </a:lnTo>
                <a:lnTo>
                  <a:pt x="22517" y="69950"/>
                </a:lnTo>
                <a:lnTo>
                  <a:pt x="22517" y="94933"/>
                </a:lnTo>
                <a:cubicBezTo>
                  <a:pt x="22507" y="95595"/>
                  <a:pt x="22630" y="96252"/>
                  <a:pt x="22876" y="96866"/>
                </a:cubicBezTo>
                <a:cubicBezTo>
                  <a:pt x="23124" y="97481"/>
                  <a:pt x="23490" y="98040"/>
                  <a:pt x="23955" y="98511"/>
                </a:cubicBezTo>
                <a:cubicBezTo>
                  <a:pt x="24420" y="98982"/>
                  <a:pt x="24974" y="99358"/>
                  <a:pt x="25585" y="99613"/>
                </a:cubicBezTo>
                <a:cubicBezTo>
                  <a:pt x="26195" y="99869"/>
                  <a:pt x="26851" y="100001"/>
                  <a:pt x="27513" y="100001"/>
                </a:cubicBezTo>
                <a:cubicBezTo>
                  <a:pt x="28175" y="100001"/>
                  <a:pt x="28831" y="99869"/>
                  <a:pt x="29443" y="99613"/>
                </a:cubicBezTo>
                <a:cubicBezTo>
                  <a:pt x="30053" y="99358"/>
                  <a:pt x="30607" y="98982"/>
                  <a:pt x="31073" y="98511"/>
                </a:cubicBezTo>
                <a:cubicBezTo>
                  <a:pt x="31537" y="98040"/>
                  <a:pt x="31904" y="97481"/>
                  <a:pt x="32151" y="96866"/>
                </a:cubicBezTo>
                <a:cubicBezTo>
                  <a:pt x="32398" y="96252"/>
                  <a:pt x="32520" y="95595"/>
                  <a:pt x="32511" y="94933"/>
                </a:cubicBezTo>
                <a:lnTo>
                  <a:pt x="32511" y="64954"/>
                </a:lnTo>
                <a:cubicBezTo>
                  <a:pt x="32509" y="64677"/>
                  <a:pt x="32484" y="64402"/>
                  <a:pt x="32437" y="64129"/>
                </a:cubicBezTo>
                <a:lnTo>
                  <a:pt x="34306" y="44490"/>
                </a:lnTo>
                <a:lnTo>
                  <a:pt x="38094" y="47588"/>
                </a:lnTo>
                <a:cubicBezTo>
                  <a:pt x="38746" y="48122"/>
                  <a:pt x="39524" y="48480"/>
                  <a:pt x="40353" y="48632"/>
                </a:cubicBezTo>
                <a:cubicBezTo>
                  <a:pt x="41183" y="48784"/>
                  <a:pt x="42037" y="48724"/>
                  <a:pt x="42837" y="48456"/>
                </a:cubicBezTo>
                <a:lnTo>
                  <a:pt x="54080" y="44709"/>
                </a:lnTo>
                <a:cubicBezTo>
                  <a:pt x="54720" y="44517"/>
                  <a:pt x="55317" y="44198"/>
                  <a:pt x="55832" y="43771"/>
                </a:cubicBezTo>
                <a:cubicBezTo>
                  <a:pt x="56347" y="43344"/>
                  <a:pt x="56771" y="42818"/>
                  <a:pt x="57080" y="42224"/>
                </a:cubicBezTo>
                <a:cubicBezTo>
                  <a:pt x="57388" y="41630"/>
                  <a:pt x="57573" y="40981"/>
                  <a:pt x="57625" y="40314"/>
                </a:cubicBezTo>
                <a:cubicBezTo>
                  <a:pt x="57678" y="39648"/>
                  <a:pt x="57595" y="38976"/>
                  <a:pt x="57384" y="38341"/>
                </a:cubicBezTo>
                <a:cubicBezTo>
                  <a:pt x="57172" y="37707"/>
                  <a:pt x="56835" y="37122"/>
                  <a:pt x="56393" y="36620"/>
                </a:cubicBezTo>
                <a:cubicBezTo>
                  <a:pt x="55950" y="36118"/>
                  <a:pt x="55411" y="35709"/>
                  <a:pt x="54808" y="35420"/>
                </a:cubicBezTo>
                <a:cubicBezTo>
                  <a:pt x="54205" y="35130"/>
                  <a:pt x="53550" y="34965"/>
                  <a:pt x="52882" y="34932"/>
                </a:cubicBezTo>
                <a:cubicBezTo>
                  <a:pt x="52214" y="34900"/>
                  <a:pt x="51546" y="35003"/>
                  <a:pt x="50917" y="35233"/>
                </a:cubicBezTo>
                <a:lnTo>
                  <a:pt x="42290" y="38108"/>
                </a:lnTo>
                <a:lnTo>
                  <a:pt x="30676" y="28608"/>
                </a:lnTo>
                <a:cubicBezTo>
                  <a:pt x="30300" y="28293"/>
                  <a:pt x="29882" y="28035"/>
                  <a:pt x="29431" y="27842"/>
                </a:cubicBezTo>
                <a:cubicBezTo>
                  <a:pt x="27112" y="26057"/>
                  <a:pt x="24228" y="24982"/>
                  <a:pt x="21101" y="24982"/>
                </a:cubicBezTo>
                <a:lnTo>
                  <a:pt x="18602" y="24982"/>
                </a:lnTo>
                <a:close/>
                <a:moveTo>
                  <a:pt x="78568" y="24982"/>
                </a:moveTo>
                <a:cubicBezTo>
                  <a:pt x="71022" y="24982"/>
                  <a:pt x="64991" y="31255"/>
                  <a:pt x="64991" y="38723"/>
                </a:cubicBezTo>
                <a:lnTo>
                  <a:pt x="64991" y="67452"/>
                </a:lnTo>
                <a:cubicBezTo>
                  <a:pt x="64982" y="68235"/>
                  <a:pt x="65217" y="69001"/>
                  <a:pt x="65666" y="69644"/>
                </a:cubicBezTo>
                <a:cubicBezTo>
                  <a:pt x="66114" y="70287"/>
                  <a:pt x="66752" y="70773"/>
                  <a:pt x="67491" y="71034"/>
                </a:cubicBezTo>
                <a:lnTo>
                  <a:pt x="67491" y="94933"/>
                </a:lnTo>
                <a:cubicBezTo>
                  <a:pt x="67481" y="95595"/>
                  <a:pt x="67604" y="96252"/>
                  <a:pt x="67850" y="96866"/>
                </a:cubicBezTo>
                <a:cubicBezTo>
                  <a:pt x="68098" y="97481"/>
                  <a:pt x="68464" y="98040"/>
                  <a:pt x="68929" y="98511"/>
                </a:cubicBezTo>
                <a:cubicBezTo>
                  <a:pt x="69394" y="98982"/>
                  <a:pt x="69948" y="99358"/>
                  <a:pt x="70559" y="99613"/>
                </a:cubicBezTo>
                <a:cubicBezTo>
                  <a:pt x="71169" y="99869"/>
                  <a:pt x="71825" y="100001"/>
                  <a:pt x="72487" y="100001"/>
                </a:cubicBezTo>
                <a:cubicBezTo>
                  <a:pt x="73149" y="100001"/>
                  <a:pt x="73806" y="99869"/>
                  <a:pt x="74417" y="99613"/>
                </a:cubicBezTo>
                <a:cubicBezTo>
                  <a:pt x="75027" y="99358"/>
                  <a:pt x="75581" y="98982"/>
                  <a:pt x="76046" y="98511"/>
                </a:cubicBezTo>
                <a:cubicBezTo>
                  <a:pt x="76511" y="98040"/>
                  <a:pt x="76878" y="97481"/>
                  <a:pt x="77125" y="96866"/>
                </a:cubicBezTo>
                <a:cubicBezTo>
                  <a:pt x="77372" y="96252"/>
                  <a:pt x="77494" y="95595"/>
                  <a:pt x="77484" y="94933"/>
                </a:cubicBezTo>
                <a:lnTo>
                  <a:pt x="77484" y="69950"/>
                </a:lnTo>
                <a:lnTo>
                  <a:pt x="82482" y="69950"/>
                </a:lnTo>
                <a:lnTo>
                  <a:pt x="82482" y="94933"/>
                </a:lnTo>
                <a:cubicBezTo>
                  <a:pt x="82473" y="95595"/>
                  <a:pt x="82595" y="96252"/>
                  <a:pt x="82842" y="96866"/>
                </a:cubicBezTo>
                <a:cubicBezTo>
                  <a:pt x="83089" y="97481"/>
                  <a:pt x="83455" y="98040"/>
                  <a:pt x="83920" y="98511"/>
                </a:cubicBezTo>
                <a:cubicBezTo>
                  <a:pt x="84386" y="98982"/>
                  <a:pt x="84940" y="99358"/>
                  <a:pt x="85550" y="99613"/>
                </a:cubicBezTo>
                <a:cubicBezTo>
                  <a:pt x="86161" y="99869"/>
                  <a:pt x="86816" y="100001"/>
                  <a:pt x="87479" y="100001"/>
                </a:cubicBezTo>
                <a:cubicBezTo>
                  <a:pt x="88141" y="100001"/>
                  <a:pt x="88796" y="99869"/>
                  <a:pt x="89408" y="99613"/>
                </a:cubicBezTo>
                <a:cubicBezTo>
                  <a:pt x="90019" y="99358"/>
                  <a:pt x="90573" y="98982"/>
                  <a:pt x="91038" y="98511"/>
                </a:cubicBezTo>
                <a:cubicBezTo>
                  <a:pt x="91503" y="98040"/>
                  <a:pt x="91869" y="97481"/>
                  <a:pt x="92117" y="96866"/>
                </a:cubicBezTo>
                <a:cubicBezTo>
                  <a:pt x="92363" y="96252"/>
                  <a:pt x="92486" y="95595"/>
                  <a:pt x="92476" y="94933"/>
                </a:cubicBezTo>
                <a:lnTo>
                  <a:pt x="92476" y="71034"/>
                </a:lnTo>
                <a:cubicBezTo>
                  <a:pt x="93215" y="70773"/>
                  <a:pt x="93853" y="70287"/>
                  <a:pt x="94302" y="69644"/>
                </a:cubicBezTo>
                <a:cubicBezTo>
                  <a:pt x="94749" y="69001"/>
                  <a:pt x="94985" y="68235"/>
                  <a:pt x="94974" y="67452"/>
                </a:cubicBezTo>
                <a:lnTo>
                  <a:pt x="94974" y="38723"/>
                </a:lnTo>
                <a:cubicBezTo>
                  <a:pt x="94974" y="31102"/>
                  <a:pt x="88612" y="24982"/>
                  <a:pt x="81067" y="24982"/>
                </a:cubicBezTo>
                <a:lnTo>
                  <a:pt x="78568" y="2498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6" name="Красный — SVG 9">
            <a:extLst>
              <a:ext uri="{FF2B5EF4-FFF2-40B4-BE49-F238E27FC236}">
                <a16:creationId xmlns:a16="http://schemas.microsoft.com/office/drawing/2014/main" id="{5F039687-4925-C540-807E-A21E2EF7B664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85016 w 170134"/>
              <a:gd name="csY0" fmla="*/ 0 h 138271"/>
              <a:gd name="csX1" fmla="*/ 82532 w 170134"/>
              <a:gd name="csY1" fmla="*/ 1076 h 138271"/>
              <a:gd name="csX2" fmla="*/ 81528 w 170134"/>
              <a:gd name="csY2" fmla="*/ 3593 h 138271"/>
              <a:gd name="csX3" fmla="*/ 81528 w 170134"/>
              <a:gd name="csY3" fmla="*/ 24857 h 138271"/>
              <a:gd name="csX4" fmla="*/ 81783 w 170134"/>
              <a:gd name="csY4" fmla="*/ 26228 h 138271"/>
              <a:gd name="csX5" fmla="*/ 82549 w 170134"/>
              <a:gd name="csY5" fmla="*/ 27395 h 138271"/>
              <a:gd name="csX6" fmla="*/ 83706 w 170134"/>
              <a:gd name="csY6" fmla="*/ 28178 h 138271"/>
              <a:gd name="csX7" fmla="*/ 85067 w 170134"/>
              <a:gd name="csY7" fmla="*/ 28451 h 138271"/>
              <a:gd name="csX8" fmla="*/ 86428 w 170134"/>
              <a:gd name="csY8" fmla="*/ 28178 h 138271"/>
              <a:gd name="csX9" fmla="*/ 87585 w 170134"/>
              <a:gd name="csY9" fmla="*/ 27395 h 138271"/>
              <a:gd name="csX10" fmla="*/ 88351 w 170134"/>
              <a:gd name="csY10" fmla="*/ 26228 h 138271"/>
              <a:gd name="csX11" fmla="*/ 88606 w 170134"/>
              <a:gd name="csY11" fmla="*/ 24857 h 138271"/>
              <a:gd name="csX12" fmla="*/ 88606 w 170134"/>
              <a:gd name="csY12" fmla="*/ 3593 h 138271"/>
              <a:gd name="csX13" fmla="*/ 88351 w 170134"/>
              <a:gd name="csY13" fmla="*/ 2208 h 138271"/>
              <a:gd name="csX14" fmla="*/ 87568 w 170134"/>
              <a:gd name="csY14" fmla="*/ 1036 h 138271"/>
              <a:gd name="csX15" fmla="*/ 86394 w 170134"/>
              <a:gd name="csY15" fmla="*/ 259 h 138271"/>
              <a:gd name="csX16" fmla="*/ 85016 w 170134"/>
              <a:gd name="csY16" fmla="*/ 0 h 138271"/>
              <a:gd name="csX17" fmla="*/ 49152 w 170134"/>
              <a:gd name="csY17" fmla="*/ 13761 h 138271"/>
              <a:gd name="csX18" fmla="*/ 47178 w 170134"/>
              <a:gd name="csY18" fmla="*/ 14366 h 138271"/>
              <a:gd name="csX19" fmla="*/ 45868 w 170134"/>
              <a:gd name="csY19" fmla="*/ 15972 h 138271"/>
              <a:gd name="csX20" fmla="*/ 45698 w 170134"/>
              <a:gd name="csY20" fmla="*/ 18032 h 138271"/>
              <a:gd name="csX21" fmla="*/ 46685 w 170134"/>
              <a:gd name="csY21" fmla="*/ 19846 h 138271"/>
              <a:gd name="csX22" fmla="*/ 61724 w 170134"/>
              <a:gd name="csY22" fmla="*/ 34880 h 138271"/>
              <a:gd name="csX23" fmla="*/ 62881 w 170134"/>
              <a:gd name="csY23" fmla="*/ 35679 h 138271"/>
              <a:gd name="csX24" fmla="*/ 64242 w 170134"/>
              <a:gd name="csY24" fmla="*/ 35969 h 138271"/>
              <a:gd name="csX25" fmla="*/ 65620 w 170134"/>
              <a:gd name="csY25" fmla="*/ 35707 h 138271"/>
              <a:gd name="csX26" fmla="*/ 66794 w 170134"/>
              <a:gd name="csY26" fmla="*/ 34931 h 138271"/>
              <a:gd name="csX27" fmla="*/ 67560 w 170134"/>
              <a:gd name="csY27" fmla="*/ 33764 h 138271"/>
              <a:gd name="csX28" fmla="*/ 67833 w 170134"/>
              <a:gd name="csY28" fmla="*/ 32389 h 138271"/>
              <a:gd name="csX29" fmla="*/ 67526 w 170134"/>
              <a:gd name="csY29" fmla="*/ 31018 h 138271"/>
              <a:gd name="csX30" fmla="*/ 66744 w 170134"/>
              <a:gd name="csY30" fmla="*/ 29868 h 138271"/>
              <a:gd name="csX31" fmla="*/ 51704 w 170134"/>
              <a:gd name="csY31" fmla="*/ 14834 h 138271"/>
              <a:gd name="csX32" fmla="*/ 50530 w 170134"/>
              <a:gd name="csY32" fmla="*/ 14041 h 138271"/>
              <a:gd name="csX33" fmla="*/ 49152 w 170134"/>
              <a:gd name="csY33" fmla="*/ 13761 h 138271"/>
              <a:gd name="csX34" fmla="*/ 120863 w 170134"/>
              <a:gd name="csY34" fmla="*/ 13761 h 138271"/>
              <a:gd name="csX35" fmla="*/ 118430 w 170134"/>
              <a:gd name="csY35" fmla="*/ 14834 h 138271"/>
              <a:gd name="csX36" fmla="*/ 103391 w 170134"/>
              <a:gd name="csY36" fmla="*/ 29868 h 138271"/>
              <a:gd name="csX37" fmla="*/ 102608 w 170134"/>
              <a:gd name="csY37" fmla="*/ 31018 h 138271"/>
              <a:gd name="csX38" fmla="*/ 102301 w 170134"/>
              <a:gd name="csY38" fmla="*/ 32389 h 138271"/>
              <a:gd name="csX39" fmla="*/ 102574 w 170134"/>
              <a:gd name="csY39" fmla="*/ 33764 h 138271"/>
              <a:gd name="csX40" fmla="*/ 103340 w 170134"/>
              <a:gd name="csY40" fmla="*/ 34931 h 138271"/>
              <a:gd name="csX41" fmla="*/ 104514 w 170134"/>
              <a:gd name="csY41" fmla="*/ 35707 h 138271"/>
              <a:gd name="csX42" fmla="*/ 105892 w 170134"/>
              <a:gd name="csY42" fmla="*/ 35969 h 138271"/>
              <a:gd name="csX43" fmla="*/ 107253 w 170134"/>
              <a:gd name="csY43" fmla="*/ 35679 h 138271"/>
              <a:gd name="csX44" fmla="*/ 108410 w 170134"/>
              <a:gd name="csY44" fmla="*/ 34880 h 138271"/>
              <a:gd name="csX45" fmla="*/ 123449 w 170134"/>
              <a:gd name="csY45" fmla="*/ 19846 h 138271"/>
              <a:gd name="csX46" fmla="*/ 124453 w 170134"/>
              <a:gd name="csY46" fmla="*/ 18007 h 138271"/>
              <a:gd name="csX47" fmla="*/ 124249 w 170134"/>
              <a:gd name="csY47" fmla="*/ 15923 h 138271"/>
              <a:gd name="csX48" fmla="*/ 122888 w 170134"/>
              <a:gd name="csY48" fmla="*/ 14320 h 138271"/>
              <a:gd name="csX49" fmla="*/ 120863 w 170134"/>
              <a:gd name="csY49" fmla="*/ 13761 h 138271"/>
              <a:gd name="csX50" fmla="*/ 85067 w 170134"/>
              <a:gd name="csY50" fmla="*/ 35489 h 138271"/>
              <a:gd name="csX51" fmla="*/ 71797 w 170134"/>
              <a:gd name="csY51" fmla="*/ 41152 h 138271"/>
              <a:gd name="csX52" fmla="*/ 67339 w 170134"/>
              <a:gd name="csY52" fmla="*/ 53209 h 138271"/>
              <a:gd name="csX53" fmla="*/ 71797 w 170134"/>
              <a:gd name="csY53" fmla="*/ 65267 h 138271"/>
              <a:gd name="csX54" fmla="*/ 85067 w 170134"/>
              <a:gd name="csY54" fmla="*/ 70928 h 138271"/>
              <a:gd name="csX55" fmla="*/ 98337 w 170134"/>
              <a:gd name="csY55" fmla="*/ 65267 h 138271"/>
              <a:gd name="csX56" fmla="*/ 102795 w 170134"/>
              <a:gd name="csY56" fmla="*/ 53209 h 138271"/>
              <a:gd name="csX57" fmla="*/ 98337 w 170134"/>
              <a:gd name="csY57" fmla="*/ 41152 h 138271"/>
              <a:gd name="csX58" fmla="*/ 85067 w 170134"/>
              <a:gd name="csY58" fmla="*/ 35489 h 138271"/>
              <a:gd name="csX59" fmla="*/ 85067 w 170134"/>
              <a:gd name="csY59" fmla="*/ 46121 h 138271"/>
              <a:gd name="csX60" fmla="*/ 90392 w 170134"/>
              <a:gd name="csY60" fmla="*/ 48212 h 138271"/>
              <a:gd name="csX61" fmla="*/ 92162 w 170134"/>
              <a:gd name="csY61" fmla="*/ 53209 h 138271"/>
              <a:gd name="csX62" fmla="*/ 90392 w 170134"/>
              <a:gd name="csY62" fmla="*/ 58207 h 138271"/>
              <a:gd name="csX63" fmla="*/ 85067 w 170134"/>
              <a:gd name="csY63" fmla="*/ 60296 h 138271"/>
              <a:gd name="csX64" fmla="*/ 79742 w 170134"/>
              <a:gd name="csY64" fmla="*/ 58207 h 138271"/>
              <a:gd name="csX65" fmla="*/ 77973 w 170134"/>
              <a:gd name="csY65" fmla="*/ 53209 h 138271"/>
              <a:gd name="csX66" fmla="*/ 79742 w 170134"/>
              <a:gd name="csY66" fmla="*/ 48212 h 138271"/>
              <a:gd name="csX67" fmla="*/ 85067 w 170134"/>
              <a:gd name="csY67" fmla="*/ 46121 h 138271"/>
              <a:gd name="csX68" fmla="*/ 31900 w 170134"/>
              <a:gd name="csY68" fmla="*/ 56753 h 138271"/>
              <a:gd name="csX69" fmla="*/ 18630 w 170134"/>
              <a:gd name="csY69" fmla="*/ 62416 h 138271"/>
              <a:gd name="csX70" fmla="*/ 14172 w 170134"/>
              <a:gd name="csY70" fmla="*/ 74473 h 138271"/>
              <a:gd name="csX71" fmla="*/ 18630 w 170134"/>
              <a:gd name="csY71" fmla="*/ 86531 h 138271"/>
              <a:gd name="csX72" fmla="*/ 31900 w 170134"/>
              <a:gd name="csY72" fmla="*/ 92192 h 138271"/>
              <a:gd name="csX73" fmla="*/ 45170 w 170134"/>
              <a:gd name="csY73" fmla="*/ 86531 h 138271"/>
              <a:gd name="csX74" fmla="*/ 49628 w 170134"/>
              <a:gd name="csY74" fmla="*/ 74473 h 138271"/>
              <a:gd name="csX75" fmla="*/ 45170 w 170134"/>
              <a:gd name="csY75" fmla="*/ 62416 h 138271"/>
              <a:gd name="csX76" fmla="*/ 31900 w 170134"/>
              <a:gd name="csY76" fmla="*/ 56753 h 138271"/>
              <a:gd name="csX77" fmla="*/ 138234 w 170134"/>
              <a:gd name="csY77" fmla="*/ 56753 h 138271"/>
              <a:gd name="csX78" fmla="*/ 124964 w 170134"/>
              <a:gd name="csY78" fmla="*/ 62416 h 138271"/>
              <a:gd name="csX79" fmla="*/ 120506 w 170134"/>
              <a:gd name="csY79" fmla="*/ 74473 h 138271"/>
              <a:gd name="csX80" fmla="*/ 124964 w 170134"/>
              <a:gd name="csY80" fmla="*/ 86531 h 138271"/>
              <a:gd name="csX81" fmla="*/ 138234 w 170134"/>
              <a:gd name="csY81" fmla="*/ 92192 h 138271"/>
              <a:gd name="csX82" fmla="*/ 151504 w 170134"/>
              <a:gd name="csY82" fmla="*/ 86531 h 138271"/>
              <a:gd name="csX83" fmla="*/ 155962 w 170134"/>
              <a:gd name="csY83" fmla="*/ 74473 h 138271"/>
              <a:gd name="csX84" fmla="*/ 151504 w 170134"/>
              <a:gd name="csY84" fmla="*/ 62416 h 138271"/>
              <a:gd name="csX85" fmla="*/ 138234 w 170134"/>
              <a:gd name="csY85" fmla="*/ 56753 h 138271"/>
              <a:gd name="csX86" fmla="*/ 31900 w 170134"/>
              <a:gd name="csY86" fmla="*/ 67385 h 138271"/>
              <a:gd name="csX87" fmla="*/ 37225 w 170134"/>
              <a:gd name="csY87" fmla="*/ 69475 h 138271"/>
              <a:gd name="csX88" fmla="*/ 38995 w 170134"/>
              <a:gd name="csY88" fmla="*/ 74473 h 138271"/>
              <a:gd name="csX89" fmla="*/ 37225 w 170134"/>
              <a:gd name="csY89" fmla="*/ 79471 h 138271"/>
              <a:gd name="csX90" fmla="*/ 31900 w 170134"/>
              <a:gd name="csY90" fmla="*/ 81560 h 138271"/>
              <a:gd name="csX91" fmla="*/ 26575 w 170134"/>
              <a:gd name="csY91" fmla="*/ 79471 h 138271"/>
              <a:gd name="csX92" fmla="*/ 24806 w 170134"/>
              <a:gd name="csY92" fmla="*/ 74473 h 138271"/>
              <a:gd name="csX93" fmla="*/ 26575 w 170134"/>
              <a:gd name="csY93" fmla="*/ 69475 h 138271"/>
              <a:gd name="csX94" fmla="*/ 31900 w 170134"/>
              <a:gd name="csY94" fmla="*/ 67385 h 138271"/>
              <a:gd name="csX95" fmla="*/ 138234 w 170134"/>
              <a:gd name="csY95" fmla="*/ 67385 h 138271"/>
              <a:gd name="csX96" fmla="*/ 143559 w 170134"/>
              <a:gd name="csY96" fmla="*/ 69475 h 138271"/>
              <a:gd name="csX97" fmla="*/ 145328 w 170134"/>
              <a:gd name="csY97" fmla="*/ 74473 h 138271"/>
              <a:gd name="csX98" fmla="*/ 143559 w 170134"/>
              <a:gd name="csY98" fmla="*/ 79471 h 138271"/>
              <a:gd name="csX99" fmla="*/ 138234 w 170134"/>
              <a:gd name="csY99" fmla="*/ 81560 h 138271"/>
              <a:gd name="csX100" fmla="*/ 132909 w 170134"/>
              <a:gd name="csY100" fmla="*/ 79471 h 138271"/>
              <a:gd name="csX101" fmla="*/ 131139 w 170134"/>
              <a:gd name="csY101" fmla="*/ 74473 h 138271"/>
              <a:gd name="csX102" fmla="*/ 132909 w 170134"/>
              <a:gd name="csY102" fmla="*/ 69475 h 138271"/>
              <a:gd name="csX103" fmla="*/ 138234 w 170134"/>
              <a:gd name="csY103" fmla="*/ 67385 h 138271"/>
              <a:gd name="csX104" fmla="*/ 63987 w 170134"/>
              <a:gd name="csY104" fmla="*/ 78017 h 138271"/>
              <a:gd name="csX105" fmla="*/ 53167 w 170134"/>
              <a:gd name="csY105" fmla="*/ 88836 h 138271"/>
              <a:gd name="csX106" fmla="*/ 53167 w 170134"/>
              <a:gd name="csY106" fmla="*/ 116821 h 138271"/>
              <a:gd name="csX107" fmla="*/ 62984 w 170134"/>
              <a:gd name="csY107" fmla="*/ 132534 h 138271"/>
              <a:gd name="csX108" fmla="*/ 85067 w 170134"/>
              <a:gd name="csY108" fmla="*/ 138272 h 138271"/>
              <a:gd name="csX109" fmla="*/ 107150 w 170134"/>
              <a:gd name="csY109" fmla="*/ 132534 h 138271"/>
              <a:gd name="csX110" fmla="*/ 116967 w 170134"/>
              <a:gd name="csY110" fmla="*/ 116821 h 138271"/>
              <a:gd name="csX111" fmla="*/ 116967 w 170134"/>
              <a:gd name="csY111" fmla="*/ 88836 h 138271"/>
              <a:gd name="csX112" fmla="*/ 106147 w 170134"/>
              <a:gd name="csY112" fmla="*/ 78017 h 138271"/>
              <a:gd name="csX113" fmla="*/ 63987 w 170134"/>
              <a:gd name="csY113" fmla="*/ 78017 h 138271"/>
              <a:gd name="csX114" fmla="*/ 63987 w 170134"/>
              <a:gd name="csY114" fmla="*/ 88649 h 138271"/>
              <a:gd name="csX115" fmla="*/ 106147 w 170134"/>
              <a:gd name="csY115" fmla="*/ 88649 h 138271"/>
              <a:gd name="csX116" fmla="*/ 106334 w 170134"/>
              <a:gd name="csY116" fmla="*/ 88836 h 138271"/>
              <a:gd name="csX117" fmla="*/ 106334 w 170134"/>
              <a:gd name="csY117" fmla="*/ 116821 h 138271"/>
              <a:gd name="csX118" fmla="*/ 101434 w 170134"/>
              <a:gd name="csY118" fmla="*/ 123569 h 138271"/>
              <a:gd name="csX119" fmla="*/ 85067 w 170134"/>
              <a:gd name="csY119" fmla="*/ 127640 h 138271"/>
              <a:gd name="csX120" fmla="*/ 68700 w 170134"/>
              <a:gd name="csY120" fmla="*/ 123569 h 138271"/>
              <a:gd name="csX121" fmla="*/ 63800 w 170134"/>
              <a:gd name="csY121" fmla="*/ 116821 h 138271"/>
              <a:gd name="csX122" fmla="*/ 63800 w 170134"/>
              <a:gd name="csY122" fmla="*/ 88836 h 138271"/>
              <a:gd name="csX123" fmla="*/ 63987 w 170134"/>
              <a:gd name="csY123" fmla="*/ 88649 h 138271"/>
              <a:gd name="csX124" fmla="*/ 10820 w 170134"/>
              <a:gd name="csY124" fmla="*/ 99281 h 138271"/>
              <a:gd name="csX125" fmla="*/ 0 w 170134"/>
              <a:gd name="csY125" fmla="*/ 110100 h 138271"/>
              <a:gd name="csX126" fmla="*/ 0 w 170134"/>
              <a:gd name="csY126" fmla="*/ 116821 h 138271"/>
              <a:gd name="csX127" fmla="*/ 31900 w 170134"/>
              <a:gd name="csY127" fmla="*/ 138272 h 138271"/>
              <a:gd name="csX128" fmla="*/ 52810 w 170134"/>
              <a:gd name="csY128" fmla="*/ 133260 h 138271"/>
              <a:gd name="csX129" fmla="*/ 46072 w 170134"/>
              <a:gd name="csY129" fmla="*/ 116821 h 138271"/>
              <a:gd name="csX130" fmla="*/ 46072 w 170134"/>
              <a:gd name="csY130" fmla="*/ 99281 h 138271"/>
              <a:gd name="csX131" fmla="*/ 10820 w 170134"/>
              <a:gd name="csY131" fmla="*/ 99281 h 138271"/>
              <a:gd name="csX132" fmla="*/ 124062 w 170134"/>
              <a:gd name="csY132" fmla="*/ 99281 h 138271"/>
              <a:gd name="csX133" fmla="*/ 124062 w 170134"/>
              <a:gd name="csY133" fmla="*/ 116821 h 138271"/>
              <a:gd name="csX134" fmla="*/ 117324 w 170134"/>
              <a:gd name="csY134" fmla="*/ 133260 h 138271"/>
              <a:gd name="csX135" fmla="*/ 138234 w 170134"/>
              <a:gd name="csY135" fmla="*/ 138272 h 138271"/>
              <a:gd name="csX136" fmla="*/ 170134 w 170134"/>
              <a:gd name="csY136" fmla="*/ 116821 h 138271"/>
              <a:gd name="csX137" fmla="*/ 170134 w 170134"/>
              <a:gd name="csY137" fmla="*/ 110100 h 138271"/>
              <a:gd name="csX138" fmla="*/ 159314 w 170134"/>
              <a:gd name="csY138" fmla="*/ 99281 h 138271"/>
              <a:gd name="csX139" fmla="*/ 124062 w 170134"/>
              <a:gd name="csY139" fmla="*/ 99281 h 138271"/>
            </a:gdLst>
            <a:ahLst/>
            <a:cxnLst/>
            <a:rect l="l" t="t" r="r" b="b"/>
            <a:pathLst>
              <a:path w="100000" h="100000">
                <a:moveTo>
                  <a:pt x="49970" y="9364"/>
                </a:moveTo>
                <a:cubicBezTo>
                  <a:pt x="49420" y="9373"/>
                  <a:pt x="48890" y="9600"/>
                  <a:pt x="48510" y="9997"/>
                </a:cubicBezTo>
                <a:cubicBezTo>
                  <a:pt x="48120" y="10392"/>
                  <a:pt x="47910" y="10924"/>
                  <a:pt x="47920" y="11476"/>
                </a:cubicBezTo>
                <a:lnTo>
                  <a:pt x="47920" y="23974"/>
                </a:lnTo>
                <a:cubicBezTo>
                  <a:pt x="47910" y="24251"/>
                  <a:pt x="47960" y="24524"/>
                  <a:pt x="48070" y="24780"/>
                </a:cubicBezTo>
                <a:cubicBezTo>
                  <a:pt x="48170" y="25037"/>
                  <a:pt x="48320" y="25270"/>
                  <a:pt x="48520" y="25466"/>
                </a:cubicBezTo>
                <a:cubicBezTo>
                  <a:pt x="48710" y="25663"/>
                  <a:pt x="48940" y="25819"/>
                  <a:pt x="49200" y="25926"/>
                </a:cubicBezTo>
                <a:cubicBezTo>
                  <a:pt x="49450" y="26032"/>
                  <a:pt x="49720" y="26087"/>
                  <a:pt x="50000" y="26087"/>
                </a:cubicBezTo>
                <a:cubicBezTo>
                  <a:pt x="50280" y="26087"/>
                  <a:pt x="50550" y="26032"/>
                  <a:pt x="50800" y="25926"/>
                </a:cubicBezTo>
                <a:cubicBezTo>
                  <a:pt x="51060" y="25819"/>
                  <a:pt x="51290" y="25663"/>
                  <a:pt x="51480" y="25466"/>
                </a:cubicBezTo>
                <a:cubicBezTo>
                  <a:pt x="51680" y="25270"/>
                  <a:pt x="51830" y="25037"/>
                  <a:pt x="51930" y="24780"/>
                </a:cubicBezTo>
                <a:cubicBezTo>
                  <a:pt x="52040" y="24524"/>
                  <a:pt x="52090" y="24251"/>
                  <a:pt x="52080" y="23974"/>
                </a:cubicBezTo>
                <a:lnTo>
                  <a:pt x="52080" y="11476"/>
                </a:lnTo>
                <a:cubicBezTo>
                  <a:pt x="52090" y="11197"/>
                  <a:pt x="52030" y="10921"/>
                  <a:pt x="51930" y="10662"/>
                </a:cubicBezTo>
                <a:cubicBezTo>
                  <a:pt x="51820" y="10404"/>
                  <a:pt x="51670" y="10171"/>
                  <a:pt x="51470" y="9973"/>
                </a:cubicBezTo>
                <a:cubicBezTo>
                  <a:pt x="51270" y="9776"/>
                  <a:pt x="51040" y="9622"/>
                  <a:pt x="50780" y="9516"/>
                </a:cubicBezTo>
                <a:cubicBezTo>
                  <a:pt x="50520" y="9412"/>
                  <a:pt x="50250" y="9361"/>
                  <a:pt x="49970" y="9364"/>
                </a:cubicBezTo>
                <a:close/>
                <a:moveTo>
                  <a:pt x="28890" y="17452"/>
                </a:moveTo>
                <a:cubicBezTo>
                  <a:pt x="28480" y="17453"/>
                  <a:pt x="28070" y="17576"/>
                  <a:pt x="27730" y="17808"/>
                </a:cubicBezTo>
                <a:cubicBezTo>
                  <a:pt x="27390" y="18039"/>
                  <a:pt x="27120" y="18368"/>
                  <a:pt x="26960" y="18752"/>
                </a:cubicBezTo>
                <a:cubicBezTo>
                  <a:pt x="26810" y="19136"/>
                  <a:pt x="26770" y="19558"/>
                  <a:pt x="26860" y="19963"/>
                </a:cubicBezTo>
                <a:cubicBezTo>
                  <a:pt x="26940" y="20369"/>
                  <a:pt x="27140" y="20740"/>
                  <a:pt x="27440" y="21029"/>
                </a:cubicBezTo>
                <a:lnTo>
                  <a:pt x="36280" y="29866"/>
                </a:lnTo>
                <a:cubicBezTo>
                  <a:pt x="36470" y="30065"/>
                  <a:pt x="36700" y="30225"/>
                  <a:pt x="36960" y="30335"/>
                </a:cubicBezTo>
                <a:cubicBezTo>
                  <a:pt x="37210" y="30445"/>
                  <a:pt x="37480" y="30503"/>
                  <a:pt x="37760" y="30506"/>
                </a:cubicBezTo>
                <a:cubicBezTo>
                  <a:pt x="38040" y="30509"/>
                  <a:pt x="38310" y="30456"/>
                  <a:pt x="38570" y="30352"/>
                </a:cubicBezTo>
                <a:cubicBezTo>
                  <a:pt x="38830" y="30246"/>
                  <a:pt x="39060" y="30091"/>
                  <a:pt x="39260" y="29896"/>
                </a:cubicBezTo>
                <a:cubicBezTo>
                  <a:pt x="39450" y="29700"/>
                  <a:pt x="39610" y="29466"/>
                  <a:pt x="39710" y="29210"/>
                </a:cubicBezTo>
                <a:cubicBezTo>
                  <a:pt x="39820" y="28953"/>
                  <a:pt x="39870" y="28679"/>
                  <a:pt x="39870" y="28401"/>
                </a:cubicBezTo>
                <a:cubicBezTo>
                  <a:pt x="39860" y="28125"/>
                  <a:pt x="39800" y="27851"/>
                  <a:pt x="39690" y="27596"/>
                </a:cubicBezTo>
                <a:cubicBezTo>
                  <a:pt x="39580" y="27342"/>
                  <a:pt x="39430" y="27112"/>
                  <a:pt x="39230" y="26920"/>
                </a:cubicBezTo>
                <a:lnTo>
                  <a:pt x="30390" y="18083"/>
                </a:lnTo>
                <a:cubicBezTo>
                  <a:pt x="30190" y="17884"/>
                  <a:pt x="29960" y="17725"/>
                  <a:pt x="29700" y="17617"/>
                </a:cubicBezTo>
                <a:cubicBezTo>
                  <a:pt x="29450" y="17508"/>
                  <a:pt x="29170" y="17452"/>
                  <a:pt x="28890" y="17452"/>
                </a:cubicBezTo>
                <a:close/>
                <a:moveTo>
                  <a:pt x="71040" y="17452"/>
                </a:moveTo>
                <a:cubicBezTo>
                  <a:pt x="70500" y="17469"/>
                  <a:pt x="69990" y="17695"/>
                  <a:pt x="69610" y="18083"/>
                </a:cubicBezTo>
                <a:lnTo>
                  <a:pt x="60770" y="26920"/>
                </a:lnTo>
                <a:cubicBezTo>
                  <a:pt x="60570" y="27112"/>
                  <a:pt x="60420" y="27342"/>
                  <a:pt x="60310" y="27596"/>
                </a:cubicBezTo>
                <a:cubicBezTo>
                  <a:pt x="60200" y="27851"/>
                  <a:pt x="60140" y="28125"/>
                  <a:pt x="60130" y="28401"/>
                </a:cubicBezTo>
                <a:cubicBezTo>
                  <a:pt x="60130" y="28679"/>
                  <a:pt x="60180" y="28953"/>
                  <a:pt x="60290" y="29210"/>
                </a:cubicBezTo>
                <a:cubicBezTo>
                  <a:pt x="60390" y="29466"/>
                  <a:pt x="60550" y="29700"/>
                  <a:pt x="60740" y="29896"/>
                </a:cubicBezTo>
                <a:cubicBezTo>
                  <a:pt x="60940" y="30091"/>
                  <a:pt x="61170" y="30246"/>
                  <a:pt x="61430" y="30352"/>
                </a:cubicBezTo>
                <a:cubicBezTo>
                  <a:pt x="61690" y="30456"/>
                  <a:pt x="61960" y="30509"/>
                  <a:pt x="62240" y="30506"/>
                </a:cubicBezTo>
                <a:cubicBezTo>
                  <a:pt x="62520" y="30503"/>
                  <a:pt x="62790" y="30445"/>
                  <a:pt x="63040" y="30335"/>
                </a:cubicBezTo>
                <a:cubicBezTo>
                  <a:pt x="63300" y="30225"/>
                  <a:pt x="63530" y="30065"/>
                  <a:pt x="63720" y="29866"/>
                </a:cubicBezTo>
                <a:lnTo>
                  <a:pt x="72560" y="21029"/>
                </a:lnTo>
                <a:cubicBezTo>
                  <a:pt x="72860" y="20736"/>
                  <a:pt x="73070" y="20360"/>
                  <a:pt x="73150" y="19948"/>
                </a:cubicBezTo>
                <a:cubicBezTo>
                  <a:pt x="73230" y="19537"/>
                  <a:pt x="73190" y="19110"/>
                  <a:pt x="73030" y="18723"/>
                </a:cubicBezTo>
                <a:cubicBezTo>
                  <a:pt x="72860" y="18336"/>
                  <a:pt x="72580" y="18008"/>
                  <a:pt x="72230" y="17781"/>
                </a:cubicBezTo>
                <a:cubicBezTo>
                  <a:pt x="71880" y="17555"/>
                  <a:pt x="71460" y="17440"/>
                  <a:pt x="71040" y="17452"/>
                </a:cubicBezTo>
                <a:close/>
                <a:moveTo>
                  <a:pt x="50000" y="30224"/>
                </a:moveTo>
                <a:cubicBezTo>
                  <a:pt x="46790" y="30224"/>
                  <a:pt x="43980" y="31540"/>
                  <a:pt x="42200" y="33552"/>
                </a:cubicBezTo>
                <a:cubicBezTo>
                  <a:pt x="40410" y="35563"/>
                  <a:pt x="39580" y="38121"/>
                  <a:pt x="39580" y="40639"/>
                </a:cubicBezTo>
                <a:cubicBezTo>
                  <a:pt x="39580" y="43156"/>
                  <a:pt x="40410" y="45714"/>
                  <a:pt x="42200" y="47726"/>
                </a:cubicBezTo>
                <a:cubicBezTo>
                  <a:pt x="43980" y="49737"/>
                  <a:pt x="46790" y="51054"/>
                  <a:pt x="50000" y="51054"/>
                </a:cubicBezTo>
                <a:cubicBezTo>
                  <a:pt x="53210" y="51054"/>
                  <a:pt x="56020" y="49737"/>
                  <a:pt x="57800" y="47726"/>
                </a:cubicBezTo>
                <a:cubicBezTo>
                  <a:pt x="59590" y="45714"/>
                  <a:pt x="60420" y="43156"/>
                  <a:pt x="60420" y="40639"/>
                </a:cubicBezTo>
                <a:cubicBezTo>
                  <a:pt x="60420" y="38121"/>
                  <a:pt x="59590" y="35563"/>
                  <a:pt x="57800" y="33552"/>
                </a:cubicBezTo>
                <a:cubicBezTo>
                  <a:pt x="56020" y="31540"/>
                  <a:pt x="53210" y="30224"/>
                  <a:pt x="50000" y="30224"/>
                </a:cubicBezTo>
                <a:close/>
                <a:moveTo>
                  <a:pt x="50000" y="36473"/>
                </a:moveTo>
                <a:cubicBezTo>
                  <a:pt x="51650" y="36473"/>
                  <a:pt x="52490" y="36979"/>
                  <a:pt x="53130" y="37702"/>
                </a:cubicBezTo>
                <a:cubicBezTo>
                  <a:pt x="53780" y="38424"/>
                  <a:pt x="54170" y="39510"/>
                  <a:pt x="54170" y="40639"/>
                </a:cubicBezTo>
                <a:cubicBezTo>
                  <a:pt x="54170" y="41767"/>
                  <a:pt x="53780" y="42854"/>
                  <a:pt x="53130" y="43577"/>
                </a:cubicBezTo>
                <a:cubicBezTo>
                  <a:pt x="52490" y="44299"/>
                  <a:pt x="51650" y="44804"/>
                  <a:pt x="50000" y="44804"/>
                </a:cubicBezTo>
                <a:cubicBezTo>
                  <a:pt x="48350" y="44804"/>
                  <a:pt x="47510" y="44299"/>
                  <a:pt x="46870" y="43577"/>
                </a:cubicBezTo>
                <a:cubicBezTo>
                  <a:pt x="46220" y="42854"/>
                  <a:pt x="45830" y="41767"/>
                  <a:pt x="45830" y="40639"/>
                </a:cubicBezTo>
                <a:cubicBezTo>
                  <a:pt x="45830" y="39510"/>
                  <a:pt x="46220" y="38424"/>
                  <a:pt x="46870" y="37702"/>
                </a:cubicBezTo>
                <a:cubicBezTo>
                  <a:pt x="47510" y="36979"/>
                  <a:pt x="48350" y="36473"/>
                  <a:pt x="50000" y="36473"/>
                </a:cubicBezTo>
                <a:close/>
                <a:moveTo>
                  <a:pt x="18750" y="42722"/>
                </a:moveTo>
                <a:cubicBezTo>
                  <a:pt x="15540" y="42722"/>
                  <a:pt x="12730" y="44039"/>
                  <a:pt x="10950" y="46050"/>
                </a:cubicBezTo>
                <a:cubicBezTo>
                  <a:pt x="9160" y="48061"/>
                  <a:pt x="8330" y="50620"/>
                  <a:pt x="8330" y="53137"/>
                </a:cubicBezTo>
                <a:cubicBezTo>
                  <a:pt x="8330" y="55654"/>
                  <a:pt x="9160" y="58213"/>
                  <a:pt x="10950" y="60225"/>
                </a:cubicBezTo>
                <a:cubicBezTo>
                  <a:pt x="12730" y="62235"/>
                  <a:pt x="15540" y="63552"/>
                  <a:pt x="18750" y="63552"/>
                </a:cubicBezTo>
                <a:cubicBezTo>
                  <a:pt x="21960" y="63552"/>
                  <a:pt x="24770" y="62235"/>
                  <a:pt x="26550" y="60225"/>
                </a:cubicBezTo>
                <a:cubicBezTo>
                  <a:pt x="28340" y="58213"/>
                  <a:pt x="29170" y="55654"/>
                  <a:pt x="29170" y="53137"/>
                </a:cubicBezTo>
                <a:cubicBezTo>
                  <a:pt x="29170" y="50620"/>
                  <a:pt x="28340" y="48061"/>
                  <a:pt x="26550" y="46050"/>
                </a:cubicBezTo>
                <a:cubicBezTo>
                  <a:pt x="24770" y="44039"/>
                  <a:pt x="21960" y="42722"/>
                  <a:pt x="18750" y="42722"/>
                </a:cubicBezTo>
                <a:close/>
                <a:moveTo>
                  <a:pt x="81250" y="42722"/>
                </a:moveTo>
                <a:cubicBezTo>
                  <a:pt x="78040" y="42722"/>
                  <a:pt x="75230" y="44039"/>
                  <a:pt x="73450" y="46050"/>
                </a:cubicBezTo>
                <a:cubicBezTo>
                  <a:pt x="71660" y="48061"/>
                  <a:pt x="70830" y="50620"/>
                  <a:pt x="70830" y="53137"/>
                </a:cubicBezTo>
                <a:cubicBezTo>
                  <a:pt x="70830" y="55654"/>
                  <a:pt x="71660" y="58213"/>
                  <a:pt x="73450" y="60225"/>
                </a:cubicBezTo>
                <a:cubicBezTo>
                  <a:pt x="75230" y="62235"/>
                  <a:pt x="78040" y="63552"/>
                  <a:pt x="81250" y="63552"/>
                </a:cubicBezTo>
                <a:cubicBezTo>
                  <a:pt x="84460" y="63552"/>
                  <a:pt x="87270" y="62235"/>
                  <a:pt x="89050" y="60225"/>
                </a:cubicBezTo>
                <a:cubicBezTo>
                  <a:pt x="90840" y="58213"/>
                  <a:pt x="91670" y="55654"/>
                  <a:pt x="91670" y="53137"/>
                </a:cubicBezTo>
                <a:cubicBezTo>
                  <a:pt x="91670" y="50620"/>
                  <a:pt x="90840" y="48061"/>
                  <a:pt x="89050" y="46050"/>
                </a:cubicBezTo>
                <a:cubicBezTo>
                  <a:pt x="87270" y="44039"/>
                  <a:pt x="84460" y="42722"/>
                  <a:pt x="81250" y="42722"/>
                </a:cubicBezTo>
                <a:close/>
                <a:moveTo>
                  <a:pt x="18750" y="48971"/>
                </a:moveTo>
                <a:cubicBezTo>
                  <a:pt x="20400" y="48971"/>
                  <a:pt x="21240" y="49477"/>
                  <a:pt x="21880" y="50200"/>
                </a:cubicBezTo>
                <a:cubicBezTo>
                  <a:pt x="22530" y="50923"/>
                  <a:pt x="22920" y="52009"/>
                  <a:pt x="22920" y="53137"/>
                </a:cubicBezTo>
                <a:cubicBezTo>
                  <a:pt x="22920" y="54265"/>
                  <a:pt x="22530" y="55352"/>
                  <a:pt x="21880" y="56075"/>
                </a:cubicBezTo>
                <a:cubicBezTo>
                  <a:pt x="21240" y="56797"/>
                  <a:pt x="20400" y="57303"/>
                  <a:pt x="18750" y="57303"/>
                </a:cubicBezTo>
                <a:cubicBezTo>
                  <a:pt x="17100" y="57303"/>
                  <a:pt x="16260" y="56797"/>
                  <a:pt x="15620" y="56075"/>
                </a:cubicBezTo>
                <a:cubicBezTo>
                  <a:pt x="14970" y="55352"/>
                  <a:pt x="14580" y="54265"/>
                  <a:pt x="14580" y="53137"/>
                </a:cubicBezTo>
                <a:cubicBezTo>
                  <a:pt x="14580" y="52009"/>
                  <a:pt x="14970" y="50923"/>
                  <a:pt x="15620" y="50200"/>
                </a:cubicBezTo>
                <a:cubicBezTo>
                  <a:pt x="16260" y="49477"/>
                  <a:pt x="17100" y="48971"/>
                  <a:pt x="18750" y="48971"/>
                </a:cubicBezTo>
                <a:close/>
                <a:moveTo>
                  <a:pt x="81250" y="48971"/>
                </a:moveTo>
                <a:cubicBezTo>
                  <a:pt x="82900" y="48971"/>
                  <a:pt x="83740" y="49477"/>
                  <a:pt x="84380" y="50200"/>
                </a:cubicBezTo>
                <a:cubicBezTo>
                  <a:pt x="85030" y="50923"/>
                  <a:pt x="85420" y="52009"/>
                  <a:pt x="85420" y="53137"/>
                </a:cubicBezTo>
                <a:cubicBezTo>
                  <a:pt x="85420" y="54265"/>
                  <a:pt x="85030" y="55352"/>
                  <a:pt x="84380" y="56075"/>
                </a:cubicBezTo>
                <a:cubicBezTo>
                  <a:pt x="83740" y="56797"/>
                  <a:pt x="82900" y="57303"/>
                  <a:pt x="81250" y="57303"/>
                </a:cubicBezTo>
                <a:cubicBezTo>
                  <a:pt x="79600" y="57303"/>
                  <a:pt x="78760" y="56797"/>
                  <a:pt x="78120" y="56075"/>
                </a:cubicBezTo>
                <a:cubicBezTo>
                  <a:pt x="77470" y="55352"/>
                  <a:pt x="77080" y="54265"/>
                  <a:pt x="77080" y="53137"/>
                </a:cubicBezTo>
                <a:cubicBezTo>
                  <a:pt x="77080" y="52009"/>
                  <a:pt x="77470" y="50923"/>
                  <a:pt x="78120" y="50200"/>
                </a:cubicBezTo>
                <a:cubicBezTo>
                  <a:pt x="78760" y="49477"/>
                  <a:pt x="79600" y="48971"/>
                  <a:pt x="81250" y="48971"/>
                </a:cubicBezTo>
                <a:close/>
                <a:moveTo>
                  <a:pt x="37610" y="55220"/>
                </a:moveTo>
                <a:cubicBezTo>
                  <a:pt x="34130" y="55220"/>
                  <a:pt x="31250" y="58104"/>
                  <a:pt x="31250" y="61579"/>
                </a:cubicBezTo>
                <a:lnTo>
                  <a:pt x="31250" y="78028"/>
                </a:lnTo>
                <a:cubicBezTo>
                  <a:pt x="31250" y="81838"/>
                  <a:pt x="33660" y="85118"/>
                  <a:pt x="37020" y="87264"/>
                </a:cubicBezTo>
                <a:cubicBezTo>
                  <a:pt x="40380" y="89409"/>
                  <a:pt x="44850" y="90636"/>
                  <a:pt x="50000" y="90636"/>
                </a:cubicBezTo>
                <a:cubicBezTo>
                  <a:pt x="55150" y="90636"/>
                  <a:pt x="59610" y="89409"/>
                  <a:pt x="62980" y="87264"/>
                </a:cubicBezTo>
                <a:cubicBezTo>
                  <a:pt x="66340" y="85118"/>
                  <a:pt x="68750" y="81839"/>
                  <a:pt x="68750" y="78028"/>
                </a:cubicBezTo>
                <a:lnTo>
                  <a:pt x="68750" y="61579"/>
                </a:lnTo>
                <a:cubicBezTo>
                  <a:pt x="68750" y="58104"/>
                  <a:pt x="65870" y="55220"/>
                  <a:pt x="62390" y="55220"/>
                </a:cubicBezTo>
                <a:lnTo>
                  <a:pt x="37610" y="55220"/>
                </a:lnTo>
                <a:close/>
                <a:moveTo>
                  <a:pt x="37610" y="61469"/>
                </a:moveTo>
                <a:lnTo>
                  <a:pt x="62390" y="61469"/>
                </a:lnTo>
                <a:cubicBezTo>
                  <a:pt x="62490" y="61469"/>
                  <a:pt x="62500" y="61483"/>
                  <a:pt x="62500" y="61579"/>
                </a:cubicBezTo>
                <a:lnTo>
                  <a:pt x="62500" y="78028"/>
                </a:lnTo>
                <a:cubicBezTo>
                  <a:pt x="62500" y="79182"/>
                  <a:pt x="61740" y="80640"/>
                  <a:pt x="59620" y="81994"/>
                </a:cubicBezTo>
                <a:cubicBezTo>
                  <a:pt x="57490" y="83349"/>
                  <a:pt x="54140" y="84387"/>
                  <a:pt x="50000" y="84387"/>
                </a:cubicBezTo>
                <a:cubicBezTo>
                  <a:pt x="45860" y="84387"/>
                  <a:pt x="42510" y="83350"/>
                  <a:pt x="40380" y="81994"/>
                </a:cubicBezTo>
                <a:cubicBezTo>
                  <a:pt x="38260" y="80640"/>
                  <a:pt x="37500" y="79180"/>
                  <a:pt x="37500" y="78028"/>
                </a:cubicBezTo>
                <a:lnTo>
                  <a:pt x="37500" y="61579"/>
                </a:lnTo>
                <a:cubicBezTo>
                  <a:pt x="37500" y="61483"/>
                  <a:pt x="37510" y="61469"/>
                  <a:pt x="37610" y="61469"/>
                </a:cubicBezTo>
                <a:close/>
                <a:moveTo>
                  <a:pt x="6360" y="67719"/>
                </a:moveTo>
                <a:cubicBezTo>
                  <a:pt x="2850" y="67719"/>
                  <a:pt x="0" y="70572"/>
                  <a:pt x="0" y="74078"/>
                </a:cubicBezTo>
                <a:lnTo>
                  <a:pt x="0" y="78028"/>
                </a:lnTo>
                <a:cubicBezTo>
                  <a:pt x="0" y="85214"/>
                  <a:pt x="8060" y="90636"/>
                  <a:pt x="18750" y="90636"/>
                </a:cubicBezTo>
                <a:cubicBezTo>
                  <a:pt x="23540" y="90636"/>
                  <a:pt x="27800" y="89540"/>
                  <a:pt x="31040" y="87691"/>
                </a:cubicBezTo>
                <a:cubicBezTo>
                  <a:pt x="28530" y="84993"/>
                  <a:pt x="27080" y="81685"/>
                  <a:pt x="27080" y="78028"/>
                </a:cubicBezTo>
                <a:lnTo>
                  <a:pt x="27080" y="67719"/>
                </a:lnTo>
                <a:lnTo>
                  <a:pt x="6360" y="67719"/>
                </a:lnTo>
                <a:close/>
                <a:moveTo>
                  <a:pt x="72920" y="67719"/>
                </a:moveTo>
                <a:lnTo>
                  <a:pt x="72920" y="78028"/>
                </a:lnTo>
                <a:cubicBezTo>
                  <a:pt x="72920" y="81684"/>
                  <a:pt x="71470" y="84993"/>
                  <a:pt x="68960" y="87691"/>
                </a:cubicBezTo>
                <a:cubicBezTo>
                  <a:pt x="72200" y="89540"/>
                  <a:pt x="76460" y="90636"/>
                  <a:pt x="81250" y="90636"/>
                </a:cubicBezTo>
                <a:cubicBezTo>
                  <a:pt x="91940" y="90636"/>
                  <a:pt x="100000" y="85214"/>
                  <a:pt x="100000" y="78028"/>
                </a:cubicBezTo>
                <a:lnTo>
                  <a:pt x="100000" y="74078"/>
                </a:lnTo>
                <a:cubicBezTo>
                  <a:pt x="100000" y="70572"/>
                  <a:pt x="97150" y="67719"/>
                  <a:pt x="93640" y="67719"/>
                </a:cubicBezTo>
                <a:lnTo>
                  <a:pt x="72920" y="6771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7" name="Красный — SVG 10">
            <a:extLst>
              <a:ext uri="{FF2B5EF4-FFF2-40B4-BE49-F238E27FC236}">
                <a16:creationId xmlns:a16="http://schemas.microsoft.com/office/drawing/2014/main" id="{EABE743C-E430-CB43-9501-F109883A8886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70963 w 141925"/>
              <a:gd name="csY0" fmla="*/ 0 h 141758"/>
              <a:gd name="csX1" fmla="*/ 49696 w 141925"/>
              <a:gd name="csY1" fmla="*/ 21264 h 141758"/>
              <a:gd name="csX2" fmla="*/ 70963 w 141925"/>
              <a:gd name="csY2" fmla="*/ 42528 h 141758"/>
              <a:gd name="csX3" fmla="*/ 92230 w 141925"/>
              <a:gd name="csY3" fmla="*/ 21264 h 141758"/>
              <a:gd name="csX4" fmla="*/ 70963 w 141925"/>
              <a:gd name="csY4" fmla="*/ 0 h 141758"/>
              <a:gd name="csX5" fmla="*/ 127669 w 141925"/>
              <a:gd name="csY5" fmla="*/ 42528 h 141758"/>
              <a:gd name="csX6" fmla="*/ 117035 w 141925"/>
              <a:gd name="csY6" fmla="*/ 53160 h 141758"/>
              <a:gd name="csX7" fmla="*/ 122360 w 141925"/>
              <a:gd name="csY7" fmla="*/ 62310 h 141758"/>
              <a:gd name="csX8" fmla="*/ 122360 w 141925"/>
              <a:gd name="csY8" fmla="*/ 77967 h 141758"/>
              <a:gd name="csX9" fmla="*/ 5393 w 141925"/>
              <a:gd name="csY9" fmla="*/ 77967 h 141758"/>
              <a:gd name="csX10" fmla="*/ 3335 w 141925"/>
              <a:gd name="csY10" fmla="*/ 78350 h 141758"/>
              <a:gd name="csX11" fmla="*/ 1582 w 141925"/>
              <a:gd name="csY11" fmla="*/ 79498 h 141758"/>
              <a:gd name="csX12" fmla="*/ 408 w 141925"/>
              <a:gd name="csY12" fmla="*/ 81231 h 141758"/>
              <a:gd name="csX13" fmla="*/ 0 w 141925"/>
              <a:gd name="csY13" fmla="*/ 83283 h 141758"/>
              <a:gd name="csX14" fmla="*/ 408 w 141925"/>
              <a:gd name="csY14" fmla="*/ 85336 h 141758"/>
              <a:gd name="csX15" fmla="*/ 1582 w 141925"/>
              <a:gd name="csY15" fmla="*/ 87070 h 141758"/>
              <a:gd name="csX16" fmla="*/ 3335 w 141925"/>
              <a:gd name="csY16" fmla="*/ 88216 h 141758"/>
              <a:gd name="csX17" fmla="*/ 5393 w 141925"/>
              <a:gd name="csY17" fmla="*/ 88599 h 141758"/>
              <a:gd name="csX18" fmla="*/ 12335 w 141925"/>
              <a:gd name="csY18" fmla="*/ 88599 h 141758"/>
              <a:gd name="csX19" fmla="*/ 17133 w 141925"/>
              <a:gd name="csY19" fmla="*/ 99598 h 141758"/>
              <a:gd name="csX20" fmla="*/ 38246 w 141925"/>
              <a:gd name="csY20" fmla="*/ 113408 h 141758"/>
              <a:gd name="csX21" fmla="*/ 103680 w 141925"/>
              <a:gd name="csY21" fmla="*/ 113408 h 141758"/>
              <a:gd name="csX22" fmla="*/ 124794 w 141925"/>
              <a:gd name="csY22" fmla="*/ 99605 h 141758"/>
              <a:gd name="csX23" fmla="*/ 129608 w 141925"/>
              <a:gd name="csY23" fmla="*/ 88599 h 141758"/>
              <a:gd name="csX24" fmla="*/ 136533 w 141925"/>
              <a:gd name="csY24" fmla="*/ 88599 h 141758"/>
              <a:gd name="csX25" fmla="*/ 138591 w 141925"/>
              <a:gd name="csY25" fmla="*/ 88216 h 141758"/>
              <a:gd name="csX26" fmla="*/ 140344 w 141925"/>
              <a:gd name="csY26" fmla="*/ 87070 h 141758"/>
              <a:gd name="csX27" fmla="*/ 141517 w 141925"/>
              <a:gd name="csY27" fmla="*/ 85336 h 141758"/>
              <a:gd name="csX28" fmla="*/ 141926 w 141925"/>
              <a:gd name="csY28" fmla="*/ 83283 h 141758"/>
              <a:gd name="csX29" fmla="*/ 141517 w 141925"/>
              <a:gd name="csY29" fmla="*/ 81231 h 141758"/>
              <a:gd name="csX30" fmla="*/ 140344 w 141925"/>
              <a:gd name="csY30" fmla="*/ 79498 h 141758"/>
              <a:gd name="csX31" fmla="*/ 138591 w 141925"/>
              <a:gd name="csY31" fmla="*/ 78350 h 141758"/>
              <a:gd name="csX32" fmla="*/ 136533 w 141925"/>
              <a:gd name="csY32" fmla="*/ 77967 h 141758"/>
              <a:gd name="csX33" fmla="*/ 132994 w 141925"/>
              <a:gd name="csY33" fmla="*/ 77967 h 141758"/>
              <a:gd name="csX34" fmla="*/ 132994 w 141925"/>
              <a:gd name="csY34" fmla="*/ 62310 h 141758"/>
              <a:gd name="csX35" fmla="*/ 138302 w 141925"/>
              <a:gd name="csY35" fmla="*/ 53160 h 141758"/>
              <a:gd name="csX36" fmla="*/ 127669 w 141925"/>
              <a:gd name="csY36" fmla="*/ 42528 h 141758"/>
              <a:gd name="csX37" fmla="*/ 47927 w 141925"/>
              <a:gd name="csY37" fmla="*/ 49616 h 141758"/>
              <a:gd name="csX38" fmla="*/ 35524 w 141925"/>
              <a:gd name="csY38" fmla="*/ 62019 h 141758"/>
              <a:gd name="csX39" fmla="*/ 35524 w 141925"/>
              <a:gd name="csY39" fmla="*/ 70880 h 141758"/>
              <a:gd name="csX40" fmla="*/ 106402 w 141925"/>
              <a:gd name="csY40" fmla="*/ 70880 h 141758"/>
              <a:gd name="csX41" fmla="*/ 106402 w 141925"/>
              <a:gd name="csY41" fmla="*/ 62019 h 141758"/>
              <a:gd name="csX42" fmla="*/ 93999 w 141925"/>
              <a:gd name="csY42" fmla="*/ 49616 h 141758"/>
              <a:gd name="csX43" fmla="*/ 47927 w 141925"/>
              <a:gd name="csY43" fmla="*/ 49616 h 141758"/>
              <a:gd name="csX44" fmla="*/ 35524 w 141925"/>
              <a:gd name="csY44" fmla="*/ 120294 h 141758"/>
              <a:gd name="csX45" fmla="*/ 35524 w 141925"/>
              <a:gd name="csY45" fmla="*/ 136443 h 141758"/>
              <a:gd name="csX46" fmla="*/ 40832 w 141925"/>
              <a:gd name="csY46" fmla="*/ 141759 h 141758"/>
              <a:gd name="csX47" fmla="*/ 101094 w 141925"/>
              <a:gd name="csY47" fmla="*/ 141759 h 141758"/>
              <a:gd name="csX48" fmla="*/ 106402 w 141925"/>
              <a:gd name="csY48" fmla="*/ 136443 h 141758"/>
              <a:gd name="csX49" fmla="*/ 106402 w 141925"/>
              <a:gd name="csY49" fmla="*/ 120294 h 141758"/>
              <a:gd name="csX50" fmla="*/ 103680 w 141925"/>
              <a:gd name="csY50" fmla="*/ 120495 h 141758"/>
              <a:gd name="csX51" fmla="*/ 38246 w 141925"/>
              <a:gd name="csY51" fmla="*/ 120495 h 141758"/>
              <a:gd name="csX52" fmla="*/ 35524 w 141925"/>
              <a:gd name="csY52" fmla="*/ 120294 h 141758"/>
            </a:gdLst>
            <a:ahLst/>
            <a:cxnLst/>
            <a:rect l="l" t="t" r="r" b="b"/>
            <a:pathLst>
              <a:path w="100000" h="100000">
                <a:moveTo>
                  <a:pt x="50000" y="59"/>
                </a:moveTo>
                <a:cubicBezTo>
                  <a:pt x="41741" y="59"/>
                  <a:pt x="35016" y="6778"/>
                  <a:pt x="35016" y="15041"/>
                </a:cubicBezTo>
                <a:cubicBezTo>
                  <a:pt x="35016" y="23304"/>
                  <a:pt x="41741" y="30024"/>
                  <a:pt x="50000" y="30024"/>
                </a:cubicBezTo>
                <a:cubicBezTo>
                  <a:pt x="58260" y="30024"/>
                  <a:pt x="64985" y="23304"/>
                  <a:pt x="64985" y="15041"/>
                </a:cubicBezTo>
                <a:cubicBezTo>
                  <a:pt x="64985" y="6778"/>
                  <a:pt x="58260" y="59"/>
                  <a:pt x="50000" y="59"/>
                </a:cubicBezTo>
                <a:close/>
                <a:moveTo>
                  <a:pt x="89955" y="30024"/>
                </a:moveTo>
                <a:cubicBezTo>
                  <a:pt x="85831" y="30024"/>
                  <a:pt x="82463" y="33385"/>
                  <a:pt x="82463" y="37515"/>
                </a:cubicBezTo>
                <a:cubicBezTo>
                  <a:pt x="82463" y="40274"/>
                  <a:pt x="83985" y="42663"/>
                  <a:pt x="86215" y="43962"/>
                </a:cubicBezTo>
                <a:lnTo>
                  <a:pt x="86215" y="54994"/>
                </a:lnTo>
                <a:lnTo>
                  <a:pt x="3800" y="54994"/>
                </a:lnTo>
                <a:cubicBezTo>
                  <a:pt x="3309" y="54987"/>
                  <a:pt x="2805" y="55079"/>
                  <a:pt x="2350" y="55264"/>
                </a:cubicBezTo>
                <a:cubicBezTo>
                  <a:pt x="1894" y="55449"/>
                  <a:pt x="1475" y="55724"/>
                  <a:pt x="1115" y="56073"/>
                </a:cubicBezTo>
                <a:cubicBezTo>
                  <a:pt x="767" y="56422"/>
                  <a:pt x="479" y="56837"/>
                  <a:pt x="287" y="57294"/>
                </a:cubicBezTo>
                <a:cubicBezTo>
                  <a:pt x="96" y="57752"/>
                  <a:pt x="0" y="58244"/>
                  <a:pt x="0" y="58740"/>
                </a:cubicBezTo>
                <a:cubicBezTo>
                  <a:pt x="0" y="59236"/>
                  <a:pt x="96" y="59728"/>
                  <a:pt x="287" y="60186"/>
                </a:cubicBezTo>
                <a:cubicBezTo>
                  <a:pt x="479" y="60644"/>
                  <a:pt x="767" y="61059"/>
                  <a:pt x="1115" y="61408"/>
                </a:cubicBezTo>
                <a:cubicBezTo>
                  <a:pt x="1475" y="61757"/>
                  <a:pt x="1894" y="62031"/>
                  <a:pt x="2350" y="62216"/>
                </a:cubicBezTo>
                <a:cubicBezTo>
                  <a:pt x="2805" y="62402"/>
                  <a:pt x="3309" y="62493"/>
                  <a:pt x="3800" y="62485"/>
                </a:cubicBezTo>
                <a:lnTo>
                  <a:pt x="8691" y="62485"/>
                </a:lnTo>
                <a:lnTo>
                  <a:pt x="12072" y="70235"/>
                </a:lnTo>
                <a:cubicBezTo>
                  <a:pt x="14661" y="76145"/>
                  <a:pt x="20499" y="79966"/>
                  <a:pt x="26948" y="79966"/>
                </a:cubicBezTo>
                <a:lnTo>
                  <a:pt x="73053" y="79966"/>
                </a:lnTo>
                <a:cubicBezTo>
                  <a:pt x="79502" y="79966"/>
                  <a:pt x="85339" y="76148"/>
                  <a:pt x="87930" y="70240"/>
                </a:cubicBezTo>
                <a:lnTo>
                  <a:pt x="91321" y="62485"/>
                </a:lnTo>
                <a:lnTo>
                  <a:pt x="96201" y="62485"/>
                </a:lnTo>
                <a:cubicBezTo>
                  <a:pt x="96704" y="62493"/>
                  <a:pt x="97196" y="62402"/>
                  <a:pt x="97651" y="62216"/>
                </a:cubicBezTo>
                <a:cubicBezTo>
                  <a:pt x="98119" y="62031"/>
                  <a:pt x="98538" y="61757"/>
                  <a:pt x="98886" y="61408"/>
                </a:cubicBezTo>
                <a:cubicBezTo>
                  <a:pt x="99245" y="61059"/>
                  <a:pt x="99521" y="60644"/>
                  <a:pt x="99713" y="60186"/>
                </a:cubicBezTo>
                <a:cubicBezTo>
                  <a:pt x="99905" y="59728"/>
                  <a:pt x="100001" y="59236"/>
                  <a:pt x="100001" y="58740"/>
                </a:cubicBezTo>
                <a:cubicBezTo>
                  <a:pt x="100001" y="58244"/>
                  <a:pt x="99905" y="57752"/>
                  <a:pt x="99713" y="57294"/>
                </a:cubicBezTo>
                <a:cubicBezTo>
                  <a:pt x="99521" y="56837"/>
                  <a:pt x="99245" y="56422"/>
                  <a:pt x="98886" y="56073"/>
                </a:cubicBezTo>
                <a:cubicBezTo>
                  <a:pt x="98538" y="55724"/>
                  <a:pt x="98119" y="55449"/>
                  <a:pt x="97651" y="55264"/>
                </a:cubicBezTo>
                <a:cubicBezTo>
                  <a:pt x="97196" y="55079"/>
                  <a:pt x="96704" y="54987"/>
                  <a:pt x="96201" y="54994"/>
                </a:cubicBezTo>
                <a:lnTo>
                  <a:pt x="93707" y="54994"/>
                </a:lnTo>
                <a:lnTo>
                  <a:pt x="93707" y="43962"/>
                </a:lnTo>
                <a:cubicBezTo>
                  <a:pt x="95937" y="42663"/>
                  <a:pt x="97447" y="40274"/>
                  <a:pt x="97447" y="37515"/>
                </a:cubicBezTo>
                <a:cubicBezTo>
                  <a:pt x="97447" y="33385"/>
                  <a:pt x="94091" y="30024"/>
                  <a:pt x="89955" y="30024"/>
                </a:cubicBezTo>
                <a:close/>
                <a:moveTo>
                  <a:pt x="33769" y="35018"/>
                </a:moveTo>
                <a:cubicBezTo>
                  <a:pt x="28950" y="35018"/>
                  <a:pt x="25030" y="38938"/>
                  <a:pt x="25030" y="43757"/>
                </a:cubicBezTo>
                <a:lnTo>
                  <a:pt x="25030" y="50001"/>
                </a:lnTo>
                <a:lnTo>
                  <a:pt x="74971" y="50001"/>
                </a:lnTo>
                <a:lnTo>
                  <a:pt x="74971" y="43757"/>
                </a:lnTo>
                <a:cubicBezTo>
                  <a:pt x="74971" y="38938"/>
                  <a:pt x="71051" y="35018"/>
                  <a:pt x="66231" y="35018"/>
                </a:cubicBezTo>
                <a:lnTo>
                  <a:pt x="33769" y="35018"/>
                </a:lnTo>
                <a:close/>
                <a:moveTo>
                  <a:pt x="25030" y="84818"/>
                </a:moveTo>
                <a:lnTo>
                  <a:pt x="25030" y="96196"/>
                </a:lnTo>
                <a:cubicBezTo>
                  <a:pt x="25030" y="98264"/>
                  <a:pt x="26708" y="99942"/>
                  <a:pt x="28770" y="99942"/>
                </a:cubicBezTo>
                <a:lnTo>
                  <a:pt x="71231" y="99942"/>
                </a:lnTo>
                <a:cubicBezTo>
                  <a:pt x="73304" y="99942"/>
                  <a:pt x="74971" y="98264"/>
                  <a:pt x="74971" y="96196"/>
                </a:cubicBezTo>
                <a:lnTo>
                  <a:pt x="74971" y="84818"/>
                </a:lnTo>
                <a:cubicBezTo>
                  <a:pt x="74335" y="84878"/>
                  <a:pt x="73699" y="84959"/>
                  <a:pt x="73053" y="84959"/>
                </a:cubicBezTo>
                <a:lnTo>
                  <a:pt x="26948" y="84959"/>
                </a:lnTo>
                <a:cubicBezTo>
                  <a:pt x="26301" y="84959"/>
                  <a:pt x="25666" y="84878"/>
                  <a:pt x="25030" y="8481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8" name="Красный — SVG 11">
            <a:extLst>
              <a:ext uri="{FF2B5EF4-FFF2-40B4-BE49-F238E27FC236}">
                <a16:creationId xmlns:a16="http://schemas.microsoft.com/office/drawing/2014/main" id="{DB0F456D-3FBE-1347-AAB6-6D99B790D468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31900 w 120505"/>
              <a:gd name="csY0" fmla="*/ 56703 h 148847"/>
              <a:gd name="csX1" fmla="*/ 23768 w 120505"/>
              <a:gd name="csY1" fmla="*/ 58323 h 148847"/>
              <a:gd name="csX2" fmla="*/ 16860 w 120505"/>
              <a:gd name="csY2" fmla="*/ 62931 h 148847"/>
              <a:gd name="csX3" fmla="*/ 12250 w 120505"/>
              <a:gd name="csY3" fmla="*/ 69831 h 148847"/>
              <a:gd name="csX4" fmla="*/ 10633 w 120505"/>
              <a:gd name="csY4" fmla="*/ 77967 h 148847"/>
              <a:gd name="csX5" fmla="*/ 12250 w 120505"/>
              <a:gd name="csY5" fmla="*/ 86105 h 148847"/>
              <a:gd name="csX6" fmla="*/ 16860 w 120505"/>
              <a:gd name="csY6" fmla="*/ 93003 h 148847"/>
              <a:gd name="csX7" fmla="*/ 23768 w 120505"/>
              <a:gd name="csY7" fmla="*/ 97613 h 148847"/>
              <a:gd name="csX8" fmla="*/ 31900 w 120505"/>
              <a:gd name="csY8" fmla="*/ 99231 h 148847"/>
              <a:gd name="csX9" fmla="*/ 40033 w 120505"/>
              <a:gd name="csY9" fmla="*/ 97613 h 148847"/>
              <a:gd name="csX10" fmla="*/ 46940 w 120505"/>
              <a:gd name="csY10" fmla="*/ 93003 h 148847"/>
              <a:gd name="csX11" fmla="*/ 51551 w 120505"/>
              <a:gd name="csY11" fmla="*/ 86105 h 148847"/>
              <a:gd name="csX12" fmla="*/ 53167 w 120505"/>
              <a:gd name="csY12" fmla="*/ 77967 h 148847"/>
              <a:gd name="csX13" fmla="*/ 51551 w 120505"/>
              <a:gd name="csY13" fmla="*/ 69831 h 148847"/>
              <a:gd name="csX14" fmla="*/ 46940 w 120505"/>
              <a:gd name="csY14" fmla="*/ 62931 h 148847"/>
              <a:gd name="csX15" fmla="*/ 40033 w 120505"/>
              <a:gd name="csY15" fmla="*/ 58323 h 148847"/>
              <a:gd name="csX16" fmla="*/ 31900 w 120505"/>
              <a:gd name="csY16" fmla="*/ 56703 h 148847"/>
              <a:gd name="csX17" fmla="*/ 31900 w 120505"/>
              <a:gd name="csY17" fmla="*/ 148847 h 148847"/>
              <a:gd name="csX18" fmla="*/ 0 w 120505"/>
              <a:gd name="csY18" fmla="*/ 127583 h 148847"/>
              <a:gd name="csX19" fmla="*/ 0 w 120505"/>
              <a:gd name="csY19" fmla="*/ 118724 h 148847"/>
              <a:gd name="csX20" fmla="*/ 12403 w 120505"/>
              <a:gd name="csY20" fmla="*/ 106319 h 148847"/>
              <a:gd name="csX21" fmla="*/ 51397 w 120505"/>
              <a:gd name="csY21" fmla="*/ 106319 h 148847"/>
              <a:gd name="csX22" fmla="*/ 63800 w 120505"/>
              <a:gd name="csY22" fmla="*/ 118724 h 148847"/>
              <a:gd name="csX23" fmla="*/ 63800 w 120505"/>
              <a:gd name="csY23" fmla="*/ 127583 h 148847"/>
              <a:gd name="csX24" fmla="*/ 31900 w 120505"/>
              <a:gd name="csY24" fmla="*/ 148847 h 148847"/>
              <a:gd name="csX25" fmla="*/ 97470 w 120505"/>
              <a:gd name="csY25" fmla="*/ 0 h 148847"/>
              <a:gd name="csX26" fmla="*/ 62031 w 120505"/>
              <a:gd name="csY26" fmla="*/ 0 h 148847"/>
              <a:gd name="csX27" fmla="*/ 38995 w 120505"/>
              <a:gd name="csY27" fmla="*/ 23036 h 148847"/>
              <a:gd name="csX28" fmla="*/ 62031 w 120505"/>
              <a:gd name="csY28" fmla="*/ 46071 h 148847"/>
              <a:gd name="csX29" fmla="*/ 97470 w 120505"/>
              <a:gd name="csY29" fmla="*/ 46071 h 148847"/>
              <a:gd name="csX30" fmla="*/ 120506 w 120505"/>
              <a:gd name="csY30" fmla="*/ 23036 h 148847"/>
              <a:gd name="csX31" fmla="*/ 97470 w 120505"/>
              <a:gd name="csY31" fmla="*/ 0 h 148847"/>
              <a:gd name="csX32" fmla="*/ 62031 w 120505"/>
              <a:gd name="csY32" fmla="*/ 28352 h 148847"/>
              <a:gd name="csX33" fmla="*/ 56706 w 120505"/>
              <a:gd name="csY33" fmla="*/ 23036 h 148847"/>
              <a:gd name="csX34" fmla="*/ 62031 w 120505"/>
              <a:gd name="csY34" fmla="*/ 17720 h 148847"/>
              <a:gd name="csX35" fmla="*/ 67339 w 120505"/>
              <a:gd name="csY35" fmla="*/ 23036 h 148847"/>
              <a:gd name="csX36" fmla="*/ 62031 w 120505"/>
              <a:gd name="csY36" fmla="*/ 28352 h 148847"/>
              <a:gd name="csX37" fmla="*/ 79742 w 120505"/>
              <a:gd name="csY37" fmla="*/ 28352 h 148847"/>
              <a:gd name="csX38" fmla="*/ 74434 w 120505"/>
              <a:gd name="csY38" fmla="*/ 23036 h 148847"/>
              <a:gd name="csX39" fmla="*/ 79742 w 120505"/>
              <a:gd name="csY39" fmla="*/ 17720 h 148847"/>
              <a:gd name="csX40" fmla="*/ 85067 w 120505"/>
              <a:gd name="csY40" fmla="*/ 23036 h 148847"/>
              <a:gd name="csX41" fmla="*/ 79742 w 120505"/>
              <a:gd name="csY41" fmla="*/ 28352 h 148847"/>
              <a:gd name="csX42" fmla="*/ 97470 w 120505"/>
              <a:gd name="csY42" fmla="*/ 28352 h 148847"/>
              <a:gd name="csX43" fmla="*/ 92162 w 120505"/>
              <a:gd name="csY43" fmla="*/ 23036 h 148847"/>
              <a:gd name="csX44" fmla="*/ 97470 w 120505"/>
              <a:gd name="csY44" fmla="*/ 17720 h 148847"/>
              <a:gd name="csX45" fmla="*/ 102795 w 120505"/>
              <a:gd name="csY45" fmla="*/ 23036 h 148847"/>
              <a:gd name="csX46" fmla="*/ 97470 w 120505"/>
              <a:gd name="csY46" fmla="*/ 28352 h 148847"/>
              <a:gd name="csX47" fmla="*/ 92162 w 120505"/>
              <a:gd name="csY47" fmla="*/ 60248 h 148847"/>
              <a:gd name="csX48" fmla="*/ 87143 w 120505"/>
              <a:gd name="csY48" fmla="*/ 62324 h 148847"/>
              <a:gd name="csX49" fmla="*/ 85067 w 120505"/>
              <a:gd name="csY49" fmla="*/ 67335 h 148847"/>
              <a:gd name="csX50" fmla="*/ 87143 w 120505"/>
              <a:gd name="csY50" fmla="*/ 72348 h 148847"/>
              <a:gd name="csX51" fmla="*/ 92162 w 120505"/>
              <a:gd name="csY51" fmla="*/ 74424 h 148847"/>
              <a:gd name="csX52" fmla="*/ 97164 w 120505"/>
              <a:gd name="csY52" fmla="*/ 72348 h 148847"/>
              <a:gd name="csX53" fmla="*/ 99239 w 120505"/>
              <a:gd name="csY53" fmla="*/ 67335 h 148847"/>
              <a:gd name="csX54" fmla="*/ 97164 w 120505"/>
              <a:gd name="csY54" fmla="*/ 62324 h 148847"/>
              <a:gd name="csX55" fmla="*/ 92162 w 120505"/>
              <a:gd name="csY55" fmla="*/ 60248 h 148847"/>
              <a:gd name="csX56" fmla="*/ 72664 w 120505"/>
              <a:gd name="csY56" fmla="*/ 74424 h 148847"/>
              <a:gd name="csX57" fmla="*/ 68904 w 120505"/>
              <a:gd name="csY57" fmla="*/ 75980 h 148847"/>
              <a:gd name="csX58" fmla="*/ 67339 w 120505"/>
              <a:gd name="csY58" fmla="*/ 79740 h 148847"/>
              <a:gd name="csX59" fmla="*/ 68904 w 120505"/>
              <a:gd name="csY59" fmla="*/ 83499 h 148847"/>
              <a:gd name="csX60" fmla="*/ 72664 w 120505"/>
              <a:gd name="csY60" fmla="*/ 85056 h 148847"/>
              <a:gd name="csX61" fmla="*/ 76424 w 120505"/>
              <a:gd name="csY61" fmla="*/ 83499 h 148847"/>
              <a:gd name="csX62" fmla="*/ 77972 w 120505"/>
              <a:gd name="csY62" fmla="*/ 79740 h 148847"/>
              <a:gd name="csX63" fmla="*/ 76424 w 120505"/>
              <a:gd name="csY63" fmla="*/ 75980 h 148847"/>
              <a:gd name="csX64" fmla="*/ 72664 w 120505"/>
              <a:gd name="csY64" fmla="*/ 74424 h 148847"/>
            </a:gdLst>
            <a:ahLst/>
            <a:cxnLst/>
            <a:rect l="l" t="t" r="r" b="b"/>
            <a:pathLst>
              <a:path w="100000" h="100000">
                <a:moveTo>
                  <a:pt x="30952" y="38095"/>
                </a:moveTo>
                <a:cubicBezTo>
                  <a:pt x="29078" y="38095"/>
                  <a:pt x="27215" y="38465"/>
                  <a:pt x="25489" y="39183"/>
                </a:cubicBezTo>
                <a:cubicBezTo>
                  <a:pt x="23751" y="39901"/>
                  <a:pt x="22174" y="40953"/>
                  <a:pt x="20848" y="42279"/>
                </a:cubicBezTo>
                <a:cubicBezTo>
                  <a:pt x="19522" y="43606"/>
                  <a:pt x="18470" y="45181"/>
                  <a:pt x="17750" y="46915"/>
                </a:cubicBezTo>
                <a:cubicBezTo>
                  <a:pt x="17030" y="48647"/>
                  <a:pt x="16664" y="50506"/>
                  <a:pt x="16664" y="52381"/>
                </a:cubicBezTo>
                <a:cubicBezTo>
                  <a:pt x="16664" y="54257"/>
                  <a:pt x="17030" y="56114"/>
                  <a:pt x="17750" y="57848"/>
                </a:cubicBezTo>
                <a:cubicBezTo>
                  <a:pt x="18470" y="59581"/>
                  <a:pt x="19522" y="61155"/>
                  <a:pt x="20848" y="62482"/>
                </a:cubicBezTo>
                <a:cubicBezTo>
                  <a:pt x="22174" y="63809"/>
                  <a:pt x="23751" y="64862"/>
                  <a:pt x="25489" y="65579"/>
                </a:cubicBezTo>
                <a:cubicBezTo>
                  <a:pt x="27215" y="66297"/>
                  <a:pt x="29078" y="66666"/>
                  <a:pt x="30952" y="66666"/>
                </a:cubicBezTo>
                <a:cubicBezTo>
                  <a:pt x="32826" y="66666"/>
                  <a:pt x="34690" y="66297"/>
                  <a:pt x="36416" y="65579"/>
                </a:cubicBezTo>
                <a:cubicBezTo>
                  <a:pt x="38153" y="64862"/>
                  <a:pt x="39731" y="63809"/>
                  <a:pt x="41056" y="62482"/>
                </a:cubicBezTo>
                <a:cubicBezTo>
                  <a:pt x="42382" y="61155"/>
                  <a:pt x="43434" y="59581"/>
                  <a:pt x="44154" y="57848"/>
                </a:cubicBezTo>
                <a:cubicBezTo>
                  <a:pt x="44874" y="56114"/>
                  <a:pt x="45240" y="54257"/>
                  <a:pt x="45240" y="52381"/>
                </a:cubicBezTo>
                <a:cubicBezTo>
                  <a:pt x="45240" y="50506"/>
                  <a:pt x="44874" y="48647"/>
                  <a:pt x="44154" y="46915"/>
                </a:cubicBezTo>
                <a:cubicBezTo>
                  <a:pt x="43434" y="45181"/>
                  <a:pt x="42382" y="43606"/>
                  <a:pt x="41056" y="42279"/>
                </a:cubicBezTo>
                <a:cubicBezTo>
                  <a:pt x="39731" y="40953"/>
                  <a:pt x="38153" y="39901"/>
                  <a:pt x="36416" y="39183"/>
                </a:cubicBezTo>
                <a:cubicBezTo>
                  <a:pt x="34690" y="38465"/>
                  <a:pt x="32826" y="38095"/>
                  <a:pt x="30952" y="38095"/>
                </a:cubicBezTo>
                <a:close/>
                <a:moveTo>
                  <a:pt x="30952" y="100000"/>
                </a:moveTo>
                <a:cubicBezTo>
                  <a:pt x="18939" y="100000"/>
                  <a:pt x="9521" y="93724"/>
                  <a:pt x="9521" y="85714"/>
                </a:cubicBezTo>
                <a:lnTo>
                  <a:pt x="9521" y="79762"/>
                </a:lnTo>
                <a:cubicBezTo>
                  <a:pt x="9521" y="75167"/>
                  <a:pt x="13258" y="71428"/>
                  <a:pt x="17853" y="71428"/>
                </a:cubicBezTo>
                <a:lnTo>
                  <a:pt x="44051" y="71428"/>
                </a:lnTo>
                <a:cubicBezTo>
                  <a:pt x="48646" y="71428"/>
                  <a:pt x="52383" y="75167"/>
                  <a:pt x="52383" y="79762"/>
                </a:cubicBezTo>
                <a:lnTo>
                  <a:pt x="52383" y="85714"/>
                </a:lnTo>
                <a:cubicBezTo>
                  <a:pt x="52383" y="93724"/>
                  <a:pt x="42965" y="100000"/>
                  <a:pt x="30952" y="100000"/>
                </a:cubicBezTo>
                <a:close/>
                <a:moveTo>
                  <a:pt x="75004" y="0"/>
                </a:moveTo>
                <a:lnTo>
                  <a:pt x="51195" y="0"/>
                </a:lnTo>
                <a:cubicBezTo>
                  <a:pt x="42657" y="0"/>
                  <a:pt x="35719" y="6943"/>
                  <a:pt x="35719" y="15476"/>
                </a:cubicBezTo>
                <a:cubicBezTo>
                  <a:pt x="35719" y="24009"/>
                  <a:pt x="42657" y="30952"/>
                  <a:pt x="51195" y="30952"/>
                </a:cubicBezTo>
                <a:lnTo>
                  <a:pt x="75004" y="30952"/>
                </a:lnTo>
                <a:cubicBezTo>
                  <a:pt x="83542" y="30952"/>
                  <a:pt x="90480" y="24009"/>
                  <a:pt x="90480" y="15476"/>
                </a:cubicBezTo>
                <a:cubicBezTo>
                  <a:pt x="90480" y="6943"/>
                  <a:pt x="83542" y="0"/>
                  <a:pt x="75004" y="0"/>
                </a:cubicBezTo>
                <a:close/>
                <a:moveTo>
                  <a:pt x="51195" y="19048"/>
                </a:moveTo>
                <a:cubicBezTo>
                  <a:pt x="49218" y="19048"/>
                  <a:pt x="47617" y="17448"/>
                  <a:pt x="47617" y="15476"/>
                </a:cubicBezTo>
                <a:cubicBezTo>
                  <a:pt x="47617" y="13505"/>
                  <a:pt x="49218" y="11905"/>
                  <a:pt x="51195" y="11905"/>
                </a:cubicBezTo>
                <a:cubicBezTo>
                  <a:pt x="53161" y="11905"/>
                  <a:pt x="54761" y="13505"/>
                  <a:pt x="54761" y="15476"/>
                </a:cubicBezTo>
                <a:cubicBezTo>
                  <a:pt x="54761" y="17448"/>
                  <a:pt x="53161" y="19048"/>
                  <a:pt x="51195" y="19048"/>
                </a:cubicBezTo>
                <a:close/>
                <a:moveTo>
                  <a:pt x="63094" y="19048"/>
                </a:moveTo>
                <a:cubicBezTo>
                  <a:pt x="61128" y="19048"/>
                  <a:pt x="59528" y="17448"/>
                  <a:pt x="59528" y="15476"/>
                </a:cubicBezTo>
                <a:cubicBezTo>
                  <a:pt x="59528" y="13505"/>
                  <a:pt x="61128" y="11905"/>
                  <a:pt x="63094" y="11905"/>
                </a:cubicBezTo>
                <a:cubicBezTo>
                  <a:pt x="65071" y="11905"/>
                  <a:pt x="66671" y="13505"/>
                  <a:pt x="66671" y="15476"/>
                </a:cubicBezTo>
                <a:cubicBezTo>
                  <a:pt x="66671" y="17448"/>
                  <a:pt x="65071" y="19048"/>
                  <a:pt x="63094" y="19048"/>
                </a:cubicBezTo>
                <a:close/>
                <a:moveTo>
                  <a:pt x="75004" y="19048"/>
                </a:moveTo>
                <a:cubicBezTo>
                  <a:pt x="73037" y="19048"/>
                  <a:pt x="71438" y="17448"/>
                  <a:pt x="71438" y="15476"/>
                </a:cubicBezTo>
                <a:cubicBezTo>
                  <a:pt x="71438" y="13505"/>
                  <a:pt x="73037" y="11905"/>
                  <a:pt x="75004" y="11905"/>
                </a:cubicBezTo>
                <a:cubicBezTo>
                  <a:pt x="76981" y="11905"/>
                  <a:pt x="78581" y="13505"/>
                  <a:pt x="78581" y="15476"/>
                </a:cubicBezTo>
                <a:cubicBezTo>
                  <a:pt x="78581" y="17448"/>
                  <a:pt x="76981" y="19048"/>
                  <a:pt x="75004" y="19048"/>
                </a:cubicBezTo>
                <a:close/>
                <a:moveTo>
                  <a:pt x="71438" y="40476"/>
                </a:moveTo>
                <a:cubicBezTo>
                  <a:pt x="70169" y="40476"/>
                  <a:pt x="68957" y="40978"/>
                  <a:pt x="68066" y="41871"/>
                </a:cubicBezTo>
                <a:cubicBezTo>
                  <a:pt x="67174" y="42763"/>
                  <a:pt x="66671" y="43975"/>
                  <a:pt x="66671" y="45238"/>
                </a:cubicBezTo>
                <a:cubicBezTo>
                  <a:pt x="66671" y="46501"/>
                  <a:pt x="67174" y="47712"/>
                  <a:pt x="68066" y="48606"/>
                </a:cubicBezTo>
                <a:cubicBezTo>
                  <a:pt x="68957" y="49498"/>
                  <a:pt x="70169" y="50000"/>
                  <a:pt x="71438" y="50000"/>
                </a:cubicBezTo>
                <a:cubicBezTo>
                  <a:pt x="72695" y="50000"/>
                  <a:pt x="73906" y="49498"/>
                  <a:pt x="74798" y="48606"/>
                </a:cubicBezTo>
                <a:cubicBezTo>
                  <a:pt x="75690" y="47712"/>
                  <a:pt x="76192" y="46501"/>
                  <a:pt x="76192" y="45238"/>
                </a:cubicBezTo>
                <a:cubicBezTo>
                  <a:pt x="76192" y="43975"/>
                  <a:pt x="75690" y="42763"/>
                  <a:pt x="74798" y="41871"/>
                </a:cubicBezTo>
                <a:cubicBezTo>
                  <a:pt x="73906" y="40978"/>
                  <a:pt x="72695" y="40476"/>
                  <a:pt x="71438" y="40476"/>
                </a:cubicBezTo>
                <a:close/>
                <a:moveTo>
                  <a:pt x="58338" y="50000"/>
                </a:moveTo>
                <a:cubicBezTo>
                  <a:pt x="57390" y="50000"/>
                  <a:pt x="56475" y="50376"/>
                  <a:pt x="55812" y="51046"/>
                </a:cubicBezTo>
                <a:cubicBezTo>
                  <a:pt x="55138" y="51716"/>
                  <a:pt x="54761" y="52624"/>
                  <a:pt x="54761" y="53572"/>
                </a:cubicBezTo>
                <a:cubicBezTo>
                  <a:pt x="54761" y="54519"/>
                  <a:pt x="55138" y="55427"/>
                  <a:pt x="55812" y="56097"/>
                </a:cubicBezTo>
                <a:cubicBezTo>
                  <a:pt x="56475" y="56767"/>
                  <a:pt x="57390" y="57143"/>
                  <a:pt x="58338" y="57143"/>
                </a:cubicBezTo>
                <a:cubicBezTo>
                  <a:pt x="59287" y="57143"/>
                  <a:pt x="60190" y="56767"/>
                  <a:pt x="60865" y="56097"/>
                </a:cubicBezTo>
                <a:cubicBezTo>
                  <a:pt x="61528" y="55427"/>
                  <a:pt x="61905" y="54519"/>
                  <a:pt x="61905" y="53572"/>
                </a:cubicBezTo>
                <a:cubicBezTo>
                  <a:pt x="61905" y="52624"/>
                  <a:pt x="61528" y="51716"/>
                  <a:pt x="60865" y="51046"/>
                </a:cubicBezTo>
                <a:cubicBezTo>
                  <a:pt x="60190" y="50376"/>
                  <a:pt x="59287" y="50000"/>
                  <a:pt x="58338" y="500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9" name="Красный — SVG 12">
            <a:extLst>
              <a:ext uri="{FF2B5EF4-FFF2-40B4-BE49-F238E27FC236}">
                <a16:creationId xmlns:a16="http://schemas.microsoft.com/office/drawing/2014/main" id="{EC677964-CA31-0642-91DD-4EE761896C72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70895 w 141772"/>
              <a:gd name="csY0" fmla="*/ 0 h 131126"/>
              <a:gd name="csX1" fmla="*/ 60857 w 141772"/>
              <a:gd name="csY1" fmla="*/ 4152 h 131126"/>
              <a:gd name="csX2" fmla="*/ 56706 w 141772"/>
              <a:gd name="csY2" fmla="*/ 14175 h 131126"/>
              <a:gd name="csX3" fmla="*/ 60857 w 141772"/>
              <a:gd name="csY3" fmla="*/ 24200 h 131126"/>
              <a:gd name="csX4" fmla="*/ 70895 w 141772"/>
              <a:gd name="csY4" fmla="*/ 28352 h 131126"/>
              <a:gd name="csX5" fmla="*/ 80916 w 141772"/>
              <a:gd name="csY5" fmla="*/ 24200 h 131126"/>
              <a:gd name="csX6" fmla="*/ 85067 w 141772"/>
              <a:gd name="csY6" fmla="*/ 14175 h 131126"/>
              <a:gd name="csX7" fmla="*/ 80916 w 141772"/>
              <a:gd name="csY7" fmla="*/ 4152 h 131126"/>
              <a:gd name="csX8" fmla="*/ 70895 w 141772"/>
              <a:gd name="csY8" fmla="*/ 0 h 131126"/>
              <a:gd name="csX9" fmla="*/ 14172 w 141772"/>
              <a:gd name="csY9" fmla="*/ 7089 h 131126"/>
              <a:gd name="csX10" fmla="*/ 4151 w 141772"/>
              <a:gd name="csY10" fmla="*/ 11239 h 131126"/>
              <a:gd name="csX11" fmla="*/ 0 w 141772"/>
              <a:gd name="csY11" fmla="*/ 21264 h 131126"/>
              <a:gd name="csX12" fmla="*/ 4151 w 141772"/>
              <a:gd name="csY12" fmla="*/ 31289 h 131126"/>
              <a:gd name="csX13" fmla="*/ 14172 w 141772"/>
              <a:gd name="csY13" fmla="*/ 35439 h 131126"/>
              <a:gd name="csX14" fmla="*/ 24210 w 141772"/>
              <a:gd name="csY14" fmla="*/ 31289 h 131126"/>
              <a:gd name="csX15" fmla="*/ 28361 w 141772"/>
              <a:gd name="csY15" fmla="*/ 21264 h 131126"/>
              <a:gd name="csX16" fmla="*/ 24210 w 141772"/>
              <a:gd name="csY16" fmla="*/ 11239 h 131126"/>
              <a:gd name="csX17" fmla="*/ 14172 w 141772"/>
              <a:gd name="csY17" fmla="*/ 7089 h 131126"/>
              <a:gd name="csX18" fmla="*/ 127601 w 141772"/>
              <a:gd name="csY18" fmla="*/ 7089 h 131126"/>
              <a:gd name="csX19" fmla="*/ 117580 w 141772"/>
              <a:gd name="csY19" fmla="*/ 11239 h 131126"/>
              <a:gd name="csX20" fmla="*/ 113428 w 141772"/>
              <a:gd name="csY20" fmla="*/ 21264 h 131126"/>
              <a:gd name="csX21" fmla="*/ 117580 w 141772"/>
              <a:gd name="csY21" fmla="*/ 31289 h 131126"/>
              <a:gd name="csX22" fmla="*/ 127601 w 141772"/>
              <a:gd name="csY22" fmla="*/ 35439 h 131126"/>
              <a:gd name="csX23" fmla="*/ 137621 w 141772"/>
              <a:gd name="csY23" fmla="*/ 31289 h 131126"/>
              <a:gd name="csX24" fmla="*/ 141773 w 141772"/>
              <a:gd name="csY24" fmla="*/ 21264 h 131126"/>
              <a:gd name="csX25" fmla="*/ 137621 w 141772"/>
              <a:gd name="csY25" fmla="*/ 11239 h 131126"/>
              <a:gd name="csX26" fmla="*/ 127601 w 141772"/>
              <a:gd name="csY26" fmla="*/ 7089 h 131126"/>
              <a:gd name="csX27" fmla="*/ 70895 w 141772"/>
              <a:gd name="csY27" fmla="*/ 38984 h 131126"/>
              <a:gd name="csX28" fmla="*/ 49628 w 141772"/>
              <a:gd name="csY28" fmla="*/ 60248 h 131126"/>
              <a:gd name="csX29" fmla="*/ 49628 w 141772"/>
              <a:gd name="csY29" fmla="*/ 70880 h 131126"/>
              <a:gd name="csX30" fmla="*/ 40764 w 141772"/>
              <a:gd name="csY30" fmla="*/ 70880 h 131126"/>
              <a:gd name="csX31" fmla="*/ 38706 w 141772"/>
              <a:gd name="csY31" fmla="*/ 71263 h 131126"/>
              <a:gd name="csX32" fmla="*/ 36953 w 141772"/>
              <a:gd name="csY32" fmla="*/ 72409 h 131126"/>
              <a:gd name="csX33" fmla="*/ 35779 w 141772"/>
              <a:gd name="csY33" fmla="*/ 74143 h 131126"/>
              <a:gd name="csX34" fmla="*/ 35371 w 141772"/>
              <a:gd name="csY34" fmla="*/ 76196 h 131126"/>
              <a:gd name="csX35" fmla="*/ 35779 w 141772"/>
              <a:gd name="csY35" fmla="*/ 78248 h 131126"/>
              <a:gd name="csX36" fmla="*/ 36953 w 141772"/>
              <a:gd name="csY36" fmla="*/ 79981 h 131126"/>
              <a:gd name="csX37" fmla="*/ 38706 w 141772"/>
              <a:gd name="csY37" fmla="*/ 81129 h 131126"/>
              <a:gd name="csX38" fmla="*/ 40764 w 141772"/>
              <a:gd name="csY38" fmla="*/ 81512 h 131126"/>
              <a:gd name="csX39" fmla="*/ 101009 w 141772"/>
              <a:gd name="csY39" fmla="*/ 81512 h 131126"/>
              <a:gd name="csX40" fmla="*/ 103067 w 141772"/>
              <a:gd name="csY40" fmla="*/ 81129 h 131126"/>
              <a:gd name="csX41" fmla="*/ 104820 w 141772"/>
              <a:gd name="csY41" fmla="*/ 79981 h 131126"/>
              <a:gd name="csX42" fmla="*/ 105994 w 141772"/>
              <a:gd name="csY42" fmla="*/ 78248 h 131126"/>
              <a:gd name="csX43" fmla="*/ 106402 w 141772"/>
              <a:gd name="csY43" fmla="*/ 76196 h 131126"/>
              <a:gd name="csX44" fmla="*/ 105994 w 141772"/>
              <a:gd name="csY44" fmla="*/ 74143 h 131126"/>
              <a:gd name="csX45" fmla="*/ 104820 w 141772"/>
              <a:gd name="csY45" fmla="*/ 72409 h 131126"/>
              <a:gd name="csX46" fmla="*/ 103067 w 141772"/>
              <a:gd name="csY46" fmla="*/ 71263 h 131126"/>
              <a:gd name="csX47" fmla="*/ 101009 w 141772"/>
              <a:gd name="csY47" fmla="*/ 70880 h 131126"/>
              <a:gd name="csX48" fmla="*/ 92162 w 141772"/>
              <a:gd name="csY48" fmla="*/ 70880 h 131126"/>
              <a:gd name="csX49" fmla="*/ 92162 w 141772"/>
              <a:gd name="csY49" fmla="*/ 60248 h 131126"/>
              <a:gd name="csX50" fmla="*/ 70895 w 141772"/>
              <a:gd name="csY50" fmla="*/ 38984 h 131126"/>
              <a:gd name="csX51" fmla="*/ 14172 w 141772"/>
              <a:gd name="csY51" fmla="*/ 46071 h 131126"/>
              <a:gd name="csX52" fmla="*/ 0 w 141772"/>
              <a:gd name="csY52" fmla="*/ 60248 h 131126"/>
              <a:gd name="csX53" fmla="*/ 0 w 141772"/>
              <a:gd name="csY53" fmla="*/ 88599 h 131126"/>
              <a:gd name="csX54" fmla="*/ 13288 w 141772"/>
              <a:gd name="csY54" fmla="*/ 102747 h 131126"/>
              <a:gd name="csX55" fmla="*/ 37209 w 141772"/>
              <a:gd name="csY55" fmla="*/ 104547 h 131126"/>
              <a:gd name="csX56" fmla="*/ 39046 w 141772"/>
              <a:gd name="csY56" fmla="*/ 126532 h 131126"/>
              <a:gd name="csX57" fmla="*/ 44303 w 141772"/>
              <a:gd name="csY57" fmla="*/ 131127 h 131126"/>
              <a:gd name="csX58" fmla="*/ 49628 w 141772"/>
              <a:gd name="csY58" fmla="*/ 125811 h 131126"/>
              <a:gd name="csX59" fmla="*/ 49628 w 141772"/>
              <a:gd name="csY59" fmla="*/ 97460 h 131126"/>
              <a:gd name="csX60" fmla="*/ 45630 w 141772"/>
              <a:gd name="csY60" fmla="*/ 92309 h 131126"/>
              <a:gd name="csX61" fmla="*/ 28361 w 141772"/>
              <a:gd name="csY61" fmla="*/ 88621 h 131126"/>
              <a:gd name="csX62" fmla="*/ 28361 w 141772"/>
              <a:gd name="csY62" fmla="*/ 60248 h 131126"/>
              <a:gd name="csX63" fmla="*/ 14172 w 141772"/>
              <a:gd name="csY63" fmla="*/ 46071 h 131126"/>
              <a:gd name="csX64" fmla="*/ 127601 w 141772"/>
              <a:gd name="csY64" fmla="*/ 46071 h 131126"/>
              <a:gd name="csX65" fmla="*/ 113428 w 141772"/>
              <a:gd name="csY65" fmla="*/ 60248 h 131126"/>
              <a:gd name="csX66" fmla="*/ 113428 w 141772"/>
              <a:gd name="csY66" fmla="*/ 88621 h 131126"/>
              <a:gd name="csX67" fmla="*/ 96143 w 141772"/>
              <a:gd name="csY67" fmla="*/ 92309 h 131126"/>
              <a:gd name="csX68" fmla="*/ 92162 w 141772"/>
              <a:gd name="csY68" fmla="*/ 97460 h 131126"/>
              <a:gd name="csX69" fmla="*/ 92162 w 141772"/>
              <a:gd name="csY69" fmla="*/ 125811 h 131126"/>
              <a:gd name="csX70" fmla="*/ 97470 w 141772"/>
              <a:gd name="csY70" fmla="*/ 131127 h 131126"/>
              <a:gd name="csX71" fmla="*/ 102744 w 141772"/>
              <a:gd name="csY71" fmla="*/ 126532 h 131126"/>
              <a:gd name="csX72" fmla="*/ 104564 w 141772"/>
              <a:gd name="csY72" fmla="*/ 104547 h 131126"/>
              <a:gd name="csX73" fmla="*/ 128485 w 141772"/>
              <a:gd name="csY73" fmla="*/ 102747 h 131126"/>
              <a:gd name="csX74" fmla="*/ 141773 w 141772"/>
              <a:gd name="csY74" fmla="*/ 88599 h 131126"/>
              <a:gd name="csX75" fmla="*/ 141773 w 141772"/>
              <a:gd name="csY75" fmla="*/ 60248 h 131126"/>
              <a:gd name="csX76" fmla="*/ 127601 w 141772"/>
              <a:gd name="csY76" fmla="*/ 46071 h 131126"/>
            </a:gdLst>
            <a:ahLst/>
            <a:cxnLst/>
            <a:rect l="l" t="t" r="r" b="b"/>
            <a:pathLst>
              <a:path w="100000" h="100000">
                <a:moveTo>
                  <a:pt x="50006" y="3755"/>
                </a:moveTo>
                <a:cubicBezTo>
                  <a:pt x="47354" y="3755"/>
                  <a:pt x="44810" y="4808"/>
                  <a:pt x="42926" y="6683"/>
                </a:cubicBezTo>
                <a:cubicBezTo>
                  <a:pt x="41054" y="8559"/>
                  <a:pt x="39998" y="11102"/>
                  <a:pt x="39998" y="13753"/>
                </a:cubicBezTo>
                <a:cubicBezTo>
                  <a:pt x="39998" y="16405"/>
                  <a:pt x="41054" y="18949"/>
                  <a:pt x="42926" y="20824"/>
                </a:cubicBezTo>
                <a:cubicBezTo>
                  <a:pt x="44810" y="22700"/>
                  <a:pt x="47354" y="23753"/>
                  <a:pt x="50006" y="23753"/>
                </a:cubicBezTo>
                <a:cubicBezTo>
                  <a:pt x="52658" y="23753"/>
                  <a:pt x="55203" y="22700"/>
                  <a:pt x="57075" y="20824"/>
                </a:cubicBezTo>
                <a:cubicBezTo>
                  <a:pt x="58947" y="18949"/>
                  <a:pt x="60003" y="16405"/>
                  <a:pt x="60003" y="13753"/>
                </a:cubicBezTo>
                <a:cubicBezTo>
                  <a:pt x="60003" y="11102"/>
                  <a:pt x="58947" y="8559"/>
                  <a:pt x="57075" y="6683"/>
                </a:cubicBezTo>
                <a:cubicBezTo>
                  <a:pt x="55203" y="4808"/>
                  <a:pt x="52658" y="3755"/>
                  <a:pt x="50006" y="3755"/>
                </a:cubicBezTo>
                <a:close/>
                <a:moveTo>
                  <a:pt x="9996" y="8755"/>
                </a:moveTo>
                <a:cubicBezTo>
                  <a:pt x="7344" y="8755"/>
                  <a:pt x="4800" y="9808"/>
                  <a:pt x="2928" y="11682"/>
                </a:cubicBezTo>
                <a:cubicBezTo>
                  <a:pt x="1056" y="13558"/>
                  <a:pt x="0" y="16101"/>
                  <a:pt x="0" y="18753"/>
                </a:cubicBezTo>
                <a:cubicBezTo>
                  <a:pt x="0" y="21405"/>
                  <a:pt x="1056" y="23949"/>
                  <a:pt x="2928" y="25825"/>
                </a:cubicBezTo>
                <a:cubicBezTo>
                  <a:pt x="4800" y="27699"/>
                  <a:pt x="7344" y="28752"/>
                  <a:pt x="9996" y="28752"/>
                </a:cubicBezTo>
                <a:cubicBezTo>
                  <a:pt x="12648" y="28752"/>
                  <a:pt x="15193" y="27699"/>
                  <a:pt x="17077" y="25825"/>
                </a:cubicBezTo>
                <a:cubicBezTo>
                  <a:pt x="18949" y="23949"/>
                  <a:pt x="20005" y="21405"/>
                  <a:pt x="20005" y="18753"/>
                </a:cubicBezTo>
                <a:cubicBezTo>
                  <a:pt x="20005" y="16101"/>
                  <a:pt x="18949" y="13558"/>
                  <a:pt x="17077" y="11682"/>
                </a:cubicBezTo>
                <a:cubicBezTo>
                  <a:pt x="15193" y="9808"/>
                  <a:pt x="12648" y="8755"/>
                  <a:pt x="9996" y="8755"/>
                </a:cubicBezTo>
                <a:close/>
                <a:moveTo>
                  <a:pt x="90004" y="8755"/>
                </a:moveTo>
                <a:cubicBezTo>
                  <a:pt x="87352" y="8755"/>
                  <a:pt x="84808" y="9808"/>
                  <a:pt x="82936" y="11682"/>
                </a:cubicBezTo>
                <a:cubicBezTo>
                  <a:pt x="81052" y="13558"/>
                  <a:pt x="80007" y="16101"/>
                  <a:pt x="80007" y="18753"/>
                </a:cubicBezTo>
                <a:cubicBezTo>
                  <a:pt x="80007" y="21405"/>
                  <a:pt x="81052" y="23949"/>
                  <a:pt x="82936" y="25825"/>
                </a:cubicBezTo>
                <a:cubicBezTo>
                  <a:pt x="84808" y="27699"/>
                  <a:pt x="87352" y="28752"/>
                  <a:pt x="90004" y="28752"/>
                </a:cubicBezTo>
                <a:cubicBezTo>
                  <a:pt x="92656" y="28752"/>
                  <a:pt x="95201" y="27699"/>
                  <a:pt x="97072" y="25825"/>
                </a:cubicBezTo>
                <a:cubicBezTo>
                  <a:pt x="98957" y="23949"/>
                  <a:pt x="100001" y="21405"/>
                  <a:pt x="100001" y="18753"/>
                </a:cubicBezTo>
                <a:cubicBezTo>
                  <a:pt x="100001" y="16101"/>
                  <a:pt x="98957" y="13558"/>
                  <a:pt x="97072" y="11682"/>
                </a:cubicBezTo>
                <a:cubicBezTo>
                  <a:pt x="95201" y="9808"/>
                  <a:pt x="92656" y="8755"/>
                  <a:pt x="90004" y="8755"/>
                </a:cubicBezTo>
                <a:close/>
                <a:moveTo>
                  <a:pt x="50006" y="31252"/>
                </a:moveTo>
                <a:cubicBezTo>
                  <a:pt x="41714" y="31252"/>
                  <a:pt x="35006" y="37969"/>
                  <a:pt x="35006" y="46251"/>
                </a:cubicBezTo>
                <a:lnTo>
                  <a:pt x="35006" y="53750"/>
                </a:lnTo>
                <a:lnTo>
                  <a:pt x="28753" y="53750"/>
                </a:lnTo>
                <a:cubicBezTo>
                  <a:pt x="28250" y="53743"/>
                  <a:pt x="27757" y="53834"/>
                  <a:pt x="27302" y="54021"/>
                </a:cubicBezTo>
                <a:cubicBezTo>
                  <a:pt x="26833" y="54205"/>
                  <a:pt x="26414" y="54480"/>
                  <a:pt x="26065" y="54829"/>
                </a:cubicBezTo>
                <a:cubicBezTo>
                  <a:pt x="25705" y="55178"/>
                  <a:pt x="25429" y="55593"/>
                  <a:pt x="25237" y="56052"/>
                </a:cubicBezTo>
                <a:cubicBezTo>
                  <a:pt x="25045" y="56511"/>
                  <a:pt x="24949" y="57003"/>
                  <a:pt x="24949" y="57500"/>
                </a:cubicBezTo>
                <a:cubicBezTo>
                  <a:pt x="24949" y="57997"/>
                  <a:pt x="25045" y="58489"/>
                  <a:pt x="25237" y="58947"/>
                </a:cubicBezTo>
                <a:cubicBezTo>
                  <a:pt x="25429" y="59406"/>
                  <a:pt x="25705" y="59821"/>
                  <a:pt x="26065" y="60170"/>
                </a:cubicBezTo>
                <a:cubicBezTo>
                  <a:pt x="26414" y="60519"/>
                  <a:pt x="26833" y="60794"/>
                  <a:pt x="27302" y="60980"/>
                </a:cubicBezTo>
                <a:cubicBezTo>
                  <a:pt x="27757" y="61164"/>
                  <a:pt x="28250" y="61257"/>
                  <a:pt x="28753" y="61250"/>
                </a:cubicBezTo>
                <a:lnTo>
                  <a:pt x="71247" y="61250"/>
                </a:lnTo>
                <a:cubicBezTo>
                  <a:pt x="71751" y="61257"/>
                  <a:pt x="72243" y="61164"/>
                  <a:pt x="72699" y="60980"/>
                </a:cubicBezTo>
                <a:cubicBezTo>
                  <a:pt x="73167" y="60794"/>
                  <a:pt x="73587" y="60519"/>
                  <a:pt x="73936" y="60170"/>
                </a:cubicBezTo>
                <a:cubicBezTo>
                  <a:pt x="74295" y="59821"/>
                  <a:pt x="74571" y="59406"/>
                  <a:pt x="74764" y="58947"/>
                </a:cubicBezTo>
                <a:cubicBezTo>
                  <a:pt x="74956" y="58489"/>
                  <a:pt x="75051" y="57997"/>
                  <a:pt x="75051" y="57500"/>
                </a:cubicBezTo>
                <a:cubicBezTo>
                  <a:pt x="75051" y="57003"/>
                  <a:pt x="74956" y="56511"/>
                  <a:pt x="74764" y="56052"/>
                </a:cubicBezTo>
                <a:cubicBezTo>
                  <a:pt x="74571" y="55593"/>
                  <a:pt x="74295" y="55178"/>
                  <a:pt x="73936" y="54829"/>
                </a:cubicBezTo>
                <a:cubicBezTo>
                  <a:pt x="73587" y="54480"/>
                  <a:pt x="73167" y="54205"/>
                  <a:pt x="72699" y="54021"/>
                </a:cubicBezTo>
                <a:cubicBezTo>
                  <a:pt x="72243" y="53834"/>
                  <a:pt x="71751" y="53743"/>
                  <a:pt x="71247" y="53750"/>
                </a:cubicBezTo>
                <a:lnTo>
                  <a:pt x="65007" y="53750"/>
                </a:lnTo>
                <a:lnTo>
                  <a:pt x="65007" y="46251"/>
                </a:lnTo>
                <a:cubicBezTo>
                  <a:pt x="65007" y="37969"/>
                  <a:pt x="58287" y="31252"/>
                  <a:pt x="50006" y="31252"/>
                </a:cubicBezTo>
                <a:close/>
                <a:moveTo>
                  <a:pt x="9996" y="36251"/>
                </a:moveTo>
                <a:cubicBezTo>
                  <a:pt x="4476" y="36251"/>
                  <a:pt x="0" y="40726"/>
                  <a:pt x="0" y="46251"/>
                </a:cubicBezTo>
                <a:lnTo>
                  <a:pt x="0" y="66249"/>
                </a:lnTo>
                <a:cubicBezTo>
                  <a:pt x="0" y="71561"/>
                  <a:pt x="4140" y="75906"/>
                  <a:pt x="9373" y="76228"/>
                </a:cubicBezTo>
                <a:cubicBezTo>
                  <a:pt x="9577" y="76241"/>
                  <a:pt x="26246" y="77498"/>
                  <a:pt x="26246" y="77498"/>
                </a:cubicBezTo>
                <a:cubicBezTo>
                  <a:pt x="26246" y="77498"/>
                  <a:pt x="27517" y="92839"/>
                  <a:pt x="27541" y="93005"/>
                </a:cubicBezTo>
                <a:cubicBezTo>
                  <a:pt x="27781" y="94835"/>
                  <a:pt x="29353" y="96246"/>
                  <a:pt x="31249" y="96246"/>
                </a:cubicBezTo>
                <a:cubicBezTo>
                  <a:pt x="33325" y="96246"/>
                  <a:pt x="35006" y="94566"/>
                  <a:pt x="35006" y="92496"/>
                </a:cubicBezTo>
                <a:lnTo>
                  <a:pt x="35006" y="72499"/>
                </a:lnTo>
                <a:cubicBezTo>
                  <a:pt x="35006" y="70751"/>
                  <a:pt x="33806" y="69281"/>
                  <a:pt x="32185" y="68866"/>
                </a:cubicBezTo>
                <a:cubicBezTo>
                  <a:pt x="32114" y="68849"/>
                  <a:pt x="20005" y="66264"/>
                  <a:pt x="20005" y="66264"/>
                </a:cubicBezTo>
                <a:lnTo>
                  <a:pt x="20005" y="46251"/>
                </a:lnTo>
                <a:cubicBezTo>
                  <a:pt x="20005" y="40726"/>
                  <a:pt x="15528" y="36251"/>
                  <a:pt x="9996" y="36251"/>
                </a:cubicBezTo>
                <a:close/>
                <a:moveTo>
                  <a:pt x="90004" y="36251"/>
                </a:moveTo>
                <a:cubicBezTo>
                  <a:pt x="84484" y="36251"/>
                  <a:pt x="80007" y="40726"/>
                  <a:pt x="80007" y="46251"/>
                </a:cubicBezTo>
                <a:lnTo>
                  <a:pt x="80007" y="66264"/>
                </a:lnTo>
                <a:cubicBezTo>
                  <a:pt x="80007" y="66264"/>
                  <a:pt x="67887" y="68849"/>
                  <a:pt x="67815" y="68866"/>
                </a:cubicBezTo>
                <a:cubicBezTo>
                  <a:pt x="66207" y="69281"/>
                  <a:pt x="65007" y="70751"/>
                  <a:pt x="65007" y="72499"/>
                </a:cubicBezTo>
                <a:lnTo>
                  <a:pt x="65007" y="92496"/>
                </a:lnTo>
                <a:cubicBezTo>
                  <a:pt x="65007" y="94566"/>
                  <a:pt x="66687" y="96246"/>
                  <a:pt x="68751" y="96246"/>
                </a:cubicBezTo>
                <a:cubicBezTo>
                  <a:pt x="70647" y="96246"/>
                  <a:pt x="72219" y="94835"/>
                  <a:pt x="72471" y="93005"/>
                </a:cubicBezTo>
                <a:cubicBezTo>
                  <a:pt x="72495" y="92839"/>
                  <a:pt x="73755" y="77498"/>
                  <a:pt x="73755" y="77498"/>
                </a:cubicBezTo>
                <a:cubicBezTo>
                  <a:pt x="73755" y="77498"/>
                  <a:pt x="90424" y="76241"/>
                  <a:pt x="90628" y="76228"/>
                </a:cubicBezTo>
                <a:cubicBezTo>
                  <a:pt x="95860" y="75906"/>
                  <a:pt x="100001" y="71561"/>
                  <a:pt x="100001" y="66249"/>
                </a:cubicBezTo>
                <a:lnTo>
                  <a:pt x="100001" y="46251"/>
                </a:lnTo>
                <a:cubicBezTo>
                  <a:pt x="100001" y="40726"/>
                  <a:pt x="95525" y="36251"/>
                  <a:pt x="90004" y="3625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0" name="Красный — SVG 13">
            <a:extLst>
              <a:ext uri="{FF2B5EF4-FFF2-40B4-BE49-F238E27FC236}">
                <a16:creationId xmlns:a16="http://schemas.microsoft.com/office/drawing/2014/main" id="{1BB8EE43-A708-4143-A153-76D000BBB239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12403 w 145328"/>
              <a:gd name="csY0" fmla="*/ 0 h 145303"/>
              <a:gd name="csX1" fmla="*/ 0 w 145328"/>
              <a:gd name="csY1" fmla="*/ 12404 h 145303"/>
              <a:gd name="csX2" fmla="*/ 0 w 145328"/>
              <a:gd name="csY2" fmla="*/ 33668 h 145303"/>
              <a:gd name="csX3" fmla="*/ 12403 w 145328"/>
              <a:gd name="csY3" fmla="*/ 46071 h 145303"/>
              <a:gd name="csX4" fmla="*/ 42823 w 145328"/>
              <a:gd name="csY4" fmla="*/ 46071 h 145303"/>
              <a:gd name="csX5" fmla="*/ 59292 w 145328"/>
              <a:gd name="csY5" fmla="*/ 55950 h 145303"/>
              <a:gd name="csX6" fmla="*/ 61963 w 145328"/>
              <a:gd name="csY6" fmla="*/ 56705 h 145303"/>
              <a:gd name="csX7" fmla="*/ 64651 w 145328"/>
              <a:gd name="csY7" fmla="*/ 56014 h 145303"/>
              <a:gd name="csX8" fmla="*/ 66625 w 145328"/>
              <a:gd name="csY8" fmla="*/ 54065 h 145303"/>
              <a:gd name="csX9" fmla="*/ 67339 w 145328"/>
              <a:gd name="csY9" fmla="*/ 51387 h 145303"/>
              <a:gd name="csX10" fmla="*/ 67339 w 145328"/>
              <a:gd name="csY10" fmla="*/ 12404 h 145303"/>
              <a:gd name="csX11" fmla="*/ 54936 w 145328"/>
              <a:gd name="csY11" fmla="*/ 0 h 145303"/>
              <a:gd name="csX12" fmla="*/ 12403 w 145328"/>
              <a:gd name="csY12" fmla="*/ 0 h 145303"/>
              <a:gd name="csX13" fmla="*/ 90375 w 145328"/>
              <a:gd name="csY13" fmla="*/ 17720 h 145303"/>
              <a:gd name="csX14" fmla="*/ 77972 w 145328"/>
              <a:gd name="csY14" fmla="*/ 30123 h 145303"/>
              <a:gd name="csX15" fmla="*/ 77972 w 145328"/>
              <a:gd name="csY15" fmla="*/ 69108 h 145303"/>
              <a:gd name="csX16" fmla="*/ 78704 w 145328"/>
              <a:gd name="csY16" fmla="*/ 71785 h 145303"/>
              <a:gd name="csX17" fmla="*/ 80678 w 145328"/>
              <a:gd name="csY17" fmla="*/ 73735 h 145303"/>
              <a:gd name="csX18" fmla="*/ 83366 w 145328"/>
              <a:gd name="csY18" fmla="*/ 74425 h 145303"/>
              <a:gd name="csX19" fmla="*/ 86037 w 145328"/>
              <a:gd name="csY19" fmla="*/ 73668 h 145303"/>
              <a:gd name="csX20" fmla="*/ 102489 w 145328"/>
              <a:gd name="csY20" fmla="*/ 63792 h 145303"/>
              <a:gd name="csX21" fmla="*/ 132909 w 145328"/>
              <a:gd name="csY21" fmla="*/ 63792 h 145303"/>
              <a:gd name="csX22" fmla="*/ 145329 w 145328"/>
              <a:gd name="csY22" fmla="*/ 51387 h 145303"/>
              <a:gd name="csX23" fmla="*/ 145329 w 145328"/>
              <a:gd name="csY23" fmla="*/ 30123 h 145303"/>
              <a:gd name="csX24" fmla="*/ 132909 w 145328"/>
              <a:gd name="csY24" fmla="*/ 17720 h 145303"/>
              <a:gd name="csX25" fmla="*/ 90375 w 145328"/>
              <a:gd name="csY25" fmla="*/ 17720 h 145303"/>
              <a:gd name="csX26" fmla="*/ 46072 w 145328"/>
              <a:gd name="csY26" fmla="*/ 63792 h 145303"/>
              <a:gd name="csX27" fmla="*/ 30148 w 145328"/>
              <a:gd name="csY27" fmla="*/ 70560 h 145303"/>
              <a:gd name="csX28" fmla="*/ 24805 w 145328"/>
              <a:gd name="csY28" fmla="*/ 85056 h 145303"/>
              <a:gd name="csX29" fmla="*/ 30148 w 145328"/>
              <a:gd name="csY29" fmla="*/ 99551 h 145303"/>
              <a:gd name="csX30" fmla="*/ 46072 w 145328"/>
              <a:gd name="csY30" fmla="*/ 106319 h 145303"/>
              <a:gd name="csX31" fmla="*/ 62014 w 145328"/>
              <a:gd name="csY31" fmla="*/ 99551 h 145303"/>
              <a:gd name="csX32" fmla="*/ 67339 w 145328"/>
              <a:gd name="csY32" fmla="*/ 85056 h 145303"/>
              <a:gd name="csX33" fmla="*/ 62014 w 145328"/>
              <a:gd name="csY33" fmla="*/ 70560 h 145303"/>
              <a:gd name="csX34" fmla="*/ 46072 w 145328"/>
              <a:gd name="csY34" fmla="*/ 63792 h 145303"/>
              <a:gd name="csX35" fmla="*/ 26575 w 145328"/>
              <a:gd name="csY35" fmla="*/ 113408 h 145303"/>
              <a:gd name="csX36" fmla="*/ 14172 w 145328"/>
              <a:gd name="csY36" fmla="*/ 125811 h 145303"/>
              <a:gd name="csX37" fmla="*/ 22543 w 145328"/>
              <a:gd name="csY37" fmla="*/ 141357 h 145303"/>
              <a:gd name="csX38" fmla="*/ 37208 w 145328"/>
              <a:gd name="csY38" fmla="*/ 145304 h 145303"/>
              <a:gd name="csX39" fmla="*/ 54936 w 145328"/>
              <a:gd name="csY39" fmla="*/ 145304 h 145303"/>
              <a:gd name="csX40" fmla="*/ 69602 w 145328"/>
              <a:gd name="csY40" fmla="*/ 141357 h 145303"/>
              <a:gd name="csX41" fmla="*/ 77972 w 145328"/>
              <a:gd name="csY41" fmla="*/ 125811 h 145303"/>
              <a:gd name="csX42" fmla="*/ 65570 w 145328"/>
              <a:gd name="csY42" fmla="*/ 113408 h 145303"/>
              <a:gd name="csX43" fmla="*/ 26575 w 145328"/>
              <a:gd name="csY43" fmla="*/ 113408 h 145303"/>
            </a:gdLst>
            <a:ahLst/>
            <a:cxnLst/>
            <a:rect l="l" t="t" r="r" b="b"/>
            <a:pathLst>
              <a:path w="100000" h="100000">
                <a:moveTo>
                  <a:pt x="8534" y="9"/>
                </a:moveTo>
                <a:cubicBezTo>
                  <a:pt x="3864" y="9"/>
                  <a:pt x="0" y="3874"/>
                  <a:pt x="0" y="8544"/>
                </a:cubicBezTo>
                <a:lnTo>
                  <a:pt x="0" y="23176"/>
                </a:lnTo>
                <a:cubicBezTo>
                  <a:pt x="0" y="27845"/>
                  <a:pt x="3864" y="31710"/>
                  <a:pt x="8534" y="31710"/>
                </a:cubicBezTo>
                <a:lnTo>
                  <a:pt x="29466" y="31710"/>
                </a:lnTo>
                <a:lnTo>
                  <a:pt x="40799" y="38508"/>
                </a:lnTo>
                <a:cubicBezTo>
                  <a:pt x="41360" y="38840"/>
                  <a:pt x="41993" y="39020"/>
                  <a:pt x="42637" y="39027"/>
                </a:cubicBezTo>
                <a:cubicBezTo>
                  <a:pt x="43281" y="39035"/>
                  <a:pt x="43924" y="38872"/>
                  <a:pt x="44486" y="38552"/>
                </a:cubicBezTo>
                <a:cubicBezTo>
                  <a:pt x="45048" y="38233"/>
                  <a:pt x="45516" y="37770"/>
                  <a:pt x="45845" y="37211"/>
                </a:cubicBezTo>
                <a:cubicBezTo>
                  <a:pt x="46172" y="36652"/>
                  <a:pt x="46336" y="36015"/>
                  <a:pt x="46336" y="35368"/>
                </a:cubicBezTo>
                <a:lnTo>
                  <a:pt x="46336" y="8544"/>
                </a:lnTo>
                <a:cubicBezTo>
                  <a:pt x="46336" y="3874"/>
                  <a:pt x="42473" y="9"/>
                  <a:pt x="37801" y="9"/>
                </a:cubicBezTo>
                <a:lnTo>
                  <a:pt x="8534" y="9"/>
                </a:lnTo>
                <a:close/>
                <a:moveTo>
                  <a:pt x="62187" y="12202"/>
                </a:moveTo>
                <a:cubicBezTo>
                  <a:pt x="57528" y="12202"/>
                  <a:pt x="53652" y="16067"/>
                  <a:pt x="53652" y="20736"/>
                </a:cubicBezTo>
                <a:lnTo>
                  <a:pt x="53652" y="47562"/>
                </a:lnTo>
                <a:cubicBezTo>
                  <a:pt x="53652" y="48209"/>
                  <a:pt x="53829" y="48844"/>
                  <a:pt x="54156" y="49404"/>
                </a:cubicBezTo>
                <a:cubicBezTo>
                  <a:pt x="54484" y="49963"/>
                  <a:pt x="54952" y="50426"/>
                  <a:pt x="55514" y="50746"/>
                </a:cubicBezTo>
                <a:cubicBezTo>
                  <a:pt x="56076" y="51065"/>
                  <a:pt x="56708" y="51229"/>
                  <a:pt x="57364" y="51220"/>
                </a:cubicBezTo>
                <a:cubicBezTo>
                  <a:pt x="58008" y="51212"/>
                  <a:pt x="58640" y="51033"/>
                  <a:pt x="59202" y="50699"/>
                </a:cubicBezTo>
                <a:lnTo>
                  <a:pt x="70523" y="43904"/>
                </a:lnTo>
                <a:lnTo>
                  <a:pt x="91455" y="43904"/>
                </a:lnTo>
                <a:cubicBezTo>
                  <a:pt x="96125" y="43904"/>
                  <a:pt x="100001" y="40039"/>
                  <a:pt x="100001" y="35368"/>
                </a:cubicBezTo>
                <a:lnTo>
                  <a:pt x="100001" y="20736"/>
                </a:lnTo>
                <a:cubicBezTo>
                  <a:pt x="100001" y="16067"/>
                  <a:pt x="96125" y="12202"/>
                  <a:pt x="91455" y="12202"/>
                </a:cubicBezTo>
                <a:lnTo>
                  <a:pt x="62187" y="12202"/>
                </a:lnTo>
                <a:close/>
                <a:moveTo>
                  <a:pt x="31702" y="43904"/>
                </a:moveTo>
                <a:cubicBezTo>
                  <a:pt x="27137" y="43904"/>
                  <a:pt x="23238" y="45749"/>
                  <a:pt x="20745" y="48561"/>
                </a:cubicBezTo>
                <a:cubicBezTo>
                  <a:pt x="18239" y="51374"/>
                  <a:pt x="17068" y="54979"/>
                  <a:pt x="17068" y="58536"/>
                </a:cubicBezTo>
                <a:cubicBezTo>
                  <a:pt x="17068" y="62092"/>
                  <a:pt x="18239" y="65697"/>
                  <a:pt x="20745" y="68510"/>
                </a:cubicBezTo>
                <a:cubicBezTo>
                  <a:pt x="23238" y="71321"/>
                  <a:pt x="27137" y="73167"/>
                  <a:pt x="31702" y="73167"/>
                </a:cubicBezTo>
                <a:cubicBezTo>
                  <a:pt x="36280" y="73167"/>
                  <a:pt x="40166" y="71321"/>
                  <a:pt x="42672" y="68510"/>
                </a:cubicBezTo>
                <a:cubicBezTo>
                  <a:pt x="45177" y="65697"/>
                  <a:pt x="46336" y="62092"/>
                  <a:pt x="46336" y="58536"/>
                </a:cubicBezTo>
                <a:cubicBezTo>
                  <a:pt x="46336" y="54979"/>
                  <a:pt x="45177" y="51374"/>
                  <a:pt x="42672" y="48561"/>
                </a:cubicBezTo>
                <a:cubicBezTo>
                  <a:pt x="40166" y="45749"/>
                  <a:pt x="36280" y="43904"/>
                  <a:pt x="31702" y="43904"/>
                </a:cubicBezTo>
                <a:close/>
                <a:moveTo>
                  <a:pt x="18286" y="78044"/>
                </a:moveTo>
                <a:cubicBezTo>
                  <a:pt x="13627" y="78044"/>
                  <a:pt x="9752" y="81910"/>
                  <a:pt x="9752" y="86579"/>
                </a:cubicBezTo>
                <a:cubicBezTo>
                  <a:pt x="9752" y="91371"/>
                  <a:pt x="12316" y="95223"/>
                  <a:pt x="15512" y="97276"/>
                </a:cubicBezTo>
                <a:cubicBezTo>
                  <a:pt x="18719" y="99329"/>
                  <a:pt x="22360" y="99992"/>
                  <a:pt x="25603" y="99992"/>
                </a:cubicBezTo>
                <a:lnTo>
                  <a:pt x="37801" y="99992"/>
                </a:lnTo>
                <a:cubicBezTo>
                  <a:pt x="41044" y="99992"/>
                  <a:pt x="44697" y="99329"/>
                  <a:pt x="47893" y="97276"/>
                </a:cubicBezTo>
                <a:cubicBezTo>
                  <a:pt x="51101" y="95223"/>
                  <a:pt x="53652" y="91371"/>
                  <a:pt x="53652" y="86579"/>
                </a:cubicBezTo>
                <a:cubicBezTo>
                  <a:pt x="53652" y="81910"/>
                  <a:pt x="49789" y="78044"/>
                  <a:pt x="45119" y="78044"/>
                </a:cubicBezTo>
                <a:lnTo>
                  <a:pt x="18286" y="7804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1" name="Красный — SVG 14">
            <a:extLst>
              <a:ext uri="{FF2B5EF4-FFF2-40B4-BE49-F238E27FC236}">
                <a16:creationId xmlns:a16="http://schemas.microsoft.com/office/drawing/2014/main" id="{03F19DA0-10D7-BF44-A7E5-841E270CB824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67339 w 134695"/>
              <a:gd name="csY0" fmla="*/ 70880 h 148847"/>
              <a:gd name="csX1" fmla="*/ 49628 w 134695"/>
              <a:gd name="csY1" fmla="*/ 53160 h 148847"/>
              <a:gd name="csX2" fmla="*/ 67339 w 134695"/>
              <a:gd name="csY2" fmla="*/ 35439 h 148847"/>
              <a:gd name="csX3" fmla="*/ 85067 w 134695"/>
              <a:gd name="csY3" fmla="*/ 53160 h 148847"/>
              <a:gd name="csX4" fmla="*/ 67339 w 134695"/>
              <a:gd name="csY4" fmla="*/ 70880 h 148847"/>
              <a:gd name="csX5" fmla="*/ 67339 w 134695"/>
              <a:gd name="csY5" fmla="*/ 113408 h 148847"/>
              <a:gd name="csX6" fmla="*/ 35439 w 134695"/>
              <a:gd name="csY6" fmla="*/ 91962 h 148847"/>
              <a:gd name="csX7" fmla="*/ 35439 w 134695"/>
              <a:gd name="csY7" fmla="*/ 88784 h 148847"/>
              <a:gd name="csX8" fmla="*/ 46259 w 134695"/>
              <a:gd name="csY8" fmla="*/ 77967 h 148847"/>
              <a:gd name="csX9" fmla="*/ 88419 w 134695"/>
              <a:gd name="csY9" fmla="*/ 77967 h 148847"/>
              <a:gd name="csX10" fmla="*/ 99239 w 134695"/>
              <a:gd name="csY10" fmla="*/ 88781 h 148847"/>
              <a:gd name="csX11" fmla="*/ 99239 w 134695"/>
              <a:gd name="csY11" fmla="*/ 91959 h 148847"/>
              <a:gd name="csX12" fmla="*/ 67339 w 134695"/>
              <a:gd name="csY12" fmla="*/ 113408 h 148847"/>
              <a:gd name="csX13" fmla="*/ 12403 w 134695"/>
              <a:gd name="csY13" fmla="*/ 92144 h 148847"/>
              <a:gd name="csX14" fmla="*/ 3641 w 134695"/>
              <a:gd name="csY14" fmla="*/ 95776 h 148847"/>
              <a:gd name="csX15" fmla="*/ 0 w 134695"/>
              <a:gd name="csY15" fmla="*/ 104547 h 148847"/>
              <a:gd name="csX16" fmla="*/ 3641 w 134695"/>
              <a:gd name="csY16" fmla="*/ 113318 h 148847"/>
              <a:gd name="csX17" fmla="*/ 12403 w 134695"/>
              <a:gd name="csY17" fmla="*/ 116951 h 148847"/>
              <a:gd name="csX18" fmla="*/ 21182 w 134695"/>
              <a:gd name="csY18" fmla="*/ 113318 h 148847"/>
              <a:gd name="csX19" fmla="*/ 24805 w 134695"/>
              <a:gd name="csY19" fmla="*/ 104547 h 148847"/>
              <a:gd name="csX20" fmla="*/ 21182 w 134695"/>
              <a:gd name="csY20" fmla="*/ 95776 h 148847"/>
              <a:gd name="csX21" fmla="*/ 12403 w 134695"/>
              <a:gd name="csY21" fmla="*/ 92144 h 148847"/>
              <a:gd name="csX22" fmla="*/ 122275 w 134695"/>
              <a:gd name="csY22" fmla="*/ 92144 h 148847"/>
              <a:gd name="csX23" fmla="*/ 113513 w 134695"/>
              <a:gd name="csY23" fmla="*/ 95776 h 148847"/>
              <a:gd name="csX24" fmla="*/ 109873 w 134695"/>
              <a:gd name="csY24" fmla="*/ 104547 h 148847"/>
              <a:gd name="csX25" fmla="*/ 113513 w 134695"/>
              <a:gd name="csY25" fmla="*/ 113318 h 148847"/>
              <a:gd name="csX26" fmla="*/ 122275 w 134695"/>
              <a:gd name="csY26" fmla="*/ 116951 h 148847"/>
              <a:gd name="csX27" fmla="*/ 131054 w 134695"/>
              <a:gd name="csY27" fmla="*/ 113318 h 148847"/>
              <a:gd name="csX28" fmla="*/ 134695 w 134695"/>
              <a:gd name="csY28" fmla="*/ 104547 h 148847"/>
              <a:gd name="csX29" fmla="*/ 131054 w 134695"/>
              <a:gd name="csY29" fmla="*/ 95776 h 148847"/>
              <a:gd name="csX30" fmla="*/ 122275 w 134695"/>
              <a:gd name="csY30" fmla="*/ 92144 h 148847"/>
              <a:gd name="csX31" fmla="*/ 122275 w 134695"/>
              <a:gd name="csY31" fmla="*/ 31896 h 148847"/>
              <a:gd name="csX32" fmla="*/ 117529 w 134695"/>
              <a:gd name="csY32" fmla="*/ 32840 h 148847"/>
              <a:gd name="csX33" fmla="*/ 113513 w 134695"/>
              <a:gd name="csY33" fmla="*/ 35529 h 148847"/>
              <a:gd name="csX34" fmla="*/ 110825 w 134695"/>
              <a:gd name="csY34" fmla="*/ 39552 h 148847"/>
              <a:gd name="csX35" fmla="*/ 109873 w 134695"/>
              <a:gd name="csY35" fmla="*/ 44300 h 148847"/>
              <a:gd name="csX36" fmla="*/ 110825 w 134695"/>
              <a:gd name="csY36" fmla="*/ 49046 h 148847"/>
              <a:gd name="csX37" fmla="*/ 113513 w 134695"/>
              <a:gd name="csY37" fmla="*/ 53071 h 148847"/>
              <a:gd name="csX38" fmla="*/ 117529 w 134695"/>
              <a:gd name="csY38" fmla="*/ 55759 h 148847"/>
              <a:gd name="csX39" fmla="*/ 122275 w 134695"/>
              <a:gd name="csY39" fmla="*/ 56703 h 148847"/>
              <a:gd name="csX40" fmla="*/ 127039 w 134695"/>
              <a:gd name="csY40" fmla="*/ 55759 h 148847"/>
              <a:gd name="csX41" fmla="*/ 131054 w 134695"/>
              <a:gd name="csY41" fmla="*/ 53071 h 148847"/>
              <a:gd name="csX42" fmla="*/ 133742 w 134695"/>
              <a:gd name="csY42" fmla="*/ 49046 h 148847"/>
              <a:gd name="csX43" fmla="*/ 134695 w 134695"/>
              <a:gd name="csY43" fmla="*/ 44300 h 148847"/>
              <a:gd name="csX44" fmla="*/ 133742 w 134695"/>
              <a:gd name="csY44" fmla="*/ 39552 h 148847"/>
              <a:gd name="csX45" fmla="*/ 131054 w 134695"/>
              <a:gd name="csY45" fmla="*/ 35529 h 148847"/>
              <a:gd name="csX46" fmla="*/ 127039 w 134695"/>
              <a:gd name="csY46" fmla="*/ 32840 h 148847"/>
              <a:gd name="csX47" fmla="*/ 122275 w 134695"/>
              <a:gd name="csY47" fmla="*/ 31896 h 148847"/>
              <a:gd name="csX48" fmla="*/ 67339 w 134695"/>
              <a:gd name="csY48" fmla="*/ 0 h 148847"/>
              <a:gd name="csX49" fmla="*/ 62592 w 134695"/>
              <a:gd name="csY49" fmla="*/ 944 h 148847"/>
              <a:gd name="csX50" fmla="*/ 58577 w 134695"/>
              <a:gd name="csY50" fmla="*/ 3634 h 148847"/>
              <a:gd name="csX51" fmla="*/ 55889 w 134695"/>
              <a:gd name="csY51" fmla="*/ 7657 h 148847"/>
              <a:gd name="csX52" fmla="*/ 54936 w 134695"/>
              <a:gd name="csY52" fmla="*/ 12404 h 148847"/>
              <a:gd name="csX53" fmla="*/ 55889 w 134695"/>
              <a:gd name="csY53" fmla="*/ 17151 h 148847"/>
              <a:gd name="csX54" fmla="*/ 58577 w 134695"/>
              <a:gd name="csY54" fmla="*/ 21175 h 148847"/>
              <a:gd name="csX55" fmla="*/ 62592 w 134695"/>
              <a:gd name="csY55" fmla="*/ 23863 h 148847"/>
              <a:gd name="csX56" fmla="*/ 67339 w 134695"/>
              <a:gd name="csY56" fmla="*/ 24807 h 148847"/>
              <a:gd name="csX57" fmla="*/ 72086 w 134695"/>
              <a:gd name="csY57" fmla="*/ 23863 h 148847"/>
              <a:gd name="csX58" fmla="*/ 76118 w 134695"/>
              <a:gd name="csY58" fmla="*/ 21175 h 148847"/>
              <a:gd name="csX59" fmla="*/ 78806 w 134695"/>
              <a:gd name="csY59" fmla="*/ 17151 h 148847"/>
              <a:gd name="csX60" fmla="*/ 79742 w 134695"/>
              <a:gd name="csY60" fmla="*/ 12404 h 148847"/>
              <a:gd name="csX61" fmla="*/ 78806 w 134695"/>
              <a:gd name="csY61" fmla="*/ 7657 h 148847"/>
              <a:gd name="csX62" fmla="*/ 76118 w 134695"/>
              <a:gd name="csY62" fmla="*/ 3634 h 148847"/>
              <a:gd name="csX63" fmla="*/ 72086 w 134695"/>
              <a:gd name="csY63" fmla="*/ 944 h 148847"/>
              <a:gd name="csX64" fmla="*/ 67339 w 134695"/>
              <a:gd name="csY64" fmla="*/ 0 h 148847"/>
              <a:gd name="csX65" fmla="*/ 67339 w 134695"/>
              <a:gd name="csY65" fmla="*/ 124040 h 148847"/>
              <a:gd name="csX66" fmla="*/ 58577 w 134695"/>
              <a:gd name="csY66" fmla="*/ 127672 h 148847"/>
              <a:gd name="csX67" fmla="*/ 54936 w 134695"/>
              <a:gd name="csY67" fmla="*/ 136443 h 148847"/>
              <a:gd name="csX68" fmla="*/ 58577 w 134695"/>
              <a:gd name="csY68" fmla="*/ 145214 h 148847"/>
              <a:gd name="csX69" fmla="*/ 67339 w 134695"/>
              <a:gd name="csY69" fmla="*/ 148847 h 148847"/>
              <a:gd name="csX70" fmla="*/ 76118 w 134695"/>
              <a:gd name="csY70" fmla="*/ 145214 h 148847"/>
              <a:gd name="csX71" fmla="*/ 79742 w 134695"/>
              <a:gd name="csY71" fmla="*/ 136443 h 148847"/>
              <a:gd name="csX72" fmla="*/ 76118 w 134695"/>
              <a:gd name="csY72" fmla="*/ 127672 h 148847"/>
              <a:gd name="csX73" fmla="*/ 67339 w 134695"/>
              <a:gd name="csY73" fmla="*/ 124040 h 148847"/>
              <a:gd name="csX74" fmla="*/ 12403 w 134695"/>
              <a:gd name="csY74" fmla="*/ 31896 h 148847"/>
              <a:gd name="csX75" fmla="*/ 7656 w 134695"/>
              <a:gd name="csY75" fmla="*/ 32840 h 148847"/>
              <a:gd name="csX76" fmla="*/ 3641 w 134695"/>
              <a:gd name="csY76" fmla="*/ 35529 h 148847"/>
              <a:gd name="csX77" fmla="*/ 953 w 134695"/>
              <a:gd name="csY77" fmla="*/ 39552 h 148847"/>
              <a:gd name="csX78" fmla="*/ 0 w 134695"/>
              <a:gd name="csY78" fmla="*/ 44300 h 148847"/>
              <a:gd name="csX79" fmla="*/ 953 w 134695"/>
              <a:gd name="csY79" fmla="*/ 49046 h 148847"/>
              <a:gd name="csX80" fmla="*/ 3641 w 134695"/>
              <a:gd name="csY80" fmla="*/ 53071 h 148847"/>
              <a:gd name="csX81" fmla="*/ 7656 w 134695"/>
              <a:gd name="csY81" fmla="*/ 55759 h 148847"/>
              <a:gd name="csX82" fmla="*/ 12403 w 134695"/>
              <a:gd name="csY82" fmla="*/ 56703 h 148847"/>
              <a:gd name="csX83" fmla="*/ 17149 w 134695"/>
              <a:gd name="csY83" fmla="*/ 55759 h 148847"/>
              <a:gd name="csX84" fmla="*/ 21182 w 134695"/>
              <a:gd name="csY84" fmla="*/ 53071 h 148847"/>
              <a:gd name="csX85" fmla="*/ 23870 w 134695"/>
              <a:gd name="csY85" fmla="*/ 49046 h 148847"/>
              <a:gd name="csX86" fmla="*/ 24805 w 134695"/>
              <a:gd name="csY86" fmla="*/ 44300 h 148847"/>
              <a:gd name="csX87" fmla="*/ 23870 w 134695"/>
              <a:gd name="csY87" fmla="*/ 39552 h 148847"/>
              <a:gd name="csX88" fmla="*/ 21182 w 134695"/>
              <a:gd name="csY88" fmla="*/ 35529 h 148847"/>
              <a:gd name="csX89" fmla="*/ 17149 w 134695"/>
              <a:gd name="csY89" fmla="*/ 32840 h 148847"/>
              <a:gd name="csX90" fmla="*/ 12403 w 134695"/>
              <a:gd name="csY90" fmla="*/ 31896 h 148847"/>
            </a:gdLst>
            <a:ahLst/>
            <a:cxnLst/>
            <a:rect l="l" t="t" r="r" b="b"/>
            <a:pathLst>
              <a:path w="100000" h="100000">
                <a:moveTo>
                  <a:pt x="49994" y="47619"/>
                </a:moveTo>
                <a:cubicBezTo>
                  <a:pt x="43433" y="47619"/>
                  <a:pt x="38095" y="42279"/>
                  <a:pt x="38095" y="35715"/>
                </a:cubicBezTo>
                <a:cubicBezTo>
                  <a:pt x="38095" y="29149"/>
                  <a:pt x="43433" y="23809"/>
                  <a:pt x="49994" y="23809"/>
                </a:cubicBezTo>
                <a:cubicBezTo>
                  <a:pt x="56567" y="23809"/>
                  <a:pt x="61905" y="29149"/>
                  <a:pt x="61905" y="35715"/>
                </a:cubicBezTo>
                <a:cubicBezTo>
                  <a:pt x="61905" y="42279"/>
                  <a:pt x="56567" y="47619"/>
                  <a:pt x="49994" y="47619"/>
                </a:cubicBezTo>
                <a:close/>
                <a:moveTo>
                  <a:pt x="49994" y="76191"/>
                </a:moveTo>
                <a:cubicBezTo>
                  <a:pt x="37776" y="76191"/>
                  <a:pt x="28563" y="69998"/>
                  <a:pt x="28563" y="61783"/>
                </a:cubicBezTo>
                <a:lnTo>
                  <a:pt x="28563" y="59648"/>
                </a:lnTo>
                <a:cubicBezTo>
                  <a:pt x="28563" y="55640"/>
                  <a:pt x="31832" y="52381"/>
                  <a:pt x="35832" y="52381"/>
                </a:cubicBezTo>
                <a:lnTo>
                  <a:pt x="64156" y="52381"/>
                </a:lnTo>
                <a:cubicBezTo>
                  <a:pt x="68168" y="52381"/>
                  <a:pt x="71426" y="55640"/>
                  <a:pt x="71426" y="59646"/>
                </a:cubicBezTo>
                <a:lnTo>
                  <a:pt x="71426" y="61781"/>
                </a:lnTo>
                <a:cubicBezTo>
                  <a:pt x="71426" y="69998"/>
                  <a:pt x="62213" y="76191"/>
                  <a:pt x="49994" y="76191"/>
                </a:cubicBezTo>
                <a:close/>
                <a:moveTo>
                  <a:pt x="13087" y="61905"/>
                </a:moveTo>
                <a:cubicBezTo>
                  <a:pt x="10880" y="61905"/>
                  <a:pt x="8755" y="62783"/>
                  <a:pt x="7200" y="64345"/>
                </a:cubicBezTo>
                <a:cubicBezTo>
                  <a:pt x="5634" y="65909"/>
                  <a:pt x="4754" y="68028"/>
                  <a:pt x="4754" y="70238"/>
                </a:cubicBezTo>
                <a:cubicBezTo>
                  <a:pt x="4754" y="72448"/>
                  <a:pt x="5634" y="74568"/>
                  <a:pt x="7200" y="76131"/>
                </a:cubicBezTo>
                <a:cubicBezTo>
                  <a:pt x="8755" y="77694"/>
                  <a:pt x="10880" y="78571"/>
                  <a:pt x="13087" y="78571"/>
                </a:cubicBezTo>
                <a:cubicBezTo>
                  <a:pt x="15304" y="78571"/>
                  <a:pt x="17419" y="77694"/>
                  <a:pt x="18985" y="76131"/>
                </a:cubicBezTo>
                <a:cubicBezTo>
                  <a:pt x="20550" y="74568"/>
                  <a:pt x="21419" y="72448"/>
                  <a:pt x="21419" y="70238"/>
                </a:cubicBezTo>
                <a:cubicBezTo>
                  <a:pt x="21419" y="68028"/>
                  <a:pt x="20550" y="65909"/>
                  <a:pt x="18985" y="64345"/>
                </a:cubicBezTo>
                <a:cubicBezTo>
                  <a:pt x="17419" y="62783"/>
                  <a:pt x="15304" y="61905"/>
                  <a:pt x="13087" y="61905"/>
                </a:cubicBezTo>
                <a:close/>
                <a:moveTo>
                  <a:pt x="86902" y="61905"/>
                </a:moveTo>
                <a:cubicBezTo>
                  <a:pt x="84696" y="61905"/>
                  <a:pt x="82581" y="62783"/>
                  <a:pt x="81015" y="64345"/>
                </a:cubicBezTo>
                <a:cubicBezTo>
                  <a:pt x="79450" y="65909"/>
                  <a:pt x="78570" y="68028"/>
                  <a:pt x="78570" y="70238"/>
                </a:cubicBezTo>
                <a:cubicBezTo>
                  <a:pt x="78570" y="72448"/>
                  <a:pt x="79450" y="74568"/>
                  <a:pt x="81015" y="76131"/>
                </a:cubicBezTo>
                <a:cubicBezTo>
                  <a:pt x="82581" y="77694"/>
                  <a:pt x="84696" y="78571"/>
                  <a:pt x="86902" y="78571"/>
                </a:cubicBezTo>
                <a:cubicBezTo>
                  <a:pt x="89120" y="78571"/>
                  <a:pt x="91235" y="77694"/>
                  <a:pt x="92800" y="76131"/>
                </a:cubicBezTo>
                <a:cubicBezTo>
                  <a:pt x="94366" y="74568"/>
                  <a:pt x="95246" y="72448"/>
                  <a:pt x="95246" y="70238"/>
                </a:cubicBezTo>
                <a:cubicBezTo>
                  <a:pt x="95246" y="68028"/>
                  <a:pt x="94366" y="65909"/>
                  <a:pt x="92800" y="64345"/>
                </a:cubicBezTo>
                <a:cubicBezTo>
                  <a:pt x="91235" y="62783"/>
                  <a:pt x="89120" y="61905"/>
                  <a:pt x="86902" y="61905"/>
                </a:cubicBezTo>
                <a:close/>
                <a:moveTo>
                  <a:pt x="86902" y="21429"/>
                </a:moveTo>
                <a:cubicBezTo>
                  <a:pt x="85816" y="21429"/>
                  <a:pt x="84731" y="21644"/>
                  <a:pt x="83713" y="22063"/>
                </a:cubicBezTo>
                <a:cubicBezTo>
                  <a:pt x="82707" y="22481"/>
                  <a:pt x="81793" y="23096"/>
                  <a:pt x="81015" y="23869"/>
                </a:cubicBezTo>
                <a:cubicBezTo>
                  <a:pt x="80239" y="24643"/>
                  <a:pt x="79621" y="25562"/>
                  <a:pt x="79210" y="26572"/>
                </a:cubicBezTo>
                <a:cubicBezTo>
                  <a:pt x="78787" y="27584"/>
                  <a:pt x="78570" y="28668"/>
                  <a:pt x="78570" y="29762"/>
                </a:cubicBezTo>
                <a:cubicBezTo>
                  <a:pt x="78570" y="30856"/>
                  <a:pt x="78787" y="31940"/>
                  <a:pt x="79210" y="32951"/>
                </a:cubicBezTo>
                <a:cubicBezTo>
                  <a:pt x="79621" y="33962"/>
                  <a:pt x="80239" y="34881"/>
                  <a:pt x="81015" y="35655"/>
                </a:cubicBezTo>
                <a:cubicBezTo>
                  <a:pt x="81793" y="36429"/>
                  <a:pt x="82707" y="37042"/>
                  <a:pt x="83713" y="37461"/>
                </a:cubicBezTo>
                <a:cubicBezTo>
                  <a:pt x="84731" y="37880"/>
                  <a:pt x="85816" y="38095"/>
                  <a:pt x="86902" y="38095"/>
                </a:cubicBezTo>
                <a:cubicBezTo>
                  <a:pt x="88000" y="38095"/>
                  <a:pt x="89085" y="37880"/>
                  <a:pt x="90103" y="37461"/>
                </a:cubicBezTo>
                <a:cubicBezTo>
                  <a:pt x="91108" y="37042"/>
                  <a:pt x="92023" y="36429"/>
                  <a:pt x="92800" y="35655"/>
                </a:cubicBezTo>
                <a:cubicBezTo>
                  <a:pt x="93577" y="34881"/>
                  <a:pt x="94195" y="33962"/>
                  <a:pt x="94606" y="32951"/>
                </a:cubicBezTo>
                <a:cubicBezTo>
                  <a:pt x="95029" y="31940"/>
                  <a:pt x="95246" y="30856"/>
                  <a:pt x="95246" y="29762"/>
                </a:cubicBezTo>
                <a:cubicBezTo>
                  <a:pt x="95246" y="28668"/>
                  <a:pt x="95029" y="27584"/>
                  <a:pt x="94606" y="26572"/>
                </a:cubicBezTo>
                <a:cubicBezTo>
                  <a:pt x="94195" y="25562"/>
                  <a:pt x="93577" y="24643"/>
                  <a:pt x="92800" y="23869"/>
                </a:cubicBezTo>
                <a:cubicBezTo>
                  <a:pt x="92023" y="23096"/>
                  <a:pt x="91108" y="22481"/>
                  <a:pt x="90103" y="22063"/>
                </a:cubicBezTo>
                <a:cubicBezTo>
                  <a:pt x="89085" y="21644"/>
                  <a:pt x="88000" y="21429"/>
                  <a:pt x="86902" y="21429"/>
                </a:cubicBezTo>
                <a:close/>
                <a:moveTo>
                  <a:pt x="49994" y="0"/>
                </a:moveTo>
                <a:cubicBezTo>
                  <a:pt x="48909" y="0"/>
                  <a:pt x="47823" y="216"/>
                  <a:pt x="46805" y="634"/>
                </a:cubicBezTo>
                <a:cubicBezTo>
                  <a:pt x="45799" y="1053"/>
                  <a:pt x="44874" y="1667"/>
                  <a:pt x="44108" y="2441"/>
                </a:cubicBezTo>
                <a:cubicBezTo>
                  <a:pt x="43330" y="3215"/>
                  <a:pt x="42713" y="4134"/>
                  <a:pt x="42302" y="5144"/>
                </a:cubicBezTo>
                <a:cubicBezTo>
                  <a:pt x="41879" y="6155"/>
                  <a:pt x="41662" y="7239"/>
                  <a:pt x="41662" y="8333"/>
                </a:cubicBezTo>
                <a:cubicBezTo>
                  <a:pt x="41662" y="9428"/>
                  <a:pt x="41879" y="10511"/>
                  <a:pt x="42302" y="11523"/>
                </a:cubicBezTo>
                <a:cubicBezTo>
                  <a:pt x="42713" y="12534"/>
                  <a:pt x="43330" y="13453"/>
                  <a:pt x="44108" y="14226"/>
                </a:cubicBezTo>
                <a:cubicBezTo>
                  <a:pt x="44874" y="15000"/>
                  <a:pt x="45799" y="15614"/>
                  <a:pt x="46805" y="16032"/>
                </a:cubicBezTo>
                <a:cubicBezTo>
                  <a:pt x="47823" y="16452"/>
                  <a:pt x="48909" y="16666"/>
                  <a:pt x="49994" y="16666"/>
                </a:cubicBezTo>
                <a:cubicBezTo>
                  <a:pt x="51091" y="16666"/>
                  <a:pt x="52178" y="16452"/>
                  <a:pt x="53183" y="16032"/>
                </a:cubicBezTo>
                <a:cubicBezTo>
                  <a:pt x="54201" y="15614"/>
                  <a:pt x="55115" y="15000"/>
                  <a:pt x="55892" y="14226"/>
                </a:cubicBezTo>
                <a:cubicBezTo>
                  <a:pt x="56670" y="13453"/>
                  <a:pt x="57276" y="12534"/>
                  <a:pt x="57698" y="11523"/>
                </a:cubicBezTo>
                <a:cubicBezTo>
                  <a:pt x="58121" y="10511"/>
                  <a:pt x="58327" y="9428"/>
                  <a:pt x="58327" y="8333"/>
                </a:cubicBezTo>
                <a:cubicBezTo>
                  <a:pt x="58327" y="7239"/>
                  <a:pt x="58121" y="6155"/>
                  <a:pt x="57698" y="5144"/>
                </a:cubicBezTo>
                <a:cubicBezTo>
                  <a:pt x="57276" y="4134"/>
                  <a:pt x="56670" y="3215"/>
                  <a:pt x="55892" y="2441"/>
                </a:cubicBezTo>
                <a:cubicBezTo>
                  <a:pt x="55115" y="1667"/>
                  <a:pt x="54201" y="1053"/>
                  <a:pt x="53183" y="634"/>
                </a:cubicBezTo>
                <a:cubicBezTo>
                  <a:pt x="52178" y="216"/>
                  <a:pt x="51091" y="0"/>
                  <a:pt x="49994" y="0"/>
                </a:cubicBezTo>
                <a:close/>
                <a:moveTo>
                  <a:pt x="49994" y="83334"/>
                </a:moveTo>
                <a:cubicBezTo>
                  <a:pt x="47789" y="83334"/>
                  <a:pt x="45662" y="84211"/>
                  <a:pt x="44108" y="85774"/>
                </a:cubicBezTo>
                <a:cubicBezTo>
                  <a:pt x="42542" y="87337"/>
                  <a:pt x="41662" y="89456"/>
                  <a:pt x="41662" y="91667"/>
                </a:cubicBezTo>
                <a:cubicBezTo>
                  <a:pt x="41662" y="93877"/>
                  <a:pt x="42542" y="95997"/>
                  <a:pt x="44108" y="97559"/>
                </a:cubicBezTo>
                <a:cubicBezTo>
                  <a:pt x="45662" y="99123"/>
                  <a:pt x="47789" y="100000"/>
                  <a:pt x="49994" y="100000"/>
                </a:cubicBezTo>
                <a:cubicBezTo>
                  <a:pt x="52212" y="100000"/>
                  <a:pt x="54326" y="99123"/>
                  <a:pt x="55892" y="97559"/>
                </a:cubicBezTo>
                <a:cubicBezTo>
                  <a:pt x="57458" y="95997"/>
                  <a:pt x="58327" y="93877"/>
                  <a:pt x="58327" y="91667"/>
                </a:cubicBezTo>
                <a:cubicBezTo>
                  <a:pt x="58327" y="89456"/>
                  <a:pt x="57458" y="87337"/>
                  <a:pt x="55892" y="85774"/>
                </a:cubicBezTo>
                <a:cubicBezTo>
                  <a:pt x="54326" y="84211"/>
                  <a:pt x="52212" y="83334"/>
                  <a:pt x="49994" y="83334"/>
                </a:cubicBezTo>
                <a:close/>
                <a:moveTo>
                  <a:pt x="13087" y="21429"/>
                </a:moveTo>
                <a:cubicBezTo>
                  <a:pt x="11989" y="21429"/>
                  <a:pt x="10915" y="21644"/>
                  <a:pt x="9897" y="22063"/>
                </a:cubicBezTo>
                <a:cubicBezTo>
                  <a:pt x="8892" y="22481"/>
                  <a:pt x="7966" y="23096"/>
                  <a:pt x="7200" y="23869"/>
                </a:cubicBezTo>
                <a:cubicBezTo>
                  <a:pt x="6423" y="24643"/>
                  <a:pt x="5805" y="25562"/>
                  <a:pt x="5394" y="26572"/>
                </a:cubicBezTo>
                <a:cubicBezTo>
                  <a:pt x="4971" y="27584"/>
                  <a:pt x="4754" y="28668"/>
                  <a:pt x="4754" y="29762"/>
                </a:cubicBezTo>
                <a:cubicBezTo>
                  <a:pt x="4754" y="30856"/>
                  <a:pt x="4971" y="31940"/>
                  <a:pt x="5394" y="32951"/>
                </a:cubicBezTo>
                <a:cubicBezTo>
                  <a:pt x="5805" y="33962"/>
                  <a:pt x="6423" y="34881"/>
                  <a:pt x="7200" y="35655"/>
                </a:cubicBezTo>
                <a:cubicBezTo>
                  <a:pt x="7966" y="36429"/>
                  <a:pt x="8892" y="37042"/>
                  <a:pt x="9897" y="37461"/>
                </a:cubicBezTo>
                <a:cubicBezTo>
                  <a:pt x="10915" y="37880"/>
                  <a:pt x="11989" y="38095"/>
                  <a:pt x="13087" y="38095"/>
                </a:cubicBezTo>
                <a:cubicBezTo>
                  <a:pt x="14184" y="38095"/>
                  <a:pt x="15269" y="37880"/>
                  <a:pt x="16275" y="37461"/>
                </a:cubicBezTo>
                <a:cubicBezTo>
                  <a:pt x="17293" y="37042"/>
                  <a:pt x="18207" y="36429"/>
                  <a:pt x="18985" y="35655"/>
                </a:cubicBezTo>
                <a:cubicBezTo>
                  <a:pt x="19750" y="34881"/>
                  <a:pt x="20367" y="33962"/>
                  <a:pt x="20790" y="32951"/>
                </a:cubicBezTo>
                <a:cubicBezTo>
                  <a:pt x="21202" y="31940"/>
                  <a:pt x="21419" y="30856"/>
                  <a:pt x="21419" y="29762"/>
                </a:cubicBezTo>
                <a:cubicBezTo>
                  <a:pt x="21419" y="28668"/>
                  <a:pt x="21202" y="27584"/>
                  <a:pt x="20790" y="26572"/>
                </a:cubicBezTo>
                <a:cubicBezTo>
                  <a:pt x="20367" y="25562"/>
                  <a:pt x="19750" y="24643"/>
                  <a:pt x="18985" y="23869"/>
                </a:cubicBezTo>
                <a:cubicBezTo>
                  <a:pt x="18207" y="23096"/>
                  <a:pt x="17293" y="22481"/>
                  <a:pt x="16275" y="22063"/>
                </a:cubicBezTo>
                <a:cubicBezTo>
                  <a:pt x="15269" y="21644"/>
                  <a:pt x="14184" y="21429"/>
                  <a:pt x="13087" y="2142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2" name="Красный — SVG 15">
            <a:extLst>
              <a:ext uri="{FF2B5EF4-FFF2-40B4-BE49-F238E27FC236}">
                <a16:creationId xmlns:a16="http://schemas.microsoft.com/office/drawing/2014/main" id="{76FE55C9-F30A-2B4B-AD7B-24D63FAA3FDA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77978 w 155956"/>
              <a:gd name="csY0" fmla="*/ 0 h 148847"/>
              <a:gd name="csX1" fmla="*/ 65447 w 155956"/>
              <a:gd name="csY1" fmla="*/ 5190 h 148847"/>
              <a:gd name="csX2" fmla="*/ 60256 w 155956"/>
              <a:gd name="csY2" fmla="*/ 17720 h 148847"/>
              <a:gd name="csX3" fmla="*/ 65447 w 155956"/>
              <a:gd name="csY3" fmla="*/ 30249 h 148847"/>
              <a:gd name="csX4" fmla="*/ 77978 w 155956"/>
              <a:gd name="csY4" fmla="*/ 35439 h 148847"/>
              <a:gd name="csX5" fmla="*/ 90510 w 155956"/>
              <a:gd name="csY5" fmla="*/ 30249 h 148847"/>
              <a:gd name="csX6" fmla="*/ 95700 w 155956"/>
              <a:gd name="csY6" fmla="*/ 17720 h 148847"/>
              <a:gd name="csX7" fmla="*/ 90510 w 155956"/>
              <a:gd name="csY7" fmla="*/ 5190 h 148847"/>
              <a:gd name="csX8" fmla="*/ 77978 w 155956"/>
              <a:gd name="csY8" fmla="*/ 0 h 148847"/>
              <a:gd name="csX9" fmla="*/ 31900 w 155956"/>
              <a:gd name="csY9" fmla="*/ 24807 h 148847"/>
              <a:gd name="csX10" fmla="*/ 15950 w 155956"/>
              <a:gd name="csY10" fmla="*/ 40755 h 148847"/>
              <a:gd name="csX11" fmla="*/ 15950 w 155956"/>
              <a:gd name="csY11" fmla="*/ 83283 h 148847"/>
              <a:gd name="csX12" fmla="*/ 16333 w 155956"/>
              <a:gd name="csY12" fmla="*/ 85341 h 148847"/>
              <a:gd name="csX13" fmla="*/ 17480 w 155956"/>
              <a:gd name="csY13" fmla="*/ 87092 h 148847"/>
              <a:gd name="csX14" fmla="*/ 19215 w 155956"/>
              <a:gd name="csY14" fmla="*/ 88264 h 148847"/>
              <a:gd name="csX15" fmla="*/ 21267 w 155956"/>
              <a:gd name="csY15" fmla="*/ 88675 h 148847"/>
              <a:gd name="csX16" fmla="*/ 23319 w 155956"/>
              <a:gd name="csY16" fmla="*/ 88264 h 148847"/>
              <a:gd name="csX17" fmla="*/ 25052 w 155956"/>
              <a:gd name="csY17" fmla="*/ 87092 h 148847"/>
              <a:gd name="csX18" fmla="*/ 26201 w 155956"/>
              <a:gd name="csY18" fmla="*/ 85341 h 148847"/>
              <a:gd name="csX19" fmla="*/ 26583 w 155956"/>
              <a:gd name="csY19" fmla="*/ 83283 h 148847"/>
              <a:gd name="csX20" fmla="*/ 26583 w 155956"/>
              <a:gd name="csY20" fmla="*/ 40755 h 148847"/>
              <a:gd name="csX21" fmla="*/ 31900 w 155956"/>
              <a:gd name="csY21" fmla="*/ 35439 h 148847"/>
              <a:gd name="csX22" fmla="*/ 47850 w 155956"/>
              <a:gd name="csY22" fmla="*/ 35439 h 148847"/>
              <a:gd name="csX23" fmla="*/ 49909 w 155956"/>
              <a:gd name="csY23" fmla="*/ 35056 h 148847"/>
              <a:gd name="csX24" fmla="*/ 51658 w 155956"/>
              <a:gd name="csY24" fmla="*/ 33910 h 148847"/>
              <a:gd name="csX25" fmla="*/ 52830 w 155956"/>
              <a:gd name="csY25" fmla="*/ 32176 h 148847"/>
              <a:gd name="csX26" fmla="*/ 53243 w 155956"/>
              <a:gd name="csY26" fmla="*/ 30123 h 148847"/>
              <a:gd name="csX27" fmla="*/ 52830 w 155956"/>
              <a:gd name="csY27" fmla="*/ 28072 h 148847"/>
              <a:gd name="csX28" fmla="*/ 51658 w 155956"/>
              <a:gd name="csY28" fmla="*/ 26338 h 148847"/>
              <a:gd name="csX29" fmla="*/ 49909 w 155956"/>
              <a:gd name="csY29" fmla="*/ 25190 h 148847"/>
              <a:gd name="csX30" fmla="*/ 47850 w 155956"/>
              <a:gd name="csY30" fmla="*/ 24807 h 148847"/>
              <a:gd name="csX31" fmla="*/ 31900 w 155956"/>
              <a:gd name="csY31" fmla="*/ 24807 h 148847"/>
              <a:gd name="csX32" fmla="*/ 108107 w 155956"/>
              <a:gd name="csY32" fmla="*/ 24807 h 148847"/>
              <a:gd name="csX33" fmla="*/ 106048 w 155956"/>
              <a:gd name="csY33" fmla="*/ 25190 h 148847"/>
              <a:gd name="csX34" fmla="*/ 104297 w 155956"/>
              <a:gd name="csY34" fmla="*/ 26338 h 148847"/>
              <a:gd name="csX35" fmla="*/ 103125 w 155956"/>
              <a:gd name="csY35" fmla="*/ 28072 h 148847"/>
              <a:gd name="csX36" fmla="*/ 102713 w 155956"/>
              <a:gd name="csY36" fmla="*/ 30123 h 148847"/>
              <a:gd name="csX37" fmla="*/ 103125 w 155956"/>
              <a:gd name="csY37" fmla="*/ 32176 h 148847"/>
              <a:gd name="csX38" fmla="*/ 104297 w 155956"/>
              <a:gd name="csY38" fmla="*/ 33910 h 148847"/>
              <a:gd name="csX39" fmla="*/ 106048 w 155956"/>
              <a:gd name="csY39" fmla="*/ 35056 h 148847"/>
              <a:gd name="csX40" fmla="*/ 108107 w 155956"/>
              <a:gd name="csY40" fmla="*/ 35439 h 148847"/>
              <a:gd name="csX41" fmla="*/ 124057 w 155956"/>
              <a:gd name="csY41" fmla="*/ 35439 h 148847"/>
              <a:gd name="csX42" fmla="*/ 129373 w 155956"/>
              <a:gd name="csY42" fmla="*/ 40755 h 148847"/>
              <a:gd name="csX43" fmla="*/ 129373 w 155956"/>
              <a:gd name="csY43" fmla="*/ 83283 h 148847"/>
              <a:gd name="csX44" fmla="*/ 129756 w 155956"/>
              <a:gd name="csY44" fmla="*/ 85341 h 148847"/>
              <a:gd name="csX45" fmla="*/ 130903 w 155956"/>
              <a:gd name="csY45" fmla="*/ 87092 h 148847"/>
              <a:gd name="csX46" fmla="*/ 132637 w 155956"/>
              <a:gd name="csY46" fmla="*/ 88264 h 148847"/>
              <a:gd name="csX47" fmla="*/ 134690 w 155956"/>
              <a:gd name="csY47" fmla="*/ 88675 h 148847"/>
              <a:gd name="csX48" fmla="*/ 136742 w 155956"/>
              <a:gd name="csY48" fmla="*/ 88264 h 148847"/>
              <a:gd name="csX49" fmla="*/ 138476 w 155956"/>
              <a:gd name="csY49" fmla="*/ 87092 h 148847"/>
              <a:gd name="csX50" fmla="*/ 139624 w 155956"/>
              <a:gd name="csY50" fmla="*/ 85341 h 148847"/>
              <a:gd name="csX51" fmla="*/ 140007 w 155956"/>
              <a:gd name="csY51" fmla="*/ 83283 h 148847"/>
              <a:gd name="csX52" fmla="*/ 140007 w 155956"/>
              <a:gd name="csY52" fmla="*/ 40755 h 148847"/>
              <a:gd name="csX53" fmla="*/ 124057 w 155956"/>
              <a:gd name="csY53" fmla="*/ 24807 h 148847"/>
              <a:gd name="csX54" fmla="*/ 108107 w 155956"/>
              <a:gd name="csY54" fmla="*/ 24807 h 148847"/>
              <a:gd name="csX55" fmla="*/ 62028 w 155956"/>
              <a:gd name="csY55" fmla="*/ 46071 h 148847"/>
              <a:gd name="csX56" fmla="*/ 49623 w 155956"/>
              <a:gd name="csY56" fmla="*/ 58476 h 148847"/>
              <a:gd name="csX57" fmla="*/ 49623 w 155956"/>
              <a:gd name="csY57" fmla="*/ 60248 h 148847"/>
              <a:gd name="csX58" fmla="*/ 77978 w 155956"/>
              <a:gd name="csY58" fmla="*/ 77967 h 148847"/>
              <a:gd name="csX59" fmla="*/ 106334 w 155956"/>
              <a:gd name="csY59" fmla="*/ 60248 h 148847"/>
              <a:gd name="csX60" fmla="*/ 106334 w 155956"/>
              <a:gd name="csY60" fmla="*/ 58476 h 148847"/>
              <a:gd name="csX61" fmla="*/ 93928 w 155956"/>
              <a:gd name="csY61" fmla="*/ 46071 h 148847"/>
              <a:gd name="csX62" fmla="*/ 62028 w 155956"/>
              <a:gd name="csY62" fmla="*/ 46071 h 148847"/>
              <a:gd name="csX63" fmla="*/ 21267 w 155956"/>
              <a:gd name="csY63" fmla="*/ 95687 h 148847"/>
              <a:gd name="csX64" fmla="*/ 12495 w 155956"/>
              <a:gd name="csY64" fmla="*/ 99321 h 148847"/>
              <a:gd name="csX65" fmla="*/ 8861 w 155956"/>
              <a:gd name="csY65" fmla="*/ 108092 h 148847"/>
              <a:gd name="csX66" fmla="*/ 12495 w 155956"/>
              <a:gd name="csY66" fmla="*/ 116863 h 148847"/>
              <a:gd name="csX67" fmla="*/ 21267 w 155956"/>
              <a:gd name="csY67" fmla="*/ 120495 h 148847"/>
              <a:gd name="csX68" fmla="*/ 30039 w 155956"/>
              <a:gd name="csY68" fmla="*/ 116863 h 148847"/>
              <a:gd name="csX69" fmla="*/ 33673 w 155956"/>
              <a:gd name="csY69" fmla="*/ 108092 h 148847"/>
              <a:gd name="csX70" fmla="*/ 30039 w 155956"/>
              <a:gd name="csY70" fmla="*/ 99321 h 148847"/>
              <a:gd name="csX71" fmla="*/ 21267 w 155956"/>
              <a:gd name="csY71" fmla="*/ 95687 h 148847"/>
              <a:gd name="csX72" fmla="*/ 77978 w 155956"/>
              <a:gd name="csY72" fmla="*/ 95687 h 148847"/>
              <a:gd name="csX73" fmla="*/ 69205 w 155956"/>
              <a:gd name="csY73" fmla="*/ 99321 h 148847"/>
              <a:gd name="csX74" fmla="*/ 65573 w 155956"/>
              <a:gd name="csY74" fmla="*/ 108092 h 148847"/>
              <a:gd name="csX75" fmla="*/ 69205 w 155956"/>
              <a:gd name="csY75" fmla="*/ 116863 h 148847"/>
              <a:gd name="csX76" fmla="*/ 77978 w 155956"/>
              <a:gd name="csY76" fmla="*/ 120495 h 148847"/>
              <a:gd name="csX77" fmla="*/ 86750 w 155956"/>
              <a:gd name="csY77" fmla="*/ 116863 h 148847"/>
              <a:gd name="csX78" fmla="*/ 90384 w 155956"/>
              <a:gd name="csY78" fmla="*/ 108092 h 148847"/>
              <a:gd name="csX79" fmla="*/ 86750 w 155956"/>
              <a:gd name="csY79" fmla="*/ 99321 h 148847"/>
              <a:gd name="csX80" fmla="*/ 77978 w 155956"/>
              <a:gd name="csY80" fmla="*/ 95687 h 148847"/>
              <a:gd name="csX81" fmla="*/ 134690 w 155956"/>
              <a:gd name="csY81" fmla="*/ 95687 h 148847"/>
              <a:gd name="csX82" fmla="*/ 125918 w 155956"/>
              <a:gd name="csY82" fmla="*/ 99321 h 148847"/>
              <a:gd name="csX83" fmla="*/ 122284 w 155956"/>
              <a:gd name="csY83" fmla="*/ 108092 h 148847"/>
              <a:gd name="csX84" fmla="*/ 125918 w 155956"/>
              <a:gd name="csY84" fmla="*/ 116863 h 148847"/>
              <a:gd name="csX85" fmla="*/ 134690 w 155956"/>
              <a:gd name="csY85" fmla="*/ 120495 h 148847"/>
              <a:gd name="csX86" fmla="*/ 143462 w 155956"/>
              <a:gd name="csY86" fmla="*/ 116863 h 148847"/>
              <a:gd name="csX87" fmla="*/ 147095 w 155956"/>
              <a:gd name="csY87" fmla="*/ 108092 h 148847"/>
              <a:gd name="csX88" fmla="*/ 143462 w 155956"/>
              <a:gd name="csY88" fmla="*/ 99321 h 148847"/>
              <a:gd name="csX89" fmla="*/ 134690 w 155956"/>
              <a:gd name="csY89" fmla="*/ 95687 h 148847"/>
              <a:gd name="csX90" fmla="*/ 5317 w 155956"/>
              <a:gd name="csY90" fmla="*/ 127583 h 148847"/>
              <a:gd name="csX91" fmla="*/ 0 w 155956"/>
              <a:gd name="csY91" fmla="*/ 132899 h 148847"/>
              <a:gd name="csX92" fmla="*/ 0 w 155956"/>
              <a:gd name="csY92" fmla="*/ 136443 h 148847"/>
              <a:gd name="csX93" fmla="*/ 21267 w 155956"/>
              <a:gd name="csY93" fmla="*/ 148847 h 148847"/>
              <a:gd name="csX94" fmla="*/ 42534 w 155956"/>
              <a:gd name="csY94" fmla="*/ 136443 h 148847"/>
              <a:gd name="csX95" fmla="*/ 42534 w 155956"/>
              <a:gd name="csY95" fmla="*/ 132899 h 148847"/>
              <a:gd name="csX96" fmla="*/ 37217 w 155956"/>
              <a:gd name="csY96" fmla="*/ 127583 h 148847"/>
              <a:gd name="csX97" fmla="*/ 5317 w 155956"/>
              <a:gd name="csY97" fmla="*/ 127583 h 148847"/>
              <a:gd name="csX98" fmla="*/ 62028 w 155956"/>
              <a:gd name="csY98" fmla="*/ 127583 h 148847"/>
              <a:gd name="csX99" fmla="*/ 56711 w 155956"/>
              <a:gd name="csY99" fmla="*/ 132899 h 148847"/>
              <a:gd name="csX100" fmla="*/ 56711 w 155956"/>
              <a:gd name="csY100" fmla="*/ 136443 h 148847"/>
              <a:gd name="csX101" fmla="*/ 77978 w 155956"/>
              <a:gd name="csY101" fmla="*/ 148847 h 148847"/>
              <a:gd name="csX102" fmla="*/ 99244 w 155956"/>
              <a:gd name="csY102" fmla="*/ 136443 h 148847"/>
              <a:gd name="csX103" fmla="*/ 99244 w 155956"/>
              <a:gd name="csY103" fmla="*/ 132899 h 148847"/>
              <a:gd name="csX104" fmla="*/ 93928 w 155956"/>
              <a:gd name="csY104" fmla="*/ 127583 h 148847"/>
              <a:gd name="csX105" fmla="*/ 62028 w 155956"/>
              <a:gd name="csY105" fmla="*/ 127583 h 148847"/>
              <a:gd name="csX106" fmla="*/ 118740 w 155956"/>
              <a:gd name="csY106" fmla="*/ 127583 h 148847"/>
              <a:gd name="csX107" fmla="*/ 113423 w 155956"/>
              <a:gd name="csY107" fmla="*/ 132899 h 148847"/>
              <a:gd name="csX108" fmla="*/ 113423 w 155956"/>
              <a:gd name="csY108" fmla="*/ 136443 h 148847"/>
              <a:gd name="csX109" fmla="*/ 134690 w 155956"/>
              <a:gd name="csY109" fmla="*/ 148847 h 148847"/>
              <a:gd name="csX110" fmla="*/ 155957 w 155956"/>
              <a:gd name="csY110" fmla="*/ 136443 h 148847"/>
              <a:gd name="csX111" fmla="*/ 155957 w 155956"/>
              <a:gd name="csY111" fmla="*/ 132899 h 148847"/>
              <a:gd name="csX112" fmla="*/ 150640 w 155956"/>
              <a:gd name="csY112" fmla="*/ 127583 h 148847"/>
              <a:gd name="csX113" fmla="*/ 118740 w 155956"/>
              <a:gd name="csY113" fmla="*/ 127583 h 148847"/>
            </a:gdLst>
            <a:ahLst/>
            <a:cxnLst/>
            <a:rect l="l" t="t" r="r" b="b"/>
            <a:pathLst>
              <a:path w="100000" h="100000">
                <a:moveTo>
                  <a:pt x="50000" y="2279"/>
                </a:moveTo>
                <a:cubicBezTo>
                  <a:pt x="46986" y="2279"/>
                  <a:pt x="44096" y="3476"/>
                  <a:pt x="41965" y="5607"/>
                </a:cubicBezTo>
                <a:cubicBezTo>
                  <a:pt x="39834" y="7737"/>
                  <a:pt x="38637" y="10628"/>
                  <a:pt x="38637" y="13641"/>
                </a:cubicBezTo>
                <a:cubicBezTo>
                  <a:pt x="38637" y="16654"/>
                  <a:pt x="39834" y="19545"/>
                  <a:pt x="41965" y="21675"/>
                </a:cubicBezTo>
                <a:cubicBezTo>
                  <a:pt x="44096" y="23806"/>
                  <a:pt x="46986" y="25003"/>
                  <a:pt x="50000" y="25003"/>
                </a:cubicBezTo>
                <a:cubicBezTo>
                  <a:pt x="53014" y="25003"/>
                  <a:pt x="55905" y="23806"/>
                  <a:pt x="58036" y="21675"/>
                </a:cubicBezTo>
                <a:cubicBezTo>
                  <a:pt x="60167" y="19545"/>
                  <a:pt x="61363" y="16654"/>
                  <a:pt x="61363" y="13641"/>
                </a:cubicBezTo>
                <a:cubicBezTo>
                  <a:pt x="61363" y="10628"/>
                  <a:pt x="60167" y="7737"/>
                  <a:pt x="58036" y="5607"/>
                </a:cubicBezTo>
                <a:cubicBezTo>
                  <a:pt x="55905" y="3476"/>
                  <a:pt x="53014" y="2279"/>
                  <a:pt x="50000" y="2279"/>
                </a:cubicBezTo>
                <a:close/>
                <a:moveTo>
                  <a:pt x="20454" y="18186"/>
                </a:moveTo>
                <a:cubicBezTo>
                  <a:pt x="14853" y="18186"/>
                  <a:pt x="10227" y="22812"/>
                  <a:pt x="10227" y="28412"/>
                </a:cubicBezTo>
                <a:lnTo>
                  <a:pt x="10227" y="55681"/>
                </a:lnTo>
                <a:cubicBezTo>
                  <a:pt x="10221" y="56132"/>
                  <a:pt x="10305" y="56582"/>
                  <a:pt x="10473" y="57000"/>
                </a:cubicBezTo>
                <a:cubicBezTo>
                  <a:pt x="10641" y="57420"/>
                  <a:pt x="10892" y="57801"/>
                  <a:pt x="11208" y="58123"/>
                </a:cubicBezTo>
                <a:cubicBezTo>
                  <a:pt x="11526" y="58445"/>
                  <a:pt x="11904" y="58700"/>
                  <a:pt x="12321" y="58875"/>
                </a:cubicBezTo>
                <a:cubicBezTo>
                  <a:pt x="12738" y="59049"/>
                  <a:pt x="13184" y="59138"/>
                  <a:pt x="13637" y="59138"/>
                </a:cubicBezTo>
                <a:cubicBezTo>
                  <a:pt x="14088" y="59138"/>
                  <a:pt x="14536" y="59049"/>
                  <a:pt x="14952" y="58875"/>
                </a:cubicBezTo>
                <a:cubicBezTo>
                  <a:pt x="15369" y="58700"/>
                  <a:pt x="15747" y="58445"/>
                  <a:pt x="16064" y="58123"/>
                </a:cubicBezTo>
                <a:cubicBezTo>
                  <a:pt x="16381" y="57801"/>
                  <a:pt x="16632" y="57420"/>
                  <a:pt x="16800" y="57000"/>
                </a:cubicBezTo>
                <a:cubicBezTo>
                  <a:pt x="16968" y="56582"/>
                  <a:pt x="17052" y="56132"/>
                  <a:pt x="17045" y="55681"/>
                </a:cubicBezTo>
                <a:lnTo>
                  <a:pt x="17045" y="28412"/>
                </a:lnTo>
                <a:cubicBezTo>
                  <a:pt x="17045" y="26287"/>
                  <a:pt x="18328" y="25003"/>
                  <a:pt x="20454" y="25003"/>
                </a:cubicBezTo>
                <a:lnTo>
                  <a:pt x="30682" y="25003"/>
                </a:lnTo>
                <a:cubicBezTo>
                  <a:pt x="31134" y="25009"/>
                  <a:pt x="31582" y="24927"/>
                  <a:pt x="32002" y="24757"/>
                </a:cubicBezTo>
                <a:cubicBezTo>
                  <a:pt x="32421" y="24589"/>
                  <a:pt x="32803" y="24340"/>
                  <a:pt x="33123" y="24022"/>
                </a:cubicBezTo>
                <a:cubicBezTo>
                  <a:pt x="33445" y="23705"/>
                  <a:pt x="33702" y="23327"/>
                  <a:pt x="33875" y="22911"/>
                </a:cubicBezTo>
                <a:cubicBezTo>
                  <a:pt x="34049" y="22493"/>
                  <a:pt x="34140" y="22046"/>
                  <a:pt x="34140" y="21594"/>
                </a:cubicBezTo>
                <a:cubicBezTo>
                  <a:pt x="34140" y="21143"/>
                  <a:pt x="34049" y="20696"/>
                  <a:pt x="33875" y="20279"/>
                </a:cubicBezTo>
                <a:cubicBezTo>
                  <a:pt x="33702" y="19862"/>
                  <a:pt x="33445" y="19485"/>
                  <a:pt x="33123" y="19167"/>
                </a:cubicBezTo>
                <a:cubicBezTo>
                  <a:pt x="32803" y="18850"/>
                  <a:pt x="32421" y="18600"/>
                  <a:pt x="32002" y="18431"/>
                </a:cubicBezTo>
                <a:cubicBezTo>
                  <a:pt x="31582" y="18263"/>
                  <a:pt x="31134" y="18179"/>
                  <a:pt x="30682" y="18186"/>
                </a:cubicBezTo>
                <a:lnTo>
                  <a:pt x="20454" y="18186"/>
                </a:lnTo>
                <a:close/>
                <a:moveTo>
                  <a:pt x="69319" y="18186"/>
                </a:moveTo>
                <a:cubicBezTo>
                  <a:pt x="68867" y="18179"/>
                  <a:pt x="68417" y="18263"/>
                  <a:pt x="67999" y="18431"/>
                </a:cubicBezTo>
                <a:cubicBezTo>
                  <a:pt x="67580" y="18600"/>
                  <a:pt x="67198" y="18850"/>
                  <a:pt x="66876" y="19167"/>
                </a:cubicBezTo>
                <a:cubicBezTo>
                  <a:pt x="66554" y="19485"/>
                  <a:pt x="66299" y="19862"/>
                  <a:pt x="66124" y="20279"/>
                </a:cubicBezTo>
                <a:cubicBezTo>
                  <a:pt x="65950" y="20696"/>
                  <a:pt x="65860" y="21143"/>
                  <a:pt x="65860" y="21594"/>
                </a:cubicBezTo>
                <a:cubicBezTo>
                  <a:pt x="65860" y="22046"/>
                  <a:pt x="65950" y="22493"/>
                  <a:pt x="66124" y="22911"/>
                </a:cubicBezTo>
                <a:cubicBezTo>
                  <a:pt x="66299" y="23327"/>
                  <a:pt x="66554" y="23705"/>
                  <a:pt x="66876" y="24022"/>
                </a:cubicBezTo>
                <a:cubicBezTo>
                  <a:pt x="67198" y="24340"/>
                  <a:pt x="67580" y="24589"/>
                  <a:pt x="67999" y="24757"/>
                </a:cubicBezTo>
                <a:cubicBezTo>
                  <a:pt x="68417" y="24927"/>
                  <a:pt x="68867" y="25009"/>
                  <a:pt x="69319" y="25003"/>
                </a:cubicBezTo>
                <a:lnTo>
                  <a:pt x="79546" y="25003"/>
                </a:lnTo>
                <a:cubicBezTo>
                  <a:pt x="81671" y="25003"/>
                  <a:pt x="82955" y="26287"/>
                  <a:pt x="82955" y="28412"/>
                </a:cubicBezTo>
                <a:lnTo>
                  <a:pt x="82955" y="55681"/>
                </a:lnTo>
                <a:cubicBezTo>
                  <a:pt x="82948" y="56132"/>
                  <a:pt x="83031" y="56582"/>
                  <a:pt x="83200" y="57000"/>
                </a:cubicBezTo>
                <a:cubicBezTo>
                  <a:pt x="83368" y="57420"/>
                  <a:pt x="83618" y="57801"/>
                  <a:pt x="83936" y="58123"/>
                </a:cubicBezTo>
                <a:cubicBezTo>
                  <a:pt x="84253" y="58445"/>
                  <a:pt x="84631" y="58700"/>
                  <a:pt x="85048" y="58875"/>
                </a:cubicBezTo>
                <a:cubicBezTo>
                  <a:pt x="85465" y="59049"/>
                  <a:pt x="85913" y="59138"/>
                  <a:pt x="86364" y="59138"/>
                </a:cubicBezTo>
                <a:cubicBezTo>
                  <a:pt x="86816" y="59138"/>
                  <a:pt x="87263" y="59049"/>
                  <a:pt x="87680" y="58875"/>
                </a:cubicBezTo>
                <a:cubicBezTo>
                  <a:pt x="88097" y="58700"/>
                  <a:pt x="88474" y="58445"/>
                  <a:pt x="88792" y="58123"/>
                </a:cubicBezTo>
                <a:cubicBezTo>
                  <a:pt x="89109" y="57801"/>
                  <a:pt x="89359" y="57420"/>
                  <a:pt x="89528" y="57000"/>
                </a:cubicBezTo>
                <a:cubicBezTo>
                  <a:pt x="89696" y="56582"/>
                  <a:pt x="89780" y="56132"/>
                  <a:pt x="89773" y="55681"/>
                </a:cubicBezTo>
                <a:lnTo>
                  <a:pt x="89773" y="28412"/>
                </a:lnTo>
                <a:cubicBezTo>
                  <a:pt x="89773" y="22812"/>
                  <a:pt x="85146" y="18186"/>
                  <a:pt x="79546" y="18186"/>
                </a:cubicBezTo>
                <a:lnTo>
                  <a:pt x="69319" y="18186"/>
                </a:lnTo>
                <a:close/>
                <a:moveTo>
                  <a:pt x="39773" y="31820"/>
                </a:moveTo>
                <a:cubicBezTo>
                  <a:pt x="35455" y="31820"/>
                  <a:pt x="31819" y="35457"/>
                  <a:pt x="31819" y="39774"/>
                </a:cubicBezTo>
                <a:lnTo>
                  <a:pt x="31819" y="40911"/>
                </a:lnTo>
                <a:cubicBezTo>
                  <a:pt x="31819" y="47500"/>
                  <a:pt x="39546" y="52272"/>
                  <a:pt x="50000" y="52272"/>
                </a:cubicBezTo>
                <a:cubicBezTo>
                  <a:pt x="60455" y="52272"/>
                  <a:pt x="68182" y="47500"/>
                  <a:pt x="68182" y="40911"/>
                </a:cubicBezTo>
                <a:lnTo>
                  <a:pt x="68182" y="39774"/>
                </a:lnTo>
                <a:cubicBezTo>
                  <a:pt x="68182" y="35457"/>
                  <a:pt x="64546" y="31820"/>
                  <a:pt x="60227" y="31820"/>
                </a:cubicBezTo>
                <a:lnTo>
                  <a:pt x="39773" y="31820"/>
                </a:lnTo>
                <a:close/>
                <a:moveTo>
                  <a:pt x="13637" y="63634"/>
                </a:moveTo>
                <a:cubicBezTo>
                  <a:pt x="11526" y="63634"/>
                  <a:pt x="9503" y="64472"/>
                  <a:pt x="8012" y="65964"/>
                </a:cubicBezTo>
                <a:cubicBezTo>
                  <a:pt x="6520" y="67455"/>
                  <a:pt x="5682" y="69479"/>
                  <a:pt x="5682" y="71588"/>
                </a:cubicBezTo>
                <a:cubicBezTo>
                  <a:pt x="5682" y="73698"/>
                  <a:pt x="6520" y="75720"/>
                  <a:pt x="8012" y="77212"/>
                </a:cubicBezTo>
                <a:cubicBezTo>
                  <a:pt x="9503" y="78703"/>
                  <a:pt x="11526" y="79541"/>
                  <a:pt x="13637" y="79541"/>
                </a:cubicBezTo>
                <a:cubicBezTo>
                  <a:pt x="15746" y="79541"/>
                  <a:pt x="17770" y="78703"/>
                  <a:pt x="19261" y="77212"/>
                </a:cubicBezTo>
                <a:cubicBezTo>
                  <a:pt x="20753" y="75720"/>
                  <a:pt x="21591" y="73698"/>
                  <a:pt x="21591" y="71588"/>
                </a:cubicBezTo>
                <a:cubicBezTo>
                  <a:pt x="21591" y="69479"/>
                  <a:pt x="20753" y="67455"/>
                  <a:pt x="19261" y="65964"/>
                </a:cubicBezTo>
                <a:cubicBezTo>
                  <a:pt x="17770" y="64472"/>
                  <a:pt x="15746" y="63634"/>
                  <a:pt x="13637" y="63634"/>
                </a:cubicBezTo>
                <a:close/>
                <a:moveTo>
                  <a:pt x="50000" y="63634"/>
                </a:moveTo>
                <a:cubicBezTo>
                  <a:pt x="47890" y="63634"/>
                  <a:pt x="45867" y="64472"/>
                  <a:pt x="44375" y="65964"/>
                </a:cubicBezTo>
                <a:cubicBezTo>
                  <a:pt x="42884" y="67455"/>
                  <a:pt x="42046" y="69479"/>
                  <a:pt x="42046" y="71588"/>
                </a:cubicBezTo>
                <a:cubicBezTo>
                  <a:pt x="42046" y="73698"/>
                  <a:pt x="42884" y="75720"/>
                  <a:pt x="44375" y="77212"/>
                </a:cubicBezTo>
                <a:cubicBezTo>
                  <a:pt x="45867" y="78703"/>
                  <a:pt x="47890" y="79541"/>
                  <a:pt x="50000" y="79541"/>
                </a:cubicBezTo>
                <a:cubicBezTo>
                  <a:pt x="52110" y="79541"/>
                  <a:pt x="54133" y="78703"/>
                  <a:pt x="55625" y="77212"/>
                </a:cubicBezTo>
                <a:cubicBezTo>
                  <a:pt x="57117" y="75720"/>
                  <a:pt x="57955" y="73698"/>
                  <a:pt x="57955" y="71588"/>
                </a:cubicBezTo>
                <a:cubicBezTo>
                  <a:pt x="57955" y="69479"/>
                  <a:pt x="57117" y="67455"/>
                  <a:pt x="55625" y="65964"/>
                </a:cubicBezTo>
                <a:cubicBezTo>
                  <a:pt x="54133" y="64472"/>
                  <a:pt x="52110" y="63634"/>
                  <a:pt x="50000" y="63634"/>
                </a:cubicBezTo>
                <a:close/>
                <a:moveTo>
                  <a:pt x="86364" y="63634"/>
                </a:moveTo>
                <a:cubicBezTo>
                  <a:pt x="84255" y="63634"/>
                  <a:pt x="82231" y="64472"/>
                  <a:pt x="80739" y="65964"/>
                </a:cubicBezTo>
                <a:cubicBezTo>
                  <a:pt x="79247" y="67455"/>
                  <a:pt x="78409" y="69479"/>
                  <a:pt x="78409" y="71588"/>
                </a:cubicBezTo>
                <a:cubicBezTo>
                  <a:pt x="78409" y="73698"/>
                  <a:pt x="79247" y="75720"/>
                  <a:pt x="80739" y="77212"/>
                </a:cubicBezTo>
                <a:cubicBezTo>
                  <a:pt x="82231" y="78703"/>
                  <a:pt x="84255" y="79541"/>
                  <a:pt x="86364" y="79541"/>
                </a:cubicBezTo>
                <a:cubicBezTo>
                  <a:pt x="88474" y="79541"/>
                  <a:pt x="90497" y="78703"/>
                  <a:pt x="91989" y="77212"/>
                </a:cubicBezTo>
                <a:cubicBezTo>
                  <a:pt x="93480" y="75720"/>
                  <a:pt x="94318" y="73698"/>
                  <a:pt x="94318" y="71588"/>
                </a:cubicBezTo>
                <a:cubicBezTo>
                  <a:pt x="94318" y="69479"/>
                  <a:pt x="93480" y="67455"/>
                  <a:pt x="91989" y="65964"/>
                </a:cubicBezTo>
                <a:cubicBezTo>
                  <a:pt x="90497" y="64472"/>
                  <a:pt x="88474" y="63634"/>
                  <a:pt x="86364" y="63634"/>
                </a:cubicBezTo>
                <a:close/>
                <a:moveTo>
                  <a:pt x="3409" y="84086"/>
                </a:moveTo>
                <a:cubicBezTo>
                  <a:pt x="1591" y="84086"/>
                  <a:pt x="0" y="85677"/>
                  <a:pt x="0" y="87495"/>
                </a:cubicBezTo>
                <a:lnTo>
                  <a:pt x="0" y="89767"/>
                </a:lnTo>
                <a:cubicBezTo>
                  <a:pt x="0" y="94085"/>
                  <a:pt x="6136" y="97721"/>
                  <a:pt x="13637" y="97721"/>
                </a:cubicBezTo>
                <a:cubicBezTo>
                  <a:pt x="21136" y="97721"/>
                  <a:pt x="27273" y="94085"/>
                  <a:pt x="27273" y="89767"/>
                </a:cubicBezTo>
                <a:lnTo>
                  <a:pt x="27273" y="87495"/>
                </a:lnTo>
                <a:cubicBezTo>
                  <a:pt x="27273" y="85677"/>
                  <a:pt x="25682" y="84086"/>
                  <a:pt x="23864" y="84086"/>
                </a:cubicBezTo>
                <a:lnTo>
                  <a:pt x="3409" y="84086"/>
                </a:lnTo>
                <a:close/>
                <a:moveTo>
                  <a:pt x="39773" y="84086"/>
                </a:moveTo>
                <a:cubicBezTo>
                  <a:pt x="37955" y="84086"/>
                  <a:pt x="36363" y="85677"/>
                  <a:pt x="36363" y="87495"/>
                </a:cubicBezTo>
                <a:lnTo>
                  <a:pt x="36363" y="89767"/>
                </a:lnTo>
                <a:cubicBezTo>
                  <a:pt x="36363" y="94085"/>
                  <a:pt x="42500" y="97721"/>
                  <a:pt x="50000" y="97721"/>
                </a:cubicBezTo>
                <a:cubicBezTo>
                  <a:pt x="57500" y="97721"/>
                  <a:pt x="63636" y="94085"/>
                  <a:pt x="63636" y="89767"/>
                </a:cubicBezTo>
                <a:lnTo>
                  <a:pt x="63636" y="87495"/>
                </a:lnTo>
                <a:cubicBezTo>
                  <a:pt x="63636" y="85677"/>
                  <a:pt x="62046" y="84086"/>
                  <a:pt x="60227" y="84086"/>
                </a:cubicBezTo>
                <a:lnTo>
                  <a:pt x="39773" y="84086"/>
                </a:lnTo>
                <a:close/>
                <a:moveTo>
                  <a:pt x="76137" y="84086"/>
                </a:moveTo>
                <a:cubicBezTo>
                  <a:pt x="74318" y="84086"/>
                  <a:pt x="72728" y="85677"/>
                  <a:pt x="72728" y="87495"/>
                </a:cubicBezTo>
                <a:lnTo>
                  <a:pt x="72728" y="89767"/>
                </a:lnTo>
                <a:cubicBezTo>
                  <a:pt x="72728" y="94085"/>
                  <a:pt x="78864" y="97721"/>
                  <a:pt x="86364" y="97721"/>
                </a:cubicBezTo>
                <a:cubicBezTo>
                  <a:pt x="93864" y="97721"/>
                  <a:pt x="100001" y="94085"/>
                  <a:pt x="100001" y="89767"/>
                </a:cubicBezTo>
                <a:lnTo>
                  <a:pt x="100001" y="87495"/>
                </a:lnTo>
                <a:cubicBezTo>
                  <a:pt x="100001" y="85677"/>
                  <a:pt x="98409" y="84086"/>
                  <a:pt x="96591" y="84086"/>
                </a:cubicBezTo>
                <a:lnTo>
                  <a:pt x="76137" y="8408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3" name="Красный — SVG 16">
            <a:extLst>
              <a:ext uri="{FF2B5EF4-FFF2-40B4-BE49-F238E27FC236}">
                <a16:creationId xmlns:a16="http://schemas.microsoft.com/office/drawing/2014/main" id="{A271614B-7850-8B41-88E3-EED58A02B00B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70889 w 141778"/>
              <a:gd name="csY0" fmla="*/ 0 h 127583"/>
              <a:gd name="csX1" fmla="*/ 55851 w 141778"/>
              <a:gd name="csY1" fmla="*/ 6228 h 127583"/>
              <a:gd name="csX2" fmla="*/ 49622 w 141778"/>
              <a:gd name="csY2" fmla="*/ 21264 h 127583"/>
              <a:gd name="csX3" fmla="*/ 55851 w 141778"/>
              <a:gd name="csY3" fmla="*/ 36300 h 127583"/>
              <a:gd name="csX4" fmla="*/ 70889 w 141778"/>
              <a:gd name="csY4" fmla="*/ 42528 h 127583"/>
              <a:gd name="csX5" fmla="*/ 85927 w 141778"/>
              <a:gd name="csY5" fmla="*/ 36300 h 127583"/>
              <a:gd name="csX6" fmla="*/ 92156 w 141778"/>
              <a:gd name="csY6" fmla="*/ 21264 h 127583"/>
              <a:gd name="csX7" fmla="*/ 85927 w 141778"/>
              <a:gd name="csY7" fmla="*/ 6228 h 127583"/>
              <a:gd name="csX8" fmla="*/ 70889 w 141778"/>
              <a:gd name="csY8" fmla="*/ 0 h 127583"/>
              <a:gd name="csX9" fmla="*/ 24811 w 141778"/>
              <a:gd name="csY9" fmla="*/ 7089 h 127583"/>
              <a:gd name="csX10" fmla="*/ 12280 w 141778"/>
              <a:gd name="csY10" fmla="*/ 12279 h 127583"/>
              <a:gd name="csX11" fmla="*/ 7089 w 141778"/>
              <a:gd name="csY11" fmla="*/ 24807 h 127583"/>
              <a:gd name="csX12" fmla="*/ 12280 w 141778"/>
              <a:gd name="csY12" fmla="*/ 37338 h 127583"/>
              <a:gd name="csX13" fmla="*/ 24811 w 141778"/>
              <a:gd name="csY13" fmla="*/ 42528 h 127583"/>
              <a:gd name="csX14" fmla="*/ 37343 w 141778"/>
              <a:gd name="csY14" fmla="*/ 37338 h 127583"/>
              <a:gd name="csX15" fmla="*/ 42534 w 141778"/>
              <a:gd name="csY15" fmla="*/ 24807 h 127583"/>
              <a:gd name="csX16" fmla="*/ 37343 w 141778"/>
              <a:gd name="csY16" fmla="*/ 12279 h 127583"/>
              <a:gd name="csX17" fmla="*/ 24811 w 141778"/>
              <a:gd name="csY17" fmla="*/ 7089 h 127583"/>
              <a:gd name="csX18" fmla="*/ 116967 w 141778"/>
              <a:gd name="csY18" fmla="*/ 7089 h 127583"/>
              <a:gd name="csX19" fmla="*/ 104436 w 141778"/>
              <a:gd name="csY19" fmla="*/ 12279 h 127583"/>
              <a:gd name="csX20" fmla="*/ 99245 w 141778"/>
              <a:gd name="csY20" fmla="*/ 24807 h 127583"/>
              <a:gd name="csX21" fmla="*/ 104436 w 141778"/>
              <a:gd name="csY21" fmla="*/ 37338 h 127583"/>
              <a:gd name="csX22" fmla="*/ 116967 w 141778"/>
              <a:gd name="csY22" fmla="*/ 42528 h 127583"/>
              <a:gd name="csX23" fmla="*/ 129499 w 141778"/>
              <a:gd name="csY23" fmla="*/ 37338 h 127583"/>
              <a:gd name="csX24" fmla="*/ 134690 w 141778"/>
              <a:gd name="csY24" fmla="*/ 24807 h 127583"/>
              <a:gd name="csX25" fmla="*/ 129499 w 141778"/>
              <a:gd name="csY25" fmla="*/ 12279 h 127583"/>
              <a:gd name="csX26" fmla="*/ 116967 w 141778"/>
              <a:gd name="csY26" fmla="*/ 7089 h 127583"/>
              <a:gd name="csX27" fmla="*/ 70889 w 141778"/>
              <a:gd name="csY27" fmla="*/ 127583 h 127583"/>
              <a:gd name="csX28" fmla="*/ 38989 w 141778"/>
              <a:gd name="csY28" fmla="*/ 95687 h 127583"/>
              <a:gd name="csX29" fmla="*/ 38989 w 141778"/>
              <a:gd name="csY29" fmla="*/ 62019 h 127583"/>
              <a:gd name="csX30" fmla="*/ 51395 w 141778"/>
              <a:gd name="csY30" fmla="*/ 49616 h 127583"/>
              <a:gd name="csX31" fmla="*/ 90384 w 141778"/>
              <a:gd name="csY31" fmla="*/ 49616 h 127583"/>
              <a:gd name="csX32" fmla="*/ 102789 w 141778"/>
              <a:gd name="csY32" fmla="*/ 62019 h 127583"/>
              <a:gd name="csX33" fmla="*/ 102789 w 141778"/>
              <a:gd name="csY33" fmla="*/ 95687 h 127583"/>
              <a:gd name="csX34" fmla="*/ 70889 w 141778"/>
              <a:gd name="csY34" fmla="*/ 127583 h 127583"/>
              <a:gd name="csX35" fmla="*/ 31900 w 141778"/>
              <a:gd name="csY35" fmla="*/ 95687 h 127583"/>
              <a:gd name="csX36" fmla="*/ 31900 w 141778"/>
              <a:gd name="csY36" fmla="*/ 62019 h 127583"/>
              <a:gd name="csX37" fmla="*/ 36370 w 141778"/>
              <a:gd name="csY37" fmla="*/ 49616 h 127583"/>
              <a:gd name="csX38" fmla="*/ 12406 w 141778"/>
              <a:gd name="csY38" fmla="*/ 49616 h 127583"/>
              <a:gd name="csX39" fmla="*/ 0 w 141778"/>
              <a:gd name="csY39" fmla="*/ 62019 h 127583"/>
              <a:gd name="csX40" fmla="*/ 0 w 141778"/>
              <a:gd name="csY40" fmla="*/ 85056 h 127583"/>
              <a:gd name="csX41" fmla="*/ 28356 w 141778"/>
              <a:gd name="csY41" fmla="*/ 113408 h 127583"/>
              <a:gd name="csX42" fmla="*/ 35657 w 141778"/>
              <a:gd name="csY42" fmla="*/ 112450 h 127583"/>
              <a:gd name="csX43" fmla="*/ 35728 w 141778"/>
              <a:gd name="csY43" fmla="*/ 112421 h 127583"/>
              <a:gd name="csX44" fmla="*/ 31900 w 141778"/>
              <a:gd name="csY44" fmla="*/ 95687 h 127583"/>
              <a:gd name="csX45" fmla="*/ 109878 w 141778"/>
              <a:gd name="csY45" fmla="*/ 95687 h 127583"/>
              <a:gd name="csX46" fmla="*/ 109878 w 141778"/>
              <a:gd name="csY46" fmla="*/ 62019 h 127583"/>
              <a:gd name="csX47" fmla="*/ 105409 w 141778"/>
              <a:gd name="csY47" fmla="*/ 49616 h 127583"/>
              <a:gd name="csX48" fmla="*/ 129373 w 141778"/>
              <a:gd name="csY48" fmla="*/ 49616 h 127583"/>
              <a:gd name="csX49" fmla="*/ 141778 w 141778"/>
              <a:gd name="csY49" fmla="*/ 62019 h 127583"/>
              <a:gd name="csX50" fmla="*/ 141778 w 141778"/>
              <a:gd name="csY50" fmla="*/ 85056 h 127583"/>
              <a:gd name="csX51" fmla="*/ 113423 w 141778"/>
              <a:gd name="csY51" fmla="*/ 113408 h 127583"/>
              <a:gd name="csX52" fmla="*/ 106121 w 141778"/>
              <a:gd name="csY52" fmla="*/ 112450 h 127583"/>
              <a:gd name="csX53" fmla="*/ 106050 w 141778"/>
              <a:gd name="csY53" fmla="*/ 112421 h 127583"/>
              <a:gd name="csX54" fmla="*/ 109878 w 141778"/>
              <a:gd name="csY54" fmla="*/ 95687 h 127583"/>
            </a:gdLst>
            <a:ahLst/>
            <a:cxnLst/>
            <a:rect l="l" t="t" r="r" b="b"/>
            <a:pathLst>
              <a:path w="100000" h="100000">
                <a:moveTo>
                  <a:pt x="50000" y="5006"/>
                </a:moveTo>
                <a:cubicBezTo>
                  <a:pt x="46022" y="5006"/>
                  <a:pt x="42207" y="6586"/>
                  <a:pt x="39393" y="9399"/>
                </a:cubicBezTo>
                <a:cubicBezTo>
                  <a:pt x="36580" y="12211"/>
                  <a:pt x="35000" y="16027"/>
                  <a:pt x="35000" y="20004"/>
                </a:cubicBezTo>
                <a:cubicBezTo>
                  <a:pt x="35000" y="23982"/>
                  <a:pt x="36580" y="27797"/>
                  <a:pt x="39393" y="30609"/>
                </a:cubicBezTo>
                <a:cubicBezTo>
                  <a:pt x="42207" y="33422"/>
                  <a:pt x="46022" y="35002"/>
                  <a:pt x="50000" y="35002"/>
                </a:cubicBezTo>
                <a:cubicBezTo>
                  <a:pt x="53979" y="35002"/>
                  <a:pt x="57794" y="33422"/>
                  <a:pt x="60607" y="30609"/>
                </a:cubicBezTo>
                <a:cubicBezTo>
                  <a:pt x="63420" y="27797"/>
                  <a:pt x="65000" y="23982"/>
                  <a:pt x="65000" y="20004"/>
                </a:cubicBezTo>
                <a:cubicBezTo>
                  <a:pt x="65000" y="16027"/>
                  <a:pt x="63420" y="12211"/>
                  <a:pt x="60607" y="9399"/>
                </a:cubicBezTo>
                <a:cubicBezTo>
                  <a:pt x="57794" y="6586"/>
                  <a:pt x="53979" y="5006"/>
                  <a:pt x="50000" y="5006"/>
                </a:cubicBezTo>
                <a:close/>
                <a:moveTo>
                  <a:pt x="17500" y="10006"/>
                </a:moveTo>
                <a:cubicBezTo>
                  <a:pt x="14185" y="10006"/>
                  <a:pt x="11005" y="11322"/>
                  <a:pt x="8661" y="13667"/>
                </a:cubicBezTo>
                <a:cubicBezTo>
                  <a:pt x="6317" y="16010"/>
                  <a:pt x="5000" y="19190"/>
                  <a:pt x="5000" y="22503"/>
                </a:cubicBezTo>
                <a:cubicBezTo>
                  <a:pt x="5000" y="25818"/>
                  <a:pt x="6317" y="28998"/>
                  <a:pt x="8661" y="31342"/>
                </a:cubicBezTo>
                <a:cubicBezTo>
                  <a:pt x="11005" y="33686"/>
                  <a:pt x="14185" y="35002"/>
                  <a:pt x="17500" y="35002"/>
                </a:cubicBezTo>
                <a:cubicBezTo>
                  <a:pt x="20815" y="35002"/>
                  <a:pt x="23995" y="33686"/>
                  <a:pt x="26339" y="31342"/>
                </a:cubicBezTo>
                <a:cubicBezTo>
                  <a:pt x="28683" y="28998"/>
                  <a:pt x="30000" y="25818"/>
                  <a:pt x="30000" y="22503"/>
                </a:cubicBezTo>
                <a:cubicBezTo>
                  <a:pt x="30000" y="19190"/>
                  <a:pt x="28683" y="16010"/>
                  <a:pt x="26339" y="13667"/>
                </a:cubicBezTo>
                <a:cubicBezTo>
                  <a:pt x="23995" y="11322"/>
                  <a:pt x="20815" y="10006"/>
                  <a:pt x="17500" y="10006"/>
                </a:cubicBezTo>
                <a:close/>
                <a:moveTo>
                  <a:pt x="82500" y="10006"/>
                </a:moveTo>
                <a:cubicBezTo>
                  <a:pt x="79185" y="10006"/>
                  <a:pt x="76005" y="11322"/>
                  <a:pt x="73662" y="13667"/>
                </a:cubicBezTo>
                <a:cubicBezTo>
                  <a:pt x="71317" y="16010"/>
                  <a:pt x="70000" y="19190"/>
                  <a:pt x="70000" y="22503"/>
                </a:cubicBezTo>
                <a:cubicBezTo>
                  <a:pt x="70000" y="25818"/>
                  <a:pt x="71317" y="28998"/>
                  <a:pt x="73662" y="31342"/>
                </a:cubicBezTo>
                <a:cubicBezTo>
                  <a:pt x="76005" y="33686"/>
                  <a:pt x="79185" y="35002"/>
                  <a:pt x="82500" y="35002"/>
                </a:cubicBezTo>
                <a:cubicBezTo>
                  <a:pt x="85815" y="35002"/>
                  <a:pt x="88995" y="33686"/>
                  <a:pt x="91339" y="31342"/>
                </a:cubicBezTo>
                <a:cubicBezTo>
                  <a:pt x="93683" y="28998"/>
                  <a:pt x="95001" y="25818"/>
                  <a:pt x="95001" y="22503"/>
                </a:cubicBezTo>
                <a:cubicBezTo>
                  <a:pt x="95001" y="19190"/>
                  <a:pt x="93683" y="16010"/>
                  <a:pt x="91339" y="13667"/>
                </a:cubicBezTo>
                <a:cubicBezTo>
                  <a:pt x="88995" y="11322"/>
                  <a:pt x="85815" y="10006"/>
                  <a:pt x="82500" y="10006"/>
                </a:cubicBezTo>
                <a:close/>
                <a:moveTo>
                  <a:pt x="50000" y="94994"/>
                </a:moveTo>
                <a:cubicBezTo>
                  <a:pt x="37595" y="94994"/>
                  <a:pt x="27500" y="84900"/>
                  <a:pt x="27500" y="72497"/>
                </a:cubicBezTo>
                <a:lnTo>
                  <a:pt x="27500" y="48750"/>
                </a:lnTo>
                <a:cubicBezTo>
                  <a:pt x="27500" y="43925"/>
                  <a:pt x="31425" y="40002"/>
                  <a:pt x="36250" y="40002"/>
                </a:cubicBezTo>
                <a:lnTo>
                  <a:pt x="63750" y="40002"/>
                </a:lnTo>
                <a:cubicBezTo>
                  <a:pt x="68575" y="40002"/>
                  <a:pt x="72500" y="43925"/>
                  <a:pt x="72500" y="48750"/>
                </a:cubicBezTo>
                <a:lnTo>
                  <a:pt x="72500" y="72497"/>
                </a:lnTo>
                <a:cubicBezTo>
                  <a:pt x="72500" y="84900"/>
                  <a:pt x="62405" y="94994"/>
                  <a:pt x="50000" y="94994"/>
                </a:cubicBezTo>
                <a:close/>
                <a:moveTo>
                  <a:pt x="22500" y="72497"/>
                </a:moveTo>
                <a:lnTo>
                  <a:pt x="22500" y="48750"/>
                </a:lnTo>
                <a:cubicBezTo>
                  <a:pt x="22500" y="45431"/>
                  <a:pt x="23685" y="42381"/>
                  <a:pt x="25653" y="40002"/>
                </a:cubicBezTo>
                <a:lnTo>
                  <a:pt x="8750" y="40002"/>
                </a:lnTo>
                <a:cubicBezTo>
                  <a:pt x="3925" y="40002"/>
                  <a:pt x="0" y="43925"/>
                  <a:pt x="0" y="48750"/>
                </a:cubicBezTo>
                <a:lnTo>
                  <a:pt x="0" y="64998"/>
                </a:lnTo>
                <a:cubicBezTo>
                  <a:pt x="0" y="76021"/>
                  <a:pt x="8975" y="84996"/>
                  <a:pt x="20000" y="84996"/>
                </a:cubicBezTo>
                <a:cubicBezTo>
                  <a:pt x="21775" y="84996"/>
                  <a:pt x="23500" y="84770"/>
                  <a:pt x="25150" y="84320"/>
                </a:cubicBezTo>
                <a:cubicBezTo>
                  <a:pt x="25150" y="84320"/>
                  <a:pt x="25177" y="84308"/>
                  <a:pt x="25200" y="84300"/>
                </a:cubicBezTo>
                <a:cubicBezTo>
                  <a:pt x="23487" y="80718"/>
                  <a:pt x="22500" y="76724"/>
                  <a:pt x="22500" y="72497"/>
                </a:cubicBezTo>
                <a:close/>
                <a:moveTo>
                  <a:pt x="77500" y="72497"/>
                </a:moveTo>
                <a:lnTo>
                  <a:pt x="77500" y="48750"/>
                </a:lnTo>
                <a:cubicBezTo>
                  <a:pt x="77500" y="45431"/>
                  <a:pt x="76315" y="42381"/>
                  <a:pt x="74348" y="40002"/>
                </a:cubicBezTo>
                <a:lnTo>
                  <a:pt x="91250" y="40002"/>
                </a:lnTo>
                <a:cubicBezTo>
                  <a:pt x="96076" y="40002"/>
                  <a:pt x="100000" y="43925"/>
                  <a:pt x="100000" y="48750"/>
                </a:cubicBezTo>
                <a:lnTo>
                  <a:pt x="100000" y="64998"/>
                </a:lnTo>
                <a:cubicBezTo>
                  <a:pt x="100000" y="76021"/>
                  <a:pt x="91025" y="84996"/>
                  <a:pt x="80000" y="84996"/>
                </a:cubicBezTo>
                <a:cubicBezTo>
                  <a:pt x="78225" y="84996"/>
                  <a:pt x="76500" y="84770"/>
                  <a:pt x="74850" y="84320"/>
                </a:cubicBezTo>
                <a:cubicBezTo>
                  <a:pt x="74850" y="84320"/>
                  <a:pt x="74823" y="84308"/>
                  <a:pt x="74800" y="84300"/>
                </a:cubicBezTo>
                <a:cubicBezTo>
                  <a:pt x="76513" y="80718"/>
                  <a:pt x="77500" y="76724"/>
                  <a:pt x="77500" y="7249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4" name="Красный — SVG 17">
            <a:extLst>
              <a:ext uri="{FF2B5EF4-FFF2-40B4-BE49-F238E27FC236}">
                <a16:creationId xmlns:a16="http://schemas.microsoft.com/office/drawing/2014/main" id="{34B4708B-ED35-CE47-8154-4FB52206C81B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28356 w 155956"/>
              <a:gd name="csY0" fmla="*/ 53160 h 141758"/>
              <a:gd name="csX1" fmla="*/ 15824 w 155956"/>
              <a:gd name="csY1" fmla="*/ 58350 h 141758"/>
              <a:gd name="csX2" fmla="*/ 10633 w 155956"/>
              <a:gd name="csY2" fmla="*/ 70880 h 141758"/>
              <a:gd name="csX3" fmla="*/ 15824 w 155956"/>
              <a:gd name="csY3" fmla="*/ 83409 h 141758"/>
              <a:gd name="csX4" fmla="*/ 28356 w 155956"/>
              <a:gd name="csY4" fmla="*/ 88599 h 141758"/>
              <a:gd name="csX5" fmla="*/ 40887 w 155956"/>
              <a:gd name="csY5" fmla="*/ 83409 h 141758"/>
              <a:gd name="csX6" fmla="*/ 46077 w 155956"/>
              <a:gd name="csY6" fmla="*/ 70880 h 141758"/>
              <a:gd name="csX7" fmla="*/ 40887 w 155956"/>
              <a:gd name="csY7" fmla="*/ 58350 h 141758"/>
              <a:gd name="csX8" fmla="*/ 28356 w 155956"/>
              <a:gd name="csY8" fmla="*/ 53160 h 141758"/>
              <a:gd name="csX9" fmla="*/ 77978 w 155956"/>
              <a:gd name="csY9" fmla="*/ 53160 h 141758"/>
              <a:gd name="csX10" fmla="*/ 69840 w 155956"/>
              <a:gd name="csY10" fmla="*/ 54779 h 141758"/>
              <a:gd name="csX11" fmla="*/ 62939 w 155956"/>
              <a:gd name="csY11" fmla="*/ 59387 h 141758"/>
              <a:gd name="csX12" fmla="*/ 58330 w 155956"/>
              <a:gd name="csY12" fmla="*/ 66285 h 141758"/>
              <a:gd name="csX13" fmla="*/ 56711 w 155956"/>
              <a:gd name="csY13" fmla="*/ 74424 h 141758"/>
              <a:gd name="csX14" fmla="*/ 58330 w 155956"/>
              <a:gd name="csY14" fmla="*/ 82562 h 141758"/>
              <a:gd name="csX15" fmla="*/ 62939 w 155956"/>
              <a:gd name="csY15" fmla="*/ 89460 h 141758"/>
              <a:gd name="csX16" fmla="*/ 69840 w 155956"/>
              <a:gd name="csY16" fmla="*/ 94068 h 141758"/>
              <a:gd name="csX17" fmla="*/ 77978 w 155956"/>
              <a:gd name="csY17" fmla="*/ 95687 h 141758"/>
              <a:gd name="csX18" fmla="*/ 86117 w 155956"/>
              <a:gd name="csY18" fmla="*/ 94068 h 141758"/>
              <a:gd name="csX19" fmla="*/ 93016 w 155956"/>
              <a:gd name="csY19" fmla="*/ 89460 h 141758"/>
              <a:gd name="csX20" fmla="*/ 97626 w 155956"/>
              <a:gd name="csY20" fmla="*/ 82562 h 141758"/>
              <a:gd name="csX21" fmla="*/ 99244 w 155956"/>
              <a:gd name="csY21" fmla="*/ 74424 h 141758"/>
              <a:gd name="csX22" fmla="*/ 97626 w 155956"/>
              <a:gd name="csY22" fmla="*/ 66285 h 141758"/>
              <a:gd name="csX23" fmla="*/ 93016 w 155956"/>
              <a:gd name="csY23" fmla="*/ 59387 h 141758"/>
              <a:gd name="csX24" fmla="*/ 86117 w 155956"/>
              <a:gd name="csY24" fmla="*/ 54779 h 141758"/>
              <a:gd name="csX25" fmla="*/ 77978 w 155956"/>
              <a:gd name="csY25" fmla="*/ 53160 h 141758"/>
              <a:gd name="csX26" fmla="*/ 51324 w 155956"/>
              <a:gd name="csY26" fmla="*/ 100614 h 141758"/>
              <a:gd name="csX27" fmla="*/ 46077 w 155956"/>
              <a:gd name="csY27" fmla="*/ 99231 h 141758"/>
              <a:gd name="csX28" fmla="*/ 10633 w 155956"/>
              <a:gd name="csY28" fmla="*/ 99231 h 141758"/>
              <a:gd name="csX29" fmla="*/ 0 w 155956"/>
              <a:gd name="csY29" fmla="*/ 109863 h 141758"/>
              <a:gd name="csX30" fmla="*/ 0 w 155956"/>
              <a:gd name="csY30" fmla="*/ 111989 h 141758"/>
              <a:gd name="csX31" fmla="*/ 28356 w 155956"/>
              <a:gd name="csY31" fmla="*/ 131127 h 141758"/>
              <a:gd name="csX32" fmla="*/ 40761 w 155956"/>
              <a:gd name="csY32" fmla="*/ 129249 h 141758"/>
              <a:gd name="csX33" fmla="*/ 38990 w 155956"/>
              <a:gd name="csY33" fmla="*/ 120495 h 141758"/>
              <a:gd name="csX34" fmla="*/ 38990 w 155956"/>
              <a:gd name="csY34" fmla="*/ 118724 h 141758"/>
              <a:gd name="csX35" fmla="*/ 51324 w 155956"/>
              <a:gd name="csY35" fmla="*/ 100614 h 141758"/>
              <a:gd name="csX36" fmla="*/ 127601 w 155956"/>
              <a:gd name="csY36" fmla="*/ 53160 h 141758"/>
              <a:gd name="csX37" fmla="*/ 115068 w 155956"/>
              <a:gd name="csY37" fmla="*/ 58350 h 141758"/>
              <a:gd name="csX38" fmla="*/ 109878 w 155956"/>
              <a:gd name="csY38" fmla="*/ 70880 h 141758"/>
              <a:gd name="csX39" fmla="*/ 115068 w 155956"/>
              <a:gd name="csY39" fmla="*/ 83409 h 141758"/>
              <a:gd name="csX40" fmla="*/ 127601 w 155956"/>
              <a:gd name="csY40" fmla="*/ 88599 h 141758"/>
              <a:gd name="csX41" fmla="*/ 140133 w 155956"/>
              <a:gd name="csY41" fmla="*/ 83409 h 141758"/>
              <a:gd name="csX42" fmla="*/ 145323 w 155956"/>
              <a:gd name="csY42" fmla="*/ 70880 h 141758"/>
              <a:gd name="csX43" fmla="*/ 140133 w 155956"/>
              <a:gd name="csY43" fmla="*/ 58350 h 141758"/>
              <a:gd name="csX44" fmla="*/ 127601 w 155956"/>
              <a:gd name="csY44" fmla="*/ 53160 h 141758"/>
              <a:gd name="csX45" fmla="*/ 145323 w 155956"/>
              <a:gd name="csY45" fmla="*/ 99231 h 141758"/>
              <a:gd name="csX46" fmla="*/ 109878 w 155956"/>
              <a:gd name="csY46" fmla="*/ 99231 h 141758"/>
              <a:gd name="csX47" fmla="*/ 104632 w 155956"/>
              <a:gd name="csY47" fmla="*/ 100614 h 141758"/>
              <a:gd name="csX48" fmla="*/ 116967 w 155956"/>
              <a:gd name="csY48" fmla="*/ 118724 h 141758"/>
              <a:gd name="csX49" fmla="*/ 116967 w 155956"/>
              <a:gd name="csY49" fmla="*/ 120495 h 141758"/>
              <a:gd name="csX50" fmla="*/ 115194 w 155956"/>
              <a:gd name="csY50" fmla="*/ 129249 h 141758"/>
              <a:gd name="csX51" fmla="*/ 127601 w 155956"/>
              <a:gd name="csY51" fmla="*/ 131127 h 141758"/>
              <a:gd name="csX52" fmla="*/ 155957 w 155956"/>
              <a:gd name="csY52" fmla="*/ 111989 h 141758"/>
              <a:gd name="csX53" fmla="*/ 155957 w 155956"/>
              <a:gd name="csY53" fmla="*/ 109863 h 141758"/>
              <a:gd name="csX54" fmla="*/ 145323 w 155956"/>
              <a:gd name="csY54" fmla="*/ 99231 h 141758"/>
              <a:gd name="csX55" fmla="*/ 104561 w 155956"/>
              <a:gd name="csY55" fmla="*/ 53160 h 141758"/>
              <a:gd name="csX56" fmla="*/ 100801 w 155956"/>
              <a:gd name="csY56" fmla="*/ 51603 h 141758"/>
              <a:gd name="csX57" fmla="*/ 91728 w 155956"/>
              <a:gd name="csY57" fmla="*/ 42528 h 141758"/>
              <a:gd name="csX58" fmla="*/ 79750 w 155956"/>
              <a:gd name="csY58" fmla="*/ 42528 h 141758"/>
              <a:gd name="csX59" fmla="*/ 67344 w 155956"/>
              <a:gd name="csY59" fmla="*/ 30123 h 141758"/>
              <a:gd name="csX60" fmla="*/ 67344 w 155956"/>
              <a:gd name="csY60" fmla="*/ 12404 h 141758"/>
              <a:gd name="csX61" fmla="*/ 79750 w 155956"/>
              <a:gd name="csY61" fmla="*/ 0 h 141758"/>
              <a:gd name="csX62" fmla="*/ 129373 w 155956"/>
              <a:gd name="csY62" fmla="*/ 0 h 141758"/>
              <a:gd name="csX63" fmla="*/ 141778 w 155956"/>
              <a:gd name="csY63" fmla="*/ 12404 h 141758"/>
              <a:gd name="csX64" fmla="*/ 141778 w 155956"/>
              <a:gd name="csY64" fmla="*/ 30123 h 141758"/>
              <a:gd name="csX65" fmla="*/ 129373 w 155956"/>
              <a:gd name="csY65" fmla="*/ 42528 h 141758"/>
              <a:gd name="csX66" fmla="*/ 117396 w 155956"/>
              <a:gd name="csY66" fmla="*/ 42528 h 141758"/>
              <a:gd name="csX67" fmla="*/ 108319 w 155956"/>
              <a:gd name="csY67" fmla="*/ 51603 h 141758"/>
              <a:gd name="csX68" fmla="*/ 104561 w 155956"/>
              <a:gd name="csY68" fmla="*/ 53160 h 141758"/>
              <a:gd name="csX69" fmla="*/ 77978 w 155956"/>
              <a:gd name="csY69" fmla="*/ 141759 h 141758"/>
              <a:gd name="csX70" fmla="*/ 46077 w 155956"/>
              <a:gd name="csY70" fmla="*/ 120495 h 141758"/>
              <a:gd name="csX71" fmla="*/ 46077 w 155956"/>
              <a:gd name="csY71" fmla="*/ 118724 h 141758"/>
              <a:gd name="csX72" fmla="*/ 58484 w 155956"/>
              <a:gd name="csY72" fmla="*/ 106319 h 141758"/>
              <a:gd name="csX73" fmla="*/ 97473 w 155956"/>
              <a:gd name="csY73" fmla="*/ 106319 h 141758"/>
              <a:gd name="csX74" fmla="*/ 109878 w 155956"/>
              <a:gd name="csY74" fmla="*/ 118724 h 141758"/>
              <a:gd name="csX75" fmla="*/ 109878 w 155956"/>
              <a:gd name="csY75" fmla="*/ 120495 h 141758"/>
              <a:gd name="csX76" fmla="*/ 77978 w 155956"/>
              <a:gd name="csY76" fmla="*/ 141759 h 141758"/>
            </a:gdLst>
            <a:ahLst/>
            <a:cxnLst/>
            <a:rect l="l" t="t" r="r" b="b"/>
            <a:pathLst>
              <a:path w="100000" h="100000">
                <a:moveTo>
                  <a:pt x="18182" y="38638"/>
                </a:moveTo>
                <a:cubicBezTo>
                  <a:pt x="15168" y="38638"/>
                  <a:pt x="12277" y="39835"/>
                  <a:pt x="10146" y="41966"/>
                </a:cubicBezTo>
                <a:cubicBezTo>
                  <a:pt x="8015" y="44096"/>
                  <a:pt x="6818" y="46987"/>
                  <a:pt x="6818" y="50001"/>
                </a:cubicBezTo>
                <a:cubicBezTo>
                  <a:pt x="6818" y="53014"/>
                  <a:pt x="8015" y="55904"/>
                  <a:pt x="10146" y="58034"/>
                </a:cubicBezTo>
                <a:cubicBezTo>
                  <a:pt x="12277" y="60166"/>
                  <a:pt x="15168" y="61362"/>
                  <a:pt x="18182" y="61362"/>
                </a:cubicBezTo>
                <a:cubicBezTo>
                  <a:pt x="21195" y="61362"/>
                  <a:pt x="24086" y="60166"/>
                  <a:pt x="26217" y="58034"/>
                </a:cubicBezTo>
                <a:cubicBezTo>
                  <a:pt x="28348" y="55904"/>
                  <a:pt x="29545" y="53014"/>
                  <a:pt x="29545" y="50001"/>
                </a:cubicBezTo>
                <a:cubicBezTo>
                  <a:pt x="29545" y="46987"/>
                  <a:pt x="28348" y="44096"/>
                  <a:pt x="26217" y="41966"/>
                </a:cubicBezTo>
                <a:cubicBezTo>
                  <a:pt x="24086" y="39835"/>
                  <a:pt x="21195" y="38638"/>
                  <a:pt x="18182" y="38638"/>
                </a:cubicBezTo>
                <a:close/>
                <a:moveTo>
                  <a:pt x="50000" y="38638"/>
                </a:moveTo>
                <a:cubicBezTo>
                  <a:pt x="48210" y="38638"/>
                  <a:pt x="46436" y="38990"/>
                  <a:pt x="44782" y="39677"/>
                </a:cubicBezTo>
                <a:cubicBezTo>
                  <a:pt x="43127" y="40361"/>
                  <a:pt x="41624" y="41365"/>
                  <a:pt x="40357" y="42631"/>
                </a:cubicBezTo>
                <a:cubicBezTo>
                  <a:pt x="39092" y="43898"/>
                  <a:pt x="38087" y="45401"/>
                  <a:pt x="37402" y="47054"/>
                </a:cubicBezTo>
                <a:cubicBezTo>
                  <a:pt x="36717" y="48709"/>
                  <a:pt x="36363" y="50482"/>
                  <a:pt x="36363" y="52273"/>
                </a:cubicBezTo>
                <a:cubicBezTo>
                  <a:pt x="36363" y="54064"/>
                  <a:pt x="36717" y="55836"/>
                  <a:pt x="37402" y="57491"/>
                </a:cubicBezTo>
                <a:cubicBezTo>
                  <a:pt x="38087" y="59145"/>
                  <a:pt x="39092" y="60648"/>
                  <a:pt x="40357" y="61914"/>
                </a:cubicBezTo>
                <a:cubicBezTo>
                  <a:pt x="41624" y="63181"/>
                  <a:pt x="43127" y="64184"/>
                  <a:pt x="44782" y="64869"/>
                </a:cubicBezTo>
                <a:cubicBezTo>
                  <a:pt x="46436" y="65555"/>
                  <a:pt x="48210" y="65907"/>
                  <a:pt x="50000" y="65907"/>
                </a:cubicBezTo>
                <a:cubicBezTo>
                  <a:pt x="51791" y="65907"/>
                  <a:pt x="53564" y="65555"/>
                  <a:pt x="55219" y="64869"/>
                </a:cubicBezTo>
                <a:cubicBezTo>
                  <a:pt x="56872" y="64184"/>
                  <a:pt x="58375" y="63181"/>
                  <a:pt x="59642" y="61914"/>
                </a:cubicBezTo>
                <a:cubicBezTo>
                  <a:pt x="60909" y="60648"/>
                  <a:pt x="61914" y="59145"/>
                  <a:pt x="62598" y="57491"/>
                </a:cubicBezTo>
                <a:cubicBezTo>
                  <a:pt x="63284" y="55836"/>
                  <a:pt x="63636" y="54064"/>
                  <a:pt x="63636" y="52273"/>
                </a:cubicBezTo>
                <a:cubicBezTo>
                  <a:pt x="63636" y="50482"/>
                  <a:pt x="63284" y="48709"/>
                  <a:pt x="62598" y="47054"/>
                </a:cubicBezTo>
                <a:cubicBezTo>
                  <a:pt x="61914" y="45401"/>
                  <a:pt x="60909" y="43898"/>
                  <a:pt x="59642" y="42631"/>
                </a:cubicBezTo>
                <a:cubicBezTo>
                  <a:pt x="58375" y="41365"/>
                  <a:pt x="56872" y="40361"/>
                  <a:pt x="55219" y="39677"/>
                </a:cubicBezTo>
                <a:cubicBezTo>
                  <a:pt x="53564" y="38990"/>
                  <a:pt x="51791" y="38638"/>
                  <a:pt x="50000" y="38638"/>
                </a:cubicBezTo>
                <a:close/>
                <a:moveTo>
                  <a:pt x="32909" y="69066"/>
                </a:moveTo>
                <a:cubicBezTo>
                  <a:pt x="31909" y="68498"/>
                  <a:pt x="30750" y="68179"/>
                  <a:pt x="29545" y="68179"/>
                </a:cubicBezTo>
                <a:lnTo>
                  <a:pt x="6818" y="68179"/>
                </a:lnTo>
                <a:cubicBezTo>
                  <a:pt x="3068" y="68179"/>
                  <a:pt x="0" y="71248"/>
                  <a:pt x="0" y="74997"/>
                </a:cubicBezTo>
                <a:lnTo>
                  <a:pt x="0" y="76360"/>
                </a:lnTo>
                <a:cubicBezTo>
                  <a:pt x="0" y="83246"/>
                  <a:pt x="7978" y="88631"/>
                  <a:pt x="18182" y="88631"/>
                </a:cubicBezTo>
                <a:cubicBezTo>
                  <a:pt x="21046" y="88631"/>
                  <a:pt x="23750" y="88199"/>
                  <a:pt x="26136" y="87427"/>
                </a:cubicBezTo>
                <a:cubicBezTo>
                  <a:pt x="25387" y="85677"/>
                  <a:pt x="25001" y="83792"/>
                  <a:pt x="25001" y="81814"/>
                </a:cubicBezTo>
                <a:lnTo>
                  <a:pt x="25001" y="80679"/>
                </a:lnTo>
                <a:cubicBezTo>
                  <a:pt x="25001" y="75406"/>
                  <a:pt x="28295" y="70883"/>
                  <a:pt x="32909" y="69066"/>
                </a:cubicBezTo>
                <a:close/>
                <a:moveTo>
                  <a:pt x="81819" y="38638"/>
                </a:moveTo>
                <a:cubicBezTo>
                  <a:pt x="78804" y="38638"/>
                  <a:pt x="75914" y="39835"/>
                  <a:pt x="73782" y="41966"/>
                </a:cubicBezTo>
                <a:cubicBezTo>
                  <a:pt x="71652" y="44096"/>
                  <a:pt x="70454" y="46987"/>
                  <a:pt x="70454" y="50001"/>
                </a:cubicBezTo>
                <a:cubicBezTo>
                  <a:pt x="70454" y="53014"/>
                  <a:pt x="71652" y="55904"/>
                  <a:pt x="73782" y="58034"/>
                </a:cubicBezTo>
                <a:cubicBezTo>
                  <a:pt x="75914" y="60166"/>
                  <a:pt x="78804" y="61362"/>
                  <a:pt x="81819" y="61362"/>
                </a:cubicBezTo>
                <a:cubicBezTo>
                  <a:pt x="84832" y="61362"/>
                  <a:pt x="87722" y="60166"/>
                  <a:pt x="89854" y="58034"/>
                </a:cubicBezTo>
                <a:cubicBezTo>
                  <a:pt x="91984" y="55904"/>
                  <a:pt x="93182" y="53014"/>
                  <a:pt x="93182" y="50001"/>
                </a:cubicBezTo>
                <a:cubicBezTo>
                  <a:pt x="93182" y="46987"/>
                  <a:pt x="91984" y="44096"/>
                  <a:pt x="89854" y="41966"/>
                </a:cubicBezTo>
                <a:cubicBezTo>
                  <a:pt x="87722" y="39835"/>
                  <a:pt x="84832" y="38638"/>
                  <a:pt x="81819" y="38638"/>
                </a:cubicBezTo>
                <a:close/>
                <a:moveTo>
                  <a:pt x="93182" y="68179"/>
                </a:moveTo>
                <a:lnTo>
                  <a:pt x="70454" y="68179"/>
                </a:lnTo>
                <a:cubicBezTo>
                  <a:pt x="69250" y="68179"/>
                  <a:pt x="68092" y="68498"/>
                  <a:pt x="67091" y="69066"/>
                </a:cubicBezTo>
                <a:cubicBezTo>
                  <a:pt x="71704" y="70883"/>
                  <a:pt x="75000" y="75406"/>
                  <a:pt x="75000" y="80679"/>
                </a:cubicBezTo>
                <a:lnTo>
                  <a:pt x="75000" y="81814"/>
                </a:lnTo>
                <a:cubicBezTo>
                  <a:pt x="75000" y="83792"/>
                  <a:pt x="74614" y="85677"/>
                  <a:pt x="73863" y="87427"/>
                </a:cubicBezTo>
                <a:cubicBezTo>
                  <a:pt x="76250" y="88199"/>
                  <a:pt x="78955" y="88631"/>
                  <a:pt x="81819" y="88631"/>
                </a:cubicBezTo>
                <a:cubicBezTo>
                  <a:pt x="92023" y="88631"/>
                  <a:pt x="100001" y="83246"/>
                  <a:pt x="100001" y="76360"/>
                </a:cubicBezTo>
                <a:lnTo>
                  <a:pt x="100001" y="74997"/>
                </a:lnTo>
                <a:cubicBezTo>
                  <a:pt x="100001" y="71248"/>
                  <a:pt x="96932" y="68179"/>
                  <a:pt x="93182" y="68179"/>
                </a:cubicBezTo>
                <a:close/>
                <a:moveTo>
                  <a:pt x="67045" y="38638"/>
                </a:moveTo>
                <a:cubicBezTo>
                  <a:pt x="66173" y="38638"/>
                  <a:pt x="65300" y="38307"/>
                  <a:pt x="64634" y="37640"/>
                </a:cubicBezTo>
                <a:lnTo>
                  <a:pt x="58817" y="31821"/>
                </a:lnTo>
                <a:lnTo>
                  <a:pt x="51136" y="31821"/>
                </a:lnTo>
                <a:cubicBezTo>
                  <a:pt x="46750" y="31821"/>
                  <a:pt x="43181" y="28253"/>
                  <a:pt x="43181" y="23867"/>
                </a:cubicBezTo>
                <a:lnTo>
                  <a:pt x="43181" y="12505"/>
                </a:lnTo>
                <a:cubicBezTo>
                  <a:pt x="43181" y="8120"/>
                  <a:pt x="46750" y="4552"/>
                  <a:pt x="51136" y="4552"/>
                </a:cubicBezTo>
                <a:lnTo>
                  <a:pt x="82955" y="4552"/>
                </a:lnTo>
                <a:cubicBezTo>
                  <a:pt x="87341" y="4552"/>
                  <a:pt x="90909" y="8120"/>
                  <a:pt x="90909" y="12505"/>
                </a:cubicBezTo>
                <a:lnTo>
                  <a:pt x="90909" y="23867"/>
                </a:lnTo>
                <a:cubicBezTo>
                  <a:pt x="90909" y="28253"/>
                  <a:pt x="87341" y="31821"/>
                  <a:pt x="82955" y="31821"/>
                </a:cubicBezTo>
                <a:lnTo>
                  <a:pt x="75275" y="31821"/>
                </a:lnTo>
                <a:lnTo>
                  <a:pt x="69455" y="37640"/>
                </a:lnTo>
                <a:cubicBezTo>
                  <a:pt x="68791" y="38307"/>
                  <a:pt x="67918" y="38638"/>
                  <a:pt x="67045" y="38638"/>
                </a:cubicBezTo>
                <a:close/>
                <a:moveTo>
                  <a:pt x="50000" y="95449"/>
                </a:moveTo>
                <a:cubicBezTo>
                  <a:pt x="38530" y="95449"/>
                  <a:pt x="29545" y="89459"/>
                  <a:pt x="29545" y="81814"/>
                </a:cubicBezTo>
                <a:lnTo>
                  <a:pt x="29545" y="80679"/>
                </a:lnTo>
                <a:cubicBezTo>
                  <a:pt x="29545" y="76293"/>
                  <a:pt x="33114" y="72724"/>
                  <a:pt x="37500" y="72724"/>
                </a:cubicBezTo>
                <a:lnTo>
                  <a:pt x="62500" y="72724"/>
                </a:lnTo>
                <a:cubicBezTo>
                  <a:pt x="66886" y="72724"/>
                  <a:pt x="70454" y="76293"/>
                  <a:pt x="70454" y="80679"/>
                </a:cubicBezTo>
                <a:lnTo>
                  <a:pt x="70454" y="81814"/>
                </a:lnTo>
                <a:cubicBezTo>
                  <a:pt x="70454" y="89459"/>
                  <a:pt x="61471" y="95449"/>
                  <a:pt x="50000" y="9544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5" name="Красный — SVG 18">
            <a:extLst>
              <a:ext uri="{FF2B5EF4-FFF2-40B4-BE49-F238E27FC236}">
                <a16:creationId xmlns:a16="http://schemas.microsoft.com/office/drawing/2014/main" id="{9FEBB400-978A-4846-B98D-BB5491D47CDA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21267 w 134766"/>
              <a:gd name="csY0" fmla="*/ 0 h 134748"/>
              <a:gd name="csX1" fmla="*/ 8861 w 134766"/>
              <a:gd name="csY1" fmla="*/ 12404 h 134748"/>
              <a:gd name="csX2" fmla="*/ 21267 w 134766"/>
              <a:gd name="csY2" fmla="*/ 24807 h 134748"/>
              <a:gd name="csX3" fmla="*/ 33673 w 134766"/>
              <a:gd name="csY3" fmla="*/ 12404 h 134748"/>
              <a:gd name="csX4" fmla="*/ 21267 w 134766"/>
              <a:gd name="csY4" fmla="*/ 0 h 134748"/>
              <a:gd name="csX5" fmla="*/ 113423 w 134766"/>
              <a:gd name="csY5" fmla="*/ 0 h 134748"/>
              <a:gd name="csX6" fmla="*/ 101017 w 134766"/>
              <a:gd name="csY6" fmla="*/ 12404 h 134748"/>
              <a:gd name="csX7" fmla="*/ 113423 w 134766"/>
              <a:gd name="csY7" fmla="*/ 24807 h 134748"/>
              <a:gd name="csX8" fmla="*/ 125828 w 134766"/>
              <a:gd name="csY8" fmla="*/ 12404 h 134748"/>
              <a:gd name="csX9" fmla="*/ 113423 w 134766"/>
              <a:gd name="csY9" fmla="*/ 0 h 134748"/>
              <a:gd name="csX10" fmla="*/ 67344 w 134766"/>
              <a:gd name="csY10" fmla="*/ 21264 h 134748"/>
              <a:gd name="csX11" fmla="*/ 21267 w 134766"/>
              <a:gd name="csY11" fmla="*/ 67335 h 134748"/>
              <a:gd name="csX12" fmla="*/ 67344 w 134766"/>
              <a:gd name="csY12" fmla="*/ 113408 h 134748"/>
              <a:gd name="csX13" fmla="*/ 95908 w 134766"/>
              <a:gd name="csY13" fmla="*/ 103412 h 134748"/>
              <a:gd name="csX14" fmla="*/ 125613 w 134766"/>
              <a:gd name="csY14" fmla="*/ 133114 h 134748"/>
              <a:gd name="csX15" fmla="*/ 127340 w 134766"/>
              <a:gd name="csY15" fmla="*/ 134311 h 134748"/>
              <a:gd name="csX16" fmla="*/ 129395 w 134766"/>
              <a:gd name="csY16" fmla="*/ 134748 h 134748"/>
              <a:gd name="csX17" fmla="*/ 131459 w 134766"/>
              <a:gd name="csY17" fmla="*/ 134354 h 134748"/>
              <a:gd name="csX18" fmla="*/ 133210 w 134766"/>
              <a:gd name="csY18" fmla="*/ 133192 h 134748"/>
              <a:gd name="csX19" fmla="*/ 134372 w 134766"/>
              <a:gd name="csY19" fmla="*/ 131441 h 134748"/>
              <a:gd name="csX20" fmla="*/ 134767 w 134766"/>
              <a:gd name="csY20" fmla="*/ 129378 h 134748"/>
              <a:gd name="csX21" fmla="*/ 134329 w 134766"/>
              <a:gd name="csY21" fmla="*/ 127323 h 134748"/>
              <a:gd name="csX22" fmla="*/ 133132 w 134766"/>
              <a:gd name="csY22" fmla="*/ 125596 h 134748"/>
              <a:gd name="csX23" fmla="*/ 103426 w 134766"/>
              <a:gd name="csY23" fmla="*/ 95895 h 134748"/>
              <a:gd name="csX24" fmla="*/ 113423 w 134766"/>
              <a:gd name="csY24" fmla="*/ 67335 h 134748"/>
              <a:gd name="csX25" fmla="*/ 67344 w 134766"/>
              <a:gd name="csY25" fmla="*/ 21264 h 134748"/>
              <a:gd name="csX26" fmla="*/ 5317 w 134766"/>
              <a:gd name="csY26" fmla="*/ 31896 h 134748"/>
              <a:gd name="csX27" fmla="*/ 0 w 134766"/>
              <a:gd name="csY27" fmla="*/ 37212 h 134748"/>
              <a:gd name="csX28" fmla="*/ 0 w 134766"/>
              <a:gd name="csY28" fmla="*/ 42950 h 134748"/>
              <a:gd name="csX29" fmla="*/ 15348 w 134766"/>
              <a:gd name="csY29" fmla="*/ 56101 h 134748"/>
              <a:gd name="csX30" fmla="*/ 27754 w 134766"/>
              <a:gd name="csY30" fmla="*/ 31896 h 134748"/>
              <a:gd name="csX31" fmla="*/ 5317 w 134766"/>
              <a:gd name="csY31" fmla="*/ 31896 h 134748"/>
              <a:gd name="csX32" fmla="*/ 106936 w 134766"/>
              <a:gd name="csY32" fmla="*/ 31896 h 134748"/>
              <a:gd name="csX33" fmla="*/ 119342 w 134766"/>
              <a:gd name="csY33" fmla="*/ 56101 h 134748"/>
              <a:gd name="csX34" fmla="*/ 134690 w 134766"/>
              <a:gd name="csY34" fmla="*/ 42950 h 134748"/>
              <a:gd name="csX35" fmla="*/ 134690 w 134766"/>
              <a:gd name="csY35" fmla="*/ 37212 h 134748"/>
              <a:gd name="csX36" fmla="*/ 129373 w 134766"/>
              <a:gd name="csY36" fmla="*/ 31896 h 134748"/>
              <a:gd name="csX37" fmla="*/ 106936 w 134766"/>
              <a:gd name="csY37" fmla="*/ 31896 h 134748"/>
              <a:gd name="csX38" fmla="*/ 67344 w 134766"/>
              <a:gd name="csY38" fmla="*/ 38984 h 134748"/>
              <a:gd name="csX39" fmla="*/ 79750 w 134766"/>
              <a:gd name="csY39" fmla="*/ 51387 h 134748"/>
              <a:gd name="csX40" fmla="*/ 67344 w 134766"/>
              <a:gd name="csY40" fmla="*/ 63792 h 134748"/>
              <a:gd name="csX41" fmla="*/ 54940 w 134766"/>
              <a:gd name="csY41" fmla="*/ 51387 h 134748"/>
              <a:gd name="csX42" fmla="*/ 67344 w 134766"/>
              <a:gd name="csY42" fmla="*/ 38984 h 134748"/>
              <a:gd name="csX43" fmla="*/ 51394 w 134766"/>
              <a:gd name="csY43" fmla="*/ 70880 h 134748"/>
              <a:gd name="csX44" fmla="*/ 83294 w 134766"/>
              <a:gd name="csY44" fmla="*/ 70880 h 134748"/>
              <a:gd name="csX45" fmla="*/ 88611 w 134766"/>
              <a:gd name="csY45" fmla="*/ 76196 h 134748"/>
              <a:gd name="csX46" fmla="*/ 88611 w 134766"/>
              <a:gd name="csY46" fmla="*/ 81954 h 134748"/>
              <a:gd name="csX47" fmla="*/ 67344 w 134766"/>
              <a:gd name="csY47" fmla="*/ 95687 h 134748"/>
              <a:gd name="csX48" fmla="*/ 46077 w 134766"/>
              <a:gd name="csY48" fmla="*/ 81954 h 134748"/>
              <a:gd name="csX49" fmla="*/ 46077 w 134766"/>
              <a:gd name="csY49" fmla="*/ 76196 h 134748"/>
              <a:gd name="csX50" fmla="*/ 51394 w 134766"/>
              <a:gd name="csY50" fmla="*/ 70880 h 134748"/>
              <a:gd name="csX51" fmla="*/ 15562 w 134766"/>
              <a:gd name="csY51" fmla="*/ 79386 h 134748"/>
              <a:gd name="csX52" fmla="*/ 8861 w 134766"/>
              <a:gd name="csY52" fmla="*/ 90371 h 134748"/>
              <a:gd name="csX53" fmla="*/ 21267 w 134766"/>
              <a:gd name="csY53" fmla="*/ 102776 h 134748"/>
              <a:gd name="csX54" fmla="*/ 26687 w 134766"/>
              <a:gd name="csY54" fmla="*/ 101502 h 134748"/>
              <a:gd name="csX55" fmla="*/ 15562 w 134766"/>
              <a:gd name="csY55" fmla="*/ 79386 h 134748"/>
              <a:gd name="csX56" fmla="*/ 5317 w 134766"/>
              <a:gd name="csY56" fmla="*/ 109863 h 134748"/>
              <a:gd name="csX57" fmla="*/ 0 w 134766"/>
              <a:gd name="csY57" fmla="*/ 115179 h 134748"/>
              <a:gd name="csX58" fmla="*/ 0 w 134766"/>
              <a:gd name="csY58" fmla="*/ 120918 h 134748"/>
              <a:gd name="csX59" fmla="*/ 21267 w 134766"/>
              <a:gd name="csY59" fmla="*/ 134672 h 134748"/>
              <a:gd name="csX60" fmla="*/ 42534 w 134766"/>
              <a:gd name="csY60" fmla="*/ 120918 h 134748"/>
              <a:gd name="csX61" fmla="*/ 42534 w 134766"/>
              <a:gd name="csY61" fmla="*/ 115179 h 134748"/>
              <a:gd name="csX62" fmla="*/ 42430 w 134766"/>
              <a:gd name="csY62" fmla="*/ 114293 h 134748"/>
              <a:gd name="csX63" fmla="*/ 35480 w 134766"/>
              <a:gd name="csY63" fmla="*/ 109863 h 134748"/>
              <a:gd name="csX64" fmla="*/ 5317 w 134766"/>
              <a:gd name="csY64" fmla="*/ 109863 h 134748"/>
            </a:gdLst>
            <a:ahLst/>
            <a:cxnLst/>
            <a:rect l="l" t="t" r="r" b="b"/>
            <a:pathLst>
              <a:path w="100000" h="100000">
                <a:moveTo>
                  <a:pt x="15781" y="7"/>
                </a:moveTo>
                <a:cubicBezTo>
                  <a:pt x="10704" y="7"/>
                  <a:pt x="6575" y="4135"/>
                  <a:pt x="6575" y="9211"/>
                </a:cubicBezTo>
                <a:cubicBezTo>
                  <a:pt x="6575" y="14286"/>
                  <a:pt x="10704" y="18414"/>
                  <a:pt x="15781" y="18414"/>
                </a:cubicBezTo>
                <a:cubicBezTo>
                  <a:pt x="20857" y="18414"/>
                  <a:pt x="24986" y="14286"/>
                  <a:pt x="24986" y="9211"/>
                </a:cubicBezTo>
                <a:cubicBezTo>
                  <a:pt x="24986" y="4135"/>
                  <a:pt x="20857" y="7"/>
                  <a:pt x="15781" y="7"/>
                </a:cubicBezTo>
                <a:close/>
                <a:moveTo>
                  <a:pt x="84163" y="7"/>
                </a:moveTo>
                <a:cubicBezTo>
                  <a:pt x="79087" y="7"/>
                  <a:pt x="74957" y="4135"/>
                  <a:pt x="74957" y="9211"/>
                </a:cubicBezTo>
                <a:cubicBezTo>
                  <a:pt x="74957" y="14286"/>
                  <a:pt x="79087" y="18414"/>
                  <a:pt x="84163" y="18414"/>
                </a:cubicBezTo>
                <a:cubicBezTo>
                  <a:pt x="89238" y="18414"/>
                  <a:pt x="93368" y="14286"/>
                  <a:pt x="93368" y="9211"/>
                </a:cubicBezTo>
                <a:cubicBezTo>
                  <a:pt x="93368" y="4135"/>
                  <a:pt x="89238" y="7"/>
                  <a:pt x="84163" y="7"/>
                </a:cubicBezTo>
                <a:close/>
                <a:moveTo>
                  <a:pt x="49971" y="15785"/>
                </a:moveTo>
                <a:cubicBezTo>
                  <a:pt x="31119" y="15785"/>
                  <a:pt x="15781" y="31121"/>
                  <a:pt x="15781" y="49971"/>
                </a:cubicBezTo>
                <a:cubicBezTo>
                  <a:pt x="15781" y="68822"/>
                  <a:pt x="31119" y="84158"/>
                  <a:pt x="49971" y="84158"/>
                </a:cubicBezTo>
                <a:cubicBezTo>
                  <a:pt x="57979" y="84158"/>
                  <a:pt x="65333" y="81368"/>
                  <a:pt x="71166" y="76741"/>
                </a:cubicBezTo>
                <a:lnTo>
                  <a:pt x="93208" y="98781"/>
                </a:lnTo>
                <a:cubicBezTo>
                  <a:pt x="93572" y="99159"/>
                  <a:pt x="94007" y="99461"/>
                  <a:pt x="94490" y="99669"/>
                </a:cubicBezTo>
                <a:cubicBezTo>
                  <a:pt x="94971" y="99878"/>
                  <a:pt x="95490" y="99989"/>
                  <a:pt x="96015" y="99993"/>
                </a:cubicBezTo>
                <a:cubicBezTo>
                  <a:pt x="96540" y="99999"/>
                  <a:pt x="97060" y="99899"/>
                  <a:pt x="97546" y="99701"/>
                </a:cubicBezTo>
                <a:cubicBezTo>
                  <a:pt x="98032" y="99503"/>
                  <a:pt x="98474" y="99210"/>
                  <a:pt x="98845" y="98839"/>
                </a:cubicBezTo>
                <a:cubicBezTo>
                  <a:pt x="99216" y="98468"/>
                  <a:pt x="99510" y="98025"/>
                  <a:pt x="99708" y="97539"/>
                </a:cubicBezTo>
                <a:cubicBezTo>
                  <a:pt x="99906" y="97053"/>
                  <a:pt x="100005" y="96534"/>
                  <a:pt x="100001" y="96009"/>
                </a:cubicBezTo>
                <a:cubicBezTo>
                  <a:pt x="99996" y="95483"/>
                  <a:pt x="99884" y="94965"/>
                  <a:pt x="99676" y="94484"/>
                </a:cubicBezTo>
                <a:cubicBezTo>
                  <a:pt x="99468" y="94001"/>
                  <a:pt x="99166" y="93566"/>
                  <a:pt x="98788" y="93202"/>
                </a:cubicBezTo>
                <a:lnTo>
                  <a:pt x="76745" y="71163"/>
                </a:lnTo>
                <a:cubicBezTo>
                  <a:pt x="81373" y="65330"/>
                  <a:pt x="84163" y="57978"/>
                  <a:pt x="84163" y="49971"/>
                </a:cubicBezTo>
                <a:cubicBezTo>
                  <a:pt x="84163" y="31121"/>
                  <a:pt x="68824" y="15785"/>
                  <a:pt x="49971" y="15785"/>
                </a:cubicBezTo>
                <a:close/>
                <a:moveTo>
                  <a:pt x="3945" y="23674"/>
                </a:moveTo>
                <a:cubicBezTo>
                  <a:pt x="1762" y="23674"/>
                  <a:pt x="0" y="25437"/>
                  <a:pt x="0" y="27619"/>
                </a:cubicBezTo>
                <a:lnTo>
                  <a:pt x="0" y="31877"/>
                </a:lnTo>
                <a:cubicBezTo>
                  <a:pt x="0" y="36085"/>
                  <a:pt x="4814" y="40294"/>
                  <a:pt x="11389" y="41635"/>
                </a:cubicBezTo>
                <a:cubicBezTo>
                  <a:pt x="12862" y="34824"/>
                  <a:pt x="16096" y="28697"/>
                  <a:pt x="20594" y="23674"/>
                </a:cubicBezTo>
                <a:lnTo>
                  <a:pt x="3945" y="23674"/>
                </a:lnTo>
                <a:close/>
                <a:moveTo>
                  <a:pt x="79349" y="23674"/>
                </a:moveTo>
                <a:cubicBezTo>
                  <a:pt x="83848" y="28697"/>
                  <a:pt x="87082" y="34824"/>
                  <a:pt x="88555" y="41635"/>
                </a:cubicBezTo>
                <a:cubicBezTo>
                  <a:pt x="95130" y="40294"/>
                  <a:pt x="99944" y="36085"/>
                  <a:pt x="99944" y="31877"/>
                </a:cubicBezTo>
                <a:lnTo>
                  <a:pt x="99944" y="27619"/>
                </a:lnTo>
                <a:cubicBezTo>
                  <a:pt x="99944" y="25437"/>
                  <a:pt x="98181" y="23674"/>
                  <a:pt x="95998" y="23674"/>
                </a:cubicBezTo>
                <a:lnTo>
                  <a:pt x="79349" y="23674"/>
                </a:lnTo>
                <a:close/>
                <a:moveTo>
                  <a:pt x="49971" y="28934"/>
                </a:moveTo>
                <a:cubicBezTo>
                  <a:pt x="55055" y="28934"/>
                  <a:pt x="59177" y="33054"/>
                  <a:pt x="59177" y="38137"/>
                </a:cubicBezTo>
                <a:cubicBezTo>
                  <a:pt x="59177" y="43220"/>
                  <a:pt x="55055" y="47342"/>
                  <a:pt x="49971" y="47342"/>
                </a:cubicBezTo>
                <a:cubicBezTo>
                  <a:pt x="44887" y="47342"/>
                  <a:pt x="40767" y="43220"/>
                  <a:pt x="40767" y="38137"/>
                </a:cubicBezTo>
                <a:cubicBezTo>
                  <a:pt x="40767" y="33054"/>
                  <a:pt x="44887" y="28934"/>
                  <a:pt x="49971" y="28934"/>
                </a:cubicBezTo>
                <a:close/>
                <a:moveTo>
                  <a:pt x="38136" y="52602"/>
                </a:moveTo>
                <a:lnTo>
                  <a:pt x="61806" y="52602"/>
                </a:lnTo>
                <a:cubicBezTo>
                  <a:pt x="63984" y="52602"/>
                  <a:pt x="65752" y="54369"/>
                  <a:pt x="65752" y="56546"/>
                </a:cubicBezTo>
                <a:lnTo>
                  <a:pt x="65752" y="60819"/>
                </a:lnTo>
                <a:cubicBezTo>
                  <a:pt x="65752" y="65902"/>
                  <a:pt x="58687" y="71009"/>
                  <a:pt x="49971" y="71009"/>
                </a:cubicBezTo>
                <a:cubicBezTo>
                  <a:pt x="41255" y="71009"/>
                  <a:pt x="34190" y="65902"/>
                  <a:pt x="34190" y="60819"/>
                </a:cubicBezTo>
                <a:lnTo>
                  <a:pt x="34190" y="56546"/>
                </a:lnTo>
                <a:cubicBezTo>
                  <a:pt x="34190" y="54369"/>
                  <a:pt x="35958" y="52602"/>
                  <a:pt x="38136" y="52602"/>
                </a:cubicBezTo>
                <a:close/>
                <a:moveTo>
                  <a:pt x="11547" y="58913"/>
                </a:moveTo>
                <a:cubicBezTo>
                  <a:pt x="8576" y="60439"/>
                  <a:pt x="6575" y="63514"/>
                  <a:pt x="6575" y="67064"/>
                </a:cubicBezTo>
                <a:cubicBezTo>
                  <a:pt x="6575" y="72141"/>
                  <a:pt x="10704" y="76269"/>
                  <a:pt x="15781" y="76269"/>
                </a:cubicBezTo>
                <a:cubicBezTo>
                  <a:pt x="17227" y="76269"/>
                  <a:pt x="18593" y="75929"/>
                  <a:pt x="19802" y="75324"/>
                </a:cubicBezTo>
                <a:cubicBezTo>
                  <a:pt x="15831" y="70643"/>
                  <a:pt x="12968" y="65067"/>
                  <a:pt x="11547" y="58913"/>
                </a:cubicBezTo>
                <a:close/>
                <a:moveTo>
                  <a:pt x="3945" y="81528"/>
                </a:moveTo>
                <a:cubicBezTo>
                  <a:pt x="1762" y="81528"/>
                  <a:pt x="0" y="83290"/>
                  <a:pt x="0" y="85473"/>
                </a:cubicBezTo>
                <a:lnTo>
                  <a:pt x="0" y="89731"/>
                </a:lnTo>
                <a:cubicBezTo>
                  <a:pt x="0" y="94832"/>
                  <a:pt x="7074" y="99937"/>
                  <a:pt x="15781" y="99937"/>
                </a:cubicBezTo>
                <a:cubicBezTo>
                  <a:pt x="24486" y="99937"/>
                  <a:pt x="31561" y="94832"/>
                  <a:pt x="31561" y="89731"/>
                </a:cubicBezTo>
                <a:lnTo>
                  <a:pt x="31561" y="85473"/>
                </a:lnTo>
                <a:cubicBezTo>
                  <a:pt x="31561" y="85237"/>
                  <a:pt x="31537" y="85026"/>
                  <a:pt x="31484" y="84815"/>
                </a:cubicBezTo>
                <a:cubicBezTo>
                  <a:pt x="29668" y="83843"/>
                  <a:pt x="27957" y="82738"/>
                  <a:pt x="26327" y="81528"/>
                </a:cubicBezTo>
                <a:lnTo>
                  <a:pt x="3945" y="8152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6" name="Красный — SVG 19">
            <a:extLst>
              <a:ext uri="{FF2B5EF4-FFF2-40B4-BE49-F238E27FC236}">
                <a16:creationId xmlns:a16="http://schemas.microsoft.com/office/drawing/2014/main" id="{BD8473CA-DDC8-4A40-A162-926F80EC5DED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97470 w 113428"/>
              <a:gd name="csY0" fmla="*/ 0 h 141758"/>
              <a:gd name="csX1" fmla="*/ 15942 w 113428"/>
              <a:gd name="csY1" fmla="*/ 0 h 141758"/>
              <a:gd name="csX2" fmla="*/ 0 w 113428"/>
              <a:gd name="csY2" fmla="*/ 15948 h 141758"/>
              <a:gd name="csX3" fmla="*/ 0 w 113428"/>
              <a:gd name="csY3" fmla="*/ 125811 h 141758"/>
              <a:gd name="csX4" fmla="*/ 15942 w 113428"/>
              <a:gd name="csY4" fmla="*/ 141759 h 141758"/>
              <a:gd name="csX5" fmla="*/ 97470 w 113428"/>
              <a:gd name="csY5" fmla="*/ 141759 h 141758"/>
              <a:gd name="csX6" fmla="*/ 113428 w 113428"/>
              <a:gd name="csY6" fmla="*/ 125811 h 141758"/>
              <a:gd name="csX7" fmla="*/ 113428 w 113428"/>
              <a:gd name="csY7" fmla="*/ 15948 h 141758"/>
              <a:gd name="csX8" fmla="*/ 97470 w 113428"/>
              <a:gd name="csY8" fmla="*/ 0 h 141758"/>
              <a:gd name="csX9" fmla="*/ 56706 w 113428"/>
              <a:gd name="csY9" fmla="*/ 21264 h 141758"/>
              <a:gd name="csX10" fmla="*/ 69109 w 113428"/>
              <a:gd name="csY10" fmla="*/ 33668 h 141758"/>
              <a:gd name="csX11" fmla="*/ 56706 w 113428"/>
              <a:gd name="csY11" fmla="*/ 46071 h 141758"/>
              <a:gd name="csX12" fmla="*/ 44303 w 113428"/>
              <a:gd name="csY12" fmla="*/ 33668 h 141758"/>
              <a:gd name="csX13" fmla="*/ 56706 w 113428"/>
              <a:gd name="csY13" fmla="*/ 21264 h 141758"/>
              <a:gd name="csX14" fmla="*/ 35439 w 113428"/>
              <a:gd name="csY14" fmla="*/ 58476 h 141758"/>
              <a:gd name="csX15" fmla="*/ 40764 w 113428"/>
              <a:gd name="csY15" fmla="*/ 53160 h 141758"/>
              <a:gd name="csX16" fmla="*/ 72664 w 113428"/>
              <a:gd name="csY16" fmla="*/ 53160 h 141758"/>
              <a:gd name="csX17" fmla="*/ 77973 w 113428"/>
              <a:gd name="csY17" fmla="*/ 58476 h 141758"/>
              <a:gd name="csX18" fmla="*/ 77973 w 113428"/>
              <a:gd name="csY18" fmla="*/ 62019 h 141758"/>
              <a:gd name="csX19" fmla="*/ 56706 w 113428"/>
              <a:gd name="csY19" fmla="*/ 74424 h 141758"/>
              <a:gd name="csX20" fmla="*/ 35439 w 113428"/>
              <a:gd name="csY20" fmla="*/ 62019 h 141758"/>
              <a:gd name="csX21" fmla="*/ 35439 w 113428"/>
              <a:gd name="csY21" fmla="*/ 58476 h 141758"/>
              <a:gd name="csX22" fmla="*/ 69109 w 113428"/>
              <a:gd name="csY22" fmla="*/ 116951 h 141758"/>
              <a:gd name="csX23" fmla="*/ 30131 w 113428"/>
              <a:gd name="csY23" fmla="*/ 116951 h 141758"/>
              <a:gd name="csX24" fmla="*/ 24806 w 113428"/>
              <a:gd name="csY24" fmla="*/ 111635 h 141758"/>
              <a:gd name="csX25" fmla="*/ 30131 w 113428"/>
              <a:gd name="csY25" fmla="*/ 106319 h 141758"/>
              <a:gd name="csX26" fmla="*/ 69109 w 113428"/>
              <a:gd name="csY26" fmla="*/ 106319 h 141758"/>
              <a:gd name="csX27" fmla="*/ 74434 w 113428"/>
              <a:gd name="csY27" fmla="*/ 111635 h 141758"/>
              <a:gd name="csX28" fmla="*/ 69109 w 113428"/>
              <a:gd name="csY28" fmla="*/ 116951 h 141758"/>
              <a:gd name="csX29" fmla="*/ 83298 w 113428"/>
              <a:gd name="csY29" fmla="*/ 95687 h 141758"/>
              <a:gd name="csX30" fmla="*/ 30131 w 113428"/>
              <a:gd name="csY30" fmla="*/ 95687 h 141758"/>
              <a:gd name="csX31" fmla="*/ 24806 w 113428"/>
              <a:gd name="csY31" fmla="*/ 90371 h 141758"/>
              <a:gd name="csX32" fmla="*/ 30131 w 113428"/>
              <a:gd name="csY32" fmla="*/ 85056 h 141758"/>
              <a:gd name="csX33" fmla="*/ 83298 w 113428"/>
              <a:gd name="csY33" fmla="*/ 85056 h 141758"/>
              <a:gd name="csX34" fmla="*/ 88606 w 113428"/>
              <a:gd name="csY34" fmla="*/ 90371 h 141758"/>
              <a:gd name="csX35" fmla="*/ 83298 w 113428"/>
              <a:gd name="csY35" fmla="*/ 95687 h 141758"/>
            </a:gdLst>
            <a:ahLst/>
            <a:cxnLst/>
            <a:rect l="l" t="t" r="r" b="b"/>
            <a:pathLst>
              <a:path w="100000" h="100000">
                <a:moveTo>
                  <a:pt x="78750" y="0"/>
                </a:moveTo>
                <a:lnTo>
                  <a:pt x="21238" y="0"/>
                </a:lnTo>
                <a:cubicBezTo>
                  <a:pt x="15033" y="0"/>
                  <a:pt x="9992" y="5037"/>
                  <a:pt x="9992" y="11250"/>
                </a:cubicBezTo>
                <a:lnTo>
                  <a:pt x="9992" y="88751"/>
                </a:lnTo>
                <a:cubicBezTo>
                  <a:pt x="9992" y="94963"/>
                  <a:pt x="15033" y="100001"/>
                  <a:pt x="21238" y="100001"/>
                </a:cubicBezTo>
                <a:lnTo>
                  <a:pt x="78750" y="100001"/>
                </a:lnTo>
                <a:cubicBezTo>
                  <a:pt x="84967" y="100001"/>
                  <a:pt x="90008" y="94963"/>
                  <a:pt x="90008" y="88751"/>
                </a:cubicBezTo>
                <a:lnTo>
                  <a:pt x="90008" y="11250"/>
                </a:lnTo>
                <a:cubicBezTo>
                  <a:pt x="90008" y="5037"/>
                  <a:pt x="84967" y="0"/>
                  <a:pt x="78750" y="0"/>
                </a:cubicBezTo>
                <a:close/>
                <a:moveTo>
                  <a:pt x="49994" y="15000"/>
                </a:moveTo>
                <a:cubicBezTo>
                  <a:pt x="54819" y="15000"/>
                  <a:pt x="58744" y="18925"/>
                  <a:pt x="58744" y="23750"/>
                </a:cubicBezTo>
                <a:cubicBezTo>
                  <a:pt x="58744" y="28575"/>
                  <a:pt x="54819" y="32500"/>
                  <a:pt x="49994" y="32500"/>
                </a:cubicBezTo>
                <a:cubicBezTo>
                  <a:pt x="45169" y="32500"/>
                  <a:pt x="41245" y="28575"/>
                  <a:pt x="41245" y="23750"/>
                </a:cubicBezTo>
                <a:cubicBezTo>
                  <a:pt x="41245" y="18925"/>
                  <a:pt x="45169" y="15000"/>
                  <a:pt x="49994" y="15000"/>
                </a:cubicBezTo>
                <a:close/>
                <a:moveTo>
                  <a:pt x="34992" y="41251"/>
                </a:moveTo>
                <a:cubicBezTo>
                  <a:pt x="34992" y="39180"/>
                  <a:pt x="36672" y="37501"/>
                  <a:pt x="38748" y="37501"/>
                </a:cubicBezTo>
                <a:lnTo>
                  <a:pt x="61252" y="37501"/>
                </a:lnTo>
                <a:cubicBezTo>
                  <a:pt x="63316" y="37501"/>
                  <a:pt x="64997" y="39180"/>
                  <a:pt x="64997" y="41251"/>
                </a:cubicBezTo>
                <a:lnTo>
                  <a:pt x="64997" y="43750"/>
                </a:lnTo>
                <a:cubicBezTo>
                  <a:pt x="64997" y="48582"/>
                  <a:pt x="58287" y="52501"/>
                  <a:pt x="49994" y="52501"/>
                </a:cubicBezTo>
                <a:cubicBezTo>
                  <a:pt x="41713" y="52501"/>
                  <a:pt x="34992" y="48582"/>
                  <a:pt x="34992" y="43750"/>
                </a:cubicBezTo>
                <a:lnTo>
                  <a:pt x="34992" y="41251"/>
                </a:lnTo>
                <a:close/>
                <a:moveTo>
                  <a:pt x="58744" y="82500"/>
                </a:moveTo>
                <a:lnTo>
                  <a:pt x="31248" y="82500"/>
                </a:lnTo>
                <a:cubicBezTo>
                  <a:pt x="29171" y="82500"/>
                  <a:pt x="27491" y="80821"/>
                  <a:pt x="27491" y="78750"/>
                </a:cubicBezTo>
                <a:cubicBezTo>
                  <a:pt x="27491" y="76681"/>
                  <a:pt x="29171" y="75000"/>
                  <a:pt x="31248" y="75000"/>
                </a:cubicBezTo>
                <a:lnTo>
                  <a:pt x="58744" y="75000"/>
                </a:lnTo>
                <a:cubicBezTo>
                  <a:pt x="60820" y="75000"/>
                  <a:pt x="62500" y="76681"/>
                  <a:pt x="62500" y="78750"/>
                </a:cubicBezTo>
                <a:cubicBezTo>
                  <a:pt x="62500" y="80821"/>
                  <a:pt x="60820" y="82500"/>
                  <a:pt x="58744" y="82500"/>
                </a:cubicBezTo>
                <a:close/>
                <a:moveTo>
                  <a:pt x="68753" y="67500"/>
                </a:moveTo>
                <a:lnTo>
                  <a:pt x="31248" y="67500"/>
                </a:lnTo>
                <a:cubicBezTo>
                  <a:pt x="29171" y="67500"/>
                  <a:pt x="27491" y="65821"/>
                  <a:pt x="27491" y="63750"/>
                </a:cubicBezTo>
                <a:cubicBezTo>
                  <a:pt x="27491" y="61680"/>
                  <a:pt x="29171" y="60001"/>
                  <a:pt x="31248" y="60001"/>
                </a:cubicBezTo>
                <a:lnTo>
                  <a:pt x="68753" y="60001"/>
                </a:lnTo>
                <a:cubicBezTo>
                  <a:pt x="70829" y="60001"/>
                  <a:pt x="72497" y="61680"/>
                  <a:pt x="72497" y="63750"/>
                </a:cubicBezTo>
                <a:cubicBezTo>
                  <a:pt x="72497" y="65821"/>
                  <a:pt x="70829" y="67500"/>
                  <a:pt x="68753" y="675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7" name="Красный — SVG 20">
            <a:extLst>
              <a:ext uri="{FF2B5EF4-FFF2-40B4-BE49-F238E27FC236}">
                <a16:creationId xmlns:a16="http://schemas.microsoft.com/office/drawing/2014/main" id="{57B26D5A-4A0B-974A-A498-0F3C87990A72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30131 w 155961"/>
              <a:gd name="csY0" fmla="*/ 127585 h 163023"/>
              <a:gd name="csX1" fmla="*/ 5308 w 155961"/>
              <a:gd name="csY1" fmla="*/ 127585 h 163023"/>
              <a:gd name="csX2" fmla="*/ 0 w 155961"/>
              <a:gd name="csY2" fmla="*/ 132900 h 163023"/>
              <a:gd name="csX3" fmla="*/ 5308 w 155961"/>
              <a:gd name="csY3" fmla="*/ 138216 h 163023"/>
              <a:gd name="csX4" fmla="*/ 17286 w 155961"/>
              <a:gd name="csY4" fmla="*/ 138216 h 163023"/>
              <a:gd name="csX5" fmla="*/ 1565 w 155961"/>
              <a:gd name="csY5" fmla="*/ 153948 h 163023"/>
              <a:gd name="csX6" fmla="*/ 1565 w 155961"/>
              <a:gd name="csY6" fmla="*/ 161466 h 163023"/>
              <a:gd name="csX7" fmla="*/ 5308 w 155961"/>
              <a:gd name="csY7" fmla="*/ 163024 h 163023"/>
              <a:gd name="csX8" fmla="*/ 9085 w 155961"/>
              <a:gd name="csY8" fmla="*/ 161469 h 163023"/>
              <a:gd name="csX9" fmla="*/ 24805 w 155961"/>
              <a:gd name="csY9" fmla="*/ 145734 h 163023"/>
              <a:gd name="csX10" fmla="*/ 24805 w 155961"/>
              <a:gd name="csY10" fmla="*/ 157708 h 163023"/>
              <a:gd name="csX11" fmla="*/ 30131 w 155961"/>
              <a:gd name="csY11" fmla="*/ 163024 h 163023"/>
              <a:gd name="csX12" fmla="*/ 35439 w 155961"/>
              <a:gd name="csY12" fmla="*/ 157708 h 163023"/>
              <a:gd name="csX13" fmla="*/ 35439 w 155961"/>
              <a:gd name="csY13" fmla="*/ 132900 h 163023"/>
              <a:gd name="csX14" fmla="*/ 30131 w 155961"/>
              <a:gd name="csY14" fmla="*/ 127585 h 163023"/>
              <a:gd name="csX15" fmla="*/ 138659 w 155961"/>
              <a:gd name="csY15" fmla="*/ 138216 h 163023"/>
              <a:gd name="csX16" fmla="*/ 150637 w 155961"/>
              <a:gd name="csY16" fmla="*/ 138216 h 163023"/>
              <a:gd name="csX17" fmla="*/ 155962 w 155961"/>
              <a:gd name="csY17" fmla="*/ 132900 h 163023"/>
              <a:gd name="csX18" fmla="*/ 150637 w 155961"/>
              <a:gd name="csY18" fmla="*/ 127585 h 163023"/>
              <a:gd name="csX19" fmla="*/ 125831 w 155961"/>
              <a:gd name="csY19" fmla="*/ 127585 h 163023"/>
              <a:gd name="csX20" fmla="*/ 120506 w 155961"/>
              <a:gd name="csY20" fmla="*/ 132900 h 163023"/>
              <a:gd name="csX21" fmla="*/ 120506 w 155961"/>
              <a:gd name="csY21" fmla="*/ 157708 h 163023"/>
              <a:gd name="csX22" fmla="*/ 125831 w 155961"/>
              <a:gd name="csY22" fmla="*/ 163024 h 163023"/>
              <a:gd name="csX23" fmla="*/ 131139 w 155961"/>
              <a:gd name="csY23" fmla="*/ 157708 h 163023"/>
              <a:gd name="csX24" fmla="*/ 131139 w 155961"/>
              <a:gd name="csY24" fmla="*/ 145734 h 163023"/>
              <a:gd name="csX25" fmla="*/ 146877 w 155961"/>
              <a:gd name="csY25" fmla="*/ 161466 h 163023"/>
              <a:gd name="csX26" fmla="*/ 150637 w 155961"/>
              <a:gd name="csY26" fmla="*/ 163024 h 163023"/>
              <a:gd name="csX27" fmla="*/ 154397 w 155961"/>
              <a:gd name="csY27" fmla="*/ 161469 h 163023"/>
              <a:gd name="csX28" fmla="*/ 154397 w 155961"/>
              <a:gd name="csY28" fmla="*/ 153952 h 163023"/>
              <a:gd name="csX29" fmla="*/ 138659 w 155961"/>
              <a:gd name="csY29" fmla="*/ 138216 h 163023"/>
              <a:gd name="csX30" fmla="*/ 35439 w 155961"/>
              <a:gd name="csY30" fmla="*/ 30124 h 163023"/>
              <a:gd name="csX31" fmla="*/ 35439 w 155961"/>
              <a:gd name="csY31" fmla="*/ 5317 h 163023"/>
              <a:gd name="csX32" fmla="*/ 30131 w 155961"/>
              <a:gd name="csY32" fmla="*/ 1 h 163023"/>
              <a:gd name="csX33" fmla="*/ 24805 w 155961"/>
              <a:gd name="csY33" fmla="*/ 5317 h 163023"/>
              <a:gd name="csX34" fmla="*/ 24805 w 155961"/>
              <a:gd name="csY34" fmla="*/ 17293 h 163023"/>
              <a:gd name="csX35" fmla="*/ 9085 w 155961"/>
              <a:gd name="csY35" fmla="*/ 1558 h 163023"/>
              <a:gd name="csX36" fmla="*/ 1565 w 155961"/>
              <a:gd name="csY36" fmla="*/ 1558 h 163023"/>
              <a:gd name="csX37" fmla="*/ 1565 w 155961"/>
              <a:gd name="csY37" fmla="*/ 9073 h 163023"/>
              <a:gd name="csX38" fmla="*/ 17286 w 155961"/>
              <a:gd name="csY38" fmla="*/ 24809 h 163023"/>
              <a:gd name="csX39" fmla="*/ 5308 w 155961"/>
              <a:gd name="csY39" fmla="*/ 24809 h 163023"/>
              <a:gd name="csX40" fmla="*/ 0 w 155961"/>
              <a:gd name="csY40" fmla="*/ 30124 h 163023"/>
              <a:gd name="csX41" fmla="*/ 5308 w 155961"/>
              <a:gd name="csY41" fmla="*/ 35440 h 163023"/>
              <a:gd name="csX42" fmla="*/ 30131 w 155961"/>
              <a:gd name="csY42" fmla="*/ 35440 h 163023"/>
              <a:gd name="csX43" fmla="*/ 35439 w 155961"/>
              <a:gd name="csY43" fmla="*/ 30124 h 163023"/>
              <a:gd name="csX44" fmla="*/ 150637 w 155961"/>
              <a:gd name="csY44" fmla="*/ 24809 h 163023"/>
              <a:gd name="csX45" fmla="*/ 138659 w 155961"/>
              <a:gd name="csY45" fmla="*/ 24809 h 163023"/>
              <a:gd name="csX46" fmla="*/ 154397 w 155961"/>
              <a:gd name="csY46" fmla="*/ 9077 h 163023"/>
              <a:gd name="csX47" fmla="*/ 154397 w 155961"/>
              <a:gd name="csY47" fmla="*/ 1561 h 163023"/>
              <a:gd name="csX48" fmla="*/ 146877 w 155961"/>
              <a:gd name="csY48" fmla="*/ 1561 h 163023"/>
              <a:gd name="csX49" fmla="*/ 131139 w 155961"/>
              <a:gd name="csY49" fmla="*/ 17293 h 163023"/>
              <a:gd name="csX50" fmla="*/ 131139 w 155961"/>
              <a:gd name="csY50" fmla="*/ 5317 h 163023"/>
              <a:gd name="csX51" fmla="*/ 125831 w 155961"/>
              <a:gd name="csY51" fmla="*/ 1 h 163023"/>
              <a:gd name="csX52" fmla="*/ 120506 w 155961"/>
              <a:gd name="csY52" fmla="*/ 5317 h 163023"/>
              <a:gd name="csX53" fmla="*/ 120506 w 155961"/>
              <a:gd name="csY53" fmla="*/ 30124 h 163023"/>
              <a:gd name="csX54" fmla="*/ 125831 w 155961"/>
              <a:gd name="csY54" fmla="*/ 35440 h 163023"/>
              <a:gd name="csX55" fmla="*/ 150637 w 155961"/>
              <a:gd name="csY55" fmla="*/ 35440 h 163023"/>
              <a:gd name="csX56" fmla="*/ 155962 w 155961"/>
              <a:gd name="csY56" fmla="*/ 30124 h 163023"/>
              <a:gd name="csX57" fmla="*/ 150637 w 155961"/>
              <a:gd name="csY57" fmla="*/ 24809 h 163023"/>
              <a:gd name="csX58" fmla="*/ 42534 w 155961"/>
              <a:gd name="csY58" fmla="*/ 42529 h 163023"/>
              <a:gd name="csX59" fmla="*/ 29995 w 155961"/>
              <a:gd name="csY59" fmla="*/ 47719 h 163023"/>
              <a:gd name="csX60" fmla="*/ 24805 w 155961"/>
              <a:gd name="csY60" fmla="*/ 60250 h 163023"/>
              <a:gd name="csX61" fmla="*/ 29995 w 155961"/>
              <a:gd name="csY61" fmla="*/ 72778 h 163023"/>
              <a:gd name="csX62" fmla="*/ 42534 w 155961"/>
              <a:gd name="csY62" fmla="*/ 77968 h 163023"/>
              <a:gd name="csX63" fmla="*/ 55072 w 155961"/>
              <a:gd name="csY63" fmla="*/ 72778 h 163023"/>
              <a:gd name="csX64" fmla="*/ 60262 w 155961"/>
              <a:gd name="csY64" fmla="*/ 60250 h 163023"/>
              <a:gd name="csX65" fmla="*/ 55072 w 155961"/>
              <a:gd name="csY65" fmla="*/ 47719 h 163023"/>
              <a:gd name="csX66" fmla="*/ 42534 w 155961"/>
              <a:gd name="csY66" fmla="*/ 42529 h 163023"/>
              <a:gd name="csX67" fmla="*/ 77972 w 155961"/>
              <a:gd name="csY67" fmla="*/ 17722 h 163023"/>
              <a:gd name="csX68" fmla="*/ 65451 w 155961"/>
              <a:gd name="csY68" fmla="*/ 22912 h 163023"/>
              <a:gd name="csX69" fmla="*/ 60262 w 155961"/>
              <a:gd name="csY69" fmla="*/ 35440 h 163023"/>
              <a:gd name="csX70" fmla="*/ 65451 w 155961"/>
              <a:gd name="csY70" fmla="*/ 47971 h 163023"/>
              <a:gd name="csX71" fmla="*/ 77972 w 155961"/>
              <a:gd name="csY71" fmla="*/ 53161 h 163023"/>
              <a:gd name="csX72" fmla="*/ 90511 w 155961"/>
              <a:gd name="csY72" fmla="*/ 47971 h 163023"/>
              <a:gd name="csX73" fmla="*/ 95700 w 155961"/>
              <a:gd name="csY73" fmla="*/ 35440 h 163023"/>
              <a:gd name="csX74" fmla="*/ 90511 w 155961"/>
              <a:gd name="csY74" fmla="*/ 22912 h 163023"/>
              <a:gd name="csX75" fmla="*/ 77972 w 155961"/>
              <a:gd name="csY75" fmla="*/ 17722 h 163023"/>
              <a:gd name="csX76" fmla="*/ 113428 w 155961"/>
              <a:gd name="csY76" fmla="*/ 42529 h 163023"/>
              <a:gd name="csX77" fmla="*/ 100890 w 155961"/>
              <a:gd name="csY77" fmla="*/ 47719 h 163023"/>
              <a:gd name="csX78" fmla="*/ 95700 w 155961"/>
              <a:gd name="csY78" fmla="*/ 60250 h 163023"/>
              <a:gd name="csX79" fmla="*/ 100890 w 155961"/>
              <a:gd name="csY79" fmla="*/ 72778 h 163023"/>
              <a:gd name="csX80" fmla="*/ 113428 w 155961"/>
              <a:gd name="csY80" fmla="*/ 77968 h 163023"/>
              <a:gd name="csX81" fmla="*/ 125950 w 155961"/>
              <a:gd name="csY81" fmla="*/ 72778 h 163023"/>
              <a:gd name="csX82" fmla="*/ 131139 w 155961"/>
              <a:gd name="csY82" fmla="*/ 60250 h 163023"/>
              <a:gd name="csX83" fmla="*/ 125950 w 155961"/>
              <a:gd name="csY83" fmla="*/ 47719 h 163023"/>
              <a:gd name="csX84" fmla="*/ 113428 w 155961"/>
              <a:gd name="csY84" fmla="*/ 42529 h 163023"/>
              <a:gd name="csX85" fmla="*/ 77972 w 155961"/>
              <a:gd name="csY85" fmla="*/ 74425 h 163023"/>
              <a:gd name="csX86" fmla="*/ 67951 w 155961"/>
              <a:gd name="csY86" fmla="*/ 78577 h 163023"/>
              <a:gd name="csX87" fmla="*/ 63800 w 155961"/>
              <a:gd name="csY87" fmla="*/ 88600 h 163023"/>
              <a:gd name="csX88" fmla="*/ 67951 w 155961"/>
              <a:gd name="csY88" fmla="*/ 98625 h 163023"/>
              <a:gd name="csX89" fmla="*/ 77972 w 155961"/>
              <a:gd name="csY89" fmla="*/ 102777 h 163023"/>
              <a:gd name="csX90" fmla="*/ 88010 w 155961"/>
              <a:gd name="csY90" fmla="*/ 98625 h 163023"/>
              <a:gd name="csX91" fmla="*/ 92162 w 155961"/>
              <a:gd name="csY91" fmla="*/ 88600 h 163023"/>
              <a:gd name="csX92" fmla="*/ 88010 w 155961"/>
              <a:gd name="csY92" fmla="*/ 78577 h 163023"/>
              <a:gd name="csX93" fmla="*/ 77972 w 155961"/>
              <a:gd name="csY93" fmla="*/ 74425 h 163023"/>
              <a:gd name="csX94" fmla="*/ 90375 w 155961"/>
              <a:gd name="csY94" fmla="*/ 113409 h 163023"/>
              <a:gd name="csX95" fmla="*/ 65570 w 155961"/>
              <a:gd name="csY95" fmla="*/ 113409 h 163023"/>
              <a:gd name="csX96" fmla="*/ 56706 w 155961"/>
              <a:gd name="csY96" fmla="*/ 122269 h 163023"/>
              <a:gd name="csX97" fmla="*/ 56706 w 155961"/>
              <a:gd name="csY97" fmla="*/ 128765 h 163023"/>
              <a:gd name="csX98" fmla="*/ 78857 w 155961"/>
              <a:gd name="csY98" fmla="*/ 141406 h 163023"/>
              <a:gd name="csX99" fmla="*/ 99239 w 155961"/>
              <a:gd name="csY99" fmla="*/ 129357 h 163023"/>
              <a:gd name="csX100" fmla="*/ 99239 w 155961"/>
              <a:gd name="csY100" fmla="*/ 122269 h 163023"/>
              <a:gd name="csX101" fmla="*/ 90375 w 155961"/>
              <a:gd name="csY101" fmla="*/ 113409 h 163023"/>
              <a:gd name="csX102" fmla="*/ 125831 w 155961"/>
              <a:gd name="csY102" fmla="*/ 85057 h 163023"/>
              <a:gd name="csX103" fmla="*/ 101009 w 155961"/>
              <a:gd name="csY103" fmla="*/ 85057 h 163023"/>
              <a:gd name="csX104" fmla="*/ 98984 w 155961"/>
              <a:gd name="csY104" fmla="*/ 85465 h 163023"/>
              <a:gd name="csX105" fmla="*/ 99239 w 155961"/>
              <a:gd name="csY105" fmla="*/ 88600 h 163023"/>
              <a:gd name="csX106" fmla="*/ 89712 w 155961"/>
              <a:gd name="csY106" fmla="*/ 106321 h 163023"/>
              <a:gd name="csX107" fmla="*/ 90375 w 155961"/>
              <a:gd name="csY107" fmla="*/ 106321 h 163023"/>
              <a:gd name="csX108" fmla="*/ 106062 w 155961"/>
              <a:gd name="csY108" fmla="*/ 119635 h 163023"/>
              <a:gd name="csX109" fmla="*/ 112544 w 155961"/>
              <a:gd name="csY109" fmla="*/ 120142 h 163023"/>
              <a:gd name="csX110" fmla="*/ 138234 w 155961"/>
              <a:gd name="csY110" fmla="*/ 103956 h 163023"/>
              <a:gd name="csX111" fmla="*/ 138234 w 155961"/>
              <a:gd name="csY111" fmla="*/ 97461 h 163023"/>
              <a:gd name="csX112" fmla="*/ 125831 w 155961"/>
              <a:gd name="csY112" fmla="*/ 85057 h 163023"/>
              <a:gd name="csX113" fmla="*/ 65570 w 155961"/>
              <a:gd name="csY113" fmla="*/ 106321 h 163023"/>
              <a:gd name="csX114" fmla="*/ 66250 w 155961"/>
              <a:gd name="csY114" fmla="*/ 106321 h 163023"/>
              <a:gd name="csX115" fmla="*/ 56706 w 155961"/>
              <a:gd name="csY115" fmla="*/ 88600 h 163023"/>
              <a:gd name="csX116" fmla="*/ 56978 w 155961"/>
              <a:gd name="csY116" fmla="*/ 85465 h 163023"/>
              <a:gd name="csX117" fmla="*/ 54936 w 155961"/>
              <a:gd name="csY117" fmla="*/ 85057 h 163023"/>
              <a:gd name="csX118" fmla="*/ 30131 w 155961"/>
              <a:gd name="csY118" fmla="*/ 85057 h 163023"/>
              <a:gd name="csX119" fmla="*/ 17728 w 155961"/>
              <a:gd name="csY119" fmla="*/ 97461 h 163023"/>
              <a:gd name="csX120" fmla="*/ 17728 w 155961"/>
              <a:gd name="csY120" fmla="*/ 103956 h 163023"/>
              <a:gd name="csX121" fmla="*/ 43418 w 155961"/>
              <a:gd name="csY121" fmla="*/ 120142 h 163023"/>
              <a:gd name="csX122" fmla="*/ 49883 w 155961"/>
              <a:gd name="csY122" fmla="*/ 119635 h 163023"/>
              <a:gd name="csX123" fmla="*/ 65570 w 155961"/>
              <a:gd name="csY123" fmla="*/ 106321 h 163023"/>
            </a:gdLst>
            <a:ahLst/>
            <a:cxnLst/>
            <a:rect l="l" t="t" r="r" b="b"/>
            <a:pathLst>
              <a:path w="100000" h="100000">
                <a:moveTo>
                  <a:pt x="20649" y="78262"/>
                </a:moveTo>
                <a:lnTo>
                  <a:pt x="5422" y="78262"/>
                </a:lnTo>
                <a:cubicBezTo>
                  <a:pt x="3627" y="78262"/>
                  <a:pt x="2166" y="79722"/>
                  <a:pt x="2166" y="81522"/>
                </a:cubicBezTo>
                <a:cubicBezTo>
                  <a:pt x="2166" y="83323"/>
                  <a:pt x="3627" y="84783"/>
                  <a:pt x="5422" y="84783"/>
                </a:cubicBezTo>
                <a:lnTo>
                  <a:pt x="12769" y="84783"/>
                </a:lnTo>
                <a:lnTo>
                  <a:pt x="3126" y="94433"/>
                </a:lnTo>
                <a:cubicBezTo>
                  <a:pt x="1853" y="95707"/>
                  <a:pt x="1853" y="97771"/>
                  <a:pt x="3126" y="99045"/>
                </a:cubicBezTo>
                <a:cubicBezTo>
                  <a:pt x="3763" y="99683"/>
                  <a:pt x="4587" y="100001"/>
                  <a:pt x="5422" y="100001"/>
                </a:cubicBezTo>
                <a:cubicBezTo>
                  <a:pt x="6257" y="100001"/>
                  <a:pt x="7092" y="99683"/>
                  <a:pt x="7739" y="99047"/>
                </a:cubicBezTo>
                <a:lnTo>
                  <a:pt x="17382" y="89395"/>
                </a:lnTo>
                <a:lnTo>
                  <a:pt x="17382" y="96740"/>
                </a:lnTo>
                <a:cubicBezTo>
                  <a:pt x="17382" y="98539"/>
                  <a:pt x="18843" y="100001"/>
                  <a:pt x="20649" y="100001"/>
                </a:cubicBezTo>
                <a:cubicBezTo>
                  <a:pt x="22443" y="100001"/>
                  <a:pt x="23905" y="98539"/>
                  <a:pt x="23905" y="96740"/>
                </a:cubicBezTo>
                <a:lnTo>
                  <a:pt x="23905" y="81522"/>
                </a:lnTo>
                <a:cubicBezTo>
                  <a:pt x="23905" y="79722"/>
                  <a:pt x="22443" y="78262"/>
                  <a:pt x="20649" y="78262"/>
                </a:cubicBezTo>
                <a:close/>
                <a:moveTo>
                  <a:pt x="87221" y="84783"/>
                </a:moveTo>
                <a:lnTo>
                  <a:pt x="94568" y="84783"/>
                </a:lnTo>
                <a:cubicBezTo>
                  <a:pt x="96374" y="84783"/>
                  <a:pt x="97835" y="83323"/>
                  <a:pt x="97835" y="81522"/>
                </a:cubicBezTo>
                <a:cubicBezTo>
                  <a:pt x="97835" y="79722"/>
                  <a:pt x="96374" y="78262"/>
                  <a:pt x="94568" y="78262"/>
                </a:cubicBezTo>
                <a:lnTo>
                  <a:pt x="79352" y="78262"/>
                </a:lnTo>
                <a:cubicBezTo>
                  <a:pt x="77547" y="78262"/>
                  <a:pt x="76086" y="79722"/>
                  <a:pt x="76086" y="81522"/>
                </a:cubicBezTo>
                <a:lnTo>
                  <a:pt x="76086" y="96740"/>
                </a:lnTo>
                <a:cubicBezTo>
                  <a:pt x="76086" y="98539"/>
                  <a:pt x="77547" y="100001"/>
                  <a:pt x="79352" y="100001"/>
                </a:cubicBezTo>
                <a:cubicBezTo>
                  <a:pt x="81147" y="100001"/>
                  <a:pt x="82608" y="98539"/>
                  <a:pt x="82608" y="96740"/>
                </a:cubicBezTo>
                <a:lnTo>
                  <a:pt x="82608" y="89395"/>
                </a:lnTo>
                <a:lnTo>
                  <a:pt x="92262" y="99045"/>
                </a:lnTo>
                <a:cubicBezTo>
                  <a:pt x="92898" y="99683"/>
                  <a:pt x="93733" y="100001"/>
                  <a:pt x="94568" y="100001"/>
                </a:cubicBezTo>
                <a:cubicBezTo>
                  <a:pt x="95403" y="100001"/>
                  <a:pt x="96238" y="99683"/>
                  <a:pt x="96875" y="99047"/>
                </a:cubicBezTo>
                <a:cubicBezTo>
                  <a:pt x="98148" y="97773"/>
                  <a:pt x="98148" y="95710"/>
                  <a:pt x="96875" y="94436"/>
                </a:cubicBezTo>
                <a:lnTo>
                  <a:pt x="87221" y="84783"/>
                </a:lnTo>
                <a:close/>
                <a:moveTo>
                  <a:pt x="23905" y="18478"/>
                </a:moveTo>
                <a:lnTo>
                  <a:pt x="23905" y="3262"/>
                </a:lnTo>
                <a:cubicBezTo>
                  <a:pt x="23905" y="1462"/>
                  <a:pt x="22443" y="1"/>
                  <a:pt x="20649" y="1"/>
                </a:cubicBezTo>
                <a:cubicBezTo>
                  <a:pt x="18843" y="1"/>
                  <a:pt x="17382" y="1462"/>
                  <a:pt x="17382" y="3262"/>
                </a:cubicBezTo>
                <a:lnTo>
                  <a:pt x="17382" y="10608"/>
                </a:lnTo>
                <a:lnTo>
                  <a:pt x="7739" y="956"/>
                </a:lnTo>
                <a:cubicBezTo>
                  <a:pt x="6455" y="-318"/>
                  <a:pt x="4399" y="-318"/>
                  <a:pt x="3126" y="956"/>
                </a:cubicBezTo>
                <a:cubicBezTo>
                  <a:pt x="1853" y="2229"/>
                  <a:pt x="1853" y="4293"/>
                  <a:pt x="3126" y="5565"/>
                </a:cubicBezTo>
                <a:lnTo>
                  <a:pt x="12769" y="15218"/>
                </a:lnTo>
                <a:lnTo>
                  <a:pt x="5422" y="15218"/>
                </a:lnTo>
                <a:cubicBezTo>
                  <a:pt x="3627" y="15218"/>
                  <a:pt x="2166" y="16679"/>
                  <a:pt x="2166" y="18478"/>
                </a:cubicBezTo>
                <a:cubicBezTo>
                  <a:pt x="2166" y="20279"/>
                  <a:pt x="3627" y="21739"/>
                  <a:pt x="5422" y="21739"/>
                </a:cubicBezTo>
                <a:lnTo>
                  <a:pt x="20649" y="21739"/>
                </a:lnTo>
                <a:cubicBezTo>
                  <a:pt x="22443" y="21739"/>
                  <a:pt x="23905" y="20279"/>
                  <a:pt x="23905" y="18478"/>
                </a:cubicBezTo>
                <a:close/>
                <a:moveTo>
                  <a:pt x="94568" y="15218"/>
                </a:moveTo>
                <a:lnTo>
                  <a:pt x="87221" y="15218"/>
                </a:lnTo>
                <a:lnTo>
                  <a:pt x="96875" y="5568"/>
                </a:lnTo>
                <a:cubicBezTo>
                  <a:pt x="98148" y="4294"/>
                  <a:pt x="98148" y="2232"/>
                  <a:pt x="96875" y="958"/>
                </a:cubicBezTo>
                <a:cubicBezTo>
                  <a:pt x="95601" y="-317"/>
                  <a:pt x="93535" y="-317"/>
                  <a:pt x="92262" y="958"/>
                </a:cubicBezTo>
                <a:lnTo>
                  <a:pt x="82608" y="10608"/>
                </a:lnTo>
                <a:lnTo>
                  <a:pt x="82608" y="3262"/>
                </a:lnTo>
                <a:cubicBezTo>
                  <a:pt x="82608" y="1462"/>
                  <a:pt x="81147" y="1"/>
                  <a:pt x="79352" y="1"/>
                </a:cubicBezTo>
                <a:cubicBezTo>
                  <a:pt x="77547" y="1"/>
                  <a:pt x="76086" y="1462"/>
                  <a:pt x="76086" y="3262"/>
                </a:cubicBezTo>
                <a:lnTo>
                  <a:pt x="76086" y="18478"/>
                </a:lnTo>
                <a:cubicBezTo>
                  <a:pt x="76086" y="20279"/>
                  <a:pt x="77547" y="21739"/>
                  <a:pt x="79352" y="21739"/>
                </a:cubicBezTo>
                <a:lnTo>
                  <a:pt x="94568" y="21739"/>
                </a:lnTo>
                <a:cubicBezTo>
                  <a:pt x="96374" y="21739"/>
                  <a:pt x="97835" y="20279"/>
                  <a:pt x="97835" y="18478"/>
                </a:cubicBezTo>
                <a:cubicBezTo>
                  <a:pt x="97835" y="16679"/>
                  <a:pt x="96374" y="15218"/>
                  <a:pt x="94568" y="15218"/>
                </a:cubicBezTo>
                <a:close/>
                <a:moveTo>
                  <a:pt x="28257" y="26088"/>
                </a:moveTo>
                <a:cubicBezTo>
                  <a:pt x="25376" y="26088"/>
                  <a:pt x="22610" y="27234"/>
                  <a:pt x="20565" y="29271"/>
                </a:cubicBezTo>
                <a:cubicBezTo>
                  <a:pt x="18530" y="31310"/>
                  <a:pt x="17382" y="34074"/>
                  <a:pt x="17382" y="36958"/>
                </a:cubicBezTo>
                <a:cubicBezTo>
                  <a:pt x="17382" y="39840"/>
                  <a:pt x="18530" y="42605"/>
                  <a:pt x="20565" y="44643"/>
                </a:cubicBezTo>
                <a:cubicBezTo>
                  <a:pt x="22610" y="46682"/>
                  <a:pt x="25376" y="47826"/>
                  <a:pt x="28257" y="47826"/>
                </a:cubicBezTo>
                <a:cubicBezTo>
                  <a:pt x="31137" y="47826"/>
                  <a:pt x="33903" y="46682"/>
                  <a:pt x="35948" y="44643"/>
                </a:cubicBezTo>
                <a:cubicBezTo>
                  <a:pt x="37983" y="42605"/>
                  <a:pt x="39131" y="39840"/>
                  <a:pt x="39131" y="36958"/>
                </a:cubicBezTo>
                <a:cubicBezTo>
                  <a:pt x="39131" y="34074"/>
                  <a:pt x="37983" y="31310"/>
                  <a:pt x="35948" y="29271"/>
                </a:cubicBezTo>
                <a:cubicBezTo>
                  <a:pt x="33903" y="27234"/>
                  <a:pt x="31137" y="26088"/>
                  <a:pt x="28257" y="26088"/>
                </a:cubicBezTo>
                <a:close/>
                <a:moveTo>
                  <a:pt x="49995" y="10871"/>
                </a:moveTo>
                <a:cubicBezTo>
                  <a:pt x="47115" y="10871"/>
                  <a:pt x="44349" y="12015"/>
                  <a:pt x="42314" y="14054"/>
                </a:cubicBezTo>
                <a:cubicBezTo>
                  <a:pt x="40269" y="16092"/>
                  <a:pt x="39131" y="18857"/>
                  <a:pt x="39131" y="21739"/>
                </a:cubicBezTo>
                <a:cubicBezTo>
                  <a:pt x="39131" y="24623"/>
                  <a:pt x="40269" y="27388"/>
                  <a:pt x="42314" y="29426"/>
                </a:cubicBezTo>
                <a:cubicBezTo>
                  <a:pt x="44349" y="31465"/>
                  <a:pt x="47115" y="32610"/>
                  <a:pt x="49995" y="32610"/>
                </a:cubicBezTo>
                <a:cubicBezTo>
                  <a:pt x="52886" y="32610"/>
                  <a:pt x="55652" y="31465"/>
                  <a:pt x="57686" y="29426"/>
                </a:cubicBezTo>
                <a:cubicBezTo>
                  <a:pt x="59722" y="27388"/>
                  <a:pt x="60869" y="24623"/>
                  <a:pt x="60869" y="21739"/>
                </a:cubicBezTo>
                <a:cubicBezTo>
                  <a:pt x="60869" y="18857"/>
                  <a:pt x="59722" y="16092"/>
                  <a:pt x="57686" y="14054"/>
                </a:cubicBezTo>
                <a:cubicBezTo>
                  <a:pt x="55652" y="12015"/>
                  <a:pt x="52886" y="10871"/>
                  <a:pt x="49995" y="10871"/>
                </a:cubicBezTo>
                <a:close/>
                <a:moveTo>
                  <a:pt x="71744" y="26088"/>
                </a:moveTo>
                <a:cubicBezTo>
                  <a:pt x="68853" y="26088"/>
                  <a:pt x="66088" y="27234"/>
                  <a:pt x="64053" y="29271"/>
                </a:cubicBezTo>
                <a:cubicBezTo>
                  <a:pt x="62018" y="31310"/>
                  <a:pt x="60869" y="34074"/>
                  <a:pt x="60869" y="36958"/>
                </a:cubicBezTo>
                <a:cubicBezTo>
                  <a:pt x="60869" y="39840"/>
                  <a:pt x="62018" y="42605"/>
                  <a:pt x="64053" y="44643"/>
                </a:cubicBezTo>
                <a:cubicBezTo>
                  <a:pt x="66088" y="46682"/>
                  <a:pt x="68853" y="47826"/>
                  <a:pt x="71744" y="47826"/>
                </a:cubicBezTo>
                <a:cubicBezTo>
                  <a:pt x="74624" y="47826"/>
                  <a:pt x="77390" y="46682"/>
                  <a:pt x="79425" y="44643"/>
                </a:cubicBezTo>
                <a:cubicBezTo>
                  <a:pt x="81471" y="42605"/>
                  <a:pt x="82608" y="39840"/>
                  <a:pt x="82608" y="36958"/>
                </a:cubicBezTo>
                <a:cubicBezTo>
                  <a:pt x="82608" y="34074"/>
                  <a:pt x="81471" y="31310"/>
                  <a:pt x="79425" y="29271"/>
                </a:cubicBezTo>
                <a:cubicBezTo>
                  <a:pt x="77390" y="27234"/>
                  <a:pt x="74624" y="26088"/>
                  <a:pt x="71744" y="26088"/>
                </a:cubicBezTo>
                <a:close/>
                <a:moveTo>
                  <a:pt x="49995" y="45653"/>
                </a:moveTo>
                <a:cubicBezTo>
                  <a:pt x="47688" y="45653"/>
                  <a:pt x="45476" y="46569"/>
                  <a:pt x="43848" y="48200"/>
                </a:cubicBezTo>
                <a:cubicBezTo>
                  <a:pt x="42220" y="49831"/>
                  <a:pt x="41302" y="52042"/>
                  <a:pt x="41302" y="54348"/>
                </a:cubicBezTo>
                <a:cubicBezTo>
                  <a:pt x="41302" y="56655"/>
                  <a:pt x="42220" y="58867"/>
                  <a:pt x="43848" y="60498"/>
                </a:cubicBezTo>
                <a:cubicBezTo>
                  <a:pt x="45476" y="62129"/>
                  <a:pt x="47688" y="63044"/>
                  <a:pt x="49995" y="63044"/>
                </a:cubicBezTo>
                <a:cubicBezTo>
                  <a:pt x="52301" y="63044"/>
                  <a:pt x="54514" y="62129"/>
                  <a:pt x="56152" y="60498"/>
                </a:cubicBezTo>
                <a:cubicBezTo>
                  <a:pt x="57781" y="58867"/>
                  <a:pt x="58699" y="56655"/>
                  <a:pt x="58699" y="54348"/>
                </a:cubicBezTo>
                <a:cubicBezTo>
                  <a:pt x="58699" y="52042"/>
                  <a:pt x="57781" y="49831"/>
                  <a:pt x="56152" y="48200"/>
                </a:cubicBezTo>
                <a:cubicBezTo>
                  <a:pt x="54514" y="46569"/>
                  <a:pt x="52301" y="45653"/>
                  <a:pt x="49995" y="45653"/>
                </a:cubicBezTo>
                <a:close/>
                <a:moveTo>
                  <a:pt x="57603" y="69566"/>
                </a:moveTo>
                <a:lnTo>
                  <a:pt x="42387" y="69566"/>
                </a:lnTo>
                <a:cubicBezTo>
                  <a:pt x="39392" y="69566"/>
                  <a:pt x="36950" y="72003"/>
                  <a:pt x="36950" y="75001"/>
                </a:cubicBezTo>
                <a:lnTo>
                  <a:pt x="36950" y="78986"/>
                </a:lnTo>
                <a:cubicBezTo>
                  <a:pt x="36950" y="83553"/>
                  <a:pt x="42544" y="86740"/>
                  <a:pt x="50538" y="86740"/>
                </a:cubicBezTo>
                <a:cubicBezTo>
                  <a:pt x="56685" y="86740"/>
                  <a:pt x="63040" y="83977"/>
                  <a:pt x="63040" y="79349"/>
                </a:cubicBezTo>
                <a:lnTo>
                  <a:pt x="63040" y="75001"/>
                </a:lnTo>
                <a:cubicBezTo>
                  <a:pt x="63040" y="72003"/>
                  <a:pt x="60609" y="69566"/>
                  <a:pt x="57603" y="69566"/>
                </a:cubicBezTo>
                <a:close/>
                <a:moveTo>
                  <a:pt x="79352" y="52175"/>
                </a:moveTo>
                <a:lnTo>
                  <a:pt x="64126" y="52175"/>
                </a:lnTo>
                <a:cubicBezTo>
                  <a:pt x="63687" y="52175"/>
                  <a:pt x="63270" y="52263"/>
                  <a:pt x="62884" y="52425"/>
                </a:cubicBezTo>
                <a:cubicBezTo>
                  <a:pt x="62978" y="53053"/>
                  <a:pt x="63040" y="53692"/>
                  <a:pt x="63040" y="54348"/>
                </a:cubicBezTo>
                <a:cubicBezTo>
                  <a:pt x="63040" y="58883"/>
                  <a:pt x="60713" y="62881"/>
                  <a:pt x="57196" y="65218"/>
                </a:cubicBezTo>
                <a:lnTo>
                  <a:pt x="57603" y="65218"/>
                </a:lnTo>
                <a:cubicBezTo>
                  <a:pt x="62445" y="65218"/>
                  <a:pt x="66453" y="68762"/>
                  <a:pt x="67225" y="73385"/>
                </a:cubicBezTo>
                <a:cubicBezTo>
                  <a:pt x="68780" y="73592"/>
                  <a:pt x="70178" y="73696"/>
                  <a:pt x="71202" y="73696"/>
                </a:cubicBezTo>
                <a:cubicBezTo>
                  <a:pt x="80479" y="73696"/>
                  <a:pt x="86960" y="69614"/>
                  <a:pt x="86960" y="63768"/>
                </a:cubicBezTo>
                <a:lnTo>
                  <a:pt x="86960" y="59784"/>
                </a:lnTo>
                <a:cubicBezTo>
                  <a:pt x="86960" y="55588"/>
                  <a:pt x="83548" y="52175"/>
                  <a:pt x="79352" y="52175"/>
                </a:cubicBezTo>
                <a:close/>
                <a:moveTo>
                  <a:pt x="42387" y="65218"/>
                </a:moveTo>
                <a:lnTo>
                  <a:pt x="42804" y="65218"/>
                </a:lnTo>
                <a:cubicBezTo>
                  <a:pt x="39277" y="62881"/>
                  <a:pt x="36950" y="58883"/>
                  <a:pt x="36950" y="54348"/>
                </a:cubicBezTo>
                <a:cubicBezTo>
                  <a:pt x="36950" y="53692"/>
                  <a:pt x="37023" y="53053"/>
                  <a:pt x="37117" y="52425"/>
                </a:cubicBezTo>
                <a:cubicBezTo>
                  <a:pt x="36730" y="52263"/>
                  <a:pt x="36303" y="52175"/>
                  <a:pt x="35864" y="52175"/>
                </a:cubicBezTo>
                <a:lnTo>
                  <a:pt x="20649" y="52175"/>
                </a:lnTo>
                <a:cubicBezTo>
                  <a:pt x="16453" y="52175"/>
                  <a:pt x="13040" y="55588"/>
                  <a:pt x="13040" y="59784"/>
                </a:cubicBezTo>
                <a:lnTo>
                  <a:pt x="13040" y="63768"/>
                </a:lnTo>
                <a:cubicBezTo>
                  <a:pt x="13040" y="69614"/>
                  <a:pt x="19521" y="73696"/>
                  <a:pt x="28799" y="73696"/>
                </a:cubicBezTo>
                <a:cubicBezTo>
                  <a:pt x="29822" y="73696"/>
                  <a:pt x="31220" y="73592"/>
                  <a:pt x="32765" y="73385"/>
                </a:cubicBezTo>
                <a:cubicBezTo>
                  <a:pt x="33547" y="68762"/>
                  <a:pt x="37544" y="65218"/>
                  <a:pt x="42387" y="6521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8" name="Красный — SVG 21">
            <a:extLst>
              <a:ext uri="{FF2B5EF4-FFF2-40B4-BE49-F238E27FC236}">
                <a16:creationId xmlns:a16="http://schemas.microsoft.com/office/drawing/2014/main" id="{5393D563-B40F-0A4F-A939-B599BEC4BC8C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15942 w 134695"/>
              <a:gd name="csY0" fmla="*/ 0 h 148844"/>
              <a:gd name="csX1" fmla="*/ 0 w 134695"/>
              <a:gd name="csY1" fmla="*/ 15948 h 148844"/>
              <a:gd name="csX2" fmla="*/ 0 w 134695"/>
              <a:gd name="csY2" fmla="*/ 125811 h 148844"/>
              <a:gd name="csX3" fmla="*/ 15942 w 134695"/>
              <a:gd name="csY3" fmla="*/ 141759 h 148844"/>
              <a:gd name="csX4" fmla="*/ 56842 w 134695"/>
              <a:gd name="csY4" fmla="*/ 141759 h 148844"/>
              <a:gd name="csX5" fmla="*/ 60347 w 134695"/>
              <a:gd name="csY5" fmla="*/ 134762 h 148844"/>
              <a:gd name="csX6" fmla="*/ 74093 w 134695"/>
              <a:gd name="csY6" fmla="*/ 121022 h 148844"/>
              <a:gd name="csX7" fmla="*/ 70895 w 134695"/>
              <a:gd name="csY7" fmla="*/ 106319 h 148844"/>
              <a:gd name="csX8" fmla="*/ 71610 w 134695"/>
              <a:gd name="csY8" fmla="*/ 99231 h 148844"/>
              <a:gd name="csX9" fmla="*/ 30131 w 134695"/>
              <a:gd name="csY9" fmla="*/ 99231 h 148844"/>
              <a:gd name="csX10" fmla="*/ 24806 w 134695"/>
              <a:gd name="csY10" fmla="*/ 93915 h 148844"/>
              <a:gd name="csX11" fmla="*/ 30131 w 134695"/>
              <a:gd name="csY11" fmla="*/ 88599 h 148844"/>
              <a:gd name="csX12" fmla="*/ 75642 w 134695"/>
              <a:gd name="csY12" fmla="*/ 88599 h 148844"/>
              <a:gd name="csX13" fmla="*/ 106334 w 134695"/>
              <a:gd name="csY13" fmla="*/ 70880 h 148844"/>
              <a:gd name="csX14" fmla="*/ 113428 w 134695"/>
              <a:gd name="csY14" fmla="*/ 71593 h 148844"/>
              <a:gd name="csX15" fmla="*/ 113428 w 134695"/>
              <a:gd name="csY15" fmla="*/ 15948 h 148844"/>
              <a:gd name="csX16" fmla="*/ 97470 w 134695"/>
              <a:gd name="csY16" fmla="*/ 0 h 148844"/>
              <a:gd name="csX17" fmla="*/ 15942 w 134695"/>
              <a:gd name="csY17" fmla="*/ 0 h 148844"/>
              <a:gd name="csX18" fmla="*/ 56706 w 134695"/>
              <a:gd name="csY18" fmla="*/ 21264 h 148844"/>
              <a:gd name="csX19" fmla="*/ 70895 w 134695"/>
              <a:gd name="csY19" fmla="*/ 35439 h 148844"/>
              <a:gd name="csX20" fmla="*/ 56706 w 134695"/>
              <a:gd name="csY20" fmla="*/ 49616 h 148844"/>
              <a:gd name="csX21" fmla="*/ 42534 w 134695"/>
              <a:gd name="csY21" fmla="*/ 35439 h 148844"/>
              <a:gd name="csX22" fmla="*/ 56706 w 134695"/>
              <a:gd name="csY22" fmla="*/ 21264 h 148844"/>
              <a:gd name="csX23" fmla="*/ 37038 w 134695"/>
              <a:gd name="csY23" fmla="*/ 56703 h 148844"/>
              <a:gd name="csX24" fmla="*/ 76390 w 134695"/>
              <a:gd name="csY24" fmla="*/ 56703 h 148844"/>
              <a:gd name="csX25" fmla="*/ 81528 w 134695"/>
              <a:gd name="csY25" fmla="*/ 61832 h 148844"/>
              <a:gd name="csX26" fmla="*/ 81528 w 134695"/>
              <a:gd name="csY26" fmla="*/ 62912 h 148844"/>
              <a:gd name="csX27" fmla="*/ 56706 w 134695"/>
              <a:gd name="csY27" fmla="*/ 77967 h 148844"/>
              <a:gd name="csX28" fmla="*/ 31900 w 134695"/>
              <a:gd name="csY28" fmla="*/ 62912 h 148844"/>
              <a:gd name="csX29" fmla="*/ 31900 w 134695"/>
              <a:gd name="csY29" fmla="*/ 61832 h 148844"/>
              <a:gd name="csX30" fmla="*/ 37038 w 134695"/>
              <a:gd name="csY30" fmla="*/ 56703 h 148844"/>
              <a:gd name="csX31" fmla="*/ 106334 w 134695"/>
              <a:gd name="csY31" fmla="*/ 77967 h 148844"/>
              <a:gd name="csX32" fmla="*/ 77973 w 134695"/>
              <a:gd name="csY32" fmla="*/ 106319 h 148844"/>
              <a:gd name="csX33" fmla="*/ 82889 w 134695"/>
              <a:gd name="csY33" fmla="*/ 122240 h 148844"/>
              <a:gd name="csX34" fmla="*/ 65365 w 134695"/>
              <a:gd name="csY34" fmla="*/ 139773 h 148844"/>
              <a:gd name="csX35" fmla="*/ 63800 w 134695"/>
              <a:gd name="csY35" fmla="*/ 143531 h 148844"/>
              <a:gd name="csX36" fmla="*/ 65365 w 134695"/>
              <a:gd name="csY36" fmla="*/ 147289 h 148844"/>
              <a:gd name="csX37" fmla="*/ 72869 w 134695"/>
              <a:gd name="csY37" fmla="*/ 147289 h 148844"/>
              <a:gd name="csX38" fmla="*/ 90409 w 134695"/>
              <a:gd name="csY38" fmla="*/ 129764 h 148844"/>
              <a:gd name="csX39" fmla="*/ 106334 w 134695"/>
              <a:gd name="csY39" fmla="*/ 134672 h 148844"/>
              <a:gd name="csX40" fmla="*/ 134695 w 134695"/>
              <a:gd name="csY40" fmla="*/ 106319 h 148844"/>
              <a:gd name="csX41" fmla="*/ 106334 w 134695"/>
              <a:gd name="csY41" fmla="*/ 77967 h 148844"/>
              <a:gd name="csX42" fmla="*/ 106334 w 134695"/>
              <a:gd name="csY42" fmla="*/ 88599 h 148844"/>
              <a:gd name="csX43" fmla="*/ 124062 w 134695"/>
              <a:gd name="csY43" fmla="*/ 106319 h 148844"/>
              <a:gd name="csX44" fmla="*/ 106334 w 134695"/>
              <a:gd name="csY44" fmla="*/ 124040 h 148844"/>
              <a:gd name="csX45" fmla="*/ 88606 w 134695"/>
              <a:gd name="csY45" fmla="*/ 106319 h 148844"/>
              <a:gd name="csX46" fmla="*/ 106334 w 134695"/>
              <a:gd name="csY46" fmla="*/ 88599 h 148844"/>
              <a:gd name="csX47" fmla="*/ 30131 w 134695"/>
              <a:gd name="csY47" fmla="*/ 109863 h 148844"/>
              <a:gd name="csX48" fmla="*/ 58475 w 134695"/>
              <a:gd name="csY48" fmla="*/ 109863 h 148844"/>
              <a:gd name="csX49" fmla="*/ 63800 w 134695"/>
              <a:gd name="csY49" fmla="*/ 115179 h 148844"/>
              <a:gd name="csX50" fmla="*/ 58475 w 134695"/>
              <a:gd name="csY50" fmla="*/ 120495 h 148844"/>
              <a:gd name="csX51" fmla="*/ 30131 w 134695"/>
              <a:gd name="csY51" fmla="*/ 120495 h 148844"/>
              <a:gd name="csX52" fmla="*/ 24806 w 134695"/>
              <a:gd name="csY52" fmla="*/ 115179 h 148844"/>
              <a:gd name="csX53" fmla="*/ 30131 w 134695"/>
              <a:gd name="csY53" fmla="*/ 109863 h 148844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5" y="0"/>
                  <a:pt x="4753" y="4807"/>
                  <a:pt x="4753" y="10715"/>
                </a:cubicBezTo>
                <a:lnTo>
                  <a:pt x="4753" y="84525"/>
                </a:lnTo>
                <a:cubicBezTo>
                  <a:pt x="4753" y="90433"/>
                  <a:pt x="9565" y="95240"/>
                  <a:pt x="15464" y="95240"/>
                </a:cubicBezTo>
                <a:lnTo>
                  <a:pt x="42942" y="95240"/>
                </a:lnTo>
                <a:cubicBezTo>
                  <a:pt x="43193" y="93466"/>
                  <a:pt x="44005" y="91830"/>
                  <a:pt x="45297" y="90539"/>
                </a:cubicBezTo>
                <a:lnTo>
                  <a:pt x="54532" y="81308"/>
                </a:lnTo>
                <a:cubicBezTo>
                  <a:pt x="53115" y="78227"/>
                  <a:pt x="52383" y="74870"/>
                  <a:pt x="52383" y="71430"/>
                </a:cubicBezTo>
                <a:cubicBezTo>
                  <a:pt x="52383" y="69799"/>
                  <a:pt x="52543" y="68206"/>
                  <a:pt x="52864" y="66668"/>
                </a:cubicBezTo>
                <a:lnTo>
                  <a:pt x="24996" y="66668"/>
                </a:lnTo>
                <a:cubicBezTo>
                  <a:pt x="23018" y="66668"/>
                  <a:pt x="21419" y="65070"/>
                  <a:pt x="21419" y="63096"/>
                </a:cubicBezTo>
                <a:cubicBezTo>
                  <a:pt x="21419" y="61122"/>
                  <a:pt x="23018" y="59525"/>
                  <a:pt x="24996" y="59525"/>
                </a:cubicBezTo>
                <a:lnTo>
                  <a:pt x="55573" y="59525"/>
                </a:lnTo>
                <a:cubicBezTo>
                  <a:pt x="59699" y="52413"/>
                  <a:pt x="67392" y="47620"/>
                  <a:pt x="76193" y="47620"/>
                </a:cubicBezTo>
                <a:cubicBezTo>
                  <a:pt x="77827" y="47620"/>
                  <a:pt x="79416" y="47785"/>
                  <a:pt x="80959" y="48099"/>
                </a:cubicBezTo>
                <a:lnTo>
                  <a:pt x="80959" y="10715"/>
                </a:lnTo>
                <a:cubicBezTo>
                  <a:pt x="80959" y="4807"/>
                  <a:pt x="76147" y="0"/>
                  <a:pt x="70238" y="0"/>
                </a:cubicBezTo>
                <a:lnTo>
                  <a:pt x="15464" y="0"/>
                </a:lnTo>
                <a:close/>
                <a:moveTo>
                  <a:pt x="42851" y="14286"/>
                </a:moveTo>
                <a:cubicBezTo>
                  <a:pt x="48120" y="14286"/>
                  <a:pt x="52383" y="18550"/>
                  <a:pt x="52383" y="23809"/>
                </a:cubicBezTo>
                <a:cubicBezTo>
                  <a:pt x="52383" y="29069"/>
                  <a:pt x="48120" y="33334"/>
                  <a:pt x="42851" y="33334"/>
                </a:cubicBezTo>
                <a:cubicBezTo>
                  <a:pt x="37592" y="33334"/>
                  <a:pt x="33329" y="29069"/>
                  <a:pt x="33329" y="23809"/>
                </a:cubicBezTo>
                <a:cubicBezTo>
                  <a:pt x="33329" y="18550"/>
                  <a:pt x="37592" y="14286"/>
                  <a:pt x="42851" y="14286"/>
                </a:cubicBezTo>
                <a:close/>
                <a:moveTo>
                  <a:pt x="29637" y="38096"/>
                </a:moveTo>
                <a:lnTo>
                  <a:pt x="56075" y="38096"/>
                </a:lnTo>
                <a:cubicBezTo>
                  <a:pt x="57985" y="38096"/>
                  <a:pt x="59527" y="39637"/>
                  <a:pt x="59527" y="41541"/>
                </a:cubicBezTo>
                <a:lnTo>
                  <a:pt x="59527" y="42267"/>
                </a:lnTo>
                <a:cubicBezTo>
                  <a:pt x="59527" y="47560"/>
                  <a:pt x="52772" y="52382"/>
                  <a:pt x="42851" y="52382"/>
                </a:cubicBezTo>
                <a:cubicBezTo>
                  <a:pt x="32940" y="52382"/>
                  <a:pt x="26185" y="47560"/>
                  <a:pt x="26185" y="42267"/>
                </a:cubicBezTo>
                <a:lnTo>
                  <a:pt x="26185" y="41541"/>
                </a:lnTo>
                <a:cubicBezTo>
                  <a:pt x="26185" y="39637"/>
                  <a:pt x="27728" y="38096"/>
                  <a:pt x="29637" y="38096"/>
                </a:cubicBezTo>
                <a:close/>
                <a:moveTo>
                  <a:pt x="76193" y="52382"/>
                </a:moveTo>
                <a:cubicBezTo>
                  <a:pt x="65689" y="52382"/>
                  <a:pt x="57139" y="60927"/>
                  <a:pt x="57139" y="71430"/>
                </a:cubicBezTo>
                <a:cubicBezTo>
                  <a:pt x="57139" y="75395"/>
                  <a:pt x="58361" y="79073"/>
                  <a:pt x="60441" y="82126"/>
                </a:cubicBezTo>
                <a:lnTo>
                  <a:pt x="48668" y="93906"/>
                </a:lnTo>
                <a:cubicBezTo>
                  <a:pt x="47960" y="94603"/>
                  <a:pt x="47617" y="95516"/>
                  <a:pt x="47617" y="96430"/>
                </a:cubicBezTo>
                <a:cubicBezTo>
                  <a:pt x="47617" y="97345"/>
                  <a:pt x="47971" y="98258"/>
                  <a:pt x="48668" y="98955"/>
                </a:cubicBezTo>
                <a:cubicBezTo>
                  <a:pt x="50063" y="100349"/>
                  <a:pt x="52315" y="100349"/>
                  <a:pt x="53710" y="98955"/>
                </a:cubicBezTo>
                <a:lnTo>
                  <a:pt x="65494" y="87181"/>
                </a:lnTo>
                <a:cubicBezTo>
                  <a:pt x="68546" y="89259"/>
                  <a:pt x="72226" y="90479"/>
                  <a:pt x="76193" y="90479"/>
                </a:cubicBezTo>
                <a:cubicBezTo>
                  <a:pt x="86697" y="90479"/>
                  <a:pt x="95247" y="81933"/>
                  <a:pt x="95247" y="71430"/>
                </a:cubicBezTo>
                <a:cubicBezTo>
                  <a:pt x="95247" y="60927"/>
                  <a:pt x="86697" y="52382"/>
                  <a:pt x="76193" y="52382"/>
                </a:cubicBezTo>
                <a:close/>
                <a:moveTo>
                  <a:pt x="76193" y="59525"/>
                </a:moveTo>
                <a:cubicBezTo>
                  <a:pt x="82753" y="59525"/>
                  <a:pt x="88103" y="64865"/>
                  <a:pt x="88103" y="71430"/>
                </a:cubicBezTo>
                <a:cubicBezTo>
                  <a:pt x="88103" y="77995"/>
                  <a:pt x="82753" y="83336"/>
                  <a:pt x="76193" y="83336"/>
                </a:cubicBezTo>
                <a:cubicBezTo>
                  <a:pt x="69632" y="83336"/>
                  <a:pt x="64282" y="77995"/>
                  <a:pt x="64282" y="71430"/>
                </a:cubicBezTo>
                <a:cubicBezTo>
                  <a:pt x="64282" y="64865"/>
                  <a:pt x="69632" y="59525"/>
                  <a:pt x="76193" y="59525"/>
                </a:cubicBezTo>
                <a:close/>
                <a:moveTo>
                  <a:pt x="24996" y="73811"/>
                </a:moveTo>
                <a:lnTo>
                  <a:pt x="44039" y="73811"/>
                </a:lnTo>
                <a:cubicBezTo>
                  <a:pt x="46017" y="73811"/>
                  <a:pt x="47617" y="75408"/>
                  <a:pt x="47617" y="77382"/>
                </a:cubicBezTo>
                <a:cubicBezTo>
                  <a:pt x="47617" y="79356"/>
                  <a:pt x="46017" y="80954"/>
                  <a:pt x="44039" y="80954"/>
                </a:cubicBezTo>
                <a:lnTo>
                  <a:pt x="24996" y="80954"/>
                </a:lnTo>
                <a:cubicBezTo>
                  <a:pt x="23018" y="80954"/>
                  <a:pt x="21419" y="79356"/>
                  <a:pt x="21419" y="77382"/>
                </a:cubicBezTo>
                <a:cubicBezTo>
                  <a:pt x="21419" y="75408"/>
                  <a:pt x="23018" y="73811"/>
                  <a:pt x="24996" y="7381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9" name="Красный — SVG 22">
            <a:extLst>
              <a:ext uri="{FF2B5EF4-FFF2-40B4-BE49-F238E27FC236}">
                <a16:creationId xmlns:a16="http://schemas.microsoft.com/office/drawing/2014/main" id="{AEB20F16-D21B-0240-A377-E8C0C208869C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31968 w 156115"/>
              <a:gd name="csY0" fmla="*/ 0 h 131203"/>
              <a:gd name="csX1" fmla="*/ 24465 w 156115"/>
              <a:gd name="csY1" fmla="*/ 3115 h 131203"/>
              <a:gd name="csX2" fmla="*/ 21335 w 156115"/>
              <a:gd name="csY2" fmla="*/ 10632 h 131203"/>
              <a:gd name="csX3" fmla="*/ 24465 w 156115"/>
              <a:gd name="csY3" fmla="*/ 18149 h 131203"/>
              <a:gd name="csX4" fmla="*/ 31968 w 156115"/>
              <a:gd name="csY4" fmla="*/ 21264 h 131203"/>
              <a:gd name="csX5" fmla="*/ 39488 w 156115"/>
              <a:gd name="csY5" fmla="*/ 18149 h 131203"/>
              <a:gd name="csX6" fmla="*/ 42602 w 156115"/>
              <a:gd name="csY6" fmla="*/ 10632 h 131203"/>
              <a:gd name="csX7" fmla="*/ 39488 w 156115"/>
              <a:gd name="csY7" fmla="*/ 3115 h 131203"/>
              <a:gd name="csX8" fmla="*/ 31968 w 156115"/>
              <a:gd name="csY8" fmla="*/ 0 h 131203"/>
              <a:gd name="csX9" fmla="*/ 124130 w 156115"/>
              <a:gd name="csY9" fmla="*/ 0 h 131203"/>
              <a:gd name="csX10" fmla="*/ 116610 w 156115"/>
              <a:gd name="csY10" fmla="*/ 3115 h 131203"/>
              <a:gd name="csX11" fmla="*/ 113496 w 156115"/>
              <a:gd name="csY11" fmla="*/ 10632 h 131203"/>
              <a:gd name="csX12" fmla="*/ 116610 w 156115"/>
              <a:gd name="csY12" fmla="*/ 18149 h 131203"/>
              <a:gd name="csX13" fmla="*/ 124130 w 156115"/>
              <a:gd name="csY13" fmla="*/ 21264 h 131203"/>
              <a:gd name="csX14" fmla="*/ 131650 w 156115"/>
              <a:gd name="csY14" fmla="*/ 18149 h 131203"/>
              <a:gd name="csX15" fmla="*/ 134763 w 156115"/>
              <a:gd name="csY15" fmla="*/ 10632 h 131203"/>
              <a:gd name="csX16" fmla="*/ 131650 w 156115"/>
              <a:gd name="csY16" fmla="*/ 3115 h 131203"/>
              <a:gd name="csX17" fmla="*/ 124130 w 156115"/>
              <a:gd name="csY17" fmla="*/ 0 h 131203"/>
              <a:gd name="csX18" fmla="*/ 78058 w 156115"/>
              <a:gd name="csY18" fmla="*/ 77 h 131203"/>
              <a:gd name="csX19" fmla="*/ 70538 w 156115"/>
              <a:gd name="csY19" fmla="*/ 3191 h 131203"/>
              <a:gd name="csX20" fmla="*/ 67424 w 156115"/>
              <a:gd name="csY20" fmla="*/ 10708 h 131203"/>
              <a:gd name="csX21" fmla="*/ 70538 w 156115"/>
              <a:gd name="csY21" fmla="*/ 18224 h 131203"/>
              <a:gd name="csX22" fmla="*/ 78058 w 156115"/>
              <a:gd name="csY22" fmla="*/ 21340 h 131203"/>
              <a:gd name="csX23" fmla="*/ 85578 w 156115"/>
              <a:gd name="csY23" fmla="*/ 18224 h 131203"/>
              <a:gd name="csX24" fmla="*/ 88691 w 156115"/>
              <a:gd name="csY24" fmla="*/ 10708 h 131203"/>
              <a:gd name="csX25" fmla="*/ 85578 w 156115"/>
              <a:gd name="csY25" fmla="*/ 3191 h 131203"/>
              <a:gd name="csX26" fmla="*/ 78058 w 156115"/>
              <a:gd name="csY26" fmla="*/ 77 h 131203"/>
              <a:gd name="csX27" fmla="*/ 124130 w 156115"/>
              <a:gd name="csY27" fmla="*/ 24732 h 131203"/>
              <a:gd name="csX28" fmla="*/ 106402 w 156115"/>
              <a:gd name="csY28" fmla="*/ 42528 h 131203"/>
              <a:gd name="csX29" fmla="*/ 95769 w 156115"/>
              <a:gd name="csY29" fmla="*/ 42528 h 131203"/>
              <a:gd name="csX30" fmla="*/ 78058 w 156115"/>
              <a:gd name="csY30" fmla="*/ 24807 h 131203"/>
              <a:gd name="csX31" fmla="*/ 60347 w 156115"/>
              <a:gd name="csY31" fmla="*/ 42528 h 131203"/>
              <a:gd name="csX32" fmla="*/ 49679 w 156115"/>
              <a:gd name="csY32" fmla="*/ 42528 h 131203"/>
              <a:gd name="csX33" fmla="*/ 31968 w 156115"/>
              <a:gd name="csY33" fmla="*/ 24807 h 131203"/>
              <a:gd name="csX34" fmla="*/ 14274 w 156115"/>
              <a:gd name="csY34" fmla="*/ 42528 h 131203"/>
              <a:gd name="csX35" fmla="*/ 5393 w 156115"/>
              <a:gd name="csY35" fmla="*/ 42528 h 131203"/>
              <a:gd name="csX36" fmla="*/ 3335 w 156115"/>
              <a:gd name="csY36" fmla="*/ 42910 h 131203"/>
              <a:gd name="csX37" fmla="*/ 1582 w 156115"/>
              <a:gd name="csY37" fmla="*/ 44059 h 131203"/>
              <a:gd name="csX38" fmla="*/ 408 w 156115"/>
              <a:gd name="csY38" fmla="*/ 45792 h 131203"/>
              <a:gd name="csX39" fmla="*/ 0 w 156115"/>
              <a:gd name="csY39" fmla="*/ 47844 h 131203"/>
              <a:gd name="csX40" fmla="*/ 408 w 156115"/>
              <a:gd name="csY40" fmla="*/ 49895 h 131203"/>
              <a:gd name="csX41" fmla="*/ 1582 w 156115"/>
              <a:gd name="csY41" fmla="*/ 51629 h 131203"/>
              <a:gd name="csX42" fmla="*/ 3335 w 156115"/>
              <a:gd name="csY42" fmla="*/ 52777 h 131203"/>
              <a:gd name="csX43" fmla="*/ 5393 w 156115"/>
              <a:gd name="csY43" fmla="*/ 53160 h 131203"/>
              <a:gd name="csX44" fmla="*/ 150722 w 156115"/>
              <a:gd name="csY44" fmla="*/ 53160 h 131203"/>
              <a:gd name="csX45" fmla="*/ 152780 w 156115"/>
              <a:gd name="csY45" fmla="*/ 52777 h 131203"/>
              <a:gd name="csX46" fmla="*/ 154516 w 156115"/>
              <a:gd name="csY46" fmla="*/ 51629 h 131203"/>
              <a:gd name="csX47" fmla="*/ 155690 w 156115"/>
              <a:gd name="csY47" fmla="*/ 49895 h 131203"/>
              <a:gd name="csX48" fmla="*/ 156115 w 156115"/>
              <a:gd name="csY48" fmla="*/ 47844 h 131203"/>
              <a:gd name="csX49" fmla="*/ 155690 w 156115"/>
              <a:gd name="csY49" fmla="*/ 45792 h 131203"/>
              <a:gd name="csX50" fmla="*/ 154516 w 156115"/>
              <a:gd name="csY50" fmla="*/ 44059 h 131203"/>
              <a:gd name="csX51" fmla="*/ 152780 w 156115"/>
              <a:gd name="csY51" fmla="*/ 42910 h 131203"/>
              <a:gd name="csX52" fmla="*/ 150722 w 156115"/>
              <a:gd name="csY52" fmla="*/ 42528 h 131203"/>
              <a:gd name="csX53" fmla="*/ 141858 w 156115"/>
              <a:gd name="csY53" fmla="*/ 42528 h 131203"/>
              <a:gd name="csX54" fmla="*/ 124130 w 156115"/>
              <a:gd name="csY54" fmla="*/ 24732 h 131203"/>
              <a:gd name="csX55" fmla="*/ 31968 w 156115"/>
              <a:gd name="csY55" fmla="*/ 63792 h 131203"/>
              <a:gd name="csX56" fmla="*/ 24465 w 156115"/>
              <a:gd name="csY56" fmla="*/ 66906 h 131203"/>
              <a:gd name="csX57" fmla="*/ 21335 w 156115"/>
              <a:gd name="csY57" fmla="*/ 74424 h 131203"/>
              <a:gd name="csX58" fmla="*/ 24465 w 156115"/>
              <a:gd name="csY58" fmla="*/ 81941 h 131203"/>
              <a:gd name="csX59" fmla="*/ 31968 w 156115"/>
              <a:gd name="csY59" fmla="*/ 85056 h 131203"/>
              <a:gd name="csX60" fmla="*/ 39488 w 156115"/>
              <a:gd name="csY60" fmla="*/ 81941 h 131203"/>
              <a:gd name="csX61" fmla="*/ 42602 w 156115"/>
              <a:gd name="csY61" fmla="*/ 74424 h 131203"/>
              <a:gd name="csX62" fmla="*/ 39488 w 156115"/>
              <a:gd name="csY62" fmla="*/ 66906 h 131203"/>
              <a:gd name="csX63" fmla="*/ 31968 w 156115"/>
              <a:gd name="csY63" fmla="*/ 63792 h 131203"/>
              <a:gd name="csX64" fmla="*/ 124130 w 156115"/>
              <a:gd name="csY64" fmla="*/ 63792 h 131203"/>
              <a:gd name="csX65" fmla="*/ 116610 w 156115"/>
              <a:gd name="csY65" fmla="*/ 66906 h 131203"/>
              <a:gd name="csX66" fmla="*/ 113496 w 156115"/>
              <a:gd name="csY66" fmla="*/ 74424 h 131203"/>
              <a:gd name="csX67" fmla="*/ 116610 w 156115"/>
              <a:gd name="csY67" fmla="*/ 81941 h 131203"/>
              <a:gd name="csX68" fmla="*/ 124130 w 156115"/>
              <a:gd name="csY68" fmla="*/ 85056 h 131203"/>
              <a:gd name="csX69" fmla="*/ 131650 w 156115"/>
              <a:gd name="csY69" fmla="*/ 81941 h 131203"/>
              <a:gd name="csX70" fmla="*/ 134763 w 156115"/>
              <a:gd name="csY70" fmla="*/ 74424 h 131203"/>
              <a:gd name="csX71" fmla="*/ 131650 w 156115"/>
              <a:gd name="csY71" fmla="*/ 66906 h 131203"/>
              <a:gd name="csX72" fmla="*/ 124130 w 156115"/>
              <a:gd name="csY72" fmla="*/ 63792 h 131203"/>
              <a:gd name="csX73" fmla="*/ 78058 w 156115"/>
              <a:gd name="csY73" fmla="*/ 63868 h 131203"/>
              <a:gd name="csX74" fmla="*/ 70538 w 156115"/>
              <a:gd name="csY74" fmla="*/ 66981 h 131203"/>
              <a:gd name="csX75" fmla="*/ 67424 w 156115"/>
              <a:gd name="csY75" fmla="*/ 74500 h 131203"/>
              <a:gd name="csX76" fmla="*/ 70538 w 156115"/>
              <a:gd name="csY76" fmla="*/ 82017 h 131203"/>
              <a:gd name="csX77" fmla="*/ 78058 w 156115"/>
              <a:gd name="csY77" fmla="*/ 85132 h 131203"/>
              <a:gd name="csX78" fmla="*/ 85578 w 156115"/>
              <a:gd name="csY78" fmla="*/ 82017 h 131203"/>
              <a:gd name="csX79" fmla="*/ 88691 w 156115"/>
              <a:gd name="csY79" fmla="*/ 74500 h 131203"/>
              <a:gd name="csX80" fmla="*/ 85578 w 156115"/>
              <a:gd name="csY80" fmla="*/ 66981 h 131203"/>
              <a:gd name="csX81" fmla="*/ 78058 w 156115"/>
              <a:gd name="csY81" fmla="*/ 63868 h 131203"/>
              <a:gd name="csX82" fmla="*/ 124130 w 156115"/>
              <a:gd name="csY82" fmla="*/ 88524 h 131203"/>
              <a:gd name="csX83" fmla="*/ 106402 w 156115"/>
              <a:gd name="csY83" fmla="*/ 106319 h 131203"/>
              <a:gd name="csX84" fmla="*/ 95769 w 156115"/>
              <a:gd name="csY84" fmla="*/ 106319 h 131203"/>
              <a:gd name="csX85" fmla="*/ 78058 w 156115"/>
              <a:gd name="csY85" fmla="*/ 88599 h 131203"/>
              <a:gd name="csX86" fmla="*/ 60347 w 156115"/>
              <a:gd name="csY86" fmla="*/ 106319 h 131203"/>
              <a:gd name="csX87" fmla="*/ 49679 w 156115"/>
              <a:gd name="csY87" fmla="*/ 106319 h 131203"/>
              <a:gd name="csX88" fmla="*/ 31968 w 156115"/>
              <a:gd name="csY88" fmla="*/ 88599 h 131203"/>
              <a:gd name="csX89" fmla="*/ 14257 w 156115"/>
              <a:gd name="csY89" fmla="*/ 106396 h 131203"/>
              <a:gd name="csX90" fmla="*/ 14274 w 156115"/>
              <a:gd name="csY90" fmla="*/ 106687 h 131203"/>
              <a:gd name="csX91" fmla="*/ 68 w 156115"/>
              <a:gd name="csY91" fmla="*/ 122301 h 131203"/>
              <a:gd name="csX92" fmla="*/ 68 w 156115"/>
              <a:gd name="csY92" fmla="*/ 125811 h 131203"/>
              <a:gd name="csX93" fmla="*/ 459 w 156115"/>
              <a:gd name="csY93" fmla="*/ 127869 h 131203"/>
              <a:gd name="csX94" fmla="*/ 1599 w 156115"/>
              <a:gd name="csY94" fmla="*/ 129620 h 131203"/>
              <a:gd name="csX95" fmla="*/ 3335 w 156115"/>
              <a:gd name="csY95" fmla="*/ 130792 h 131203"/>
              <a:gd name="csX96" fmla="*/ 5393 w 156115"/>
              <a:gd name="csY96" fmla="*/ 131203 h 131203"/>
              <a:gd name="csX97" fmla="*/ 7452 w 156115"/>
              <a:gd name="csY97" fmla="*/ 130792 h 131203"/>
              <a:gd name="csX98" fmla="*/ 9187 w 156115"/>
              <a:gd name="csY98" fmla="*/ 129620 h 131203"/>
              <a:gd name="csX99" fmla="*/ 10327 w 156115"/>
              <a:gd name="csY99" fmla="*/ 127869 h 131203"/>
              <a:gd name="csX100" fmla="*/ 10702 w 156115"/>
              <a:gd name="csY100" fmla="*/ 125811 h 131203"/>
              <a:gd name="csX101" fmla="*/ 10702 w 156115"/>
              <a:gd name="csY101" fmla="*/ 122301 h 131203"/>
              <a:gd name="csX102" fmla="*/ 16061 w 156115"/>
              <a:gd name="csY102" fmla="*/ 116951 h 131203"/>
              <a:gd name="csX103" fmla="*/ 140088 w 156115"/>
              <a:gd name="csY103" fmla="*/ 116951 h 131203"/>
              <a:gd name="csX104" fmla="*/ 143848 w 156115"/>
              <a:gd name="csY104" fmla="*/ 118510 h 131203"/>
              <a:gd name="csX105" fmla="*/ 145397 w 156115"/>
              <a:gd name="csY105" fmla="*/ 122267 h 131203"/>
              <a:gd name="csX106" fmla="*/ 145397 w 156115"/>
              <a:gd name="csY106" fmla="*/ 125811 h 131203"/>
              <a:gd name="csX107" fmla="*/ 145788 w 156115"/>
              <a:gd name="csY107" fmla="*/ 127869 h 131203"/>
              <a:gd name="csX108" fmla="*/ 146928 w 156115"/>
              <a:gd name="csY108" fmla="*/ 129620 h 131203"/>
              <a:gd name="csX109" fmla="*/ 148663 w 156115"/>
              <a:gd name="csY109" fmla="*/ 130792 h 131203"/>
              <a:gd name="csX110" fmla="*/ 150722 w 156115"/>
              <a:gd name="csY110" fmla="*/ 131203 h 131203"/>
              <a:gd name="csX111" fmla="*/ 152763 w 156115"/>
              <a:gd name="csY111" fmla="*/ 130792 h 131203"/>
              <a:gd name="csX112" fmla="*/ 154499 w 156115"/>
              <a:gd name="csY112" fmla="*/ 129620 h 131203"/>
              <a:gd name="csX113" fmla="*/ 155656 w 156115"/>
              <a:gd name="csY113" fmla="*/ 127869 h 131203"/>
              <a:gd name="csX114" fmla="*/ 156030 w 156115"/>
              <a:gd name="csY114" fmla="*/ 125811 h 131203"/>
              <a:gd name="csX115" fmla="*/ 156030 w 156115"/>
              <a:gd name="csY115" fmla="*/ 122267 h 131203"/>
              <a:gd name="csX116" fmla="*/ 151351 w 156115"/>
              <a:gd name="csY116" fmla="*/ 110992 h 131203"/>
              <a:gd name="csX117" fmla="*/ 141841 w 156115"/>
              <a:gd name="csY117" fmla="*/ 106673 h 131203"/>
              <a:gd name="csX118" fmla="*/ 141858 w 156115"/>
              <a:gd name="csY118" fmla="*/ 106319 h 131203"/>
              <a:gd name="csX119" fmla="*/ 124130 w 156115"/>
              <a:gd name="csY119" fmla="*/ 88524 h 131203"/>
            </a:gdLst>
            <a:ahLst/>
            <a:cxnLst/>
            <a:rect l="l" t="t" r="r" b="b"/>
            <a:pathLst>
              <a:path w="100000" h="100000">
                <a:moveTo>
                  <a:pt x="20477" y="7979"/>
                </a:moveTo>
                <a:cubicBezTo>
                  <a:pt x="18679" y="7979"/>
                  <a:pt x="16946" y="8696"/>
                  <a:pt x="15671" y="9974"/>
                </a:cubicBezTo>
                <a:cubicBezTo>
                  <a:pt x="14386" y="11251"/>
                  <a:pt x="13666" y="12982"/>
                  <a:pt x="13666" y="14789"/>
                </a:cubicBezTo>
                <a:cubicBezTo>
                  <a:pt x="13666" y="16595"/>
                  <a:pt x="14386" y="18327"/>
                  <a:pt x="15671" y="19604"/>
                </a:cubicBezTo>
                <a:cubicBezTo>
                  <a:pt x="16946" y="20883"/>
                  <a:pt x="18679" y="21599"/>
                  <a:pt x="20477" y="21599"/>
                </a:cubicBezTo>
                <a:cubicBezTo>
                  <a:pt x="22286" y="21599"/>
                  <a:pt x="24019" y="20883"/>
                  <a:pt x="25294" y="19604"/>
                </a:cubicBezTo>
                <a:cubicBezTo>
                  <a:pt x="26580" y="18327"/>
                  <a:pt x="27289" y="16595"/>
                  <a:pt x="27289" y="14789"/>
                </a:cubicBezTo>
                <a:cubicBezTo>
                  <a:pt x="27289" y="12982"/>
                  <a:pt x="26580" y="11251"/>
                  <a:pt x="25294" y="9974"/>
                </a:cubicBezTo>
                <a:cubicBezTo>
                  <a:pt x="24019" y="8696"/>
                  <a:pt x="22286" y="7979"/>
                  <a:pt x="20477" y="7979"/>
                </a:cubicBezTo>
                <a:close/>
                <a:moveTo>
                  <a:pt x="79512" y="7979"/>
                </a:moveTo>
                <a:cubicBezTo>
                  <a:pt x="77703" y="7979"/>
                  <a:pt x="75970" y="8696"/>
                  <a:pt x="74695" y="9974"/>
                </a:cubicBezTo>
                <a:cubicBezTo>
                  <a:pt x="73420" y="11251"/>
                  <a:pt x="72700" y="12982"/>
                  <a:pt x="72700" y="14789"/>
                </a:cubicBezTo>
                <a:cubicBezTo>
                  <a:pt x="72700" y="16595"/>
                  <a:pt x="73420" y="18327"/>
                  <a:pt x="74695" y="19604"/>
                </a:cubicBezTo>
                <a:cubicBezTo>
                  <a:pt x="75970" y="20883"/>
                  <a:pt x="77703" y="21599"/>
                  <a:pt x="79512" y="21599"/>
                </a:cubicBezTo>
                <a:cubicBezTo>
                  <a:pt x="81321" y="21599"/>
                  <a:pt x="83054" y="20883"/>
                  <a:pt x="84329" y="19604"/>
                </a:cubicBezTo>
                <a:cubicBezTo>
                  <a:pt x="85604" y="18327"/>
                  <a:pt x="86323" y="16595"/>
                  <a:pt x="86323" y="14789"/>
                </a:cubicBezTo>
                <a:cubicBezTo>
                  <a:pt x="86323" y="12982"/>
                  <a:pt x="85604" y="11251"/>
                  <a:pt x="84329" y="9974"/>
                </a:cubicBezTo>
                <a:cubicBezTo>
                  <a:pt x="83054" y="8696"/>
                  <a:pt x="81321" y="7979"/>
                  <a:pt x="79512" y="7979"/>
                </a:cubicBezTo>
                <a:close/>
                <a:moveTo>
                  <a:pt x="50000" y="8028"/>
                </a:moveTo>
                <a:cubicBezTo>
                  <a:pt x="48191" y="8028"/>
                  <a:pt x="46458" y="8746"/>
                  <a:pt x="45183" y="10023"/>
                </a:cubicBezTo>
                <a:cubicBezTo>
                  <a:pt x="43908" y="11300"/>
                  <a:pt x="43189" y="13033"/>
                  <a:pt x="43189" y="14838"/>
                </a:cubicBezTo>
                <a:cubicBezTo>
                  <a:pt x="43189" y="16643"/>
                  <a:pt x="43908" y="18375"/>
                  <a:pt x="45183" y="19652"/>
                </a:cubicBezTo>
                <a:cubicBezTo>
                  <a:pt x="46458" y="20929"/>
                  <a:pt x="48191" y="21648"/>
                  <a:pt x="50000" y="21648"/>
                </a:cubicBezTo>
                <a:cubicBezTo>
                  <a:pt x="51809" y="21648"/>
                  <a:pt x="53531" y="20929"/>
                  <a:pt x="54817" y="19652"/>
                </a:cubicBezTo>
                <a:cubicBezTo>
                  <a:pt x="56092" y="18375"/>
                  <a:pt x="56811" y="16643"/>
                  <a:pt x="56811" y="14838"/>
                </a:cubicBezTo>
                <a:cubicBezTo>
                  <a:pt x="56811" y="13033"/>
                  <a:pt x="56092" y="11300"/>
                  <a:pt x="54817" y="10023"/>
                </a:cubicBezTo>
                <a:cubicBezTo>
                  <a:pt x="53531" y="8746"/>
                  <a:pt x="51809" y="8028"/>
                  <a:pt x="50000" y="8028"/>
                </a:cubicBezTo>
                <a:close/>
                <a:moveTo>
                  <a:pt x="79512" y="23821"/>
                </a:moveTo>
                <a:cubicBezTo>
                  <a:pt x="73267" y="23821"/>
                  <a:pt x="68156" y="28976"/>
                  <a:pt x="68156" y="35220"/>
                </a:cubicBezTo>
                <a:lnTo>
                  <a:pt x="61345" y="35220"/>
                </a:lnTo>
                <a:cubicBezTo>
                  <a:pt x="61312" y="28999"/>
                  <a:pt x="56223" y="23869"/>
                  <a:pt x="50000" y="23869"/>
                </a:cubicBezTo>
                <a:cubicBezTo>
                  <a:pt x="43777" y="23869"/>
                  <a:pt x="38688" y="28999"/>
                  <a:pt x="38655" y="35220"/>
                </a:cubicBezTo>
                <a:lnTo>
                  <a:pt x="31822" y="35220"/>
                </a:lnTo>
                <a:cubicBezTo>
                  <a:pt x="31800" y="28999"/>
                  <a:pt x="26711" y="23869"/>
                  <a:pt x="20477" y="23869"/>
                </a:cubicBezTo>
                <a:cubicBezTo>
                  <a:pt x="14254" y="23869"/>
                  <a:pt x="9165" y="28999"/>
                  <a:pt x="9143" y="35220"/>
                </a:cubicBezTo>
                <a:lnTo>
                  <a:pt x="3455" y="35220"/>
                </a:lnTo>
                <a:cubicBezTo>
                  <a:pt x="3008" y="35214"/>
                  <a:pt x="2550" y="35298"/>
                  <a:pt x="2136" y="35465"/>
                </a:cubicBezTo>
                <a:cubicBezTo>
                  <a:pt x="1722" y="35633"/>
                  <a:pt x="1341" y="35884"/>
                  <a:pt x="1013" y="36201"/>
                </a:cubicBezTo>
                <a:cubicBezTo>
                  <a:pt x="698" y="36517"/>
                  <a:pt x="436" y="36895"/>
                  <a:pt x="261" y="37311"/>
                </a:cubicBezTo>
                <a:cubicBezTo>
                  <a:pt x="87" y="37727"/>
                  <a:pt x="0" y="38174"/>
                  <a:pt x="0" y="38625"/>
                </a:cubicBezTo>
                <a:cubicBezTo>
                  <a:pt x="0" y="39076"/>
                  <a:pt x="87" y="39523"/>
                  <a:pt x="261" y="39939"/>
                </a:cubicBezTo>
                <a:cubicBezTo>
                  <a:pt x="436" y="40356"/>
                  <a:pt x="698" y="40733"/>
                  <a:pt x="1013" y="41050"/>
                </a:cubicBezTo>
                <a:cubicBezTo>
                  <a:pt x="1341" y="41367"/>
                  <a:pt x="1722" y="41617"/>
                  <a:pt x="2136" y="41785"/>
                </a:cubicBezTo>
                <a:cubicBezTo>
                  <a:pt x="2550" y="41953"/>
                  <a:pt x="3008" y="42037"/>
                  <a:pt x="3455" y="42031"/>
                </a:cubicBezTo>
                <a:lnTo>
                  <a:pt x="96545" y="42031"/>
                </a:lnTo>
                <a:cubicBezTo>
                  <a:pt x="96992" y="42037"/>
                  <a:pt x="97439" y="41953"/>
                  <a:pt x="97864" y="41785"/>
                </a:cubicBezTo>
                <a:cubicBezTo>
                  <a:pt x="98278" y="41617"/>
                  <a:pt x="98659" y="41367"/>
                  <a:pt x="98976" y="41050"/>
                </a:cubicBezTo>
                <a:cubicBezTo>
                  <a:pt x="99302" y="40733"/>
                  <a:pt x="99553" y="40356"/>
                  <a:pt x="99728" y="39939"/>
                </a:cubicBezTo>
                <a:cubicBezTo>
                  <a:pt x="99902" y="39523"/>
                  <a:pt x="100000" y="39076"/>
                  <a:pt x="100000" y="38625"/>
                </a:cubicBezTo>
                <a:cubicBezTo>
                  <a:pt x="100000" y="38174"/>
                  <a:pt x="99902" y="37727"/>
                  <a:pt x="99728" y="37311"/>
                </a:cubicBezTo>
                <a:cubicBezTo>
                  <a:pt x="99553" y="36895"/>
                  <a:pt x="99302" y="36517"/>
                  <a:pt x="98976" y="36201"/>
                </a:cubicBezTo>
                <a:cubicBezTo>
                  <a:pt x="98659" y="35884"/>
                  <a:pt x="98278" y="35633"/>
                  <a:pt x="97864" y="35465"/>
                </a:cubicBezTo>
                <a:cubicBezTo>
                  <a:pt x="97439" y="35298"/>
                  <a:pt x="96992" y="35214"/>
                  <a:pt x="96545" y="35220"/>
                </a:cubicBezTo>
                <a:lnTo>
                  <a:pt x="90868" y="35220"/>
                </a:lnTo>
                <a:cubicBezTo>
                  <a:pt x="90868" y="28976"/>
                  <a:pt x="85756" y="23821"/>
                  <a:pt x="79512" y="23821"/>
                </a:cubicBezTo>
                <a:close/>
                <a:moveTo>
                  <a:pt x="20477" y="48841"/>
                </a:moveTo>
                <a:cubicBezTo>
                  <a:pt x="18679" y="48841"/>
                  <a:pt x="16946" y="49558"/>
                  <a:pt x="15671" y="50836"/>
                </a:cubicBezTo>
                <a:cubicBezTo>
                  <a:pt x="14386" y="52113"/>
                  <a:pt x="13666" y="53844"/>
                  <a:pt x="13666" y="55651"/>
                </a:cubicBezTo>
                <a:cubicBezTo>
                  <a:pt x="13666" y="57458"/>
                  <a:pt x="14386" y="59189"/>
                  <a:pt x="15671" y="60466"/>
                </a:cubicBezTo>
                <a:cubicBezTo>
                  <a:pt x="16946" y="61744"/>
                  <a:pt x="18679" y="62462"/>
                  <a:pt x="20477" y="62462"/>
                </a:cubicBezTo>
                <a:cubicBezTo>
                  <a:pt x="22286" y="62462"/>
                  <a:pt x="24019" y="61744"/>
                  <a:pt x="25294" y="60466"/>
                </a:cubicBezTo>
                <a:cubicBezTo>
                  <a:pt x="26580" y="59189"/>
                  <a:pt x="27289" y="57458"/>
                  <a:pt x="27289" y="55651"/>
                </a:cubicBezTo>
                <a:cubicBezTo>
                  <a:pt x="27289" y="53844"/>
                  <a:pt x="26580" y="52113"/>
                  <a:pt x="25294" y="50836"/>
                </a:cubicBezTo>
                <a:cubicBezTo>
                  <a:pt x="24019" y="49558"/>
                  <a:pt x="22286" y="48841"/>
                  <a:pt x="20477" y="48841"/>
                </a:cubicBezTo>
                <a:close/>
                <a:moveTo>
                  <a:pt x="79512" y="48841"/>
                </a:moveTo>
                <a:cubicBezTo>
                  <a:pt x="77703" y="48841"/>
                  <a:pt x="75970" y="49558"/>
                  <a:pt x="74695" y="50836"/>
                </a:cubicBezTo>
                <a:cubicBezTo>
                  <a:pt x="73420" y="52113"/>
                  <a:pt x="72700" y="53844"/>
                  <a:pt x="72700" y="55651"/>
                </a:cubicBezTo>
                <a:cubicBezTo>
                  <a:pt x="72700" y="57458"/>
                  <a:pt x="73420" y="59189"/>
                  <a:pt x="74695" y="60466"/>
                </a:cubicBezTo>
                <a:cubicBezTo>
                  <a:pt x="75970" y="61744"/>
                  <a:pt x="77703" y="62462"/>
                  <a:pt x="79512" y="62462"/>
                </a:cubicBezTo>
                <a:cubicBezTo>
                  <a:pt x="81321" y="62462"/>
                  <a:pt x="83054" y="61744"/>
                  <a:pt x="84329" y="60466"/>
                </a:cubicBezTo>
                <a:cubicBezTo>
                  <a:pt x="85604" y="59189"/>
                  <a:pt x="86323" y="57458"/>
                  <a:pt x="86323" y="55651"/>
                </a:cubicBezTo>
                <a:cubicBezTo>
                  <a:pt x="86323" y="53844"/>
                  <a:pt x="85604" y="52113"/>
                  <a:pt x="84329" y="50836"/>
                </a:cubicBezTo>
                <a:cubicBezTo>
                  <a:pt x="83054" y="49558"/>
                  <a:pt x="81321" y="48841"/>
                  <a:pt x="79512" y="48841"/>
                </a:cubicBezTo>
                <a:close/>
                <a:moveTo>
                  <a:pt x="50000" y="48890"/>
                </a:moveTo>
                <a:cubicBezTo>
                  <a:pt x="48191" y="48890"/>
                  <a:pt x="46458" y="49607"/>
                  <a:pt x="45183" y="50884"/>
                </a:cubicBezTo>
                <a:cubicBezTo>
                  <a:pt x="43908" y="52161"/>
                  <a:pt x="43189" y="53894"/>
                  <a:pt x="43189" y="55700"/>
                </a:cubicBezTo>
                <a:cubicBezTo>
                  <a:pt x="43189" y="57506"/>
                  <a:pt x="43908" y="59238"/>
                  <a:pt x="45183" y="60515"/>
                </a:cubicBezTo>
                <a:cubicBezTo>
                  <a:pt x="46458" y="61792"/>
                  <a:pt x="48191" y="62510"/>
                  <a:pt x="50000" y="62510"/>
                </a:cubicBezTo>
                <a:cubicBezTo>
                  <a:pt x="51809" y="62510"/>
                  <a:pt x="53542" y="61792"/>
                  <a:pt x="54817" y="60515"/>
                </a:cubicBezTo>
                <a:cubicBezTo>
                  <a:pt x="56092" y="59238"/>
                  <a:pt x="56811" y="57506"/>
                  <a:pt x="56811" y="55700"/>
                </a:cubicBezTo>
                <a:cubicBezTo>
                  <a:pt x="56811" y="53894"/>
                  <a:pt x="56092" y="52161"/>
                  <a:pt x="54817" y="50884"/>
                </a:cubicBezTo>
                <a:cubicBezTo>
                  <a:pt x="53542" y="49607"/>
                  <a:pt x="51809" y="48890"/>
                  <a:pt x="50000" y="48890"/>
                </a:cubicBezTo>
                <a:close/>
                <a:moveTo>
                  <a:pt x="79512" y="64683"/>
                </a:moveTo>
                <a:cubicBezTo>
                  <a:pt x="73267" y="64683"/>
                  <a:pt x="68156" y="69838"/>
                  <a:pt x="68156" y="76082"/>
                </a:cubicBezTo>
                <a:lnTo>
                  <a:pt x="61345" y="76082"/>
                </a:lnTo>
                <a:cubicBezTo>
                  <a:pt x="61312" y="69861"/>
                  <a:pt x="56223" y="64731"/>
                  <a:pt x="50000" y="64731"/>
                </a:cubicBezTo>
                <a:cubicBezTo>
                  <a:pt x="43777" y="64731"/>
                  <a:pt x="38688" y="69861"/>
                  <a:pt x="38655" y="76082"/>
                </a:cubicBezTo>
                <a:lnTo>
                  <a:pt x="31822" y="76082"/>
                </a:lnTo>
                <a:cubicBezTo>
                  <a:pt x="31800" y="69861"/>
                  <a:pt x="26711" y="64731"/>
                  <a:pt x="20477" y="64731"/>
                </a:cubicBezTo>
                <a:cubicBezTo>
                  <a:pt x="14243" y="64731"/>
                  <a:pt x="9132" y="69886"/>
                  <a:pt x="9132" y="76131"/>
                </a:cubicBezTo>
                <a:cubicBezTo>
                  <a:pt x="9132" y="76193"/>
                  <a:pt x="9132" y="76255"/>
                  <a:pt x="9143" y="76317"/>
                </a:cubicBezTo>
                <a:cubicBezTo>
                  <a:pt x="4087" y="76920"/>
                  <a:pt x="44" y="81113"/>
                  <a:pt x="44" y="86319"/>
                </a:cubicBezTo>
                <a:lnTo>
                  <a:pt x="44" y="88567"/>
                </a:lnTo>
                <a:cubicBezTo>
                  <a:pt x="44" y="89018"/>
                  <a:pt x="131" y="89467"/>
                  <a:pt x="294" y="89886"/>
                </a:cubicBezTo>
                <a:cubicBezTo>
                  <a:pt x="458" y="90304"/>
                  <a:pt x="708" y="90686"/>
                  <a:pt x="1024" y="91007"/>
                </a:cubicBezTo>
                <a:cubicBezTo>
                  <a:pt x="1341" y="91328"/>
                  <a:pt x="1722" y="91583"/>
                  <a:pt x="2136" y="91758"/>
                </a:cubicBezTo>
                <a:cubicBezTo>
                  <a:pt x="2561" y="91932"/>
                  <a:pt x="3008" y="92021"/>
                  <a:pt x="3455" y="92021"/>
                </a:cubicBezTo>
                <a:cubicBezTo>
                  <a:pt x="3902" y="92021"/>
                  <a:pt x="4348" y="91932"/>
                  <a:pt x="4773" y="91758"/>
                </a:cubicBezTo>
                <a:cubicBezTo>
                  <a:pt x="5187" y="91583"/>
                  <a:pt x="5558" y="91328"/>
                  <a:pt x="5885" y="91007"/>
                </a:cubicBezTo>
                <a:cubicBezTo>
                  <a:pt x="6201" y="90686"/>
                  <a:pt x="6452" y="90304"/>
                  <a:pt x="6615" y="89886"/>
                </a:cubicBezTo>
                <a:cubicBezTo>
                  <a:pt x="6778" y="89467"/>
                  <a:pt x="6866" y="89018"/>
                  <a:pt x="6855" y="88567"/>
                </a:cubicBezTo>
                <a:lnTo>
                  <a:pt x="6855" y="86319"/>
                </a:lnTo>
                <a:cubicBezTo>
                  <a:pt x="6855" y="84387"/>
                  <a:pt x="8359" y="82892"/>
                  <a:pt x="10288" y="82892"/>
                </a:cubicBezTo>
                <a:lnTo>
                  <a:pt x="89734" y="82892"/>
                </a:lnTo>
                <a:cubicBezTo>
                  <a:pt x="90628" y="82892"/>
                  <a:pt x="91500" y="83249"/>
                  <a:pt x="92142" y="83891"/>
                </a:cubicBezTo>
                <a:cubicBezTo>
                  <a:pt x="92775" y="84531"/>
                  <a:pt x="93135" y="85395"/>
                  <a:pt x="93135" y="86297"/>
                </a:cubicBezTo>
                <a:lnTo>
                  <a:pt x="93135" y="88567"/>
                </a:lnTo>
                <a:cubicBezTo>
                  <a:pt x="93135" y="89018"/>
                  <a:pt x="93211" y="89467"/>
                  <a:pt x="93385" y="89886"/>
                </a:cubicBezTo>
                <a:cubicBezTo>
                  <a:pt x="93548" y="90304"/>
                  <a:pt x="93799" y="90686"/>
                  <a:pt x="94115" y="91007"/>
                </a:cubicBezTo>
                <a:cubicBezTo>
                  <a:pt x="94431" y="91328"/>
                  <a:pt x="94813" y="91583"/>
                  <a:pt x="95227" y="91758"/>
                </a:cubicBezTo>
                <a:cubicBezTo>
                  <a:pt x="95641" y="91932"/>
                  <a:pt x="96087" y="92021"/>
                  <a:pt x="96545" y="92021"/>
                </a:cubicBezTo>
                <a:cubicBezTo>
                  <a:pt x="96992" y="92021"/>
                  <a:pt x="97439" y="91932"/>
                  <a:pt x="97853" y="91758"/>
                </a:cubicBezTo>
                <a:cubicBezTo>
                  <a:pt x="98267" y="91583"/>
                  <a:pt x="98648" y="91328"/>
                  <a:pt x="98965" y="91007"/>
                </a:cubicBezTo>
                <a:cubicBezTo>
                  <a:pt x="99281" y="90686"/>
                  <a:pt x="99531" y="90304"/>
                  <a:pt x="99706" y="89886"/>
                </a:cubicBezTo>
                <a:cubicBezTo>
                  <a:pt x="99869" y="89467"/>
                  <a:pt x="99956" y="89018"/>
                  <a:pt x="99946" y="88567"/>
                </a:cubicBezTo>
                <a:lnTo>
                  <a:pt x="99946" y="86297"/>
                </a:lnTo>
                <a:cubicBezTo>
                  <a:pt x="99946" y="83591"/>
                  <a:pt x="98867" y="80990"/>
                  <a:pt x="96948" y="79075"/>
                </a:cubicBezTo>
                <a:cubicBezTo>
                  <a:pt x="95314" y="77437"/>
                  <a:pt x="93135" y="76570"/>
                  <a:pt x="90857" y="76308"/>
                </a:cubicBezTo>
                <a:cubicBezTo>
                  <a:pt x="90868" y="76232"/>
                  <a:pt x="90868" y="76157"/>
                  <a:pt x="90868" y="76082"/>
                </a:cubicBezTo>
                <a:cubicBezTo>
                  <a:pt x="90868" y="69838"/>
                  <a:pt x="85756" y="64683"/>
                  <a:pt x="79512" y="6468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0" name="Красный — SVG 23">
            <a:extLst>
              <a:ext uri="{FF2B5EF4-FFF2-40B4-BE49-F238E27FC236}">
                <a16:creationId xmlns:a16="http://schemas.microsoft.com/office/drawing/2014/main" id="{1C7E546C-E551-204E-B2C6-674AD2F55C99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115130 w 152406"/>
              <a:gd name="csY0" fmla="*/ 0 h 169288"/>
              <a:gd name="csX1" fmla="*/ 112016 w 152406"/>
              <a:gd name="csY1" fmla="*/ 1344 h 169288"/>
              <a:gd name="csX2" fmla="*/ 110757 w 152406"/>
              <a:gd name="csY2" fmla="*/ 4493 h 169288"/>
              <a:gd name="csX3" fmla="*/ 110757 w 152406"/>
              <a:gd name="csY3" fmla="*/ 5871 h 169288"/>
              <a:gd name="csX4" fmla="*/ 88215 w 152406"/>
              <a:gd name="csY4" fmla="*/ 28416 h 169288"/>
              <a:gd name="csX5" fmla="*/ 86837 w 152406"/>
              <a:gd name="csY5" fmla="*/ 28416 h 169288"/>
              <a:gd name="csX6" fmla="*/ 85118 w 152406"/>
              <a:gd name="csY6" fmla="*/ 28734 h 169288"/>
              <a:gd name="csX7" fmla="*/ 83672 w 152406"/>
              <a:gd name="csY7" fmla="*/ 29690 h 169288"/>
              <a:gd name="csX8" fmla="*/ 82685 w 152406"/>
              <a:gd name="csY8" fmla="*/ 31136 h 169288"/>
              <a:gd name="csX9" fmla="*/ 82345 w 152406"/>
              <a:gd name="csY9" fmla="*/ 32845 h 169288"/>
              <a:gd name="csX10" fmla="*/ 82685 w 152406"/>
              <a:gd name="csY10" fmla="*/ 34555 h 169288"/>
              <a:gd name="csX11" fmla="*/ 83672 w 152406"/>
              <a:gd name="csY11" fmla="*/ 35999 h 169288"/>
              <a:gd name="csX12" fmla="*/ 85118 w 152406"/>
              <a:gd name="csY12" fmla="*/ 36955 h 169288"/>
              <a:gd name="csX13" fmla="*/ 86837 w 152406"/>
              <a:gd name="csY13" fmla="*/ 37275 h 169288"/>
              <a:gd name="csX14" fmla="*/ 88215 w 152406"/>
              <a:gd name="csY14" fmla="*/ 37275 h 169288"/>
              <a:gd name="csX15" fmla="*/ 110757 w 152406"/>
              <a:gd name="csY15" fmla="*/ 59820 h 169288"/>
              <a:gd name="csX16" fmla="*/ 110757 w 152406"/>
              <a:gd name="csY16" fmla="*/ 61196 h 169288"/>
              <a:gd name="csX17" fmla="*/ 111081 w 152406"/>
              <a:gd name="csY17" fmla="*/ 62911 h 169288"/>
              <a:gd name="csX18" fmla="*/ 112033 w 152406"/>
              <a:gd name="csY18" fmla="*/ 64371 h 169288"/>
              <a:gd name="csX19" fmla="*/ 113479 w 152406"/>
              <a:gd name="csY19" fmla="*/ 65347 h 169288"/>
              <a:gd name="csX20" fmla="*/ 115198 w 152406"/>
              <a:gd name="csY20" fmla="*/ 65691 h 169288"/>
              <a:gd name="csX21" fmla="*/ 116899 w 152406"/>
              <a:gd name="csY21" fmla="*/ 65347 h 169288"/>
              <a:gd name="csX22" fmla="*/ 118345 w 152406"/>
              <a:gd name="csY22" fmla="*/ 64371 h 169288"/>
              <a:gd name="csX23" fmla="*/ 119298 w 152406"/>
              <a:gd name="csY23" fmla="*/ 62911 h 169288"/>
              <a:gd name="csX24" fmla="*/ 119621 w 152406"/>
              <a:gd name="csY24" fmla="*/ 61196 h 169288"/>
              <a:gd name="csX25" fmla="*/ 119621 w 152406"/>
              <a:gd name="csY25" fmla="*/ 59820 h 169288"/>
              <a:gd name="csX26" fmla="*/ 142181 w 152406"/>
              <a:gd name="csY26" fmla="*/ 37275 h 169288"/>
              <a:gd name="csX27" fmla="*/ 143542 w 152406"/>
              <a:gd name="csY27" fmla="*/ 37275 h 169288"/>
              <a:gd name="csX28" fmla="*/ 145260 w 152406"/>
              <a:gd name="csY28" fmla="*/ 36955 h 169288"/>
              <a:gd name="csX29" fmla="*/ 146724 w 152406"/>
              <a:gd name="csY29" fmla="*/ 35999 h 169288"/>
              <a:gd name="csX30" fmla="*/ 147694 w 152406"/>
              <a:gd name="csY30" fmla="*/ 34555 h 169288"/>
              <a:gd name="csX31" fmla="*/ 148051 w 152406"/>
              <a:gd name="csY31" fmla="*/ 32845 h 169288"/>
              <a:gd name="csX32" fmla="*/ 147694 w 152406"/>
              <a:gd name="csY32" fmla="*/ 31136 h 169288"/>
              <a:gd name="csX33" fmla="*/ 146724 w 152406"/>
              <a:gd name="csY33" fmla="*/ 29690 h 169288"/>
              <a:gd name="csX34" fmla="*/ 145260 w 152406"/>
              <a:gd name="csY34" fmla="*/ 28734 h 169288"/>
              <a:gd name="csX35" fmla="*/ 143542 w 152406"/>
              <a:gd name="csY35" fmla="*/ 28416 h 169288"/>
              <a:gd name="csX36" fmla="*/ 142181 w 152406"/>
              <a:gd name="csY36" fmla="*/ 28416 h 169288"/>
              <a:gd name="csX37" fmla="*/ 119621 w 152406"/>
              <a:gd name="csY37" fmla="*/ 5871 h 169288"/>
              <a:gd name="csX38" fmla="*/ 119621 w 152406"/>
              <a:gd name="csY38" fmla="*/ 4493 h 169288"/>
              <a:gd name="csX39" fmla="*/ 119298 w 152406"/>
              <a:gd name="csY39" fmla="*/ 2763 h 169288"/>
              <a:gd name="csX40" fmla="*/ 118328 w 152406"/>
              <a:gd name="csY40" fmla="*/ 1295 h 169288"/>
              <a:gd name="csX41" fmla="*/ 116865 w 152406"/>
              <a:gd name="csY41" fmla="*/ 324 h 169288"/>
              <a:gd name="csX42" fmla="*/ 115130 w 152406"/>
              <a:gd name="csY42" fmla="*/ 0 h 169288"/>
              <a:gd name="csX43" fmla="*/ 110757 w 152406"/>
              <a:gd name="csY43" fmla="*/ 16765 h 169288"/>
              <a:gd name="csX44" fmla="*/ 110757 w 152406"/>
              <a:gd name="csY44" fmla="*/ 21819 h 169288"/>
              <a:gd name="csX45" fmla="*/ 111081 w 152406"/>
              <a:gd name="csY45" fmla="*/ 23534 h 169288"/>
              <a:gd name="csX46" fmla="*/ 112033 w 152406"/>
              <a:gd name="csY46" fmla="*/ 24991 h 169288"/>
              <a:gd name="csX47" fmla="*/ 113479 w 152406"/>
              <a:gd name="csY47" fmla="*/ 25968 h 169288"/>
              <a:gd name="csX48" fmla="*/ 115198 w 152406"/>
              <a:gd name="csY48" fmla="*/ 26312 h 169288"/>
              <a:gd name="csX49" fmla="*/ 116899 w 152406"/>
              <a:gd name="csY49" fmla="*/ 25968 h 169288"/>
              <a:gd name="csX50" fmla="*/ 118345 w 152406"/>
              <a:gd name="csY50" fmla="*/ 24991 h 169288"/>
              <a:gd name="csX51" fmla="*/ 119298 w 152406"/>
              <a:gd name="csY51" fmla="*/ 23534 h 169288"/>
              <a:gd name="csX52" fmla="*/ 119621 w 152406"/>
              <a:gd name="csY52" fmla="*/ 21819 h 169288"/>
              <a:gd name="csX53" fmla="*/ 119621 w 152406"/>
              <a:gd name="csY53" fmla="*/ 16765 h 169288"/>
              <a:gd name="csX54" fmla="*/ 131275 w 152406"/>
              <a:gd name="csY54" fmla="*/ 28416 h 169288"/>
              <a:gd name="csX55" fmla="*/ 126222 w 152406"/>
              <a:gd name="csY55" fmla="*/ 28416 h 169288"/>
              <a:gd name="csX56" fmla="*/ 124504 w 152406"/>
              <a:gd name="csY56" fmla="*/ 28734 h 169288"/>
              <a:gd name="csX57" fmla="*/ 123041 w 152406"/>
              <a:gd name="csY57" fmla="*/ 29690 h 169288"/>
              <a:gd name="csX58" fmla="*/ 122071 w 152406"/>
              <a:gd name="csY58" fmla="*/ 31136 h 169288"/>
              <a:gd name="csX59" fmla="*/ 121731 w 152406"/>
              <a:gd name="csY59" fmla="*/ 32845 h 169288"/>
              <a:gd name="csX60" fmla="*/ 122071 w 152406"/>
              <a:gd name="csY60" fmla="*/ 34555 h 169288"/>
              <a:gd name="csX61" fmla="*/ 123041 w 152406"/>
              <a:gd name="csY61" fmla="*/ 35999 h 169288"/>
              <a:gd name="csX62" fmla="*/ 124504 w 152406"/>
              <a:gd name="csY62" fmla="*/ 36955 h 169288"/>
              <a:gd name="csX63" fmla="*/ 126222 w 152406"/>
              <a:gd name="csY63" fmla="*/ 37275 h 169288"/>
              <a:gd name="csX64" fmla="*/ 131275 w 152406"/>
              <a:gd name="csY64" fmla="*/ 37275 h 169288"/>
              <a:gd name="csX65" fmla="*/ 119621 w 152406"/>
              <a:gd name="csY65" fmla="*/ 48924 h 169288"/>
              <a:gd name="csX66" fmla="*/ 119621 w 152406"/>
              <a:gd name="csY66" fmla="*/ 43872 h 169288"/>
              <a:gd name="csX67" fmla="*/ 119298 w 152406"/>
              <a:gd name="csY67" fmla="*/ 42140 h 169288"/>
              <a:gd name="csX68" fmla="*/ 118328 w 152406"/>
              <a:gd name="csY68" fmla="*/ 40674 h 169288"/>
              <a:gd name="csX69" fmla="*/ 116865 w 152406"/>
              <a:gd name="csY69" fmla="*/ 39703 h 169288"/>
              <a:gd name="csX70" fmla="*/ 115130 w 152406"/>
              <a:gd name="csY70" fmla="*/ 39379 h 169288"/>
              <a:gd name="csX71" fmla="*/ 112016 w 152406"/>
              <a:gd name="csY71" fmla="*/ 40723 h 169288"/>
              <a:gd name="csX72" fmla="*/ 110757 w 152406"/>
              <a:gd name="csY72" fmla="*/ 43872 h 169288"/>
              <a:gd name="csX73" fmla="*/ 110757 w 152406"/>
              <a:gd name="csY73" fmla="*/ 48924 h 169288"/>
              <a:gd name="csX74" fmla="*/ 99120 w 152406"/>
              <a:gd name="csY74" fmla="*/ 37275 h 169288"/>
              <a:gd name="csX75" fmla="*/ 104173 w 152406"/>
              <a:gd name="csY75" fmla="*/ 37275 h 169288"/>
              <a:gd name="csX76" fmla="*/ 105874 w 152406"/>
              <a:gd name="csY76" fmla="*/ 36955 h 169288"/>
              <a:gd name="csX77" fmla="*/ 107338 w 152406"/>
              <a:gd name="csY77" fmla="*/ 35999 h 169288"/>
              <a:gd name="csX78" fmla="*/ 108324 w 152406"/>
              <a:gd name="csY78" fmla="*/ 34555 h 169288"/>
              <a:gd name="csX79" fmla="*/ 108665 w 152406"/>
              <a:gd name="csY79" fmla="*/ 32845 h 169288"/>
              <a:gd name="csX80" fmla="*/ 108324 w 152406"/>
              <a:gd name="csY80" fmla="*/ 31136 h 169288"/>
              <a:gd name="csX81" fmla="*/ 107338 w 152406"/>
              <a:gd name="csY81" fmla="*/ 29690 h 169288"/>
              <a:gd name="csX82" fmla="*/ 105874 w 152406"/>
              <a:gd name="csY82" fmla="*/ 28734 h 169288"/>
              <a:gd name="csX83" fmla="*/ 104173 w 152406"/>
              <a:gd name="csY83" fmla="*/ 28416 h 169288"/>
              <a:gd name="csX84" fmla="*/ 99120 w 152406"/>
              <a:gd name="csY84" fmla="*/ 28416 h 169288"/>
              <a:gd name="csX85" fmla="*/ 110757 w 152406"/>
              <a:gd name="csY85" fmla="*/ 16765 h 169288"/>
              <a:gd name="csX86" fmla="*/ 76101 w 152406"/>
              <a:gd name="csY86" fmla="*/ 45201 h 169288"/>
              <a:gd name="csX87" fmla="*/ 75522 w 152406"/>
              <a:gd name="csY87" fmla="*/ 45248 h 169288"/>
              <a:gd name="csX88" fmla="*/ 54936 w 152406"/>
              <a:gd name="csY88" fmla="*/ 45248 h 169288"/>
              <a:gd name="csX89" fmla="*/ 52878 w 152406"/>
              <a:gd name="csY89" fmla="*/ 45633 h 169288"/>
              <a:gd name="csX90" fmla="*/ 51125 w 152406"/>
              <a:gd name="csY90" fmla="*/ 46779 h 169288"/>
              <a:gd name="csX91" fmla="*/ 49952 w 152406"/>
              <a:gd name="csY91" fmla="*/ 48513 h 169288"/>
              <a:gd name="csX92" fmla="*/ 49543 w 152406"/>
              <a:gd name="csY92" fmla="*/ 50564 h 169288"/>
              <a:gd name="csX93" fmla="*/ 49952 w 152406"/>
              <a:gd name="csY93" fmla="*/ 52618 h 169288"/>
              <a:gd name="csX94" fmla="*/ 51125 w 152406"/>
              <a:gd name="csY94" fmla="*/ 54351 h 169288"/>
              <a:gd name="csX95" fmla="*/ 52878 w 152406"/>
              <a:gd name="csY95" fmla="*/ 55498 h 169288"/>
              <a:gd name="csX96" fmla="*/ 54936 w 152406"/>
              <a:gd name="csY96" fmla="*/ 55880 h 169288"/>
              <a:gd name="csX97" fmla="*/ 62712 w 152406"/>
              <a:gd name="csY97" fmla="*/ 55880 h 169288"/>
              <a:gd name="csX98" fmla="*/ 11535 w 152406"/>
              <a:gd name="csY98" fmla="*/ 80757 h 169288"/>
              <a:gd name="csX99" fmla="*/ 8081 w 152406"/>
              <a:gd name="csY99" fmla="*/ 82911 h 169288"/>
              <a:gd name="csX100" fmla="*/ 7163 w 152406"/>
              <a:gd name="csY100" fmla="*/ 86876 h 169288"/>
              <a:gd name="csX101" fmla="*/ 9306 w 152406"/>
              <a:gd name="csY101" fmla="*/ 90331 h 169288"/>
              <a:gd name="csX102" fmla="*/ 13271 w 152406"/>
              <a:gd name="csY102" fmla="*/ 91251 h 169288"/>
              <a:gd name="csX103" fmla="*/ 70895 w 152406"/>
              <a:gd name="csY103" fmla="*/ 62664 h 169288"/>
              <a:gd name="csX104" fmla="*/ 70895 w 152406"/>
              <a:gd name="csY104" fmla="*/ 71828 h 169288"/>
              <a:gd name="csX105" fmla="*/ 71269 w 152406"/>
              <a:gd name="csY105" fmla="*/ 73887 h 169288"/>
              <a:gd name="csX106" fmla="*/ 72426 w 152406"/>
              <a:gd name="csY106" fmla="*/ 75637 h 169288"/>
              <a:gd name="csX107" fmla="*/ 74162 w 152406"/>
              <a:gd name="csY107" fmla="*/ 76809 h 169288"/>
              <a:gd name="csX108" fmla="*/ 76203 w 152406"/>
              <a:gd name="csY108" fmla="*/ 77221 h 169288"/>
              <a:gd name="csX109" fmla="*/ 78262 w 152406"/>
              <a:gd name="csY109" fmla="*/ 76809 h 169288"/>
              <a:gd name="csX110" fmla="*/ 79997 w 152406"/>
              <a:gd name="csY110" fmla="*/ 75637 h 169288"/>
              <a:gd name="csX111" fmla="*/ 81137 w 152406"/>
              <a:gd name="csY111" fmla="*/ 73887 h 169288"/>
              <a:gd name="csX112" fmla="*/ 81528 w 152406"/>
              <a:gd name="csY112" fmla="*/ 71828 h 169288"/>
              <a:gd name="csX113" fmla="*/ 81528 w 152406"/>
              <a:gd name="csY113" fmla="*/ 51236 h 169288"/>
              <a:gd name="csX114" fmla="*/ 81341 w 152406"/>
              <a:gd name="csY114" fmla="*/ 48955 h 169288"/>
              <a:gd name="csX115" fmla="*/ 80218 w 152406"/>
              <a:gd name="csY115" fmla="*/ 46963 h 169288"/>
              <a:gd name="csX116" fmla="*/ 78347 w 152406"/>
              <a:gd name="csY116" fmla="*/ 45629 h 169288"/>
              <a:gd name="csX117" fmla="*/ 76101 w 152406"/>
              <a:gd name="csY117" fmla="*/ 45201 h 169288"/>
              <a:gd name="csX118" fmla="*/ 120506 w 152406"/>
              <a:gd name="csY118" fmla="*/ 77144 h 169288"/>
              <a:gd name="csX119" fmla="*/ 107984 w 152406"/>
              <a:gd name="csY119" fmla="*/ 82334 h 169288"/>
              <a:gd name="csX120" fmla="*/ 102795 w 152406"/>
              <a:gd name="csY120" fmla="*/ 94865 h 169288"/>
              <a:gd name="csX121" fmla="*/ 107984 w 152406"/>
              <a:gd name="csY121" fmla="*/ 107395 h 169288"/>
              <a:gd name="csX122" fmla="*/ 120506 w 152406"/>
              <a:gd name="csY122" fmla="*/ 112585 h 169288"/>
              <a:gd name="csX123" fmla="*/ 133045 w 152406"/>
              <a:gd name="csY123" fmla="*/ 107395 h 169288"/>
              <a:gd name="csX124" fmla="*/ 138234 w 152406"/>
              <a:gd name="csY124" fmla="*/ 94865 h 169288"/>
              <a:gd name="csX125" fmla="*/ 133045 w 152406"/>
              <a:gd name="csY125" fmla="*/ 82334 h 169288"/>
              <a:gd name="csX126" fmla="*/ 120506 w 152406"/>
              <a:gd name="csY126" fmla="*/ 77144 h 169288"/>
              <a:gd name="csX127" fmla="*/ 72664 w 152406"/>
              <a:gd name="csY127" fmla="*/ 91321 h 169288"/>
              <a:gd name="csX128" fmla="*/ 61385 w 152406"/>
              <a:gd name="csY128" fmla="*/ 95992 h 169288"/>
              <a:gd name="csX129" fmla="*/ 56706 w 152406"/>
              <a:gd name="csY129" fmla="*/ 107269 h 169288"/>
              <a:gd name="csX130" fmla="*/ 61385 w 152406"/>
              <a:gd name="csY130" fmla="*/ 118546 h 169288"/>
              <a:gd name="csX131" fmla="*/ 72664 w 152406"/>
              <a:gd name="csY131" fmla="*/ 123217 h 169288"/>
              <a:gd name="csX132" fmla="*/ 83944 w 152406"/>
              <a:gd name="csY132" fmla="*/ 118546 h 169288"/>
              <a:gd name="csX133" fmla="*/ 88606 w 152406"/>
              <a:gd name="csY133" fmla="*/ 107269 h 169288"/>
              <a:gd name="csX134" fmla="*/ 83944 w 152406"/>
              <a:gd name="csY134" fmla="*/ 95992 h 169288"/>
              <a:gd name="csX135" fmla="*/ 72664 w 152406"/>
              <a:gd name="csY135" fmla="*/ 91321 h 169288"/>
              <a:gd name="csX136" fmla="*/ 28361 w 152406"/>
              <a:gd name="csY136" fmla="*/ 105497 h 169288"/>
              <a:gd name="csX137" fmla="*/ 18323 w 152406"/>
              <a:gd name="csY137" fmla="*/ 109649 h 169288"/>
              <a:gd name="csX138" fmla="*/ 14172 w 152406"/>
              <a:gd name="csY138" fmla="*/ 119672 h 169288"/>
              <a:gd name="csX139" fmla="*/ 18323 w 152406"/>
              <a:gd name="csY139" fmla="*/ 129697 h 169288"/>
              <a:gd name="csX140" fmla="*/ 28361 w 152406"/>
              <a:gd name="csY140" fmla="*/ 133849 h 169288"/>
              <a:gd name="csX141" fmla="*/ 38382 w 152406"/>
              <a:gd name="csY141" fmla="*/ 129697 h 169288"/>
              <a:gd name="csX142" fmla="*/ 42534 w 152406"/>
              <a:gd name="csY142" fmla="*/ 119672 h 169288"/>
              <a:gd name="csX143" fmla="*/ 38382 w 152406"/>
              <a:gd name="csY143" fmla="*/ 109649 h 169288"/>
              <a:gd name="csX144" fmla="*/ 28361 w 152406"/>
              <a:gd name="csY144" fmla="*/ 105497 h 169288"/>
              <a:gd name="csX145" fmla="*/ 101009 w 152406"/>
              <a:gd name="csY145" fmla="*/ 123217 h 169288"/>
              <a:gd name="csX146" fmla="*/ 88606 w 152406"/>
              <a:gd name="csY146" fmla="*/ 135620 h 169288"/>
              <a:gd name="csX147" fmla="*/ 88606 w 152406"/>
              <a:gd name="csY147" fmla="*/ 169288 h 169288"/>
              <a:gd name="csX148" fmla="*/ 152406 w 152406"/>
              <a:gd name="csY148" fmla="*/ 169288 h 169288"/>
              <a:gd name="csX149" fmla="*/ 152406 w 152406"/>
              <a:gd name="csY149" fmla="*/ 135620 h 169288"/>
              <a:gd name="csX150" fmla="*/ 140003 w 152406"/>
              <a:gd name="csY150" fmla="*/ 123217 h 169288"/>
              <a:gd name="csX151" fmla="*/ 101009 w 152406"/>
              <a:gd name="csY151" fmla="*/ 123217 h 169288"/>
              <a:gd name="csX152" fmla="*/ 54936 w 152406"/>
              <a:gd name="csY152" fmla="*/ 133779 h 169288"/>
              <a:gd name="csX153" fmla="*/ 42534 w 152406"/>
              <a:gd name="csY153" fmla="*/ 146184 h 169288"/>
              <a:gd name="csX154" fmla="*/ 42534 w 152406"/>
              <a:gd name="csY154" fmla="*/ 169288 h 169288"/>
              <a:gd name="csX155" fmla="*/ 81528 w 152406"/>
              <a:gd name="csY155" fmla="*/ 169288 h 169288"/>
              <a:gd name="csX156" fmla="*/ 81528 w 152406"/>
              <a:gd name="csY156" fmla="*/ 133849 h 169288"/>
              <a:gd name="csX157" fmla="*/ 54936 w 152406"/>
              <a:gd name="csY157" fmla="*/ 133779 h 169288"/>
              <a:gd name="csX158" fmla="*/ 12403 w 152406"/>
              <a:gd name="csY158" fmla="*/ 144418 h 169288"/>
              <a:gd name="csX159" fmla="*/ 0 w 152406"/>
              <a:gd name="csY159" fmla="*/ 156822 h 169288"/>
              <a:gd name="csX160" fmla="*/ 0 w 152406"/>
              <a:gd name="csY160" fmla="*/ 169288 h 169288"/>
              <a:gd name="csX161" fmla="*/ 35439 w 152406"/>
              <a:gd name="csY161" fmla="*/ 169288 h 169288"/>
              <a:gd name="csX162" fmla="*/ 35439 w 152406"/>
              <a:gd name="csY162" fmla="*/ 144418 h 169288"/>
              <a:gd name="csX163" fmla="*/ 12403 w 152406"/>
              <a:gd name="csY163" fmla="*/ 144418 h 169288"/>
            </a:gdLst>
            <a:ahLst/>
            <a:cxnLst/>
            <a:rect l="l" t="t" r="r" b="b"/>
            <a:pathLst>
              <a:path w="100000" h="100000">
                <a:moveTo>
                  <a:pt x="72995" y="0"/>
                </a:moveTo>
                <a:cubicBezTo>
                  <a:pt x="72301" y="11"/>
                  <a:pt x="71638" y="297"/>
                  <a:pt x="71155" y="794"/>
                </a:cubicBezTo>
                <a:cubicBezTo>
                  <a:pt x="70673" y="1292"/>
                  <a:pt x="70401" y="1961"/>
                  <a:pt x="70411" y="2654"/>
                </a:cubicBezTo>
                <a:lnTo>
                  <a:pt x="70411" y="3468"/>
                </a:lnTo>
                <a:cubicBezTo>
                  <a:pt x="63618" y="4589"/>
                  <a:pt x="58221" y="9984"/>
                  <a:pt x="57096" y="16786"/>
                </a:cubicBezTo>
                <a:lnTo>
                  <a:pt x="56282" y="16786"/>
                </a:lnTo>
                <a:cubicBezTo>
                  <a:pt x="55940" y="16780"/>
                  <a:pt x="55588" y="16844"/>
                  <a:pt x="55266" y="16973"/>
                </a:cubicBezTo>
                <a:cubicBezTo>
                  <a:pt x="54945" y="17103"/>
                  <a:pt x="54653" y="17295"/>
                  <a:pt x="54412" y="17538"/>
                </a:cubicBezTo>
                <a:cubicBezTo>
                  <a:pt x="54160" y="17782"/>
                  <a:pt x="53970" y="18072"/>
                  <a:pt x="53829" y="18392"/>
                </a:cubicBezTo>
                <a:cubicBezTo>
                  <a:pt x="53698" y="18712"/>
                  <a:pt x="53628" y="19056"/>
                  <a:pt x="53628" y="19402"/>
                </a:cubicBezTo>
                <a:cubicBezTo>
                  <a:pt x="53628" y="19749"/>
                  <a:pt x="53698" y="20092"/>
                  <a:pt x="53829" y="20412"/>
                </a:cubicBezTo>
                <a:cubicBezTo>
                  <a:pt x="53970" y="20732"/>
                  <a:pt x="54160" y="21022"/>
                  <a:pt x="54412" y="21265"/>
                </a:cubicBezTo>
                <a:cubicBezTo>
                  <a:pt x="54653" y="21509"/>
                  <a:pt x="54945" y="21701"/>
                  <a:pt x="55266" y="21830"/>
                </a:cubicBezTo>
                <a:cubicBezTo>
                  <a:pt x="55588" y="21960"/>
                  <a:pt x="55940" y="22024"/>
                  <a:pt x="56282" y="22019"/>
                </a:cubicBezTo>
                <a:lnTo>
                  <a:pt x="57096" y="22019"/>
                </a:lnTo>
                <a:cubicBezTo>
                  <a:pt x="58221" y="28820"/>
                  <a:pt x="63618" y="34214"/>
                  <a:pt x="70411" y="35336"/>
                </a:cubicBezTo>
                <a:lnTo>
                  <a:pt x="70411" y="36149"/>
                </a:lnTo>
                <a:cubicBezTo>
                  <a:pt x="70411" y="36497"/>
                  <a:pt x="70472" y="36841"/>
                  <a:pt x="70603" y="37162"/>
                </a:cubicBezTo>
                <a:cubicBezTo>
                  <a:pt x="70733" y="37485"/>
                  <a:pt x="70924" y="37777"/>
                  <a:pt x="71165" y="38025"/>
                </a:cubicBezTo>
                <a:cubicBezTo>
                  <a:pt x="71417" y="38271"/>
                  <a:pt x="71698" y="38468"/>
                  <a:pt x="72019" y="38601"/>
                </a:cubicBezTo>
                <a:cubicBezTo>
                  <a:pt x="72341" y="38735"/>
                  <a:pt x="72683" y="38804"/>
                  <a:pt x="73035" y="38804"/>
                </a:cubicBezTo>
                <a:cubicBezTo>
                  <a:pt x="73376" y="38804"/>
                  <a:pt x="73728" y="38735"/>
                  <a:pt x="74040" y="38601"/>
                </a:cubicBezTo>
                <a:cubicBezTo>
                  <a:pt x="74361" y="38468"/>
                  <a:pt x="74653" y="38271"/>
                  <a:pt x="74894" y="38025"/>
                </a:cubicBezTo>
                <a:cubicBezTo>
                  <a:pt x="75145" y="37777"/>
                  <a:pt x="75336" y="37485"/>
                  <a:pt x="75457" y="37162"/>
                </a:cubicBezTo>
                <a:cubicBezTo>
                  <a:pt x="75587" y="36841"/>
                  <a:pt x="75657" y="36497"/>
                  <a:pt x="75647" y="36149"/>
                </a:cubicBezTo>
                <a:lnTo>
                  <a:pt x="75647" y="35336"/>
                </a:lnTo>
                <a:cubicBezTo>
                  <a:pt x="82451" y="34214"/>
                  <a:pt x="87848" y="28820"/>
                  <a:pt x="88974" y="22019"/>
                </a:cubicBezTo>
                <a:lnTo>
                  <a:pt x="89778" y="22019"/>
                </a:lnTo>
                <a:cubicBezTo>
                  <a:pt x="90130" y="22024"/>
                  <a:pt x="90471" y="21960"/>
                  <a:pt x="90793" y="21830"/>
                </a:cubicBezTo>
                <a:cubicBezTo>
                  <a:pt x="91115" y="21701"/>
                  <a:pt x="91406" y="21509"/>
                  <a:pt x="91657" y="21265"/>
                </a:cubicBezTo>
                <a:cubicBezTo>
                  <a:pt x="91908" y="21022"/>
                  <a:pt x="92099" y="20732"/>
                  <a:pt x="92230" y="20412"/>
                </a:cubicBezTo>
                <a:cubicBezTo>
                  <a:pt x="92371" y="20092"/>
                  <a:pt x="92441" y="19749"/>
                  <a:pt x="92441" y="19402"/>
                </a:cubicBezTo>
                <a:cubicBezTo>
                  <a:pt x="92441" y="19056"/>
                  <a:pt x="92371" y="18712"/>
                  <a:pt x="92230" y="18392"/>
                </a:cubicBezTo>
                <a:cubicBezTo>
                  <a:pt x="92099" y="18072"/>
                  <a:pt x="91908" y="17782"/>
                  <a:pt x="91657" y="17538"/>
                </a:cubicBezTo>
                <a:cubicBezTo>
                  <a:pt x="91406" y="17295"/>
                  <a:pt x="91115" y="17103"/>
                  <a:pt x="90793" y="16973"/>
                </a:cubicBezTo>
                <a:cubicBezTo>
                  <a:pt x="90471" y="16844"/>
                  <a:pt x="90130" y="16780"/>
                  <a:pt x="89778" y="16786"/>
                </a:cubicBezTo>
                <a:lnTo>
                  <a:pt x="88974" y="16786"/>
                </a:lnTo>
                <a:cubicBezTo>
                  <a:pt x="87848" y="9984"/>
                  <a:pt x="82451" y="4589"/>
                  <a:pt x="75647" y="3468"/>
                </a:cubicBezTo>
                <a:lnTo>
                  <a:pt x="75647" y="2654"/>
                </a:lnTo>
                <a:cubicBezTo>
                  <a:pt x="75657" y="2304"/>
                  <a:pt x="75587" y="1957"/>
                  <a:pt x="75457" y="1632"/>
                </a:cubicBezTo>
                <a:cubicBezTo>
                  <a:pt x="75326" y="1308"/>
                  <a:pt x="75135" y="1013"/>
                  <a:pt x="74884" y="765"/>
                </a:cubicBezTo>
                <a:cubicBezTo>
                  <a:pt x="74633" y="518"/>
                  <a:pt x="74341" y="323"/>
                  <a:pt x="74019" y="191"/>
                </a:cubicBezTo>
                <a:cubicBezTo>
                  <a:pt x="73688" y="60"/>
                  <a:pt x="73346" y="-5"/>
                  <a:pt x="72995" y="0"/>
                </a:cubicBezTo>
                <a:close/>
                <a:moveTo>
                  <a:pt x="70411" y="9903"/>
                </a:moveTo>
                <a:lnTo>
                  <a:pt x="70411" y="12889"/>
                </a:lnTo>
                <a:cubicBezTo>
                  <a:pt x="70411" y="13235"/>
                  <a:pt x="70472" y="13580"/>
                  <a:pt x="70603" y="13902"/>
                </a:cubicBezTo>
                <a:cubicBezTo>
                  <a:pt x="70733" y="14223"/>
                  <a:pt x="70924" y="14516"/>
                  <a:pt x="71165" y="14762"/>
                </a:cubicBezTo>
                <a:cubicBezTo>
                  <a:pt x="71417" y="15010"/>
                  <a:pt x="71698" y="15206"/>
                  <a:pt x="72019" y="15340"/>
                </a:cubicBezTo>
                <a:cubicBezTo>
                  <a:pt x="72341" y="15474"/>
                  <a:pt x="72683" y="15543"/>
                  <a:pt x="73035" y="15543"/>
                </a:cubicBezTo>
                <a:cubicBezTo>
                  <a:pt x="73376" y="15543"/>
                  <a:pt x="73728" y="15474"/>
                  <a:pt x="74040" y="15340"/>
                </a:cubicBezTo>
                <a:cubicBezTo>
                  <a:pt x="74361" y="15206"/>
                  <a:pt x="74653" y="15010"/>
                  <a:pt x="74894" y="14762"/>
                </a:cubicBezTo>
                <a:cubicBezTo>
                  <a:pt x="75145" y="14516"/>
                  <a:pt x="75336" y="14223"/>
                  <a:pt x="75457" y="13902"/>
                </a:cubicBezTo>
                <a:cubicBezTo>
                  <a:pt x="75587" y="13580"/>
                  <a:pt x="75657" y="13235"/>
                  <a:pt x="75647" y="12889"/>
                </a:cubicBezTo>
                <a:lnTo>
                  <a:pt x="75647" y="9903"/>
                </a:lnTo>
                <a:cubicBezTo>
                  <a:pt x="79014" y="10818"/>
                  <a:pt x="81617" y="13422"/>
                  <a:pt x="82532" y="16786"/>
                </a:cubicBezTo>
                <a:lnTo>
                  <a:pt x="79547" y="16786"/>
                </a:lnTo>
                <a:cubicBezTo>
                  <a:pt x="79205" y="16780"/>
                  <a:pt x="78854" y="16844"/>
                  <a:pt x="78532" y="16973"/>
                </a:cubicBezTo>
                <a:cubicBezTo>
                  <a:pt x="78211" y="17103"/>
                  <a:pt x="77919" y="17295"/>
                  <a:pt x="77668" y="17538"/>
                </a:cubicBezTo>
                <a:cubicBezTo>
                  <a:pt x="77427" y="17782"/>
                  <a:pt x="77225" y="18072"/>
                  <a:pt x="77095" y="18392"/>
                </a:cubicBezTo>
                <a:cubicBezTo>
                  <a:pt x="76964" y="18712"/>
                  <a:pt x="76894" y="19056"/>
                  <a:pt x="76894" y="19402"/>
                </a:cubicBezTo>
                <a:cubicBezTo>
                  <a:pt x="76894" y="19749"/>
                  <a:pt x="76964" y="20092"/>
                  <a:pt x="77095" y="20412"/>
                </a:cubicBezTo>
                <a:cubicBezTo>
                  <a:pt x="77225" y="20732"/>
                  <a:pt x="77427" y="21022"/>
                  <a:pt x="77668" y="21265"/>
                </a:cubicBezTo>
                <a:cubicBezTo>
                  <a:pt x="77919" y="21509"/>
                  <a:pt x="78211" y="21701"/>
                  <a:pt x="78532" y="21830"/>
                </a:cubicBezTo>
                <a:cubicBezTo>
                  <a:pt x="78854" y="21960"/>
                  <a:pt x="79205" y="22024"/>
                  <a:pt x="79547" y="22019"/>
                </a:cubicBezTo>
                <a:lnTo>
                  <a:pt x="82532" y="22019"/>
                </a:lnTo>
                <a:cubicBezTo>
                  <a:pt x="81617" y="25382"/>
                  <a:pt x="79014" y="27987"/>
                  <a:pt x="75647" y="28900"/>
                </a:cubicBezTo>
                <a:lnTo>
                  <a:pt x="75647" y="25916"/>
                </a:lnTo>
                <a:cubicBezTo>
                  <a:pt x="75657" y="25565"/>
                  <a:pt x="75587" y="25217"/>
                  <a:pt x="75457" y="24892"/>
                </a:cubicBezTo>
                <a:cubicBezTo>
                  <a:pt x="75326" y="24569"/>
                  <a:pt x="75135" y="24273"/>
                  <a:pt x="74884" y="24027"/>
                </a:cubicBezTo>
                <a:cubicBezTo>
                  <a:pt x="74633" y="23780"/>
                  <a:pt x="74341" y="23583"/>
                  <a:pt x="74019" y="23453"/>
                </a:cubicBezTo>
                <a:cubicBezTo>
                  <a:pt x="73688" y="23321"/>
                  <a:pt x="73346" y="23256"/>
                  <a:pt x="72995" y="23262"/>
                </a:cubicBezTo>
                <a:cubicBezTo>
                  <a:pt x="72301" y="23273"/>
                  <a:pt x="71638" y="23558"/>
                  <a:pt x="71155" y="24055"/>
                </a:cubicBezTo>
                <a:cubicBezTo>
                  <a:pt x="70673" y="24553"/>
                  <a:pt x="70401" y="25222"/>
                  <a:pt x="70411" y="25916"/>
                </a:cubicBezTo>
                <a:lnTo>
                  <a:pt x="70411" y="28900"/>
                </a:lnTo>
                <a:cubicBezTo>
                  <a:pt x="67055" y="27987"/>
                  <a:pt x="64452" y="25382"/>
                  <a:pt x="63537" y="22019"/>
                </a:cubicBezTo>
                <a:lnTo>
                  <a:pt x="66522" y="22019"/>
                </a:lnTo>
                <a:cubicBezTo>
                  <a:pt x="66864" y="22024"/>
                  <a:pt x="67206" y="21960"/>
                  <a:pt x="67527" y="21830"/>
                </a:cubicBezTo>
                <a:cubicBezTo>
                  <a:pt x="67849" y="21701"/>
                  <a:pt x="68150" y="21509"/>
                  <a:pt x="68392" y="21265"/>
                </a:cubicBezTo>
                <a:cubicBezTo>
                  <a:pt x="68643" y="21022"/>
                  <a:pt x="68834" y="20732"/>
                  <a:pt x="68974" y="20412"/>
                </a:cubicBezTo>
                <a:cubicBezTo>
                  <a:pt x="69105" y="20092"/>
                  <a:pt x="69176" y="19749"/>
                  <a:pt x="69176" y="19402"/>
                </a:cubicBezTo>
                <a:cubicBezTo>
                  <a:pt x="69176" y="19056"/>
                  <a:pt x="69105" y="18712"/>
                  <a:pt x="68974" y="18392"/>
                </a:cubicBezTo>
                <a:cubicBezTo>
                  <a:pt x="68834" y="18072"/>
                  <a:pt x="68643" y="17782"/>
                  <a:pt x="68392" y="17538"/>
                </a:cubicBezTo>
                <a:cubicBezTo>
                  <a:pt x="68150" y="17295"/>
                  <a:pt x="67849" y="17103"/>
                  <a:pt x="67527" y="16973"/>
                </a:cubicBezTo>
                <a:cubicBezTo>
                  <a:pt x="67206" y="16844"/>
                  <a:pt x="66864" y="16780"/>
                  <a:pt x="66522" y="16786"/>
                </a:cubicBezTo>
                <a:lnTo>
                  <a:pt x="63537" y="16786"/>
                </a:lnTo>
                <a:cubicBezTo>
                  <a:pt x="64452" y="13422"/>
                  <a:pt x="67055" y="10818"/>
                  <a:pt x="70411" y="9903"/>
                </a:cubicBezTo>
                <a:close/>
                <a:moveTo>
                  <a:pt x="49940" y="26701"/>
                </a:moveTo>
                <a:cubicBezTo>
                  <a:pt x="49829" y="26704"/>
                  <a:pt x="49709" y="26714"/>
                  <a:pt x="49598" y="26728"/>
                </a:cubicBezTo>
                <a:lnTo>
                  <a:pt x="37437" y="26728"/>
                </a:lnTo>
                <a:cubicBezTo>
                  <a:pt x="37026" y="26724"/>
                  <a:pt x="36613" y="26800"/>
                  <a:pt x="36222" y="26956"/>
                </a:cubicBezTo>
                <a:cubicBezTo>
                  <a:pt x="35840" y="27111"/>
                  <a:pt x="35488" y="27340"/>
                  <a:pt x="35186" y="27633"/>
                </a:cubicBezTo>
                <a:cubicBezTo>
                  <a:pt x="34895" y="27925"/>
                  <a:pt x="34654" y="28273"/>
                  <a:pt x="34493" y="28657"/>
                </a:cubicBezTo>
                <a:cubicBezTo>
                  <a:pt x="34332" y="29041"/>
                  <a:pt x="34252" y="29453"/>
                  <a:pt x="34252" y="29869"/>
                </a:cubicBezTo>
                <a:cubicBezTo>
                  <a:pt x="34252" y="30286"/>
                  <a:pt x="34332" y="30698"/>
                  <a:pt x="34493" y="31082"/>
                </a:cubicBezTo>
                <a:cubicBezTo>
                  <a:pt x="34654" y="31465"/>
                  <a:pt x="34895" y="31813"/>
                  <a:pt x="35186" y="32106"/>
                </a:cubicBezTo>
                <a:cubicBezTo>
                  <a:pt x="35488" y="32398"/>
                  <a:pt x="35840" y="32628"/>
                  <a:pt x="36222" y="32783"/>
                </a:cubicBezTo>
                <a:cubicBezTo>
                  <a:pt x="36613" y="32939"/>
                  <a:pt x="37026" y="33015"/>
                  <a:pt x="37437" y="33009"/>
                </a:cubicBezTo>
                <a:lnTo>
                  <a:pt x="42031" y="33009"/>
                </a:lnTo>
                <a:cubicBezTo>
                  <a:pt x="32373" y="41793"/>
                  <a:pt x="25247" y="45463"/>
                  <a:pt x="11800" y="47704"/>
                </a:cubicBezTo>
                <a:cubicBezTo>
                  <a:pt x="10976" y="47841"/>
                  <a:pt x="10242" y="48299"/>
                  <a:pt x="9760" y="48976"/>
                </a:cubicBezTo>
                <a:cubicBezTo>
                  <a:pt x="9278" y="49654"/>
                  <a:pt x="9077" y="50497"/>
                  <a:pt x="9217" y="51318"/>
                </a:cubicBezTo>
                <a:cubicBezTo>
                  <a:pt x="9348" y="52141"/>
                  <a:pt x="9811" y="52875"/>
                  <a:pt x="10483" y="53359"/>
                </a:cubicBezTo>
                <a:cubicBezTo>
                  <a:pt x="11167" y="53845"/>
                  <a:pt x="12011" y="54040"/>
                  <a:pt x="12825" y="53903"/>
                </a:cubicBezTo>
                <a:cubicBezTo>
                  <a:pt x="27337" y="51486"/>
                  <a:pt x="36151" y="46753"/>
                  <a:pt x="46865" y="37016"/>
                </a:cubicBezTo>
                <a:lnTo>
                  <a:pt x="46865" y="42429"/>
                </a:lnTo>
                <a:cubicBezTo>
                  <a:pt x="46854" y="42847"/>
                  <a:pt x="46935" y="43259"/>
                  <a:pt x="47085" y="43646"/>
                </a:cubicBezTo>
                <a:cubicBezTo>
                  <a:pt x="47246" y="44031"/>
                  <a:pt x="47478" y="44383"/>
                  <a:pt x="47769" y="44679"/>
                </a:cubicBezTo>
                <a:cubicBezTo>
                  <a:pt x="48061" y="44976"/>
                  <a:pt x="48402" y="45211"/>
                  <a:pt x="48794" y="45372"/>
                </a:cubicBezTo>
                <a:cubicBezTo>
                  <a:pt x="49176" y="45532"/>
                  <a:pt x="49588" y="45615"/>
                  <a:pt x="50000" y="45615"/>
                </a:cubicBezTo>
                <a:cubicBezTo>
                  <a:pt x="50422" y="45615"/>
                  <a:pt x="50834" y="45532"/>
                  <a:pt x="51216" y="45372"/>
                </a:cubicBezTo>
                <a:cubicBezTo>
                  <a:pt x="51598" y="45211"/>
                  <a:pt x="51950" y="44976"/>
                  <a:pt x="52241" y="44679"/>
                </a:cubicBezTo>
                <a:cubicBezTo>
                  <a:pt x="52533" y="44383"/>
                  <a:pt x="52764" y="44031"/>
                  <a:pt x="52915" y="43646"/>
                </a:cubicBezTo>
                <a:cubicBezTo>
                  <a:pt x="53075" y="43259"/>
                  <a:pt x="53146" y="42847"/>
                  <a:pt x="53146" y="42429"/>
                </a:cubicBezTo>
                <a:lnTo>
                  <a:pt x="53146" y="30266"/>
                </a:lnTo>
                <a:cubicBezTo>
                  <a:pt x="53206" y="29814"/>
                  <a:pt x="53166" y="29354"/>
                  <a:pt x="53035" y="28918"/>
                </a:cubicBezTo>
                <a:cubicBezTo>
                  <a:pt x="52894" y="28482"/>
                  <a:pt x="52674" y="28081"/>
                  <a:pt x="52372" y="27741"/>
                </a:cubicBezTo>
                <a:cubicBezTo>
                  <a:pt x="52060" y="27402"/>
                  <a:pt x="51688" y="27134"/>
                  <a:pt x="51266" y="26953"/>
                </a:cubicBezTo>
                <a:cubicBezTo>
                  <a:pt x="50854" y="26774"/>
                  <a:pt x="50392" y="26688"/>
                  <a:pt x="49940" y="26701"/>
                </a:cubicBezTo>
                <a:close/>
                <a:moveTo>
                  <a:pt x="76170" y="45570"/>
                </a:moveTo>
                <a:cubicBezTo>
                  <a:pt x="73396" y="45570"/>
                  <a:pt x="70733" y="46673"/>
                  <a:pt x="68773" y="48635"/>
                </a:cubicBezTo>
                <a:cubicBezTo>
                  <a:pt x="66803" y="50599"/>
                  <a:pt x="65708" y="53261"/>
                  <a:pt x="65708" y="56038"/>
                </a:cubicBezTo>
                <a:cubicBezTo>
                  <a:pt x="65708" y="58814"/>
                  <a:pt x="66803" y="61476"/>
                  <a:pt x="68773" y="63439"/>
                </a:cubicBezTo>
                <a:cubicBezTo>
                  <a:pt x="70733" y="65402"/>
                  <a:pt x="73396" y="66505"/>
                  <a:pt x="76170" y="66505"/>
                </a:cubicBezTo>
                <a:cubicBezTo>
                  <a:pt x="78954" y="66505"/>
                  <a:pt x="81617" y="65402"/>
                  <a:pt x="83577" y="63439"/>
                </a:cubicBezTo>
                <a:cubicBezTo>
                  <a:pt x="85536" y="61476"/>
                  <a:pt x="86642" y="58814"/>
                  <a:pt x="86642" y="56038"/>
                </a:cubicBezTo>
                <a:cubicBezTo>
                  <a:pt x="86642" y="53261"/>
                  <a:pt x="85536" y="50599"/>
                  <a:pt x="83577" y="48635"/>
                </a:cubicBezTo>
                <a:cubicBezTo>
                  <a:pt x="81617" y="46673"/>
                  <a:pt x="78954" y="45570"/>
                  <a:pt x="76170" y="45570"/>
                </a:cubicBezTo>
                <a:close/>
                <a:moveTo>
                  <a:pt x="47909" y="53944"/>
                </a:moveTo>
                <a:cubicBezTo>
                  <a:pt x="45407" y="53944"/>
                  <a:pt x="43015" y="54936"/>
                  <a:pt x="41247" y="56703"/>
                </a:cubicBezTo>
                <a:cubicBezTo>
                  <a:pt x="39478" y="58470"/>
                  <a:pt x="38483" y="60866"/>
                  <a:pt x="38483" y="63365"/>
                </a:cubicBezTo>
                <a:cubicBezTo>
                  <a:pt x="38483" y="65863"/>
                  <a:pt x="39478" y="68259"/>
                  <a:pt x="41247" y="70026"/>
                </a:cubicBezTo>
                <a:cubicBezTo>
                  <a:pt x="43015" y="71792"/>
                  <a:pt x="45407" y="72785"/>
                  <a:pt x="47909" y="72785"/>
                </a:cubicBezTo>
                <a:cubicBezTo>
                  <a:pt x="50402" y="72785"/>
                  <a:pt x="52804" y="71792"/>
                  <a:pt x="54573" y="70026"/>
                </a:cubicBezTo>
                <a:cubicBezTo>
                  <a:pt x="56342" y="68259"/>
                  <a:pt x="57327" y="65863"/>
                  <a:pt x="57327" y="63365"/>
                </a:cubicBezTo>
                <a:cubicBezTo>
                  <a:pt x="57327" y="60866"/>
                  <a:pt x="56342" y="58470"/>
                  <a:pt x="54573" y="56703"/>
                </a:cubicBezTo>
                <a:cubicBezTo>
                  <a:pt x="52804" y="54936"/>
                  <a:pt x="50402" y="53944"/>
                  <a:pt x="47909" y="53944"/>
                </a:cubicBezTo>
                <a:close/>
                <a:moveTo>
                  <a:pt x="21739" y="62318"/>
                </a:moveTo>
                <a:cubicBezTo>
                  <a:pt x="19518" y="62318"/>
                  <a:pt x="17388" y="63200"/>
                  <a:pt x="15810" y="64771"/>
                </a:cubicBezTo>
                <a:cubicBezTo>
                  <a:pt x="14242" y="66341"/>
                  <a:pt x="13358" y="68470"/>
                  <a:pt x="13358" y="70691"/>
                </a:cubicBezTo>
                <a:cubicBezTo>
                  <a:pt x="13358" y="72913"/>
                  <a:pt x="14242" y="75043"/>
                  <a:pt x="15810" y="76613"/>
                </a:cubicBezTo>
                <a:cubicBezTo>
                  <a:pt x="17388" y="78183"/>
                  <a:pt x="19518" y="79066"/>
                  <a:pt x="21739" y="79066"/>
                </a:cubicBezTo>
                <a:cubicBezTo>
                  <a:pt x="23960" y="79066"/>
                  <a:pt x="26091" y="78183"/>
                  <a:pt x="27659" y="76613"/>
                </a:cubicBezTo>
                <a:cubicBezTo>
                  <a:pt x="29227" y="75043"/>
                  <a:pt x="30111" y="72913"/>
                  <a:pt x="30111" y="70691"/>
                </a:cubicBezTo>
                <a:cubicBezTo>
                  <a:pt x="30111" y="68470"/>
                  <a:pt x="29227" y="66341"/>
                  <a:pt x="27659" y="64771"/>
                </a:cubicBezTo>
                <a:cubicBezTo>
                  <a:pt x="26091" y="63200"/>
                  <a:pt x="23960" y="62318"/>
                  <a:pt x="21739" y="62318"/>
                </a:cubicBezTo>
                <a:close/>
                <a:moveTo>
                  <a:pt x="64653" y="72785"/>
                </a:moveTo>
                <a:cubicBezTo>
                  <a:pt x="60613" y="72785"/>
                  <a:pt x="57327" y="76072"/>
                  <a:pt x="57327" y="80112"/>
                </a:cubicBezTo>
                <a:lnTo>
                  <a:pt x="57327" y="100000"/>
                </a:lnTo>
                <a:lnTo>
                  <a:pt x="95014" y="100000"/>
                </a:lnTo>
                <a:lnTo>
                  <a:pt x="95014" y="80112"/>
                </a:lnTo>
                <a:cubicBezTo>
                  <a:pt x="95014" y="76072"/>
                  <a:pt x="91728" y="72785"/>
                  <a:pt x="87687" y="72785"/>
                </a:cubicBezTo>
                <a:lnTo>
                  <a:pt x="64653" y="72785"/>
                </a:lnTo>
                <a:close/>
                <a:moveTo>
                  <a:pt x="37437" y="79025"/>
                </a:moveTo>
                <a:cubicBezTo>
                  <a:pt x="33398" y="79025"/>
                  <a:pt x="30111" y="82312"/>
                  <a:pt x="30111" y="86352"/>
                </a:cubicBezTo>
                <a:lnTo>
                  <a:pt x="30111" y="100000"/>
                </a:lnTo>
                <a:lnTo>
                  <a:pt x="53146" y="100000"/>
                </a:lnTo>
                <a:cubicBezTo>
                  <a:pt x="53146" y="100000"/>
                  <a:pt x="53095" y="79421"/>
                  <a:pt x="53146" y="79066"/>
                </a:cubicBezTo>
                <a:lnTo>
                  <a:pt x="37437" y="79025"/>
                </a:lnTo>
                <a:close/>
                <a:moveTo>
                  <a:pt x="12313" y="85309"/>
                </a:moveTo>
                <a:cubicBezTo>
                  <a:pt x="8272" y="85309"/>
                  <a:pt x="4986" y="88596"/>
                  <a:pt x="4986" y="92636"/>
                </a:cubicBezTo>
                <a:lnTo>
                  <a:pt x="4986" y="100000"/>
                </a:lnTo>
                <a:lnTo>
                  <a:pt x="25920" y="100000"/>
                </a:lnTo>
                <a:lnTo>
                  <a:pt x="25920" y="85309"/>
                </a:lnTo>
                <a:lnTo>
                  <a:pt x="12313" y="8530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1" name="Красный — SVG 24">
            <a:extLst>
              <a:ext uri="{FF2B5EF4-FFF2-40B4-BE49-F238E27FC236}">
                <a16:creationId xmlns:a16="http://schemas.microsoft.com/office/drawing/2014/main" id="{4F5D800D-B92A-074A-8E5A-4603C2C958BC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115130 w 152406"/>
              <a:gd name="csY0" fmla="*/ 0 h 169288"/>
              <a:gd name="csX1" fmla="*/ 112016 w 152406"/>
              <a:gd name="csY1" fmla="*/ 1344 h 169288"/>
              <a:gd name="csX2" fmla="*/ 110757 w 152406"/>
              <a:gd name="csY2" fmla="*/ 4493 h 169288"/>
              <a:gd name="csX3" fmla="*/ 110757 w 152406"/>
              <a:gd name="csY3" fmla="*/ 5871 h 169288"/>
              <a:gd name="csX4" fmla="*/ 88215 w 152406"/>
              <a:gd name="csY4" fmla="*/ 28416 h 169288"/>
              <a:gd name="csX5" fmla="*/ 86837 w 152406"/>
              <a:gd name="csY5" fmla="*/ 28416 h 169288"/>
              <a:gd name="csX6" fmla="*/ 85118 w 152406"/>
              <a:gd name="csY6" fmla="*/ 28734 h 169288"/>
              <a:gd name="csX7" fmla="*/ 83672 w 152406"/>
              <a:gd name="csY7" fmla="*/ 29690 h 169288"/>
              <a:gd name="csX8" fmla="*/ 82685 w 152406"/>
              <a:gd name="csY8" fmla="*/ 31136 h 169288"/>
              <a:gd name="csX9" fmla="*/ 82345 w 152406"/>
              <a:gd name="csY9" fmla="*/ 32845 h 169288"/>
              <a:gd name="csX10" fmla="*/ 82685 w 152406"/>
              <a:gd name="csY10" fmla="*/ 34555 h 169288"/>
              <a:gd name="csX11" fmla="*/ 83672 w 152406"/>
              <a:gd name="csY11" fmla="*/ 35999 h 169288"/>
              <a:gd name="csX12" fmla="*/ 85118 w 152406"/>
              <a:gd name="csY12" fmla="*/ 36955 h 169288"/>
              <a:gd name="csX13" fmla="*/ 86837 w 152406"/>
              <a:gd name="csY13" fmla="*/ 37275 h 169288"/>
              <a:gd name="csX14" fmla="*/ 88215 w 152406"/>
              <a:gd name="csY14" fmla="*/ 37275 h 169288"/>
              <a:gd name="csX15" fmla="*/ 110757 w 152406"/>
              <a:gd name="csY15" fmla="*/ 59820 h 169288"/>
              <a:gd name="csX16" fmla="*/ 110757 w 152406"/>
              <a:gd name="csY16" fmla="*/ 61196 h 169288"/>
              <a:gd name="csX17" fmla="*/ 111081 w 152406"/>
              <a:gd name="csY17" fmla="*/ 62911 h 169288"/>
              <a:gd name="csX18" fmla="*/ 112033 w 152406"/>
              <a:gd name="csY18" fmla="*/ 64371 h 169288"/>
              <a:gd name="csX19" fmla="*/ 113480 w 152406"/>
              <a:gd name="csY19" fmla="*/ 65347 h 169288"/>
              <a:gd name="csX20" fmla="*/ 115198 w 152406"/>
              <a:gd name="csY20" fmla="*/ 65691 h 169288"/>
              <a:gd name="csX21" fmla="*/ 116899 w 152406"/>
              <a:gd name="csY21" fmla="*/ 65347 h 169288"/>
              <a:gd name="csX22" fmla="*/ 118345 w 152406"/>
              <a:gd name="csY22" fmla="*/ 64371 h 169288"/>
              <a:gd name="csX23" fmla="*/ 119298 w 152406"/>
              <a:gd name="csY23" fmla="*/ 62911 h 169288"/>
              <a:gd name="csX24" fmla="*/ 119621 w 152406"/>
              <a:gd name="csY24" fmla="*/ 61196 h 169288"/>
              <a:gd name="csX25" fmla="*/ 119621 w 152406"/>
              <a:gd name="csY25" fmla="*/ 59820 h 169288"/>
              <a:gd name="csX26" fmla="*/ 142181 w 152406"/>
              <a:gd name="csY26" fmla="*/ 37275 h 169288"/>
              <a:gd name="csX27" fmla="*/ 143542 w 152406"/>
              <a:gd name="csY27" fmla="*/ 37275 h 169288"/>
              <a:gd name="csX28" fmla="*/ 145260 w 152406"/>
              <a:gd name="csY28" fmla="*/ 36955 h 169288"/>
              <a:gd name="csX29" fmla="*/ 146724 w 152406"/>
              <a:gd name="csY29" fmla="*/ 35999 h 169288"/>
              <a:gd name="csX30" fmla="*/ 147694 w 152406"/>
              <a:gd name="csY30" fmla="*/ 34555 h 169288"/>
              <a:gd name="csX31" fmla="*/ 148051 w 152406"/>
              <a:gd name="csY31" fmla="*/ 32845 h 169288"/>
              <a:gd name="csX32" fmla="*/ 147694 w 152406"/>
              <a:gd name="csY32" fmla="*/ 31136 h 169288"/>
              <a:gd name="csX33" fmla="*/ 146724 w 152406"/>
              <a:gd name="csY33" fmla="*/ 29690 h 169288"/>
              <a:gd name="csX34" fmla="*/ 145260 w 152406"/>
              <a:gd name="csY34" fmla="*/ 28734 h 169288"/>
              <a:gd name="csX35" fmla="*/ 143542 w 152406"/>
              <a:gd name="csY35" fmla="*/ 28416 h 169288"/>
              <a:gd name="csX36" fmla="*/ 142181 w 152406"/>
              <a:gd name="csY36" fmla="*/ 28416 h 169288"/>
              <a:gd name="csX37" fmla="*/ 119621 w 152406"/>
              <a:gd name="csY37" fmla="*/ 5871 h 169288"/>
              <a:gd name="csX38" fmla="*/ 119621 w 152406"/>
              <a:gd name="csY38" fmla="*/ 4493 h 169288"/>
              <a:gd name="csX39" fmla="*/ 119298 w 152406"/>
              <a:gd name="csY39" fmla="*/ 2763 h 169288"/>
              <a:gd name="csX40" fmla="*/ 118328 w 152406"/>
              <a:gd name="csY40" fmla="*/ 1295 h 169288"/>
              <a:gd name="csX41" fmla="*/ 116865 w 152406"/>
              <a:gd name="csY41" fmla="*/ 324 h 169288"/>
              <a:gd name="csX42" fmla="*/ 115130 w 152406"/>
              <a:gd name="csY42" fmla="*/ 0 h 169288"/>
              <a:gd name="csX43" fmla="*/ 110757 w 152406"/>
              <a:gd name="csY43" fmla="*/ 16765 h 169288"/>
              <a:gd name="csX44" fmla="*/ 110757 w 152406"/>
              <a:gd name="csY44" fmla="*/ 21819 h 169288"/>
              <a:gd name="csX45" fmla="*/ 111081 w 152406"/>
              <a:gd name="csY45" fmla="*/ 23534 h 169288"/>
              <a:gd name="csX46" fmla="*/ 112033 w 152406"/>
              <a:gd name="csY46" fmla="*/ 24991 h 169288"/>
              <a:gd name="csX47" fmla="*/ 113480 w 152406"/>
              <a:gd name="csY47" fmla="*/ 25968 h 169288"/>
              <a:gd name="csX48" fmla="*/ 115198 w 152406"/>
              <a:gd name="csY48" fmla="*/ 26312 h 169288"/>
              <a:gd name="csX49" fmla="*/ 116899 w 152406"/>
              <a:gd name="csY49" fmla="*/ 25968 h 169288"/>
              <a:gd name="csX50" fmla="*/ 118345 w 152406"/>
              <a:gd name="csY50" fmla="*/ 24991 h 169288"/>
              <a:gd name="csX51" fmla="*/ 119298 w 152406"/>
              <a:gd name="csY51" fmla="*/ 23534 h 169288"/>
              <a:gd name="csX52" fmla="*/ 119621 w 152406"/>
              <a:gd name="csY52" fmla="*/ 21819 h 169288"/>
              <a:gd name="csX53" fmla="*/ 119621 w 152406"/>
              <a:gd name="csY53" fmla="*/ 16765 h 169288"/>
              <a:gd name="csX54" fmla="*/ 131276 w 152406"/>
              <a:gd name="csY54" fmla="*/ 28416 h 169288"/>
              <a:gd name="csX55" fmla="*/ 126222 w 152406"/>
              <a:gd name="csY55" fmla="*/ 28416 h 169288"/>
              <a:gd name="csX56" fmla="*/ 124504 w 152406"/>
              <a:gd name="csY56" fmla="*/ 28734 h 169288"/>
              <a:gd name="csX57" fmla="*/ 123041 w 152406"/>
              <a:gd name="csY57" fmla="*/ 29690 h 169288"/>
              <a:gd name="csX58" fmla="*/ 122071 w 152406"/>
              <a:gd name="csY58" fmla="*/ 31136 h 169288"/>
              <a:gd name="csX59" fmla="*/ 121731 w 152406"/>
              <a:gd name="csY59" fmla="*/ 32845 h 169288"/>
              <a:gd name="csX60" fmla="*/ 122071 w 152406"/>
              <a:gd name="csY60" fmla="*/ 34555 h 169288"/>
              <a:gd name="csX61" fmla="*/ 123041 w 152406"/>
              <a:gd name="csY61" fmla="*/ 35999 h 169288"/>
              <a:gd name="csX62" fmla="*/ 124504 w 152406"/>
              <a:gd name="csY62" fmla="*/ 36955 h 169288"/>
              <a:gd name="csX63" fmla="*/ 126222 w 152406"/>
              <a:gd name="csY63" fmla="*/ 37275 h 169288"/>
              <a:gd name="csX64" fmla="*/ 131276 w 152406"/>
              <a:gd name="csY64" fmla="*/ 37275 h 169288"/>
              <a:gd name="csX65" fmla="*/ 119621 w 152406"/>
              <a:gd name="csY65" fmla="*/ 48924 h 169288"/>
              <a:gd name="csX66" fmla="*/ 119621 w 152406"/>
              <a:gd name="csY66" fmla="*/ 43872 h 169288"/>
              <a:gd name="csX67" fmla="*/ 119298 w 152406"/>
              <a:gd name="csY67" fmla="*/ 42140 h 169288"/>
              <a:gd name="csX68" fmla="*/ 118328 w 152406"/>
              <a:gd name="csY68" fmla="*/ 40674 h 169288"/>
              <a:gd name="csX69" fmla="*/ 116865 w 152406"/>
              <a:gd name="csY69" fmla="*/ 39703 h 169288"/>
              <a:gd name="csX70" fmla="*/ 115130 w 152406"/>
              <a:gd name="csY70" fmla="*/ 39379 h 169288"/>
              <a:gd name="csX71" fmla="*/ 112016 w 152406"/>
              <a:gd name="csY71" fmla="*/ 40723 h 169288"/>
              <a:gd name="csX72" fmla="*/ 110757 w 152406"/>
              <a:gd name="csY72" fmla="*/ 43872 h 169288"/>
              <a:gd name="csX73" fmla="*/ 110757 w 152406"/>
              <a:gd name="csY73" fmla="*/ 48924 h 169288"/>
              <a:gd name="csX74" fmla="*/ 99120 w 152406"/>
              <a:gd name="csY74" fmla="*/ 37275 h 169288"/>
              <a:gd name="csX75" fmla="*/ 104173 w 152406"/>
              <a:gd name="csY75" fmla="*/ 37275 h 169288"/>
              <a:gd name="csX76" fmla="*/ 105874 w 152406"/>
              <a:gd name="csY76" fmla="*/ 36955 h 169288"/>
              <a:gd name="csX77" fmla="*/ 107337 w 152406"/>
              <a:gd name="csY77" fmla="*/ 35999 h 169288"/>
              <a:gd name="csX78" fmla="*/ 108324 w 152406"/>
              <a:gd name="csY78" fmla="*/ 34555 h 169288"/>
              <a:gd name="csX79" fmla="*/ 108665 w 152406"/>
              <a:gd name="csY79" fmla="*/ 32845 h 169288"/>
              <a:gd name="csX80" fmla="*/ 108324 w 152406"/>
              <a:gd name="csY80" fmla="*/ 31136 h 169288"/>
              <a:gd name="csX81" fmla="*/ 107337 w 152406"/>
              <a:gd name="csY81" fmla="*/ 29690 h 169288"/>
              <a:gd name="csX82" fmla="*/ 105874 w 152406"/>
              <a:gd name="csY82" fmla="*/ 28734 h 169288"/>
              <a:gd name="csX83" fmla="*/ 104173 w 152406"/>
              <a:gd name="csY83" fmla="*/ 28416 h 169288"/>
              <a:gd name="csX84" fmla="*/ 99120 w 152406"/>
              <a:gd name="csY84" fmla="*/ 28416 h 169288"/>
              <a:gd name="csX85" fmla="*/ 110757 w 152406"/>
              <a:gd name="csY85" fmla="*/ 16765 h 169288"/>
              <a:gd name="csX86" fmla="*/ 76101 w 152406"/>
              <a:gd name="csY86" fmla="*/ 45201 h 169288"/>
              <a:gd name="csX87" fmla="*/ 75523 w 152406"/>
              <a:gd name="csY87" fmla="*/ 45248 h 169288"/>
              <a:gd name="csX88" fmla="*/ 54936 w 152406"/>
              <a:gd name="csY88" fmla="*/ 45248 h 169288"/>
              <a:gd name="csX89" fmla="*/ 52878 w 152406"/>
              <a:gd name="csY89" fmla="*/ 45633 h 169288"/>
              <a:gd name="csX90" fmla="*/ 51125 w 152406"/>
              <a:gd name="csY90" fmla="*/ 46779 h 169288"/>
              <a:gd name="csX91" fmla="*/ 49951 w 152406"/>
              <a:gd name="csY91" fmla="*/ 48513 h 169288"/>
              <a:gd name="csX92" fmla="*/ 49543 w 152406"/>
              <a:gd name="csY92" fmla="*/ 50564 h 169288"/>
              <a:gd name="csX93" fmla="*/ 49951 w 152406"/>
              <a:gd name="csY93" fmla="*/ 52618 h 169288"/>
              <a:gd name="csX94" fmla="*/ 51125 w 152406"/>
              <a:gd name="csY94" fmla="*/ 54351 h 169288"/>
              <a:gd name="csX95" fmla="*/ 52878 w 152406"/>
              <a:gd name="csY95" fmla="*/ 55498 h 169288"/>
              <a:gd name="csX96" fmla="*/ 54936 w 152406"/>
              <a:gd name="csY96" fmla="*/ 55880 h 169288"/>
              <a:gd name="csX97" fmla="*/ 62711 w 152406"/>
              <a:gd name="csY97" fmla="*/ 55880 h 169288"/>
              <a:gd name="csX98" fmla="*/ 11535 w 152406"/>
              <a:gd name="csY98" fmla="*/ 80757 h 169288"/>
              <a:gd name="csX99" fmla="*/ 8081 w 152406"/>
              <a:gd name="csY99" fmla="*/ 82911 h 169288"/>
              <a:gd name="csX100" fmla="*/ 7163 w 152406"/>
              <a:gd name="csY100" fmla="*/ 86876 h 169288"/>
              <a:gd name="csX101" fmla="*/ 9307 w 152406"/>
              <a:gd name="csY101" fmla="*/ 90331 h 169288"/>
              <a:gd name="csX102" fmla="*/ 13270 w 152406"/>
              <a:gd name="csY102" fmla="*/ 91251 h 169288"/>
              <a:gd name="csX103" fmla="*/ 70895 w 152406"/>
              <a:gd name="csY103" fmla="*/ 62664 h 169288"/>
              <a:gd name="csX104" fmla="*/ 70895 w 152406"/>
              <a:gd name="csY104" fmla="*/ 71828 h 169288"/>
              <a:gd name="csX105" fmla="*/ 71269 w 152406"/>
              <a:gd name="csY105" fmla="*/ 73887 h 169288"/>
              <a:gd name="csX106" fmla="*/ 72426 w 152406"/>
              <a:gd name="csY106" fmla="*/ 75637 h 169288"/>
              <a:gd name="csX107" fmla="*/ 74161 w 152406"/>
              <a:gd name="csY107" fmla="*/ 76809 h 169288"/>
              <a:gd name="csX108" fmla="*/ 76203 w 152406"/>
              <a:gd name="csY108" fmla="*/ 77221 h 169288"/>
              <a:gd name="csX109" fmla="*/ 78262 w 152406"/>
              <a:gd name="csY109" fmla="*/ 76809 h 169288"/>
              <a:gd name="csX110" fmla="*/ 79997 w 152406"/>
              <a:gd name="csY110" fmla="*/ 75637 h 169288"/>
              <a:gd name="csX111" fmla="*/ 81137 w 152406"/>
              <a:gd name="csY111" fmla="*/ 73887 h 169288"/>
              <a:gd name="csX112" fmla="*/ 81528 w 152406"/>
              <a:gd name="csY112" fmla="*/ 71828 h 169288"/>
              <a:gd name="csX113" fmla="*/ 81528 w 152406"/>
              <a:gd name="csY113" fmla="*/ 51236 h 169288"/>
              <a:gd name="csX114" fmla="*/ 81341 w 152406"/>
              <a:gd name="csY114" fmla="*/ 48955 h 169288"/>
              <a:gd name="csX115" fmla="*/ 80218 w 152406"/>
              <a:gd name="csY115" fmla="*/ 46963 h 169288"/>
              <a:gd name="csX116" fmla="*/ 78346 w 152406"/>
              <a:gd name="csY116" fmla="*/ 45629 h 169288"/>
              <a:gd name="csX117" fmla="*/ 76101 w 152406"/>
              <a:gd name="csY117" fmla="*/ 45201 h 169288"/>
              <a:gd name="csX118" fmla="*/ 120506 w 152406"/>
              <a:gd name="csY118" fmla="*/ 77144 h 169288"/>
              <a:gd name="csX119" fmla="*/ 107984 w 152406"/>
              <a:gd name="csY119" fmla="*/ 82334 h 169288"/>
              <a:gd name="csX120" fmla="*/ 102795 w 152406"/>
              <a:gd name="csY120" fmla="*/ 94865 h 169288"/>
              <a:gd name="csX121" fmla="*/ 107984 w 152406"/>
              <a:gd name="csY121" fmla="*/ 107395 h 169288"/>
              <a:gd name="csX122" fmla="*/ 120506 w 152406"/>
              <a:gd name="csY122" fmla="*/ 112585 h 169288"/>
              <a:gd name="csX123" fmla="*/ 133045 w 152406"/>
              <a:gd name="csY123" fmla="*/ 107395 h 169288"/>
              <a:gd name="csX124" fmla="*/ 138234 w 152406"/>
              <a:gd name="csY124" fmla="*/ 94865 h 169288"/>
              <a:gd name="csX125" fmla="*/ 133045 w 152406"/>
              <a:gd name="csY125" fmla="*/ 82334 h 169288"/>
              <a:gd name="csX126" fmla="*/ 120506 w 152406"/>
              <a:gd name="csY126" fmla="*/ 77144 h 169288"/>
              <a:gd name="csX127" fmla="*/ 72664 w 152406"/>
              <a:gd name="csY127" fmla="*/ 91321 h 169288"/>
              <a:gd name="csX128" fmla="*/ 61385 w 152406"/>
              <a:gd name="csY128" fmla="*/ 95992 h 169288"/>
              <a:gd name="csX129" fmla="*/ 56706 w 152406"/>
              <a:gd name="csY129" fmla="*/ 107269 h 169288"/>
              <a:gd name="csX130" fmla="*/ 61385 w 152406"/>
              <a:gd name="csY130" fmla="*/ 118546 h 169288"/>
              <a:gd name="csX131" fmla="*/ 72664 w 152406"/>
              <a:gd name="csY131" fmla="*/ 123217 h 169288"/>
              <a:gd name="csX132" fmla="*/ 83944 w 152406"/>
              <a:gd name="csY132" fmla="*/ 118546 h 169288"/>
              <a:gd name="csX133" fmla="*/ 88606 w 152406"/>
              <a:gd name="csY133" fmla="*/ 107269 h 169288"/>
              <a:gd name="csX134" fmla="*/ 83944 w 152406"/>
              <a:gd name="csY134" fmla="*/ 95992 h 169288"/>
              <a:gd name="csX135" fmla="*/ 72664 w 152406"/>
              <a:gd name="csY135" fmla="*/ 91321 h 169288"/>
              <a:gd name="csX136" fmla="*/ 28361 w 152406"/>
              <a:gd name="csY136" fmla="*/ 105497 h 169288"/>
              <a:gd name="csX137" fmla="*/ 18323 w 152406"/>
              <a:gd name="csY137" fmla="*/ 109649 h 169288"/>
              <a:gd name="csX138" fmla="*/ 14172 w 152406"/>
              <a:gd name="csY138" fmla="*/ 119672 h 169288"/>
              <a:gd name="csX139" fmla="*/ 18323 w 152406"/>
              <a:gd name="csY139" fmla="*/ 129697 h 169288"/>
              <a:gd name="csX140" fmla="*/ 28361 w 152406"/>
              <a:gd name="csY140" fmla="*/ 133849 h 169288"/>
              <a:gd name="csX141" fmla="*/ 38382 w 152406"/>
              <a:gd name="csY141" fmla="*/ 129697 h 169288"/>
              <a:gd name="csX142" fmla="*/ 42534 w 152406"/>
              <a:gd name="csY142" fmla="*/ 119672 h 169288"/>
              <a:gd name="csX143" fmla="*/ 38382 w 152406"/>
              <a:gd name="csY143" fmla="*/ 109649 h 169288"/>
              <a:gd name="csX144" fmla="*/ 28361 w 152406"/>
              <a:gd name="csY144" fmla="*/ 105497 h 169288"/>
              <a:gd name="csX145" fmla="*/ 101009 w 152406"/>
              <a:gd name="csY145" fmla="*/ 123217 h 169288"/>
              <a:gd name="csX146" fmla="*/ 88606 w 152406"/>
              <a:gd name="csY146" fmla="*/ 135620 h 169288"/>
              <a:gd name="csX147" fmla="*/ 88606 w 152406"/>
              <a:gd name="csY147" fmla="*/ 169288 h 169288"/>
              <a:gd name="csX148" fmla="*/ 152406 w 152406"/>
              <a:gd name="csY148" fmla="*/ 169288 h 169288"/>
              <a:gd name="csX149" fmla="*/ 152406 w 152406"/>
              <a:gd name="csY149" fmla="*/ 135620 h 169288"/>
              <a:gd name="csX150" fmla="*/ 140003 w 152406"/>
              <a:gd name="csY150" fmla="*/ 123217 h 169288"/>
              <a:gd name="csX151" fmla="*/ 101009 w 152406"/>
              <a:gd name="csY151" fmla="*/ 123217 h 169288"/>
              <a:gd name="csX152" fmla="*/ 54936 w 152406"/>
              <a:gd name="csY152" fmla="*/ 133779 h 169288"/>
              <a:gd name="csX153" fmla="*/ 42534 w 152406"/>
              <a:gd name="csY153" fmla="*/ 146184 h 169288"/>
              <a:gd name="csX154" fmla="*/ 42534 w 152406"/>
              <a:gd name="csY154" fmla="*/ 169288 h 169288"/>
              <a:gd name="csX155" fmla="*/ 81528 w 152406"/>
              <a:gd name="csY155" fmla="*/ 169288 h 169288"/>
              <a:gd name="csX156" fmla="*/ 81528 w 152406"/>
              <a:gd name="csY156" fmla="*/ 133849 h 169288"/>
              <a:gd name="csX157" fmla="*/ 54936 w 152406"/>
              <a:gd name="csY157" fmla="*/ 133779 h 169288"/>
              <a:gd name="csX158" fmla="*/ 12403 w 152406"/>
              <a:gd name="csY158" fmla="*/ 144418 h 169288"/>
              <a:gd name="csX159" fmla="*/ 0 w 152406"/>
              <a:gd name="csY159" fmla="*/ 156822 h 169288"/>
              <a:gd name="csX160" fmla="*/ 0 w 152406"/>
              <a:gd name="csY160" fmla="*/ 169288 h 169288"/>
              <a:gd name="csX161" fmla="*/ 35439 w 152406"/>
              <a:gd name="csY161" fmla="*/ 169288 h 169288"/>
              <a:gd name="csX162" fmla="*/ 35439 w 152406"/>
              <a:gd name="csY162" fmla="*/ 144418 h 169288"/>
              <a:gd name="csX163" fmla="*/ 12403 w 152406"/>
              <a:gd name="csY163" fmla="*/ 144418 h 169288"/>
            </a:gdLst>
            <a:ahLst/>
            <a:cxnLst/>
            <a:rect l="l" t="t" r="r" b="b"/>
            <a:pathLst>
              <a:path w="100000" h="100000">
                <a:moveTo>
                  <a:pt x="72995" y="0"/>
                </a:moveTo>
                <a:cubicBezTo>
                  <a:pt x="72301" y="11"/>
                  <a:pt x="71638" y="297"/>
                  <a:pt x="71155" y="794"/>
                </a:cubicBezTo>
                <a:cubicBezTo>
                  <a:pt x="70672" y="1292"/>
                  <a:pt x="70401" y="1961"/>
                  <a:pt x="70411" y="2654"/>
                </a:cubicBezTo>
                <a:lnTo>
                  <a:pt x="70411" y="3468"/>
                </a:lnTo>
                <a:cubicBezTo>
                  <a:pt x="63618" y="4589"/>
                  <a:pt x="58221" y="9984"/>
                  <a:pt x="57096" y="16786"/>
                </a:cubicBezTo>
                <a:lnTo>
                  <a:pt x="56282" y="16786"/>
                </a:lnTo>
                <a:cubicBezTo>
                  <a:pt x="55940" y="16780"/>
                  <a:pt x="55588" y="16844"/>
                  <a:pt x="55266" y="16973"/>
                </a:cubicBezTo>
                <a:cubicBezTo>
                  <a:pt x="54945" y="17103"/>
                  <a:pt x="54653" y="17295"/>
                  <a:pt x="54412" y="17538"/>
                </a:cubicBezTo>
                <a:cubicBezTo>
                  <a:pt x="54161" y="17782"/>
                  <a:pt x="53970" y="18072"/>
                  <a:pt x="53829" y="18392"/>
                </a:cubicBezTo>
                <a:cubicBezTo>
                  <a:pt x="53698" y="18712"/>
                  <a:pt x="53628" y="19056"/>
                  <a:pt x="53628" y="19402"/>
                </a:cubicBezTo>
                <a:cubicBezTo>
                  <a:pt x="53628" y="19749"/>
                  <a:pt x="53698" y="20092"/>
                  <a:pt x="53829" y="20412"/>
                </a:cubicBezTo>
                <a:cubicBezTo>
                  <a:pt x="53970" y="20732"/>
                  <a:pt x="54161" y="21022"/>
                  <a:pt x="54412" y="21265"/>
                </a:cubicBezTo>
                <a:cubicBezTo>
                  <a:pt x="54653" y="21509"/>
                  <a:pt x="54945" y="21701"/>
                  <a:pt x="55266" y="21830"/>
                </a:cubicBezTo>
                <a:cubicBezTo>
                  <a:pt x="55588" y="21960"/>
                  <a:pt x="55940" y="22024"/>
                  <a:pt x="56282" y="22019"/>
                </a:cubicBezTo>
                <a:lnTo>
                  <a:pt x="57096" y="22019"/>
                </a:lnTo>
                <a:cubicBezTo>
                  <a:pt x="58221" y="28820"/>
                  <a:pt x="63618" y="34214"/>
                  <a:pt x="70411" y="35336"/>
                </a:cubicBezTo>
                <a:lnTo>
                  <a:pt x="70411" y="36149"/>
                </a:lnTo>
                <a:cubicBezTo>
                  <a:pt x="70411" y="36497"/>
                  <a:pt x="70472" y="36841"/>
                  <a:pt x="70603" y="37162"/>
                </a:cubicBezTo>
                <a:cubicBezTo>
                  <a:pt x="70733" y="37485"/>
                  <a:pt x="70924" y="37777"/>
                  <a:pt x="71165" y="38025"/>
                </a:cubicBezTo>
                <a:cubicBezTo>
                  <a:pt x="71417" y="38271"/>
                  <a:pt x="71698" y="38468"/>
                  <a:pt x="72020" y="38601"/>
                </a:cubicBezTo>
                <a:cubicBezTo>
                  <a:pt x="72341" y="38735"/>
                  <a:pt x="72683" y="38804"/>
                  <a:pt x="73035" y="38804"/>
                </a:cubicBezTo>
                <a:cubicBezTo>
                  <a:pt x="73376" y="38804"/>
                  <a:pt x="73728" y="38735"/>
                  <a:pt x="74040" y="38601"/>
                </a:cubicBezTo>
                <a:cubicBezTo>
                  <a:pt x="74361" y="38468"/>
                  <a:pt x="74653" y="38271"/>
                  <a:pt x="74894" y="38025"/>
                </a:cubicBezTo>
                <a:cubicBezTo>
                  <a:pt x="75145" y="37777"/>
                  <a:pt x="75336" y="37485"/>
                  <a:pt x="75457" y="37162"/>
                </a:cubicBezTo>
                <a:cubicBezTo>
                  <a:pt x="75587" y="36841"/>
                  <a:pt x="75657" y="36497"/>
                  <a:pt x="75647" y="36149"/>
                </a:cubicBezTo>
                <a:lnTo>
                  <a:pt x="75647" y="35336"/>
                </a:lnTo>
                <a:cubicBezTo>
                  <a:pt x="82451" y="34214"/>
                  <a:pt x="87849" y="28820"/>
                  <a:pt x="88974" y="22019"/>
                </a:cubicBezTo>
                <a:lnTo>
                  <a:pt x="89778" y="22019"/>
                </a:lnTo>
                <a:cubicBezTo>
                  <a:pt x="90130" y="22024"/>
                  <a:pt x="90471" y="21960"/>
                  <a:pt x="90793" y="21830"/>
                </a:cubicBezTo>
                <a:cubicBezTo>
                  <a:pt x="91115" y="21701"/>
                  <a:pt x="91406" y="21509"/>
                  <a:pt x="91657" y="21265"/>
                </a:cubicBezTo>
                <a:cubicBezTo>
                  <a:pt x="91908" y="21022"/>
                  <a:pt x="92100" y="20732"/>
                  <a:pt x="92230" y="20412"/>
                </a:cubicBezTo>
                <a:cubicBezTo>
                  <a:pt x="92371" y="20092"/>
                  <a:pt x="92441" y="19749"/>
                  <a:pt x="92441" y="19402"/>
                </a:cubicBezTo>
                <a:cubicBezTo>
                  <a:pt x="92441" y="19056"/>
                  <a:pt x="92371" y="18712"/>
                  <a:pt x="92230" y="18392"/>
                </a:cubicBezTo>
                <a:cubicBezTo>
                  <a:pt x="92100" y="18072"/>
                  <a:pt x="91908" y="17782"/>
                  <a:pt x="91657" y="17538"/>
                </a:cubicBezTo>
                <a:cubicBezTo>
                  <a:pt x="91406" y="17295"/>
                  <a:pt x="91115" y="17103"/>
                  <a:pt x="90793" y="16973"/>
                </a:cubicBezTo>
                <a:cubicBezTo>
                  <a:pt x="90471" y="16844"/>
                  <a:pt x="90130" y="16780"/>
                  <a:pt x="89778" y="16786"/>
                </a:cubicBezTo>
                <a:lnTo>
                  <a:pt x="88974" y="16786"/>
                </a:lnTo>
                <a:cubicBezTo>
                  <a:pt x="87849" y="9984"/>
                  <a:pt x="82451" y="4589"/>
                  <a:pt x="75647" y="3468"/>
                </a:cubicBezTo>
                <a:lnTo>
                  <a:pt x="75647" y="2654"/>
                </a:lnTo>
                <a:cubicBezTo>
                  <a:pt x="75657" y="2304"/>
                  <a:pt x="75587" y="1957"/>
                  <a:pt x="75457" y="1632"/>
                </a:cubicBezTo>
                <a:cubicBezTo>
                  <a:pt x="75326" y="1308"/>
                  <a:pt x="75135" y="1013"/>
                  <a:pt x="74884" y="765"/>
                </a:cubicBezTo>
                <a:cubicBezTo>
                  <a:pt x="74633" y="518"/>
                  <a:pt x="74341" y="323"/>
                  <a:pt x="74019" y="191"/>
                </a:cubicBezTo>
                <a:cubicBezTo>
                  <a:pt x="73687" y="60"/>
                  <a:pt x="73346" y="-5"/>
                  <a:pt x="72995" y="0"/>
                </a:cubicBezTo>
                <a:close/>
                <a:moveTo>
                  <a:pt x="70411" y="9903"/>
                </a:moveTo>
                <a:lnTo>
                  <a:pt x="70411" y="12889"/>
                </a:lnTo>
                <a:cubicBezTo>
                  <a:pt x="70411" y="13235"/>
                  <a:pt x="70472" y="13580"/>
                  <a:pt x="70603" y="13902"/>
                </a:cubicBezTo>
                <a:cubicBezTo>
                  <a:pt x="70733" y="14223"/>
                  <a:pt x="70924" y="14516"/>
                  <a:pt x="71165" y="14762"/>
                </a:cubicBezTo>
                <a:cubicBezTo>
                  <a:pt x="71417" y="15010"/>
                  <a:pt x="71698" y="15206"/>
                  <a:pt x="72020" y="15340"/>
                </a:cubicBezTo>
                <a:cubicBezTo>
                  <a:pt x="72341" y="15474"/>
                  <a:pt x="72683" y="15543"/>
                  <a:pt x="73035" y="15543"/>
                </a:cubicBezTo>
                <a:cubicBezTo>
                  <a:pt x="73376" y="15543"/>
                  <a:pt x="73728" y="15474"/>
                  <a:pt x="74040" y="15340"/>
                </a:cubicBezTo>
                <a:cubicBezTo>
                  <a:pt x="74361" y="15206"/>
                  <a:pt x="74653" y="15010"/>
                  <a:pt x="74894" y="14762"/>
                </a:cubicBezTo>
                <a:cubicBezTo>
                  <a:pt x="75145" y="14516"/>
                  <a:pt x="75336" y="14223"/>
                  <a:pt x="75457" y="13902"/>
                </a:cubicBezTo>
                <a:cubicBezTo>
                  <a:pt x="75587" y="13580"/>
                  <a:pt x="75657" y="13235"/>
                  <a:pt x="75647" y="12889"/>
                </a:cubicBezTo>
                <a:lnTo>
                  <a:pt x="75647" y="9903"/>
                </a:lnTo>
                <a:cubicBezTo>
                  <a:pt x="79014" y="10818"/>
                  <a:pt x="81617" y="13422"/>
                  <a:pt x="82532" y="16786"/>
                </a:cubicBezTo>
                <a:lnTo>
                  <a:pt x="79547" y="16786"/>
                </a:lnTo>
                <a:cubicBezTo>
                  <a:pt x="79205" y="16780"/>
                  <a:pt x="78854" y="16844"/>
                  <a:pt x="78532" y="16973"/>
                </a:cubicBezTo>
                <a:cubicBezTo>
                  <a:pt x="78210" y="17103"/>
                  <a:pt x="77919" y="17295"/>
                  <a:pt x="77668" y="17538"/>
                </a:cubicBezTo>
                <a:cubicBezTo>
                  <a:pt x="77427" y="17782"/>
                  <a:pt x="77225" y="18072"/>
                  <a:pt x="77095" y="18392"/>
                </a:cubicBezTo>
                <a:cubicBezTo>
                  <a:pt x="76964" y="18712"/>
                  <a:pt x="76894" y="19056"/>
                  <a:pt x="76894" y="19402"/>
                </a:cubicBezTo>
                <a:cubicBezTo>
                  <a:pt x="76894" y="19749"/>
                  <a:pt x="76964" y="20092"/>
                  <a:pt x="77095" y="20412"/>
                </a:cubicBezTo>
                <a:cubicBezTo>
                  <a:pt x="77225" y="20732"/>
                  <a:pt x="77427" y="21022"/>
                  <a:pt x="77668" y="21265"/>
                </a:cubicBezTo>
                <a:cubicBezTo>
                  <a:pt x="77919" y="21509"/>
                  <a:pt x="78210" y="21701"/>
                  <a:pt x="78532" y="21830"/>
                </a:cubicBezTo>
                <a:cubicBezTo>
                  <a:pt x="78854" y="21960"/>
                  <a:pt x="79205" y="22024"/>
                  <a:pt x="79547" y="22019"/>
                </a:cubicBezTo>
                <a:lnTo>
                  <a:pt x="82532" y="22019"/>
                </a:lnTo>
                <a:cubicBezTo>
                  <a:pt x="81617" y="25382"/>
                  <a:pt x="79014" y="27987"/>
                  <a:pt x="75647" y="28900"/>
                </a:cubicBezTo>
                <a:lnTo>
                  <a:pt x="75647" y="25916"/>
                </a:lnTo>
                <a:cubicBezTo>
                  <a:pt x="75657" y="25565"/>
                  <a:pt x="75587" y="25217"/>
                  <a:pt x="75457" y="24892"/>
                </a:cubicBezTo>
                <a:cubicBezTo>
                  <a:pt x="75326" y="24569"/>
                  <a:pt x="75135" y="24273"/>
                  <a:pt x="74884" y="24027"/>
                </a:cubicBezTo>
                <a:cubicBezTo>
                  <a:pt x="74633" y="23780"/>
                  <a:pt x="74341" y="23583"/>
                  <a:pt x="74019" y="23453"/>
                </a:cubicBezTo>
                <a:cubicBezTo>
                  <a:pt x="73687" y="23321"/>
                  <a:pt x="73346" y="23256"/>
                  <a:pt x="72995" y="23262"/>
                </a:cubicBezTo>
                <a:cubicBezTo>
                  <a:pt x="72301" y="23273"/>
                  <a:pt x="71638" y="23558"/>
                  <a:pt x="71155" y="24055"/>
                </a:cubicBezTo>
                <a:cubicBezTo>
                  <a:pt x="70672" y="24553"/>
                  <a:pt x="70401" y="25222"/>
                  <a:pt x="70411" y="25916"/>
                </a:cubicBezTo>
                <a:lnTo>
                  <a:pt x="70411" y="28900"/>
                </a:lnTo>
                <a:cubicBezTo>
                  <a:pt x="67054" y="27987"/>
                  <a:pt x="64452" y="25382"/>
                  <a:pt x="63537" y="22019"/>
                </a:cubicBezTo>
                <a:lnTo>
                  <a:pt x="66522" y="22019"/>
                </a:lnTo>
                <a:cubicBezTo>
                  <a:pt x="66864" y="22024"/>
                  <a:pt x="67206" y="21960"/>
                  <a:pt x="67527" y="21830"/>
                </a:cubicBezTo>
                <a:cubicBezTo>
                  <a:pt x="67849" y="21701"/>
                  <a:pt x="68150" y="21509"/>
                  <a:pt x="68391" y="21265"/>
                </a:cubicBezTo>
                <a:cubicBezTo>
                  <a:pt x="68643" y="21022"/>
                  <a:pt x="68834" y="20732"/>
                  <a:pt x="68974" y="20412"/>
                </a:cubicBezTo>
                <a:cubicBezTo>
                  <a:pt x="69105" y="20092"/>
                  <a:pt x="69176" y="19749"/>
                  <a:pt x="69176" y="19402"/>
                </a:cubicBezTo>
                <a:cubicBezTo>
                  <a:pt x="69176" y="19056"/>
                  <a:pt x="69105" y="18712"/>
                  <a:pt x="68974" y="18392"/>
                </a:cubicBezTo>
                <a:cubicBezTo>
                  <a:pt x="68834" y="18072"/>
                  <a:pt x="68643" y="17782"/>
                  <a:pt x="68391" y="17538"/>
                </a:cubicBezTo>
                <a:cubicBezTo>
                  <a:pt x="68150" y="17295"/>
                  <a:pt x="67849" y="17103"/>
                  <a:pt x="67527" y="16973"/>
                </a:cubicBezTo>
                <a:cubicBezTo>
                  <a:pt x="67206" y="16844"/>
                  <a:pt x="66864" y="16780"/>
                  <a:pt x="66522" y="16786"/>
                </a:cubicBezTo>
                <a:lnTo>
                  <a:pt x="63537" y="16786"/>
                </a:lnTo>
                <a:cubicBezTo>
                  <a:pt x="64452" y="13422"/>
                  <a:pt x="67054" y="10818"/>
                  <a:pt x="70411" y="9903"/>
                </a:cubicBezTo>
                <a:close/>
                <a:moveTo>
                  <a:pt x="49940" y="26701"/>
                </a:moveTo>
                <a:cubicBezTo>
                  <a:pt x="49829" y="26704"/>
                  <a:pt x="49709" y="26714"/>
                  <a:pt x="49598" y="26728"/>
                </a:cubicBezTo>
                <a:lnTo>
                  <a:pt x="37437" y="26728"/>
                </a:lnTo>
                <a:cubicBezTo>
                  <a:pt x="37026" y="26724"/>
                  <a:pt x="36614" y="26800"/>
                  <a:pt x="36222" y="26956"/>
                </a:cubicBezTo>
                <a:cubicBezTo>
                  <a:pt x="35840" y="27111"/>
                  <a:pt x="35488" y="27340"/>
                  <a:pt x="35186" y="27633"/>
                </a:cubicBezTo>
                <a:cubicBezTo>
                  <a:pt x="34895" y="27925"/>
                  <a:pt x="34654" y="28273"/>
                  <a:pt x="34493" y="28657"/>
                </a:cubicBezTo>
                <a:cubicBezTo>
                  <a:pt x="34332" y="29041"/>
                  <a:pt x="34252" y="29453"/>
                  <a:pt x="34252" y="29869"/>
                </a:cubicBezTo>
                <a:cubicBezTo>
                  <a:pt x="34252" y="30286"/>
                  <a:pt x="34332" y="30698"/>
                  <a:pt x="34493" y="31082"/>
                </a:cubicBezTo>
                <a:cubicBezTo>
                  <a:pt x="34654" y="31465"/>
                  <a:pt x="34895" y="31813"/>
                  <a:pt x="35186" y="32106"/>
                </a:cubicBezTo>
                <a:cubicBezTo>
                  <a:pt x="35488" y="32398"/>
                  <a:pt x="35840" y="32628"/>
                  <a:pt x="36222" y="32783"/>
                </a:cubicBezTo>
                <a:cubicBezTo>
                  <a:pt x="36614" y="32939"/>
                  <a:pt x="37026" y="33015"/>
                  <a:pt x="37437" y="33009"/>
                </a:cubicBezTo>
                <a:lnTo>
                  <a:pt x="42030" y="33009"/>
                </a:lnTo>
                <a:cubicBezTo>
                  <a:pt x="32373" y="41793"/>
                  <a:pt x="25247" y="45463"/>
                  <a:pt x="11800" y="47704"/>
                </a:cubicBezTo>
                <a:cubicBezTo>
                  <a:pt x="10976" y="47841"/>
                  <a:pt x="10242" y="48299"/>
                  <a:pt x="9760" y="48976"/>
                </a:cubicBezTo>
                <a:cubicBezTo>
                  <a:pt x="9278" y="49654"/>
                  <a:pt x="9076" y="50497"/>
                  <a:pt x="9217" y="51318"/>
                </a:cubicBezTo>
                <a:cubicBezTo>
                  <a:pt x="9348" y="52141"/>
                  <a:pt x="9810" y="52875"/>
                  <a:pt x="10484" y="53359"/>
                </a:cubicBezTo>
                <a:cubicBezTo>
                  <a:pt x="11167" y="53845"/>
                  <a:pt x="12011" y="54040"/>
                  <a:pt x="12825" y="53903"/>
                </a:cubicBezTo>
                <a:cubicBezTo>
                  <a:pt x="27337" y="51486"/>
                  <a:pt x="36151" y="46753"/>
                  <a:pt x="46865" y="37016"/>
                </a:cubicBezTo>
                <a:lnTo>
                  <a:pt x="46865" y="42429"/>
                </a:lnTo>
                <a:cubicBezTo>
                  <a:pt x="46854" y="42847"/>
                  <a:pt x="46935" y="43259"/>
                  <a:pt x="47085" y="43646"/>
                </a:cubicBezTo>
                <a:cubicBezTo>
                  <a:pt x="47246" y="44031"/>
                  <a:pt x="47477" y="44383"/>
                  <a:pt x="47769" y="44679"/>
                </a:cubicBezTo>
                <a:cubicBezTo>
                  <a:pt x="48060" y="44976"/>
                  <a:pt x="48402" y="45211"/>
                  <a:pt x="48794" y="45372"/>
                </a:cubicBezTo>
                <a:cubicBezTo>
                  <a:pt x="49176" y="45532"/>
                  <a:pt x="49588" y="45615"/>
                  <a:pt x="50000" y="45615"/>
                </a:cubicBezTo>
                <a:cubicBezTo>
                  <a:pt x="50422" y="45615"/>
                  <a:pt x="50834" y="45532"/>
                  <a:pt x="51216" y="45372"/>
                </a:cubicBezTo>
                <a:cubicBezTo>
                  <a:pt x="51598" y="45211"/>
                  <a:pt x="51950" y="44976"/>
                  <a:pt x="52241" y="44679"/>
                </a:cubicBezTo>
                <a:cubicBezTo>
                  <a:pt x="52533" y="44383"/>
                  <a:pt x="52764" y="44031"/>
                  <a:pt x="52915" y="43646"/>
                </a:cubicBezTo>
                <a:cubicBezTo>
                  <a:pt x="53075" y="43259"/>
                  <a:pt x="53146" y="42847"/>
                  <a:pt x="53146" y="42429"/>
                </a:cubicBezTo>
                <a:lnTo>
                  <a:pt x="53146" y="30266"/>
                </a:lnTo>
                <a:cubicBezTo>
                  <a:pt x="53206" y="29814"/>
                  <a:pt x="53166" y="29354"/>
                  <a:pt x="53035" y="28918"/>
                </a:cubicBezTo>
                <a:cubicBezTo>
                  <a:pt x="52894" y="28482"/>
                  <a:pt x="52674" y="28081"/>
                  <a:pt x="52372" y="27741"/>
                </a:cubicBezTo>
                <a:cubicBezTo>
                  <a:pt x="52060" y="27402"/>
                  <a:pt x="51689" y="27134"/>
                  <a:pt x="51266" y="26953"/>
                </a:cubicBezTo>
                <a:cubicBezTo>
                  <a:pt x="50854" y="26774"/>
                  <a:pt x="50392" y="26688"/>
                  <a:pt x="49940" y="26701"/>
                </a:cubicBezTo>
                <a:close/>
                <a:moveTo>
                  <a:pt x="76170" y="45570"/>
                </a:moveTo>
                <a:cubicBezTo>
                  <a:pt x="73396" y="45570"/>
                  <a:pt x="70733" y="46673"/>
                  <a:pt x="68773" y="48635"/>
                </a:cubicBezTo>
                <a:cubicBezTo>
                  <a:pt x="66803" y="50599"/>
                  <a:pt x="65708" y="53261"/>
                  <a:pt x="65708" y="56038"/>
                </a:cubicBezTo>
                <a:cubicBezTo>
                  <a:pt x="65708" y="58814"/>
                  <a:pt x="66803" y="61476"/>
                  <a:pt x="68773" y="63439"/>
                </a:cubicBezTo>
                <a:cubicBezTo>
                  <a:pt x="70733" y="65402"/>
                  <a:pt x="73396" y="66505"/>
                  <a:pt x="76170" y="66505"/>
                </a:cubicBezTo>
                <a:cubicBezTo>
                  <a:pt x="78954" y="66505"/>
                  <a:pt x="81617" y="65402"/>
                  <a:pt x="83577" y="63439"/>
                </a:cubicBezTo>
                <a:cubicBezTo>
                  <a:pt x="85536" y="61476"/>
                  <a:pt x="86642" y="58814"/>
                  <a:pt x="86642" y="56038"/>
                </a:cubicBezTo>
                <a:cubicBezTo>
                  <a:pt x="86642" y="53261"/>
                  <a:pt x="85536" y="50599"/>
                  <a:pt x="83577" y="48635"/>
                </a:cubicBezTo>
                <a:cubicBezTo>
                  <a:pt x="81617" y="46673"/>
                  <a:pt x="78954" y="45570"/>
                  <a:pt x="76170" y="45570"/>
                </a:cubicBezTo>
                <a:close/>
                <a:moveTo>
                  <a:pt x="47909" y="53944"/>
                </a:moveTo>
                <a:cubicBezTo>
                  <a:pt x="45407" y="53944"/>
                  <a:pt x="43015" y="54936"/>
                  <a:pt x="41247" y="56703"/>
                </a:cubicBezTo>
                <a:cubicBezTo>
                  <a:pt x="39478" y="58470"/>
                  <a:pt x="38483" y="60866"/>
                  <a:pt x="38483" y="63365"/>
                </a:cubicBezTo>
                <a:cubicBezTo>
                  <a:pt x="38483" y="65863"/>
                  <a:pt x="39478" y="68259"/>
                  <a:pt x="41247" y="70026"/>
                </a:cubicBezTo>
                <a:cubicBezTo>
                  <a:pt x="43015" y="71792"/>
                  <a:pt x="45407" y="72785"/>
                  <a:pt x="47909" y="72785"/>
                </a:cubicBezTo>
                <a:cubicBezTo>
                  <a:pt x="50402" y="72785"/>
                  <a:pt x="52804" y="71792"/>
                  <a:pt x="54573" y="70026"/>
                </a:cubicBezTo>
                <a:cubicBezTo>
                  <a:pt x="56342" y="68259"/>
                  <a:pt x="57327" y="65863"/>
                  <a:pt x="57327" y="63365"/>
                </a:cubicBezTo>
                <a:cubicBezTo>
                  <a:pt x="57327" y="60866"/>
                  <a:pt x="56342" y="58470"/>
                  <a:pt x="54573" y="56703"/>
                </a:cubicBezTo>
                <a:cubicBezTo>
                  <a:pt x="52804" y="54936"/>
                  <a:pt x="50402" y="53944"/>
                  <a:pt x="47909" y="53944"/>
                </a:cubicBezTo>
                <a:close/>
                <a:moveTo>
                  <a:pt x="21739" y="62318"/>
                </a:moveTo>
                <a:cubicBezTo>
                  <a:pt x="19518" y="62318"/>
                  <a:pt x="17388" y="63200"/>
                  <a:pt x="15810" y="64771"/>
                </a:cubicBezTo>
                <a:cubicBezTo>
                  <a:pt x="14242" y="66341"/>
                  <a:pt x="13358" y="68470"/>
                  <a:pt x="13358" y="70691"/>
                </a:cubicBezTo>
                <a:cubicBezTo>
                  <a:pt x="13358" y="72913"/>
                  <a:pt x="14242" y="75043"/>
                  <a:pt x="15810" y="76613"/>
                </a:cubicBezTo>
                <a:cubicBezTo>
                  <a:pt x="17388" y="78183"/>
                  <a:pt x="19518" y="79066"/>
                  <a:pt x="21739" y="79066"/>
                </a:cubicBezTo>
                <a:cubicBezTo>
                  <a:pt x="23960" y="79066"/>
                  <a:pt x="26091" y="78183"/>
                  <a:pt x="27659" y="76613"/>
                </a:cubicBezTo>
                <a:cubicBezTo>
                  <a:pt x="29227" y="75043"/>
                  <a:pt x="30111" y="72913"/>
                  <a:pt x="30111" y="70691"/>
                </a:cubicBezTo>
                <a:cubicBezTo>
                  <a:pt x="30111" y="68470"/>
                  <a:pt x="29227" y="66341"/>
                  <a:pt x="27659" y="64771"/>
                </a:cubicBezTo>
                <a:cubicBezTo>
                  <a:pt x="26091" y="63200"/>
                  <a:pt x="23960" y="62318"/>
                  <a:pt x="21739" y="62318"/>
                </a:cubicBezTo>
                <a:close/>
                <a:moveTo>
                  <a:pt x="64653" y="72785"/>
                </a:moveTo>
                <a:cubicBezTo>
                  <a:pt x="60613" y="72785"/>
                  <a:pt x="57327" y="76072"/>
                  <a:pt x="57327" y="80112"/>
                </a:cubicBezTo>
                <a:lnTo>
                  <a:pt x="57327" y="100000"/>
                </a:lnTo>
                <a:lnTo>
                  <a:pt x="95014" y="100000"/>
                </a:lnTo>
                <a:lnTo>
                  <a:pt x="95014" y="80112"/>
                </a:lnTo>
                <a:cubicBezTo>
                  <a:pt x="95014" y="76072"/>
                  <a:pt x="91728" y="72785"/>
                  <a:pt x="87687" y="72785"/>
                </a:cubicBezTo>
                <a:lnTo>
                  <a:pt x="64653" y="72785"/>
                </a:lnTo>
                <a:close/>
                <a:moveTo>
                  <a:pt x="37437" y="79025"/>
                </a:moveTo>
                <a:cubicBezTo>
                  <a:pt x="33398" y="79025"/>
                  <a:pt x="30111" y="82312"/>
                  <a:pt x="30111" y="86352"/>
                </a:cubicBezTo>
                <a:lnTo>
                  <a:pt x="30111" y="100000"/>
                </a:lnTo>
                <a:lnTo>
                  <a:pt x="53146" y="100000"/>
                </a:lnTo>
                <a:cubicBezTo>
                  <a:pt x="53146" y="100000"/>
                  <a:pt x="53095" y="79421"/>
                  <a:pt x="53146" y="79066"/>
                </a:cubicBezTo>
                <a:lnTo>
                  <a:pt x="37437" y="79025"/>
                </a:lnTo>
                <a:close/>
                <a:moveTo>
                  <a:pt x="12313" y="85309"/>
                </a:moveTo>
                <a:cubicBezTo>
                  <a:pt x="8272" y="85309"/>
                  <a:pt x="4986" y="88596"/>
                  <a:pt x="4986" y="92636"/>
                </a:cubicBezTo>
                <a:lnTo>
                  <a:pt x="4986" y="100000"/>
                </a:lnTo>
                <a:lnTo>
                  <a:pt x="25920" y="100000"/>
                </a:lnTo>
                <a:lnTo>
                  <a:pt x="25920" y="85309"/>
                </a:lnTo>
                <a:lnTo>
                  <a:pt x="12313" y="8530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2" name="Красный — SVG 25">
            <a:extLst>
              <a:ext uri="{FF2B5EF4-FFF2-40B4-BE49-F238E27FC236}">
                <a16:creationId xmlns:a16="http://schemas.microsoft.com/office/drawing/2014/main" id="{119F6DA7-05B4-9A49-BB7F-0DA121BE5AA6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15942 w 141772"/>
              <a:gd name="csY0" fmla="*/ 0 h 131127"/>
              <a:gd name="csX1" fmla="*/ 0 w 141772"/>
              <a:gd name="csY1" fmla="*/ 15948 h 131127"/>
              <a:gd name="csX2" fmla="*/ 0 w 141772"/>
              <a:gd name="csY2" fmla="*/ 86828 h 131127"/>
              <a:gd name="csX3" fmla="*/ 15942 w 141772"/>
              <a:gd name="csY3" fmla="*/ 102776 h 131127"/>
              <a:gd name="csX4" fmla="*/ 46072 w 141772"/>
              <a:gd name="csY4" fmla="*/ 102776 h 131127"/>
              <a:gd name="csX5" fmla="*/ 46072 w 141772"/>
              <a:gd name="csY5" fmla="*/ 120495 h 131127"/>
              <a:gd name="csX6" fmla="*/ 33670 w 141772"/>
              <a:gd name="csY6" fmla="*/ 120495 h 131127"/>
              <a:gd name="csX7" fmla="*/ 31611 w 141772"/>
              <a:gd name="csY7" fmla="*/ 120877 h 131127"/>
              <a:gd name="csX8" fmla="*/ 29859 w 141772"/>
              <a:gd name="csY8" fmla="*/ 122026 h 131127"/>
              <a:gd name="csX9" fmla="*/ 28685 w 141772"/>
              <a:gd name="csY9" fmla="*/ 123759 h 131127"/>
              <a:gd name="csX10" fmla="*/ 28276 w 141772"/>
              <a:gd name="csY10" fmla="*/ 125811 h 131127"/>
              <a:gd name="csX11" fmla="*/ 28685 w 141772"/>
              <a:gd name="csY11" fmla="*/ 127864 h 131127"/>
              <a:gd name="csX12" fmla="*/ 29859 w 141772"/>
              <a:gd name="csY12" fmla="*/ 129597 h 131127"/>
              <a:gd name="csX13" fmla="*/ 31611 w 141772"/>
              <a:gd name="csY13" fmla="*/ 130744 h 131127"/>
              <a:gd name="csX14" fmla="*/ 33670 w 141772"/>
              <a:gd name="csY14" fmla="*/ 131127 h 131127"/>
              <a:gd name="csX15" fmla="*/ 108103 w 141772"/>
              <a:gd name="csY15" fmla="*/ 131127 h 131127"/>
              <a:gd name="csX16" fmla="*/ 110162 w 141772"/>
              <a:gd name="csY16" fmla="*/ 130744 h 131127"/>
              <a:gd name="csX17" fmla="*/ 111914 w 141772"/>
              <a:gd name="csY17" fmla="*/ 129597 h 131127"/>
              <a:gd name="csX18" fmla="*/ 113088 w 141772"/>
              <a:gd name="csY18" fmla="*/ 127864 h 131127"/>
              <a:gd name="csX19" fmla="*/ 113496 w 141772"/>
              <a:gd name="csY19" fmla="*/ 125811 h 131127"/>
              <a:gd name="csX20" fmla="*/ 113088 w 141772"/>
              <a:gd name="csY20" fmla="*/ 123759 h 131127"/>
              <a:gd name="csX21" fmla="*/ 111914 w 141772"/>
              <a:gd name="csY21" fmla="*/ 122026 h 131127"/>
              <a:gd name="csX22" fmla="*/ 110162 w 141772"/>
              <a:gd name="csY22" fmla="*/ 120877 h 131127"/>
              <a:gd name="csX23" fmla="*/ 108103 w 141772"/>
              <a:gd name="csY23" fmla="*/ 120495 h 131127"/>
              <a:gd name="csX24" fmla="*/ 95700 w 141772"/>
              <a:gd name="csY24" fmla="*/ 120495 h 131127"/>
              <a:gd name="csX25" fmla="*/ 95700 w 141772"/>
              <a:gd name="csY25" fmla="*/ 102776 h 131127"/>
              <a:gd name="csX26" fmla="*/ 125831 w 141772"/>
              <a:gd name="csY26" fmla="*/ 102776 h 131127"/>
              <a:gd name="csX27" fmla="*/ 141773 w 141772"/>
              <a:gd name="csY27" fmla="*/ 86828 h 131127"/>
              <a:gd name="csX28" fmla="*/ 141773 w 141772"/>
              <a:gd name="csY28" fmla="*/ 15948 h 131127"/>
              <a:gd name="csX29" fmla="*/ 125831 w 141772"/>
              <a:gd name="csY29" fmla="*/ 0 h 131127"/>
              <a:gd name="csX30" fmla="*/ 15942 w 141772"/>
              <a:gd name="csY30" fmla="*/ 0 h 131127"/>
              <a:gd name="csX31" fmla="*/ 70895 w 141772"/>
              <a:gd name="csY31" fmla="*/ 21264 h 131127"/>
              <a:gd name="csX32" fmla="*/ 85067 w 141772"/>
              <a:gd name="csY32" fmla="*/ 35439 h 131127"/>
              <a:gd name="csX33" fmla="*/ 70895 w 141772"/>
              <a:gd name="csY33" fmla="*/ 49616 h 131127"/>
              <a:gd name="csX34" fmla="*/ 56706 w 141772"/>
              <a:gd name="csY34" fmla="*/ 35439 h 131127"/>
              <a:gd name="csX35" fmla="*/ 70895 w 141772"/>
              <a:gd name="csY35" fmla="*/ 21264 h 131127"/>
              <a:gd name="csX36" fmla="*/ 52282 w 141772"/>
              <a:gd name="csY36" fmla="*/ 56703 h 131127"/>
              <a:gd name="csX37" fmla="*/ 89491 w 141772"/>
              <a:gd name="csY37" fmla="*/ 56703 h 131127"/>
              <a:gd name="csX38" fmla="*/ 95700 w 141772"/>
              <a:gd name="csY38" fmla="*/ 62905 h 131127"/>
              <a:gd name="csX39" fmla="*/ 95700 w 141772"/>
              <a:gd name="csY39" fmla="*/ 67044 h 131127"/>
              <a:gd name="csX40" fmla="*/ 70895 w 141772"/>
              <a:gd name="csY40" fmla="*/ 81512 h 131127"/>
              <a:gd name="csX41" fmla="*/ 46072 w 141772"/>
              <a:gd name="csY41" fmla="*/ 67044 h 131127"/>
              <a:gd name="csX42" fmla="*/ 46072 w 141772"/>
              <a:gd name="csY42" fmla="*/ 62905 h 131127"/>
              <a:gd name="csX43" fmla="*/ 52282 w 141772"/>
              <a:gd name="csY43" fmla="*/ 56703 h 131127"/>
              <a:gd name="csX44" fmla="*/ 56706 w 141772"/>
              <a:gd name="csY44" fmla="*/ 102776 h 131127"/>
              <a:gd name="csX45" fmla="*/ 85067 w 141772"/>
              <a:gd name="csY45" fmla="*/ 102776 h 131127"/>
              <a:gd name="csX46" fmla="*/ 85067 w 141772"/>
              <a:gd name="csY46" fmla="*/ 120495 h 131127"/>
              <a:gd name="csX47" fmla="*/ 56706 w 141772"/>
              <a:gd name="csY47" fmla="*/ 120495 h 131127"/>
              <a:gd name="csX48" fmla="*/ 56706 w 141772"/>
              <a:gd name="csY48" fmla="*/ 102776 h 131127"/>
            </a:gdLst>
            <a:ahLst/>
            <a:cxnLst/>
            <a:rect l="l" t="t" r="r" b="b"/>
            <a:pathLst>
              <a:path w="100000" h="100000">
                <a:moveTo>
                  <a:pt x="11245" y="3754"/>
                </a:moveTo>
                <a:cubicBezTo>
                  <a:pt x="5052" y="3754"/>
                  <a:pt x="0" y="8801"/>
                  <a:pt x="0" y="15003"/>
                </a:cubicBezTo>
                <a:lnTo>
                  <a:pt x="0" y="64999"/>
                </a:lnTo>
                <a:cubicBezTo>
                  <a:pt x="0" y="71200"/>
                  <a:pt x="5052" y="76248"/>
                  <a:pt x="11245" y="76248"/>
                </a:cubicBezTo>
                <a:lnTo>
                  <a:pt x="32497" y="76248"/>
                </a:lnTo>
                <a:lnTo>
                  <a:pt x="32497" y="88746"/>
                </a:lnTo>
                <a:lnTo>
                  <a:pt x="23749" y="88746"/>
                </a:lnTo>
                <a:cubicBezTo>
                  <a:pt x="23257" y="88739"/>
                  <a:pt x="22765" y="88832"/>
                  <a:pt x="22297" y="89016"/>
                </a:cubicBezTo>
                <a:cubicBezTo>
                  <a:pt x="21841" y="89202"/>
                  <a:pt x="21421" y="89477"/>
                  <a:pt x="21061" y="89826"/>
                </a:cubicBezTo>
                <a:cubicBezTo>
                  <a:pt x="20713" y="90175"/>
                  <a:pt x="20425" y="90590"/>
                  <a:pt x="20233" y="91049"/>
                </a:cubicBezTo>
                <a:cubicBezTo>
                  <a:pt x="20041" y="91507"/>
                  <a:pt x="19945" y="91999"/>
                  <a:pt x="19945" y="92496"/>
                </a:cubicBezTo>
                <a:cubicBezTo>
                  <a:pt x="19945" y="92993"/>
                  <a:pt x="20041" y="93484"/>
                  <a:pt x="20233" y="93944"/>
                </a:cubicBezTo>
                <a:cubicBezTo>
                  <a:pt x="20425" y="94403"/>
                  <a:pt x="20713" y="94817"/>
                  <a:pt x="21061" y="95167"/>
                </a:cubicBezTo>
                <a:cubicBezTo>
                  <a:pt x="21421" y="95516"/>
                  <a:pt x="21841" y="95791"/>
                  <a:pt x="22297" y="95976"/>
                </a:cubicBezTo>
                <a:cubicBezTo>
                  <a:pt x="22765" y="96162"/>
                  <a:pt x="23257" y="96253"/>
                  <a:pt x="23749" y="96246"/>
                </a:cubicBezTo>
                <a:lnTo>
                  <a:pt x="76251" y="96246"/>
                </a:lnTo>
                <a:cubicBezTo>
                  <a:pt x="76756" y="96253"/>
                  <a:pt x="77248" y="96162"/>
                  <a:pt x="77704" y="95976"/>
                </a:cubicBezTo>
                <a:cubicBezTo>
                  <a:pt x="78171" y="95791"/>
                  <a:pt x="78592" y="95516"/>
                  <a:pt x="78939" y="95167"/>
                </a:cubicBezTo>
                <a:cubicBezTo>
                  <a:pt x="79300" y="94817"/>
                  <a:pt x="79576" y="94403"/>
                  <a:pt x="79768" y="93944"/>
                </a:cubicBezTo>
                <a:cubicBezTo>
                  <a:pt x="79959" y="93484"/>
                  <a:pt x="80055" y="92993"/>
                  <a:pt x="80055" y="92496"/>
                </a:cubicBezTo>
                <a:cubicBezTo>
                  <a:pt x="80055" y="91999"/>
                  <a:pt x="79959" y="91507"/>
                  <a:pt x="79768" y="91049"/>
                </a:cubicBezTo>
                <a:cubicBezTo>
                  <a:pt x="79576" y="90590"/>
                  <a:pt x="79300" y="90175"/>
                  <a:pt x="78939" y="89826"/>
                </a:cubicBezTo>
                <a:cubicBezTo>
                  <a:pt x="78592" y="89477"/>
                  <a:pt x="78171" y="89202"/>
                  <a:pt x="77704" y="89016"/>
                </a:cubicBezTo>
                <a:cubicBezTo>
                  <a:pt x="77248" y="88832"/>
                  <a:pt x="76756" y="88739"/>
                  <a:pt x="76251" y="88746"/>
                </a:cubicBezTo>
                <a:lnTo>
                  <a:pt x="67503" y="88746"/>
                </a:lnTo>
                <a:lnTo>
                  <a:pt x="67503" y="76248"/>
                </a:lnTo>
                <a:lnTo>
                  <a:pt x="88756" y="76248"/>
                </a:lnTo>
                <a:cubicBezTo>
                  <a:pt x="94960" y="76248"/>
                  <a:pt x="100001" y="71200"/>
                  <a:pt x="100001" y="64999"/>
                </a:cubicBezTo>
                <a:lnTo>
                  <a:pt x="100001" y="15003"/>
                </a:lnTo>
                <a:cubicBezTo>
                  <a:pt x="100001" y="8801"/>
                  <a:pt x="94960" y="3754"/>
                  <a:pt x="88756" y="3754"/>
                </a:cubicBezTo>
                <a:lnTo>
                  <a:pt x="11245" y="3754"/>
                </a:lnTo>
                <a:close/>
                <a:moveTo>
                  <a:pt x="50006" y="18753"/>
                </a:moveTo>
                <a:cubicBezTo>
                  <a:pt x="55514" y="18753"/>
                  <a:pt x="60003" y="23237"/>
                  <a:pt x="60003" y="28751"/>
                </a:cubicBezTo>
                <a:cubicBezTo>
                  <a:pt x="60003" y="34267"/>
                  <a:pt x="55514" y="38751"/>
                  <a:pt x="50006" y="38751"/>
                </a:cubicBezTo>
                <a:cubicBezTo>
                  <a:pt x="44486" y="38751"/>
                  <a:pt x="39998" y="34267"/>
                  <a:pt x="39998" y="28751"/>
                </a:cubicBezTo>
                <a:cubicBezTo>
                  <a:pt x="39998" y="23237"/>
                  <a:pt x="44486" y="18753"/>
                  <a:pt x="50006" y="18753"/>
                </a:cubicBezTo>
                <a:close/>
                <a:moveTo>
                  <a:pt x="36878" y="43750"/>
                </a:moveTo>
                <a:lnTo>
                  <a:pt x="63123" y="43750"/>
                </a:lnTo>
                <a:cubicBezTo>
                  <a:pt x="65547" y="43750"/>
                  <a:pt x="67503" y="45711"/>
                  <a:pt x="67503" y="48125"/>
                </a:cubicBezTo>
                <a:lnTo>
                  <a:pt x="67503" y="51044"/>
                </a:lnTo>
                <a:cubicBezTo>
                  <a:pt x="67503" y="56682"/>
                  <a:pt x="59667" y="61249"/>
                  <a:pt x="50006" y="61249"/>
                </a:cubicBezTo>
                <a:cubicBezTo>
                  <a:pt x="40334" y="61249"/>
                  <a:pt x="32497" y="56682"/>
                  <a:pt x="32497" y="51044"/>
                </a:cubicBezTo>
                <a:lnTo>
                  <a:pt x="32497" y="48125"/>
                </a:lnTo>
                <a:cubicBezTo>
                  <a:pt x="32497" y="45711"/>
                  <a:pt x="34465" y="43750"/>
                  <a:pt x="36878" y="43750"/>
                </a:cubicBezTo>
                <a:close/>
                <a:moveTo>
                  <a:pt x="39998" y="76248"/>
                </a:moveTo>
                <a:lnTo>
                  <a:pt x="60003" y="76248"/>
                </a:lnTo>
                <a:lnTo>
                  <a:pt x="60003" y="88746"/>
                </a:lnTo>
                <a:lnTo>
                  <a:pt x="39998" y="88746"/>
                </a:lnTo>
                <a:lnTo>
                  <a:pt x="39998" y="7624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3" name="Красный — SVG 26">
            <a:extLst>
              <a:ext uri="{FF2B5EF4-FFF2-40B4-BE49-F238E27FC236}">
                <a16:creationId xmlns:a16="http://schemas.microsoft.com/office/drawing/2014/main" id="{747CE3C8-6B0D-624D-8F5B-52F6F1D8F82F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133300 w 148867"/>
              <a:gd name="csY0" fmla="*/ 0 h 152460"/>
              <a:gd name="csX1" fmla="*/ 130680 w 148867"/>
              <a:gd name="csY1" fmla="*/ 716 h 152460"/>
              <a:gd name="csX2" fmla="*/ 128758 w 148867"/>
              <a:gd name="csY2" fmla="*/ 2637 h 152460"/>
              <a:gd name="csX3" fmla="*/ 128026 w 148867"/>
              <a:gd name="csY3" fmla="*/ 5260 h 152460"/>
              <a:gd name="csX4" fmla="*/ 128689 w 148867"/>
              <a:gd name="csY4" fmla="*/ 7898 h 152460"/>
              <a:gd name="csX5" fmla="*/ 138234 w 148867"/>
              <a:gd name="csY5" fmla="*/ 46141 h 152460"/>
              <a:gd name="csX6" fmla="*/ 128689 w 148867"/>
              <a:gd name="csY6" fmla="*/ 84384 h 152460"/>
              <a:gd name="csX7" fmla="*/ 128026 w 148867"/>
              <a:gd name="csY7" fmla="*/ 86389 h 152460"/>
              <a:gd name="csX8" fmla="*/ 128196 w 148867"/>
              <a:gd name="csY8" fmla="*/ 88495 h 152460"/>
              <a:gd name="csX9" fmla="*/ 129166 w 148867"/>
              <a:gd name="csY9" fmla="*/ 90372 h 152460"/>
              <a:gd name="csX10" fmla="*/ 130782 w 148867"/>
              <a:gd name="csY10" fmla="*/ 91721 h 152460"/>
              <a:gd name="csX11" fmla="*/ 132807 w 148867"/>
              <a:gd name="csY11" fmla="*/ 92330 h 152460"/>
              <a:gd name="csX12" fmla="*/ 134916 w 148867"/>
              <a:gd name="csY12" fmla="*/ 92103 h 152460"/>
              <a:gd name="csX13" fmla="*/ 136754 w 148867"/>
              <a:gd name="csY13" fmla="*/ 91076 h 152460"/>
              <a:gd name="csX14" fmla="*/ 138064 w 148867"/>
              <a:gd name="csY14" fmla="*/ 89409 h 152460"/>
              <a:gd name="csX15" fmla="*/ 148867 w 148867"/>
              <a:gd name="csY15" fmla="*/ 46141 h 152460"/>
              <a:gd name="csX16" fmla="*/ 138064 w 148867"/>
              <a:gd name="csY16" fmla="*/ 2873 h 152460"/>
              <a:gd name="csX17" fmla="*/ 136090 w 148867"/>
              <a:gd name="csY17" fmla="*/ 766 h 152460"/>
              <a:gd name="csX18" fmla="*/ 133300 w 148867"/>
              <a:gd name="csY18" fmla="*/ 0 h 152460"/>
              <a:gd name="csX19" fmla="*/ 56706 w 148867"/>
              <a:gd name="csY19" fmla="*/ 10702 h 152460"/>
              <a:gd name="csX20" fmla="*/ 21267 w 148867"/>
              <a:gd name="csY20" fmla="*/ 46141 h 152460"/>
              <a:gd name="csX21" fmla="*/ 56706 w 148867"/>
              <a:gd name="csY21" fmla="*/ 81580 h 152460"/>
              <a:gd name="csX22" fmla="*/ 92162 w 148867"/>
              <a:gd name="csY22" fmla="*/ 46141 h 152460"/>
              <a:gd name="csX23" fmla="*/ 56706 w 148867"/>
              <a:gd name="csY23" fmla="*/ 10702 h 152460"/>
              <a:gd name="csX24" fmla="*/ 108784 w 148867"/>
              <a:gd name="csY24" fmla="*/ 14175 h 152460"/>
              <a:gd name="csX25" fmla="*/ 106147 w 148867"/>
              <a:gd name="csY25" fmla="*/ 14842 h 152460"/>
              <a:gd name="csX26" fmla="*/ 104190 w 148867"/>
              <a:gd name="csY26" fmla="*/ 16727 h 152460"/>
              <a:gd name="csX27" fmla="*/ 103408 w 148867"/>
              <a:gd name="csY27" fmla="*/ 19335 h 152460"/>
              <a:gd name="csX28" fmla="*/ 104037 w 148867"/>
              <a:gd name="csY28" fmla="*/ 21984 h 152460"/>
              <a:gd name="csX29" fmla="*/ 109873 w 148867"/>
              <a:gd name="csY29" fmla="*/ 46141 h 152460"/>
              <a:gd name="csX30" fmla="*/ 104037 w 148867"/>
              <a:gd name="csY30" fmla="*/ 70299 h 152460"/>
              <a:gd name="csX31" fmla="*/ 103408 w 148867"/>
              <a:gd name="csY31" fmla="*/ 72309 h 152460"/>
              <a:gd name="csX32" fmla="*/ 103629 w 148867"/>
              <a:gd name="csY32" fmla="*/ 74400 h 152460"/>
              <a:gd name="csX33" fmla="*/ 104632 w 148867"/>
              <a:gd name="csY33" fmla="*/ 76246 h 152460"/>
              <a:gd name="csX34" fmla="*/ 106283 w 148867"/>
              <a:gd name="csY34" fmla="*/ 77554 h 152460"/>
              <a:gd name="csX35" fmla="*/ 108307 w 148867"/>
              <a:gd name="csY35" fmla="*/ 78124 h 152460"/>
              <a:gd name="csX36" fmla="*/ 110400 w 148867"/>
              <a:gd name="csY36" fmla="*/ 77863 h 152460"/>
              <a:gd name="csX37" fmla="*/ 112220 w 148867"/>
              <a:gd name="csY37" fmla="*/ 76815 h 152460"/>
              <a:gd name="csX38" fmla="*/ 113496 w 148867"/>
              <a:gd name="csY38" fmla="*/ 75143 h 152460"/>
              <a:gd name="csX39" fmla="*/ 120506 w 148867"/>
              <a:gd name="csY39" fmla="*/ 46141 h 152460"/>
              <a:gd name="csX40" fmla="*/ 113496 w 148867"/>
              <a:gd name="csY40" fmla="*/ 17139 h 152460"/>
              <a:gd name="csX41" fmla="*/ 111557 w 148867"/>
              <a:gd name="csY41" fmla="*/ 14994 h 152460"/>
              <a:gd name="csX42" fmla="*/ 108784 w 148867"/>
              <a:gd name="csY42" fmla="*/ 14175 h 152460"/>
              <a:gd name="csX43" fmla="*/ 15942 w 148867"/>
              <a:gd name="csY43" fmla="*/ 95757 h 152460"/>
              <a:gd name="csX44" fmla="*/ 0 w 148867"/>
              <a:gd name="csY44" fmla="*/ 111705 h 152460"/>
              <a:gd name="csX45" fmla="*/ 0 w 148867"/>
              <a:gd name="csY45" fmla="*/ 117021 h 152460"/>
              <a:gd name="csX46" fmla="*/ 56706 w 148867"/>
              <a:gd name="csY46" fmla="*/ 152460 h 152460"/>
              <a:gd name="csX47" fmla="*/ 113428 w 148867"/>
              <a:gd name="csY47" fmla="*/ 117021 h 152460"/>
              <a:gd name="csX48" fmla="*/ 113428 w 148867"/>
              <a:gd name="csY48" fmla="*/ 111705 h 152460"/>
              <a:gd name="csX49" fmla="*/ 97470 w 148867"/>
              <a:gd name="csY49" fmla="*/ 95757 h 152460"/>
              <a:gd name="csX50" fmla="*/ 15942 w 148867"/>
              <a:gd name="csY50" fmla="*/ 95757 h 152460"/>
            </a:gdLst>
            <a:ahLst/>
            <a:cxnLst/>
            <a:rect l="l" t="t" r="r" b="b"/>
            <a:pathLst>
              <a:path w="100000" h="100000">
                <a:moveTo>
                  <a:pt x="88611" y="0"/>
                </a:moveTo>
                <a:cubicBezTo>
                  <a:pt x="88008" y="5"/>
                  <a:pt x="87417" y="167"/>
                  <a:pt x="86893" y="470"/>
                </a:cubicBezTo>
                <a:cubicBezTo>
                  <a:pt x="86368" y="772"/>
                  <a:pt x="85933" y="1206"/>
                  <a:pt x="85632" y="1730"/>
                </a:cubicBezTo>
                <a:cubicBezTo>
                  <a:pt x="85319" y="2252"/>
                  <a:pt x="85163" y="2845"/>
                  <a:pt x="85152" y="3450"/>
                </a:cubicBezTo>
                <a:cubicBezTo>
                  <a:pt x="85141" y="4055"/>
                  <a:pt x="85297" y="4652"/>
                  <a:pt x="85587" y="5180"/>
                </a:cubicBezTo>
                <a:cubicBezTo>
                  <a:pt x="89604" y="12656"/>
                  <a:pt x="91847" y="21194"/>
                  <a:pt x="91847" y="30264"/>
                </a:cubicBezTo>
                <a:cubicBezTo>
                  <a:pt x="91847" y="39334"/>
                  <a:pt x="89604" y="47872"/>
                  <a:pt x="85587" y="55348"/>
                </a:cubicBezTo>
                <a:cubicBezTo>
                  <a:pt x="85353" y="55753"/>
                  <a:pt x="85208" y="56200"/>
                  <a:pt x="85152" y="56663"/>
                </a:cubicBezTo>
                <a:cubicBezTo>
                  <a:pt x="85096" y="57126"/>
                  <a:pt x="85130" y="57596"/>
                  <a:pt x="85263" y="58045"/>
                </a:cubicBezTo>
                <a:cubicBezTo>
                  <a:pt x="85386" y="58493"/>
                  <a:pt x="85610" y="58912"/>
                  <a:pt x="85900" y="59276"/>
                </a:cubicBezTo>
                <a:cubicBezTo>
                  <a:pt x="86189" y="59639"/>
                  <a:pt x="86558" y="59940"/>
                  <a:pt x="86960" y="60161"/>
                </a:cubicBezTo>
                <a:cubicBezTo>
                  <a:pt x="87373" y="60381"/>
                  <a:pt x="87830" y="60518"/>
                  <a:pt x="88288" y="60560"/>
                </a:cubicBezTo>
                <a:cubicBezTo>
                  <a:pt x="88756" y="60603"/>
                  <a:pt x="89225" y="60552"/>
                  <a:pt x="89671" y="60411"/>
                </a:cubicBezTo>
                <a:cubicBezTo>
                  <a:pt x="90118" y="60270"/>
                  <a:pt x="90530" y="60041"/>
                  <a:pt x="90877" y="59738"/>
                </a:cubicBezTo>
                <a:cubicBezTo>
                  <a:pt x="91233" y="59434"/>
                  <a:pt x="91523" y="59063"/>
                  <a:pt x="91736" y="58644"/>
                </a:cubicBezTo>
                <a:cubicBezTo>
                  <a:pt x="96277" y="50174"/>
                  <a:pt x="98822" y="40488"/>
                  <a:pt x="98822" y="30264"/>
                </a:cubicBezTo>
                <a:cubicBezTo>
                  <a:pt x="98822" y="20041"/>
                  <a:pt x="96277" y="10354"/>
                  <a:pt x="91736" y="1884"/>
                </a:cubicBezTo>
                <a:cubicBezTo>
                  <a:pt x="91434" y="1313"/>
                  <a:pt x="90988" y="835"/>
                  <a:pt x="90441" y="502"/>
                </a:cubicBezTo>
                <a:cubicBezTo>
                  <a:pt x="89895" y="170"/>
                  <a:pt x="89258" y="-5"/>
                  <a:pt x="88611" y="0"/>
                </a:cubicBezTo>
                <a:close/>
                <a:moveTo>
                  <a:pt x="38372" y="7020"/>
                </a:moveTo>
                <a:cubicBezTo>
                  <a:pt x="25561" y="7020"/>
                  <a:pt x="15128" y="17447"/>
                  <a:pt x="15128" y="30264"/>
                </a:cubicBezTo>
                <a:cubicBezTo>
                  <a:pt x="15128" y="43082"/>
                  <a:pt x="25561" y="53509"/>
                  <a:pt x="38372" y="53509"/>
                </a:cubicBezTo>
                <a:cubicBezTo>
                  <a:pt x="51194" y="53509"/>
                  <a:pt x="61628" y="43082"/>
                  <a:pt x="61628" y="30264"/>
                </a:cubicBezTo>
                <a:cubicBezTo>
                  <a:pt x="61628" y="17447"/>
                  <a:pt x="51194" y="7020"/>
                  <a:pt x="38372" y="7020"/>
                </a:cubicBezTo>
                <a:close/>
                <a:moveTo>
                  <a:pt x="72531" y="9298"/>
                </a:moveTo>
                <a:cubicBezTo>
                  <a:pt x="71928" y="9291"/>
                  <a:pt x="71325" y="9442"/>
                  <a:pt x="70801" y="9735"/>
                </a:cubicBezTo>
                <a:cubicBezTo>
                  <a:pt x="70276" y="10029"/>
                  <a:pt x="69830" y="10455"/>
                  <a:pt x="69518" y="10971"/>
                </a:cubicBezTo>
                <a:cubicBezTo>
                  <a:pt x="69194" y="11488"/>
                  <a:pt x="69027" y="12077"/>
                  <a:pt x="69005" y="12682"/>
                </a:cubicBezTo>
                <a:cubicBezTo>
                  <a:pt x="68994" y="13287"/>
                  <a:pt x="69127" y="13885"/>
                  <a:pt x="69417" y="14420"/>
                </a:cubicBezTo>
                <a:cubicBezTo>
                  <a:pt x="71850" y="19189"/>
                  <a:pt x="73245" y="24549"/>
                  <a:pt x="73245" y="30264"/>
                </a:cubicBezTo>
                <a:cubicBezTo>
                  <a:pt x="73245" y="35981"/>
                  <a:pt x="71850" y="41339"/>
                  <a:pt x="69417" y="46110"/>
                </a:cubicBezTo>
                <a:cubicBezTo>
                  <a:pt x="69194" y="46518"/>
                  <a:pt x="69060" y="46966"/>
                  <a:pt x="69005" y="47428"/>
                </a:cubicBezTo>
                <a:cubicBezTo>
                  <a:pt x="68959" y="47891"/>
                  <a:pt x="69016" y="48357"/>
                  <a:pt x="69150" y="48800"/>
                </a:cubicBezTo>
                <a:cubicBezTo>
                  <a:pt x="69283" y="49244"/>
                  <a:pt x="69518" y="49654"/>
                  <a:pt x="69807" y="50010"/>
                </a:cubicBezTo>
                <a:cubicBezTo>
                  <a:pt x="70109" y="50365"/>
                  <a:pt x="70477" y="50657"/>
                  <a:pt x="70890" y="50868"/>
                </a:cubicBezTo>
                <a:cubicBezTo>
                  <a:pt x="71303" y="51080"/>
                  <a:pt x="71761" y="51208"/>
                  <a:pt x="72218" y="51242"/>
                </a:cubicBezTo>
                <a:cubicBezTo>
                  <a:pt x="72687" y="51276"/>
                  <a:pt x="73144" y="51219"/>
                  <a:pt x="73591" y="51071"/>
                </a:cubicBezTo>
                <a:cubicBezTo>
                  <a:pt x="74026" y="50924"/>
                  <a:pt x="74439" y="50691"/>
                  <a:pt x="74785" y="50384"/>
                </a:cubicBezTo>
                <a:cubicBezTo>
                  <a:pt x="75131" y="50078"/>
                  <a:pt x="75421" y="49705"/>
                  <a:pt x="75621" y="49287"/>
                </a:cubicBezTo>
                <a:cubicBezTo>
                  <a:pt x="78534" y="43587"/>
                  <a:pt x="80219" y="37120"/>
                  <a:pt x="80219" y="30264"/>
                </a:cubicBezTo>
                <a:cubicBezTo>
                  <a:pt x="80219" y="23409"/>
                  <a:pt x="78534" y="16942"/>
                  <a:pt x="75621" y="11242"/>
                </a:cubicBezTo>
                <a:cubicBezTo>
                  <a:pt x="75332" y="10664"/>
                  <a:pt x="74897" y="10177"/>
                  <a:pt x="74350" y="9835"/>
                </a:cubicBezTo>
                <a:cubicBezTo>
                  <a:pt x="73803" y="9491"/>
                  <a:pt x="73178" y="9305"/>
                  <a:pt x="72531" y="9298"/>
                </a:cubicBezTo>
                <a:close/>
                <a:moveTo>
                  <a:pt x="11635" y="62808"/>
                </a:moveTo>
                <a:cubicBezTo>
                  <a:pt x="5877" y="62808"/>
                  <a:pt x="1178" y="67501"/>
                  <a:pt x="1178" y="73268"/>
                </a:cubicBezTo>
                <a:lnTo>
                  <a:pt x="1178" y="76755"/>
                </a:lnTo>
                <a:cubicBezTo>
                  <a:pt x="1178" y="89789"/>
                  <a:pt x="17516" y="100000"/>
                  <a:pt x="38372" y="100000"/>
                </a:cubicBezTo>
                <a:cubicBezTo>
                  <a:pt x="59229" y="100000"/>
                  <a:pt x="75577" y="89789"/>
                  <a:pt x="75577" y="76755"/>
                </a:cubicBezTo>
                <a:lnTo>
                  <a:pt x="75577" y="73268"/>
                </a:lnTo>
                <a:cubicBezTo>
                  <a:pt x="75577" y="67501"/>
                  <a:pt x="70879" y="62808"/>
                  <a:pt x="65110" y="62808"/>
                </a:cubicBezTo>
                <a:lnTo>
                  <a:pt x="11635" y="6280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4" name="Красный — SVG 27">
            <a:extLst>
              <a:ext uri="{FF2B5EF4-FFF2-40B4-BE49-F238E27FC236}">
                <a16:creationId xmlns:a16="http://schemas.microsoft.com/office/drawing/2014/main" id="{3E5EBCA2-D5E3-AE40-B81D-A0472DDD4DBC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60329 w 120658"/>
              <a:gd name="csY0" fmla="*/ 0 h 141759"/>
              <a:gd name="csX1" fmla="*/ 31968 w 120658"/>
              <a:gd name="csY1" fmla="*/ 28352 h 141759"/>
              <a:gd name="csX2" fmla="*/ 60329 w 120658"/>
              <a:gd name="csY2" fmla="*/ 56703 h 141759"/>
              <a:gd name="csX3" fmla="*/ 88691 w 120658"/>
              <a:gd name="csY3" fmla="*/ 28352 h 141759"/>
              <a:gd name="csX4" fmla="*/ 60329 w 120658"/>
              <a:gd name="csY4" fmla="*/ 0 h 141759"/>
              <a:gd name="csX5" fmla="*/ 26660 w 120658"/>
              <a:gd name="csY5" fmla="*/ 70880 h 141759"/>
              <a:gd name="csX6" fmla="*/ 10702 w 120658"/>
              <a:gd name="csY6" fmla="*/ 86828 h 141759"/>
              <a:gd name="csX7" fmla="*/ 10702 w 120658"/>
              <a:gd name="csY7" fmla="*/ 125811 h 141759"/>
              <a:gd name="csX8" fmla="*/ 11688 w 120658"/>
              <a:gd name="csY8" fmla="*/ 131127 h 141759"/>
              <a:gd name="csX9" fmla="*/ 5393 w 120658"/>
              <a:gd name="csY9" fmla="*/ 131127 h 141759"/>
              <a:gd name="csX10" fmla="*/ 3335 w 120658"/>
              <a:gd name="csY10" fmla="*/ 131509 h 141759"/>
              <a:gd name="csX11" fmla="*/ 1582 w 120658"/>
              <a:gd name="csY11" fmla="*/ 132658 h 141759"/>
              <a:gd name="csX12" fmla="*/ 408 w 120658"/>
              <a:gd name="csY12" fmla="*/ 134391 h 141759"/>
              <a:gd name="csX13" fmla="*/ 0 w 120658"/>
              <a:gd name="csY13" fmla="*/ 136443 h 141759"/>
              <a:gd name="csX14" fmla="*/ 408 w 120658"/>
              <a:gd name="csY14" fmla="*/ 138496 h 141759"/>
              <a:gd name="csX15" fmla="*/ 1582 w 120658"/>
              <a:gd name="csY15" fmla="*/ 140229 h 141759"/>
              <a:gd name="csX16" fmla="*/ 3335 w 120658"/>
              <a:gd name="csY16" fmla="*/ 141376 h 141759"/>
              <a:gd name="csX17" fmla="*/ 5393 w 120658"/>
              <a:gd name="csY17" fmla="*/ 141759 h 141759"/>
              <a:gd name="csX18" fmla="*/ 26660 w 120658"/>
              <a:gd name="csY18" fmla="*/ 141759 h 141759"/>
              <a:gd name="csX19" fmla="*/ 93999 w 120658"/>
              <a:gd name="csY19" fmla="*/ 141759 h 141759"/>
              <a:gd name="csX20" fmla="*/ 115266 w 120658"/>
              <a:gd name="csY20" fmla="*/ 141759 h 141759"/>
              <a:gd name="csX21" fmla="*/ 117324 w 120658"/>
              <a:gd name="csY21" fmla="*/ 141376 h 141759"/>
              <a:gd name="csX22" fmla="*/ 119077 w 120658"/>
              <a:gd name="csY22" fmla="*/ 140229 h 141759"/>
              <a:gd name="csX23" fmla="*/ 120251 w 120658"/>
              <a:gd name="csY23" fmla="*/ 138496 h 141759"/>
              <a:gd name="csX24" fmla="*/ 120659 w 120658"/>
              <a:gd name="csY24" fmla="*/ 136443 h 141759"/>
              <a:gd name="csX25" fmla="*/ 120251 w 120658"/>
              <a:gd name="csY25" fmla="*/ 134391 h 141759"/>
              <a:gd name="csX26" fmla="*/ 119077 w 120658"/>
              <a:gd name="csY26" fmla="*/ 132658 h 141759"/>
              <a:gd name="csX27" fmla="*/ 117324 w 120658"/>
              <a:gd name="csY27" fmla="*/ 131509 h 141759"/>
              <a:gd name="csX28" fmla="*/ 115266 w 120658"/>
              <a:gd name="csY28" fmla="*/ 131127 h 141759"/>
              <a:gd name="csX29" fmla="*/ 108971 w 120658"/>
              <a:gd name="csY29" fmla="*/ 131127 h 141759"/>
              <a:gd name="csX30" fmla="*/ 109957 w 120658"/>
              <a:gd name="csY30" fmla="*/ 125811 h 141759"/>
              <a:gd name="csX31" fmla="*/ 109957 w 120658"/>
              <a:gd name="csY31" fmla="*/ 86828 h 141759"/>
              <a:gd name="csX32" fmla="*/ 93999 w 120658"/>
              <a:gd name="csY32" fmla="*/ 70880 h 141759"/>
              <a:gd name="csX33" fmla="*/ 26660 w 120658"/>
              <a:gd name="csY33" fmla="*/ 70880 h 141759"/>
              <a:gd name="csX34" fmla="*/ 60329 w 120658"/>
              <a:gd name="csY34" fmla="*/ 99231 h 141759"/>
              <a:gd name="csX35" fmla="*/ 67424 w 120658"/>
              <a:gd name="csY35" fmla="*/ 106319 h 141759"/>
              <a:gd name="csX36" fmla="*/ 60329 w 120658"/>
              <a:gd name="csY36" fmla="*/ 113408 h 141759"/>
              <a:gd name="csX37" fmla="*/ 53235 w 120658"/>
              <a:gd name="csY37" fmla="*/ 106319 h 141759"/>
              <a:gd name="csX38" fmla="*/ 60329 w 120658"/>
              <a:gd name="csY38" fmla="*/ 99231 h 141759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38971" y="0"/>
                  <a:pt x="29994" y="8972"/>
                  <a:pt x="29994" y="20000"/>
                </a:cubicBezTo>
                <a:cubicBezTo>
                  <a:pt x="29994" y="31027"/>
                  <a:pt x="38971" y="40000"/>
                  <a:pt x="50000" y="40000"/>
                </a:cubicBezTo>
                <a:cubicBezTo>
                  <a:pt x="61030" y="40000"/>
                  <a:pt x="70007" y="31027"/>
                  <a:pt x="70007" y="20000"/>
                </a:cubicBezTo>
                <a:cubicBezTo>
                  <a:pt x="70007" y="8972"/>
                  <a:pt x="61030" y="0"/>
                  <a:pt x="50000" y="0"/>
                </a:cubicBezTo>
                <a:close/>
                <a:moveTo>
                  <a:pt x="26249" y="50000"/>
                </a:moveTo>
                <a:cubicBezTo>
                  <a:pt x="20044" y="50000"/>
                  <a:pt x="14992" y="55048"/>
                  <a:pt x="14992" y="61250"/>
                </a:cubicBezTo>
                <a:lnTo>
                  <a:pt x="14992" y="88750"/>
                </a:lnTo>
                <a:cubicBezTo>
                  <a:pt x="14992" y="90071"/>
                  <a:pt x="15268" y="91321"/>
                  <a:pt x="15688" y="92500"/>
                </a:cubicBezTo>
                <a:lnTo>
                  <a:pt x="11247" y="92500"/>
                </a:lnTo>
                <a:cubicBezTo>
                  <a:pt x="10755" y="92493"/>
                  <a:pt x="10251" y="92585"/>
                  <a:pt x="9795" y="92769"/>
                </a:cubicBezTo>
                <a:cubicBezTo>
                  <a:pt x="9339" y="92956"/>
                  <a:pt x="8919" y="93231"/>
                  <a:pt x="8559" y="93580"/>
                </a:cubicBezTo>
                <a:cubicBezTo>
                  <a:pt x="8211" y="93929"/>
                  <a:pt x="7922" y="94344"/>
                  <a:pt x="7730" y="94802"/>
                </a:cubicBezTo>
                <a:cubicBezTo>
                  <a:pt x="7538" y="95261"/>
                  <a:pt x="7443" y="95753"/>
                  <a:pt x="7443" y="96250"/>
                </a:cubicBezTo>
                <a:cubicBezTo>
                  <a:pt x="7443" y="96747"/>
                  <a:pt x="7538" y="97238"/>
                  <a:pt x="7730" y="97698"/>
                </a:cubicBezTo>
                <a:cubicBezTo>
                  <a:pt x="7922" y="98157"/>
                  <a:pt x="8211" y="98572"/>
                  <a:pt x="8559" y="98921"/>
                </a:cubicBezTo>
                <a:cubicBezTo>
                  <a:pt x="8919" y="99270"/>
                  <a:pt x="9339" y="99545"/>
                  <a:pt x="9795" y="99730"/>
                </a:cubicBezTo>
                <a:cubicBezTo>
                  <a:pt x="10251" y="99916"/>
                  <a:pt x="10755" y="100007"/>
                  <a:pt x="11247" y="100000"/>
                </a:cubicBezTo>
                <a:lnTo>
                  <a:pt x="26249" y="100000"/>
                </a:lnTo>
                <a:lnTo>
                  <a:pt x="73752" y="100000"/>
                </a:lnTo>
                <a:lnTo>
                  <a:pt x="88754" y="100000"/>
                </a:lnTo>
                <a:cubicBezTo>
                  <a:pt x="89257" y="100007"/>
                  <a:pt x="89750" y="99916"/>
                  <a:pt x="90206" y="99730"/>
                </a:cubicBezTo>
                <a:cubicBezTo>
                  <a:pt x="90674" y="99545"/>
                  <a:pt x="91094" y="99270"/>
                  <a:pt x="91442" y="98921"/>
                </a:cubicBezTo>
                <a:cubicBezTo>
                  <a:pt x="91802" y="98572"/>
                  <a:pt x="92078" y="98157"/>
                  <a:pt x="92270" y="97698"/>
                </a:cubicBezTo>
                <a:cubicBezTo>
                  <a:pt x="92462" y="97238"/>
                  <a:pt x="92558" y="96747"/>
                  <a:pt x="92558" y="96250"/>
                </a:cubicBezTo>
                <a:cubicBezTo>
                  <a:pt x="92558" y="95753"/>
                  <a:pt x="92462" y="95261"/>
                  <a:pt x="92270" y="94802"/>
                </a:cubicBezTo>
                <a:cubicBezTo>
                  <a:pt x="92078" y="94344"/>
                  <a:pt x="91802" y="93929"/>
                  <a:pt x="91442" y="93580"/>
                </a:cubicBezTo>
                <a:cubicBezTo>
                  <a:pt x="91094" y="93231"/>
                  <a:pt x="90674" y="92956"/>
                  <a:pt x="90206" y="92769"/>
                </a:cubicBezTo>
                <a:cubicBezTo>
                  <a:pt x="89750" y="92585"/>
                  <a:pt x="89257" y="92493"/>
                  <a:pt x="88754" y="92500"/>
                </a:cubicBezTo>
                <a:lnTo>
                  <a:pt x="84313" y="92500"/>
                </a:lnTo>
                <a:cubicBezTo>
                  <a:pt x="84733" y="91321"/>
                  <a:pt x="85009" y="90071"/>
                  <a:pt x="85009" y="88750"/>
                </a:cubicBezTo>
                <a:lnTo>
                  <a:pt x="85009" y="61250"/>
                </a:lnTo>
                <a:cubicBezTo>
                  <a:pt x="85009" y="55048"/>
                  <a:pt x="79956" y="50000"/>
                  <a:pt x="73752" y="50000"/>
                </a:cubicBezTo>
                <a:lnTo>
                  <a:pt x="26249" y="50000"/>
                </a:lnTo>
                <a:close/>
                <a:moveTo>
                  <a:pt x="50000" y="70000"/>
                </a:moveTo>
                <a:cubicBezTo>
                  <a:pt x="52761" y="70000"/>
                  <a:pt x="55005" y="72240"/>
                  <a:pt x="55005" y="75000"/>
                </a:cubicBezTo>
                <a:cubicBezTo>
                  <a:pt x="55005" y="77760"/>
                  <a:pt x="52761" y="80001"/>
                  <a:pt x="50000" y="80001"/>
                </a:cubicBezTo>
                <a:cubicBezTo>
                  <a:pt x="47240" y="80001"/>
                  <a:pt x="44996" y="77760"/>
                  <a:pt x="44996" y="75000"/>
                </a:cubicBezTo>
                <a:cubicBezTo>
                  <a:pt x="44996" y="72240"/>
                  <a:pt x="47240" y="70000"/>
                  <a:pt x="50000" y="700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5" name="Красный — SVG 28">
            <a:extLst>
              <a:ext uri="{FF2B5EF4-FFF2-40B4-BE49-F238E27FC236}">
                <a16:creationId xmlns:a16="http://schemas.microsoft.com/office/drawing/2014/main" id="{5E89828E-D8BF-6246-93D3-DDAFEF18EAAD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139904 w 163048"/>
              <a:gd name="csY0" fmla="*/ 2 h 141887"/>
              <a:gd name="csX1" fmla="*/ 136248 w 163048"/>
              <a:gd name="csY1" fmla="*/ 1608 h 141887"/>
              <a:gd name="csX2" fmla="*/ 5104 w 163048"/>
              <a:gd name="csY2" fmla="*/ 132736 h 141887"/>
              <a:gd name="csX3" fmla="*/ 3906 w 163048"/>
              <a:gd name="csY3" fmla="*/ 134461 h 141887"/>
              <a:gd name="csX4" fmla="*/ 3469 w 163048"/>
              <a:gd name="csY4" fmla="*/ 136516 h 141887"/>
              <a:gd name="csX5" fmla="*/ 3863 w 163048"/>
              <a:gd name="csY5" fmla="*/ 138580 h 141887"/>
              <a:gd name="csX6" fmla="*/ 5025 w 163048"/>
              <a:gd name="csY6" fmla="*/ 140330 h 141887"/>
              <a:gd name="csX7" fmla="*/ 6776 w 163048"/>
              <a:gd name="csY7" fmla="*/ 141492 h 141887"/>
              <a:gd name="csX8" fmla="*/ 8840 w 163048"/>
              <a:gd name="csY8" fmla="*/ 141887 h 141887"/>
              <a:gd name="csX9" fmla="*/ 10895 w 163048"/>
              <a:gd name="csY9" fmla="*/ 141451 h 141887"/>
              <a:gd name="csX10" fmla="*/ 12622 w 163048"/>
              <a:gd name="csY10" fmla="*/ 140254 h 141887"/>
              <a:gd name="csX11" fmla="*/ 41698 w 163048"/>
              <a:gd name="csY11" fmla="*/ 111182 h 141887"/>
              <a:gd name="csX12" fmla="*/ 81524 w 163048"/>
              <a:gd name="csY12" fmla="*/ 120546 h 141887"/>
              <a:gd name="csX13" fmla="*/ 162091 w 163048"/>
              <a:gd name="csY13" fmla="*/ 77554 h 141887"/>
              <a:gd name="csX14" fmla="*/ 162091 w 163048"/>
              <a:gd name="csY14" fmla="*/ 71394 h 141887"/>
              <a:gd name="csX15" fmla="*/ 117072 w 163048"/>
              <a:gd name="csY15" fmla="*/ 35809 h 141887"/>
              <a:gd name="csX16" fmla="*/ 143766 w 163048"/>
              <a:gd name="csY16" fmla="*/ 9125 h 141887"/>
              <a:gd name="csX17" fmla="*/ 145269 w 163048"/>
              <a:gd name="csY17" fmla="*/ 6368 h 141887"/>
              <a:gd name="csX18" fmla="*/ 144954 w 163048"/>
              <a:gd name="csY18" fmla="*/ 3245 h 141887"/>
              <a:gd name="csX19" fmla="*/ 142929 w 163048"/>
              <a:gd name="csY19" fmla="*/ 843 h 141887"/>
              <a:gd name="csX20" fmla="*/ 139904 w 163048"/>
              <a:gd name="csY20" fmla="*/ 2 h 141887"/>
              <a:gd name="csX21" fmla="*/ 81524 w 163048"/>
              <a:gd name="csY21" fmla="*/ 28402 h 141887"/>
              <a:gd name="csX22" fmla="*/ 956 w 163048"/>
              <a:gd name="csY22" fmla="*/ 71394 h 141887"/>
              <a:gd name="csX23" fmla="*/ 956 w 163048"/>
              <a:gd name="csY23" fmla="*/ 77554 h 141887"/>
              <a:gd name="csX24" fmla="*/ 23109 w 163048"/>
              <a:gd name="csY24" fmla="*/ 99704 h 141887"/>
              <a:gd name="csX25" fmla="*/ 43455 w 163048"/>
              <a:gd name="csY25" fmla="*/ 79369 h 141887"/>
              <a:gd name="csX26" fmla="*/ 42535 w 163048"/>
              <a:gd name="csY26" fmla="*/ 70930 h 141887"/>
              <a:gd name="csX27" fmla="*/ 52746 w 163048"/>
              <a:gd name="csY27" fmla="*/ 44670 h 141887"/>
              <a:gd name="csX28" fmla="*/ 81524 w 163048"/>
              <a:gd name="csY28" fmla="*/ 39034 h 141887"/>
              <a:gd name="csX29" fmla="*/ 83719 w 163048"/>
              <a:gd name="csY29" fmla="*/ 39104 h 141887"/>
              <a:gd name="csX30" fmla="*/ 93577 w 163048"/>
              <a:gd name="csY30" fmla="*/ 29255 h 141887"/>
              <a:gd name="csX31" fmla="*/ 81524 w 163048"/>
              <a:gd name="csY31" fmla="*/ 28402 h 141887"/>
              <a:gd name="csX32" fmla="*/ 108778 w 163048"/>
              <a:gd name="csY32" fmla="*/ 44109 h 141887"/>
              <a:gd name="csX33" fmla="*/ 110303 w 163048"/>
              <a:gd name="csY33" fmla="*/ 44670 h 141887"/>
              <a:gd name="csX34" fmla="*/ 120512 w 163048"/>
              <a:gd name="csY34" fmla="*/ 70930 h 141887"/>
              <a:gd name="csX35" fmla="*/ 81524 w 163048"/>
              <a:gd name="csY35" fmla="*/ 109914 h 141887"/>
              <a:gd name="csX36" fmla="*/ 54206 w 163048"/>
              <a:gd name="csY36" fmla="*/ 98667 h 141887"/>
              <a:gd name="csX37" fmla="*/ 66709 w 163048"/>
              <a:gd name="csY37" fmla="*/ 86172 h 141887"/>
              <a:gd name="csX38" fmla="*/ 81524 w 163048"/>
              <a:gd name="csY38" fmla="*/ 92194 h 141887"/>
              <a:gd name="csX39" fmla="*/ 102791 w 163048"/>
              <a:gd name="csY39" fmla="*/ 70930 h 141887"/>
              <a:gd name="csX40" fmla="*/ 96768 w 163048"/>
              <a:gd name="csY40" fmla="*/ 56112 h 141887"/>
              <a:gd name="csX41" fmla="*/ 108778 w 163048"/>
              <a:gd name="csY41" fmla="*/ 44109 h 141887"/>
            </a:gdLst>
            <a:ahLst/>
            <a:cxnLst/>
            <a:rect l="l" t="t" r="r" b="b"/>
            <a:pathLst>
              <a:path w="100000" h="100000">
                <a:moveTo>
                  <a:pt x="85805" y="6490"/>
                </a:moveTo>
                <a:cubicBezTo>
                  <a:pt x="84958" y="6516"/>
                  <a:pt x="84155" y="6869"/>
                  <a:pt x="83563" y="7475"/>
                </a:cubicBezTo>
                <a:lnTo>
                  <a:pt x="3130" y="87898"/>
                </a:lnTo>
                <a:cubicBezTo>
                  <a:pt x="2817" y="88199"/>
                  <a:pt x="2567" y="88558"/>
                  <a:pt x="2396" y="88956"/>
                </a:cubicBezTo>
                <a:cubicBezTo>
                  <a:pt x="2223" y="89355"/>
                  <a:pt x="2131" y="89784"/>
                  <a:pt x="2128" y="90217"/>
                </a:cubicBezTo>
                <a:cubicBezTo>
                  <a:pt x="2123" y="90651"/>
                  <a:pt x="2205" y="91081"/>
                  <a:pt x="2369" y="91483"/>
                </a:cubicBezTo>
                <a:cubicBezTo>
                  <a:pt x="2533" y="91884"/>
                  <a:pt x="2775" y="92249"/>
                  <a:pt x="3082" y="92556"/>
                </a:cubicBezTo>
                <a:cubicBezTo>
                  <a:pt x="3389" y="92863"/>
                  <a:pt x="3754" y="93105"/>
                  <a:pt x="4156" y="93269"/>
                </a:cubicBezTo>
                <a:cubicBezTo>
                  <a:pt x="4558" y="93434"/>
                  <a:pt x="4987" y="93515"/>
                  <a:pt x="5422" y="93511"/>
                </a:cubicBezTo>
                <a:cubicBezTo>
                  <a:pt x="5856" y="93507"/>
                  <a:pt x="6285" y="93416"/>
                  <a:pt x="6682" y="93243"/>
                </a:cubicBezTo>
                <a:cubicBezTo>
                  <a:pt x="7081" y="93072"/>
                  <a:pt x="7441" y="92821"/>
                  <a:pt x="7741" y="92509"/>
                </a:cubicBezTo>
                <a:lnTo>
                  <a:pt x="25574" y="74679"/>
                </a:lnTo>
                <a:cubicBezTo>
                  <a:pt x="32465" y="78041"/>
                  <a:pt x="40649" y="80422"/>
                  <a:pt x="50000" y="80422"/>
                </a:cubicBezTo>
                <a:cubicBezTo>
                  <a:pt x="80412" y="80422"/>
                  <a:pt x="98653" y="55120"/>
                  <a:pt x="99413" y="54054"/>
                </a:cubicBezTo>
                <a:cubicBezTo>
                  <a:pt x="100196" y="52925"/>
                  <a:pt x="100196" y="51407"/>
                  <a:pt x="99413" y="50276"/>
                </a:cubicBezTo>
                <a:cubicBezTo>
                  <a:pt x="98860" y="49499"/>
                  <a:pt x="88964" y="35789"/>
                  <a:pt x="71802" y="28451"/>
                </a:cubicBezTo>
                <a:lnTo>
                  <a:pt x="88174" y="12086"/>
                </a:lnTo>
                <a:cubicBezTo>
                  <a:pt x="88645" y="11628"/>
                  <a:pt x="88966" y="11038"/>
                  <a:pt x="89096" y="10395"/>
                </a:cubicBezTo>
                <a:cubicBezTo>
                  <a:pt x="89226" y="9751"/>
                  <a:pt x="89158" y="9084"/>
                  <a:pt x="88903" y="8479"/>
                </a:cubicBezTo>
                <a:cubicBezTo>
                  <a:pt x="88646" y="7874"/>
                  <a:pt x="88214" y="7361"/>
                  <a:pt x="87661" y="7006"/>
                </a:cubicBezTo>
                <a:cubicBezTo>
                  <a:pt x="87109" y="6651"/>
                  <a:pt x="86462" y="6472"/>
                  <a:pt x="85805" y="6490"/>
                </a:cubicBezTo>
                <a:close/>
                <a:moveTo>
                  <a:pt x="50000" y="23909"/>
                </a:moveTo>
                <a:cubicBezTo>
                  <a:pt x="19587" y="23909"/>
                  <a:pt x="1348" y="49212"/>
                  <a:pt x="586" y="50276"/>
                </a:cubicBezTo>
                <a:cubicBezTo>
                  <a:pt x="-196" y="51407"/>
                  <a:pt x="-196" y="52925"/>
                  <a:pt x="586" y="54054"/>
                </a:cubicBezTo>
                <a:cubicBezTo>
                  <a:pt x="957" y="54598"/>
                  <a:pt x="5717" y="61185"/>
                  <a:pt x="14173" y="67639"/>
                </a:cubicBezTo>
                <a:lnTo>
                  <a:pt x="26652" y="55167"/>
                </a:lnTo>
                <a:cubicBezTo>
                  <a:pt x="26282" y="53493"/>
                  <a:pt x="26087" y="51775"/>
                  <a:pt x="26087" y="49992"/>
                </a:cubicBezTo>
                <a:cubicBezTo>
                  <a:pt x="26087" y="43993"/>
                  <a:pt x="28307" y="38298"/>
                  <a:pt x="32350" y="33886"/>
                </a:cubicBezTo>
                <a:cubicBezTo>
                  <a:pt x="37590" y="31820"/>
                  <a:pt x="43499" y="30429"/>
                  <a:pt x="50000" y="30429"/>
                </a:cubicBezTo>
                <a:cubicBezTo>
                  <a:pt x="50456" y="30429"/>
                  <a:pt x="50911" y="30429"/>
                  <a:pt x="51346" y="30472"/>
                </a:cubicBezTo>
                <a:lnTo>
                  <a:pt x="57392" y="24432"/>
                </a:lnTo>
                <a:cubicBezTo>
                  <a:pt x="55022" y="24084"/>
                  <a:pt x="52543" y="23909"/>
                  <a:pt x="50000" y="23909"/>
                </a:cubicBezTo>
                <a:close/>
                <a:moveTo>
                  <a:pt x="66715" y="33542"/>
                </a:moveTo>
                <a:cubicBezTo>
                  <a:pt x="67026" y="33657"/>
                  <a:pt x="67345" y="33764"/>
                  <a:pt x="67651" y="33886"/>
                </a:cubicBezTo>
                <a:cubicBezTo>
                  <a:pt x="71694" y="38298"/>
                  <a:pt x="73912" y="43993"/>
                  <a:pt x="73912" y="49992"/>
                </a:cubicBezTo>
                <a:cubicBezTo>
                  <a:pt x="73912" y="63185"/>
                  <a:pt x="63195" y="73901"/>
                  <a:pt x="50000" y="73901"/>
                </a:cubicBezTo>
                <a:cubicBezTo>
                  <a:pt x="43458" y="73901"/>
                  <a:pt x="37558" y="71258"/>
                  <a:pt x="33245" y="67003"/>
                </a:cubicBezTo>
                <a:lnTo>
                  <a:pt x="40914" y="59340"/>
                </a:lnTo>
                <a:cubicBezTo>
                  <a:pt x="43260" y="61628"/>
                  <a:pt x="46463" y="63033"/>
                  <a:pt x="50000" y="63033"/>
                </a:cubicBezTo>
                <a:cubicBezTo>
                  <a:pt x="57195" y="63033"/>
                  <a:pt x="63043" y="57187"/>
                  <a:pt x="63043" y="49992"/>
                </a:cubicBezTo>
                <a:cubicBezTo>
                  <a:pt x="63043" y="46456"/>
                  <a:pt x="61638" y="43249"/>
                  <a:pt x="59349" y="40904"/>
                </a:cubicBezTo>
                <a:lnTo>
                  <a:pt x="66715" y="3354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6" name="Красный — SVG 29">
            <a:extLst>
              <a:ext uri="{FF2B5EF4-FFF2-40B4-BE49-F238E27FC236}">
                <a16:creationId xmlns:a16="http://schemas.microsoft.com/office/drawing/2014/main" id="{D27FAF6F-8FB9-FC47-B6E2-3201EFB40A09}"/>
              </a:ext>
            </a:extLst>
          </p:cNvPr>
          <p:cNvSpPr>
            <a:spLocks noGrp="1"/>
          </p:cNvSpPr>
          <p:nvPr/>
        </p:nvSpPr>
        <p:spPr>
          <a:xfrm>
            <a:off x="6420000" y="1410000"/>
            <a:ext cx="220000" cy="220000"/>
          </a:xfrm>
          <a:custGeom>
            <a:avLst/>
            <a:gdLst>
              <a:gd name="csX0" fmla="*/ 79742 w 145328"/>
              <a:gd name="csY0" fmla="*/ 0 h 127583"/>
              <a:gd name="csX1" fmla="*/ 70895 w 145328"/>
              <a:gd name="csY1" fmla="*/ 8859 h 127583"/>
              <a:gd name="csX2" fmla="*/ 70895 w 145328"/>
              <a:gd name="csY2" fmla="*/ 10632 h 127583"/>
              <a:gd name="csX3" fmla="*/ 70895 w 145328"/>
              <a:gd name="csY3" fmla="*/ 62871 h 127583"/>
              <a:gd name="csX4" fmla="*/ 81528 w 145328"/>
              <a:gd name="csY4" fmla="*/ 56067 h 127583"/>
              <a:gd name="csX5" fmla="*/ 81528 w 145328"/>
              <a:gd name="csY5" fmla="*/ 21264 h 127583"/>
              <a:gd name="csX6" fmla="*/ 92162 w 145328"/>
              <a:gd name="csY6" fmla="*/ 10632 h 127583"/>
              <a:gd name="csX7" fmla="*/ 124062 w 145328"/>
              <a:gd name="csY7" fmla="*/ 10632 h 127583"/>
              <a:gd name="csX8" fmla="*/ 134695 w 145328"/>
              <a:gd name="csY8" fmla="*/ 21264 h 127583"/>
              <a:gd name="csX9" fmla="*/ 134695 w 145328"/>
              <a:gd name="csY9" fmla="*/ 106319 h 127583"/>
              <a:gd name="csX10" fmla="*/ 124062 w 145328"/>
              <a:gd name="csY10" fmla="*/ 116951 h 127583"/>
              <a:gd name="csX11" fmla="*/ 92162 w 145328"/>
              <a:gd name="csY11" fmla="*/ 116951 h 127583"/>
              <a:gd name="csX12" fmla="*/ 83995 w 145328"/>
              <a:gd name="csY12" fmla="*/ 106603 h 127583"/>
              <a:gd name="csX13" fmla="*/ 81528 w 145328"/>
              <a:gd name="csY13" fmla="*/ 109261 h 127583"/>
              <a:gd name="csX14" fmla="*/ 71388 w 145328"/>
              <a:gd name="csY14" fmla="*/ 120107 h 127583"/>
              <a:gd name="csX15" fmla="*/ 71388 w 145328"/>
              <a:gd name="csY15" fmla="*/ 120115 h 127583"/>
              <a:gd name="csX16" fmla="*/ 71065 w 145328"/>
              <a:gd name="csY16" fmla="*/ 120461 h 127583"/>
              <a:gd name="csX17" fmla="*/ 79742 w 145328"/>
              <a:gd name="csY17" fmla="*/ 127583 h 127583"/>
              <a:gd name="csX18" fmla="*/ 81528 w 145328"/>
              <a:gd name="csY18" fmla="*/ 127583 h 127583"/>
              <a:gd name="csX19" fmla="*/ 134695 w 145328"/>
              <a:gd name="csY19" fmla="*/ 127583 h 127583"/>
              <a:gd name="csX20" fmla="*/ 136464 w 145328"/>
              <a:gd name="csY20" fmla="*/ 127583 h 127583"/>
              <a:gd name="csX21" fmla="*/ 145329 w 145328"/>
              <a:gd name="csY21" fmla="*/ 118724 h 127583"/>
              <a:gd name="csX22" fmla="*/ 145329 w 145328"/>
              <a:gd name="csY22" fmla="*/ 116951 h 127583"/>
              <a:gd name="csX23" fmla="*/ 145329 w 145328"/>
              <a:gd name="csY23" fmla="*/ 10632 h 127583"/>
              <a:gd name="csX24" fmla="*/ 145329 w 145328"/>
              <a:gd name="csY24" fmla="*/ 8859 h 127583"/>
              <a:gd name="csX25" fmla="*/ 136464 w 145328"/>
              <a:gd name="csY25" fmla="*/ 0 h 127583"/>
              <a:gd name="csX26" fmla="*/ 134695 w 145328"/>
              <a:gd name="csY26" fmla="*/ 0 h 127583"/>
              <a:gd name="csX27" fmla="*/ 81528 w 145328"/>
              <a:gd name="csY27" fmla="*/ 0 h 127583"/>
              <a:gd name="csX28" fmla="*/ 79742 w 145328"/>
              <a:gd name="csY28" fmla="*/ 0 h 127583"/>
              <a:gd name="csX29" fmla="*/ 108103 w 145328"/>
              <a:gd name="csY29" fmla="*/ 21264 h 127583"/>
              <a:gd name="csX30" fmla="*/ 103101 w 145328"/>
              <a:gd name="csY30" fmla="*/ 23339 h 127583"/>
              <a:gd name="csX31" fmla="*/ 101009 w 145328"/>
              <a:gd name="csY31" fmla="*/ 28352 h 127583"/>
              <a:gd name="csX32" fmla="*/ 103101 w 145328"/>
              <a:gd name="csY32" fmla="*/ 33364 h 127583"/>
              <a:gd name="csX33" fmla="*/ 108103 w 145328"/>
              <a:gd name="csY33" fmla="*/ 35439 h 127583"/>
              <a:gd name="csX34" fmla="*/ 113122 w 145328"/>
              <a:gd name="csY34" fmla="*/ 33364 h 127583"/>
              <a:gd name="csX35" fmla="*/ 115198 w 145328"/>
              <a:gd name="csY35" fmla="*/ 28352 h 127583"/>
              <a:gd name="csX36" fmla="*/ 113122 w 145328"/>
              <a:gd name="csY36" fmla="*/ 23339 h 127583"/>
              <a:gd name="csX37" fmla="*/ 108103 w 145328"/>
              <a:gd name="csY37" fmla="*/ 21264 h 127583"/>
              <a:gd name="csX38" fmla="*/ 63800 w 145328"/>
              <a:gd name="csY38" fmla="*/ 31474 h 127583"/>
              <a:gd name="csX39" fmla="*/ 40186 w 145328"/>
              <a:gd name="csY39" fmla="*/ 38734 h 127583"/>
              <a:gd name="csX40" fmla="*/ 29518 w 145328"/>
              <a:gd name="csY40" fmla="*/ 46211 h 127583"/>
              <a:gd name="csX41" fmla="*/ 1446 w 145328"/>
              <a:gd name="csY41" fmla="*/ 83145 h 127583"/>
              <a:gd name="csX42" fmla="*/ 0 w 145328"/>
              <a:gd name="csY42" fmla="*/ 87430 h 127583"/>
              <a:gd name="csX43" fmla="*/ 0 w 145328"/>
              <a:gd name="csY43" fmla="*/ 120495 h 127583"/>
              <a:gd name="csX44" fmla="*/ 7095 w 145328"/>
              <a:gd name="csY44" fmla="*/ 127583 h 127583"/>
              <a:gd name="csX45" fmla="*/ 42465 w 145328"/>
              <a:gd name="csY45" fmla="*/ 127549 h 127583"/>
              <a:gd name="csX46" fmla="*/ 63171 w 145328"/>
              <a:gd name="csY46" fmla="*/ 118544 h 127583"/>
              <a:gd name="csX47" fmla="*/ 99631 w 145328"/>
              <a:gd name="csY47" fmla="*/ 79491 h 127583"/>
              <a:gd name="csX48" fmla="*/ 102761 w 145328"/>
              <a:gd name="csY48" fmla="*/ 71661 h 127583"/>
              <a:gd name="csX49" fmla="*/ 99035 w 145328"/>
              <a:gd name="csY49" fmla="*/ 63259 h 127583"/>
              <a:gd name="csX50" fmla="*/ 85458 w 145328"/>
              <a:gd name="csY50" fmla="*/ 61985 h 127583"/>
              <a:gd name="csX51" fmla="*/ 67526 w 145328"/>
              <a:gd name="csY51" fmla="*/ 73434 h 127583"/>
              <a:gd name="csX52" fmla="*/ 67526 w 145328"/>
              <a:gd name="csY52" fmla="*/ 73468 h 127583"/>
              <a:gd name="csX53" fmla="*/ 56740 w 145328"/>
              <a:gd name="csY53" fmla="*/ 80660 h 127583"/>
              <a:gd name="csX54" fmla="*/ 55158 w 145328"/>
              <a:gd name="csY54" fmla="*/ 81332 h 127583"/>
              <a:gd name="csX55" fmla="*/ 54936 w 145328"/>
              <a:gd name="csY55" fmla="*/ 81476 h 127583"/>
              <a:gd name="csX56" fmla="*/ 55038 w 145328"/>
              <a:gd name="csY56" fmla="*/ 81373 h 127583"/>
              <a:gd name="csX57" fmla="*/ 53882 w 145328"/>
              <a:gd name="csY57" fmla="*/ 81512 h 127583"/>
              <a:gd name="csX58" fmla="*/ 49407 w 145328"/>
              <a:gd name="csY58" fmla="*/ 79068 h 127583"/>
              <a:gd name="csX59" fmla="*/ 51006 w 145328"/>
              <a:gd name="csY59" fmla="*/ 71731 h 127583"/>
              <a:gd name="csX60" fmla="*/ 63800 w 145328"/>
              <a:gd name="csY60" fmla="*/ 63543 h 127583"/>
              <a:gd name="csX61" fmla="*/ 63800 w 145328"/>
              <a:gd name="csY61" fmla="*/ 31474 h 127583"/>
              <a:gd name="csX62" fmla="*/ 108103 w 145328"/>
              <a:gd name="csY62" fmla="*/ 46459 h 127583"/>
              <a:gd name="csX63" fmla="*/ 92689 w 145328"/>
              <a:gd name="csY63" fmla="*/ 53263 h 127583"/>
              <a:gd name="csX64" fmla="*/ 103816 w 145328"/>
              <a:gd name="csY64" fmla="*/ 58011 h 127583"/>
              <a:gd name="csX65" fmla="*/ 109839 w 145328"/>
              <a:gd name="csY65" fmla="*/ 71661 h 127583"/>
              <a:gd name="csX66" fmla="*/ 107253 w 145328"/>
              <a:gd name="csY66" fmla="*/ 81089 h 127583"/>
              <a:gd name="csX67" fmla="*/ 108103 w 145328"/>
              <a:gd name="csY67" fmla="*/ 81124 h 127583"/>
              <a:gd name="csX68" fmla="*/ 127601 w 145328"/>
              <a:gd name="csY68" fmla="*/ 63792 h 127583"/>
              <a:gd name="csX69" fmla="*/ 108103 w 145328"/>
              <a:gd name="csY69" fmla="*/ 46459 h 127583"/>
              <a:gd name="csX70" fmla="*/ 108103 w 145328"/>
              <a:gd name="csY70" fmla="*/ 92144 h 127583"/>
              <a:gd name="csX71" fmla="*/ 103101 w 145328"/>
              <a:gd name="csY71" fmla="*/ 94219 h 127583"/>
              <a:gd name="csX72" fmla="*/ 101009 w 145328"/>
              <a:gd name="csY72" fmla="*/ 99231 h 127583"/>
              <a:gd name="csX73" fmla="*/ 103101 w 145328"/>
              <a:gd name="csY73" fmla="*/ 104244 h 127583"/>
              <a:gd name="csX74" fmla="*/ 108103 w 145328"/>
              <a:gd name="csY74" fmla="*/ 106319 h 127583"/>
              <a:gd name="csX75" fmla="*/ 113122 w 145328"/>
              <a:gd name="csY75" fmla="*/ 104244 h 127583"/>
              <a:gd name="csX76" fmla="*/ 115198 w 145328"/>
              <a:gd name="csY76" fmla="*/ 99231 h 127583"/>
              <a:gd name="csX77" fmla="*/ 113122 w 145328"/>
              <a:gd name="csY77" fmla="*/ 94219 h 127583"/>
              <a:gd name="csX78" fmla="*/ 108103 w 145328"/>
              <a:gd name="csY78" fmla="*/ 92144 h 127583"/>
            </a:gdLst>
            <a:ahLst/>
            <a:cxnLst/>
            <a:rect l="l" t="t" r="r" b="b"/>
            <a:pathLst>
              <a:path w="100000" h="100000">
                <a:moveTo>
                  <a:pt x="54870" y="6105"/>
                </a:moveTo>
                <a:cubicBezTo>
                  <a:pt x="51510" y="6105"/>
                  <a:pt x="48783" y="8836"/>
                  <a:pt x="48783" y="12201"/>
                </a:cubicBezTo>
                <a:lnTo>
                  <a:pt x="48783" y="13421"/>
                </a:lnTo>
                <a:lnTo>
                  <a:pt x="48783" y="49367"/>
                </a:lnTo>
                <a:lnTo>
                  <a:pt x="56099" y="44685"/>
                </a:lnTo>
                <a:lnTo>
                  <a:pt x="56099" y="20737"/>
                </a:lnTo>
                <a:cubicBezTo>
                  <a:pt x="60138" y="20737"/>
                  <a:pt x="63417" y="17462"/>
                  <a:pt x="63417" y="13421"/>
                </a:cubicBezTo>
                <a:lnTo>
                  <a:pt x="85367" y="13421"/>
                </a:lnTo>
                <a:cubicBezTo>
                  <a:pt x="85367" y="17462"/>
                  <a:pt x="88633" y="20737"/>
                  <a:pt x="92683" y="20737"/>
                </a:cubicBezTo>
                <a:lnTo>
                  <a:pt x="92683" y="79263"/>
                </a:lnTo>
                <a:cubicBezTo>
                  <a:pt x="88633" y="79263"/>
                  <a:pt x="85367" y="82538"/>
                  <a:pt x="85367" y="86579"/>
                </a:cubicBezTo>
                <a:lnTo>
                  <a:pt x="63417" y="86579"/>
                </a:lnTo>
                <a:cubicBezTo>
                  <a:pt x="63417" y="83116"/>
                  <a:pt x="61016" y="80238"/>
                  <a:pt x="57797" y="79459"/>
                </a:cubicBezTo>
                <a:lnTo>
                  <a:pt x="56099" y="81288"/>
                </a:lnTo>
                <a:lnTo>
                  <a:pt x="49122" y="88751"/>
                </a:lnTo>
                <a:lnTo>
                  <a:pt x="49122" y="88756"/>
                </a:lnTo>
                <a:lnTo>
                  <a:pt x="48900" y="88994"/>
                </a:lnTo>
                <a:cubicBezTo>
                  <a:pt x="49462" y="91799"/>
                  <a:pt x="51920" y="93895"/>
                  <a:pt x="54870" y="93895"/>
                </a:cubicBezTo>
                <a:lnTo>
                  <a:pt x="56099" y="93895"/>
                </a:lnTo>
                <a:lnTo>
                  <a:pt x="92683" y="93895"/>
                </a:lnTo>
                <a:lnTo>
                  <a:pt x="93901" y="93895"/>
                </a:lnTo>
                <a:cubicBezTo>
                  <a:pt x="97261" y="93895"/>
                  <a:pt x="100001" y="91164"/>
                  <a:pt x="100001" y="87799"/>
                </a:cubicBezTo>
                <a:lnTo>
                  <a:pt x="100001" y="86579"/>
                </a:lnTo>
                <a:lnTo>
                  <a:pt x="100001" y="13421"/>
                </a:lnTo>
                <a:lnTo>
                  <a:pt x="100001" y="12201"/>
                </a:lnTo>
                <a:cubicBezTo>
                  <a:pt x="100001" y="8836"/>
                  <a:pt x="97261" y="6105"/>
                  <a:pt x="93901" y="6105"/>
                </a:cubicBezTo>
                <a:lnTo>
                  <a:pt x="92683" y="6105"/>
                </a:lnTo>
                <a:lnTo>
                  <a:pt x="56099" y="6105"/>
                </a:lnTo>
                <a:lnTo>
                  <a:pt x="54870" y="6105"/>
                </a:lnTo>
                <a:close/>
                <a:moveTo>
                  <a:pt x="74386" y="20737"/>
                </a:moveTo>
                <a:cubicBezTo>
                  <a:pt x="73098" y="20737"/>
                  <a:pt x="71857" y="21251"/>
                  <a:pt x="70944" y="22165"/>
                </a:cubicBezTo>
                <a:cubicBezTo>
                  <a:pt x="70019" y="23081"/>
                  <a:pt x="69504" y="24321"/>
                  <a:pt x="69504" y="25614"/>
                </a:cubicBezTo>
                <a:cubicBezTo>
                  <a:pt x="69504" y="26908"/>
                  <a:pt x="70019" y="28148"/>
                  <a:pt x="70944" y="29063"/>
                </a:cubicBezTo>
                <a:cubicBezTo>
                  <a:pt x="71857" y="29977"/>
                  <a:pt x="73098" y="30491"/>
                  <a:pt x="74386" y="30491"/>
                </a:cubicBezTo>
                <a:cubicBezTo>
                  <a:pt x="75685" y="30491"/>
                  <a:pt x="76926" y="29977"/>
                  <a:pt x="77839" y="29063"/>
                </a:cubicBezTo>
                <a:cubicBezTo>
                  <a:pt x="78752" y="28148"/>
                  <a:pt x="79268" y="26908"/>
                  <a:pt x="79268" y="25614"/>
                </a:cubicBezTo>
                <a:cubicBezTo>
                  <a:pt x="79268" y="24321"/>
                  <a:pt x="78752" y="23081"/>
                  <a:pt x="77839" y="22165"/>
                </a:cubicBezTo>
                <a:cubicBezTo>
                  <a:pt x="76926" y="21251"/>
                  <a:pt x="75685" y="20737"/>
                  <a:pt x="74386" y="20737"/>
                </a:cubicBezTo>
                <a:close/>
                <a:moveTo>
                  <a:pt x="43901" y="27762"/>
                </a:moveTo>
                <a:lnTo>
                  <a:pt x="27652" y="32758"/>
                </a:lnTo>
                <a:cubicBezTo>
                  <a:pt x="24760" y="33661"/>
                  <a:pt x="22173" y="35464"/>
                  <a:pt x="20311" y="37903"/>
                </a:cubicBezTo>
                <a:lnTo>
                  <a:pt x="995" y="63317"/>
                </a:lnTo>
                <a:cubicBezTo>
                  <a:pt x="339" y="64170"/>
                  <a:pt x="0" y="65217"/>
                  <a:pt x="0" y="66266"/>
                </a:cubicBezTo>
                <a:lnTo>
                  <a:pt x="0" y="89018"/>
                </a:lnTo>
                <a:cubicBezTo>
                  <a:pt x="0" y="91700"/>
                  <a:pt x="2189" y="93895"/>
                  <a:pt x="4882" y="93895"/>
                </a:cubicBezTo>
                <a:lnTo>
                  <a:pt x="29220" y="93871"/>
                </a:lnTo>
                <a:cubicBezTo>
                  <a:pt x="34629" y="93871"/>
                  <a:pt x="39780" y="91625"/>
                  <a:pt x="43468" y="87675"/>
                </a:cubicBezTo>
                <a:lnTo>
                  <a:pt x="68556" y="60803"/>
                </a:lnTo>
                <a:cubicBezTo>
                  <a:pt x="69995" y="59290"/>
                  <a:pt x="70710" y="57342"/>
                  <a:pt x="70710" y="55415"/>
                </a:cubicBezTo>
                <a:cubicBezTo>
                  <a:pt x="70710" y="53294"/>
                  <a:pt x="69855" y="51169"/>
                  <a:pt x="68146" y="49634"/>
                </a:cubicBezTo>
                <a:cubicBezTo>
                  <a:pt x="65582" y="47293"/>
                  <a:pt x="61754" y="46927"/>
                  <a:pt x="58804" y="48757"/>
                </a:cubicBezTo>
                <a:lnTo>
                  <a:pt x="46465" y="56635"/>
                </a:lnTo>
                <a:lnTo>
                  <a:pt x="46465" y="56658"/>
                </a:lnTo>
                <a:lnTo>
                  <a:pt x="39043" y="61607"/>
                </a:lnTo>
                <a:cubicBezTo>
                  <a:pt x="38703" y="61827"/>
                  <a:pt x="38317" y="61996"/>
                  <a:pt x="37954" y="62070"/>
                </a:cubicBezTo>
                <a:lnTo>
                  <a:pt x="37801" y="62169"/>
                </a:lnTo>
                <a:lnTo>
                  <a:pt x="37872" y="62098"/>
                </a:lnTo>
                <a:cubicBezTo>
                  <a:pt x="37603" y="62171"/>
                  <a:pt x="37333" y="62193"/>
                  <a:pt x="37076" y="62193"/>
                </a:cubicBezTo>
                <a:cubicBezTo>
                  <a:pt x="35870" y="62193"/>
                  <a:pt x="34676" y="61609"/>
                  <a:pt x="33997" y="60512"/>
                </a:cubicBezTo>
                <a:cubicBezTo>
                  <a:pt x="32897" y="58805"/>
                  <a:pt x="33388" y="56537"/>
                  <a:pt x="35097" y="55463"/>
                </a:cubicBezTo>
                <a:lnTo>
                  <a:pt x="43901" y="49829"/>
                </a:lnTo>
                <a:lnTo>
                  <a:pt x="43901" y="27762"/>
                </a:lnTo>
                <a:close/>
                <a:moveTo>
                  <a:pt x="74386" y="38074"/>
                </a:moveTo>
                <a:cubicBezTo>
                  <a:pt x="70042" y="38074"/>
                  <a:pt x="66168" y="39903"/>
                  <a:pt x="63779" y="42755"/>
                </a:cubicBezTo>
                <a:cubicBezTo>
                  <a:pt x="66635" y="42951"/>
                  <a:pt x="69316" y="44097"/>
                  <a:pt x="71436" y="46022"/>
                </a:cubicBezTo>
                <a:cubicBezTo>
                  <a:pt x="74070" y="48388"/>
                  <a:pt x="75580" y="51831"/>
                  <a:pt x="75580" y="55415"/>
                </a:cubicBezTo>
                <a:cubicBezTo>
                  <a:pt x="75580" y="57733"/>
                  <a:pt x="74971" y="59952"/>
                  <a:pt x="73801" y="61902"/>
                </a:cubicBezTo>
                <a:cubicBezTo>
                  <a:pt x="74000" y="61926"/>
                  <a:pt x="74187" y="61926"/>
                  <a:pt x="74386" y="61926"/>
                </a:cubicBezTo>
                <a:cubicBezTo>
                  <a:pt x="81796" y="61926"/>
                  <a:pt x="87802" y="56584"/>
                  <a:pt x="87802" y="50000"/>
                </a:cubicBezTo>
                <a:cubicBezTo>
                  <a:pt x="87802" y="43416"/>
                  <a:pt x="81796" y="38074"/>
                  <a:pt x="74386" y="38074"/>
                </a:cubicBezTo>
                <a:close/>
                <a:moveTo>
                  <a:pt x="74386" y="69509"/>
                </a:moveTo>
                <a:cubicBezTo>
                  <a:pt x="73098" y="69509"/>
                  <a:pt x="71857" y="70023"/>
                  <a:pt x="70944" y="70937"/>
                </a:cubicBezTo>
                <a:cubicBezTo>
                  <a:pt x="70019" y="71852"/>
                  <a:pt x="69504" y="73092"/>
                  <a:pt x="69504" y="74386"/>
                </a:cubicBezTo>
                <a:cubicBezTo>
                  <a:pt x="69504" y="75679"/>
                  <a:pt x="70019" y="76920"/>
                  <a:pt x="70944" y="77835"/>
                </a:cubicBezTo>
                <a:cubicBezTo>
                  <a:pt x="71857" y="78750"/>
                  <a:pt x="73098" y="79263"/>
                  <a:pt x="74386" y="79263"/>
                </a:cubicBezTo>
                <a:cubicBezTo>
                  <a:pt x="75685" y="79263"/>
                  <a:pt x="76926" y="78750"/>
                  <a:pt x="77839" y="77835"/>
                </a:cubicBezTo>
                <a:cubicBezTo>
                  <a:pt x="78752" y="76920"/>
                  <a:pt x="79268" y="75679"/>
                  <a:pt x="79268" y="74386"/>
                </a:cubicBezTo>
                <a:cubicBezTo>
                  <a:pt x="79268" y="73092"/>
                  <a:pt x="78752" y="71852"/>
                  <a:pt x="77839" y="70937"/>
                </a:cubicBezTo>
                <a:cubicBezTo>
                  <a:pt x="76926" y="70023"/>
                  <a:pt x="75685" y="69509"/>
                  <a:pt x="74386" y="6950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7" name="Красный — SVG 30">
            <a:extLst>
              <a:ext uri="{FF2B5EF4-FFF2-40B4-BE49-F238E27FC236}">
                <a16:creationId xmlns:a16="http://schemas.microsoft.com/office/drawing/2014/main" id="{E68D1D03-0737-6C49-BD31-C7520C12A00B}"/>
              </a:ext>
            </a:extLst>
          </p:cNvPr>
          <p:cNvSpPr>
            <a:spLocks noGrp="1"/>
          </p:cNvSpPr>
          <p:nvPr/>
        </p:nvSpPr>
        <p:spPr>
          <a:xfrm>
            <a:off x="7020000" y="1410000"/>
            <a:ext cx="220000" cy="220000"/>
          </a:xfrm>
          <a:custGeom>
            <a:avLst/>
            <a:gdLst>
              <a:gd name="csX0" fmla="*/ 12406 w 127600"/>
              <a:gd name="csY0" fmla="*/ 0 h 145303"/>
              <a:gd name="csX1" fmla="*/ 0 w 127600"/>
              <a:gd name="csY1" fmla="*/ 12404 h 145303"/>
              <a:gd name="csX2" fmla="*/ 0 w 127600"/>
              <a:gd name="csY2" fmla="*/ 47844 h 145303"/>
              <a:gd name="csX3" fmla="*/ 12406 w 127600"/>
              <a:gd name="csY3" fmla="*/ 60248 h 145303"/>
              <a:gd name="csX4" fmla="*/ 24811 w 127600"/>
              <a:gd name="csY4" fmla="*/ 60248 h 145303"/>
              <a:gd name="csX5" fmla="*/ 24811 w 127600"/>
              <a:gd name="csY5" fmla="*/ 58476 h 145303"/>
              <a:gd name="csX6" fmla="*/ 44306 w 127600"/>
              <a:gd name="csY6" fmla="*/ 38984 h 145303"/>
              <a:gd name="csX7" fmla="*/ 60256 w 127600"/>
              <a:gd name="csY7" fmla="*/ 47304 h 145303"/>
              <a:gd name="csX8" fmla="*/ 60256 w 127600"/>
              <a:gd name="csY8" fmla="*/ 12404 h 145303"/>
              <a:gd name="csX9" fmla="*/ 47850 w 127600"/>
              <a:gd name="csY9" fmla="*/ 0 h 145303"/>
              <a:gd name="csX10" fmla="*/ 12406 w 127600"/>
              <a:gd name="csY10" fmla="*/ 0 h 145303"/>
              <a:gd name="csX11" fmla="*/ 79750 w 127600"/>
              <a:gd name="csY11" fmla="*/ 0 h 145303"/>
              <a:gd name="csX12" fmla="*/ 67344 w 127600"/>
              <a:gd name="csY12" fmla="*/ 12404 h 145303"/>
              <a:gd name="csX13" fmla="*/ 67344 w 127600"/>
              <a:gd name="csY13" fmla="*/ 47844 h 145303"/>
              <a:gd name="csX14" fmla="*/ 79750 w 127600"/>
              <a:gd name="csY14" fmla="*/ 60248 h 145303"/>
              <a:gd name="csX15" fmla="*/ 115194 w 127600"/>
              <a:gd name="csY15" fmla="*/ 60248 h 145303"/>
              <a:gd name="csX16" fmla="*/ 127601 w 127600"/>
              <a:gd name="csY16" fmla="*/ 47844 h 145303"/>
              <a:gd name="csX17" fmla="*/ 127601 w 127600"/>
              <a:gd name="csY17" fmla="*/ 12404 h 145303"/>
              <a:gd name="csX18" fmla="*/ 115194 w 127600"/>
              <a:gd name="csY18" fmla="*/ 0 h 145303"/>
              <a:gd name="csX19" fmla="*/ 79750 w 127600"/>
              <a:gd name="csY19" fmla="*/ 0 h 145303"/>
              <a:gd name="csX20" fmla="*/ 79750 w 127600"/>
              <a:gd name="csY20" fmla="*/ 10632 h 145303"/>
              <a:gd name="csX21" fmla="*/ 115194 w 127600"/>
              <a:gd name="csY21" fmla="*/ 10632 h 145303"/>
              <a:gd name="csX22" fmla="*/ 116967 w 127600"/>
              <a:gd name="csY22" fmla="*/ 12404 h 145303"/>
              <a:gd name="csX23" fmla="*/ 116967 w 127600"/>
              <a:gd name="csY23" fmla="*/ 47844 h 145303"/>
              <a:gd name="csX24" fmla="*/ 115194 w 127600"/>
              <a:gd name="csY24" fmla="*/ 49616 h 145303"/>
              <a:gd name="csX25" fmla="*/ 79750 w 127600"/>
              <a:gd name="csY25" fmla="*/ 49616 h 145303"/>
              <a:gd name="csX26" fmla="*/ 77978 w 127600"/>
              <a:gd name="csY26" fmla="*/ 47844 h 145303"/>
              <a:gd name="csX27" fmla="*/ 77978 w 127600"/>
              <a:gd name="csY27" fmla="*/ 12404 h 145303"/>
              <a:gd name="csX28" fmla="*/ 79750 w 127600"/>
              <a:gd name="csY28" fmla="*/ 10632 h 145303"/>
              <a:gd name="csX29" fmla="*/ 44300 w 127600"/>
              <a:gd name="csY29" fmla="*/ 14175 h 145303"/>
              <a:gd name="csX30" fmla="*/ 48058 w 127600"/>
              <a:gd name="csY30" fmla="*/ 15734 h 145303"/>
              <a:gd name="csX31" fmla="*/ 48058 w 127600"/>
              <a:gd name="csY31" fmla="*/ 23251 h 145303"/>
              <a:gd name="csX32" fmla="*/ 30335 w 127600"/>
              <a:gd name="csY32" fmla="*/ 40970 h 145303"/>
              <a:gd name="csX33" fmla="*/ 26583 w 127600"/>
              <a:gd name="csY33" fmla="*/ 42528 h 145303"/>
              <a:gd name="csX34" fmla="*/ 22825 w 127600"/>
              <a:gd name="csY34" fmla="*/ 40970 h 145303"/>
              <a:gd name="csX35" fmla="*/ 12192 w 127600"/>
              <a:gd name="csY35" fmla="*/ 30338 h 145303"/>
              <a:gd name="csX36" fmla="*/ 12192 w 127600"/>
              <a:gd name="csY36" fmla="*/ 22822 h 145303"/>
              <a:gd name="csX37" fmla="*/ 19708 w 127600"/>
              <a:gd name="csY37" fmla="*/ 22822 h 145303"/>
              <a:gd name="csX38" fmla="*/ 26577 w 127600"/>
              <a:gd name="csY38" fmla="*/ 29695 h 145303"/>
              <a:gd name="csX39" fmla="*/ 40540 w 127600"/>
              <a:gd name="csY39" fmla="*/ 15734 h 145303"/>
              <a:gd name="csX40" fmla="*/ 44300 w 127600"/>
              <a:gd name="csY40" fmla="*/ 14175 h 145303"/>
              <a:gd name="csX41" fmla="*/ 44313 w 127600"/>
              <a:gd name="csY41" fmla="*/ 46071 h 145303"/>
              <a:gd name="csX42" fmla="*/ 31900 w 127600"/>
              <a:gd name="csY42" fmla="*/ 58476 h 145303"/>
              <a:gd name="csX43" fmla="*/ 31900 w 127600"/>
              <a:gd name="csY43" fmla="*/ 91458 h 145303"/>
              <a:gd name="csX44" fmla="*/ 21267 w 127600"/>
              <a:gd name="csY44" fmla="*/ 112535 h 145303"/>
              <a:gd name="csX45" fmla="*/ 36545 w 127600"/>
              <a:gd name="csY45" fmla="*/ 139275 h 145303"/>
              <a:gd name="csX46" fmla="*/ 50882 w 127600"/>
              <a:gd name="csY46" fmla="*/ 145304 h 145303"/>
              <a:gd name="csX47" fmla="*/ 54331 w 127600"/>
              <a:gd name="csY47" fmla="*/ 145006 h 145303"/>
              <a:gd name="csX48" fmla="*/ 75485 w 127600"/>
              <a:gd name="csY48" fmla="*/ 141344 h 145303"/>
              <a:gd name="csX49" fmla="*/ 92143 w 127600"/>
              <a:gd name="csY49" fmla="*/ 127721 h 145303"/>
              <a:gd name="csX50" fmla="*/ 98380 w 127600"/>
              <a:gd name="csY50" fmla="*/ 110591 h 145303"/>
              <a:gd name="csX51" fmla="*/ 96219 w 127600"/>
              <a:gd name="csY51" fmla="*/ 93148 h 145303"/>
              <a:gd name="csX52" fmla="*/ 80720 w 127600"/>
              <a:gd name="csY52" fmla="*/ 81228 h 145303"/>
              <a:gd name="csX53" fmla="*/ 56718 w 127600"/>
              <a:gd name="csY53" fmla="*/ 76604 h 145303"/>
              <a:gd name="csX54" fmla="*/ 56718 w 127600"/>
              <a:gd name="csY54" fmla="*/ 58476 h 145303"/>
              <a:gd name="csX55" fmla="*/ 44313 w 127600"/>
              <a:gd name="csY55" fmla="*/ 46071 h 145303"/>
            </a:gdLst>
            <a:ahLst/>
            <a:cxnLst/>
            <a:rect l="l" t="t" r="r" b="b"/>
            <a:pathLst>
              <a:path w="100000" h="100000">
                <a:moveTo>
                  <a:pt x="14630" y="0"/>
                </a:moveTo>
                <a:cubicBezTo>
                  <a:pt x="9922" y="0"/>
                  <a:pt x="6092" y="3829"/>
                  <a:pt x="6092" y="8537"/>
                </a:cubicBezTo>
                <a:lnTo>
                  <a:pt x="6092" y="32927"/>
                </a:lnTo>
                <a:cubicBezTo>
                  <a:pt x="6092" y="37634"/>
                  <a:pt x="9922" y="41464"/>
                  <a:pt x="14630" y="41464"/>
                </a:cubicBezTo>
                <a:lnTo>
                  <a:pt x="23167" y="41464"/>
                </a:lnTo>
                <a:lnTo>
                  <a:pt x="23167" y="40244"/>
                </a:lnTo>
                <a:cubicBezTo>
                  <a:pt x="23167" y="32846"/>
                  <a:pt x="29186" y="26829"/>
                  <a:pt x="36584" y="26829"/>
                </a:cubicBezTo>
                <a:cubicBezTo>
                  <a:pt x="41121" y="26829"/>
                  <a:pt x="45132" y="29096"/>
                  <a:pt x="47561" y="32555"/>
                </a:cubicBezTo>
                <a:lnTo>
                  <a:pt x="47561" y="8537"/>
                </a:lnTo>
                <a:cubicBezTo>
                  <a:pt x="47561" y="3829"/>
                  <a:pt x="43731" y="0"/>
                  <a:pt x="39023" y="0"/>
                </a:cubicBezTo>
                <a:lnTo>
                  <a:pt x="14630" y="0"/>
                </a:lnTo>
                <a:close/>
                <a:moveTo>
                  <a:pt x="60977" y="0"/>
                </a:moveTo>
                <a:cubicBezTo>
                  <a:pt x="56307" y="0"/>
                  <a:pt x="52439" y="3866"/>
                  <a:pt x="52439" y="8537"/>
                </a:cubicBezTo>
                <a:lnTo>
                  <a:pt x="52439" y="32927"/>
                </a:lnTo>
                <a:cubicBezTo>
                  <a:pt x="52439" y="37597"/>
                  <a:pt x="56307" y="41464"/>
                  <a:pt x="60977" y="41464"/>
                </a:cubicBezTo>
                <a:lnTo>
                  <a:pt x="85370" y="41464"/>
                </a:lnTo>
                <a:cubicBezTo>
                  <a:pt x="90043" y="41464"/>
                  <a:pt x="93909" y="37597"/>
                  <a:pt x="93909" y="32927"/>
                </a:cubicBezTo>
                <a:lnTo>
                  <a:pt x="93909" y="8537"/>
                </a:lnTo>
                <a:cubicBezTo>
                  <a:pt x="93909" y="3866"/>
                  <a:pt x="90043" y="0"/>
                  <a:pt x="85370" y="0"/>
                </a:cubicBezTo>
                <a:lnTo>
                  <a:pt x="60977" y="0"/>
                </a:lnTo>
                <a:close/>
                <a:moveTo>
                  <a:pt x="60977" y="7317"/>
                </a:moveTo>
                <a:lnTo>
                  <a:pt x="85370" y="7317"/>
                </a:lnTo>
                <a:cubicBezTo>
                  <a:pt x="86091" y="7317"/>
                  <a:pt x="86590" y="7817"/>
                  <a:pt x="86590" y="8537"/>
                </a:cubicBezTo>
                <a:lnTo>
                  <a:pt x="86590" y="32927"/>
                </a:lnTo>
                <a:cubicBezTo>
                  <a:pt x="86590" y="33647"/>
                  <a:pt x="86091" y="34147"/>
                  <a:pt x="85370" y="34147"/>
                </a:cubicBezTo>
                <a:lnTo>
                  <a:pt x="60977" y="34147"/>
                </a:lnTo>
                <a:cubicBezTo>
                  <a:pt x="60257" y="34147"/>
                  <a:pt x="59758" y="33647"/>
                  <a:pt x="59758" y="32927"/>
                </a:cubicBezTo>
                <a:lnTo>
                  <a:pt x="59758" y="8537"/>
                </a:lnTo>
                <a:cubicBezTo>
                  <a:pt x="59758" y="7817"/>
                  <a:pt x="60257" y="7317"/>
                  <a:pt x="60977" y="7317"/>
                </a:cubicBezTo>
                <a:close/>
                <a:moveTo>
                  <a:pt x="36580" y="9755"/>
                </a:moveTo>
                <a:cubicBezTo>
                  <a:pt x="37515" y="9755"/>
                  <a:pt x="38452" y="10113"/>
                  <a:pt x="39166" y="10828"/>
                </a:cubicBezTo>
                <a:cubicBezTo>
                  <a:pt x="40596" y="12255"/>
                  <a:pt x="40596" y="14574"/>
                  <a:pt x="39166" y="16002"/>
                </a:cubicBezTo>
                <a:lnTo>
                  <a:pt x="26969" y="28196"/>
                </a:lnTo>
                <a:cubicBezTo>
                  <a:pt x="26259" y="28911"/>
                  <a:pt x="25324" y="29268"/>
                  <a:pt x="24387" y="29268"/>
                </a:cubicBezTo>
                <a:cubicBezTo>
                  <a:pt x="23450" y="29268"/>
                  <a:pt x="22515" y="28911"/>
                  <a:pt x="21800" y="28196"/>
                </a:cubicBezTo>
                <a:lnTo>
                  <a:pt x="14482" y="20879"/>
                </a:lnTo>
                <a:cubicBezTo>
                  <a:pt x="13052" y="19453"/>
                  <a:pt x="13052" y="17132"/>
                  <a:pt x="14482" y="15706"/>
                </a:cubicBezTo>
                <a:cubicBezTo>
                  <a:pt x="15911" y="14277"/>
                  <a:pt x="18227" y="14277"/>
                  <a:pt x="19655" y="15706"/>
                </a:cubicBezTo>
                <a:lnTo>
                  <a:pt x="24382" y="20437"/>
                </a:lnTo>
                <a:lnTo>
                  <a:pt x="33992" y="10828"/>
                </a:lnTo>
                <a:cubicBezTo>
                  <a:pt x="34707" y="10113"/>
                  <a:pt x="35642" y="9755"/>
                  <a:pt x="36580" y="9755"/>
                </a:cubicBezTo>
                <a:close/>
                <a:moveTo>
                  <a:pt x="36589" y="31707"/>
                </a:moveTo>
                <a:cubicBezTo>
                  <a:pt x="31881" y="31707"/>
                  <a:pt x="28046" y="35537"/>
                  <a:pt x="28046" y="40244"/>
                </a:cubicBezTo>
                <a:lnTo>
                  <a:pt x="28046" y="62943"/>
                </a:lnTo>
                <a:cubicBezTo>
                  <a:pt x="20728" y="73050"/>
                  <a:pt x="20728" y="76229"/>
                  <a:pt x="20728" y="77449"/>
                </a:cubicBezTo>
                <a:cubicBezTo>
                  <a:pt x="20728" y="82512"/>
                  <a:pt x="24264" y="88704"/>
                  <a:pt x="31243" y="95851"/>
                </a:cubicBezTo>
                <a:cubicBezTo>
                  <a:pt x="33856" y="98529"/>
                  <a:pt x="37424" y="100001"/>
                  <a:pt x="41110" y="100001"/>
                </a:cubicBezTo>
                <a:cubicBezTo>
                  <a:pt x="41898" y="100001"/>
                  <a:pt x="42690" y="99931"/>
                  <a:pt x="43483" y="99796"/>
                </a:cubicBezTo>
                <a:lnTo>
                  <a:pt x="58042" y="97275"/>
                </a:lnTo>
                <a:cubicBezTo>
                  <a:pt x="63204" y="96379"/>
                  <a:pt x="67595" y="92783"/>
                  <a:pt x="69506" y="87900"/>
                </a:cubicBezTo>
                <a:cubicBezTo>
                  <a:pt x="71762" y="82129"/>
                  <a:pt x="73205" y="78166"/>
                  <a:pt x="73799" y="76111"/>
                </a:cubicBezTo>
                <a:cubicBezTo>
                  <a:pt x="74949" y="72101"/>
                  <a:pt x="74421" y="67837"/>
                  <a:pt x="72311" y="64106"/>
                </a:cubicBezTo>
                <a:cubicBezTo>
                  <a:pt x="70044" y="60101"/>
                  <a:pt x="66155" y="57110"/>
                  <a:pt x="61645" y="55902"/>
                </a:cubicBezTo>
                <a:cubicBezTo>
                  <a:pt x="61544" y="55876"/>
                  <a:pt x="54837" y="54673"/>
                  <a:pt x="45126" y="52720"/>
                </a:cubicBezTo>
                <a:lnTo>
                  <a:pt x="45126" y="40244"/>
                </a:lnTo>
                <a:cubicBezTo>
                  <a:pt x="45126" y="35537"/>
                  <a:pt x="41297" y="31707"/>
                  <a:pt x="36589" y="3170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8" name="Красный — SVG 31">
            <a:extLst>
              <a:ext uri="{FF2B5EF4-FFF2-40B4-BE49-F238E27FC236}">
                <a16:creationId xmlns:a16="http://schemas.microsoft.com/office/drawing/2014/main" id="{3BB14C8F-8AD9-1747-9EDB-FBFB23E47C2F}"/>
              </a:ext>
            </a:extLst>
          </p:cNvPr>
          <p:cNvSpPr>
            <a:spLocks noGrp="1"/>
          </p:cNvSpPr>
          <p:nvPr/>
        </p:nvSpPr>
        <p:spPr>
          <a:xfrm>
            <a:off x="7620000" y="1410000"/>
            <a:ext cx="220000" cy="220000"/>
          </a:xfrm>
          <a:custGeom>
            <a:avLst/>
            <a:gdLst>
              <a:gd name="csX0" fmla="*/ 33673 w 106276"/>
              <a:gd name="csY0" fmla="*/ 0 h 155935"/>
              <a:gd name="csX1" fmla="*/ 0 w 106276"/>
              <a:gd name="csY1" fmla="*/ 33668 h 155935"/>
              <a:gd name="csX2" fmla="*/ 10633 w 106276"/>
              <a:gd name="csY2" fmla="*/ 58151 h 155935"/>
              <a:gd name="csX3" fmla="*/ 10633 w 106276"/>
              <a:gd name="csY3" fmla="*/ 33668 h 155935"/>
              <a:gd name="csX4" fmla="*/ 33673 w 106276"/>
              <a:gd name="csY4" fmla="*/ 10632 h 155935"/>
              <a:gd name="csX5" fmla="*/ 56711 w 106276"/>
              <a:gd name="csY5" fmla="*/ 33668 h 155935"/>
              <a:gd name="csX6" fmla="*/ 56711 w 106276"/>
              <a:gd name="csY6" fmla="*/ 58151 h 155935"/>
              <a:gd name="csX7" fmla="*/ 67344 w 106276"/>
              <a:gd name="csY7" fmla="*/ 33668 h 155935"/>
              <a:gd name="csX8" fmla="*/ 33673 w 106276"/>
              <a:gd name="csY8" fmla="*/ 0 h 155935"/>
              <a:gd name="csX9" fmla="*/ 33673 w 106276"/>
              <a:gd name="csY9" fmla="*/ 21264 h 155935"/>
              <a:gd name="csX10" fmla="*/ 21267 w 106276"/>
              <a:gd name="csY10" fmla="*/ 33668 h 155935"/>
              <a:gd name="csX11" fmla="*/ 21267 w 106276"/>
              <a:gd name="csY11" fmla="*/ 77579 h 155935"/>
              <a:gd name="csX12" fmla="*/ 3544 w 106276"/>
              <a:gd name="csY12" fmla="*/ 113068 h 155935"/>
              <a:gd name="csX13" fmla="*/ 23883 w 106276"/>
              <a:gd name="csY13" fmla="*/ 148279 h 155935"/>
              <a:gd name="csX14" fmla="*/ 42098 w 106276"/>
              <a:gd name="csY14" fmla="*/ 155936 h 155935"/>
              <a:gd name="csX15" fmla="*/ 46479 w 106276"/>
              <a:gd name="csY15" fmla="*/ 155561 h 155935"/>
              <a:gd name="csX16" fmla="*/ 75403 w 106276"/>
              <a:gd name="csY16" fmla="*/ 150550 h 155935"/>
              <a:gd name="csX17" fmla="*/ 96704 w 106276"/>
              <a:gd name="csY17" fmla="*/ 133141 h 155935"/>
              <a:gd name="csX18" fmla="*/ 105163 w 106276"/>
              <a:gd name="csY18" fmla="*/ 109885 h 155935"/>
              <a:gd name="csX19" fmla="*/ 102395 w 106276"/>
              <a:gd name="csY19" fmla="*/ 87527 h 155935"/>
              <a:gd name="csX20" fmla="*/ 82381 w 106276"/>
              <a:gd name="csY20" fmla="*/ 72146 h 155935"/>
              <a:gd name="csX21" fmla="*/ 79798 w 106276"/>
              <a:gd name="csY21" fmla="*/ 71564 h 155935"/>
              <a:gd name="csX22" fmla="*/ 46077 w 106276"/>
              <a:gd name="csY22" fmla="*/ 65460 h 155935"/>
              <a:gd name="csX23" fmla="*/ 46077 w 106276"/>
              <a:gd name="csY23" fmla="*/ 33668 h 155935"/>
              <a:gd name="csX24" fmla="*/ 33673 w 106276"/>
              <a:gd name="csY24" fmla="*/ 21264 h 155935"/>
            </a:gdLst>
            <a:ahLst/>
            <a:cxnLst/>
            <a:rect l="l" t="t" r="r" b="b"/>
            <a:pathLst>
              <a:path w="100000" h="100000">
                <a:moveTo>
                  <a:pt x="37517" y="0"/>
                </a:moveTo>
                <a:cubicBezTo>
                  <a:pt x="25610" y="0"/>
                  <a:pt x="15923" y="9686"/>
                  <a:pt x="15923" y="21591"/>
                </a:cubicBezTo>
                <a:cubicBezTo>
                  <a:pt x="15923" y="27780"/>
                  <a:pt x="18555" y="33350"/>
                  <a:pt x="22742" y="37292"/>
                </a:cubicBezTo>
                <a:lnTo>
                  <a:pt x="22742" y="21591"/>
                </a:lnTo>
                <a:cubicBezTo>
                  <a:pt x="22742" y="13445"/>
                  <a:pt x="29370" y="6818"/>
                  <a:pt x="37517" y="6818"/>
                </a:cubicBezTo>
                <a:cubicBezTo>
                  <a:pt x="45663" y="6818"/>
                  <a:pt x="52291" y="13445"/>
                  <a:pt x="52291" y="21591"/>
                </a:cubicBezTo>
                <a:lnTo>
                  <a:pt x="52291" y="37292"/>
                </a:lnTo>
                <a:cubicBezTo>
                  <a:pt x="56479" y="33350"/>
                  <a:pt x="59110" y="27780"/>
                  <a:pt x="59110" y="21591"/>
                </a:cubicBezTo>
                <a:cubicBezTo>
                  <a:pt x="59110" y="9686"/>
                  <a:pt x="49423" y="0"/>
                  <a:pt x="37517" y="0"/>
                </a:cubicBezTo>
                <a:close/>
                <a:moveTo>
                  <a:pt x="37517" y="13636"/>
                </a:moveTo>
                <a:cubicBezTo>
                  <a:pt x="33124" y="13636"/>
                  <a:pt x="29561" y="17198"/>
                  <a:pt x="29561" y="21591"/>
                </a:cubicBezTo>
                <a:lnTo>
                  <a:pt x="29561" y="49751"/>
                </a:lnTo>
                <a:cubicBezTo>
                  <a:pt x="25826" y="55324"/>
                  <a:pt x="18196" y="67340"/>
                  <a:pt x="18196" y="72510"/>
                </a:cubicBezTo>
                <a:cubicBezTo>
                  <a:pt x="18196" y="78623"/>
                  <a:pt x="22586" y="86222"/>
                  <a:pt x="31239" y="95090"/>
                </a:cubicBezTo>
                <a:cubicBezTo>
                  <a:pt x="34333" y="98256"/>
                  <a:pt x="38556" y="100001"/>
                  <a:pt x="42920" y="100001"/>
                </a:cubicBezTo>
                <a:cubicBezTo>
                  <a:pt x="43852" y="100001"/>
                  <a:pt x="44793" y="99924"/>
                  <a:pt x="45730" y="99760"/>
                </a:cubicBezTo>
                <a:lnTo>
                  <a:pt x="64278" y="96547"/>
                </a:lnTo>
                <a:cubicBezTo>
                  <a:pt x="70427" y="95481"/>
                  <a:pt x="75664" y="91201"/>
                  <a:pt x="77939" y="85382"/>
                </a:cubicBezTo>
                <a:cubicBezTo>
                  <a:pt x="80798" y="78069"/>
                  <a:pt x="82623" y="73052"/>
                  <a:pt x="83363" y="70468"/>
                </a:cubicBezTo>
                <a:cubicBezTo>
                  <a:pt x="84741" y="65679"/>
                  <a:pt x="84111" y="60589"/>
                  <a:pt x="81588" y="56130"/>
                </a:cubicBezTo>
                <a:cubicBezTo>
                  <a:pt x="78863" y="51312"/>
                  <a:pt x="74183" y="47720"/>
                  <a:pt x="68753" y="46267"/>
                </a:cubicBezTo>
                <a:cubicBezTo>
                  <a:pt x="68214" y="46124"/>
                  <a:pt x="67663" y="45998"/>
                  <a:pt x="67097" y="45893"/>
                </a:cubicBezTo>
                <a:lnTo>
                  <a:pt x="45472" y="41979"/>
                </a:lnTo>
                <a:lnTo>
                  <a:pt x="45472" y="21591"/>
                </a:lnTo>
                <a:cubicBezTo>
                  <a:pt x="45472" y="17198"/>
                  <a:pt x="41911" y="13636"/>
                  <a:pt x="37517" y="1363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9" name="Красный — SVG 32">
            <a:extLst>
              <a:ext uri="{FF2B5EF4-FFF2-40B4-BE49-F238E27FC236}">
                <a16:creationId xmlns:a16="http://schemas.microsoft.com/office/drawing/2014/main" id="{A1D912AD-E286-6B40-8FB3-22474334153D}"/>
              </a:ext>
            </a:extLst>
          </p:cNvPr>
          <p:cNvSpPr>
            <a:spLocks noGrp="1"/>
          </p:cNvSpPr>
          <p:nvPr/>
        </p:nvSpPr>
        <p:spPr>
          <a:xfrm>
            <a:off x="8220000" y="1410000"/>
            <a:ext cx="220000" cy="220000"/>
          </a:xfrm>
          <a:custGeom>
            <a:avLst/>
            <a:gdLst>
              <a:gd name="csX0" fmla="*/ 21267 w 127601"/>
              <a:gd name="csY0" fmla="*/ 0 h 141835"/>
              <a:gd name="csX1" fmla="*/ 11246 w 127601"/>
              <a:gd name="csY1" fmla="*/ 4152 h 141835"/>
              <a:gd name="csX2" fmla="*/ 7095 w 127601"/>
              <a:gd name="csY2" fmla="*/ 14175 h 141835"/>
              <a:gd name="csX3" fmla="*/ 11246 w 127601"/>
              <a:gd name="csY3" fmla="*/ 24200 h 141835"/>
              <a:gd name="csX4" fmla="*/ 21267 w 127601"/>
              <a:gd name="csY4" fmla="*/ 28352 h 141835"/>
              <a:gd name="csX5" fmla="*/ 31288 w 127601"/>
              <a:gd name="csY5" fmla="*/ 24200 h 141835"/>
              <a:gd name="csX6" fmla="*/ 35440 w 127601"/>
              <a:gd name="csY6" fmla="*/ 14175 h 141835"/>
              <a:gd name="csX7" fmla="*/ 31288 w 127601"/>
              <a:gd name="csY7" fmla="*/ 4152 h 141835"/>
              <a:gd name="csX8" fmla="*/ 21267 w 127601"/>
              <a:gd name="csY8" fmla="*/ 0 h 141835"/>
              <a:gd name="csX9" fmla="*/ 106334 w 127601"/>
              <a:gd name="csY9" fmla="*/ 0 h 141835"/>
              <a:gd name="csX10" fmla="*/ 96313 w 127601"/>
              <a:gd name="csY10" fmla="*/ 4152 h 141835"/>
              <a:gd name="csX11" fmla="*/ 92162 w 127601"/>
              <a:gd name="csY11" fmla="*/ 14175 h 141835"/>
              <a:gd name="csX12" fmla="*/ 96313 w 127601"/>
              <a:gd name="csY12" fmla="*/ 24200 h 141835"/>
              <a:gd name="csX13" fmla="*/ 106334 w 127601"/>
              <a:gd name="csY13" fmla="*/ 28352 h 141835"/>
              <a:gd name="csX14" fmla="*/ 116356 w 127601"/>
              <a:gd name="csY14" fmla="*/ 24200 h 141835"/>
              <a:gd name="csX15" fmla="*/ 120507 w 127601"/>
              <a:gd name="csY15" fmla="*/ 14175 h 141835"/>
              <a:gd name="csX16" fmla="*/ 116356 w 127601"/>
              <a:gd name="csY16" fmla="*/ 4152 h 141835"/>
              <a:gd name="csX17" fmla="*/ 106334 w 127601"/>
              <a:gd name="csY17" fmla="*/ 0 h 141835"/>
              <a:gd name="csX18" fmla="*/ 19498 w 127601"/>
              <a:gd name="csY18" fmla="*/ 35439 h 141835"/>
              <a:gd name="csX19" fmla="*/ 1 w 127601"/>
              <a:gd name="csY19" fmla="*/ 54932 h 141835"/>
              <a:gd name="csX20" fmla="*/ 1 w 127601"/>
              <a:gd name="csY20" fmla="*/ 95687 h 141835"/>
              <a:gd name="csX21" fmla="*/ 953 w 127601"/>
              <a:gd name="csY21" fmla="*/ 98797 h 141835"/>
              <a:gd name="csX22" fmla="*/ 3540 w 127601"/>
              <a:gd name="csY22" fmla="*/ 100769 h 141835"/>
              <a:gd name="csX23" fmla="*/ 3540 w 127601"/>
              <a:gd name="csY23" fmla="*/ 136443 h 141835"/>
              <a:gd name="csX24" fmla="*/ 3931 w 127601"/>
              <a:gd name="csY24" fmla="*/ 138501 h 141835"/>
              <a:gd name="csX25" fmla="*/ 5071 w 127601"/>
              <a:gd name="csY25" fmla="*/ 140251 h 141835"/>
              <a:gd name="csX26" fmla="*/ 6806 w 127601"/>
              <a:gd name="csY26" fmla="*/ 141424 h 141835"/>
              <a:gd name="csX27" fmla="*/ 8865 w 127601"/>
              <a:gd name="csY27" fmla="*/ 141835 h 141835"/>
              <a:gd name="csX28" fmla="*/ 10906 w 127601"/>
              <a:gd name="csY28" fmla="*/ 141424 h 141835"/>
              <a:gd name="csX29" fmla="*/ 12642 w 127601"/>
              <a:gd name="csY29" fmla="*/ 140251 h 141835"/>
              <a:gd name="csX30" fmla="*/ 13798 w 127601"/>
              <a:gd name="csY30" fmla="*/ 138501 h 141835"/>
              <a:gd name="csX31" fmla="*/ 14173 w 127601"/>
              <a:gd name="csY31" fmla="*/ 136443 h 141835"/>
              <a:gd name="csX32" fmla="*/ 14173 w 127601"/>
              <a:gd name="csY32" fmla="*/ 99231 h 141835"/>
              <a:gd name="csX33" fmla="*/ 28362 w 127601"/>
              <a:gd name="csY33" fmla="*/ 99231 h 141835"/>
              <a:gd name="csX34" fmla="*/ 28362 w 127601"/>
              <a:gd name="csY34" fmla="*/ 136443 h 141835"/>
              <a:gd name="csX35" fmla="*/ 28736 w 127601"/>
              <a:gd name="csY35" fmla="*/ 138501 h 141835"/>
              <a:gd name="csX36" fmla="*/ 29893 w 127601"/>
              <a:gd name="csY36" fmla="*/ 140251 h 141835"/>
              <a:gd name="csX37" fmla="*/ 31628 w 127601"/>
              <a:gd name="csY37" fmla="*/ 141424 h 141835"/>
              <a:gd name="csX38" fmla="*/ 33670 w 127601"/>
              <a:gd name="csY38" fmla="*/ 141835 h 141835"/>
              <a:gd name="csX39" fmla="*/ 35729 w 127601"/>
              <a:gd name="csY39" fmla="*/ 141424 h 141835"/>
              <a:gd name="csX40" fmla="*/ 37464 w 127601"/>
              <a:gd name="csY40" fmla="*/ 140251 h 141835"/>
              <a:gd name="csX41" fmla="*/ 38604 w 127601"/>
              <a:gd name="csY41" fmla="*/ 138501 h 141835"/>
              <a:gd name="csX42" fmla="*/ 38995 w 127601"/>
              <a:gd name="csY42" fmla="*/ 136443 h 141835"/>
              <a:gd name="csX43" fmla="*/ 38995 w 127601"/>
              <a:gd name="csY43" fmla="*/ 100769 h 141835"/>
              <a:gd name="csX44" fmla="*/ 41581 w 127601"/>
              <a:gd name="csY44" fmla="*/ 98797 h 141835"/>
              <a:gd name="csX45" fmla="*/ 42534 w 127601"/>
              <a:gd name="csY45" fmla="*/ 95687 h 141835"/>
              <a:gd name="csX46" fmla="*/ 42534 w 127601"/>
              <a:gd name="csY46" fmla="*/ 54932 h 141835"/>
              <a:gd name="csX47" fmla="*/ 23037 w 127601"/>
              <a:gd name="csY47" fmla="*/ 35439 h 141835"/>
              <a:gd name="csX48" fmla="*/ 19498 w 127601"/>
              <a:gd name="csY48" fmla="*/ 35439 h 141835"/>
              <a:gd name="csX49" fmla="*/ 104565 w 127601"/>
              <a:gd name="csY49" fmla="*/ 35439 h 141835"/>
              <a:gd name="csX50" fmla="*/ 85068 w 127601"/>
              <a:gd name="csY50" fmla="*/ 54932 h 141835"/>
              <a:gd name="csX51" fmla="*/ 85068 w 127601"/>
              <a:gd name="csY51" fmla="*/ 95687 h 141835"/>
              <a:gd name="csX52" fmla="*/ 86020 w 127601"/>
              <a:gd name="csY52" fmla="*/ 98797 h 141835"/>
              <a:gd name="csX53" fmla="*/ 88607 w 127601"/>
              <a:gd name="csY53" fmla="*/ 100769 h 141835"/>
              <a:gd name="csX54" fmla="*/ 88607 w 127601"/>
              <a:gd name="csY54" fmla="*/ 136443 h 141835"/>
              <a:gd name="csX55" fmla="*/ 88998 w 127601"/>
              <a:gd name="csY55" fmla="*/ 138501 h 141835"/>
              <a:gd name="csX56" fmla="*/ 90138 w 127601"/>
              <a:gd name="csY56" fmla="*/ 140251 h 141835"/>
              <a:gd name="csX57" fmla="*/ 91873 w 127601"/>
              <a:gd name="csY57" fmla="*/ 141424 h 141835"/>
              <a:gd name="csX58" fmla="*/ 93932 w 127601"/>
              <a:gd name="csY58" fmla="*/ 141835 h 141835"/>
              <a:gd name="csX59" fmla="*/ 95973 w 127601"/>
              <a:gd name="csY59" fmla="*/ 141424 h 141835"/>
              <a:gd name="csX60" fmla="*/ 97709 w 127601"/>
              <a:gd name="csY60" fmla="*/ 140251 h 141835"/>
              <a:gd name="csX61" fmla="*/ 98865 w 127601"/>
              <a:gd name="csY61" fmla="*/ 138501 h 141835"/>
              <a:gd name="csX62" fmla="*/ 99240 w 127601"/>
              <a:gd name="csY62" fmla="*/ 136443 h 141835"/>
              <a:gd name="csX63" fmla="*/ 99240 w 127601"/>
              <a:gd name="csY63" fmla="*/ 99231 h 141835"/>
              <a:gd name="csX64" fmla="*/ 113429 w 127601"/>
              <a:gd name="csY64" fmla="*/ 99231 h 141835"/>
              <a:gd name="csX65" fmla="*/ 113429 w 127601"/>
              <a:gd name="csY65" fmla="*/ 136443 h 141835"/>
              <a:gd name="csX66" fmla="*/ 113804 w 127601"/>
              <a:gd name="csY66" fmla="*/ 138501 h 141835"/>
              <a:gd name="csX67" fmla="*/ 114960 w 127601"/>
              <a:gd name="csY67" fmla="*/ 140251 h 141835"/>
              <a:gd name="csX68" fmla="*/ 116695 w 127601"/>
              <a:gd name="csY68" fmla="*/ 141424 h 141835"/>
              <a:gd name="csX69" fmla="*/ 118737 w 127601"/>
              <a:gd name="csY69" fmla="*/ 141835 h 141835"/>
              <a:gd name="csX70" fmla="*/ 120796 w 127601"/>
              <a:gd name="csY70" fmla="*/ 141424 h 141835"/>
              <a:gd name="csX71" fmla="*/ 122531 w 127601"/>
              <a:gd name="csY71" fmla="*/ 140251 h 141835"/>
              <a:gd name="csX72" fmla="*/ 123671 w 127601"/>
              <a:gd name="csY72" fmla="*/ 138501 h 141835"/>
              <a:gd name="csX73" fmla="*/ 124062 w 127601"/>
              <a:gd name="csY73" fmla="*/ 136443 h 141835"/>
              <a:gd name="csX74" fmla="*/ 124062 w 127601"/>
              <a:gd name="csY74" fmla="*/ 100769 h 141835"/>
              <a:gd name="csX75" fmla="*/ 126648 w 127601"/>
              <a:gd name="csY75" fmla="*/ 98797 h 141835"/>
              <a:gd name="csX76" fmla="*/ 127601 w 127601"/>
              <a:gd name="csY76" fmla="*/ 95687 h 141835"/>
              <a:gd name="csX77" fmla="*/ 127601 w 127601"/>
              <a:gd name="csY77" fmla="*/ 54932 h 141835"/>
              <a:gd name="csX78" fmla="*/ 108104 w 127601"/>
              <a:gd name="csY78" fmla="*/ 35439 h 141835"/>
              <a:gd name="csX79" fmla="*/ 104565 w 127601"/>
              <a:gd name="csY79" fmla="*/ 35439 h 141835"/>
              <a:gd name="csX80" fmla="*/ 54937 w 127601"/>
              <a:gd name="csY80" fmla="*/ 56703 h 141835"/>
              <a:gd name="csX81" fmla="*/ 52878 w 127601"/>
              <a:gd name="csY81" fmla="*/ 57086 h 141835"/>
              <a:gd name="csX82" fmla="*/ 51126 w 127601"/>
              <a:gd name="csY82" fmla="*/ 58234 h 141835"/>
              <a:gd name="csX83" fmla="*/ 49952 w 127601"/>
              <a:gd name="csY83" fmla="*/ 59968 h 141835"/>
              <a:gd name="csX84" fmla="*/ 49544 w 127601"/>
              <a:gd name="csY84" fmla="*/ 62019 h 141835"/>
              <a:gd name="csX85" fmla="*/ 49952 w 127601"/>
              <a:gd name="csY85" fmla="*/ 64072 h 141835"/>
              <a:gd name="csX86" fmla="*/ 51126 w 127601"/>
              <a:gd name="csY86" fmla="*/ 65806 h 141835"/>
              <a:gd name="csX87" fmla="*/ 52878 w 127601"/>
              <a:gd name="csY87" fmla="*/ 66952 h 141835"/>
              <a:gd name="csX88" fmla="*/ 54937 w 127601"/>
              <a:gd name="csY88" fmla="*/ 67335 h 141835"/>
              <a:gd name="csX89" fmla="*/ 72665 w 127601"/>
              <a:gd name="csY89" fmla="*/ 67335 h 141835"/>
              <a:gd name="csX90" fmla="*/ 74723 w 127601"/>
              <a:gd name="csY90" fmla="*/ 66952 h 141835"/>
              <a:gd name="csX91" fmla="*/ 76476 w 127601"/>
              <a:gd name="csY91" fmla="*/ 65806 h 141835"/>
              <a:gd name="csX92" fmla="*/ 77650 w 127601"/>
              <a:gd name="csY92" fmla="*/ 64072 h 141835"/>
              <a:gd name="csX93" fmla="*/ 78058 w 127601"/>
              <a:gd name="csY93" fmla="*/ 62019 h 141835"/>
              <a:gd name="csX94" fmla="*/ 77650 w 127601"/>
              <a:gd name="csY94" fmla="*/ 59968 h 141835"/>
              <a:gd name="csX95" fmla="*/ 76476 w 127601"/>
              <a:gd name="csY95" fmla="*/ 58234 h 141835"/>
              <a:gd name="csX96" fmla="*/ 74723 w 127601"/>
              <a:gd name="csY96" fmla="*/ 57086 h 141835"/>
              <a:gd name="csX97" fmla="*/ 72665 w 127601"/>
              <a:gd name="csY97" fmla="*/ 56703 h 141835"/>
              <a:gd name="csX98" fmla="*/ 54937 w 127601"/>
              <a:gd name="csY98" fmla="*/ 56703 h 141835"/>
              <a:gd name="csX99" fmla="*/ 54937 w 127601"/>
              <a:gd name="csY99" fmla="*/ 74424 h 141835"/>
              <a:gd name="csX100" fmla="*/ 52878 w 127601"/>
              <a:gd name="csY100" fmla="*/ 74806 h 141835"/>
              <a:gd name="csX101" fmla="*/ 51126 w 127601"/>
              <a:gd name="csY101" fmla="*/ 75953 h 141835"/>
              <a:gd name="csX102" fmla="*/ 49952 w 127601"/>
              <a:gd name="csY102" fmla="*/ 77688 h 141835"/>
              <a:gd name="csX103" fmla="*/ 49544 w 127601"/>
              <a:gd name="csY103" fmla="*/ 79740 h 141835"/>
              <a:gd name="csX104" fmla="*/ 49952 w 127601"/>
              <a:gd name="csY104" fmla="*/ 81791 h 141835"/>
              <a:gd name="csX105" fmla="*/ 51126 w 127601"/>
              <a:gd name="csY105" fmla="*/ 83524 h 141835"/>
              <a:gd name="csX106" fmla="*/ 52878 w 127601"/>
              <a:gd name="csY106" fmla="*/ 84673 h 141835"/>
              <a:gd name="csX107" fmla="*/ 54937 w 127601"/>
              <a:gd name="csY107" fmla="*/ 85056 h 141835"/>
              <a:gd name="csX108" fmla="*/ 72665 w 127601"/>
              <a:gd name="csY108" fmla="*/ 85056 h 141835"/>
              <a:gd name="csX109" fmla="*/ 74723 w 127601"/>
              <a:gd name="csY109" fmla="*/ 84673 h 141835"/>
              <a:gd name="csX110" fmla="*/ 76476 w 127601"/>
              <a:gd name="csY110" fmla="*/ 83524 h 141835"/>
              <a:gd name="csX111" fmla="*/ 77650 w 127601"/>
              <a:gd name="csY111" fmla="*/ 81791 h 141835"/>
              <a:gd name="csX112" fmla="*/ 78058 w 127601"/>
              <a:gd name="csY112" fmla="*/ 79740 h 141835"/>
              <a:gd name="csX113" fmla="*/ 77650 w 127601"/>
              <a:gd name="csY113" fmla="*/ 77688 h 141835"/>
              <a:gd name="csX114" fmla="*/ 76476 w 127601"/>
              <a:gd name="csY114" fmla="*/ 75953 h 141835"/>
              <a:gd name="csX115" fmla="*/ 74723 w 127601"/>
              <a:gd name="csY115" fmla="*/ 74806 h 141835"/>
              <a:gd name="csX116" fmla="*/ 72665 w 127601"/>
              <a:gd name="csY116" fmla="*/ 74424 h 141835"/>
              <a:gd name="csX117" fmla="*/ 54937 w 127601"/>
              <a:gd name="csY117" fmla="*/ 74424 h 141835"/>
            </a:gdLst>
            <a:ahLst/>
            <a:cxnLst/>
            <a:rect l="l" t="t" r="r" b="b"/>
            <a:pathLst>
              <a:path w="100000" h="100000">
                <a:moveTo>
                  <a:pt x="20012" y="0"/>
                </a:moveTo>
                <a:cubicBezTo>
                  <a:pt x="17361" y="0"/>
                  <a:pt x="14818" y="1053"/>
                  <a:pt x="12947" y="2927"/>
                </a:cubicBezTo>
                <a:cubicBezTo>
                  <a:pt x="11064" y="4802"/>
                  <a:pt x="10020" y="7344"/>
                  <a:pt x="10020" y="9994"/>
                </a:cubicBezTo>
                <a:cubicBezTo>
                  <a:pt x="10020" y="12645"/>
                  <a:pt x="11064" y="15187"/>
                  <a:pt x="12947" y="17062"/>
                </a:cubicBezTo>
                <a:cubicBezTo>
                  <a:pt x="14818" y="18937"/>
                  <a:pt x="17361" y="19989"/>
                  <a:pt x="20012" y="19989"/>
                </a:cubicBezTo>
                <a:cubicBezTo>
                  <a:pt x="22663" y="19989"/>
                  <a:pt x="25206" y="18937"/>
                  <a:pt x="27077" y="17062"/>
                </a:cubicBezTo>
                <a:cubicBezTo>
                  <a:pt x="28960" y="15187"/>
                  <a:pt x="30005" y="12645"/>
                  <a:pt x="30005" y="9994"/>
                </a:cubicBezTo>
                <a:cubicBezTo>
                  <a:pt x="30005" y="7344"/>
                  <a:pt x="28960" y="4802"/>
                  <a:pt x="27077" y="2927"/>
                </a:cubicBezTo>
                <a:cubicBezTo>
                  <a:pt x="25206" y="1053"/>
                  <a:pt x="22663" y="0"/>
                  <a:pt x="20012" y="0"/>
                </a:cubicBezTo>
                <a:close/>
                <a:moveTo>
                  <a:pt x="79988" y="0"/>
                </a:moveTo>
                <a:cubicBezTo>
                  <a:pt x="77337" y="0"/>
                  <a:pt x="74794" y="1053"/>
                  <a:pt x="72923" y="2927"/>
                </a:cubicBezTo>
                <a:cubicBezTo>
                  <a:pt x="71040" y="4802"/>
                  <a:pt x="69996" y="7344"/>
                  <a:pt x="69996" y="9994"/>
                </a:cubicBezTo>
                <a:cubicBezTo>
                  <a:pt x="69996" y="12645"/>
                  <a:pt x="71040" y="15187"/>
                  <a:pt x="72923" y="17062"/>
                </a:cubicBezTo>
                <a:cubicBezTo>
                  <a:pt x="74794" y="18937"/>
                  <a:pt x="77337" y="19989"/>
                  <a:pt x="79988" y="19989"/>
                </a:cubicBezTo>
                <a:cubicBezTo>
                  <a:pt x="82639" y="19989"/>
                  <a:pt x="85182" y="18937"/>
                  <a:pt x="87054" y="17062"/>
                </a:cubicBezTo>
                <a:cubicBezTo>
                  <a:pt x="88936" y="15187"/>
                  <a:pt x="89981" y="12645"/>
                  <a:pt x="89981" y="9994"/>
                </a:cubicBezTo>
                <a:cubicBezTo>
                  <a:pt x="89981" y="7344"/>
                  <a:pt x="88936" y="4802"/>
                  <a:pt x="87054" y="2927"/>
                </a:cubicBezTo>
                <a:cubicBezTo>
                  <a:pt x="85182" y="1053"/>
                  <a:pt x="82639" y="0"/>
                  <a:pt x="79988" y="0"/>
                </a:cubicBezTo>
                <a:close/>
                <a:moveTo>
                  <a:pt x="18765" y="24986"/>
                </a:moveTo>
                <a:cubicBezTo>
                  <a:pt x="11219" y="24986"/>
                  <a:pt x="5019" y="31183"/>
                  <a:pt x="5019" y="38730"/>
                </a:cubicBezTo>
                <a:lnTo>
                  <a:pt x="5019" y="67464"/>
                </a:lnTo>
                <a:cubicBezTo>
                  <a:pt x="5007" y="68247"/>
                  <a:pt x="5246" y="69013"/>
                  <a:pt x="5690" y="69656"/>
                </a:cubicBezTo>
                <a:cubicBezTo>
                  <a:pt x="6146" y="70299"/>
                  <a:pt x="6782" y="70785"/>
                  <a:pt x="7514" y="71047"/>
                </a:cubicBezTo>
                <a:lnTo>
                  <a:pt x="7514" y="96198"/>
                </a:lnTo>
                <a:cubicBezTo>
                  <a:pt x="7514" y="96695"/>
                  <a:pt x="7597" y="97189"/>
                  <a:pt x="7789" y="97649"/>
                </a:cubicBezTo>
                <a:cubicBezTo>
                  <a:pt x="7969" y="98110"/>
                  <a:pt x="8245" y="98530"/>
                  <a:pt x="8593" y="98883"/>
                </a:cubicBezTo>
                <a:cubicBezTo>
                  <a:pt x="8941" y="99237"/>
                  <a:pt x="9361" y="99518"/>
                  <a:pt x="9816" y="99710"/>
                </a:cubicBezTo>
                <a:cubicBezTo>
                  <a:pt x="10272" y="99902"/>
                  <a:pt x="10764" y="100000"/>
                  <a:pt x="11268" y="100000"/>
                </a:cubicBezTo>
                <a:cubicBezTo>
                  <a:pt x="11759" y="100000"/>
                  <a:pt x="12251" y="99902"/>
                  <a:pt x="12707" y="99710"/>
                </a:cubicBezTo>
                <a:cubicBezTo>
                  <a:pt x="13174" y="99518"/>
                  <a:pt x="13583" y="99237"/>
                  <a:pt x="13931" y="98883"/>
                </a:cubicBezTo>
                <a:cubicBezTo>
                  <a:pt x="14279" y="98530"/>
                  <a:pt x="14555" y="98110"/>
                  <a:pt x="14746" y="97649"/>
                </a:cubicBezTo>
                <a:cubicBezTo>
                  <a:pt x="14926" y="97189"/>
                  <a:pt x="15022" y="96695"/>
                  <a:pt x="15010" y="96198"/>
                </a:cubicBezTo>
                <a:lnTo>
                  <a:pt x="15010" y="69962"/>
                </a:lnTo>
                <a:lnTo>
                  <a:pt x="25014" y="69962"/>
                </a:lnTo>
                <a:lnTo>
                  <a:pt x="25014" y="96198"/>
                </a:lnTo>
                <a:cubicBezTo>
                  <a:pt x="25002" y="96695"/>
                  <a:pt x="25098" y="97189"/>
                  <a:pt x="25278" y="97649"/>
                </a:cubicBezTo>
                <a:cubicBezTo>
                  <a:pt x="25470" y="98110"/>
                  <a:pt x="25745" y="98530"/>
                  <a:pt x="26094" y="98883"/>
                </a:cubicBezTo>
                <a:cubicBezTo>
                  <a:pt x="26441" y="99237"/>
                  <a:pt x="26850" y="99518"/>
                  <a:pt x="27317" y="99710"/>
                </a:cubicBezTo>
                <a:cubicBezTo>
                  <a:pt x="27773" y="99902"/>
                  <a:pt x="28265" y="100000"/>
                  <a:pt x="28757" y="100000"/>
                </a:cubicBezTo>
                <a:cubicBezTo>
                  <a:pt x="29261" y="100000"/>
                  <a:pt x="29752" y="99902"/>
                  <a:pt x="30208" y="99710"/>
                </a:cubicBezTo>
                <a:cubicBezTo>
                  <a:pt x="30664" y="99518"/>
                  <a:pt x="31084" y="99237"/>
                  <a:pt x="31432" y="98883"/>
                </a:cubicBezTo>
                <a:cubicBezTo>
                  <a:pt x="31780" y="98530"/>
                  <a:pt x="32056" y="98110"/>
                  <a:pt x="32235" y="97649"/>
                </a:cubicBezTo>
                <a:cubicBezTo>
                  <a:pt x="32427" y="97189"/>
                  <a:pt x="32511" y="96695"/>
                  <a:pt x="32511" y="96198"/>
                </a:cubicBezTo>
                <a:lnTo>
                  <a:pt x="32511" y="71047"/>
                </a:lnTo>
                <a:cubicBezTo>
                  <a:pt x="33243" y="70785"/>
                  <a:pt x="33879" y="70299"/>
                  <a:pt x="34334" y="69656"/>
                </a:cubicBezTo>
                <a:cubicBezTo>
                  <a:pt x="34778" y="69013"/>
                  <a:pt x="35018" y="68247"/>
                  <a:pt x="35006" y="67464"/>
                </a:cubicBezTo>
                <a:lnTo>
                  <a:pt x="35006" y="38730"/>
                </a:lnTo>
                <a:cubicBezTo>
                  <a:pt x="35006" y="31183"/>
                  <a:pt x="28805" y="24986"/>
                  <a:pt x="21260" y="24986"/>
                </a:cubicBezTo>
                <a:lnTo>
                  <a:pt x="18765" y="24986"/>
                </a:lnTo>
                <a:close/>
                <a:moveTo>
                  <a:pt x="78741" y="24986"/>
                </a:moveTo>
                <a:cubicBezTo>
                  <a:pt x="71195" y="24986"/>
                  <a:pt x="64995" y="31183"/>
                  <a:pt x="64995" y="38730"/>
                </a:cubicBezTo>
                <a:lnTo>
                  <a:pt x="64995" y="67464"/>
                </a:lnTo>
                <a:cubicBezTo>
                  <a:pt x="64983" y="68247"/>
                  <a:pt x="65222" y="69013"/>
                  <a:pt x="65666" y="69656"/>
                </a:cubicBezTo>
                <a:cubicBezTo>
                  <a:pt x="66122" y="70299"/>
                  <a:pt x="66758" y="70785"/>
                  <a:pt x="67490" y="71047"/>
                </a:cubicBezTo>
                <a:lnTo>
                  <a:pt x="67490" y="96198"/>
                </a:lnTo>
                <a:cubicBezTo>
                  <a:pt x="67490" y="96695"/>
                  <a:pt x="67573" y="97189"/>
                  <a:pt x="67765" y="97649"/>
                </a:cubicBezTo>
                <a:cubicBezTo>
                  <a:pt x="67945" y="98110"/>
                  <a:pt x="68221" y="98530"/>
                  <a:pt x="68569" y="98883"/>
                </a:cubicBezTo>
                <a:cubicBezTo>
                  <a:pt x="68917" y="99237"/>
                  <a:pt x="69337" y="99518"/>
                  <a:pt x="69792" y="99710"/>
                </a:cubicBezTo>
                <a:cubicBezTo>
                  <a:pt x="70248" y="99902"/>
                  <a:pt x="70740" y="100000"/>
                  <a:pt x="71244" y="100000"/>
                </a:cubicBezTo>
                <a:cubicBezTo>
                  <a:pt x="71735" y="100000"/>
                  <a:pt x="72227" y="99902"/>
                  <a:pt x="72683" y="99710"/>
                </a:cubicBezTo>
                <a:cubicBezTo>
                  <a:pt x="73150" y="99518"/>
                  <a:pt x="73559" y="99237"/>
                  <a:pt x="73907" y="98883"/>
                </a:cubicBezTo>
                <a:cubicBezTo>
                  <a:pt x="74255" y="98530"/>
                  <a:pt x="74531" y="98110"/>
                  <a:pt x="74722" y="97649"/>
                </a:cubicBezTo>
                <a:cubicBezTo>
                  <a:pt x="74902" y="97189"/>
                  <a:pt x="74998" y="96695"/>
                  <a:pt x="74986" y="96198"/>
                </a:cubicBezTo>
                <a:lnTo>
                  <a:pt x="74986" y="69962"/>
                </a:lnTo>
                <a:lnTo>
                  <a:pt x="84990" y="69962"/>
                </a:lnTo>
                <a:lnTo>
                  <a:pt x="84990" y="96198"/>
                </a:lnTo>
                <a:cubicBezTo>
                  <a:pt x="84978" y="96695"/>
                  <a:pt x="85074" y="97189"/>
                  <a:pt x="85255" y="97649"/>
                </a:cubicBezTo>
                <a:cubicBezTo>
                  <a:pt x="85446" y="98110"/>
                  <a:pt x="85721" y="98530"/>
                  <a:pt x="86070" y="98883"/>
                </a:cubicBezTo>
                <a:cubicBezTo>
                  <a:pt x="86417" y="99237"/>
                  <a:pt x="86826" y="99518"/>
                  <a:pt x="87293" y="99710"/>
                </a:cubicBezTo>
                <a:cubicBezTo>
                  <a:pt x="87749" y="99902"/>
                  <a:pt x="88241" y="100000"/>
                  <a:pt x="88733" y="100000"/>
                </a:cubicBezTo>
                <a:cubicBezTo>
                  <a:pt x="89237" y="100000"/>
                  <a:pt x="89728" y="99902"/>
                  <a:pt x="90184" y="99710"/>
                </a:cubicBezTo>
                <a:cubicBezTo>
                  <a:pt x="90640" y="99518"/>
                  <a:pt x="91060" y="99237"/>
                  <a:pt x="91408" y="98883"/>
                </a:cubicBezTo>
                <a:cubicBezTo>
                  <a:pt x="91756" y="98530"/>
                  <a:pt x="92032" y="98110"/>
                  <a:pt x="92211" y="97649"/>
                </a:cubicBezTo>
                <a:cubicBezTo>
                  <a:pt x="92403" y="97189"/>
                  <a:pt x="92487" y="96695"/>
                  <a:pt x="92487" y="96198"/>
                </a:cubicBezTo>
                <a:lnTo>
                  <a:pt x="92487" y="71047"/>
                </a:lnTo>
                <a:cubicBezTo>
                  <a:pt x="93219" y="70785"/>
                  <a:pt x="93855" y="70299"/>
                  <a:pt x="94310" y="69656"/>
                </a:cubicBezTo>
                <a:cubicBezTo>
                  <a:pt x="94754" y="69013"/>
                  <a:pt x="94994" y="68247"/>
                  <a:pt x="94982" y="67464"/>
                </a:cubicBezTo>
                <a:lnTo>
                  <a:pt x="94982" y="38730"/>
                </a:lnTo>
                <a:cubicBezTo>
                  <a:pt x="94982" y="31183"/>
                  <a:pt x="88781" y="24986"/>
                  <a:pt x="81236" y="24986"/>
                </a:cubicBezTo>
                <a:lnTo>
                  <a:pt x="78741" y="24986"/>
                </a:lnTo>
                <a:close/>
                <a:moveTo>
                  <a:pt x="43751" y="39978"/>
                </a:moveTo>
                <a:cubicBezTo>
                  <a:pt x="43259" y="39971"/>
                  <a:pt x="42767" y="40063"/>
                  <a:pt x="42299" y="40248"/>
                </a:cubicBezTo>
                <a:cubicBezTo>
                  <a:pt x="41844" y="40434"/>
                  <a:pt x="41423" y="40709"/>
                  <a:pt x="41064" y="41058"/>
                </a:cubicBezTo>
                <a:cubicBezTo>
                  <a:pt x="40716" y="41407"/>
                  <a:pt x="40428" y="41822"/>
                  <a:pt x="40236" y="42280"/>
                </a:cubicBezTo>
                <a:cubicBezTo>
                  <a:pt x="40044" y="42738"/>
                  <a:pt x="39949" y="43230"/>
                  <a:pt x="39949" y="43726"/>
                </a:cubicBezTo>
                <a:cubicBezTo>
                  <a:pt x="39949" y="44223"/>
                  <a:pt x="40044" y="44715"/>
                  <a:pt x="40236" y="45174"/>
                </a:cubicBezTo>
                <a:cubicBezTo>
                  <a:pt x="40428" y="45632"/>
                  <a:pt x="40716" y="46047"/>
                  <a:pt x="41064" y="46396"/>
                </a:cubicBezTo>
                <a:cubicBezTo>
                  <a:pt x="41423" y="46745"/>
                  <a:pt x="41844" y="47019"/>
                  <a:pt x="42299" y="47204"/>
                </a:cubicBezTo>
                <a:cubicBezTo>
                  <a:pt x="42767" y="47390"/>
                  <a:pt x="43259" y="47481"/>
                  <a:pt x="43751" y="47474"/>
                </a:cubicBezTo>
                <a:lnTo>
                  <a:pt x="56250" y="47474"/>
                </a:lnTo>
                <a:cubicBezTo>
                  <a:pt x="56742" y="47481"/>
                  <a:pt x="57233" y="47390"/>
                  <a:pt x="57701" y="47204"/>
                </a:cubicBezTo>
                <a:cubicBezTo>
                  <a:pt x="58157" y="47019"/>
                  <a:pt x="58577" y="46745"/>
                  <a:pt x="58937" y="46396"/>
                </a:cubicBezTo>
                <a:cubicBezTo>
                  <a:pt x="59285" y="46047"/>
                  <a:pt x="59573" y="45632"/>
                  <a:pt x="59765" y="45174"/>
                </a:cubicBezTo>
                <a:cubicBezTo>
                  <a:pt x="59956" y="44715"/>
                  <a:pt x="60052" y="44223"/>
                  <a:pt x="60052" y="43726"/>
                </a:cubicBezTo>
                <a:cubicBezTo>
                  <a:pt x="60052" y="43230"/>
                  <a:pt x="59956" y="42738"/>
                  <a:pt x="59765" y="42280"/>
                </a:cubicBezTo>
                <a:cubicBezTo>
                  <a:pt x="59573" y="41822"/>
                  <a:pt x="59285" y="41407"/>
                  <a:pt x="58937" y="41058"/>
                </a:cubicBezTo>
                <a:cubicBezTo>
                  <a:pt x="58577" y="40709"/>
                  <a:pt x="58157" y="40434"/>
                  <a:pt x="57701" y="40248"/>
                </a:cubicBezTo>
                <a:cubicBezTo>
                  <a:pt x="57233" y="40063"/>
                  <a:pt x="56742" y="39971"/>
                  <a:pt x="56250" y="39978"/>
                </a:cubicBezTo>
                <a:lnTo>
                  <a:pt x="43751" y="39978"/>
                </a:lnTo>
                <a:close/>
                <a:moveTo>
                  <a:pt x="43751" y="52472"/>
                </a:moveTo>
                <a:cubicBezTo>
                  <a:pt x="43259" y="52464"/>
                  <a:pt x="42767" y="52557"/>
                  <a:pt x="42299" y="52742"/>
                </a:cubicBezTo>
                <a:cubicBezTo>
                  <a:pt x="41844" y="52926"/>
                  <a:pt x="41423" y="53203"/>
                  <a:pt x="41064" y="53550"/>
                </a:cubicBezTo>
                <a:cubicBezTo>
                  <a:pt x="40716" y="53899"/>
                  <a:pt x="40428" y="54315"/>
                  <a:pt x="40236" y="54774"/>
                </a:cubicBezTo>
                <a:cubicBezTo>
                  <a:pt x="40044" y="55232"/>
                  <a:pt x="39949" y="55723"/>
                  <a:pt x="39949" y="56220"/>
                </a:cubicBezTo>
                <a:cubicBezTo>
                  <a:pt x="39949" y="56717"/>
                  <a:pt x="40044" y="57208"/>
                  <a:pt x="40236" y="57666"/>
                </a:cubicBezTo>
                <a:cubicBezTo>
                  <a:pt x="40428" y="58125"/>
                  <a:pt x="40716" y="58541"/>
                  <a:pt x="41064" y="58888"/>
                </a:cubicBezTo>
                <a:cubicBezTo>
                  <a:pt x="41423" y="59238"/>
                  <a:pt x="41844" y="59514"/>
                  <a:pt x="42299" y="59698"/>
                </a:cubicBezTo>
                <a:cubicBezTo>
                  <a:pt x="42767" y="59883"/>
                  <a:pt x="43259" y="59975"/>
                  <a:pt x="43751" y="59968"/>
                </a:cubicBezTo>
                <a:lnTo>
                  <a:pt x="56250" y="59968"/>
                </a:lnTo>
                <a:cubicBezTo>
                  <a:pt x="56742" y="59975"/>
                  <a:pt x="57233" y="59883"/>
                  <a:pt x="57701" y="59698"/>
                </a:cubicBezTo>
                <a:cubicBezTo>
                  <a:pt x="58157" y="59514"/>
                  <a:pt x="58577" y="59238"/>
                  <a:pt x="58937" y="58888"/>
                </a:cubicBezTo>
                <a:cubicBezTo>
                  <a:pt x="59285" y="58541"/>
                  <a:pt x="59573" y="58125"/>
                  <a:pt x="59765" y="57666"/>
                </a:cubicBezTo>
                <a:cubicBezTo>
                  <a:pt x="59956" y="57208"/>
                  <a:pt x="60052" y="56717"/>
                  <a:pt x="60052" y="56220"/>
                </a:cubicBezTo>
                <a:cubicBezTo>
                  <a:pt x="60052" y="55723"/>
                  <a:pt x="59956" y="55232"/>
                  <a:pt x="59765" y="54774"/>
                </a:cubicBezTo>
                <a:cubicBezTo>
                  <a:pt x="59573" y="54315"/>
                  <a:pt x="59285" y="53899"/>
                  <a:pt x="58937" y="53550"/>
                </a:cubicBezTo>
                <a:cubicBezTo>
                  <a:pt x="58577" y="53203"/>
                  <a:pt x="58157" y="52926"/>
                  <a:pt x="57701" y="52742"/>
                </a:cubicBezTo>
                <a:cubicBezTo>
                  <a:pt x="57233" y="52557"/>
                  <a:pt x="56742" y="52464"/>
                  <a:pt x="56250" y="52472"/>
                </a:cubicBezTo>
                <a:lnTo>
                  <a:pt x="43751" y="5247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0" name="Красный — SVG 33">
            <a:extLst>
              <a:ext uri="{FF2B5EF4-FFF2-40B4-BE49-F238E27FC236}">
                <a16:creationId xmlns:a16="http://schemas.microsoft.com/office/drawing/2014/main" id="{857303FF-4535-0F49-A4A4-E71AE2C357E3}"/>
              </a:ext>
            </a:extLst>
          </p:cNvPr>
          <p:cNvSpPr>
            <a:spLocks noGrp="1"/>
          </p:cNvSpPr>
          <p:nvPr/>
        </p:nvSpPr>
        <p:spPr>
          <a:xfrm>
            <a:off x="8820000" y="1410000"/>
            <a:ext cx="220000" cy="220000"/>
          </a:xfrm>
          <a:custGeom>
            <a:avLst/>
            <a:gdLst>
              <a:gd name="csX0" fmla="*/ 69125 w 143695"/>
              <a:gd name="csY0" fmla="*/ 0 h 127583"/>
              <a:gd name="csX1" fmla="*/ 65655 w 143695"/>
              <a:gd name="csY1" fmla="*/ 934 h 127583"/>
              <a:gd name="csX2" fmla="*/ 40832 w 143695"/>
              <a:gd name="csY2" fmla="*/ 15111 h 127583"/>
              <a:gd name="csX3" fmla="*/ 38688 w 143695"/>
              <a:gd name="csY3" fmla="*/ 16911 h 127583"/>
              <a:gd name="csX4" fmla="*/ 37412 w 143695"/>
              <a:gd name="csY4" fmla="*/ 19401 h 127583"/>
              <a:gd name="csX5" fmla="*/ 37191 w 143695"/>
              <a:gd name="csY5" fmla="*/ 22193 h 127583"/>
              <a:gd name="csX6" fmla="*/ 38076 w 143695"/>
              <a:gd name="csY6" fmla="*/ 24850 h 127583"/>
              <a:gd name="csX7" fmla="*/ 39930 w 143695"/>
              <a:gd name="csY7" fmla="*/ 26959 h 127583"/>
              <a:gd name="csX8" fmla="*/ 42431 w 143695"/>
              <a:gd name="csY8" fmla="*/ 28189 h 127583"/>
              <a:gd name="csX9" fmla="*/ 45239 w 143695"/>
              <a:gd name="csY9" fmla="*/ 28351 h 127583"/>
              <a:gd name="csX10" fmla="*/ 47876 w 143695"/>
              <a:gd name="csY10" fmla="*/ 27417 h 127583"/>
              <a:gd name="csX11" fmla="*/ 68122 w 143695"/>
              <a:gd name="csY11" fmla="*/ 15844 h 127583"/>
              <a:gd name="csX12" fmla="*/ 76594 w 143695"/>
              <a:gd name="csY12" fmla="*/ 27708 h 127583"/>
              <a:gd name="csX13" fmla="*/ 53065 w 143695"/>
              <a:gd name="csY13" fmla="*/ 46342 h 127583"/>
              <a:gd name="csX14" fmla="*/ 46124 w 143695"/>
              <a:gd name="csY14" fmla="*/ 58469 h 127583"/>
              <a:gd name="csX15" fmla="*/ 49798 w 143695"/>
              <a:gd name="csY15" fmla="*/ 67917 h 127583"/>
              <a:gd name="csX16" fmla="*/ 49764 w 143695"/>
              <a:gd name="csY16" fmla="*/ 67960 h 127583"/>
              <a:gd name="csX17" fmla="*/ 50138 w 143695"/>
              <a:gd name="csY17" fmla="*/ 68332 h 127583"/>
              <a:gd name="csX18" fmla="*/ 50462 w 143695"/>
              <a:gd name="csY18" fmla="*/ 68637 h 127583"/>
              <a:gd name="csX19" fmla="*/ 65144 w 143695"/>
              <a:gd name="csY19" fmla="*/ 83283 h 127583"/>
              <a:gd name="csX20" fmla="*/ 42585 w 143695"/>
              <a:gd name="csY20" fmla="*/ 83283 h 127583"/>
              <a:gd name="csX21" fmla="*/ 39845 w 143695"/>
              <a:gd name="csY21" fmla="*/ 83795 h 127583"/>
              <a:gd name="csX22" fmla="*/ 37515 w 143695"/>
              <a:gd name="csY22" fmla="*/ 85325 h 127583"/>
              <a:gd name="csX23" fmla="*/ 35949 w 143695"/>
              <a:gd name="csY23" fmla="*/ 87636 h 127583"/>
              <a:gd name="csX24" fmla="*/ 35388 w 143695"/>
              <a:gd name="csY24" fmla="*/ 90372 h 127583"/>
              <a:gd name="csX25" fmla="*/ 35949 w 143695"/>
              <a:gd name="csY25" fmla="*/ 93107 h 127583"/>
              <a:gd name="csX26" fmla="*/ 37515 w 143695"/>
              <a:gd name="csY26" fmla="*/ 95419 h 127583"/>
              <a:gd name="csX27" fmla="*/ 39845 w 143695"/>
              <a:gd name="csY27" fmla="*/ 96950 h 127583"/>
              <a:gd name="csX28" fmla="*/ 42585 w 143695"/>
              <a:gd name="csY28" fmla="*/ 97460 h 127583"/>
              <a:gd name="csX29" fmla="*/ 83349 w 143695"/>
              <a:gd name="csY29" fmla="*/ 97460 h 127583"/>
              <a:gd name="csX30" fmla="*/ 86871 w 143695"/>
              <a:gd name="csY30" fmla="*/ 96514 h 127583"/>
              <a:gd name="csX31" fmla="*/ 89474 w 143695"/>
              <a:gd name="csY31" fmla="*/ 93935 h 127583"/>
              <a:gd name="csX32" fmla="*/ 90426 w 143695"/>
              <a:gd name="csY32" fmla="*/ 90407 h 127583"/>
              <a:gd name="csX33" fmla="*/ 89508 w 143695"/>
              <a:gd name="csY33" fmla="*/ 86869 h 127583"/>
              <a:gd name="csX34" fmla="*/ 76186 w 143695"/>
              <a:gd name="csY34" fmla="*/ 63446 h 127583"/>
              <a:gd name="csX35" fmla="*/ 94169 w 143695"/>
              <a:gd name="csY35" fmla="*/ 51312 h 127583"/>
              <a:gd name="csX36" fmla="*/ 105024 w 143695"/>
              <a:gd name="csY36" fmla="*/ 66264 h 127583"/>
              <a:gd name="csX37" fmla="*/ 105313 w 143695"/>
              <a:gd name="csY37" fmla="*/ 66879 h 127583"/>
              <a:gd name="csX38" fmla="*/ 107933 w 143695"/>
              <a:gd name="csY38" fmla="*/ 69797 h 127583"/>
              <a:gd name="csX39" fmla="*/ 111693 w 143695"/>
              <a:gd name="csY39" fmla="*/ 70880 h 127583"/>
              <a:gd name="csX40" fmla="*/ 136516 w 143695"/>
              <a:gd name="csY40" fmla="*/ 70880 h 127583"/>
              <a:gd name="csX41" fmla="*/ 139255 w 143695"/>
              <a:gd name="csY41" fmla="*/ 70370 h 127583"/>
              <a:gd name="csX42" fmla="*/ 141586 w 143695"/>
              <a:gd name="csY42" fmla="*/ 68839 h 127583"/>
              <a:gd name="csX43" fmla="*/ 143151 w 143695"/>
              <a:gd name="csY43" fmla="*/ 66527 h 127583"/>
              <a:gd name="csX44" fmla="*/ 143695 w 143695"/>
              <a:gd name="csY44" fmla="*/ 63792 h 127583"/>
              <a:gd name="csX45" fmla="*/ 143151 w 143695"/>
              <a:gd name="csY45" fmla="*/ 61056 h 127583"/>
              <a:gd name="csX46" fmla="*/ 141586 w 143695"/>
              <a:gd name="csY46" fmla="*/ 58745 h 127583"/>
              <a:gd name="csX47" fmla="*/ 139255 w 143695"/>
              <a:gd name="csY47" fmla="*/ 57215 h 127583"/>
              <a:gd name="csX48" fmla="*/ 136516 w 143695"/>
              <a:gd name="csY48" fmla="*/ 56703 h 127583"/>
              <a:gd name="csX49" fmla="*/ 116151 w 143695"/>
              <a:gd name="csY49" fmla="*/ 56703 h 127583"/>
              <a:gd name="csX50" fmla="*/ 103033 w 143695"/>
              <a:gd name="csY50" fmla="*/ 29640 h 127583"/>
              <a:gd name="csX51" fmla="*/ 102744 w 143695"/>
              <a:gd name="csY51" fmla="*/ 29093 h 127583"/>
              <a:gd name="csX52" fmla="*/ 95905 w 143695"/>
              <a:gd name="csY52" fmla="*/ 21298 h 127583"/>
              <a:gd name="csX53" fmla="*/ 86360 w 143695"/>
              <a:gd name="csY53" fmla="*/ 12515 h 127583"/>
              <a:gd name="csX54" fmla="*/ 73702 w 143695"/>
              <a:gd name="csY54" fmla="*/ 1633 h 127583"/>
              <a:gd name="csX55" fmla="*/ 69125 w 143695"/>
              <a:gd name="csY55" fmla="*/ 0 h 127583"/>
              <a:gd name="csX56" fmla="*/ 117018 w 143695"/>
              <a:gd name="csY56" fmla="*/ 1773 h 127583"/>
              <a:gd name="csX57" fmla="*/ 102846 w 143695"/>
              <a:gd name="csY57" fmla="*/ 15941 h 127583"/>
              <a:gd name="csX58" fmla="*/ 117018 w 143695"/>
              <a:gd name="csY58" fmla="*/ 30123 h 127583"/>
              <a:gd name="csX59" fmla="*/ 131191 w 143695"/>
              <a:gd name="csY59" fmla="*/ 15941 h 127583"/>
              <a:gd name="csX60" fmla="*/ 117018 w 143695"/>
              <a:gd name="csY60" fmla="*/ 1773 h 127583"/>
              <a:gd name="csX61" fmla="*/ 14223 w 143695"/>
              <a:gd name="csY61" fmla="*/ 33669 h 127583"/>
              <a:gd name="csX62" fmla="*/ 12862 w 143695"/>
              <a:gd name="csY62" fmla="*/ 33924 h 127583"/>
              <a:gd name="csX63" fmla="*/ 11688 w 143695"/>
              <a:gd name="csY63" fmla="*/ 34688 h 127583"/>
              <a:gd name="csX64" fmla="*/ 10905 w 143695"/>
              <a:gd name="csY64" fmla="*/ 35844 h 127583"/>
              <a:gd name="csX65" fmla="*/ 10633 w 143695"/>
              <a:gd name="csY65" fmla="*/ 37212 h 127583"/>
              <a:gd name="csX66" fmla="*/ 10905 w 143695"/>
              <a:gd name="csY66" fmla="*/ 38580 h 127583"/>
              <a:gd name="csX67" fmla="*/ 11688 w 143695"/>
              <a:gd name="csY67" fmla="*/ 39736 h 127583"/>
              <a:gd name="csX68" fmla="*/ 12862 w 143695"/>
              <a:gd name="csY68" fmla="*/ 40500 h 127583"/>
              <a:gd name="csX69" fmla="*/ 14223 w 143695"/>
              <a:gd name="csY69" fmla="*/ 40755 h 127583"/>
              <a:gd name="csX70" fmla="*/ 39046 w 143695"/>
              <a:gd name="csY70" fmla="*/ 40755 h 127583"/>
              <a:gd name="csX71" fmla="*/ 40407 w 143695"/>
              <a:gd name="csY71" fmla="*/ 40500 h 127583"/>
              <a:gd name="csX72" fmla="*/ 41581 w 143695"/>
              <a:gd name="csY72" fmla="*/ 39736 h 127583"/>
              <a:gd name="csX73" fmla="*/ 42363 w 143695"/>
              <a:gd name="csY73" fmla="*/ 38580 h 127583"/>
              <a:gd name="csX74" fmla="*/ 42636 w 143695"/>
              <a:gd name="csY74" fmla="*/ 37212 h 127583"/>
              <a:gd name="csX75" fmla="*/ 42363 w 143695"/>
              <a:gd name="csY75" fmla="*/ 35844 h 127583"/>
              <a:gd name="csX76" fmla="*/ 41581 w 143695"/>
              <a:gd name="csY76" fmla="*/ 34688 h 127583"/>
              <a:gd name="csX77" fmla="*/ 40407 w 143695"/>
              <a:gd name="csY77" fmla="*/ 33924 h 127583"/>
              <a:gd name="csX78" fmla="*/ 39046 w 143695"/>
              <a:gd name="csY78" fmla="*/ 33669 h 127583"/>
              <a:gd name="csX79" fmla="*/ 14223 w 143695"/>
              <a:gd name="csY79" fmla="*/ 33669 h 127583"/>
              <a:gd name="csX80" fmla="*/ 3590 w 143695"/>
              <a:gd name="csY80" fmla="*/ 51387 h 127583"/>
              <a:gd name="csX81" fmla="*/ 2229 w 143695"/>
              <a:gd name="csY81" fmla="*/ 51642 h 127583"/>
              <a:gd name="csX82" fmla="*/ 1055 w 143695"/>
              <a:gd name="csY82" fmla="*/ 52408 h 127583"/>
              <a:gd name="csX83" fmla="*/ 272 w 143695"/>
              <a:gd name="csY83" fmla="*/ 53565 h 127583"/>
              <a:gd name="csX84" fmla="*/ 0 w 143695"/>
              <a:gd name="csY84" fmla="*/ 54932 h 127583"/>
              <a:gd name="csX85" fmla="*/ 272 w 143695"/>
              <a:gd name="csY85" fmla="*/ 56300 h 127583"/>
              <a:gd name="csX86" fmla="*/ 1055 w 143695"/>
              <a:gd name="csY86" fmla="*/ 57455 h 127583"/>
              <a:gd name="csX87" fmla="*/ 2229 w 143695"/>
              <a:gd name="csY87" fmla="*/ 58221 h 127583"/>
              <a:gd name="csX88" fmla="*/ 3590 w 143695"/>
              <a:gd name="csY88" fmla="*/ 58476 h 127583"/>
              <a:gd name="csX89" fmla="*/ 28412 w 143695"/>
              <a:gd name="csY89" fmla="*/ 58476 h 127583"/>
              <a:gd name="csX90" fmla="*/ 29773 w 143695"/>
              <a:gd name="csY90" fmla="*/ 58221 h 127583"/>
              <a:gd name="csX91" fmla="*/ 30947 w 143695"/>
              <a:gd name="csY91" fmla="*/ 57455 h 127583"/>
              <a:gd name="csX92" fmla="*/ 31730 w 143695"/>
              <a:gd name="csY92" fmla="*/ 56300 h 127583"/>
              <a:gd name="csX93" fmla="*/ 32002 w 143695"/>
              <a:gd name="csY93" fmla="*/ 54932 h 127583"/>
              <a:gd name="csX94" fmla="*/ 31730 w 143695"/>
              <a:gd name="csY94" fmla="*/ 53565 h 127583"/>
              <a:gd name="csX95" fmla="*/ 30947 w 143695"/>
              <a:gd name="csY95" fmla="*/ 52408 h 127583"/>
              <a:gd name="csX96" fmla="*/ 29773 w 143695"/>
              <a:gd name="csY96" fmla="*/ 51642 h 127583"/>
              <a:gd name="csX97" fmla="*/ 28412 w 143695"/>
              <a:gd name="csY97" fmla="*/ 51387 h 127583"/>
              <a:gd name="csX98" fmla="*/ 3590 w 143695"/>
              <a:gd name="csY98" fmla="*/ 51387 h 127583"/>
              <a:gd name="csX99" fmla="*/ 7146 w 143695"/>
              <a:gd name="csY99" fmla="*/ 69108 h 127583"/>
              <a:gd name="csX100" fmla="*/ 5767 w 143695"/>
              <a:gd name="csY100" fmla="*/ 69363 h 127583"/>
              <a:gd name="csX101" fmla="*/ 4594 w 143695"/>
              <a:gd name="csY101" fmla="*/ 70128 h 127583"/>
              <a:gd name="csX102" fmla="*/ 3811 w 143695"/>
              <a:gd name="csY102" fmla="*/ 71284 h 127583"/>
              <a:gd name="csX103" fmla="*/ 3539 w 143695"/>
              <a:gd name="csY103" fmla="*/ 72651 h 127583"/>
              <a:gd name="csX104" fmla="*/ 3811 w 143695"/>
              <a:gd name="csY104" fmla="*/ 74021 h 127583"/>
              <a:gd name="csX105" fmla="*/ 4594 w 143695"/>
              <a:gd name="csY105" fmla="*/ 75176 h 127583"/>
              <a:gd name="csX106" fmla="*/ 5767 w 143695"/>
              <a:gd name="csY106" fmla="*/ 75941 h 127583"/>
              <a:gd name="csX107" fmla="*/ 7146 w 143695"/>
              <a:gd name="csY107" fmla="*/ 76196 h 127583"/>
              <a:gd name="csX108" fmla="*/ 31951 w 143695"/>
              <a:gd name="csY108" fmla="*/ 76196 h 127583"/>
              <a:gd name="csX109" fmla="*/ 33329 w 143695"/>
              <a:gd name="csY109" fmla="*/ 75941 h 127583"/>
              <a:gd name="csX110" fmla="*/ 34486 w 143695"/>
              <a:gd name="csY110" fmla="*/ 75176 h 127583"/>
              <a:gd name="csX111" fmla="*/ 35269 w 143695"/>
              <a:gd name="csY111" fmla="*/ 74021 h 127583"/>
              <a:gd name="csX112" fmla="*/ 35541 w 143695"/>
              <a:gd name="csY112" fmla="*/ 72651 h 127583"/>
              <a:gd name="csX113" fmla="*/ 35269 w 143695"/>
              <a:gd name="csY113" fmla="*/ 71284 h 127583"/>
              <a:gd name="csX114" fmla="*/ 34486 w 143695"/>
              <a:gd name="csY114" fmla="*/ 70128 h 127583"/>
              <a:gd name="csX115" fmla="*/ 33329 w 143695"/>
              <a:gd name="csY115" fmla="*/ 69363 h 127583"/>
              <a:gd name="csX116" fmla="*/ 31951 w 143695"/>
              <a:gd name="csY116" fmla="*/ 69108 h 127583"/>
              <a:gd name="csX117" fmla="*/ 7146 w 143695"/>
              <a:gd name="csY117" fmla="*/ 69108 h 127583"/>
              <a:gd name="csX118" fmla="*/ 61640 w 143695"/>
              <a:gd name="csY118" fmla="*/ 104547 h 127583"/>
              <a:gd name="csX119" fmla="*/ 52861 w 143695"/>
              <a:gd name="csY119" fmla="*/ 116246 h 127583"/>
              <a:gd name="csX120" fmla="*/ 54290 w 143695"/>
              <a:gd name="csY120" fmla="*/ 126165 h 127583"/>
              <a:gd name="csX121" fmla="*/ 58526 w 143695"/>
              <a:gd name="csY121" fmla="*/ 127583 h 127583"/>
              <a:gd name="csX122" fmla="*/ 64209 w 143695"/>
              <a:gd name="csY122" fmla="*/ 124746 h 127583"/>
              <a:gd name="csX123" fmla="*/ 79367 w 143695"/>
              <a:gd name="csY123" fmla="*/ 104547 h 127583"/>
              <a:gd name="csX124" fmla="*/ 61640 w 143695"/>
              <a:gd name="csY124" fmla="*/ 104547 h 127583"/>
            </a:gdLst>
            <a:ahLst/>
            <a:cxnLst/>
            <a:rect l="l" t="t" r="r" b="b"/>
            <a:pathLst>
              <a:path w="100000" h="100000">
                <a:moveTo>
                  <a:pt x="48105" y="5606"/>
                </a:moveTo>
                <a:cubicBezTo>
                  <a:pt x="47253" y="5613"/>
                  <a:pt x="46425" y="5836"/>
                  <a:pt x="45691" y="6256"/>
                </a:cubicBezTo>
                <a:lnTo>
                  <a:pt x="28416" y="16122"/>
                </a:lnTo>
                <a:cubicBezTo>
                  <a:pt x="27848" y="16436"/>
                  <a:pt x="27338" y="16862"/>
                  <a:pt x="26924" y="17375"/>
                </a:cubicBezTo>
                <a:cubicBezTo>
                  <a:pt x="26521" y="17888"/>
                  <a:pt x="26214" y="18477"/>
                  <a:pt x="26036" y="19108"/>
                </a:cubicBezTo>
                <a:cubicBezTo>
                  <a:pt x="25858" y="19739"/>
                  <a:pt x="25811" y="20399"/>
                  <a:pt x="25882" y="21051"/>
                </a:cubicBezTo>
                <a:cubicBezTo>
                  <a:pt x="25965" y="21702"/>
                  <a:pt x="26178" y="22331"/>
                  <a:pt x="26498" y="22900"/>
                </a:cubicBezTo>
                <a:cubicBezTo>
                  <a:pt x="26829" y="23469"/>
                  <a:pt x="27267" y="23967"/>
                  <a:pt x="27788" y="24368"/>
                </a:cubicBezTo>
                <a:cubicBezTo>
                  <a:pt x="28309" y="24767"/>
                  <a:pt x="28901" y="25058"/>
                  <a:pt x="29529" y="25224"/>
                </a:cubicBezTo>
                <a:cubicBezTo>
                  <a:pt x="30168" y="25391"/>
                  <a:pt x="30831" y="25429"/>
                  <a:pt x="31483" y="25336"/>
                </a:cubicBezTo>
                <a:cubicBezTo>
                  <a:pt x="32133" y="25244"/>
                  <a:pt x="32749" y="25024"/>
                  <a:pt x="33318" y="24686"/>
                </a:cubicBezTo>
                <a:lnTo>
                  <a:pt x="47407" y="16632"/>
                </a:lnTo>
                <a:lnTo>
                  <a:pt x="53303" y="24889"/>
                </a:lnTo>
                <a:lnTo>
                  <a:pt x="36929" y="37857"/>
                </a:lnTo>
                <a:cubicBezTo>
                  <a:pt x="34052" y="39579"/>
                  <a:pt x="32099" y="42699"/>
                  <a:pt x="32099" y="46296"/>
                </a:cubicBezTo>
                <a:cubicBezTo>
                  <a:pt x="32099" y="48833"/>
                  <a:pt x="33092" y="51122"/>
                  <a:pt x="34655" y="52871"/>
                </a:cubicBezTo>
                <a:lnTo>
                  <a:pt x="34632" y="52901"/>
                </a:lnTo>
                <a:lnTo>
                  <a:pt x="34892" y="53160"/>
                </a:lnTo>
                <a:cubicBezTo>
                  <a:pt x="34964" y="53234"/>
                  <a:pt x="35035" y="53302"/>
                  <a:pt x="35117" y="53372"/>
                </a:cubicBezTo>
                <a:lnTo>
                  <a:pt x="45335" y="63564"/>
                </a:lnTo>
                <a:lnTo>
                  <a:pt x="29636" y="63564"/>
                </a:lnTo>
                <a:cubicBezTo>
                  <a:pt x="28984" y="63556"/>
                  <a:pt x="28333" y="63677"/>
                  <a:pt x="27729" y="63921"/>
                </a:cubicBezTo>
                <a:cubicBezTo>
                  <a:pt x="27114" y="64164"/>
                  <a:pt x="26569" y="64526"/>
                  <a:pt x="26107" y="64986"/>
                </a:cubicBezTo>
                <a:cubicBezTo>
                  <a:pt x="25633" y="65443"/>
                  <a:pt x="25267" y="65990"/>
                  <a:pt x="25018" y="66594"/>
                </a:cubicBezTo>
                <a:cubicBezTo>
                  <a:pt x="24757" y="67196"/>
                  <a:pt x="24627" y="67844"/>
                  <a:pt x="24627" y="68498"/>
                </a:cubicBezTo>
                <a:cubicBezTo>
                  <a:pt x="24627" y="69151"/>
                  <a:pt x="24757" y="69799"/>
                  <a:pt x="25018" y="70401"/>
                </a:cubicBezTo>
                <a:cubicBezTo>
                  <a:pt x="25267" y="71005"/>
                  <a:pt x="25633" y="71552"/>
                  <a:pt x="26107" y="72010"/>
                </a:cubicBezTo>
                <a:cubicBezTo>
                  <a:pt x="26569" y="72469"/>
                  <a:pt x="27114" y="72831"/>
                  <a:pt x="27729" y="73076"/>
                </a:cubicBezTo>
                <a:cubicBezTo>
                  <a:pt x="28333" y="73319"/>
                  <a:pt x="28984" y="73440"/>
                  <a:pt x="29636" y="73431"/>
                </a:cubicBezTo>
                <a:lnTo>
                  <a:pt x="58004" y="73431"/>
                </a:lnTo>
                <a:cubicBezTo>
                  <a:pt x="58868" y="73430"/>
                  <a:pt x="59709" y="73204"/>
                  <a:pt x="60455" y="72772"/>
                </a:cubicBezTo>
                <a:cubicBezTo>
                  <a:pt x="61212" y="72343"/>
                  <a:pt x="61828" y="71723"/>
                  <a:pt x="62267" y="70977"/>
                </a:cubicBezTo>
                <a:cubicBezTo>
                  <a:pt x="62693" y="70232"/>
                  <a:pt x="62929" y="69386"/>
                  <a:pt x="62929" y="68522"/>
                </a:cubicBezTo>
                <a:cubicBezTo>
                  <a:pt x="62941" y="67659"/>
                  <a:pt x="62716" y="66811"/>
                  <a:pt x="62290" y="66060"/>
                </a:cubicBezTo>
                <a:lnTo>
                  <a:pt x="53019" y="49760"/>
                </a:lnTo>
                <a:lnTo>
                  <a:pt x="65534" y="41315"/>
                </a:lnTo>
                <a:lnTo>
                  <a:pt x="73088" y="51721"/>
                </a:lnTo>
                <a:lnTo>
                  <a:pt x="73289" y="52149"/>
                </a:lnTo>
                <a:cubicBezTo>
                  <a:pt x="73691" y="52984"/>
                  <a:pt x="74331" y="53687"/>
                  <a:pt x="75113" y="54179"/>
                </a:cubicBezTo>
                <a:cubicBezTo>
                  <a:pt x="75894" y="54671"/>
                  <a:pt x="76806" y="54933"/>
                  <a:pt x="77729" y="54933"/>
                </a:cubicBezTo>
                <a:lnTo>
                  <a:pt x="95004" y="54933"/>
                </a:lnTo>
                <a:cubicBezTo>
                  <a:pt x="95655" y="54943"/>
                  <a:pt x="96306" y="54822"/>
                  <a:pt x="96910" y="54578"/>
                </a:cubicBezTo>
                <a:cubicBezTo>
                  <a:pt x="97514" y="54335"/>
                  <a:pt x="98070" y="53972"/>
                  <a:pt x="98532" y="53513"/>
                </a:cubicBezTo>
                <a:cubicBezTo>
                  <a:pt x="99006" y="53055"/>
                  <a:pt x="99372" y="52508"/>
                  <a:pt x="99621" y="51904"/>
                </a:cubicBezTo>
                <a:cubicBezTo>
                  <a:pt x="99870" y="51301"/>
                  <a:pt x="100000" y="50654"/>
                  <a:pt x="100000" y="50000"/>
                </a:cubicBezTo>
                <a:cubicBezTo>
                  <a:pt x="100000" y="49347"/>
                  <a:pt x="99870" y="48699"/>
                  <a:pt x="99621" y="48096"/>
                </a:cubicBezTo>
                <a:cubicBezTo>
                  <a:pt x="99372" y="47493"/>
                  <a:pt x="99006" y="46946"/>
                  <a:pt x="98532" y="46488"/>
                </a:cubicBezTo>
                <a:cubicBezTo>
                  <a:pt x="98070" y="46029"/>
                  <a:pt x="97514" y="45666"/>
                  <a:pt x="96910" y="45423"/>
                </a:cubicBezTo>
                <a:cubicBezTo>
                  <a:pt x="96306" y="45180"/>
                  <a:pt x="95655" y="45059"/>
                  <a:pt x="95004" y="45067"/>
                </a:cubicBezTo>
                <a:lnTo>
                  <a:pt x="80832" y="45067"/>
                </a:lnTo>
                <a:lnTo>
                  <a:pt x="71703" y="26233"/>
                </a:lnTo>
                <a:cubicBezTo>
                  <a:pt x="71643" y="26103"/>
                  <a:pt x="71572" y="25977"/>
                  <a:pt x="71501" y="25853"/>
                </a:cubicBezTo>
                <a:cubicBezTo>
                  <a:pt x="70247" y="23745"/>
                  <a:pt x="68743" y="22377"/>
                  <a:pt x="66742" y="20428"/>
                </a:cubicBezTo>
                <a:cubicBezTo>
                  <a:pt x="64752" y="18481"/>
                  <a:pt x="62385" y="16335"/>
                  <a:pt x="60100" y="14316"/>
                </a:cubicBezTo>
                <a:cubicBezTo>
                  <a:pt x="55541" y="10278"/>
                  <a:pt x="51291" y="6743"/>
                  <a:pt x="51291" y="6743"/>
                </a:cubicBezTo>
                <a:cubicBezTo>
                  <a:pt x="50391" y="6001"/>
                  <a:pt x="49266" y="5598"/>
                  <a:pt x="48105" y="5606"/>
                </a:cubicBezTo>
                <a:close/>
                <a:moveTo>
                  <a:pt x="81435" y="6840"/>
                </a:moveTo>
                <a:cubicBezTo>
                  <a:pt x="75989" y="6840"/>
                  <a:pt x="71572" y="11259"/>
                  <a:pt x="71572" y="16700"/>
                </a:cubicBezTo>
                <a:cubicBezTo>
                  <a:pt x="71572" y="22150"/>
                  <a:pt x="75989" y="26569"/>
                  <a:pt x="81435" y="26569"/>
                </a:cubicBezTo>
                <a:cubicBezTo>
                  <a:pt x="86893" y="26569"/>
                  <a:pt x="91298" y="22150"/>
                  <a:pt x="91298" y="16700"/>
                </a:cubicBezTo>
                <a:cubicBezTo>
                  <a:pt x="91298" y="11259"/>
                  <a:pt x="86893" y="6840"/>
                  <a:pt x="81435" y="6840"/>
                </a:cubicBezTo>
                <a:close/>
                <a:moveTo>
                  <a:pt x="9898" y="29037"/>
                </a:moveTo>
                <a:cubicBezTo>
                  <a:pt x="9579" y="29032"/>
                  <a:pt x="9247" y="29092"/>
                  <a:pt x="8951" y="29215"/>
                </a:cubicBezTo>
                <a:cubicBezTo>
                  <a:pt x="8643" y="29336"/>
                  <a:pt x="8371" y="29517"/>
                  <a:pt x="8134" y="29746"/>
                </a:cubicBezTo>
                <a:cubicBezTo>
                  <a:pt x="7897" y="29976"/>
                  <a:pt x="7720" y="30249"/>
                  <a:pt x="7589" y="30551"/>
                </a:cubicBezTo>
                <a:cubicBezTo>
                  <a:pt x="7460" y="30853"/>
                  <a:pt x="7400" y="31176"/>
                  <a:pt x="7400" y="31503"/>
                </a:cubicBezTo>
                <a:cubicBezTo>
                  <a:pt x="7400" y="31829"/>
                  <a:pt x="7460" y="32154"/>
                  <a:pt x="7589" y="32455"/>
                </a:cubicBezTo>
                <a:cubicBezTo>
                  <a:pt x="7720" y="32756"/>
                  <a:pt x="7897" y="33030"/>
                  <a:pt x="8134" y="33259"/>
                </a:cubicBezTo>
                <a:cubicBezTo>
                  <a:pt x="8371" y="33489"/>
                  <a:pt x="8643" y="33669"/>
                  <a:pt x="8951" y="33791"/>
                </a:cubicBezTo>
                <a:cubicBezTo>
                  <a:pt x="9247" y="33913"/>
                  <a:pt x="9579" y="33973"/>
                  <a:pt x="9898" y="33968"/>
                </a:cubicBezTo>
                <a:lnTo>
                  <a:pt x="27173" y="33968"/>
                </a:lnTo>
                <a:cubicBezTo>
                  <a:pt x="27492" y="33973"/>
                  <a:pt x="27824" y="33913"/>
                  <a:pt x="28120" y="33791"/>
                </a:cubicBezTo>
                <a:cubicBezTo>
                  <a:pt x="28428" y="33669"/>
                  <a:pt x="28700" y="33489"/>
                  <a:pt x="28937" y="33259"/>
                </a:cubicBezTo>
                <a:cubicBezTo>
                  <a:pt x="29174" y="33030"/>
                  <a:pt x="29351" y="32756"/>
                  <a:pt x="29481" y="32455"/>
                </a:cubicBezTo>
                <a:cubicBezTo>
                  <a:pt x="29600" y="32154"/>
                  <a:pt x="29671" y="31829"/>
                  <a:pt x="29671" y="31503"/>
                </a:cubicBezTo>
                <a:cubicBezTo>
                  <a:pt x="29671" y="31176"/>
                  <a:pt x="29600" y="30853"/>
                  <a:pt x="29481" y="30551"/>
                </a:cubicBezTo>
                <a:cubicBezTo>
                  <a:pt x="29351" y="30249"/>
                  <a:pt x="29174" y="29976"/>
                  <a:pt x="28937" y="29746"/>
                </a:cubicBezTo>
                <a:cubicBezTo>
                  <a:pt x="28700" y="29517"/>
                  <a:pt x="28428" y="29336"/>
                  <a:pt x="28120" y="29215"/>
                </a:cubicBezTo>
                <a:cubicBezTo>
                  <a:pt x="27824" y="29092"/>
                  <a:pt x="27492" y="29032"/>
                  <a:pt x="27173" y="29037"/>
                </a:cubicBezTo>
                <a:lnTo>
                  <a:pt x="9898" y="29037"/>
                </a:lnTo>
                <a:close/>
                <a:moveTo>
                  <a:pt x="2498" y="41367"/>
                </a:moveTo>
                <a:cubicBezTo>
                  <a:pt x="2179" y="41364"/>
                  <a:pt x="1847" y="41425"/>
                  <a:pt x="1551" y="41545"/>
                </a:cubicBezTo>
                <a:cubicBezTo>
                  <a:pt x="1243" y="41667"/>
                  <a:pt x="971" y="41848"/>
                  <a:pt x="734" y="42078"/>
                </a:cubicBezTo>
                <a:cubicBezTo>
                  <a:pt x="497" y="42308"/>
                  <a:pt x="319" y="42581"/>
                  <a:pt x="189" y="42883"/>
                </a:cubicBezTo>
                <a:cubicBezTo>
                  <a:pt x="59" y="43184"/>
                  <a:pt x="0" y="43508"/>
                  <a:pt x="0" y="43835"/>
                </a:cubicBezTo>
                <a:cubicBezTo>
                  <a:pt x="0" y="44162"/>
                  <a:pt x="59" y="44484"/>
                  <a:pt x="189" y="44787"/>
                </a:cubicBezTo>
                <a:cubicBezTo>
                  <a:pt x="319" y="45089"/>
                  <a:pt x="497" y="45362"/>
                  <a:pt x="734" y="45590"/>
                </a:cubicBezTo>
                <a:cubicBezTo>
                  <a:pt x="971" y="45820"/>
                  <a:pt x="1243" y="46001"/>
                  <a:pt x="1551" y="46123"/>
                </a:cubicBezTo>
                <a:cubicBezTo>
                  <a:pt x="1847" y="46245"/>
                  <a:pt x="2179" y="46306"/>
                  <a:pt x="2498" y="46301"/>
                </a:cubicBezTo>
                <a:lnTo>
                  <a:pt x="19772" y="46301"/>
                </a:lnTo>
                <a:cubicBezTo>
                  <a:pt x="20093" y="46306"/>
                  <a:pt x="20424" y="46245"/>
                  <a:pt x="20720" y="46123"/>
                </a:cubicBezTo>
                <a:cubicBezTo>
                  <a:pt x="21028" y="46001"/>
                  <a:pt x="21300" y="45820"/>
                  <a:pt x="21537" y="45590"/>
                </a:cubicBezTo>
                <a:cubicBezTo>
                  <a:pt x="21773" y="45362"/>
                  <a:pt x="21951" y="45089"/>
                  <a:pt x="22081" y="44787"/>
                </a:cubicBezTo>
                <a:cubicBezTo>
                  <a:pt x="22200" y="44484"/>
                  <a:pt x="22271" y="44162"/>
                  <a:pt x="22271" y="43835"/>
                </a:cubicBezTo>
                <a:cubicBezTo>
                  <a:pt x="22271" y="43508"/>
                  <a:pt x="22200" y="43184"/>
                  <a:pt x="22081" y="42883"/>
                </a:cubicBezTo>
                <a:cubicBezTo>
                  <a:pt x="21951" y="42581"/>
                  <a:pt x="21773" y="42308"/>
                  <a:pt x="21537" y="42078"/>
                </a:cubicBezTo>
                <a:cubicBezTo>
                  <a:pt x="21300" y="41848"/>
                  <a:pt x="21028" y="41667"/>
                  <a:pt x="20720" y="41545"/>
                </a:cubicBezTo>
                <a:cubicBezTo>
                  <a:pt x="20424" y="41425"/>
                  <a:pt x="20093" y="41364"/>
                  <a:pt x="19772" y="41367"/>
                </a:cubicBezTo>
                <a:lnTo>
                  <a:pt x="2498" y="41367"/>
                </a:lnTo>
                <a:close/>
                <a:moveTo>
                  <a:pt x="4973" y="53700"/>
                </a:moveTo>
                <a:cubicBezTo>
                  <a:pt x="4641" y="53695"/>
                  <a:pt x="4322" y="53756"/>
                  <a:pt x="4013" y="53877"/>
                </a:cubicBezTo>
                <a:cubicBezTo>
                  <a:pt x="3706" y="53999"/>
                  <a:pt x="3434" y="54180"/>
                  <a:pt x="3197" y="54410"/>
                </a:cubicBezTo>
                <a:cubicBezTo>
                  <a:pt x="2972" y="54639"/>
                  <a:pt x="2782" y="54913"/>
                  <a:pt x="2652" y="55214"/>
                </a:cubicBezTo>
                <a:cubicBezTo>
                  <a:pt x="2534" y="55516"/>
                  <a:pt x="2463" y="55839"/>
                  <a:pt x="2463" y="56165"/>
                </a:cubicBezTo>
                <a:cubicBezTo>
                  <a:pt x="2463" y="56493"/>
                  <a:pt x="2534" y="56817"/>
                  <a:pt x="2652" y="57119"/>
                </a:cubicBezTo>
                <a:cubicBezTo>
                  <a:pt x="2782" y="57420"/>
                  <a:pt x="2972" y="57693"/>
                  <a:pt x="3197" y="57923"/>
                </a:cubicBezTo>
                <a:cubicBezTo>
                  <a:pt x="3434" y="58152"/>
                  <a:pt x="3706" y="58333"/>
                  <a:pt x="4013" y="58455"/>
                </a:cubicBezTo>
                <a:cubicBezTo>
                  <a:pt x="4322" y="58577"/>
                  <a:pt x="4641" y="58637"/>
                  <a:pt x="4973" y="58633"/>
                </a:cubicBezTo>
                <a:lnTo>
                  <a:pt x="22235" y="58633"/>
                </a:lnTo>
                <a:cubicBezTo>
                  <a:pt x="22567" y="58637"/>
                  <a:pt x="22887" y="58577"/>
                  <a:pt x="23194" y="58455"/>
                </a:cubicBezTo>
                <a:cubicBezTo>
                  <a:pt x="23491" y="58333"/>
                  <a:pt x="23775" y="58152"/>
                  <a:pt x="23999" y="57923"/>
                </a:cubicBezTo>
                <a:cubicBezTo>
                  <a:pt x="24236" y="57693"/>
                  <a:pt x="24414" y="57420"/>
                  <a:pt x="24544" y="57119"/>
                </a:cubicBezTo>
                <a:cubicBezTo>
                  <a:pt x="24674" y="56817"/>
                  <a:pt x="24734" y="56493"/>
                  <a:pt x="24734" y="56165"/>
                </a:cubicBezTo>
                <a:cubicBezTo>
                  <a:pt x="24734" y="55839"/>
                  <a:pt x="24674" y="55516"/>
                  <a:pt x="24544" y="55214"/>
                </a:cubicBezTo>
                <a:cubicBezTo>
                  <a:pt x="24414" y="54913"/>
                  <a:pt x="24236" y="54639"/>
                  <a:pt x="23999" y="54410"/>
                </a:cubicBezTo>
                <a:cubicBezTo>
                  <a:pt x="23775" y="54180"/>
                  <a:pt x="23491" y="53999"/>
                  <a:pt x="23194" y="53877"/>
                </a:cubicBezTo>
                <a:cubicBezTo>
                  <a:pt x="22887" y="53756"/>
                  <a:pt x="22567" y="53695"/>
                  <a:pt x="22235" y="53700"/>
                </a:cubicBezTo>
                <a:lnTo>
                  <a:pt x="4973" y="53700"/>
                </a:lnTo>
                <a:close/>
                <a:moveTo>
                  <a:pt x="42896" y="78363"/>
                </a:moveTo>
                <a:lnTo>
                  <a:pt x="36787" y="86504"/>
                </a:lnTo>
                <a:cubicBezTo>
                  <a:pt x="35153" y="88684"/>
                  <a:pt x="35602" y="91774"/>
                  <a:pt x="37781" y="93407"/>
                </a:cubicBezTo>
                <a:cubicBezTo>
                  <a:pt x="38669" y="94076"/>
                  <a:pt x="39699" y="94394"/>
                  <a:pt x="40729" y="94394"/>
                </a:cubicBezTo>
                <a:cubicBezTo>
                  <a:pt x="42233" y="94394"/>
                  <a:pt x="43713" y="93711"/>
                  <a:pt x="44684" y="92419"/>
                </a:cubicBezTo>
                <a:lnTo>
                  <a:pt x="55233" y="78363"/>
                </a:lnTo>
                <a:lnTo>
                  <a:pt x="42896" y="7836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1" name="Красный — SVG 34">
            <a:extLst>
              <a:ext uri="{FF2B5EF4-FFF2-40B4-BE49-F238E27FC236}">
                <a16:creationId xmlns:a16="http://schemas.microsoft.com/office/drawing/2014/main" id="{1F646857-8AD1-AC4D-AA5D-E5E3658CBBFA}"/>
              </a:ext>
            </a:extLst>
          </p:cNvPr>
          <p:cNvSpPr>
            <a:spLocks noGrp="1"/>
          </p:cNvSpPr>
          <p:nvPr/>
        </p:nvSpPr>
        <p:spPr>
          <a:xfrm>
            <a:off x="9420000" y="1410000"/>
            <a:ext cx="220000" cy="220000"/>
          </a:xfrm>
          <a:custGeom>
            <a:avLst/>
            <a:gdLst>
              <a:gd name="csX0" fmla="*/ 24806 w 127629"/>
              <a:gd name="csY0" fmla="*/ 143533 h 143532"/>
              <a:gd name="csX1" fmla="*/ 14172 w 127629"/>
              <a:gd name="csY1" fmla="*/ 143533 h 143532"/>
              <a:gd name="csX2" fmla="*/ 0 w 127629"/>
              <a:gd name="csY2" fmla="*/ 129356 h 143532"/>
              <a:gd name="csX3" fmla="*/ 0 w 127629"/>
              <a:gd name="csY3" fmla="*/ 69109 h 143532"/>
              <a:gd name="csX4" fmla="*/ 14172 w 127629"/>
              <a:gd name="csY4" fmla="*/ 54932 h 143532"/>
              <a:gd name="csX5" fmla="*/ 38995 w 127629"/>
              <a:gd name="csY5" fmla="*/ 54932 h 143532"/>
              <a:gd name="csX6" fmla="*/ 38995 w 127629"/>
              <a:gd name="csY6" fmla="*/ 129356 h 143532"/>
              <a:gd name="csX7" fmla="*/ 24806 w 127629"/>
              <a:gd name="csY7" fmla="*/ 143533 h 143532"/>
              <a:gd name="csX8" fmla="*/ 122854 w 127629"/>
              <a:gd name="csY8" fmla="*/ 64037 h 143532"/>
              <a:gd name="csX9" fmla="*/ 109685 w 127629"/>
              <a:gd name="csY9" fmla="*/ 58477 h 143532"/>
              <a:gd name="csX10" fmla="*/ 83298 w 127629"/>
              <a:gd name="csY10" fmla="*/ 58477 h 143532"/>
              <a:gd name="csX11" fmla="*/ 88487 w 127629"/>
              <a:gd name="csY11" fmla="*/ 37763 h 143532"/>
              <a:gd name="csX12" fmla="*/ 89746 w 127629"/>
              <a:gd name="csY12" fmla="*/ 16916 h 143532"/>
              <a:gd name="csX13" fmla="*/ 85169 w 127629"/>
              <a:gd name="csY13" fmla="*/ 5566 h 143532"/>
              <a:gd name="csX14" fmla="*/ 77462 w 127629"/>
              <a:gd name="csY14" fmla="*/ 366 h 143532"/>
              <a:gd name="csX15" fmla="*/ 68564 w 127629"/>
              <a:gd name="csY15" fmla="*/ 5233 h 143532"/>
              <a:gd name="csX16" fmla="*/ 62729 w 127629"/>
              <a:gd name="csY16" fmla="*/ 25666 h 143532"/>
              <a:gd name="csX17" fmla="*/ 61197 w 127629"/>
              <a:gd name="csY17" fmla="*/ 29530 h 143532"/>
              <a:gd name="csX18" fmla="*/ 46072 w 127629"/>
              <a:gd name="csY18" fmla="*/ 48982 h 143532"/>
              <a:gd name="csX19" fmla="*/ 46072 w 127629"/>
              <a:gd name="csY19" fmla="*/ 134595 h 143532"/>
              <a:gd name="csX20" fmla="*/ 87279 w 127629"/>
              <a:gd name="csY20" fmla="*/ 143399 h 143532"/>
              <a:gd name="csX21" fmla="*/ 90018 w 127629"/>
              <a:gd name="csY21" fmla="*/ 143533 h 143532"/>
              <a:gd name="csX22" fmla="*/ 117341 w 127629"/>
              <a:gd name="csY22" fmla="*/ 122204 h 143532"/>
              <a:gd name="csX23" fmla="*/ 126427 w 127629"/>
              <a:gd name="csY23" fmla="*/ 83285 h 143532"/>
              <a:gd name="csX24" fmla="*/ 127601 w 127629"/>
              <a:gd name="csY24" fmla="*/ 77183 h 143532"/>
              <a:gd name="csX25" fmla="*/ 122854 w 127629"/>
              <a:gd name="csY25" fmla="*/ 64037 h 143532"/>
            </a:gdLst>
            <a:ahLst/>
            <a:cxnLst/>
            <a:rect l="l" t="t" r="r" b="b"/>
            <a:pathLst>
              <a:path w="100000" h="100000">
                <a:moveTo>
                  <a:pt x="22822" y="100001"/>
                </a:moveTo>
                <a:lnTo>
                  <a:pt x="15414" y="100001"/>
                </a:lnTo>
                <a:cubicBezTo>
                  <a:pt x="9961" y="100001"/>
                  <a:pt x="5540" y="95577"/>
                  <a:pt x="5540" y="90123"/>
                </a:cubicBezTo>
                <a:lnTo>
                  <a:pt x="5540" y="48149"/>
                </a:lnTo>
                <a:cubicBezTo>
                  <a:pt x="5540" y="42695"/>
                  <a:pt x="9961" y="38272"/>
                  <a:pt x="15414" y="38272"/>
                </a:cubicBezTo>
                <a:lnTo>
                  <a:pt x="32708" y="38272"/>
                </a:lnTo>
                <a:lnTo>
                  <a:pt x="32708" y="90123"/>
                </a:lnTo>
                <a:cubicBezTo>
                  <a:pt x="32708" y="95577"/>
                  <a:pt x="28287" y="100001"/>
                  <a:pt x="22822" y="100001"/>
                </a:cubicBezTo>
                <a:close/>
                <a:moveTo>
                  <a:pt x="91133" y="44615"/>
                </a:moveTo>
                <a:cubicBezTo>
                  <a:pt x="88774" y="42124"/>
                  <a:pt x="85526" y="40749"/>
                  <a:pt x="81958" y="40741"/>
                </a:cubicBezTo>
                <a:lnTo>
                  <a:pt x="63574" y="40741"/>
                </a:lnTo>
                <a:cubicBezTo>
                  <a:pt x="63574" y="40741"/>
                  <a:pt x="66265" y="29934"/>
                  <a:pt x="67190" y="26310"/>
                </a:cubicBezTo>
                <a:cubicBezTo>
                  <a:pt x="68588" y="20826"/>
                  <a:pt x="68873" y="16211"/>
                  <a:pt x="68067" y="11786"/>
                </a:cubicBezTo>
                <a:cubicBezTo>
                  <a:pt x="67651" y="9487"/>
                  <a:pt x="66916" y="6511"/>
                  <a:pt x="64878" y="3878"/>
                </a:cubicBezTo>
                <a:cubicBezTo>
                  <a:pt x="63432" y="2005"/>
                  <a:pt x="61631" y="788"/>
                  <a:pt x="59508" y="255"/>
                </a:cubicBezTo>
                <a:cubicBezTo>
                  <a:pt x="56344" y="-532"/>
                  <a:pt x="54447" y="478"/>
                  <a:pt x="53309" y="3646"/>
                </a:cubicBezTo>
                <a:cubicBezTo>
                  <a:pt x="53214" y="3902"/>
                  <a:pt x="49244" y="17882"/>
                  <a:pt x="49244" y="17882"/>
                </a:cubicBezTo>
                <a:cubicBezTo>
                  <a:pt x="48935" y="18985"/>
                  <a:pt x="48639" y="19865"/>
                  <a:pt x="48176" y="20574"/>
                </a:cubicBezTo>
                <a:cubicBezTo>
                  <a:pt x="45249" y="25146"/>
                  <a:pt x="41705" y="29593"/>
                  <a:pt x="37639" y="34126"/>
                </a:cubicBezTo>
                <a:lnTo>
                  <a:pt x="37639" y="93774"/>
                </a:lnTo>
                <a:cubicBezTo>
                  <a:pt x="48651" y="96919"/>
                  <a:pt x="65210" y="99800"/>
                  <a:pt x="66348" y="99907"/>
                </a:cubicBezTo>
                <a:cubicBezTo>
                  <a:pt x="66988" y="99971"/>
                  <a:pt x="67616" y="100001"/>
                  <a:pt x="68256" y="100001"/>
                </a:cubicBezTo>
                <a:cubicBezTo>
                  <a:pt x="77158" y="100001"/>
                  <a:pt x="85005" y="93998"/>
                  <a:pt x="87292" y="85141"/>
                </a:cubicBezTo>
                <a:cubicBezTo>
                  <a:pt x="89367" y="77146"/>
                  <a:pt x="93623" y="58025"/>
                  <a:pt x="93623" y="58025"/>
                </a:cubicBezTo>
                <a:cubicBezTo>
                  <a:pt x="93966" y="56763"/>
                  <a:pt x="94357" y="55333"/>
                  <a:pt x="94441" y="53774"/>
                </a:cubicBezTo>
                <a:cubicBezTo>
                  <a:pt x="94630" y="50314"/>
                  <a:pt x="93456" y="47065"/>
                  <a:pt x="91133" y="4461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2" name="Красный — SVG 35">
            <a:extLst>
              <a:ext uri="{FF2B5EF4-FFF2-40B4-BE49-F238E27FC236}">
                <a16:creationId xmlns:a16="http://schemas.microsoft.com/office/drawing/2014/main" id="{6EADDB78-24BE-814F-9ACC-91602ABA43E1}"/>
              </a:ext>
            </a:extLst>
          </p:cNvPr>
          <p:cNvSpPr>
            <a:spLocks noGrp="1"/>
          </p:cNvSpPr>
          <p:nvPr/>
        </p:nvSpPr>
        <p:spPr>
          <a:xfrm>
            <a:off x="10020000" y="1410000"/>
            <a:ext cx="220000" cy="220000"/>
          </a:xfrm>
          <a:custGeom>
            <a:avLst/>
            <a:gdLst>
              <a:gd name="csX0" fmla="*/ 42209 w 127275"/>
              <a:gd name="csY0" fmla="*/ 10632 h 138215"/>
              <a:gd name="csX1" fmla="*/ 42209 w 127275"/>
              <a:gd name="csY1" fmla="*/ 88847 h 138215"/>
              <a:gd name="csX2" fmla="*/ 36657 w 127275"/>
              <a:gd name="csY2" fmla="*/ 91768 h 138215"/>
              <a:gd name="csX3" fmla="*/ 17373 w 127275"/>
              <a:gd name="csY3" fmla="*/ 79835 h 138215"/>
              <a:gd name="csX4" fmla="*/ 10996 w 127275"/>
              <a:gd name="csY4" fmla="*/ 78408 h 138215"/>
              <a:gd name="csX5" fmla="*/ 1788 w 127275"/>
              <a:gd name="csY5" fmla="*/ 81954 h 138215"/>
              <a:gd name="csX6" fmla="*/ 2384 w 127275"/>
              <a:gd name="csY6" fmla="*/ 91880 h 138215"/>
              <a:gd name="csX7" fmla="*/ 36297 w 127275"/>
              <a:gd name="csY7" fmla="*/ 127240 h 138215"/>
              <a:gd name="csX8" fmla="*/ 59726 w 127275"/>
              <a:gd name="csY8" fmla="*/ 138215 h 138215"/>
              <a:gd name="csX9" fmla="*/ 91832 w 127275"/>
              <a:gd name="csY9" fmla="*/ 138215 h 138215"/>
              <a:gd name="csX10" fmla="*/ 127276 w 127275"/>
              <a:gd name="csY10" fmla="*/ 102776 h 138215"/>
              <a:gd name="csX11" fmla="*/ 127276 w 127275"/>
              <a:gd name="csY11" fmla="*/ 72329 h 138215"/>
              <a:gd name="csX12" fmla="*/ 108178 w 127275"/>
              <a:gd name="csY12" fmla="*/ 51175 h 138215"/>
              <a:gd name="csX13" fmla="*/ 63475 w 127275"/>
              <a:gd name="csY13" fmla="*/ 46908 h 138215"/>
              <a:gd name="csX14" fmla="*/ 63475 w 127275"/>
              <a:gd name="csY14" fmla="*/ 10632 h 138215"/>
              <a:gd name="csX15" fmla="*/ 52842 w 127275"/>
              <a:gd name="csY15" fmla="*/ 0 h 138215"/>
              <a:gd name="csX16" fmla="*/ 42209 w 127275"/>
              <a:gd name="csY16" fmla="*/ 10632 h 138215"/>
            </a:gdLst>
            <a:ahLst/>
            <a:cxnLst/>
            <a:rect l="l" t="t" r="r" b="b"/>
            <a:pathLst>
              <a:path w="100000" h="100000">
                <a:moveTo>
                  <a:pt x="34496" y="7692"/>
                </a:moveTo>
                <a:lnTo>
                  <a:pt x="34496" y="64282"/>
                </a:lnTo>
                <a:cubicBezTo>
                  <a:pt x="34496" y="66348"/>
                  <a:pt x="32180" y="67574"/>
                  <a:pt x="30479" y="66395"/>
                </a:cubicBezTo>
                <a:cubicBezTo>
                  <a:pt x="26310" y="63505"/>
                  <a:pt x="19931" y="59243"/>
                  <a:pt x="16527" y="57761"/>
                </a:cubicBezTo>
                <a:cubicBezTo>
                  <a:pt x="15040" y="57112"/>
                  <a:pt x="13488" y="56729"/>
                  <a:pt x="11913" y="56729"/>
                </a:cubicBezTo>
                <a:cubicBezTo>
                  <a:pt x="8642" y="56729"/>
                  <a:pt x="6564" y="57892"/>
                  <a:pt x="5251" y="59295"/>
                </a:cubicBezTo>
                <a:cubicBezTo>
                  <a:pt x="3338" y="61338"/>
                  <a:pt x="3602" y="64603"/>
                  <a:pt x="5682" y="66476"/>
                </a:cubicBezTo>
                <a:cubicBezTo>
                  <a:pt x="11552" y="71769"/>
                  <a:pt x="25172" y="86720"/>
                  <a:pt x="30219" y="92059"/>
                </a:cubicBezTo>
                <a:cubicBezTo>
                  <a:pt x="34716" y="96819"/>
                  <a:pt x="40620" y="100000"/>
                  <a:pt x="47170" y="100000"/>
                </a:cubicBezTo>
                <a:lnTo>
                  <a:pt x="70399" y="100000"/>
                </a:lnTo>
                <a:cubicBezTo>
                  <a:pt x="84562" y="100000"/>
                  <a:pt x="96043" y="88521"/>
                  <a:pt x="96043" y="74360"/>
                </a:cubicBezTo>
                <a:lnTo>
                  <a:pt x="96043" y="52331"/>
                </a:lnTo>
                <a:cubicBezTo>
                  <a:pt x="96043" y="44441"/>
                  <a:pt x="90076" y="37828"/>
                  <a:pt x="82226" y="37026"/>
                </a:cubicBezTo>
                <a:cubicBezTo>
                  <a:pt x="71976" y="35979"/>
                  <a:pt x="58376" y="34628"/>
                  <a:pt x="49882" y="33938"/>
                </a:cubicBezTo>
                <a:lnTo>
                  <a:pt x="49882" y="7692"/>
                </a:lnTo>
                <a:cubicBezTo>
                  <a:pt x="49882" y="3444"/>
                  <a:pt x="46439" y="0"/>
                  <a:pt x="42189" y="0"/>
                </a:cubicBezTo>
                <a:cubicBezTo>
                  <a:pt x="37940" y="0"/>
                  <a:pt x="34496" y="3444"/>
                  <a:pt x="34496" y="769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3" name="Красный — SVG 36">
            <a:extLst>
              <a:ext uri="{FF2B5EF4-FFF2-40B4-BE49-F238E27FC236}">
                <a16:creationId xmlns:a16="http://schemas.microsoft.com/office/drawing/2014/main" id="{48DEADC1-0546-A443-8893-0789990309F0}"/>
              </a:ext>
            </a:extLst>
          </p:cNvPr>
          <p:cNvSpPr>
            <a:spLocks noGrp="1"/>
          </p:cNvSpPr>
          <p:nvPr/>
        </p:nvSpPr>
        <p:spPr>
          <a:xfrm>
            <a:off x="10620000" y="1410000"/>
            <a:ext cx="220000" cy="220000"/>
          </a:xfrm>
          <a:custGeom>
            <a:avLst/>
            <a:gdLst>
              <a:gd name="csX0" fmla="*/ 93806 w 156104"/>
              <a:gd name="csY0" fmla="*/ 27 h 129104"/>
              <a:gd name="csX1" fmla="*/ 83388 w 156104"/>
              <a:gd name="csY1" fmla="*/ 2761 h 129104"/>
              <a:gd name="csX2" fmla="*/ 83104 w 156104"/>
              <a:gd name="csY2" fmla="*/ 2914 h 129104"/>
              <a:gd name="csX3" fmla="*/ 73052 w 156104"/>
              <a:gd name="csY3" fmla="*/ 8722 h 129104"/>
              <a:gd name="csX4" fmla="*/ 72734 w 156104"/>
              <a:gd name="csY4" fmla="*/ 8715 h 129104"/>
              <a:gd name="csX5" fmla="*/ 5389 w 156104"/>
              <a:gd name="csY5" fmla="*/ 8715 h 129104"/>
              <a:gd name="csX6" fmla="*/ 3136 w 156104"/>
              <a:gd name="csY6" fmla="*/ 9183 h 129104"/>
              <a:gd name="csX7" fmla="*/ 1293 w 156104"/>
              <a:gd name="csY7" fmla="*/ 10559 h 129104"/>
              <a:gd name="csX8" fmla="*/ 204 w 156104"/>
              <a:gd name="csY8" fmla="*/ 12585 h 129104"/>
              <a:gd name="csX9" fmla="*/ 72 w 156104"/>
              <a:gd name="csY9" fmla="*/ 14881 h 129104"/>
              <a:gd name="csX10" fmla="*/ 72 w 156104"/>
              <a:gd name="csY10" fmla="*/ 80493 h 129104"/>
              <a:gd name="csX11" fmla="*/ 196 w 156104"/>
              <a:gd name="csY11" fmla="*/ 82797 h 129104"/>
              <a:gd name="csX12" fmla="*/ 1284 w 156104"/>
              <a:gd name="csY12" fmla="*/ 84829 h 129104"/>
              <a:gd name="csX13" fmla="*/ 3131 w 156104"/>
              <a:gd name="csY13" fmla="*/ 86212 h 129104"/>
              <a:gd name="csX14" fmla="*/ 5389 w 156104"/>
              <a:gd name="csY14" fmla="*/ 86682 h 129104"/>
              <a:gd name="csX15" fmla="*/ 10062 w 156104"/>
              <a:gd name="csY15" fmla="*/ 86682 h 129104"/>
              <a:gd name="csX16" fmla="*/ 16382 w 156104"/>
              <a:gd name="csY16" fmla="*/ 89332 h 129104"/>
              <a:gd name="csX17" fmla="*/ 48095 w 156104"/>
              <a:gd name="csY17" fmla="*/ 121519 h 129104"/>
              <a:gd name="csX18" fmla="*/ 69196 w 156104"/>
              <a:gd name="csY18" fmla="*/ 128767 h 129104"/>
              <a:gd name="csX19" fmla="*/ 82515 w 156104"/>
              <a:gd name="csY19" fmla="*/ 117969 h 129104"/>
              <a:gd name="csX20" fmla="*/ 96049 w 156104"/>
              <a:gd name="csY20" fmla="*/ 111358 h 129104"/>
              <a:gd name="csX21" fmla="*/ 96264 w 156104"/>
              <a:gd name="csY21" fmla="*/ 111365 h 129104"/>
              <a:gd name="csX22" fmla="*/ 121165 w 156104"/>
              <a:gd name="csY22" fmla="*/ 111365 h 129104"/>
              <a:gd name="csX23" fmla="*/ 139109 w 156104"/>
              <a:gd name="csY23" fmla="*/ 104242 h 129104"/>
              <a:gd name="csX24" fmla="*/ 147624 w 156104"/>
              <a:gd name="csY24" fmla="*/ 100850 h 129104"/>
              <a:gd name="csX25" fmla="*/ 150712 w 156104"/>
              <a:gd name="csY25" fmla="*/ 100850 h 129104"/>
              <a:gd name="csX26" fmla="*/ 152770 w 156104"/>
              <a:gd name="csY26" fmla="*/ 100468 h 129104"/>
              <a:gd name="csX27" fmla="*/ 154519 w 156104"/>
              <a:gd name="csY27" fmla="*/ 99321 h 129104"/>
              <a:gd name="csX28" fmla="*/ 155691 w 156104"/>
              <a:gd name="csY28" fmla="*/ 97586 h 129104"/>
              <a:gd name="csX29" fmla="*/ 156105 w 156104"/>
              <a:gd name="csY29" fmla="*/ 95534 h 129104"/>
              <a:gd name="csX30" fmla="*/ 155691 w 156104"/>
              <a:gd name="csY30" fmla="*/ 93483 h 129104"/>
              <a:gd name="csX31" fmla="*/ 154519 w 156104"/>
              <a:gd name="csY31" fmla="*/ 91749 h 129104"/>
              <a:gd name="csX32" fmla="*/ 152770 w 156104"/>
              <a:gd name="csY32" fmla="*/ 90601 h 129104"/>
              <a:gd name="csX33" fmla="*/ 150712 w 156104"/>
              <a:gd name="csY33" fmla="*/ 90218 h 129104"/>
              <a:gd name="csX34" fmla="*/ 147624 w 156104"/>
              <a:gd name="csY34" fmla="*/ 90218 h 129104"/>
              <a:gd name="csX35" fmla="*/ 132103 w 156104"/>
              <a:gd name="csY35" fmla="*/ 96247 h 129104"/>
              <a:gd name="csX36" fmla="*/ 120840 w 156104"/>
              <a:gd name="csY36" fmla="*/ 100740 h 129104"/>
              <a:gd name="csX37" fmla="*/ 120833 w 156104"/>
              <a:gd name="csY37" fmla="*/ 100740 h 129104"/>
              <a:gd name="csX38" fmla="*/ 110082 w 156104"/>
              <a:gd name="csY38" fmla="*/ 100810 h 129104"/>
              <a:gd name="csX39" fmla="*/ 116728 w 156104"/>
              <a:gd name="csY39" fmla="*/ 90981 h 129104"/>
              <a:gd name="csX40" fmla="*/ 130026 w 156104"/>
              <a:gd name="csY40" fmla="*/ 80750 h 129104"/>
              <a:gd name="csX41" fmla="*/ 124654 w 156104"/>
              <a:gd name="csY41" fmla="*/ 60046 h 129104"/>
              <a:gd name="csX42" fmla="*/ 100307 w 156104"/>
              <a:gd name="csY42" fmla="*/ 33328 h 129104"/>
              <a:gd name="csX43" fmla="*/ 97688 w 156104"/>
              <a:gd name="csY43" fmla="*/ 31733 h 129104"/>
              <a:gd name="csX44" fmla="*/ 94623 w 156104"/>
              <a:gd name="csY44" fmla="*/ 31847 h 129104"/>
              <a:gd name="csX45" fmla="*/ 59456 w 156104"/>
              <a:gd name="csY45" fmla="*/ 38588 h 129104"/>
              <a:gd name="csX46" fmla="*/ 53640 w 156104"/>
              <a:gd name="csY46" fmla="*/ 37911 h 129104"/>
              <a:gd name="csX47" fmla="*/ 50532 w 156104"/>
              <a:gd name="csY47" fmla="*/ 34228 h 129104"/>
              <a:gd name="csX48" fmla="*/ 52713 w 156104"/>
              <a:gd name="csY48" fmla="*/ 29992 h 129104"/>
              <a:gd name="csX49" fmla="*/ 69355 w 156104"/>
              <a:gd name="csY49" fmla="*/ 23084 h 129104"/>
              <a:gd name="csX50" fmla="*/ 69978 w 156104"/>
              <a:gd name="csY50" fmla="*/ 22773 h 129104"/>
              <a:gd name="csX51" fmla="*/ 88171 w 156104"/>
              <a:gd name="csY51" fmla="*/ 12258 h 129104"/>
              <a:gd name="csX52" fmla="*/ 100335 w 156104"/>
              <a:gd name="csY52" fmla="*/ 11656 h 129104"/>
              <a:gd name="csX53" fmla="*/ 124294 w 156104"/>
              <a:gd name="csY53" fmla="*/ 21235 h 129104"/>
              <a:gd name="csX54" fmla="*/ 132851 w 156104"/>
              <a:gd name="csY54" fmla="*/ 22883 h 129104"/>
              <a:gd name="csX55" fmla="*/ 150712 w 156104"/>
              <a:gd name="csY55" fmla="*/ 22890 h 129104"/>
              <a:gd name="csX56" fmla="*/ 152770 w 156104"/>
              <a:gd name="csY56" fmla="*/ 22507 h 129104"/>
              <a:gd name="csX57" fmla="*/ 154519 w 156104"/>
              <a:gd name="csY57" fmla="*/ 21359 h 129104"/>
              <a:gd name="csX58" fmla="*/ 155691 w 156104"/>
              <a:gd name="csY58" fmla="*/ 19626 h 129104"/>
              <a:gd name="csX59" fmla="*/ 156105 w 156104"/>
              <a:gd name="csY59" fmla="*/ 17574 h 129104"/>
              <a:gd name="csX60" fmla="*/ 155691 w 156104"/>
              <a:gd name="csY60" fmla="*/ 15523 h 129104"/>
              <a:gd name="csX61" fmla="*/ 154519 w 156104"/>
              <a:gd name="csY61" fmla="*/ 13788 h 129104"/>
              <a:gd name="csX62" fmla="*/ 152770 w 156104"/>
              <a:gd name="csY62" fmla="*/ 12641 h 129104"/>
              <a:gd name="csX63" fmla="*/ 150712 w 156104"/>
              <a:gd name="csY63" fmla="*/ 12258 h 129104"/>
              <a:gd name="csX64" fmla="*/ 132858 w 156104"/>
              <a:gd name="csY64" fmla="*/ 12252 h 129104"/>
              <a:gd name="csX65" fmla="*/ 128261 w 156104"/>
              <a:gd name="csY65" fmla="*/ 11372 h 129104"/>
              <a:gd name="csX66" fmla="*/ 128247 w 156104"/>
              <a:gd name="csY66" fmla="*/ 11365 h 129104"/>
              <a:gd name="csX67" fmla="*/ 104287 w 156104"/>
              <a:gd name="csY67" fmla="*/ 1786 h 129104"/>
              <a:gd name="csX68" fmla="*/ 93806 w 156104"/>
              <a:gd name="csY68" fmla="*/ 27 h 129104"/>
            </a:gdLst>
            <a:ahLst/>
            <a:cxnLst/>
            <a:rect l="l" t="t" r="r" b="b"/>
            <a:pathLst>
              <a:path w="100000" h="100000">
                <a:moveTo>
                  <a:pt x="60092" y="8665"/>
                </a:moveTo>
                <a:cubicBezTo>
                  <a:pt x="57811" y="8771"/>
                  <a:pt x="55538" y="9357"/>
                  <a:pt x="53418" y="10417"/>
                </a:cubicBezTo>
                <a:cubicBezTo>
                  <a:pt x="53357" y="10448"/>
                  <a:pt x="53296" y="10480"/>
                  <a:pt x="53236" y="10515"/>
                </a:cubicBezTo>
                <a:lnTo>
                  <a:pt x="46797" y="14235"/>
                </a:lnTo>
                <a:cubicBezTo>
                  <a:pt x="46729" y="14231"/>
                  <a:pt x="46661" y="14230"/>
                  <a:pt x="46593" y="14231"/>
                </a:cubicBezTo>
                <a:lnTo>
                  <a:pt x="3452" y="14231"/>
                </a:lnTo>
                <a:cubicBezTo>
                  <a:pt x="2955" y="14224"/>
                  <a:pt x="2462" y="14327"/>
                  <a:pt x="2009" y="14531"/>
                </a:cubicBezTo>
                <a:cubicBezTo>
                  <a:pt x="1556" y="14735"/>
                  <a:pt x="1153" y="15036"/>
                  <a:pt x="828" y="15412"/>
                </a:cubicBezTo>
                <a:cubicBezTo>
                  <a:pt x="504" y="15789"/>
                  <a:pt x="266" y="16231"/>
                  <a:pt x="131" y="16710"/>
                </a:cubicBezTo>
                <a:cubicBezTo>
                  <a:pt x="-4" y="17189"/>
                  <a:pt x="-33" y="17691"/>
                  <a:pt x="46" y="18181"/>
                </a:cubicBezTo>
                <a:lnTo>
                  <a:pt x="46" y="60212"/>
                </a:lnTo>
                <a:cubicBezTo>
                  <a:pt x="-36" y="60703"/>
                  <a:pt x="-8" y="61208"/>
                  <a:pt x="126" y="61688"/>
                </a:cubicBezTo>
                <a:cubicBezTo>
                  <a:pt x="260" y="62167"/>
                  <a:pt x="498" y="62613"/>
                  <a:pt x="823" y="62989"/>
                </a:cubicBezTo>
                <a:cubicBezTo>
                  <a:pt x="1147" y="63368"/>
                  <a:pt x="1551" y="63671"/>
                  <a:pt x="2006" y="63875"/>
                </a:cubicBezTo>
                <a:cubicBezTo>
                  <a:pt x="2460" y="64080"/>
                  <a:pt x="2954" y="64183"/>
                  <a:pt x="3452" y="64176"/>
                </a:cubicBezTo>
                <a:lnTo>
                  <a:pt x="6446" y="64176"/>
                </a:lnTo>
                <a:cubicBezTo>
                  <a:pt x="7983" y="64176"/>
                  <a:pt x="9424" y="64781"/>
                  <a:pt x="10494" y="65874"/>
                </a:cubicBezTo>
                <a:cubicBezTo>
                  <a:pt x="15802" y="71293"/>
                  <a:pt x="27412" y="83136"/>
                  <a:pt x="30810" y="86493"/>
                </a:cubicBezTo>
                <a:cubicBezTo>
                  <a:pt x="34727" y="90366"/>
                  <a:pt x="39779" y="91973"/>
                  <a:pt x="44327" y="91136"/>
                </a:cubicBezTo>
                <a:cubicBezTo>
                  <a:pt x="48015" y="90456"/>
                  <a:pt x="51245" y="87886"/>
                  <a:pt x="52859" y="84219"/>
                </a:cubicBezTo>
                <a:cubicBezTo>
                  <a:pt x="56743" y="83895"/>
                  <a:pt x="59727" y="82111"/>
                  <a:pt x="61529" y="79984"/>
                </a:cubicBezTo>
                <a:cubicBezTo>
                  <a:pt x="61575" y="79986"/>
                  <a:pt x="61620" y="79988"/>
                  <a:pt x="61667" y="79988"/>
                </a:cubicBezTo>
                <a:cubicBezTo>
                  <a:pt x="61667" y="79988"/>
                  <a:pt x="71916" y="80167"/>
                  <a:pt x="77618" y="79988"/>
                </a:cubicBezTo>
                <a:cubicBezTo>
                  <a:pt x="81585" y="79865"/>
                  <a:pt x="85585" y="78519"/>
                  <a:pt x="89113" y="75425"/>
                </a:cubicBezTo>
                <a:cubicBezTo>
                  <a:pt x="90705" y="74031"/>
                  <a:pt x="92620" y="73252"/>
                  <a:pt x="94568" y="73252"/>
                </a:cubicBezTo>
                <a:lnTo>
                  <a:pt x="96546" y="73252"/>
                </a:lnTo>
                <a:cubicBezTo>
                  <a:pt x="96997" y="73259"/>
                  <a:pt x="97445" y="73176"/>
                  <a:pt x="97864" y="73008"/>
                </a:cubicBezTo>
                <a:cubicBezTo>
                  <a:pt x="98283" y="72840"/>
                  <a:pt x="98664" y="72589"/>
                  <a:pt x="98985" y="72273"/>
                </a:cubicBezTo>
                <a:cubicBezTo>
                  <a:pt x="99306" y="71956"/>
                  <a:pt x="99562" y="71578"/>
                  <a:pt x="99735" y="71162"/>
                </a:cubicBezTo>
                <a:cubicBezTo>
                  <a:pt x="99910" y="70745"/>
                  <a:pt x="100001" y="70299"/>
                  <a:pt x="100001" y="69847"/>
                </a:cubicBezTo>
                <a:cubicBezTo>
                  <a:pt x="100001" y="69396"/>
                  <a:pt x="99910" y="68950"/>
                  <a:pt x="99735" y="68533"/>
                </a:cubicBezTo>
                <a:cubicBezTo>
                  <a:pt x="99562" y="68117"/>
                  <a:pt x="99306" y="67739"/>
                  <a:pt x="98985" y="67422"/>
                </a:cubicBezTo>
                <a:cubicBezTo>
                  <a:pt x="98664" y="67105"/>
                  <a:pt x="98283" y="66856"/>
                  <a:pt x="97864" y="66687"/>
                </a:cubicBezTo>
                <a:cubicBezTo>
                  <a:pt x="97445" y="66519"/>
                  <a:pt x="96997" y="66435"/>
                  <a:pt x="96546" y="66442"/>
                </a:cubicBezTo>
                <a:lnTo>
                  <a:pt x="94568" y="66442"/>
                </a:lnTo>
                <a:cubicBezTo>
                  <a:pt x="90812" y="66442"/>
                  <a:pt x="87324" y="67939"/>
                  <a:pt x="84625" y="70304"/>
                </a:cubicBezTo>
                <a:cubicBezTo>
                  <a:pt x="82146" y="72478"/>
                  <a:pt x="80177" y="73096"/>
                  <a:pt x="77410" y="73182"/>
                </a:cubicBezTo>
                <a:lnTo>
                  <a:pt x="77405" y="73182"/>
                </a:lnTo>
                <a:cubicBezTo>
                  <a:pt x="75546" y="73241"/>
                  <a:pt x="72956" y="73229"/>
                  <a:pt x="70518" y="73227"/>
                </a:cubicBezTo>
                <a:cubicBezTo>
                  <a:pt x="72256" y="71794"/>
                  <a:pt x="73814" y="69712"/>
                  <a:pt x="74776" y="66930"/>
                </a:cubicBezTo>
                <a:cubicBezTo>
                  <a:pt x="78710" y="66030"/>
                  <a:pt x="82045" y="63821"/>
                  <a:pt x="83294" y="60376"/>
                </a:cubicBezTo>
                <a:cubicBezTo>
                  <a:pt x="84836" y="56124"/>
                  <a:pt x="83637" y="50985"/>
                  <a:pt x="79853" y="47113"/>
                </a:cubicBezTo>
                <a:cubicBezTo>
                  <a:pt x="76986" y="44179"/>
                  <a:pt x="64257" y="29998"/>
                  <a:pt x="64257" y="29998"/>
                </a:cubicBezTo>
                <a:cubicBezTo>
                  <a:pt x="63810" y="29500"/>
                  <a:pt x="63226" y="29144"/>
                  <a:pt x="62579" y="28976"/>
                </a:cubicBezTo>
                <a:cubicBezTo>
                  <a:pt x="61931" y="28807"/>
                  <a:pt x="61248" y="28832"/>
                  <a:pt x="60615" y="29049"/>
                </a:cubicBezTo>
                <a:cubicBezTo>
                  <a:pt x="60615" y="29049"/>
                  <a:pt x="47645" y="33367"/>
                  <a:pt x="38087" y="33367"/>
                </a:cubicBezTo>
                <a:cubicBezTo>
                  <a:pt x="36672" y="33367"/>
                  <a:pt x="35441" y="33202"/>
                  <a:pt x="34362" y="32934"/>
                </a:cubicBezTo>
                <a:cubicBezTo>
                  <a:pt x="33003" y="32594"/>
                  <a:pt x="32489" y="31714"/>
                  <a:pt x="32371" y="30574"/>
                </a:cubicBezTo>
                <a:cubicBezTo>
                  <a:pt x="32253" y="29441"/>
                  <a:pt x="32626" y="28441"/>
                  <a:pt x="33768" y="27861"/>
                </a:cubicBezTo>
                <a:lnTo>
                  <a:pt x="44429" y="23436"/>
                </a:lnTo>
                <a:cubicBezTo>
                  <a:pt x="44566" y="23378"/>
                  <a:pt x="44700" y="23311"/>
                  <a:pt x="44828" y="23236"/>
                </a:cubicBezTo>
                <a:lnTo>
                  <a:pt x="56482" y="16501"/>
                </a:lnTo>
                <a:cubicBezTo>
                  <a:pt x="59057" y="15219"/>
                  <a:pt x="61793" y="15122"/>
                  <a:pt x="64274" y="16115"/>
                </a:cubicBezTo>
                <a:lnTo>
                  <a:pt x="79623" y="22251"/>
                </a:lnTo>
                <a:cubicBezTo>
                  <a:pt x="81367" y="22952"/>
                  <a:pt x="83230" y="23306"/>
                  <a:pt x="85104" y="23307"/>
                </a:cubicBezTo>
                <a:lnTo>
                  <a:pt x="96546" y="23311"/>
                </a:lnTo>
                <a:cubicBezTo>
                  <a:pt x="96997" y="23318"/>
                  <a:pt x="97445" y="23234"/>
                  <a:pt x="97864" y="23066"/>
                </a:cubicBezTo>
                <a:cubicBezTo>
                  <a:pt x="98283" y="22898"/>
                  <a:pt x="98664" y="22648"/>
                  <a:pt x="98985" y="22331"/>
                </a:cubicBezTo>
                <a:cubicBezTo>
                  <a:pt x="99306" y="22015"/>
                  <a:pt x="99562" y="21637"/>
                  <a:pt x="99735" y="21220"/>
                </a:cubicBezTo>
                <a:cubicBezTo>
                  <a:pt x="99910" y="20804"/>
                  <a:pt x="100001" y="20357"/>
                  <a:pt x="100001" y="19906"/>
                </a:cubicBezTo>
                <a:cubicBezTo>
                  <a:pt x="100001" y="19455"/>
                  <a:pt x="99910" y="19008"/>
                  <a:pt x="99735" y="18592"/>
                </a:cubicBezTo>
                <a:cubicBezTo>
                  <a:pt x="99562" y="18176"/>
                  <a:pt x="99306" y="17798"/>
                  <a:pt x="98985" y="17481"/>
                </a:cubicBezTo>
                <a:cubicBezTo>
                  <a:pt x="98664" y="17164"/>
                  <a:pt x="98283" y="16914"/>
                  <a:pt x="97864" y="16746"/>
                </a:cubicBezTo>
                <a:cubicBezTo>
                  <a:pt x="97445" y="16578"/>
                  <a:pt x="96997" y="16494"/>
                  <a:pt x="96546" y="16501"/>
                </a:cubicBezTo>
                <a:lnTo>
                  <a:pt x="85109" y="16497"/>
                </a:lnTo>
                <a:cubicBezTo>
                  <a:pt x="84096" y="16497"/>
                  <a:pt x="83097" y="16308"/>
                  <a:pt x="82164" y="15933"/>
                </a:cubicBezTo>
                <a:lnTo>
                  <a:pt x="82155" y="15928"/>
                </a:lnTo>
                <a:lnTo>
                  <a:pt x="66806" y="9792"/>
                </a:lnTo>
                <a:cubicBezTo>
                  <a:pt x="64662" y="8934"/>
                  <a:pt x="62373" y="8560"/>
                  <a:pt x="60092" y="866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4" name="Красный — SVG 37">
            <a:extLst>
              <a:ext uri="{FF2B5EF4-FFF2-40B4-BE49-F238E27FC236}">
                <a16:creationId xmlns:a16="http://schemas.microsoft.com/office/drawing/2014/main" id="{CE6301FB-CFFD-0445-9805-1295CFC8B008}"/>
              </a:ext>
            </a:extLst>
          </p:cNvPr>
          <p:cNvSpPr>
            <a:spLocks noGrp="1"/>
          </p:cNvSpPr>
          <p:nvPr/>
        </p:nvSpPr>
        <p:spPr>
          <a:xfrm>
            <a:off x="420000" y="1670000"/>
            <a:ext cx="220000" cy="220000"/>
          </a:xfrm>
          <a:custGeom>
            <a:avLst/>
            <a:gdLst>
              <a:gd name="csX0" fmla="*/ 146486 w 159521"/>
              <a:gd name="csY0" fmla="*/ 2 h 141762"/>
              <a:gd name="csX1" fmla="*/ 142742 w 159521"/>
              <a:gd name="csY1" fmla="*/ 1712 h 141762"/>
              <a:gd name="csX2" fmla="*/ 125593 w 159521"/>
              <a:gd name="csY2" fmla="*/ 20332 h 141762"/>
              <a:gd name="csX3" fmla="*/ 98286 w 159521"/>
              <a:gd name="csY3" fmla="*/ 27877 h 141762"/>
              <a:gd name="csX4" fmla="*/ 105415 w 159521"/>
              <a:gd name="csY4" fmla="*/ 36938 h 141762"/>
              <a:gd name="csX5" fmla="*/ 128417 w 159521"/>
              <a:gd name="csY5" fmla="*/ 30576 h 141762"/>
              <a:gd name="csX6" fmla="*/ 152695 w 159521"/>
              <a:gd name="csY6" fmla="*/ 37741 h 141762"/>
              <a:gd name="csX7" fmla="*/ 154210 w 159521"/>
              <a:gd name="csY7" fmla="*/ 37962 h 141762"/>
              <a:gd name="csX8" fmla="*/ 157936 w 159521"/>
              <a:gd name="csY8" fmla="*/ 36440 h 141762"/>
              <a:gd name="csX9" fmla="*/ 159330 w 159521"/>
              <a:gd name="csY9" fmla="*/ 31235 h 141762"/>
              <a:gd name="csX10" fmla="*/ 151777 w 159521"/>
              <a:gd name="csY10" fmla="*/ 3906 h 141762"/>
              <a:gd name="csX11" fmla="*/ 147898 w 159521"/>
              <a:gd name="csY11" fmla="*/ 155 h 141762"/>
              <a:gd name="csX12" fmla="*/ 146486 w 159521"/>
              <a:gd name="csY12" fmla="*/ 2 h 141762"/>
              <a:gd name="csX13" fmla="*/ 33670 w 159521"/>
              <a:gd name="csY13" fmla="*/ 10634 h 141762"/>
              <a:gd name="csX14" fmla="*/ 12369 w 159521"/>
              <a:gd name="csY14" fmla="*/ 19458 h 141762"/>
              <a:gd name="csX15" fmla="*/ 3539 w 159521"/>
              <a:gd name="csY15" fmla="*/ 40759 h 141762"/>
              <a:gd name="csX16" fmla="*/ 12369 w 159521"/>
              <a:gd name="csY16" fmla="*/ 62059 h 141762"/>
              <a:gd name="csX17" fmla="*/ 33670 w 159521"/>
              <a:gd name="csY17" fmla="*/ 70882 h 141762"/>
              <a:gd name="csX18" fmla="*/ 51942 w 159521"/>
              <a:gd name="csY18" fmla="*/ 64714 h 141762"/>
              <a:gd name="csX19" fmla="*/ 62729 w 159521"/>
              <a:gd name="csY19" fmla="*/ 48739 h 141762"/>
              <a:gd name="csX20" fmla="*/ 75012 w 159521"/>
              <a:gd name="csY20" fmla="*/ 45340 h 141762"/>
              <a:gd name="csX21" fmla="*/ 75318 w 159521"/>
              <a:gd name="csY21" fmla="*/ 47169 h 141762"/>
              <a:gd name="csX22" fmla="*/ 82974 w 159521"/>
              <a:gd name="csY22" fmla="*/ 74856 h 141762"/>
              <a:gd name="csX23" fmla="*/ 60432 w 159521"/>
              <a:gd name="csY23" fmla="*/ 84124 h 141762"/>
              <a:gd name="csX24" fmla="*/ 55719 w 159521"/>
              <a:gd name="csY24" fmla="*/ 85058 h 141762"/>
              <a:gd name="csX25" fmla="*/ 37209 w 159521"/>
              <a:gd name="csY25" fmla="*/ 85058 h 141762"/>
              <a:gd name="csX26" fmla="*/ 0 w 159521"/>
              <a:gd name="csY26" fmla="*/ 122269 h 141762"/>
              <a:gd name="csX27" fmla="*/ 0 w 159521"/>
              <a:gd name="csY27" fmla="*/ 136447 h 141762"/>
              <a:gd name="csX28" fmla="*/ 5308 w 159521"/>
              <a:gd name="csY28" fmla="*/ 141763 h 141762"/>
              <a:gd name="csX29" fmla="*/ 65570 w 159521"/>
              <a:gd name="csY29" fmla="*/ 141763 h 141762"/>
              <a:gd name="csX30" fmla="*/ 70895 w 159521"/>
              <a:gd name="csY30" fmla="*/ 136447 h 141762"/>
              <a:gd name="csX31" fmla="*/ 70895 w 159521"/>
              <a:gd name="csY31" fmla="*/ 116435 h 141762"/>
              <a:gd name="csX32" fmla="*/ 103459 w 159521"/>
              <a:gd name="csY32" fmla="*/ 93385 h 141762"/>
              <a:gd name="csX33" fmla="*/ 109311 w 159521"/>
              <a:gd name="csY33" fmla="*/ 76994 h 141762"/>
              <a:gd name="csX34" fmla="*/ 99239 w 159521"/>
              <a:gd name="csY34" fmla="*/ 40558 h 141762"/>
              <a:gd name="csX35" fmla="*/ 93387 w 159521"/>
              <a:gd name="csY35" fmla="*/ 33062 h 141762"/>
              <a:gd name="csX36" fmla="*/ 83995 w 159521"/>
              <a:gd name="csY36" fmla="*/ 31905 h 141762"/>
              <a:gd name="csX37" fmla="*/ 83978 w 159521"/>
              <a:gd name="csY37" fmla="*/ 31913 h 141762"/>
              <a:gd name="csX38" fmla="*/ 63596 w 159521"/>
              <a:gd name="csY38" fmla="*/ 37491 h 141762"/>
              <a:gd name="csX39" fmla="*/ 53779 w 159521"/>
              <a:gd name="csY39" fmla="*/ 18340 h 141762"/>
              <a:gd name="csX40" fmla="*/ 33670 w 159521"/>
              <a:gd name="csY40" fmla="*/ 10634 h 141762"/>
              <a:gd name="csX41" fmla="*/ 130169 w 159521"/>
              <a:gd name="csY41" fmla="*/ 37450 h 141762"/>
              <a:gd name="csX42" fmla="*/ 107474 w 159521"/>
              <a:gd name="csY42" fmla="*/ 43728 h 141762"/>
              <a:gd name="csX43" fmla="*/ 116151 w 159521"/>
              <a:gd name="csY43" fmla="*/ 75105 h 141762"/>
              <a:gd name="csX44" fmla="*/ 107559 w 159521"/>
              <a:gd name="csY44" fmla="*/ 99172 h 141762"/>
              <a:gd name="csX45" fmla="*/ 92757 w 159521"/>
              <a:gd name="csY45" fmla="*/ 109652 h 141762"/>
              <a:gd name="csX46" fmla="*/ 100549 w 159521"/>
              <a:gd name="csY46" fmla="*/ 137865 h 141762"/>
              <a:gd name="csX47" fmla="*/ 104735 w 159521"/>
              <a:gd name="csY47" fmla="*/ 141679 h 141762"/>
              <a:gd name="csX48" fmla="*/ 105670 w 159521"/>
              <a:gd name="csY48" fmla="*/ 141763 h 141762"/>
              <a:gd name="csX49" fmla="*/ 109975 w 159521"/>
              <a:gd name="csY49" fmla="*/ 139582 h 141762"/>
              <a:gd name="csX50" fmla="*/ 124300 w 159521"/>
              <a:gd name="csY50" fmla="*/ 119964 h 141762"/>
              <a:gd name="csX51" fmla="*/ 146656 w 159521"/>
              <a:gd name="csY51" fmla="*/ 129455 h 141762"/>
              <a:gd name="csX52" fmla="*/ 152236 w 159521"/>
              <a:gd name="csY52" fmla="*/ 128562 h 141762"/>
              <a:gd name="csX53" fmla="*/ 153853 w 159521"/>
              <a:gd name="csY53" fmla="*/ 123142 h 141762"/>
              <a:gd name="csX54" fmla="*/ 130169 w 159521"/>
              <a:gd name="csY54" fmla="*/ 37450 h 141762"/>
            </a:gdLst>
            <a:ahLst/>
            <a:cxnLst/>
            <a:rect l="l" t="t" r="r" b="b"/>
            <a:pathLst>
              <a:path w="100000" h="100000">
                <a:moveTo>
                  <a:pt x="91829" y="5568"/>
                </a:moveTo>
                <a:cubicBezTo>
                  <a:pt x="90954" y="5595"/>
                  <a:pt x="90100" y="5975"/>
                  <a:pt x="89482" y="6640"/>
                </a:cubicBezTo>
                <a:lnTo>
                  <a:pt x="78731" y="18312"/>
                </a:lnTo>
                <a:lnTo>
                  <a:pt x="61613" y="23042"/>
                </a:lnTo>
                <a:cubicBezTo>
                  <a:pt x="63661" y="24448"/>
                  <a:pt x="65197" y="26405"/>
                  <a:pt x="66082" y="28722"/>
                </a:cubicBezTo>
                <a:lnTo>
                  <a:pt x="80502" y="24734"/>
                </a:lnTo>
                <a:lnTo>
                  <a:pt x="95721" y="29225"/>
                </a:lnTo>
                <a:cubicBezTo>
                  <a:pt x="96041" y="29316"/>
                  <a:pt x="96361" y="29364"/>
                  <a:pt x="96671" y="29364"/>
                </a:cubicBezTo>
                <a:cubicBezTo>
                  <a:pt x="97534" y="29364"/>
                  <a:pt x="98377" y="29032"/>
                  <a:pt x="99006" y="28410"/>
                </a:cubicBezTo>
                <a:cubicBezTo>
                  <a:pt x="99870" y="27558"/>
                  <a:pt x="100201" y="26310"/>
                  <a:pt x="99880" y="25147"/>
                </a:cubicBezTo>
                <a:lnTo>
                  <a:pt x="95145" y="8015"/>
                </a:lnTo>
                <a:cubicBezTo>
                  <a:pt x="94825" y="6850"/>
                  <a:pt x="93897" y="5948"/>
                  <a:pt x="92714" y="5664"/>
                </a:cubicBezTo>
                <a:cubicBezTo>
                  <a:pt x="92425" y="5592"/>
                  <a:pt x="92127" y="5559"/>
                  <a:pt x="91829" y="5568"/>
                </a:cubicBezTo>
                <a:close/>
                <a:moveTo>
                  <a:pt x="21107" y="12233"/>
                </a:moveTo>
                <a:cubicBezTo>
                  <a:pt x="16104" y="12233"/>
                  <a:pt x="11294" y="14222"/>
                  <a:pt x="7754" y="17764"/>
                </a:cubicBezTo>
                <a:cubicBezTo>
                  <a:pt x="4213" y="21305"/>
                  <a:pt x="2219" y="26108"/>
                  <a:pt x="2219" y="31117"/>
                </a:cubicBezTo>
                <a:cubicBezTo>
                  <a:pt x="2219" y="36125"/>
                  <a:pt x="4213" y="40928"/>
                  <a:pt x="7754" y="44470"/>
                </a:cubicBezTo>
                <a:cubicBezTo>
                  <a:pt x="11294" y="48011"/>
                  <a:pt x="16104" y="50001"/>
                  <a:pt x="21107" y="50001"/>
                </a:cubicBezTo>
                <a:cubicBezTo>
                  <a:pt x="25245" y="50001"/>
                  <a:pt x="29266" y="48642"/>
                  <a:pt x="32561" y="46134"/>
                </a:cubicBezTo>
                <a:cubicBezTo>
                  <a:pt x="35846" y="43627"/>
                  <a:pt x="38224" y="40108"/>
                  <a:pt x="39323" y="36120"/>
                </a:cubicBezTo>
                <a:lnTo>
                  <a:pt x="47023" y="33989"/>
                </a:lnTo>
                <a:cubicBezTo>
                  <a:pt x="47066" y="34372"/>
                  <a:pt x="47120" y="34757"/>
                  <a:pt x="47215" y="35135"/>
                </a:cubicBezTo>
                <a:lnTo>
                  <a:pt x="52014" y="52492"/>
                </a:lnTo>
                <a:lnTo>
                  <a:pt x="37883" y="58302"/>
                </a:lnTo>
                <a:cubicBezTo>
                  <a:pt x="36934" y="58689"/>
                  <a:pt x="35943" y="58887"/>
                  <a:pt x="34929" y="58887"/>
                </a:cubicBezTo>
                <a:lnTo>
                  <a:pt x="23325" y="58887"/>
                </a:lnTo>
                <a:cubicBezTo>
                  <a:pt x="10463" y="58887"/>
                  <a:pt x="0" y="69352"/>
                  <a:pt x="0" y="82214"/>
                </a:cubicBezTo>
                <a:lnTo>
                  <a:pt x="0" y="91102"/>
                </a:lnTo>
                <a:cubicBezTo>
                  <a:pt x="0" y="92941"/>
                  <a:pt x="1493" y="94434"/>
                  <a:pt x="3327" y="94434"/>
                </a:cubicBezTo>
                <a:lnTo>
                  <a:pt x="41104" y="94434"/>
                </a:lnTo>
                <a:cubicBezTo>
                  <a:pt x="42949" y="94434"/>
                  <a:pt x="44442" y="92941"/>
                  <a:pt x="44442" y="91102"/>
                </a:cubicBezTo>
                <a:lnTo>
                  <a:pt x="44442" y="78557"/>
                </a:lnTo>
                <a:lnTo>
                  <a:pt x="64856" y="64107"/>
                </a:lnTo>
                <a:cubicBezTo>
                  <a:pt x="68108" y="61803"/>
                  <a:pt x="69591" y="57674"/>
                  <a:pt x="68525" y="53832"/>
                </a:cubicBezTo>
                <a:lnTo>
                  <a:pt x="62211" y="30991"/>
                </a:lnTo>
                <a:cubicBezTo>
                  <a:pt x="61656" y="28985"/>
                  <a:pt x="60355" y="27316"/>
                  <a:pt x="58542" y="26292"/>
                </a:cubicBezTo>
                <a:cubicBezTo>
                  <a:pt x="56761" y="25282"/>
                  <a:pt x="54564" y="25033"/>
                  <a:pt x="52655" y="25567"/>
                </a:cubicBezTo>
                <a:cubicBezTo>
                  <a:pt x="52644" y="25567"/>
                  <a:pt x="52644" y="25571"/>
                  <a:pt x="52644" y="25572"/>
                </a:cubicBezTo>
                <a:lnTo>
                  <a:pt x="39867" y="29069"/>
                </a:lnTo>
                <a:cubicBezTo>
                  <a:pt x="39366" y="24445"/>
                  <a:pt x="37169" y="20169"/>
                  <a:pt x="33713" y="17063"/>
                </a:cubicBezTo>
                <a:cubicBezTo>
                  <a:pt x="30247" y="13957"/>
                  <a:pt x="25756" y="12237"/>
                  <a:pt x="21107" y="12233"/>
                </a:cubicBezTo>
                <a:close/>
                <a:moveTo>
                  <a:pt x="81600" y="29043"/>
                </a:moveTo>
                <a:lnTo>
                  <a:pt x="67373" y="32978"/>
                </a:lnTo>
                <a:lnTo>
                  <a:pt x="72812" y="52648"/>
                </a:lnTo>
                <a:cubicBezTo>
                  <a:pt x="74369" y="58289"/>
                  <a:pt x="72204" y="64354"/>
                  <a:pt x="67426" y="67735"/>
                </a:cubicBezTo>
                <a:lnTo>
                  <a:pt x="58147" y="74305"/>
                </a:lnTo>
                <a:lnTo>
                  <a:pt x="63032" y="91991"/>
                </a:lnTo>
                <a:cubicBezTo>
                  <a:pt x="63373" y="93224"/>
                  <a:pt x="64387" y="94152"/>
                  <a:pt x="65656" y="94382"/>
                </a:cubicBezTo>
                <a:cubicBezTo>
                  <a:pt x="65848" y="94419"/>
                  <a:pt x="66050" y="94434"/>
                  <a:pt x="66242" y="94434"/>
                </a:cubicBezTo>
                <a:cubicBezTo>
                  <a:pt x="67298" y="94434"/>
                  <a:pt x="68301" y="93934"/>
                  <a:pt x="68941" y="93067"/>
                </a:cubicBezTo>
                <a:lnTo>
                  <a:pt x="77921" y="80769"/>
                </a:lnTo>
                <a:lnTo>
                  <a:pt x="91935" y="86719"/>
                </a:lnTo>
                <a:cubicBezTo>
                  <a:pt x="93119" y="87221"/>
                  <a:pt x="94473" y="87001"/>
                  <a:pt x="95433" y="86159"/>
                </a:cubicBezTo>
                <a:cubicBezTo>
                  <a:pt x="96393" y="85318"/>
                  <a:pt x="96788" y="83994"/>
                  <a:pt x="96447" y="82761"/>
                </a:cubicBezTo>
                <a:lnTo>
                  <a:pt x="81600" y="2904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5" name="Красный — SVG 38">
            <a:extLst>
              <a:ext uri="{FF2B5EF4-FFF2-40B4-BE49-F238E27FC236}">
                <a16:creationId xmlns:a16="http://schemas.microsoft.com/office/drawing/2014/main" id="{3FAF2502-B615-FA44-BE01-F4CD8F4C06EC}"/>
              </a:ext>
            </a:extLst>
          </p:cNvPr>
          <p:cNvSpPr>
            <a:spLocks noGrp="1"/>
          </p:cNvSpPr>
          <p:nvPr/>
        </p:nvSpPr>
        <p:spPr>
          <a:xfrm>
            <a:off x="1020000" y="1670000"/>
            <a:ext cx="220000" cy="220000"/>
          </a:xfrm>
          <a:custGeom>
            <a:avLst/>
            <a:gdLst>
              <a:gd name="csX0" fmla="*/ 54936 w 155961"/>
              <a:gd name="csY0" fmla="*/ 0 h 141758"/>
              <a:gd name="csX1" fmla="*/ 51176 w 155961"/>
              <a:gd name="csY1" fmla="*/ 1556 h 141758"/>
              <a:gd name="csX2" fmla="*/ 49628 w 155961"/>
              <a:gd name="csY2" fmla="*/ 5316 h 141758"/>
              <a:gd name="csX3" fmla="*/ 51176 w 155961"/>
              <a:gd name="csY3" fmla="*/ 9075 h 141758"/>
              <a:gd name="csX4" fmla="*/ 54936 w 155961"/>
              <a:gd name="csY4" fmla="*/ 10632 h 141758"/>
              <a:gd name="csX5" fmla="*/ 58696 w 155961"/>
              <a:gd name="csY5" fmla="*/ 9075 h 141758"/>
              <a:gd name="csX6" fmla="*/ 60261 w 155961"/>
              <a:gd name="csY6" fmla="*/ 5316 h 141758"/>
              <a:gd name="csX7" fmla="*/ 58696 w 155961"/>
              <a:gd name="csY7" fmla="*/ 1556 h 141758"/>
              <a:gd name="csX8" fmla="*/ 54936 w 155961"/>
              <a:gd name="csY8" fmla="*/ 0 h 141758"/>
              <a:gd name="csX9" fmla="*/ 118736 w 155961"/>
              <a:gd name="csY9" fmla="*/ 0 h 141758"/>
              <a:gd name="csX10" fmla="*/ 114976 w 155961"/>
              <a:gd name="csY10" fmla="*/ 1556 h 141758"/>
              <a:gd name="csX11" fmla="*/ 113428 w 155961"/>
              <a:gd name="csY11" fmla="*/ 5316 h 141758"/>
              <a:gd name="csX12" fmla="*/ 114976 w 155961"/>
              <a:gd name="csY12" fmla="*/ 9075 h 141758"/>
              <a:gd name="csX13" fmla="*/ 118736 w 155961"/>
              <a:gd name="csY13" fmla="*/ 10632 h 141758"/>
              <a:gd name="csX14" fmla="*/ 122496 w 155961"/>
              <a:gd name="csY14" fmla="*/ 9075 h 141758"/>
              <a:gd name="csX15" fmla="*/ 124062 w 155961"/>
              <a:gd name="csY15" fmla="*/ 5316 h 141758"/>
              <a:gd name="csX16" fmla="*/ 122496 w 155961"/>
              <a:gd name="csY16" fmla="*/ 1556 h 141758"/>
              <a:gd name="csX17" fmla="*/ 118736 w 155961"/>
              <a:gd name="csY17" fmla="*/ 0 h 141758"/>
              <a:gd name="csX18" fmla="*/ 86598 w 155961"/>
              <a:gd name="csY18" fmla="*/ 27 h 141758"/>
              <a:gd name="csX19" fmla="*/ 63562 w 155961"/>
              <a:gd name="csY19" fmla="*/ 23043 h 141758"/>
              <a:gd name="csX20" fmla="*/ 70792 w 155961"/>
              <a:gd name="csY20" fmla="*/ 39780 h 141758"/>
              <a:gd name="csX21" fmla="*/ 70792 w 155961"/>
              <a:gd name="csY21" fmla="*/ 39862 h 141758"/>
              <a:gd name="csX22" fmla="*/ 74280 w 155961"/>
              <a:gd name="csY22" fmla="*/ 56274 h 141758"/>
              <a:gd name="csX23" fmla="*/ 74297 w 155961"/>
              <a:gd name="csY23" fmla="*/ 56302 h 141758"/>
              <a:gd name="csX24" fmla="*/ 83638 w 155961"/>
              <a:gd name="csY24" fmla="*/ 63798 h 141758"/>
              <a:gd name="csX25" fmla="*/ 86598 w 155961"/>
              <a:gd name="csY25" fmla="*/ 63798 h 141758"/>
              <a:gd name="csX26" fmla="*/ 89575 w 155961"/>
              <a:gd name="csY26" fmla="*/ 63798 h 141758"/>
              <a:gd name="csX27" fmla="*/ 98916 w 155961"/>
              <a:gd name="csY27" fmla="*/ 56302 h 141758"/>
              <a:gd name="csX28" fmla="*/ 98916 w 155961"/>
              <a:gd name="csY28" fmla="*/ 56274 h 141758"/>
              <a:gd name="csX29" fmla="*/ 102420 w 155961"/>
              <a:gd name="csY29" fmla="*/ 39808 h 141758"/>
              <a:gd name="csX30" fmla="*/ 102420 w 155961"/>
              <a:gd name="csY30" fmla="*/ 39774 h 141758"/>
              <a:gd name="csX31" fmla="*/ 102420 w 155961"/>
              <a:gd name="csY31" fmla="*/ 39774 h 141758"/>
              <a:gd name="csX32" fmla="*/ 109651 w 155961"/>
              <a:gd name="csY32" fmla="*/ 23043 h 141758"/>
              <a:gd name="csX33" fmla="*/ 86598 w 155961"/>
              <a:gd name="csY33" fmla="*/ 27 h 141758"/>
              <a:gd name="csX34" fmla="*/ 86598 w 155961"/>
              <a:gd name="csY34" fmla="*/ 27 h 141758"/>
              <a:gd name="csX35" fmla="*/ 86598 w 155961"/>
              <a:gd name="csY35" fmla="*/ 10659 h 141758"/>
              <a:gd name="csX36" fmla="*/ 86598 w 155961"/>
              <a:gd name="csY36" fmla="*/ 10659 h 141758"/>
              <a:gd name="csX37" fmla="*/ 99018 w 155961"/>
              <a:gd name="csY37" fmla="*/ 23043 h 141758"/>
              <a:gd name="csX38" fmla="*/ 95105 w 155961"/>
              <a:gd name="csY38" fmla="*/ 32049 h 141758"/>
              <a:gd name="csX39" fmla="*/ 92025 w 155961"/>
              <a:gd name="csY39" fmla="*/ 37544 h 141758"/>
              <a:gd name="csX40" fmla="*/ 92025 w 155961"/>
              <a:gd name="csY40" fmla="*/ 37572 h 141758"/>
              <a:gd name="csX41" fmla="*/ 90222 w 155961"/>
              <a:gd name="csY41" fmla="*/ 46071 h 141758"/>
              <a:gd name="csX42" fmla="*/ 82991 w 155961"/>
              <a:gd name="csY42" fmla="*/ 46071 h 141758"/>
              <a:gd name="csX43" fmla="*/ 81188 w 155961"/>
              <a:gd name="csY43" fmla="*/ 37572 h 141758"/>
              <a:gd name="csX44" fmla="*/ 81171 w 155961"/>
              <a:gd name="csY44" fmla="*/ 37544 h 141758"/>
              <a:gd name="csX45" fmla="*/ 78091 w 155961"/>
              <a:gd name="csY45" fmla="*/ 32049 h 141758"/>
              <a:gd name="csX46" fmla="*/ 74195 w 155961"/>
              <a:gd name="csY46" fmla="*/ 23043 h 141758"/>
              <a:gd name="csX47" fmla="*/ 86598 w 155961"/>
              <a:gd name="csY47" fmla="*/ 10659 h 141758"/>
              <a:gd name="csX48" fmla="*/ 47858 w 155961"/>
              <a:gd name="csY48" fmla="*/ 17720 h 141758"/>
              <a:gd name="csX49" fmla="*/ 44099 w 155961"/>
              <a:gd name="csY49" fmla="*/ 19277 h 141758"/>
              <a:gd name="csX50" fmla="*/ 42533 w 155961"/>
              <a:gd name="csY50" fmla="*/ 23036 h 141758"/>
              <a:gd name="csX51" fmla="*/ 44099 w 155961"/>
              <a:gd name="csY51" fmla="*/ 26794 h 141758"/>
              <a:gd name="csX52" fmla="*/ 47858 w 155961"/>
              <a:gd name="csY52" fmla="*/ 28352 h 141758"/>
              <a:gd name="csX53" fmla="*/ 51618 w 155961"/>
              <a:gd name="csY53" fmla="*/ 26794 h 141758"/>
              <a:gd name="csX54" fmla="*/ 53167 w 155961"/>
              <a:gd name="csY54" fmla="*/ 23036 h 141758"/>
              <a:gd name="csX55" fmla="*/ 51618 w 155961"/>
              <a:gd name="csY55" fmla="*/ 19277 h 141758"/>
              <a:gd name="csX56" fmla="*/ 47858 w 155961"/>
              <a:gd name="csY56" fmla="*/ 17720 h 141758"/>
              <a:gd name="csX57" fmla="*/ 125831 w 155961"/>
              <a:gd name="csY57" fmla="*/ 17720 h 141758"/>
              <a:gd name="csX58" fmla="*/ 122071 w 155961"/>
              <a:gd name="csY58" fmla="*/ 19277 h 141758"/>
              <a:gd name="csX59" fmla="*/ 120506 w 155961"/>
              <a:gd name="csY59" fmla="*/ 23036 h 141758"/>
              <a:gd name="csX60" fmla="*/ 122071 w 155961"/>
              <a:gd name="csY60" fmla="*/ 26794 h 141758"/>
              <a:gd name="csX61" fmla="*/ 125831 w 155961"/>
              <a:gd name="csY61" fmla="*/ 28352 h 141758"/>
              <a:gd name="csX62" fmla="*/ 129591 w 155961"/>
              <a:gd name="csY62" fmla="*/ 26794 h 141758"/>
              <a:gd name="csX63" fmla="*/ 131139 w 155961"/>
              <a:gd name="csY63" fmla="*/ 23036 h 141758"/>
              <a:gd name="csX64" fmla="*/ 129591 w 155961"/>
              <a:gd name="csY64" fmla="*/ 19277 h 141758"/>
              <a:gd name="csX65" fmla="*/ 125831 w 155961"/>
              <a:gd name="csY65" fmla="*/ 17720 h 141758"/>
              <a:gd name="csX66" fmla="*/ 54936 w 155961"/>
              <a:gd name="csY66" fmla="*/ 35439 h 141758"/>
              <a:gd name="csX67" fmla="*/ 51176 w 155961"/>
              <a:gd name="csY67" fmla="*/ 36997 h 141758"/>
              <a:gd name="csX68" fmla="*/ 49628 w 155961"/>
              <a:gd name="csY68" fmla="*/ 40755 h 141758"/>
              <a:gd name="csX69" fmla="*/ 51176 w 155961"/>
              <a:gd name="csY69" fmla="*/ 44515 h 141758"/>
              <a:gd name="csX70" fmla="*/ 54936 w 155961"/>
              <a:gd name="csY70" fmla="*/ 46071 h 141758"/>
              <a:gd name="csX71" fmla="*/ 58696 w 155961"/>
              <a:gd name="csY71" fmla="*/ 44515 h 141758"/>
              <a:gd name="csX72" fmla="*/ 60261 w 155961"/>
              <a:gd name="csY72" fmla="*/ 40755 h 141758"/>
              <a:gd name="csX73" fmla="*/ 58696 w 155961"/>
              <a:gd name="csY73" fmla="*/ 36997 h 141758"/>
              <a:gd name="csX74" fmla="*/ 54936 w 155961"/>
              <a:gd name="csY74" fmla="*/ 35439 h 141758"/>
              <a:gd name="csX75" fmla="*/ 118736 w 155961"/>
              <a:gd name="csY75" fmla="*/ 35439 h 141758"/>
              <a:gd name="csX76" fmla="*/ 114976 w 155961"/>
              <a:gd name="csY76" fmla="*/ 36997 h 141758"/>
              <a:gd name="csX77" fmla="*/ 113428 w 155961"/>
              <a:gd name="csY77" fmla="*/ 40755 h 141758"/>
              <a:gd name="csX78" fmla="*/ 114976 w 155961"/>
              <a:gd name="csY78" fmla="*/ 44515 h 141758"/>
              <a:gd name="csX79" fmla="*/ 118736 w 155961"/>
              <a:gd name="csY79" fmla="*/ 46071 h 141758"/>
              <a:gd name="csX80" fmla="*/ 122496 w 155961"/>
              <a:gd name="csY80" fmla="*/ 44515 h 141758"/>
              <a:gd name="csX81" fmla="*/ 124062 w 155961"/>
              <a:gd name="csY81" fmla="*/ 40755 h 141758"/>
              <a:gd name="csX82" fmla="*/ 122496 w 155961"/>
              <a:gd name="csY82" fmla="*/ 36997 h 141758"/>
              <a:gd name="csX83" fmla="*/ 118736 w 155961"/>
              <a:gd name="csY83" fmla="*/ 35439 h 141758"/>
              <a:gd name="csX84" fmla="*/ 146621 w 155961"/>
              <a:gd name="csY84" fmla="*/ 60269 h 141758"/>
              <a:gd name="csX85" fmla="*/ 130509 w 155961"/>
              <a:gd name="csY85" fmla="*/ 67060 h 141758"/>
              <a:gd name="csX86" fmla="*/ 112850 w 155961"/>
              <a:gd name="csY86" fmla="*/ 76708 h 141758"/>
              <a:gd name="csX87" fmla="*/ 113428 w 155961"/>
              <a:gd name="csY87" fmla="*/ 81533 h 141758"/>
              <a:gd name="csX88" fmla="*/ 92161 w 155961"/>
              <a:gd name="csY88" fmla="*/ 102796 h 141758"/>
              <a:gd name="csX89" fmla="*/ 65569 w 155961"/>
              <a:gd name="csY89" fmla="*/ 102796 h 141758"/>
              <a:gd name="csX90" fmla="*/ 60261 w 155961"/>
              <a:gd name="csY90" fmla="*/ 97480 h 141758"/>
              <a:gd name="csX91" fmla="*/ 65569 w 155961"/>
              <a:gd name="csY91" fmla="*/ 92164 h 141758"/>
              <a:gd name="csX92" fmla="*/ 92161 w 155961"/>
              <a:gd name="csY92" fmla="*/ 92164 h 141758"/>
              <a:gd name="csX93" fmla="*/ 102795 w 155961"/>
              <a:gd name="csY93" fmla="*/ 81533 h 141758"/>
              <a:gd name="csX94" fmla="*/ 99137 w 155961"/>
              <a:gd name="csY94" fmla="*/ 73573 h 141758"/>
              <a:gd name="csX95" fmla="*/ 90392 w 155961"/>
              <a:gd name="csY95" fmla="*/ 70901 h 141758"/>
              <a:gd name="csX96" fmla="*/ 74808 w 155961"/>
              <a:gd name="csY96" fmla="*/ 70901 h 141758"/>
              <a:gd name="csX97" fmla="*/ 72664 w 155961"/>
              <a:gd name="csY97" fmla="*/ 70901 h 141758"/>
              <a:gd name="csX98" fmla="*/ 72358 w 155961"/>
              <a:gd name="csY98" fmla="*/ 70867 h 141758"/>
              <a:gd name="csX99" fmla="*/ 54579 w 155961"/>
              <a:gd name="csY99" fmla="*/ 68886 h 141758"/>
              <a:gd name="csX100" fmla="*/ 41921 w 155961"/>
              <a:gd name="csY100" fmla="*/ 67357 h 141758"/>
              <a:gd name="csX101" fmla="*/ 476 w 155961"/>
              <a:gd name="csY101" fmla="*/ 100609 h 141758"/>
              <a:gd name="csX102" fmla="*/ 1037 w 155961"/>
              <a:gd name="csY102" fmla="*/ 105966 h 141758"/>
              <a:gd name="csX103" fmla="*/ 25843 w 155961"/>
              <a:gd name="csY103" fmla="*/ 139614 h 141758"/>
              <a:gd name="csX104" fmla="*/ 30113 w 155961"/>
              <a:gd name="csY104" fmla="*/ 141759 h 141758"/>
              <a:gd name="csX105" fmla="*/ 31117 w 155961"/>
              <a:gd name="csY105" fmla="*/ 141662 h 141758"/>
              <a:gd name="csX106" fmla="*/ 35268 w 155961"/>
              <a:gd name="csY106" fmla="*/ 137793 h 141758"/>
              <a:gd name="csX107" fmla="*/ 47858 w 155961"/>
              <a:gd name="csY107" fmla="*/ 127604 h 141758"/>
              <a:gd name="csX108" fmla="*/ 68853 w 155961"/>
              <a:gd name="csY108" fmla="*/ 129356 h 141758"/>
              <a:gd name="csX109" fmla="*/ 90392 w 155961"/>
              <a:gd name="csY109" fmla="*/ 131149 h 141758"/>
              <a:gd name="csX110" fmla="*/ 127600 w 155961"/>
              <a:gd name="csY110" fmla="*/ 102796 h 141758"/>
              <a:gd name="csX111" fmla="*/ 155962 w 155961"/>
              <a:gd name="csY111" fmla="*/ 68754 h 141758"/>
              <a:gd name="csX112" fmla="*/ 146621 w 155961"/>
              <a:gd name="csY112" fmla="*/ 60269 h 141758"/>
            </a:gdLst>
            <a:ahLst/>
            <a:cxnLst/>
            <a:rect l="l" t="t" r="r" b="b"/>
            <a:pathLst>
              <a:path w="100000" h="100000">
                <a:moveTo>
                  <a:pt x="35224" y="4553"/>
                </a:moveTo>
                <a:cubicBezTo>
                  <a:pt x="34319" y="4553"/>
                  <a:pt x="33457" y="4912"/>
                  <a:pt x="32813" y="5551"/>
                </a:cubicBezTo>
                <a:cubicBezTo>
                  <a:pt x="32180" y="6190"/>
                  <a:pt x="31821" y="7058"/>
                  <a:pt x="31821" y="7962"/>
                </a:cubicBezTo>
                <a:cubicBezTo>
                  <a:pt x="31821" y="8866"/>
                  <a:pt x="32180" y="9734"/>
                  <a:pt x="32813" y="10372"/>
                </a:cubicBezTo>
                <a:cubicBezTo>
                  <a:pt x="33457" y="11011"/>
                  <a:pt x="34319" y="11370"/>
                  <a:pt x="35224" y="11370"/>
                </a:cubicBezTo>
                <a:cubicBezTo>
                  <a:pt x="36130" y="11370"/>
                  <a:pt x="37002" y="11011"/>
                  <a:pt x="37635" y="10372"/>
                </a:cubicBezTo>
                <a:cubicBezTo>
                  <a:pt x="38279" y="9734"/>
                  <a:pt x="38639" y="8866"/>
                  <a:pt x="38639" y="7962"/>
                </a:cubicBezTo>
                <a:cubicBezTo>
                  <a:pt x="38639" y="7058"/>
                  <a:pt x="38279" y="6190"/>
                  <a:pt x="37635" y="5551"/>
                </a:cubicBezTo>
                <a:cubicBezTo>
                  <a:pt x="37002" y="4912"/>
                  <a:pt x="36130" y="4553"/>
                  <a:pt x="35224" y="4553"/>
                </a:cubicBezTo>
                <a:close/>
                <a:moveTo>
                  <a:pt x="76132" y="4553"/>
                </a:moveTo>
                <a:cubicBezTo>
                  <a:pt x="75226" y="4553"/>
                  <a:pt x="74365" y="4912"/>
                  <a:pt x="73721" y="5551"/>
                </a:cubicBezTo>
                <a:cubicBezTo>
                  <a:pt x="73089" y="6190"/>
                  <a:pt x="72728" y="7058"/>
                  <a:pt x="72728" y="7962"/>
                </a:cubicBezTo>
                <a:cubicBezTo>
                  <a:pt x="72728" y="8866"/>
                  <a:pt x="73089" y="9734"/>
                  <a:pt x="73721" y="10372"/>
                </a:cubicBezTo>
                <a:cubicBezTo>
                  <a:pt x="74365" y="11011"/>
                  <a:pt x="75226" y="11370"/>
                  <a:pt x="76132" y="11370"/>
                </a:cubicBezTo>
                <a:cubicBezTo>
                  <a:pt x="77037" y="11370"/>
                  <a:pt x="77911" y="11011"/>
                  <a:pt x="78543" y="10372"/>
                </a:cubicBezTo>
                <a:cubicBezTo>
                  <a:pt x="79186" y="9734"/>
                  <a:pt x="79547" y="8866"/>
                  <a:pt x="79547" y="7962"/>
                </a:cubicBezTo>
                <a:cubicBezTo>
                  <a:pt x="79547" y="7058"/>
                  <a:pt x="79186" y="6190"/>
                  <a:pt x="78543" y="5551"/>
                </a:cubicBezTo>
                <a:cubicBezTo>
                  <a:pt x="77911" y="4912"/>
                  <a:pt x="77037" y="4553"/>
                  <a:pt x="76132" y="4553"/>
                </a:cubicBezTo>
                <a:close/>
                <a:moveTo>
                  <a:pt x="55525" y="4571"/>
                </a:moveTo>
                <a:cubicBezTo>
                  <a:pt x="47409" y="4574"/>
                  <a:pt x="40755" y="11211"/>
                  <a:pt x="40755" y="19328"/>
                </a:cubicBezTo>
                <a:cubicBezTo>
                  <a:pt x="40755" y="23538"/>
                  <a:pt x="42544" y="27374"/>
                  <a:pt x="45391" y="30060"/>
                </a:cubicBezTo>
                <a:cubicBezTo>
                  <a:pt x="45369" y="30037"/>
                  <a:pt x="45380" y="30037"/>
                  <a:pt x="45391" y="30112"/>
                </a:cubicBezTo>
                <a:lnTo>
                  <a:pt x="47627" y="40635"/>
                </a:lnTo>
                <a:lnTo>
                  <a:pt x="47638" y="40653"/>
                </a:lnTo>
                <a:cubicBezTo>
                  <a:pt x="48260" y="43442"/>
                  <a:pt x="50769" y="45460"/>
                  <a:pt x="53628" y="45460"/>
                </a:cubicBezTo>
                <a:lnTo>
                  <a:pt x="55525" y="45460"/>
                </a:lnTo>
                <a:lnTo>
                  <a:pt x="57434" y="45460"/>
                </a:lnTo>
                <a:cubicBezTo>
                  <a:pt x="60293" y="45460"/>
                  <a:pt x="62802" y="43442"/>
                  <a:pt x="63424" y="40653"/>
                </a:cubicBezTo>
                <a:lnTo>
                  <a:pt x="63424" y="40635"/>
                </a:lnTo>
                <a:lnTo>
                  <a:pt x="65670" y="30078"/>
                </a:lnTo>
                <a:cubicBezTo>
                  <a:pt x="65670" y="30075"/>
                  <a:pt x="65681" y="30042"/>
                  <a:pt x="65670" y="30056"/>
                </a:cubicBezTo>
                <a:lnTo>
                  <a:pt x="65670" y="30056"/>
                </a:lnTo>
                <a:cubicBezTo>
                  <a:pt x="68507" y="27371"/>
                  <a:pt x="70307" y="23539"/>
                  <a:pt x="70307" y="19328"/>
                </a:cubicBezTo>
                <a:cubicBezTo>
                  <a:pt x="70307" y="11211"/>
                  <a:pt x="63642" y="4574"/>
                  <a:pt x="55525" y="4571"/>
                </a:cubicBezTo>
                <a:lnTo>
                  <a:pt x="55525" y="4571"/>
                </a:lnTo>
                <a:close/>
                <a:moveTo>
                  <a:pt x="55525" y="11388"/>
                </a:moveTo>
                <a:lnTo>
                  <a:pt x="55525" y="11388"/>
                </a:lnTo>
                <a:cubicBezTo>
                  <a:pt x="59965" y="11392"/>
                  <a:pt x="63489" y="14898"/>
                  <a:pt x="63489" y="19328"/>
                </a:cubicBezTo>
                <a:cubicBezTo>
                  <a:pt x="63489" y="21621"/>
                  <a:pt x="62528" y="23647"/>
                  <a:pt x="60980" y="25103"/>
                </a:cubicBezTo>
                <a:cubicBezTo>
                  <a:pt x="59932" y="26095"/>
                  <a:pt x="59300" y="27348"/>
                  <a:pt x="59005" y="28626"/>
                </a:cubicBezTo>
                <a:lnTo>
                  <a:pt x="59005" y="28644"/>
                </a:lnTo>
                <a:lnTo>
                  <a:pt x="57849" y="34093"/>
                </a:lnTo>
                <a:lnTo>
                  <a:pt x="53213" y="34093"/>
                </a:lnTo>
                <a:lnTo>
                  <a:pt x="52057" y="28644"/>
                </a:lnTo>
                <a:lnTo>
                  <a:pt x="52046" y="28626"/>
                </a:lnTo>
                <a:cubicBezTo>
                  <a:pt x="51762" y="27345"/>
                  <a:pt x="51119" y="26091"/>
                  <a:pt x="50071" y="25103"/>
                </a:cubicBezTo>
                <a:cubicBezTo>
                  <a:pt x="48533" y="23648"/>
                  <a:pt x="47573" y="21622"/>
                  <a:pt x="47573" y="19328"/>
                </a:cubicBezTo>
                <a:cubicBezTo>
                  <a:pt x="47573" y="14898"/>
                  <a:pt x="51085" y="11392"/>
                  <a:pt x="55525" y="11388"/>
                </a:cubicBezTo>
                <a:close/>
                <a:moveTo>
                  <a:pt x="30686" y="15915"/>
                </a:moveTo>
                <a:cubicBezTo>
                  <a:pt x="29781" y="15915"/>
                  <a:pt x="28908" y="16274"/>
                  <a:pt x="28276" y="16914"/>
                </a:cubicBezTo>
                <a:cubicBezTo>
                  <a:pt x="27632" y="17553"/>
                  <a:pt x="27272" y="18420"/>
                  <a:pt x="27272" y="19324"/>
                </a:cubicBezTo>
                <a:cubicBezTo>
                  <a:pt x="27272" y="20227"/>
                  <a:pt x="27632" y="21094"/>
                  <a:pt x="28276" y="21733"/>
                </a:cubicBezTo>
                <a:cubicBezTo>
                  <a:pt x="28908" y="22373"/>
                  <a:pt x="29781" y="22732"/>
                  <a:pt x="30686" y="22732"/>
                </a:cubicBezTo>
                <a:cubicBezTo>
                  <a:pt x="31580" y="22732"/>
                  <a:pt x="32454" y="22373"/>
                  <a:pt x="33097" y="21733"/>
                </a:cubicBezTo>
                <a:cubicBezTo>
                  <a:pt x="33730" y="21094"/>
                  <a:pt x="34090" y="20227"/>
                  <a:pt x="34090" y="19324"/>
                </a:cubicBezTo>
                <a:cubicBezTo>
                  <a:pt x="34090" y="18420"/>
                  <a:pt x="33730" y="17553"/>
                  <a:pt x="33097" y="16914"/>
                </a:cubicBezTo>
                <a:cubicBezTo>
                  <a:pt x="32454" y="16274"/>
                  <a:pt x="31580" y="15915"/>
                  <a:pt x="30686" y="15915"/>
                </a:cubicBezTo>
                <a:close/>
                <a:moveTo>
                  <a:pt x="80681" y="15915"/>
                </a:moveTo>
                <a:cubicBezTo>
                  <a:pt x="79776" y="15915"/>
                  <a:pt x="78914" y="16274"/>
                  <a:pt x="78270" y="16914"/>
                </a:cubicBezTo>
                <a:cubicBezTo>
                  <a:pt x="77626" y="17553"/>
                  <a:pt x="77267" y="18420"/>
                  <a:pt x="77267" y="19324"/>
                </a:cubicBezTo>
                <a:cubicBezTo>
                  <a:pt x="77267" y="20227"/>
                  <a:pt x="77626" y="21094"/>
                  <a:pt x="78270" y="21733"/>
                </a:cubicBezTo>
                <a:cubicBezTo>
                  <a:pt x="78914" y="22373"/>
                  <a:pt x="79776" y="22732"/>
                  <a:pt x="80681" y="22732"/>
                </a:cubicBezTo>
                <a:cubicBezTo>
                  <a:pt x="81586" y="22732"/>
                  <a:pt x="82448" y="22373"/>
                  <a:pt x="83092" y="21733"/>
                </a:cubicBezTo>
                <a:cubicBezTo>
                  <a:pt x="83725" y="21094"/>
                  <a:pt x="84084" y="20227"/>
                  <a:pt x="84084" y="19324"/>
                </a:cubicBezTo>
                <a:cubicBezTo>
                  <a:pt x="84084" y="18420"/>
                  <a:pt x="83725" y="17553"/>
                  <a:pt x="83092" y="16914"/>
                </a:cubicBezTo>
                <a:cubicBezTo>
                  <a:pt x="82448" y="16274"/>
                  <a:pt x="81586" y="15915"/>
                  <a:pt x="80681" y="15915"/>
                </a:cubicBezTo>
                <a:close/>
                <a:moveTo>
                  <a:pt x="35224" y="27276"/>
                </a:moveTo>
                <a:cubicBezTo>
                  <a:pt x="34319" y="27276"/>
                  <a:pt x="33457" y="27637"/>
                  <a:pt x="32813" y="28275"/>
                </a:cubicBezTo>
                <a:cubicBezTo>
                  <a:pt x="32180" y="28915"/>
                  <a:pt x="31821" y="29782"/>
                  <a:pt x="31821" y="30685"/>
                </a:cubicBezTo>
                <a:cubicBezTo>
                  <a:pt x="31821" y="31589"/>
                  <a:pt x="32180" y="32457"/>
                  <a:pt x="32813" y="33096"/>
                </a:cubicBezTo>
                <a:cubicBezTo>
                  <a:pt x="33457" y="33735"/>
                  <a:pt x="34319" y="34093"/>
                  <a:pt x="35224" y="34093"/>
                </a:cubicBezTo>
                <a:cubicBezTo>
                  <a:pt x="36130" y="34093"/>
                  <a:pt x="37002" y="33735"/>
                  <a:pt x="37635" y="33096"/>
                </a:cubicBezTo>
                <a:cubicBezTo>
                  <a:pt x="38279" y="32457"/>
                  <a:pt x="38639" y="31589"/>
                  <a:pt x="38639" y="30685"/>
                </a:cubicBezTo>
                <a:cubicBezTo>
                  <a:pt x="38639" y="29782"/>
                  <a:pt x="38279" y="28915"/>
                  <a:pt x="37635" y="28275"/>
                </a:cubicBezTo>
                <a:cubicBezTo>
                  <a:pt x="37002" y="27637"/>
                  <a:pt x="36130" y="27276"/>
                  <a:pt x="35224" y="27276"/>
                </a:cubicBezTo>
                <a:close/>
                <a:moveTo>
                  <a:pt x="76132" y="27276"/>
                </a:moveTo>
                <a:cubicBezTo>
                  <a:pt x="75226" y="27276"/>
                  <a:pt x="74365" y="27637"/>
                  <a:pt x="73721" y="28275"/>
                </a:cubicBezTo>
                <a:cubicBezTo>
                  <a:pt x="73089" y="28915"/>
                  <a:pt x="72728" y="29782"/>
                  <a:pt x="72728" y="30685"/>
                </a:cubicBezTo>
                <a:cubicBezTo>
                  <a:pt x="72728" y="31589"/>
                  <a:pt x="73089" y="32457"/>
                  <a:pt x="73721" y="33096"/>
                </a:cubicBezTo>
                <a:cubicBezTo>
                  <a:pt x="74365" y="33735"/>
                  <a:pt x="75226" y="34093"/>
                  <a:pt x="76132" y="34093"/>
                </a:cubicBezTo>
                <a:cubicBezTo>
                  <a:pt x="77037" y="34093"/>
                  <a:pt x="77911" y="33735"/>
                  <a:pt x="78543" y="33096"/>
                </a:cubicBezTo>
                <a:cubicBezTo>
                  <a:pt x="79186" y="32457"/>
                  <a:pt x="79547" y="31589"/>
                  <a:pt x="79547" y="30685"/>
                </a:cubicBezTo>
                <a:cubicBezTo>
                  <a:pt x="79547" y="29782"/>
                  <a:pt x="79186" y="28915"/>
                  <a:pt x="78543" y="28275"/>
                </a:cubicBezTo>
                <a:cubicBezTo>
                  <a:pt x="77911" y="27637"/>
                  <a:pt x="77037" y="27276"/>
                  <a:pt x="76132" y="27276"/>
                </a:cubicBezTo>
                <a:close/>
                <a:moveTo>
                  <a:pt x="94011" y="43197"/>
                </a:moveTo>
                <a:cubicBezTo>
                  <a:pt x="91677" y="43197"/>
                  <a:pt x="89124" y="44728"/>
                  <a:pt x="83681" y="47551"/>
                </a:cubicBezTo>
                <a:cubicBezTo>
                  <a:pt x="79176" y="49890"/>
                  <a:pt x="75008" y="52115"/>
                  <a:pt x="72358" y="53737"/>
                </a:cubicBezTo>
                <a:cubicBezTo>
                  <a:pt x="72587" y="54733"/>
                  <a:pt x="72728" y="55767"/>
                  <a:pt x="72728" y="56831"/>
                </a:cubicBezTo>
                <a:cubicBezTo>
                  <a:pt x="72728" y="64350"/>
                  <a:pt x="66609" y="70465"/>
                  <a:pt x="59092" y="70465"/>
                </a:cubicBezTo>
                <a:lnTo>
                  <a:pt x="42042" y="70465"/>
                </a:lnTo>
                <a:cubicBezTo>
                  <a:pt x="40166" y="70465"/>
                  <a:pt x="38639" y="68940"/>
                  <a:pt x="38639" y="67056"/>
                </a:cubicBezTo>
                <a:cubicBezTo>
                  <a:pt x="38639" y="65173"/>
                  <a:pt x="40166" y="63648"/>
                  <a:pt x="42042" y="63648"/>
                </a:cubicBezTo>
                <a:lnTo>
                  <a:pt x="59092" y="63648"/>
                </a:lnTo>
                <a:cubicBezTo>
                  <a:pt x="62845" y="63648"/>
                  <a:pt x="65911" y="60590"/>
                  <a:pt x="65911" y="56831"/>
                </a:cubicBezTo>
                <a:cubicBezTo>
                  <a:pt x="65911" y="54792"/>
                  <a:pt x="64994" y="52978"/>
                  <a:pt x="63565" y="51727"/>
                </a:cubicBezTo>
                <a:cubicBezTo>
                  <a:pt x="61951" y="50658"/>
                  <a:pt x="60031" y="50014"/>
                  <a:pt x="57958" y="50014"/>
                </a:cubicBezTo>
                <a:lnTo>
                  <a:pt x="47966" y="50014"/>
                </a:lnTo>
                <a:lnTo>
                  <a:pt x="46591" y="50014"/>
                </a:lnTo>
                <a:cubicBezTo>
                  <a:pt x="46526" y="50014"/>
                  <a:pt x="46460" y="49996"/>
                  <a:pt x="46395" y="49992"/>
                </a:cubicBezTo>
                <a:cubicBezTo>
                  <a:pt x="40406" y="49898"/>
                  <a:pt x="37526" y="49279"/>
                  <a:pt x="34995" y="48722"/>
                </a:cubicBezTo>
                <a:cubicBezTo>
                  <a:pt x="32704" y="48216"/>
                  <a:pt x="30522" y="47742"/>
                  <a:pt x="26879" y="47742"/>
                </a:cubicBezTo>
                <a:cubicBezTo>
                  <a:pt x="10210" y="47742"/>
                  <a:pt x="698" y="68192"/>
                  <a:pt x="305" y="69062"/>
                </a:cubicBezTo>
                <a:cubicBezTo>
                  <a:pt x="-207" y="70189"/>
                  <a:pt x="-65" y="71502"/>
                  <a:pt x="665" y="72497"/>
                </a:cubicBezTo>
                <a:lnTo>
                  <a:pt x="16570" y="94072"/>
                </a:lnTo>
                <a:cubicBezTo>
                  <a:pt x="17225" y="94951"/>
                  <a:pt x="18239" y="95447"/>
                  <a:pt x="19308" y="95447"/>
                </a:cubicBezTo>
                <a:cubicBezTo>
                  <a:pt x="19527" y="95447"/>
                  <a:pt x="19745" y="95426"/>
                  <a:pt x="19952" y="95385"/>
                </a:cubicBezTo>
                <a:cubicBezTo>
                  <a:pt x="21239" y="95139"/>
                  <a:pt x="22286" y="94170"/>
                  <a:pt x="22613" y="92904"/>
                </a:cubicBezTo>
                <a:cubicBezTo>
                  <a:pt x="22799" y="92234"/>
                  <a:pt x="24534" y="86371"/>
                  <a:pt x="30686" y="86371"/>
                </a:cubicBezTo>
                <a:cubicBezTo>
                  <a:pt x="35115" y="86371"/>
                  <a:pt x="39708" y="86941"/>
                  <a:pt x="44148" y="87495"/>
                </a:cubicBezTo>
                <a:cubicBezTo>
                  <a:pt x="48663" y="88060"/>
                  <a:pt x="53343" y="88644"/>
                  <a:pt x="57958" y="88644"/>
                </a:cubicBezTo>
                <a:cubicBezTo>
                  <a:pt x="64231" y="88644"/>
                  <a:pt x="68758" y="83828"/>
                  <a:pt x="81815" y="70465"/>
                </a:cubicBezTo>
                <a:cubicBezTo>
                  <a:pt x="98408" y="53488"/>
                  <a:pt x="100001" y="52003"/>
                  <a:pt x="100001" y="48637"/>
                </a:cubicBezTo>
                <a:cubicBezTo>
                  <a:pt x="100001" y="45725"/>
                  <a:pt x="97437" y="43197"/>
                  <a:pt x="94011" y="4319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6" name="Красный — SVG 39">
            <a:extLst>
              <a:ext uri="{FF2B5EF4-FFF2-40B4-BE49-F238E27FC236}">
                <a16:creationId xmlns:a16="http://schemas.microsoft.com/office/drawing/2014/main" id="{E411BAE0-A10A-514C-9981-D62656D9EB52}"/>
              </a:ext>
            </a:extLst>
          </p:cNvPr>
          <p:cNvSpPr>
            <a:spLocks noGrp="1"/>
          </p:cNvSpPr>
          <p:nvPr/>
        </p:nvSpPr>
        <p:spPr>
          <a:xfrm>
            <a:off x="1620000" y="1670000"/>
            <a:ext cx="220000" cy="220000"/>
          </a:xfrm>
          <a:custGeom>
            <a:avLst/>
            <a:gdLst>
              <a:gd name="csX0" fmla="*/ 146554 w 148873"/>
              <a:gd name="csY0" fmla="*/ 79399 h 148847"/>
              <a:gd name="csX1" fmla="*/ 130544 w 148873"/>
              <a:gd name="csY1" fmla="*/ 59408 h 148847"/>
              <a:gd name="csX2" fmla="*/ 65570 w 148873"/>
              <a:gd name="csY2" fmla="*/ 0 h 148847"/>
              <a:gd name="csX3" fmla="*/ 0 w 148873"/>
              <a:gd name="csY3" fmla="*/ 67335 h 148847"/>
              <a:gd name="csX4" fmla="*/ 21080 w 148873"/>
              <a:gd name="csY4" fmla="*/ 116725 h 148847"/>
              <a:gd name="csX5" fmla="*/ 28361 w 148873"/>
              <a:gd name="csY5" fmla="*/ 132785 h 148847"/>
              <a:gd name="csX6" fmla="*/ 28361 w 148873"/>
              <a:gd name="csY6" fmla="*/ 143531 h 148847"/>
              <a:gd name="csX7" fmla="*/ 33670 w 148873"/>
              <a:gd name="csY7" fmla="*/ 148847 h 148847"/>
              <a:gd name="csX8" fmla="*/ 93931 w 148873"/>
              <a:gd name="csY8" fmla="*/ 148847 h 148847"/>
              <a:gd name="csX9" fmla="*/ 99239 w 148873"/>
              <a:gd name="csY9" fmla="*/ 143531 h 148847"/>
              <a:gd name="csX10" fmla="*/ 99239 w 148873"/>
              <a:gd name="csY10" fmla="*/ 141549 h 148847"/>
              <a:gd name="csX11" fmla="*/ 100464 w 148873"/>
              <a:gd name="csY11" fmla="*/ 139867 h 148847"/>
              <a:gd name="csX12" fmla="*/ 120234 w 148873"/>
              <a:gd name="csY12" fmla="*/ 133275 h 148847"/>
              <a:gd name="csX13" fmla="*/ 131139 w 148873"/>
              <a:gd name="csY13" fmla="*/ 118149 h 148847"/>
              <a:gd name="csX14" fmla="*/ 131139 w 148873"/>
              <a:gd name="csY14" fmla="*/ 99813 h 148847"/>
              <a:gd name="csX15" fmla="*/ 141756 w 148873"/>
              <a:gd name="csY15" fmla="*/ 96103 h 148847"/>
              <a:gd name="csX16" fmla="*/ 148459 w 148873"/>
              <a:gd name="csY16" fmla="*/ 88989 h 148847"/>
              <a:gd name="csX17" fmla="*/ 146554 w 148873"/>
              <a:gd name="csY17" fmla="*/ 79399 h 148847"/>
              <a:gd name="csX18" fmla="*/ 70384 w 148873"/>
              <a:gd name="csY18" fmla="*/ 102776 h 148847"/>
              <a:gd name="csX19" fmla="*/ 64294 w 148873"/>
              <a:gd name="csY19" fmla="*/ 102776 h 148847"/>
              <a:gd name="csX20" fmla="*/ 55600 w 148873"/>
              <a:gd name="csY20" fmla="*/ 95652 h 148847"/>
              <a:gd name="csX21" fmla="*/ 54902 w 148873"/>
              <a:gd name="csY21" fmla="*/ 92144 h 148847"/>
              <a:gd name="csX22" fmla="*/ 79776 w 148873"/>
              <a:gd name="csY22" fmla="*/ 92144 h 148847"/>
              <a:gd name="csX23" fmla="*/ 79078 w 148873"/>
              <a:gd name="csY23" fmla="*/ 95652 h 148847"/>
              <a:gd name="csX24" fmla="*/ 70384 w 148873"/>
              <a:gd name="csY24" fmla="*/ 102776 h 148847"/>
              <a:gd name="csX25" fmla="*/ 84710 w 148873"/>
              <a:gd name="csY25" fmla="*/ 74401 h 148847"/>
              <a:gd name="csX26" fmla="*/ 82600 w 148873"/>
              <a:gd name="csY26" fmla="*/ 78078 h 148847"/>
              <a:gd name="csX27" fmla="*/ 81920 w 148873"/>
              <a:gd name="csY27" fmla="*/ 81512 h 148847"/>
              <a:gd name="csX28" fmla="*/ 52776 w 148873"/>
              <a:gd name="csY28" fmla="*/ 81512 h 148847"/>
              <a:gd name="csX29" fmla="*/ 52095 w 148873"/>
              <a:gd name="csY29" fmla="*/ 78081 h 148847"/>
              <a:gd name="csX30" fmla="*/ 49985 w 148873"/>
              <a:gd name="csY30" fmla="*/ 74407 h 148847"/>
              <a:gd name="csX31" fmla="*/ 42534 w 148873"/>
              <a:gd name="csY31" fmla="*/ 56703 h 148847"/>
              <a:gd name="csX32" fmla="*/ 51568 w 148873"/>
              <a:gd name="csY32" fmla="*/ 37559 h 148847"/>
              <a:gd name="csX33" fmla="*/ 67339 w 148873"/>
              <a:gd name="csY33" fmla="*/ 31949 h 148847"/>
              <a:gd name="csX34" fmla="*/ 83127 w 148873"/>
              <a:gd name="csY34" fmla="*/ 37559 h 148847"/>
              <a:gd name="csX35" fmla="*/ 92162 w 148873"/>
              <a:gd name="csY35" fmla="*/ 56703 h 148847"/>
              <a:gd name="csX36" fmla="*/ 84710 w 148873"/>
              <a:gd name="csY36" fmla="*/ 74401 h 148847"/>
            </a:gdLst>
            <a:ahLst/>
            <a:cxnLst/>
            <a:rect l="l" t="t" r="r" b="b"/>
            <a:pathLst>
              <a:path w="100000" h="100000">
                <a:moveTo>
                  <a:pt x="98442" y="53342"/>
                </a:moveTo>
                <a:lnTo>
                  <a:pt x="87688" y="39914"/>
                </a:lnTo>
                <a:cubicBezTo>
                  <a:pt x="85094" y="17089"/>
                  <a:pt x="66512" y="9"/>
                  <a:pt x="44044" y="9"/>
                </a:cubicBezTo>
                <a:cubicBezTo>
                  <a:pt x="19759" y="9"/>
                  <a:pt x="0" y="20298"/>
                  <a:pt x="0" y="45239"/>
                </a:cubicBezTo>
                <a:cubicBezTo>
                  <a:pt x="0" y="57788"/>
                  <a:pt x="5165" y="69880"/>
                  <a:pt x="14160" y="78414"/>
                </a:cubicBezTo>
                <a:cubicBezTo>
                  <a:pt x="17313" y="81399"/>
                  <a:pt x="19050" y="85232"/>
                  <a:pt x="19050" y="89202"/>
                </a:cubicBezTo>
                <a:lnTo>
                  <a:pt x="19050" y="96420"/>
                </a:lnTo>
                <a:cubicBezTo>
                  <a:pt x="19050" y="98392"/>
                  <a:pt x="20650" y="99991"/>
                  <a:pt x="22617" y="99991"/>
                </a:cubicBezTo>
                <a:cubicBezTo>
                  <a:pt x="24593" y="99991"/>
                  <a:pt x="61118" y="99991"/>
                  <a:pt x="63095" y="99991"/>
                </a:cubicBezTo>
                <a:cubicBezTo>
                  <a:pt x="65060" y="99991"/>
                  <a:pt x="66660" y="98392"/>
                  <a:pt x="66660" y="96420"/>
                </a:cubicBezTo>
                <a:lnTo>
                  <a:pt x="66660" y="95089"/>
                </a:lnTo>
                <a:cubicBezTo>
                  <a:pt x="66660" y="94575"/>
                  <a:pt x="66992" y="94124"/>
                  <a:pt x="67483" y="93959"/>
                </a:cubicBezTo>
                <a:lnTo>
                  <a:pt x="80763" y="89531"/>
                </a:lnTo>
                <a:cubicBezTo>
                  <a:pt x="85151" y="88072"/>
                  <a:pt x="88088" y="83990"/>
                  <a:pt x="88088" y="79371"/>
                </a:cubicBezTo>
                <a:lnTo>
                  <a:pt x="88088" y="67054"/>
                </a:lnTo>
                <a:lnTo>
                  <a:pt x="95219" y="64562"/>
                </a:lnTo>
                <a:cubicBezTo>
                  <a:pt x="97402" y="63795"/>
                  <a:pt x="99082" y="62009"/>
                  <a:pt x="99722" y="59784"/>
                </a:cubicBezTo>
                <a:cubicBezTo>
                  <a:pt x="100362" y="57558"/>
                  <a:pt x="99882" y="55151"/>
                  <a:pt x="98442" y="53342"/>
                </a:cubicBezTo>
                <a:close/>
                <a:moveTo>
                  <a:pt x="47278" y="69045"/>
                </a:moveTo>
                <a:lnTo>
                  <a:pt x="43187" y="69045"/>
                </a:lnTo>
                <a:cubicBezTo>
                  <a:pt x="40353" y="69045"/>
                  <a:pt x="37907" y="67043"/>
                  <a:pt x="37347" y="64259"/>
                </a:cubicBezTo>
                <a:lnTo>
                  <a:pt x="36878" y="61903"/>
                </a:lnTo>
                <a:lnTo>
                  <a:pt x="53587" y="61903"/>
                </a:lnTo>
                <a:lnTo>
                  <a:pt x="53118" y="64259"/>
                </a:lnTo>
                <a:cubicBezTo>
                  <a:pt x="52570" y="67043"/>
                  <a:pt x="50124" y="69045"/>
                  <a:pt x="47278" y="69045"/>
                </a:cubicBezTo>
                <a:close/>
                <a:moveTo>
                  <a:pt x="56901" y="49985"/>
                </a:moveTo>
                <a:cubicBezTo>
                  <a:pt x="56192" y="50666"/>
                  <a:pt x="55678" y="51499"/>
                  <a:pt x="55484" y="52455"/>
                </a:cubicBezTo>
                <a:lnTo>
                  <a:pt x="55027" y="54761"/>
                </a:lnTo>
                <a:lnTo>
                  <a:pt x="35450" y="54761"/>
                </a:lnTo>
                <a:lnTo>
                  <a:pt x="34993" y="52457"/>
                </a:lnTo>
                <a:cubicBezTo>
                  <a:pt x="34799" y="51503"/>
                  <a:pt x="34273" y="50666"/>
                  <a:pt x="33576" y="49989"/>
                </a:cubicBezTo>
                <a:cubicBezTo>
                  <a:pt x="30376" y="46862"/>
                  <a:pt x="28571" y="42628"/>
                  <a:pt x="28571" y="38097"/>
                </a:cubicBezTo>
                <a:cubicBezTo>
                  <a:pt x="28571" y="33103"/>
                  <a:pt x="30787" y="28418"/>
                  <a:pt x="34639" y="25238"/>
                </a:cubicBezTo>
                <a:cubicBezTo>
                  <a:pt x="37633" y="22767"/>
                  <a:pt x="41381" y="21479"/>
                  <a:pt x="45233" y="21469"/>
                </a:cubicBezTo>
                <a:cubicBezTo>
                  <a:pt x="49096" y="21479"/>
                  <a:pt x="52844" y="22767"/>
                  <a:pt x="55838" y="25238"/>
                </a:cubicBezTo>
                <a:cubicBezTo>
                  <a:pt x="59689" y="28418"/>
                  <a:pt x="61906" y="33103"/>
                  <a:pt x="61906" y="38097"/>
                </a:cubicBezTo>
                <a:cubicBezTo>
                  <a:pt x="61906" y="42628"/>
                  <a:pt x="60100" y="46862"/>
                  <a:pt x="56901" y="4998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7" name="Красный — SVG 40">
            <a:extLst>
              <a:ext uri="{FF2B5EF4-FFF2-40B4-BE49-F238E27FC236}">
                <a16:creationId xmlns:a16="http://schemas.microsoft.com/office/drawing/2014/main" id="{C6F13A24-90D3-0F4B-848B-3A1A73BE6E83}"/>
              </a:ext>
            </a:extLst>
          </p:cNvPr>
          <p:cNvSpPr>
            <a:spLocks noGrp="1"/>
          </p:cNvSpPr>
          <p:nvPr/>
        </p:nvSpPr>
        <p:spPr>
          <a:xfrm>
            <a:off x="2220000" y="1670000"/>
            <a:ext cx="220000" cy="220000"/>
          </a:xfrm>
          <a:custGeom>
            <a:avLst/>
            <a:gdLst>
              <a:gd name="csX0" fmla="*/ 81524 w 163048"/>
              <a:gd name="csY0" fmla="*/ 0 h 92144"/>
              <a:gd name="csX1" fmla="*/ 956 w 163048"/>
              <a:gd name="csY1" fmla="*/ 42992 h 92144"/>
              <a:gd name="csX2" fmla="*/ 956 w 163048"/>
              <a:gd name="csY2" fmla="*/ 49152 h 92144"/>
              <a:gd name="csX3" fmla="*/ 78969 w 163048"/>
              <a:gd name="csY3" fmla="*/ 92074 h 92144"/>
              <a:gd name="csX4" fmla="*/ 81524 w 163048"/>
              <a:gd name="csY4" fmla="*/ 92144 h 92144"/>
              <a:gd name="csX5" fmla="*/ 84078 w 163048"/>
              <a:gd name="csY5" fmla="*/ 92074 h 92144"/>
              <a:gd name="csX6" fmla="*/ 162091 w 163048"/>
              <a:gd name="csY6" fmla="*/ 49152 h 92144"/>
              <a:gd name="csX7" fmla="*/ 162091 w 163048"/>
              <a:gd name="csY7" fmla="*/ 42992 h 92144"/>
              <a:gd name="csX8" fmla="*/ 81524 w 163048"/>
              <a:gd name="csY8" fmla="*/ 0 h 92144"/>
              <a:gd name="csX9" fmla="*/ 81524 w 163048"/>
              <a:gd name="csY9" fmla="*/ 10632 h 92144"/>
              <a:gd name="csX10" fmla="*/ 110869 w 163048"/>
              <a:gd name="csY10" fmla="*/ 16446 h 92144"/>
              <a:gd name="csX11" fmla="*/ 120512 w 163048"/>
              <a:gd name="csY11" fmla="*/ 42528 h 92144"/>
              <a:gd name="csX12" fmla="*/ 83649 w 163048"/>
              <a:gd name="csY12" fmla="*/ 81476 h 92144"/>
              <a:gd name="csX13" fmla="*/ 81524 w 163048"/>
              <a:gd name="csY13" fmla="*/ 81512 h 92144"/>
              <a:gd name="csX14" fmla="*/ 79398 w 163048"/>
              <a:gd name="csY14" fmla="*/ 81476 h 92144"/>
              <a:gd name="csX15" fmla="*/ 42535 w 163048"/>
              <a:gd name="csY15" fmla="*/ 42528 h 92144"/>
              <a:gd name="csX16" fmla="*/ 52178 w 163048"/>
              <a:gd name="csY16" fmla="*/ 16446 h 92144"/>
              <a:gd name="csX17" fmla="*/ 81524 w 163048"/>
              <a:gd name="csY17" fmla="*/ 10632 h 92144"/>
              <a:gd name="csX18" fmla="*/ 81524 w 163048"/>
              <a:gd name="csY18" fmla="*/ 17720 h 92144"/>
              <a:gd name="csX19" fmla="*/ 56712 w 163048"/>
              <a:gd name="csY19" fmla="*/ 42528 h 92144"/>
              <a:gd name="csX20" fmla="*/ 81524 w 163048"/>
              <a:gd name="csY20" fmla="*/ 67335 h 92144"/>
              <a:gd name="csX21" fmla="*/ 106335 w 163048"/>
              <a:gd name="csY21" fmla="*/ 42528 h 92144"/>
              <a:gd name="csX22" fmla="*/ 81524 w 163048"/>
              <a:gd name="csY22" fmla="*/ 17720 h 92144"/>
              <a:gd name="csX23" fmla="*/ 81524 w 163048"/>
              <a:gd name="csY23" fmla="*/ 28352 h 92144"/>
              <a:gd name="csX24" fmla="*/ 91576 w 163048"/>
              <a:gd name="csY24" fmla="*/ 32478 h 92144"/>
              <a:gd name="csX25" fmla="*/ 71471 w 163048"/>
              <a:gd name="csY25" fmla="*/ 52578 h 92144"/>
              <a:gd name="csX26" fmla="*/ 67345 w 163048"/>
              <a:gd name="csY26" fmla="*/ 42528 h 92144"/>
              <a:gd name="csX27" fmla="*/ 81524 w 163048"/>
              <a:gd name="csY27" fmla="*/ 28352 h 92144"/>
            </a:gdLst>
            <a:ahLst/>
            <a:cxnLst/>
            <a:rect l="l" t="t" r="r" b="b"/>
            <a:pathLst>
              <a:path w="100000" h="100000">
                <a:moveTo>
                  <a:pt x="50000" y="21743"/>
                </a:moveTo>
                <a:cubicBezTo>
                  <a:pt x="19587" y="21743"/>
                  <a:pt x="1348" y="47046"/>
                  <a:pt x="586" y="48111"/>
                </a:cubicBezTo>
                <a:cubicBezTo>
                  <a:pt x="-196" y="49241"/>
                  <a:pt x="-196" y="50759"/>
                  <a:pt x="586" y="51889"/>
                </a:cubicBezTo>
                <a:cubicBezTo>
                  <a:pt x="1326" y="52932"/>
                  <a:pt x="18955" y="77388"/>
                  <a:pt x="48433" y="78214"/>
                </a:cubicBezTo>
                <a:cubicBezTo>
                  <a:pt x="48955" y="78258"/>
                  <a:pt x="49479" y="78257"/>
                  <a:pt x="50000" y="78257"/>
                </a:cubicBezTo>
                <a:cubicBezTo>
                  <a:pt x="50522" y="78257"/>
                  <a:pt x="51044" y="78258"/>
                  <a:pt x="51566" y="78214"/>
                </a:cubicBezTo>
                <a:cubicBezTo>
                  <a:pt x="81044" y="77388"/>
                  <a:pt x="98673" y="52932"/>
                  <a:pt x="99413" y="51889"/>
                </a:cubicBezTo>
                <a:cubicBezTo>
                  <a:pt x="100196" y="50759"/>
                  <a:pt x="100196" y="49241"/>
                  <a:pt x="99413" y="48111"/>
                </a:cubicBezTo>
                <a:cubicBezTo>
                  <a:pt x="98653" y="47046"/>
                  <a:pt x="80412" y="21743"/>
                  <a:pt x="50000" y="21743"/>
                </a:cubicBezTo>
                <a:close/>
                <a:moveTo>
                  <a:pt x="50000" y="28264"/>
                </a:moveTo>
                <a:cubicBezTo>
                  <a:pt x="56652" y="28264"/>
                  <a:pt x="62672" y="29678"/>
                  <a:pt x="67998" y="31830"/>
                </a:cubicBezTo>
                <a:cubicBezTo>
                  <a:pt x="71802" y="36199"/>
                  <a:pt x="73912" y="42023"/>
                  <a:pt x="73912" y="47826"/>
                </a:cubicBezTo>
                <a:cubicBezTo>
                  <a:pt x="73912" y="60585"/>
                  <a:pt x="63890" y="71019"/>
                  <a:pt x="51303" y="71714"/>
                </a:cubicBezTo>
                <a:cubicBezTo>
                  <a:pt x="50868" y="71736"/>
                  <a:pt x="50434" y="71736"/>
                  <a:pt x="50000" y="71736"/>
                </a:cubicBezTo>
                <a:cubicBezTo>
                  <a:pt x="49565" y="71736"/>
                  <a:pt x="49131" y="71736"/>
                  <a:pt x="48696" y="71714"/>
                </a:cubicBezTo>
                <a:cubicBezTo>
                  <a:pt x="36110" y="71019"/>
                  <a:pt x="26087" y="60585"/>
                  <a:pt x="26087" y="47826"/>
                </a:cubicBezTo>
                <a:cubicBezTo>
                  <a:pt x="26087" y="41980"/>
                  <a:pt x="28154" y="36199"/>
                  <a:pt x="32002" y="31830"/>
                </a:cubicBezTo>
                <a:cubicBezTo>
                  <a:pt x="37328" y="29678"/>
                  <a:pt x="43348" y="28264"/>
                  <a:pt x="50000" y="28264"/>
                </a:cubicBezTo>
                <a:close/>
                <a:moveTo>
                  <a:pt x="50000" y="32611"/>
                </a:moveTo>
                <a:cubicBezTo>
                  <a:pt x="41635" y="32611"/>
                  <a:pt x="34782" y="39462"/>
                  <a:pt x="34782" y="47826"/>
                </a:cubicBezTo>
                <a:cubicBezTo>
                  <a:pt x="34782" y="56191"/>
                  <a:pt x="41635" y="63041"/>
                  <a:pt x="50000" y="63041"/>
                </a:cubicBezTo>
                <a:cubicBezTo>
                  <a:pt x="58366" y="63041"/>
                  <a:pt x="65217" y="56191"/>
                  <a:pt x="65217" y="47826"/>
                </a:cubicBezTo>
                <a:cubicBezTo>
                  <a:pt x="65217" y="39462"/>
                  <a:pt x="58366" y="32611"/>
                  <a:pt x="50000" y="32611"/>
                </a:cubicBezTo>
                <a:close/>
                <a:moveTo>
                  <a:pt x="50000" y="39132"/>
                </a:moveTo>
                <a:cubicBezTo>
                  <a:pt x="52420" y="39132"/>
                  <a:pt x="54596" y="40093"/>
                  <a:pt x="56165" y="41663"/>
                </a:cubicBezTo>
                <a:lnTo>
                  <a:pt x="43834" y="53990"/>
                </a:lnTo>
                <a:cubicBezTo>
                  <a:pt x="42266" y="52422"/>
                  <a:pt x="41304" y="50247"/>
                  <a:pt x="41304" y="47826"/>
                </a:cubicBezTo>
                <a:cubicBezTo>
                  <a:pt x="41304" y="42986"/>
                  <a:pt x="45158" y="39132"/>
                  <a:pt x="50000" y="3913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8" name="Красный — SVG 41">
            <a:extLst>
              <a:ext uri="{FF2B5EF4-FFF2-40B4-BE49-F238E27FC236}">
                <a16:creationId xmlns:a16="http://schemas.microsoft.com/office/drawing/2014/main" id="{99E10E30-A1D2-9644-B649-FF6A52AE961C}"/>
              </a:ext>
            </a:extLst>
          </p:cNvPr>
          <p:cNvSpPr>
            <a:spLocks noGrp="1"/>
          </p:cNvSpPr>
          <p:nvPr/>
        </p:nvSpPr>
        <p:spPr>
          <a:xfrm>
            <a:off x="2820000" y="1670000"/>
            <a:ext cx="220000" cy="220000"/>
          </a:xfrm>
          <a:custGeom>
            <a:avLst/>
            <a:gdLst>
              <a:gd name="csX0" fmla="*/ 83317 w 148885"/>
              <a:gd name="csY0" fmla="*/ 0 h 148847"/>
              <a:gd name="csX1" fmla="*/ 18325 w 148885"/>
              <a:gd name="csY1" fmla="*/ 59411 h 148847"/>
              <a:gd name="csX2" fmla="*/ 2333 w 148885"/>
              <a:gd name="csY2" fmla="*/ 79403 h 148847"/>
              <a:gd name="csX3" fmla="*/ 411 w 148885"/>
              <a:gd name="csY3" fmla="*/ 88994 h 148847"/>
              <a:gd name="csX4" fmla="*/ 7131 w 148885"/>
              <a:gd name="csY4" fmla="*/ 96106 h 148847"/>
              <a:gd name="csX5" fmla="*/ 17730 w 148885"/>
              <a:gd name="csY5" fmla="*/ 99813 h 148847"/>
              <a:gd name="csX6" fmla="*/ 17730 w 148885"/>
              <a:gd name="csY6" fmla="*/ 118149 h 148847"/>
              <a:gd name="csX7" fmla="*/ 28652 w 148885"/>
              <a:gd name="csY7" fmla="*/ 133279 h 148847"/>
              <a:gd name="csX8" fmla="*/ 48422 w 148885"/>
              <a:gd name="csY8" fmla="*/ 139870 h 148847"/>
              <a:gd name="csX9" fmla="*/ 49630 w 148885"/>
              <a:gd name="csY9" fmla="*/ 141549 h 148847"/>
              <a:gd name="csX10" fmla="*/ 49630 w 148885"/>
              <a:gd name="csY10" fmla="*/ 143531 h 148847"/>
              <a:gd name="csX11" fmla="*/ 54955 w 148885"/>
              <a:gd name="csY11" fmla="*/ 148847 h 148847"/>
              <a:gd name="csX12" fmla="*/ 115217 w 148885"/>
              <a:gd name="csY12" fmla="*/ 148847 h 148847"/>
              <a:gd name="csX13" fmla="*/ 120525 w 148885"/>
              <a:gd name="csY13" fmla="*/ 143531 h 148847"/>
              <a:gd name="csX14" fmla="*/ 120525 w 148885"/>
              <a:gd name="csY14" fmla="*/ 132785 h 148847"/>
              <a:gd name="csX15" fmla="*/ 127790 w 148885"/>
              <a:gd name="csY15" fmla="*/ 116725 h 148847"/>
              <a:gd name="csX16" fmla="*/ 148886 w 148885"/>
              <a:gd name="csY16" fmla="*/ 67335 h 148847"/>
              <a:gd name="csX17" fmla="*/ 83317 w 148885"/>
              <a:gd name="csY17" fmla="*/ 0 h 148847"/>
              <a:gd name="csX18" fmla="*/ 54955 w 148885"/>
              <a:gd name="csY18" fmla="*/ 74424 h 148847"/>
              <a:gd name="csX19" fmla="*/ 46109 w 148885"/>
              <a:gd name="csY19" fmla="*/ 65564 h 148847"/>
              <a:gd name="csX20" fmla="*/ 54955 w 148885"/>
              <a:gd name="csY20" fmla="*/ 56703 h 148847"/>
              <a:gd name="csX21" fmla="*/ 63819 w 148885"/>
              <a:gd name="csY21" fmla="*/ 65564 h 148847"/>
              <a:gd name="csX22" fmla="*/ 54955 w 148885"/>
              <a:gd name="csY22" fmla="*/ 74424 h 148847"/>
              <a:gd name="csX23" fmla="*/ 83317 w 148885"/>
              <a:gd name="csY23" fmla="*/ 74424 h 148847"/>
              <a:gd name="csX24" fmla="*/ 74452 w 148885"/>
              <a:gd name="csY24" fmla="*/ 65564 h 148847"/>
              <a:gd name="csX25" fmla="*/ 83317 w 148885"/>
              <a:gd name="csY25" fmla="*/ 56703 h 148847"/>
              <a:gd name="csX26" fmla="*/ 92181 w 148885"/>
              <a:gd name="csY26" fmla="*/ 65564 h 148847"/>
              <a:gd name="csX27" fmla="*/ 83317 w 148885"/>
              <a:gd name="csY27" fmla="*/ 74424 h 148847"/>
              <a:gd name="csX28" fmla="*/ 111678 w 148885"/>
              <a:gd name="csY28" fmla="*/ 74424 h 148847"/>
              <a:gd name="csX29" fmla="*/ 102814 w 148885"/>
              <a:gd name="csY29" fmla="*/ 65564 h 148847"/>
              <a:gd name="csX30" fmla="*/ 111678 w 148885"/>
              <a:gd name="csY30" fmla="*/ 56703 h 148847"/>
              <a:gd name="csX31" fmla="*/ 120542 w 148885"/>
              <a:gd name="csY31" fmla="*/ 65564 h 148847"/>
              <a:gd name="csX32" fmla="*/ 111678 w 148885"/>
              <a:gd name="csY32" fmla="*/ 74424 h 148847"/>
            </a:gdLst>
            <a:ahLst/>
            <a:cxnLst/>
            <a:rect l="l" t="t" r="r" b="b"/>
            <a:pathLst>
              <a:path w="100000" h="100000">
                <a:moveTo>
                  <a:pt x="55961" y="13"/>
                </a:moveTo>
                <a:cubicBezTo>
                  <a:pt x="33494" y="13"/>
                  <a:pt x="14914" y="17092"/>
                  <a:pt x="12308" y="39917"/>
                </a:cubicBezTo>
                <a:lnTo>
                  <a:pt x="1567" y="53345"/>
                </a:lnTo>
                <a:cubicBezTo>
                  <a:pt x="127" y="55153"/>
                  <a:pt x="-364" y="57561"/>
                  <a:pt x="276" y="59786"/>
                </a:cubicBezTo>
                <a:cubicBezTo>
                  <a:pt x="915" y="62011"/>
                  <a:pt x="2607" y="63797"/>
                  <a:pt x="4790" y="64563"/>
                </a:cubicBezTo>
                <a:lnTo>
                  <a:pt x="11909" y="67053"/>
                </a:lnTo>
                <a:lnTo>
                  <a:pt x="11909" y="79369"/>
                </a:lnTo>
                <a:cubicBezTo>
                  <a:pt x="11909" y="83987"/>
                  <a:pt x="14856" y="88069"/>
                  <a:pt x="19244" y="89531"/>
                </a:cubicBezTo>
                <a:lnTo>
                  <a:pt x="32523" y="93958"/>
                </a:lnTo>
                <a:cubicBezTo>
                  <a:pt x="33015" y="94120"/>
                  <a:pt x="33334" y="94575"/>
                  <a:pt x="33334" y="95085"/>
                </a:cubicBezTo>
                <a:lnTo>
                  <a:pt x="33334" y="96417"/>
                </a:lnTo>
                <a:cubicBezTo>
                  <a:pt x="33334" y="98388"/>
                  <a:pt x="34934" y="99987"/>
                  <a:pt x="36911" y="99987"/>
                </a:cubicBezTo>
                <a:cubicBezTo>
                  <a:pt x="38877" y="99987"/>
                  <a:pt x="75410" y="99987"/>
                  <a:pt x="77387" y="99987"/>
                </a:cubicBezTo>
                <a:cubicBezTo>
                  <a:pt x="79352" y="99987"/>
                  <a:pt x="80952" y="98388"/>
                  <a:pt x="80952" y="96417"/>
                </a:cubicBezTo>
                <a:lnTo>
                  <a:pt x="80952" y="89199"/>
                </a:lnTo>
                <a:cubicBezTo>
                  <a:pt x="80952" y="85229"/>
                  <a:pt x="82689" y="81399"/>
                  <a:pt x="85831" y="78412"/>
                </a:cubicBezTo>
                <a:cubicBezTo>
                  <a:pt x="94836" y="69879"/>
                  <a:pt x="100001" y="57787"/>
                  <a:pt x="100001" y="45239"/>
                </a:cubicBezTo>
                <a:cubicBezTo>
                  <a:pt x="100001" y="20300"/>
                  <a:pt x="80244" y="13"/>
                  <a:pt x="55961" y="13"/>
                </a:cubicBezTo>
                <a:close/>
                <a:moveTo>
                  <a:pt x="36911" y="50000"/>
                </a:moveTo>
                <a:cubicBezTo>
                  <a:pt x="33632" y="50000"/>
                  <a:pt x="30970" y="47332"/>
                  <a:pt x="30970" y="44049"/>
                </a:cubicBezTo>
                <a:cubicBezTo>
                  <a:pt x="30970" y="40767"/>
                  <a:pt x="33632" y="38098"/>
                  <a:pt x="36911" y="38098"/>
                </a:cubicBezTo>
                <a:cubicBezTo>
                  <a:pt x="40202" y="38098"/>
                  <a:pt x="42865" y="40767"/>
                  <a:pt x="42865" y="44049"/>
                </a:cubicBezTo>
                <a:cubicBezTo>
                  <a:pt x="42865" y="47332"/>
                  <a:pt x="40202" y="50000"/>
                  <a:pt x="36911" y="50000"/>
                </a:cubicBezTo>
                <a:close/>
                <a:moveTo>
                  <a:pt x="55961" y="50000"/>
                </a:moveTo>
                <a:cubicBezTo>
                  <a:pt x="52681" y="50000"/>
                  <a:pt x="50006" y="47332"/>
                  <a:pt x="50006" y="44049"/>
                </a:cubicBezTo>
                <a:cubicBezTo>
                  <a:pt x="50006" y="40767"/>
                  <a:pt x="52681" y="38098"/>
                  <a:pt x="55961" y="38098"/>
                </a:cubicBezTo>
                <a:cubicBezTo>
                  <a:pt x="59240" y="38098"/>
                  <a:pt x="61914" y="40767"/>
                  <a:pt x="61914" y="44049"/>
                </a:cubicBezTo>
                <a:cubicBezTo>
                  <a:pt x="61914" y="47332"/>
                  <a:pt x="59240" y="50000"/>
                  <a:pt x="55961" y="50000"/>
                </a:cubicBezTo>
                <a:close/>
                <a:moveTo>
                  <a:pt x="75010" y="50000"/>
                </a:moveTo>
                <a:cubicBezTo>
                  <a:pt x="71730" y="50000"/>
                  <a:pt x="69056" y="47332"/>
                  <a:pt x="69056" y="44049"/>
                </a:cubicBezTo>
                <a:cubicBezTo>
                  <a:pt x="69056" y="40767"/>
                  <a:pt x="71730" y="38098"/>
                  <a:pt x="75010" y="38098"/>
                </a:cubicBezTo>
                <a:cubicBezTo>
                  <a:pt x="78289" y="38098"/>
                  <a:pt x="80963" y="40767"/>
                  <a:pt x="80963" y="44049"/>
                </a:cubicBezTo>
                <a:cubicBezTo>
                  <a:pt x="80963" y="47332"/>
                  <a:pt x="78289" y="50000"/>
                  <a:pt x="75010" y="500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9" name="Красный — SVG 42">
            <a:extLst>
              <a:ext uri="{FF2B5EF4-FFF2-40B4-BE49-F238E27FC236}">
                <a16:creationId xmlns:a16="http://schemas.microsoft.com/office/drawing/2014/main" id="{B6EF0D73-20D5-1444-AEE6-1EE4556132EF}"/>
              </a:ext>
            </a:extLst>
          </p:cNvPr>
          <p:cNvSpPr>
            <a:spLocks noGrp="1"/>
          </p:cNvSpPr>
          <p:nvPr/>
        </p:nvSpPr>
        <p:spPr>
          <a:xfrm>
            <a:off x="3420000" y="1670000"/>
            <a:ext cx="220000" cy="220000"/>
          </a:xfrm>
          <a:custGeom>
            <a:avLst/>
            <a:gdLst>
              <a:gd name="csX0" fmla="*/ 70895 w 141772"/>
              <a:gd name="csY0" fmla="*/ 0 h 141758"/>
              <a:gd name="csX1" fmla="*/ 0 w 141772"/>
              <a:gd name="csY1" fmla="*/ 70880 h 141758"/>
              <a:gd name="csX2" fmla="*/ 70895 w 141772"/>
              <a:gd name="csY2" fmla="*/ 141759 h 141758"/>
              <a:gd name="csX3" fmla="*/ 141773 w 141772"/>
              <a:gd name="csY3" fmla="*/ 70880 h 141758"/>
              <a:gd name="csX4" fmla="*/ 70895 w 141772"/>
              <a:gd name="csY4" fmla="*/ 0 h 141758"/>
              <a:gd name="csX5" fmla="*/ 70895 w 141772"/>
              <a:gd name="csY5" fmla="*/ 31896 h 141758"/>
              <a:gd name="csX6" fmla="*/ 88606 w 141772"/>
              <a:gd name="csY6" fmla="*/ 49616 h 141758"/>
              <a:gd name="csX7" fmla="*/ 70895 w 141772"/>
              <a:gd name="csY7" fmla="*/ 67335 h 141758"/>
              <a:gd name="csX8" fmla="*/ 53167 w 141772"/>
              <a:gd name="csY8" fmla="*/ 49616 h 141758"/>
              <a:gd name="csX9" fmla="*/ 70895 w 141772"/>
              <a:gd name="csY9" fmla="*/ 31896 h 141758"/>
              <a:gd name="csX10" fmla="*/ 102795 w 141772"/>
              <a:gd name="csY10" fmla="*/ 90506 h 141758"/>
              <a:gd name="csX11" fmla="*/ 70895 w 141772"/>
              <a:gd name="csY11" fmla="*/ 109863 h 141758"/>
              <a:gd name="csX12" fmla="*/ 38995 w 141772"/>
              <a:gd name="csY12" fmla="*/ 90506 h 141758"/>
              <a:gd name="csX13" fmla="*/ 38995 w 141772"/>
              <a:gd name="csY13" fmla="*/ 88111 h 141758"/>
              <a:gd name="csX14" fmla="*/ 45596 w 141772"/>
              <a:gd name="csY14" fmla="*/ 81512 h 141758"/>
              <a:gd name="csX15" fmla="*/ 96194 w 141772"/>
              <a:gd name="csY15" fmla="*/ 81512 h 141758"/>
              <a:gd name="csX16" fmla="*/ 102795 w 141772"/>
              <a:gd name="csY16" fmla="*/ 88111 h 141758"/>
              <a:gd name="csX17" fmla="*/ 102795 w 141772"/>
              <a:gd name="csY17" fmla="*/ 90506 h 141758"/>
            </a:gdLst>
            <a:ahLst/>
            <a:cxnLst/>
            <a:rect l="l" t="t" r="r" b="b"/>
            <a:pathLst>
              <a:path w="100000" h="100000">
                <a:moveTo>
                  <a:pt x="50006" y="5"/>
                </a:moveTo>
                <a:cubicBezTo>
                  <a:pt x="22429" y="5"/>
                  <a:pt x="0" y="22433"/>
                  <a:pt x="0" y="50001"/>
                </a:cubicBezTo>
                <a:cubicBezTo>
                  <a:pt x="0" y="77568"/>
                  <a:pt x="22429" y="99996"/>
                  <a:pt x="50006" y="99996"/>
                </a:cubicBezTo>
                <a:cubicBezTo>
                  <a:pt x="77572" y="99996"/>
                  <a:pt x="100001" y="77568"/>
                  <a:pt x="100001" y="50001"/>
                </a:cubicBezTo>
                <a:cubicBezTo>
                  <a:pt x="100001" y="22433"/>
                  <a:pt x="77572" y="5"/>
                  <a:pt x="50006" y="5"/>
                </a:cubicBezTo>
                <a:close/>
                <a:moveTo>
                  <a:pt x="50006" y="22503"/>
                </a:moveTo>
                <a:cubicBezTo>
                  <a:pt x="56906" y="22503"/>
                  <a:pt x="62499" y="28100"/>
                  <a:pt x="62499" y="35002"/>
                </a:cubicBezTo>
                <a:cubicBezTo>
                  <a:pt x="62499" y="41904"/>
                  <a:pt x="56906" y="47500"/>
                  <a:pt x="50006" y="47500"/>
                </a:cubicBezTo>
                <a:cubicBezTo>
                  <a:pt x="43094" y="47500"/>
                  <a:pt x="37502" y="41904"/>
                  <a:pt x="37502" y="35002"/>
                </a:cubicBezTo>
                <a:cubicBezTo>
                  <a:pt x="37502" y="28100"/>
                  <a:pt x="43094" y="22503"/>
                  <a:pt x="50006" y="22503"/>
                </a:cubicBezTo>
                <a:close/>
                <a:moveTo>
                  <a:pt x="72507" y="63844"/>
                </a:moveTo>
                <a:cubicBezTo>
                  <a:pt x="72507" y="70991"/>
                  <a:pt x="63387" y="77498"/>
                  <a:pt x="50006" y="77498"/>
                </a:cubicBezTo>
                <a:cubicBezTo>
                  <a:pt x="36614" y="77498"/>
                  <a:pt x="27505" y="70991"/>
                  <a:pt x="27505" y="63844"/>
                </a:cubicBezTo>
                <a:lnTo>
                  <a:pt x="27505" y="62155"/>
                </a:lnTo>
                <a:cubicBezTo>
                  <a:pt x="27505" y="59584"/>
                  <a:pt x="29581" y="57500"/>
                  <a:pt x="32161" y="57500"/>
                </a:cubicBezTo>
                <a:lnTo>
                  <a:pt x="67851" y="57500"/>
                </a:lnTo>
                <a:cubicBezTo>
                  <a:pt x="70419" y="57500"/>
                  <a:pt x="72507" y="59584"/>
                  <a:pt x="72507" y="62155"/>
                </a:cubicBezTo>
                <a:lnTo>
                  <a:pt x="72507" y="6384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0" name="Красный — SVG 43">
            <a:extLst>
              <a:ext uri="{FF2B5EF4-FFF2-40B4-BE49-F238E27FC236}">
                <a16:creationId xmlns:a16="http://schemas.microsoft.com/office/drawing/2014/main" id="{B38D95C1-9431-AB40-A0F7-1B11D415B41D}"/>
              </a:ext>
            </a:extLst>
          </p:cNvPr>
          <p:cNvSpPr>
            <a:spLocks noGrp="1"/>
          </p:cNvSpPr>
          <p:nvPr/>
        </p:nvSpPr>
        <p:spPr>
          <a:xfrm>
            <a:off x="4020000" y="1670000"/>
            <a:ext cx="220000" cy="220000"/>
          </a:xfrm>
          <a:custGeom>
            <a:avLst/>
            <a:gdLst>
              <a:gd name="csX0" fmla="*/ 101009 w 155961"/>
              <a:gd name="csY0" fmla="*/ 67112 h 141500"/>
              <a:gd name="csX1" fmla="*/ 58475 w 155961"/>
              <a:gd name="csY1" fmla="*/ 67112 h 141500"/>
              <a:gd name="csX2" fmla="*/ 46072 w 155961"/>
              <a:gd name="csY2" fmla="*/ 54708 h 141500"/>
              <a:gd name="csX3" fmla="*/ 46072 w 155961"/>
              <a:gd name="csY3" fmla="*/ 29795 h 141500"/>
              <a:gd name="csX4" fmla="*/ 52163 w 155961"/>
              <a:gd name="csY4" fmla="*/ 17266 h 141500"/>
              <a:gd name="csX5" fmla="*/ 69874 w 155961"/>
              <a:gd name="csY5" fmla="*/ 3307 h 141500"/>
              <a:gd name="csX6" fmla="*/ 89627 w 155961"/>
              <a:gd name="csY6" fmla="*/ 3307 h 141500"/>
              <a:gd name="csX7" fmla="*/ 107338 w 155961"/>
              <a:gd name="csY7" fmla="*/ 17266 h 141500"/>
              <a:gd name="csX8" fmla="*/ 113428 w 155961"/>
              <a:gd name="csY8" fmla="*/ 29790 h 141500"/>
              <a:gd name="csX9" fmla="*/ 113428 w 155961"/>
              <a:gd name="csY9" fmla="*/ 54704 h 141500"/>
              <a:gd name="csX10" fmla="*/ 101009 w 155961"/>
              <a:gd name="csY10" fmla="*/ 67112 h 141500"/>
              <a:gd name="csX11" fmla="*/ 149395 w 155961"/>
              <a:gd name="csY11" fmla="*/ 38726 h 141500"/>
              <a:gd name="csX12" fmla="*/ 138047 w 155961"/>
              <a:gd name="csY12" fmla="*/ 49783 h 141500"/>
              <a:gd name="csX13" fmla="*/ 131888 w 155961"/>
              <a:gd name="csY13" fmla="*/ 65836 h 141500"/>
              <a:gd name="csX14" fmla="*/ 132824 w 155961"/>
              <a:gd name="csY14" fmla="*/ 66530 h 141500"/>
              <a:gd name="csX15" fmla="*/ 134083 w 155961"/>
              <a:gd name="csY15" fmla="*/ 90924 h 141500"/>
              <a:gd name="csX16" fmla="*/ 121595 w 155961"/>
              <a:gd name="csY16" fmla="*/ 104867 h 141500"/>
              <a:gd name="csX17" fmla="*/ 118294 w 155961"/>
              <a:gd name="csY17" fmla="*/ 106348 h 141500"/>
              <a:gd name="csX18" fmla="*/ 115351 w 155961"/>
              <a:gd name="csY18" fmla="*/ 105224 h 141500"/>
              <a:gd name="csX19" fmla="*/ 114994 w 155961"/>
              <a:gd name="csY19" fmla="*/ 98969 h 141500"/>
              <a:gd name="csX20" fmla="*/ 127175 w 155961"/>
              <a:gd name="csY20" fmla="*/ 85367 h 141500"/>
              <a:gd name="csX21" fmla="*/ 127771 w 155961"/>
              <a:gd name="csY21" fmla="*/ 74055 h 141500"/>
              <a:gd name="csX22" fmla="*/ 115555 w 155961"/>
              <a:gd name="csY22" fmla="*/ 72945 h 141500"/>
              <a:gd name="csX23" fmla="*/ 104939 w 155961"/>
              <a:gd name="csY23" fmla="*/ 82618 h 141500"/>
              <a:gd name="csX24" fmla="*/ 91991 w 155961"/>
              <a:gd name="csY24" fmla="*/ 91630 h 141500"/>
              <a:gd name="csX25" fmla="*/ 91141 w 155961"/>
              <a:gd name="csY25" fmla="*/ 92079 h 141500"/>
              <a:gd name="csX26" fmla="*/ 81528 w 155961"/>
              <a:gd name="csY26" fmla="*/ 108992 h 141500"/>
              <a:gd name="csX27" fmla="*/ 81528 w 155961"/>
              <a:gd name="csY27" fmla="*/ 136184 h 141500"/>
              <a:gd name="csX28" fmla="*/ 86837 w 155961"/>
              <a:gd name="csY28" fmla="*/ 141500 h 141500"/>
              <a:gd name="csX29" fmla="*/ 115198 w 155961"/>
              <a:gd name="csY29" fmla="*/ 141500 h 141500"/>
              <a:gd name="csX30" fmla="*/ 120506 w 155961"/>
              <a:gd name="csY30" fmla="*/ 136184 h 141500"/>
              <a:gd name="csX31" fmla="*/ 126988 w 155961"/>
              <a:gd name="csY31" fmla="*/ 121197 h 141500"/>
              <a:gd name="csX32" fmla="*/ 143338 w 155961"/>
              <a:gd name="csY32" fmla="*/ 107206 h 141500"/>
              <a:gd name="csX33" fmla="*/ 154261 w 155961"/>
              <a:gd name="csY33" fmla="*/ 72821 h 141500"/>
              <a:gd name="csX34" fmla="*/ 155962 w 155961"/>
              <a:gd name="csY34" fmla="*/ 45125 h 141500"/>
              <a:gd name="csX35" fmla="*/ 149395 w 155961"/>
              <a:gd name="csY35" fmla="*/ 38726 h 141500"/>
              <a:gd name="csX36" fmla="*/ 6550 w 155961"/>
              <a:gd name="csY36" fmla="*/ 38726 h 141500"/>
              <a:gd name="csX37" fmla="*/ 17915 w 155961"/>
              <a:gd name="csY37" fmla="*/ 49783 h 141500"/>
              <a:gd name="csX38" fmla="*/ 24057 w 155961"/>
              <a:gd name="csY38" fmla="*/ 65836 h 141500"/>
              <a:gd name="csX39" fmla="*/ 23138 w 155961"/>
              <a:gd name="csY39" fmla="*/ 66530 h 141500"/>
              <a:gd name="csX40" fmla="*/ 21862 w 155961"/>
              <a:gd name="csY40" fmla="*/ 90924 h 141500"/>
              <a:gd name="csX41" fmla="*/ 34350 w 155961"/>
              <a:gd name="csY41" fmla="*/ 104867 h 141500"/>
              <a:gd name="csX42" fmla="*/ 37668 w 155961"/>
              <a:gd name="csY42" fmla="*/ 106348 h 141500"/>
              <a:gd name="csX43" fmla="*/ 40611 w 155961"/>
              <a:gd name="csY43" fmla="*/ 105224 h 141500"/>
              <a:gd name="csX44" fmla="*/ 40968 w 155961"/>
              <a:gd name="csY44" fmla="*/ 98969 h 141500"/>
              <a:gd name="csX45" fmla="*/ 28787 w 155961"/>
              <a:gd name="csY45" fmla="*/ 85367 h 141500"/>
              <a:gd name="csX46" fmla="*/ 28191 w 155961"/>
              <a:gd name="csY46" fmla="*/ 74055 h 141500"/>
              <a:gd name="csX47" fmla="*/ 40407 w 155961"/>
              <a:gd name="csY47" fmla="*/ 72945 h 141500"/>
              <a:gd name="csX48" fmla="*/ 51023 w 155961"/>
              <a:gd name="csY48" fmla="*/ 82618 h 141500"/>
              <a:gd name="csX49" fmla="*/ 63970 w 155961"/>
              <a:gd name="csY49" fmla="*/ 91630 h 141500"/>
              <a:gd name="csX50" fmla="*/ 64821 w 155961"/>
              <a:gd name="csY50" fmla="*/ 92079 h 141500"/>
              <a:gd name="csX51" fmla="*/ 74434 w 155961"/>
              <a:gd name="csY51" fmla="*/ 108992 h 141500"/>
              <a:gd name="csX52" fmla="*/ 74434 w 155961"/>
              <a:gd name="csY52" fmla="*/ 136184 h 141500"/>
              <a:gd name="csX53" fmla="*/ 69108 w 155961"/>
              <a:gd name="csY53" fmla="*/ 141500 h 141500"/>
              <a:gd name="csX54" fmla="*/ 40764 w 155961"/>
              <a:gd name="csY54" fmla="*/ 141500 h 141500"/>
              <a:gd name="csX55" fmla="*/ 35439 w 155961"/>
              <a:gd name="csY55" fmla="*/ 136184 h 141500"/>
              <a:gd name="csX56" fmla="*/ 28974 w 155961"/>
              <a:gd name="csY56" fmla="*/ 121197 h 141500"/>
              <a:gd name="csX57" fmla="*/ 12624 w 155961"/>
              <a:gd name="csY57" fmla="*/ 107206 h 141500"/>
              <a:gd name="csX58" fmla="*/ 1684 w 155961"/>
              <a:gd name="csY58" fmla="*/ 72821 h 141500"/>
              <a:gd name="csX59" fmla="*/ 0 w 155961"/>
              <a:gd name="csY59" fmla="*/ 45125 h 141500"/>
              <a:gd name="csX60" fmla="*/ 6550 w 155961"/>
              <a:gd name="csY60" fmla="*/ 38726 h 141500"/>
            </a:gdLst>
            <a:ahLst/>
            <a:cxnLst/>
            <a:rect l="l" t="t" r="r" b="b"/>
            <a:pathLst>
              <a:path w="100000" h="100000">
                <a:moveTo>
                  <a:pt x="64766" y="47667"/>
                </a:moveTo>
                <a:lnTo>
                  <a:pt x="37493" y="47667"/>
                </a:lnTo>
                <a:cubicBezTo>
                  <a:pt x="33108" y="47667"/>
                  <a:pt x="29541" y="44100"/>
                  <a:pt x="29541" y="39714"/>
                </a:cubicBezTo>
                <a:lnTo>
                  <a:pt x="29541" y="23740"/>
                </a:lnTo>
                <a:cubicBezTo>
                  <a:pt x="29541" y="20584"/>
                  <a:pt x="30970" y="17656"/>
                  <a:pt x="33446" y="15707"/>
                </a:cubicBezTo>
                <a:lnTo>
                  <a:pt x="44802" y="6756"/>
                </a:lnTo>
                <a:cubicBezTo>
                  <a:pt x="48402" y="3930"/>
                  <a:pt x="53867" y="3930"/>
                  <a:pt x="57468" y="6756"/>
                </a:cubicBezTo>
                <a:lnTo>
                  <a:pt x="68824" y="15707"/>
                </a:lnTo>
                <a:cubicBezTo>
                  <a:pt x="71300" y="17656"/>
                  <a:pt x="72728" y="20584"/>
                  <a:pt x="72728" y="23737"/>
                </a:cubicBezTo>
                <a:lnTo>
                  <a:pt x="72728" y="39712"/>
                </a:lnTo>
                <a:cubicBezTo>
                  <a:pt x="72728" y="44098"/>
                  <a:pt x="69162" y="47667"/>
                  <a:pt x="64766" y="47667"/>
                </a:cubicBezTo>
                <a:close/>
                <a:moveTo>
                  <a:pt x="95790" y="29467"/>
                </a:moveTo>
                <a:cubicBezTo>
                  <a:pt x="92386" y="29467"/>
                  <a:pt x="90553" y="31405"/>
                  <a:pt x="88514" y="36556"/>
                </a:cubicBezTo>
                <a:cubicBezTo>
                  <a:pt x="87117" y="40085"/>
                  <a:pt x="85786" y="43722"/>
                  <a:pt x="84565" y="46849"/>
                </a:cubicBezTo>
                <a:cubicBezTo>
                  <a:pt x="84761" y="47004"/>
                  <a:pt x="84980" y="47126"/>
                  <a:pt x="85165" y="47294"/>
                </a:cubicBezTo>
                <a:cubicBezTo>
                  <a:pt x="89659" y="51382"/>
                  <a:pt x="90019" y="58400"/>
                  <a:pt x="85972" y="62935"/>
                </a:cubicBezTo>
                <a:lnTo>
                  <a:pt x="77965" y="71875"/>
                </a:lnTo>
                <a:cubicBezTo>
                  <a:pt x="77408" y="72504"/>
                  <a:pt x="76634" y="72825"/>
                  <a:pt x="75848" y="72825"/>
                </a:cubicBezTo>
                <a:cubicBezTo>
                  <a:pt x="75172" y="72825"/>
                  <a:pt x="74496" y="72588"/>
                  <a:pt x="73961" y="72104"/>
                </a:cubicBezTo>
                <a:cubicBezTo>
                  <a:pt x="72783" y="71062"/>
                  <a:pt x="72685" y="69264"/>
                  <a:pt x="73733" y="68094"/>
                </a:cubicBezTo>
                <a:lnTo>
                  <a:pt x="81543" y="59372"/>
                </a:lnTo>
                <a:cubicBezTo>
                  <a:pt x="83354" y="57344"/>
                  <a:pt x="83627" y="54232"/>
                  <a:pt x="81925" y="52119"/>
                </a:cubicBezTo>
                <a:cubicBezTo>
                  <a:pt x="79928" y="49660"/>
                  <a:pt x="76383" y="49415"/>
                  <a:pt x="74092" y="51407"/>
                </a:cubicBezTo>
                <a:lnTo>
                  <a:pt x="67285" y="57610"/>
                </a:lnTo>
                <a:cubicBezTo>
                  <a:pt x="63783" y="61107"/>
                  <a:pt x="61351" y="62265"/>
                  <a:pt x="58983" y="63388"/>
                </a:cubicBezTo>
                <a:cubicBezTo>
                  <a:pt x="58820" y="63467"/>
                  <a:pt x="58635" y="63563"/>
                  <a:pt x="58438" y="63676"/>
                </a:cubicBezTo>
                <a:cubicBezTo>
                  <a:pt x="54566" y="65864"/>
                  <a:pt x="52275" y="70073"/>
                  <a:pt x="52275" y="74520"/>
                </a:cubicBezTo>
                <a:lnTo>
                  <a:pt x="52275" y="91955"/>
                </a:lnTo>
                <a:cubicBezTo>
                  <a:pt x="52275" y="93837"/>
                  <a:pt x="53802" y="95364"/>
                  <a:pt x="55679" y="95364"/>
                </a:cubicBezTo>
                <a:lnTo>
                  <a:pt x="73863" y="95364"/>
                </a:lnTo>
                <a:cubicBezTo>
                  <a:pt x="75739" y="95364"/>
                  <a:pt x="77267" y="93839"/>
                  <a:pt x="77267" y="91955"/>
                </a:cubicBezTo>
                <a:cubicBezTo>
                  <a:pt x="77267" y="90238"/>
                  <a:pt x="78052" y="84450"/>
                  <a:pt x="81423" y="82346"/>
                </a:cubicBezTo>
                <a:cubicBezTo>
                  <a:pt x="84358" y="79833"/>
                  <a:pt x="87259" y="76796"/>
                  <a:pt x="91906" y="73375"/>
                </a:cubicBezTo>
                <a:cubicBezTo>
                  <a:pt x="95277" y="70889"/>
                  <a:pt x="97840" y="65348"/>
                  <a:pt x="98910" y="51328"/>
                </a:cubicBezTo>
                <a:cubicBezTo>
                  <a:pt x="99182" y="47754"/>
                  <a:pt x="100001" y="36483"/>
                  <a:pt x="100001" y="33570"/>
                </a:cubicBezTo>
                <a:cubicBezTo>
                  <a:pt x="100001" y="31516"/>
                  <a:pt x="98037" y="29467"/>
                  <a:pt x="95790" y="29467"/>
                </a:cubicBezTo>
                <a:close/>
                <a:moveTo>
                  <a:pt x="4200" y="29467"/>
                </a:moveTo>
                <a:cubicBezTo>
                  <a:pt x="7603" y="29467"/>
                  <a:pt x="9436" y="31405"/>
                  <a:pt x="11487" y="36556"/>
                </a:cubicBezTo>
                <a:cubicBezTo>
                  <a:pt x="12883" y="40085"/>
                  <a:pt x="14214" y="43722"/>
                  <a:pt x="15425" y="46849"/>
                </a:cubicBezTo>
                <a:cubicBezTo>
                  <a:pt x="15229" y="47004"/>
                  <a:pt x="15021" y="47126"/>
                  <a:pt x="14836" y="47294"/>
                </a:cubicBezTo>
                <a:cubicBezTo>
                  <a:pt x="10342" y="51382"/>
                  <a:pt x="9981" y="58400"/>
                  <a:pt x="14018" y="62935"/>
                </a:cubicBezTo>
                <a:lnTo>
                  <a:pt x="22025" y="71875"/>
                </a:lnTo>
                <a:cubicBezTo>
                  <a:pt x="22592" y="72504"/>
                  <a:pt x="23367" y="72825"/>
                  <a:pt x="24152" y="72825"/>
                </a:cubicBezTo>
                <a:cubicBezTo>
                  <a:pt x="24829" y="72825"/>
                  <a:pt x="25494" y="72588"/>
                  <a:pt x="26039" y="72104"/>
                </a:cubicBezTo>
                <a:cubicBezTo>
                  <a:pt x="27206" y="71062"/>
                  <a:pt x="27316" y="69264"/>
                  <a:pt x="26268" y="68094"/>
                </a:cubicBezTo>
                <a:lnTo>
                  <a:pt x="18458" y="59372"/>
                </a:lnTo>
                <a:cubicBezTo>
                  <a:pt x="16646" y="57344"/>
                  <a:pt x="16363" y="54232"/>
                  <a:pt x="18076" y="52119"/>
                </a:cubicBezTo>
                <a:cubicBezTo>
                  <a:pt x="20061" y="49660"/>
                  <a:pt x="23617" y="49415"/>
                  <a:pt x="25908" y="51407"/>
                </a:cubicBezTo>
                <a:lnTo>
                  <a:pt x="32715" y="57610"/>
                </a:lnTo>
                <a:cubicBezTo>
                  <a:pt x="36206" y="61107"/>
                  <a:pt x="38650" y="62265"/>
                  <a:pt x="41017" y="63388"/>
                </a:cubicBezTo>
                <a:cubicBezTo>
                  <a:pt x="41181" y="63467"/>
                  <a:pt x="41366" y="63563"/>
                  <a:pt x="41562" y="63676"/>
                </a:cubicBezTo>
                <a:cubicBezTo>
                  <a:pt x="45435" y="65864"/>
                  <a:pt x="47726" y="70073"/>
                  <a:pt x="47726" y="74520"/>
                </a:cubicBezTo>
                <a:lnTo>
                  <a:pt x="47726" y="91955"/>
                </a:lnTo>
                <a:cubicBezTo>
                  <a:pt x="47726" y="93837"/>
                  <a:pt x="46199" y="95364"/>
                  <a:pt x="44311" y="95364"/>
                </a:cubicBezTo>
                <a:lnTo>
                  <a:pt x="26137" y="95364"/>
                </a:lnTo>
                <a:cubicBezTo>
                  <a:pt x="24250" y="95364"/>
                  <a:pt x="22723" y="93839"/>
                  <a:pt x="22723" y="91955"/>
                </a:cubicBezTo>
                <a:cubicBezTo>
                  <a:pt x="22723" y="90238"/>
                  <a:pt x="21948" y="84450"/>
                  <a:pt x="18578" y="82346"/>
                </a:cubicBezTo>
                <a:cubicBezTo>
                  <a:pt x="15643" y="79833"/>
                  <a:pt x="12742" y="76796"/>
                  <a:pt x="8094" y="73375"/>
                </a:cubicBezTo>
                <a:cubicBezTo>
                  <a:pt x="4713" y="70889"/>
                  <a:pt x="2160" y="65348"/>
                  <a:pt x="1080" y="51328"/>
                </a:cubicBezTo>
                <a:cubicBezTo>
                  <a:pt x="807" y="47754"/>
                  <a:pt x="0" y="36483"/>
                  <a:pt x="0" y="33570"/>
                </a:cubicBezTo>
                <a:cubicBezTo>
                  <a:pt x="0" y="31516"/>
                  <a:pt x="1963" y="29467"/>
                  <a:pt x="4200" y="2946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1" name="Красный — SVG 44">
            <a:extLst>
              <a:ext uri="{FF2B5EF4-FFF2-40B4-BE49-F238E27FC236}">
                <a16:creationId xmlns:a16="http://schemas.microsoft.com/office/drawing/2014/main" id="{7B4AD117-ACC2-0A49-A505-9F36C0694C77}"/>
              </a:ext>
            </a:extLst>
          </p:cNvPr>
          <p:cNvSpPr>
            <a:spLocks noGrp="1"/>
          </p:cNvSpPr>
          <p:nvPr/>
        </p:nvSpPr>
        <p:spPr>
          <a:xfrm>
            <a:off x="4620000" y="1670000"/>
            <a:ext cx="220000" cy="220000"/>
          </a:xfrm>
          <a:custGeom>
            <a:avLst/>
            <a:gdLst>
              <a:gd name="csX0" fmla="*/ 146621 w 155961"/>
              <a:gd name="csY0" fmla="*/ 63809 h 145303"/>
              <a:gd name="csX1" fmla="*/ 130509 w 155961"/>
              <a:gd name="csY1" fmla="*/ 70603 h 145303"/>
              <a:gd name="csX2" fmla="*/ 112850 w 155961"/>
              <a:gd name="csY2" fmla="*/ 80253 h 145303"/>
              <a:gd name="csX3" fmla="*/ 113428 w 155961"/>
              <a:gd name="csY3" fmla="*/ 85073 h 145303"/>
              <a:gd name="csX4" fmla="*/ 92161 w 155961"/>
              <a:gd name="csY4" fmla="*/ 106336 h 145303"/>
              <a:gd name="csX5" fmla="*/ 65569 w 155961"/>
              <a:gd name="csY5" fmla="*/ 106336 h 145303"/>
              <a:gd name="csX6" fmla="*/ 60261 w 155961"/>
              <a:gd name="csY6" fmla="*/ 101020 h 145303"/>
              <a:gd name="csX7" fmla="*/ 65569 w 155961"/>
              <a:gd name="csY7" fmla="*/ 95704 h 145303"/>
              <a:gd name="csX8" fmla="*/ 92161 w 155961"/>
              <a:gd name="csY8" fmla="*/ 95704 h 145303"/>
              <a:gd name="csX9" fmla="*/ 102795 w 155961"/>
              <a:gd name="csY9" fmla="*/ 85073 h 145303"/>
              <a:gd name="csX10" fmla="*/ 99137 w 155961"/>
              <a:gd name="csY10" fmla="*/ 77116 h 145303"/>
              <a:gd name="csX11" fmla="*/ 90392 w 155961"/>
              <a:gd name="csY11" fmla="*/ 74441 h 145303"/>
              <a:gd name="csX12" fmla="*/ 74808 w 155961"/>
              <a:gd name="csY12" fmla="*/ 74441 h 145303"/>
              <a:gd name="csX13" fmla="*/ 72664 w 155961"/>
              <a:gd name="csY13" fmla="*/ 74441 h 145303"/>
              <a:gd name="csX14" fmla="*/ 72358 w 155961"/>
              <a:gd name="csY14" fmla="*/ 74410 h 145303"/>
              <a:gd name="csX15" fmla="*/ 54579 w 155961"/>
              <a:gd name="csY15" fmla="*/ 72432 h 145303"/>
              <a:gd name="csX16" fmla="*/ 41921 w 155961"/>
              <a:gd name="csY16" fmla="*/ 70897 h 145303"/>
              <a:gd name="csX17" fmla="*/ 476 w 155961"/>
              <a:gd name="csY17" fmla="*/ 104154 h 145303"/>
              <a:gd name="csX18" fmla="*/ 1037 w 155961"/>
              <a:gd name="csY18" fmla="*/ 109512 h 145303"/>
              <a:gd name="csX19" fmla="*/ 25843 w 155961"/>
              <a:gd name="csY19" fmla="*/ 143159 h 145303"/>
              <a:gd name="csX20" fmla="*/ 30113 w 155961"/>
              <a:gd name="csY20" fmla="*/ 145304 h 145303"/>
              <a:gd name="csX21" fmla="*/ 31117 w 155961"/>
              <a:gd name="csY21" fmla="*/ 145207 h 145303"/>
              <a:gd name="csX22" fmla="*/ 35268 w 155961"/>
              <a:gd name="csY22" fmla="*/ 141333 h 145303"/>
              <a:gd name="csX23" fmla="*/ 47858 w 155961"/>
              <a:gd name="csY23" fmla="*/ 131145 h 145303"/>
              <a:gd name="csX24" fmla="*/ 68853 w 155961"/>
              <a:gd name="csY24" fmla="*/ 132899 h 145303"/>
              <a:gd name="csX25" fmla="*/ 90392 w 155961"/>
              <a:gd name="csY25" fmla="*/ 134689 h 145303"/>
              <a:gd name="csX26" fmla="*/ 127600 w 155961"/>
              <a:gd name="csY26" fmla="*/ 106336 h 145303"/>
              <a:gd name="csX27" fmla="*/ 155962 w 155961"/>
              <a:gd name="csY27" fmla="*/ 72297 h 145303"/>
              <a:gd name="csX28" fmla="*/ 146621 w 155961"/>
              <a:gd name="csY28" fmla="*/ 63809 h 145303"/>
              <a:gd name="csX29" fmla="*/ 124062 w 155961"/>
              <a:gd name="csY29" fmla="*/ 17720 h 145303"/>
              <a:gd name="csX30" fmla="*/ 112714 w 155961"/>
              <a:gd name="csY30" fmla="*/ 34271 h 145303"/>
              <a:gd name="csX31" fmla="*/ 89779 w 155961"/>
              <a:gd name="csY31" fmla="*/ 11341 h 145303"/>
              <a:gd name="csX32" fmla="*/ 106334 w 155961"/>
              <a:gd name="csY32" fmla="*/ 0 h 145303"/>
              <a:gd name="csX33" fmla="*/ 124062 w 155961"/>
              <a:gd name="csY33" fmla="*/ 17720 h 145303"/>
              <a:gd name="csX34" fmla="*/ 83297 w 155961"/>
              <a:gd name="csY34" fmla="*/ 17720 h 145303"/>
              <a:gd name="csX35" fmla="*/ 66999 w 155961"/>
              <a:gd name="csY35" fmla="*/ 24467 h 145303"/>
              <a:gd name="csX36" fmla="*/ 60261 w 155961"/>
              <a:gd name="csY36" fmla="*/ 40755 h 145303"/>
              <a:gd name="csX37" fmla="*/ 66999 w 155961"/>
              <a:gd name="csY37" fmla="*/ 57045 h 145303"/>
              <a:gd name="csX38" fmla="*/ 83297 w 155961"/>
              <a:gd name="csY38" fmla="*/ 63792 h 145303"/>
              <a:gd name="csX39" fmla="*/ 99579 w 155961"/>
              <a:gd name="csY39" fmla="*/ 57045 h 145303"/>
              <a:gd name="csX40" fmla="*/ 106334 w 155961"/>
              <a:gd name="csY40" fmla="*/ 40755 h 145303"/>
              <a:gd name="csX41" fmla="*/ 99579 w 155961"/>
              <a:gd name="csY41" fmla="*/ 24467 h 145303"/>
              <a:gd name="csX42" fmla="*/ 83297 w 155961"/>
              <a:gd name="csY42" fmla="*/ 17720 h 145303"/>
            </a:gdLst>
            <a:ahLst/>
            <a:cxnLst/>
            <a:rect l="l" t="t" r="r" b="b"/>
            <a:pathLst>
              <a:path w="100000" h="100000">
                <a:moveTo>
                  <a:pt x="94011" y="44330"/>
                </a:moveTo>
                <a:cubicBezTo>
                  <a:pt x="91677" y="44330"/>
                  <a:pt x="89124" y="45865"/>
                  <a:pt x="83681" y="48687"/>
                </a:cubicBezTo>
                <a:cubicBezTo>
                  <a:pt x="79176" y="51028"/>
                  <a:pt x="75008" y="53252"/>
                  <a:pt x="72358" y="54874"/>
                </a:cubicBezTo>
                <a:cubicBezTo>
                  <a:pt x="72587" y="55870"/>
                  <a:pt x="72728" y="56901"/>
                  <a:pt x="72728" y="57964"/>
                </a:cubicBezTo>
                <a:cubicBezTo>
                  <a:pt x="72728" y="65484"/>
                  <a:pt x="66609" y="71598"/>
                  <a:pt x="59092" y="71598"/>
                </a:cubicBezTo>
                <a:lnTo>
                  <a:pt x="42042" y="71598"/>
                </a:lnTo>
                <a:cubicBezTo>
                  <a:pt x="40166" y="71598"/>
                  <a:pt x="38639" y="70073"/>
                  <a:pt x="38639" y="68189"/>
                </a:cubicBezTo>
                <a:cubicBezTo>
                  <a:pt x="38639" y="66306"/>
                  <a:pt x="40166" y="64781"/>
                  <a:pt x="42042" y="64781"/>
                </a:cubicBezTo>
                <a:lnTo>
                  <a:pt x="59092" y="64781"/>
                </a:lnTo>
                <a:cubicBezTo>
                  <a:pt x="62845" y="64781"/>
                  <a:pt x="65911" y="61723"/>
                  <a:pt x="65911" y="57964"/>
                </a:cubicBezTo>
                <a:cubicBezTo>
                  <a:pt x="65911" y="55927"/>
                  <a:pt x="64994" y="54115"/>
                  <a:pt x="63565" y="52863"/>
                </a:cubicBezTo>
                <a:cubicBezTo>
                  <a:pt x="61951" y="51795"/>
                  <a:pt x="60031" y="51147"/>
                  <a:pt x="57958" y="51147"/>
                </a:cubicBezTo>
                <a:lnTo>
                  <a:pt x="47966" y="51147"/>
                </a:lnTo>
                <a:lnTo>
                  <a:pt x="46591" y="51147"/>
                </a:lnTo>
                <a:cubicBezTo>
                  <a:pt x="46526" y="51147"/>
                  <a:pt x="46460" y="51132"/>
                  <a:pt x="46395" y="51128"/>
                </a:cubicBezTo>
                <a:cubicBezTo>
                  <a:pt x="40406" y="51034"/>
                  <a:pt x="37526" y="50416"/>
                  <a:pt x="34995" y="49859"/>
                </a:cubicBezTo>
                <a:cubicBezTo>
                  <a:pt x="32704" y="49353"/>
                  <a:pt x="30522" y="48875"/>
                  <a:pt x="26879" y="48875"/>
                </a:cubicBezTo>
                <a:cubicBezTo>
                  <a:pt x="10210" y="48875"/>
                  <a:pt x="698" y="69328"/>
                  <a:pt x="305" y="70199"/>
                </a:cubicBezTo>
                <a:cubicBezTo>
                  <a:pt x="-207" y="71326"/>
                  <a:pt x="-65" y="72640"/>
                  <a:pt x="665" y="73634"/>
                </a:cubicBezTo>
                <a:lnTo>
                  <a:pt x="16570" y="95208"/>
                </a:lnTo>
                <a:cubicBezTo>
                  <a:pt x="17225" y="96087"/>
                  <a:pt x="18239" y="96584"/>
                  <a:pt x="19308" y="96584"/>
                </a:cubicBezTo>
                <a:cubicBezTo>
                  <a:pt x="19527" y="96584"/>
                  <a:pt x="19745" y="96563"/>
                  <a:pt x="19952" y="96522"/>
                </a:cubicBezTo>
                <a:cubicBezTo>
                  <a:pt x="21239" y="96276"/>
                  <a:pt x="22286" y="95304"/>
                  <a:pt x="22613" y="94038"/>
                </a:cubicBezTo>
                <a:cubicBezTo>
                  <a:pt x="22799" y="93368"/>
                  <a:pt x="24534" y="87505"/>
                  <a:pt x="30686" y="87505"/>
                </a:cubicBezTo>
                <a:cubicBezTo>
                  <a:pt x="35115" y="87505"/>
                  <a:pt x="39708" y="88078"/>
                  <a:pt x="44148" y="88630"/>
                </a:cubicBezTo>
                <a:cubicBezTo>
                  <a:pt x="48663" y="89196"/>
                  <a:pt x="53343" y="89778"/>
                  <a:pt x="57958" y="89778"/>
                </a:cubicBezTo>
                <a:cubicBezTo>
                  <a:pt x="64231" y="89778"/>
                  <a:pt x="68758" y="84962"/>
                  <a:pt x="81815" y="71598"/>
                </a:cubicBezTo>
                <a:cubicBezTo>
                  <a:pt x="98408" y="54622"/>
                  <a:pt x="100001" y="53138"/>
                  <a:pt x="100001" y="49773"/>
                </a:cubicBezTo>
                <a:cubicBezTo>
                  <a:pt x="100001" y="46859"/>
                  <a:pt x="97437" y="44330"/>
                  <a:pt x="94011" y="44330"/>
                </a:cubicBezTo>
                <a:close/>
                <a:moveTo>
                  <a:pt x="79547" y="14779"/>
                </a:moveTo>
                <a:cubicBezTo>
                  <a:pt x="79547" y="19618"/>
                  <a:pt x="76525" y="23732"/>
                  <a:pt x="72271" y="25391"/>
                </a:cubicBezTo>
                <a:cubicBezTo>
                  <a:pt x="70656" y="18073"/>
                  <a:pt x="64885" y="12302"/>
                  <a:pt x="57565" y="10689"/>
                </a:cubicBezTo>
                <a:cubicBezTo>
                  <a:pt x="59224" y="6439"/>
                  <a:pt x="63336" y="3417"/>
                  <a:pt x="68180" y="3417"/>
                </a:cubicBezTo>
                <a:cubicBezTo>
                  <a:pt x="74452" y="3417"/>
                  <a:pt x="79547" y="8507"/>
                  <a:pt x="79547" y="14779"/>
                </a:cubicBezTo>
                <a:close/>
                <a:moveTo>
                  <a:pt x="53409" y="14779"/>
                </a:moveTo>
                <a:cubicBezTo>
                  <a:pt x="49493" y="14779"/>
                  <a:pt x="45729" y="16334"/>
                  <a:pt x="42959" y="19105"/>
                </a:cubicBezTo>
                <a:cubicBezTo>
                  <a:pt x="40188" y="21874"/>
                  <a:pt x="38639" y="25632"/>
                  <a:pt x="38639" y="29548"/>
                </a:cubicBezTo>
                <a:cubicBezTo>
                  <a:pt x="38639" y="33467"/>
                  <a:pt x="40188" y="37223"/>
                  <a:pt x="42959" y="39993"/>
                </a:cubicBezTo>
                <a:cubicBezTo>
                  <a:pt x="45729" y="42763"/>
                  <a:pt x="49493" y="44319"/>
                  <a:pt x="53409" y="44319"/>
                </a:cubicBezTo>
                <a:cubicBezTo>
                  <a:pt x="57325" y="44319"/>
                  <a:pt x="61078" y="42763"/>
                  <a:pt x="63849" y="39993"/>
                </a:cubicBezTo>
                <a:cubicBezTo>
                  <a:pt x="66620" y="37223"/>
                  <a:pt x="68180" y="33467"/>
                  <a:pt x="68180" y="29548"/>
                </a:cubicBezTo>
                <a:cubicBezTo>
                  <a:pt x="68180" y="25632"/>
                  <a:pt x="66620" y="21874"/>
                  <a:pt x="63849" y="19105"/>
                </a:cubicBezTo>
                <a:cubicBezTo>
                  <a:pt x="61078" y="16334"/>
                  <a:pt x="57325" y="14779"/>
                  <a:pt x="53409" y="1477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2" name="Красный — SVG 45">
            <a:extLst>
              <a:ext uri="{FF2B5EF4-FFF2-40B4-BE49-F238E27FC236}">
                <a16:creationId xmlns:a16="http://schemas.microsoft.com/office/drawing/2014/main" id="{BB5594DE-D17A-8045-8AD2-73905265EE11}"/>
              </a:ext>
            </a:extLst>
          </p:cNvPr>
          <p:cNvSpPr>
            <a:spLocks noGrp="1"/>
          </p:cNvSpPr>
          <p:nvPr/>
        </p:nvSpPr>
        <p:spPr>
          <a:xfrm>
            <a:off x="5220000" y="1670000"/>
            <a:ext cx="220000" cy="220000"/>
          </a:xfrm>
          <a:custGeom>
            <a:avLst/>
            <a:gdLst>
              <a:gd name="csX0" fmla="*/ 146621 w 155961"/>
              <a:gd name="csY0" fmla="*/ 67335 h 148830"/>
              <a:gd name="csX1" fmla="*/ 130509 w 155961"/>
              <a:gd name="csY1" fmla="*/ 74129 h 148830"/>
              <a:gd name="csX2" fmla="*/ 112850 w 155961"/>
              <a:gd name="csY2" fmla="*/ 83780 h 148830"/>
              <a:gd name="csX3" fmla="*/ 113428 w 155961"/>
              <a:gd name="csY3" fmla="*/ 88599 h 148830"/>
              <a:gd name="csX4" fmla="*/ 92161 w 155961"/>
              <a:gd name="csY4" fmla="*/ 109863 h 148830"/>
              <a:gd name="csX5" fmla="*/ 65569 w 155961"/>
              <a:gd name="csY5" fmla="*/ 109863 h 148830"/>
              <a:gd name="csX6" fmla="*/ 60261 w 155961"/>
              <a:gd name="csY6" fmla="*/ 104547 h 148830"/>
              <a:gd name="csX7" fmla="*/ 65569 w 155961"/>
              <a:gd name="csY7" fmla="*/ 99231 h 148830"/>
              <a:gd name="csX8" fmla="*/ 92161 w 155961"/>
              <a:gd name="csY8" fmla="*/ 99231 h 148830"/>
              <a:gd name="csX9" fmla="*/ 102795 w 155961"/>
              <a:gd name="csY9" fmla="*/ 88599 h 148830"/>
              <a:gd name="csX10" fmla="*/ 99137 w 155961"/>
              <a:gd name="csY10" fmla="*/ 80643 h 148830"/>
              <a:gd name="csX11" fmla="*/ 90392 w 155961"/>
              <a:gd name="csY11" fmla="*/ 77967 h 148830"/>
              <a:gd name="csX12" fmla="*/ 74808 w 155961"/>
              <a:gd name="csY12" fmla="*/ 77967 h 148830"/>
              <a:gd name="csX13" fmla="*/ 72664 w 155961"/>
              <a:gd name="csY13" fmla="*/ 77967 h 148830"/>
              <a:gd name="csX14" fmla="*/ 72358 w 155961"/>
              <a:gd name="csY14" fmla="*/ 77936 h 148830"/>
              <a:gd name="csX15" fmla="*/ 54579 w 155961"/>
              <a:gd name="csY15" fmla="*/ 75958 h 148830"/>
              <a:gd name="csX16" fmla="*/ 41921 w 155961"/>
              <a:gd name="csY16" fmla="*/ 74424 h 148830"/>
              <a:gd name="csX17" fmla="*/ 476 w 155961"/>
              <a:gd name="csY17" fmla="*/ 107680 h 148830"/>
              <a:gd name="csX18" fmla="*/ 1037 w 155961"/>
              <a:gd name="csY18" fmla="*/ 113039 h 148830"/>
              <a:gd name="csX19" fmla="*/ 25843 w 155961"/>
              <a:gd name="csY19" fmla="*/ 146685 h 148830"/>
              <a:gd name="csX20" fmla="*/ 30113 w 155961"/>
              <a:gd name="csY20" fmla="*/ 148830 h 148830"/>
              <a:gd name="csX21" fmla="*/ 31117 w 155961"/>
              <a:gd name="csY21" fmla="*/ 148733 h 148830"/>
              <a:gd name="csX22" fmla="*/ 35268 w 155961"/>
              <a:gd name="csY22" fmla="*/ 144860 h 148830"/>
              <a:gd name="csX23" fmla="*/ 47858 w 155961"/>
              <a:gd name="csY23" fmla="*/ 134672 h 148830"/>
              <a:gd name="csX24" fmla="*/ 68853 w 155961"/>
              <a:gd name="csY24" fmla="*/ 136426 h 148830"/>
              <a:gd name="csX25" fmla="*/ 90392 w 155961"/>
              <a:gd name="csY25" fmla="*/ 138215 h 148830"/>
              <a:gd name="csX26" fmla="*/ 127600 w 155961"/>
              <a:gd name="csY26" fmla="*/ 109863 h 148830"/>
              <a:gd name="csX27" fmla="*/ 155962 w 155961"/>
              <a:gd name="csY27" fmla="*/ 75824 h 148830"/>
              <a:gd name="csX28" fmla="*/ 146621 w 155961"/>
              <a:gd name="csY28" fmla="*/ 67335 h 148830"/>
              <a:gd name="csX29" fmla="*/ 115861 w 155961"/>
              <a:gd name="csY29" fmla="*/ 37709 h 148830"/>
              <a:gd name="csX30" fmla="*/ 113836 w 155961"/>
              <a:gd name="csY30" fmla="*/ 33668 h 148830"/>
              <a:gd name="csX31" fmla="*/ 115861 w 155961"/>
              <a:gd name="csY31" fmla="*/ 29628 h 148830"/>
              <a:gd name="csX32" fmla="*/ 118039 w 155961"/>
              <a:gd name="csY32" fmla="*/ 27997 h 148830"/>
              <a:gd name="csX33" fmla="*/ 119281 w 155961"/>
              <a:gd name="csY33" fmla="*/ 24467 h 148830"/>
              <a:gd name="csX34" fmla="*/ 111029 w 155961"/>
              <a:gd name="csY34" fmla="*/ 10236 h 148830"/>
              <a:gd name="csX35" fmla="*/ 107354 w 155961"/>
              <a:gd name="csY35" fmla="*/ 9562 h 148830"/>
              <a:gd name="csX36" fmla="*/ 104887 w 155961"/>
              <a:gd name="csY36" fmla="*/ 10615 h 148830"/>
              <a:gd name="csX37" fmla="*/ 100362 w 155961"/>
              <a:gd name="csY37" fmla="*/ 10344 h 148830"/>
              <a:gd name="csX38" fmla="*/ 97878 w 155961"/>
              <a:gd name="csY38" fmla="*/ 6575 h 148830"/>
              <a:gd name="csX39" fmla="*/ 97555 w 155961"/>
              <a:gd name="csY39" fmla="*/ 3877 h 148830"/>
              <a:gd name="csX40" fmla="*/ 95139 w 155961"/>
              <a:gd name="csY40" fmla="*/ 1031 h 148830"/>
              <a:gd name="csX41" fmla="*/ 86904 w 155961"/>
              <a:gd name="csY41" fmla="*/ 0 h 148830"/>
              <a:gd name="csX42" fmla="*/ 78670 w 155961"/>
              <a:gd name="csY42" fmla="*/ 1027 h 148830"/>
              <a:gd name="csX43" fmla="*/ 76237 w 155961"/>
              <a:gd name="csY43" fmla="*/ 3873 h 148830"/>
              <a:gd name="csX44" fmla="*/ 75931 w 155961"/>
              <a:gd name="csY44" fmla="*/ 6571 h 148830"/>
              <a:gd name="csX45" fmla="*/ 73430 w 155961"/>
              <a:gd name="csY45" fmla="*/ 10341 h 148830"/>
              <a:gd name="csX46" fmla="*/ 68921 w 155961"/>
              <a:gd name="csY46" fmla="*/ 10610 h 148830"/>
              <a:gd name="csX47" fmla="*/ 66454 w 155961"/>
              <a:gd name="csY47" fmla="*/ 9559 h 148830"/>
              <a:gd name="csX48" fmla="*/ 62779 w 155961"/>
              <a:gd name="csY48" fmla="*/ 10232 h 148830"/>
              <a:gd name="csX49" fmla="*/ 54511 w 155961"/>
              <a:gd name="csY49" fmla="*/ 24464 h 148830"/>
              <a:gd name="csX50" fmla="*/ 55770 w 155961"/>
              <a:gd name="csY50" fmla="*/ 27993 h 148830"/>
              <a:gd name="csX51" fmla="*/ 57947 w 155961"/>
              <a:gd name="csY51" fmla="*/ 29625 h 148830"/>
              <a:gd name="csX52" fmla="*/ 59972 w 155961"/>
              <a:gd name="csY52" fmla="*/ 33665 h 148830"/>
              <a:gd name="csX53" fmla="*/ 57947 w 155961"/>
              <a:gd name="csY53" fmla="*/ 37705 h 148830"/>
              <a:gd name="csX54" fmla="*/ 55770 w 155961"/>
              <a:gd name="csY54" fmla="*/ 39335 h 148830"/>
              <a:gd name="csX55" fmla="*/ 54511 w 155961"/>
              <a:gd name="csY55" fmla="*/ 42865 h 148830"/>
              <a:gd name="csX56" fmla="*/ 62779 w 155961"/>
              <a:gd name="csY56" fmla="*/ 57098 h 148830"/>
              <a:gd name="csX57" fmla="*/ 66454 w 155961"/>
              <a:gd name="csY57" fmla="*/ 57770 h 148830"/>
              <a:gd name="csX58" fmla="*/ 68921 w 155961"/>
              <a:gd name="csY58" fmla="*/ 56718 h 148830"/>
              <a:gd name="csX59" fmla="*/ 73430 w 155961"/>
              <a:gd name="csY59" fmla="*/ 56987 h 148830"/>
              <a:gd name="csX60" fmla="*/ 75931 w 155961"/>
              <a:gd name="csY60" fmla="*/ 60759 h 148830"/>
              <a:gd name="csX61" fmla="*/ 76254 w 155961"/>
              <a:gd name="csY61" fmla="*/ 63455 h 148830"/>
              <a:gd name="csX62" fmla="*/ 78670 w 155961"/>
              <a:gd name="csY62" fmla="*/ 66304 h 148830"/>
              <a:gd name="csX63" fmla="*/ 86904 w 155961"/>
              <a:gd name="csY63" fmla="*/ 67332 h 148830"/>
              <a:gd name="csX64" fmla="*/ 95139 w 155961"/>
              <a:gd name="csY64" fmla="*/ 66304 h 148830"/>
              <a:gd name="csX65" fmla="*/ 97555 w 155961"/>
              <a:gd name="csY65" fmla="*/ 63455 h 148830"/>
              <a:gd name="csX66" fmla="*/ 97878 w 155961"/>
              <a:gd name="csY66" fmla="*/ 60759 h 148830"/>
              <a:gd name="csX67" fmla="*/ 100379 w 155961"/>
              <a:gd name="csY67" fmla="*/ 56987 h 148830"/>
              <a:gd name="csX68" fmla="*/ 104887 w 155961"/>
              <a:gd name="csY68" fmla="*/ 56718 h 148830"/>
              <a:gd name="csX69" fmla="*/ 107354 w 155961"/>
              <a:gd name="csY69" fmla="*/ 57770 h 148830"/>
              <a:gd name="csX70" fmla="*/ 111029 w 155961"/>
              <a:gd name="csY70" fmla="*/ 57098 h 148830"/>
              <a:gd name="csX71" fmla="*/ 119298 w 155961"/>
              <a:gd name="csY71" fmla="*/ 42865 h 148830"/>
              <a:gd name="csX72" fmla="*/ 118039 w 155961"/>
              <a:gd name="csY72" fmla="*/ 39335 h 148830"/>
              <a:gd name="csX73" fmla="*/ 115861 w 155961"/>
              <a:gd name="csY73" fmla="*/ 37709 h 148830"/>
              <a:gd name="csX74" fmla="*/ 86904 w 155961"/>
              <a:gd name="csY74" fmla="*/ 42528 h 148830"/>
              <a:gd name="csX75" fmla="*/ 78040 w 155961"/>
              <a:gd name="csY75" fmla="*/ 33668 h 148830"/>
              <a:gd name="csX76" fmla="*/ 86904 w 155961"/>
              <a:gd name="csY76" fmla="*/ 24807 h 148830"/>
              <a:gd name="csX77" fmla="*/ 95768 w 155961"/>
              <a:gd name="csY77" fmla="*/ 33668 h 148830"/>
              <a:gd name="csX78" fmla="*/ 86904 w 155961"/>
              <a:gd name="csY78" fmla="*/ 42528 h 148830"/>
            </a:gdLst>
            <a:ahLst/>
            <a:cxnLst/>
            <a:rect l="l" t="t" r="r" b="b"/>
            <a:pathLst>
              <a:path w="100000" h="100000">
                <a:moveTo>
                  <a:pt x="94011" y="45460"/>
                </a:moveTo>
                <a:cubicBezTo>
                  <a:pt x="91677" y="45460"/>
                  <a:pt x="89124" y="46995"/>
                  <a:pt x="83681" y="49817"/>
                </a:cubicBezTo>
                <a:cubicBezTo>
                  <a:pt x="79176" y="52158"/>
                  <a:pt x="75008" y="54381"/>
                  <a:pt x="72358" y="56005"/>
                </a:cubicBezTo>
                <a:cubicBezTo>
                  <a:pt x="72587" y="56999"/>
                  <a:pt x="72728" y="58031"/>
                  <a:pt x="72728" y="59095"/>
                </a:cubicBezTo>
                <a:cubicBezTo>
                  <a:pt x="72728" y="66614"/>
                  <a:pt x="66609" y="72729"/>
                  <a:pt x="59092" y="72729"/>
                </a:cubicBezTo>
                <a:lnTo>
                  <a:pt x="42042" y="72729"/>
                </a:lnTo>
                <a:cubicBezTo>
                  <a:pt x="40166" y="72729"/>
                  <a:pt x="38639" y="71204"/>
                  <a:pt x="38639" y="69320"/>
                </a:cubicBezTo>
                <a:cubicBezTo>
                  <a:pt x="38639" y="67436"/>
                  <a:pt x="40166" y="65912"/>
                  <a:pt x="42042" y="65912"/>
                </a:cubicBezTo>
                <a:lnTo>
                  <a:pt x="59092" y="65912"/>
                </a:lnTo>
                <a:cubicBezTo>
                  <a:pt x="62845" y="65912"/>
                  <a:pt x="65911" y="62853"/>
                  <a:pt x="65911" y="59095"/>
                </a:cubicBezTo>
                <a:cubicBezTo>
                  <a:pt x="65911" y="57057"/>
                  <a:pt x="64994" y="55246"/>
                  <a:pt x="63565" y="53993"/>
                </a:cubicBezTo>
                <a:cubicBezTo>
                  <a:pt x="61951" y="52925"/>
                  <a:pt x="60031" y="52277"/>
                  <a:pt x="57958" y="52277"/>
                </a:cubicBezTo>
                <a:lnTo>
                  <a:pt x="47966" y="52277"/>
                </a:lnTo>
                <a:lnTo>
                  <a:pt x="46591" y="52277"/>
                </a:lnTo>
                <a:cubicBezTo>
                  <a:pt x="46526" y="52277"/>
                  <a:pt x="46460" y="52262"/>
                  <a:pt x="46395" y="52258"/>
                </a:cubicBezTo>
                <a:cubicBezTo>
                  <a:pt x="40406" y="52164"/>
                  <a:pt x="37526" y="51546"/>
                  <a:pt x="34995" y="50989"/>
                </a:cubicBezTo>
                <a:cubicBezTo>
                  <a:pt x="32704" y="50482"/>
                  <a:pt x="30522" y="50006"/>
                  <a:pt x="26879" y="50006"/>
                </a:cubicBezTo>
                <a:cubicBezTo>
                  <a:pt x="10210" y="50006"/>
                  <a:pt x="698" y="70459"/>
                  <a:pt x="305" y="71329"/>
                </a:cubicBezTo>
                <a:cubicBezTo>
                  <a:pt x="-207" y="72456"/>
                  <a:pt x="-65" y="73769"/>
                  <a:pt x="665" y="74765"/>
                </a:cubicBezTo>
                <a:lnTo>
                  <a:pt x="16570" y="96339"/>
                </a:lnTo>
                <a:cubicBezTo>
                  <a:pt x="17225" y="97218"/>
                  <a:pt x="18239" y="97714"/>
                  <a:pt x="19308" y="97714"/>
                </a:cubicBezTo>
                <a:cubicBezTo>
                  <a:pt x="19527" y="97714"/>
                  <a:pt x="19745" y="97693"/>
                  <a:pt x="19952" y="97652"/>
                </a:cubicBezTo>
                <a:cubicBezTo>
                  <a:pt x="21239" y="97406"/>
                  <a:pt x="22286" y="96435"/>
                  <a:pt x="22613" y="95168"/>
                </a:cubicBezTo>
                <a:cubicBezTo>
                  <a:pt x="22799" y="94498"/>
                  <a:pt x="24534" y="88636"/>
                  <a:pt x="30686" y="88636"/>
                </a:cubicBezTo>
                <a:cubicBezTo>
                  <a:pt x="35115" y="88636"/>
                  <a:pt x="39708" y="89209"/>
                  <a:pt x="44148" y="89761"/>
                </a:cubicBezTo>
                <a:cubicBezTo>
                  <a:pt x="48663" y="90327"/>
                  <a:pt x="53343" y="90908"/>
                  <a:pt x="57958" y="90908"/>
                </a:cubicBezTo>
                <a:cubicBezTo>
                  <a:pt x="64231" y="90908"/>
                  <a:pt x="68758" y="86092"/>
                  <a:pt x="81815" y="72729"/>
                </a:cubicBezTo>
                <a:cubicBezTo>
                  <a:pt x="98408" y="55753"/>
                  <a:pt x="100001" y="54268"/>
                  <a:pt x="100001" y="50903"/>
                </a:cubicBezTo>
                <a:cubicBezTo>
                  <a:pt x="100001" y="47990"/>
                  <a:pt x="97437" y="45460"/>
                  <a:pt x="94011" y="45460"/>
                </a:cubicBezTo>
                <a:close/>
                <a:moveTo>
                  <a:pt x="74288" y="26465"/>
                </a:moveTo>
                <a:cubicBezTo>
                  <a:pt x="73470" y="25852"/>
                  <a:pt x="72990" y="24891"/>
                  <a:pt x="72990" y="23874"/>
                </a:cubicBezTo>
                <a:cubicBezTo>
                  <a:pt x="72990" y="22855"/>
                  <a:pt x="73470" y="21894"/>
                  <a:pt x="74288" y="21283"/>
                </a:cubicBezTo>
                <a:lnTo>
                  <a:pt x="75685" y="20237"/>
                </a:lnTo>
                <a:cubicBezTo>
                  <a:pt x="76372" y="19715"/>
                  <a:pt x="76721" y="18813"/>
                  <a:pt x="76481" y="17974"/>
                </a:cubicBezTo>
                <a:cubicBezTo>
                  <a:pt x="75499" y="14491"/>
                  <a:pt x="73645" y="11373"/>
                  <a:pt x="71190" y="8849"/>
                </a:cubicBezTo>
                <a:cubicBezTo>
                  <a:pt x="70579" y="8224"/>
                  <a:pt x="69630" y="8073"/>
                  <a:pt x="68834" y="8417"/>
                </a:cubicBezTo>
                <a:lnTo>
                  <a:pt x="67252" y="9092"/>
                </a:lnTo>
                <a:cubicBezTo>
                  <a:pt x="66314" y="9492"/>
                  <a:pt x="65234" y="9428"/>
                  <a:pt x="64351" y="8919"/>
                </a:cubicBezTo>
                <a:cubicBezTo>
                  <a:pt x="63478" y="8411"/>
                  <a:pt x="62878" y="7515"/>
                  <a:pt x="62758" y="6502"/>
                </a:cubicBezTo>
                <a:lnTo>
                  <a:pt x="62551" y="4772"/>
                </a:lnTo>
                <a:cubicBezTo>
                  <a:pt x="62441" y="3908"/>
                  <a:pt x="61842" y="3161"/>
                  <a:pt x="61002" y="2947"/>
                </a:cubicBezTo>
                <a:cubicBezTo>
                  <a:pt x="59311" y="2518"/>
                  <a:pt x="57543" y="2286"/>
                  <a:pt x="55722" y="2286"/>
                </a:cubicBezTo>
                <a:cubicBezTo>
                  <a:pt x="53900" y="2286"/>
                  <a:pt x="52133" y="2518"/>
                  <a:pt x="50442" y="2945"/>
                </a:cubicBezTo>
                <a:cubicBezTo>
                  <a:pt x="49591" y="3159"/>
                  <a:pt x="48991" y="3906"/>
                  <a:pt x="48882" y="4769"/>
                </a:cubicBezTo>
                <a:lnTo>
                  <a:pt x="48686" y="6499"/>
                </a:lnTo>
                <a:cubicBezTo>
                  <a:pt x="48554" y="7511"/>
                  <a:pt x="47966" y="8408"/>
                  <a:pt x="47082" y="8917"/>
                </a:cubicBezTo>
                <a:cubicBezTo>
                  <a:pt x="46198" y="9426"/>
                  <a:pt x="45129" y="9492"/>
                  <a:pt x="44191" y="9089"/>
                </a:cubicBezTo>
                <a:lnTo>
                  <a:pt x="42609" y="8415"/>
                </a:lnTo>
                <a:cubicBezTo>
                  <a:pt x="41813" y="8072"/>
                  <a:pt x="40853" y="8224"/>
                  <a:pt x="40253" y="8847"/>
                </a:cubicBezTo>
                <a:cubicBezTo>
                  <a:pt x="37788" y="11371"/>
                  <a:pt x="35944" y="14488"/>
                  <a:pt x="34952" y="17972"/>
                </a:cubicBezTo>
                <a:cubicBezTo>
                  <a:pt x="34711" y="18811"/>
                  <a:pt x="35061" y="19713"/>
                  <a:pt x="35759" y="20235"/>
                </a:cubicBezTo>
                <a:lnTo>
                  <a:pt x="37155" y="21281"/>
                </a:lnTo>
                <a:cubicBezTo>
                  <a:pt x="37973" y="21892"/>
                  <a:pt x="38453" y="22853"/>
                  <a:pt x="38453" y="23872"/>
                </a:cubicBezTo>
                <a:cubicBezTo>
                  <a:pt x="38453" y="24889"/>
                  <a:pt x="37973" y="25850"/>
                  <a:pt x="37155" y="26462"/>
                </a:cubicBezTo>
                <a:lnTo>
                  <a:pt x="35759" y="27507"/>
                </a:lnTo>
                <a:cubicBezTo>
                  <a:pt x="35061" y="28030"/>
                  <a:pt x="34722" y="28931"/>
                  <a:pt x="34952" y="29771"/>
                </a:cubicBezTo>
                <a:cubicBezTo>
                  <a:pt x="35944" y="33254"/>
                  <a:pt x="37788" y="36372"/>
                  <a:pt x="40253" y="38897"/>
                </a:cubicBezTo>
                <a:cubicBezTo>
                  <a:pt x="40853" y="39520"/>
                  <a:pt x="41813" y="39671"/>
                  <a:pt x="42609" y="39327"/>
                </a:cubicBezTo>
                <a:lnTo>
                  <a:pt x="44191" y="38653"/>
                </a:lnTo>
                <a:cubicBezTo>
                  <a:pt x="45129" y="38253"/>
                  <a:pt x="46198" y="38316"/>
                  <a:pt x="47082" y="38825"/>
                </a:cubicBezTo>
                <a:cubicBezTo>
                  <a:pt x="47966" y="39335"/>
                  <a:pt x="48554" y="40230"/>
                  <a:pt x="48686" y="41244"/>
                </a:cubicBezTo>
                <a:lnTo>
                  <a:pt x="48893" y="42973"/>
                </a:lnTo>
                <a:cubicBezTo>
                  <a:pt x="48991" y="43836"/>
                  <a:pt x="49602" y="44583"/>
                  <a:pt x="50442" y="44799"/>
                </a:cubicBezTo>
                <a:cubicBezTo>
                  <a:pt x="52133" y="45227"/>
                  <a:pt x="53900" y="45458"/>
                  <a:pt x="55722" y="45458"/>
                </a:cubicBezTo>
                <a:cubicBezTo>
                  <a:pt x="57543" y="45458"/>
                  <a:pt x="59311" y="45227"/>
                  <a:pt x="61002" y="44799"/>
                </a:cubicBezTo>
                <a:cubicBezTo>
                  <a:pt x="61842" y="44586"/>
                  <a:pt x="62452" y="43839"/>
                  <a:pt x="62551" y="42973"/>
                </a:cubicBezTo>
                <a:lnTo>
                  <a:pt x="62758" y="41244"/>
                </a:lnTo>
                <a:cubicBezTo>
                  <a:pt x="62889" y="40233"/>
                  <a:pt x="63478" y="39335"/>
                  <a:pt x="64362" y="38825"/>
                </a:cubicBezTo>
                <a:cubicBezTo>
                  <a:pt x="65234" y="38316"/>
                  <a:pt x="66314" y="38251"/>
                  <a:pt x="67252" y="38653"/>
                </a:cubicBezTo>
                <a:lnTo>
                  <a:pt x="68834" y="39327"/>
                </a:lnTo>
                <a:cubicBezTo>
                  <a:pt x="69630" y="39671"/>
                  <a:pt x="70579" y="39518"/>
                  <a:pt x="71190" y="38897"/>
                </a:cubicBezTo>
                <a:cubicBezTo>
                  <a:pt x="73645" y="36372"/>
                  <a:pt x="75499" y="33254"/>
                  <a:pt x="76492" y="29771"/>
                </a:cubicBezTo>
                <a:cubicBezTo>
                  <a:pt x="76732" y="28931"/>
                  <a:pt x="76383" y="28030"/>
                  <a:pt x="75685" y="27507"/>
                </a:cubicBezTo>
                <a:lnTo>
                  <a:pt x="74288" y="26465"/>
                </a:lnTo>
                <a:close/>
                <a:moveTo>
                  <a:pt x="55722" y="29555"/>
                </a:moveTo>
                <a:cubicBezTo>
                  <a:pt x="52580" y="29555"/>
                  <a:pt x="50038" y="27012"/>
                  <a:pt x="50038" y="23874"/>
                </a:cubicBezTo>
                <a:cubicBezTo>
                  <a:pt x="50038" y="20736"/>
                  <a:pt x="52580" y="18192"/>
                  <a:pt x="55722" y="18192"/>
                </a:cubicBezTo>
                <a:cubicBezTo>
                  <a:pt x="58853" y="18192"/>
                  <a:pt x="61405" y="20736"/>
                  <a:pt x="61405" y="23874"/>
                </a:cubicBezTo>
                <a:cubicBezTo>
                  <a:pt x="61405" y="27012"/>
                  <a:pt x="58853" y="29555"/>
                  <a:pt x="55722" y="2955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3" name="Красный — SVG 46">
            <a:extLst>
              <a:ext uri="{FF2B5EF4-FFF2-40B4-BE49-F238E27FC236}">
                <a16:creationId xmlns:a16="http://schemas.microsoft.com/office/drawing/2014/main" id="{A101E0E1-1A03-BB4F-9104-BF605667CBBD}"/>
              </a:ext>
            </a:extLst>
          </p:cNvPr>
          <p:cNvSpPr>
            <a:spLocks noGrp="1"/>
          </p:cNvSpPr>
          <p:nvPr/>
        </p:nvSpPr>
        <p:spPr>
          <a:xfrm>
            <a:off x="5820000" y="1670000"/>
            <a:ext cx="220000" cy="220000"/>
          </a:xfrm>
          <a:custGeom>
            <a:avLst/>
            <a:gdLst>
              <a:gd name="csX0" fmla="*/ 37923 w 156098"/>
              <a:gd name="csY0" fmla="*/ 6 h 152390"/>
              <a:gd name="csX1" fmla="*/ 28327 w 156098"/>
              <a:gd name="csY1" fmla="*/ 1238 h 152390"/>
              <a:gd name="csX2" fmla="*/ 0 w 156098"/>
              <a:gd name="csY2" fmla="*/ 41003 h 152390"/>
              <a:gd name="csX3" fmla="*/ 2807 w 156098"/>
              <a:gd name="csY3" fmla="*/ 45683 h 152390"/>
              <a:gd name="csX4" fmla="*/ 8217 w 156098"/>
              <a:gd name="csY4" fmla="*/ 45435 h 152390"/>
              <a:gd name="csX5" fmla="*/ 25163 w 156098"/>
              <a:gd name="csY5" fmla="*/ 46921 h 152390"/>
              <a:gd name="csX6" fmla="*/ 37566 w 156098"/>
              <a:gd name="csY6" fmla="*/ 49864 h 152390"/>
              <a:gd name="csX7" fmla="*/ 61112 w 156098"/>
              <a:gd name="csY7" fmla="*/ 36961 h 152390"/>
              <a:gd name="csX8" fmla="*/ 61588 w 156098"/>
              <a:gd name="csY8" fmla="*/ 35992 h 152390"/>
              <a:gd name="csX9" fmla="*/ 55889 w 156098"/>
              <a:gd name="csY9" fmla="*/ 30912 h 152390"/>
              <a:gd name="csX10" fmla="*/ 34401 w 156098"/>
              <a:gd name="csY10" fmla="*/ 34650 h 152390"/>
              <a:gd name="csX11" fmla="*/ 29399 w 156098"/>
              <a:gd name="csY11" fmla="*/ 34650 h 152390"/>
              <a:gd name="csX12" fmla="*/ 29399 w 156098"/>
              <a:gd name="csY12" fmla="*/ 29638 h 152390"/>
              <a:gd name="csX13" fmla="*/ 58611 w 156098"/>
              <a:gd name="csY13" fmla="*/ 24371 h 152390"/>
              <a:gd name="csX14" fmla="*/ 63307 w 156098"/>
              <a:gd name="csY14" fmla="*/ 27250 h 152390"/>
              <a:gd name="csX15" fmla="*/ 67968 w 156098"/>
              <a:gd name="csY15" fmla="*/ 34282 h 152390"/>
              <a:gd name="csX16" fmla="*/ 71031 w 156098"/>
              <a:gd name="csY16" fmla="*/ 46319 h 152390"/>
              <a:gd name="csX17" fmla="*/ 71031 w 156098"/>
              <a:gd name="csY17" fmla="*/ 49864 h 152390"/>
              <a:gd name="csX18" fmla="*/ 71031 w 156098"/>
              <a:gd name="csY18" fmla="*/ 49948 h 152390"/>
              <a:gd name="csX19" fmla="*/ 43384 w 156098"/>
              <a:gd name="csY19" fmla="*/ 67404 h 152390"/>
              <a:gd name="csX20" fmla="*/ 56995 w 156098"/>
              <a:gd name="csY20" fmla="*/ 69141 h 152390"/>
              <a:gd name="csX21" fmla="*/ 72664 w 156098"/>
              <a:gd name="csY21" fmla="*/ 70878 h 152390"/>
              <a:gd name="csX22" fmla="*/ 73226 w 156098"/>
              <a:gd name="csY22" fmla="*/ 70878 h 152390"/>
              <a:gd name="csX23" fmla="*/ 73328 w 156098"/>
              <a:gd name="csY23" fmla="*/ 70914 h 152390"/>
              <a:gd name="csX24" fmla="*/ 90528 w 156098"/>
              <a:gd name="csY24" fmla="*/ 70914 h 152390"/>
              <a:gd name="csX25" fmla="*/ 104735 w 156098"/>
              <a:gd name="csY25" fmla="*/ 75093 h 152390"/>
              <a:gd name="csX26" fmla="*/ 114262 w 156098"/>
              <a:gd name="csY26" fmla="*/ 74353 h 152390"/>
              <a:gd name="csX27" fmla="*/ 125746 w 156098"/>
              <a:gd name="csY27" fmla="*/ 68255 h 152390"/>
              <a:gd name="csX28" fmla="*/ 128945 w 156098"/>
              <a:gd name="csY28" fmla="*/ 66586 h 152390"/>
              <a:gd name="csX29" fmla="*/ 136499 w 156098"/>
              <a:gd name="csY29" fmla="*/ 62835 h 152390"/>
              <a:gd name="csX30" fmla="*/ 113735 w 156098"/>
              <a:gd name="csY30" fmla="*/ 54930 h 152390"/>
              <a:gd name="csX31" fmla="*/ 100124 w 156098"/>
              <a:gd name="csY31" fmla="*/ 58121 h 152390"/>
              <a:gd name="csX32" fmla="*/ 81664 w 156098"/>
              <a:gd name="csY32" fmla="*/ 50009 h 152390"/>
              <a:gd name="csX33" fmla="*/ 81664 w 156098"/>
              <a:gd name="csY33" fmla="*/ 49864 h 152390"/>
              <a:gd name="csX34" fmla="*/ 81664 w 156098"/>
              <a:gd name="csY34" fmla="*/ 46319 h 152390"/>
              <a:gd name="csX35" fmla="*/ 77632 w 156098"/>
              <a:gd name="csY35" fmla="*/ 29846 h 152390"/>
              <a:gd name="csX36" fmla="*/ 60415 w 156098"/>
              <a:gd name="csY36" fmla="*/ 12964 h 152390"/>
              <a:gd name="csX37" fmla="*/ 60125 w 156098"/>
              <a:gd name="csY37" fmla="*/ 12874 h 152390"/>
              <a:gd name="csX38" fmla="*/ 59751 w 156098"/>
              <a:gd name="csY38" fmla="*/ 12188 h 152390"/>
              <a:gd name="csX39" fmla="*/ 37923 w 156098"/>
              <a:gd name="csY39" fmla="*/ 6 h 152390"/>
              <a:gd name="csX40" fmla="*/ 146758 w 156098"/>
              <a:gd name="csY40" fmla="*/ 70898 h 152390"/>
              <a:gd name="csX41" fmla="*/ 130646 w 156098"/>
              <a:gd name="csY41" fmla="*/ 77689 h 152390"/>
              <a:gd name="csX42" fmla="*/ 112986 w 156098"/>
              <a:gd name="csY42" fmla="*/ 87338 h 152390"/>
              <a:gd name="csX43" fmla="*/ 113565 w 156098"/>
              <a:gd name="csY43" fmla="*/ 92162 h 152390"/>
              <a:gd name="csX44" fmla="*/ 92298 w 156098"/>
              <a:gd name="csY44" fmla="*/ 113426 h 152390"/>
              <a:gd name="csX45" fmla="*/ 65706 w 156098"/>
              <a:gd name="csY45" fmla="*/ 113426 h 152390"/>
              <a:gd name="csX46" fmla="*/ 60398 w 156098"/>
              <a:gd name="csY46" fmla="*/ 108110 h 152390"/>
              <a:gd name="csX47" fmla="*/ 65706 w 156098"/>
              <a:gd name="csY47" fmla="*/ 102794 h 152390"/>
              <a:gd name="csX48" fmla="*/ 92298 w 156098"/>
              <a:gd name="csY48" fmla="*/ 102794 h 152390"/>
              <a:gd name="csX49" fmla="*/ 102931 w 156098"/>
              <a:gd name="csY49" fmla="*/ 92162 h 152390"/>
              <a:gd name="csX50" fmla="*/ 99273 w 156098"/>
              <a:gd name="csY50" fmla="*/ 84203 h 152390"/>
              <a:gd name="csX51" fmla="*/ 90528 w 156098"/>
              <a:gd name="csY51" fmla="*/ 81530 h 152390"/>
              <a:gd name="csX52" fmla="*/ 74961 w 156098"/>
              <a:gd name="csY52" fmla="*/ 81530 h 152390"/>
              <a:gd name="csX53" fmla="*/ 72800 w 156098"/>
              <a:gd name="csY53" fmla="*/ 81530 h 152390"/>
              <a:gd name="csX54" fmla="*/ 72494 w 156098"/>
              <a:gd name="csY54" fmla="*/ 81496 h 152390"/>
              <a:gd name="csX55" fmla="*/ 54732 w 156098"/>
              <a:gd name="csY55" fmla="*/ 79516 h 152390"/>
              <a:gd name="csX56" fmla="*/ 42057 w 156098"/>
              <a:gd name="csY56" fmla="*/ 77987 h 152390"/>
              <a:gd name="csX57" fmla="*/ 612 w 156098"/>
              <a:gd name="csY57" fmla="*/ 111240 h 152390"/>
              <a:gd name="csX58" fmla="*/ 1174 w 156098"/>
              <a:gd name="csY58" fmla="*/ 116597 h 152390"/>
              <a:gd name="csX59" fmla="*/ 25997 w 156098"/>
              <a:gd name="csY59" fmla="*/ 150243 h 152390"/>
              <a:gd name="csX60" fmla="*/ 30250 w 156098"/>
              <a:gd name="csY60" fmla="*/ 152390 h 152390"/>
              <a:gd name="csX61" fmla="*/ 31271 w 156098"/>
              <a:gd name="csY61" fmla="*/ 152293 h 152390"/>
              <a:gd name="csX62" fmla="*/ 35405 w 156098"/>
              <a:gd name="csY62" fmla="*/ 148423 h 152390"/>
              <a:gd name="csX63" fmla="*/ 47995 w 156098"/>
              <a:gd name="csY63" fmla="*/ 138235 h 152390"/>
              <a:gd name="csX64" fmla="*/ 68989 w 156098"/>
              <a:gd name="csY64" fmla="*/ 139986 h 152390"/>
              <a:gd name="csX65" fmla="*/ 90528 w 156098"/>
              <a:gd name="csY65" fmla="*/ 141779 h 152390"/>
              <a:gd name="csX66" fmla="*/ 127737 w 156098"/>
              <a:gd name="csY66" fmla="*/ 113426 h 152390"/>
              <a:gd name="csX67" fmla="*/ 156098 w 156098"/>
              <a:gd name="csY67" fmla="*/ 79385 h 152390"/>
              <a:gd name="csX68" fmla="*/ 146758 w 156098"/>
              <a:gd name="csY68" fmla="*/ 70898 h 152390"/>
            </a:gdLst>
            <a:ahLst/>
            <a:cxnLst/>
            <a:rect l="l" t="t" r="r" b="b"/>
            <a:pathLst>
              <a:path w="100000" h="100000">
                <a:moveTo>
                  <a:pt x="24294" y="1192"/>
                </a:moveTo>
                <a:cubicBezTo>
                  <a:pt x="22310" y="1151"/>
                  <a:pt x="20240" y="1407"/>
                  <a:pt x="18147" y="1981"/>
                </a:cubicBezTo>
                <a:cubicBezTo>
                  <a:pt x="9766" y="4251"/>
                  <a:pt x="0" y="12290"/>
                  <a:pt x="0" y="27455"/>
                </a:cubicBezTo>
                <a:cubicBezTo>
                  <a:pt x="0" y="28704"/>
                  <a:pt x="687" y="29863"/>
                  <a:pt x="1798" y="30453"/>
                </a:cubicBezTo>
                <a:cubicBezTo>
                  <a:pt x="2889" y="31044"/>
                  <a:pt x="4229" y="30997"/>
                  <a:pt x="5264" y="30294"/>
                </a:cubicBezTo>
                <a:cubicBezTo>
                  <a:pt x="7924" y="28568"/>
                  <a:pt x="11281" y="29544"/>
                  <a:pt x="16120" y="31246"/>
                </a:cubicBezTo>
                <a:cubicBezTo>
                  <a:pt x="18888" y="32223"/>
                  <a:pt x="21504" y="33132"/>
                  <a:pt x="24066" y="33132"/>
                </a:cubicBezTo>
                <a:cubicBezTo>
                  <a:pt x="30245" y="33132"/>
                  <a:pt x="36305" y="29818"/>
                  <a:pt x="39150" y="24866"/>
                </a:cubicBezTo>
                <a:cubicBezTo>
                  <a:pt x="39259" y="24667"/>
                  <a:pt x="39357" y="24452"/>
                  <a:pt x="39455" y="24245"/>
                </a:cubicBezTo>
                <a:cubicBezTo>
                  <a:pt x="38616" y="22749"/>
                  <a:pt x="37406" y="21651"/>
                  <a:pt x="35804" y="20991"/>
                </a:cubicBezTo>
                <a:cubicBezTo>
                  <a:pt x="30823" y="18925"/>
                  <a:pt x="24066" y="21369"/>
                  <a:pt x="22038" y="23385"/>
                </a:cubicBezTo>
                <a:cubicBezTo>
                  <a:pt x="21155" y="24273"/>
                  <a:pt x="19716" y="24273"/>
                  <a:pt x="18834" y="23385"/>
                </a:cubicBezTo>
                <a:cubicBezTo>
                  <a:pt x="17940" y="22497"/>
                  <a:pt x="17940" y="21062"/>
                  <a:pt x="18834" y="20175"/>
                </a:cubicBezTo>
                <a:cubicBezTo>
                  <a:pt x="22114" y="16892"/>
                  <a:pt x="30823" y="14022"/>
                  <a:pt x="37548" y="16800"/>
                </a:cubicBezTo>
                <a:cubicBezTo>
                  <a:pt x="38539" y="17209"/>
                  <a:pt x="39564" y="17838"/>
                  <a:pt x="40556" y="18645"/>
                </a:cubicBezTo>
                <a:cubicBezTo>
                  <a:pt x="41798" y="19936"/>
                  <a:pt x="42780" y="21494"/>
                  <a:pt x="43542" y="23150"/>
                </a:cubicBezTo>
                <a:cubicBezTo>
                  <a:pt x="45002" y="26332"/>
                  <a:pt x="45504" y="29915"/>
                  <a:pt x="45504" y="30861"/>
                </a:cubicBezTo>
                <a:lnTo>
                  <a:pt x="45504" y="33132"/>
                </a:lnTo>
                <a:cubicBezTo>
                  <a:pt x="45504" y="33149"/>
                  <a:pt x="45504" y="33167"/>
                  <a:pt x="45504" y="33186"/>
                </a:cubicBezTo>
                <a:cubicBezTo>
                  <a:pt x="37777" y="34140"/>
                  <a:pt x="31335" y="38283"/>
                  <a:pt x="27793" y="44368"/>
                </a:cubicBezTo>
                <a:cubicBezTo>
                  <a:pt x="31695" y="44413"/>
                  <a:pt x="34256" y="44982"/>
                  <a:pt x="36512" y="45481"/>
                </a:cubicBezTo>
                <a:cubicBezTo>
                  <a:pt x="38801" y="45980"/>
                  <a:pt x="41188" y="46503"/>
                  <a:pt x="46550" y="46594"/>
                </a:cubicBezTo>
                <a:lnTo>
                  <a:pt x="46910" y="46594"/>
                </a:lnTo>
                <a:cubicBezTo>
                  <a:pt x="46932" y="46594"/>
                  <a:pt x="46954" y="46594"/>
                  <a:pt x="46976" y="46617"/>
                </a:cubicBezTo>
                <a:lnTo>
                  <a:pt x="57994" y="46617"/>
                </a:lnTo>
                <a:cubicBezTo>
                  <a:pt x="61210" y="46617"/>
                  <a:pt x="64370" y="47546"/>
                  <a:pt x="67096" y="49294"/>
                </a:cubicBezTo>
                <a:lnTo>
                  <a:pt x="73199" y="48820"/>
                </a:lnTo>
                <a:cubicBezTo>
                  <a:pt x="75150" y="47753"/>
                  <a:pt x="77581" y="46457"/>
                  <a:pt x="80556" y="44913"/>
                </a:cubicBezTo>
                <a:lnTo>
                  <a:pt x="82605" y="43844"/>
                </a:lnTo>
                <a:cubicBezTo>
                  <a:pt x="84425" y="42891"/>
                  <a:pt x="85995" y="42077"/>
                  <a:pt x="87444" y="41441"/>
                </a:cubicBezTo>
                <a:cubicBezTo>
                  <a:pt x="84218" y="38082"/>
                  <a:pt x="79335" y="36377"/>
                  <a:pt x="72861" y="36377"/>
                </a:cubicBezTo>
                <a:cubicBezTo>
                  <a:pt x="69798" y="36377"/>
                  <a:pt x="66823" y="37082"/>
                  <a:pt x="64142" y="38421"/>
                </a:cubicBezTo>
                <a:cubicBezTo>
                  <a:pt x="60741" y="35615"/>
                  <a:pt x="56665" y="33837"/>
                  <a:pt x="52316" y="33225"/>
                </a:cubicBezTo>
                <a:cubicBezTo>
                  <a:pt x="52316" y="33194"/>
                  <a:pt x="52316" y="33163"/>
                  <a:pt x="52316" y="33132"/>
                </a:cubicBezTo>
                <a:lnTo>
                  <a:pt x="52316" y="30861"/>
                </a:lnTo>
                <a:cubicBezTo>
                  <a:pt x="52316" y="28401"/>
                  <a:pt x="51673" y="24540"/>
                  <a:pt x="49733" y="20308"/>
                </a:cubicBezTo>
                <a:cubicBezTo>
                  <a:pt x="47793" y="16076"/>
                  <a:pt x="44359" y="11526"/>
                  <a:pt x="38703" y="9493"/>
                </a:cubicBezTo>
                <a:cubicBezTo>
                  <a:pt x="38648" y="9472"/>
                  <a:pt x="38583" y="9452"/>
                  <a:pt x="38517" y="9435"/>
                </a:cubicBezTo>
                <a:cubicBezTo>
                  <a:pt x="38441" y="9289"/>
                  <a:pt x="38365" y="9142"/>
                  <a:pt x="38278" y="8996"/>
                </a:cubicBezTo>
                <a:cubicBezTo>
                  <a:pt x="35401" y="4092"/>
                  <a:pt x="30245" y="1309"/>
                  <a:pt x="24294" y="1192"/>
                </a:cubicBezTo>
                <a:close/>
                <a:moveTo>
                  <a:pt x="94017" y="46607"/>
                </a:moveTo>
                <a:cubicBezTo>
                  <a:pt x="91695" y="46607"/>
                  <a:pt x="89134" y="48138"/>
                  <a:pt x="83695" y="50957"/>
                </a:cubicBezTo>
                <a:cubicBezTo>
                  <a:pt x="79193" y="53296"/>
                  <a:pt x="75030" y="55518"/>
                  <a:pt x="72381" y="57138"/>
                </a:cubicBezTo>
                <a:cubicBezTo>
                  <a:pt x="72610" y="58133"/>
                  <a:pt x="72752" y="59167"/>
                  <a:pt x="72752" y="60229"/>
                </a:cubicBezTo>
                <a:cubicBezTo>
                  <a:pt x="72752" y="67742"/>
                  <a:pt x="66638" y="73851"/>
                  <a:pt x="59128" y="73851"/>
                </a:cubicBezTo>
                <a:lnTo>
                  <a:pt x="42093" y="73851"/>
                </a:lnTo>
                <a:cubicBezTo>
                  <a:pt x="40218" y="73851"/>
                  <a:pt x="38692" y="72328"/>
                  <a:pt x="38692" y="70445"/>
                </a:cubicBezTo>
                <a:cubicBezTo>
                  <a:pt x="38692" y="68563"/>
                  <a:pt x="40218" y="67040"/>
                  <a:pt x="42093" y="67040"/>
                </a:cubicBezTo>
                <a:lnTo>
                  <a:pt x="59128" y="67040"/>
                </a:lnTo>
                <a:cubicBezTo>
                  <a:pt x="62877" y="67040"/>
                  <a:pt x="65940" y="63984"/>
                  <a:pt x="65940" y="60229"/>
                </a:cubicBezTo>
                <a:cubicBezTo>
                  <a:pt x="65940" y="58194"/>
                  <a:pt x="65025" y="56381"/>
                  <a:pt x="63597" y="55130"/>
                </a:cubicBezTo>
                <a:cubicBezTo>
                  <a:pt x="61983" y="54063"/>
                  <a:pt x="60065" y="53418"/>
                  <a:pt x="57994" y="53418"/>
                </a:cubicBezTo>
                <a:lnTo>
                  <a:pt x="48022" y="53418"/>
                </a:lnTo>
                <a:lnTo>
                  <a:pt x="46637" y="53418"/>
                </a:lnTo>
                <a:cubicBezTo>
                  <a:pt x="46572" y="53418"/>
                  <a:pt x="46507" y="53400"/>
                  <a:pt x="46441" y="53396"/>
                </a:cubicBezTo>
                <a:cubicBezTo>
                  <a:pt x="40458" y="53304"/>
                  <a:pt x="37580" y="52685"/>
                  <a:pt x="35063" y="52128"/>
                </a:cubicBezTo>
                <a:cubicBezTo>
                  <a:pt x="32763" y="51622"/>
                  <a:pt x="30583" y="51148"/>
                  <a:pt x="26943" y="51148"/>
                </a:cubicBezTo>
                <a:cubicBezTo>
                  <a:pt x="10289" y="51148"/>
                  <a:pt x="785" y="71581"/>
                  <a:pt x="392" y="72451"/>
                </a:cubicBezTo>
                <a:cubicBezTo>
                  <a:pt x="-120" y="73577"/>
                  <a:pt x="22" y="74889"/>
                  <a:pt x="752" y="75882"/>
                </a:cubicBezTo>
                <a:lnTo>
                  <a:pt x="16654" y="97437"/>
                </a:lnTo>
                <a:cubicBezTo>
                  <a:pt x="17297" y="98316"/>
                  <a:pt x="18311" y="98812"/>
                  <a:pt x="19379" y="98812"/>
                </a:cubicBezTo>
                <a:cubicBezTo>
                  <a:pt x="19597" y="98812"/>
                  <a:pt x="19814" y="98791"/>
                  <a:pt x="20033" y="98750"/>
                </a:cubicBezTo>
                <a:cubicBezTo>
                  <a:pt x="21308" y="98505"/>
                  <a:pt x="22355" y="97536"/>
                  <a:pt x="22681" y="96271"/>
                </a:cubicBezTo>
                <a:cubicBezTo>
                  <a:pt x="22866" y="95602"/>
                  <a:pt x="24599" y="89744"/>
                  <a:pt x="30747" y="89744"/>
                </a:cubicBezTo>
                <a:cubicBezTo>
                  <a:pt x="35171" y="89744"/>
                  <a:pt x="39760" y="90314"/>
                  <a:pt x="44196" y="90866"/>
                </a:cubicBezTo>
                <a:cubicBezTo>
                  <a:pt x="48709" y="91432"/>
                  <a:pt x="53384" y="92015"/>
                  <a:pt x="57994" y="92015"/>
                </a:cubicBezTo>
                <a:cubicBezTo>
                  <a:pt x="64262" y="92015"/>
                  <a:pt x="68785" y="87204"/>
                  <a:pt x="81831" y="73851"/>
                </a:cubicBezTo>
                <a:cubicBezTo>
                  <a:pt x="98409" y="56890"/>
                  <a:pt x="100000" y="55406"/>
                  <a:pt x="100000" y="52044"/>
                </a:cubicBezTo>
                <a:cubicBezTo>
                  <a:pt x="100000" y="49133"/>
                  <a:pt x="97439" y="46607"/>
                  <a:pt x="94017" y="4660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4" name="Красный — SVG 47">
            <a:extLst>
              <a:ext uri="{FF2B5EF4-FFF2-40B4-BE49-F238E27FC236}">
                <a16:creationId xmlns:a16="http://schemas.microsoft.com/office/drawing/2014/main" id="{B30C0EDC-6011-1343-818D-D054CD95DACD}"/>
              </a:ext>
            </a:extLst>
          </p:cNvPr>
          <p:cNvSpPr>
            <a:spLocks noGrp="1"/>
          </p:cNvSpPr>
          <p:nvPr/>
        </p:nvSpPr>
        <p:spPr>
          <a:xfrm>
            <a:off x="6420000" y="1670000"/>
            <a:ext cx="220000" cy="220000"/>
          </a:xfrm>
          <a:custGeom>
            <a:avLst/>
            <a:gdLst>
              <a:gd name="csX0" fmla="*/ 146623 w 155956"/>
              <a:gd name="csY0" fmla="*/ 60247 h 141740"/>
              <a:gd name="csX1" fmla="*/ 130509 w 155956"/>
              <a:gd name="csY1" fmla="*/ 67039 h 141740"/>
              <a:gd name="csX2" fmla="*/ 112851 w 155956"/>
              <a:gd name="csY2" fmla="*/ 76690 h 141740"/>
              <a:gd name="csX3" fmla="*/ 113423 w 155956"/>
              <a:gd name="csY3" fmla="*/ 81511 h 141740"/>
              <a:gd name="csX4" fmla="*/ 92156 w 155956"/>
              <a:gd name="csY4" fmla="*/ 102775 h 141740"/>
              <a:gd name="csX5" fmla="*/ 65573 w 155956"/>
              <a:gd name="csY5" fmla="*/ 102775 h 141740"/>
              <a:gd name="csX6" fmla="*/ 60256 w 155956"/>
              <a:gd name="csY6" fmla="*/ 97459 h 141740"/>
              <a:gd name="csX7" fmla="*/ 65573 w 155956"/>
              <a:gd name="csY7" fmla="*/ 92143 h 141740"/>
              <a:gd name="csX8" fmla="*/ 92156 w 155956"/>
              <a:gd name="csY8" fmla="*/ 92143 h 141740"/>
              <a:gd name="csX9" fmla="*/ 102789 w 155956"/>
              <a:gd name="csY9" fmla="*/ 81511 h 141740"/>
              <a:gd name="csX10" fmla="*/ 99138 w 155956"/>
              <a:gd name="csY10" fmla="*/ 73555 h 141740"/>
              <a:gd name="csX11" fmla="*/ 90383 w 155956"/>
              <a:gd name="csY11" fmla="*/ 70879 h 141740"/>
              <a:gd name="csX12" fmla="*/ 74813 w 155956"/>
              <a:gd name="csY12" fmla="*/ 70879 h 141740"/>
              <a:gd name="csX13" fmla="*/ 72660 w 155956"/>
              <a:gd name="csY13" fmla="*/ 70879 h 141740"/>
              <a:gd name="csX14" fmla="*/ 72359 w 155956"/>
              <a:gd name="csY14" fmla="*/ 70847 h 141740"/>
              <a:gd name="csX15" fmla="*/ 54584 w 155956"/>
              <a:gd name="csY15" fmla="*/ 68868 h 141740"/>
              <a:gd name="csX16" fmla="*/ 41921 w 155956"/>
              <a:gd name="csY16" fmla="*/ 67334 h 141740"/>
              <a:gd name="csX17" fmla="*/ 478 w 155956"/>
              <a:gd name="csY17" fmla="*/ 100591 h 141740"/>
              <a:gd name="csX18" fmla="*/ 1039 w 155956"/>
              <a:gd name="csY18" fmla="*/ 105949 h 141740"/>
              <a:gd name="csX19" fmla="*/ 25850 w 155956"/>
              <a:gd name="csY19" fmla="*/ 139595 h 141740"/>
              <a:gd name="csX20" fmla="*/ 30117 w 155956"/>
              <a:gd name="csY20" fmla="*/ 141740 h 141740"/>
              <a:gd name="csX21" fmla="*/ 31124 w 155956"/>
              <a:gd name="csY21" fmla="*/ 141645 h 141740"/>
              <a:gd name="csX22" fmla="*/ 35273 w 155956"/>
              <a:gd name="csY22" fmla="*/ 137772 h 141740"/>
              <a:gd name="csX23" fmla="*/ 47850 w 155956"/>
              <a:gd name="csY23" fmla="*/ 127582 h 141740"/>
              <a:gd name="csX24" fmla="*/ 68848 w 155956"/>
              <a:gd name="csY24" fmla="*/ 129336 h 141740"/>
              <a:gd name="csX25" fmla="*/ 90383 w 155956"/>
              <a:gd name="csY25" fmla="*/ 131125 h 141740"/>
              <a:gd name="csX26" fmla="*/ 127600 w 155956"/>
              <a:gd name="csY26" fmla="*/ 102775 h 141740"/>
              <a:gd name="csX27" fmla="*/ 155956 w 155956"/>
              <a:gd name="csY27" fmla="*/ 68734 h 141740"/>
              <a:gd name="csX28" fmla="*/ 146623 w 155956"/>
              <a:gd name="csY28" fmla="*/ 60247 h 141740"/>
              <a:gd name="csX29" fmla="*/ 118864 w 155956"/>
              <a:gd name="csY29" fmla="*/ 30239 h 141740"/>
              <a:gd name="csX30" fmla="*/ 92500 w 155956"/>
              <a:gd name="csY30" fmla="*/ 58542 h 141740"/>
              <a:gd name="csX31" fmla="*/ 88607 w 155956"/>
              <a:gd name="csY31" fmla="*/ 60235 h 141740"/>
              <a:gd name="csX32" fmla="*/ 84716 w 155956"/>
              <a:gd name="csY32" fmla="*/ 58542 h 141740"/>
              <a:gd name="csX33" fmla="*/ 58221 w 155956"/>
              <a:gd name="csY33" fmla="*/ 30102 h 141740"/>
              <a:gd name="csX34" fmla="*/ 53166 w 155956"/>
              <a:gd name="csY34" fmla="*/ 17707 h 141740"/>
              <a:gd name="csX35" fmla="*/ 58359 w 155956"/>
              <a:gd name="csY35" fmla="*/ 5177 h 141740"/>
              <a:gd name="csX36" fmla="*/ 83418 w 155956"/>
              <a:gd name="csY36" fmla="*/ 5180 h 141740"/>
              <a:gd name="csX37" fmla="*/ 88610 w 155956"/>
              <a:gd name="csY37" fmla="*/ 10372 h 141740"/>
              <a:gd name="csX38" fmla="*/ 93803 w 155956"/>
              <a:gd name="csY38" fmla="*/ 5180 h 141740"/>
              <a:gd name="csX39" fmla="*/ 118864 w 155956"/>
              <a:gd name="csY39" fmla="*/ 5177 h 141740"/>
              <a:gd name="csX40" fmla="*/ 124056 w 155956"/>
              <a:gd name="csY40" fmla="*/ 17707 h 141740"/>
              <a:gd name="csX41" fmla="*/ 118864 w 155956"/>
              <a:gd name="csY41" fmla="*/ 30239 h 141740"/>
            </a:gdLst>
            <a:ahLst/>
            <a:cxnLst/>
            <a:rect l="l" t="t" r="r" b="b"/>
            <a:pathLst>
              <a:path w="100000" h="100000">
                <a:moveTo>
                  <a:pt x="94016" y="43188"/>
                </a:moveTo>
                <a:cubicBezTo>
                  <a:pt x="91684" y="43188"/>
                  <a:pt x="89125" y="44722"/>
                  <a:pt x="83683" y="47544"/>
                </a:cubicBezTo>
                <a:cubicBezTo>
                  <a:pt x="79177" y="49885"/>
                  <a:pt x="75008" y="52110"/>
                  <a:pt x="72361" y="53732"/>
                </a:cubicBezTo>
                <a:cubicBezTo>
                  <a:pt x="72591" y="54728"/>
                  <a:pt x="72728" y="55759"/>
                  <a:pt x="72728" y="56823"/>
                </a:cubicBezTo>
                <a:cubicBezTo>
                  <a:pt x="72728" y="64342"/>
                  <a:pt x="66609" y="70458"/>
                  <a:pt x="59091" y="70458"/>
                </a:cubicBezTo>
                <a:lnTo>
                  <a:pt x="42046" y="70458"/>
                </a:lnTo>
                <a:cubicBezTo>
                  <a:pt x="40164" y="70458"/>
                  <a:pt x="38637" y="68933"/>
                  <a:pt x="38637" y="67049"/>
                </a:cubicBezTo>
                <a:cubicBezTo>
                  <a:pt x="38637" y="65165"/>
                  <a:pt x="40164" y="63640"/>
                  <a:pt x="42046" y="63640"/>
                </a:cubicBezTo>
                <a:lnTo>
                  <a:pt x="59091" y="63640"/>
                </a:lnTo>
                <a:cubicBezTo>
                  <a:pt x="62850" y="63640"/>
                  <a:pt x="65909" y="60581"/>
                  <a:pt x="65909" y="56823"/>
                </a:cubicBezTo>
                <a:cubicBezTo>
                  <a:pt x="65909" y="54784"/>
                  <a:pt x="64991" y="52973"/>
                  <a:pt x="63568" y="51722"/>
                </a:cubicBezTo>
                <a:cubicBezTo>
                  <a:pt x="61953" y="50653"/>
                  <a:pt x="60034" y="50006"/>
                  <a:pt x="57954" y="50006"/>
                </a:cubicBezTo>
                <a:lnTo>
                  <a:pt x="47971" y="50006"/>
                </a:lnTo>
                <a:lnTo>
                  <a:pt x="46590" y="50006"/>
                </a:lnTo>
                <a:cubicBezTo>
                  <a:pt x="46525" y="50006"/>
                  <a:pt x="46464" y="49989"/>
                  <a:pt x="46397" y="49985"/>
                </a:cubicBezTo>
                <a:cubicBezTo>
                  <a:pt x="40407" y="49891"/>
                  <a:pt x="37529" y="49274"/>
                  <a:pt x="35000" y="48716"/>
                </a:cubicBezTo>
                <a:cubicBezTo>
                  <a:pt x="32700" y="48210"/>
                  <a:pt x="30527" y="47733"/>
                  <a:pt x="26880" y="47733"/>
                </a:cubicBezTo>
                <a:cubicBezTo>
                  <a:pt x="10216" y="47733"/>
                  <a:pt x="702" y="68187"/>
                  <a:pt x="306" y="69057"/>
                </a:cubicBezTo>
                <a:cubicBezTo>
                  <a:pt x="-206" y="70185"/>
                  <a:pt x="-68" y="71498"/>
                  <a:pt x="666" y="72493"/>
                </a:cubicBezTo>
                <a:lnTo>
                  <a:pt x="16575" y="94067"/>
                </a:lnTo>
                <a:cubicBezTo>
                  <a:pt x="17223" y="94947"/>
                  <a:pt x="18243" y="95442"/>
                  <a:pt x="19311" y="95442"/>
                </a:cubicBezTo>
                <a:cubicBezTo>
                  <a:pt x="19527" y="95442"/>
                  <a:pt x="19741" y="95422"/>
                  <a:pt x="19957" y="95381"/>
                </a:cubicBezTo>
                <a:cubicBezTo>
                  <a:pt x="21243" y="95136"/>
                  <a:pt x="22284" y="94163"/>
                  <a:pt x="22617" y="92898"/>
                </a:cubicBezTo>
                <a:cubicBezTo>
                  <a:pt x="22797" y="92227"/>
                  <a:pt x="24534" y="86364"/>
                  <a:pt x="30682" y="86364"/>
                </a:cubicBezTo>
                <a:cubicBezTo>
                  <a:pt x="35118" y="86364"/>
                  <a:pt x="39707" y="86937"/>
                  <a:pt x="44146" y="87489"/>
                </a:cubicBezTo>
                <a:cubicBezTo>
                  <a:pt x="48665" y="88055"/>
                  <a:pt x="53343" y="88636"/>
                  <a:pt x="57954" y="88636"/>
                </a:cubicBezTo>
                <a:cubicBezTo>
                  <a:pt x="64234" y="88636"/>
                  <a:pt x="68755" y="83822"/>
                  <a:pt x="81818" y="70458"/>
                </a:cubicBezTo>
                <a:cubicBezTo>
                  <a:pt x="98414" y="53480"/>
                  <a:pt x="100000" y="51996"/>
                  <a:pt x="100000" y="48630"/>
                </a:cubicBezTo>
                <a:cubicBezTo>
                  <a:pt x="100000" y="45717"/>
                  <a:pt x="97443" y="43188"/>
                  <a:pt x="94016" y="43188"/>
                </a:cubicBezTo>
                <a:close/>
                <a:moveTo>
                  <a:pt x="76216" y="23947"/>
                </a:moveTo>
                <a:lnTo>
                  <a:pt x="59312" y="42095"/>
                </a:lnTo>
                <a:cubicBezTo>
                  <a:pt x="58665" y="42788"/>
                  <a:pt x="57761" y="43181"/>
                  <a:pt x="56815" y="43181"/>
                </a:cubicBezTo>
                <a:cubicBezTo>
                  <a:pt x="55871" y="43181"/>
                  <a:pt x="54969" y="42788"/>
                  <a:pt x="54320" y="42095"/>
                </a:cubicBezTo>
                <a:lnTo>
                  <a:pt x="37332" y="23859"/>
                </a:lnTo>
                <a:cubicBezTo>
                  <a:pt x="35275" y="21802"/>
                  <a:pt x="34090" y="18948"/>
                  <a:pt x="34090" y="15912"/>
                </a:cubicBezTo>
                <a:cubicBezTo>
                  <a:pt x="34090" y="12876"/>
                  <a:pt x="35274" y="10021"/>
                  <a:pt x="37420" y="7877"/>
                </a:cubicBezTo>
                <a:cubicBezTo>
                  <a:pt x="41850" y="3452"/>
                  <a:pt x="49059" y="3450"/>
                  <a:pt x="53488" y="7879"/>
                </a:cubicBezTo>
                <a:lnTo>
                  <a:pt x="56817" y="11208"/>
                </a:lnTo>
                <a:lnTo>
                  <a:pt x="60147" y="7879"/>
                </a:lnTo>
                <a:cubicBezTo>
                  <a:pt x="64577" y="3450"/>
                  <a:pt x="71786" y="3452"/>
                  <a:pt x="76216" y="7877"/>
                </a:cubicBezTo>
                <a:cubicBezTo>
                  <a:pt x="78361" y="10021"/>
                  <a:pt x="79546" y="12876"/>
                  <a:pt x="79546" y="15912"/>
                </a:cubicBezTo>
                <a:cubicBezTo>
                  <a:pt x="79546" y="18948"/>
                  <a:pt x="78361" y="21802"/>
                  <a:pt x="76216" y="2394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5" name="Красный — SVG 48">
            <a:extLst>
              <a:ext uri="{FF2B5EF4-FFF2-40B4-BE49-F238E27FC236}">
                <a16:creationId xmlns:a16="http://schemas.microsoft.com/office/drawing/2014/main" id="{72CA8F6D-0D71-9C42-8FBB-D371140B07D9}"/>
              </a:ext>
            </a:extLst>
          </p:cNvPr>
          <p:cNvSpPr>
            <a:spLocks noGrp="1"/>
          </p:cNvSpPr>
          <p:nvPr/>
        </p:nvSpPr>
        <p:spPr>
          <a:xfrm>
            <a:off x="7020000" y="1670000"/>
            <a:ext cx="220000" cy="220000"/>
          </a:xfrm>
          <a:custGeom>
            <a:avLst/>
            <a:gdLst>
              <a:gd name="csX0" fmla="*/ 69109 w 97472"/>
              <a:gd name="csY0" fmla="*/ 0 h 125810"/>
              <a:gd name="csX1" fmla="*/ 54936 w 97472"/>
              <a:gd name="csY1" fmla="*/ 14169 h 125810"/>
              <a:gd name="csX2" fmla="*/ 69109 w 97472"/>
              <a:gd name="csY2" fmla="*/ 28352 h 125810"/>
              <a:gd name="csX3" fmla="*/ 83298 w 97472"/>
              <a:gd name="csY3" fmla="*/ 14169 h 125810"/>
              <a:gd name="csX4" fmla="*/ 69109 w 97472"/>
              <a:gd name="csY4" fmla="*/ 0 h 125810"/>
              <a:gd name="csX5" fmla="*/ 50496 w 97472"/>
              <a:gd name="csY5" fmla="*/ 27507 h 125810"/>
              <a:gd name="csX6" fmla="*/ 50190 w 97472"/>
              <a:gd name="csY6" fmla="*/ 27536 h 125810"/>
              <a:gd name="csX7" fmla="*/ 24721 w 97472"/>
              <a:gd name="csY7" fmla="*/ 29113 h 125810"/>
              <a:gd name="csX8" fmla="*/ 14598 w 97472"/>
              <a:gd name="csY8" fmla="*/ 37004 h 125810"/>
              <a:gd name="csX9" fmla="*/ 7435 w 97472"/>
              <a:gd name="csY9" fmla="*/ 55735 h 125810"/>
              <a:gd name="csX10" fmla="*/ 9494 w 97472"/>
              <a:gd name="csY10" fmla="*/ 62062 h 125810"/>
              <a:gd name="csX11" fmla="*/ 18153 w 97472"/>
              <a:gd name="csY11" fmla="*/ 57479 h 125810"/>
              <a:gd name="csX12" fmla="*/ 24533 w 97472"/>
              <a:gd name="csY12" fmla="*/ 40791 h 125810"/>
              <a:gd name="csX13" fmla="*/ 25571 w 97472"/>
              <a:gd name="csY13" fmla="*/ 39821 h 125810"/>
              <a:gd name="csX14" fmla="*/ 33670 w 97472"/>
              <a:gd name="csY14" fmla="*/ 42528 h 125810"/>
              <a:gd name="csX15" fmla="*/ 33210 w 97472"/>
              <a:gd name="csY15" fmla="*/ 55000 h 125810"/>
              <a:gd name="csX16" fmla="*/ 61197 w 97472"/>
              <a:gd name="csY16" fmla="*/ 68284 h 125810"/>
              <a:gd name="csX17" fmla="*/ 64787 w 97472"/>
              <a:gd name="csY17" fmla="*/ 47117 h 125810"/>
              <a:gd name="csX18" fmla="*/ 65570 w 97472"/>
              <a:gd name="csY18" fmla="*/ 42555 h 125810"/>
              <a:gd name="csX19" fmla="*/ 65570 w 97472"/>
              <a:gd name="csY19" fmla="*/ 42541 h 125810"/>
              <a:gd name="csX20" fmla="*/ 65570 w 97472"/>
              <a:gd name="csY20" fmla="*/ 42535 h 125810"/>
              <a:gd name="csX21" fmla="*/ 65570 w 97472"/>
              <a:gd name="csY21" fmla="*/ 42535 h 125810"/>
              <a:gd name="csX22" fmla="*/ 52912 w 97472"/>
              <a:gd name="csY22" fmla="*/ 27743 h 125810"/>
              <a:gd name="csX23" fmla="*/ 50972 w 97472"/>
              <a:gd name="csY23" fmla="*/ 27507 h 125810"/>
              <a:gd name="csX24" fmla="*/ 50649 w 97472"/>
              <a:gd name="csY24" fmla="*/ 27521 h 125810"/>
              <a:gd name="csX25" fmla="*/ 50496 w 97472"/>
              <a:gd name="csY25" fmla="*/ 27507 h 125810"/>
              <a:gd name="csX26" fmla="*/ 31900 w 97472"/>
              <a:gd name="csY26" fmla="*/ 62019 h 125810"/>
              <a:gd name="csX27" fmla="*/ 0 w 97472"/>
              <a:gd name="csY27" fmla="*/ 93915 h 125810"/>
              <a:gd name="csX28" fmla="*/ 31900 w 97472"/>
              <a:gd name="csY28" fmla="*/ 125811 h 125810"/>
              <a:gd name="csX29" fmla="*/ 63800 w 97472"/>
              <a:gd name="csY29" fmla="*/ 93915 h 125810"/>
              <a:gd name="csX30" fmla="*/ 31900 w 97472"/>
              <a:gd name="csY30" fmla="*/ 62019 h 125810"/>
              <a:gd name="csX31" fmla="*/ 64005 w 97472"/>
              <a:gd name="csY31" fmla="*/ 71855 h 125810"/>
              <a:gd name="csX32" fmla="*/ 70486 w 97472"/>
              <a:gd name="csY32" fmla="*/ 88599 h 125810"/>
              <a:gd name="csX33" fmla="*/ 76203 w 97472"/>
              <a:gd name="csY33" fmla="*/ 88599 h 125810"/>
              <a:gd name="csX34" fmla="*/ 86837 w 97472"/>
              <a:gd name="csY34" fmla="*/ 109863 h 125810"/>
              <a:gd name="csX35" fmla="*/ 87075 w 97472"/>
              <a:gd name="csY35" fmla="*/ 109773 h 125810"/>
              <a:gd name="csX36" fmla="*/ 87364 w 97472"/>
              <a:gd name="csY36" fmla="*/ 110404 h 125810"/>
              <a:gd name="csX37" fmla="*/ 92162 w 97472"/>
              <a:gd name="csY37" fmla="*/ 113408 h 125810"/>
              <a:gd name="csX38" fmla="*/ 94476 w 97472"/>
              <a:gd name="csY38" fmla="*/ 112881 h 125810"/>
              <a:gd name="csX39" fmla="*/ 96942 w 97472"/>
              <a:gd name="csY39" fmla="*/ 105780 h 125810"/>
              <a:gd name="csX40" fmla="*/ 84540 w 97472"/>
              <a:gd name="csY40" fmla="*/ 80121 h 125810"/>
              <a:gd name="csX41" fmla="*/ 81494 w 97472"/>
              <a:gd name="csY41" fmla="*/ 77448 h 125810"/>
              <a:gd name="csX42" fmla="*/ 81477 w 97472"/>
              <a:gd name="csY42" fmla="*/ 77428 h 125810"/>
              <a:gd name="csX43" fmla="*/ 64005 w 97472"/>
              <a:gd name="csY43" fmla="*/ 71855 h 125810"/>
              <a:gd name="csX44" fmla="*/ 31900 w 97472"/>
              <a:gd name="csY44" fmla="*/ 88599 h 125810"/>
              <a:gd name="csX45" fmla="*/ 37209 w 97472"/>
              <a:gd name="csY45" fmla="*/ 93915 h 125810"/>
              <a:gd name="csX46" fmla="*/ 31900 w 97472"/>
              <a:gd name="csY46" fmla="*/ 99231 h 125810"/>
              <a:gd name="csX47" fmla="*/ 26575 w 97472"/>
              <a:gd name="csY47" fmla="*/ 93915 h 125810"/>
              <a:gd name="csX48" fmla="*/ 31900 w 97472"/>
              <a:gd name="csY48" fmla="*/ 88599 h 125810"/>
              <a:gd name="csX49" fmla="*/ 69024 w 97472"/>
              <a:gd name="csY49" fmla="*/ 105780 h 125810"/>
              <a:gd name="csX50" fmla="*/ 66063 w 97472"/>
              <a:gd name="csY50" fmla="*/ 112680 h 125810"/>
              <a:gd name="csX51" fmla="*/ 77343 w 97472"/>
              <a:gd name="csY51" fmla="*/ 123097 h 125810"/>
              <a:gd name="csX52" fmla="*/ 79742 w 97472"/>
              <a:gd name="csY52" fmla="*/ 124040 h 125810"/>
              <a:gd name="csX53" fmla="*/ 93931 w 97472"/>
              <a:gd name="csY53" fmla="*/ 124040 h 125810"/>
              <a:gd name="csX54" fmla="*/ 97470 w 97472"/>
              <a:gd name="csY54" fmla="*/ 120495 h 125810"/>
              <a:gd name="csX55" fmla="*/ 93931 w 97472"/>
              <a:gd name="csY55" fmla="*/ 116951 h 125810"/>
              <a:gd name="csX56" fmla="*/ 81137 w 97472"/>
              <a:gd name="csY56" fmla="*/ 116951 h 125810"/>
              <a:gd name="csX57" fmla="*/ 69024 w 97472"/>
              <a:gd name="csY57" fmla="*/ 105780 h 125810"/>
            </a:gdLst>
            <a:ahLst/>
            <a:cxnLst/>
            <a:rect l="l" t="t" r="r" b="b"/>
            <a:pathLst>
              <a:path w="100000" h="100000">
                <a:moveTo>
                  <a:pt x="66193" y="0"/>
                </a:moveTo>
                <a:cubicBezTo>
                  <a:pt x="59972" y="0"/>
                  <a:pt x="54928" y="5047"/>
                  <a:pt x="54928" y="11262"/>
                </a:cubicBezTo>
                <a:cubicBezTo>
                  <a:pt x="54928" y="17487"/>
                  <a:pt x="59972" y="22536"/>
                  <a:pt x="66193" y="22536"/>
                </a:cubicBezTo>
                <a:cubicBezTo>
                  <a:pt x="72427" y="22536"/>
                  <a:pt x="77472" y="17487"/>
                  <a:pt x="77472" y="11262"/>
                </a:cubicBezTo>
                <a:cubicBezTo>
                  <a:pt x="77472" y="5047"/>
                  <a:pt x="72427" y="0"/>
                  <a:pt x="66193" y="0"/>
                </a:cubicBezTo>
                <a:close/>
                <a:moveTo>
                  <a:pt x="51399" y="21864"/>
                </a:moveTo>
                <a:cubicBezTo>
                  <a:pt x="51318" y="21864"/>
                  <a:pt x="51237" y="21883"/>
                  <a:pt x="51156" y="21887"/>
                </a:cubicBezTo>
                <a:cubicBezTo>
                  <a:pt x="48397" y="21982"/>
                  <a:pt x="36997" y="22414"/>
                  <a:pt x="30912" y="23140"/>
                </a:cubicBezTo>
                <a:cubicBezTo>
                  <a:pt x="27260" y="23577"/>
                  <a:pt x="24177" y="25978"/>
                  <a:pt x="22865" y="29413"/>
                </a:cubicBezTo>
                <a:lnTo>
                  <a:pt x="17172" y="44301"/>
                </a:lnTo>
                <a:cubicBezTo>
                  <a:pt x="16455" y="46179"/>
                  <a:pt x="17185" y="48264"/>
                  <a:pt x="18809" y="49330"/>
                </a:cubicBezTo>
                <a:cubicBezTo>
                  <a:pt x="20931" y="47837"/>
                  <a:pt x="23230" y="46617"/>
                  <a:pt x="25691" y="45687"/>
                </a:cubicBezTo>
                <a:lnTo>
                  <a:pt x="30762" y="32423"/>
                </a:lnTo>
                <a:cubicBezTo>
                  <a:pt x="30898" y="32045"/>
                  <a:pt x="31222" y="31798"/>
                  <a:pt x="31587" y="31652"/>
                </a:cubicBezTo>
                <a:lnTo>
                  <a:pt x="38025" y="33803"/>
                </a:lnTo>
                <a:lnTo>
                  <a:pt x="37659" y="43717"/>
                </a:lnTo>
                <a:cubicBezTo>
                  <a:pt x="46517" y="44013"/>
                  <a:pt x="54442" y="48033"/>
                  <a:pt x="59905" y="54275"/>
                </a:cubicBezTo>
                <a:lnTo>
                  <a:pt x="62758" y="37451"/>
                </a:lnTo>
                <a:cubicBezTo>
                  <a:pt x="63124" y="36302"/>
                  <a:pt x="63380" y="35098"/>
                  <a:pt x="63380" y="33825"/>
                </a:cubicBezTo>
                <a:lnTo>
                  <a:pt x="63380" y="33814"/>
                </a:lnTo>
                <a:lnTo>
                  <a:pt x="63380" y="33809"/>
                </a:lnTo>
                <a:lnTo>
                  <a:pt x="63380" y="33809"/>
                </a:lnTo>
                <a:cubicBezTo>
                  <a:pt x="63367" y="27867"/>
                  <a:pt x="59012" y="22967"/>
                  <a:pt x="53319" y="22052"/>
                </a:cubicBezTo>
                <a:cubicBezTo>
                  <a:pt x="52832" y="21891"/>
                  <a:pt x="52319" y="21816"/>
                  <a:pt x="51777" y="21864"/>
                </a:cubicBezTo>
                <a:cubicBezTo>
                  <a:pt x="51737" y="21864"/>
                  <a:pt x="51642" y="21869"/>
                  <a:pt x="51521" y="21875"/>
                </a:cubicBezTo>
                <a:cubicBezTo>
                  <a:pt x="51480" y="21875"/>
                  <a:pt x="51439" y="21864"/>
                  <a:pt x="51399" y="21864"/>
                </a:cubicBezTo>
                <a:close/>
                <a:moveTo>
                  <a:pt x="36618" y="49296"/>
                </a:moveTo>
                <a:cubicBezTo>
                  <a:pt x="22608" y="49296"/>
                  <a:pt x="11262" y="60645"/>
                  <a:pt x="11262" y="74648"/>
                </a:cubicBezTo>
                <a:cubicBezTo>
                  <a:pt x="11262" y="88652"/>
                  <a:pt x="22608" y="100001"/>
                  <a:pt x="36618" y="100001"/>
                </a:cubicBezTo>
                <a:cubicBezTo>
                  <a:pt x="50628" y="100001"/>
                  <a:pt x="61974" y="88652"/>
                  <a:pt x="61974" y="74648"/>
                </a:cubicBezTo>
                <a:cubicBezTo>
                  <a:pt x="61974" y="60645"/>
                  <a:pt x="50614" y="49296"/>
                  <a:pt x="36618" y="49296"/>
                </a:cubicBezTo>
                <a:close/>
                <a:moveTo>
                  <a:pt x="62137" y="57114"/>
                </a:moveTo>
                <a:cubicBezTo>
                  <a:pt x="64827" y="60998"/>
                  <a:pt x="66612" y="65534"/>
                  <a:pt x="67288" y="70423"/>
                </a:cubicBezTo>
                <a:lnTo>
                  <a:pt x="71832" y="70423"/>
                </a:lnTo>
                <a:lnTo>
                  <a:pt x="80285" y="87325"/>
                </a:lnTo>
                <a:lnTo>
                  <a:pt x="80474" y="87253"/>
                </a:lnTo>
                <a:lnTo>
                  <a:pt x="80703" y="87755"/>
                </a:lnTo>
                <a:cubicBezTo>
                  <a:pt x="81433" y="89261"/>
                  <a:pt x="82948" y="90142"/>
                  <a:pt x="84517" y="90142"/>
                </a:cubicBezTo>
                <a:cubicBezTo>
                  <a:pt x="85139" y="90142"/>
                  <a:pt x="85761" y="90009"/>
                  <a:pt x="86356" y="89723"/>
                </a:cubicBezTo>
                <a:cubicBezTo>
                  <a:pt x="88452" y="88709"/>
                  <a:pt x="89331" y="86178"/>
                  <a:pt x="88317" y="84079"/>
                </a:cubicBezTo>
                <a:lnTo>
                  <a:pt x="78459" y="63684"/>
                </a:lnTo>
                <a:cubicBezTo>
                  <a:pt x="77972" y="62670"/>
                  <a:pt x="77092" y="61926"/>
                  <a:pt x="76038" y="61559"/>
                </a:cubicBezTo>
                <a:lnTo>
                  <a:pt x="76024" y="61544"/>
                </a:lnTo>
                <a:lnTo>
                  <a:pt x="62137" y="57114"/>
                </a:lnTo>
                <a:close/>
                <a:moveTo>
                  <a:pt x="36618" y="70423"/>
                </a:moveTo>
                <a:cubicBezTo>
                  <a:pt x="38944" y="70423"/>
                  <a:pt x="40838" y="72315"/>
                  <a:pt x="40838" y="74648"/>
                </a:cubicBezTo>
                <a:cubicBezTo>
                  <a:pt x="40838" y="76980"/>
                  <a:pt x="38944" y="78874"/>
                  <a:pt x="36618" y="78874"/>
                </a:cubicBezTo>
                <a:cubicBezTo>
                  <a:pt x="34279" y="78874"/>
                  <a:pt x="32385" y="76980"/>
                  <a:pt x="32385" y="74648"/>
                </a:cubicBezTo>
                <a:cubicBezTo>
                  <a:pt x="32385" y="72315"/>
                  <a:pt x="34279" y="70423"/>
                  <a:pt x="36618" y="70423"/>
                </a:cubicBezTo>
                <a:close/>
                <a:moveTo>
                  <a:pt x="66126" y="84079"/>
                </a:moveTo>
                <a:cubicBezTo>
                  <a:pt x="65517" y="85994"/>
                  <a:pt x="64719" y="87832"/>
                  <a:pt x="63772" y="89564"/>
                </a:cubicBezTo>
                <a:lnTo>
                  <a:pt x="72738" y="97844"/>
                </a:lnTo>
                <a:cubicBezTo>
                  <a:pt x="73266" y="98323"/>
                  <a:pt x="73942" y="98593"/>
                  <a:pt x="74645" y="98593"/>
                </a:cubicBezTo>
                <a:lnTo>
                  <a:pt x="85923" y="98593"/>
                </a:lnTo>
                <a:cubicBezTo>
                  <a:pt x="87479" y="98593"/>
                  <a:pt x="88736" y="97332"/>
                  <a:pt x="88736" y="95775"/>
                </a:cubicBezTo>
                <a:cubicBezTo>
                  <a:pt x="88736" y="94217"/>
                  <a:pt x="87479" y="92958"/>
                  <a:pt x="85923" y="92958"/>
                </a:cubicBezTo>
                <a:lnTo>
                  <a:pt x="75754" y="92958"/>
                </a:lnTo>
                <a:lnTo>
                  <a:pt x="66126" y="8407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6" name="Красный — SVG 49">
            <a:extLst>
              <a:ext uri="{FF2B5EF4-FFF2-40B4-BE49-F238E27FC236}">
                <a16:creationId xmlns:a16="http://schemas.microsoft.com/office/drawing/2014/main" id="{A2E69D0A-9D7A-BD41-8C73-40D638135C54}"/>
              </a:ext>
            </a:extLst>
          </p:cNvPr>
          <p:cNvSpPr>
            <a:spLocks noGrp="1"/>
          </p:cNvSpPr>
          <p:nvPr/>
        </p:nvSpPr>
        <p:spPr>
          <a:xfrm>
            <a:off x="7620000" y="1670000"/>
            <a:ext cx="220000" cy="220000"/>
          </a:xfrm>
          <a:custGeom>
            <a:avLst/>
            <a:gdLst>
              <a:gd name="csX0" fmla="*/ 23819 w 47637"/>
              <a:gd name="csY0" fmla="*/ 0 h 136185"/>
              <a:gd name="csX1" fmla="*/ 14189 w 47637"/>
              <a:gd name="csY1" fmla="*/ 3986 h 136185"/>
              <a:gd name="csX2" fmla="*/ 10208 w 47637"/>
              <a:gd name="csY2" fmla="*/ 13609 h 136185"/>
              <a:gd name="csX3" fmla="*/ 14189 w 47637"/>
              <a:gd name="csY3" fmla="*/ 23232 h 136185"/>
              <a:gd name="csX4" fmla="*/ 23819 w 47637"/>
              <a:gd name="csY4" fmla="*/ 27218 h 136185"/>
              <a:gd name="csX5" fmla="*/ 33449 w 47637"/>
              <a:gd name="csY5" fmla="*/ 23232 h 136185"/>
              <a:gd name="csX6" fmla="*/ 37430 w 47637"/>
              <a:gd name="csY6" fmla="*/ 13609 h 136185"/>
              <a:gd name="csX7" fmla="*/ 33449 w 47637"/>
              <a:gd name="csY7" fmla="*/ 3986 h 136185"/>
              <a:gd name="csX8" fmla="*/ 23819 w 47637"/>
              <a:gd name="csY8" fmla="*/ 0 h 136185"/>
              <a:gd name="csX9" fmla="*/ 17200 w 47637"/>
              <a:gd name="csY9" fmla="*/ 34301 h 136185"/>
              <a:gd name="csX10" fmla="*/ 0 w 47637"/>
              <a:gd name="csY10" fmla="*/ 54436 h 136185"/>
              <a:gd name="csX11" fmla="*/ 0 w 47637"/>
              <a:gd name="csY11" fmla="*/ 91860 h 136185"/>
              <a:gd name="csX12" fmla="*/ 6805 w 47637"/>
              <a:gd name="csY12" fmla="*/ 98664 h 136185"/>
              <a:gd name="csX13" fmla="*/ 6805 w 47637"/>
              <a:gd name="csY13" fmla="*/ 129284 h 136185"/>
              <a:gd name="csX14" fmla="*/ 7299 w 47637"/>
              <a:gd name="csY14" fmla="*/ 131918 h 136185"/>
              <a:gd name="csX15" fmla="*/ 8762 w 47637"/>
              <a:gd name="csY15" fmla="*/ 134158 h 136185"/>
              <a:gd name="csX16" fmla="*/ 10991 w 47637"/>
              <a:gd name="csY16" fmla="*/ 135658 h 136185"/>
              <a:gd name="csX17" fmla="*/ 13611 w 47637"/>
              <a:gd name="csY17" fmla="*/ 136186 h 136185"/>
              <a:gd name="csX18" fmla="*/ 16231 w 47637"/>
              <a:gd name="csY18" fmla="*/ 135658 h 136185"/>
              <a:gd name="csX19" fmla="*/ 18460 w 47637"/>
              <a:gd name="csY19" fmla="*/ 134158 h 136185"/>
              <a:gd name="csX20" fmla="*/ 19923 w 47637"/>
              <a:gd name="csY20" fmla="*/ 131918 h 136185"/>
              <a:gd name="csX21" fmla="*/ 20416 w 47637"/>
              <a:gd name="csY21" fmla="*/ 129284 h 136185"/>
              <a:gd name="csX22" fmla="*/ 20416 w 47637"/>
              <a:gd name="csY22" fmla="*/ 95262 h 136185"/>
              <a:gd name="csX23" fmla="*/ 27221 w 47637"/>
              <a:gd name="csY23" fmla="*/ 95262 h 136185"/>
              <a:gd name="csX24" fmla="*/ 27221 w 47637"/>
              <a:gd name="csY24" fmla="*/ 129284 h 136185"/>
              <a:gd name="csX25" fmla="*/ 27715 w 47637"/>
              <a:gd name="csY25" fmla="*/ 131918 h 136185"/>
              <a:gd name="csX26" fmla="*/ 29178 w 47637"/>
              <a:gd name="csY26" fmla="*/ 134158 h 136185"/>
              <a:gd name="csX27" fmla="*/ 31407 w 47637"/>
              <a:gd name="csY27" fmla="*/ 135658 h 136185"/>
              <a:gd name="csX28" fmla="*/ 34027 w 47637"/>
              <a:gd name="csY28" fmla="*/ 136186 h 136185"/>
              <a:gd name="csX29" fmla="*/ 36647 w 47637"/>
              <a:gd name="csY29" fmla="*/ 135658 h 136185"/>
              <a:gd name="csX30" fmla="*/ 38876 w 47637"/>
              <a:gd name="csY30" fmla="*/ 134158 h 136185"/>
              <a:gd name="csX31" fmla="*/ 40339 w 47637"/>
              <a:gd name="csY31" fmla="*/ 131918 h 136185"/>
              <a:gd name="csX32" fmla="*/ 40832 w 47637"/>
              <a:gd name="csY32" fmla="*/ 129284 h 136185"/>
              <a:gd name="csX33" fmla="*/ 40832 w 47637"/>
              <a:gd name="csY33" fmla="*/ 98664 h 136185"/>
              <a:gd name="csX34" fmla="*/ 40832 w 47637"/>
              <a:gd name="csY34" fmla="*/ 98664 h 136185"/>
              <a:gd name="csX35" fmla="*/ 47638 w 47637"/>
              <a:gd name="csY35" fmla="*/ 91860 h 136185"/>
              <a:gd name="csX36" fmla="*/ 47638 w 47637"/>
              <a:gd name="csY36" fmla="*/ 54436 h 136185"/>
              <a:gd name="csX37" fmla="*/ 30437 w 47637"/>
              <a:gd name="csY37" fmla="*/ 34301 h 136185"/>
              <a:gd name="csX38" fmla="*/ 25520 w 47637"/>
              <a:gd name="csY38" fmla="*/ 41677 h 136185"/>
              <a:gd name="csX39" fmla="*/ 30624 w 47637"/>
              <a:gd name="csY39" fmla="*/ 64642 h 136185"/>
              <a:gd name="csX40" fmla="*/ 23819 w 47637"/>
              <a:gd name="csY40" fmla="*/ 71447 h 136185"/>
              <a:gd name="csX41" fmla="*/ 17013 w 47637"/>
              <a:gd name="csY41" fmla="*/ 64642 h 136185"/>
              <a:gd name="csX42" fmla="*/ 22117 w 47637"/>
              <a:gd name="csY42" fmla="*/ 41677 h 136185"/>
              <a:gd name="csX43" fmla="*/ 17200 w 47637"/>
              <a:gd name="csY43" fmla="*/ 34301 h 136185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47352" y="0"/>
                  <a:pt x="44803" y="1053"/>
                  <a:pt x="42929" y="2927"/>
                </a:cubicBezTo>
                <a:cubicBezTo>
                  <a:pt x="41055" y="4800"/>
                  <a:pt x="40006" y="7342"/>
                  <a:pt x="40006" y="9993"/>
                </a:cubicBezTo>
                <a:cubicBezTo>
                  <a:pt x="40006" y="12644"/>
                  <a:pt x="41055" y="15185"/>
                  <a:pt x="42929" y="17059"/>
                </a:cubicBezTo>
                <a:cubicBezTo>
                  <a:pt x="44803" y="18933"/>
                  <a:pt x="47352" y="19986"/>
                  <a:pt x="50000" y="19986"/>
                </a:cubicBezTo>
                <a:cubicBezTo>
                  <a:pt x="52649" y="19986"/>
                  <a:pt x="55198" y="18933"/>
                  <a:pt x="57072" y="17059"/>
                </a:cubicBezTo>
                <a:cubicBezTo>
                  <a:pt x="58946" y="15185"/>
                  <a:pt x="59995" y="12644"/>
                  <a:pt x="59995" y="9993"/>
                </a:cubicBezTo>
                <a:cubicBezTo>
                  <a:pt x="59995" y="7342"/>
                  <a:pt x="58946" y="4800"/>
                  <a:pt x="57072" y="2927"/>
                </a:cubicBezTo>
                <a:cubicBezTo>
                  <a:pt x="55198" y="1053"/>
                  <a:pt x="52649" y="0"/>
                  <a:pt x="50000" y="0"/>
                </a:cubicBezTo>
                <a:close/>
                <a:moveTo>
                  <a:pt x="45140" y="25187"/>
                </a:moveTo>
                <a:cubicBezTo>
                  <a:pt x="37995" y="26327"/>
                  <a:pt x="32510" y="32512"/>
                  <a:pt x="32510" y="39972"/>
                </a:cubicBezTo>
                <a:lnTo>
                  <a:pt x="32510" y="67452"/>
                </a:lnTo>
                <a:cubicBezTo>
                  <a:pt x="32510" y="70210"/>
                  <a:pt x="34746" y="72449"/>
                  <a:pt x="37507" y="72449"/>
                </a:cubicBezTo>
                <a:lnTo>
                  <a:pt x="37507" y="94933"/>
                </a:lnTo>
                <a:cubicBezTo>
                  <a:pt x="37495" y="95595"/>
                  <a:pt x="37619" y="96252"/>
                  <a:pt x="37870" y="96867"/>
                </a:cubicBezTo>
                <a:cubicBezTo>
                  <a:pt x="38119" y="97481"/>
                  <a:pt x="38481" y="98041"/>
                  <a:pt x="38944" y="98512"/>
                </a:cubicBezTo>
                <a:cubicBezTo>
                  <a:pt x="39406" y="98984"/>
                  <a:pt x="39968" y="99357"/>
                  <a:pt x="40581" y="99613"/>
                </a:cubicBezTo>
                <a:cubicBezTo>
                  <a:pt x="41193" y="99869"/>
                  <a:pt x="41842" y="100001"/>
                  <a:pt x="42505" y="100001"/>
                </a:cubicBezTo>
                <a:cubicBezTo>
                  <a:pt x="43166" y="100001"/>
                  <a:pt x="43816" y="99869"/>
                  <a:pt x="44429" y="99613"/>
                </a:cubicBezTo>
                <a:cubicBezTo>
                  <a:pt x="45040" y="99357"/>
                  <a:pt x="45603" y="98984"/>
                  <a:pt x="46065" y="98512"/>
                </a:cubicBezTo>
                <a:cubicBezTo>
                  <a:pt x="46527" y="98041"/>
                  <a:pt x="46889" y="97481"/>
                  <a:pt x="47140" y="96867"/>
                </a:cubicBezTo>
                <a:cubicBezTo>
                  <a:pt x="47389" y="96252"/>
                  <a:pt x="47514" y="95595"/>
                  <a:pt x="47502" y="94933"/>
                </a:cubicBezTo>
                <a:lnTo>
                  <a:pt x="47502" y="69950"/>
                </a:lnTo>
                <a:lnTo>
                  <a:pt x="52498" y="69950"/>
                </a:lnTo>
                <a:lnTo>
                  <a:pt x="52498" y="94933"/>
                </a:lnTo>
                <a:cubicBezTo>
                  <a:pt x="52487" y="95595"/>
                  <a:pt x="52611" y="96252"/>
                  <a:pt x="52861" y="96867"/>
                </a:cubicBezTo>
                <a:cubicBezTo>
                  <a:pt x="53112" y="97481"/>
                  <a:pt x="53473" y="98041"/>
                  <a:pt x="53935" y="98512"/>
                </a:cubicBezTo>
                <a:cubicBezTo>
                  <a:pt x="54398" y="98984"/>
                  <a:pt x="54960" y="99357"/>
                  <a:pt x="55572" y="99613"/>
                </a:cubicBezTo>
                <a:cubicBezTo>
                  <a:pt x="56185" y="99869"/>
                  <a:pt x="56834" y="100001"/>
                  <a:pt x="57496" y="100001"/>
                </a:cubicBezTo>
                <a:cubicBezTo>
                  <a:pt x="58158" y="100001"/>
                  <a:pt x="58808" y="99869"/>
                  <a:pt x="59420" y="99613"/>
                </a:cubicBezTo>
                <a:cubicBezTo>
                  <a:pt x="60032" y="99357"/>
                  <a:pt x="60594" y="98984"/>
                  <a:pt x="61057" y="98512"/>
                </a:cubicBezTo>
                <a:cubicBezTo>
                  <a:pt x="61519" y="98041"/>
                  <a:pt x="61881" y="97481"/>
                  <a:pt x="62131" y="96867"/>
                </a:cubicBezTo>
                <a:cubicBezTo>
                  <a:pt x="62381" y="96252"/>
                  <a:pt x="62505" y="95595"/>
                  <a:pt x="62493" y="94933"/>
                </a:cubicBezTo>
                <a:lnTo>
                  <a:pt x="62493" y="72449"/>
                </a:lnTo>
                <a:lnTo>
                  <a:pt x="62493" y="72449"/>
                </a:lnTo>
                <a:cubicBezTo>
                  <a:pt x="65254" y="72449"/>
                  <a:pt x="67491" y="70210"/>
                  <a:pt x="67491" y="67452"/>
                </a:cubicBezTo>
                <a:lnTo>
                  <a:pt x="67491" y="39972"/>
                </a:lnTo>
                <a:cubicBezTo>
                  <a:pt x="67491" y="32512"/>
                  <a:pt x="62005" y="26327"/>
                  <a:pt x="54860" y="25187"/>
                </a:cubicBezTo>
                <a:lnTo>
                  <a:pt x="51249" y="30603"/>
                </a:lnTo>
                <a:lnTo>
                  <a:pt x="54997" y="47466"/>
                </a:lnTo>
                <a:lnTo>
                  <a:pt x="50000" y="52463"/>
                </a:lnTo>
                <a:lnTo>
                  <a:pt x="45003" y="47466"/>
                </a:lnTo>
                <a:lnTo>
                  <a:pt x="48751" y="30603"/>
                </a:lnTo>
                <a:lnTo>
                  <a:pt x="45140" y="2518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7" name="Красный — SVG 50">
            <a:extLst>
              <a:ext uri="{FF2B5EF4-FFF2-40B4-BE49-F238E27FC236}">
                <a16:creationId xmlns:a16="http://schemas.microsoft.com/office/drawing/2014/main" id="{7A86E123-5BB1-C54A-A7D0-DE7FABFB0F6F}"/>
              </a:ext>
            </a:extLst>
          </p:cNvPr>
          <p:cNvSpPr>
            <a:spLocks noGrp="1"/>
          </p:cNvSpPr>
          <p:nvPr/>
        </p:nvSpPr>
        <p:spPr>
          <a:xfrm>
            <a:off x="8220000" y="1670000"/>
            <a:ext cx="220000" cy="220000"/>
          </a:xfrm>
          <a:custGeom>
            <a:avLst/>
            <a:gdLst>
              <a:gd name="csX0" fmla="*/ 67337 w 163037"/>
              <a:gd name="csY0" fmla="*/ 0 h 148847"/>
              <a:gd name="csX1" fmla="*/ 57316 w 163037"/>
              <a:gd name="csY1" fmla="*/ 4152 h 148847"/>
              <a:gd name="csX2" fmla="*/ 53165 w 163037"/>
              <a:gd name="csY2" fmla="*/ 14175 h 148847"/>
              <a:gd name="csX3" fmla="*/ 57316 w 163037"/>
              <a:gd name="csY3" fmla="*/ 24200 h 148847"/>
              <a:gd name="csX4" fmla="*/ 67337 w 163037"/>
              <a:gd name="csY4" fmla="*/ 28352 h 148847"/>
              <a:gd name="csX5" fmla="*/ 77358 w 163037"/>
              <a:gd name="csY5" fmla="*/ 24200 h 148847"/>
              <a:gd name="csX6" fmla="*/ 81526 w 163037"/>
              <a:gd name="csY6" fmla="*/ 14175 h 148847"/>
              <a:gd name="csX7" fmla="*/ 77358 w 163037"/>
              <a:gd name="csY7" fmla="*/ 4152 h 148847"/>
              <a:gd name="csX8" fmla="*/ 67337 w 163037"/>
              <a:gd name="csY8" fmla="*/ 0 h 148847"/>
              <a:gd name="csX9" fmla="*/ 19495 w 163037"/>
              <a:gd name="csY9" fmla="*/ 21264 h 148847"/>
              <a:gd name="csX10" fmla="*/ 16297 w 163037"/>
              <a:gd name="csY10" fmla="*/ 22331 h 148847"/>
              <a:gd name="csX11" fmla="*/ 2124 w 163037"/>
              <a:gd name="csY11" fmla="*/ 32962 h 148847"/>
              <a:gd name="csX12" fmla="*/ 1069 w 163037"/>
              <a:gd name="csY12" fmla="*/ 40403 h 148847"/>
              <a:gd name="csX13" fmla="*/ 8504 w 163037"/>
              <a:gd name="csY13" fmla="*/ 41468 h 148847"/>
              <a:gd name="csX14" fmla="*/ 20652 w 163037"/>
              <a:gd name="csY14" fmla="*/ 32360 h 148847"/>
              <a:gd name="csX15" fmla="*/ 33480 w 163037"/>
              <a:gd name="csY15" fmla="*/ 33917 h 148847"/>
              <a:gd name="csX16" fmla="*/ 19393 w 163037"/>
              <a:gd name="csY16" fmla="*/ 64338 h 148847"/>
              <a:gd name="csX17" fmla="*/ 17419 w 163037"/>
              <a:gd name="csY17" fmla="*/ 71239 h 148847"/>
              <a:gd name="csX18" fmla="*/ 14850 w 163037"/>
              <a:gd name="csY18" fmla="*/ 92372 h 148847"/>
              <a:gd name="csX19" fmla="*/ 4149 w 163037"/>
              <a:gd name="csY19" fmla="*/ 112702 h 148847"/>
              <a:gd name="csX20" fmla="*/ 6140 w 163037"/>
              <a:gd name="csY20" fmla="*/ 119741 h 148847"/>
              <a:gd name="csX21" fmla="*/ 8845 w 163037"/>
              <a:gd name="csY21" fmla="*/ 120495 h 148847"/>
              <a:gd name="csX22" fmla="*/ 3537 w 163037"/>
              <a:gd name="csY22" fmla="*/ 125811 h 148847"/>
              <a:gd name="csX23" fmla="*/ 3537 w 163037"/>
              <a:gd name="csY23" fmla="*/ 143531 h 148847"/>
              <a:gd name="csX24" fmla="*/ 8862 w 163037"/>
              <a:gd name="csY24" fmla="*/ 148847 h 148847"/>
              <a:gd name="csX25" fmla="*/ 79740 w 163037"/>
              <a:gd name="csY25" fmla="*/ 148847 h 148847"/>
              <a:gd name="csX26" fmla="*/ 85065 w 163037"/>
              <a:gd name="csY26" fmla="*/ 143531 h 148847"/>
              <a:gd name="csX27" fmla="*/ 85065 w 163037"/>
              <a:gd name="csY27" fmla="*/ 132899 h 148847"/>
              <a:gd name="csX28" fmla="*/ 75571 w 163037"/>
              <a:gd name="csY28" fmla="*/ 120876 h 148847"/>
              <a:gd name="csX29" fmla="*/ 79586 w 163037"/>
              <a:gd name="csY29" fmla="*/ 119721 h 148847"/>
              <a:gd name="csX30" fmla="*/ 95834 w 163037"/>
              <a:gd name="csY30" fmla="*/ 106319 h 148847"/>
              <a:gd name="csX31" fmla="*/ 122358 w 163037"/>
              <a:gd name="csY31" fmla="*/ 106319 h 148847"/>
              <a:gd name="csX32" fmla="*/ 128279 w 163037"/>
              <a:gd name="csY32" fmla="*/ 125188 h 148847"/>
              <a:gd name="csX33" fmla="*/ 128976 w 163037"/>
              <a:gd name="csY33" fmla="*/ 126607 h 148847"/>
              <a:gd name="csX34" fmla="*/ 142706 w 163037"/>
              <a:gd name="csY34" fmla="*/ 146542 h 148847"/>
              <a:gd name="csX35" fmla="*/ 147096 w 163037"/>
              <a:gd name="csY35" fmla="*/ 148847 h 148847"/>
              <a:gd name="csX36" fmla="*/ 149852 w 163037"/>
              <a:gd name="csY36" fmla="*/ 148065 h 148847"/>
              <a:gd name="csX37" fmla="*/ 151774 w 163037"/>
              <a:gd name="csY37" fmla="*/ 141012 h 148847"/>
              <a:gd name="csX38" fmla="*/ 141056 w 163037"/>
              <a:gd name="csY38" fmla="*/ 121056 h 148847"/>
              <a:gd name="csX39" fmla="*/ 133995 w 163037"/>
              <a:gd name="csY39" fmla="*/ 75849 h 148847"/>
              <a:gd name="csX40" fmla="*/ 145275 w 163037"/>
              <a:gd name="csY40" fmla="*/ 80085 h 148847"/>
              <a:gd name="csX41" fmla="*/ 153169 w 163037"/>
              <a:gd name="csY41" fmla="*/ 93126 h 148847"/>
              <a:gd name="csX42" fmla="*/ 157729 w 163037"/>
              <a:gd name="csY42" fmla="*/ 95687 h 148847"/>
              <a:gd name="csX43" fmla="*/ 160485 w 163037"/>
              <a:gd name="csY43" fmla="*/ 94919 h 148847"/>
              <a:gd name="csX44" fmla="*/ 162271 w 163037"/>
              <a:gd name="csY44" fmla="*/ 87617 h 148847"/>
              <a:gd name="csX45" fmla="*/ 153407 w 163037"/>
              <a:gd name="csY45" fmla="*/ 72998 h 148847"/>
              <a:gd name="csX46" fmla="*/ 151468 w 163037"/>
              <a:gd name="csY46" fmla="*/ 71122 h 148847"/>
              <a:gd name="csX47" fmla="*/ 137143 w 163037"/>
              <a:gd name="csY47" fmla="*/ 63045 h 148847"/>
              <a:gd name="csX48" fmla="*/ 129317 w 163037"/>
              <a:gd name="csY48" fmla="*/ 60138 h 148847"/>
              <a:gd name="csX49" fmla="*/ 113750 w 163037"/>
              <a:gd name="csY49" fmla="*/ 57001 h 148847"/>
              <a:gd name="csX50" fmla="*/ 102827 w 163037"/>
              <a:gd name="csY50" fmla="*/ 58918 h 148847"/>
              <a:gd name="csX51" fmla="*/ 90628 w 163037"/>
              <a:gd name="csY51" fmla="*/ 66325 h 148847"/>
              <a:gd name="csX52" fmla="*/ 71896 w 163037"/>
              <a:gd name="csY52" fmla="*/ 52751 h 148847"/>
              <a:gd name="csX53" fmla="*/ 66724 w 163037"/>
              <a:gd name="csY53" fmla="*/ 41966 h 148847"/>
              <a:gd name="csX54" fmla="*/ 59970 w 163037"/>
              <a:gd name="csY54" fmla="*/ 34180 h 148847"/>
              <a:gd name="csX55" fmla="*/ 45509 w 163037"/>
              <a:gd name="csY55" fmla="*/ 24545 h 148847"/>
              <a:gd name="csX56" fmla="*/ 34688 w 163037"/>
              <a:gd name="csY56" fmla="*/ 21264 h 148847"/>
              <a:gd name="csX57" fmla="*/ 19495 w 163037"/>
              <a:gd name="csY57" fmla="*/ 21264 h 148847"/>
              <a:gd name="csX58" fmla="*/ 120504 w 163037"/>
              <a:gd name="csY58" fmla="*/ 24807 h 148847"/>
              <a:gd name="csX59" fmla="*/ 110483 w 163037"/>
              <a:gd name="csY59" fmla="*/ 28960 h 148847"/>
              <a:gd name="csX60" fmla="*/ 106314 w 163037"/>
              <a:gd name="csY60" fmla="*/ 38984 h 148847"/>
              <a:gd name="csX61" fmla="*/ 110483 w 163037"/>
              <a:gd name="csY61" fmla="*/ 49007 h 148847"/>
              <a:gd name="csX62" fmla="*/ 120504 w 163037"/>
              <a:gd name="csY62" fmla="*/ 53160 h 148847"/>
              <a:gd name="csX63" fmla="*/ 130525 w 163037"/>
              <a:gd name="csY63" fmla="*/ 49007 h 148847"/>
              <a:gd name="csX64" fmla="*/ 134676 w 163037"/>
              <a:gd name="csY64" fmla="*/ 38984 h 148847"/>
              <a:gd name="csX65" fmla="*/ 130525 w 163037"/>
              <a:gd name="csY65" fmla="*/ 28960 h 148847"/>
              <a:gd name="csX66" fmla="*/ 120504 w 163037"/>
              <a:gd name="csY66" fmla="*/ 24807 h 148847"/>
              <a:gd name="csX67" fmla="*/ 56907 w 163037"/>
              <a:gd name="csY67" fmla="*/ 51008 h 148847"/>
              <a:gd name="csX68" fmla="*/ 63509 w 163037"/>
              <a:gd name="csY68" fmla="*/ 59513 h 148847"/>
              <a:gd name="csX69" fmla="*/ 63543 w 163037"/>
              <a:gd name="csY69" fmla="*/ 59535 h 148847"/>
              <a:gd name="csX70" fmla="*/ 64581 w 163037"/>
              <a:gd name="csY70" fmla="*/ 60566 h 148847"/>
              <a:gd name="csX71" fmla="*/ 87260 w 163037"/>
              <a:gd name="csY71" fmla="*/ 77006 h 148847"/>
              <a:gd name="csX72" fmla="*/ 87311 w 163037"/>
              <a:gd name="csY72" fmla="*/ 77006 h 148847"/>
              <a:gd name="csX73" fmla="*/ 90390 w 163037"/>
              <a:gd name="csY73" fmla="*/ 78016 h 148847"/>
              <a:gd name="csX74" fmla="*/ 92415 w 163037"/>
              <a:gd name="csY74" fmla="*/ 77615 h 148847"/>
              <a:gd name="csX75" fmla="*/ 106400 w 163037"/>
              <a:gd name="csY75" fmla="*/ 71855 h 148847"/>
              <a:gd name="csX76" fmla="*/ 109530 w 163037"/>
              <a:gd name="csY76" fmla="*/ 91914 h 148847"/>
              <a:gd name="csX77" fmla="*/ 91564 w 163037"/>
              <a:gd name="csY77" fmla="*/ 93951 h 148847"/>
              <a:gd name="csX78" fmla="*/ 88348 w 163037"/>
              <a:gd name="csY78" fmla="*/ 95521 h 148847"/>
              <a:gd name="csX79" fmla="*/ 72390 w 163037"/>
              <a:gd name="csY79" fmla="*/ 111913 h 148847"/>
              <a:gd name="csX80" fmla="*/ 72305 w 163037"/>
              <a:gd name="csY80" fmla="*/ 119222 h 148847"/>
              <a:gd name="csX81" fmla="*/ 74686 w 163037"/>
              <a:gd name="csY81" fmla="*/ 120695 h 148847"/>
              <a:gd name="csX82" fmla="*/ 72662 w 163037"/>
              <a:gd name="csY82" fmla="*/ 120495 h 148847"/>
              <a:gd name="csX83" fmla="*/ 8862 w 163037"/>
              <a:gd name="csY83" fmla="*/ 120495 h 148847"/>
              <a:gd name="csX84" fmla="*/ 13285 w 163037"/>
              <a:gd name="csY84" fmla="*/ 118129 h 148847"/>
              <a:gd name="csX85" fmla="*/ 27457 w 163037"/>
              <a:gd name="csY85" fmla="*/ 96865 h 148847"/>
              <a:gd name="csX86" fmla="*/ 27917 w 163037"/>
              <a:gd name="csY86" fmla="*/ 96012 h 148847"/>
              <a:gd name="csX87" fmla="*/ 35130 w 163037"/>
              <a:gd name="csY87" fmla="*/ 79178 h 148847"/>
              <a:gd name="csX88" fmla="*/ 46342 w 163037"/>
              <a:gd name="csY88" fmla="*/ 92620 h 148847"/>
              <a:gd name="csX89" fmla="*/ 49660 w 163037"/>
              <a:gd name="csY89" fmla="*/ 115934 h 148847"/>
              <a:gd name="csX90" fmla="*/ 55308 w 163037"/>
              <a:gd name="csY90" fmla="*/ 120481 h 148847"/>
              <a:gd name="csX91" fmla="*/ 60259 w 163037"/>
              <a:gd name="csY91" fmla="*/ 115179 h 148847"/>
              <a:gd name="csX92" fmla="*/ 60259 w 163037"/>
              <a:gd name="csY92" fmla="*/ 90371 h 148847"/>
              <a:gd name="csX93" fmla="*/ 59817 w 163037"/>
              <a:gd name="csY93" fmla="*/ 88274 h 148847"/>
              <a:gd name="csX94" fmla="*/ 50119 w 163037"/>
              <a:gd name="csY94" fmla="*/ 65646 h 148847"/>
              <a:gd name="csX95" fmla="*/ 56907 w 163037"/>
              <a:gd name="csY95" fmla="*/ 51008 h 148847"/>
            </a:gdLst>
            <a:ahLst/>
            <a:cxnLst/>
            <a:rect l="l" t="t" r="r" b="b"/>
            <a:pathLst>
              <a:path w="100000" h="100000">
                <a:moveTo>
                  <a:pt x="41302" y="4352"/>
                </a:moveTo>
                <a:cubicBezTo>
                  <a:pt x="38995" y="4352"/>
                  <a:pt x="36783" y="5268"/>
                  <a:pt x="35155" y="6898"/>
                </a:cubicBezTo>
                <a:cubicBezTo>
                  <a:pt x="33527" y="8529"/>
                  <a:pt x="32609" y="10741"/>
                  <a:pt x="32609" y="13046"/>
                </a:cubicBezTo>
                <a:cubicBezTo>
                  <a:pt x="32609" y="15352"/>
                  <a:pt x="33527" y="17564"/>
                  <a:pt x="35155" y="19195"/>
                </a:cubicBezTo>
                <a:cubicBezTo>
                  <a:pt x="36783" y="20826"/>
                  <a:pt x="38995" y="21742"/>
                  <a:pt x="41302" y="21742"/>
                </a:cubicBezTo>
                <a:cubicBezTo>
                  <a:pt x="43608" y="21742"/>
                  <a:pt x="45820" y="20826"/>
                  <a:pt x="47448" y="19195"/>
                </a:cubicBezTo>
                <a:cubicBezTo>
                  <a:pt x="49086" y="17564"/>
                  <a:pt x="50005" y="15352"/>
                  <a:pt x="50005" y="13046"/>
                </a:cubicBezTo>
                <a:cubicBezTo>
                  <a:pt x="50005" y="10741"/>
                  <a:pt x="49086" y="8529"/>
                  <a:pt x="47448" y="6898"/>
                </a:cubicBezTo>
                <a:cubicBezTo>
                  <a:pt x="45820" y="5268"/>
                  <a:pt x="43608" y="4352"/>
                  <a:pt x="41302" y="4352"/>
                </a:cubicBezTo>
                <a:close/>
                <a:moveTo>
                  <a:pt x="11957" y="17394"/>
                </a:moveTo>
                <a:cubicBezTo>
                  <a:pt x="11248" y="17394"/>
                  <a:pt x="10559" y="17624"/>
                  <a:pt x="9996" y="18049"/>
                </a:cubicBezTo>
                <a:lnTo>
                  <a:pt x="1303" y="24569"/>
                </a:lnTo>
                <a:cubicBezTo>
                  <a:pt x="-137" y="25649"/>
                  <a:pt x="-429" y="27692"/>
                  <a:pt x="656" y="29133"/>
                </a:cubicBezTo>
                <a:cubicBezTo>
                  <a:pt x="1731" y="30574"/>
                  <a:pt x="3776" y="30867"/>
                  <a:pt x="5216" y="29786"/>
                </a:cubicBezTo>
                <a:lnTo>
                  <a:pt x="12667" y="24200"/>
                </a:lnTo>
                <a:lnTo>
                  <a:pt x="20535" y="25155"/>
                </a:lnTo>
                <a:lnTo>
                  <a:pt x="11895" y="43814"/>
                </a:lnTo>
                <a:cubicBezTo>
                  <a:pt x="11269" y="45158"/>
                  <a:pt x="10862" y="46582"/>
                  <a:pt x="10684" y="48047"/>
                </a:cubicBezTo>
                <a:lnTo>
                  <a:pt x="9108" y="61009"/>
                </a:lnTo>
                <a:lnTo>
                  <a:pt x="2545" y="73478"/>
                </a:lnTo>
                <a:cubicBezTo>
                  <a:pt x="1741" y="75012"/>
                  <a:pt x="2274" y="76911"/>
                  <a:pt x="3766" y="77796"/>
                </a:cubicBezTo>
                <a:cubicBezTo>
                  <a:pt x="4287" y="78109"/>
                  <a:pt x="4861" y="78258"/>
                  <a:pt x="5425" y="78258"/>
                </a:cubicBezTo>
                <a:cubicBezTo>
                  <a:pt x="3630" y="78261"/>
                  <a:pt x="2169" y="79721"/>
                  <a:pt x="2169" y="81519"/>
                </a:cubicBezTo>
                <a:lnTo>
                  <a:pt x="2169" y="92388"/>
                </a:lnTo>
                <a:cubicBezTo>
                  <a:pt x="2169" y="94188"/>
                  <a:pt x="3630" y="95648"/>
                  <a:pt x="5436" y="95648"/>
                </a:cubicBezTo>
                <a:lnTo>
                  <a:pt x="48909" y="95648"/>
                </a:lnTo>
                <a:cubicBezTo>
                  <a:pt x="50714" y="95648"/>
                  <a:pt x="52175" y="94188"/>
                  <a:pt x="52175" y="92388"/>
                </a:cubicBezTo>
                <a:lnTo>
                  <a:pt x="52175" y="85866"/>
                </a:lnTo>
                <a:cubicBezTo>
                  <a:pt x="52175" y="82291"/>
                  <a:pt x="49692" y="79303"/>
                  <a:pt x="46352" y="78492"/>
                </a:cubicBezTo>
                <a:cubicBezTo>
                  <a:pt x="47208" y="78594"/>
                  <a:pt x="48106" y="78370"/>
                  <a:pt x="48815" y="77784"/>
                </a:cubicBezTo>
                <a:lnTo>
                  <a:pt x="58781" y="69563"/>
                </a:lnTo>
                <a:lnTo>
                  <a:pt x="75049" y="69563"/>
                </a:lnTo>
                <a:lnTo>
                  <a:pt x="78681" y="81137"/>
                </a:lnTo>
                <a:cubicBezTo>
                  <a:pt x="78785" y="81448"/>
                  <a:pt x="78921" y="81740"/>
                  <a:pt x="79108" y="82007"/>
                </a:cubicBezTo>
                <a:lnTo>
                  <a:pt x="87530" y="94234"/>
                </a:lnTo>
                <a:cubicBezTo>
                  <a:pt x="88166" y="95150"/>
                  <a:pt x="89189" y="95648"/>
                  <a:pt x="90222" y="95648"/>
                </a:cubicBezTo>
                <a:cubicBezTo>
                  <a:pt x="90806" y="95648"/>
                  <a:pt x="91391" y="95493"/>
                  <a:pt x="91913" y="95169"/>
                </a:cubicBezTo>
                <a:cubicBezTo>
                  <a:pt x="93395" y="94267"/>
                  <a:pt x="93906" y="92366"/>
                  <a:pt x="93092" y="90843"/>
                </a:cubicBezTo>
                <a:lnTo>
                  <a:pt x="86518" y="78602"/>
                </a:lnTo>
                <a:lnTo>
                  <a:pt x="82187" y="50874"/>
                </a:lnTo>
                <a:lnTo>
                  <a:pt x="89106" y="53473"/>
                </a:lnTo>
                <a:lnTo>
                  <a:pt x="93947" y="61471"/>
                </a:lnTo>
                <a:cubicBezTo>
                  <a:pt x="94563" y="62482"/>
                  <a:pt x="95648" y="63042"/>
                  <a:pt x="96744" y="63042"/>
                </a:cubicBezTo>
                <a:cubicBezTo>
                  <a:pt x="97329" y="63042"/>
                  <a:pt x="97903" y="62891"/>
                  <a:pt x="98435" y="62571"/>
                </a:cubicBezTo>
                <a:cubicBezTo>
                  <a:pt x="99969" y="61639"/>
                  <a:pt x="100459" y="59632"/>
                  <a:pt x="99530" y="58092"/>
                </a:cubicBezTo>
                <a:lnTo>
                  <a:pt x="94093" y="49126"/>
                </a:lnTo>
                <a:cubicBezTo>
                  <a:pt x="93801" y="48645"/>
                  <a:pt x="93395" y="48251"/>
                  <a:pt x="92904" y="47975"/>
                </a:cubicBezTo>
                <a:lnTo>
                  <a:pt x="84118" y="43021"/>
                </a:lnTo>
                <a:cubicBezTo>
                  <a:pt x="82615" y="42173"/>
                  <a:pt x="80998" y="41573"/>
                  <a:pt x="79318" y="41238"/>
                </a:cubicBezTo>
                <a:lnTo>
                  <a:pt x="69769" y="39314"/>
                </a:lnTo>
                <a:cubicBezTo>
                  <a:pt x="67463" y="38846"/>
                  <a:pt x="65084" y="39269"/>
                  <a:pt x="63070" y="40490"/>
                </a:cubicBezTo>
                <a:lnTo>
                  <a:pt x="55587" y="45033"/>
                </a:lnTo>
                <a:lnTo>
                  <a:pt x="44098" y="36707"/>
                </a:lnTo>
                <a:lnTo>
                  <a:pt x="40926" y="30092"/>
                </a:lnTo>
                <a:cubicBezTo>
                  <a:pt x="39997" y="28160"/>
                  <a:pt x="38567" y="26510"/>
                  <a:pt x="36783" y="25316"/>
                </a:cubicBezTo>
                <a:lnTo>
                  <a:pt x="27913" y="19407"/>
                </a:lnTo>
                <a:cubicBezTo>
                  <a:pt x="25951" y="18089"/>
                  <a:pt x="23645" y="17394"/>
                  <a:pt x="21276" y="17394"/>
                </a:cubicBezTo>
                <a:lnTo>
                  <a:pt x="11957" y="17394"/>
                </a:lnTo>
                <a:close/>
                <a:moveTo>
                  <a:pt x="73912" y="19567"/>
                </a:moveTo>
                <a:cubicBezTo>
                  <a:pt x="71606" y="19567"/>
                  <a:pt x="69393" y="20484"/>
                  <a:pt x="67766" y="22115"/>
                </a:cubicBezTo>
                <a:cubicBezTo>
                  <a:pt x="66127" y="23745"/>
                  <a:pt x="65209" y="25957"/>
                  <a:pt x="65209" y="28263"/>
                </a:cubicBezTo>
                <a:cubicBezTo>
                  <a:pt x="65209" y="30569"/>
                  <a:pt x="66127" y="32780"/>
                  <a:pt x="67766" y="34411"/>
                </a:cubicBezTo>
                <a:cubicBezTo>
                  <a:pt x="69393" y="36042"/>
                  <a:pt x="71606" y="36958"/>
                  <a:pt x="73912" y="36958"/>
                </a:cubicBezTo>
                <a:cubicBezTo>
                  <a:pt x="76218" y="36958"/>
                  <a:pt x="78430" y="36042"/>
                  <a:pt x="80059" y="34411"/>
                </a:cubicBezTo>
                <a:cubicBezTo>
                  <a:pt x="81686" y="32780"/>
                  <a:pt x="82605" y="30569"/>
                  <a:pt x="82605" y="28263"/>
                </a:cubicBezTo>
                <a:cubicBezTo>
                  <a:pt x="82605" y="25957"/>
                  <a:pt x="81686" y="23745"/>
                  <a:pt x="80059" y="22115"/>
                </a:cubicBezTo>
                <a:cubicBezTo>
                  <a:pt x="78430" y="20484"/>
                  <a:pt x="76218" y="19567"/>
                  <a:pt x="73912" y="19567"/>
                </a:cubicBezTo>
                <a:close/>
                <a:moveTo>
                  <a:pt x="34904" y="35638"/>
                </a:moveTo>
                <a:lnTo>
                  <a:pt x="38954" y="40855"/>
                </a:lnTo>
                <a:lnTo>
                  <a:pt x="38975" y="40868"/>
                </a:lnTo>
                <a:cubicBezTo>
                  <a:pt x="39162" y="41105"/>
                  <a:pt x="39371" y="41322"/>
                  <a:pt x="39611" y="41500"/>
                </a:cubicBezTo>
                <a:lnTo>
                  <a:pt x="53522" y="51584"/>
                </a:lnTo>
                <a:lnTo>
                  <a:pt x="53553" y="51584"/>
                </a:lnTo>
                <a:cubicBezTo>
                  <a:pt x="54106" y="51975"/>
                  <a:pt x="54753" y="52203"/>
                  <a:pt x="55441" y="52203"/>
                </a:cubicBezTo>
                <a:cubicBezTo>
                  <a:pt x="55849" y="52203"/>
                  <a:pt x="56276" y="52124"/>
                  <a:pt x="56683" y="51958"/>
                </a:cubicBezTo>
                <a:lnTo>
                  <a:pt x="65261" y="48425"/>
                </a:lnTo>
                <a:lnTo>
                  <a:pt x="67181" y="60728"/>
                </a:lnTo>
                <a:lnTo>
                  <a:pt x="56161" y="61977"/>
                </a:lnTo>
                <a:cubicBezTo>
                  <a:pt x="55410" y="62061"/>
                  <a:pt x="54711" y="62400"/>
                  <a:pt x="54189" y="62940"/>
                </a:cubicBezTo>
                <a:lnTo>
                  <a:pt x="44401" y="72994"/>
                </a:lnTo>
                <a:cubicBezTo>
                  <a:pt x="43190" y="74235"/>
                  <a:pt x="43169" y="76206"/>
                  <a:pt x="44349" y="77478"/>
                </a:cubicBezTo>
                <a:cubicBezTo>
                  <a:pt x="44755" y="77921"/>
                  <a:pt x="45257" y="78220"/>
                  <a:pt x="45809" y="78381"/>
                </a:cubicBezTo>
                <a:cubicBezTo>
                  <a:pt x="45403" y="78315"/>
                  <a:pt x="44985" y="78258"/>
                  <a:pt x="44568" y="78258"/>
                </a:cubicBezTo>
                <a:lnTo>
                  <a:pt x="5436" y="78258"/>
                </a:lnTo>
                <a:cubicBezTo>
                  <a:pt x="6489" y="78257"/>
                  <a:pt x="7522" y="77745"/>
                  <a:pt x="8148" y="76807"/>
                </a:cubicBezTo>
                <a:lnTo>
                  <a:pt x="16841" y="63765"/>
                </a:lnTo>
                <a:cubicBezTo>
                  <a:pt x="16956" y="63598"/>
                  <a:pt x="17050" y="63424"/>
                  <a:pt x="17123" y="63241"/>
                </a:cubicBezTo>
                <a:lnTo>
                  <a:pt x="21547" y="52916"/>
                </a:lnTo>
                <a:lnTo>
                  <a:pt x="28424" y="61161"/>
                </a:lnTo>
                <a:lnTo>
                  <a:pt x="30459" y="75461"/>
                </a:lnTo>
                <a:cubicBezTo>
                  <a:pt x="30710" y="77154"/>
                  <a:pt x="32181" y="78374"/>
                  <a:pt x="33924" y="78250"/>
                </a:cubicBezTo>
                <a:cubicBezTo>
                  <a:pt x="35635" y="78129"/>
                  <a:pt x="36960" y="76709"/>
                  <a:pt x="36960" y="74998"/>
                </a:cubicBezTo>
                <a:lnTo>
                  <a:pt x="36960" y="59782"/>
                </a:lnTo>
                <a:cubicBezTo>
                  <a:pt x="36960" y="59341"/>
                  <a:pt x="36866" y="58902"/>
                  <a:pt x="36689" y="58495"/>
                </a:cubicBezTo>
                <a:lnTo>
                  <a:pt x="30741" y="44616"/>
                </a:lnTo>
                <a:lnTo>
                  <a:pt x="34904" y="3563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8" name="Белый — SVG 1">
            <a:extLst>
              <a:ext uri="{FF2B5EF4-FFF2-40B4-BE49-F238E27FC236}">
                <a16:creationId xmlns:a16="http://schemas.microsoft.com/office/drawing/2014/main" id="{91FAAFCE-1633-694A-A1C5-41921626A690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56706 w 134678"/>
              <a:gd name="csY0" fmla="*/ 0 h 148847"/>
              <a:gd name="csX1" fmla="*/ 31645 w 134678"/>
              <a:gd name="csY1" fmla="*/ 10380 h 148847"/>
              <a:gd name="csX2" fmla="*/ 21267 w 134678"/>
              <a:gd name="csY2" fmla="*/ 35439 h 148847"/>
              <a:gd name="csX3" fmla="*/ 31645 w 134678"/>
              <a:gd name="csY3" fmla="*/ 60500 h 148847"/>
              <a:gd name="csX4" fmla="*/ 56706 w 134678"/>
              <a:gd name="csY4" fmla="*/ 70880 h 148847"/>
              <a:gd name="csX5" fmla="*/ 81767 w 134678"/>
              <a:gd name="csY5" fmla="*/ 60500 h 148847"/>
              <a:gd name="csX6" fmla="*/ 92162 w 134678"/>
              <a:gd name="csY6" fmla="*/ 35439 h 148847"/>
              <a:gd name="csX7" fmla="*/ 81767 w 134678"/>
              <a:gd name="csY7" fmla="*/ 10380 h 148847"/>
              <a:gd name="csX8" fmla="*/ 56706 w 134678"/>
              <a:gd name="csY8" fmla="*/ 0 h 148847"/>
              <a:gd name="csX9" fmla="*/ 92162 w 134678"/>
              <a:gd name="csY9" fmla="*/ 70831 h 148847"/>
              <a:gd name="csX10" fmla="*/ 88521 w 134678"/>
              <a:gd name="csY10" fmla="*/ 72437 h 148847"/>
              <a:gd name="csX11" fmla="*/ 57403 w 134678"/>
              <a:gd name="csY11" fmla="*/ 103475 h 148847"/>
              <a:gd name="csX12" fmla="*/ 57403 w 134678"/>
              <a:gd name="csY12" fmla="*/ 141059 h 148847"/>
              <a:gd name="csX13" fmla="*/ 76203 w 134678"/>
              <a:gd name="csY13" fmla="*/ 148847 h 148847"/>
              <a:gd name="csX14" fmla="*/ 95003 w 134678"/>
              <a:gd name="csY14" fmla="*/ 141066 h 148847"/>
              <a:gd name="csX15" fmla="*/ 130033 w 134678"/>
              <a:gd name="csY15" fmla="*/ 106098 h 148847"/>
              <a:gd name="csX16" fmla="*/ 130033 w 134678"/>
              <a:gd name="csY16" fmla="*/ 83513 h 148847"/>
              <a:gd name="csX17" fmla="*/ 107457 w 134678"/>
              <a:gd name="csY17" fmla="*/ 83519 h 148847"/>
              <a:gd name="csX18" fmla="*/ 72460 w 134678"/>
              <a:gd name="csY18" fmla="*/ 118537 h 148847"/>
              <a:gd name="csX19" fmla="*/ 71269 w 134678"/>
              <a:gd name="csY19" fmla="*/ 120263 h 148847"/>
              <a:gd name="csX20" fmla="*/ 70844 w 134678"/>
              <a:gd name="csY20" fmla="*/ 122318 h 148847"/>
              <a:gd name="csX21" fmla="*/ 71235 w 134678"/>
              <a:gd name="csY21" fmla="*/ 124382 h 148847"/>
              <a:gd name="csX22" fmla="*/ 72392 w 134678"/>
              <a:gd name="csY22" fmla="*/ 126131 h 148847"/>
              <a:gd name="csX23" fmla="*/ 74145 w 134678"/>
              <a:gd name="csY23" fmla="*/ 127292 h 148847"/>
              <a:gd name="csX24" fmla="*/ 76220 w 134678"/>
              <a:gd name="csY24" fmla="*/ 127684 h 148847"/>
              <a:gd name="csX25" fmla="*/ 78262 w 134678"/>
              <a:gd name="csY25" fmla="*/ 127246 h 148847"/>
              <a:gd name="csX26" fmla="*/ 79997 w 134678"/>
              <a:gd name="csY26" fmla="*/ 126047 h 148847"/>
              <a:gd name="csX27" fmla="*/ 114977 w 134678"/>
              <a:gd name="csY27" fmla="*/ 91037 h 148847"/>
              <a:gd name="csX28" fmla="*/ 122514 w 134678"/>
              <a:gd name="csY28" fmla="*/ 91037 h 148847"/>
              <a:gd name="csX29" fmla="*/ 122514 w 134678"/>
              <a:gd name="csY29" fmla="*/ 98574 h 148847"/>
              <a:gd name="csX30" fmla="*/ 87483 w 134678"/>
              <a:gd name="csY30" fmla="*/ 133542 h 148847"/>
              <a:gd name="csX31" fmla="*/ 76203 w 134678"/>
              <a:gd name="csY31" fmla="*/ 138215 h 148847"/>
              <a:gd name="csX32" fmla="*/ 64923 w 134678"/>
              <a:gd name="csY32" fmla="*/ 133542 h 148847"/>
              <a:gd name="csX33" fmla="*/ 64923 w 134678"/>
              <a:gd name="csY33" fmla="*/ 110999 h 148847"/>
              <a:gd name="csX34" fmla="*/ 64923 w 134678"/>
              <a:gd name="csY34" fmla="*/ 110992 h 148847"/>
              <a:gd name="csX35" fmla="*/ 96024 w 134678"/>
              <a:gd name="csY35" fmla="*/ 79961 h 148847"/>
              <a:gd name="csX36" fmla="*/ 97538 w 134678"/>
              <a:gd name="csY36" fmla="*/ 77203 h 148847"/>
              <a:gd name="csX37" fmla="*/ 97214 w 134678"/>
              <a:gd name="csY37" fmla="*/ 74077 h 148847"/>
              <a:gd name="csX38" fmla="*/ 95190 w 134678"/>
              <a:gd name="csY38" fmla="*/ 71673 h 148847"/>
              <a:gd name="csX39" fmla="*/ 92162 w 134678"/>
              <a:gd name="csY39" fmla="*/ 70831 h 148847"/>
              <a:gd name="csX40" fmla="*/ 14104 w 134678"/>
              <a:gd name="csY40" fmla="*/ 85056 h 148847"/>
              <a:gd name="csX41" fmla="*/ 0 w 134678"/>
              <a:gd name="csY41" fmla="*/ 99156 h 148847"/>
              <a:gd name="csX42" fmla="*/ 0 w 134678"/>
              <a:gd name="csY42" fmla="*/ 104547 h 148847"/>
              <a:gd name="csX43" fmla="*/ 18817 w 134678"/>
              <a:gd name="csY43" fmla="*/ 133120 h 148847"/>
              <a:gd name="csX44" fmla="*/ 48505 w 134678"/>
              <a:gd name="csY44" fmla="*/ 141386 h 148847"/>
              <a:gd name="csX45" fmla="*/ 42534 w 134678"/>
              <a:gd name="csY45" fmla="*/ 122267 h 148847"/>
              <a:gd name="csX46" fmla="*/ 52401 w 134678"/>
              <a:gd name="csY46" fmla="*/ 98457 h 148847"/>
              <a:gd name="csX47" fmla="*/ 65825 w 134678"/>
              <a:gd name="csY47" fmla="*/ 85056 h 148847"/>
              <a:gd name="csX48" fmla="*/ 14104 w 134678"/>
              <a:gd name="csY48" fmla="*/ 85056 h 148847"/>
            </a:gdLst>
            <a:ahLst/>
            <a:cxnLst/>
            <a:rect l="l" t="t" r="r" b="b"/>
            <a:pathLst>
              <a:path w="100000" h="100000">
                <a:moveTo>
                  <a:pt x="42856" y="0"/>
                </a:moveTo>
                <a:cubicBezTo>
                  <a:pt x="36547" y="0"/>
                  <a:pt x="30489" y="2509"/>
                  <a:pt x="26020" y="6974"/>
                </a:cubicBezTo>
                <a:cubicBezTo>
                  <a:pt x="21551" y="11439"/>
                  <a:pt x="19047" y="17495"/>
                  <a:pt x="19047" y="23809"/>
                </a:cubicBezTo>
                <a:cubicBezTo>
                  <a:pt x="19047" y="30125"/>
                  <a:pt x="21551" y="36181"/>
                  <a:pt x="26020" y="40646"/>
                </a:cubicBezTo>
                <a:cubicBezTo>
                  <a:pt x="30489" y="45111"/>
                  <a:pt x="36547" y="47619"/>
                  <a:pt x="42856" y="47619"/>
                </a:cubicBezTo>
                <a:cubicBezTo>
                  <a:pt x="49177" y="47619"/>
                  <a:pt x="55235" y="45111"/>
                  <a:pt x="59693" y="40646"/>
                </a:cubicBezTo>
                <a:cubicBezTo>
                  <a:pt x="64162" y="36181"/>
                  <a:pt x="66677" y="30125"/>
                  <a:pt x="66677" y="23809"/>
                </a:cubicBezTo>
                <a:cubicBezTo>
                  <a:pt x="66677" y="17495"/>
                  <a:pt x="64162" y="11439"/>
                  <a:pt x="59693" y="6974"/>
                </a:cubicBezTo>
                <a:cubicBezTo>
                  <a:pt x="55235" y="2509"/>
                  <a:pt x="49177" y="0"/>
                  <a:pt x="42856" y="0"/>
                </a:cubicBezTo>
                <a:close/>
                <a:moveTo>
                  <a:pt x="66677" y="47586"/>
                </a:moveTo>
                <a:cubicBezTo>
                  <a:pt x="65751" y="47614"/>
                  <a:pt x="64871" y="48000"/>
                  <a:pt x="64231" y="48665"/>
                </a:cubicBezTo>
                <a:lnTo>
                  <a:pt x="43325" y="69518"/>
                </a:lnTo>
                <a:cubicBezTo>
                  <a:pt x="36387" y="76460"/>
                  <a:pt x="36387" y="87825"/>
                  <a:pt x="43325" y="94768"/>
                </a:cubicBezTo>
                <a:cubicBezTo>
                  <a:pt x="46799" y="98240"/>
                  <a:pt x="51395" y="100000"/>
                  <a:pt x="55955" y="100000"/>
                </a:cubicBezTo>
                <a:cubicBezTo>
                  <a:pt x="60515" y="100000"/>
                  <a:pt x="65111" y="98242"/>
                  <a:pt x="68586" y="94772"/>
                </a:cubicBezTo>
                <a:lnTo>
                  <a:pt x="92120" y="71280"/>
                </a:lnTo>
                <a:cubicBezTo>
                  <a:pt x="96280" y="67121"/>
                  <a:pt x="96280" y="60265"/>
                  <a:pt x="92120" y="56107"/>
                </a:cubicBezTo>
                <a:cubicBezTo>
                  <a:pt x="87960" y="51945"/>
                  <a:pt x="81102" y="51945"/>
                  <a:pt x="76953" y="56111"/>
                </a:cubicBezTo>
                <a:lnTo>
                  <a:pt x="53440" y="79637"/>
                </a:lnTo>
                <a:cubicBezTo>
                  <a:pt x="53098" y="79966"/>
                  <a:pt x="52835" y="80360"/>
                  <a:pt x="52640" y="80796"/>
                </a:cubicBezTo>
                <a:cubicBezTo>
                  <a:pt x="52458" y="81233"/>
                  <a:pt x="52355" y="81703"/>
                  <a:pt x="52355" y="82177"/>
                </a:cubicBezTo>
                <a:cubicBezTo>
                  <a:pt x="52343" y="82653"/>
                  <a:pt x="52435" y="83124"/>
                  <a:pt x="52617" y="83564"/>
                </a:cubicBezTo>
                <a:cubicBezTo>
                  <a:pt x="52800" y="84004"/>
                  <a:pt x="53064" y="84402"/>
                  <a:pt x="53395" y="84739"/>
                </a:cubicBezTo>
                <a:cubicBezTo>
                  <a:pt x="53738" y="85075"/>
                  <a:pt x="54138" y="85339"/>
                  <a:pt x="54572" y="85519"/>
                </a:cubicBezTo>
                <a:cubicBezTo>
                  <a:pt x="55018" y="85699"/>
                  <a:pt x="55486" y="85787"/>
                  <a:pt x="55967" y="85782"/>
                </a:cubicBezTo>
                <a:cubicBezTo>
                  <a:pt x="56435" y="85777"/>
                  <a:pt x="56904" y="85677"/>
                  <a:pt x="57338" y="85488"/>
                </a:cubicBezTo>
                <a:cubicBezTo>
                  <a:pt x="57784" y="85300"/>
                  <a:pt x="58173" y="85025"/>
                  <a:pt x="58504" y="84682"/>
                </a:cubicBezTo>
                <a:lnTo>
                  <a:pt x="82005" y="61161"/>
                </a:lnTo>
                <a:cubicBezTo>
                  <a:pt x="83433" y="59730"/>
                  <a:pt x="85639" y="59730"/>
                  <a:pt x="87068" y="61161"/>
                </a:cubicBezTo>
                <a:cubicBezTo>
                  <a:pt x="88508" y="62592"/>
                  <a:pt x="88508" y="64793"/>
                  <a:pt x="87068" y="66225"/>
                </a:cubicBezTo>
                <a:lnTo>
                  <a:pt x="63533" y="89718"/>
                </a:lnTo>
                <a:cubicBezTo>
                  <a:pt x="61431" y="91825"/>
                  <a:pt x="58698" y="92857"/>
                  <a:pt x="55955" y="92857"/>
                </a:cubicBezTo>
                <a:cubicBezTo>
                  <a:pt x="53212" y="92857"/>
                  <a:pt x="50492" y="91823"/>
                  <a:pt x="48377" y="89718"/>
                </a:cubicBezTo>
                <a:cubicBezTo>
                  <a:pt x="44171" y="85505"/>
                  <a:pt x="44171" y="78786"/>
                  <a:pt x="48377" y="74573"/>
                </a:cubicBezTo>
                <a:lnTo>
                  <a:pt x="48377" y="74568"/>
                </a:lnTo>
                <a:lnTo>
                  <a:pt x="69271" y="53720"/>
                </a:lnTo>
                <a:cubicBezTo>
                  <a:pt x="69785" y="53220"/>
                  <a:pt x="70140" y="52574"/>
                  <a:pt x="70289" y="51867"/>
                </a:cubicBezTo>
                <a:cubicBezTo>
                  <a:pt x="70426" y="51163"/>
                  <a:pt x="70357" y="50431"/>
                  <a:pt x="70071" y="49767"/>
                </a:cubicBezTo>
                <a:cubicBezTo>
                  <a:pt x="69797" y="49104"/>
                  <a:pt x="69317" y="48542"/>
                  <a:pt x="68711" y="48152"/>
                </a:cubicBezTo>
                <a:cubicBezTo>
                  <a:pt x="68105" y="47764"/>
                  <a:pt x="67397" y="47566"/>
                  <a:pt x="66677" y="47586"/>
                </a:cubicBezTo>
                <a:close/>
                <a:moveTo>
                  <a:pt x="14235" y="57143"/>
                </a:moveTo>
                <a:cubicBezTo>
                  <a:pt x="9012" y="57143"/>
                  <a:pt x="4760" y="61392"/>
                  <a:pt x="4760" y="66616"/>
                </a:cubicBezTo>
                <a:lnTo>
                  <a:pt x="4760" y="70238"/>
                </a:lnTo>
                <a:cubicBezTo>
                  <a:pt x="4760" y="78123"/>
                  <a:pt x="9251" y="84942"/>
                  <a:pt x="17401" y="89434"/>
                </a:cubicBezTo>
                <a:cubicBezTo>
                  <a:pt x="22865" y="92451"/>
                  <a:pt x="29814" y="94357"/>
                  <a:pt x="37347" y="94987"/>
                </a:cubicBezTo>
                <a:cubicBezTo>
                  <a:pt x="34752" y="91239"/>
                  <a:pt x="33335" y="86803"/>
                  <a:pt x="33335" y="82143"/>
                </a:cubicBezTo>
                <a:cubicBezTo>
                  <a:pt x="33335" y="76100"/>
                  <a:pt x="35689" y="70419"/>
                  <a:pt x="39964" y="66146"/>
                </a:cubicBezTo>
                <a:lnTo>
                  <a:pt x="48983" y="57143"/>
                </a:lnTo>
                <a:lnTo>
                  <a:pt x="14235" y="5714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59" name="Белый — SVG 2">
            <a:extLst>
              <a:ext uri="{FF2B5EF4-FFF2-40B4-BE49-F238E27FC236}">
                <a16:creationId xmlns:a16="http://schemas.microsoft.com/office/drawing/2014/main" id="{0D0186A0-91C2-7D4C-A3EC-3A962ECCEEB3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74434 w 148867"/>
              <a:gd name="csY0" fmla="*/ 0 h 148854"/>
              <a:gd name="csX1" fmla="*/ 60256 w 148867"/>
              <a:gd name="csY1" fmla="*/ 14175 h 148854"/>
              <a:gd name="csX2" fmla="*/ 74434 w 148867"/>
              <a:gd name="csY2" fmla="*/ 28352 h 148854"/>
              <a:gd name="csX3" fmla="*/ 88611 w 148867"/>
              <a:gd name="csY3" fmla="*/ 14175 h 148854"/>
              <a:gd name="csX4" fmla="*/ 74434 w 148867"/>
              <a:gd name="csY4" fmla="*/ 0 h 148854"/>
              <a:gd name="csX5" fmla="*/ 60256 w 148867"/>
              <a:gd name="csY5" fmla="*/ 35439 h 148854"/>
              <a:gd name="csX6" fmla="*/ 49623 w 148867"/>
              <a:gd name="csY6" fmla="*/ 46071 h 148854"/>
              <a:gd name="csX7" fmla="*/ 74434 w 148867"/>
              <a:gd name="csY7" fmla="*/ 67335 h 148854"/>
              <a:gd name="csX8" fmla="*/ 99244 w 148867"/>
              <a:gd name="csY8" fmla="*/ 46071 h 148854"/>
              <a:gd name="csX9" fmla="*/ 88611 w 148867"/>
              <a:gd name="csY9" fmla="*/ 35439 h 148854"/>
              <a:gd name="csX10" fmla="*/ 60256 w 148867"/>
              <a:gd name="csY10" fmla="*/ 35439 h 148854"/>
              <a:gd name="csX11" fmla="*/ 40158 w 148867"/>
              <a:gd name="csY11" fmla="*/ 39052 h 148854"/>
              <a:gd name="csX12" fmla="*/ 18221 w 148867"/>
              <a:gd name="csY12" fmla="*/ 66872 h 148854"/>
              <a:gd name="csX13" fmla="*/ 16372 w 148867"/>
              <a:gd name="csY13" fmla="*/ 72369 h 148854"/>
              <a:gd name="csX14" fmla="*/ 24811 w 148867"/>
              <a:gd name="csY14" fmla="*/ 70880 h 148854"/>
              <a:gd name="csX15" fmla="*/ 28002 w 148867"/>
              <a:gd name="csY15" fmla="*/ 71129 h 148854"/>
              <a:gd name="csX16" fmla="*/ 28142 w 148867"/>
              <a:gd name="csY16" fmla="*/ 70741 h 148854"/>
              <a:gd name="csX17" fmla="*/ 39840 w 148867"/>
              <a:gd name="csY17" fmla="*/ 53056 h 148854"/>
              <a:gd name="csX18" fmla="*/ 38990 w 148867"/>
              <a:gd name="csY18" fmla="*/ 46071 h 148854"/>
              <a:gd name="csX19" fmla="*/ 40158 w 148867"/>
              <a:gd name="csY19" fmla="*/ 39052 h 148854"/>
              <a:gd name="csX20" fmla="*/ 108709 w 148867"/>
              <a:gd name="csY20" fmla="*/ 39052 h 148854"/>
              <a:gd name="csX21" fmla="*/ 109878 w 148867"/>
              <a:gd name="csY21" fmla="*/ 46071 h 148854"/>
              <a:gd name="csX22" fmla="*/ 109027 w 148867"/>
              <a:gd name="csY22" fmla="*/ 53056 h 148854"/>
              <a:gd name="csX23" fmla="*/ 120831 w 148867"/>
              <a:gd name="csY23" fmla="*/ 71129 h 148854"/>
              <a:gd name="csX24" fmla="*/ 124057 w 148867"/>
              <a:gd name="csY24" fmla="*/ 70880 h 148854"/>
              <a:gd name="csX25" fmla="*/ 132419 w 148867"/>
              <a:gd name="csY25" fmla="*/ 72369 h 148854"/>
              <a:gd name="csX26" fmla="*/ 108709 w 148867"/>
              <a:gd name="csY26" fmla="*/ 39052 h 148854"/>
              <a:gd name="csX27" fmla="*/ 24811 w 148867"/>
              <a:gd name="csY27" fmla="*/ 81512 h 148854"/>
              <a:gd name="csX28" fmla="*/ 10633 w 148867"/>
              <a:gd name="csY28" fmla="*/ 95687 h 148854"/>
              <a:gd name="csX29" fmla="*/ 24811 w 148867"/>
              <a:gd name="csY29" fmla="*/ 109863 h 148854"/>
              <a:gd name="csX30" fmla="*/ 38990 w 148867"/>
              <a:gd name="csY30" fmla="*/ 95687 h 148854"/>
              <a:gd name="csX31" fmla="*/ 24811 w 148867"/>
              <a:gd name="csY31" fmla="*/ 81512 h 148854"/>
              <a:gd name="csX32" fmla="*/ 124057 w 148867"/>
              <a:gd name="csY32" fmla="*/ 81512 h 148854"/>
              <a:gd name="csX33" fmla="*/ 109878 w 148867"/>
              <a:gd name="csY33" fmla="*/ 95687 h 148854"/>
              <a:gd name="csX34" fmla="*/ 124057 w 148867"/>
              <a:gd name="csY34" fmla="*/ 109863 h 148854"/>
              <a:gd name="csX35" fmla="*/ 138234 w 148867"/>
              <a:gd name="csY35" fmla="*/ 95687 h 148854"/>
              <a:gd name="csX36" fmla="*/ 124057 w 148867"/>
              <a:gd name="csY36" fmla="*/ 81512 h 148854"/>
              <a:gd name="csX37" fmla="*/ 10633 w 148867"/>
              <a:gd name="csY37" fmla="*/ 116951 h 148854"/>
              <a:gd name="csX38" fmla="*/ 0 w 148867"/>
              <a:gd name="csY38" fmla="*/ 127583 h 148854"/>
              <a:gd name="csX39" fmla="*/ 24811 w 148867"/>
              <a:gd name="csY39" fmla="*/ 148847 h 148854"/>
              <a:gd name="csX40" fmla="*/ 49623 w 148867"/>
              <a:gd name="csY40" fmla="*/ 127583 h 148854"/>
              <a:gd name="csX41" fmla="*/ 38990 w 148867"/>
              <a:gd name="csY41" fmla="*/ 116951 h 148854"/>
              <a:gd name="csX42" fmla="*/ 10633 w 148867"/>
              <a:gd name="csY42" fmla="*/ 116951 h 148854"/>
              <a:gd name="csX43" fmla="*/ 109878 w 148867"/>
              <a:gd name="csY43" fmla="*/ 116951 h 148854"/>
              <a:gd name="csX44" fmla="*/ 99244 w 148867"/>
              <a:gd name="csY44" fmla="*/ 127583 h 148854"/>
              <a:gd name="csX45" fmla="*/ 124057 w 148867"/>
              <a:gd name="csY45" fmla="*/ 148847 h 148854"/>
              <a:gd name="csX46" fmla="*/ 148867 w 148867"/>
              <a:gd name="csY46" fmla="*/ 127583 h 148854"/>
              <a:gd name="csX47" fmla="*/ 138234 w 148867"/>
              <a:gd name="csY47" fmla="*/ 116951 h 148854"/>
              <a:gd name="csX48" fmla="*/ 109878 w 148867"/>
              <a:gd name="csY48" fmla="*/ 116951 h 148854"/>
              <a:gd name="csX49" fmla="*/ 89781 w 148867"/>
              <a:gd name="csY49" fmla="*/ 135737 h 148854"/>
              <a:gd name="csX50" fmla="*/ 59086 w 148867"/>
              <a:gd name="csY50" fmla="*/ 135772 h 148854"/>
              <a:gd name="csX51" fmla="*/ 54475 w 148867"/>
              <a:gd name="csY51" fmla="*/ 145442 h 148854"/>
              <a:gd name="csX52" fmla="*/ 94392 w 148867"/>
              <a:gd name="csY52" fmla="*/ 145408 h 148854"/>
              <a:gd name="csX53" fmla="*/ 89781 w 148867"/>
              <a:gd name="csY53" fmla="*/ 135737 h 148854"/>
            </a:gdLst>
            <a:ahLst/>
            <a:cxnLst/>
            <a:rect l="l" t="t" r="r" b="b"/>
            <a:pathLst>
              <a:path w="100000" h="100000">
                <a:moveTo>
                  <a:pt x="50000" y="4"/>
                </a:moveTo>
                <a:cubicBezTo>
                  <a:pt x="44741" y="4"/>
                  <a:pt x="40476" y="4268"/>
                  <a:pt x="40476" y="9526"/>
                </a:cubicBezTo>
                <a:cubicBezTo>
                  <a:pt x="40476" y="14785"/>
                  <a:pt x="44741" y="19050"/>
                  <a:pt x="50000" y="19050"/>
                </a:cubicBezTo>
                <a:cubicBezTo>
                  <a:pt x="55259" y="19050"/>
                  <a:pt x="59524" y="14785"/>
                  <a:pt x="59524" y="9526"/>
                </a:cubicBezTo>
                <a:cubicBezTo>
                  <a:pt x="59524" y="4268"/>
                  <a:pt x="55259" y="4"/>
                  <a:pt x="50000" y="4"/>
                </a:cubicBezTo>
                <a:close/>
                <a:moveTo>
                  <a:pt x="40476" y="23810"/>
                </a:moveTo>
                <a:cubicBezTo>
                  <a:pt x="36573" y="23810"/>
                  <a:pt x="33334" y="27050"/>
                  <a:pt x="33334" y="30952"/>
                </a:cubicBezTo>
                <a:cubicBezTo>
                  <a:pt x="33334" y="37490"/>
                  <a:pt x="39089" y="45236"/>
                  <a:pt x="50000" y="45236"/>
                </a:cubicBezTo>
                <a:cubicBezTo>
                  <a:pt x="60911" y="45236"/>
                  <a:pt x="66666" y="37490"/>
                  <a:pt x="66666" y="30952"/>
                </a:cubicBezTo>
                <a:cubicBezTo>
                  <a:pt x="66666" y="27050"/>
                  <a:pt x="63428" y="23810"/>
                  <a:pt x="59524" y="23810"/>
                </a:cubicBezTo>
                <a:lnTo>
                  <a:pt x="40476" y="23810"/>
                </a:lnTo>
                <a:close/>
                <a:moveTo>
                  <a:pt x="26976" y="26237"/>
                </a:moveTo>
                <a:cubicBezTo>
                  <a:pt x="20501" y="30689"/>
                  <a:pt x="15263" y="37069"/>
                  <a:pt x="12240" y="44925"/>
                </a:cubicBezTo>
                <a:cubicBezTo>
                  <a:pt x="11764" y="46139"/>
                  <a:pt x="11356" y="47379"/>
                  <a:pt x="10998" y="48618"/>
                </a:cubicBezTo>
                <a:cubicBezTo>
                  <a:pt x="12760" y="47974"/>
                  <a:pt x="14666" y="47617"/>
                  <a:pt x="16667" y="47617"/>
                </a:cubicBezTo>
                <a:cubicBezTo>
                  <a:pt x="17381" y="47617"/>
                  <a:pt x="18120" y="47666"/>
                  <a:pt x="18810" y="47785"/>
                </a:cubicBezTo>
                <a:cubicBezTo>
                  <a:pt x="18834" y="47689"/>
                  <a:pt x="18880" y="47620"/>
                  <a:pt x="18904" y="47524"/>
                </a:cubicBezTo>
                <a:cubicBezTo>
                  <a:pt x="20689" y="42882"/>
                  <a:pt x="23405" y="38881"/>
                  <a:pt x="26762" y="35644"/>
                </a:cubicBezTo>
                <a:cubicBezTo>
                  <a:pt x="26382" y="34097"/>
                  <a:pt x="26191" y="32499"/>
                  <a:pt x="26191" y="30952"/>
                </a:cubicBezTo>
                <a:cubicBezTo>
                  <a:pt x="26191" y="29310"/>
                  <a:pt x="26477" y="27714"/>
                  <a:pt x="26976" y="26237"/>
                </a:cubicBezTo>
                <a:close/>
                <a:moveTo>
                  <a:pt x="73024" y="26237"/>
                </a:moveTo>
                <a:cubicBezTo>
                  <a:pt x="73523" y="27714"/>
                  <a:pt x="73810" y="29310"/>
                  <a:pt x="73810" y="30952"/>
                </a:cubicBezTo>
                <a:cubicBezTo>
                  <a:pt x="73810" y="32499"/>
                  <a:pt x="73619" y="34097"/>
                  <a:pt x="73238" y="35644"/>
                </a:cubicBezTo>
                <a:cubicBezTo>
                  <a:pt x="76785" y="39072"/>
                  <a:pt x="79476" y="43238"/>
                  <a:pt x="81167" y="47785"/>
                </a:cubicBezTo>
                <a:cubicBezTo>
                  <a:pt x="81881" y="47666"/>
                  <a:pt x="82596" y="47617"/>
                  <a:pt x="83334" y="47617"/>
                </a:cubicBezTo>
                <a:cubicBezTo>
                  <a:pt x="85310" y="47617"/>
                  <a:pt x="87213" y="47950"/>
                  <a:pt x="88951" y="48618"/>
                </a:cubicBezTo>
                <a:cubicBezTo>
                  <a:pt x="86452" y="39665"/>
                  <a:pt x="80905" y="31666"/>
                  <a:pt x="73024" y="26237"/>
                </a:cubicBezTo>
                <a:close/>
                <a:moveTo>
                  <a:pt x="16667" y="54759"/>
                </a:moveTo>
                <a:cubicBezTo>
                  <a:pt x="11407" y="54759"/>
                  <a:pt x="7143" y="59023"/>
                  <a:pt x="7143" y="64281"/>
                </a:cubicBezTo>
                <a:cubicBezTo>
                  <a:pt x="7143" y="69540"/>
                  <a:pt x="11407" y="73804"/>
                  <a:pt x="16667" y="73804"/>
                </a:cubicBezTo>
                <a:cubicBezTo>
                  <a:pt x="21926" y="73804"/>
                  <a:pt x="26191" y="69540"/>
                  <a:pt x="26191" y="64281"/>
                </a:cubicBezTo>
                <a:cubicBezTo>
                  <a:pt x="26191" y="59023"/>
                  <a:pt x="21926" y="54759"/>
                  <a:pt x="16667" y="54759"/>
                </a:cubicBezTo>
                <a:close/>
                <a:moveTo>
                  <a:pt x="83334" y="54759"/>
                </a:moveTo>
                <a:cubicBezTo>
                  <a:pt x="78074" y="54759"/>
                  <a:pt x="73810" y="59023"/>
                  <a:pt x="73810" y="64281"/>
                </a:cubicBezTo>
                <a:cubicBezTo>
                  <a:pt x="73810" y="69540"/>
                  <a:pt x="78074" y="73804"/>
                  <a:pt x="83334" y="73804"/>
                </a:cubicBezTo>
                <a:cubicBezTo>
                  <a:pt x="88593" y="73804"/>
                  <a:pt x="92857" y="69540"/>
                  <a:pt x="92857" y="64281"/>
                </a:cubicBezTo>
                <a:cubicBezTo>
                  <a:pt x="92857" y="59023"/>
                  <a:pt x="88593" y="54759"/>
                  <a:pt x="83334" y="54759"/>
                </a:cubicBezTo>
                <a:close/>
                <a:moveTo>
                  <a:pt x="7143" y="78565"/>
                </a:moveTo>
                <a:cubicBezTo>
                  <a:pt x="3239" y="78565"/>
                  <a:pt x="0" y="81804"/>
                  <a:pt x="0" y="85707"/>
                </a:cubicBezTo>
                <a:cubicBezTo>
                  <a:pt x="0" y="92244"/>
                  <a:pt x="5757" y="99991"/>
                  <a:pt x="16667" y="99991"/>
                </a:cubicBezTo>
                <a:cubicBezTo>
                  <a:pt x="27577" y="99991"/>
                  <a:pt x="33334" y="92244"/>
                  <a:pt x="33334" y="85707"/>
                </a:cubicBezTo>
                <a:cubicBezTo>
                  <a:pt x="33334" y="81804"/>
                  <a:pt x="30094" y="78565"/>
                  <a:pt x="26191" y="78565"/>
                </a:cubicBezTo>
                <a:lnTo>
                  <a:pt x="7143" y="78565"/>
                </a:lnTo>
                <a:close/>
                <a:moveTo>
                  <a:pt x="73810" y="78565"/>
                </a:moveTo>
                <a:cubicBezTo>
                  <a:pt x="69907" y="78565"/>
                  <a:pt x="66666" y="81804"/>
                  <a:pt x="66666" y="85707"/>
                </a:cubicBezTo>
                <a:cubicBezTo>
                  <a:pt x="66666" y="92244"/>
                  <a:pt x="72423" y="99991"/>
                  <a:pt x="83334" y="99991"/>
                </a:cubicBezTo>
                <a:cubicBezTo>
                  <a:pt x="94244" y="99991"/>
                  <a:pt x="100000" y="92244"/>
                  <a:pt x="100000" y="85707"/>
                </a:cubicBezTo>
                <a:cubicBezTo>
                  <a:pt x="100000" y="81804"/>
                  <a:pt x="96762" y="78565"/>
                  <a:pt x="92857" y="78565"/>
                </a:cubicBezTo>
                <a:lnTo>
                  <a:pt x="73810" y="78565"/>
                </a:lnTo>
                <a:close/>
                <a:moveTo>
                  <a:pt x="60310" y="91184"/>
                </a:moveTo>
                <a:cubicBezTo>
                  <a:pt x="53809" y="93327"/>
                  <a:pt x="46619" y="93470"/>
                  <a:pt x="39690" y="91208"/>
                </a:cubicBezTo>
                <a:cubicBezTo>
                  <a:pt x="39048" y="93470"/>
                  <a:pt x="37998" y="95680"/>
                  <a:pt x="36593" y="97704"/>
                </a:cubicBezTo>
                <a:cubicBezTo>
                  <a:pt x="45570" y="100870"/>
                  <a:pt x="54979" y="100656"/>
                  <a:pt x="63407" y="97681"/>
                </a:cubicBezTo>
                <a:cubicBezTo>
                  <a:pt x="61978" y="95657"/>
                  <a:pt x="60930" y="93445"/>
                  <a:pt x="60310" y="9118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0" name="Белый — SVG 3">
            <a:extLst>
              <a:ext uri="{FF2B5EF4-FFF2-40B4-BE49-F238E27FC236}">
                <a16:creationId xmlns:a16="http://schemas.microsoft.com/office/drawing/2014/main" id="{326735E9-0073-CD42-963F-3F41171C19AB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83517 w 149088"/>
              <a:gd name="csY0" fmla="*/ 0 h 141765"/>
              <a:gd name="csX1" fmla="*/ 71111 w 149088"/>
              <a:gd name="csY1" fmla="*/ 12404 h 141765"/>
              <a:gd name="csX2" fmla="*/ 71111 w 149088"/>
              <a:gd name="csY2" fmla="*/ 65564 h 141765"/>
              <a:gd name="csX3" fmla="*/ 74393 w 149088"/>
              <a:gd name="csY3" fmla="*/ 70479 h 141765"/>
              <a:gd name="csX4" fmla="*/ 76428 w 149088"/>
              <a:gd name="csY4" fmla="*/ 70880 h 141765"/>
              <a:gd name="csX5" fmla="*/ 80186 w 149088"/>
              <a:gd name="csY5" fmla="*/ 69322 h 141765"/>
              <a:gd name="csX6" fmla="*/ 96350 w 149088"/>
              <a:gd name="csY6" fmla="*/ 53160 h 141765"/>
              <a:gd name="csX7" fmla="*/ 136684 w 149088"/>
              <a:gd name="csY7" fmla="*/ 53160 h 141765"/>
              <a:gd name="csX8" fmla="*/ 149089 w 149088"/>
              <a:gd name="csY8" fmla="*/ 40755 h 141765"/>
              <a:gd name="csX9" fmla="*/ 149089 w 149088"/>
              <a:gd name="csY9" fmla="*/ 12404 h 141765"/>
              <a:gd name="csX10" fmla="*/ 136684 w 149088"/>
              <a:gd name="csY10" fmla="*/ 0 h 141765"/>
              <a:gd name="csX11" fmla="*/ 83517 w 149088"/>
              <a:gd name="csY11" fmla="*/ 0 h 141765"/>
              <a:gd name="csX12" fmla="*/ 39211 w 149088"/>
              <a:gd name="csY12" fmla="*/ 39869 h 141765"/>
              <a:gd name="csX13" fmla="*/ 14621 w 149088"/>
              <a:gd name="csY13" fmla="*/ 64457 h 141765"/>
              <a:gd name="csX14" fmla="*/ 39211 w 149088"/>
              <a:gd name="csY14" fmla="*/ 89043 h 141765"/>
              <a:gd name="csX15" fmla="*/ 63800 w 149088"/>
              <a:gd name="csY15" fmla="*/ 64457 h 141765"/>
              <a:gd name="csX16" fmla="*/ 39211 w 149088"/>
              <a:gd name="csY16" fmla="*/ 39869 h 141765"/>
              <a:gd name="csX17" fmla="*/ 12336 w 149088"/>
              <a:gd name="csY17" fmla="*/ 95687 h 141765"/>
              <a:gd name="csX18" fmla="*/ 0 w 149088"/>
              <a:gd name="csY18" fmla="*/ 107240 h 141765"/>
              <a:gd name="csX19" fmla="*/ 0 w 149088"/>
              <a:gd name="csY19" fmla="*/ 118162 h 141765"/>
              <a:gd name="csX20" fmla="*/ 39211 w 149088"/>
              <a:gd name="csY20" fmla="*/ 141765 h 141765"/>
              <a:gd name="csX21" fmla="*/ 78422 w 149088"/>
              <a:gd name="csY21" fmla="*/ 118162 h 141765"/>
              <a:gd name="csX22" fmla="*/ 78422 w 149088"/>
              <a:gd name="csY22" fmla="*/ 107240 h 141765"/>
              <a:gd name="csX23" fmla="*/ 66092 w 149088"/>
              <a:gd name="csY23" fmla="*/ 95687 h 141765"/>
              <a:gd name="csX24" fmla="*/ 12336 w 149088"/>
              <a:gd name="csY24" fmla="*/ 95687 h 141765"/>
            </a:gdLst>
            <a:ahLst/>
            <a:cxnLst/>
            <a:rect l="l" t="t" r="r" b="b"/>
            <a:pathLst>
              <a:path w="100000" h="100000">
                <a:moveTo>
                  <a:pt x="56019" y="2456"/>
                </a:moveTo>
                <a:cubicBezTo>
                  <a:pt x="51430" y="2456"/>
                  <a:pt x="47697" y="6188"/>
                  <a:pt x="47697" y="10776"/>
                </a:cubicBezTo>
                <a:lnTo>
                  <a:pt x="47697" y="46433"/>
                </a:lnTo>
                <a:cubicBezTo>
                  <a:pt x="47697" y="47873"/>
                  <a:pt x="48565" y="49175"/>
                  <a:pt x="49899" y="49729"/>
                </a:cubicBezTo>
                <a:cubicBezTo>
                  <a:pt x="50340" y="49912"/>
                  <a:pt x="50805" y="49998"/>
                  <a:pt x="51264" y="49998"/>
                </a:cubicBezTo>
                <a:cubicBezTo>
                  <a:pt x="52190" y="49998"/>
                  <a:pt x="53106" y="49635"/>
                  <a:pt x="53784" y="48953"/>
                </a:cubicBezTo>
                <a:lnTo>
                  <a:pt x="64626" y="38113"/>
                </a:lnTo>
                <a:lnTo>
                  <a:pt x="91680" y="38113"/>
                </a:lnTo>
                <a:cubicBezTo>
                  <a:pt x="96267" y="38113"/>
                  <a:pt x="100001" y="34380"/>
                  <a:pt x="100001" y="29792"/>
                </a:cubicBezTo>
                <a:lnTo>
                  <a:pt x="100001" y="10776"/>
                </a:lnTo>
                <a:cubicBezTo>
                  <a:pt x="100001" y="6188"/>
                  <a:pt x="96267" y="2456"/>
                  <a:pt x="91680" y="2456"/>
                </a:cubicBezTo>
                <a:lnTo>
                  <a:pt x="56019" y="2456"/>
                </a:lnTo>
                <a:close/>
                <a:moveTo>
                  <a:pt x="26301" y="29198"/>
                </a:moveTo>
                <a:cubicBezTo>
                  <a:pt x="17207" y="29198"/>
                  <a:pt x="9807" y="36595"/>
                  <a:pt x="9807" y="45690"/>
                </a:cubicBezTo>
                <a:cubicBezTo>
                  <a:pt x="9807" y="54784"/>
                  <a:pt x="17207" y="62181"/>
                  <a:pt x="26301" y="62181"/>
                </a:cubicBezTo>
                <a:cubicBezTo>
                  <a:pt x="35395" y="62181"/>
                  <a:pt x="42794" y="54784"/>
                  <a:pt x="42794" y="45690"/>
                </a:cubicBezTo>
                <a:cubicBezTo>
                  <a:pt x="42794" y="36595"/>
                  <a:pt x="35395" y="29198"/>
                  <a:pt x="26301" y="29198"/>
                </a:cubicBezTo>
                <a:close/>
                <a:moveTo>
                  <a:pt x="8274" y="66637"/>
                </a:moveTo>
                <a:cubicBezTo>
                  <a:pt x="3712" y="66637"/>
                  <a:pt x="2" y="70115"/>
                  <a:pt x="0" y="74387"/>
                </a:cubicBezTo>
                <a:lnTo>
                  <a:pt x="0" y="81712"/>
                </a:lnTo>
                <a:cubicBezTo>
                  <a:pt x="0" y="90736"/>
                  <a:pt x="11305" y="97544"/>
                  <a:pt x="26301" y="97544"/>
                </a:cubicBezTo>
                <a:cubicBezTo>
                  <a:pt x="41294" y="97544"/>
                  <a:pt x="52601" y="90736"/>
                  <a:pt x="52601" y="81712"/>
                </a:cubicBezTo>
                <a:lnTo>
                  <a:pt x="52601" y="74387"/>
                </a:lnTo>
                <a:cubicBezTo>
                  <a:pt x="52601" y="70115"/>
                  <a:pt x="48891" y="66637"/>
                  <a:pt x="44331" y="66637"/>
                </a:cubicBezTo>
                <a:lnTo>
                  <a:pt x="8274" y="6663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1" name="Белый — SVG 4">
            <a:extLst>
              <a:ext uri="{FF2B5EF4-FFF2-40B4-BE49-F238E27FC236}">
                <a16:creationId xmlns:a16="http://schemas.microsoft.com/office/drawing/2014/main" id="{028D014F-CD5F-FD45-92B4-A9CA786D4C1E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26575 w 141772"/>
              <a:gd name="csY0" fmla="*/ 0 h 141758"/>
              <a:gd name="csX1" fmla="*/ 10633 w 141772"/>
              <a:gd name="csY1" fmla="*/ 15948 h 141758"/>
              <a:gd name="csX2" fmla="*/ 26575 w 141772"/>
              <a:gd name="csY2" fmla="*/ 31896 h 141758"/>
              <a:gd name="csX3" fmla="*/ 42534 w 141772"/>
              <a:gd name="csY3" fmla="*/ 15948 h 141758"/>
              <a:gd name="csX4" fmla="*/ 26575 w 141772"/>
              <a:gd name="csY4" fmla="*/ 0 h 141758"/>
              <a:gd name="csX5" fmla="*/ 67339 w 141772"/>
              <a:gd name="csY5" fmla="*/ 14175 h 141758"/>
              <a:gd name="csX6" fmla="*/ 65553 w 141772"/>
              <a:gd name="csY6" fmla="*/ 14204 h 141758"/>
              <a:gd name="csX7" fmla="*/ 63477 w 141772"/>
              <a:gd name="csY7" fmla="*/ 14616 h 141758"/>
              <a:gd name="csX8" fmla="*/ 61725 w 141772"/>
              <a:gd name="csY8" fmla="*/ 15802 h 141758"/>
              <a:gd name="csX9" fmla="*/ 60568 w 141772"/>
              <a:gd name="csY9" fmla="*/ 17574 h 141758"/>
              <a:gd name="csX10" fmla="*/ 60210 w 141772"/>
              <a:gd name="csY10" fmla="*/ 19655 h 141758"/>
              <a:gd name="csX11" fmla="*/ 60687 w 141772"/>
              <a:gd name="csY11" fmla="*/ 21715 h 141758"/>
              <a:gd name="csX12" fmla="*/ 61912 w 141772"/>
              <a:gd name="csY12" fmla="*/ 23428 h 141758"/>
              <a:gd name="csX13" fmla="*/ 63732 w 141772"/>
              <a:gd name="csY13" fmla="*/ 24523 h 141758"/>
              <a:gd name="csX14" fmla="*/ 65808 w 141772"/>
              <a:gd name="csY14" fmla="*/ 24829 h 141758"/>
              <a:gd name="csX15" fmla="*/ 67339 w 141772"/>
              <a:gd name="csY15" fmla="*/ 24807 h 141758"/>
              <a:gd name="csX16" fmla="*/ 106759 w 141772"/>
              <a:gd name="csY16" fmla="*/ 46993 h 141758"/>
              <a:gd name="csX17" fmla="*/ 108154 w 141772"/>
              <a:gd name="csY17" fmla="*/ 48521 h 141758"/>
              <a:gd name="csX18" fmla="*/ 110043 w 141772"/>
              <a:gd name="csY18" fmla="*/ 49397 h 141758"/>
              <a:gd name="csX19" fmla="*/ 112118 w 141772"/>
              <a:gd name="csY19" fmla="*/ 49487 h 141758"/>
              <a:gd name="csX20" fmla="*/ 114058 w 141772"/>
              <a:gd name="csY20" fmla="*/ 48776 h 141758"/>
              <a:gd name="csX21" fmla="*/ 115589 w 141772"/>
              <a:gd name="csY21" fmla="*/ 47373 h 141758"/>
              <a:gd name="csX22" fmla="*/ 116474 w 141772"/>
              <a:gd name="csY22" fmla="*/ 45491 h 141758"/>
              <a:gd name="csX23" fmla="*/ 116559 w 141772"/>
              <a:gd name="csY23" fmla="*/ 43417 h 141758"/>
              <a:gd name="csX24" fmla="*/ 115844 w 141772"/>
              <a:gd name="csY24" fmla="*/ 41468 h 141758"/>
              <a:gd name="csX25" fmla="*/ 67339 w 141772"/>
              <a:gd name="csY25" fmla="*/ 14175 h 141758"/>
              <a:gd name="csX26" fmla="*/ 10633 w 141772"/>
              <a:gd name="csY26" fmla="*/ 42528 h 141758"/>
              <a:gd name="csX27" fmla="*/ 0 w 141772"/>
              <a:gd name="csY27" fmla="*/ 53160 h 141758"/>
              <a:gd name="csX28" fmla="*/ 0 w 141772"/>
              <a:gd name="csY28" fmla="*/ 58476 h 141758"/>
              <a:gd name="csX29" fmla="*/ 26575 w 141772"/>
              <a:gd name="csY29" fmla="*/ 77967 h 141758"/>
              <a:gd name="csX30" fmla="*/ 53167 w 141772"/>
              <a:gd name="csY30" fmla="*/ 58476 h 141758"/>
              <a:gd name="csX31" fmla="*/ 53167 w 141772"/>
              <a:gd name="csY31" fmla="*/ 53160 h 141758"/>
              <a:gd name="csX32" fmla="*/ 42534 w 141772"/>
              <a:gd name="csY32" fmla="*/ 42528 h 141758"/>
              <a:gd name="csX33" fmla="*/ 10633 w 141772"/>
              <a:gd name="csY33" fmla="*/ 42528 h 141758"/>
              <a:gd name="csX34" fmla="*/ 115198 w 141772"/>
              <a:gd name="csY34" fmla="*/ 63792 h 141758"/>
              <a:gd name="csX35" fmla="*/ 99239 w 141772"/>
              <a:gd name="csY35" fmla="*/ 79740 h 141758"/>
              <a:gd name="csX36" fmla="*/ 115198 w 141772"/>
              <a:gd name="csY36" fmla="*/ 95687 h 141758"/>
              <a:gd name="csX37" fmla="*/ 131139 w 141772"/>
              <a:gd name="csY37" fmla="*/ 79740 h 141758"/>
              <a:gd name="csX38" fmla="*/ 115198 w 141772"/>
              <a:gd name="csY38" fmla="*/ 63792 h 141758"/>
              <a:gd name="csX39" fmla="*/ 20008 w 141772"/>
              <a:gd name="csY39" fmla="*/ 92151 h 141758"/>
              <a:gd name="csX40" fmla="*/ 17235 w 141772"/>
              <a:gd name="csY40" fmla="*/ 92804 h 141758"/>
              <a:gd name="csX41" fmla="*/ 15193 w 141772"/>
              <a:gd name="csY41" fmla="*/ 94798 h 141758"/>
              <a:gd name="csX42" fmla="*/ 14478 w 141772"/>
              <a:gd name="csY42" fmla="*/ 97559 h 141758"/>
              <a:gd name="csX43" fmla="*/ 15295 w 141772"/>
              <a:gd name="csY43" fmla="*/ 100291 h 141758"/>
              <a:gd name="csX44" fmla="*/ 63800 w 141772"/>
              <a:gd name="csY44" fmla="*/ 127583 h 141758"/>
              <a:gd name="csX45" fmla="*/ 65604 w 141772"/>
              <a:gd name="csY45" fmla="*/ 127556 h 141758"/>
              <a:gd name="csX46" fmla="*/ 67679 w 141772"/>
              <a:gd name="csY46" fmla="*/ 127144 h 141758"/>
              <a:gd name="csX47" fmla="*/ 69415 w 141772"/>
              <a:gd name="csY47" fmla="*/ 125957 h 141758"/>
              <a:gd name="csX48" fmla="*/ 70572 w 141772"/>
              <a:gd name="csY48" fmla="*/ 124184 h 141758"/>
              <a:gd name="csX49" fmla="*/ 70929 w 141772"/>
              <a:gd name="csY49" fmla="*/ 122104 h 141758"/>
              <a:gd name="csX50" fmla="*/ 70470 w 141772"/>
              <a:gd name="csY50" fmla="*/ 120046 h 141758"/>
              <a:gd name="csX51" fmla="*/ 69227 w 141772"/>
              <a:gd name="csY51" fmla="*/ 118333 h 141758"/>
              <a:gd name="csX52" fmla="*/ 67424 w 141772"/>
              <a:gd name="csY52" fmla="*/ 117237 h 141758"/>
              <a:gd name="csX53" fmla="*/ 65332 w 141772"/>
              <a:gd name="csY53" fmla="*/ 116931 h 141758"/>
              <a:gd name="csX54" fmla="*/ 63800 w 141772"/>
              <a:gd name="csY54" fmla="*/ 116951 h 141758"/>
              <a:gd name="csX55" fmla="*/ 24397 w 141772"/>
              <a:gd name="csY55" fmla="*/ 94767 h 141758"/>
              <a:gd name="csX56" fmla="*/ 22543 w 141772"/>
              <a:gd name="csY56" fmla="*/ 92899 h 141758"/>
              <a:gd name="csX57" fmla="*/ 20008 w 141772"/>
              <a:gd name="csY57" fmla="*/ 92151 h 141758"/>
              <a:gd name="csX58" fmla="*/ 99239 w 141772"/>
              <a:gd name="csY58" fmla="*/ 106319 h 141758"/>
              <a:gd name="csX59" fmla="*/ 88606 w 141772"/>
              <a:gd name="csY59" fmla="*/ 116951 h 141758"/>
              <a:gd name="csX60" fmla="*/ 88606 w 141772"/>
              <a:gd name="csY60" fmla="*/ 122267 h 141758"/>
              <a:gd name="csX61" fmla="*/ 115198 w 141772"/>
              <a:gd name="csY61" fmla="*/ 141759 h 141758"/>
              <a:gd name="csX62" fmla="*/ 141773 w 141772"/>
              <a:gd name="csY62" fmla="*/ 122267 h 141758"/>
              <a:gd name="csX63" fmla="*/ 141773 w 141772"/>
              <a:gd name="csY63" fmla="*/ 116951 h 141758"/>
              <a:gd name="csX64" fmla="*/ 131139 w 141772"/>
              <a:gd name="csY64" fmla="*/ 106319 h 141758"/>
              <a:gd name="csX65" fmla="*/ 99239 w 141772"/>
              <a:gd name="csY65" fmla="*/ 106319 h 141758"/>
            </a:gdLst>
            <a:ahLst/>
            <a:cxnLst/>
            <a:rect l="l" t="t" r="r" b="b"/>
            <a:pathLst>
              <a:path w="100000" h="100000">
                <a:moveTo>
                  <a:pt x="18745" y="5"/>
                </a:moveTo>
                <a:cubicBezTo>
                  <a:pt x="12541" y="5"/>
                  <a:pt x="7500" y="5042"/>
                  <a:pt x="7500" y="11254"/>
                </a:cubicBezTo>
                <a:cubicBezTo>
                  <a:pt x="7500" y="17466"/>
                  <a:pt x="12541" y="22503"/>
                  <a:pt x="18745" y="22503"/>
                </a:cubicBezTo>
                <a:cubicBezTo>
                  <a:pt x="24961" y="22503"/>
                  <a:pt x="30002" y="17466"/>
                  <a:pt x="30002" y="11254"/>
                </a:cubicBezTo>
                <a:cubicBezTo>
                  <a:pt x="30002" y="5042"/>
                  <a:pt x="24961" y="5"/>
                  <a:pt x="18745" y="5"/>
                </a:cubicBezTo>
                <a:close/>
                <a:moveTo>
                  <a:pt x="47498" y="10003"/>
                </a:moveTo>
                <a:cubicBezTo>
                  <a:pt x="47066" y="10003"/>
                  <a:pt x="46634" y="10013"/>
                  <a:pt x="46238" y="10024"/>
                </a:cubicBezTo>
                <a:cubicBezTo>
                  <a:pt x="45734" y="10022"/>
                  <a:pt x="45230" y="10120"/>
                  <a:pt x="44774" y="10314"/>
                </a:cubicBezTo>
                <a:cubicBezTo>
                  <a:pt x="44306" y="10508"/>
                  <a:pt x="43886" y="10792"/>
                  <a:pt x="43538" y="11151"/>
                </a:cubicBezTo>
                <a:cubicBezTo>
                  <a:pt x="43190" y="11509"/>
                  <a:pt x="42914" y="11934"/>
                  <a:pt x="42722" y="12401"/>
                </a:cubicBezTo>
                <a:cubicBezTo>
                  <a:pt x="42542" y="12868"/>
                  <a:pt x="42458" y="13367"/>
                  <a:pt x="42470" y="13869"/>
                </a:cubicBezTo>
                <a:cubicBezTo>
                  <a:pt x="42482" y="14370"/>
                  <a:pt x="42590" y="14865"/>
                  <a:pt x="42806" y="15322"/>
                </a:cubicBezTo>
                <a:cubicBezTo>
                  <a:pt x="43010" y="15779"/>
                  <a:pt x="43310" y="16189"/>
                  <a:pt x="43670" y="16530"/>
                </a:cubicBezTo>
                <a:cubicBezTo>
                  <a:pt x="44042" y="16869"/>
                  <a:pt x="44474" y="17132"/>
                  <a:pt x="44954" y="17302"/>
                </a:cubicBezTo>
                <a:cubicBezTo>
                  <a:pt x="45422" y="17472"/>
                  <a:pt x="45926" y="17545"/>
                  <a:pt x="46418" y="17518"/>
                </a:cubicBezTo>
                <a:cubicBezTo>
                  <a:pt x="46802" y="17509"/>
                  <a:pt x="47162" y="17503"/>
                  <a:pt x="47498" y="17503"/>
                </a:cubicBezTo>
                <a:cubicBezTo>
                  <a:pt x="59306" y="17503"/>
                  <a:pt x="69603" y="23771"/>
                  <a:pt x="75303" y="33152"/>
                </a:cubicBezTo>
                <a:cubicBezTo>
                  <a:pt x="75555" y="33572"/>
                  <a:pt x="75892" y="33939"/>
                  <a:pt x="76287" y="34230"/>
                </a:cubicBezTo>
                <a:cubicBezTo>
                  <a:pt x="76684" y="34521"/>
                  <a:pt x="77139" y="34731"/>
                  <a:pt x="77620" y="34848"/>
                </a:cubicBezTo>
                <a:cubicBezTo>
                  <a:pt x="78099" y="34965"/>
                  <a:pt x="78592" y="34986"/>
                  <a:pt x="79083" y="34911"/>
                </a:cubicBezTo>
                <a:cubicBezTo>
                  <a:pt x="79564" y="34836"/>
                  <a:pt x="80031" y="34665"/>
                  <a:pt x="80452" y="34409"/>
                </a:cubicBezTo>
                <a:cubicBezTo>
                  <a:pt x="80871" y="34154"/>
                  <a:pt x="81244" y="33817"/>
                  <a:pt x="81532" y="33420"/>
                </a:cubicBezTo>
                <a:cubicBezTo>
                  <a:pt x="81820" y="33023"/>
                  <a:pt x="82036" y="32571"/>
                  <a:pt x="82156" y="32092"/>
                </a:cubicBezTo>
                <a:cubicBezTo>
                  <a:pt x="82264" y="31613"/>
                  <a:pt x="82288" y="31117"/>
                  <a:pt x="82216" y="30629"/>
                </a:cubicBezTo>
                <a:cubicBezTo>
                  <a:pt x="82144" y="30143"/>
                  <a:pt x="81964" y="29676"/>
                  <a:pt x="81711" y="29255"/>
                </a:cubicBezTo>
                <a:cubicBezTo>
                  <a:pt x="74691" y="17712"/>
                  <a:pt x="61971" y="10003"/>
                  <a:pt x="47498" y="10003"/>
                </a:cubicBezTo>
                <a:close/>
                <a:moveTo>
                  <a:pt x="7500" y="30002"/>
                </a:moveTo>
                <a:cubicBezTo>
                  <a:pt x="3360" y="30002"/>
                  <a:pt x="0" y="33359"/>
                  <a:pt x="0" y="37502"/>
                </a:cubicBezTo>
                <a:lnTo>
                  <a:pt x="0" y="41251"/>
                </a:lnTo>
                <a:cubicBezTo>
                  <a:pt x="0" y="46083"/>
                  <a:pt x="5005" y="55000"/>
                  <a:pt x="18745" y="55000"/>
                </a:cubicBezTo>
                <a:cubicBezTo>
                  <a:pt x="32497" y="55000"/>
                  <a:pt x="37502" y="46083"/>
                  <a:pt x="37502" y="41251"/>
                </a:cubicBezTo>
                <a:lnTo>
                  <a:pt x="37502" y="37502"/>
                </a:lnTo>
                <a:cubicBezTo>
                  <a:pt x="37502" y="33359"/>
                  <a:pt x="34141" y="30002"/>
                  <a:pt x="30002" y="30002"/>
                </a:cubicBezTo>
                <a:lnTo>
                  <a:pt x="7500" y="30002"/>
                </a:lnTo>
                <a:close/>
                <a:moveTo>
                  <a:pt x="81256" y="45001"/>
                </a:moveTo>
                <a:cubicBezTo>
                  <a:pt x="75040" y="45001"/>
                  <a:pt x="69999" y="50038"/>
                  <a:pt x="69999" y="56250"/>
                </a:cubicBezTo>
                <a:cubicBezTo>
                  <a:pt x="69999" y="62462"/>
                  <a:pt x="75040" y="67499"/>
                  <a:pt x="81256" y="67499"/>
                </a:cubicBezTo>
                <a:cubicBezTo>
                  <a:pt x="87472" y="67499"/>
                  <a:pt x="92500" y="62462"/>
                  <a:pt x="92500" y="56250"/>
                </a:cubicBezTo>
                <a:cubicBezTo>
                  <a:pt x="92500" y="50038"/>
                  <a:pt x="87472" y="45001"/>
                  <a:pt x="81256" y="45001"/>
                </a:cubicBezTo>
                <a:close/>
                <a:moveTo>
                  <a:pt x="14113" y="65004"/>
                </a:moveTo>
                <a:cubicBezTo>
                  <a:pt x="13429" y="64977"/>
                  <a:pt x="12756" y="65136"/>
                  <a:pt x="12157" y="65465"/>
                </a:cubicBezTo>
                <a:cubicBezTo>
                  <a:pt x="11557" y="65795"/>
                  <a:pt x="11064" y="66281"/>
                  <a:pt x="10717" y="66871"/>
                </a:cubicBezTo>
                <a:cubicBezTo>
                  <a:pt x="10381" y="67463"/>
                  <a:pt x="10200" y="68136"/>
                  <a:pt x="10212" y="68819"/>
                </a:cubicBezTo>
                <a:cubicBezTo>
                  <a:pt x="10224" y="69502"/>
                  <a:pt x="10429" y="70168"/>
                  <a:pt x="10788" y="70746"/>
                </a:cubicBezTo>
                <a:cubicBezTo>
                  <a:pt x="17809" y="82288"/>
                  <a:pt x="30529" y="89997"/>
                  <a:pt x="45002" y="89997"/>
                </a:cubicBezTo>
                <a:cubicBezTo>
                  <a:pt x="45446" y="89997"/>
                  <a:pt x="45866" y="89987"/>
                  <a:pt x="46274" y="89978"/>
                </a:cubicBezTo>
                <a:cubicBezTo>
                  <a:pt x="46778" y="89979"/>
                  <a:pt x="47270" y="89880"/>
                  <a:pt x="47738" y="89687"/>
                </a:cubicBezTo>
                <a:cubicBezTo>
                  <a:pt x="48194" y="89493"/>
                  <a:pt x="48614" y="89209"/>
                  <a:pt x="48962" y="88850"/>
                </a:cubicBezTo>
                <a:cubicBezTo>
                  <a:pt x="49322" y="88492"/>
                  <a:pt x="49598" y="88066"/>
                  <a:pt x="49779" y="87599"/>
                </a:cubicBezTo>
                <a:cubicBezTo>
                  <a:pt x="49958" y="87133"/>
                  <a:pt x="50042" y="86633"/>
                  <a:pt x="50030" y="86132"/>
                </a:cubicBezTo>
                <a:cubicBezTo>
                  <a:pt x="50018" y="85630"/>
                  <a:pt x="49910" y="85136"/>
                  <a:pt x="49707" y="84680"/>
                </a:cubicBezTo>
                <a:cubicBezTo>
                  <a:pt x="49490" y="84223"/>
                  <a:pt x="49202" y="83811"/>
                  <a:pt x="48830" y="83472"/>
                </a:cubicBezTo>
                <a:cubicBezTo>
                  <a:pt x="48458" y="83131"/>
                  <a:pt x="48026" y="82868"/>
                  <a:pt x="47558" y="82699"/>
                </a:cubicBezTo>
                <a:cubicBezTo>
                  <a:pt x="47078" y="82529"/>
                  <a:pt x="46586" y="82456"/>
                  <a:pt x="46082" y="82483"/>
                </a:cubicBezTo>
                <a:cubicBezTo>
                  <a:pt x="45710" y="82492"/>
                  <a:pt x="45350" y="82497"/>
                  <a:pt x="45002" y="82497"/>
                </a:cubicBezTo>
                <a:cubicBezTo>
                  <a:pt x="33193" y="82497"/>
                  <a:pt x="22909" y="76229"/>
                  <a:pt x="17209" y="66850"/>
                </a:cubicBezTo>
                <a:cubicBezTo>
                  <a:pt x="16885" y="66309"/>
                  <a:pt x="16440" y="65855"/>
                  <a:pt x="15901" y="65532"/>
                </a:cubicBezTo>
                <a:cubicBezTo>
                  <a:pt x="15361" y="65210"/>
                  <a:pt x="14749" y="65028"/>
                  <a:pt x="14113" y="65004"/>
                </a:cubicBezTo>
                <a:close/>
                <a:moveTo>
                  <a:pt x="69999" y="74998"/>
                </a:moveTo>
                <a:cubicBezTo>
                  <a:pt x="65859" y="74998"/>
                  <a:pt x="62499" y="78355"/>
                  <a:pt x="62499" y="82497"/>
                </a:cubicBezTo>
                <a:lnTo>
                  <a:pt x="62499" y="86247"/>
                </a:lnTo>
                <a:cubicBezTo>
                  <a:pt x="62499" y="91079"/>
                  <a:pt x="67503" y="99996"/>
                  <a:pt x="81256" y="99996"/>
                </a:cubicBezTo>
                <a:cubicBezTo>
                  <a:pt x="95008" y="99996"/>
                  <a:pt x="100001" y="91079"/>
                  <a:pt x="100001" y="86247"/>
                </a:cubicBezTo>
                <a:lnTo>
                  <a:pt x="100001" y="82497"/>
                </a:lnTo>
                <a:cubicBezTo>
                  <a:pt x="100001" y="78355"/>
                  <a:pt x="96652" y="74998"/>
                  <a:pt x="92500" y="74998"/>
                </a:cubicBezTo>
                <a:lnTo>
                  <a:pt x="69999" y="7499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2" name="Белый — SVG 5">
            <a:extLst>
              <a:ext uri="{FF2B5EF4-FFF2-40B4-BE49-F238E27FC236}">
                <a16:creationId xmlns:a16="http://schemas.microsoft.com/office/drawing/2014/main" id="{3562E137-4005-844C-BC49-6425CF98EB5B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74434 w 148867"/>
              <a:gd name="csY0" fmla="*/ 47844 h 145303"/>
              <a:gd name="csX1" fmla="*/ 74434 w 148867"/>
              <a:gd name="csY1" fmla="*/ 54789 h 145303"/>
              <a:gd name="csX2" fmla="*/ 42534 w 148867"/>
              <a:gd name="csY2" fmla="*/ 81087 h 145303"/>
              <a:gd name="csX3" fmla="*/ 42534 w 148867"/>
              <a:gd name="csY3" fmla="*/ 47844 h 145303"/>
              <a:gd name="csX4" fmla="*/ 58475 w 148867"/>
              <a:gd name="csY4" fmla="*/ 31896 h 145303"/>
              <a:gd name="csX5" fmla="*/ 74434 w 148867"/>
              <a:gd name="csY5" fmla="*/ 47844 h 145303"/>
              <a:gd name="csX6" fmla="*/ 58475 w 148867"/>
              <a:gd name="csY6" fmla="*/ 0 h 145303"/>
              <a:gd name="csX7" fmla="*/ 53728 w 148867"/>
              <a:gd name="csY7" fmla="*/ 944 h 145303"/>
              <a:gd name="csX8" fmla="*/ 49713 w 148867"/>
              <a:gd name="csY8" fmla="*/ 3634 h 145303"/>
              <a:gd name="csX9" fmla="*/ 47025 w 148867"/>
              <a:gd name="csY9" fmla="*/ 7657 h 145303"/>
              <a:gd name="csX10" fmla="*/ 46072 w 148867"/>
              <a:gd name="csY10" fmla="*/ 12404 h 145303"/>
              <a:gd name="csX11" fmla="*/ 47025 w 148867"/>
              <a:gd name="csY11" fmla="*/ 17151 h 145303"/>
              <a:gd name="csX12" fmla="*/ 49713 w 148867"/>
              <a:gd name="csY12" fmla="*/ 21175 h 145303"/>
              <a:gd name="csX13" fmla="*/ 53728 w 148867"/>
              <a:gd name="csY13" fmla="*/ 23863 h 145303"/>
              <a:gd name="csX14" fmla="*/ 58475 w 148867"/>
              <a:gd name="csY14" fmla="*/ 24807 h 145303"/>
              <a:gd name="csX15" fmla="*/ 63239 w 148867"/>
              <a:gd name="csY15" fmla="*/ 23863 h 145303"/>
              <a:gd name="csX16" fmla="*/ 67254 w 148867"/>
              <a:gd name="csY16" fmla="*/ 21175 h 145303"/>
              <a:gd name="csX17" fmla="*/ 69942 w 148867"/>
              <a:gd name="csY17" fmla="*/ 17151 h 145303"/>
              <a:gd name="csX18" fmla="*/ 70895 w 148867"/>
              <a:gd name="csY18" fmla="*/ 12404 h 145303"/>
              <a:gd name="csX19" fmla="*/ 69942 w 148867"/>
              <a:gd name="csY19" fmla="*/ 7657 h 145303"/>
              <a:gd name="csX20" fmla="*/ 67254 w 148867"/>
              <a:gd name="csY20" fmla="*/ 3634 h 145303"/>
              <a:gd name="csX21" fmla="*/ 63239 w 148867"/>
              <a:gd name="csY21" fmla="*/ 944 h 145303"/>
              <a:gd name="csX22" fmla="*/ 58475 w 148867"/>
              <a:gd name="csY22" fmla="*/ 0 h 145303"/>
              <a:gd name="csX23" fmla="*/ 43758 w 148867"/>
              <a:gd name="csY23" fmla="*/ 145304 h 145303"/>
              <a:gd name="csX24" fmla="*/ 23036 w 148867"/>
              <a:gd name="csY24" fmla="*/ 145304 h 145303"/>
              <a:gd name="csX25" fmla="*/ 0 w 148867"/>
              <a:gd name="csY25" fmla="*/ 122267 h 145303"/>
              <a:gd name="csX26" fmla="*/ 23036 w 148867"/>
              <a:gd name="csY26" fmla="*/ 99231 h 145303"/>
              <a:gd name="csX27" fmla="*/ 29586 w 148867"/>
              <a:gd name="csY27" fmla="*/ 99231 h 145303"/>
              <a:gd name="csX28" fmla="*/ 43112 w 148867"/>
              <a:gd name="csY28" fmla="*/ 94383 h 145303"/>
              <a:gd name="csX29" fmla="*/ 91583 w 148867"/>
              <a:gd name="csY29" fmla="*/ 54468 h 145303"/>
              <a:gd name="csX30" fmla="*/ 105109 w 148867"/>
              <a:gd name="csY30" fmla="*/ 49616 h 145303"/>
              <a:gd name="csX31" fmla="*/ 125831 w 148867"/>
              <a:gd name="csY31" fmla="*/ 49616 h 145303"/>
              <a:gd name="csX32" fmla="*/ 148867 w 148867"/>
              <a:gd name="csY32" fmla="*/ 72651 h 145303"/>
              <a:gd name="csX33" fmla="*/ 125831 w 148867"/>
              <a:gd name="csY33" fmla="*/ 95687 h 145303"/>
              <a:gd name="csX34" fmla="*/ 119281 w 148867"/>
              <a:gd name="csY34" fmla="*/ 95687 h 145303"/>
              <a:gd name="csX35" fmla="*/ 105755 w 148867"/>
              <a:gd name="csY35" fmla="*/ 100536 h 145303"/>
              <a:gd name="csX36" fmla="*/ 57284 w 148867"/>
              <a:gd name="csY36" fmla="*/ 140456 h 145303"/>
              <a:gd name="csX37" fmla="*/ 43758 w 148867"/>
              <a:gd name="csY37" fmla="*/ 145304 h 145303"/>
            </a:gdLst>
            <a:ahLst/>
            <a:cxnLst/>
            <a:rect l="l" t="t" r="r" b="b"/>
            <a:pathLst>
              <a:path w="100000" h="100000">
                <a:moveTo>
                  <a:pt x="50000" y="33336"/>
                </a:moveTo>
                <a:lnTo>
                  <a:pt x="50000" y="38001"/>
                </a:lnTo>
                <a:lnTo>
                  <a:pt x="28572" y="55666"/>
                </a:lnTo>
                <a:lnTo>
                  <a:pt x="28572" y="33336"/>
                </a:lnTo>
                <a:cubicBezTo>
                  <a:pt x="28572" y="27431"/>
                  <a:pt x="33383" y="22623"/>
                  <a:pt x="39280" y="22623"/>
                </a:cubicBezTo>
                <a:cubicBezTo>
                  <a:pt x="45189" y="22623"/>
                  <a:pt x="50000" y="27431"/>
                  <a:pt x="50000" y="33336"/>
                </a:cubicBezTo>
                <a:close/>
                <a:moveTo>
                  <a:pt x="39280" y="1197"/>
                </a:moveTo>
                <a:cubicBezTo>
                  <a:pt x="38194" y="1197"/>
                  <a:pt x="37108" y="1413"/>
                  <a:pt x="36091" y="1831"/>
                </a:cubicBezTo>
                <a:cubicBezTo>
                  <a:pt x="35086" y="2250"/>
                  <a:pt x="34171" y="2864"/>
                  <a:pt x="33394" y="3638"/>
                </a:cubicBezTo>
                <a:cubicBezTo>
                  <a:pt x="32617" y="4411"/>
                  <a:pt x="32000" y="5330"/>
                  <a:pt x="31589" y="6341"/>
                </a:cubicBezTo>
                <a:cubicBezTo>
                  <a:pt x="31166" y="7352"/>
                  <a:pt x="30948" y="8435"/>
                  <a:pt x="30948" y="9529"/>
                </a:cubicBezTo>
                <a:cubicBezTo>
                  <a:pt x="30948" y="10624"/>
                  <a:pt x="31166" y="11706"/>
                  <a:pt x="31589" y="12718"/>
                </a:cubicBezTo>
                <a:cubicBezTo>
                  <a:pt x="32000" y="13729"/>
                  <a:pt x="32617" y="14648"/>
                  <a:pt x="33394" y="15421"/>
                </a:cubicBezTo>
                <a:cubicBezTo>
                  <a:pt x="34171" y="16195"/>
                  <a:pt x="35086" y="16809"/>
                  <a:pt x="36091" y="17227"/>
                </a:cubicBezTo>
                <a:cubicBezTo>
                  <a:pt x="37108" y="17647"/>
                  <a:pt x="38194" y="17861"/>
                  <a:pt x="39280" y="17861"/>
                </a:cubicBezTo>
                <a:cubicBezTo>
                  <a:pt x="40378" y="17861"/>
                  <a:pt x="41463" y="17647"/>
                  <a:pt x="42480" y="17227"/>
                </a:cubicBezTo>
                <a:cubicBezTo>
                  <a:pt x="43486" y="16809"/>
                  <a:pt x="44400" y="16195"/>
                  <a:pt x="45177" y="15421"/>
                </a:cubicBezTo>
                <a:cubicBezTo>
                  <a:pt x="45954" y="14648"/>
                  <a:pt x="46572" y="13729"/>
                  <a:pt x="46983" y="12718"/>
                </a:cubicBezTo>
                <a:cubicBezTo>
                  <a:pt x="47406" y="11706"/>
                  <a:pt x="47623" y="10624"/>
                  <a:pt x="47623" y="9529"/>
                </a:cubicBezTo>
                <a:cubicBezTo>
                  <a:pt x="47623" y="8435"/>
                  <a:pt x="47406" y="7352"/>
                  <a:pt x="46983" y="6341"/>
                </a:cubicBezTo>
                <a:cubicBezTo>
                  <a:pt x="46572" y="5330"/>
                  <a:pt x="45954" y="4411"/>
                  <a:pt x="45177" y="3638"/>
                </a:cubicBezTo>
                <a:cubicBezTo>
                  <a:pt x="44400" y="2864"/>
                  <a:pt x="43486" y="2250"/>
                  <a:pt x="42480" y="1831"/>
                </a:cubicBezTo>
                <a:cubicBezTo>
                  <a:pt x="41463" y="1413"/>
                  <a:pt x="40378" y="1197"/>
                  <a:pt x="39280" y="1197"/>
                </a:cubicBezTo>
                <a:close/>
                <a:moveTo>
                  <a:pt x="29394" y="98804"/>
                </a:moveTo>
                <a:lnTo>
                  <a:pt x="15474" y="98804"/>
                </a:lnTo>
                <a:cubicBezTo>
                  <a:pt x="6926" y="98804"/>
                  <a:pt x="0" y="91875"/>
                  <a:pt x="0" y="83329"/>
                </a:cubicBezTo>
                <a:cubicBezTo>
                  <a:pt x="0" y="74783"/>
                  <a:pt x="6926" y="67855"/>
                  <a:pt x="15474" y="67855"/>
                </a:cubicBezTo>
                <a:lnTo>
                  <a:pt x="19874" y="67855"/>
                </a:lnTo>
                <a:cubicBezTo>
                  <a:pt x="23188" y="67855"/>
                  <a:pt x="26400" y="66702"/>
                  <a:pt x="28960" y="64598"/>
                </a:cubicBezTo>
                <a:lnTo>
                  <a:pt x="61520" y="37785"/>
                </a:lnTo>
                <a:cubicBezTo>
                  <a:pt x="64080" y="35678"/>
                  <a:pt x="67292" y="34526"/>
                  <a:pt x="70606" y="34526"/>
                </a:cubicBezTo>
                <a:lnTo>
                  <a:pt x="84526" y="34526"/>
                </a:lnTo>
                <a:cubicBezTo>
                  <a:pt x="93074" y="34526"/>
                  <a:pt x="100000" y="41453"/>
                  <a:pt x="100000" y="50000"/>
                </a:cubicBezTo>
                <a:cubicBezTo>
                  <a:pt x="100000" y="58546"/>
                  <a:pt x="93074" y="65474"/>
                  <a:pt x="84526" y="65474"/>
                </a:cubicBezTo>
                <a:lnTo>
                  <a:pt x="80126" y="65474"/>
                </a:lnTo>
                <a:cubicBezTo>
                  <a:pt x="76812" y="65474"/>
                  <a:pt x="73600" y="66626"/>
                  <a:pt x="71040" y="68731"/>
                </a:cubicBezTo>
                <a:lnTo>
                  <a:pt x="38480" y="95547"/>
                </a:lnTo>
                <a:cubicBezTo>
                  <a:pt x="35920" y="97650"/>
                  <a:pt x="32709" y="98804"/>
                  <a:pt x="29394" y="988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3" name="Белый — SVG 6">
            <a:extLst>
              <a:ext uri="{FF2B5EF4-FFF2-40B4-BE49-F238E27FC236}">
                <a16:creationId xmlns:a16="http://schemas.microsoft.com/office/drawing/2014/main" id="{1DA9CA54-C476-F543-BFA3-16744136EC5A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5310 w 127706"/>
              <a:gd name="csY0" fmla="*/ 0 h 127714"/>
              <a:gd name="csX1" fmla="*/ 3116 w 127706"/>
              <a:gd name="csY1" fmla="*/ 480 h 127714"/>
              <a:gd name="csX2" fmla="*/ 1312 w 127706"/>
              <a:gd name="csY2" fmla="*/ 1829 h 127714"/>
              <a:gd name="csX3" fmla="*/ 223 w 127706"/>
              <a:gd name="csY3" fmla="*/ 3804 h 127714"/>
              <a:gd name="csX4" fmla="*/ 53 w 127706"/>
              <a:gd name="csY4" fmla="*/ 6049 h 127714"/>
              <a:gd name="csX5" fmla="*/ 53 w 127706"/>
              <a:gd name="csY5" fmla="*/ 26636 h 127714"/>
              <a:gd name="csX6" fmla="*/ 427 w 127706"/>
              <a:gd name="csY6" fmla="*/ 28693 h 127714"/>
              <a:gd name="csX7" fmla="*/ 1584 w 127706"/>
              <a:gd name="csY7" fmla="*/ 30443 h 127714"/>
              <a:gd name="csX8" fmla="*/ 3319 w 127706"/>
              <a:gd name="csY8" fmla="*/ 31615 h 127714"/>
              <a:gd name="csX9" fmla="*/ 5361 w 127706"/>
              <a:gd name="csY9" fmla="*/ 32027 h 127714"/>
              <a:gd name="csX10" fmla="*/ 7420 w 127706"/>
              <a:gd name="csY10" fmla="*/ 31615 h 127714"/>
              <a:gd name="csX11" fmla="*/ 9155 w 127706"/>
              <a:gd name="csY11" fmla="*/ 30443 h 127714"/>
              <a:gd name="csX12" fmla="*/ 10295 w 127706"/>
              <a:gd name="csY12" fmla="*/ 28693 h 127714"/>
              <a:gd name="csX13" fmla="*/ 10686 w 127706"/>
              <a:gd name="csY13" fmla="*/ 26636 h 127714"/>
              <a:gd name="csX14" fmla="*/ 10686 w 127706"/>
              <a:gd name="csY14" fmla="*/ 18204 h 127714"/>
              <a:gd name="csX15" fmla="*/ 22885 w 127706"/>
              <a:gd name="csY15" fmla="*/ 30394 h 127714"/>
              <a:gd name="csX16" fmla="*/ 24603 w 127706"/>
              <a:gd name="csY16" fmla="*/ 31591 h 127714"/>
              <a:gd name="csX17" fmla="*/ 26662 w 127706"/>
              <a:gd name="csY17" fmla="*/ 32029 h 127714"/>
              <a:gd name="csX18" fmla="*/ 28720 w 127706"/>
              <a:gd name="csY18" fmla="*/ 31634 h 127714"/>
              <a:gd name="csX19" fmla="*/ 30473 w 127706"/>
              <a:gd name="csY19" fmla="*/ 30470 h 127714"/>
              <a:gd name="csX20" fmla="*/ 31630 w 127706"/>
              <a:gd name="csY20" fmla="*/ 28722 h 127714"/>
              <a:gd name="csX21" fmla="*/ 32021 w 127706"/>
              <a:gd name="csY21" fmla="*/ 26658 h 127714"/>
              <a:gd name="csX22" fmla="*/ 31596 w 127706"/>
              <a:gd name="csY22" fmla="*/ 24603 h 127714"/>
              <a:gd name="csX23" fmla="*/ 30388 w 127706"/>
              <a:gd name="csY23" fmla="*/ 22877 h 127714"/>
              <a:gd name="csX24" fmla="*/ 18206 w 127706"/>
              <a:gd name="csY24" fmla="*/ 10688 h 127714"/>
              <a:gd name="csX25" fmla="*/ 26628 w 127706"/>
              <a:gd name="csY25" fmla="*/ 10688 h 127714"/>
              <a:gd name="csX26" fmla="*/ 28687 w 127706"/>
              <a:gd name="csY26" fmla="*/ 10304 h 127714"/>
              <a:gd name="csX27" fmla="*/ 30439 w 127706"/>
              <a:gd name="csY27" fmla="*/ 9157 h 127714"/>
              <a:gd name="csX28" fmla="*/ 31613 w 127706"/>
              <a:gd name="csY28" fmla="*/ 7424 h 127714"/>
              <a:gd name="csX29" fmla="*/ 32021 w 127706"/>
              <a:gd name="csY29" fmla="*/ 5372 h 127714"/>
              <a:gd name="csX30" fmla="*/ 31613 w 127706"/>
              <a:gd name="csY30" fmla="*/ 3319 h 127714"/>
              <a:gd name="csX31" fmla="*/ 30439 w 127706"/>
              <a:gd name="csY31" fmla="*/ 1585 h 127714"/>
              <a:gd name="csX32" fmla="*/ 28687 w 127706"/>
              <a:gd name="csY32" fmla="*/ 439 h 127714"/>
              <a:gd name="csX33" fmla="*/ 26628 w 127706"/>
              <a:gd name="csY33" fmla="*/ 56 h 127714"/>
              <a:gd name="csX34" fmla="*/ 6042 w 127706"/>
              <a:gd name="csY34" fmla="*/ 56 h 127714"/>
              <a:gd name="csX35" fmla="*/ 5310 w 127706"/>
              <a:gd name="csY35" fmla="*/ 0 h 127714"/>
              <a:gd name="csX36" fmla="*/ 122226 w 127706"/>
              <a:gd name="csY36" fmla="*/ 7 h 127714"/>
              <a:gd name="csX37" fmla="*/ 121664 w 127706"/>
              <a:gd name="csY37" fmla="*/ 56 h 127714"/>
              <a:gd name="csX38" fmla="*/ 101061 w 127706"/>
              <a:gd name="csY38" fmla="*/ 56 h 127714"/>
              <a:gd name="csX39" fmla="*/ 99020 w 127706"/>
              <a:gd name="csY39" fmla="*/ 439 h 127714"/>
              <a:gd name="csX40" fmla="*/ 97267 w 127706"/>
              <a:gd name="csY40" fmla="*/ 1585 h 127714"/>
              <a:gd name="csX41" fmla="*/ 96094 w 127706"/>
              <a:gd name="csY41" fmla="*/ 3319 h 127714"/>
              <a:gd name="csX42" fmla="*/ 95686 w 127706"/>
              <a:gd name="csY42" fmla="*/ 5372 h 127714"/>
              <a:gd name="csX43" fmla="*/ 96094 w 127706"/>
              <a:gd name="csY43" fmla="*/ 7424 h 127714"/>
              <a:gd name="csX44" fmla="*/ 97267 w 127706"/>
              <a:gd name="csY44" fmla="*/ 9157 h 127714"/>
              <a:gd name="csX45" fmla="*/ 99020 w 127706"/>
              <a:gd name="csY45" fmla="*/ 10304 h 127714"/>
              <a:gd name="csX46" fmla="*/ 101061 w 127706"/>
              <a:gd name="csY46" fmla="*/ 10688 h 127714"/>
              <a:gd name="csX47" fmla="*/ 109500 w 127706"/>
              <a:gd name="csY47" fmla="*/ 10688 h 127714"/>
              <a:gd name="csX48" fmla="*/ 97319 w 127706"/>
              <a:gd name="csY48" fmla="*/ 22877 h 127714"/>
              <a:gd name="csX49" fmla="*/ 96111 w 127706"/>
              <a:gd name="csY49" fmla="*/ 24603 h 127714"/>
              <a:gd name="csX50" fmla="*/ 95668 w 127706"/>
              <a:gd name="csY50" fmla="*/ 26658 h 127714"/>
              <a:gd name="csX51" fmla="*/ 96077 w 127706"/>
              <a:gd name="csY51" fmla="*/ 28722 h 127714"/>
              <a:gd name="csX52" fmla="*/ 97233 w 127706"/>
              <a:gd name="csY52" fmla="*/ 30470 h 127714"/>
              <a:gd name="csX53" fmla="*/ 98986 w 127706"/>
              <a:gd name="csY53" fmla="*/ 31634 h 127714"/>
              <a:gd name="csX54" fmla="*/ 101045 w 127706"/>
              <a:gd name="csY54" fmla="*/ 32029 h 127714"/>
              <a:gd name="csX55" fmla="*/ 103103 w 127706"/>
              <a:gd name="csY55" fmla="*/ 31591 h 127714"/>
              <a:gd name="csX56" fmla="*/ 104821 w 127706"/>
              <a:gd name="csY56" fmla="*/ 30394 h 127714"/>
              <a:gd name="csX57" fmla="*/ 117020 w 127706"/>
              <a:gd name="csY57" fmla="*/ 18204 h 127714"/>
              <a:gd name="csX58" fmla="*/ 117020 w 127706"/>
              <a:gd name="csY58" fmla="*/ 26636 h 127714"/>
              <a:gd name="csX59" fmla="*/ 117394 w 127706"/>
              <a:gd name="csY59" fmla="*/ 28693 h 127714"/>
              <a:gd name="csX60" fmla="*/ 118552 w 127706"/>
              <a:gd name="csY60" fmla="*/ 30443 h 127714"/>
              <a:gd name="csX61" fmla="*/ 120287 w 127706"/>
              <a:gd name="csY61" fmla="*/ 31615 h 127714"/>
              <a:gd name="csX62" fmla="*/ 122328 w 127706"/>
              <a:gd name="csY62" fmla="*/ 32027 h 127714"/>
              <a:gd name="csX63" fmla="*/ 124387 w 127706"/>
              <a:gd name="csY63" fmla="*/ 31615 h 127714"/>
              <a:gd name="csX64" fmla="*/ 126122 w 127706"/>
              <a:gd name="csY64" fmla="*/ 30443 h 127714"/>
              <a:gd name="csX65" fmla="*/ 127262 w 127706"/>
              <a:gd name="csY65" fmla="*/ 28693 h 127714"/>
              <a:gd name="csX66" fmla="*/ 127653 w 127706"/>
              <a:gd name="csY66" fmla="*/ 26636 h 127714"/>
              <a:gd name="csX67" fmla="*/ 127653 w 127706"/>
              <a:gd name="csY67" fmla="*/ 6042 h 127714"/>
              <a:gd name="csX68" fmla="*/ 127466 w 127706"/>
              <a:gd name="csY68" fmla="*/ 3761 h 127714"/>
              <a:gd name="csX69" fmla="*/ 126343 w 127706"/>
              <a:gd name="csY69" fmla="*/ 1769 h 127714"/>
              <a:gd name="csX70" fmla="*/ 124489 w 127706"/>
              <a:gd name="csY70" fmla="*/ 435 h 127714"/>
              <a:gd name="csX71" fmla="*/ 122226 w 127706"/>
              <a:gd name="csY71" fmla="*/ 7 h 127714"/>
              <a:gd name="csX72" fmla="*/ 63853 w 127706"/>
              <a:gd name="csY72" fmla="*/ 56 h 127714"/>
              <a:gd name="csX73" fmla="*/ 53832 w 127706"/>
              <a:gd name="csY73" fmla="*/ 4207 h 127714"/>
              <a:gd name="csX74" fmla="*/ 49681 w 127706"/>
              <a:gd name="csY74" fmla="*/ 14232 h 127714"/>
              <a:gd name="csX75" fmla="*/ 53832 w 127706"/>
              <a:gd name="csY75" fmla="*/ 24254 h 127714"/>
              <a:gd name="csX76" fmla="*/ 63853 w 127706"/>
              <a:gd name="csY76" fmla="*/ 28407 h 127714"/>
              <a:gd name="csX77" fmla="*/ 73874 w 127706"/>
              <a:gd name="csY77" fmla="*/ 24254 h 127714"/>
              <a:gd name="csX78" fmla="*/ 78025 w 127706"/>
              <a:gd name="csY78" fmla="*/ 14232 h 127714"/>
              <a:gd name="csX79" fmla="*/ 73874 w 127706"/>
              <a:gd name="csY79" fmla="*/ 4207 h 127714"/>
              <a:gd name="csX80" fmla="*/ 63853 w 127706"/>
              <a:gd name="csY80" fmla="*/ 56 h 127714"/>
              <a:gd name="csX81" fmla="*/ 62084 w 127706"/>
              <a:gd name="csY81" fmla="*/ 35495 h 127714"/>
              <a:gd name="csX82" fmla="*/ 42587 w 127706"/>
              <a:gd name="csY82" fmla="*/ 54987 h 127714"/>
              <a:gd name="csX83" fmla="*/ 42587 w 127706"/>
              <a:gd name="csY83" fmla="*/ 85112 h 127714"/>
              <a:gd name="csX84" fmla="*/ 43539 w 127706"/>
              <a:gd name="csY84" fmla="*/ 88221 h 127714"/>
              <a:gd name="csX85" fmla="*/ 46125 w 127706"/>
              <a:gd name="csY85" fmla="*/ 90191 h 127714"/>
              <a:gd name="csX86" fmla="*/ 46125 w 127706"/>
              <a:gd name="csY86" fmla="*/ 122323 h 127714"/>
              <a:gd name="csX87" fmla="*/ 46517 w 127706"/>
              <a:gd name="csY87" fmla="*/ 124380 h 127714"/>
              <a:gd name="csX88" fmla="*/ 47657 w 127706"/>
              <a:gd name="csY88" fmla="*/ 126131 h 127714"/>
              <a:gd name="csX89" fmla="*/ 49392 w 127706"/>
              <a:gd name="csY89" fmla="*/ 127303 h 127714"/>
              <a:gd name="csX90" fmla="*/ 51450 w 127706"/>
              <a:gd name="csY90" fmla="*/ 127714 h 127714"/>
              <a:gd name="csX91" fmla="*/ 53492 w 127706"/>
              <a:gd name="csY91" fmla="*/ 127303 h 127714"/>
              <a:gd name="csX92" fmla="*/ 55227 w 127706"/>
              <a:gd name="csY92" fmla="*/ 126131 h 127714"/>
              <a:gd name="csX93" fmla="*/ 56384 w 127706"/>
              <a:gd name="csY93" fmla="*/ 124380 h 127714"/>
              <a:gd name="csX94" fmla="*/ 56759 w 127706"/>
              <a:gd name="csY94" fmla="*/ 122323 h 127714"/>
              <a:gd name="csX95" fmla="*/ 56759 w 127706"/>
              <a:gd name="csY95" fmla="*/ 88655 h 127714"/>
              <a:gd name="csX96" fmla="*/ 70948 w 127706"/>
              <a:gd name="csY96" fmla="*/ 88655 h 127714"/>
              <a:gd name="csX97" fmla="*/ 70948 w 127706"/>
              <a:gd name="csY97" fmla="*/ 122323 h 127714"/>
              <a:gd name="csX98" fmla="*/ 71322 w 127706"/>
              <a:gd name="csY98" fmla="*/ 124380 h 127714"/>
              <a:gd name="csX99" fmla="*/ 72479 w 127706"/>
              <a:gd name="csY99" fmla="*/ 126131 h 127714"/>
              <a:gd name="csX100" fmla="*/ 74215 w 127706"/>
              <a:gd name="csY100" fmla="*/ 127303 h 127714"/>
              <a:gd name="csX101" fmla="*/ 76256 w 127706"/>
              <a:gd name="csY101" fmla="*/ 127714 h 127714"/>
              <a:gd name="csX102" fmla="*/ 78314 w 127706"/>
              <a:gd name="csY102" fmla="*/ 127303 h 127714"/>
              <a:gd name="csX103" fmla="*/ 80050 w 127706"/>
              <a:gd name="csY103" fmla="*/ 126131 h 127714"/>
              <a:gd name="csX104" fmla="*/ 81190 w 127706"/>
              <a:gd name="csY104" fmla="*/ 124380 h 127714"/>
              <a:gd name="csX105" fmla="*/ 81582 w 127706"/>
              <a:gd name="csY105" fmla="*/ 122323 h 127714"/>
              <a:gd name="csX106" fmla="*/ 81582 w 127706"/>
              <a:gd name="csY106" fmla="*/ 90191 h 127714"/>
              <a:gd name="csX107" fmla="*/ 84168 w 127706"/>
              <a:gd name="csY107" fmla="*/ 88221 h 127714"/>
              <a:gd name="csX108" fmla="*/ 85120 w 127706"/>
              <a:gd name="csY108" fmla="*/ 85112 h 127714"/>
              <a:gd name="csX109" fmla="*/ 85120 w 127706"/>
              <a:gd name="csY109" fmla="*/ 54987 h 127714"/>
              <a:gd name="csX110" fmla="*/ 65622 w 127706"/>
              <a:gd name="csY110" fmla="*/ 35495 h 127714"/>
              <a:gd name="csX111" fmla="*/ 62084 w 127706"/>
              <a:gd name="csY111" fmla="*/ 35495 h 127714"/>
              <a:gd name="csX112" fmla="*/ 5293 w 127706"/>
              <a:gd name="csY112" fmla="*/ 95667 h 127714"/>
              <a:gd name="csX113" fmla="*/ 1550 w 127706"/>
              <a:gd name="csY113" fmla="*/ 97280 h 127714"/>
              <a:gd name="csX114" fmla="*/ 53 w 127706"/>
              <a:gd name="csY114" fmla="*/ 101060 h 127714"/>
              <a:gd name="csX115" fmla="*/ 53 w 127706"/>
              <a:gd name="csY115" fmla="*/ 121652 h 127714"/>
              <a:gd name="csX116" fmla="*/ 274 w 127706"/>
              <a:gd name="csY116" fmla="*/ 124069 h 127714"/>
              <a:gd name="csX117" fmla="*/ 1567 w 127706"/>
              <a:gd name="csY117" fmla="*/ 126134 h 127714"/>
              <a:gd name="csX118" fmla="*/ 3626 w 127706"/>
              <a:gd name="csY118" fmla="*/ 127411 h 127714"/>
              <a:gd name="csX119" fmla="*/ 6042 w 127706"/>
              <a:gd name="csY119" fmla="*/ 127639 h 127714"/>
              <a:gd name="csX120" fmla="*/ 26628 w 127706"/>
              <a:gd name="csY120" fmla="*/ 127639 h 127714"/>
              <a:gd name="csX121" fmla="*/ 28687 w 127706"/>
              <a:gd name="csY121" fmla="*/ 127255 h 127714"/>
              <a:gd name="csX122" fmla="*/ 30439 w 127706"/>
              <a:gd name="csY122" fmla="*/ 126108 h 127714"/>
              <a:gd name="csX123" fmla="*/ 31613 w 127706"/>
              <a:gd name="csY123" fmla="*/ 124375 h 127714"/>
              <a:gd name="csX124" fmla="*/ 32021 w 127706"/>
              <a:gd name="csY124" fmla="*/ 122323 h 127714"/>
              <a:gd name="csX125" fmla="*/ 31613 w 127706"/>
              <a:gd name="csY125" fmla="*/ 120270 h 127714"/>
              <a:gd name="csX126" fmla="*/ 30439 w 127706"/>
              <a:gd name="csY126" fmla="*/ 118537 h 127714"/>
              <a:gd name="csX127" fmla="*/ 28687 w 127706"/>
              <a:gd name="csY127" fmla="*/ 117390 h 127714"/>
              <a:gd name="csX128" fmla="*/ 26628 w 127706"/>
              <a:gd name="csY128" fmla="*/ 117008 h 127714"/>
              <a:gd name="csX129" fmla="*/ 18206 w 127706"/>
              <a:gd name="csY129" fmla="*/ 117008 h 127714"/>
              <a:gd name="csX130" fmla="*/ 30388 w 127706"/>
              <a:gd name="csY130" fmla="*/ 104817 h 127714"/>
              <a:gd name="csX131" fmla="*/ 31596 w 127706"/>
              <a:gd name="csY131" fmla="*/ 103092 h 127714"/>
              <a:gd name="csX132" fmla="*/ 32021 w 127706"/>
              <a:gd name="csY132" fmla="*/ 101036 h 127714"/>
              <a:gd name="csX133" fmla="*/ 31630 w 127706"/>
              <a:gd name="csY133" fmla="*/ 98972 h 127714"/>
              <a:gd name="csX134" fmla="*/ 30473 w 127706"/>
              <a:gd name="csY134" fmla="*/ 97224 h 127714"/>
              <a:gd name="csX135" fmla="*/ 28720 w 127706"/>
              <a:gd name="csY135" fmla="*/ 96060 h 127714"/>
              <a:gd name="csX136" fmla="*/ 26662 w 127706"/>
              <a:gd name="csY136" fmla="*/ 95665 h 127714"/>
              <a:gd name="csX137" fmla="*/ 24603 w 127706"/>
              <a:gd name="csY137" fmla="*/ 96103 h 127714"/>
              <a:gd name="csX138" fmla="*/ 22885 w 127706"/>
              <a:gd name="csY138" fmla="*/ 97300 h 127714"/>
              <a:gd name="csX139" fmla="*/ 10686 w 127706"/>
              <a:gd name="csY139" fmla="*/ 109490 h 127714"/>
              <a:gd name="csX140" fmla="*/ 10686 w 127706"/>
              <a:gd name="csY140" fmla="*/ 101060 h 127714"/>
              <a:gd name="csX141" fmla="*/ 10295 w 127706"/>
              <a:gd name="csY141" fmla="*/ 98983 h 127714"/>
              <a:gd name="csX142" fmla="*/ 9121 w 127706"/>
              <a:gd name="csY142" fmla="*/ 97220 h 127714"/>
              <a:gd name="csX143" fmla="*/ 7369 w 127706"/>
              <a:gd name="csY143" fmla="*/ 96055 h 127714"/>
              <a:gd name="csX144" fmla="*/ 5293 w 127706"/>
              <a:gd name="csY144" fmla="*/ 95667 h 127714"/>
              <a:gd name="csX145" fmla="*/ 101027 w 127706"/>
              <a:gd name="csY145" fmla="*/ 95667 h 127714"/>
              <a:gd name="csX146" fmla="*/ 98033 w 127706"/>
              <a:gd name="csY146" fmla="*/ 96567 h 127714"/>
              <a:gd name="csX147" fmla="*/ 96060 w 127706"/>
              <a:gd name="csY147" fmla="*/ 98986 h 127714"/>
              <a:gd name="csX148" fmla="*/ 95787 w 127706"/>
              <a:gd name="csY148" fmla="*/ 102092 h 127714"/>
              <a:gd name="csX149" fmla="*/ 97319 w 127706"/>
              <a:gd name="csY149" fmla="*/ 104817 h 127714"/>
              <a:gd name="csX150" fmla="*/ 109500 w 127706"/>
              <a:gd name="csY150" fmla="*/ 117008 h 127714"/>
              <a:gd name="csX151" fmla="*/ 101061 w 127706"/>
              <a:gd name="csY151" fmla="*/ 117008 h 127714"/>
              <a:gd name="csX152" fmla="*/ 99020 w 127706"/>
              <a:gd name="csY152" fmla="*/ 117390 h 127714"/>
              <a:gd name="csX153" fmla="*/ 97267 w 127706"/>
              <a:gd name="csY153" fmla="*/ 118537 h 127714"/>
              <a:gd name="csX154" fmla="*/ 96094 w 127706"/>
              <a:gd name="csY154" fmla="*/ 120270 h 127714"/>
              <a:gd name="csX155" fmla="*/ 95686 w 127706"/>
              <a:gd name="csY155" fmla="*/ 122323 h 127714"/>
              <a:gd name="csX156" fmla="*/ 96094 w 127706"/>
              <a:gd name="csY156" fmla="*/ 124375 h 127714"/>
              <a:gd name="csX157" fmla="*/ 97267 w 127706"/>
              <a:gd name="csY157" fmla="*/ 126108 h 127714"/>
              <a:gd name="csX158" fmla="*/ 99020 w 127706"/>
              <a:gd name="csY158" fmla="*/ 127255 h 127714"/>
              <a:gd name="csX159" fmla="*/ 101061 w 127706"/>
              <a:gd name="csY159" fmla="*/ 127639 h 127714"/>
              <a:gd name="csX160" fmla="*/ 121664 w 127706"/>
              <a:gd name="csY160" fmla="*/ 127639 h 127714"/>
              <a:gd name="csX161" fmla="*/ 124081 w 127706"/>
              <a:gd name="csY161" fmla="*/ 127410 h 127714"/>
              <a:gd name="csX162" fmla="*/ 126156 w 127706"/>
              <a:gd name="csY162" fmla="*/ 126129 h 127714"/>
              <a:gd name="csX163" fmla="*/ 127432 w 127706"/>
              <a:gd name="csY163" fmla="*/ 124064 h 127714"/>
              <a:gd name="csX164" fmla="*/ 127653 w 127706"/>
              <a:gd name="csY164" fmla="*/ 121645 h 127714"/>
              <a:gd name="csX165" fmla="*/ 127653 w 127706"/>
              <a:gd name="csY165" fmla="*/ 101060 h 127714"/>
              <a:gd name="csX166" fmla="*/ 127262 w 127706"/>
              <a:gd name="csY166" fmla="*/ 98983 h 127714"/>
              <a:gd name="csX167" fmla="*/ 126088 w 127706"/>
              <a:gd name="csY167" fmla="*/ 97220 h 127714"/>
              <a:gd name="csX168" fmla="*/ 124336 w 127706"/>
              <a:gd name="csY168" fmla="*/ 96055 h 127714"/>
              <a:gd name="csX169" fmla="*/ 122260 w 127706"/>
              <a:gd name="csY169" fmla="*/ 95667 h 127714"/>
              <a:gd name="csX170" fmla="*/ 118518 w 127706"/>
              <a:gd name="csY170" fmla="*/ 97280 h 127714"/>
              <a:gd name="csX171" fmla="*/ 117020 w 127706"/>
              <a:gd name="csY171" fmla="*/ 101060 h 127714"/>
              <a:gd name="csX172" fmla="*/ 117020 w 127706"/>
              <a:gd name="csY172" fmla="*/ 109490 h 127714"/>
              <a:gd name="csX173" fmla="*/ 104821 w 127706"/>
              <a:gd name="csY173" fmla="*/ 97300 h 127714"/>
              <a:gd name="csX174" fmla="*/ 103086 w 127706"/>
              <a:gd name="csY174" fmla="*/ 96097 h 127714"/>
              <a:gd name="csX175" fmla="*/ 101027 w 127706"/>
              <a:gd name="csY175" fmla="*/ 95667 h 127714"/>
            </a:gdLst>
            <a:ahLst/>
            <a:cxnLst/>
            <a:rect l="l" t="t" r="r" b="b"/>
            <a:pathLst>
              <a:path w="100000" h="100000">
                <a:moveTo>
                  <a:pt x="4161" y="0"/>
                </a:moveTo>
                <a:cubicBezTo>
                  <a:pt x="3574" y="0"/>
                  <a:pt x="2975" y="129"/>
                  <a:pt x="2443" y="376"/>
                </a:cubicBezTo>
                <a:cubicBezTo>
                  <a:pt x="1896" y="622"/>
                  <a:pt x="1416" y="983"/>
                  <a:pt x="1030" y="1432"/>
                </a:cubicBezTo>
                <a:cubicBezTo>
                  <a:pt x="631" y="1881"/>
                  <a:pt x="351" y="2407"/>
                  <a:pt x="178" y="2979"/>
                </a:cubicBezTo>
                <a:cubicBezTo>
                  <a:pt x="5" y="3549"/>
                  <a:pt x="-35" y="4148"/>
                  <a:pt x="45" y="4736"/>
                </a:cubicBezTo>
                <a:lnTo>
                  <a:pt x="45" y="20856"/>
                </a:lnTo>
                <a:cubicBezTo>
                  <a:pt x="31" y="21407"/>
                  <a:pt x="138" y="21955"/>
                  <a:pt x="337" y="22467"/>
                </a:cubicBezTo>
                <a:cubicBezTo>
                  <a:pt x="550" y="22978"/>
                  <a:pt x="857" y="23444"/>
                  <a:pt x="1243" y="23837"/>
                </a:cubicBezTo>
                <a:cubicBezTo>
                  <a:pt x="1630" y="24230"/>
                  <a:pt x="2096" y="24542"/>
                  <a:pt x="2602" y="24755"/>
                </a:cubicBezTo>
                <a:cubicBezTo>
                  <a:pt x="3109" y="24968"/>
                  <a:pt x="3655" y="25077"/>
                  <a:pt x="4201" y="25077"/>
                </a:cubicBezTo>
                <a:cubicBezTo>
                  <a:pt x="4761" y="25077"/>
                  <a:pt x="5306" y="24968"/>
                  <a:pt x="5813" y="24755"/>
                </a:cubicBezTo>
                <a:cubicBezTo>
                  <a:pt x="6319" y="24542"/>
                  <a:pt x="6785" y="24230"/>
                  <a:pt x="7171" y="23837"/>
                </a:cubicBezTo>
                <a:cubicBezTo>
                  <a:pt x="7558" y="23444"/>
                  <a:pt x="7864" y="22978"/>
                  <a:pt x="8064" y="22467"/>
                </a:cubicBezTo>
                <a:cubicBezTo>
                  <a:pt x="8277" y="21955"/>
                  <a:pt x="8384" y="21407"/>
                  <a:pt x="8370" y="20856"/>
                </a:cubicBezTo>
                <a:lnTo>
                  <a:pt x="8370" y="14254"/>
                </a:lnTo>
                <a:lnTo>
                  <a:pt x="17922" y="23798"/>
                </a:lnTo>
                <a:cubicBezTo>
                  <a:pt x="18295" y="24198"/>
                  <a:pt x="18761" y="24516"/>
                  <a:pt x="19267" y="24736"/>
                </a:cubicBezTo>
                <a:cubicBezTo>
                  <a:pt x="19774" y="24956"/>
                  <a:pt x="20320" y="25072"/>
                  <a:pt x="20879" y="25079"/>
                </a:cubicBezTo>
                <a:cubicBezTo>
                  <a:pt x="21426" y="25083"/>
                  <a:pt x="21985" y="24978"/>
                  <a:pt x="22491" y="24769"/>
                </a:cubicBezTo>
                <a:cubicBezTo>
                  <a:pt x="23011" y="24560"/>
                  <a:pt x="23477" y="24249"/>
                  <a:pt x="23863" y="23858"/>
                </a:cubicBezTo>
                <a:cubicBezTo>
                  <a:pt x="24249" y="23466"/>
                  <a:pt x="24570" y="23001"/>
                  <a:pt x="24769" y="22489"/>
                </a:cubicBezTo>
                <a:cubicBezTo>
                  <a:pt x="24982" y="21976"/>
                  <a:pt x="25089" y="21426"/>
                  <a:pt x="25076" y="20873"/>
                </a:cubicBezTo>
                <a:cubicBezTo>
                  <a:pt x="25076" y="20319"/>
                  <a:pt x="24956" y="19772"/>
                  <a:pt x="24743" y="19264"/>
                </a:cubicBezTo>
                <a:cubicBezTo>
                  <a:pt x="24516" y="18755"/>
                  <a:pt x="24196" y="18296"/>
                  <a:pt x="23797" y="17913"/>
                </a:cubicBezTo>
                <a:lnTo>
                  <a:pt x="14258" y="8369"/>
                </a:lnTo>
                <a:lnTo>
                  <a:pt x="20853" y="8369"/>
                </a:lnTo>
                <a:cubicBezTo>
                  <a:pt x="21413" y="8376"/>
                  <a:pt x="21958" y="8274"/>
                  <a:pt x="22465" y="8068"/>
                </a:cubicBezTo>
                <a:cubicBezTo>
                  <a:pt x="22984" y="7863"/>
                  <a:pt x="23451" y="7558"/>
                  <a:pt x="23837" y="7170"/>
                </a:cubicBezTo>
                <a:cubicBezTo>
                  <a:pt x="24236" y="6782"/>
                  <a:pt x="24543" y="6321"/>
                  <a:pt x="24756" y="5813"/>
                </a:cubicBezTo>
                <a:cubicBezTo>
                  <a:pt x="24969" y="5304"/>
                  <a:pt x="25076" y="4758"/>
                  <a:pt x="25076" y="4206"/>
                </a:cubicBezTo>
                <a:cubicBezTo>
                  <a:pt x="25076" y="3653"/>
                  <a:pt x="24969" y="3108"/>
                  <a:pt x="24756" y="2599"/>
                </a:cubicBezTo>
                <a:cubicBezTo>
                  <a:pt x="24543" y="2090"/>
                  <a:pt x="24236" y="1629"/>
                  <a:pt x="23837" y="1241"/>
                </a:cubicBezTo>
                <a:cubicBezTo>
                  <a:pt x="23451" y="853"/>
                  <a:pt x="22984" y="549"/>
                  <a:pt x="22465" y="344"/>
                </a:cubicBezTo>
                <a:cubicBezTo>
                  <a:pt x="21958" y="137"/>
                  <a:pt x="21413" y="36"/>
                  <a:pt x="20853" y="44"/>
                </a:cubicBezTo>
                <a:lnTo>
                  <a:pt x="4734" y="44"/>
                </a:lnTo>
                <a:cubicBezTo>
                  <a:pt x="4547" y="16"/>
                  <a:pt x="4361" y="2"/>
                  <a:pt x="4161" y="0"/>
                </a:cubicBezTo>
                <a:close/>
                <a:moveTo>
                  <a:pt x="95706" y="5"/>
                </a:moveTo>
                <a:cubicBezTo>
                  <a:pt x="95560" y="9"/>
                  <a:pt x="95413" y="23"/>
                  <a:pt x="95266" y="44"/>
                </a:cubicBezTo>
                <a:lnTo>
                  <a:pt x="79134" y="44"/>
                </a:lnTo>
                <a:cubicBezTo>
                  <a:pt x="78588" y="36"/>
                  <a:pt x="78042" y="137"/>
                  <a:pt x="77536" y="344"/>
                </a:cubicBezTo>
                <a:cubicBezTo>
                  <a:pt x="77017" y="549"/>
                  <a:pt x="76550" y="853"/>
                  <a:pt x="76163" y="1241"/>
                </a:cubicBezTo>
                <a:cubicBezTo>
                  <a:pt x="75764" y="1629"/>
                  <a:pt x="75458" y="2090"/>
                  <a:pt x="75245" y="2599"/>
                </a:cubicBezTo>
                <a:cubicBezTo>
                  <a:pt x="75031" y="3108"/>
                  <a:pt x="74925" y="3653"/>
                  <a:pt x="74925" y="4206"/>
                </a:cubicBezTo>
                <a:cubicBezTo>
                  <a:pt x="74925" y="4758"/>
                  <a:pt x="75031" y="5304"/>
                  <a:pt x="75245" y="5813"/>
                </a:cubicBezTo>
                <a:cubicBezTo>
                  <a:pt x="75458" y="6321"/>
                  <a:pt x="75764" y="6782"/>
                  <a:pt x="76163" y="7170"/>
                </a:cubicBezTo>
                <a:cubicBezTo>
                  <a:pt x="76550" y="7558"/>
                  <a:pt x="77017" y="7863"/>
                  <a:pt x="77536" y="8068"/>
                </a:cubicBezTo>
                <a:cubicBezTo>
                  <a:pt x="78042" y="8274"/>
                  <a:pt x="78588" y="8376"/>
                  <a:pt x="79134" y="8369"/>
                </a:cubicBezTo>
                <a:lnTo>
                  <a:pt x="85742" y="8369"/>
                </a:lnTo>
                <a:lnTo>
                  <a:pt x="76204" y="17913"/>
                </a:lnTo>
                <a:cubicBezTo>
                  <a:pt x="75804" y="18296"/>
                  <a:pt x="75484" y="18755"/>
                  <a:pt x="75258" y="19264"/>
                </a:cubicBezTo>
                <a:cubicBezTo>
                  <a:pt x="75045" y="19772"/>
                  <a:pt x="74925" y="20319"/>
                  <a:pt x="74911" y="20873"/>
                </a:cubicBezTo>
                <a:cubicBezTo>
                  <a:pt x="74911" y="21426"/>
                  <a:pt x="75018" y="21976"/>
                  <a:pt x="75231" y="22489"/>
                </a:cubicBezTo>
                <a:cubicBezTo>
                  <a:pt x="75431" y="23001"/>
                  <a:pt x="75751" y="23466"/>
                  <a:pt x="76137" y="23858"/>
                </a:cubicBezTo>
                <a:cubicBezTo>
                  <a:pt x="76523" y="24249"/>
                  <a:pt x="76990" y="24560"/>
                  <a:pt x="77509" y="24769"/>
                </a:cubicBezTo>
                <a:cubicBezTo>
                  <a:pt x="78016" y="24978"/>
                  <a:pt x="78575" y="25083"/>
                  <a:pt x="79121" y="25079"/>
                </a:cubicBezTo>
                <a:cubicBezTo>
                  <a:pt x="79680" y="25072"/>
                  <a:pt x="80227" y="24956"/>
                  <a:pt x="80733" y="24736"/>
                </a:cubicBezTo>
                <a:cubicBezTo>
                  <a:pt x="81239" y="24516"/>
                  <a:pt x="81705" y="24198"/>
                  <a:pt x="82078" y="23798"/>
                </a:cubicBezTo>
                <a:lnTo>
                  <a:pt x="91630" y="14254"/>
                </a:lnTo>
                <a:lnTo>
                  <a:pt x="91630" y="20856"/>
                </a:lnTo>
                <a:cubicBezTo>
                  <a:pt x="91616" y="21407"/>
                  <a:pt x="91723" y="21955"/>
                  <a:pt x="91923" y="22467"/>
                </a:cubicBezTo>
                <a:cubicBezTo>
                  <a:pt x="92136" y="22978"/>
                  <a:pt x="92442" y="23444"/>
                  <a:pt x="92829" y="23837"/>
                </a:cubicBezTo>
                <a:cubicBezTo>
                  <a:pt x="93215" y="24230"/>
                  <a:pt x="93681" y="24542"/>
                  <a:pt x="94188" y="24755"/>
                </a:cubicBezTo>
                <a:cubicBezTo>
                  <a:pt x="94694" y="24968"/>
                  <a:pt x="95240" y="25077"/>
                  <a:pt x="95786" y="25077"/>
                </a:cubicBezTo>
                <a:cubicBezTo>
                  <a:pt x="96346" y="25077"/>
                  <a:pt x="96891" y="24968"/>
                  <a:pt x="97398" y="24755"/>
                </a:cubicBezTo>
                <a:cubicBezTo>
                  <a:pt x="97905" y="24542"/>
                  <a:pt x="98371" y="24230"/>
                  <a:pt x="98757" y="23837"/>
                </a:cubicBezTo>
                <a:cubicBezTo>
                  <a:pt x="99143" y="23444"/>
                  <a:pt x="99450" y="22978"/>
                  <a:pt x="99649" y="22467"/>
                </a:cubicBezTo>
                <a:cubicBezTo>
                  <a:pt x="99862" y="21955"/>
                  <a:pt x="99969" y="21407"/>
                  <a:pt x="99955" y="20856"/>
                </a:cubicBezTo>
                <a:lnTo>
                  <a:pt x="99955" y="4731"/>
                </a:lnTo>
                <a:cubicBezTo>
                  <a:pt x="100035" y="4133"/>
                  <a:pt x="99982" y="3523"/>
                  <a:pt x="99809" y="2945"/>
                </a:cubicBezTo>
                <a:cubicBezTo>
                  <a:pt x="99636" y="2367"/>
                  <a:pt x="99330" y="1835"/>
                  <a:pt x="98930" y="1385"/>
                </a:cubicBezTo>
                <a:cubicBezTo>
                  <a:pt x="98530" y="935"/>
                  <a:pt x="98024" y="579"/>
                  <a:pt x="97478" y="341"/>
                </a:cubicBezTo>
                <a:cubicBezTo>
                  <a:pt x="96919" y="103"/>
                  <a:pt x="96319" y="-12"/>
                  <a:pt x="95706" y="5"/>
                </a:cubicBezTo>
                <a:close/>
                <a:moveTo>
                  <a:pt x="50000" y="44"/>
                </a:moveTo>
                <a:cubicBezTo>
                  <a:pt x="47056" y="44"/>
                  <a:pt x="44232" y="1214"/>
                  <a:pt x="42154" y="3294"/>
                </a:cubicBezTo>
                <a:cubicBezTo>
                  <a:pt x="40062" y="5376"/>
                  <a:pt x="38903" y="8200"/>
                  <a:pt x="38903" y="11144"/>
                </a:cubicBezTo>
                <a:cubicBezTo>
                  <a:pt x="38903" y="14087"/>
                  <a:pt x="40062" y="16910"/>
                  <a:pt x="42154" y="18991"/>
                </a:cubicBezTo>
                <a:cubicBezTo>
                  <a:pt x="44232" y="21073"/>
                  <a:pt x="47056" y="22243"/>
                  <a:pt x="50000" y="22243"/>
                </a:cubicBezTo>
                <a:cubicBezTo>
                  <a:pt x="52945" y="22243"/>
                  <a:pt x="55768" y="21073"/>
                  <a:pt x="57846" y="18991"/>
                </a:cubicBezTo>
                <a:cubicBezTo>
                  <a:pt x="59939" y="16910"/>
                  <a:pt x="61097" y="14087"/>
                  <a:pt x="61097" y="11144"/>
                </a:cubicBezTo>
                <a:cubicBezTo>
                  <a:pt x="61097" y="8200"/>
                  <a:pt x="59939" y="5376"/>
                  <a:pt x="57846" y="3294"/>
                </a:cubicBezTo>
                <a:cubicBezTo>
                  <a:pt x="55768" y="1214"/>
                  <a:pt x="52945" y="44"/>
                  <a:pt x="50000" y="44"/>
                </a:cubicBezTo>
                <a:close/>
                <a:moveTo>
                  <a:pt x="48615" y="27793"/>
                </a:moveTo>
                <a:cubicBezTo>
                  <a:pt x="40235" y="27793"/>
                  <a:pt x="33349" y="34675"/>
                  <a:pt x="33349" y="43055"/>
                </a:cubicBezTo>
                <a:lnTo>
                  <a:pt x="33349" y="66643"/>
                </a:lnTo>
                <a:cubicBezTo>
                  <a:pt x="33335" y="67512"/>
                  <a:pt x="33602" y="68364"/>
                  <a:pt x="34094" y="69077"/>
                </a:cubicBezTo>
                <a:cubicBezTo>
                  <a:pt x="34601" y="69790"/>
                  <a:pt x="35306" y="70329"/>
                  <a:pt x="36119" y="70620"/>
                </a:cubicBezTo>
                <a:lnTo>
                  <a:pt x="36119" y="95779"/>
                </a:lnTo>
                <a:cubicBezTo>
                  <a:pt x="36119" y="96331"/>
                  <a:pt x="36212" y="96878"/>
                  <a:pt x="36426" y="97389"/>
                </a:cubicBezTo>
                <a:cubicBezTo>
                  <a:pt x="36626" y="97901"/>
                  <a:pt x="36932" y="98367"/>
                  <a:pt x="37319" y="98761"/>
                </a:cubicBezTo>
                <a:cubicBezTo>
                  <a:pt x="37705" y="99153"/>
                  <a:pt x="38170" y="99464"/>
                  <a:pt x="38677" y="99678"/>
                </a:cubicBezTo>
                <a:cubicBezTo>
                  <a:pt x="39183" y="99891"/>
                  <a:pt x="39729" y="100000"/>
                  <a:pt x="40288" y="100000"/>
                </a:cubicBezTo>
                <a:cubicBezTo>
                  <a:pt x="40835" y="100000"/>
                  <a:pt x="41382" y="99891"/>
                  <a:pt x="41887" y="99678"/>
                </a:cubicBezTo>
                <a:cubicBezTo>
                  <a:pt x="42407" y="99464"/>
                  <a:pt x="42860" y="99153"/>
                  <a:pt x="43246" y="98761"/>
                </a:cubicBezTo>
                <a:cubicBezTo>
                  <a:pt x="43633" y="98367"/>
                  <a:pt x="43939" y="97901"/>
                  <a:pt x="44152" y="97389"/>
                </a:cubicBezTo>
                <a:cubicBezTo>
                  <a:pt x="44352" y="96878"/>
                  <a:pt x="44459" y="96331"/>
                  <a:pt x="44445" y="95779"/>
                </a:cubicBezTo>
                <a:lnTo>
                  <a:pt x="44445" y="69417"/>
                </a:lnTo>
                <a:lnTo>
                  <a:pt x="55555" y="69417"/>
                </a:lnTo>
                <a:lnTo>
                  <a:pt x="55555" y="95779"/>
                </a:lnTo>
                <a:cubicBezTo>
                  <a:pt x="55542" y="96331"/>
                  <a:pt x="55649" y="96878"/>
                  <a:pt x="55848" y="97389"/>
                </a:cubicBezTo>
                <a:cubicBezTo>
                  <a:pt x="56062" y="97901"/>
                  <a:pt x="56368" y="98367"/>
                  <a:pt x="56754" y="98761"/>
                </a:cubicBezTo>
                <a:cubicBezTo>
                  <a:pt x="57141" y="99153"/>
                  <a:pt x="57594" y="99464"/>
                  <a:pt x="58113" y="99678"/>
                </a:cubicBezTo>
                <a:cubicBezTo>
                  <a:pt x="58619" y="99891"/>
                  <a:pt x="59166" y="100000"/>
                  <a:pt x="59712" y="100000"/>
                </a:cubicBezTo>
                <a:cubicBezTo>
                  <a:pt x="60271" y="100000"/>
                  <a:pt x="60817" y="99891"/>
                  <a:pt x="61323" y="99678"/>
                </a:cubicBezTo>
                <a:cubicBezTo>
                  <a:pt x="61830" y="99464"/>
                  <a:pt x="62295" y="99153"/>
                  <a:pt x="62682" y="98761"/>
                </a:cubicBezTo>
                <a:cubicBezTo>
                  <a:pt x="63068" y="98367"/>
                  <a:pt x="63374" y="97901"/>
                  <a:pt x="63575" y="97389"/>
                </a:cubicBezTo>
                <a:cubicBezTo>
                  <a:pt x="63788" y="96878"/>
                  <a:pt x="63882" y="96331"/>
                  <a:pt x="63882" y="95779"/>
                </a:cubicBezTo>
                <a:lnTo>
                  <a:pt x="63882" y="70620"/>
                </a:lnTo>
                <a:cubicBezTo>
                  <a:pt x="64694" y="70329"/>
                  <a:pt x="65400" y="69790"/>
                  <a:pt x="65907" y="69077"/>
                </a:cubicBezTo>
                <a:cubicBezTo>
                  <a:pt x="66399" y="68364"/>
                  <a:pt x="66665" y="67512"/>
                  <a:pt x="66652" y="66643"/>
                </a:cubicBezTo>
                <a:lnTo>
                  <a:pt x="66652" y="43055"/>
                </a:lnTo>
                <a:cubicBezTo>
                  <a:pt x="66652" y="34675"/>
                  <a:pt x="59765" y="27793"/>
                  <a:pt x="51385" y="27793"/>
                </a:cubicBezTo>
                <a:lnTo>
                  <a:pt x="48615" y="27793"/>
                </a:lnTo>
                <a:close/>
                <a:moveTo>
                  <a:pt x="4148" y="74907"/>
                </a:moveTo>
                <a:cubicBezTo>
                  <a:pt x="3042" y="74924"/>
                  <a:pt x="1990" y="75379"/>
                  <a:pt x="1217" y="76170"/>
                </a:cubicBezTo>
                <a:cubicBezTo>
                  <a:pt x="458" y="76961"/>
                  <a:pt x="31" y="78025"/>
                  <a:pt x="45" y="79130"/>
                </a:cubicBezTo>
                <a:lnTo>
                  <a:pt x="45" y="95253"/>
                </a:lnTo>
                <a:cubicBezTo>
                  <a:pt x="-49" y="95890"/>
                  <a:pt x="18" y="96537"/>
                  <a:pt x="218" y="97146"/>
                </a:cubicBezTo>
                <a:cubicBezTo>
                  <a:pt x="431" y="97756"/>
                  <a:pt x="778" y="98309"/>
                  <a:pt x="1230" y="98763"/>
                </a:cubicBezTo>
                <a:cubicBezTo>
                  <a:pt x="1683" y="99217"/>
                  <a:pt x="2229" y="99559"/>
                  <a:pt x="2842" y="99763"/>
                </a:cubicBezTo>
                <a:cubicBezTo>
                  <a:pt x="3455" y="99968"/>
                  <a:pt x="4108" y="100030"/>
                  <a:pt x="4734" y="99941"/>
                </a:cubicBezTo>
                <a:lnTo>
                  <a:pt x="20853" y="99941"/>
                </a:lnTo>
                <a:cubicBezTo>
                  <a:pt x="21413" y="99948"/>
                  <a:pt x="21958" y="99847"/>
                  <a:pt x="22465" y="99641"/>
                </a:cubicBezTo>
                <a:cubicBezTo>
                  <a:pt x="22984" y="99435"/>
                  <a:pt x="23451" y="99130"/>
                  <a:pt x="23837" y="98743"/>
                </a:cubicBezTo>
                <a:cubicBezTo>
                  <a:pt x="24236" y="98355"/>
                  <a:pt x="24543" y="97895"/>
                  <a:pt x="24756" y="97386"/>
                </a:cubicBezTo>
                <a:cubicBezTo>
                  <a:pt x="24969" y="96877"/>
                  <a:pt x="25076" y="96331"/>
                  <a:pt x="25076" y="95779"/>
                </a:cubicBezTo>
                <a:cubicBezTo>
                  <a:pt x="25076" y="95226"/>
                  <a:pt x="24969" y="94680"/>
                  <a:pt x="24756" y="94171"/>
                </a:cubicBezTo>
                <a:cubicBezTo>
                  <a:pt x="24543" y="93662"/>
                  <a:pt x="24236" y="93202"/>
                  <a:pt x="23837" y="92814"/>
                </a:cubicBezTo>
                <a:cubicBezTo>
                  <a:pt x="23451" y="92427"/>
                  <a:pt x="22984" y="92121"/>
                  <a:pt x="22465" y="91916"/>
                </a:cubicBezTo>
                <a:cubicBezTo>
                  <a:pt x="21958" y="91710"/>
                  <a:pt x="21413" y="91609"/>
                  <a:pt x="20853" y="91617"/>
                </a:cubicBezTo>
                <a:lnTo>
                  <a:pt x="14258" y="91617"/>
                </a:lnTo>
                <a:lnTo>
                  <a:pt x="23797" y="82072"/>
                </a:lnTo>
                <a:cubicBezTo>
                  <a:pt x="24196" y="81688"/>
                  <a:pt x="24516" y="81229"/>
                  <a:pt x="24743" y="80721"/>
                </a:cubicBezTo>
                <a:cubicBezTo>
                  <a:pt x="24956" y="80213"/>
                  <a:pt x="25076" y="79665"/>
                  <a:pt x="25076" y="79111"/>
                </a:cubicBezTo>
                <a:cubicBezTo>
                  <a:pt x="25089" y="78558"/>
                  <a:pt x="24982" y="78008"/>
                  <a:pt x="24769" y="77495"/>
                </a:cubicBezTo>
                <a:cubicBezTo>
                  <a:pt x="24570" y="76982"/>
                  <a:pt x="24249" y="76518"/>
                  <a:pt x="23863" y="76126"/>
                </a:cubicBezTo>
                <a:cubicBezTo>
                  <a:pt x="23477" y="75734"/>
                  <a:pt x="23011" y="75424"/>
                  <a:pt x="22491" y="75215"/>
                </a:cubicBezTo>
                <a:cubicBezTo>
                  <a:pt x="21985" y="75006"/>
                  <a:pt x="21426" y="74900"/>
                  <a:pt x="20879" y="74906"/>
                </a:cubicBezTo>
                <a:cubicBezTo>
                  <a:pt x="20320" y="74913"/>
                  <a:pt x="19774" y="75029"/>
                  <a:pt x="19267" y="75249"/>
                </a:cubicBezTo>
                <a:cubicBezTo>
                  <a:pt x="18761" y="75468"/>
                  <a:pt x="18295" y="75787"/>
                  <a:pt x="17922" y="76186"/>
                </a:cubicBezTo>
                <a:lnTo>
                  <a:pt x="8370" y="85731"/>
                </a:lnTo>
                <a:lnTo>
                  <a:pt x="8370" y="79130"/>
                </a:lnTo>
                <a:cubicBezTo>
                  <a:pt x="8384" y="78572"/>
                  <a:pt x="8277" y="78019"/>
                  <a:pt x="8064" y="77504"/>
                </a:cubicBezTo>
                <a:cubicBezTo>
                  <a:pt x="7851" y="76987"/>
                  <a:pt x="7544" y="76518"/>
                  <a:pt x="7145" y="76123"/>
                </a:cubicBezTo>
                <a:cubicBezTo>
                  <a:pt x="6759" y="75730"/>
                  <a:pt x="6292" y="75420"/>
                  <a:pt x="5773" y="75211"/>
                </a:cubicBezTo>
                <a:cubicBezTo>
                  <a:pt x="5253" y="75002"/>
                  <a:pt x="4694" y="74898"/>
                  <a:pt x="4148" y="74907"/>
                </a:cubicBezTo>
                <a:close/>
                <a:moveTo>
                  <a:pt x="79107" y="74907"/>
                </a:moveTo>
                <a:cubicBezTo>
                  <a:pt x="78269" y="74903"/>
                  <a:pt x="77456" y="75148"/>
                  <a:pt x="76763" y="75612"/>
                </a:cubicBezTo>
                <a:cubicBezTo>
                  <a:pt x="76071" y="76074"/>
                  <a:pt x="75538" y="76735"/>
                  <a:pt x="75218" y="77506"/>
                </a:cubicBezTo>
                <a:cubicBezTo>
                  <a:pt x="74911" y="78277"/>
                  <a:pt x="74831" y="79124"/>
                  <a:pt x="75004" y="79938"/>
                </a:cubicBezTo>
                <a:cubicBezTo>
                  <a:pt x="75178" y="80752"/>
                  <a:pt x="75591" y="81495"/>
                  <a:pt x="76204" y="82072"/>
                </a:cubicBezTo>
                <a:lnTo>
                  <a:pt x="85742" y="91617"/>
                </a:lnTo>
                <a:lnTo>
                  <a:pt x="79134" y="91617"/>
                </a:lnTo>
                <a:cubicBezTo>
                  <a:pt x="78588" y="91609"/>
                  <a:pt x="78042" y="91710"/>
                  <a:pt x="77536" y="91916"/>
                </a:cubicBezTo>
                <a:cubicBezTo>
                  <a:pt x="77017" y="92121"/>
                  <a:pt x="76550" y="92427"/>
                  <a:pt x="76163" y="92814"/>
                </a:cubicBezTo>
                <a:cubicBezTo>
                  <a:pt x="75764" y="93202"/>
                  <a:pt x="75458" y="93662"/>
                  <a:pt x="75245" y="94171"/>
                </a:cubicBezTo>
                <a:cubicBezTo>
                  <a:pt x="75031" y="94680"/>
                  <a:pt x="74925" y="95226"/>
                  <a:pt x="74925" y="95779"/>
                </a:cubicBezTo>
                <a:cubicBezTo>
                  <a:pt x="74925" y="96331"/>
                  <a:pt x="75031" y="96877"/>
                  <a:pt x="75245" y="97386"/>
                </a:cubicBezTo>
                <a:cubicBezTo>
                  <a:pt x="75458" y="97895"/>
                  <a:pt x="75764" y="98355"/>
                  <a:pt x="76163" y="98743"/>
                </a:cubicBezTo>
                <a:cubicBezTo>
                  <a:pt x="76550" y="99130"/>
                  <a:pt x="77017" y="99435"/>
                  <a:pt x="77536" y="99641"/>
                </a:cubicBezTo>
                <a:cubicBezTo>
                  <a:pt x="78042" y="99847"/>
                  <a:pt x="78588" y="99948"/>
                  <a:pt x="79134" y="99941"/>
                </a:cubicBezTo>
                <a:lnTo>
                  <a:pt x="95266" y="99941"/>
                </a:lnTo>
                <a:cubicBezTo>
                  <a:pt x="95906" y="100028"/>
                  <a:pt x="96545" y="99967"/>
                  <a:pt x="97158" y="99762"/>
                </a:cubicBezTo>
                <a:cubicBezTo>
                  <a:pt x="97772" y="99557"/>
                  <a:pt x="98317" y="99213"/>
                  <a:pt x="98783" y="98759"/>
                </a:cubicBezTo>
                <a:cubicBezTo>
                  <a:pt x="99237" y="98303"/>
                  <a:pt x="99570" y="97750"/>
                  <a:pt x="99782" y="97142"/>
                </a:cubicBezTo>
                <a:cubicBezTo>
                  <a:pt x="99982" y="96532"/>
                  <a:pt x="100049" y="95885"/>
                  <a:pt x="99955" y="95248"/>
                </a:cubicBezTo>
                <a:lnTo>
                  <a:pt x="99955" y="79130"/>
                </a:lnTo>
                <a:cubicBezTo>
                  <a:pt x="99969" y="78572"/>
                  <a:pt x="99862" y="78019"/>
                  <a:pt x="99649" y="77504"/>
                </a:cubicBezTo>
                <a:cubicBezTo>
                  <a:pt x="99436" y="76987"/>
                  <a:pt x="99130" y="76518"/>
                  <a:pt x="98730" y="76123"/>
                </a:cubicBezTo>
                <a:cubicBezTo>
                  <a:pt x="98344" y="75730"/>
                  <a:pt x="97878" y="75420"/>
                  <a:pt x="97358" y="75211"/>
                </a:cubicBezTo>
                <a:cubicBezTo>
                  <a:pt x="96838" y="75002"/>
                  <a:pt x="96279" y="74898"/>
                  <a:pt x="95733" y="74907"/>
                </a:cubicBezTo>
                <a:cubicBezTo>
                  <a:pt x="94627" y="74924"/>
                  <a:pt x="93575" y="75379"/>
                  <a:pt x="92803" y="76170"/>
                </a:cubicBezTo>
                <a:cubicBezTo>
                  <a:pt x="92042" y="76961"/>
                  <a:pt x="91616" y="78025"/>
                  <a:pt x="91630" y="79130"/>
                </a:cubicBezTo>
                <a:lnTo>
                  <a:pt x="91630" y="85731"/>
                </a:lnTo>
                <a:lnTo>
                  <a:pt x="82078" y="76186"/>
                </a:lnTo>
                <a:cubicBezTo>
                  <a:pt x="81692" y="75783"/>
                  <a:pt x="81239" y="75464"/>
                  <a:pt x="80719" y="75244"/>
                </a:cubicBezTo>
                <a:cubicBezTo>
                  <a:pt x="80214" y="75025"/>
                  <a:pt x="79654" y="74910"/>
                  <a:pt x="79107" y="7490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4" name="Белый — SVG 7">
            <a:extLst>
              <a:ext uri="{FF2B5EF4-FFF2-40B4-BE49-F238E27FC236}">
                <a16:creationId xmlns:a16="http://schemas.microsoft.com/office/drawing/2014/main" id="{36BB161F-F742-2B4B-B7D2-01A35804E3AD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40764 w 141772"/>
              <a:gd name="csY0" fmla="*/ 0 h 152390"/>
              <a:gd name="csX1" fmla="*/ 28361 w 141772"/>
              <a:gd name="csY1" fmla="*/ 12404 h 152390"/>
              <a:gd name="csX2" fmla="*/ 28361 w 141772"/>
              <a:gd name="csY2" fmla="*/ 40755 h 152390"/>
              <a:gd name="csX3" fmla="*/ 40764 w 141772"/>
              <a:gd name="csY3" fmla="*/ 53160 h 152390"/>
              <a:gd name="csX4" fmla="*/ 55106 w 141772"/>
              <a:gd name="csY4" fmla="*/ 53160 h 152390"/>
              <a:gd name="csX5" fmla="*/ 63375 w 141772"/>
              <a:gd name="csY5" fmla="*/ 66374 h 152390"/>
              <a:gd name="csX6" fmla="*/ 70878 w 141772"/>
              <a:gd name="csY6" fmla="*/ 70533 h 152390"/>
              <a:gd name="csX7" fmla="*/ 70895 w 141772"/>
              <a:gd name="csY7" fmla="*/ 70533 h 152390"/>
              <a:gd name="csX8" fmla="*/ 78398 w 141772"/>
              <a:gd name="csY8" fmla="*/ 66374 h 152390"/>
              <a:gd name="csX9" fmla="*/ 86666 w 141772"/>
              <a:gd name="csY9" fmla="*/ 53160 h 152390"/>
              <a:gd name="csX10" fmla="*/ 101009 w 141772"/>
              <a:gd name="csY10" fmla="*/ 53160 h 152390"/>
              <a:gd name="csX11" fmla="*/ 113428 w 141772"/>
              <a:gd name="csY11" fmla="*/ 40755 h 152390"/>
              <a:gd name="csX12" fmla="*/ 113428 w 141772"/>
              <a:gd name="csY12" fmla="*/ 12404 h 152390"/>
              <a:gd name="csX13" fmla="*/ 101009 w 141772"/>
              <a:gd name="csY13" fmla="*/ 0 h 152390"/>
              <a:gd name="csX14" fmla="*/ 40764 w 141772"/>
              <a:gd name="csY14" fmla="*/ 0 h 152390"/>
              <a:gd name="csX15" fmla="*/ 31900 w 141772"/>
              <a:gd name="csY15" fmla="*/ 60248 h 152390"/>
              <a:gd name="csX16" fmla="*/ 15958 w 141772"/>
              <a:gd name="csY16" fmla="*/ 67017 h 152390"/>
              <a:gd name="csX17" fmla="*/ 10633 w 141772"/>
              <a:gd name="csY17" fmla="*/ 81512 h 152390"/>
              <a:gd name="csX18" fmla="*/ 15958 w 141772"/>
              <a:gd name="csY18" fmla="*/ 96006 h 152390"/>
              <a:gd name="csX19" fmla="*/ 31900 w 141772"/>
              <a:gd name="csY19" fmla="*/ 102776 h 152390"/>
              <a:gd name="csX20" fmla="*/ 47842 w 141772"/>
              <a:gd name="csY20" fmla="*/ 96006 h 152390"/>
              <a:gd name="csX21" fmla="*/ 53167 w 141772"/>
              <a:gd name="csY21" fmla="*/ 81512 h 152390"/>
              <a:gd name="csX22" fmla="*/ 47842 w 141772"/>
              <a:gd name="csY22" fmla="*/ 67017 h 152390"/>
              <a:gd name="csX23" fmla="*/ 31900 w 141772"/>
              <a:gd name="csY23" fmla="*/ 60248 h 152390"/>
              <a:gd name="csX24" fmla="*/ 109873 w 141772"/>
              <a:gd name="csY24" fmla="*/ 60248 h 152390"/>
              <a:gd name="csX25" fmla="*/ 93948 w 141772"/>
              <a:gd name="csY25" fmla="*/ 67017 h 152390"/>
              <a:gd name="csX26" fmla="*/ 88606 w 141772"/>
              <a:gd name="csY26" fmla="*/ 81512 h 152390"/>
              <a:gd name="csX27" fmla="*/ 93948 w 141772"/>
              <a:gd name="csY27" fmla="*/ 96006 h 152390"/>
              <a:gd name="csX28" fmla="*/ 109873 w 141772"/>
              <a:gd name="csY28" fmla="*/ 102776 h 152390"/>
              <a:gd name="csX29" fmla="*/ 125814 w 141772"/>
              <a:gd name="csY29" fmla="*/ 96006 h 152390"/>
              <a:gd name="csX30" fmla="*/ 131139 w 141772"/>
              <a:gd name="csY30" fmla="*/ 81512 h 152390"/>
              <a:gd name="csX31" fmla="*/ 125814 w 141772"/>
              <a:gd name="csY31" fmla="*/ 67017 h 152390"/>
              <a:gd name="csX32" fmla="*/ 109873 w 141772"/>
              <a:gd name="csY32" fmla="*/ 60248 h 152390"/>
              <a:gd name="csX33" fmla="*/ 31900 w 141772"/>
              <a:gd name="csY33" fmla="*/ 70880 h 152390"/>
              <a:gd name="csX34" fmla="*/ 39896 w 141772"/>
              <a:gd name="csY34" fmla="*/ 74078 h 152390"/>
              <a:gd name="csX35" fmla="*/ 42534 w 141772"/>
              <a:gd name="csY35" fmla="*/ 81512 h 152390"/>
              <a:gd name="csX36" fmla="*/ 39896 w 141772"/>
              <a:gd name="csY36" fmla="*/ 88946 h 152390"/>
              <a:gd name="csX37" fmla="*/ 31900 w 141772"/>
              <a:gd name="csY37" fmla="*/ 92144 h 152390"/>
              <a:gd name="csX38" fmla="*/ 23904 w 141772"/>
              <a:gd name="csY38" fmla="*/ 88946 h 152390"/>
              <a:gd name="csX39" fmla="*/ 21267 w 141772"/>
              <a:gd name="csY39" fmla="*/ 81512 h 152390"/>
              <a:gd name="csX40" fmla="*/ 23904 w 141772"/>
              <a:gd name="csY40" fmla="*/ 74078 h 152390"/>
              <a:gd name="csX41" fmla="*/ 31900 w 141772"/>
              <a:gd name="csY41" fmla="*/ 70880 h 152390"/>
              <a:gd name="csX42" fmla="*/ 109873 w 141772"/>
              <a:gd name="csY42" fmla="*/ 70880 h 152390"/>
              <a:gd name="csX43" fmla="*/ 117869 w 141772"/>
              <a:gd name="csY43" fmla="*/ 74078 h 152390"/>
              <a:gd name="csX44" fmla="*/ 120506 w 141772"/>
              <a:gd name="csY44" fmla="*/ 81512 h 152390"/>
              <a:gd name="csX45" fmla="*/ 117869 w 141772"/>
              <a:gd name="csY45" fmla="*/ 88946 h 152390"/>
              <a:gd name="csX46" fmla="*/ 109873 w 141772"/>
              <a:gd name="csY46" fmla="*/ 92144 h 152390"/>
              <a:gd name="csX47" fmla="*/ 101893 w 141772"/>
              <a:gd name="csY47" fmla="*/ 88946 h 152390"/>
              <a:gd name="csX48" fmla="*/ 99239 w 141772"/>
              <a:gd name="csY48" fmla="*/ 81512 h 152390"/>
              <a:gd name="csX49" fmla="*/ 101893 w 141772"/>
              <a:gd name="csY49" fmla="*/ 74078 h 152390"/>
              <a:gd name="csX50" fmla="*/ 109873 w 141772"/>
              <a:gd name="csY50" fmla="*/ 70880 h 152390"/>
              <a:gd name="csX51" fmla="*/ 12403 w 141772"/>
              <a:gd name="csY51" fmla="*/ 109863 h 152390"/>
              <a:gd name="csX52" fmla="*/ 0 w 141772"/>
              <a:gd name="csY52" fmla="*/ 122267 h 152390"/>
              <a:gd name="csX53" fmla="*/ 0 w 141772"/>
              <a:gd name="csY53" fmla="*/ 131127 h 152390"/>
              <a:gd name="csX54" fmla="*/ 10378 w 141772"/>
              <a:gd name="csY54" fmla="*/ 146964 h 152390"/>
              <a:gd name="csX55" fmla="*/ 31900 w 141772"/>
              <a:gd name="csY55" fmla="*/ 152391 h 152390"/>
              <a:gd name="csX56" fmla="*/ 53422 w 141772"/>
              <a:gd name="csY56" fmla="*/ 146964 h 152390"/>
              <a:gd name="csX57" fmla="*/ 63800 w 141772"/>
              <a:gd name="csY57" fmla="*/ 131127 h 152390"/>
              <a:gd name="csX58" fmla="*/ 63800 w 141772"/>
              <a:gd name="csY58" fmla="*/ 122267 h 152390"/>
              <a:gd name="csX59" fmla="*/ 51397 w 141772"/>
              <a:gd name="csY59" fmla="*/ 109863 h 152390"/>
              <a:gd name="csX60" fmla="*/ 12403 w 141772"/>
              <a:gd name="csY60" fmla="*/ 109863 h 152390"/>
              <a:gd name="csX61" fmla="*/ 90375 w 141772"/>
              <a:gd name="csY61" fmla="*/ 109863 h 152390"/>
              <a:gd name="csX62" fmla="*/ 77973 w 141772"/>
              <a:gd name="csY62" fmla="*/ 122267 h 152390"/>
              <a:gd name="csX63" fmla="*/ 77973 w 141772"/>
              <a:gd name="csY63" fmla="*/ 131127 h 152390"/>
              <a:gd name="csX64" fmla="*/ 88351 w 141772"/>
              <a:gd name="csY64" fmla="*/ 146964 h 152390"/>
              <a:gd name="csX65" fmla="*/ 109873 w 141772"/>
              <a:gd name="csY65" fmla="*/ 152391 h 152390"/>
              <a:gd name="csX66" fmla="*/ 131412 w 141772"/>
              <a:gd name="csY66" fmla="*/ 146964 h 152390"/>
              <a:gd name="csX67" fmla="*/ 141773 w 141772"/>
              <a:gd name="csY67" fmla="*/ 131127 h 152390"/>
              <a:gd name="csX68" fmla="*/ 141773 w 141772"/>
              <a:gd name="csY68" fmla="*/ 122267 h 152390"/>
              <a:gd name="csX69" fmla="*/ 129370 w 141772"/>
              <a:gd name="csY69" fmla="*/ 109863 h 152390"/>
              <a:gd name="csX70" fmla="*/ 90375 w 141772"/>
              <a:gd name="csY70" fmla="*/ 109863 h 152390"/>
              <a:gd name="csX71" fmla="*/ 12403 w 141772"/>
              <a:gd name="csY71" fmla="*/ 120495 h 152390"/>
              <a:gd name="csX72" fmla="*/ 51397 w 141772"/>
              <a:gd name="csY72" fmla="*/ 120495 h 152390"/>
              <a:gd name="csX73" fmla="*/ 53167 w 141772"/>
              <a:gd name="csY73" fmla="*/ 122267 h 152390"/>
              <a:gd name="csX74" fmla="*/ 53167 w 141772"/>
              <a:gd name="csY74" fmla="*/ 131127 h 152390"/>
              <a:gd name="csX75" fmla="*/ 47961 w 141772"/>
              <a:gd name="csY75" fmla="*/ 137848 h 152390"/>
              <a:gd name="csX76" fmla="*/ 31900 w 141772"/>
              <a:gd name="csY76" fmla="*/ 141759 h 152390"/>
              <a:gd name="csX77" fmla="*/ 15840 w 141772"/>
              <a:gd name="csY77" fmla="*/ 137848 h 152390"/>
              <a:gd name="csX78" fmla="*/ 10633 w 141772"/>
              <a:gd name="csY78" fmla="*/ 131127 h 152390"/>
              <a:gd name="csX79" fmla="*/ 10633 w 141772"/>
              <a:gd name="csY79" fmla="*/ 122267 h 152390"/>
              <a:gd name="csX80" fmla="*/ 12403 w 141772"/>
              <a:gd name="csY80" fmla="*/ 120495 h 152390"/>
              <a:gd name="csX81" fmla="*/ 90375 w 141772"/>
              <a:gd name="csY81" fmla="*/ 120495 h 152390"/>
              <a:gd name="csX82" fmla="*/ 129370 w 141772"/>
              <a:gd name="csY82" fmla="*/ 120495 h 152390"/>
              <a:gd name="csX83" fmla="*/ 131139 w 141772"/>
              <a:gd name="csY83" fmla="*/ 122267 h 152390"/>
              <a:gd name="csX84" fmla="*/ 131139 w 141772"/>
              <a:gd name="csY84" fmla="*/ 131127 h 152390"/>
              <a:gd name="csX85" fmla="*/ 125933 w 141772"/>
              <a:gd name="csY85" fmla="*/ 137848 h 152390"/>
              <a:gd name="csX86" fmla="*/ 109873 w 141772"/>
              <a:gd name="csY86" fmla="*/ 141759 h 152390"/>
              <a:gd name="csX87" fmla="*/ 93812 w 141772"/>
              <a:gd name="csY87" fmla="*/ 137848 h 152390"/>
              <a:gd name="csX88" fmla="*/ 88606 w 141772"/>
              <a:gd name="csY88" fmla="*/ 131127 h 152390"/>
              <a:gd name="csX89" fmla="*/ 88606 w 141772"/>
              <a:gd name="csY89" fmla="*/ 122267 h 152390"/>
              <a:gd name="csX90" fmla="*/ 90375 w 141772"/>
              <a:gd name="csY90" fmla="*/ 120495 h 152390"/>
            </a:gdLst>
            <a:ahLst/>
            <a:cxnLst/>
            <a:rect l="l" t="t" r="r" b="b"/>
            <a:pathLst>
              <a:path w="100000" h="100000">
                <a:moveTo>
                  <a:pt x="30234" y="0"/>
                </a:moveTo>
                <a:cubicBezTo>
                  <a:pt x="25746" y="0"/>
                  <a:pt x="22095" y="3651"/>
                  <a:pt x="22095" y="8140"/>
                </a:cubicBezTo>
                <a:lnTo>
                  <a:pt x="22095" y="26744"/>
                </a:lnTo>
                <a:cubicBezTo>
                  <a:pt x="22095" y="31232"/>
                  <a:pt x="25746" y="34884"/>
                  <a:pt x="30234" y="34884"/>
                </a:cubicBezTo>
                <a:lnTo>
                  <a:pt x="39645" y="34884"/>
                </a:lnTo>
                <a:lnTo>
                  <a:pt x="45071" y="43555"/>
                </a:lnTo>
                <a:cubicBezTo>
                  <a:pt x="46143" y="45262"/>
                  <a:pt x="47985" y="46285"/>
                  <a:pt x="49995" y="46285"/>
                </a:cubicBezTo>
                <a:lnTo>
                  <a:pt x="50006" y="46285"/>
                </a:lnTo>
                <a:cubicBezTo>
                  <a:pt x="52015" y="46285"/>
                  <a:pt x="53858" y="45267"/>
                  <a:pt x="54929" y="43555"/>
                </a:cubicBezTo>
                <a:lnTo>
                  <a:pt x="60355" y="34884"/>
                </a:lnTo>
                <a:lnTo>
                  <a:pt x="69767" y="34884"/>
                </a:lnTo>
                <a:cubicBezTo>
                  <a:pt x="74266" y="34884"/>
                  <a:pt x="77917" y="31232"/>
                  <a:pt x="77917" y="26744"/>
                </a:cubicBezTo>
                <a:lnTo>
                  <a:pt x="77917" y="8140"/>
                </a:lnTo>
                <a:cubicBezTo>
                  <a:pt x="77917" y="3651"/>
                  <a:pt x="74266" y="0"/>
                  <a:pt x="69767" y="0"/>
                </a:cubicBezTo>
                <a:lnTo>
                  <a:pt x="30234" y="0"/>
                </a:lnTo>
                <a:close/>
                <a:moveTo>
                  <a:pt x="24417" y="39535"/>
                </a:moveTo>
                <a:cubicBezTo>
                  <a:pt x="20052" y="39535"/>
                  <a:pt x="16345" y="41296"/>
                  <a:pt x="13956" y="43977"/>
                </a:cubicBezTo>
                <a:cubicBezTo>
                  <a:pt x="11578" y="46659"/>
                  <a:pt x="10461" y="50096"/>
                  <a:pt x="10461" y="53489"/>
                </a:cubicBezTo>
                <a:cubicBezTo>
                  <a:pt x="10461" y="56880"/>
                  <a:pt x="11578" y="60318"/>
                  <a:pt x="13956" y="63000"/>
                </a:cubicBezTo>
                <a:cubicBezTo>
                  <a:pt x="16345" y="65681"/>
                  <a:pt x="20052" y="67443"/>
                  <a:pt x="24417" y="67443"/>
                </a:cubicBezTo>
                <a:cubicBezTo>
                  <a:pt x="28782" y="67443"/>
                  <a:pt x="32489" y="65681"/>
                  <a:pt x="34878" y="63000"/>
                </a:cubicBezTo>
                <a:cubicBezTo>
                  <a:pt x="37256" y="60318"/>
                  <a:pt x="38373" y="56880"/>
                  <a:pt x="38373" y="53489"/>
                </a:cubicBezTo>
                <a:cubicBezTo>
                  <a:pt x="38373" y="50096"/>
                  <a:pt x="37256" y="46659"/>
                  <a:pt x="34878" y="43977"/>
                </a:cubicBezTo>
                <a:cubicBezTo>
                  <a:pt x="32489" y="41296"/>
                  <a:pt x="28782" y="39535"/>
                  <a:pt x="24417" y="39535"/>
                </a:cubicBezTo>
                <a:close/>
                <a:moveTo>
                  <a:pt x="75584" y="39535"/>
                </a:moveTo>
                <a:cubicBezTo>
                  <a:pt x="71229" y="39535"/>
                  <a:pt x="67512" y="41296"/>
                  <a:pt x="65134" y="43977"/>
                </a:cubicBezTo>
                <a:cubicBezTo>
                  <a:pt x="62744" y="46659"/>
                  <a:pt x="61628" y="50096"/>
                  <a:pt x="61628" y="53489"/>
                </a:cubicBezTo>
                <a:cubicBezTo>
                  <a:pt x="61628" y="56880"/>
                  <a:pt x="62744" y="60318"/>
                  <a:pt x="65134" y="63000"/>
                </a:cubicBezTo>
                <a:cubicBezTo>
                  <a:pt x="67512" y="65681"/>
                  <a:pt x="71229" y="67443"/>
                  <a:pt x="75584" y="67443"/>
                </a:cubicBezTo>
                <a:cubicBezTo>
                  <a:pt x="79949" y="67443"/>
                  <a:pt x="83655" y="65681"/>
                  <a:pt x="86044" y="63000"/>
                </a:cubicBezTo>
                <a:cubicBezTo>
                  <a:pt x="88434" y="60318"/>
                  <a:pt x="89539" y="56880"/>
                  <a:pt x="89539" y="53489"/>
                </a:cubicBezTo>
                <a:cubicBezTo>
                  <a:pt x="89539" y="50096"/>
                  <a:pt x="88434" y="46659"/>
                  <a:pt x="86044" y="43977"/>
                </a:cubicBezTo>
                <a:cubicBezTo>
                  <a:pt x="83655" y="41296"/>
                  <a:pt x="79949" y="39535"/>
                  <a:pt x="75584" y="39535"/>
                </a:cubicBezTo>
                <a:close/>
                <a:moveTo>
                  <a:pt x="24417" y="46512"/>
                </a:moveTo>
                <a:cubicBezTo>
                  <a:pt x="27029" y="46512"/>
                  <a:pt x="28559" y="47367"/>
                  <a:pt x="29664" y="48611"/>
                </a:cubicBezTo>
                <a:cubicBezTo>
                  <a:pt x="30770" y="49854"/>
                  <a:pt x="31395" y="51647"/>
                  <a:pt x="31395" y="53489"/>
                </a:cubicBezTo>
                <a:cubicBezTo>
                  <a:pt x="31395" y="55330"/>
                  <a:pt x="30770" y="57124"/>
                  <a:pt x="29664" y="58367"/>
                </a:cubicBezTo>
                <a:cubicBezTo>
                  <a:pt x="28559" y="59610"/>
                  <a:pt x="27029" y="60466"/>
                  <a:pt x="24417" y="60466"/>
                </a:cubicBezTo>
                <a:cubicBezTo>
                  <a:pt x="21805" y="60466"/>
                  <a:pt x="20275" y="59610"/>
                  <a:pt x="19170" y="58367"/>
                </a:cubicBezTo>
                <a:cubicBezTo>
                  <a:pt x="18065" y="57124"/>
                  <a:pt x="17439" y="55330"/>
                  <a:pt x="17439" y="53489"/>
                </a:cubicBezTo>
                <a:cubicBezTo>
                  <a:pt x="17439" y="51647"/>
                  <a:pt x="18065" y="49854"/>
                  <a:pt x="19170" y="48611"/>
                </a:cubicBezTo>
                <a:cubicBezTo>
                  <a:pt x="20275" y="47367"/>
                  <a:pt x="21805" y="46512"/>
                  <a:pt x="24417" y="46512"/>
                </a:cubicBezTo>
                <a:close/>
                <a:moveTo>
                  <a:pt x="75584" y="46512"/>
                </a:moveTo>
                <a:cubicBezTo>
                  <a:pt x="78207" y="46512"/>
                  <a:pt x="79726" y="47367"/>
                  <a:pt x="80831" y="48611"/>
                </a:cubicBezTo>
                <a:cubicBezTo>
                  <a:pt x="81936" y="49854"/>
                  <a:pt x="82561" y="51647"/>
                  <a:pt x="82561" y="53489"/>
                </a:cubicBezTo>
                <a:cubicBezTo>
                  <a:pt x="82561" y="55330"/>
                  <a:pt x="81936" y="57124"/>
                  <a:pt x="80831" y="58367"/>
                </a:cubicBezTo>
                <a:cubicBezTo>
                  <a:pt x="79726" y="59610"/>
                  <a:pt x="78207" y="60466"/>
                  <a:pt x="75584" y="60466"/>
                </a:cubicBezTo>
                <a:cubicBezTo>
                  <a:pt x="72971" y="60466"/>
                  <a:pt x="71452" y="59610"/>
                  <a:pt x="70347" y="58367"/>
                </a:cubicBezTo>
                <a:cubicBezTo>
                  <a:pt x="69242" y="57124"/>
                  <a:pt x="68606" y="55330"/>
                  <a:pt x="68606" y="53489"/>
                </a:cubicBezTo>
                <a:cubicBezTo>
                  <a:pt x="68606" y="51647"/>
                  <a:pt x="69242" y="49854"/>
                  <a:pt x="70347" y="48611"/>
                </a:cubicBezTo>
                <a:cubicBezTo>
                  <a:pt x="71452" y="47367"/>
                  <a:pt x="72971" y="46512"/>
                  <a:pt x="75584" y="46512"/>
                </a:cubicBezTo>
                <a:close/>
                <a:moveTo>
                  <a:pt x="11623" y="72093"/>
                </a:moveTo>
                <a:cubicBezTo>
                  <a:pt x="7168" y="72093"/>
                  <a:pt x="3484" y="75781"/>
                  <a:pt x="3484" y="80233"/>
                </a:cubicBezTo>
                <a:lnTo>
                  <a:pt x="3484" y="86047"/>
                </a:lnTo>
                <a:cubicBezTo>
                  <a:pt x="3484" y="90507"/>
                  <a:pt x="6464" y="94143"/>
                  <a:pt x="10294" y="96439"/>
                </a:cubicBezTo>
                <a:cubicBezTo>
                  <a:pt x="14112" y="98737"/>
                  <a:pt x="19036" y="100001"/>
                  <a:pt x="24417" y="100001"/>
                </a:cubicBezTo>
                <a:cubicBezTo>
                  <a:pt x="29799" y="100001"/>
                  <a:pt x="34721" y="98737"/>
                  <a:pt x="38540" y="96439"/>
                </a:cubicBezTo>
                <a:cubicBezTo>
                  <a:pt x="42370" y="94143"/>
                  <a:pt x="45350" y="90507"/>
                  <a:pt x="45350" y="86047"/>
                </a:cubicBezTo>
                <a:lnTo>
                  <a:pt x="45350" y="80233"/>
                </a:lnTo>
                <a:cubicBezTo>
                  <a:pt x="45350" y="75781"/>
                  <a:pt x="41666" y="72093"/>
                  <a:pt x="37211" y="72093"/>
                </a:cubicBezTo>
                <a:lnTo>
                  <a:pt x="11623" y="72093"/>
                </a:lnTo>
                <a:close/>
                <a:moveTo>
                  <a:pt x="62789" y="72093"/>
                </a:moveTo>
                <a:cubicBezTo>
                  <a:pt x="58346" y="72093"/>
                  <a:pt x="54651" y="75781"/>
                  <a:pt x="54651" y="80233"/>
                </a:cubicBezTo>
                <a:lnTo>
                  <a:pt x="54651" y="86047"/>
                </a:lnTo>
                <a:cubicBezTo>
                  <a:pt x="54651" y="90507"/>
                  <a:pt x="57631" y="94143"/>
                  <a:pt x="61461" y="96439"/>
                </a:cubicBezTo>
                <a:cubicBezTo>
                  <a:pt x="65290" y="98737"/>
                  <a:pt x="70202" y="100001"/>
                  <a:pt x="75584" y="100001"/>
                </a:cubicBezTo>
                <a:cubicBezTo>
                  <a:pt x="80965" y="100001"/>
                  <a:pt x="85888" y="98737"/>
                  <a:pt x="89718" y="96439"/>
                </a:cubicBezTo>
                <a:cubicBezTo>
                  <a:pt x="93547" y="94143"/>
                  <a:pt x="96517" y="90507"/>
                  <a:pt x="96517" y="86047"/>
                </a:cubicBezTo>
                <a:lnTo>
                  <a:pt x="96517" y="80233"/>
                </a:lnTo>
                <a:cubicBezTo>
                  <a:pt x="96517" y="75781"/>
                  <a:pt x="92832" y="72093"/>
                  <a:pt x="88378" y="72093"/>
                </a:cubicBezTo>
                <a:lnTo>
                  <a:pt x="62789" y="72093"/>
                </a:lnTo>
                <a:close/>
                <a:moveTo>
                  <a:pt x="11623" y="79070"/>
                </a:moveTo>
                <a:lnTo>
                  <a:pt x="37211" y="79070"/>
                </a:lnTo>
                <a:cubicBezTo>
                  <a:pt x="37892" y="79070"/>
                  <a:pt x="38373" y="79547"/>
                  <a:pt x="38373" y="80233"/>
                </a:cubicBezTo>
                <a:lnTo>
                  <a:pt x="38373" y="86047"/>
                </a:lnTo>
                <a:cubicBezTo>
                  <a:pt x="38373" y="87365"/>
                  <a:pt x="37446" y="88966"/>
                  <a:pt x="34956" y="90457"/>
                </a:cubicBezTo>
                <a:cubicBezTo>
                  <a:pt x="32467" y="91948"/>
                  <a:pt x="28671" y="93024"/>
                  <a:pt x="24417" y="93024"/>
                </a:cubicBezTo>
                <a:cubicBezTo>
                  <a:pt x="20163" y="93024"/>
                  <a:pt x="16368" y="91948"/>
                  <a:pt x="13878" y="90457"/>
                </a:cubicBezTo>
                <a:cubicBezTo>
                  <a:pt x="11389" y="88966"/>
                  <a:pt x="10461" y="87365"/>
                  <a:pt x="10461" y="86047"/>
                </a:cubicBezTo>
                <a:lnTo>
                  <a:pt x="10461" y="80233"/>
                </a:lnTo>
                <a:cubicBezTo>
                  <a:pt x="10461" y="79547"/>
                  <a:pt x="10942" y="79070"/>
                  <a:pt x="11623" y="79070"/>
                </a:cubicBezTo>
                <a:close/>
                <a:moveTo>
                  <a:pt x="62789" y="79070"/>
                </a:moveTo>
                <a:lnTo>
                  <a:pt x="88378" y="79070"/>
                </a:lnTo>
                <a:cubicBezTo>
                  <a:pt x="89070" y="79070"/>
                  <a:pt x="89539" y="79547"/>
                  <a:pt x="89539" y="80233"/>
                </a:cubicBezTo>
                <a:lnTo>
                  <a:pt x="89539" y="86047"/>
                </a:lnTo>
                <a:cubicBezTo>
                  <a:pt x="89539" y="87365"/>
                  <a:pt x="88612" y="88966"/>
                  <a:pt x="86122" y="90457"/>
                </a:cubicBezTo>
                <a:cubicBezTo>
                  <a:pt x="83644" y="91948"/>
                  <a:pt x="79837" y="93024"/>
                  <a:pt x="75584" y="93024"/>
                </a:cubicBezTo>
                <a:cubicBezTo>
                  <a:pt x="71341" y="93024"/>
                  <a:pt x="67534" y="91948"/>
                  <a:pt x="65044" y="90457"/>
                </a:cubicBezTo>
                <a:cubicBezTo>
                  <a:pt x="62566" y="88966"/>
                  <a:pt x="61628" y="87365"/>
                  <a:pt x="61628" y="86047"/>
                </a:cubicBezTo>
                <a:lnTo>
                  <a:pt x="61628" y="80233"/>
                </a:lnTo>
                <a:cubicBezTo>
                  <a:pt x="61628" y="79547"/>
                  <a:pt x="62108" y="79070"/>
                  <a:pt x="62789" y="7907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5" name="Белый — SVG 8">
            <a:extLst>
              <a:ext uri="{FF2B5EF4-FFF2-40B4-BE49-F238E27FC236}">
                <a16:creationId xmlns:a16="http://schemas.microsoft.com/office/drawing/2014/main" id="{AACD7D2F-13F4-604F-B97D-20D4B69C6108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21032 w 127601"/>
              <a:gd name="csY0" fmla="*/ 0 h 141860"/>
              <a:gd name="csX1" fmla="*/ 11006 w 127601"/>
              <a:gd name="csY1" fmla="*/ 4152 h 141860"/>
              <a:gd name="csX2" fmla="*/ 6855 w 127601"/>
              <a:gd name="csY2" fmla="*/ 14175 h 141860"/>
              <a:gd name="csX3" fmla="*/ 11006 w 127601"/>
              <a:gd name="csY3" fmla="*/ 24200 h 141860"/>
              <a:gd name="csX4" fmla="*/ 21032 w 127601"/>
              <a:gd name="csY4" fmla="*/ 28352 h 141860"/>
              <a:gd name="csX5" fmla="*/ 31057 w 127601"/>
              <a:gd name="csY5" fmla="*/ 24200 h 141860"/>
              <a:gd name="csX6" fmla="*/ 35210 w 127601"/>
              <a:gd name="csY6" fmla="*/ 14175 h 141860"/>
              <a:gd name="csX7" fmla="*/ 31057 w 127601"/>
              <a:gd name="csY7" fmla="*/ 4152 h 141860"/>
              <a:gd name="csX8" fmla="*/ 21032 w 127601"/>
              <a:gd name="csY8" fmla="*/ 0 h 141860"/>
              <a:gd name="csX9" fmla="*/ 106099 w 127601"/>
              <a:gd name="csY9" fmla="*/ 0 h 141860"/>
              <a:gd name="csX10" fmla="*/ 96073 w 127601"/>
              <a:gd name="csY10" fmla="*/ 4152 h 141860"/>
              <a:gd name="csX11" fmla="*/ 91922 w 127601"/>
              <a:gd name="csY11" fmla="*/ 14175 h 141860"/>
              <a:gd name="csX12" fmla="*/ 96073 w 127601"/>
              <a:gd name="csY12" fmla="*/ 24200 h 141860"/>
              <a:gd name="csX13" fmla="*/ 106099 w 127601"/>
              <a:gd name="csY13" fmla="*/ 28352 h 141860"/>
              <a:gd name="csX14" fmla="*/ 116124 w 127601"/>
              <a:gd name="csY14" fmla="*/ 24200 h 141860"/>
              <a:gd name="csX15" fmla="*/ 120277 w 127601"/>
              <a:gd name="csY15" fmla="*/ 14175 h 141860"/>
              <a:gd name="csX16" fmla="*/ 116124 w 127601"/>
              <a:gd name="csY16" fmla="*/ 4152 h 141860"/>
              <a:gd name="csX17" fmla="*/ 106099 w 127601"/>
              <a:gd name="csY17" fmla="*/ 0 h 141860"/>
              <a:gd name="csX18" fmla="*/ 19260 w 127601"/>
              <a:gd name="csY18" fmla="*/ 35439 h 141860"/>
              <a:gd name="csX19" fmla="*/ 0 w 127601"/>
              <a:gd name="csY19" fmla="*/ 54932 h 141860"/>
              <a:gd name="csX20" fmla="*/ 0 w 127601"/>
              <a:gd name="csY20" fmla="*/ 95687 h 141860"/>
              <a:gd name="csX21" fmla="*/ 957 w 127601"/>
              <a:gd name="csY21" fmla="*/ 98797 h 141860"/>
              <a:gd name="csX22" fmla="*/ 3546 w 127601"/>
              <a:gd name="csY22" fmla="*/ 100769 h 141860"/>
              <a:gd name="csX23" fmla="*/ 3546 w 127601"/>
              <a:gd name="csY23" fmla="*/ 134672 h 141860"/>
              <a:gd name="csX24" fmla="*/ 4056 w 127601"/>
              <a:gd name="csY24" fmla="*/ 137414 h 141860"/>
              <a:gd name="csX25" fmla="*/ 5586 w 127601"/>
              <a:gd name="csY25" fmla="*/ 139748 h 141860"/>
              <a:gd name="csX26" fmla="*/ 7898 w 127601"/>
              <a:gd name="csY26" fmla="*/ 141311 h 141860"/>
              <a:gd name="csX27" fmla="*/ 10634 w 127601"/>
              <a:gd name="csY27" fmla="*/ 141861 h 141860"/>
              <a:gd name="csX28" fmla="*/ 13371 w 127601"/>
              <a:gd name="csY28" fmla="*/ 141311 h 141860"/>
              <a:gd name="csX29" fmla="*/ 15683 w 127601"/>
              <a:gd name="csY29" fmla="*/ 139748 h 141860"/>
              <a:gd name="csX30" fmla="*/ 17213 w 127601"/>
              <a:gd name="csY30" fmla="*/ 137414 h 141860"/>
              <a:gd name="csX31" fmla="*/ 17723 w 127601"/>
              <a:gd name="csY31" fmla="*/ 134672 h 141860"/>
              <a:gd name="csX32" fmla="*/ 17723 w 127601"/>
              <a:gd name="csY32" fmla="*/ 99231 h 141860"/>
              <a:gd name="csX33" fmla="*/ 24813 w 127601"/>
              <a:gd name="csY33" fmla="*/ 99231 h 141860"/>
              <a:gd name="csX34" fmla="*/ 24813 w 127601"/>
              <a:gd name="csY34" fmla="*/ 134672 h 141860"/>
              <a:gd name="csX35" fmla="*/ 25323 w 127601"/>
              <a:gd name="csY35" fmla="*/ 137414 h 141860"/>
              <a:gd name="csX36" fmla="*/ 26853 w 127601"/>
              <a:gd name="csY36" fmla="*/ 139748 h 141860"/>
              <a:gd name="csX37" fmla="*/ 29165 w 127601"/>
              <a:gd name="csY37" fmla="*/ 141311 h 141860"/>
              <a:gd name="csX38" fmla="*/ 31901 w 127601"/>
              <a:gd name="csY38" fmla="*/ 141861 h 141860"/>
              <a:gd name="csX39" fmla="*/ 34638 w 127601"/>
              <a:gd name="csY39" fmla="*/ 141311 h 141860"/>
              <a:gd name="csX40" fmla="*/ 36950 w 127601"/>
              <a:gd name="csY40" fmla="*/ 139748 h 141860"/>
              <a:gd name="csX41" fmla="*/ 38480 w 127601"/>
              <a:gd name="csY41" fmla="*/ 137414 h 141860"/>
              <a:gd name="csX42" fmla="*/ 38990 w 127601"/>
              <a:gd name="csY42" fmla="*/ 134672 h 141860"/>
              <a:gd name="csX43" fmla="*/ 38990 w 127601"/>
              <a:gd name="csY43" fmla="*/ 92144 h 141860"/>
              <a:gd name="csX44" fmla="*/ 38886 w 127601"/>
              <a:gd name="csY44" fmla="*/ 90974 h 141860"/>
              <a:gd name="csX45" fmla="*/ 41537 w 127601"/>
              <a:gd name="csY45" fmla="*/ 63113 h 141860"/>
              <a:gd name="csX46" fmla="*/ 46910 w 127601"/>
              <a:gd name="csY46" fmla="*/ 67509 h 141860"/>
              <a:gd name="csX47" fmla="*/ 50115 w 127601"/>
              <a:gd name="csY47" fmla="*/ 68990 h 141860"/>
              <a:gd name="csX48" fmla="*/ 53639 w 127601"/>
              <a:gd name="csY48" fmla="*/ 68740 h 141860"/>
              <a:gd name="csX49" fmla="*/ 69589 w 127601"/>
              <a:gd name="csY49" fmla="*/ 63424 h 141860"/>
              <a:gd name="csX50" fmla="*/ 72074 w 127601"/>
              <a:gd name="csY50" fmla="*/ 62094 h 141860"/>
              <a:gd name="csX51" fmla="*/ 73844 w 127601"/>
              <a:gd name="csY51" fmla="*/ 59899 h 141860"/>
              <a:gd name="csX52" fmla="*/ 74618 w 127601"/>
              <a:gd name="csY52" fmla="*/ 57190 h 141860"/>
              <a:gd name="csX53" fmla="*/ 74276 w 127601"/>
              <a:gd name="csY53" fmla="*/ 54391 h 141860"/>
              <a:gd name="csX54" fmla="*/ 72869 w 127601"/>
              <a:gd name="csY54" fmla="*/ 51949 h 141860"/>
              <a:gd name="csX55" fmla="*/ 70621 w 127601"/>
              <a:gd name="csY55" fmla="*/ 50247 h 141860"/>
              <a:gd name="csX56" fmla="*/ 67889 w 127601"/>
              <a:gd name="csY56" fmla="*/ 49555 h 141860"/>
              <a:gd name="csX57" fmla="*/ 65102 w 127601"/>
              <a:gd name="csY57" fmla="*/ 49982 h 141860"/>
              <a:gd name="csX58" fmla="*/ 52863 w 127601"/>
              <a:gd name="csY58" fmla="*/ 54060 h 141860"/>
              <a:gd name="csX59" fmla="*/ 36387 w 127601"/>
              <a:gd name="csY59" fmla="*/ 40583 h 141860"/>
              <a:gd name="csX60" fmla="*/ 34621 w 127601"/>
              <a:gd name="csY60" fmla="*/ 39496 h 141860"/>
              <a:gd name="csX61" fmla="*/ 22805 w 127601"/>
              <a:gd name="csY61" fmla="*/ 35439 h 141860"/>
              <a:gd name="csX62" fmla="*/ 19260 w 127601"/>
              <a:gd name="csY62" fmla="*/ 35439 h 141860"/>
              <a:gd name="csX63" fmla="*/ 104327 w 127601"/>
              <a:gd name="csY63" fmla="*/ 35439 h 141860"/>
              <a:gd name="csX64" fmla="*/ 85067 w 127601"/>
              <a:gd name="csY64" fmla="*/ 54932 h 141860"/>
              <a:gd name="csX65" fmla="*/ 85067 w 127601"/>
              <a:gd name="csY65" fmla="*/ 95687 h 141860"/>
              <a:gd name="csX66" fmla="*/ 86024 w 127601"/>
              <a:gd name="csY66" fmla="*/ 98797 h 141860"/>
              <a:gd name="csX67" fmla="*/ 88613 w 127601"/>
              <a:gd name="csY67" fmla="*/ 100769 h 141860"/>
              <a:gd name="csX68" fmla="*/ 88613 w 127601"/>
              <a:gd name="csY68" fmla="*/ 134672 h 141860"/>
              <a:gd name="csX69" fmla="*/ 89123 w 127601"/>
              <a:gd name="csY69" fmla="*/ 137414 h 141860"/>
              <a:gd name="csX70" fmla="*/ 90653 w 127601"/>
              <a:gd name="csY70" fmla="*/ 139748 h 141860"/>
              <a:gd name="csX71" fmla="*/ 92965 w 127601"/>
              <a:gd name="csY71" fmla="*/ 141311 h 141860"/>
              <a:gd name="csX72" fmla="*/ 95701 w 127601"/>
              <a:gd name="csY72" fmla="*/ 141861 h 141860"/>
              <a:gd name="csX73" fmla="*/ 98438 w 127601"/>
              <a:gd name="csY73" fmla="*/ 141311 h 141860"/>
              <a:gd name="csX74" fmla="*/ 100750 w 127601"/>
              <a:gd name="csY74" fmla="*/ 139748 h 141860"/>
              <a:gd name="csX75" fmla="*/ 102280 w 127601"/>
              <a:gd name="csY75" fmla="*/ 137414 h 141860"/>
              <a:gd name="csX76" fmla="*/ 102790 w 127601"/>
              <a:gd name="csY76" fmla="*/ 134672 h 141860"/>
              <a:gd name="csX77" fmla="*/ 102790 w 127601"/>
              <a:gd name="csY77" fmla="*/ 99231 h 141860"/>
              <a:gd name="csX78" fmla="*/ 109880 w 127601"/>
              <a:gd name="csY78" fmla="*/ 99231 h 141860"/>
              <a:gd name="csX79" fmla="*/ 109880 w 127601"/>
              <a:gd name="csY79" fmla="*/ 134672 h 141860"/>
              <a:gd name="csX80" fmla="*/ 110390 w 127601"/>
              <a:gd name="csY80" fmla="*/ 137414 h 141860"/>
              <a:gd name="csX81" fmla="*/ 111920 w 127601"/>
              <a:gd name="csY81" fmla="*/ 139748 h 141860"/>
              <a:gd name="csX82" fmla="*/ 114232 w 127601"/>
              <a:gd name="csY82" fmla="*/ 141311 h 141860"/>
              <a:gd name="csX83" fmla="*/ 116968 w 127601"/>
              <a:gd name="csY83" fmla="*/ 141861 h 141860"/>
              <a:gd name="csX84" fmla="*/ 119705 w 127601"/>
              <a:gd name="csY84" fmla="*/ 141311 h 141860"/>
              <a:gd name="csX85" fmla="*/ 122017 w 127601"/>
              <a:gd name="csY85" fmla="*/ 139748 h 141860"/>
              <a:gd name="csX86" fmla="*/ 123547 w 127601"/>
              <a:gd name="csY86" fmla="*/ 137414 h 141860"/>
              <a:gd name="csX87" fmla="*/ 124057 w 127601"/>
              <a:gd name="csY87" fmla="*/ 134672 h 141860"/>
              <a:gd name="csX88" fmla="*/ 124057 w 127601"/>
              <a:gd name="csY88" fmla="*/ 100769 h 141860"/>
              <a:gd name="csX89" fmla="*/ 126647 w 127601"/>
              <a:gd name="csY89" fmla="*/ 98797 h 141860"/>
              <a:gd name="csX90" fmla="*/ 127601 w 127601"/>
              <a:gd name="csY90" fmla="*/ 95687 h 141860"/>
              <a:gd name="csX91" fmla="*/ 127601 w 127601"/>
              <a:gd name="csY91" fmla="*/ 54932 h 141860"/>
              <a:gd name="csX92" fmla="*/ 107872 w 127601"/>
              <a:gd name="csY92" fmla="*/ 35439 h 141860"/>
              <a:gd name="csX93" fmla="*/ 104327 w 127601"/>
              <a:gd name="csY93" fmla="*/ 35439 h 141860"/>
            </a:gdLst>
            <a:ahLst/>
            <a:cxnLst/>
            <a:rect l="l" t="t" r="r" b="b"/>
            <a:pathLst>
              <a:path w="100000" h="100000">
                <a:moveTo>
                  <a:pt x="19852" y="0"/>
                </a:moveTo>
                <a:cubicBezTo>
                  <a:pt x="17201" y="0"/>
                  <a:pt x="14659" y="1053"/>
                  <a:pt x="12784" y="2927"/>
                </a:cubicBezTo>
                <a:cubicBezTo>
                  <a:pt x="10911" y="4801"/>
                  <a:pt x="9858" y="7342"/>
                  <a:pt x="9858" y="9992"/>
                </a:cubicBezTo>
                <a:cubicBezTo>
                  <a:pt x="9858" y="12643"/>
                  <a:pt x="10911" y="15185"/>
                  <a:pt x="12784" y="17059"/>
                </a:cubicBezTo>
                <a:cubicBezTo>
                  <a:pt x="14659" y="18933"/>
                  <a:pt x="17201" y="19986"/>
                  <a:pt x="19852" y="19986"/>
                </a:cubicBezTo>
                <a:cubicBezTo>
                  <a:pt x="22502" y="19986"/>
                  <a:pt x="25045" y="18933"/>
                  <a:pt x="26918" y="17059"/>
                </a:cubicBezTo>
                <a:cubicBezTo>
                  <a:pt x="28793" y="15185"/>
                  <a:pt x="29846" y="12643"/>
                  <a:pt x="29846" y="9992"/>
                </a:cubicBezTo>
                <a:cubicBezTo>
                  <a:pt x="29846" y="7342"/>
                  <a:pt x="28793" y="4801"/>
                  <a:pt x="26918" y="2927"/>
                </a:cubicBezTo>
                <a:cubicBezTo>
                  <a:pt x="25045" y="1053"/>
                  <a:pt x="22502" y="0"/>
                  <a:pt x="19852" y="0"/>
                </a:cubicBezTo>
                <a:close/>
                <a:moveTo>
                  <a:pt x="79817" y="0"/>
                </a:moveTo>
                <a:cubicBezTo>
                  <a:pt x="77167" y="0"/>
                  <a:pt x="74625" y="1053"/>
                  <a:pt x="72750" y="2927"/>
                </a:cubicBezTo>
                <a:cubicBezTo>
                  <a:pt x="70877" y="4801"/>
                  <a:pt x="69823" y="7342"/>
                  <a:pt x="69823" y="9992"/>
                </a:cubicBezTo>
                <a:cubicBezTo>
                  <a:pt x="69823" y="12643"/>
                  <a:pt x="70877" y="15185"/>
                  <a:pt x="72750" y="17059"/>
                </a:cubicBezTo>
                <a:cubicBezTo>
                  <a:pt x="74625" y="18933"/>
                  <a:pt x="77167" y="19986"/>
                  <a:pt x="79817" y="19986"/>
                </a:cubicBezTo>
                <a:cubicBezTo>
                  <a:pt x="82468" y="19986"/>
                  <a:pt x="85010" y="18933"/>
                  <a:pt x="86884" y="17059"/>
                </a:cubicBezTo>
                <a:cubicBezTo>
                  <a:pt x="88758" y="15185"/>
                  <a:pt x="89811" y="12643"/>
                  <a:pt x="89811" y="9992"/>
                </a:cubicBezTo>
                <a:cubicBezTo>
                  <a:pt x="89811" y="7342"/>
                  <a:pt x="88758" y="4801"/>
                  <a:pt x="86884" y="2927"/>
                </a:cubicBezTo>
                <a:cubicBezTo>
                  <a:pt x="85010" y="1053"/>
                  <a:pt x="82468" y="0"/>
                  <a:pt x="79817" y="0"/>
                </a:cubicBezTo>
                <a:close/>
                <a:moveTo>
                  <a:pt x="18602" y="24982"/>
                </a:moveTo>
                <a:cubicBezTo>
                  <a:pt x="11057" y="24982"/>
                  <a:pt x="5026" y="31255"/>
                  <a:pt x="5026" y="38723"/>
                </a:cubicBezTo>
                <a:lnTo>
                  <a:pt x="5026" y="67452"/>
                </a:lnTo>
                <a:cubicBezTo>
                  <a:pt x="5017" y="68235"/>
                  <a:pt x="5251" y="69001"/>
                  <a:pt x="5700" y="69644"/>
                </a:cubicBezTo>
                <a:cubicBezTo>
                  <a:pt x="6149" y="70287"/>
                  <a:pt x="6787" y="70773"/>
                  <a:pt x="7525" y="71034"/>
                </a:cubicBezTo>
                <a:lnTo>
                  <a:pt x="7525" y="94933"/>
                </a:lnTo>
                <a:cubicBezTo>
                  <a:pt x="7516" y="95595"/>
                  <a:pt x="7638" y="96252"/>
                  <a:pt x="7885" y="96866"/>
                </a:cubicBezTo>
                <a:cubicBezTo>
                  <a:pt x="8132" y="97481"/>
                  <a:pt x="8498" y="98040"/>
                  <a:pt x="8963" y="98511"/>
                </a:cubicBezTo>
                <a:cubicBezTo>
                  <a:pt x="9429" y="98982"/>
                  <a:pt x="9983" y="99358"/>
                  <a:pt x="10593" y="99613"/>
                </a:cubicBezTo>
                <a:cubicBezTo>
                  <a:pt x="11204" y="99869"/>
                  <a:pt x="11860" y="100001"/>
                  <a:pt x="12522" y="100001"/>
                </a:cubicBezTo>
                <a:cubicBezTo>
                  <a:pt x="13184" y="100001"/>
                  <a:pt x="13840" y="99869"/>
                  <a:pt x="14451" y="99613"/>
                </a:cubicBezTo>
                <a:cubicBezTo>
                  <a:pt x="15062" y="99358"/>
                  <a:pt x="15616" y="98982"/>
                  <a:pt x="16081" y="98511"/>
                </a:cubicBezTo>
                <a:cubicBezTo>
                  <a:pt x="16546" y="98040"/>
                  <a:pt x="16912" y="97481"/>
                  <a:pt x="17160" y="96866"/>
                </a:cubicBezTo>
                <a:cubicBezTo>
                  <a:pt x="17406" y="96252"/>
                  <a:pt x="17529" y="95595"/>
                  <a:pt x="17519" y="94933"/>
                </a:cubicBezTo>
                <a:lnTo>
                  <a:pt x="17519" y="69950"/>
                </a:lnTo>
                <a:lnTo>
                  <a:pt x="22517" y="69950"/>
                </a:lnTo>
                <a:lnTo>
                  <a:pt x="22517" y="94933"/>
                </a:lnTo>
                <a:cubicBezTo>
                  <a:pt x="22507" y="95595"/>
                  <a:pt x="22630" y="96252"/>
                  <a:pt x="22876" y="96866"/>
                </a:cubicBezTo>
                <a:cubicBezTo>
                  <a:pt x="23124" y="97481"/>
                  <a:pt x="23490" y="98040"/>
                  <a:pt x="23955" y="98511"/>
                </a:cubicBezTo>
                <a:cubicBezTo>
                  <a:pt x="24420" y="98982"/>
                  <a:pt x="24974" y="99358"/>
                  <a:pt x="25585" y="99613"/>
                </a:cubicBezTo>
                <a:cubicBezTo>
                  <a:pt x="26195" y="99869"/>
                  <a:pt x="26851" y="100001"/>
                  <a:pt x="27513" y="100001"/>
                </a:cubicBezTo>
                <a:cubicBezTo>
                  <a:pt x="28175" y="100001"/>
                  <a:pt x="28831" y="99869"/>
                  <a:pt x="29443" y="99613"/>
                </a:cubicBezTo>
                <a:cubicBezTo>
                  <a:pt x="30053" y="99358"/>
                  <a:pt x="30607" y="98982"/>
                  <a:pt x="31073" y="98511"/>
                </a:cubicBezTo>
                <a:cubicBezTo>
                  <a:pt x="31537" y="98040"/>
                  <a:pt x="31904" y="97481"/>
                  <a:pt x="32151" y="96866"/>
                </a:cubicBezTo>
                <a:cubicBezTo>
                  <a:pt x="32398" y="96252"/>
                  <a:pt x="32520" y="95595"/>
                  <a:pt x="32511" y="94933"/>
                </a:cubicBezTo>
                <a:lnTo>
                  <a:pt x="32511" y="64954"/>
                </a:lnTo>
                <a:cubicBezTo>
                  <a:pt x="32509" y="64677"/>
                  <a:pt x="32484" y="64402"/>
                  <a:pt x="32437" y="64129"/>
                </a:cubicBezTo>
                <a:lnTo>
                  <a:pt x="34306" y="44490"/>
                </a:lnTo>
                <a:lnTo>
                  <a:pt x="38094" y="47588"/>
                </a:lnTo>
                <a:cubicBezTo>
                  <a:pt x="38746" y="48122"/>
                  <a:pt x="39524" y="48480"/>
                  <a:pt x="40353" y="48632"/>
                </a:cubicBezTo>
                <a:cubicBezTo>
                  <a:pt x="41183" y="48784"/>
                  <a:pt x="42037" y="48724"/>
                  <a:pt x="42837" y="48456"/>
                </a:cubicBezTo>
                <a:lnTo>
                  <a:pt x="54080" y="44709"/>
                </a:lnTo>
                <a:cubicBezTo>
                  <a:pt x="54720" y="44517"/>
                  <a:pt x="55317" y="44198"/>
                  <a:pt x="55832" y="43771"/>
                </a:cubicBezTo>
                <a:cubicBezTo>
                  <a:pt x="56347" y="43344"/>
                  <a:pt x="56771" y="42818"/>
                  <a:pt x="57080" y="42224"/>
                </a:cubicBezTo>
                <a:cubicBezTo>
                  <a:pt x="57388" y="41630"/>
                  <a:pt x="57573" y="40981"/>
                  <a:pt x="57625" y="40314"/>
                </a:cubicBezTo>
                <a:cubicBezTo>
                  <a:pt x="57678" y="39648"/>
                  <a:pt x="57595" y="38976"/>
                  <a:pt x="57384" y="38341"/>
                </a:cubicBezTo>
                <a:cubicBezTo>
                  <a:pt x="57172" y="37707"/>
                  <a:pt x="56835" y="37122"/>
                  <a:pt x="56393" y="36620"/>
                </a:cubicBezTo>
                <a:cubicBezTo>
                  <a:pt x="55950" y="36118"/>
                  <a:pt x="55411" y="35709"/>
                  <a:pt x="54808" y="35420"/>
                </a:cubicBezTo>
                <a:cubicBezTo>
                  <a:pt x="54205" y="35130"/>
                  <a:pt x="53550" y="34965"/>
                  <a:pt x="52882" y="34932"/>
                </a:cubicBezTo>
                <a:cubicBezTo>
                  <a:pt x="52214" y="34900"/>
                  <a:pt x="51546" y="35003"/>
                  <a:pt x="50917" y="35233"/>
                </a:cubicBezTo>
                <a:lnTo>
                  <a:pt x="42290" y="38108"/>
                </a:lnTo>
                <a:lnTo>
                  <a:pt x="30676" y="28608"/>
                </a:lnTo>
                <a:cubicBezTo>
                  <a:pt x="30300" y="28293"/>
                  <a:pt x="29882" y="28035"/>
                  <a:pt x="29431" y="27842"/>
                </a:cubicBezTo>
                <a:cubicBezTo>
                  <a:pt x="27112" y="26057"/>
                  <a:pt x="24228" y="24982"/>
                  <a:pt x="21101" y="24982"/>
                </a:cubicBezTo>
                <a:lnTo>
                  <a:pt x="18602" y="24982"/>
                </a:lnTo>
                <a:close/>
                <a:moveTo>
                  <a:pt x="78568" y="24982"/>
                </a:moveTo>
                <a:cubicBezTo>
                  <a:pt x="71022" y="24982"/>
                  <a:pt x="64991" y="31255"/>
                  <a:pt x="64991" y="38723"/>
                </a:cubicBezTo>
                <a:lnTo>
                  <a:pt x="64991" y="67452"/>
                </a:lnTo>
                <a:cubicBezTo>
                  <a:pt x="64982" y="68235"/>
                  <a:pt x="65217" y="69001"/>
                  <a:pt x="65666" y="69644"/>
                </a:cubicBezTo>
                <a:cubicBezTo>
                  <a:pt x="66114" y="70287"/>
                  <a:pt x="66752" y="70773"/>
                  <a:pt x="67491" y="71034"/>
                </a:cubicBezTo>
                <a:lnTo>
                  <a:pt x="67491" y="94933"/>
                </a:lnTo>
                <a:cubicBezTo>
                  <a:pt x="67481" y="95595"/>
                  <a:pt x="67604" y="96252"/>
                  <a:pt x="67850" y="96866"/>
                </a:cubicBezTo>
                <a:cubicBezTo>
                  <a:pt x="68098" y="97481"/>
                  <a:pt x="68464" y="98040"/>
                  <a:pt x="68929" y="98511"/>
                </a:cubicBezTo>
                <a:cubicBezTo>
                  <a:pt x="69394" y="98982"/>
                  <a:pt x="69948" y="99358"/>
                  <a:pt x="70559" y="99613"/>
                </a:cubicBezTo>
                <a:cubicBezTo>
                  <a:pt x="71169" y="99869"/>
                  <a:pt x="71825" y="100001"/>
                  <a:pt x="72487" y="100001"/>
                </a:cubicBezTo>
                <a:cubicBezTo>
                  <a:pt x="73149" y="100001"/>
                  <a:pt x="73806" y="99869"/>
                  <a:pt x="74417" y="99613"/>
                </a:cubicBezTo>
                <a:cubicBezTo>
                  <a:pt x="75027" y="99358"/>
                  <a:pt x="75581" y="98982"/>
                  <a:pt x="76046" y="98511"/>
                </a:cubicBezTo>
                <a:cubicBezTo>
                  <a:pt x="76511" y="98040"/>
                  <a:pt x="76878" y="97481"/>
                  <a:pt x="77125" y="96866"/>
                </a:cubicBezTo>
                <a:cubicBezTo>
                  <a:pt x="77372" y="96252"/>
                  <a:pt x="77494" y="95595"/>
                  <a:pt x="77484" y="94933"/>
                </a:cubicBezTo>
                <a:lnTo>
                  <a:pt x="77484" y="69950"/>
                </a:lnTo>
                <a:lnTo>
                  <a:pt x="82482" y="69950"/>
                </a:lnTo>
                <a:lnTo>
                  <a:pt x="82482" y="94933"/>
                </a:lnTo>
                <a:cubicBezTo>
                  <a:pt x="82473" y="95595"/>
                  <a:pt x="82595" y="96252"/>
                  <a:pt x="82842" y="96866"/>
                </a:cubicBezTo>
                <a:cubicBezTo>
                  <a:pt x="83089" y="97481"/>
                  <a:pt x="83455" y="98040"/>
                  <a:pt x="83920" y="98511"/>
                </a:cubicBezTo>
                <a:cubicBezTo>
                  <a:pt x="84386" y="98982"/>
                  <a:pt x="84940" y="99358"/>
                  <a:pt x="85550" y="99613"/>
                </a:cubicBezTo>
                <a:cubicBezTo>
                  <a:pt x="86161" y="99869"/>
                  <a:pt x="86816" y="100001"/>
                  <a:pt x="87479" y="100001"/>
                </a:cubicBezTo>
                <a:cubicBezTo>
                  <a:pt x="88141" y="100001"/>
                  <a:pt x="88796" y="99869"/>
                  <a:pt x="89408" y="99613"/>
                </a:cubicBezTo>
                <a:cubicBezTo>
                  <a:pt x="90019" y="99358"/>
                  <a:pt x="90573" y="98982"/>
                  <a:pt x="91038" y="98511"/>
                </a:cubicBezTo>
                <a:cubicBezTo>
                  <a:pt x="91503" y="98040"/>
                  <a:pt x="91869" y="97481"/>
                  <a:pt x="92117" y="96866"/>
                </a:cubicBezTo>
                <a:cubicBezTo>
                  <a:pt x="92363" y="96252"/>
                  <a:pt x="92486" y="95595"/>
                  <a:pt x="92476" y="94933"/>
                </a:cubicBezTo>
                <a:lnTo>
                  <a:pt x="92476" y="71034"/>
                </a:lnTo>
                <a:cubicBezTo>
                  <a:pt x="93215" y="70773"/>
                  <a:pt x="93853" y="70287"/>
                  <a:pt x="94302" y="69644"/>
                </a:cubicBezTo>
                <a:cubicBezTo>
                  <a:pt x="94749" y="69001"/>
                  <a:pt x="94985" y="68235"/>
                  <a:pt x="94974" y="67452"/>
                </a:cubicBezTo>
                <a:lnTo>
                  <a:pt x="94974" y="38723"/>
                </a:lnTo>
                <a:cubicBezTo>
                  <a:pt x="94974" y="31102"/>
                  <a:pt x="88612" y="24982"/>
                  <a:pt x="81067" y="24982"/>
                </a:cubicBezTo>
                <a:lnTo>
                  <a:pt x="78568" y="2498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6" name="Белый — SVG 9">
            <a:extLst>
              <a:ext uri="{FF2B5EF4-FFF2-40B4-BE49-F238E27FC236}">
                <a16:creationId xmlns:a16="http://schemas.microsoft.com/office/drawing/2014/main" id="{5F039687-4925-C540-807E-A21E2EF7B664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85016 w 170134"/>
              <a:gd name="csY0" fmla="*/ 0 h 138271"/>
              <a:gd name="csX1" fmla="*/ 82532 w 170134"/>
              <a:gd name="csY1" fmla="*/ 1076 h 138271"/>
              <a:gd name="csX2" fmla="*/ 81528 w 170134"/>
              <a:gd name="csY2" fmla="*/ 3593 h 138271"/>
              <a:gd name="csX3" fmla="*/ 81528 w 170134"/>
              <a:gd name="csY3" fmla="*/ 24857 h 138271"/>
              <a:gd name="csX4" fmla="*/ 81783 w 170134"/>
              <a:gd name="csY4" fmla="*/ 26228 h 138271"/>
              <a:gd name="csX5" fmla="*/ 82549 w 170134"/>
              <a:gd name="csY5" fmla="*/ 27395 h 138271"/>
              <a:gd name="csX6" fmla="*/ 83706 w 170134"/>
              <a:gd name="csY6" fmla="*/ 28178 h 138271"/>
              <a:gd name="csX7" fmla="*/ 85067 w 170134"/>
              <a:gd name="csY7" fmla="*/ 28451 h 138271"/>
              <a:gd name="csX8" fmla="*/ 86428 w 170134"/>
              <a:gd name="csY8" fmla="*/ 28178 h 138271"/>
              <a:gd name="csX9" fmla="*/ 87585 w 170134"/>
              <a:gd name="csY9" fmla="*/ 27395 h 138271"/>
              <a:gd name="csX10" fmla="*/ 88351 w 170134"/>
              <a:gd name="csY10" fmla="*/ 26228 h 138271"/>
              <a:gd name="csX11" fmla="*/ 88606 w 170134"/>
              <a:gd name="csY11" fmla="*/ 24857 h 138271"/>
              <a:gd name="csX12" fmla="*/ 88606 w 170134"/>
              <a:gd name="csY12" fmla="*/ 3593 h 138271"/>
              <a:gd name="csX13" fmla="*/ 88351 w 170134"/>
              <a:gd name="csY13" fmla="*/ 2208 h 138271"/>
              <a:gd name="csX14" fmla="*/ 87568 w 170134"/>
              <a:gd name="csY14" fmla="*/ 1036 h 138271"/>
              <a:gd name="csX15" fmla="*/ 86394 w 170134"/>
              <a:gd name="csY15" fmla="*/ 259 h 138271"/>
              <a:gd name="csX16" fmla="*/ 85016 w 170134"/>
              <a:gd name="csY16" fmla="*/ 0 h 138271"/>
              <a:gd name="csX17" fmla="*/ 49152 w 170134"/>
              <a:gd name="csY17" fmla="*/ 13761 h 138271"/>
              <a:gd name="csX18" fmla="*/ 47178 w 170134"/>
              <a:gd name="csY18" fmla="*/ 14366 h 138271"/>
              <a:gd name="csX19" fmla="*/ 45868 w 170134"/>
              <a:gd name="csY19" fmla="*/ 15972 h 138271"/>
              <a:gd name="csX20" fmla="*/ 45698 w 170134"/>
              <a:gd name="csY20" fmla="*/ 18032 h 138271"/>
              <a:gd name="csX21" fmla="*/ 46685 w 170134"/>
              <a:gd name="csY21" fmla="*/ 19846 h 138271"/>
              <a:gd name="csX22" fmla="*/ 61724 w 170134"/>
              <a:gd name="csY22" fmla="*/ 34880 h 138271"/>
              <a:gd name="csX23" fmla="*/ 62881 w 170134"/>
              <a:gd name="csY23" fmla="*/ 35679 h 138271"/>
              <a:gd name="csX24" fmla="*/ 64242 w 170134"/>
              <a:gd name="csY24" fmla="*/ 35969 h 138271"/>
              <a:gd name="csX25" fmla="*/ 65620 w 170134"/>
              <a:gd name="csY25" fmla="*/ 35707 h 138271"/>
              <a:gd name="csX26" fmla="*/ 66794 w 170134"/>
              <a:gd name="csY26" fmla="*/ 34931 h 138271"/>
              <a:gd name="csX27" fmla="*/ 67560 w 170134"/>
              <a:gd name="csY27" fmla="*/ 33764 h 138271"/>
              <a:gd name="csX28" fmla="*/ 67833 w 170134"/>
              <a:gd name="csY28" fmla="*/ 32389 h 138271"/>
              <a:gd name="csX29" fmla="*/ 67526 w 170134"/>
              <a:gd name="csY29" fmla="*/ 31018 h 138271"/>
              <a:gd name="csX30" fmla="*/ 66744 w 170134"/>
              <a:gd name="csY30" fmla="*/ 29868 h 138271"/>
              <a:gd name="csX31" fmla="*/ 51704 w 170134"/>
              <a:gd name="csY31" fmla="*/ 14834 h 138271"/>
              <a:gd name="csX32" fmla="*/ 50530 w 170134"/>
              <a:gd name="csY32" fmla="*/ 14041 h 138271"/>
              <a:gd name="csX33" fmla="*/ 49152 w 170134"/>
              <a:gd name="csY33" fmla="*/ 13761 h 138271"/>
              <a:gd name="csX34" fmla="*/ 120863 w 170134"/>
              <a:gd name="csY34" fmla="*/ 13761 h 138271"/>
              <a:gd name="csX35" fmla="*/ 118430 w 170134"/>
              <a:gd name="csY35" fmla="*/ 14834 h 138271"/>
              <a:gd name="csX36" fmla="*/ 103391 w 170134"/>
              <a:gd name="csY36" fmla="*/ 29868 h 138271"/>
              <a:gd name="csX37" fmla="*/ 102608 w 170134"/>
              <a:gd name="csY37" fmla="*/ 31018 h 138271"/>
              <a:gd name="csX38" fmla="*/ 102301 w 170134"/>
              <a:gd name="csY38" fmla="*/ 32389 h 138271"/>
              <a:gd name="csX39" fmla="*/ 102574 w 170134"/>
              <a:gd name="csY39" fmla="*/ 33764 h 138271"/>
              <a:gd name="csX40" fmla="*/ 103340 w 170134"/>
              <a:gd name="csY40" fmla="*/ 34931 h 138271"/>
              <a:gd name="csX41" fmla="*/ 104514 w 170134"/>
              <a:gd name="csY41" fmla="*/ 35707 h 138271"/>
              <a:gd name="csX42" fmla="*/ 105892 w 170134"/>
              <a:gd name="csY42" fmla="*/ 35969 h 138271"/>
              <a:gd name="csX43" fmla="*/ 107253 w 170134"/>
              <a:gd name="csY43" fmla="*/ 35679 h 138271"/>
              <a:gd name="csX44" fmla="*/ 108410 w 170134"/>
              <a:gd name="csY44" fmla="*/ 34880 h 138271"/>
              <a:gd name="csX45" fmla="*/ 123449 w 170134"/>
              <a:gd name="csY45" fmla="*/ 19846 h 138271"/>
              <a:gd name="csX46" fmla="*/ 124453 w 170134"/>
              <a:gd name="csY46" fmla="*/ 18007 h 138271"/>
              <a:gd name="csX47" fmla="*/ 124249 w 170134"/>
              <a:gd name="csY47" fmla="*/ 15923 h 138271"/>
              <a:gd name="csX48" fmla="*/ 122888 w 170134"/>
              <a:gd name="csY48" fmla="*/ 14320 h 138271"/>
              <a:gd name="csX49" fmla="*/ 120863 w 170134"/>
              <a:gd name="csY49" fmla="*/ 13761 h 138271"/>
              <a:gd name="csX50" fmla="*/ 85067 w 170134"/>
              <a:gd name="csY50" fmla="*/ 35489 h 138271"/>
              <a:gd name="csX51" fmla="*/ 71797 w 170134"/>
              <a:gd name="csY51" fmla="*/ 41152 h 138271"/>
              <a:gd name="csX52" fmla="*/ 67339 w 170134"/>
              <a:gd name="csY52" fmla="*/ 53209 h 138271"/>
              <a:gd name="csX53" fmla="*/ 71797 w 170134"/>
              <a:gd name="csY53" fmla="*/ 65267 h 138271"/>
              <a:gd name="csX54" fmla="*/ 85067 w 170134"/>
              <a:gd name="csY54" fmla="*/ 70928 h 138271"/>
              <a:gd name="csX55" fmla="*/ 98337 w 170134"/>
              <a:gd name="csY55" fmla="*/ 65267 h 138271"/>
              <a:gd name="csX56" fmla="*/ 102795 w 170134"/>
              <a:gd name="csY56" fmla="*/ 53209 h 138271"/>
              <a:gd name="csX57" fmla="*/ 98337 w 170134"/>
              <a:gd name="csY57" fmla="*/ 41152 h 138271"/>
              <a:gd name="csX58" fmla="*/ 85067 w 170134"/>
              <a:gd name="csY58" fmla="*/ 35489 h 138271"/>
              <a:gd name="csX59" fmla="*/ 85067 w 170134"/>
              <a:gd name="csY59" fmla="*/ 46121 h 138271"/>
              <a:gd name="csX60" fmla="*/ 90392 w 170134"/>
              <a:gd name="csY60" fmla="*/ 48212 h 138271"/>
              <a:gd name="csX61" fmla="*/ 92162 w 170134"/>
              <a:gd name="csY61" fmla="*/ 53209 h 138271"/>
              <a:gd name="csX62" fmla="*/ 90392 w 170134"/>
              <a:gd name="csY62" fmla="*/ 58207 h 138271"/>
              <a:gd name="csX63" fmla="*/ 85067 w 170134"/>
              <a:gd name="csY63" fmla="*/ 60296 h 138271"/>
              <a:gd name="csX64" fmla="*/ 79742 w 170134"/>
              <a:gd name="csY64" fmla="*/ 58207 h 138271"/>
              <a:gd name="csX65" fmla="*/ 77973 w 170134"/>
              <a:gd name="csY65" fmla="*/ 53209 h 138271"/>
              <a:gd name="csX66" fmla="*/ 79742 w 170134"/>
              <a:gd name="csY66" fmla="*/ 48212 h 138271"/>
              <a:gd name="csX67" fmla="*/ 85067 w 170134"/>
              <a:gd name="csY67" fmla="*/ 46121 h 138271"/>
              <a:gd name="csX68" fmla="*/ 31900 w 170134"/>
              <a:gd name="csY68" fmla="*/ 56753 h 138271"/>
              <a:gd name="csX69" fmla="*/ 18630 w 170134"/>
              <a:gd name="csY69" fmla="*/ 62416 h 138271"/>
              <a:gd name="csX70" fmla="*/ 14172 w 170134"/>
              <a:gd name="csY70" fmla="*/ 74473 h 138271"/>
              <a:gd name="csX71" fmla="*/ 18630 w 170134"/>
              <a:gd name="csY71" fmla="*/ 86531 h 138271"/>
              <a:gd name="csX72" fmla="*/ 31900 w 170134"/>
              <a:gd name="csY72" fmla="*/ 92192 h 138271"/>
              <a:gd name="csX73" fmla="*/ 45170 w 170134"/>
              <a:gd name="csY73" fmla="*/ 86531 h 138271"/>
              <a:gd name="csX74" fmla="*/ 49628 w 170134"/>
              <a:gd name="csY74" fmla="*/ 74473 h 138271"/>
              <a:gd name="csX75" fmla="*/ 45170 w 170134"/>
              <a:gd name="csY75" fmla="*/ 62416 h 138271"/>
              <a:gd name="csX76" fmla="*/ 31900 w 170134"/>
              <a:gd name="csY76" fmla="*/ 56753 h 138271"/>
              <a:gd name="csX77" fmla="*/ 138234 w 170134"/>
              <a:gd name="csY77" fmla="*/ 56753 h 138271"/>
              <a:gd name="csX78" fmla="*/ 124964 w 170134"/>
              <a:gd name="csY78" fmla="*/ 62416 h 138271"/>
              <a:gd name="csX79" fmla="*/ 120506 w 170134"/>
              <a:gd name="csY79" fmla="*/ 74473 h 138271"/>
              <a:gd name="csX80" fmla="*/ 124964 w 170134"/>
              <a:gd name="csY80" fmla="*/ 86531 h 138271"/>
              <a:gd name="csX81" fmla="*/ 138234 w 170134"/>
              <a:gd name="csY81" fmla="*/ 92192 h 138271"/>
              <a:gd name="csX82" fmla="*/ 151504 w 170134"/>
              <a:gd name="csY82" fmla="*/ 86531 h 138271"/>
              <a:gd name="csX83" fmla="*/ 155962 w 170134"/>
              <a:gd name="csY83" fmla="*/ 74473 h 138271"/>
              <a:gd name="csX84" fmla="*/ 151504 w 170134"/>
              <a:gd name="csY84" fmla="*/ 62416 h 138271"/>
              <a:gd name="csX85" fmla="*/ 138234 w 170134"/>
              <a:gd name="csY85" fmla="*/ 56753 h 138271"/>
              <a:gd name="csX86" fmla="*/ 31900 w 170134"/>
              <a:gd name="csY86" fmla="*/ 67385 h 138271"/>
              <a:gd name="csX87" fmla="*/ 37225 w 170134"/>
              <a:gd name="csY87" fmla="*/ 69475 h 138271"/>
              <a:gd name="csX88" fmla="*/ 38995 w 170134"/>
              <a:gd name="csY88" fmla="*/ 74473 h 138271"/>
              <a:gd name="csX89" fmla="*/ 37225 w 170134"/>
              <a:gd name="csY89" fmla="*/ 79471 h 138271"/>
              <a:gd name="csX90" fmla="*/ 31900 w 170134"/>
              <a:gd name="csY90" fmla="*/ 81560 h 138271"/>
              <a:gd name="csX91" fmla="*/ 26575 w 170134"/>
              <a:gd name="csY91" fmla="*/ 79471 h 138271"/>
              <a:gd name="csX92" fmla="*/ 24806 w 170134"/>
              <a:gd name="csY92" fmla="*/ 74473 h 138271"/>
              <a:gd name="csX93" fmla="*/ 26575 w 170134"/>
              <a:gd name="csY93" fmla="*/ 69475 h 138271"/>
              <a:gd name="csX94" fmla="*/ 31900 w 170134"/>
              <a:gd name="csY94" fmla="*/ 67385 h 138271"/>
              <a:gd name="csX95" fmla="*/ 138234 w 170134"/>
              <a:gd name="csY95" fmla="*/ 67385 h 138271"/>
              <a:gd name="csX96" fmla="*/ 143559 w 170134"/>
              <a:gd name="csY96" fmla="*/ 69475 h 138271"/>
              <a:gd name="csX97" fmla="*/ 145328 w 170134"/>
              <a:gd name="csY97" fmla="*/ 74473 h 138271"/>
              <a:gd name="csX98" fmla="*/ 143559 w 170134"/>
              <a:gd name="csY98" fmla="*/ 79471 h 138271"/>
              <a:gd name="csX99" fmla="*/ 138234 w 170134"/>
              <a:gd name="csY99" fmla="*/ 81560 h 138271"/>
              <a:gd name="csX100" fmla="*/ 132909 w 170134"/>
              <a:gd name="csY100" fmla="*/ 79471 h 138271"/>
              <a:gd name="csX101" fmla="*/ 131139 w 170134"/>
              <a:gd name="csY101" fmla="*/ 74473 h 138271"/>
              <a:gd name="csX102" fmla="*/ 132909 w 170134"/>
              <a:gd name="csY102" fmla="*/ 69475 h 138271"/>
              <a:gd name="csX103" fmla="*/ 138234 w 170134"/>
              <a:gd name="csY103" fmla="*/ 67385 h 138271"/>
              <a:gd name="csX104" fmla="*/ 63987 w 170134"/>
              <a:gd name="csY104" fmla="*/ 78017 h 138271"/>
              <a:gd name="csX105" fmla="*/ 53167 w 170134"/>
              <a:gd name="csY105" fmla="*/ 88836 h 138271"/>
              <a:gd name="csX106" fmla="*/ 53167 w 170134"/>
              <a:gd name="csY106" fmla="*/ 116821 h 138271"/>
              <a:gd name="csX107" fmla="*/ 62984 w 170134"/>
              <a:gd name="csY107" fmla="*/ 132534 h 138271"/>
              <a:gd name="csX108" fmla="*/ 85067 w 170134"/>
              <a:gd name="csY108" fmla="*/ 138272 h 138271"/>
              <a:gd name="csX109" fmla="*/ 107150 w 170134"/>
              <a:gd name="csY109" fmla="*/ 132534 h 138271"/>
              <a:gd name="csX110" fmla="*/ 116967 w 170134"/>
              <a:gd name="csY110" fmla="*/ 116821 h 138271"/>
              <a:gd name="csX111" fmla="*/ 116967 w 170134"/>
              <a:gd name="csY111" fmla="*/ 88836 h 138271"/>
              <a:gd name="csX112" fmla="*/ 106147 w 170134"/>
              <a:gd name="csY112" fmla="*/ 78017 h 138271"/>
              <a:gd name="csX113" fmla="*/ 63987 w 170134"/>
              <a:gd name="csY113" fmla="*/ 78017 h 138271"/>
              <a:gd name="csX114" fmla="*/ 63987 w 170134"/>
              <a:gd name="csY114" fmla="*/ 88649 h 138271"/>
              <a:gd name="csX115" fmla="*/ 106147 w 170134"/>
              <a:gd name="csY115" fmla="*/ 88649 h 138271"/>
              <a:gd name="csX116" fmla="*/ 106334 w 170134"/>
              <a:gd name="csY116" fmla="*/ 88836 h 138271"/>
              <a:gd name="csX117" fmla="*/ 106334 w 170134"/>
              <a:gd name="csY117" fmla="*/ 116821 h 138271"/>
              <a:gd name="csX118" fmla="*/ 101434 w 170134"/>
              <a:gd name="csY118" fmla="*/ 123569 h 138271"/>
              <a:gd name="csX119" fmla="*/ 85067 w 170134"/>
              <a:gd name="csY119" fmla="*/ 127640 h 138271"/>
              <a:gd name="csX120" fmla="*/ 68700 w 170134"/>
              <a:gd name="csY120" fmla="*/ 123569 h 138271"/>
              <a:gd name="csX121" fmla="*/ 63800 w 170134"/>
              <a:gd name="csY121" fmla="*/ 116821 h 138271"/>
              <a:gd name="csX122" fmla="*/ 63800 w 170134"/>
              <a:gd name="csY122" fmla="*/ 88836 h 138271"/>
              <a:gd name="csX123" fmla="*/ 63987 w 170134"/>
              <a:gd name="csY123" fmla="*/ 88649 h 138271"/>
              <a:gd name="csX124" fmla="*/ 10820 w 170134"/>
              <a:gd name="csY124" fmla="*/ 99281 h 138271"/>
              <a:gd name="csX125" fmla="*/ 0 w 170134"/>
              <a:gd name="csY125" fmla="*/ 110100 h 138271"/>
              <a:gd name="csX126" fmla="*/ 0 w 170134"/>
              <a:gd name="csY126" fmla="*/ 116821 h 138271"/>
              <a:gd name="csX127" fmla="*/ 31900 w 170134"/>
              <a:gd name="csY127" fmla="*/ 138272 h 138271"/>
              <a:gd name="csX128" fmla="*/ 52810 w 170134"/>
              <a:gd name="csY128" fmla="*/ 133260 h 138271"/>
              <a:gd name="csX129" fmla="*/ 46072 w 170134"/>
              <a:gd name="csY129" fmla="*/ 116821 h 138271"/>
              <a:gd name="csX130" fmla="*/ 46072 w 170134"/>
              <a:gd name="csY130" fmla="*/ 99281 h 138271"/>
              <a:gd name="csX131" fmla="*/ 10820 w 170134"/>
              <a:gd name="csY131" fmla="*/ 99281 h 138271"/>
              <a:gd name="csX132" fmla="*/ 124062 w 170134"/>
              <a:gd name="csY132" fmla="*/ 99281 h 138271"/>
              <a:gd name="csX133" fmla="*/ 124062 w 170134"/>
              <a:gd name="csY133" fmla="*/ 116821 h 138271"/>
              <a:gd name="csX134" fmla="*/ 117324 w 170134"/>
              <a:gd name="csY134" fmla="*/ 133260 h 138271"/>
              <a:gd name="csX135" fmla="*/ 138234 w 170134"/>
              <a:gd name="csY135" fmla="*/ 138272 h 138271"/>
              <a:gd name="csX136" fmla="*/ 170134 w 170134"/>
              <a:gd name="csY136" fmla="*/ 116821 h 138271"/>
              <a:gd name="csX137" fmla="*/ 170134 w 170134"/>
              <a:gd name="csY137" fmla="*/ 110100 h 138271"/>
              <a:gd name="csX138" fmla="*/ 159314 w 170134"/>
              <a:gd name="csY138" fmla="*/ 99281 h 138271"/>
              <a:gd name="csX139" fmla="*/ 124062 w 170134"/>
              <a:gd name="csY139" fmla="*/ 99281 h 138271"/>
            </a:gdLst>
            <a:ahLst/>
            <a:cxnLst/>
            <a:rect l="l" t="t" r="r" b="b"/>
            <a:pathLst>
              <a:path w="100000" h="100000">
                <a:moveTo>
                  <a:pt x="49970" y="9364"/>
                </a:moveTo>
                <a:cubicBezTo>
                  <a:pt x="49420" y="9373"/>
                  <a:pt x="48890" y="9600"/>
                  <a:pt x="48510" y="9997"/>
                </a:cubicBezTo>
                <a:cubicBezTo>
                  <a:pt x="48120" y="10392"/>
                  <a:pt x="47910" y="10924"/>
                  <a:pt x="47920" y="11476"/>
                </a:cubicBezTo>
                <a:lnTo>
                  <a:pt x="47920" y="23974"/>
                </a:lnTo>
                <a:cubicBezTo>
                  <a:pt x="47910" y="24251"/>
                  <a:pt x="47960" y="24524"/>
                  <a:pt x="48070" y="24780"/>
                </a:cubicBezTo>
                <a:cubicBezTo>
                  <a:pt x="48170" y="25037"/>
                  <a:pt x="48320" y="25270"/>
                  <a:pt x="48520" y="25466"/>
                </a:cubicBezTo>
                <a:cubicBezTo>
                  <a:pt x="48710" y="25663"/>
                  <a:pt x="48940" y="25819"/>
                  <a:pt x="49200" y="25926"/>
                </a:cubicBezTo>
                <a:cubicBezTo>
                  <a:pt x="49450" y="26032"/>
                  <a:pt x="49720" y="26087"/>
                  <a:pt x="50000" y="26087"/>
                </a:cubicBezTo>
                <a:cubicBezTo>
                  <a:pt x="50280" y="26087"/>
                  <a:pt x="50550" y="26032"/>
                  <a:pt x="50800" y="25926"/>
                </a:cubicBezTo>
                <a:cubicBezTo>
                  <a:pt x="51060" y="25819"/>
                  <a:pt x="51290" y="25663"/>
                  <a:pt x="51480" y="25466"/>
                </a:cubicBezTo>
                <a:cubicBezTo>
                  <a:pt x="51680" y="25270"/>
                  <a:pt x="51830" y="25037"/>
                  <a:pt x="51930" y="24780"/>
                </a:cubicBezTo>
                <a:cubicBezTo>
                  <a:pt x="52040" y="24524"/>
                  <a:pt x="52090" y="24251"/>
                  <a:pt x="52080" y="23974"/>
                </a:cubicBezTo>
                <a:lnTo>
                  <a:pt x="52080" y="11476"/>
                </a:lnTo>
                <a:cubicBezTo>
                  <a:pt x="52090" y="11197"/>
                  <a:pt x="52030" y="10921"/>
                  <a:pt x="51930" y="10662"/>
                </a:cubicBezTo>
                <a:cubicBezTo>
                  <a:pt x="51820" y="10404"/>
                  <a:pt x="51670" y="10171"/>
                  <a:pt x="51470" y="9973"/>
                </a:cubicBezTo>
                <a:cubicBezTo>
                  <a:pt x="51270" y="9776"/>
                  <a:pt x="51040" y="9622"/>
                  <a:pt x="50780" y="9516"/>
                </a:cubicBezTo>
                <a:cubicBezTo>
                  <a:pt x="50520" y="9412"/>
                  <a:pt x="50250" y="9361"/>
                  <a:pt x="49970" y="9364"/>
                </a:cubicBezTo>
                <a:close/>
                <a:moveTo>
                  <a:pt x="28890" y="17452"/>
                </a:moveTo>
                <a:cubicBezTo>
                  <a:pt x="28480" y="17453"/>
                  <a:pt x="28070" y="17576"/>
                  <a:pt x="27730" y="17808"/>
                </a:cubicBezTo>
                <a:cubicBezTo>
                  <a:pt x="27390" y="18039"/>
                  <a:pt x="27120" y="18368"/>
                  <a:pt x="26960" y="18752"/>
                </a:cubicBezTo>
                <a:cubicBezTo>
                  <a:pt x="26810" y="19136"/>
                  <a:pt x="26770" y="19558"/>
                  <a:pt x="26860" y="19963"/>
                </a:cubicBezTo>
                <a:cubicBezTo>
                  <a:pt x="26940" y="20369"/>
                  <a:pt x="27140" y="20740"/>
                  <a:pt x="27440" y="21029"/>
                </a:cubicBezTo>
                <a:lnTo>
                  <a:pt x="36280" y="29866"/>
                </a:lnTo>
                <a:cubicBezTo>
                  <a:pt x="36470" y="30065"/>
                  <a:pt x="36700" y="30225"/>
                  <a:pt x="36960" y="30335"/>
                </a:cubicBezTo>
                <a:cubicBezTo>
                  <a:pt x="37210" y="30445"/>
                  <a:pt x="37480" y="30503"/>
                  <a:pt x="37760" y="30506"/>
                </a:cubicBezTo>
                <a:cubicBezTo>
                  <a:pt x="38040" y="30509"/>
                  <a:pt x="38310" y="30456"/>
                  <a:pt x="38570" y="30352"/>
                </a:cubicBezTo>
                <a:cubicBezTo>
                  <a:pt x="38830" y="30246"/>
                  <a:pt x="39060" y="30091"/>
                  <a:pt x="39260" y="29896"/>
                </a:cubicBezTo>
                <a:cubicBezTo>
                  <a:pt x="39450" y="29700"/>
                  <a:pt x="39610" y="29466"/>
                  <a:pt x="39710" y="29210"/>
                </a:cubicBezTo>
                <a:cubicBezTo>
                  <a:pt x="39820" y="28953"/>
                  <a:pt x="39870" y="28679"/>
                  <a:pt x="39870" y="28401"/>
                </a:cubicBezTo>
                <a:cubicBezTo>
                  <a:pt x="39860" y="28125"/>
                  <a:pt x="39800" y="27851"/>
                  <a:pt x="39690" y="27596"/>
                </a:cubicBezTo>
                <a:cubicBezTo>
                  <a:pt x="39580" y="27342"/>
                  <a:pt x="39430" y="27112"/>
                  <a:pt x="39230" y="26920"/>
                </a:cubicBezTo>
                <a:lnTo>
                  <a:pt x="30390" y="18083"/>
                </a:lnTo>
                <a:cubicBezTo>
                  <a:pt x="30190" y="17884"/>
                  <a:pt x="29960" y="17725"/>
                  <a:pt x="29700" y="17617"/>
                </a:cubicBezTo>
                <a:cubicBezTo>
                  <a:pt x="29450" y="17508"/>
                  <a:pt x="29170" y="17452"/>
                  <a:pt x="28890" y="17452"/>
                </a:cubicBezTo>
                <a:close/>
                <a:moveTo>
                  <a:pt x="71040" y="17452"/>
                </a:moveTo>
                <a:cubicBezTo>
                  <a:pt x="70500" y="17469"/>
                  <a:pt x="69990" y="17695"/>
                  <a:pt x="69610" y="18083"/>
                </a:cubicBezTo>
                <a:lnTo>
                  <a:pt x="60770" y="26920"/>
                </a:lnTo>
                <a:cubicBezTo>
                  <a:pt x="60570" y="27112"/>
                  <a:pt x="60420" y="27342"/>
                  <a:pt x="60310" y="27596"/>
                </a:cubicBezTo>
                <a:cubicBezTo>
                  <a:pt x="60200" y="27851"/>
                  <a:pt x="60140" y="28125"/>
                  <a:pt x="60130" y="28401"/>
                </a:cubicBezTo>
                <a:cubicBezTo>
                  <a:pt x="60130" y="28679"/>
                  <a:pt x="60180" y="28953"/>
                  <a:pt x="60290" y="29210"/>
                </a:cubicBezTo>
                <a:cubicBezTo>
                  <a:pt x="60390" y="29466"/>
                  <a:pt x="60550" y="29700"/>
                  <a:pt x="60740" y="29896"/>
                </a:cubicBezTo>
                <a:cubicBezTo>
                  <a:pt x="60940" y="30091"/>
                  <a:pt x="61170" y="30246"/>
                  <a:pt x="61430" y="30352"/>
                </a:cubicBezTo>
                <a:cubicBezTo>
                  <a:pt x="61690" y="30456"/>
                  <a:pt x="61960" y="30509"/>
                  <a:pt x="62240" y="30506"/>
                </a:cubicBezTo>
                <a:cubicBezTo>
                  <a:pt x="62520" y="30503"/>
                  <a:pt x="62790" y="30445"/>
                  <a:pt x="63040" y="30335"/>
                </a:cubicBezTo>
                <a:cubicBezTo>
                  <a:pt x="63300" y="30225"/>
                  <a:pt x="63530" y="30065"/>
                  <a:pt x="63720" y="29866"/>
                </a:cubicBezTo>
                <a:lnTo>
                  <a:pt x="72560" y="21029"/>
                </a:lnTo>
                <a:cubicBezTo>
                  <a:pt x="72860" y="20736"/>
                  <a:pt x="73070" y="20360"/>
                  <a:pt x="73150" y="19948"/>
                </a:cubicBezTo>
                <a:cubicBezTo>
                  <a:pt x="73230" y="19537"/>
                  <a:pt x="73190" y="19110"/>
                  <a:pt x="73030" y="18723"/>
                </a:cubicBezTo>
                <a:cubicBezTo>
                  <a:pt x="72860" y="18336"/>
                  <a:pt x="72580" y="18008"/>
                  <a:pt x="72230" y="17781"/>
                </a:cubicBezTo>
                <a:cubicBezTo>
                  <a:pt x="71880" y="17555"/>
                  <a:pt x="71460" y="17440"/>
                  <a:pt x="71040" y="17452"/>
                </a:cubicBezTo>
                <a:close/>
                <a:moveTo>
                  <a:pt x="50000" y="30224"/>
                </a:moveTo>
                <a:cubicBezTo>
                  <a:pt x="46790" y="30224"/>
                  <a:pt x="43980" y="31540"/>
                  <a:pt x="42200" y="33552"/>
                </a:cubicBezTo>
                <a:cubicBezTo>
                  <a:pt x="40410" y="35563"/>
                  <a:pt x="39580" y="38121"/>
                  <a:pt x="39580" y="40639"/>
                </a:cubicBezTo>
                <a:cubicBezTo>
                  <a:pt x="39580" y="43156"/>
                  <a:pt x="40410" y="45714"/>
                  <a:pt x="42200" y="47726"/>
                </a:cubicBezTo>
                <a:cubicBezTo>
                  <a:pt x="43980" y="49737"/>
                  <a:pt x="46790" y="51054"/>
                  <a:pt x="50000" y="51054"/>
                </a:cubicBezTo>
                <a:cubicBezTo>
                  <a:pt x="53210" y="51054"/>
                  <a:pt x="56020" y="49737"/>
                  <a:pt x="57800" y="47726"/>
                </a:cubicBezTo>
                <a:cubicBezTo>
                  <a:pt x="59590" y="45714"/>
                  <a:pt x="60420" y="43156"/>
                  <a:pt x="60420" y="40639"/>
                </a:cubicBezTo>
                <a:cubicBezTo>
                  <a:pt x="60420" y="38121"/>
                  <a:pt x="59590" y="35563"/>
                  <a:pt x="57800" y="33552"/>
                </a:cubicBezTo>
                <a:cubicBezTo>
                  <a:pt x="56020" y="31540"/>
                  <a:pt x="53210" y="30224"/>
                  <a:pt x="50000" y="30224"/>
                </a:cubicBezTo>
                <a:close/>
                <a:moveTo>
                  <a:pt x="50000" y="36473"/>
                </a:moveTo>
                <a:cubicBezTo>
                  <a:pt x="51650" y="36473"/>
                  <a:pt x="52490" y="36979"/>
                  <a:pt x="53130" y="37702"/>
                </a:cubicBezTo>
                <a:cubicBezTo>
                  <a:pt x="53780" y="38424"/>
                  <a:pt x="54170" y="39510"/>
                  <a:pt x="54170" y="40639"/>
                </a:cubicBezTo>
                <a:cubicBezTo>
                  <a:pt x="54170" y="41767"/>
                  <a:pt x="53780" y="42854"/>
                  <a:pt x="53130" y="43577"/>
                </a:cubicBezTo>
                <a:cubicBezTo>
                  <a:pt x="52490" y="44299"/>
                  <a:pt x="51650" y="44804"/>
                  <a:pt x="50000" y="44804"/>
                </a:cubicBezTo>
                <a:cubicBezTo>
                  <a:pt x="48350" y="44804"/>
                  <a:pt x="47510" y="44299"/>
                  <a:pt x="46870" y="43577"/>
                </a:cubicBezTo>
                <a:cubicBezTo>
                  <a:pt x="46220" y="42854"/>
                  <a:pt x="45830" y="41767"/>
                  <a:pt x="45830" y="40639"/>
                </a:cubicBezTo>
                <a:cubicBezTo>
                  <a:pt x="45830" y="39510"/>
                  <a:pt x="46220" y="38424"/>
                  <a:pt x="46870" y="37702"/>
                </a:cubicBezTo>
                <a:cubicBezTo>
                  <a:pt x="47510" y="36979"/>
                  <a:pt x="48350" y="36473"/>
                  <a:pt x="50000" y="36473"/>
                </a:cubicBezTo>
                <a:close/>
                <a:moveTo>
                  <a:pt x="18750" y="42722"/>
                </a:moveTo>
                <a:cubicBezTo>
                  <a:pt x="15540" y="42722"/>
                  <a:pt x="12730" y="44039"/>
                  <a:pt x="10950" y="46050"/>
                </a:cubicBezTo>
                <a:cubicBezTo>
                  <a:pt x="9160" y="48061"/>
                  <a:pt x="8330" y="50620"/>
                  <a:pt x="8330" y="53137"/>
                </a:cubicBezTo>
                <a:cubicBezTo>
                  <a:pt x="8330" y="55654"/>
                  <a:pt x="9160" y="58213"/>
                  <a:pt x="10950" y="60225"/>
                </a:cubicBezTo>
                <a:cubicBezTo>
                  <a:pt x="12730" y="62235"/>
                  <a:pt x="15540" y="63552"/>
                  <a:pt x="18750" y="63552"/>
                </a:cubicBezTo>
                <a:cubicBezTo>
                  <a:pt x="21960" y="63552"/>
                  <a:pt x="24770" y="62235"/>
                  <a:pt x="26550" y="60225"/>
                </a:cubicBezTo>
                <a:cubicBezTo>
                  <a:pt x="28340" y="58213"/>
                  <a:pt x="29170" y="55654"/>
                  <a:pt x="29170" y="53137"/>
                </a:cubicBezTo>
                <a:cubicBezTo>
                  <a:pt x="29170" y="50620"/>
                  <a:pt x="28340" y="48061"/>
                  <a:pt x="26550" y="46050"/>
                </a:cubicBezTo>
                <a:cubicBezTo>
                  <a:pt x="24770" y="44039"/>
                  <a:pt x="21960" y="42722"/>
                  <a:pt x="18750" y="42722"/>
                </a:cubicBezTo>
                <a:close/>
                <a:moveTo>
                  <a:pt x="81250" y="42722"/>
                </a:moveTo>
                <a:cubicBezTo>
                  <a:pt x="78040" y="42722"/>
                  <a:pt x="75230" y="44039"/>
                  <a:pt x="73450" y="46050"/>
                </a:cubicBezTo>
                <a:cubicBezTo>
                  <a:pt x="71660" y="48061"/>
                  <a:pt x="70830" y="50620"/>
                  <a:pt x="70830" y="53137"/>
                </a:cubicBezTo>
                <a:cubicBezTo>
                  <a:pt x="70830" y="55654"/>
                  <a:pt x="71660" y="58213"/>
                  <a:pt x="73450" y="60225"/>
                </a:cubicBezTo>
                <a:cubicBezTo>
                  <a:pt x="75230" y="62235"/>
                  <a:pt x="78040" y="63552"/>
                  <a:pt x="81250" y="63552"/>
                </a:cubicBezTo>
                <a:cubicBezTo>
                  <a:pt x="84460" y="63552"/>
                  <a:pt x="87270" y="62235"/>
                  <a:pt x="89050" y="60225"/>
                </a:cubicBezTo>
                <a:cubicBezTo>
                  <a:pt x="90840" y="58213"/>
                  <a:pt x="91670" y="55654"/>
                  <a:pt x="91670" y="53137"/>
                </a:cubicBezTo>
                <a:cubicBezTo>
                  <a:pt x="91670" y="50620"/>
                  <a:pt x="90840" y="48061"/>
                  <a:pt x="89050" y="46050"/>
                </a:cubicBezTo>
                <a:cubicBezTo>
                  <a:pt x="87270" y="44039"/>
                  <a:pt x="84460" y="42722"/>
                  <a:pt x="81250" y="42722"/>
                </a:cubicBezTo>
                <a:close/>
                <a:moveTo>
                  <a:pt x="18750" y="48971"/>
                </a:moveTo>
                <a:cubicBezTo>
                  <a:pt x="20400" y="48971"/>
                  <a:pt x="21240" y="49477"/>
                  <a:pt x="21880" y="50200"/>
                </a:cubicBezTo>
                <a:cubicBezTo>
                  <a:pt x="22530" y="50923"/>
                  <a:pt x="22920" y="52009"/>
                  <a:pt x="22920" y="53137"/>
                </a:cubicBezTo>
                <a:cubicBezTo>
                  <a:pt x="22920" y="54265"/>
                  <a:pt x="22530" y="55352"/>
                  <a:pt x="21880" y="56075"/>
                </a:cubicBezTo>
                <a:cubicBezTo>
                  <a:pt x="21240" y="56797"/>
                  <a:pt x="20400" y="57303"/>
                  <a:pt x="18750" y="57303"/>
                </a:cubicBezTo>
                <a:cubicBezTo>
                  <a:pt x="17100" y="57303"/>
                  <a:pt x="16260" y="56797"/>
                  <a:pt x="15620" y="56075"/>
                </a:cubicBezTo>
                <a:cubicBezTo>
                  <a:pt x="14970" y="55352"/>
                  <a:pt x="14580" y="54265"/>
                  <a:pt x="14580" y="53137"/>
                </a:cubicBezTo>
                <a:cubicBezTo>
                  <a:pt x="14580" y="52009"/>
                  <a:pt x="14970" y="50923"/>
                  <a:pt x="15620" y="50200"/>
                </a:cubicBezTo>
                <a:cubicBezTo>
                  <a:pt x="16260" y="49477"/>
                  <a:pt x="17100" y="48971"/>
                  <a:pt x="18750" y="48971"/>
                </a:cubicBezTo>
                <a:close/>
                <a:moveTo>
                  <a:pt x="81250" y="48971"/>
                </a:moveTo>
                <a:cubicBezTo>
                  <a:pt x="82900" y="48971"/>
                  <a:pt x="83740" y="49477"/>
                  <a:pt x="84380" y="50200"/>
                </a:cubicBezTo>
                <a:cubicBezTo>
                  <a:pt x="85030" y="50923"/>
                  <a:pt x="85420" y="52009"/>
                  <a:pt x="85420" y="53137"/>
                </a:cubicBezTo>
                <a:cubicBezTo>
                  <a:pt x="85420" y="54265"/>
                  <a:pt x="85030" y="55352"/>
                  <a:pt x="84380" y="56075"/>
                </a:cubicBezTo>
                <a:cubicBezTo>
                  <a:pt x="83740" y="56797"/>
                  <a:pt x="82900" y="57303"/>
                  <a:pt x="81250" y="57303"/>
                </a:cubicBezTo>
                <a:cubicBezTo>
                  <a:pt x="79600" y="57303"/>
                  <a:pt x="78760" y="56797"/>
                  <a:pt x="78120" y="56075"/>
                </a:cubicBezTo>
                <a:cubicBezTo>
                  <a:pt x="77470" y="55352"/>
                  <a:pt x="77080" y="54265"/>
                  <a:pt x="77080" y="53137"/>
                </a:cubicBezTo>
                <a:cubicBezTo>
                  <a:pt x="77080" y="52009"/>
                  <a:pt x="77470" y="50923"/>
                  <a:pt x="78120" y="50200"/>
                </a:cubicBezTo>
                <a:cubicBezTo>
                  <a:pt x="78760" y="49477"/>
                  <a:pt x="79600" y="48971"/>
                  <a:pt x="81250" y="48971"/>
                </a:cubicBezTo>
                <a:close/>
                <a:moveTo>
                  <a:pt x="37610" y="55220"/>
                </a:moveTo>
                <a:cubicBezTo>
                  <a:pt x="34130" y="55220"/>
                  <a:pt x="31250" y="58104"/>
                  <a:pt x="31250" y="61579"/>
                </a:cubicBezTo>
                <a:lnTo>
                  <a:pt x="31250" y="78028"/>
                </a:lnTo>
                <a:cubicBezTo>
                  <a:pt x="31250" y="81838"/>
                  <a:pt x="33660" y="85118"/>
                  <a:pt x="37020" y="87264"/>
                </a:cubicBezTo>
                <a:cubicBezTo>
                  <a:pt x="40380" y="89409"/>
                  <a:pt x="44850" y="90636"/>
                  <a:pt x="50000" y="90636"/>
                </a:cubicBezTo>
                <a:cubicBezTo>
                  <a:pt x="55150" y="90636"/>
                  <a:pt x="59610" y="89409"/>
                  <a:pt x="62980" y="87264"/>
                </a:cubicBezTo>
                <a:cubicBezTo>
                  <a:pt x="66340" y="85118"/>
                  <a:pt x="68750" y="81839"/>
                  <a:pt x="68750" y="78028"/>
                </a:cubicBezTo>
                <a:lnTo>
                  <a:pt x="68750" y="61579"/>
                </a:lnTo>
                <a:cubicBezTo>
                  <a:pt x="68750" y="58104"/>
                  <a:pt x="65870" y="55220"/>
                  <a:pt x="62390" y="55220"/>
                </a:cubicBezTo>
                <a:lnTo>
                  <a:pt x="37610" y="55220"/>
                </a:lnTo>
                <a:close/>
                <a:moveTo>
                  <a:pt x="37610" y="61469"/>
                </a:moveTo>
                <a:lnTo>
                  <a:pt x="62390" y="61469"/>
                </a:lnTo>
                <a:cubicBezTo>
                  <a:pt x="62490" y="61469"/>
                  <a:pt x="62500" y="61483"/>
                  <a:pt x="62500" y="61579"/>
                </a:cubicBezTo>
                <a:lnTo>
                  <a:pt x="62500" y="78028"/>
                </a:lnTo>
                <a:cubicBezTo>
                  <a:pt x="62500" y="79182"/>
                  <a:pt x="61740" y="80640"/>
                  <a:pt x="59620" y="81994"/>
                </a:cubicBezTo>
                <a:cubicBezTo>
                  <a:pt x="57490" y="83349"/>
                  <a:pt x="54140" y="84387"/>
                  <a:pt x="50000" y="84387"/>
                </a:cubicBezTo>
                <a:cubicBezTo>
                  <a:pt x="45860" y="84387"/>
                  <a:pt x="42510" y="83350"/>
                  <a:pt x="40380" y="81994"/>
                </a:cubicBezTo>
                <a:cubicBezTo>
                  <a:pt x="38260" y="80640"/>
                  <a:pt x="37500" y="79180"/>
                  <a:pt x="37500" y="78028"/>
                </a:cubicBezTo>
                <a:lnTo>
                  <a:pt x="37500" y="61579"/>
                </a:lnTo>
                <a:cubicBezTo>
                  <a:pt x="37500" y="61483"/>
                  <a:pt x="37510" y="61469"/>
                  <a:pt x="37610" y="61469"/>
                </a:cubicBezTo>
                <a:close/>
                <a:moveTo>
                  <a:pt x="6360" y="67719"/>
                </a:moveTo>
                <a:cubicBezTo>
                  <a:pt x="2850" y="67719"/>
                  <a:pt x="0" y="70572"/>
                  <a:pt x="0" y="74078"/>
                </a:cubicBezTo>
                <a:lnTo>
                  <a:pt x="0" y="78028"/>
                </a:lnTo>
                <a:cubicBezTo>
                  <a:pt x="0" y="85214"/>
                  <a:pt x="8060" y="90636"/>
                  <a:pt x="18750" y="90636"/>
                </a:cubicBezTo>
                <a:cubicBezTo>
                  <a:pt x="23540" y="90636"/>
                  <a:pt x="27800" y="89540"/>
                  <a:pt x="31040" y="87691"/>
                </a:cubicBezTo>
                <a:cubicBezTo>
                  <a:pt x="28530" y="84993"/>
                  <a:pt x="27080" y="81685"/>
                  <a:pt x="27080" y="78028"/>
                </a:cubicBezTo>
                <a:lnTo>
                  <a:pt x="27080" y="67719"/>
                </a:lnTo>
                <a:lnTo>
                  <a:pt x="6360" y="67719"/>
                </a:lnTo>
                <a:close/>
                <a:moveTo>
                  <a:pt x="72920" y="67719"/>
                </a:moveTo>
                <a:lnTo>
                  <a:pt x="72920" y="78028"/>
                </a:lnTo>
                <a:cubicBezTo>
                  <a:pt x="72920" y="81684"/>
                  <a:pt x="71470" y="84993"/>
                  <a:pt x="68960" y="87691"/>
                </a:cubicBezTo>
                <a:cubicBezTo>
                  <a:pt x="72200" y="89540"/>
                  <a:pt x="76460" y="90636"/>
                  <a:pt x="81250" y="90636"/>
                </a:cubicBezTo>
                <a:cubicBezTo>
                  <a:pt x="91940" y="90636"/>
                  <a:pt x="100000" y="85214"/>
                  <a:pt x="100000" y="78028"/>
                </a:cubicBezTo>
                <a:lnTo>
                  <a:pt x="100000" y="74078"/>
                </a:lnTo>
                <a:cubicBezTo>
                  <a:pt x="100000" y="70572"/>
                  <a:pt x="97150" y="67719"/>
                  <a:pt x="93640" y="67719"/>
                </a:cubicBezTo>
                <a:lnTo>
                  <a:pt x="72920" y="6771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7" name="Белый — SVG 10">
            <a:extLst>
              <a:ext uri="{FF2B5EF4-FFF2-40B4-BE49-F238E27FC236}">
                <a16:creationId xmlns:a16="http://schemas.microsoft.com/office/drawing/2014/main" id="{EABE743C-E430-CB43-9501-F109883A8886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70963 w 141925"/>
              <a:gd name="csY0" fmla="*/ 0 h 141758"/>
              <a:gd name="csX1" fmla="*/ 49696 w 141925"/>
              <a:gd name="csY1" fmla="*/ 21264 h 141758"/>
              <a:gd name="csX2" fmla="*/ 70963 w 141925"/>
              <a:gd name="csY2" fmla="*/ 42528 h 141758"/>
              <a:gd name="csX3" fmla="*/ 92230 w 141925"/>
              <a:gd name="csY3" fmla="*/ 21264 h 141758"/>
              <a:gd name="csX4" fmla="*/ 70963 w 141925"/>
              <a:gd name="csY4" fmla="*/ 0 h 141758"/>
              <a:gd name="csX5" fmla="*/ 127669 w 141925"/>
              <a:gd name="csY5" fmla="*/ 42528 h 141758"/>
              <a:gd name="csX6" fmla="*/ 117035 w 141925"/>
              <a:gd name="csY6" fmla="*/ 53160 h 141758"/>
              <a:gd name="csX7" fmla="*/ 122360 w 141925"/>
              <a:gd name="csY7" fmla="*/ 62310 h 141758"/>
              <a:gd name="csX8" fmla="*/ 122360 w 141925"/>
              <a:gd name="csY8" fmla="*/ 77967 h 141758"/>
              <a:gd name="csX9" fmla="*/ 5393 w 141925"/>
              <a:gd name="csY9" fmla="*/ 77967 h 141758"/>
              <a:gd name="csX10" fmla="*/ 3335 w 141925"/>
              <a:gd name="csY10" fmla="*/ 78350 h 141758"/>
              <a:gd name="csX11" fmla="*/ 1582 w 141925"/>
              <a:gd name="csY11" fmla="*/ 79498 h 141758"/>
              <a:gd name="csX12" fmla="*/ 408 w 141925"/>
              <a:gd name="csY12" fmla="*/ 81231 h 141758"/>
              <a:gd name="csX13" fmla="*/ 0 w 141925"/>
              <a:gd name="csY13" fmla="*/ 83283 h 141758"/>
              <a:gd name="csX14" fmla="*/ 408 w 141925"/>
              <a:gd name="csY14" fmla="*/ 85336 h 141758"/>
              <a:gd name="csX15" fmla="*/ 1582 w 141925"/>
              <a:gd name="csY15" fmla="*/ 87070 h 141758"/>
              <a:gd name="csX16" fmla="*/ 3335 w 141925"/>
              <a:gd name="csY16" fmla="*/ 88216 h 141758"/>
              <a:gd name="csX17" fmla="*/ 5393 w 141925"/>
              <a:gd name="csY17" fmla="*/ 88599 h 141758"/>
              <a:gd name="csX18" fmla="*/ 12335 w 141925"/>
              <a:gd name="csY18" fmla="*/ 88599 h 141758"/>
              <a:gd name="csX19" fmla="*/ 17133 w 141925"/>
              <a:gd name="csY19" fmla="*/ 99598 h 141758"/>
              <a:gd name="csX20" fmla="*/ 38246 w 141925"/>
              <a:gd name="csY20" fmla="*/ 113408 h 141758"/>
              <a:gd name="csX21" fmla="*/ 103680 w 141925"/>
              <a:gd name="csY21" fmla="*/ 113408 h 141758"/>
              <a:gd name="csX22" fmla="*/ 124794 w 141925"/>
              <a:gd name="csY22" fmla="*/ 99605 h 141758"/>
              <a:gd name="csX23" fmla="*/ 129608 w 141925"/>
              <a:gd name="csY23" fmla="*/ 88599 h 141758"/>
              <a:gd name="csX24" fmla="*/ 136533 w 141925"/>
              <a:gd name="csY24" fmla="*/ 88599 h 141758"/>
              <a:gd name="csX25" fmla="*/ 138591 w 141925"/>
              <a:gd name="csY25" fmla="*/ 88216 h 141758"/>
              <a:gd name="csX26" fmla="*/ 140344 w 141925"/>
              <a:gd name="csY26" fmla="*/ 87070 h 141758"/>
              <a:gd name="csX27" fmla="*/ 141517 w 141925"/>
              <a:gd name="csY27" fmla="*/ 85336 h 141758"/>
              <a:gd name="csX28" fmla="*/ 141926 w 141925"/>
              <a:gd name="csY28" fmla="*/ 83283 h 141758"/>
              <a:gd name="csX29" fmla="*/ 141517 w 141925"/>
              <a:gd name="csY29" fmla="*/ 81231 h 141758"/>
              <a:gd name="csX30" fmla="*/ 140344 w 141925"/>
              <a:gd name="csY30" fmla="*/ 79498 h 141758"/>
              <a:gd name="csX31" fmla="*/ 138591 w 141925"/>
              <a:gd name="csY31" fmla="*/ 78350 h 141758"/>
              <a:gd name="csX32" fmla="*/ 136533 w 141925"/>
              <a:gd name="csY32" fmla="*/ 77967 h 141758"/>
              <a:gd name="csX33" fmla="*/ 132994 w 141925"/>
              <a:gd name="csY33" fmla="*/ 77967 h 141758"/>
              <a:gd name="csX34" fmla="*/ 132994 w 141925"/>
              <a:gd name="csY34" fmla="*/ 62310 h 141758"/>
              <a:gd name="csX35" fmla="*/ 138302 w 141925"/>
              <a:gd name="csY35" fmla="*/ 53160 h 141758"/>
              <a:gd name="csX36" fmla="*/ 127669 w 141925"/>
              <a:gd name="csY36" fmla="*/ 42528 h 141758"/>
              <a:gd name="csX37" fmla="*/ 47927 w 141925"/>
              <a:gd name="csY37" fmla="*/ 49616 h 141758"/>
              <a:gd name="csX38" fmla="*/ 35524 w 141925"/>
              <a:gd name="csY38" fmla="*/ 62019 h 141758"/>
              <a:gd name="csX39" fmla="*/ 35524 w 141925"/>
              <a:gd name="csY39" fmla="*/ 70880 h 141758"/>
              <a:gd name="csX40" fmla="*/ 106402 w 141925"/>
              <a:gd name="csY40" fmla="*/ 70880 h 141758"/>
              <a:gd name="csX41" fmla="*/ 106402 w 141925"/>
              <a:gd name="csY41" fmla="*/ 62019 h 141758"/>
              <a:gd name="csX42" fmla="*/ 93999 w 141925"/>
              <a:gd name="csY42" fmla="*/ 49616 h 141758"/>
              <a:gd name="csX43" fmla="*/ 47927 w 141925"/>
              <a:gd name="csY43" fmla="*/ 49616 h 141758"/>
              <a:gd name="csX44" fmla="*/ 35524 w 141925"/>
              <a:gd name="csY44" fmla="*/ 120294 h 141758"/>
              <a:gd name="csX45" fmla="*/ 35524 w 141925"/>
              <a:gd name="csY45" fmla="*/ 136443 h 141758"/>
              <a:gd name="csX46" fmla="*/ 40832 w 141925"/>
              <a:gd name="csY46" fmla="*/ 141759 h 141758"/>
              <a:gd name="csX47" fmla="*/ 101094 w 141925"/>
              <a:gd name="csY47" fmla="*/ 141759 h 141758"/>
              <a:gd name="csX48" fmla="*/ 106402 w 141925"/>
              <a:gd name="csY48" fmla="*/ 136443 h 141758"/>
              <a:gd name="csX49" fmla="*/ 106402 w 141925"/>
              <a:gd name="csY49" fmla="*/ 120294 h 141758"/>
              <a:gd name="csX50" fmla="*/ 103680 w 141925"/>
              <a:gd name="csY50" fmla="*/ 120495 h 141758"/>
              <a:gd name="csX51" fmla="*/ 38246 w 141925"/>
              <a:gd name="csY51" fmla="*/ 120495 h 141758"/>
              <a:gd name="csX52" fmla="*/ 35524 w 141925"/>
              <a:gd name="csY52" fmla="*/ 120294 h 141758"/>
            </a:gdLst>
            <a:ahLst/>
            <a:cxnLst/>
            <a:rect l="l" t="t" r="r" b="b"/>
            <a:pathLst>
              <a:path w="100000" h="100000">
                <a:moveTo>
                  <a:pt x="50000" y="59"/>
                </a:moveTo>
                <a:cubicBezTo>
                  <a:pt x="41741" y="59"/>
                  <a:pt x="35016" y="6778"/>
                  <a:pt x="35016" y="15041"/>
                </a:cubicBezTo>
                <a:cubicBezTo>
                  <a:pt x="35016" y="23304"/>
                  <a:pt x="41741" y="30024"/>
                  <a:pt x="50000" y="30024"/>
                </a:cubicBezTo>
                <a:cubicBezTo>
                  <a:pt x="58260" y="30024"/>
                  <a:pt x="64985" y="23304"/>
                  <a:pt x="64985" y="15041"/>
                </a:cubicBezTo>
                <a:cubicBezTo>
                  <a:pt x="64985" y="6778"/>
                  <a:pt x="58260" y="59"/>
                  <a:pt x="50000" y="59"/>
                </a:cubicBezTo>
                <a:close/>
                <a:moveTo>
                  <a:pt x="89955" y="30024"/>
                </a:moveTo>
                <a:cubicBezTo>
                  <a:pt x="85831" y="30024"/>
                  <a:pt x="82463" y="33385"/>
                  <a:pt x="82463" y="37515"/>
                </a:cubicBezTo>
                <a:cubicBezTo>
                  <a:pt x="82463" y="40274"/>
                  <a:pt x="83985" y="42663"/>
                  <a:pt x="86215" y="43962"/>
                </a:cubicBezTo>
                <a:lnTo>
                  <a:pt x="86215" y="54994"/>
                </a:lnTo>
                <a:lnTo>
                  <a:pt x="3800" y="54994"/>
                </a:lnTo>
                <a:cubicBezTo>
                  <a:pt x="3309" y="54987"/>
                  <a:pt x="2805" y="55079"/>
                  <a:pt x="2350" y="55264"/>
                </a:cubicBezTo>
                <a:cubicBezTo>
                  <a:pt x="1894" y="55449"/>
                  <a:pt x="1475" y="55724"/>
                  <a:pt x="1115" y="56073"/>
                </a:cubicBezTo>
                <a:cubicBezTo>
                  <a:pt x="767" y="56422"/>
                  <a:pt x="479" y="56837"/>
                  <a:pt x="287" y="57294"/>
                </a:cubicBezTo>
                <a:cubicBezTo>
                  <a:pt x="96" y="57752"/>
                  <a:pt x="0" y="58244"/>
                  <a:pt x="0" y="58740"/>
                </a:cubicBezTo>
                <a:cubicBezTo>
                  <a:pt x="0" y="59236"/>
                  <a:pt x="96" y="59728"/>
                  <a:pt x="287" y="60186"/>
                </a:cubicBezTo>
                <a:cubicBezTo>
                  <a:pt x="479" y="60644"/>
                  <a:pt x="767" y="61059"/>
                  <a:pt x="1115" y="61408"/>
                </a:cubicBezTo>
                <a:cubicBezTo>
                  <a:pt x="1475" y="61757"/>
                  <a:pt x="1894" y="62031"/>
                  <a:pt x="2350" y="62216"/>
                </a:cubicBezTo>
                <a:cubicBezTo>
                  <a:pt x="2805" y="62402"/>
                  <a:pt x="3309" y="62493"/>
                  <a:pt x="3800" y="62485"/>
                </a:cubicBezTo>
                <a:lnTo>
                  <a:pt x="8691" y="62485"/>
                </a:lnTo>
                <a:lnTo>
                  <a:pt x="12072" y="70235"/>
                </a:lnTo>
                <a:cubicBezTo>
                  <a:pt x="14661" y="76145"/>
                  <a:pt x="20499" y="79966"/>
                  <a:pt x="26948" y="79966"/>
                </a:cubicBezTo>
                <a:lnTo>
                  <a:pt x="73053" y="79966"/>
                </a:lnTo>
                <a:cubicBezTo>
                  <a:pt x="79502" y="79966"/>
                  <a:pt x="85339" y="76148"/>
                  <a:pt x="87930" y="70240"/>
                </a:cubicBezTo>
                <a:lnTo>
                  <a:pt x="91321" y="62485"/>
                </a:lnTo>
                <a:lnTo>
                  <a:pt x="96201" y="62485"/>
                </a:lnTo>
                <a:cubicBezTo>
                  <a:pt x="96704" y="62493"/>
                  <a:pt x="97196" y="62402"/>
                  <a:pt x="97651" y="62216"/>
                </a:cubicBezTo>
                <a:cubicBezTo>
                  <a:pt x="98119" y="62031"/>
                  <a:pt x="98538" y="61757"/>
                  <a:pt x="98886" y="61408"/>
                </a:cubicBezTo>
                <a:cubicBezTo>
                  <a:pt x="99245" y="61059"/>
                  <a:pt x="99521" y="60644"/>
                  <a:pt x="99713" y="60186"/>
                </a:cubicBezTo>
                <a:cubicBezTo>
                  <a:pt x="99905" y="59728"/>
                  <a:pt x="100001" y="59236"/>
                  <a:pt x="100001" y="58740"/>
                </a:cubicBezTo>
                <a:cubicBezTo>
                  <a:pt x="100001" y="58244"/>
                  <a:pt x="99905" y="57752"/>
                  <a:pt x="99713" y="57294"/>
                </a:cubicBezTo>
                <a:cubicBezTo>
                  <a:pt x="99521" y="56837"/>
                  <a:pt x="99245" y="56422"/>
                  <a:pt x="98886" y="56073"/>
                </a:cubicBezTo>
                <a:cubicBezTo>
                  <a:pt x="98538" y="55724"/>
                  <a:pt x="98119" y="55449"/>
                  <a:pt x="97651" y="55264"/>
                </a:cubicBezTo>
                <a:cubicBezTo>
                  <a:pt x="97196" y="55079"/>
                  <a:pt x="96704" y="54987"/>
                  <a:pt x="96201" y="54994"/>
                </a:cubicBezTo>
                <a:lnTo>
                  <a:pt x="93707" y="54994"/>
                </a:lnTo>
                <a:lnTo>
                  <a:pt x="93707" y="43962"/>
                </a:lnTo>
                <a:cubicBezTo>
                  <a:pt x="95937" y="42663"/>
                  <a:pt x="97447" y="40274"/>
                  <a:pt x="97447" y="37515"/>
                </a:cubicBezTo>
                <a:cubicBezTo>
                  <a:pt x="97447" y="33385"/>
                  <a:pt x="94091" y="30024"/>
                  <a:pt x="89955" y="30024"/>
                </a:cubicBezTo>
                <a:close/>
                <a:moveTo>
                  <a:pt x="33769" y="35018"/>
                </a:moveTo>
                <a:cubicBezTo>
                  <a:pt x="28950" y="35018"/>
                  <a:pt x="25030" y="38938"/>
                  <a:pt x="25030" y="43757"/>
                </a:cubicBezTo>
                <a:lnTo>
                  <a:pt x="25030" y="50001"/>
                </a:lnTo>
                <a:lnTo>
                  <a:pt x="74971" y="50001"/>
                </a:lnTo>
                <a:lnTo>
                  <a:pt x="74971" y="43757"/>
                </a:lnTo>
                <a:cubicBezTo>
                  <a:pt x="74971" y="38938"/>
                  <a:pt x="71051" y="35018"/>
                  <a:pt x="66231" y="35018"/>
                </a:cubicBezTo>
                <a:lnTo>
                  <a:pt x="33769" y="35018"/>
                </a:lnTo>
                <a:close/>
                <a:moveTo>
                  <a:pt x="25030" y="84818"/>
                </a:moveTo>
                <a:lnTo>
                  <a:pt x="25030" y="96196"/>
                </a:lnTo>
                <a:cubicBezTo>
                  <a:pt x="25030" y="98264"/>
                  <a:pt x="26708" y="99942"/>
                  <a:pt x="28770" y="99942"/>
                </a:cubicBezTo>
                <a:lnTo>
                  <a:pt x="71231" y="99942"/>
                </a:lnTo>
                <a:cubicBezTo>
                  <a:pt x="73304" y="99942"/>
                  <a:pt x="74971" y="98264"/>
                  <a:pt x="74971" y="96196"/>
                </a:cubicBezTo>
                <a:lnTo>
                  <a:pt x="74971" y="84818"/>
                </a:lnTo>
                <a:cubicBezTo>
                  <a:pt x="74335" y="84878"/>
                  <a:pt x="73699" y="84959"/>
                  <a:pt x="73053" y="84959"/>
                </a:cubicBezTo>
                <a:lnTo>
                  <a:pt x="26948" y="84959"/>
                </a:lnTo>
                <a:cubicBezTo>
                  <a:pt x="26301" y="84959"/>
                  <a:pt x="25666" y="84878"/>
                  <a:pt x="25030" y="8481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8" name="Белый — SVG 11">
            <a:extLst>
              <a:ext uri="{FF2B5EF4-FFF2-40B4-BE49-F238E27FC236}">
                <a16:creationId xmlns:a16="http://schemas.microsoft.com/office/drawing/2014/main" id="{DB0F456D-3FBE-1347-AAB6-6D99B790D468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31900 w 120505"/>
              <a:gd name="csY0" fmla="*/ 56703 h 148847"/>
              <a:gd name="csX1" fmla="*/ 23768 w 120505"/>
              <a:gd name="csY1" fmla="*/ 58323 h 148847"/>
              <a:gd name="csX2" fmla="*/ 16860 w 120505"/>
              <a:gd name="csY2" fmla="*/ 62931 h 148847"/>
              <a:gd name="csX3" fmla="*/ 12250 w 120505"/>
              <a:gd name="csY3" fmla="*/ 69831 h 148847"/>
              <a:gd name="csX4" fmla="*/ 10633 w 120505"/>
              <a:gd name="csY4" fmla="*/ 77967 h 148847"/>
              <a:gd name="csX5" fmla="*/ 12250 w 120505"/>
              <a:gd name="csY5" fmla="*/ 86105 h 148847"/>
              <a:gd name="csX6" fmla="*/ 16860 w 120505"/>
              <a:gd name="csY6" fmla="*/ 93003 h 148847"/>
              <a:gd name="csX7" fmla="*/ 23768 w 120505"/>
              <a:gd name="csY7" fmla="*/ 97613 h 148847"/>
              <a:gd name="csX8" fmla="*/ 31900 w 120505"/>
              <a:gd name="csY8" fmla="*/ 99231 h 148847"/>
              <a:gd name="csX9" fmla="*/ 40033 w 120505"/>
              <a:gd name="csY9" fmla="*/ 97613 h 148847"/>
              <a:gd name="csX10" fmla="*/ 46940 w 120505"/>
              <a:gd name="csY10" fmla="*/ 93003 h 148847"/>
              <a:gd name="csX11" fmla="*/ 51551 w 120505"/>
              <a:gd name="csY11" fmla="*/ 86105 h 148847"/>
              <a:gd name="csX12" fmla="*/ 53167 w 120505"/>
              <a:gd name="csY12" fmla="*/ 77967 h 148847"/>
              <a:gd name="csX13" fmla="*/ 51551 w 120505"/>
              <a:gd name="csY13" fmla="*/ 69831 h 148847"/>
              <a:gd name="csX14" fmla="*/ 46940 w 120505"/>
              <a:gd name="csY14" fmla="*/ 62931 h 148847"/>
              <a:gd name="csX15" fmla="*/ 40033 w 120505"/>
              <a:gd name="csY15" fmla="*/ 58323 h 148847"/>
              <a:gd name="csX16" fmla="*/ 31900 w 120505"/>
              <a:gd name="csY16" fmla="*/ 56703 h 148847"/>
              <a:gd name="csX17" fmla="*/ 31900 w 120505"/>
              <a:gd name="csY17" fmla="*/ 148847 h 148847"/>
              <a:gd name="csX18" fmla="*/ 0 w 120505"/>
              <a:gd name="csY18" fmla="*/ 127583 h 148847"/>
              <a:gd name="csX19" fmla="*/ 0 w 120505"/>
              <a:gd name="csY19" fmla="*/ 118724 h 148847"/>
              <a:gd name="csX20" fmla="*/ 12403 w 120505"/>
              <a:gd name="csY20" fmla="*/ 106319 h 148847"/>
              <a:gd name="csX21" fmla="*/ 51397 w 120505"/>
              <a:gd name="csY21" fmla="*/ 106319 h 148847"/>
              <a:gd name="csX22" fmla="*/ 63800 w 120505"/>
              <a:gd name="csY22" fmla="*/ 118724 h 148847"/>
              <a:gd name="csX23" fmla="*/ 63800 w 120505"/>
              <a:gd name="csY23" fmla="*/ 127583 h 148847"/>
              <a:gd name="csX24" fmla="*/ 31900 w 120505"/>
              <a:gd name="csY24" fmla="*/ 148847 h 148847"/>
              <a:gd name="csX25" fmla="*/ 97470 w 120505"/>
              <a:gd name="csY25" fmla="*/ 0 h 148847"/>
              <a:gd name="csX26" fmla="*/ 62031 w 120505"/>
              <a:gd name="csY26" fmla="*/ 0 h 148847"/>
              <a:gd name="csX27" fmla="*/ 38995 w 120505"/>
              <a:gd name="csY27" fmla="*/ 23036 h 148847"/>
              <a:gd name="csX28" fmla="*/ 62031 w 120505"/>
              <a:gd name="csY28" fmla="*/ 46071 h 148847"/>
              <a:gd name="csX29" fmla="*/ 97470 w 120505"/>
              <a:gd name="csY29" fmla="*/ 46071 h 148847"/>
              <a:gd name="csX30" fmla="*/ 120506 w 120505"/>
              <a:gd name="csY30" fmla="*/ 23036 h 148847"/>
              <a:gd name="csX31" fmla="*/ 97470 w 120505"/>
              <a:gd name="csY31" fmla="*/ 0 h 148847"/>
              <a:gd name="csX32" fmla="*/ 62031 w 120505"/>
              <a:gd name="csY32" fmla="*/ 28352 h 148847"/>
              <a:gd name="csX33" fmla="*/ 56706 w 120505"/>
              <a:gd name="csY33" fmla="*/ 23036 h 148847"/>
              <a:gd name="csX34" fmla="*/ 62031 w 120505"/>
              <a:gd name="csY34" fmla="*/ 17720 h 148847"/>
              <a:gd name="csX35" fmla="*/ 67339 w 120505"/>
              <a:gd name="csY35" fmla="*/ 23036 h 148847"/>
              <a:gd name="csX36" fmla="*/ 62031 w 120505"/>
              <a:gd name="csY36" fmla="*/ 28352 h 148847"/>
              <a:gd name="csX37" fmla="*/ 79742 w 120505"/>
              <a:gd name="csY37" fmla="*/ 28352 h 148847"/>
              <a:gd name="csX38" fmla="*/ 74434 w 120505"/>
              <a:gd name="csY38" fmla="*/ 23036 h 148847"/>
              <a:gd name="csX39" fmla="*/ 79742 w 120505"/>
              <a:gd name="csY39" fmla="*/ 17720 h 148847"/>
              <a:gd name="csX40" fmla="*/ 85067 w 120505"/>
              <a:gd name="csY40" fmla="*/ 23036 h 148847"/>
              <a:gd name="csX41" fmla="*/ 79742 w 120505"/>
              <a:gd name="csY41" fmla="*/ 28352 h 148847"/>
              <a:gd name="csX42" fmla="*/ 97470 w 120505"/>
              <a:gd name="csY42" fmla="*/ 28352 h 148847"/>
              <a:gd name="csX43" fmla="*/ 92162 w 120505"/>
              <a:gd name="csY43" fmla="*/ 23036 h 148847"/>
              <a:gd name="csX44" fmla="*/ 97470 w 120505"/>
              <a:gd name="csY44" fmla="*/ 17720 h 148847"/>
              <a:gd name="csX45" fmla="*/ 102795 w 120505"/>
              <a:gd name="csY45" fmla="*/ 23036 h 148847"/>
              <a:gd name="csX46" fmla="*/ 97470 w 120505"/>
              <a:gd name="csY46" fmla="*/ 28352 h 148847"/>
              <a:gd name="csX47" fmla="*/ 92162 w 120505"/>
              <a:gd name="csY47" fmla="*/ 60248 h 148847"/>
              <a:gd name="csX48" fmla="*/ 87143 w 120505"/>
              <a:gd name="csY48" fmla="*/ 62324 h 148847"/>
              <a:gd name="csX49" fmla="*/ 85067 w 120505"/>
              <a:gd name="csY49" fmla="*/ 67335 h 148847"/>
              <a:gd name="csX50" fmla="*/ 87143 w 120505"/>
              <a:gd name="csY50" fmla="*/ 72348 h 148847"/>
              <a:gd name="csX51" fmla="*/ 92162 w 120505"/>
              <a:gd name="csY51" fmla="*/ 74424 h 148847"/>
              <a:gd name="csX52" fmla="*/ 97164 w 120505"/>
              <a:gd name="csY52" fmla="*/ 72348 h 148847"/>
              <a:gd name="csX53" fmla="*/ 99239 w 120505"/>
              <a:gd name="csY53" fmla="*/ 67335 h 148847"/>
              <a:gd name="csX54" fmla="*/ 97164 w 120505"/>
              <a:gd name="csY54" fmla="*/ 62324 h 148847"/>
              <a:gd name="csX55" fmla="*/ 92162 w 120505"/>
              <a:gd name="csY55" fmla="*/ 60248 h 148847"/>
              <a:gd name="csX56" fmla="*/ 72664 w 120505"/>
              <a:gd name="csY56" fmla="*/ 74424 h 148847"/>
              <a:gd name="csX57" fmla="*/ 68904 w 120505"/>
              <a:gd name="csY57" fmla="*/ 75980 h 148847"/>
              <a:gd name="csX58" fmla="*/ 67339 w 120505"/>
              <a:gd name="csY58" fmla="*/ 79740 h 148847"/>
              <a:gd name="csX59" fmla="*/ 68904 w 120505"/>
              <a:gd name="csY59" fmla="*/ 83499 h 148847"/>
              <a:gd name="csX60" fmla="*/ 72664 w 120505"/>
              <a:gd name="csY60" fmla="*/ 85056 h 148847"/>
              <a:gd name="csX61" fmla="*/ 76424 w 120505"/>
              <a:gd name="csY61" fmla="*/ 83499 h 148847"/>
              <a:gd name="csX62" fmla="*/ 77972 w 120505"/>
              <a:gd name="csY62" fmla="*/ 79740 h 148847"/>
              <a:gd name="csX63" fmla="*/ 76424 w 120505"/>
              <a:gd name="csY63" fmla="*/ 75980 h 148847"/>
              <a:gd name="csX64" fmla="*/ 72664 w 120505"/>
              <a:gd name="csY64" fmla="*/ 74424 h 148847"/>
            </a:gdLst>
            <a:ahLst/>
            <a:cxnLst/>
            <a:rect l="l" t="t" r="r" b="b"/>
            <a:pathLst>
              <a:path w="100000" h="100000">
                <a:moveTo>
                  <a:pt x="30952" y="38095"/>
                </a:moveTo>
                <a:cubicBezTo>
                  <a:pt x="29078" y="38095"/>
                  <a:pt x="27215" y="38465"/>
                  <a:pt x="25489" y="39183"/>
                </a:cubicBezTo>
                <a:cubicBezTo>
                  <a:pt x="23751" y="39901"/>
                  <a:pt x="22174" y="40953"/>
                  <a:pt x="20848" y="42279"/>
                </a:cubicBezTo>
                <a:cubicBezTo>
                  <a:pt x="19522" y="43606"/>
                  <a:pt x="18470" y="45181"/>
                  <a:pt x="17750" y="46915"/>
                </a:cubicBezTo>
                <a:cubicBezTo>
                  <a:pt x="17030" y="48647"/>
                  <a:pt x="16664" y="50506"/>
                  <a:pt x="16664" y="52381"/>
                </a:cubicBezTo>
                <a:cubicBezTo>
                  <a:pt x="16664" y="54257"/>
                  <a:pt x="17030" y="56114"/>
                  <a:pt x="17750" y="57848"/>
                </a:cubicBezTo>
                <a:cubicBezTo>
                  <a:pt x="18470" y="59581"/>
                  <a:pt x="19522" y="61155"/>
                  <a:pt x="20848" y="62482"/>
                </a:cubicBezTo>
                <a:cubicBezTo>
                  <a:pt x="22174" y="63809"/>
                  <a:pt x="23751" y="64862"/>
                  <a:pt x="25489" y="65579"/>
                </a:cubicBezTo>
                <a:cubicBezTo>
                  <a:pt x="27215" y="66297"/>
                  <a:pt x="29078" y="66666"/>
                  <a:pt x="30952" y="66666"/>
                </a:cubicBezTo>
                <a:cubicBezTo>
                  <a:pt x="32826" y="66666"/>
                  <a:pt x="34690" y="66297"/>
                  <a:pt x="36416" y="65579"/>
                </a:cubicBezTo>
                <a:cubicBezTo>
                  <a:pt x="38153" y="64862"/>
                  <a:pt x="39731" y="63809"/>
                  <a:pt x="41056" y="62482"/>
                </a:cubicBezTo>
                <a:cubicBezTo>
                  <a:pt x="42382" y="61155"/>
                  <a:pt x="43434" y="59581"/>
                  <a:pt x="44154" y="57848"/>
                </a:cubicBezTo>
                <a:cubicBezTo>
                  <a:pt x="44874" y="56114"/>
                  <a:pt x="45240" y="54257"/>
                  <a:pt x="45240" y="52381"/>
                </a:cubicBezTo>
                <a:cubicBezTo>
                  <a:pt x="45240" y="50506"/>
                  <a:pt x="44874" y="48647"/>
                  <a:pt x="44154" y="46915"/>
                </a:cubicBezTo>
                <a:cubicBezTo>
                  <a:pt x="43434" y="45181"/>
                  <a:pt x="42382" y="43606"/>
                  <a:pt x="41056" y="42279"/>
                </a:cubicBezTo>
                <a:cubicBezTo>
                  <a:pt x="39731" y="40953"/>
                  <a:pt x="38153" y="39901"/>
                  <a:pt x="36416" y="39183"/>
                </a:cubicBezTo>
                <a:cubicBezTo>
                  <a:pt x="34690" y="38465"/>
                  <a:pt x="32826" y="38095"/>
                  <a:pt x="30952" y="38095"/>
                </a:cubicBezTo>
                <a:close/>
                <a:moveTo>
                  <a:pt x="30952" y="100000"/>
                </a:moveTo>
                <a:cubicBezTo>
                  <a:pt x="18939" y="100000"/>
                  <a:pt x="9521" y="93724"/>
                  <a:pt x="9521" y="85714"/>
                </a:cubicBezTo>
                <a:lnTo>
                  <a:pt x="9521" y="79762"/>
                </a:lnTo>
                <a:cubicBezTo>
                  <a:pt x="9521" y="75167"/>
                  <a:pt x="13258" y="71428"/>
                  <a:pt x="17853" y="71428"/>
                </a:cubicBezTo>
                <a:lnTo>
                  <a:pt x="44051" y="71428"/>
                </a:lnTo>
                <a:cubicBezTo>
                  <a:pt x="48646" y="71428"/>
                  <a:pt x="52383" y="75167"/>
                  <a:pt x="52383" y="79762"/>
                </a:cubicBezTo>
                <a:lnTo>
                  <a:pt x="52383" y="85714"/>
                </a:lnTo>
                <a:cubicBezTo>
                  <a:pt x="52383" y="93724"/>
                  <a:pt x="42965" y="100000"/>
                  <a:pt x="30952" y="100000"/>
                </a:cubicBezTo>
                <a:close/>
                <a:moveTo>
                  <a:pt x="75004" y="0"/>
                </a:moveTo>
                <a:lnTo>
                  <a:pt x="51195" y="0"/>
                </a:lnTo>
                <a:cubicBezTo>
                  <a:pt x="42657" y="0"/>
                  <a:pt x="35719" y="6943"/>
                  <a:pt x="35719" y="15476"/>
                </a:cubicBezTo>
                <a:cubicBezTo>
                  <a:pt x="35719" y="24009"/>
                  <a:pt x="42657" y="30952"/>
                  <a:pt x="51195" y="30952"/>
                </a:cubicBezTo>
                <a:lnTo>
                  <a:pt x="75004" y="30952"/>
                </a:lnTo>
                <a:cubicBezTo>
                  <a:pt x="83542" y="30952"/>
                  <a:pt x="90480" y="24009"/>
                  <a:pt x="90480" y="15476"/>
                </a:cubicBezTo>
                <a:cubicBezTo>
                  <a:pt x="90480" y="6943"/>
                  <a:pt x="83542" y="0"/>
                  <a:pt x="75004" y="0"/>
                </a:cubicBezTo>
                <a:close/>
                <a:moveTo>
                  <a:pt x="51195" y="19048"/>
                </a:moveTo>
                <a:cubicBezTo>
                  <a:pt x="49218" y="19048"/>
                  <a:pt x="47617" y="17448"/>
                  <a:pt x="47617" y="15476"/>
                </a:cubicBezTo>
                <a:cubicBezTo>
                  <a:pt x="47617" y="13505"/>
                  <a:pt x="49218" y="11905"/>
                  <a:pt x="51195" y="11905"/>
                </a:cubicBezTo>
                <a:cubicBezTo>
                  <a:pt x="53161" y="11905"/>
                  <a:pt x="54761" y="13505"/>
                  <a:pt x="54761" y="15476"/>
                </a:cubicBezTo>
                <a:cubicBezTo>
                  <a:pt x="54761" y="17448"/>
                  <a:pt x="53161" y="19048"/>
                  <a:pt x="51195" y="19048"/>
                </a:cubicBezTo>
                <a:close/>
                <a:moveTo>
                  <a:pt x="63094" y="19048"/>
                </a:moveTo>
                <a:cubicBezTo>
                  <a:pt x="61128" y="19048"/>
                  <a:pt x="59528" y="17448"/>
                  <a:pt x="59528" y="15476"/>
                </a:cubicBezTo>
                <a:cubicBezTo>
                  <a:pt x="59528" y="13505"/>
                  <a:pt x="61128" y="11905"/>
                  <a:pt x="63094" y="11905"/>
                </a:cubicBezTo>
                <a:cubicBezTo>
                  <a:pt x="65071" y="11905"/>
                  <a:pt x="66671" y="13505"/>
                  <a:pt x="66671" y="15476"/>
                </a:cubicBezTo>
                <a:cubicBezTo>
                  <a:pt x="66671" y="17448"/>
                  <a:pt x="65071" y="19048"/>
                  <a:pt x="63094" y="19048"/>
                </a:cubicBezTo>
                <a:close/>
                <a:moveTo>
                  <a:pt x="75004" y="19048"/>
                </a:moveTo>
                <a:cubicBezTo>
                  <a:pt x="73037" y="19048"/>
                  <a:pt x="71438" y="17448"/>
                  <a:pt x="71438" y="15476"/>
                </a:cubicBezTo>
                <a:cubicBezTo>
                  <a:pt x="71438" y="13505"/>
                  <a:pt x="73037" y="11905"/>
                  <a:pt x="75004" y="11905"/>
                </a:cubicBezTo>
                <a:cubicBezTo>
                  <a:pt x="76981" y="11905"/>
                  <a:pt x="78581" y="13505"/>
                  <a:pt x="78581" y="15476"/>
                </a:cubicBezTo>
                <a:cubicBezTo>
                  <a:pt x="78581" y="17448"/>
                  <a:pt x="76981" y="19048"/>
                  <a:pt x="75004" y="19048"/>
                </a:cubicBezTo>
                <a:close/>
                <a:moveTo>
                  <a:pt x="71438" y="40476"/>
                </a:moveTo>
                <a:cubicBezTo>
                  <a:pt x="70169" y="40476"/>
                  <a:pt x="68957" y="40978"/>
                  <a:pt x="68066" y="41871"/>
                </a:cubicBezTo>
                <a:cubicBezTo>
                  <a:pt x="67174" y="42763"/>
                  <a:pt x="66671" y="43975"/>
                  <a:pt x="66671" y="45238"/>
                </a:cubicBezTo>
                <a:cubicBezTo>
                  <a:pt x="66671" y="46501"/>
                  <a:pt x="67174" y="47712"/>
                  <a:pt x="68066" y="48606"/>
                </a:cubicBezTo>
                <a:cubicBezTo>
                  <a:pt x="68957" y="49498"/>
                  <a:pt x="70169" y="50000"/>
                  <a:pt x="71438" y="50000"/>
                </a:cubicBezTo>
                <a:cubicBezTo>
                  <a:pt x="72695" y="50000"/>
                  <a:pt x="73906" y="49498"/>
                  <a:pt x="74798" y="48606"/>
                </a:cubicBezTo>
                <a:cubicBezTo>
                  <a:pt x="75690" y="47712"/>
                  <a:pt x="76192" y="46501"/>
                  <a:pt x="76192" y="45238"/>
                </a:cubicBezTo>
                <a:cubicBezTo>
                  <a:pt x="76192" y="43975"/>
                  <a:pt x="75690" y="42763"/>
                  <a:pt x="74798" y="41871"/>
                </a:cubicBezTo>
                <a:cubicBezTo>
                  <a:pt x="73906" y="40978"/>
                  <a:pt x="72695" y="40476"/>
                  <a:pt x="71438" y="40476"/>
                </a:cubicBezTo>
                <a:close/>
                <a:moveTo>
                  <a:pt x="58338" y="50000"/>
                </a:moveTo>
                <a:cubicBezTo>
                  <a:pt x="57390" y="50000"/>
                  <a:pt x="56475" y="50376"/>
                  <a:pt x="55812" y="51046"/>
                </a:cubicBezTo>
                <a:cubicBezTo>
                  <a:pt x="55138" y="51716"/>
                  <a:pt x="54761" y="52624"/>
                  <a:pt x="54761" y="53572"/>
                </a:cubicBezTo>
                <a:cubicBezTo>
                  <a:pt x="54761" y="54519"/>
                  <a:pt x="55138" y="55427"/>
                  <a:pt x="55812" y="56097"/>
                </a:cubicBezTo>
                <a:cubicBezTo>
                  <a:pt x="56475" y="56767"/>
                  <a:pt x="57390" y="57143"/>
                  <a:pt x="58338" y="57143"/>
                </a:cubicBezTo>
                <a:cubicBezTo>
                  <a:pt x="59287" y="57143"/>
                  <a:pt x="60190" y="56767"/>
                  <a:pt x="60865" y="56097"/>
                </a:cubicBezTo>
                <a:cubicBezTo>
                  <a:pt x="61528" y="55427"/>
                  <a:pt x="61905" y="54519"/>
                  <a:pt x="61905" y="53572"/>
                </a:cubicBezTo>
                <a:cubicBezTo>
                  <a:pt x="61905" y="52624"/>
                  <a:pt x="61528" y="51716"/>
                  <a:pt x="60865" y="51046"/>
                </a:cubicBezTo>
                <a:cubicBezTo>
                  <a:pt x="60190" y="50376"/>
                  <a:pt x="59287" y="50000"/>
                  <a:pt x="58338" y="500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69" name="Белый — SVG 12">
            <a:extLst>
              <a:ext uri="{FF2B5EF4-FFF2-40B4-BE49-F238E27FC236}">
                <a16:creationId xmlns:a16="http://schemas.microsoft.com/office/drawing/2014/main" id="{EC677964-CA31-0642-91DD-4EE761896C72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70895 w 141772"/>
              <a:gd name="csY0" fmla="*/ 0 h 131126"/>
              <a:gd name="csX1" fmla="*/ 60857 w 141772"/>
              <a:gd name="csY1" fmla="*/ 4152 h 131126"/>
              <a:gd name="csX2" fmla="*/ 56706 w 141772"/>
              <a:gd name="csY2" fmla="*/ 14175 h 131126"/>
              <a:gd name="csX3" fmla="*/ 60857 w 141772"/>
              <a:gd name="csY3" fmla="*/ 24200 h 131126"/>
              <a:gd name="csX4" fmla="*/ 70895 w 141772"/>
              <a:gd name="csY4" fmla="*/ 28352 h 131126"/>
              <a:gd name="csX5" fmla="*/ 80916 w 141772"/>
              <a:gd name="csY5" fmla="*/ 24200 h 131126"/>
              <a:gd name="csX6" fmla="*/ 85067 w 141772"/>
              <a:gd name="csY6" fmla="*/ 14175 h 131126"/>
              <a:gd name="csX7" fmla="*/ 80916 w 141772"/>
              <a:gd name="csY7" fmla="*/ 4152 h 131126"/>
              <a:gd name="csX8" fmla="*/ 70895 w 141772"/>
              <a:gd name="csY8" fmla="*/ 0 h 131126"/>
              <a:gd name="csX9" fmla="*/ 14172 w 141772"/>
              <a:gd name="csY9" fmla="*/ 7089 h 131126"/>
              <a:gd name="csX10" fmla="*/ 4151 w 141772"/>
              <a:gd name="csY10" fmla="*/ 11239 h 131126"/>
              <a:gd name="csX11" fmla="*/ 0 w 141772"/>
              <a:gd name="csY11" fmla="*/ 21264 h 131126"/>
              <a:gd name="csX12" fmla="*/ 4151 w 141772"/>
              <a:gd name="csY12" fmla="*/ 31289 h 131126"/>
              <a:gd name="csX13" fmla="*/ 14172 w 141772"/>
              <a:gd name="csY13" fmla="*/ 35439 h 131126"/>
              <a:gd name="csX14" fmla="*/ 24210 w 141772"/>
              <a:gd name="csY14" fmla="*/ 31289 h 131126"/>
              <a:gd name="csX15" fmla="*/ 28361 w 141772"/>
              <a:gd name="csY15" fmla="*/ 21264 h 131126"/>
              <a:gd name="csX16" fmla="*/ 24210 w 141772"/>
              <a:gd name="csY16" fmla="*/ 11239 h 131126"/>
              <a:gd name="csX17" fmla="*/ 14172 w 141772"/>
              <a:gd name="csY17" fmla="*/ 7089 h 131126"/>
              <a:gd name="csX18" fmla="*/ 127601 w 141772"/>
              <a:gd name="csY18" fmla="*/ 7089 h 131126"/>
              <a:gd name="csX19" fmla="*/ 117580 w 141772"/>
              <a:gd name="csY19" fmla="*/ 11239 h 131126"/>
              <a:gd name="csX20" fmla="*/ 113428 w 141772"/>
              <a:gd name="csY20" fmla="*/ 21264 h 131126"/>
              <a:gd name="csX21" fmla="*/ 117580 w 141772"/>
              <a:gd name="csY21" fmla="*/ 31289 h 131126"/>
              <a:gd name="csX22" fmla="*/ 127601 w 141772"/>
              <a:gd name="csY22" fmla="*/ 35439 h 131126"/>
              <a:gd name="csX23" fmla="*/ 137621 w 141772"/>
              <a:gd name="csY23" fmla="*/ 31289 h 131126"/>
              <a:gd name="csX24" fmla="*/ 141773 w 141772"/>
              <a:gd name="csY24" fmla="*/ 21264 h 131126"/>
              <a:gd name="csX25" fmla="*/ 137621 w 141772"/>
              <a:gd name="csY25" fmla="*/ 11239 h 131126"/>
              <a:gd name="csX26" fmla="*/ 127601 w 141772"/>
              <a:gd name="csY26" fmla="*/ 7089 h 131126"/>
              <a:gd name="csX27" fmla="*/ 70895 w 141772"/>
              <a:gd name="csY27" fmla="*/ 38984 h 131126"/>
              <a:gd name="csX28" fmla="*/ 49628 w 141772"/>
              <a:gd name="csY28" fmla="*/ 60248 h 131126"/>
              <a:gd name="csX29" fmla="*/ 49628 w 141772"/>
              <a:gd name="csY29" fmla="*/ 70880 h 131126"/>
              <a:gd name="csX30" fmla="*/ 40764 w 141772"/>
              <a:gd name="csY30" fmla="*/ 70880 h 131126"/>
              <a:gd name="csX31" fmla="*/ 38706 w 141772"/>
              <a:gd name="csY31" fmla="*/ 71263 h 131126"/>
              <a:gd name="csX32" fmla="*/ 36953 w 141772"/>
              <a:gd name="csY32" fmla="*/ 72409 h 131126"/>
              <a:gd name="csX33" fmla="*/ 35779 w 141772"/>
              <a:gd name="csY33" fmla="*/ 74143 h 131126"/>
              <a:gd name="csX34" fmla="*/ 35371 w 141772"/>
              <a:gd name="csY34" fmla="*/ 76196 h 131126"/>
              <a:gd name="csX35" fmla="*/ 35779 w 141772"/>
              <a:gd name="csY35" fmla="*/ 78248 h 131126"/>
              <a:gd name="csX36" fmla="*/ 36953 w 141772"/>
              <a:gd name="csY36" fmla="*/ 79981 h 131126"/>
              <a:gd name="csX37" fmla="*/ 38706 w 141772"/>
              <a:gd name="csY37" fmla="*/ 81129 h 131126"/>
              <a:gd name="csX38" fmla="*/ 40764 w 141772"/>
              <a:gd name="csY38" fmla="*/ 81512 h 131126"/>
              <a:gd name="csX39" fmla="*/ 101009 w 141772"/>
              <a:gd name="csY39" fmla="*/ 81512 h 131126"/>
              <a:gd name="csX40" fmla="*/ 103067 w 141772"/>
              <a:gd name="csY40" fmla="*/ 81129 h 131126"/>
              <a:gd name="csX41" fmla="*/ 104820 w 141772"/>
              <a:gd name="csY41" fmla="*/ 79981 h 131126"/>
              <a:gd name="csX42" fmla="*/ 105994 w 141772"/>
              <a:gd name="csY42" fmla="*/ 78248 h 131126"/>
              <a:gd name="csX43" fmla="*/ 106402 w 141772"/>
              <a:gd name="csY43" fmla="*/ 76196 h 131126"/>
              <a:gd name="csX44" fmla="*/ 105994 w 141772"/>
              <a:gd name="csY44" fmla="*/ 74143 h 131126"/>
              <a:gd name="csX45" fmla="*/ 104820 w 141772"/>
              <a:gd name="csY45" fmla="*/ 72409 h 131126"/>
              <a:gd name="csX46" fmla="*/ 103067 w 141772"/>
              <a:gd name="csY46" fmla="*/ 71263 h 131126"/>
              <a:gd name="csX47" fmla="*/ 101009 w 141772"/>
              <a:gd name="csY47" fmla="*/ 70880 h 131126"/>
              <a:gd name="csX48" fmla="*/ 92162 w 141772"/>
              <a:gd name="csY48" fmla="*/ 70880 h 131126"/>
              <a:gd name="csX49" fmla="*/ 92162 w 141772"/>
              <a:gd name="csY49" fmla="*/ 60248 h 131126"/>
              <a:gd name="csX50" fmla="*/ 70895 w 141772"/>
              <a:gd name="csY50" fmla="*/ 38984 h 131126"/>
              <a:gd name="csX51" fmla="*/ 14172 w 141772"/>
              <a:gd name="csY51" fmla="*/ 46071 h 131126"/>
              <a:gd name="csX52" fmla="*/ 0 w 141772"/>
              <a:gd name="csY52" fmla="*/ 60248 h 131126"/>
              <a:gd name="csX53" fmla="*/ 0 w 141772"/>
              <a:gd name="csY53" fmla="*/ 88599 h 131126"/>
              <a:gd name="csX54" fmla="*/ 13288 w 141772"/>
              <a:gd name="csY54" fmla="*/ 102747 h 131126"/>
              <a:gd name="csX55" fmla="*/ 37209 w 141772"/>
              <a:gd name="csY55" fmla="*/ 104547 h 131126"/>
              <a:gd name="csX56" fmla="*/ 39046 w 141772"/>
              <a:gd name="csY56" fmla="*/ 126532 h 131126"/>
              <a:gd name="csX57" fmla="*/ 44303 w 141772"/>
              <a:gd name="csY57" fmla="*/ 131127 h 131126"/>
              <a:gd name="csX58" fmla="*/ 49628 w 141772"/>
              <a:gd name="csY58" fmla="*/ 125811 h 131126"/>
              <a:gd name="csX59" fmla="*/ 49628 w 141772"/>
              <a:gd name="csY59" fmla="*/ 97460 h 131126"/>
              <a:gd name="csX60" fmla="*/ 45630 w 141772"/>
              <a:gd name="csY60" fmla="*/ 92309 h 131126"/>
              <a:gd name="csX61" fmla="*/ 28361 w 141772"/>
              <a:gd name="csY61" fmla="*/ 88621 h 131126"/>
              <a:gd name="csX62" fmla="*/ 28361 w 141772"/>
              <a:gd name="csY62" fmla="*/ 60248 h 131126"/>
              <a:gd name="csX63" fmla="*/ 14172 w 141772"/>
              <a:gd name="csY63" fmla="*/ 46071 h 131126"/>
              <a:gd name="csX64" fmla="*/ 127601 w 141772"/>
              <a:gd name="csY64" fmla="*/ 46071 h 131126"/>
              <a:gd name="csX65" fmla="*/ 113428 w 141772"/>
              <a:gd name="csY65" fmla="*/ 60248 h 131126"/>
              <a:gd name="csX66" fmla="*/ 113428 w 141772"/>
              <a:gd name="csY66" fmla="*/ 88621 h 131126"/>
              <a:gd name="csX67" fmla="*/ 96143 w 141772"/>
              <a:gd name="csY67" fmla="*/ 92309 h 131126"/>
              <a:gd name="csX68" fmla="*/ 92162 w 141772"/>
              <a:gd name="csY68" fmla="*/ 97460 h 131126"/>
              <a:gd name="csX69" fmla="*/ 92162 w 141772"/>
              <a:gd name="csY69" fmla="*/ 125811 h 131126"/>
              <a:gd name="csX70" fmla="*/ 97470 w 141772"/>
              <a:gd name="csY70" fmla="*/ 131127 h 131126"/>
              <a:gd name="csX71" fmla="*/ 102744 w 141772"/>
              <a:gd name="csY71" fmla="*/ 126532 h 131126"/>
              <a:gd name="csX72" fmla="*/ 104564 w 141772"/>
              <a:gd name="csY72" fmla="*/ 104547 h 131126"/>
              <a:gd name="csX73" fmla="*/ 128485 w 141772"/>
              <a:gd name="csY73" fmla="*/ 102747 h 131126"/>
              <a:gd name="csX74" fmla="*/ 141773 w 141772"/>
              <a:gd name="csY74" fmla="*/ 88599 h 131126"/>
              <a:gd name="csX75" fmla="*/ 141773 w 141772"/>
              <a:gd name="csY75" fmla="*/ 60248 h 131126"/>
              <a:gd name="csX76" fmla="*/ 127601 w 141772"/>
              <a:gd name="csY76" fmla="*/ 46071 h 131126"/>
            </a:gdLst>
            <a:ahLst/>
            <a:cxnLst/>
            <a:rect l="l" t="t" r="r" b="b"/>
            <a:pathLst>
              <a:path w="100000" h="100000">
                <a:moveTo>
                  <a:pt x="50006" y="3755"/>
                </a:moveTo>
                <a:cubicBezTo>
                  <a:pt x="47354" y="3755"/>
                  <a:pt x="44810" y="4808"/>
                  <a:pt x="42926" y="6683"/>
                </a:cubicBezTo>
                <a:cubicBezTo>
                  <a:pt x="41054" y="8559"/>
                  <a:pt x="39998" y="11102"/>
                  <a:pt x="39998" y="13753"/>
                </a:cubicBezTo>
                <a:cubicBezTo>
                  <a:pt x="39998" y="16405"/>
                  <a:pt x="41054" y="18949"/>
                  <a:pt x="42926" y="20824"/>
                </a:cubicBezTo>
                <a:cubicBezTo>
                  <a:pt x="44810" y="22700"/>
                  <a:pt x="47354" y="23753"/>
                  <a:pt x="50006" y="23753"/>
                </a:cubicBezTo>
                <a:cubicBezTo>
                  <a:pt x="52658" y="23753"/>
                  <a:pt x="55203" y="22700"/>
                  <a:pt x="57075" y="20824"/>
                </a:cubicBezTo>
                <a:cubicBezTo>
                  <a:pt x="58947" y="18949"/>
                  <a:pt x="60003" y="16405"/>
                  <a:pt x="60003" y="13753"/>
                </a:cubicBezTo>
                <a:cubicBezTo>
                  <a:pt x="60003" y="11102"/>
                  <a:pt x="58947" y="8559"/>
                  <a:pt x="57075" y="6683"/>
                </a:cubicBezTo>
                <a:cubicBezTo>
                  <a:pt x="55203" y="4808"/>
                  <a:pt x="52658" y="3755"/>
                  <a:pt x="50006" y="3755"/>
                </a:cubicBezTo>
                <a:close/>
                <a:moveTo>
                  <a:pt x="9996" y="8755"/>
                </a:moveTo>
                <a:cubicBezTo>
                  <a:pt x="7344" y="8755"/>
                  <a:pt x="4800" y="9808"/>
                  <a:pt x="2928" y="11682"/>
                </a:cubicBezTo>
                <a:cubicBezTo>
                  <a:pt x="1056" y="13558"/>
                  <a:pt x="0" y="16101"/>
                  <a:pt x="0" y="18753"/>
                </a:cubicBezTo>
                <a:cubicBezTo>
                  <a:pt x="0" y="21405"/>
                  <a:pt x="1056" y="23949"/>
                  <a:pt x="2928" y="25825"/>
                </a:cubicBezTo>
                <a:cubicBezTo>
                  <a:pt x="4800" y="27699"/>
                  <a:pt x="7344" y="28752"/>
                  <a:pt x="9996" y="28752"/>
                </a:cubicBezTo>
                <a:cubicBezTo>
                  <a:pt x="12648" y="28752"/>
                  <a:pt x="15193" y="27699"/>
                  <a:pt x="17077" y="25825"/>
                </a:cubicBezTo>
                <a:cubicBezTo>
                  <a:pt x="18949" y="23949"/>
                  <a:pt x="20005" y="21405"/>
                  <a:pt x="20005" y="18753"/>
                </a:cubicBezTo>
                <a:cubicBezTo>
                  <a:pt x="20005" y="16101"/>
                  <a:pt x="18949" y="13558"/>
                  <a:pt x="17077" y="11682"/>
                </a:cubicBezTo>
                <a:cubicBezTo>
                  <a:pt x="15193" y="9808"/>
                  <a:pt x="12648" y="8755"/>
                  <a:pt x="9996" y="8755"/>
                </a:cubicBezTo>
                <a:close/>
                <a:moveTo>
                  <a:pt x="90004" y="8755"/>
                </a:moveTo>
                <a:cubicBezTo>
                  <a:pt x="87352" y="8755"/>
                  <a:pt x="84808" y="9808"/>
                  <a:pt x="82936" y="11682"/>
                </a:cubicBezTo>
                <a:cubicBezTo>
                  <a:pt x="81052" y="13558"/>
                  <a:pt x="80007" y="16101"/>
                  <a:pt x="80007" y="18753"/>
                </a:cubicBezTo>
                <a:cubicBezTo>
                  <a:pt x="80007" y="21405"/>
                  <a:pt x="81052" y="23949"/>
                  <a:pt x="82936" y="25825"/>
                </a:cubicBezTo>
                <a:cubicBezTo>
                  <a:pt x="84808" y="27699"/>
                  <a:pt x="87352" y="28752"/>
                  <a:pt x="90004" y="28752"/>
                </a:cubicBezTo>
                <a:cubicBezTo>
                  <a:pt x="92656" y="28752"/>
                  <a:pt x="95201" y="27699"/>
                  <a:pt x="97072" y="25825"/>
                </a:cubicBezTo>
                <a:cubicBezTo>
                  <a:pt x="98957" y="23949"/>
                  <a:pt x="100001" y="21405"/>
                  <a:pt x="100001" y="18753"/>
                </a:cubicBezTo>
                <a:cubicBezTo>
                  <a:pt x="100001" y="16101"/>
                  <a:pt x="98957" y="13558"/>
                  <a:pt x="97072" y="11682"/>
                </a:cubicBezTo>
                <a:cubicBezTo>
                  <a:pt x="95201" y="9808"/>
                  <a:pt x="92656" y="8755"/>
                  <a:pt x="90004" y="8755"/>
                </a:cubicBezTo>
                <a:close/>
                <a:moveTo>
                  <a:pt x="50006" y="31252"/>
                </a:moveTo>
                <a:cubicBezTo>
                  <a:pt x="41714" y="31252"/>
                  <a:pt x="35006" y="37969"/>
                  <a:pt x="35006" y="46251"/>
                </a:cubicBezTo>
                <a:lnTo>
                  <a:pt x="35006" y="53750"/>
                </a:lnTo>
                <a:lnTo>
                  <a:pt x="28753" y="53750"/>
                </a:lnTo>
                <a:cubicBezTo>
                  <a:pt x="28250" y="53743"/>
                  <a:pt x="27757" y="53834"/>
                  <a:pt x="27302" y="54021"/>
                </a:cubicBezTo>
                <a:cubicBezTo>
                  <a:pt x="26833" y="54205"/>
                  <a:pt x="26414" y="54480"/>
                  <a:pt x="26065" y="54829"/>
                </a:cubicBezTo>
                <a:cubicBezTo>
                  <a:pt x="25705" y="55178"/>
                  <a:pt x="25429" y="55593"/>
                  <a:pt x="25237" y="56052"/>
                </a:cubicBezTo>
                <a:cubicBezTo>
                  <a:pt x="25045" y="56511"/>
                  <a:pt x="24949" y="57003"/>
                  <a:pt x="24949" y="57500"/>
                </a:cubicBezTo>
                <a:cubicBezTo>
                  <a:pt x="24949" y="57997"/>
                  <a:pt x="25045" y="58489"/>
                  <a:pt x="25237" y="58947"/>
                </a:cubicBezTo>
                <a:cubicBezTo>
                  <a:pt x="25429" y="59406"/>
                  <a:pt x="25705" y="59821"/>
                  <a:pt x="26065" y="60170"/>
                </a:cubicBezTo>
                <a:cubicBezTo>
                  <a:pt x="26414" y="60519"/>
                  <a:pt x="26833" y="60794"/>
                  <a:pt x="27302" y="60980"/>
                </a:cubicBezTo>
                <a:cubicBezTo>
                  <a:pt x="27757" y="61164"/>
                  <a:pt x="28250" y="61257"/>
                  <a:pt x="28753" y="61250"/>
                </a:cubicBezTo>
                <a:lnTo>
                  <a:pt x="71247" y="61250"/>
                </a:lnTo>
                <a:cubicBezTo>
                  <a:pt x="71751" y="61257"/>
                  <a:pt x="72243" y="61164"/>
                  <a:pt x="72699" y="60980"/>
                </a:cubicBezTo>
                <a:cubicBezTo>
                  <a:pt x="73167" y="60794"/>
                  <a:pt x="73587" y="60519"/>
                  <a:pt x="73936" y="60170"/>
                </a:cubicBezTo>
                <a:cubicBezTo>
                  <a:pt x="74295" y="59821"/>
                  <a:pt x="74571" y="59406"/>
                  <a:pt x="74764" y="58947"/>
                </a:cubicBezTo>
                <a:cubicBezTo>
                  <a:pt x="74956" y="58489"/>
                  <a:pt x="75051" y="57997"/>
                  <a:pt x="75051" y="57500"/>
                </a:cubicBezTo>
                <a:cubicBezTo>
                  <a:pt x="75051" y="57003"/>
                  <a:pt x="74956" y="56511"/>
                  <a:pt x="74764" y="56052"/>
                </a:cubicBezTo>
                <a:cubicBezTo>
                  <a:pt x="74571" y="55593"/>
                  <a:pt x="74295" y="55178"/>
                  <a:pt x="73936" y="54829"/>
                </a:cubicBezTo>
                <a:cubicBezTo>
                  <a:pt x="73587" y="54480"/>
                  <a:pt x="73167" y="54205"/>
                  <a:pt x="72699" y="54021"/>
                </a:cubicBezTo>
                <a:cubicBezTo>
                  <a:pt x="72243" y="53834"/>
                  <a:pt x="71751" y="53743"/>
                  <a:pt x="71247" y="53750"/>
                </a:cubicBezTo>
                <a:lnTo>
                  <a:pt x="65007" y="53750"/>
                </a:lnTo>
                <a:lnTo>
                  <a:pt x="65007" y="46251"/>
                </a:lnTo>
                <a:cubicBezTo>
                  <a:pt x="65007" y="37969"/>
                  <a:pt x="58287" y="31252"/>
                  <a:pt x="50006" y="31252"/>
                </a:cubicBezTo>
                <a:close/>
                <a:moveTo>
                  <a:pt x="9996" y="36251"/>
                </a:moveTo>
                <a:cubicBezTo>
                  <a:pt x="4476" y="36251"/>
                  <a:pt x="0" y="40726"/>
                  <a:pt x="0" y="46251"/>
                </a:cubicBezTo>
                <a:lnTo>
                  <a:pt x="0" y="66249"/>
                </a:lnTo>
                <a:cubicBezTo>
                  <a:pt x="0" y="71561"/>
                  <a:pt x="4140" y="75906"/>
                  <a:pt x="9373" y="76228"/>
                </a:cubicBezTo>
                <a:cubicBezTo>
                  <a:pt x="9577" y="76241"/>
                  <a:pt x="26246" y="77498"/>
                  <a:pt x="26246" y="77498"/>
                </a:cubicBezTo>
                <a:cubicBezTo>
                  <a:pt x="26246" y="77498"/>
                  <a:pt x="27517" y="92839"/>
                  <a:pt x="27541" y="93005"/>
                </a:cubicBezTo>
                <a:cubicBezTo>
                  <a:pt x="27781" y="94835"/>
                  <a:pt x="29353" y="96246"/>
                  <a:pt x="31249" y="96246"/>
                </a:cubicBezTo>
                <a:cubicBezTo>
                  <a:pt x="33325" y="96246"/>
                  <a:pt x="35006" y="94566"/>
                  <a:pt x="35006" y="92496"/>
                </a:cubicBezTo>
                <a:lnTo>
                  <a:pt x="35006" y="72499"/>
                </a:lnTo>
                <a:cubicBezTo>
                  <a:pt x="35006" y="70751"/>
                  <a:pt x="33806" y="69281"/>
                  <a:pt x="32185" y="68866"/>
                </a:cubicBezTo>
                <a:cubicBezTo>
                  <a:pt x="32114" y="68849"/>
                  <a:pt x="20005" y="66264"/>
                  <a:pt x="20005" y="66264"/>
                </a:cubicBezTo>
                <a:lnTo>
                  <a:pt x="20005" y="46251"/>
                </a:lnTo>
                <a:cubicBezTo>
                  <a:pt x="20005" y="40726"/>
                  <a:pt x="15528" y="36251"/>
                  <a:pt x="9996" y="36251"/>
                </a:cubicBezTo>
                <a:close/>
                <a:moveTo>
                  <a:pt x="90004" y="36251"/>
                </a:moveTo>
                <a:cubicBezTo>
                  <a:pt x="84484" y="36251"/>
                  <a:pt x="80007" y="40726"/>
                  <a:pt x="80007" y="46251"/>
                </a:cubicBezTo>
                <a:lnTo>
                  <a:pt x="80007" y="66264"/>
                </a:lnTo>
                <a:cubicBezTo>
                  <a:pt x="80007" y="66264"/>
                  <a:pt x="67887" y="68849"/>
                  <a:pt x="67815" y="68866"/>
                </a:cubicBezTo>
                <a:cubicBezTo>
                  <a:pt x="66207" y="69281"/>
                  <a:pt x="65007" y="70751"/>
                  <a:pt x="65007" y="72499"/>
                </a:cubicBezTo>
                <a:lnTo>
                  <a:pt x="65007" y="92496"/>
                </a:lnTo>
                <a:cubicBezTo>
                  <a:pt x="65007" y="94566"/>
                  <a:pt x="66687" y="96246"/>
                  <a:pt x="68751" y="96246"/>
                </a:cubicBezTo>
                <a:cubicBezTo>
                  <a:pt x="70647" y="96246"/>
                  <a:pt x="72219" y="94835"/>
                  <a:pt x="72471" y="93005"/>
                </a:cubicBezTo>
                <a:cubicBezTo>
                  <a:pt x="72495" y="92839"/>
                  <a:pt x="73755" y="77498"/>
                  <a:pt x="73755" y="77498"/>
                </a:cubicBezTo>
                <a:cubicBezTo>
                  <a:pt x="73755" y="77498"/>
                  <a:pt x="90424" y="76241"/>
                  <a:pt x="90628" y="76228"/>
                </a:cubicBezTo>
                <a:cubicBezTo>
                  <a:pt x="95860" y="75906"/>
                  <a:pt x="100001" y="71561"/>
                  <a:pt x="100001" y="66249"/>
                </a:cubicBezTo>
                <a:lnTo>
                  <a:pt x="100001" y="46251"/>
                </a:lnTo>
                <a:cubicBezTo>
                  <a:pt x="100001" y="40726"/>
                  <a:pt x="95525" y="36251"/>
                  <a:pt x="90004" y="3625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0" name="Белый — SVG 13">
            <a:extLst>
              <a:ext uri="{FF2B5EF4-FFF2-40B4-BE49-F238E27FC236}">
                <a16:creationId xmlns:a16="http://schemas.microsoft.com/office/drawing/2014/main" id="{1BB8EE43-A708-4143-A153-76D000BBB239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12403 w 145328"/>
              <a:gd name="csY0" fmla="*/ 0 h 145303"/>
              <a:gd name="csX1" fmla="*/ 0 w 145328"/>
              <a:gd name="csY1" fmla="*/ 12404 h 145303"/>
              <a:gd name="csX2" fmla="*/ 0 w 145328"/>
              <a:gd name="csY2" fmla="*/ 33668 h 145303"/>
              <a:gd name="csX3" fmla="*/ 12403 w 145328"/>
              <a:gd name="csY3" fmla="*/ 46071 h 145303"/>
              <a:gd name="csX4" fmla="*/ 42823 w 145328"/>
              <a:gd name="csY4" fmla="*/ 46071 h 145303"/>
              <a:gd name="csX5" fmla="*/ 59292 w 145328"/>
              <a:gd name="csY5" fmla="*/ 55950 h 145303"/>
              <a:gd name="csX6" fmla="*/ 61963 w 145328"/>
              <a:gd name="csY6" fmla="*/ 56705 h 145303"/>
              <a:gd name="csX7" fmla="*/ 64651 w 145328"/>
              <a:gd name="csY7" fmla="*/ 56014 h 145303"/>
              <a:gd name="csX8" fmla="*/ 66625 w 145328"/>
              <a:gd name="csY8" fmla="*/ 54065 h 145303"/>
              <a:gd name="csX9" fmla="*/ 67339 w 145328"/>
              <a:gd name="csY9" fmla="*/ 51387 h 145303"/>
              <a:gd name="csX10" fmla="*/ 67339 w 145328"/>
              <a:gd name="csY10" fmla="*/ 12404 h 145303"/>
              <a:gd name="csX11" fmla="*/ 54936 w 145328"/>
              <a:gd name="csY11" fmla="*/ 0 h 145303"/>
              <a:gd name="csX12" fmla="*/ 12403 w 145328"/>
              <a:gd name="csY12" fmla="*/ 0 h 145303"/>
              <a:gd name="csX13" fmla="*/ 90375 w 145328"/>
              <a:gd name="csY13" fmla="*/ 17720 h 145303"/>
              <a:gd name="csX14" fmla="*/ 77972 w 145328"/>
              <a:gd name="csY14" fmla="*/ 30123 h 145303"/>
              <a:gd name="csX15" fmla="*/ 77972 w 145328"/>
              <a:gd name="csY15" fmla="*/ 69108 h 145303"/>
              <a:gd name="csX16" fmla="*/ 78704 w 145328"/>
              <a:gd name="csY16" fmla="*/ 71785 h 145303"/>
              <a:gd name="csX17" fmla="*/ 80678 w 145328"/>
              <a:gd name="csY17" fmla="*/ 73735 h 145303"/>
              <a:gd name="csX18" fmla="*/ 83366 w 145328"/>
              <a:gd name="csY18" fmla="*/ 74425 h 145303"/>
              <a:gd name="csX19" fmla="*/ 86037 w 145328"/>
              <a:gd name="csY19" fmla="*/ 73668 h 145303"/>
              <a:gd name="csX20" fmla="*/ 102489 w 145328"/>
              <a:gd name="csY20" fmla="*/ 63792 h 145303"/>
              <a:gd name="csX21" fmla="*/ 132909 w 145328"/>
              <a:gd name="csY21" fmla="*/ 63792 h 145303"/>
              <a:gd name="csX22" fmla="*/ 145329 w 145328"/>
              <a:gd name="csY22" fmla="*/ 51387 h 145303"/>
              <a:gd name="csX23" fmla="*/ 145329 w 145328"/>
              <a:gd name="csY23" fmla="*/ 30123 h 145303"/>
              <a:gd name="csX24" fmla="*/ 132909 w 145328"/>
              <a:gd name="csY24" fmla="*/ 17720 h 145303"/>
              <a:gd name="csX25" fmla="*/ 90375 w 145328"/>
              <a:gd name="csY25" fmla="*/ 17720 h 145303"/>
              <a:gd name="csX26" fmla="*/ 46072 w 145328"/>
              <a:gd name="csY26" fmla="*/ 63792 h 145303"/>
              <a:gd name="csX27" fmla="*/ 30148 w 145328"/>
              <a:gd name="csY27" fmla="*/ 70560 h 145303"/>
              <a:gd name="csX28" fmla="*/ 24805 w 145328"/>
              <a:gd name="csY28" fmla="*/ 85056 h 145303"/>
              <a:gd name="csX29" fmla="*/ 30148 w 145328"/>
              <a:gd name="csY29" fmla="*/ 99551 h 145303"/>
              <a:gd name="csX30" fmla="*/ 46072 w 145328"/>
              <a:gd name="csY30" fmla="*/ 106319 h 145303"/>
              <a:gd name="csX31" fmla="*/ 62014 w 145328"/>
              <a:gd name="csY31" fmla="*/ 99551 h 145303"/>
              <a:gd name="csX32" fmla="*/ 67339 w 145328"/>
              <a:gd name="csY32" fmla="*/ 85056 h 145303"/>
              <a:gd name="csX33" fmla="*/ 62014 w 145328"/>
              <a:gd name="csY33" fmla="*/ 70560 h 145303"/>
              <a:gd name="csX34" fmla="*/ 46072 w 145328"/>
              <a:gd name="csY34" fmla="*/ 63792 h 145303"/>
              <a:gd name="csX35" fmla="*/ 26575 w 145328"/>
              <a:gd name="csY35" fmla="*/ 113408 h 145303"/>
              <a:gd name="csX36" fmla="*/ 14172 w 145328"/>
              <a:gd name="csY36" fmla="*/ 125811 h 145303"/>
              <a:gd name="csX37" fmla="*/ 22543 w 145328"/>
              <a:gd name="csY37" fmla="*/ 141357 h 145303"/>
              <a:gd name="csX38" fmla="*/ 37208 w 145328"/>
              <a:gd name="csY38" fmla="*/ 145304 h 145303"/>
              <a:gd name="csX39" fmla="*/ 54936 w 145328"/>
              <a:gd name="csY39" fmla="*/ 145304 h 145303"/>
              <a:gd name="csX40" fmla="*/ 69602 w 145328"/>
              <a:gd name="csY40" fmla="*/ 141357 h 145303"/>
              <a:gd name="csX41" fmla="*/ 77972 w 145328"/>
              <a:gd name="csY41" fmla="*/ 125811 h 145303"/>
              <a:gd name="csX42" fmla="*/ 65570 w 145328"/>
              <a:gd name="csY42" fmla="*/ 113408 h 145303"/>
              <a:gd name="csX43" fmla="*/ 26575 w 145328"/>
              <a:gd name="csY43" fmla="*/ 113408 h 145303"/>
            </a:gdLst>
            <a:ahLst/>
            <a:cxnLst/>
            <a:rect l="l" t="t" r="r" b="b"/>
            <a:pathLst>
              <a:path w="100000" h="100000">
                <a:moveTo>
                  <a:pt x="8534" y="9"/>
                </a:moveTo>
                <a:cubicBezTo>
                  <a:pt x="3864" y="9"/>
                  <a:pt x="0" y="3874"/>
                  <a:pt x="0" y="8544"/>
                </a:cubicBezTo>
                <a:lnTo>
                  <a:pt x="0" y="23176"/>
                </a:lnTo>
                <a:cubicBezTo>
                  <a:pt x="0" y="27845"/>
                  <a:pt x="3864" y="31710"/>
                  <a:pt x="8534" y="31710"/>
                </a:cubicBezTo>
                <a:lnTo>
                  <a:pt x="29466" y="31710"/>
                </a:lnTo>
                <a:lnTo>
                  <a:pt x="40799" y="38508"/>
                </a:lnTo>
                <a:cubicBezTo>
                  <a:pt x="41360" y="38840"/>
                  <a:pt x="41993" y="39020"/>
                  <a:pt x="42637" y="39027"/>
                </a:cubicBezTo>
                <a:cubicBezTo>
                  <a:pt x="43281" y="39035"/>
                  <a:pt x="43924" y="38872"/>
                  <a:pt x="44486" y="38552"/>
                </a:cubicBezTo>
                <a:cubicBezTo>
                  <a:pt x="45048" y="38233"/>
                  <a:pt x="45516" y="37770"/>
                  <a:pt x="45845" y="37211"/>
                </a:cubicBezTo>
                <a:cubicBezTo>
                  <a:pt x="46172" y="36652"/>
                  <a:pt x="46336" y="36015"/>
                  <a:pt x="46336" y="35368"/>
                </a:cubicBezTo>
                <a:lnTo>
                  <a:pt x="46336" y="8544"/>
                </a:lnTo>
                <a:cubicBezTo>
                  <a:pt x="46336" y="3874"/>
                  <a:pt x="42473" y="9"/>
                  <a:pt x="37801" y="9"/>
                </a:cubicBezTo>
                <a:lnTo>
                  <a:pt x="8534" y="9"/>
                </a:lnTo>
                <a:close/>
                <a:moveTo>
                  <a:pt x="62187" y="12202"/>
                </a:moveTo>
                <a:cubicBezTo>
                  <a:pt x="57528" y="12202"/>
                  <a:pt x="53652" y="16067"/>
                  <a:pt x="53652" y="20736"/>
                </a:cubicBezTo>
                <a:lnTo>
                  <a:pt x="53652" y="47562"/>
                </a:lnTo>
                <a:cubicBezTo>
                  <a:pt x="53652" y="48209"/>
                  <a:pt x="53829" y="48844"/>
                  <a:pt x="54156" y="49404"/>
                </a:cubicBezTo>
                <a:cubicBezTo>
                  <a:pt x="54484" y="49963"/>
                  <a:pt x="54952" y="50426"/>
                  <a:pt x="55514" y="50746"/>
                </a:cubicBezTo>
                <a:cubicBezTo>
                  <a:pt x="56076" y="51065"/>
                  <a:pt x="56708" y="51229"/>
                  <a:pt x="57364" y="51220"/>
                </a:cubicBezTo>
                <a:cubicBezTo>
                  <a:pt x="58008" y="51212"/>
                  <a:pt x="58640" y="51033"/>
                  <a:pt x="59202" y="50699"/>
                </a:cubicBezTo>
                <a:lnTo>
                  <a:pt x="70523" y="43904"/>
                </a:lnTo>
                <a:lnTo>
                  <a:pt x="91455" y="43904"/>
                </a:lnTo>
                <a:cubicBezTo>
                  <a:pt x="96125" y="43904"/>
                  <a:pt x="100001" y="40039"/>
                  <a:pt x="100001" y="35368"/>
                </a:cubicBezTo>
                <a:lnTo>
                  <a:pt x="100001" y="20736"/>
                </a:lnTo>
                <a:cubicBezTo>
                  <a:pt x="100001" y="16067"/>
                  <a:pt x="96125" y="12202"/>
                  <a:pt x="91455" y="12202"/>
                </a:cubicBezTo>
                <a:lnTo>
                  <a:pt x="62187" y="12202"/>
                </a:lnTo>
                <a:close/>
                <a:moveTo>
                  <a:pt x="31702" y="43904"/>
                </a:moveTo>
                <a:cubicBezTo>
                  <a:pt x="27137" y="43904"/>
                  <a:pt x="23238" y="45749"/>
                  <a:pt x="20745" y="48561"/>
                </a:cubicBezTo>
                <a:cubicBezTo>
                  <a:pt x="18239" y="51374"/>
                  <a:pt x="17068" y="54979"/>
                  <a:pt x="17068" y="58536"/>
                </a:cubicBezTo>
                <a:cubicBezTo>
                  <a:pt x="17068" y="62092"/>
                  <a:pt x="18239" y="65697"/>
                  <a:pt x="20745" y="68510"/>
                </a:cubicBezTo>
                <a:cubicBezTo>
                  <a:pt x="23238" y="71321"/>
                  <a:pt x="27137" y="73167"/>
                  <a:pt x="31702" y="73167"/>
                </a:cubicBezTo>
                <a:cubicBezTo>
                  <a:pt x="36280" y="73167"/>
                  <a:pt x="40166" y="71321"/>
                  <a:pt x="42672" y="68510"/>
                </a:cubicBezTo>
                <a:cubicBezTo>
                  <a:pt x="45177" y="65697"/>
                  <a:pt x="46336" y="62092"/>
                  <a:pt x="46336" y="58536"/>
                </a:cubicBezTo>
                <a:cubicBezTo>
                  <a:pt x="46336" y="54979"/>
                  <a:pt x="45177" y="51374"/>
                  <a:pt x="42672" y="48561"/>
                </a:cubicBezTo>
                <a:cubicBezTo>
                  <a:pt x="40166" y="45749"/>
                  <a:pt x="36280" y="43904"/>
                  <a:pt x="31702" y="43904"/>
                </a:cubicBezTo>
                <a:close/>
                <a:moveTo>
                  <a:pt x="18286" y="78044"/>
                </a:moveTo>
                <a:cubicBezTo>
                  <a:pt x="13627" y="78044"/>
                  <a:pt x="9752" y="81910"/>
                  <a:pt x="9752" y="86579"/>
                </a:cubicBezTo>
                <a:cubicBezTo>
                  <a:pt x="9752" y="91371"/>
                  <a:pt x="12316" y="95223"/>
                  <a:pt x="15512" y="97276"/>
                </a:cubicBezTo>
                <a:cubicBezTo>
                  <a:pt x="18719" y="99329"/>
                  <a:pt x="22360" y="99992"/>
                  <a:pt x="25603" y="99992"/>
                </a:cubicBezTo>
                <a:lnTo>
                  <a:pt x="37801" y="99992"/>
                </a:lnTo>
                <a:cubicBezTo>
                  <a:pt x="41044" y="99992"/>
                  <a:pt x="44697" y="99329"/>
                  <a:pt x="47893" y="97276"/>
                </a:cubicBezTo>
                <a:cubicBezTo>
                  <a:pt x="51101" y="95223"/>
                  <a:pt x="53652" y="91371"/>
                  <a:pt x="53652" y="86579"/>
                </a:cubicBezTo>
                <a:cubicBezTo>
                  <a:pt x="53652" y="81910"/>
                  <a:pt x="49789" y="78044"/>
                  <a:pt x="45119" y="78044"/>
                </a:cubicBezTo>
                <a:lnTo>
                  <a:pt x="18286" y="7804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1" name="Белый — SVG 14">
            <a:extLst>
              <a:ext uri="{FF2B5EF4-FFF2-40B4-BE49-F238E27FC236}">
                <a16:creationId xmlns:a16="http://schemas.microsoft.com/office/drawing/2014/main" id="{03F19DA0-10D7-BF44-A7E5-841E270CB824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67339 w 134695"/>
              <a:gd name="csY0" fmla="*/ 70880 h 148847"/>
              <a:gd name="csX1" fmla="*/ 49628 w 134695"/>
              <a:gd name="csY1" fmla="*/ 53160 h 148847"/>
              <a:gd name="csX2" fmla="*/ 67339 w 134695"/>
              <a:gd name="csY2" fmla="*/ 35439 h 148847"/>
              <a:gd name="csX3" fmla="*/ 85067 w 134695"/>
              <a:gd name="csY3" fmla="*/ 53160 h 148847"/>
              <a:gd name="csX4" fmla="*/ 67339 w 134695"/>
              <a:gd name="csY4" fmla="*/ 70880 h 148847"/>
              <a:gd name="csX5" fmla="*/ 67339 w 134695"/>
              <a:gd name="csY5" fmla="*/ 113408 h 148847"/>
              <a:gd name="csX6" fmla="*/ 35439 w 134695"/>
              <a:gd name="csY6" fmla="*/ 91962 h 148847"/>
              <a:gd name="csX7" fmla="*/ 35439 w 134695"/>
              <a:gd name="csY7" fmla="*/ 88784 h 148847"/>
              <a:gd name="csX8" fmla="*/ 46259 w 134695"/>
              <a:gd name="csY8" fmla="*/ 77967 h 148847"/>
              <a:gd name="csX9" fmla="*/ 88419 w 134695"/>
              <a:gd name="csY9" fmla="*/ 77967 h 148847"/>
              <a:gd name="csX10" fmla="*/ 99239 w 134695"/>
              <a:gd name="csY10" fmla="*/ 88781 h 148847"/>
              <a:gd name="csX11" fmla="*/ 99239 w 134695"/>
              <a:gd name="csY11" fmla="*/ 91959 h 148847"/>
              <a:gd name="csX12" fmla="*/ 67339 w 134695"/>
              <a:gd name="csY12" fmla="*/ 113408 h 148847"/>
              <a:gd name="csX13" fmla="*/ 12403 w 134695"/>
              <a:gd name="csY13" fmla="*/ 92144 h 148847"/>
              <a:gd name="csX14" fmla="*/ 3641 w 134695"/>
              <a:gd name="csY14" fmla="*/ 95776 h 148847"/>
              <a:gd name="csX15" fmla="*/ 0 w 134695"/>
              <a:gd name="csY15" fmla="*/ 104547 h 148847"/>
              <a:gd name="csX16" fmla="*/ 3641 w 134695"/>
              <a:gd name="csY16" fmla="*/ 113318 h 148847"/>
              <a:gd name="csX17" fmla="*/ 12403 w 134695"/>
              <a:gd name="csY17" fmla="*/ 116951 h 148847"/>
              <a:gd name="csX18" fmla="*/ 21182 w 134695"/>
              <a:gd name="csY18" fmla="*/ 113318 h 148847"/>
              <a:gd name="csX19" fmla="*/ 24805 w 134695"/>
              <a:gd name="csY19" fmla="*/ 104547 h 148847"/>
              <a:gd name="csX20" fmla="*/ 21182 w 134695"/>
              <a:gd name="csY20" fmla="*/ 95776 h 148847"/>
              <a:gd name="csX21" fmla="*/ 12403 w 134695"/>
              <a:gd name="csY21" fmla="*/ 92144 h 148847"/>
              <a:gd name="csX22" fmla="*/ 122275 w 134695"/>
              <a:gd name="csY22" fmla="*/ 92144 h 148847"/>
              <a:gd name="csX23" fmla="*/ 113513 w 134695"/>
              <a:gd name="csY23" fmla="*/ 95776 h 148847"/>
              <a:gd name="csX24" fmla="*/ 109873 w 134695"/>
              <a:gd name="csY24" fmla="*/ 104547 h 148847"/>
              <a:gd name="csX25" fmla="*/ 113513 w 134695"/>
              <a:gd name="csY25" fmla="*/ 113318 h 148847"/>
              <a:gd name="csX26" fmla="*/ 122275 w 134695"/>
              <a:gd name="csY26" fmla="*/ 116951 h 148847"/>
              <a:gd name="csX27" fmla="*/ 131054 w 134695"/>
              <a:gd name="csY27" fmla="*/ 113318 h 148847"/>
              <a:gd name="csX28" fmla="*/ 134695 w 134695"/>
              <a:gd name="csY28" fmla="*/ 104547 h 148847"/>
              <a:gd name="csX29" fmla="*/ 131054 w 134695"/>
              <a:gd name="csY29" fmla="*/ 95776 h 148847"/>
              <a:gd name="csX30" fmla="*/ 122275 w 134695"/>
              <a:gd name="csY30" fmla="*/ 92144 h 148847"/>
              <a:gd name="csX31" fmla="*/ 122275 w 134695"/>
              <a:gd name="csY31" fmla="*/ 31896 h 148847"/>
              <a:gd name="csX32" fmla="*/ 117529 w 134695"/>
              <a:gd name="csY32" fmla="*/ 32840 h 148847"/>
              <a:gd name="csX33" fmla="*/ 113513 w 134695"/>
              <a:gd name="csY33" fmla="*/ 35529 h 148847"/>
              <a:gd name="csX34" fmla="*/ 110825 w 134695"/>
              <a:gd name="csY34" fmla="*/ 39552 h 148847"/>
              <a:gd name="csX35" fmla="*/ 109873 w 134695"/>
              <a:gd name="csY35" fmla="*/ 44300 h 148847"/>
              <a:gd name="csX36" fmla="*/ 110825 w 134695"/>
              <a:gd name="csY36" fmla="*/ 49046 h 148847"/>
              <a:gd name="csX37" fmla="*/ 113513 w 134695"/>
              <a:gd name="csY37" fmla="*/ 53071 h 148847"/>
              <a:gd name="csX38" fmla="*/ 117529 w 134695"/>
              <a:gd name="csY38" fmla="*/ 55759 h 148847"/>
              <a:gd name="csX39" fmla="*/ 122275 w 134695"/>
              <a:gd name="csY39" fmla="*/ 56703 h 148847"/>
              <a:gd name="csX40" fmla="*/ 127039 w 134695"/>
              <a:gd name="csY40" fmla="*/ 55759 h 148847"/>
              <a:gd name="csX41" fmla="*/ 131054 w 134695"/>
              <a:gd name="csY41" fmla="*/ 53071 h 148847"/>
              <a:gd name="csX42" fmla="*/ 133742 w 134695"/>
              <a:gd name="csY42" fmla="*/ 49046 h 148847"/>
              <a:gd name="csX43" fmla="*/ 134695 w 134695"/>
              <a:gd name="csY43" fmla="*/ 44300 h 148847"/>
              <a:gd name="csX44" fmla="*/ 133742 w 134695"/>
              <a:gd name="csY44" fmla="*/ 39552 h 148847"/>
              <a:gd name="csX45" fmla="*/ 131054 w 134695"/>
              <a:gd name="csY45" fmla="*/ 35529 h 148847"/>
              <a:gd name="csX46" fmla="*/ 127039 w 134695"/>
              <a:gd name="csY46" fmla="*/ 32840 h 148847"/>
              <a:gd name="csX47" fmla="*/ 122275 w 134695"/>
              <a:gd name="csY47" fmla="*/ 31896 h 148847"/>
              <a:gd name="csX48" fmla="*/ 67339 w 134695"/>
              <a:gd name="csY48" fmla="*/ 0 h 148847"/>
              <a:gd name="csX49" fmla="*/ 62592 w 134695"/>
              <a:gd name="csY49" fmla="*/ 944 h 148847"/>
              <a:gd name="csX50" fmla="*/ 58577 w 134695"/>
              <a:gd name="csY50" fmla="*/ 3634 h 148847"/>
              <a:gd name="csX51" fmla="*/ 55889 w 134695"/>
              <a:gd name="csY51" fmla="*/ 7657 h 148847"/>
              <a:gd name="csX52" fmla="*/ 54936 w 134695"/>
              <a:gd name="csY52" fmla="*/ 12404 h 148847"/>
              <a:gd name="csX53" fmla="*/ 55889 w 134695"/>
              <a:gd name="csY53" fmla="*/ 17151 h 148847"/>
              <a:gd name="csX54" fmla="*/ 58577 w 134695"/>
              <a:gd name="csY54" fmla="*/ 21175 h 148847"/>
              <a:gd name="csX55" fmla="*/ 62592 w 134695"/>
              <a:gd name="csY55" fmla="*/ 23863 h 148847"/>
              <a:gd name="csX56" fmla="*/ 67339 w 134695"/>
              <a:gd name="csY56" fmla="*/ 24807 h 148847"/>
              <a:gd name="csX57" fmla="*/ 72086 w 134695"/>
              <a:gd name="csY57" fmla="*/ 23863 h 148847"/>
              <a:gd name="csX58" fmla="*/ 76118 w 134695"/>
              <a:gd name="csY58" fmla="*/ 21175 h 148847"/>
              <a:gd name="csX59" fmla="*/ 78806 w 134695"/>
              <a:gd name="csY59" fmla="*/ 17151 h 148847"/>
              <a:gd name="csX60" fmla="*/ 79742 w 134695"/>
              <a:gd name="csY60" fmla="*/ 12404 h 148847"/>
              <a:gd name="csX61" fmla="*/ 78806 w 134695"/>
              <a:gd name="csY61" fmla="*/ 7657 h 148847"/>
              <a:gd name="csX62" fmla="*/ 76118 w 134695"/>
              <a:gd name="csY62" fmla="*/ 3634 h 148847"/>
              <a:gd name="csX63" fmla="*/ 72086 w 134695"/>
              <a:gd name="csY63" fmla="*/ 944 h 148847"/>
              <a:gd name="csX64" fmla="*/ 67339 w 134695"/>
              <a:gd name="csY64" fmla="*/ 0 h 148847"/>
              <a:gd name="csX65" fmla="*/ 67339 w 134695"/>
              <a:gd name="csY65" fmla="*/ 124040 h 148847"/>
              <a:gd name="csX66" fmla="*/ 58577 w 134695"/>
              <a:gd name="csY66" fmla="*/ 127672 h 148847"/>
              <a:gd name="csX67" fmla="*/ 54936 w 134695"/>
              <a:gd name="csY67" fmla="*/ 136443 h 148847"/>
              <a:gd name="csX68" fmla="*/ 58577 w 134695"/>
              <a:gd name="csY68" fmla="*/ 145214 h 148847"/>
              <a:gd name="csX69" fmla="*/ 67339 w 134695"/>
              <a:gd name="csY69" fmla="*/ 148847 h 148847"/>
              <a:gd name="csX70" fmla="*/ 76118 w 134695"/>
              <a:gd name="csY70" fmla="*/ 145214 h 148847"/>
              <a:gd name="csX71" fmla="*/ 79742 w 134695"/>
              <a:gd name="csY71" fmla="*/ 136443 h 148847"/>
              <a:gd name="csX72" fmla="*/ 76118 w 134695"/>
              <a:gd name="csY72" fmla="*/ 127672 h 148847"/>
              <a:gd name="csX73" fmla="*/ 67339 w 134695"/>
              <a:gd name="csY73" fmla="*/ 124040 h 148847"/>
              <a:gd name="csX74" fmla="*/ 12403 w 134695"/>
              <a:gd name="csY74" fmla="*/ 31896 h 148847"/>
              <a:gd name="csX75" fmla="*/ 7656 w 134695"/>
              <a:gd name="csY75" fmla="*/ 32840 h 148847"/>
              <a:gd name="csX76" fmla="*/ 3641 w 134695"/>
              <a:gd name="csY76" fmla="*/ 35529 h 148847"/>
              <a:gd name="csX77" fmla="*/ 953 w 134695"/>
              <a:gd name="csY77" fmla="*/ 39552 h 148847"/>
              <a:gd name="csX78" fmla="*/ 0 w 134695"/>
              <a:gd name="csY78" fmla="*/ 44300 h 148847"/>
              <a:gd name="csX79" fmla="*/ 953 w 134695"/>
              <a:gd name="csY79" fmla="*/ 49046 h 148847"/>
              <a:gd name="csX80" fmla="*/ 3641 w 134695"/>
              <a:gd name="csY80" fmla="*/ 53071 h 148847"/>
              <a:gd name="csX81" fmla="*/ 7656 w 134695"/>
              <a:gd name="csY81" fmla="*/ 55759 h 148847"/>
              <a:gd name="csX82" fmla="*/ 12403 w 134695"/>
              <a:gd name="csY82" fmla="*/ 56703 h 148847"/>
              <a:gd name="csX83" fmla="*/ 17149 w 134695"/>
              <a:gd name="csY83" fmla="*/ 55759 h 148847"/>
              <a:gd name="csX84" fmla="*/ 21182 w 134695"/>
              <a:gd name="csY84" fmla="*/ 53071 h 148847"/>
              <a:gd name="csX85" fmla="*/ 23870 w 134695"/>
              <a:gd name="csY85" fmla="*/ 49046 h 148847"/>
              <a:gd name="csX86" fmla="*/ 24805 w 134695"/>
              <a:gd name="csY86" fmla="*/ 44300 h 148847"/>
              <a:gd name="csX87" fmla="*/ 23870 w 134695"/>
              <a:gd name="csY87" fmla="*/ 39552 h 148847"/>
              <a:gd name="csX88" fmla="*/ 21182 w 134695"/>
              <a:gd name="csY88" fmla="*/ 35529 h 148847"/>
              <a:gd name="csX89" fmla="*/ 17149 w 134695"/>
              <a:gd name="csY89" fmla="*/ 32840 h 148847"/>
              <a:gd name="csX90" fmla="*/ 12403 w 134695"/>
              <a:gd name="csY90" fmla="*/ 31896 h 148847"/>
            </a:gdLst>
            <a:ahLst/>
            <a:cxnLst/>
            <a:rect l="l" t="t" r="r" b="b"/>
            <a:pathLst>
              <a:path w="100000" h="100000">
                <a:moveTo>
                  <a:pt x="49994" y="47619"/>
                </a:moveTo>
                <a:cubicBezTo>
                  <a:pt x="43433" y="47619"/>
                  <a:pt x="38095" y="42279"/>
                  <a:pt x="38095" y="35715"/>
                </a:cubicBezTo>
                <a:cubicBezTo>
                  <a:pt x="38095" y="29149"/>
                  <a:pt x="43433" y="23809"/>
                  <a:pt x="49994" y="23809"/>
                </a:cubicBezTo>
                <a:cubicBezTo>
                  <a:pt x="56567" y="23809"/>
                  <a:pt x="61905" y="29149"/>
                  <a:pt x="61905" y="35715"/>
                </a:cubicBezTo>
                <a:cubicBezTo>
                  <a:pt x="61905" y="42279"/>
                  <a:pt x="56567" y="47619"/>
                  <a:pt x="49994" y="47619"/>
                </a:cubicBezTo>
                <a:close/>
                <a:moveTo>
                  <a:pt x="49994" y="76191"/>
                </a:moveTo>
                <a:cubicBezTo>
                  <a:pt x="37776" y="76191"/>
                  <a:pt x="28563" y="69998"/>
                  <a:pt x="28563" y="61783"/>
                </a:cubicBezTo>
                <a:lnTo>
                  <a:pt x="28563" y="59648"/>
                </a:lnTo>
                <a:cubicBezTo>
                  <a:pt x="28563" y="55640"/>
                  <a:pt x="31832" y="52381"/>
                  <a:pt x="35832" y="52381"/>
                </a:cubicBezTo>
                <a:lnTo>
                  <a:pt x="64156" y="52381"/>
                </a:lnTo>
                <a:cubicBezTo>
                  <a:pt x="68168" y="52381"/>
                  <a:pt x="71426" y="55640"/>
                  <a:pt x="71426" y="59646"/>
                </a:cubicBezTo>
                <a:lnTo>
                  <a:pt x="71426" y="61781"/>
                </a:lnTo>
                <a:cubicBezTo>
                  <a:pt x="71426" y="69998"/>
                  <a:pt x="62213" y="76191"/>
                  <a:pt x="49994" y="76191"/>
                </a:cubicBezTo>
                <a:close/>
                <a:moveTo>
                  <a:pt x="13087" y="61905"/>
                </a:moveTo>
                <a:cubicBezTo>
                  <a:pt x="10880" y="61905"/>
                  <a:pt x="8755" y="62783"/>
                  <a:pt x="7200" y="64345"/>
                </a:cubicBezTo>
                <a:cubicBezTo>
                  <a:pt x="5634" y="65909"/>
                  <a:pt x="4754" y="68028"/>
                  <a:pt x="4754" y="70238"/>
                </a:cubicBezTo>
                <a:cubicBezTo>
                  <a:pt x="4754" y="72448"/>
                  <a:pt x="5634" y="74568"/>
                  <a:pt x="7200" y="76131"/>
                </a:cubicBezTo>
                <a:cubicBezTo>
                  <a:pt x="8755" y="77694"/>
                  <a:pt x="10880" y="78571"/>
                  <a:pt x="13087" y="78571"/>
                </a:cubicBezTo>
                <a:cubicBezTo>
                  <a:pt x="15304" y="78571"/>
                  <a:pt x="17419" y="77694"/>
                  <a:pt x="18985" y="76131"/>
                </a:cubicBezTo>
                <a:cubicBezTo>
                  <a:pt x="20550" y="74568"/>
                  <a:pt x="21419" y="72448"/>
                  <a:pt x="21419" y="70238"/>
                </a:cubicBezTo>
                <a:cubicBezTo>
                  <a:pt x="21419" y="68028"/>
                  <a:pt x="20550" y="65909"/>
                  <a:pt x="18985" y="64345"/>
                </a:cubicBezTo>
                <a:cubicBezTo>
                  <a:pt x="17419" y="62783"/>
                  <a:pt x="15304" y="61905"/>
                  <a:pt x="13087" y="61905"/>
                </a:cubicBezTo>
                <a:close/>
                <a:moveTo>
                  <a:pt x="86902" y="61905"/>
                </a:moveTo>
                <a:cubicBezTo>
                  <a:pt x="84696" y="61905"/>
                  <a:pt x="82581" y="62783"/>
                  <a:pt x="81015" y="64345"/>
                </a:cubicBezTo>
                <a:cubicBezTo>
                  <a:pt x="79450" y="65909"/>
                  <a:pt x="78570" y="68028"/>
                  <a:pt x="78570" y="70238"/>
                </a:cubicBezTo>
                <a:cubicBezTo>
                  <a:pt x="78570" y="72448"/>
                  <a:pt x="79450" y="74568"/>
                  <a:pt x="81015" y="76131"/>
                </a:cubicBezTo>
                <a:cubicBezTo>
                  <a:pt x="82581" y="77694"/>
                  <a:pt x="84696" y="78571"/>
                  <a:pt x="86902" y="78571"/>
                </a:cubicBezTo>
                <a:cubicBezTo>
                  <a:pt x="89120" y="78571"/>
                  <a:pt x="91235" y="77694"/>
                  <a:pt x="92800" y="76131"/>
                </a:cubicBezTo>
                <a:cubicBezTo>
                  <a:pt x="94366" y="74568"/>
                  <a:pt x="95246" y="72448"/>
                  <a:pt x="95246" y="70238"/>
                </a:cubicBezTo>
                <a:cubicBezTo>
                  <a:pt x="95246" y="68028"/>
                  <a:pt x="94366" y="65909"/>
                  <a:pt x="92800" y="64345"/>
                </a:cubicBezTo>
                <a:cubicBezTo>
                  <a:pt x="91235" y="62783"/>
                  <a:pt x="89120" y="61905"/>
                  <a:pt x="86902" y="61905"/>
                </a:cubicBezTo>
                <a:close/>
                <a:moveTo>
                  <a:pt x="86902" y="21429"/>
                </a:moveTo>
                <a:cubicBezTo>
                  <a:pt x="85816" y="21429"/>
                  <a:pt x="84731" y="21644"/>
                  <a:pt x="83713" y="22063"/>
                </a:cubicBezTo>
                <a:cubicBezTo>
                  <a:pt x="82707" y="22481"/>
                  <a:pt x="81793" y="23096"/>
                  <a:pt x="81015" y="23869"/>
                </a:cubicBezTo>
                <a:cubicBezTo>
                  <a:pt x="80239" y="24643"/>
                  <a:pt x="79621" y="25562"/>
                  <a:pt x="79210" y="26572"/>
                </a:cubicBezTo>
                <a:cubicBezTo>
                  <a:pt x="78787" y="27584"/>
                  <a:pt x="78570" y="28668"/>
                  <a:pt x="78570" y="29762"/>
                </a:cubicBezTo>
                <a:cubicBezTo>
                  <a:pt x="78570" y="30856"/>
                  <a:pt x="78787" y="31940"/>
                  <a:pt x="79210" y="32951"/>
                </a:cubicBezTo>
                <a:cubicBezTo>
                  <a:pt x="79621" y="33962"/>
                  <a:pt x="80239" y="34881"/>
                  <a:pt x="81015" y="35655"/>
                </a:cubicBezTo>
                <a:cubicBezTo>
                  <a:pt x="81793" y="36429"/>
                  <a:pt x="82707" y="37042"/>
                  <a:pt x="83713" y="37461"/>
                </a:cubicBezTo>
                <a:cubicBezTo>
                  <a:pt x="84731" y="37880"/>
                  <a:pt x="85816" y="38095"/>
                  <a:pt x="86902" y="38095"/>
                </a:cubicBezTo>
                <a:cubicBezTo>
                  <a:pt x="88000" y="38095"/>
                  <a:pt x="89085" y="37880"/>
                  <a:pt x="90103" y="37461"/>
                </a:cubicBezTo>
                <a:cubicBezTo>
                  <a:pt x="91108" y="37042"/>
                  <a:pt x="92023" y="36429"/>
                  <a:pt x="92800" y="35655"/>
                </a:cubicBezTo>
                <a:cubicBezTo>
                  <a:pt x="93577" y="34881"/>
                  <a:pt x="94195" y="33962"/>
                  <a:pt x="94606" y="32951"/>
                </a:cubicBezTo>
                <a:cubicBezTo>
                  <a:pt x="95029" y="31940"/>
                  <a:pt x="95246" y="30856"/>
                  <a:pt x="95246" y="29762"/>
                </a:cubicBezTo>
                <a:cubicBezTo>
                  <a:pt x="95246" y="28668"/>
                  <a:pt x="95029" y="27584"/>
                  <a:pt x="94606" y="26572"/>
                </a:cubicBezTo>
                <a:cubicBezTo>
                  <a:pt x="94195" y="25562"/>
                  <a:pt x="93577" y="24643"/>
                  <a:pt x="92800" y="23869"/>
                </a:cubicBezTo>
                <a:cubicBezTo>
                  <a:pt x="92023" y="23096"/>
                  <a:pt x="91108" y="22481"/>
                  <a:pt x="90103" y="22063"/>
                </a:cubicBezTo>
                <a:cubicBezTo>
                  <a:pt x="89085" y="21644"/>
                  <a:pt x="88000" y="21429"/>
                  <a:pt x="86902" y="21429"/>
                </a:cubicBezTo>
                <a:close/>
                <a:moveTo>
                  <a:pt x="49994" y="0"/>
                </a:moveTo>
                <a:cubicBezTo>
                  <a:pt x="48909" y="0"/>
                  <a:pt x="47823" y="216"/>
                  <a:pt x="46805" y="634"/>
                </a:cubicBezTo>
                <a:cubicBezTo>
                  <a:pt x="45799" y="1053"/>
                  <a:pt x="44874" y="1667"/>
                  <a:pt x="44108" y="2441"/>
                </a:cubicBezTo>
                <a:cubicBezTo>
                  <a:pt x="43330" y="3215"/>
                  <a:pt x="42713" y="4134"/>
                  <a:pt x="42302" y="5144"/>
                </a:cubicBezTo>
                <a:cubicBezTo>
                  <a:pt x="41879" y="6155"/>
                  <a:pt x="41662" y="7239"/>
                  <a:pt x="41662" y="8333"/>
                </a:cubicBezTo>
                <a:cubicBezTo>
                  <a:pt x="41662" y="9428"/>
                  <a:pt x="41879" y="10511"/>
                  <a:pt x="42302" y="11523"/>
                </a:cubicBezTo>
                <a:cubicBezTo>
                  <a:pt x="42713" y="12534"/>
                  <a:pt x="43330" y="13453"/>
                  <a:pt x="44108" y="14226"/>
                </a:cubicBezTo>
                <a:cubicBezTo>
                  <a:pt x="44874" y="15000"/>
                  <a:pt x="45799" y="15614"/>
                  <a:pt x="46805" y="16032"/>
                </a:cubicBezTo>
                <a:cubicBezTo>
                  <a:pt x="47823" y="16452"/>
                  <a:pt x="48909" y="16666"/>
                  <a:pt x="49994" y="16666"/>
                </a:cubicBezTo>
                <a:cubicBezTo>
                  <a:pt x="51091" y="16666"/>
                  <a:pt x="52178" y="16452"/>
                  <a:pt x="53183" y="16032"/>
                </a:cubicBezTo>
                <a:cubicBezTo>
                  <a:pt x="54201" y="15614"/>
                  <a:pt x="55115" y="15000"/>
                  <a:pt x="55892" y="14226"/>
                </a:cubicBezTo>
                <a:cubicBezTo>
                  <a:pt x="56670" y="13453"/>
                  <a:pt x="57276" y="12534"/>
                  <a:pt x="57698" y="11523"/>
                </a:cubicBezTo>
                <a:cubicBezTo>
                  <a:pt x="58121" y="10511"/>
                  <a:pt x="58327" y="9428"/>
                  <a:pt x="58327" y="8333"/>
                </a:cubicBezTo>
                <a:cubicBezTo>
                  <a:pt x="58327" y="7239"/>
                  <a:pt x="58121" y="6155"/>
                  <a:pt x="57698" y="5144"/>
                </a:cubicBezTo>
                <a:cubicBezTo>
                  <a:pt x="57276" y="4134"/>
                  <a:pt x="56670" y="3215"/>
                  <a:pt x="55892" y="2441"/>
                </a:cubicBezTo>
                <a:cubicBezTo>
                  <a:pt x="55115" y="1667"/>
                  <a:pt x="54201" y="1053"/>
                  <a:pt x="53183" y="634"/>
                </a:cubicBezTo>
                <a:cubicBezTo>
                  <a:pt x="52178" y="216"/>
                  <a:pt x="51091" y="0"/>
                  <a:pt x="49994" y="0"/>
                </a:cubicBezTo>
                <a:close/>
                <a:moveTo>
                  <a:pt x="49994" y="83334"/>
                </a:moveTo>
                <a:cubicBezTo>
                  <a:pt x="47789" y="83334"/>
                  <a:pt x="45662" y="84211"/>
                  <a:pt x="44108" y="85774"/>
                </a:cubicBezTo>
                <a:cubicBezTo>
                  <a:pt x="42542" y="87337"/>
                  <a:pt x="41662" y="89456"/>
                  <a:pt x="41662" y="91667"/>
                </a:cubicBezTo>
                <a:cubicBezTo>
                  <a:pt x="41662" y="93877"/>
                  <a:pt x="42542" y="95997"/>
                  <a:pt x="44108" y="97559"/>
                </a:cubicBezTo>
                <a:cubicBezTo>
                  <a:pt x="45662" y="99123"/>
                  <a:pt x="47789" y="100000"/>
                  <a:pt x="49994" y="100000"/>
                </a:cubicBezTo>
                <a:cubicBezTo>
                  <a:pt x="52212" y="100000"/>
                  <a:pt x="54326" y="99123"/>
                  <a:pt x="55892" y="97559"/>
                </a:cubicBezTo>
                <a:cubicBezTo>
                  <a:pt x="57458" y="95997"/>
                  <a:pt x="58327" y="93877"/>
                  <a:pt x="58327" y="91667"/>
                </a:cubicBezTo>
                <a:cubicBezTo>
                  <a:pt x="58327" y="89456"/>
                  <a:pt x="57458" y="87337"/>
                  <a:pt x="55892" y="85774"/>
                </a:cubicBezTo>
                <a:cubicBezTo>
                  <a:pt x="54326" y="84211"/>
                  <a:pt x="52212" y="83334"/>
                  <a:pt x="49994" y="83334"/>
                </a:cubicBezTo>
                <a:close/>
                <a:moveTo>
                  <a:pt x="13087" y="21429"/>
                </a:moveTo>
                <a:cubicBezTo>
                  <a:pt x="11989" y="21429"/>
                  <a:pt x="10915" y="21644"/>
                  <a:pt x="9897" y="22063"/>
                </a:cubicBezTo>
                <a:cubicBezTo>
                  <a:pt x="8892" y="22481"/>
                  <a:pt x="7966" y="23096"/>
                  <a:pt x="7200" y="23869"/>
                </a:cubicBezTo>
                <a:cubicBezTo>
                  <a:pt x="6423" y="24643"/>
                  <a:pt x="5805" y="25562"/>
                  <a:pt x="5394" y="26572"/>
                </a:cubicBezTo>
                <a:cubicBezTo>
                  <a:pt x="4971" y="27584"/>
                  <a:pt x="4754" y="28668"/>
                  <a:pt x="4754" y="29762"/>
                </a:cubicBezTo>
                <a:cubicBezTo>
                  <a:pt x="4754" y="30856"/>
                  <a:pt x="4971" y="31940"/>
                  <a:pt x="5394" y="32951"/>
                </a:cubicBezTo>
                <a:cubicBezTo>
                  <a:pt x="5805" y="33962"/>
                  <a:pt x="6423" y="34881"/>
                  <a:pt x="7200" y="35655"/>
                </a:cubicBezTo>
                <a:cubicBezTo>
                  <a:pt x="7966" y="36429"/>
                  <a:pt x="8892" y="37042"/>
                  <a:pt x="9897" y="37461"/>
                </a:cubicBezTo>
                <a:cubicBezTo>
                  <a:pt x="10915" y="37880"/>
                  <a:pt x="11989" y="38095"/>
                  <a:pt x="13087" y="38095"/>
                </a:cubicBezTo>
                <a:cubicBezTo>
                  <a:pt x="14184" y="38095"/>
                  <a:pt x="15269" y="37880"/>
                  <a:pt x="16275" y="37461"/>
                </a:cubicBezTo>
                <a:cubicBezTo>
                  <a:pt x="17293" y="37042"/>
                  <a:pt x="18207" y="36429"/>
                  <a:pt x="18985" y="35655"/>
                </a:cubicBezTo>
                <a:cubicBezTo>
                  <a:pt x="19750" y="34881"/>
                  <a:pt x="20367" y="33962"/>
                  <a:pt x="20790" y="32951"/>
                </a:cubicBezTo>
                <a:cubicBezTo>
                  <a:pt x="21202" y="31940"/>
                  <a:pt x="21419" y="30856"/>
                  <a:pt x="21419" y="29762"/>
                </a:cubicBezTo>
                <a:cubicBezTo>
                  <a:pt x="21419" y="28668"/>
                  <a:pt x="21202" y="27584"/>
                  <a:pt x="20790" y="26572"/>
                </a:cubicBezTo>
                <a:cubicBezTo>
                  <a:pt x="20367" y="25562"/>
                  <a:pt x="19750" y="24643"/>
                  <a:pt x="18985" y="23869"/>
                </a:cubicBezTo>
                <a:cubicBezTo>
                  <a:pt x="18207" y="23096"/>
                  <a:pt x="17293" y="22481"/>
                  <a:pt x="16275" y="22063"/>
                </a:cubicBezTo>
                <a:cubicBezTo>
                  <a:pt x="15269" y="21644"/>
                  <a:pt x="14184" y="21429"/>
                  <a:pt x="13087" y="2142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2" name="Белый — SVG 15">
            <a:extLst>
              <a:ext uri="{FF2B5EF4-FFF2-40B4-BE49-F238E27FC236}">
                <a16:creationId xmlns:a16="http://schemas.microsoft.com/office/drawing/2014/main" id="{76FE55C9-F30A-2B4B-AD7B-24D63FAA3FDA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77978 w 155956"/>
              <a:gd name="csY0" fmla="*/ 0 h 148847"/>
              <a:gd name="csX1" fmla="*/ 65447 w 155956"/>
              <a:gd name="csY1" fmla="*/ 5190 h 148847"/>
              <a:gd name="csX2" fmla="*/ 60256 w 155956"/>
              <a:gd name="csY2" fmla="*/ 17720 h 148847"/>
              <a:gd name="csX3" fmla="*/ 65447 w 155956"/>
              <a:gd name="csY3" fmla="*/ 30249 h 148847"/>
              <a:gd name="csX4" fmla="*/ 77978 w 155956"/>
              <a:gd name="csY4" fmla="*/ 35439 h 148847"/>
              <a:gd name="csX5" fmla="*/ 90510 w 155956"/>
              <a:gd name="csY5" fmla="*/ 30249 h 148847"/>
              <a:gd name="csX6" fmla="*/ 95700 w 155956"/>
              <a:gd name="csY6" fmla="*/ 17720 h 148847"/>
              <a:gd name="csX7" fmla="*/ 90510 w 155956"/>
              <a:gd name="csY7" fmla="*/ 5190 h 148847"/>
              <a:gd name="csX8" fmla="*/ 77978 w 155956"/>
              <a:gd name="csY8" fmla="*/ 0 h 148847"/>
              <a:gd name="csX9" fmla="*/ 31900 w 155956"/>
              <a:gd name="csY9" fmla="*/ 24807 h 148847"/>
              <a:gd name="csX10" fmla="*/ 15950 w 155956"/>
              <a:gd name="csY10" fmla="*/ 40755 h 148847"/>
              <a:gd name="csX11" fmla="*/ 15950 w 155956"/>
              <a:gd name="csY11" fmla="*/ 83283 h 148847"/>
              <a:gd name="csX12" fmla="*/ 16333 w 155956"/>
              <a:gd name="csY12" fmla="*/ 85341 h 148847"/>
              <a:gd name="csX13" fmla="*/ 17480 w 155956"/>
              <a:gd name="csY13" fmla="*/ 87092 h 148847"/>
              <a:gd name="csX14" fmla="*/ 19215 w 155956"/>
              <a:gd name="csY14" fmla="*/ 88264 h 148847"/>
              <a:gd name="csX15" fmla="*/ 21267 w 155956"/>
              <a:gd name="csY15" fmla="*/ 88675 h 148847"/>
              <a:gd name="csX16" fmla="*/ 23319 w 155956"/>
              <a:gd name="csY16" fmla="*/ 88264 h 148847"/>
              <a:gd name="csX17" fmla="*/ 25052 w 155956"/>
              <a:gd name="csY17" fmla="*/ 87092 h 148847"/>
              <a:gd name="csX18" fmla="*/ 26201 w 155956"/>
              <a:gd name="csY18" fmla="*/ 85341 h 148847"/>
              <a:gd name="csX19" fmla="*/ 26583 w 155956"/>
              <a:gd name="csY19" fmla="*/ 83283 h 148847"/>
              <a:gd name="csX20" fmla="*/ 26583 w 155956"/>
              <a:gd name="csY20" fmla="*/ 40755 h 148847"/>
              <a:gd name="csX21" fmla="*/ 31900 w 155956"/>
              <a:gd name="csY21" fmla="*/ 35439 h 148847"/>
              <a:gd name="csX22" fmla="*/ 47850 w 155956"/>
              <a:gd name="csY22" fmla="*/ 35439 h 148847"/>
              <a:gd name="csX23" fmla="*/ 49909 w 155956"/>
              <a:gd name="csY23" fmla="*/ 35056 h 148847"/>
              <a:gd name="csX24" fmla="*/ 51658 w 155956"/>
              <a:gd name="csY24" fmla="*/ 33910 h 148847"/>
              <a:gd name="csX25" fmla="*/ 52830 w 155956"/>
              <a:gd name="csY25" fmla="*/ 32176 h 148847"/>
              <a:gd name="csX26" fmla="*/ 53243 w 155956"/>
              <a:gd name="csY26" fmla="*/ 30123 h 148847"/>
              <a:gd name="csX27" fmla="*/ 52830 w 155956"/>
              <a:gd name="csY27" fmla="*/ 28072 h 148847"/>
              <a:gd name="csX28" fmla="*/ 51658 w 155956"/>
              <a:gd name="csY28" fmla="*/ 26338 h 148847"/>
              <a:gd name="csX29" fmla="*/ 49909 w 155956"/>
              <a:gd name="csY29" fmla="*/ 25190 h 148847"/>
              <a:gd name="csX30" fmla="*/ 47850 w 155956"/>
              <a:gd name="csY30" fmla="*/ 24807 h 148847"/>
              <a:gd name="csX31" fmla="*/ 31900 w 155956"/>
              <a:gd name="csY31" fmla="*/ 24807 h 148847"/>
              <a:gd name="csX32" fmla="*/ 108107 w 155956"/>
              <a:gd name="csY32" fmla="*/ 24807 h 148847"/>
              <a:gd name="csX33" fmla="*/ 106048 w 155956"/>
              <a:gd name="csY33" fmla="*/ 25190 h 148847"/>
              <a:gd name="csX34" fmla="*/ 104297 w 155956"/>
              <a:gd name="csY34" fmla="*/ 26338 h 148847"/>
              <a:gd name="csX35" fmla="*/ 103125 w 155956"/>
              <a:gd name="csY35" fmla="*/ 28072 h 148847"/>
              <a:gd name="csX36" fmla="*/ 102713 w 155956"/>
              <a:gd name="csY36" fmla="*/ 30123 h 148847"/>
              <a:gd name="csX37" fmla="*/ 103125 w 155956"/>
              <a:gd name="csY37" fmla="*/ 32176 h 148847"/>
              <a:gd name="csX38" fmla="*/ 104297 w 155956"/>
              <a:gd name="csY38" fmla="*/ 33910 h 148847"/>
              <a:gd name="csX39" fmla="*/ 106048 w 155956"/>
              <a:gd name="csY39" fmla="*/ 35056 h 148847"/>
              <a:gd name="csX40" fmla="*/ 108107 w 155956"/>
              <a:gd name="csY40" fmla="*/ 35439 h 148847"/>
              <a:gd name="csX41" fmla="*/ 124057 w 155956"/>
              <a:gd name="csY41" fmla="*/ 35439 h 148847"/>
              <a:gd name="csX42" fmla="*/ 129373 w 155956"/>
              <a:gd name="csY42" fmla="*/ 40755 h 148847"/>
              <a:gd name="csX43" fmla="*/ 129373 w 155956"/>
              <a:gd name="csY43" fmla="*/ 83283 h 148847"/>
              <a:gd name="csX44" fmla="*/ 129756 w 155956"/>
              <a:gd name="csY44" fmla="*/ 85341 h 148847"/>
              <a:gd name="csX45" fmla="*/ 130903 w 155956"/>
              <a:gd name="csY45" fmla="*/ 87092 h 148847"/>
              <a:gd name="csX46" fmla="*/ 132637 w 155956"/>
              <a:gd name="csY46" fmla="*/ 88264 h 148847"/>
              <a:gd name="csX47" fmla="*/ 134690 w 155956"/>
              <a:gd name="csY47" fmla="*/ 88675 h 148847"/>
              <a:gd name="csX48" fmla="*/ 136742 w 155956"/>
              <a:gd name="csY48" fmla="*/ 88264 h 148847"/>
              <a:gd name="csX49" fmla="*/ 138476 w 155956"/>
              <a:gd name="csY49" fmla="*/ 87092 h 148847"/>
              <a:gd name="csX50" fmla="*/ 139624 w 155956"/>
              <a:gd name="csY50" fmla="*/ 85341 h 148847"/>
              <a:gd name="csX51" fmla="*/ 140007 w 155956"/>
              <a:gd name="csY51" fmla="*/ 83283 h 148847"/>
              <a:gd name="csX52" fmla="*/ 140007 w 155956"/>
              <a:gd name="csY52" fmla="*/ 40755 h 148847"/>
              <a:gd name="csX53" fmla="*/ 124057 w 155956"/>
              <a:gd name="csY53" fmla="*/ 24807 h 148847"/>
              <a:gd name="csX54" fmla="*/ 108107 w 155956"/>
              <a:gd name="csY54" fmla="*/ 24807 h 148847"/>
              <a:gd name="csX55" fmla="*/ 62028 w 155956"/>
              <a:gd name="csY55" fmla="*/ 46071 h 148847"/>
              <a:gd name="csX56" fmla="*/ 49623 w 155956"/>
              <a:gd name="csY56" fmla="*/ 58476 h 148847"/>
              <a:gd name="csX57" fmla="*/ 49623 w 155956"/>
              <a:gd name="csY57" fmla="*/ 60248 h 148847"/>
              <a:gd name="csX58" fmla="*/ 77978 w 155956"/>
              <a:gd name="csY58" fmla="*/ 77967 h 148847"/>
              <a:gd name="csX59" fmla="*/ 106334 w 155956"/>
              <a:gd name="csY59" fmla="*/ 60248 h 148847"/>
              <a:gd name="csX60" fmla="*/ 106334 w 155956"/>
              <a:gd name="csY60" fmla="*/ 58476 h 148847"/>
              <a:gd name="csX61" fmla="*/ 93928 w 155956"/>
              <a:gd name="csY61" fmla="*/ 46071 h 148847"/>
              <a:gd name="csX62" fmla="*/ 62028 w 155956"/>
              <a:gd name="csY62" fmla="*/ 46071 h 148847"/>
              <a:gd name="csX63" fmla="*/ 21267 w 155956"/>
              <a:gd name="csY63" fmla="*/ 95687 h 148847"/>
              <a:gd name="csX64" fmla="*/ 12495 w 155956"/>
              <a:gd name="csY64" fmla="*/ 99321 h 148847"/>
              <a:gd name="csX65" fmla="*/ 8861 w 155956"/>
              <a:gd name="csY65" fmla="*/ 108092 h 148847"/>
              <a:gd name="csX66" fmla="*/ 12495 w 155956"/>
              <a:gd name="csY66" fmla="*/ 116863 h 148847"/>
              <a:gd name="csX67" fmla="*/ 21267 w 155956"/>
              <a:gd name="csY67" fmla="*/ 120495 h 148847"/>
              <a:gd name="csX68" fmla="*/ 30039 w 155956"/>
              <a:gd name="csY68" fmla="*/ 116863 h 148847"/>
              <a:gd name="csX69" fmla="*/ 33673 w 155956"/>
              <a:gd name="csY69" fmla="*/ 108092 h 148847"/>
              <a:gd name="csX70" fmla="*/ 30039 w 155956"/>
              <a:gd name="csY70" fmla="*/ 99321 h 148847"/>
              <a:gd name="csX71" fmla="*/ 21267 w 155956"/>
              <a:gd name="csY71" fmla="*/ 95687 h 148847"/>
              <a:gd name="csX72" fmla="*/ 77978 w 155956"/>
              <a:gd name="csY72" fmla="*/ 95687 h 148847"/>
              <a:gd name="csX73" fmla="*/ 69205 w 155956"/>
              <a:gd name="csY73" fmla="*/ 99321 h 148847"/>
              <a:gd name="csX74" fmla="*/ 65573 w 155956"/>
              <a:gd name="csY74" fmla="*/ 108092 h 148847"/>
              <a:gd name="csX75" fmla="*/ 69205 w 155956"/>
              <a:gd name="csY75" fmla="*/ 116863 h 148847"/>
              <a:gd name="csX76" fmla="*/ 77978 w 155956"/>
              <a:gd name="csY76" fmla="*/ 120495 h 148847"/>
              <a:gd name="csX77" fmla="*/ 86750 w 155956"/>
              <a:gd name="csY77" fmla="*/ 116863 h 148847"/>
              <a:gd name="csX78" fmla="*/ 90384 w 155956"/>
              <a:gd name="csY78" fmla="*/ 108092 h 148847"/>
              <a:gd name="csX79" fmla="*/ 86750 w 155956"/>
              <a:gd name="csY79" fmla="*/ 99321 h 148847"/>
              <a:gd name="csX80" fmla="*/ 77978 w 155956"/>
              <a:gd name="csY80" fmla="*/ 95687 h 148847"/>
              <a:gd name="csX81" fmla="*/ 134690 w 155956"/>
              <a:gd name="csY81" fmla="*/ 95687 h 148847"/>
              <a:gd name="csX82" fmla="*/ 125918 w 155956"/>
              <a:gd name="csY82" fmla="*/ 99321 h 148847"/>
              <a:gd name="csX83" fmla="*/ 122284 w 155956"/>
              <a:gd name="csY83" fmla="*/ 108092 h 148847"/>
              <a:gd name="csX84" fmla="*/ 125918 w 155956"/>
              <a:gd name="csY84" fmla="*/ 116863 h 148847"/>
              <a:gd name="csX85" fmla="*/ 134690 w 155956"/>
              <a:gd name="csY85" fmla="*/ 120495 h 148847"/>
              <a:gd name="csX86" fmla="*/ 143462 w 155956"/>
              <a:gd name="csY86" fmla="*/ 116863 h 148847"/>
              <a:gd name="csX87" fmla="*/ 147095 w 155956"/>
              <a:gd name="csY87" fmla="*/ 108092 h 148847"/>
              <a:gd name="csX88" fmla="*/ 143462 w 155956"/>
              <a:gd name="csY88" fmla="*/ 99321 h 148847"/>
              <a:gd name="csX89" fmla="*/ 134690 w 155956"/>
              <a:gd name="csY89" fmla="*/ 95687 h 148847"/>
              <a:gd name="csX90" fmla="*/ 5317 w 155956"/>
              <a:gd name="csY90" fmla="*/ 127583 h 148847"/>
              <a:gd name="csX91" fmla="*/ 0 w 155956"/>
              <a:gd name="csY91" fmla="*/ 132899 h 148847"/>
              <a:gd name="csX92" fmla="*/ 0 w 155956"/>
              <a:gd name="csY92" fmla="*/ 136443 h 148847"/>
              <a:gd name="csX93" fmla="*/ 21267 w 155956"/>
              <a:gd name="csY93" fmla="*/ 148847 h 148847"/>
              <a:gd name="csX94" fmla="*/ 42534 w 155956"/>
              <a:gd name="csY94" fmla="*/ 136443 h 148847"/>
              <a:gd name="csX95" fmla="*/ 42534 w 155956"/>
              <a:gd name="csY95" fmla="*/ 132899 h 148847"/>
              <a:gd name="csX96" fmla="*/ 37217 w 155956"/>
              <a:gd name="csY96" fmla="*/ 127583 h 148847"/>
              <a:gd name="csX97" fmla="*/ 5317 w 155956"/>
              <a:gd name="csY97" fmla="*/ 127583 h 148847"/>
              <a:gd name="csX98" fmla="*/ 62028 w 155956"/>
              <a:gd name="csY98" fmla="*/ 127583 h 148847"/>
              <a:gd name="csX99" fmla="*/ 56711 w 155956"/>
              <a:gd name="csY99" fmla="*/ 132899 h 148847"/>
              <a:gd name="csX100" fmla="*/ 56711 w 155956"/>
              <a:gd name="csY100" fmla="*/ 136443 h 148847"/>
              <a:gd name="csX101" fmla="*/ 77978 w 155956"/>
              <a:gd name="csY101" fmla="*/ 148847 h 148847"/>
              <a:gd name="csX102" fmla="*/ 99244 w 155956"/>
              <a:gd name="csY102" fmla="*/ 136443 h 148847"/>
              <a:gd name="csX103" fmla="*/ 99244 w 155956"/>
              <a:gd name="csY103" fmla="*/ 132899 h 148847"/>
              <a:gd name="csX104" fmla="*/ 93928 w 155956"/>
              <a:gd name="csY104" fmla="*/ 127583 h 148847"/>
              <a:gd name="csX105" fmla="*/ 62028 w 155956"/>
              <a:gd name="csY105" fmla="*/ 127583 h 148847"/>
              <a:gd name="csX106" fmla="*/ 118740 w 155956"/>
              <a:gd name="csY106" fmla="*/ 127583 h 148847"/>
              <a:gd name="csX107" fmla="*/ 113423 w 155956"/>
              <a:gd name="csY107" fmla="*/ 132899 h 148847"/>
              <a:gd name="csX108" fmla="*/ 113423 w 155956"/>
              <a:gd name="csY108" fmla="*/ 136443 h 148847"/>
              <a:gd name="csX109" fmla="*/ 134690 w 155956"/>
              <a:gd name="csY109" fmla="*/ 148847 h 148847"/>
              <a:gd name="csX110" fmla="*/ 155957 w 155956"/>
              <a:gd name="csY110" fmla="*/ 136443 h 148847"/>
              <a:gd name="csX111" fmla="*/ 155957 w 155956"/>
              <a:gd name="csY111" fmla="*/ 132899 h 148847"/>
              <a:gd name="csX112" fmla="*/ 150640 w 155956"/>
              <a:gd name="csY112" fmla="*/ 127583 h 148847"/>
              <a:gd name="csX113" fmla="*/ 118740 w 155956"/>
              <a:gd name="csY113" fmla="*/ 127583 h 148847"/>
            </a:gdLst>
            <a:ahLst/>
            <a:cxnLst/>
            <a:rect l="l" t="t" r="r" b="b"/>
            <a:pathLst>
              <a:path w="100000" h="100000">
                <a:moveTo>
                  <a:pt x="50000" y="2279"/>
                </a:moveTo>
                <a:cubicBezTo>
                  <a:pt x="46986" y="2279"/>
                  <a:pt x="44096" y="3476"/>
                  <a:pt x="41965" y="5607"/>
                </a:cubicBezTo>
                <a:cubicBezTo>
                  <a:pt x="39834" y="7737"/>
                  <a:pt x="38637" y="10628"/>
                  <a:pt x="38637" y="13641"/>
                </a:cubicBezTo>
                <a:cubicBezTo>
                  <a:pt x="38637" y="16654"/>
                  <a:pt x="39834" y="19545"/>
                  <a:pt x="41965" y="21675"/>
                </a:cubicBezTo>
                <a:cubicBezTo>
                  <a:pt x="44096" y="23806"/>
                  <a:pt x="46986" y="25003"/>
                  <a:pt x="50000" y="25003"/>
                </a:cubicBezTo>
                <a:cubicBezTo>
                  <a:pt x="53014" y="25003"/>
                  <a:pt x="55905" y="23806"/>
                  <a:pt x="58036" y="21675"/>
                </a:cubicBezTo>
                <a:cubicBezTo>
                  <a:pt x="60167" y="19545"/>
                  <a:pt x="61363" y="16654"/>
                  <a:pt x="61363" y="13641"/>
                </a:cubicBezTo>
                <a:cubicBezTo>
                  <a:pt x="61363" y="10628"/>
                  <a:pt x="60167" y="7737"/>
                  <a:pt x="58036" y="5607"/>
                </a:cubicBezTo>
                <a:cubicBezTo>
                  <a:pt x="55905" y="3476"/>
                  <a:pt x="53014" y="2279"/>
                  <a:pt x="50000" y="2279"/>
                </a:cubicBezTo>
                <a:close/>
                <a:moveTo>
                  <a:pt x="20454" y="18186"/>
                </a:moveTo>
                <a:cubicBezTo>
                  <a:pt x="14853" y="18186"/>
                  <a:pt x="10227" y="22812"/>
                  <a:pt x="10227" y="28412"/>
                </a:cubicBezTo>
                <a:lnTo>
                  <a:pt x="10227" y="55681"/>
                </a:lnTo>
                <a:cubicBezTo>
                  <a:pt x="10221" y="56132"/>
                  <a:pt x="10305" y="56582"/>
                  <a:pt x="10473" y="57000"/>
                </a:cubicBezTo>
                <a:cubicBezTo>
                  <a:pt x="10641" y="57420"/>
                  <a:pt x="10892" y="57801"/>
                  <a:pt x="11208" y="58123"/>
                </a:cubicBezTo>
                <a:cubicBezTo>
                  <a:pt x="11526" y="58445"/>
                  <a:pt x="11904" y="58700"/>
                  <a:pt x="12321" y="58875"/>
                </a:cubicBezTo>
                <a:cubicBezTo>
                  <a:pt x="12738" y="59049"/>
                  <a:pt x="13184" y="59138"/>
                  <a:pt x="13637" y="59138"/>
                </a:cubicBezTo>
                <a:cubicBezTo>
                  <a:pt x="14088" y="59138"/>
                  <a:pt x="14536" y="59049"/>
                  <a:pt x="14952" y="58875"/>
                </a:cubicBezTo>
                <a:cubicBezTo>
                  <a:pt x="15369" y="58700"/>
                  <a:pt x="15747" y="58445"/>
                  <a:pt x="16064" y="58123"/>
                </a:cubicBezTo>
                <a:cubicBezTo>
                  <a:pt x="16381" y="57801"/>
                  <a:pt x="16632" y="57420"/>
                  <a:pt x="16800" y="57000"/>
                </a:cubicBezTo>
                <a:cubicBezTo>
                  <a:pt x="16968" y="56582"/>
                  <a:pt x="17052" y="56132"/>
                  <a:pt x="17045" y="55681"/>
                </a:cubicBezTo>
                <a:lnTo>
                  <a:pt x="17045" y="28412"/>
                </a:lnTo>
                <a:cubicBezTo>
                  <a:pt x="17045" y="26287"/>
                  <a:pt x="18328" y="25003"/>
                  <a:pt x="20454" y="25003"/>
                </a:cubicBezTo>
                <a:lnTo>
                  <a:pt x="30682" y="25003"/>
                </a:lnTo>
                <a:cubicBezTo>
                  <a:pt x="31134" y="25009"/>
                  <a:pt x="31582" y="24927"/>
                  <a:pt x="32002" y="24757"/>
                </a:cubicBezTo>
                <a:cubicBezTo>
                  <a:pt x="32421" y="24589"/>
                  <a:pt x="32803" y="24340"/>
                  <a:pt x="33123" y="24022"/>
                </a:cubicBezTo>
                <a:cubicBezTo>
                  <a:pt x="33445" y="23705"/>
                  <a:pt x="33702" y="23327"/>
                  <a:pt x="33875" y="22911"/>
                </a:cubicBezTo>
                <a:cubicBezTo>
                  <a:pt x="34049" y="22493"/>
                  <a:pt x="34140" y="22046"/>
                  <a:pt x="34140" y="21594"/>
                </a:cubicBezTo>
                <a:cubicBezTo>
                  <a:pt x="34140" y="21143"/>
                  <a:pt x="34049" y="20696"/>
                  <a:pt x="33875" y="20279"/>
                </a:cubicBezTo>
                <a:cubicBezTo>
                  <a:pt x="33702" y="19862"/>
                  <a:pt x="33445" y="19485"/>
                  <a:pt x="33123" y="19167"/>
                </a:cubicBezTo>
                <a:cubicBezTo>
                  <a:pt x="32803" y="18850"/>
                  <a:pt x="32421" y="18600"/>
                  <a:pt x="32002" y="18431"/>
                </a:cubicBezTo>
                <a:cubicBezTo>
                  <a:pt x="31582" y="18263"/>
                  <a:pt x="31134" y="18179"/>
                  <a:pt x="30682" y="18186"/>
                </a:cubicBezTo>
                <a:lnTo>
                  <a:pt x="20454" y="18186"/>
                </a:lnTo>
                <a:close/>
                <a:moveTo>
                  <a:pt x="69319" y="18186"/>
                </a:moveTo>
                <a:cubicBezTo>
                  <a:pt x="68867" y="18179"/>
                  <a:pt x="68417" y="18263"/>
                  <a:pt x="67999" y="18431"/>
                </a:cubicBezTo>
                <a:cubicBezTo>
                  <a:pt x="67580" y="18600"/>
                  <a:pt x="67198" y="18850"/>
                  <a:pt x="66876" y="19167"/>
                </a:cubicBezTo>
                <a:cubicBezTo>
                  <a:pt x="66554" y="19485"/>
                  <a:pt x="66299" y="19862"/>
                  <a:pt x="66124" y="20279"/>
                </a:cubicBezTo>
                <a:cubicBezTo>
                  <a:pt x="65950" y="20696"/>
                  <a:pt x="65860" y="21143"/>
                  <a:pt x="65860" y="21594"/>
                </a:cubicBezTo>
                <a:cubicBezTo>
                  <a:pt x="65860" y="22046"/>
                  <a:pt x="65950" y="22493"/>
                  <a:pt x="66124" y="22911"/>
                </a:cubicBezTo>
                <a:cubicBezTo>
                  <a:pt x="66299" y="23327"/>
                  <a:pt x="66554" y="23705"/>
                  <a:pt x="66876" y="24022"/>
                </a:cubicBezTo>
                <a:cubicBezTo>
                  <a:pt x="67198" y="24340"/>
                  <a:pt x="67580" y="24589"/>
                  <a:pt x="67999" y="24757"/>
                </a:cubicBezTo>
                <a:cubicBezTo>
                  <a:pt x="68417" y="24927"/>
                  <a:pt x="68867" y="25009"/>
                  <a:pt x="69319" y="25003"/>
                </a:cubicBezTo>
                <a:lnTo>
                  <a:pt x="79546" y="25003"/>
                </a:lnTo>
                <a:cubicBezTo>
                  <a:pt x="81671" y="25003"/>
                  <a:pt x="82955" y="26287"/>
                  <a:pt x="82955" y="28412"/>
                </a:cubicBezTo>
                <a:lnTo>
                  <a:pt x="82955" y="55681"/>
                </a:lnTo>
                <a:cubicBezTo>
                  <a:pt x="82948" y="56132"/>
                  <a:pt x="83031" y="56582"/>
                  <a:pt x="83200" y="57000"/>
                </a:cubicBezTo>
                <a:cubicBezTo>
                  <a:pt x="83368" y="57420"/>
                  <a:pt x="83618" y="57801"/>
                  <a:pt x="83936" y="58123"/>
                </a:cubicBezTo>
                <a:cubicBezTo>
                  <a:pt x="84253" y="58445"/>
                  <a:pt x="84631" y="58700"/>
                  <a:pt x="85048" y="58875"/>
                </a:cubicBezTo>
                <a:cubicBezTo>
                  <a:pt x="85465" y="59049"/>
                  <a:pt x="85913" y="59138"/>
                  <a:pt x="86364" y="59138"/>
                </a:cubicBezTo>
                <a:cubicBezTo>
                  <a:pt x="86816" y="59138"/>
                  <a:pt x="87263" y="59049"/>
                  <a:pt x="87680" y="58875"/>
                </a:cubicBezTo>
                <a:cubicBezTo>
                  <a:pt x="88097" y="58700"/>
                  <a:pt x="88474" y="58445"/>
                  <a:pt x="88792" y="58123"/>
                </a:cubicBezTo>
                <a:cubicBezTo>
                  <a:pt x="89109" y="57801"/>
                  <a:pt x="89359" y="57420"/>
                  <a:pt x="89528" y="57000"/>
                </a:cubicBezTo>
                <a:cubicBezTo>
                  <a:pt x="89696" y="56582"/>
                  <a:pt x="89780" y="56132"/>
                  <a:pt x="89773" y="55681"/>
                </a:cubicBezTo>
                <a:lnTo>
                  <a:pt x="89773" y="28412"/>
                </a:lnTo>
                <a:cubicBezTo>
                  <a:pt x="89773" y="22812"/>
                  <a:pt x="85146" y="18186"/>
                  <a:pt x="79546" y="18186"/>
                </a:cubicBezTo>
                <a:lnTo>
                  <a:pt x="69319" y="18186"/>
                </a:lnTo>
                <a:close/>
                <a:moveTo>
                  <a:pt x="39773" y="31820"/>
                </a:moveTo>
                <a:cubicBezTo>
                  <a:pt x="35455" y="31820"/>
                  <a:pt x="31819" y="35457"/>
                  <a:pt x="31819" y="39774"/>
                </a:cubicBezTo>
                <a:lnTo>
                  <a:pt x="31819" y="40911"/>
                </a:lnTo>
                <a:cubicBezTo>
                  <a:pt x="31819" y="47500"/>
                  <a:pt x="39546" y="52272"/>
                  <a:pt x="50000" y="52272"/>
                </a:cubicBezTo>
                <a:cubicBezTo>
                  <a:pt x="60455" y="52272"/>
                  <a:pt x="68182" y="47500"/>
                  <a:pt x="68182" y="40911"/>
                </a:cubicBezTo>
                <a:lnTo>
                  <a:pt x="68182" y="39774"/>
                </a:lnTo>
                <a:cubicBezTo>
                  <a:pt x="68182" y="35457"/>
                  <a:pt x="64546" y="31820"/>
                  <a:pt x="60227" y="31820"/>
                </a:cubicBezTo>
                <a:lnTo>
                  <a:pt x="39773" y="31820"/>
                </a:lnTo>
                <a:close/>
                <a:moveTo>
                  <a:pt x="13637" y="63634"/>
                </a:moveTo>
                <a:cubicBezTo>
                  <a:pt x="11526" y="63634"/>
                  <a:pt x="9503" y="64472"/>
                  <a:pt x="8012" y="65964"/>
                </a:cubicBezTo>
                <a:cubicBezTo>
                  <a:pt x="6520" y="67455"/>
                  <a:pt x="5682" y="69479"/>
                  <a:pt x="5682" y="71588"/>
                </a:cubicBezTo>
                <a:cubicBezTo>
                  <a:pt x="5682" y="73698"/>
                  <a:pt x="6520" y="75720"/>
                  <a:pt x="8012" y="77212"/>
                </a:cubicBezTo>
                <a:cubicBezTo>
                  <a:pt x="9503" y="78703"/>
                  <a:pt x="11526" y="79541"/>
                  <a:pt x="13637" y="79541"/>
                </a:cubicBezTo>
                <a:cubicBezTo>
                  <a:pt x="15746" y="79541"/>
                  <a:pt x="17770" y="78703"/>
                  <a:pt x="19261" y="77212"/>
                </a:cubicBezTo>
                <a:cubicBezTo>
                  <a:pt x="20753" y="75720"/>
                  <a:pt x="21591" y="73698"/>
                  <a:pt x="21591" y="71588"/>
                </a:cubicBezTo>
                <a:cubicBezTo>
                  <a:pt x="21591" y="69479"/>
                  <a:pt x="20753" y="67455"/>
                  <a:pt x="19261" y="65964"/>
                </a:cubicBezTo>
                <a:cubicBezTo>
                  <a:pt x="17770" y="64472"/>
                  <a:pt x="15746" y="63634"/>
                  <a:pt x="13637" y="63634"/>
                </a:cubicBezTo>
                <a:close/>
                <a:moveTo>
                  <a:pt x="50000" y="63634"/>
                </a:moveTo>
                <a:cubicBezTo>
                  <a:pt x="47890" y="63634"/>
                  <a:pt x="45867" y="64472"/>
                  <a:pt x="44375" y="65964"/>
                </a:cubicBezTo>
                <a:cubicBezTo>
                  <a:pt x="42884" y="67455"/>
                  <a:pt x="42046" y="69479"/>
                  <a:pt x="42046" y="71588"/>
                </a:cubicBezTo>
                <a:cubicBezTo>
                  <a:pt x="42046" y="73698"/>
                  <a:pt x="42884" y="75720"/>
                  <a:pt x="44375" y="77212"/>
                </a:cubicBezTo>
                <a:cubicBezTo>
                  <a:pt x="45867" y="78703"/>
                  <a:pt x="47890" y="79541"/>
                  <a:pt x="50000" y="79541"/>
                </a:cubicBezTo>
                <a:cubicBezTo>
                  <a:pt x="52110" y="79541"/>
                  <a:pt x="54133" y="78703"/>
                  <a:pt x="55625" y="77212"/>
                </a:cubicBezTo>
                <a:cubicBezTo>
                  <a:pt x="57117" y="75720"/>
                  <a:pt x="57955" y="73698"/>
                  <a:pt x="57955" y="71588"/>
                </a:cubicBezTo>
                <a:cubicBezTo>
                  <a:pt x="57955" y="69479"/>
                  <a:pt x="57117" y="67455"/>
                  <a:pt x="55625" y="65964"/>
                </a:cubicBezTo>
                <a:cubicBezTo>
                  <a:pt x="54133" y="64472"/>
                  <a:pt x="52110" y="63634"/>
                  <a:pt x="50000" y="63634"/>
                </a:cubicBezTo>
                <a:close/>
                <a:moveTo>
                  <a:pt x="86364" y="63634"/>
                </a:moveTo>
                <a:cubicBezTo>
                  <a:pt x="84255" y="63634"/>
                  <a:pt x="82231" y="64472"/>
                  <a:pt x="80739" y="65964"/>
                </a:cubicBezTo>
                <a:cubicBezTo>
                  <a:pt x="79247" y="67455"/>
                  <a:pt x="78409" y="69479"/>
                  <a:pt x="78409" y="71588"/>
                </a:cubicBezTo>
                <a:cubicBezTo>
                  <a:pt x="78409" y="73698"/>
                  <a:pt x="79247" y="75720"/>
                  <a:pt x="80739" y="77212"/>
                </a:cubicBezTo>
                <a:cubicBezTo>
                  <a:pt x="82231" y="78703"/>
                  <a:pt x="84255" y="79541"/>
                  <a:pt x="86364" y="79541"/>
                </a:cubicBezTo>
                <a:cubicBezTo>
                  <a:pt x="88474" y="79541"/>
                  <a:pt x="90497" y="78703"/>
                  <a:pt x="91989" y="77212"/>
                </a:cubicBezTo>
                <a:cubicBezTo>
                  <a:pt x="93480" y="75720"/>
                  <a:pt x="94318" y="73698"/>
                  <a:pt x="94318" y="71588"/>
                </a:cubicBezTo>
                <a:cubicBezTo>
                  <a:pt x="94318" y="69479"/>
                  <a:pt x="93480" y="67455"/>
                  <a:pt x="91989" y="65964"/>
                </a:cubicBezTo>
                <a:cubicBezTo>
                  <a:pt x="90497" y="64472"/>
                  <a:pt x="88474" y="63634"/>
                  <a:pt x="86364" y="63634"/>
                </a:cubicBezTo>
                <a:close/>
                <a:moveTo>
                  <a:pt x="3409" y="84086"/>
                </a:moveTo>
                <a:cubicBezTo>
                  <a:pt x="1591" y="84086"/>
                  <a:pt x="0" y="85677"/>
                  <a:pt x="0" y="87495"/>
                </a:cubicBezTo>
                <a:lnTo>
                  <a:pt x="0" y="89767"/>
                </a:lnTo>
                <a:cubicBezTo>
                  <a:pt x="0" y="94085"/>
                  <a:pt x="6136" y="97721"/>
                  <a:pt x="13637" y="97721"/>
                </a:cubicBezTo>
                <a:cubicBezTo>
                  <a:pt x="21136" y="97721"/>
                  <a:pt x="27273" y="94085"/>
                  <a:pt x="27273" y="89767"/>
                </a:cubicBezTo>
                <a:lnTo>
                  <a:pt x="27273" y="87495"/>
                </a:lnTo>
                <a:cubicBezTo>
                  <a:pt x="27273" y="85677"/>
                  <a:pt x="25682" y="84086"/>
                  <a:pt x="23864" y="84086"/>
                </a:cubicBezTo>
                <a:lnTo>
                  <a:pt x="3409" y="84086"/>
                </a:lnTo>
                <a:close/>
                <a:moveTo>
                  <a:pt x="39773" y="84086"/>
                </a:moveTo>
                <a:cubicBezTo>
                  <a:pt x="37955" y="84086"/>
                  <a:pt x="36363" y="85677"/>
                  <a:pt x="36363" y="87495"/>
                </a:cubicBezTo>
                <a:lnTo>
                  <a:pt x="36363" y="89767"/>
                </a:lnTo>
                <a:cubicBezTo>
                  <a:pt x="36363" y="94085"/>
                  <a:pt x="42500" y="97721"/>
                  <a:pt x="50000" y="97721"/>
                </a:cubicBezTo>
                <a:cubicBezTo>
                  <a:pt x="57500" y="97721"/>
                  <a:pt x="63636" y="94085"/>
                  <a:pt x="63636" y="89767"/>
                </a:cubicBezTo>
                <a:lnTo>
                  <a:pt x="63636" y="87495"/>
                </a:lnTo>
                <a:cubicBezTo>
                  <a:pt x="63636" y="85677"/>
                  <a:pt x="62046" y="84086"/>
                  <a:pt x="60227" y="84086"/>
                </a:cubicBezTo>
                <a:lnTo>
                  <a:pt x="39773" y="84086"/>
                </a:lnTo>
                <a:close/>
                <a:moveTo>
                  <a:pt x="76137" y="84086"/>
                </a:moveTo>
                <a:cubicBezTo>
                  <a:pt x="74318" y="84086"/>
                  <a:pt x="72728" y="85677"/>
                  <a:pt x="72728" y="87495"/>
                </a:cubicBezTo>
                <a:lnTo>
                  <a:pt x="72728" y="89767"/>
                </a:lnTo>
                <a:cubicBezTo>
                  <a:pt x="72728" y="94085"/>
                  <a:pt x="78864" y="97721"/>
                  <a:pt x="86364" y="97721"/>
                </a:cubicBezTo>
                <a:cubicBezTo>
                  <a:pt x="93864" y="97721"/>
                  <a:pt x="100001" y="94085"/>
                  <a:pt x="100001" y="89767"/>
                </a:cubicBezTo>
                <a:lnTo>
                  <a:pt x="100001" y="87495"/>
                </a:lnTo>
                <a:cubicBezTo>
                  <a:pt x="100001" y="85677"/>
                  <a:pt x="98409" y="84086"/>
                  <a:pt x="96591" y="84086"/>
                </a:cubicBezTo>
                <a:lnTo>
                  <a:pt x="76137" y="8408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3" name="Белый — SVG 16">
            <a:extLst>
              <a:ext uri="{FF2B5EF4-FFF2-40B4-BE49-F238E27FC236}">
                <a16:creationId xmlns:a16="http://schemas.microsoft.com/office/drawing/2014/main" id="{A271614B-7850-8B41-88E3-EED58A02B00B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70889 w 141778"/>
              <a:gd name="csY0" fmla="*/ 0 h 127583"/>
              <a:gd name="csX1" fmla="*/ 55851 w 141778"/>
              <a:gd name="csY1" fmla="*/ 6228 h 127583"/>
              <a:gd name="csX2" fmla="*/ 49622 w 141778"/>
              <a:gd name="csY2" fmla="*/ 21264 h 127583"/>
              <a:gd name="csX3" fmla="*/ 55851 w 141778"/>
              <a:gd name="csY3" fmla="*/ 36300 h 127583"/>
              <a:gd name="csX4" fmla="*/ 70889 w 141778"/>
              <a:gd name="csY4" fmla="*/ 42528 h 127583"/>
              <a:gd name="csX5" fmla="*/ 85927 w 141778"/>
              <a:gd name="csY5" fmla="*/ 36300 h 127583"/>
              <a:gd name="csX6" fmla="*/ 92156 w 141778"/>
              <a:gd name="csY6" fmla="*/ 21264 h 127583"/>
              <a:gd name="csX7" fmla="*/ 85927 w 141778"/>
              <a:gd name="csY7" fmla="*/ 6228 h 127583"/>
              <a:gd name="csX8" fmla="*/ 70889 w 141778"/>
              <a:gd name="csY8" fmla="*/ 0 h 127583"/>
              <a:gd name="csX9" fmla="*/ 24811 w 141778"/>
              <a:gd name="csY9" fmla="*/ 7089 h 127583"/>
              <a:gd name="csX10" fmla="*/ 12280 w 141778"/>
              <a:gd name="csY10" fmla="*/ 12279 h 127583"/>
              <a:gd name="csX11" fmla="*/ 7089 w 141778"/>
              <a:gd name="csY11" fmla="*/ 24807 h 127583"/>
              <a:gd name="csX12" fmla="*/ 12280 w 141778"/>
              <a:gd name="csY12" fmla="*/ 37338 h 127583"/>
              <a:gd name="csX13" fmla="*/ 24811 w 141778"/>
              <a:gd name="csY13" fmla="*/ 42528 h 127583"/>
              <a:gd name="csX14" fmla="*/ 37343 w 141778"/>
              <a:gd name="csY14" fmla="*/ 37338 h 127583"/>
              <a:gd name="csX15" fmla="*/ 42534 w 141778"/>
              <a:gd name="csY15" fmla="*/ 24807 h 127583"/>
              <a:gd name="csX16" fmla="*/ 37343 w 141778"/>
              <a:gd name="csY16" fmla="*/ 12279 h 127583"/>
              <a:gd name="csX17" fmla="*/ 24811 w 141778"/>
              <a:gd name="csY17" fmla="*/ 7089 h 127583"/>
              <a:gd name="csX18" fmla="*/ 116967 w 141778"/>
              <a:gd name="csY18" fmla="*/ 7089 h 127583"/>
              <a:gd name="csX19" fmla="*/ 104436 w 141778"/>
              <a:gd name="csY19" fmla="*/ 12279 h 127583"/>
              <a:gd name="csX20" fmla="*/ 99245 w 141778"/>
              <a:gd name="csY20" fmla="*/ 24807 h 127583"/>
              <a:gd name="csX21" fmla="*/ 104436 w 141778"/>
              <a:gd name="csY21" fmla="*/ 37338 h 127583"/>
              <a:gd name="csX22" fmla="*/ 116967 w 141778"/>
              <a:gd name="csY22" fmla="*/ 42528 h 127583"/>
              <a:gd name="csX23" fmla="*/ 129499 w 141778"/>
              <a:gd name="csY23" fmla="*/ 37338 h 127583"/>
              <a:gd name="csX24" fmla="*/ 134690 w 141778"/>
              <a:gd name="csY24" fmla="*/ 24807 h 127583"/>
              <a:gd name="csX25" fmla="*/ 129499 w 141778"/>
              <a:gd name="csY25" fmla="*/ 12279 h 127583"/>
              <a:gd name="csX26" fmla="*/ 116967 w 141778"/>
              <a:gd name="csY26" fmla="*/ 7089 h 127583"/>
              <a:gd name="csX27" fmla="*/ 70889 w 141778"/>
              <a:gd name="csY27" fmla="*/ 127583 h 127583"/>
              <a:gd name="csX28" fmla="*/ 38989 w 141778"/>
              <a:gd name="csY28" fmla="*/ 95687 h 127583"/>
              <a:gd name="csX29" fmla="*/ 38989 w 141778"/>
              <a:gd name="csY29" fmla="*/ 62019 h 127583"/>
              <a:gd name="csX30" fmla="*/ 51395 w 141778"/>
              <a:gd name="csY30" fmla="*/ 49616 h 127583"/>
              <a:gd name="csX31" fmla="*/ 90384 w 141778"/>
              <a:gd name="csY31" fmla="*/ 49616 h 127583"/>
              <a:gd name="csX32" fmla="*/ 102789 w 141778"/>
              <a:gd name="csY32" fmla="*/ 62019 h 127583"/>
              <a:gd name="csX33" fmla="*/ 102789 w 141778"/>
              <a:gd name="csY33" fmla="*/ 95687 h 127583"/>
              <a:gd name="csX34" fmla="*/ 70889 w 141778"/>
              <a:gd name="csY34" fmla="*/ 127583 h 127583"/>
              <a:gd name="csX35" fmla="*/ 31900 w 141778"/>
              <a:gd name="csY35" fmla="*/ 95687 h 127583"/>
              <a:gd name="csX36" fmla="*/ 31900 w 141778"/>
              <a:gd name="csY36" fmla="*/ 62019 h 127583"/>
              <a:gd name="csX37" fmla="*/ 36370 w 141778"/>
              <a:gd name="csY37" fmla="*/ 49616 h 127583"/>
              <a:gd name="csX38" fmla="*/ 12406 w 141778"/>
              <a:gd name="csY38" fmla="*/ 49616 h 127583"/>
              <a:gd name="csX39" fmla="*/ 0 w 141778"/>
              <a:gd name="csY39" fmla="*/ 62019 h 127583"/>
              <a:gd name="csX40" fmla="*/ 0 w 141778"/>
              <a:gd name="csY40" fmla="*/ 85056 h 127583"/>
              <a:gd name="csX41" fmla="*/ 28356 w 141778"/>
              <a:gd name="csY41" fmla="*/ 113408 h 127583"/>
              <a:gd name="csX42" fmla="*/ 35657 w 141778"/>
              <a:gd name="csY42" fmla="*/ 112450 h 127583"/>
              <a:gd name="csX43" fmla="*/ 35728 w 141778"/>
              <a:gd name="csY43" fmla="*/ 112421 h 127583"/>
              <a:gd name="csX44" fmla="*/ 31900 w 141778"/>
              <a:gd name="csY44" fmla="*/ 95687 h 127583"/>
              <a:gd name="csX45" fmla="*/ 109878 w 141778"/>
              <a:gd name="csY45" fmla="*/ 95687 h 127583"/>
              <a:gd name="csX46" fmla="*/ 109878 w 141778"/>
              <a:gd name="csY46" fmla="*/ 62019 h 127583"/>
              <a:gd name="csX47" fmla="*/ 105409 w 141778"/>
              <a:gd name="csY47" fmla="*/ 49616 h 127583"/>
              <a:gd name="csX48" fmla="*/ 129373 w 141778"/>
              <a:gd name="csY48" fmla="*/ 49616 h 127583"/>
              <a:gd name="csX49" fmla="*/ 141778 w 141778"/>
              <a:gd name="csY49" fmla="*/ 62019 h 127583"/>
              <a:gd name="csX50" fmla="*/ 141778 w 141778"/>
              <a:gd name="csY50" fmla="*/ 85056 h 127583"/>
              <a:gd name="csX51" fmla="*/ 113423 w 141778"/>
              <a:gd name="csY51" fmla="*/ 113408 h 127583"/>
              <a:gd name="csX52" fmla="*/ 106121 w 141778"/>
              <a:gd name="csY52" fmla="*/ 112450 h 127583"/>
              <a:gd name="csX53" fmla="*/ 106050 w 141778"/>
              <a:gd name="csY53" fmla="*/ 112421 h 127583"/>
              <a:gd name="csX54" fmla="*/ 109878 w 141778"/>
              <a:gd name="csY54" fmla="*/ 95687 h 127583"/>
            </a:gdLst>
            <a:ahLst/>
            <a:cxnLst/>
            <a:rect l="l" t="t" r="r" b="b"/>
            <a:pathLst>
              <a:path w="100000" h="100000">
                <a:moveTo>
                  <a:pt x="50000" y="5006"/>
                </a:moveTo>
                <a:cubicBezTo>
                  <a:pt x="46022" y="5006"/>
                  <a:pt x="42207" y="6586"/>
                  <a:pt x="39393" y="9399"/>
                </a:cubicBezTo>
                <a:cubicBezTo>
                  <a:pt x="36580" y="12211"/>
                  <a:pt x="35000" y="16027"/>
                  <a:pt x="35000" y="20004"/>
                </a:cubicBezTo>
                <a:cubicBezTo>
                  <a:pt x="35000" y="23982"/>
                  <a:pt x="36580" y="27797"/>
                  <a:pt x="39393" y="30609"/>
                </a:cubicBezTo>
                <a:cubicBezTo>
                  <a:pt x="42207" y="33422"/>
                  <a:pt x="46022" y="35002"/>
                  <a:pt x="50000" y="35002"/>
                </a:cubicBezTo>
                <a:cubicBezTo>
                  <a:pt x="53979" y="35002"/>
                  <a:pt x="57794" y="33422"/>
                  <a:pt x="60607" y="30609"/>
                </a:cubicBezTo>
                <a:cubicBezTo>
                  <a:pt x="63420" y="27797"/>
                  <a:pt x="65000" y="23982"/>
                  <a:pt x="65000" y="20004"/>
                </a:cubicBezTo>
                <a:cubicBezTo>
                  <a:pt x="65000" y="16027"/>
                  <a:pt x="63420" y="12211"/>
                  <a:pt x="60607" y="9399"/>
                </a:cubicBezTo>
                <a:cubicBezTo>
                  <a:pt x="57794" y="6586"/>
                  <a:pt x="53979" y="5006"/>
                  <a:pt x="50000" y="5006"/>
                </a:cubicBezTo>
                <a:close/>
                <a:moveTo>
                  <a:pt x="17500" y="10006"/>
                </a:moveTo>
                <a:cubicBezTo>
                  <a:pt x="14185" y="10006"/>
                  <a:pt x="11005" y="11322"/>
                  <a:pt x="8661" y="13667"/>
                </a:cubicBezTo>
                <a:cubicBezTo>
                  <a:pt x="6317" y="16010"/>
                  <a:pt x="5000" y="19190"/>
                  <a:pt x="5000" y="22503"/>
                </a:cubicBezTo>
                <a:cubicBezTo>
                  <a:pt x="5000" y="25818"/>
                  <a:pt x="6317" y="28998"/>
                  <a:pt x="8661" y="31342"/>
                </a:cubicBezTo>
                <a:cubicBezTo>
                  <a:pt x="11005" y="33686"/>
                  <a:pt x="14185" y="35002"/>
                  <a:pt x="17500" y="35002"/>
                </a:cubicBezTo>
                <a:cubicBezTo>
                  <a:pt x="20815" y="35002"/>
                  <a:pt x="23995" y="33686"/>
                  <a:pt x="26339" y="31342"/>
                </a:cubicBezTo>
                <a:cubicBezTo>
                  <a:pt x="28683" y="28998"/>
                  <a:pt x="30000" y="25818"/>
                  <a:pt x="30000" y="22503"/>
                </a:cubicBezTo>
                <a:cubicBezTo>
                  <a:pt x="30000" y="19190"/>
                  <a:pt x="28683" y="16010"/>
                  <a:pt x="26339" y="13667"/>
                </a:cubicBezTo>
                <a:cubicBezTo>
                  <a:pt x="23995" y="11322"/>
                  <a:pt x="20815" y="10006"/>
                  <a:pt x="17500" y="10006"/>
                </a:cubicBezTo>
                <a:close/>
                <a:moveTo>
                  <a:pt x="82500" y="10006"/>
                </a:moveTo>
                <a:cubicBezTo>
                  <a:pt x="79185" y="10006"/>
                  <a:pt x="76005" y="11322"/>
                  <a:pt x="73662" y="13667"/>
                </a:cubicBezTo>
                <a:cubicBezTo>
                  <a:pt x="71317" y="16010"/>
                  <a:pt x="70000" y="19190"/>
                  <a:pt x="70000" y="22503"/>
                </a:cubicBezTo>
                <a:cubicBezTo>
                  <a:pt x="70000" y="25818"/>
                  <a:pt x="71317" y="28998"/>
                  <a:pt x="73662" y="31342"/>
                </a:cubicBezTo>
                <a:cubicBezTo>
                  <a:pt x="76005" y="33686"/>
                  <a:pt x="79185" y="35002"/>
                  <a:pt x="82500" y="35002"/>
                </a:cubicBezTo>
                <a:cubicBezTo>
                  <a:pt x="85815" y="35002"/>
                  <a:pt x="88995" y="33686"/>
                  <a:pt x="91339" y="31342"/>
                </a:cubicBezTo>
                <a:cubicBezTo>
                  <a:pt x="93683" y="28998"/>
                  <a:pt x="95001" y="25818"/>
                  <a:pt x="95001" y="22503"/>
                </a:cubicBezTo>
                <a:cubicBezTo>
                  <a:pt x="95001" y="19190"/>
                  <a:pt x="93683" y="16010"/>
                  <a:pt x="91339" y="13667"/>
                </a:cubicBezTo>
                <a:cubicBezTo>
                  <a:pt x="88995" y="11322"/>
                  <a:pt x="85815" y="10006"/>
                  <a:pt x="82500" y="10006"/>
                </a:cubicBezTo>
                <a:close/>
                <a:moveTo>
                  <a:pt x="50000" y="94994"/>
                </a:moveTo>
                <a:cubicBezTo>
                  <a:pt x="37595" y="94994"/>
                  <a:pt x="27500" y="84900"/>
                  <a:pt x="27500" y="72497"/>
                </a:cubicBezTo>
                <a:lnTo>
                  <a:pt x="27500" y="48750"/>
                </a:lnTo>
                <a:cubicBezTo>
                  <a:pt x="27500" y="43925"/>
                  <a:pt x="31425" y="40002"/>
                  <a:pt x="36250" y="40002"/>
                </a:cubicBezTo>
                <a:lnTo>
                  <a:pt x="63750" y="40002"/>
                </a:lnTo>
                <a:cubicBezTo>
                  <a:pt x="68575" y="40002"/>
                  <a:pt x="72500" y="43925"/>
                  <a:pt x="72500" y="48750"/>
                </a:cubicBezTo>
                <a:lnTo>
                  <a:pt x="72500" y="72497"/>
                </a:lnTo>
                <a:cubicBezTo>
                  <a:pt x="72500" y="84900"/>
                  <a:pt x="62405" y="94994"/>
                  <a:pt x="50000" y="94994"/>
                </a:cubicBezTo>
                <a:close/>
                <a:moveTo>
                  <a:pt x="22500" y="72497"/>
                </a:moveTo>
                <a:lnTo>
                  <a:pt x="22500" y="48750"/>
                </a:lnTo>
                <a:cubicBezTo>
                  <a:pt x="22500" y="45431"/>
                  <a:pt x="23685" y="42381"/>
                  <a:pt x="25653" y="40002"/>
                </a:cubicBezTo>
                <a:lnTo>
                  <a:pt x="8750" y="40002"/>
                </a:lnTo>
                <a:cubicBezTo>
                  <a:pt x="3925" y="40002"/>
                  <a:pt x="0" y="43925"/>
                  <a:pt x="0" y="48750"/>
                </a:cubicBezTo>
                <a:lnTo>
                  <a:pt x="0" y="64998"/>
                </a:lnTo>
                <a:cubicBezTo>
                  <a:pt x="0" y="76021"/>
                  <a:pt x="8975" y="84996"/>
                  <a:pt x="20000" y="84996"/>
                </a:cubicBezTo>
                <a:cubicBezTo>
                  <a:pt x="21775" y="84996"/>
                  <a:pt x="23500" y="84770"/>
                  <a:pt x="25150" y="84320"/>
                </a:cubicBezTo>
                <a:cubicBezTo>
                  <a:pt x="25150" y="84320"/>
                  <a:pt x="25177" y="84308"/>
                  <a:pt x="25200" y="84300"/>
                </a:cubicBezTo>
                <a:cubicBezTo>
                  <a:pt x="23487" y="80718"/>
                  <a:pt x="22500" y="76724"/>
                  <a:pt x="22500" y="72497"/>
                </a:cubicBezTo>
                <a:close/>
                <a:moveTo>
                  <a:pt x="77500" y="72497"/>
                </a:moveTo>
                <a:lnTo>
                  <a:pt x="77500" y="48750"/>
                </a:lnTo>
                <a:cubicBezTo>
                  <a:pt x="77500" y="45431"/>
                  <a:pt x="76315" y="42381"/>
                  <a:pt x="74348" y="40002"/>
                </a:cubicBezTo>
                <a:lnTo>
                  <a:pt x="91250" y="40002"/>
                </a:lnTo>
                <a:cubicBezTo>
                  <a:pt x="96076" y="40002"/>
                  <a:pt x="100000" y="43925"/>
                  <a:pt x="100000" y="48750"/>
                </a:cubicBezTo>
                <a:lnTo>
                  <a:pt x="100000" y="64998"/>
                </a:lnTo>
                <a:cubicBezTo>
                  <a:pt x="100000" y="76021"/>
                  <a:pt x="91025" y="84996"/>
                  <a:pt x="80000" y="84996"/>
                </a:cubicBezTo>
                <a:cubicBezTo>
                  <a:pt x="78225" y="84996"/>
                  <a:pt x="76500" y="84770"/>
                  <a:pt x="74850" y="84320"/>
                </a:cubicBezTo>
                <a:cubicBezTo>
                  <a:pt x="74850" y="84320"/>
                  <a:pt x="74823" y="84308"/>
                  <a:pt x="74800" y="84300"/>
                </a:cubicBezTo>
                <a:cubicBezTo>
                  <a:pt x="76513" y="80718"/>
                  <a:pt x="77500" y="76724"/>
                  <a:pt x="77500" y="7249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4" name="Белый — SVG 17">
            <a:extLst>
              <a:ext uri="{FF2B5EF4-FFF2-40B4-BE49-F238E27FC236}">
                <a16:creationId xmlns:a16="http://schemas.microsoft.com/office/drawing/2014/main" id="{34B4708B-ED35-CE47-8154-4FB52206C81B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28356 w 155956"/>
              <a:gd name="csY0" fmla="*/ 53160 h 141758"/>
              <a:gd name="csX1" fmla="*/ 15824 w 155956"/>
              <a:gd name="csY1" fmla="*/ 58350 h 141758"/>
              <a:gd name="csX2" fmla="*/ 10633 w 155956"/>
              <a:gd name="csY2" fmla="*/ 70880 h 141758"/>
              <a:gd name="csX3" fmla="*/ 15824 w 155956"/>
              <a:gd name="csY3" fmla="*/ 83409 h 141758"/>
              <a:gd name="csX4" fmla="*/ 28356 w 155956"/>
              <a:gd name="csY4" fmla="*/ 88599 h 141758"/>
              <a:gd name="csX5" fmla="*/ 40887 w 155956"/>
              <a:gd name="csY5" fmla="*/ 83409 h 141758"/>
              <a:gd name="csX6" fmla="*/ 46077 w 155956"/>
              <a:gd name="csY6" fmla="*/ 70880 h 141758"/>
              <a:gd name="csX7" fmla="*/ 40887 w 155956"/>
              <a:gd name="csY7" fmla="*/ 58350 h 141758"/>
              <a:gd name="csX8" fmla="*/ 28356 w 155956"/>
              <a:gd name="csY8" fmla="*/ 53160 h 141758"/>
              <a:gd name="csX9" fmla="*/ 77978 w 155956"/>
              <a:gd name="csY9" fmla="*/ 53160 h 141758"/>
              <a:gd name="csX10" fmla="*/ 69840 w 155956"/>
              <a:gd name="csY10" fmla="*/ 54779 h 141758"/>
              <a:gd name="csX11" fmla="*/ 62939 w 155956"/>
              <a:gd name="csY11" fmla="*/ 59387 h 141758"/>
              <a:gd name="csX12" fmla="*/ 58330 w 155956"/>
              <a:gd name="csY12" fmla="*/ 66285 h 141758"/>
              <a:gd name="csX13" fmla="*/ 56711 w 155956"/>
              <a:gd name="csY13" fmla="*/ 74424 h 141758"/>
              <a:gd name="csX14" fmla="*/ 58330 w 155956"/>
              <a:gd name="csY14" fmla="*/ 82562 h 141758"/>
              <a:gd name="csX15" fmla="*/ 62939 w 155956"/>
              <a:gd name="csY15" fmla="*/ 89460 h 141758"/>
              <a:gd name="csX16" fmla="*/ 69840 w 155956"/>
              <a:gd name="csY16" fmla="*/ 94068 h 141758"/>
              <a:gd name="csX17" fmla="*/ 77978 w 155956"/>
              <a:gd name="csY17" fmla="*/ 95687 h 141758"/>
              <a:gd name="csX18" fmla="*/ 86117 w 155956"/>
              <a:gd name="csY18" fmla="*/ 94068 h 141758"/>
              <a:gd name="csX19" fmla="*/ 93016 w 155956"/>
              <a:gd name="csY19" fmla="*/ 89460 h 141758"/>
              <a:gd name="csX20" fmla="*/ 97626 w 155956"/>
              <a:gd name="csY20" fmla="*/ 82562 h 141758"/>
              <a:gd name="csX21" fmla="*/ 99244 w 155956"/>
              <a:gd name="csY21" fmla="*/ 74424 h 141758"/>
              <a:gd name="csX22" fmla="*/ 97626 w 155956"/>
              <a:gd name="csY22" fmla="*/ 66285 h 141758"/>
              <a:gd name="csX23" fmla="*/ 93016 w 155956"/>
              <a:gd name="csY23" fmla="*/ 59387 h 141758"/>
              <a:gd name="csX24" fmla="*/ 86117 w 155956"/>
              <a:gd name="csY24" fmla="*/ 54779 h 141758"/>
              <a:gd name="csX25" fmla="*/ 77978 w 155956"/>
              <a:gd name="csY25" fmla="*/ 53160 h 141758"/>
              <a:gd name="csX26" fmla="*/ 51324 w 155956"/>
              <a:gd name="csY26" fmla="*/ 100614 h 141758"/>
              <a:gd name="csX27" fmla="*/ 46077 w 155956"/>
              <a:gd name="csY27" fmla="*/ 99231 h 141758"/>
              <a:gd name="csX28" fmla="*/ 10633 w 155956"/>
              <a:gd name="csY28" fmla="*/ 99231 h 141758"/>
              <a:gd name="csX29" fmla="*/ 0 w 155956"/>
              <a:gd name="csY29" fmla="*/ 109863 h 141758"/>
              <a:gd name="csX30" fmla="*/ 0 w 155956"/>
              <a:gd name="csY30" fmla="*/ 111989 h 141758"/>
              <a:gd name="csX31" fmla="*/ 28356 w 155956"/>
              <a:gd name="csY31" fmla="*/ 131127 h 141758"/>
              <a:gd name="csX32" fmla="*/ 40761 w 155956"/>
              <a:gd name="csY32" fmla="*/ 129249 h 141758"/>
              <a:gd name="csX33" fmla="*/ 38990 w 155956"/>
              <a:gd name="csY33" fmla="*/ 120495 h 141758"/>
              <a:gd name="csX34" fmla="*/ 38990 w 155956"/>
              <a:gd name="csY34" fmla="*/ 118724 h 141758"/>
              <a:gd name="csX35" fmla="*/ 51324 w 155956"/>
              <a:gd name="csY35" fmla="*/ 100614 h 141758"/>
              <a:gd name="csX36" fmla="*/ 127601 w 155956"/>
              <a:gd name="csY36" fmla="*/ 53160 h 141758"/>
              <a:gd name="csX37" fmla="*/ 115068 w 155956"/>
              <a:gd name="csY37" fmla="*/ 58350 h 141758"/>
              <a:gd name="csX38" fmla="*/ 109878 w 155956"/>
              <a:gd name="csY38" fmla="*/ 70880 h 141758"/>
              <a:gd name="csX39" fmla="*/ 115068 w 155956"/>
              <a:gd name="csY39" fmla="*/ 83409 h 141758"/>
              <a:gd name="csX40" fmla="*/ 127601 w 155956"/>
              <a:gd name="csY40" fmla="*/ 88599 h 141758"/>
              <a:gd name="csX41" fmla="*/ 140133 w 155956"/>
              <a:gd name="csY41" fmla="*/ 83409 h 141758"/>
              <a:gd name="csX42" fmla="*/ 145323 w 155956"/>
              <a:gd name="csY42" fmla="*/ 70880 h 141758"/>
              <a:gd name="csX43" fmla="*/ 140133 w 155956"/>
              <a:gd name="csY43" fmla="*/ 58350 h 141758"/>
              <a:gd name="csX44" fmla="*/ 127601 w 155956"/>
              <a:gd name="csY44" fmla="*/ 53160 h 141758"/>
              <a:gd name="csX45" fmla="*/ 145323 w 155956"/>
              <a:gd name="csY45" fmla="*/ 99231 h 141758"/>
              <a:gd name="csX46" fmla="*/ 109878 w 155956"/>
              <a:gd name="csY46" fmla="*/ 99231 h 141758"/>
              <a:gd name="csX47" fmla="*/ 104632 w 155956"/>
              <a:gd name="csY47" fmla="*/ 100614 h 141758"/>
              <a:gd name="csX48" fmla="*/ 116967 w 155956"/>
              <a:gd name="csY48" fmla="*/ 118724 h 141758"/>
              <a:gd name="csX49" fmla="*/ 116967 w 155956"/>
              <a:gd name="csY49" fmla="*/ 120495 h 141758"/>
              <a:gd name="csX50" fmla="*/ 115194 w 155956"/>
              <a:gd name="csY50" fmla="*/ 129249 h 141758"/>
              <a:gd name="csX51" fmla="*/ 127601 w 155956"/>
              <a:gd name="csY51" fmla="*/ 131127 h 141758"/>
              <a:gd name="csX52" fmla="*/ 155957 w 155956"/>
              <a:gd name="csY52" fmla="*/ 111989 h 141758"/>
              <a:gd name="csX53" fmla="*/ 155957 w 155956"/>
              <a:gd name="csY53" fmla="*/ 109863 h 141758"/>
              <a:gd name="csX54" fmla="*/ 145323 w 155956"/>
              <a:gd name="csY54" fmla="*/ 99231 h 141758"/>
              <a:gd name="csX55" fmla="*/ 104561 w 155956"/>
              <a:gd name="csY55" fmla="*/ 53160 h 141758"/>
              <a:gd name="csX56" fmla="*/ 100801 w 155956"/>
              <a:gd name="csY56" fmla="*/ 51603 h 141758"/>
              <a:gd name="csX57" fmla="*/ 91728 w 155956"/>
              <a:gd name="csY57" fmla="*/ 42528 h 141758"/>
              <a:gd name="csX58" fmla="*/ 79750 w 155956"/>
              <a:gd name="csY58" fmla="*/ 42528 h 141758"/>
              <a:gd name="csX59" fmla="*/ 67344 w 155956"/>
              <a:gd name="csY59" fmla="*/ 30123 h 141758"/>
              <a:gd name="csX60" fmla="*/ 67344 w 155956"/>
              <a:gd name="csY60" fmla="*/ 12404 h 141758"/>
              <a:gd name="csX61" fmla="*/ 79750 w 155956"/>
              <a:gd name="csY61" fmla="*/ 0 h 141758"/>
              <a:gd name="csX62" fmla="*/ 129373 w 155956"/>
              <a:gd name="csY62" fmla="*/ 0 h 141758"/>
              <a:gd name="csX63" fmla="*/ 141778 w 155956"/>
              <a:gd name="csY63" fmla="*/ 12404 h 141758"/>
              <a:gd name="csX64" fmla="*/ 141778 w 155956"/>
              <a:gd name="csY64" fmla="*/ 30123 h 141758"/>
              <a:gd name="csX65" fmla="*/ 129373 w 155956"/>
              <a:gd name="csY65" fmla="*/ 42528 h 141758"/>
              <a:gd name="csX66" fmla="*/ 117396 w 155956"/>
              <a:gd name="csY66" fmla="*/ 42528 h 141758"/>
              <a:gd name="csX67" fmla="*/ 108319 w 155956"/>
              <a:gd name="csY67" fmla="*/ 51603 h 141758"/>
              <a:gd name="csX68" fmla="*/ 104561 w 155956"/>
              <a:gd name="csY68" fmla="*/ 53160 h 141758"/>
              <a:gd name="csX69" fmla="*/ 77978 w 155956"/>
              <a:gd name="csY69" fmla="*/ 141759 h 141758"/>
              <a:gd name="csX70" fmla="*/ 46077 w 155956"/>
              <a:gd name="csY70" fmla="*/ 120495 h 141758"/>
              <a:gd name="csX71" fmla="*/ 46077 w 155956"/>
              <a:gd name="csY71" fmla="*/ 118724 h 141758"/>
              <a:gd name="csX72" fmla="*/ 58484 w 155956"/>
              <a:gd name="csY72" fmla="*/ 106319 h 141758"/>
              <a:gd name="csX73" fmla="*/ 97473 w 155956"/>
              <a:gd name="csY73" fmla="*/ 106319 h 141758"/>
              <a:gd name="csX74" fmla="*/ 109878 w 155956"/>
              <a:gd name="csY74" fmla="*/ 118724 h 141758"/>
              <a:gd name="csX75" fmla="*/ 109878 w 155956"/>
              <a:gd name="csY75" fmla="*/ 120495 h 141758"/>
              <a:gd name="csX76" fmla="*/ 77978 w 155956"/>
              <a:gd name="csY76" fmla="*/ 141759 h 141758"/>
            </a:gdLst>
            <a:ahLst/>
            <a:cxnLst/>
            <a:rect l="l" t="t" r="r" b="b"/>
            <a:pathLst>
              <a:path w="100000" h="100000">
                <a:moveTo>
                  <a:pt x="18182" y="38638"/>
                </a:moveTo>
                <a:cubicBezTo>
                  <a:pt x="15168" y="38638"/>
                  <a:pt x="12277" y="39835"/>
                  <a:pt x="10146" y="41966"/>
                </a:cubicBezTo>
                <a:cubicBezTo>
                  <a:pt x="8015" y="44096"/>
                  <a:pt x="6818" y="46987"/>
                  <a:pt x="6818" y="50001"/>
                </a:cubicBezTo>
                <a:cubicBezTo>
                  <a:pt x="6818" y="53014"/>
                  <a:pt x="8015" y="55904"/>
                  <a:pt x="10146" y="58034"/>
                </a:cubicBezTo>
                <a:cubicBezTo>
                  <a:pt x="12277" y="60166"/>
                  <a:pt x="15168" y="61362"/>
                  <a:pt x="18182" y="61362"/>
                </a:cubicBezTo>
                <a:cubicBezTo>
                  <a:pt x="21195" y="61362"/>
                  <a:pt x="24086" y="60166"/>
                  <a:pt x="26217" y="58034"/>
                </a:cubicBezTo>
                <a:cubicBezTo>
                  <a:pt x="28348" y="55904"/>
                  <a:pt x="29545" y="53014"/>
                  <a:pt x="29545" y="50001"/>
                </a:cubicBezTo>
                <a:cubicBezTo>
                  <a:pt x="29545" y="46987"/>
                  <a:pt x="28348" y="44096"/>
                  <a:pt x="26217" y="41966"/>
                </a:cubicBezTo>
                <a:cubicBezTo>
                  <a:pt x="24086" y="39835"/>
                  <a:pt x="21195" y="38638"/>
                  <a:pt x="18182" y="38638"/>
                </a:cubicBezTo>
                <a:close/>
                <a:moveTo>
                  <a:pt x="50000" y="38638"/>
                </a:moveTo>
                <a:cubicBezTo>
                  <a:pt x="48210" y="38638"/>
                  <a:pt x="46436" y="38990"/>
                  <a:pt x="44782" y="39677"/>
                </a:cubicBezTo>
                <a:cubicBezTo>
                  <a:pt x="43127" y="40361"/>
                  <a:pt x="41624" y="41365"/>
                  <a:pt x="40357" y="42631"/>
                </a:cubicBezTo>
                <a:cubicBezTo>
                  <a:pt x="39092" y="43898"/>
                  <a:pt x="38087" y="45401"/>
                  <a:pt x="37402" y="47054"/>
                </a:cubicBezTo>
                <a:cubicBezTo>
                  <a:pt x="36717" y="48709"/>
                  <a:pt x="36363" y="50482"/>
                  <a:pt x="36363" y="52273"/>
                </a:cubicBezTo>
                <a:cubicBezTo>
                  <a:pt x="36363" y="54064"/>
                  <a:pt x="36717" y="55836"/>
                  <a:pt x="37402" y="57491"/>
                </a:cubicBezTo>
                <a:cubicBezTo>
                  <a:pt x="38087" y="59145"/>
                  <a:pt x="39092" y="60648"/>
                  <a:pt x="40357" y="61914"/>
                </a:cubicBezTo>
                <a:cubicBezTo>
                  <a:pt x="41624" y="63181"/>
                  <a:pt x="43127" y="64184"/>
                  <a:pt x="44782" y="64869"/>
                </a:cubicBezTo>
                <a:cubicBezTo>
                  <a:pt x="46436" y="65555"/>
                  <a:pt x="48210" y="65907"/>
                  <a:pt x="50000" y="65907"/>
                </a:cubicBezTo>
                <a:cubicBezTo>
                  <a:pt x="51791" y="65907"/>
                  <a:pt x="53564" y="65555"/>
                  <a:pt x="55219" y="64869"/>
                </a:cubicBezTo>
                <a:cubicBezTo>
                  <a:pt x="56872" y="64184"/>
                  <a:pt x="58375" y="63181"/>
                  <a:pt x="59642" y="61914"/>
                </a:cubicBezTo>
                <a:cubicBezTo>
                  <a:pt x="60909" y="60648"/>
                  <a:pt x="61914" y="59145"/>
                  <a:pt x="62598" y="57491"/>
                </a:cubicBezTo>
                <a:cubicBezTo>
                  <a:pt x="63284" y="55836"/>
                  <a:pt x="63636" y="54064"/>
                  <a:pt x="63636" y="52273"/>
                </a:cubicBezTo>
                <a:cubicBezTo>
                  <a:pt x="63636" y="50482"/>
                  <a:pt x="63284" y="48709"/>
                  <a:pt x="62598" y="47054"/>
                </a:cubicBezTo>
                <a:cubicBezTo>
                  <a:pt x="61914" y="45401"/>
                  <a:pt x="60909" y="43898"/>
                  <a:pt x="59642" y="42631"/>
                </a:cubicBezTo>
                <a:cubicBezTo>
                  <a:pt x="58375" y="41365"/>
                  <a:pt x="56872" y="40361"/>
                  <a:pt x="55219" y="39677"/>
                </a:cubicBezTo>
                <a:cubicBezTo>
                  <a:pt x="53564" y="38990"/>
                  <a:pt x="51791" y="38638"/>
                  <a:pt x="50000" y="38638"/>
                </a:cubicBezTo>
                <a:close/>
                <a:moveTo>
                  <a:pt x="32909" y="69066"/>
                </a:moveTo>
                <a:cubicBezTo>
                  <a:pt x="31909" y="68498"/>
                  <a:pt x="30750" y="68179"/>
                  <a:pt x="29545" y="68179"/>
                </a:cubicBezTo>
                <a:lnTo>
                  <a:pt x="6818" y="68179"/>
                </a:lnTo>
                <a:cubicBezTo>
                  <a:pt x="3068" y="68179"/>
                  <a:pt x="0" y="71248"/>
                  <a:pt x="0" y="74997"/>
                </a:cubicBezTo>
                <a:lnTo>
                  <a:pt x="0" y="76360"/>
                </a:lnTo>
                <a:cubicBezTo>
                  <a:pt x="0" y="83246"/>
                  <a:pt x="7978" y="88631"/>
                  <a:pt x="18182" y="88631"/>
                </a:cubicBezTo>
                <a:cubicBezTo>
                  <a:pt x="21046" y="88631"/>
                  <a:pt x="23750" y="88199"/>
                  <a:pt x="26136" y="87427"/>
                </a:cubicBezTo>
                <a:cubicBezTo>
                  <a:pt x="25387" y="85677"/>
                  <a:pt x="25001" y="83792"/>
                  <a:pt x="25001" y="81814"/>
                </a:cubicBezTo>
                <a:lnTo>
                  <a:pt x="25001" y="80679"/>
                </a:lnTo>
                <a:cubicBezTo>
                  <a:pt x="25001" y="75406"/>
                  <a:pt x="28295" y="70883"/>
                  <a:pt x="32909" y="69066"/>
                </a:cubicBezTo>
                <a:close/>
                <a:moveTo>
                  <a:pt x="81819" y="38638"/>
                </a:moveTo>
                <a:cubicBezTo>
                  <a:pt x="78804" y="38638"/>
                  <a:pt x="75914" y="39835"/>
                  <a:pt x="73782" y="41966"/>
                </a:cubicBezTo>
                <a:cubicBezTo>
                  <a:pt x="71652" y="44096"/>
                  <a:pt x="70454" y="46987"/>
                  <a:pt x="70454" y="50001"/>
                </a:cubicBezTo>
                <a:cubicBezTo>
                  <a:pt x="70454" y="53014"/>
                  <a:pt x="71652" y="55904"/>
                  <a:pt x="73782" y="58034"/>
                </a:cubicBezTo>
                <a:cubicBezTo>
                  <a:pt x="75914" y="60166"/>
                  <a:pt x="78804" y="61362"/>
                  <a:pt x="81819" y="61362"/>
                </a:cubicBezTo>
                <a:cubicBezTo>
                  <a:pt x="84832" y="61362"/>
                  <a:pt x="87722" y="60166"/>
                  <a:pt x="89854" y="58034"/>
                </a:cubicBezTo>
                <a:cubicBezTo>
                  <a:pt x="91984" y="55904"/>
                  <a:pt x="93182" y="53014"/>
                  <a:pt x="93182" y="50001"/>
                </a:cubicBezTo>
                <a:cubicBezTo>
                  <a:pt x="93182" y="46987"/>
                  <a:pt x="91984" y="44096"/>
                  <a:pt x="89854" y="41966"/>
                </a:cubicBezTo>
                <a:cubicBezTo>
                  <a:pt x="87722" y="39835"/>
                  <a:pt x="84832" y="38638"/>
                  <a:pt x="81819" y="38638"/>
                </a:cubicBezTo>
                <a:close/>
                <a:moveTo>
                  <a:pt x="93182" y="68179"/>
                </a:moveTo>
                <a:lnTo>
                  <a:pt x="70454" y="68179"/>
                </a:lnTo>
                <a:cubicBezTo>
                  <a:pt x="69250" y="68179"/>
                  <a:pt x="68092" y="68498"/>
                  <a:pt x="67091" y="69066"/>
                </a:cubicBezTo>
                <a:cubicBezTo>
                  <a:pt x="71704" y="70883"/>
                  <a:pt x="75000" y="75406"/>
                  <a:pt x="75000" y="80679"/>
                </a:cubicBezTo>
                <a:lnTo>
                  <a:pt x="75000" y="81814"/>
                </a:lnTo>
                <a:cubicBezTo>
                  <a:pt x="75000" y="83792"/>
                  <a:pt x="74614" y="85677"/>
                  <a:pt x="73863" y="87427"/>
                </a:cubicBezTo>
                <a:cubicBezTo>
                  <a:pt x="76250" y="88199"/>
                  <a:pt x="78955" y="88631"/>
                  <a:pt x="81819" y="88631"/>
                </a:cubicBezTo>
                <a:cubicBezTo>
                  <a:pt x="92023" y="88631"/>
                  <a:pt x="100001" y="83246"/>
                  <a:pt x="100001" y="76360"/>
                </a:cubicBezTo>
                <a:lnTo>
                  <a:pt x="100001" y="74997"/>
                </a:lnTo>
                <a:cubicBezTo>
                  <a:pt x="100001" y="71248"/>
                  <a:pt x="96932" y="68179"/>
                  <a:pt x="93182" y="68179"/>
                </a:cubicBezTo>
                <a:close/>
                <a:moveTo>
                  <a:pt x="67045" y="38638"/>
                </a:moveTo>
                <a:cubicBezTo>
                  <a:pt x="66173" y="38638"/>
                  <a:pt x="65300" y="38307"/>
                  <a:pt x="64634" y="37640"/>
                </a:cubicBezTo>
                <a:lnTo>
                  <a:pt x="58817" y="31821"/>
                </a:lnTo>
                <a:lnTo>
                  <a:pt x="51136" y="31821"/>
                </a:lnTo>
                <a:cubicBezTo>
                  <a:pt x="46750" y="31821"/>
                  <a:pt x="43181" y="28253"/>
                  <a:pt x="43181" y="23867"/>
                </a:cubicBezTo>
                <a:lnTo>
                  <a:pt x="43181" y="12505"/>
                </a:lnTo>
                <a:cubicBezTo>
                  <a:pt x="43181" y="8120"/>
                  <a:pt x="46750" y="4552"/>
                  <a:pt x="51136" y="4552"/>
                </a:cubicBezTo>
                <a:lnTo>
                  <a:pt x="82955" y="4552"/>
                </a:lnTo>
                <a:cubicBezTo>
                  <a:pt x="87341" y="4552"/>
                  <a:pt x="90909" y="8120"/>
                  <a:pt x="90909" y="12505"/>
                </a:cubicBezTo>
                <a:lnTo>
                  <a:pt x="90909" y="23867"/>
                </a:lnTo>
                <a:cubicBezTo>
                  <a:pt x="90909" y="28253"/>
                  <a:pt x="87341" y="31821"/>
                  <a:pt x="82955" y="31821"/>
                </a:cubicBezTo>
                <a:lnTo>
                  <a:pt x="75275" y="31821"/>
                </a:lnTo>
                <a:lnTo>
                  <a:pt x="69455" y="37640"/>
                </a:lnTo>
                <a:cubicBezTo>
                  <a:pt x="68791" y="38307"/>
                  <a:pt x="67918" y="38638"/>
                  <a:pt x="67045" y="38638"/>
                </a:cubicBezTo>
                <a:close/>
                <a:moveTo>
                  <a:pt x="50000" y="95449"/>
                </a:moveTo>
                <a:cubicBezTo>
                  <a:pt x="38530" y="95449"/>
                  <a:pt x="29545" y="89459"/>
                  <a:pt x="29545" y="81814"/>
                </a:cubicBezTo>
                <a:lnTo>
                  <a:pt x="29545" y="80679"/>
                </a:lnTo>
                <a:cubicBezTo>
                  <a:pt x="29545" y="76293"/>
                  <a:pt x="33114" y="72724"/>
                  <a:pt x="37500" y="72724"/>
                </a:cubicBezTo>
                <a:lnTo>
                  <a:pt x="62500" y="72724"/>
                </a:lnTo>
                <a:cubicBezTo>
                  <a:pt x="66886" y="72724"/>
                  <a:pt x="70454" y="76293"/>
                  <a:pt x="70454" y="80679"/>
                </a:cubicBezTo>
                <a:lnTo>
                  <a:pt x="70454" y="81814"/>
                </a:lnTo>
                <a:cubicBezTo>
                  <a:pt x="70454" y="89459"/>
                  <a:pt x="61471" y="95449"/>
                  <a:pt x="50000" y="9544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5" name="Белый — SVG 18">
            <a:extLst>
              <a:ext uri="{FF2B5EF4-FFF2-40B4-BE49-F238E27FC236}">
                <a16:creationId xmlns:a16="http://schemas.microsoft.com/office/drawing/2014/main" id="{9FEBB400-978A-4846-B98D-BB5491D47CDA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21267 w 134766"/>
              <a:gd name="csY0" fmla="*/ 0 h 134748"/>
              <a:gd name="csX1" fmla="*/ 8861 w 134766"/>
              <a:gd name="csY1" fmla="*/ 12404 h 134748"/>
              <a:gd name="csX2" fmla="*/ 21267 w 134766"/>
              <a:gd name="csY2" fmla="*/ 24807 h 134748"/>
              <a:gd name="csX3" fmla="*/ 33673 w 134766"/>
              <a:gd name="csY3" fmla="*/ 12404 h 134748"/>
              <a:gd name="csX4" fmla="*/ 21267 w 134766"/>
              <a:gd name="csY4" fmla="*/ 0 h 134748"/>
              <a:gd name="csX5" fmla="*/ 113423 w 134766"/>
              <a:gd name="csY5" fmla="*/ 0 h 134748"/>
              <a:gd name="csX6" fmla="*/ 101017 w 134766"/>
              <a:gd name="csY6" fmla="*/ 12404 h 134748"/>
              <a:gd name="csX7" fmla="*/ 113423 w 134766"/>
              <a:gd name="csY7" fmla="*/ 24807 h 134748"/>
              <a:gd name="csX8" fmla="*/ 125828 w 134766"/>
              <a:gd name="csY8" fmla="*/ 12404 h 134748"/>
              <a:gd name="csX9" fmla="*/ 113423 w 134766"/>
              <a:gd name="csY9" fmla="*/ 0 h 134748"/>
              <a:gd name="csX10" fmla="*/ 67344 w 134766"/>
              <a:gd name="csY10" fmla="*/ 21264 h 134748"/>
              <a:gd name="csX11" fmla="*/ 21267 w 134766"/>
              <a:gd name="csY11" fmla="*/ 67335 h 134748"/>
              <a:gd name="csX12" fmla="*/ 67344 w 134766"/>
              <a:gd name="csY12" fmla="*/ 113408 h 134748"/>
              <a:gd name="csX13" fmla="*/ 95908 w 134766"/>
              <a:gd name="csY13" fmla="*/ 103412 h 134748"/>
              <a:gd name="csX14" fmla="*/ 125613 w 134766"/>
              <a:gd name="csY14" fmla="*/ 133114 h 134748"/>
              <a:gd name="csX15" fmla="*/ 127340 w 134766"/>
              <a:gd name="csY15" fmla="*/ 134311 h 134748"/>
              <a:gd name="csX16" fmla="*/ 129395 w 134766"/>
              <a:gd name="csY16" fmla="*/ 134748 h 134748"/>
              <a:gd name="csX17" fmla="*/ 131459 w 134766"/>
              <a:gd name="csY17" fmla="*/ 134354 h 134748"/>
              <a:gd name="csX18" fmla="*/ 133210 w 134766"/>
              <a:gd name="csY18" fmla="*/ 133192 h 134748"/>
              <a:gd name="csX19" fmla="*/ 134372 w 134766"/>
              <a:gd name="csY19" fmla="*/ 131441 h 134748"/>
              <a:gd name="csX20" fmla="*/ 134767 w 134766"/>
              <a:gd name="csY20" fmla="*/ 129378 h 134748"/>
              <a:gd name="csX21" fmla="*/ 134329 w 134766"/>
              <a:gd name="csY21" fmla="*/ 127323 h 134748"/>
              <a:gd name="csX22" fmla="*/ 133132 w 134766"/>
              <a:gd name="csY22" fmla="*/ 125596 h 134748"/>
              <a:gd name="csX23" fmla="*/ 103426 w 134766"/>
              <a:gd name="csY23" fmla="*/ 95895 h 134748"/>
              <a:gd name="csX24" fmla="*/ 113423 w 134766"/>
              <a:gd name="csY24" fmla="*/ 67335 h 134748"/>
              <a:gd name="csX25" fmla="*/ 67344 w 134766"/>
              <a:gd name="csY25" fmla="*/ 21264 h 134748"/>
              <a:gd name="csX26" fmla="*/ 5317 w 134766"/>
              <a:gd name="csY26" fmla="*/ 31896 h 134748"/>
              <a:gd name="csX27" fmla="*/ 0 w 134766"/>
              <a:gd name="csY27" fmla="*/ 37212 h 134748"/>
              <a:gd name="csX28" fmla="*/ 0 w 134766"/>
              <a:gd name="csY28" fmla="*/ 42950 h 134748"/>
              <a:gd name="csX29" fmla="*/ 15348 w 134766"/>
              <a:gd name="csY29" fmla="*/ 56101 h 134748"/>
              <a:gd name="csX30" fmla="*/ 27754 w 134766"/>
              <a:gd name="csY30" fmla="*/ 31896 h 134748"/>
              <a:gd name="csX31" fmla="*/ 5317 w 134766"/>
              <a:gd name="csY31" fmla="*/ 31896 h 134748"/>
              <a:gd name="csX32" fmla="*/ 106936 w 134766"/>
              <a:gd name="csY32" fmla="*/ 31896 h 134748"/>
              <a:gd name="csX33" fmla="*/ 119342 w 134766"/>
              <a:gd name="csY33" fmla="*/ 56101 h 134748"/>
              <a:gd name="csX34" fmla="*/ 134690 w 134766"/>
              <a:gd name="csY34" fmla="*/ 42950 h 134748"/>
              <a:gd name="csX35" fmla="*/ 134690 w 134766"/>
              <a:gd name="csY35" fmla="*/ 37212 h 134748"/>
              <a:gd name="csX36" fmla="*/ 129373 w 134766"/>
              <a:gd name="csY36" fmla="*/ 31896 h 134748"/>
              <a:gd name="csX37" fmla="*/ 106936 w 134766"/>
              <a:gd name="csY37" fmla="*/ 31896 h 134748"/>
              <a:gd name="csX38" fmla="*/ 67344 w 134766"/>
              <a:gd name="csY38" fmla="*/ 38984 h 134748"/>
              <a:gd name="csX39" fmla="*/ 79750 w 134766"/>
              <a:gd name="csY39" fmla="*/ 51387 h 134748"/>
              <a:gd name="csX40" fmla="*/ 67344 w 134766"/>
              <a:gd name="csY40" fmla="*/ 63792 h 134748"/>
              <a:gd name="csX41" fmla="*/ 54940 w 134766"/>
              <a:gd name="csY41" fmla="*/ 51387 h 134748"/>
              <a:gd name="csX42" fmla="*/ 67344 w 134766"/>
              <a:gd name="csY42" fmla="*/ 38984 h 134748"/>
              <a:gd name="csX43" fmla="*/ 51394 w 134766"/>
              <a:gd name="csY43" fmla="*/ 70880 h 134748"/>
              <a:gd name="csX44" fmla="*/ 83294 w 134766"/>
              <a:gd name="csY44" fmla="*/ 70880 h 134748"/>
              <a:gd name="csX45" fmla="*/ 88611 w 134766"/>
              <a:gd name="csY45" fmla="*/ 76196 h 134748"/>
              <a:gd name="csX46" fmla="*/ 88611 w 134766"/>
              <a:gd name="csY46" fmla="*/ 81954 h 134748"/>
              <a:gd name="csX47" fmla="*/ 67344 w 134766"/>
              <a:gd name="csY47" fmla="*/ 95687 h 134748"/>
              <a:gd name="csX48" fmla="*/ 46077 w 134766"/>
              <a:gd name="csY48" fmla="*/ 81954 h 134748"/>
              <a:gd name="csX49" fmla="*/ 46077 w 134766"/>
              <a:gd name="csY49" fmla="*/ 76196 h 134748"/>
              <a:gd name="csX50" fmla="*/ 51394 w 134766"/>
              <a:gd name="csY50" fmla="*/ 70880 h 134748"/>
              <a:gd name="csX51" fmla="*/ 15562 w 134766"/>
              <a:gd name="csY51" fmla="*/ 79386 h 134748"/>
              <a:gd name="csX52" fmla="*/ 8861 w 134766"/>
              <a:gd name="csY52" fmla="*/ 90371 h 134748"/>
              <a:gd name="csX53" fmla="*/ 21267 w 134766"/>
              <a:gd name="csY53" fmla="*/ 102776 h 134748"/>
              <a:gd name="csX54" fmla="*/ 26687 w 134766"/>
              <a:gd name="csY54" fmla="*/ 101502 h 134748"/>
              <a:gd name="csX55" fmla="*/ 15562 w 134766"/>
              <a:gd name="csY55" fmla="*/ 79386 h 134748"/>
              <a:gd name="csX56" fmla="*/ 5317 w 134766"/>
              <a:gd name="csY56" fmla="*/ 109863 h 134748"/>
              <a:gd name="csX57" fmla="*/ 0 w 134766"/>
              <a:gd name="csY57" fmla="*/ 115179 h 134748"/>
              <a:gd name="csX58" fmla="*/ 0 w 134766"/>
              <a:gd name="csY58" fmla="*/ 120918 h 134748"/>
              <a:gd name="csX59" fmla="*/ 21267 w 134766"/>
              <a:gd name="csY59" fmla="*/ 134672 h 134748"/>
              <a:gd name="csX60" fmla="*/ 42534 w 134766"/>
              <a:gd name="csY60" fmla="*/ 120918 h 134748"/>
              <a:gd name="csX61" fmla="*/ 42534 w 134766"/>
              <a:gd name="csY61" fmla="*/ 115179 h 134748"/>
              <a:gd name="csX62" fmla="*/ 42430 w 134766"/>
              <a:gd name="csY62" fmla="*/ 114293 h 134748"/>
              <a:gd name="csX63" fmla="*/ 35480 w 134766"/>
              <a:gd name="csY63" fmla="*/ 109863 h 134748"/>
              <a:gd name="csX64" fmla="*/ 5317 w 134766"/>
              <a:gd name="csY64" fmla="*/ 109863 h 134748"/>
            </a:gdLst>
            <a:ahLst/>
            <a:cxnLst/>
            <a:rect l="l" t="t" r="r" b="b"/>
            <a:pathLst>
              <a:path w="100000" h="100000">
                <a:moveTo>
                  <a:pt x="15781" y="7"/>
                </a:moveTo>
                <a:cubicBezTo>
                  <a:pt x="10704" y="7"/>
                  <a:pt x="6575" y="4135"/>
                  <a:pt x="6575" y="9211"/>
                </a:cubicBezTo>
                <a:cubicBezTo>
                  <a:pt x="6575" y="14286"/>
                  <a:pt x="10704" y="18414"/>
                  <a:pt x="15781" y="18414"/>
                </a:cubicBezTo>
                <a:cubicBezTo>
                  <a:pt x="20857" y="18414"/>
                  <a:pt x="24986" y="14286"/>
                  <a:pt x="24986" y="9211"/>
                </a:cubicBezTo>
                <a:cubicBezTo>
                  <a:pt x="24986" y="4135"/>
                  <a:pt x="20857" y="7"/>
                  <a:pt x="15781" y="7"/>
                </a:cubicBezTo>
                <a:close/>
                <a:moveTo>
                  <a:pt x="84163" y="7"/>
                </a:moveTo>
                <a:cubicBezTo>
                  <a:pt x="79087" y="7"/>
                  <a:pt x="74957" y="4135"/>
                  <a:pt x="74957" y="9211"/>
                </a:cubicBezTo>
                <a:cubicBezTo>
                  <a:pt x="74957" y="14286"/>
                  <a:pt x="79087" y="18414"/>
                  <a:pt x="84163" y="18414"/>
                </a:cubicBezTo>
                <a:cubicBezTo>
                  <a:pt x="89238" y="18414"/>
                  <a:pt x="93368" y="14286"/>
                  <a:pt x="93368" y="9211"/>
                </a:cubicBezTo>
                <a:cubicBezTo>
                  <a:pt x="93368" y="4135"/>
                  <a:pt x="89238" y="7"/>
                  <a:pt x="84163" y="7"/>
                </a:cubicBezTo>
                <a:close/>
                <a:moveTo>
                  <a:pt x="49971" y="15785"/>
                </a:moveTo>
                <a:cubicBezTo>
                  <a:pt x="31119" y="15785"/>
                  <a:pt x="15781" y="31121"/>
                  <a:pt x="15781" y="49971"/>
                </a:cubicBezTo>
                <a:cubicBezTo>
                  <a:pt x="15781" y="68822"/>
                  <a:pt x="31119" y="84158"/>
                  <a:pt x="49971" y="84158"/>
                </a:cubicBezTo>
                <a:cubicBezTo>
                  <a:pt x="57979" y="84158"/>
                  <a:pt x="65333" y="81368"/>
                  <a:pt x="71166" y="76741"/>
                </a:cubicBezTo>
                <a:lnTo>
                  <a:pt x="93208" y="98781"/>
                </a:lnTo>
                <a:cubicBezTo>
                  <a:pt x="93572" y="99159"/>
                  <a:pt x="94007" y="99461"/>
                  <a:pt x="94490" y="99669"/>
                </a:cubicBezTo>
                <a:cubicBezTo>
                  <a:pt x="94971" y="99878"/>
                  <a:pt x="95490" y="99989"/>
                  <a:pt x="96015" y="99993"/>
                </a:cubicBezTo>
                <a:cubicBezTo>
                  <a:pt x="96540" y="99999"/>
                  <a:pt x="97060" y="99899"/>
                  <a:pt x="97546" y="99701"/>
                </a:cubicBezTo>
                <a:cubicBezTo>
                  <a:pt x="98032" y="99503"/>
                  <a:pt x="98474" y="99210"/>
                  <a:pt x="98845" y="98839"/>
                </a:cubicBezTo>
                <a:cubicBezTo>
                  <a:pt x="99216" y="98468"/>
                  <a:pt x="99510" y="98025"/>
                  <a:pt x="99708" y="97539"/>
                </a:cubicBezTo>
                <a:cubicBezTo>
                  <a:pt x="99906" y="97053"/>
                  <a:pt x="100005" y="96534"/>
                  <a:pt x="100001" y="96009"/>
                </a:cubicBezTo>
                <a:cubicBezTo>
                  <a:pt x="99996" y="95483"/>
                  <a:pt x="99884" y="94965"/>
                  <a:pt x="99676" y="94484"/>
                </a:cubicBezTo>
                <a:cubicBezTo>
                  <a:pt x="99468" y="94001"/>
                  <a:pt x="99166" y="93566"/>
                  <a:pt x="98788" y="93202"/>
                </a:cubicBezTo>
                <a:lnTo>
                  <a:pt x="76745" y="71163"/>
                </a:lnTo>
                <a:cubicBezTo>
                  <a:pt x="81373" y="65330"/>
                  <a:pt x="84163" y="57978"/>
                  <a:pt x="84163" y="49971"/>
                </a:cubicBezTo>
                <a:cubicBezTo>
                  <a:pt x="84163" y="31121"/>
                  <a:pt x="68824" y="15785"/>
                  <a:pt x="49971" y="15785"/>
                </a:cubicBezTo>
                <a:close/>
                <a:moveTo>
                  <a:pt x="3945" y="23674"/>
                </a:moveTo>
                <a:cubicBezTo>
                  <a:pt x="1762" y="23674"/>
                  <a:pt x="0" y="25437"/>
                  <a:pt x="0" y="27619"/>
                </a:cubicBezTo>
                <a:lnTo>
                  <a:pt x="0" y="31877"/>
                </a:lnTo>
                <a:cubicBezTo>
                  <a:pt x="0" y="36085"/>
                  <a:pt x="4814" y="40294"/>
                  <a:pt x="11389" y="41635"/>
                </a:cubicBezTo>
                <a:cubicBezTo>
                  <a:pt x="12862" y="34824"/>
                  <a:pt x="16096" y="28697"/>
                  <a:pt x="20594" y="23674"/>
                </a:cubicBezTo>
                <a:lnTo>
                  <a:pt x="3945" y="23674"/>
                </a:lnTo>
                <a:close/>
                <a:moveTo>
                  <a:pt x="79349" y="23674"/>
                </a:moveTo>
                <a:cubicBezTo>
                  <a:pt x="83848" y="28697"/>
                  <a:pt x="87082" y="34824"/>
                  <a:pt x="88555" y="41635"/>
                </a:cubicBezTo>
                <a:cubicBezTo>
                  <a:pt x="95130" y="40294"/>
                  <a:pt x="99944" y="36085"/>
                  <a:pt x="99944" y="31877"/>
                </a:cubicBezTo>
                <a:lnTo>
                  <a:pt x="99944" y="27619"/>
                </a:lnTo>
                <a:cubicBezTo>
                  <a:pt x="99944" y="25437"/>
                  <a:pt x="98181" y="23674"/>
                  <a:pt x="95998" y="23674"/>
                </a:cubicBezTo>
                <a:lnTo>
                  <a:pt x="79349" y="23674"/>
                </a:lnTo>
                <a:close/>
                <a:moveTo>
                  <a:pt x="49971" y="28934"/>
                </a:moveTo>
                <a:cubicBezTo>
                  <a:pt x="55055" y="28934"/>
                  <a:pt x="59177" y="33054"/>
                  <a:pt x="59177" y="38137"/>
                </a:cubicBezTo>
                <a:cubicBezTo>
                  <a:pt x="59177" y="43220"/>
                  <a:pt x="55055" y="47342"/>
                  <a:pt x="49971" y="47342"/>
                </a:cubicBezTo>
                <a:cubicBezTo>
                  <a:pt x="44887" y="47342"/>
                  <a:pt x="40767" y="43220"/>
                  <a:pt x="40767" y="38137"/>
                </a:cubicBezTo>
                <a:cubicBezTo>
                  <a:pt x="40767" y="33054"/>
                  <a:pt x="44887" y="28934"/>
                  <a:pt x="49971" y="28934"/>
                </a:cubicBezTo>
                <a:close/>
                <a:moveTo>
                  <a:pt x="38136" y="52602"/>
                </a:moveTo>
                <a:lnTo>
                  <a:pt x="61806" y="52602"/>
                </a:lnTo>
                <a:cubicBezTo>
                  <a:pt x="63984" y="52602"/>
                  <a:pt x="65752" y="54369"/>
                  <a:pt x="65752" y="56546"/>
                </a:cubicBezTo>
                <a:lnTo>
                  <a:pt x="65752" y="60819"/>
                </a:lnTo>
                <a:cubicBezTo>
                  <a:pt x="65752" y="65902"/>
                  <a:pt x="58687" y="71009"/>
                  <a:pt x="49971" y="71009"/>
                </a:cubicBezTo>
                <a:cubicBezTo>
                  <a:pt x="41255" y="71009"/>
                  <a:pt x="34190" y="65902"/>
                  <a:pt x="34190" y="60819"/>
                </a:cubicBezTo>
                <a:lnTo>
                  <a:pt x="34190" y="56546"/>
                </a:lnTo>
                <a:cubicBezTo>
                  <a:pt x="34190" y="54369"/>
                  <a:pt x="35958" y="52602"/>
                  <a:pt x="38136" y="52602"/>
                </a:cubicBezTo>
                <a:close/>
                <a:moveTo>
                  <a:pt x="11547" y="58913"/>
                </a:moveTo>
                <a:cubicBezTo>
                  <a:pt x="8576" y="60439"/>
                  <a:pt x="6575" y="63514"/>
                  <a:pt x="6575" y="67064"/>
                </a:cubicBezTo>
                <a:cubicBezTo>
                  <a:pt x="6575" y="72141"/>
                  <a:pt x="10704" y="76269"/>
                  <a:pt x="15781" y="76269"/>
                </a:cubicBezTo>
                <a:cubicBezTo>
                  <a:pt x="17227" y="76269"/>
                  <a:pt x="18593" y="75929"/>
                  <a:pt x="19802" y="75324"/>
                </a:cubicBezTo>
                <a:cubicBezTo>
                  <a:pt x="15831" y="70643"/>
                  <a:pt x="12968" y="65067"/>
                  <a:pt x="11547" y="58913"/>
                </a:cubicBezTo>
                <a:close/>
                <a:moveTo>
                  <a:pt x="3945" y="81528"/>
                </a:moveTo>
                <a:cubicBezTo>
                  <a:pt x="1762" y="81528"/>
                  <a:pt x="0" y="83290"/>
                  <a:pt x="0" y="85473"/>
                </a:cubicBezTo>
                <a:lnTo>
                  <a:pt x="0" y="89731"/>
                </a:lnTo>
                <a:cubicBezTo>
                  <a:pt x="0" y="94832"/>
                  <a:pt x="7074" y="99937"/>
                  <a:pt x="15781" y="99937"/>
                </a:cubicBezTo>
                <a:cubicBezTo>
                  <a:pt x="24486" y="99937"/>
                  <a:pt x="31561" y="94832"/>
                  <a:pt x="31561" y="89731"/>
                </a:cubicBezTo>
                <a:lnTo>
                  <a:pt x="31561" y="85473"/>
                </a:lnTo>
                <a:cubicBezTo>
                  <a:pt x="31561" y="85237"/>
                  <a:pt x="31537" y="85026"/>
                  <a:pt x="31484" y="84815"/>
                </a:cubicBezTo>
                <a:cubicBezTo>
                  <a:pt x="29668" y="83843"/>
                  <a:pt x="27957" y="82738"/>
                  <a:pt x="26327" y="81528"/>
                </a:cubicBezTo>
                <a:lnTo>
                  <a:pt x="3945" y="8152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6" name="Белый — SVG 19">
            <a:extLst>
              <a:ext uri="{FF2B5EF4-FFF2-40B4-BE49-F238E27FC236}">
                <a16:creationId xmlns:a16="http://schemas.microsoft.com/office/drawing/2014/main" id="{BD8473CA-DDC8-4A40-A162-926F80EC5DED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97470 w 113428"/>
              <a:gd name="csY0" fmla="*/ 0 h 141758"/>
              <a:gd name="csX1" fmla="*/ 15942 w 113428"/>
              <a:gd name="csY1" fmla="*/ 0 h 141758"/>
              <a:gd name="csX2" fmla="*/ 0 w 113428"/>
              <a:gd name="csY2" fmla="*/ 15948 h 141758"/>
              <a:gd name="csX3" fmla="*/ 0 w 113428"/>
              <a:gd name="csY3" fmla="*/ 125811 h 141758"/>
              <a:gd name="csX4" fmla="*/ 15942 w 113428"/>
              <a:gd name="csY4" fmla="*/ 141759 h 141758"/>
              <a:gd name="csX5" fmla="*/ 97470 w 113428"/>
              <a:gd name="csY5" fmla="*/ 141759 h 141758"/>
              <a:gd name="csX6" fmla="*/ 113428 w 113428"/>
              <a:gd name="csY6" fmla="*/ 125811 h 141758"/>
              <a:gd name="csX7" fmla="*/ 113428 w 113428"/>
              <a:gd name="csY7" fmla="*/ 15948 h 141758"/>
              <a:gd name="csX8" fmla="*/ 97470 w 113428"/>
              <a:gd name="csY8" fmla="*/ 0 h 141758"/>
              <a:gd name="csX9" fmla="*/ 56706 w 113428"/>
              <a:gd name="csY9" fmla="*/ 21264 h 141758"/>
              <a:gd name="csX10" fmla="*/ 69109 w 113428"/>
              <a:gd name="csY10" fmla="*/ 33668 h 141758"/>
              <a:gd name="csX11" fmla="*/ 56706 w 113428"/>
              <a:gd name="csY11" fmla="*/ 46071 h 141758"/>
              <a:gd name="csX12" fmla="*/ 44303 w 113428"/>
              <a:gd name="csY12" fmla="*/ 33668 h 141758"/>
              <a:gd name="csX13" fmla="*/ 56706 w 113428"/>
              <a:gd name="csY13" fmla="*/ 21264 h 141758"/>
              <a:gd name="csX14" fmla="*/ 35439 w 113428"/>
              <a:gd name="csY14" fmla="*/ 58476 h 141758"/>
              <a:gd name="csX15" fmla="*/ 40764 w 113428"/>
              <a:gd name="csY15" fmla="*/ 53160 h 141758"/>
              <a:gd name="csX16" fmla="*/ 72664 w 113428"/>
              <a:gd name="csY16" fmla="*/ 53160 h 141758"/>
              <a:gd name="csX17" fmla="*/ 77973 w 113428"/>
              <a:gd name="csY17" fmla="*/ 58476 h 141758"/>
              <a:gd name="csX18" fmla="*/ 77973 w 113428"/>
              <a:gd name="csY18" fmla="*/ 62019 h 141758"/>
              <a:gd name="csX19" fmla="*/ 56706 w 113428"/>
              <a:gd name="csY19" fmla="*/ 74424 h 141758"/>
              <a:gd name="csX20" fmla="*/ 35439 w 113428"/>
              <a:gd name="csY20" fmla="*/ 62019 h 141758"/>
              <a:gd name="csX21" fmla="*/ 35439 w 113428"/>
              <a:gd name="csY21" fmla="*/ 58476 h 141758"/>
              <a:gd name="csX22" fmla="*/ 69109 w 113428"/>
              <a:gd name="csY22" fmla="*/ 116951 h 141758"/>
              <a:gd name="csX23" fmla="*/ 30131 w 113428"/>
              <a:gd name="csY23" fmla="*/ 116951 h 141758"/>
              <a:gd name="csX24" fmla="*/ 24806 w 113428"/>
              <a:gd name="csY24" fmla="*/ 111635 h 141758"/>
              <a:gd name="csX25" fmla="*/ 30131 w 113428"/>
              <a:gd name="csY25" fmla="*/ 106319 h 141758"/>
              <a:gd name="csX26" fmla="*/ 69109 w 113428"/>
              <a:gd name="csY26" fmla="*/ 106319 h 141758"/>
              <a:gd name="csX27" fmla="*/ 74434 w 113428"/>
              <a:gd name="csY27" fmla="*/ 111635 h 141758"/>
              <a:gd name="csX28" fmla="*/ 69109 w 113428"/>
              <a:gd name="csY28" fmla="*/ 116951 h 141758"/>
              <a:gd name="csX29" fmla="*/ 83298 w 113428"/>
              <a:gd name="csY29" fmla="*/ 95687 h 141758"/>
              <a:gd name="csX30" fmla="*/ 30131 w 113428"/>
              <a:gd name="csY30" fmla="*/ 95687 h 141758"/>
              <a:gd name="csX31" fmla="*/ 24806 w 113428"/>
              <a:gd name="csY31" fmla="*/ 90371 h 141758"/>
              <a:gd name="csX32" fmla="*/ 30131 w 113428"/>
              <a:gd name="csY32" fmla="*/ 85056 h 141758"/>
              <a:gd name="csX33" fmla="*/ 83298 w 113428"/>
              <a:gd name="csY33" fmla="*/ 85056 h 141758"/>
              <a:gd name="csX34" fmla="*/ 88606 w 113428"/>
              <a:gd name="csY34" fmla="*/ 90371 h 141758"/>
              <a:gd name="csX35" fmla="*/ 83298 w 113428"/>
              <a:gd name="csY35" fmla="*/ 95687 h 141758"/>
            </a:gdLst>
            <a:ahLst/>
            <a:cxnLst/>
            <a:rect l="l" t="t" r="r" b="b"/>
            <a:pathLst>
              <a:path w="100000" h="100000">
                <a:moveTo>
                  <a:pt x="78750" y="0"/>
                </a:moveTo>
                <a:lnTo>
                  <a:pt x="21238" y="0"/>
                </a:lnTo>
                <a:cubicBezTo>
                  <a:pt x="15033" y="0"/>
                  <a:pt x="9992" y="5037"/>
                  <a:pt x="9992" y="11250"/>
                </a:cubicBezTo>
                <a:lnTo>
                  <a:pt x="9992" y="88751"/>
                </a:lnTo>
                <a:cubicBezTo>
                  <a:pt x="9992" y="94963"/>
                  <a:pt x="15033" y="100001"/>
                  <a:pt x="21238" y="100001"/>
                </a:cubicBezTo>
                <a:lnTo>
                  <a:pt x="78750" y="100001"/>
                </a:lnTo>
                <a:cubicBezTo>
                  <a:pt x="84967" y="100001"/>
                  <a:pt x="90008" y="94963"/>
                  <a:pt x="90008" y="88751"/>
                </a:cubicBezTo>
                <a:lnTo>
                  <a:pt x="90008" y="11250"/>
                </a:lnTo>
                <a:cubicBezTo>
                  <a:pt x="90008" y="5037"/>
                  <a:pt x="84967" y="0"/>
                  <a:pt x="78750" y="0"/>
                </a:cubicBezTo>
                <a:close/>
                <a:moveTo>
                  <a:pt x="49994" y="15000"/>
                </a:moveTo>
                <a:cubicBezTo>
                  <a:pt x="54819" y="15000"/>
                  <a:pt x="58744" y="18925"/>
                  <a:pt x="58744" y="23750"/>
                </a:cubicBezTo>
                <a:cubicBezTo>
                  <a:pt x="58744" y="28575"/>
                  <a:pt x="54819" y="32500"/>
                  <a:pt x="49994" y="32500"/>
                </a:cubicBezTo>
                <a:cubicBezTo>
                  <a:pt x="45169" y="32500"/>
                  <a:pt x="41245" y="28575"/>
                  <a:pt x="41245" y="23750"/>
                </a:cubicBezTo>
                <a:cubicBezTo>
                  <a:pt x="41245" y="18925"/>
                  <a:pt x="45169" y="15000"/>
                  <a:pt x="49994" y="15000"/>
                </a:cubicBezTo>
                <a:close/>
                <a:moveTo>
                  <a:pt x="34992" y="41251"/>
                </a:moveTo>
                <a:cubicBezTo>
                  <a:pt x="34992" y="39180"/>
                  <a:pt x="36672" y="37501"/>
                  <a:pt x="38748" y="37501"/>
                </a:cubicBezTo>
                <a:lnTo>
                  <a:pt x="61252" y="37501"/>
                </a:lnTo>
                <a:cubicBezTo>
                  <a:pt x="63316" y="37501"/>
                  <a:pt x="64997" y="39180"/>
                  <a:pt x="64997" y="41251"/>
                </a:cubicBezTo>
                <a:lnTo>
                  <a:pt x="64997" y="43750"/>
                </a:lnTo>
                <a:cubicBezTo>
                  <a:pt x="64997" y="48582"/>
                  <a:pt x="58287" y="52501"/>
                  <a:pt x="49994" y="52501"/>
                </a:cubicBezTo>
                <a:cubicBezTo>
                  <a:pt x="41713" y="52501"/>
                  <a:pt x="34992" y="48582"/>
                  <a:pt x="34992" y="43750"/>
                </a:cubicBezTo>
                <a:lnTo>
                  <a:pt x="34992" y="41251"/>
                </a:lnTo>
                <a:close/>
                <a:moveTo>
                  <a:pt x="58744" y="82500"/>
                </a:moveTo>
                <a:lnTo>
                  <a:pt x="31248" y="82500"/>
                </a:lnTo>
                <a:cubicBezTo>
                  <a:pt x="29171" y="82500"/>
                  <a:pt x="27491" y="80821"/>
                  <a:pt x="27491" y="78750"/>
                </a:cubicBezTo>
                <a:cubicBezTo>
                  <a:pt x="27491" y="76681"/>
                  <a:pt x="29171" y="75000"/>
                  <a:pt x="31248" y="75000"/>
                </a:cubicBezTo>
                <a:lnTo>
                  <a:pt x="58744" y="75000"/>
                </a:lnTo>
                <a:cubicBezTo>
                  <a:pt x="60820" y="75000"/>
                  <a:pt x="62500" y="76681"/>
                  <a:pt x="62500" y="78750"/>
                </a:cubicBezTo>
                <a:cubicBezTo>
                  <a:pt x="62500" y="80821"/>
                  <a:pt x="60820" y="82500"/>
                  <a:pt x="58744" y="82500"/>
                </a:cubicBezTo>
                <a:close/>
                <a:moveTo>
                  <a:pt x="68753" y="67500"/>
                </a:moveTo>
                <a:lnTo>
                  <a:pt x="31248" y="67500"/>
                </a:lnTo>
                <a:cubicBezTo>
                  <a:pt x="29171" y="67500"/>
                  <a:pt x="27491" y="65821"/>
                  <a:pt x="27491" y="63750"/>
                </a:cubicBezTo>
                <a:cubicBezTo>
                  <a:pt x="27491" y="61680"/>
                  <a:pt x="29171" y="60001"/>
                  <a:pt x="31248" y="60001"/>
                </a:cubicBezTo>
                <a:lnTo>
                  <a:pt x="68753" y="60001"/>
                </a:lnTo>
                <a:cubicBezTo>
                  <a:pt x="70829" y="60001"/>
                  <a:pt x="72497" y="61680"/>
                  <a:pt x="72497" y="63750"/>
                </a:cubicBezTo>
                <a:cubicBezTo>
                  <a:pt x="72497" y="65821"/>
                  <a:pt x="70829" y="67500"/>
                  <a:pt x="68753" y="675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7" name="Белый — SVG 20">
            <a:extLst>
              <a:ext uri="{FF2B5EF4-FFF2-40B4-BE49-F238E27FC236}">
                <a16:creationId xmlns:a16="http://schemas.microsoft.com/office/drawing/2014/main" id="{57B26D5A-4A0B-974A-A498-0F3C87990A72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30131 w 155961"/>
              <a:gd name="csY0" fmla="*/ 127585 h 163023"/>
              <a:gd name="csX1" fmla="*/ 5308 w 155961"/>
              <a:gd name="csY1" fmla="*/ 127585 h 163023"/>
              <a:gd name="csX2" fmla="*/ 0 w 155961"/>
              <a:gd name="csY2" fmla="*/ 132900 h 163023"/>
              <a:gd name="csX3" fmla="*/ 5308 w 155961"/>
              <a:gd name="csY3" fmla="*/ 138216 h 163023"/>
              <a:gd name="csX4" fmla="*/ 17286 w 155961"/>
              <a:gd name="csY4" fmla="*/ 138216 h 163023"/>
              <a:gd name="csX5" fmla="*/ 1565 w 155961"/>
              <a:gd name="csY5" fmla="*/ 153948 h 163023"/>
              <a:gd name="csX6" fmla="*/ 1565 w 155961"/>
              <a:gd name="csY6" fmla="*/ 161466 h 163023"/>
              <a:gd name="csX7" fmla="*/ 5308 w 155961"/>
              <a:gd name="csY7" fmla="*/ 163024 h 163023"/>
              <a:gd name="csX8" fmla="*/ 9085 w 155961"/>
              <a:gd name="csY8" fmla="*/ 161469 h 163023"/>
              <a:gd name="csX9" fmla="*/ 24805 w 155961"/>
              <a:gd name="csY9" fmla="*/ 145734 h 163023"/>
              <a:gd name="csX10" fmla="*/ 24805 w 155961"/>
              <a:gd name="csY10" fmla="*/ 157708 h 163023"/>
              <a:gd name="csX11" fmla="*/ 30131 w 155961"/>
              <a:gd name="csY11" fmla="*/ 163024 h 163023"/>
              <a:gd name="csX12" fmla="*/ 35439 w 155961"/>
              <a:gd name="csY12" fmla="*/ 157708 h 163023"/>
              <a:gd name="csX13" fmla="*/ 35439 w 155961"/>
              <a:gd name="csY13" fmla="*/ 132900 h 163023"/>
              <a:gd name="csX14" fmla="*/ 30131 w 155961"/>
              <a:gd name="csY14" fmla="*/ 127585 h 163023"/>
              <a:gd name="csX15" fmla="*/ 138659 w 155961"/>
              <a:gd name="csY15" fmla="*/ 138216 h 163023"/>
              <a:gd name="csX16" fmla="*/ 150637 w 155961"/>
              <a:gd name="csY16" fmla="*/ 138216 h 163023"/>
              <a:gd name="csX17" fmla="*/ 155962 w 155961"/>
              <a:gd name="csY17" fmla="*/ 132900 h 163023"/>
              <a:gd name="csX18" fmla="*/ 150637 w 155961"/>
              <a:gd name="csY18" fmla="*/ 127585 h 163023"/>
              <a:gd name="csX19" fmla="*/ 125831 w 155961"/>
              <a:gd name="csY19" fmla="*/ 127585 h 163023"/>
              <a:gd name="csX20" fmla="*/ 120506 w 155961"/>
              <a:gd name="csY20" fmla="*/ 132900 h 163023"/>
              <a:gd name="csX21" fmla="*/ 120506 w 155961"/>
              <a:gd name="csY21" fmla="*/ 157708 h 163023"/>
              <a:gd name="csX22" fmla="*/ 125831 w 155961"/>
              <a:gd name="csY22" fmla="*/ 163024 h 163023"/>
              <a:gd name="csX23" fmla="*/ 131139 w 155961"/>
              <a:gd name="csY23" fmla="*/ 157708 h 163023"/>
              <a:gd name="csX24" fmla="*/ 131139 w 155961"/>
              <a:gd name="csY24" fmla="*/ 145734 h 163023"/>
              <a:gd name="csX25" fmla="*/ 146877 w 155961"/>
              <a:gd name="csY25" fmla="*/ 161466 h 163023"/>
              <a:gd name="csX26" fmla="*/ 150637 w 155961"/>
              <a:gd name="csY26" fmla="*/ 163024 h 163023"/>
              <a:gd name="csX27" fmla="*/ 154397 w 155961"/>
              <a:gd name="csY27" fmla="*/ 161469 h 163023"/>
              <a:gd name="csX28" fmla="*/ 154397 w 155961"/>
              <a:gd name="csY28" fmla="*/ 153952 h 163023"/>
              <a:gd name="csX29" fmla="*/ 138659 w 155961"/>
              <a:gd name="csY29" fmla="*/ 138216 h 163023"/>
              <a:gd name="csX30" fmla="*/ 35439 w 155961"/>
              <a:gd name="csY30" fmla="*/ 30124 h 163023"/>
              <a:gd name="csX31" fmla="*/ 35439 w 155961"/>
              <a:gd name="csY31" fmla="*/ 5317 h 163023"/>
              <a:gd name="csX32" fmla="*/ 30131 w 155961"/>
              <a:gd name="csY32" fmla="*/ 1 h 163023"/>
              <a:gd name="csX33" fmla="*/ 24805 w 155961"/>
              <a:gd name="csY33" fmla="*/ 5317 h 163023"/>
              <a:gd name="csX34" fmla="*/ 24805 w 155961"/>
              <a:gd name="csY34" fmla="*/ 17293 h 163023"/>
              <a:gd name="csX35" fmla="*/ 9085 w 155961"/>
              <a:gd name="csY35" fmla="*/ 1558 h 163023"/>
              <a:gd name="csX36" fmla="*/ 1565 w 155961"/>
              <a:gd name="csY36" fmla="*/ 1558 h 163023"/>
              <a:gd name="csX37" fmla="*/ 1565 w 155961"/>
              <a:gd name="csY37" fmla="*/ 9073 h 163023"/>
              <a:gd name="csX38" fmla="*/ 17286 w 155961"/>
              <a:gd name="csY38" fmla="*/ 24809 h 163023"/>
              <a:gd name="csX39" fmla="*/ 5308 w 155961"/>
              <a:gd name="csY39" fmla="*/ 24809 h 163023"/>
              <a:gd name="csX40" fmla="*/ 0 w 155961"/>
              <a:gd name="csY40" fmla="*/ 30124 h 163023"/>
              <a:gd name="csX41" fmla="*/ 5308 w 155961"/>
              <a:gd name="csY41" fmla="*/ 35440 h 163023"/>
              <a:gd name="csX42" fmla="*/ 30131 w 155961"/>
              <a:gd name="csY42" fmla="*/ 35440 h 163023"/>
              <a:gd name="csX43" fmla="*/ 35439 w 155961"/>
              <a:gd name="csY43" fmla="*/ 30124 h 163023"/>
              <a:gd name="csX44" fmla="*/ 150637 w 155961"/>
              <a:gd name="csY44" fmla="*/ 24809 h 163023"/>
              <a:gd name="csX45" fmla="*/ 138659 w 155961"/>
              <a:gd name="csY45" fmla="*/ 24809 h 163023"/>
              <a:gd name="csX46" fmla="*/ 154397 w 155961"/>
              <a:gd name="csY46" fmla="*/ 9077 h 163023"/>
              <a:gd name="csX47" fmla="*/ 154397 w 155961"/>
              <a:gd name="csY47" fmla="*/ 1561 h 163023"/>
              <a:gd name="csX48" fmla="*/ 146877 w 155961"/>
              <a:gd name="csY48" fmla="*/ 1561 h 163023"/>
              <a:gd name="csX49" fmla="*/ 131139 w 155961"/>
              <a:gd name="csY49" fmla="*/ 17293 h 163023"/>
              <a:gd name="csX50" fmla="*/ 131139 w 155961"/>
              <a:gd name="csY50" fmla="*/ 5317 h 163023"/>
              <a:gd name="csX51" fmla="*/ 125831 w 155961"/>
              <a:gd name="csY51" fmla="*/ 1 h 163023"/>
              <a:gd name="csX52" fmla="*/ 120506 w 155961"/>
              <a:gd name="csY52" fmla="*/ 5317 h 163023"/>
              <a:gd name="csX53" fmla="*/ 120506 w 155961"/>
              <a:gd name="csY53" fmla="*/ 30124 h 163023"/>
              <a:gd name="csX54" fmla="*/ 125831 w 155961"/>
              <a:gd name="csY54" fmla="*/ 35440 h 163023"/>
              <a:gd name="csX55" fmla="*/ 150637 w 155961"/>
              <a:gd name="csY55" fmla="*/ 35440 h 163023"/>
              <a:gd name="csX56" fmla="*/ 155962 w 155961"/>
              <a:gd name="csY56" fmla="*/ 30124 h 163023"/>
              <a:gd name="csX57" fmla="*/ 150637 w 155961"/>
              <a:gd name="csY57" fmla="*/ 24809 h 163023"/>
              <a:gd name="csX58" fmla="*/ 42534 w 155961"/>
              <a:gd name="csY58" fmla="*/ 42529 h 163023"/>
              <a:gd name="csX59" fmla="*/ 29995 w 155961"/>
              <a:gd name="csY59" fmla="*/ 47719 h 163023"/>
              <a:gd name="csX60" fmla="*/ 24805 w 155961"/>
              <a:gd name="csY60" fmla="*/ 60250 h 163023"/>
              <a:gd name="csX61" fmla="*/ 29995 w 155961"/>
              <a:gd name="csY61" fmla="*/ 72778 h 163023"/>
              <a:gd name="csX62" fmla="*/ 42534 w 155961"/>
              <a:gd name="csY62" fmla="*/ 77968 h 163023"/>
              <a:gd name="csX63" fmla="*/ 55072 w 155961"/>
              <a:gd name="csY63" fmla="*/ 72778 h 163023"/>
              <a:gd name="csX64" fmla="*/ 60262 w 155961"/>
              <a:gd name="csY64" fmla="*/ 60250 h 163023"/>
              <a:gd name="csX65" fmla="*/ 55072 w 155961"/>
              <a:gd name="csY65" fmla="*/ 47719 h 163023"/>
              <a:gd name="csX66" fmla="*/ 42534 w 155961"/>
              <a:gd name="csY66" fmla="*/ 42529 h 163023"/>
              <a:gd name="csX67" fmla="*/ 77972 w 155961"/>
              <a:gd name="csY67" fmla="*/ 17722 h 163023"/>
              <a:gd name="csX68" fmla="*/ 65451 w 155961"/>
              <a:gd name="csY68" fmla="*/ 22912 h 163023"/>
              <a:gd name="csX69" fmla="*/ 60262 w 155961"/>
              <a:gd name="csY69" fmla="*/ 35440 h 163023"/>
              <a:gd name="csX70" fmla="*/ 65451 w 155961"/>
              <a:gd name="csY70" fmla="*/ 47971 h 163023"/>
              <a:gd name="csX71" fmla="*/ 77972 w 155961"/>
              <a:gd name="csY71" fmla="*/ 53161 h 163023"/>
              <a:gd name="csX72" fmla="*/ 90511 w 155961"/>
              <a:gd name="csY72" fmla="*/ 47971 h 163023"/>
              <a:gd name="csX73" fmla="*/ 95700 w 155961"/>
              <a:gd name="csY73" fmla="*/ 35440 h 163023"/>
              <a:gd name="csX74" fmla="*/ 90511 w 155961"/>
              <a:gd name="csY74" fmla="*/ 22912 h 163023"/>
              <a:gd name="csX75" fmla="*/ 77972 w 155961"/>
              <a:gd name="csY75" fmla="*/ 17722 h 163023"/>
              <a:gd name="csX76" fmla="*/ 113428 w 155961"/>
              <a:gd name="csY76" fmla="*/ 42529 h 163023"/>
              <a:gd name="csX77" fmla="*/ 100890 w 155961"/>
              <a:gd name="csY77" fmla="*/ 47719 h 163023"/>
              <a:gd name="csX78" fmla="*/ 95700 w 155961"/>
              <a:gd name="csY78" fmla="*/ 60250 h 163023"/>
              <a:gd name="csX79" fmla="*/ 100890 w 155961"/>
              <a:gd name="csY79" fmla="*/ 72778 h 163023"/>
              <a:gd name="csX80" fmla="*/ 113428 w 155961"/>
              <a:gd name="csY80" fmla="*/ 77968 h 163023"/>
              <a:gd name="csX81" fmla="*/ 125950 w 155961"/>
              <a:gd name="csY81" fmla="*/ 72778 h 163023"/>
              <a:gd name="csX82" fmla="*/ 131139 w 155961"/>
              <a:gd name="csY82" fmla="*/ 60250 h 163023"/>
              <a:gd name="csX83" fmla="*/ 125950 w 155961"/>
              <a:gd name="csY83" fmla="*/ 47719 h 163023"/>
              <a:gd name="csX84" fmla="*/ 113428 w 155961"/>
              <a:gd name="csY84" fmla="*/ 42529 h 163023"/>
              <a:gd name="csX85" fmla="*/ 77972 w 155961"/>
              <a:gd name="csY85" fmla="*/ 74425 h 163023"/>
              <a:gd name="csX86" fmla="*/ 67951 w 155961"/>
              <a:gd name="csY86" fmla="*/ 78577 h 163023"/>
              <a:gd name="csX87" fmla="*/ 63800 w 155961"/>
              <a:gd name="csY87" fmla="*/ 88600 h 163023"/>
              <a:gd name="csX88" fmla="*/ 67951 w 155961"/>
              <a:gd name="csY88" fmla="*/ 98625 h 163023"/>
              <a:gd name="csX89" fmla="*/ 77972 w 155961"/>
              <a:gd name="csY89" fmla="*/ 102777 h 163023"/>
              <a:gd name="csX90" fmla="*/ 88010 w 155961"/>
              <a:gd name="csY90" fmla="*/ 98625 h 163023"/>
              <a:gd name="csX91" fmla="*/ 92162 w 155961"/>
              <a:gd name="csY91" fmla="*/ 88600 h 163023"/>
              <a:gd name="csX92" fmla="*/ 88010 w 155961"/>
              <a:gd name="csY92" fmla="*/ 78577 h 163023"/>
              <a:gd name="csX93" fmla="*/ 77972 w 155961"/>
              <a:gd name="csY93" fmla="*/ 74425 h 163023"/>
              <a:gd name="csX94" fmla="*/ 90375 w 155961"/>
              <a:gd name="csY94" fmla="*/ 113409 h 163023"/>
              <a:gd name="csX95" fmla="*/ 65570 w 155961"/>
              <a:gd name="csY95" fmla="*/ 113409 h 163023"/>
              <a:gd name="csX96" fmla="*/ 56706 w 155961"/>
              <a:gd name="csY96" fmla="*/ 122269 h 163023"/>
              <a:gd name="csX97" fmla="*/ 56706 w 155961"/>
              <a:gd name="csY97" fmla="*/ 128765 h 163023"/>
              <a:gd name="csX98" fmla="*/ 78857 w 155961"/>
              <a:gd name="csY98" fmla="*/ 141406 h 163023"/>
              <a:gd name="csX99" fmla="*/ 99239 w 155961"/>
              <a:gd name="csY99" fmla="*/ 129357 h 163023"/>
              <a:gd name="csX100" fmla="*/ 99239 w 155961"/>
              <a:gd name="csY100" fmla="*/ 122269 h 163023"/>
              <a:gd name="csX101" fmla="*/ 90375 w 155961"/>
              <a:gd name="csY101" fmla="*/ 113409 h 163023"/>
              <a:gd name="csX102" fmla="*/ 125831 w 155961"/>
              <a:gd name="csY102" fmla="*/ 85057 h 163023"/>
              <a:gd name="csX103" fmla="*/ 101009 w 155961"/>
              <a:gd name="csY103" fmla="*/ 85057 h 163023"/>
              <a:gd name="csX104" fmla="*/ 98984 w 155961"/>
              <a:gd name="csY104" fmla="*/ 85465 h 163023"/>
              <a:gd name="csX105" fmla="*/ 99239 w 155961"/>
              <a:gd name="csY105" fmla="*/ 88600 h 163023"/>
              <a:gd name="csX106" fmla="*/ 89712 w 155961"/>
              <a:gd name="csY106" fmla="*/ 106321 h 163023"/>
              <a:gd name="csX107" fmla="*/ 90375 w 155961"/>
              <a:gd name="csY107" fmla="*/ 106321 h 163023"/>
              <a:gd name="csX108" fmla="*/ 106062 w 155961"/>
              <a:gd name="csY108" fmla="*/ 119635 h 163023"/>
              <a:gd name="csX109" fmla="*/ 112544 w 155961"/>
              <a:gd name="csY109" fmla="*/ 120142 h 163023"/>
              <a:gd name="csX110" fmla="*/ 138234 w 155961"/>
              <a:gd name="csY110" fmla="*/ 103956 h 163023"/>
              <a:gd name="csX111" fmla="*/ 138234 w 155961"/>
              <a:gd name="csY111" fmla="*/ 97461 h 163023"/>
              <a:gd name="csX112" fmla="*/ 125831 w 155961"/>
              <a:gd name="csY112" fmla="*/ 85057 h 163023"/>
              <a:gd name="csX113" fmla="*/ 65570 w 155961"/>
              <a:gd name="csY113" fmla="*/ 106321 h 163023"/>
              <a:gd name="csX114" fmla="*/ 66250 w 155961"/>
              <a:gd name="csY114" fmla="*/ 106321 h 163023"/>
              <a:gd name="csX115" fmla="*/ 56706 w 155961"/>
              <a:gd name="csY115" fmla="*/ 88600 h 163023"/>
              <a:gd name="csX116" fmla="*/ 56978 w 155961"/>
              <a:gd name="csY116" fmla="*/ 85465 h 163023"/>
              <a:gd name="csX117" fmla="*/ 54936 w 155961"/>
              <a:gd name="csY117" fmla="*/ 85057 h 163023"/>
              <a:gd name="csX118" fmla="*/ 30131 w 155961"/>
              <a:gd name="csY118" fmla="*/ 85057 h 163023"/>
              <a:gd name="csX119" fmla="*/ 17728 w 155961"/>
              <a:gd name="csY119" fmla="*/ 97461 h 163023"/>
              <a:gd name="csX120" fmla="*/ 17728 w 155961"/>
              <a:gd name="csY120" fmla="*/ 103956 h 163023"/>
              <a:gd name="csX121" fmla="*/ 43418 w 155961"/>
              <a:gd name="csY121" fmla="*/ 120142 h 163023"/>
              <a:gd name="csX122" fmla="*/ 49883 w 155961"/>
              <a:gd name="csY122" fmla="*/ 119635 h 163023"/>
              <a:gd name="csX123" fmla="*/ 65570 w 155961"/>
              <a:gd name="csY123" fmla="*/ 106321 h 163023"/>
            </a:gdLst>
            <a:ahLst/>
            <a:cxnLst/>
            <a:rect l="l" t="t" r="r" b="b"/>
            <a:pathLst>
              <a:path w="100000" h="100000">
                <a:moveTo>
                  <a:pt x="20649" y="78262"/>
                </a:moveTo>
                <a:lnTo>
                  <a:pt x="5422" y="78262"/>
                </a:lnTo>
                <a:cubicBezTo>
                  <a:pt x="3627" y="78262"/>
                  <a:pt x="2166" y="79722"/>
                  <a:pt x="2166" y="81522"/>
                </a:cubicBezTo>
                <a:cubicBezTo>
                  <a:pt x="2166" y="83323"/>
                  <a:pt x="3627" y="84783"/>
                  <a:pt x="5422" y="84783"/>
                </a:cubicBezTo>
                <a:lnTo>
                  <a:pt x="12769" y="84783"/>
                </a:lnTo>
                <a:lnTo>
                  <a:pt x="3126" y="94433"/>
                </a:lnTo>
                <a:cubicBezTo>
                  <a:pt x="1853" y="95707"/>
                  <a:pt x="1853" y="97771"/>
                  <a:pt x="3126" y="99045"/>
                </a:cubicBezTo>
                <a:cubicBezTo>
                  <a:pt x="3763" y="99683"/>
                  <a:pt x="4587" y="100001"/>
                  <a:pt x="5422" y="100001"/>
                </a:cubicBezTo>
                <a:cubicBezTo>
                  <a:pt x="6257" y="100001"/>
                  <a:pt x="7092" y="99683"/>
                  <a:pt x="7739" y="99047"/>
                </a:cubicBezTo>
                <a:lnTo>
                  <a:pt x="17382" y="89395"/>
                </a:lnTo>
                <a:lnTo>
                  <a:pt x="17382" y="96740"/>
                </a:lnTo>
                <a:cubicBezTo>
                  <a:pt x="17382" y="98539"/>
                  <a:pt x="18843" y="100001"/>
                  <a:pt x="20649" y="100001"/>
                </a:cubicBezTo>
                <a:cubicBezTo>
                  <a:pt x="22443" y="100001"/>
                  <a:pt x="23905" y="98539"/>
                  <a:pt x="23905" y="96740"/>
                </a:cubicBezTo>
                <a:lnTo>
                  <a:pt x="23905" y="81522"/>
                </a:lnTo>
                <a:cubicBezTo>
                  <a:pt x="23905" y="79722"/>
                  <a:pt x="22443" y="78262"/>
                  <a:pt x="20649" y="78262"/>
                </a:cubicBezTo>
                <a:close/>
                <a:moveTo>
                  <a:pt x="87221" y="84783"/>
                </a:moveTo>
                <a:lnTo>
                  <a:pt x="94568" y="84783"/>
                </a:lnTo>
                <a:cubicBezTo>
                  <a:pt x="96374" y="84783"/>
                  <a:pt x="97835" y="83323"/>
                  <a:pt x="97835" y="81522"/>
                </a:cubicBezTo>
                <a:cubicBezTo>
                  <a:pt x="97835" y="79722"/>
                  <a:pt x="96374" y="78262"/>
                  <a:pt x="94568" y="78262"/>
                </a:cubicBezTo>
                <a:lnTo>
                  <a:pt x="79352" y="78262"/>
                </a:lnTo>
                <a:cubicBezTo>
                  <a:pt x="77547" y="78262"/>
                  <a:pt x="76086" y="79722"/>
                  <a:pt x="76086" y="81522"/>
                </a:cubicBezTo>
                <a:lnTo>
                  <a:pt x="76086" y="96740"/>
                </a:lnTo>
                <a:cubicBezTo>
                  <a:pt x="76086" y="98539"/>
                  <a:pt x="77547" y="100001"/>
                  <a:pt x="79352" y="100001"/>
                </a:cubicBezTo>
                <a:cubicBezTo>
                  <a:pt x="81147" y="100001"/>
                  <a:pt x="82608" y="98539"/>
                  <a:pt x="82608" y="96740"/>
                </a:cubicBezTo>
                <a:lnTo>
                  <a:pt x="82608" y="89395"/>
                </a:lnTo>
                <a:lnTo>
                  <a:pt x="92262" y="99045"/>
                </a:lnTo>
                <a:cubicBezTo>
                  <a:pt x="92898" y="99683"/>
                  <a:pt x="93733" y="100001"/>
                  <a:pt x="94568" y="100001"/>
                </a:cubicBezTo>
                <a:cubicBezTo>
                  <a:pt x="95403" y="100001"/>
                  <a:pt x="96238" y="99683"/>
                  <a:pt x="96875" y="99047"/>
                </a:cubicBezTo>
                <a:cubicBezTo>
                  <a:pt x="98148" y="97773"/>
                  <a:pt x="98148" y="95710"/>
                  <a:pt x="96875" y="94436"/>
                </a:cubicBezTo>
                <a:lnTo>
                  <a:pt x="87221" y="84783"/>
                </a:lnTo>
                <a:close/>
                <a:moveTo>
                  <a:pt x="23905" y="18478"/>
                </a:moveTo>
                <a:lnTo>
                  <a:pt x="23905" y="3262"/>
                </a:lnTo>
                <a:cubicBezTo>
                  <a:pt x="23905" y="1462"/>
                  <a:pt x="22443" y="1"/>
                  <a:pt x="20649" y="1"/>
                </a:cubicBezTo>
                <a:cubicBezTo>
                  <a:pt x="18843" y="1"/>
                  <a:pt x="17382" y="1462"/>
                  <a:pt x="17382" y="3262"/>
                </a:cubicBezTo>
                <a:lnTo>
                  <a:pt x="17382" y="10608"/>
                </a:lnTo>
                <a:lnTo>
                  <a:pt x="7739" y="956"/>
                </a:lnTo>
                <a:cubicBezTo>
                  <a:pt x="6455" y="-318"/>
                  <a:pt x="4399" y="-318"/>
                  <a:pt x="3126" y="956"/>
                </a:cubicBezTo>
                <a:cubicBezTo>
                  <a:pt x="1853" y="2229"/>
                  <a:pt x="1853" y="4293"/>
                  <a:pt x="3126" y="5565"/>
                </a:cubicBezTo>
                <a:lnTo>
                  <a:pt x="12769" y="15218"/>
                </a:lnTo>
                <a:lnTo>
                  <a:pt x="5422" y="15218"/>
                </a:lnTo>
                <a:cubicBezTo>
                  <a:pt x="3627" y="15218"/>
                  <a:pt x="2166" y="16679"/>
                  <a:pt x="2166" y="18478"/>
                </a:cubicBezTo>
                <a:cubicBezTo>
                  <a:pt x="2166" y="20279"/>
                  <a:pt x="3627" y="21739"/>
                  <a:pt x="5422" y="21739"/>
                </a:cubicBezTo>
                <a:lnTo>
                  <a:pt x="20649" y="21739"/>
                </a:lnTo>
                <a:cubicBezTo>
                  <a:pt x="22443" y="21739"/>
                  <a:pt x="23905" y="20279"/>
                  <a:pt x="23905" y="18478"/>
                </a:cubicBezTo>
                <a:close/>
                <a:moveTo>
                  <a:pt x="94568" y="15218"/>
                </a:moveTo>
                <a:lnTo>
                  <a:pt x="87221" y="15218"/>
                </a:lnTo>
                <a:lnTo>
                  <a:pt x="96875" y="5568"/>
                </a:lnTo>
                <a:cubicBezTo>
                  <a:pt x="98148" y="4294"/>
                  <a:pt x="98148" y="2232"/>
                  <a:pt x="96875" y="958"/>
                </a:cubicBezTo>
                <a:cubicBezTo>
                  <a:pt x="95601" y="-317"/>
                  <a:pt x="93535" y="-317"/>
                  <a:pt x="92262" y="958"/>
                </a:cubicBezTo>
                <a:lnTo>
                  <a:pt x="82608" y="10608"/>
                </a:lnTo>
                <a:lnTo>
                  <a:pt x="82608" y="3262"/>
                </a:lnTo>
                <a:cubicBezTo>
                  <a:pt x="82608" y="1462"/>
                  <a:pt x="81147" y="1"/>
                  <a:pt x="79352" y="1"/>
                </a:cubicBezTo>
                <a:cubicBezTo>
                  <a:pt x="77547" y="1"/>
                  <a:pt x="76086" y="1462"/>
                  <a:pt x="76086" y="3262"/>
                </a:cubicBezTo>
                <a:lnTo>
                  <a:pt x="76086" y="18478"/>
                </a:lnTo>
                <a:cubicBezTo>
                  <a:pt x="76086" y="20279"/>
                  <a:pt x="77547" y="21739"/>
                  <a:pt x="79352" y="21739"/>
                </a:cubicBezTo>
                <a:lnTo>
                  <a:pt x="94568" y="21739"/>
                </a:lnTo>
                <a:cubicBezTo>
                  <a:pt x="96374" y="21739"/>
                  <a:pt x="97835" y="20279"/>
                  <a:pt x="97835" y="18478"/>
                </a:cubicBezTo>
                <a:cubicBezTo>
                  <a:pt x="97835" y="16679"/>
                  <a:pt x="96374" y="15218"/>
                  <a:pt x="94568" y="15218"/>
                </a:cubicBezTo>
                <a:close/>
                <a:moveTo>
                  <a:pt x="28257" y="26088"/>
                </a:moveTo>
                <a:cubicBezTo>
                  <a:pt x="25376" y="26088"/>
                  <a:pt x="22610" y="27234"/>
                  <a:pt x="20565" y="29271"/>
                </a:cubicBezTo>
                <a:cubicBezTo>
                  <a:pt x="18530" y="31310"/>
                  <a:pt x="17382" y="34074"/>
                  <a:pt x="17382" y="36958"/>
                </a:cubicBezTo>
                <a:cubicBezTo>
                  <a:pt x="17382" y="39840"/>
                  <a:pt x="18530" y="42605"/>
                  <a:pt x="20565" y="44643"/>
                </a:cubicBezTo>
                <a:cubicBezTo>
                  <a:pt x="22610" y="46682"/>
                  <a:pt x="25376" y="47826"/>
                  <a:pt x="28257" y="47826"/>
                </a:cubicBezTo>
                <a:cubicBezTo>
                  <a:pt x="31137" y="47826"/>
                  <a:pt x="33903" y="46682"/>
                  <a:pt x="35948" y="44643"/>
                </a:cubicBezTo>
                <a:cubicBezTo>
                  <a:pt x="37983" y="42605"/>
                  <a:pt x="39131" y="39840"/>
                  <a:pt x="39131" y="36958"/>
                </a:cubicBezTo>
                <a:cubicBezTo>
                  <a:pt x="39131" y="34074"/>
                  <a:pt x="37983" y="31310"/>
                  <a:pt x="35948" y="29271"/>
                </a:cubicBezTo>
                <a:cubicBezTo>
                  <a:pt x="33903" y="27234"/>
                  <a:pt x="31137" y="26088"/>
                  <a:pt x="28257" y="26088"/>
                </a:cubicBezTo>
                <a:close/>
                <a:moveTo>
                  <a:pt x="49995" y="10871"/>
                </a:moveTo>
                <a:cubicBezTo>
                  <a:pt x="47115" y="10871"/>
                  <a:pt x="44349" y="12015"/>
                  <a:pt x="42314" y="14054"/>
                </a:cubicBezTo>
                <a:cubicBezTo>
                  <a:pt x="40269" y="16092"/>
                  <a:pt x="39131" y="18857"/>
                  <a:pt x="39131" y="21739"/>
                </a:cubicBezTo>
                <a:cubicBezTo>
                  <a:pt x="39131" y="24623"/>
                  <a:pt x="40269" y="27388"/>
                  <a:pt x="42314" y="29426"/>
                </a:cubicBezTo>
                <a:cubicBezTo>
                  <a:pt x="44349" y="31465"/>
                  <a:pt x="47115" y="32610"/>
                  <a:pt x="49995" y="32610"/>
                </a:cubicBezTo>
                <a:cubicBezTo>
                  <a:pt x="52886" y="32610"/>
                  <a:pt x="55652" y="31465"/>
                  <a:pt x="57686" y="29426"/>
                </a:cubicBezTo>
                <a:cubicBezTo>
                  <a:pt x="59722" y="27388"/>
                  <a:pt x="60869" y="24623"/>
                  <a:pt x="60869" y="21739"/>
                </a:cubicBezTo>
                <a:cubicBezTo>
                  <a:pt x="60869" y="18857"/>
                  <a:pt x="59722" y="16092"/>
                  <a:pt x="57686" y="14054"/>
                </a:cubicBezTo>
                <a:cubicBezTo>
                  <a:pt x="55652" y="12015"/>
                  <a:pt x="52886" y="10871"/>
                  <a:pt x="49995" y="10871"/>
                </a:cubicBezTo>
                <a:close/>
                <a:moveTo>
                  <a:pt x="71744" y="26088"/>
                </a:moveTo>
                <a:cubicBezTo>
                  <a:pt x="68853" y="26088"/>
                  <a:pt x="66088" y="27234"/>
                  <a:pt x="64053" y="29271"/>
                </a:cubicBezTo>
                <a:cubicBezTo>
                  <a:pt x="62018" y="31310"/>
                  <a:pt x="60869" y="34074"/>
                  <a:pt x="60869" y="36958"/>
                </a:cubicBezTo>
                <a:cubicBezTo>
                  <a:pt x="60869" y="39840"/>
                  <a:pt x="62018" y="42605"/>
                  <a:pt x="64053" y="44643"/>
                </a:cubicBezTo>
                <a:cubicBezTo>
                  <a:pt x="66088" y="46682"/>
                  <a:pt x="68853" y="47826"/>
                  <a:pt x="71744" y="47826"/>
                </a:cubicBezTo>
                <a:cubicBezTo>
                  <a:pt x="74624" y="47826"/>
                  <a:pt x="77390" y="46682"/>
                  <a:pt x="79425" y="44643"/>
                </a:cubicBezTo>
                <a:cubicBezTo>
                  <a:pt x="81471" y="42605"/>
                  <a:pt x="82608" y="39840"/>
                  <a:pt x="82608" y="36958"/>
                </a:cubicBezTo>
                <a:cubicBezTo>
                  <a:pt x="82608" y="34074"/>
                  <a:pt x="81471" y="31310"/>
                  <a:pt x="79425" y="29271"/>
                </a:cubicBezTo>
                <a:cubicBezTo>
                  <a:pt x="77390" y="27234"/>
                  <a:pt x="74624" y="26088"/>
                  <a:pt x="71744" y="26088"/>
                </a:cubicBezTo>
                <a:close/>
                <a:moveTo>
                  <a:pt x="49995" y="45653"/>
                </a:moveTo>
                <a:cubicBezTo>
                  <a:pt x="47688" y="45653"/>
                  <a:pt x="45476" y="46569"/>
                  <a:pt x="43848" y="48200"/>
                </a:cubicBezTo>
                <a:cubicBezTo>
                  <a:pt x="42220" y="49831"/>
                  <a:pt x="41302" y="52042"/>
                  <a:pt x="41302" y="54348"/>
                </a:cubicBezTo>
                <a:cubicBezTo>
                  <a:pt x="41302" y="56655"/>
                  <a:pt x="42220" y="58867"/>
                  <a:pt x="43848" y="60498"/>
                </a:cubicBezTo>
                <a:cubicBezTo>
                  <a:pt x="45476" y="62129"/>
                  <a:pt x="47688" y="63044"/>
                  <a:pt x="49995" y="63044"/>
                </a:cubicBezTo>
                <a:cubicBezTo>
                  <a:pt x="52301" y="63044"/>
                  <a:pt x="54514" y="62129"/>
                  <a:pt x="56152" y="60498"/>
                </a:cubicBezTo>
                <a:cubicBezTo>
                  <a:pt x="57781" y="58867"/>
                  <a:pt x="58699" y="56655"/>
                  <a:pt x="58699" y="54348"/>
                </a:cubicBezTo>
                <a:cubicBezTo>
                  <a:pt x="58699" y="52042"/>
                  <a:pt x="57781" y="49831"/>
                  <a:pt x="56152" y="48200"/>
                </a:cubicBezTo>
                <a:cubicBezTo>
                  <a:pt x="54514" y="46569"/>
                  <a:pt x="52301" y="45653"/>
                  <a:pt x="49995" y="45653"/>
                </a:cubicBezTo>
                <a:close/>
                <a:moveTo>
                  <a:pt x="57603" y="69566"/>
                </a:moveTo>
                <a:lnTo>
                  <a:pt x="42387" y="69566"/>
                </a:lnTo>
                <a:cubicBezTo>
                  <a:pt x="39392" y="69566"/>
                  <a:pt x="36950" y="72003"/>
                  <a:pt x="36950" y="75001"/>
                </a:cubicBezTo>
                <a:lnTo>
                  <a:pt x="36950" y="78986"/>
                </a:lnTo>
                <a:cubicBezTo>
                  <a:pt x="36950" y="83553"/>
                  <a:pt x="42544" y="86740"/>
                  <a:pt x="50538" y="86740"/>
                </a:cubicBezTo>
                <a:cubicBezTo>
                  <a:pt x="56685" y="86740"/>
                  <a:pt x="63040" y="83977"/>
                  <a:pt x="63040" y="79349"/>
                </a:cubicBezTo>
                <a:lnTo>
                  <a:pt x="63040" y="75001"/>
                </a:lnTo>
                <a:cubicBezTo>
                  <a:pt x="63040" y="72003"/>
                  <a:pt x="60609" y="69566"/>
                  <a:pt x="57603" y="69566"/>
                </a:cubicBezTo>
                <a:close/>
                <a:moveTo>
                  <a:pt x="79352" y="52175"/>
                </a:moveTo>
                <a:lnTo>
                  <a:pt x="64126" y="52175"/>
                </a:lnTo>
                <a:cubicBezTo>
                  <a:pt x="63687" y="52175"/>
                  <a:pt x="63270" y="52263"/>
                  <a:pt x="62884" y="52425"/>
                </a:cubicBezTo>
                <a:cubicBezTo>
                  <a:pt x="62978" y="53053"/>
                  <a:pt x="63040" y="53692"/>
                  <a:pt x="63040" y="54348"/>
                </a:cubicBezTo>
                <a:cubicBezTo>
                  <a:pt x="63040" y="58883"/>
                  <a:pt x="60713" y="62881"/>
                  <a:pt x="57196" y="65218"/>
                </a:cubicBezTo>
                <a:lnTo>
                  <a:pt x="57603" y="65218"/>
                </a:lnTo>
                <a:cubicBezTo>
                  <a:pt x="62445" y="65218"/>
                  <a:pt x="66453" y="68762"/>
                  <a:pt x="67225" y="73385"/>
                </a:cubicBezTo>
                <a:cubicBezTo>
                  <a:pt x="68780" y="73592"/>
                  <a:pt x="70178" y="73696"/>
                  <a:pt x="71202" y="73696"/>
                </a:cubicBezTo>
                <a:cubicBezTo>
                  <a:pt x="80479" y="73696"/>
                  <a:pt x="86960" y="69614"/>
                  <a:pt x="86960" y="63768"/>
                </a:cubicBezTo>
                <a:lnTo>
                  <a:pt x="86960" y="59784"/>
                </a:lnTo>
                <a:cubicBezTo>
                  <a:pt x="86960" y="55588"/>
                  <a:pt x="83548" y="52175"/>
                  <a:pt x="79352" y="52175"/>
                </a:cubicBezTo>
                <a:close/>
                <a:moveTo>
                  <a:pt x="42387" y="65218"/>
                </a:moveTo>
                <a:lnTo>
                  <a:pt x="42804" y="65218"/>
                </a:lnTo>
                <a:cubicBezTo>
                  <a:pt x="39277" y="62881"/>
                  <a:pt x="36950" y="58883"/>
                  <a:pt x="36950" y="54348"/>
                </a:cubicBezTo>
                <a:cubicBezTo>
                  <a:pt x="36950" y="53692"/>
                  <a:pt x="37023" y="53053"/>
                  <a:pt x="37117" y="52425"/>
                </a:cubicBezTo>
                <a:cubicBezTo>
                  <a:pt x="36730" y="52263"/>
                  <a:pt x="36303" y="52175"/>
                  <a:pt x="35864" y="52175"/>
                </a:cubicBezTo>
                <a:lnTo>
                  <a:pt x="20649" y="52175"/>
                </a:lnTo>
                <a:cubicBezTo>
                  <a:pt x="16453" y="52175"/>
                  <a:pt x="13040" y="55588"/>
                  <a:pt x="13040" y="59784"/>
                </a:cubicBezTo>
                <a:lnTo>
                  <a:pt x="13040" y="63768"/>
                </a:lnTo>
                <a:cubicBezTo>
                  <a:pt x="13040" y="69614"/>
                  <a:pt x="19521" y="73696"/>
                  <a:pt x="28799" y="73696"/>
                </a:cubicBezTo>
                <a:cubicBezTo>
                  <a:pt x="29822" y="73696"/>
                  <a:pt x="31220" y="73592"/>
                  <a:pt x="32765" y="73385"/>
                </a:cubicBezTo>
                <a:cubicBezTo>
                  <a:pt x="33547" y="68762"/>
                  <a:pt x="37544" y="65218"/>
                  <a:pt x="42387" y="6521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8" name="Белый — SVG 21">
            <a:extLst>
              <a:ext uri="{FF2B5EF4-FFF2-40B4-BE49-F238E27FC236}">
                <a16:creationId xmlns:a16="http://schemas.microsoft.com/office/drawing/2014/main" id="{5393D563-B40F-0A4F-A939-B599BEC4BC8C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15942 w 134695"/>
              <a:gd name="csY0" fmla="*/ 0 h 148844"/>
              <a:gd name="csX1" fmla="*/ 0 w 134695"/>
              <a:gd name="csY1" fmla="*/ 15948 h 148844"/>
              <a:gd name="csX2" fmla="*/ 0 w 134695"/>
              <a:gd name="csY2" fmla="*/ 125811 h 148844"/>
              <a:gd name="csX3" fmla="*/ 15942 w 134695"/>
              <a:gd name="csY3" fmla="*/ 141759 h 148844"/>
              <a:gd name="csX4" fmla="*/ 56842 w 134695"/>
              <a:gd name="csY4" fmla="*/ 141759 h 148844"/>
              <a:gd name="csX5" fmla="*/ 60347 w 134695"/>
              <a:gd name="csY5" fmla="*/ 134762 h 148844"/>
              <a:gd name="csX6" fmla="*/ 74093 w 134695"/>
              <a:gd name="csY6" fmla="*/ 121022 h 148844"/>
              <a:gd name="csX7" fmla="*/ 70895 w 134695"/>
              <a:gd name="csY7" fmla="*/ 106319 h 148844"/>
              <a:gd name="csX8" fmla="*/ 71610 w 134695"/>
              <a:gd name="csY8" fmla="*/ 99231 h 148844"/>
              <a:gd name="csX9" fmla="*/ 30131 w 134695"/>
              <a:gd name="csY9" fmla="*/ 99231 h 148844"/>
              <a:gd name="csX10" fmla="*/ 24806 w 134695"/>
              <a:gd name="csY10" fmla="*/ 93915 h 148844"/>
              <a:gd name="csX11" fmla="*/ 30131 w 134695"/>
              <a:gd name="csY11" fmla="*/ 88599 h 148844"/>
              <a:gd name="csX12" fmla="*/ 75642 w 134695"/>
              <a:gd name="csY12" fmla="*/ 88599 h 148844"/>
              <a:gd name="csX13" fmla="*/ 106334 w 134695"/>
              <a:gd name="csY13" fmla="*/ 70880 h 148844"/>
              <a:gd name="csX14" fmla="*/ 113428 w 134695"/>
              <a:gd name="csY14" fmla="*/ 71593 h 148844"/>
              <a:gd name="csX15" fmla="*/ 113428 w 134695"/>
              <a:gd name="csY15" fmla="*/ 15948 h 148844"/>
              <a:gd name="csX16" fmla="*/ 97470 w 134695"/>
              <a:gd name="csY16" fmla="*/ 0 h 148844"/>
              <a:gd name="csX17" fmla="*/ 15942 w 134695"/>
              <a:gd name="csY17" fmla="*/ 0 h 148844"/>
              <a:gd name="csX18" fmla="*/ 56706 w 134695"/>
              <a:gd name="csY18" fmla="*/ 21264 h 148844"/>
              <a:gd name="csX19" fmla="*/ 70895 w 134695"/>
              <a:gd name="csY19" fmla="*/ 35439 h 148844"/>
              <a:gd name="csX20" fmla="*/ 56706 w 134695"/>
              <a:gd name="csY20" fmla="*/ 49616 h 148844"/>
              <a:gd name="csX21" fmla="*/ 42534 w 134695"/>
              <a:gd name="csY21" fmla="*/ 35439 h 148844"/>
              <a:gd name="csX22" fmla="*/ 56706 w 134695"/>
              <a:gd name="csY22" fmla="*/ 21264 h 148844"/>
              <a:gd name="csX23" fmla="*/ 37038 w 134695"/>
              <a:gd name="csY23" fmla="*/ 56703 h 148844"/>
              <a:gd name="csX24" fmla="*/ 76390 w 134695"/>
              <a:gd name="csY24" fmla="*/ 56703 h 148844"/>
              <a:gd name="csX25" fmla="*/ 81528 w 134695"/>
              <a:gd name="csY25" fmla="*/ 61832 h 148844"/>
              <a:gd name="csX26" fmla="*/ 81528 w 134695"/>
              <a:gd name="csY26" fmla="*/ 62912 h 148844"/>
              <a:gd name="csX27" fmla="*/ 56706 w 134695"/>
              <a:gd name="csY27" fmla="*/ 77967 h 148844"/>
              <a:gd name="csX28" fmla="*/ 31900 w 134695"/>
              <a:gd name="csY28" fmla="*/ 62912 h 148844"/>
              <a:gd name="csX29" fmla="*/ 31900 w 134695"/>
              <a:gd name="csY29" fmla="*/ 61832 h 148844"/>
              <a:gd name="csX30" fmla="*/ 37038 w 134695"/>
              <a:gd name="csY30" fmla="*/ 56703 h 148844"/>
              <a:gd name="csX31" fmla="*/ 106334 w 134695"/>
              <a:gd name="csY31" fmla="*/ 77967 h 148844"/>
              <a:gd name="csX32" fmla="*/ 77973 w 134695"/>
              <a:gd name="csY32" fmla="*/ 106319 h 148844"/>
              <a:gd name="csX33" fmla="*/ 82889 w 134695"/>
              <a:gd name="csY33" fmla="*/ 122240 h 148844"/>
              <a:gd name="csX34" fmla="*/ 65365 w 134695"/>
              <a:gd name="csY34" fmla="*/ 139773 h 148844"/>
              <a:gd name="csX35" fmla="*/ 63800 w 134695"/>
              <a:gd name="csY35" fmla="*/ 143531 h 148844"/>
              <a:gd name="csX36" fmla="*/ 65365 w 134695"/>
              <a:gd name="csY36" fmla="*/ 147289 h 148844"/>
              <a:gd name="csX37" fmla="*/ 72869 w 134695"/>
              <a:gd name="csY37" fmla="*/ 147289 h 148844"/>
              <a:gd name="csX38" fmla="*/ 90409 w 134695"/>
              <a:gd name="csY38" fmla="*/ 129764 h 148844"/>
              <a:gd name="csX39" fmla="*/ 106334 w 134695"/>
              <a:gd name="csY39" fmla="*/ 134672 h 148844"/>
              <a:gd name="csX40" fmla="*/ 134695 w 134695"/>
              <a:gd name="csY40" fmla="*/ 106319 h 148844"/>
              <a:gd name="csX41" fmla="*/ 106334 w 134695"/>
              <a:gd name="csY41" fmla="*/ 77967 h 148844"/>
              <a:gd name="csX42" fmla="*/ 106334 w 134695"/>
              <a:gd name="csY42" fmla="*/ 88599 h 148844"/>
              <a:gd name="csX43" fmla="*/ 124062 w 134695"/>
              <a:gd name="csY43" fmla="*/ 106319 h 148844"/>
              <a:gd name="csX44" fmla="*/ 106334 w 134695"/>
              <a:gd name="csY44" fmla="*/ 124040 h 148844"/>
              <a:gd name="csX45" fmla="*/ 88606 w 134695"/>
              <a:gd name="csY45" fmla="*/ 106319 h 148844"/>
              <a:gd name="csX46" fmla="*/ 106334 w 134695"/>
              <a:gd name="csY46" fmla="*/ 88599 h 148844"/>
              <a:gd name="csX47" fmla="*/ 30131 w 134695"/>
              <a:gd name="csY47" fmla="*/ 109863 h 148844"/>
              <a:gd name="csX48" fmla="*/ 58475 w 134695"/>
              <a:gd name="csY48" fmla="*/ 109863 h 148844"/>
              <a:gd name="csX49" fmla="*/ 63800 w 134695"/>
              <a:gd name="csY49" fmla="*/ 115179 h 148844"/>
              <a:gd name="csX50" fmla="*/ 58475 w 134695"/>
              <a:gd name="csY50" fmla="*/ 120495 h 148844"/>
              <a:gd name="csX51" fmla="*/ 30131 w 134695"/>
              <a:gd name="csY51" fmla="*/ 120495 h 148844"/>
              <a:gd name="csX52" fmla="*/ 24806 w 134695"/>
              <a:gd name="csY52" fmla="*/ 115179 h 148844"/>
              <a:gd name="csX53" fmla="*/ 30131 w 134695"/>
              <a:gd name="csY53" fmla="*/ 109863 h 148844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5" y="0"/>
                  <a:pt x="4753" y="4807"/>
                  <a:pt x="4753" y="10715"/>
                </a:cubicBezTo>
                <a:lnTo>
                  <a:pt x="4753" y="84525"/>
                </a:lnTo>
                <a:cubicBezTo>
                  <a:pt x="4753" y="90433"/>
                  <a:pt x="9565" y="95240"/>
                  <a:pt x="15464" y="95240"/>
                </a:cubicBezTo>
                <a:lnTo>
                  <a:pt x="42942" y="95240"/>
                </a:lnTo>
                <a:cubicBezTo>
                  <a:pt x="43193" y="93466"/>
                  <a:pt x="44005" y="91830"/>
                  <a:pt x="45297" y="90539"/>
                </a:cubicBezTo>
                <a:lnTo>
                  <a:pt x="54532" y="81308"/>
                </a:lnTo>
                <a:cubicBezTo>
                  <a:pt x="53115" y="78227"/>
                  <a:pt x="52383" y="74870"/>
                  <a:pt x="52383" y="71430"/>
                </a:cubicBezTo>
                <a:cubicBezTo>
                  <a:pt x="52383" y="69799"/>
                  <a:pt x="52543" y="68206"/>
                  <a:pt x="52864" y="66668"/>
                </a:cubicBezTo>
                <a:lnTo>
                  <a:pt x="24996" y="66668"/>
                </a:lnTo>
                <a:cubicBezTo>
                  <a:pt x="23018" y="66668"/>
                  <a:pt x="21419" y="65070"/>
                  <a:pt x="21419" y="63096"/>
                </a:cubicBezTo>
                <a:cubicBezTo>
                  <a:pt x="21419" y="61122"/>
                  <a:pt x="23018" y="59525"/>
                  <a:pt x="24996" y="59525"/>
                </a:cubicBezTo>
                <a:lnTo>
                  <a:pt x="55573" y="59525"/>
                </a:lnTo>
                <a:cubicBezTo>
                  <a:pt x="59699" y="52413"/>
                  <a:pt x="67392" y="47620"/>
                  <a:pt x="76193" y="47620"/>
                </a:cubicBezTo>
                <a:cubicBezTo>
                  <a:pt x="77827" y="47620"/>
                  <a:pt x="79416" y="47785"/>
                  <a:pt x="80959" y="48099"/>
                </a:cubicBezTo>
                <a:lnTo>
                  <a:pt x="80959" y="10715"/>
                </a:lnTo>
                <a:cubicBezTo>
                  <a:pt x="80959" y="4807"/>
                  <a:pt x="76147" y="0"/>
                  <a:pt x="70238" y="0"/>
                </a:cubicBezTo>
                <a:lnTo>
                  <a:pt x="15464" y="0"/>
                </a:lnTo>
                <a:close/>
                <a:moveTo>
                  <a:pt x="42851" y="14286"/>
                </a:moveTo>
                <a:cubicBezTo>
                  <a:pt x="48120" y="14286"/>
                  <a:pt x="52383" y="18550"/>
                  <a:pt x="52383" y="23809"/>
                </a:cubicBezTo>
                <a:cubicBezTo>
                  <a:pt x="52383" y="29069"/>
                  <a:pt x="48120" y="33334"/>
                  <a:pt x="42851" y="33334"/>
                </a:cubicBezTo>
                <a:cubicBezTo>
                  <a:pt x="37592" y="33334"/>
                  <a:pt x="33329" y="29069"/>
                  <a:pt x="33329" y="23809"/>
                </a:cubicBezTo>
                <a:cubicBezTo>
                  <a:pt x="33329" y="18550"/>
                  <a:pt x="37592" y="14286"/>
                  <a:pt x="42851" y="14286"/>
                </a:cubicBezTo>
                <a:close/>
                <a:moveTo>
                  <a:pt x="29637" y="38096"/>
                </a:moveTo>
                <a:lnTo>
                  <a:pt x="56075" y="38096"/>
                </a:lnTo>
                <a:cubicBezTo>
                  <a:pt x="57985" y="38096"/>
                  <a:pt x="59527" y="39637"/>
                  <a:pt x="59527" y="41541"/>
                </a:cubicBezTo>
                <a:lnTo>
                  <a:pt x="59527" y="42267"/>
                </a:lnTo>
                <a:cubicBezTo>
                  <a:pt x="59527" y="47560"/>
                  <a:pt x="52772" y="52382"/>
                  <a:pt x="42851" y="52382"/>
                </a:cubicBezTo>
                <a:cubicBezTo>
                  <a:pt x="32940" y="52382"/>
                  <a:pt x="26185" y="47560"/>
                  <a:pt x="26185" y="42267"/>
                </a:cubicBezTo>
                <a:lnTo>
                  <a:pt x="26185" y="41541"/>
                </a:lnTo>
                <a:cubicBezTo>
                  <a:pt x="26185" y="39637"/>
                  <a:pt x="27728" y="38096"/>
                  <a:pt x="29637" y="38096"/>
                </a:cubicBezTo>
                <a:close/>
                <a:moveTo>
                  <a:pt x="76193" y="52382"/>
                </a:moveTo>
                <a:cubicBezTo>
                  <a:pt x="65689" y="52382"/>
                  <a:pt x="57139" y="60927"/>
                  <a:pt x="57139" y="71430"/>
                </a:cubicBezTo>
                <a:cubicBezTo>
                  <a:pt x="57139" y="75395"/>
                  <a:pt x="58361" y="79073"/>
                  <a:pt x="60441" y="82126"/>
                </a:cubicBezTo>
                <a:lnTo>
                  <a:pt x="48668" y="93906"/>
                </a:lnTo>
                <a:cubicBezTo>
                  <a:pt x="47960" y="94603"/>
                  <a:pt x="47617" y="95516"/>
                  <a:pt x="47617" y="96430"/>
                </a:cubicBezTo>
                <a:cubicBezTo>
                  <a:pt x="47617" y="97345"/>
                  <a:pt x="47971" y="98258"/>
                  <a:pt x="48668" y="98955"/>
                </a:cubicBezTo>
                <a:cubicBezTo>
                  <a:pt x="50063" y="100349"/>
                  <a:pt x="52315" y="100349"/>
                  <a:pt x="53710" y="98955"/>
                </a:cubicBezTo>
                <a:lnTo>
                  <a:pt x="65494" y="87181"/>
                </a:lnTo>
                <a:cubicBezTo>
                  <a:pt x="68546" y="89259"/>
                  <a:pt x="72226" y="90479"/>
                  <a:pt x="76193" y="90479"/>
                </a:cubicBezTo>
                <a:cubicBezTo>
                  <a:pt x="86697" y="90479"/>
                  <a:pt x="95247" y="81933"/>
                  <a:pt x="95247" y="71430"/>
                </a:cubicBezTo>
                <a:cubicBezTo>
                  <a:pt x="95247" y="60927"/>
                  <a:pt x="86697" y="52382"/>
                  <a:pt x="76193" y="52382"/>
                </a:cubicBezTo>
                <a:close/>
                <a:moveTo>
                  <a:pt x="76193" y="59525"/>
                </a:moveTo>
                <a:cubicBezTo>
                  <a:pt x="82753" y="59525"/>
                  <a:pt x="88103" y="64865"/>
                  <a:pt x="88103" y="71430"/>
                </a:cubicBezTo>
                <a:cubicBezTo>
                  <a:pt x="88103" y="77995"/>
                  <a:pt x="82753" y="83336"/>
                  <a:pt x="76193" y="83336"/>
                </a:cubicBezTo>
                <a:cubicBezTo>
                  <a:pt x="69632" y="83336"/>
                  <a:pt x="64282" y="77995"/>
                  <a:pt x="64282" y="71430"/>
                </a:cubicBezTo>
                <a:cubicBezTo>
                  <a:pt x="64282" y="64865"/>
                  <a:pt x="69632" y="59525"/>
                  <a:pt x="76193" y="59525"/>
                </a:cubicBezTo>
                <a:close/>
                <a:moveTo>
                  <a:pt x="24996" y="73811"/>
                </a:moveTo>
                <a:lnTo>
                  <a:pt x="44039" y="73811"/>
                </a:lnTo>
                <a:cubicBezTo>
                  <a:pt x="46017" y="73811"/>
                  <a:pt x="47617" y="75408"/>
                  <a:pt x="47617" y="77382"/>
                </a:cubicBezTo>
                <a:cubicBezTo>
                  <a:pt x="47617" y="79356"/>
                  <a:pt x="46017" y="80954"/>
                  <a:pt x="44039" y="80954"/>
                </a:cubicBezTo>
                <a:lnTo>
                  <a:pt x="24996" y="80954"/>
                </a:lnTo>
                <a:cubicBezTo>
                  <a:pt x="23018" y="80954"/>
                  <a:pt x="21419" y="79356"/>
                  <a:pt x="21419" y="77382"/>
                </a:cubicBezTo>
                <a:cubicBezTo>
                  <a:pt x="21419" y="75408"/>
                  <a:pt x="23018" y="73811"/>
                  <a:pt x="24996" y="7381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79" name="Белый — SVG 22">
            <a:extLst>
              <a:ext uri="{FF2B5EF4-FFF2-40B4-BE49-F238E27FC236}">
                <a16:creationId xmlns:a16="http://schemas.microsoft.com/office/drawing/2014/main" id="{AEB20F16-D21B-0240-A377-E8C0C208869C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31968 w 156115"/>
              <a:gd name="csY0" fmla="*/ 0 h 131203"/>
              <a:gd name="csX1" fmla="*/ 24465 w 156115"/>
              <a:gd name="csY1" fmla="*/ 3115 h 131203"/>
              <a:gd name="csX2" fmla="*/ 21335 w 156115"/>
              <a:gd name="csY2" fmla="*/ 10632 h 131203"/>
              <a:gd name="csX3" fmla="*/ 24465 w 156115"/>
              <a:gd name="csY3" fmla="*/ 18149 h 131203"/>
              <a:gd name="csX4" fmla="*/ 31968 w 156115"/>
              <a:gd name="csY4" fmla="*/ 21264 h 131203"/>
              <a:gd name="csX5" fmla="*/ 39488 w 156115"/>
              <a:gd name="csY5" fmla="*/ 18149 h 131203"/>
              <a:gd name="csX6" fmla="*/ 42602 w 156115"/>
              <a:gd name="csY6" fmla="*/ 10632 h 131203"/>
              <a:gd name="csX7" fmla="*/ 39488 w 156115"/>
              <a:gd name="csY7" fmla="*/ 3115 h 131203"/>
              <a:gd name="csX8" fmla="*/ 31968 w 156115"/>
              <a:gd name="csY8" fmla="*/ 0 h 131203"/>
              <a:gd name="csX9" fmla="*/ 124130 w 156115"/>
              <a:gd name="csY9" fmla="*/ 0 h 131203"/>
              <a:gd name="csX10" fmla="*/ 116610 w 156115"/>
              <a:gd name="csY10" fmla="*/ 3115 h 131203"/>
              <a:gd name="csX11" fmla="*/ 113496 w 156115"/>
              <a:gd name="csY11" fmla="*/ 10632 h 131203"/>
              <a:gd name="csX12" fmla="*/ 116610 w 156115"/>
              <a:gd name="csY12" fmla="*/ 18149 h 131203"/>
              <a:gd name="csX13" fmla="*/ 124130 w 156115"/>
              <a:gd name="csY13" fmla="*/ 21264 h 131203"/>
              <a:gd name="csX14" fmla="*/ 131650 w 156115"/>
              <a:gd name="csY14" fmla="*/ 18149 h 131203"/>
              <a:gd name="csX15" fmla="*/ 134763 w 156115"/>
              <a:gd name="csY15" fmla="*/ 10632 h 131203"/>
              <a:gd name="csX16" fmla="*/ 131650 w 156115"/>
              <a:gd name="csY16" fmla="*/ 3115 h 131203"/>
              <a:gd name="csX17" fmla="*/ 124130 w 156115"/>
              <a:gd name="csY17" fmla="*/ 0 h 131203"/>
              <a:gd name="csX18" fmla="*/ 78058 w 156115"/>
              <a:gd name="csY18" fmla="*/ 77 h 131203"/>
              <a:gd name="csX19" fmla="*/ 70538 w 156115"/>
              <a:gd name="csY19" fmla="*/ 3191 h 131203"/>
              <a:gd name="csX20" fmla="*/ 67424 w 156115"/>
              <a:gd name="csY20" fmla="*/ 10708 h 131203"/>
              <a:gd name="csX21" fmla="*/ 70538 w 156115"/>
              <a:gd name="csY21" fmla="*/ 18224 h 131203"/>
              <a:gd name="csX22" fmla="*/ 78058 w 156115"/>
              <a:gd name="csY22" fmla="*/ 21340 h 131203"/>
              <a:gd name="csX23" fmla="*/ 85578 w 156115"/>
              <a:gd name="csY23" fmla="*/ 18224 h 131203"/>
              <a:gd name="csX24" fmla="*/ 88691 w 156115"/>
              <a:gd name="csY24" fmla="*/ 10708 h 131203"/>
              <a:gd name="csX25" fmla="*/ 85578 w 156115"/>
              <a:gd name="csY25" fmla="*/ 3191 h 131203"/>
              <a:gd name="csX26" fmla="*/ 78058 w 156115"/>
              <a:gd name="csY26" fmla="*/ 77 h 131203"/>
              <a:gd name="csX27" fmla="*/ 124130 w 156115"/>
              <a:gd name="csY27" fmla="*/ 24732 h 131203"/>
              <a:gd name="csX28" fmla="*/ 106402 w 156115"/>
              <a:gd name="csY28" fmla="*/ 42528 h 131203"/>
              <a:gd name="csX29" fmla="*/ 95769 w 156115"/>
              <a:gd name="csY29" fmla="*/ 42528 h 131203"/>
              <a:gd name="csX30" fmla="*/ 78058 w 156115"/>
              <a:gd name="csY30" fmla="*/ 24807 h 131203"/>
              <a:gd name="csX31" fmla="*/ 60347 w 156115"/>
              <a:gd name="csY31" fmla="*/ 42528 h 131203"/>
              <a:gd name="csX32" fmla="*/ 49679 w 156115"/>
              <a:gd name="csY32" fmla="*/ 42528 h 131203"/>
              <a:gd name="csX33" fmla="*/ 31968 w 156115"/>
              <a:gd name="csY33" fmla="*/ 24807 h 131203"/>
              <a:gd name="csX34" fmla="*/ 14274 w 156115"/>
              <a:gd name="csY34" fmla="*/ 42528 h 131203"/>
              <a:gd name="csX35" fmla="*/ 5393 w 156115"/>
              <a:gd name="csY35" fmla="*/ 42528 h 131203"/>
              <a:gd name="csX36" fmla="*/ 3335 w 156115"/>
              <a:gd name="csY36" fmla="*/ 42910 h 131203"/>
              <a:gd name="csX37" fmla="*/ 1582 w 156115"/>
              <a:gd name="csY37" fmla="*/ 44059 h 131203"/>
              <a:gd name="csX38" fmla="*/ 408 w 156115"/>
              <a:gd name="csY38" fmla="*/ 45792 h 131203"/>
              <a:gd name="csX39" fmla="*/ 0 w 156115"/>
              <a:gd name="csY39" fmla="*/ 47844 h 131203"/>
              <a:gd name="csX40" fmla="*/ 408 w 156115"/>
              <a:gd name="csY40" fmla="*/ 49895 h 131203"/>
              <a:gd name="csX41" fmla="*/ 1582 w 156115"/>
              <a:gd name="csY41" fmla="*/ 51629 h 131203"/>
              <a:gd name="csX42" fmla="*/ 3335 w 156115"/>
              <a:gd name="csY42" fmla="*/ 52777 h 131203"/>
              <a:gd name="csX43" fmla="*/ 5393 w 156115"/>
              <a:gd name="csY43" fmla="*/ 53160 h 131203"/>
              <a:gd name="csX44" fmla="*/ 150722 w 156115"/>
              <a:gd name="csY44" fmla="*/ 53160 h 131203"/>
              <a:gd name="csX45" fmla="*/ 152780 w 156115"/>
              <a:gd name="csY45" fmla="*/ 52777 h 131203"/>
              <a:gd name="csX46" fmla="*/ 154516 w 156115"/>
              <a:gd name="csY46" fmla="*/ 51629 h 131203"/>
              <a:gd name="csX47" fmla="*/ 155690 w 156115"/>
              <a:gd name="csY47" fmla="*/ 49895 h 131203"/>
              <a:gd name="csX48" fmla="*/ 156115 w 156115"/>
              <a:gd name="csY48" fmla="*/ 47844 h 131203"/>
              <a:gd name="csX49" fmla="*/ 155690 w 156115"/>
              <a:gd name="csY49" fmla="*/ 45792 h 131203"/>
              <a:gd name="csX50" fmla="*/ 154516 w 156115"/>
              <a:gd name="csY50" fmla="*/ 44059 h 131203"/>
              <a:gd name="csX51" fmla="*/ 152780 w 156115"/>
              <a:gd name="csY51" fmla="*/ 42910 h 131203"/>
              <a:gd name="csX52" fmla="*/ 150722 w 156115"/>
              <a:gd name="csY52" fmla="*/ 42528 h 131203"/>
              <a:gd name="csX53" fmla="*/ 141858 w 156115"/>
              <a:gd name="csY53" fmla="*/ 42528 h 131203"/>
              <a:gd name="csX54" fmla="*/ 124130 w 156115"/>
              <a:gd name="csY54" fmla="*/ 24732 h 131203"/>
              <a:gd name="csX55" fmla="*/ 31968 w 156115"/>
              <a:gd name="csY55" fmla="*/ 63792 h 131203"/>
              <a:gd name="csX56" fmla="*/ 24465 w 156115"/>
              <a:gd name="csY56" fmla="*/ 66906 h 131203"/>
              <a:gd name="csX57" fmla="*/ 21335 w 156115"/>
              <a:gd name="csY57" fmla="*/ 74424 h 131203"/>
              <a:gd name="csX58" fmla="*/ 24465 w 156115"/>
              <a:gd name="csY58" fmla="*/ 81941 h 131203"/>
              <a:gd name="csX59" fmla="*/ 31968 w 156115"/>
              <a:gd name="csY59" fmla="*/ 85056 h 131203"/>
              <a:gd name="csX60" fmla="*/ 39488 w 156115"/>
              <a:gd name="csY60" fmla="*/ 81941 h 131203"/>
              <a:gd name="csX61" fmla="*/ 42602 w 156115"/>
              <a:gd name="csY61" fmla="*/ 74424 h 131203"/>
              <a:gd name="csX62" fmla="*/ 39488 w 156115"/>
              <a:gd name="csY62" fmla="*/ 66906 h 131203"/>
              <a:gd name="csX63" fmla="*/ 31968 w 156115"/>
              <a:gd name="csY63" fmla="*/ 63792 h 131203"/>
              <a:gd name="csX64" fmla="*/ 124130 w 156115"/>
              <a:gd name="csY64" fmla="*/ 63792 h 131203"/>
              <a:gd name="csX65" fmla="*/ 116610 w 156115"/>
              <a:gd name="csY65" fmla="*/ 66906 h 131203"/>
              <a:gd name="csX66" fmla="*/ 113496 w 156115"/>
              <a:gd name="csY66" fmla="*/ 74424 h 131203"/>
              <a:gd name="csX67" fmla="*/ 116610 w 156115"/>
              <a:gd name="csY67" fmla="*/ 81941 h 131203"/>
              <a:gd name="csX68" fmla="*/ 124130 w 156115"/>
              <a:gd name="csY68" fmla="*/ 85056 h 131203"/>
              <a:gd name="csX69" fmla="*/ 131650 w 156115"/>
              <a:gd name="csY69" fmla="*/ 81941 h 131203"/>
              <a:gd name="csX70" fmla="*/ 134763 w 156115"/>
              <a:gd name="csY70" fmla="*/ 74424 h 131203"/>
              <a:gd name="csX71" fmla="*/ 131650 w 156115"/>
              <a:gd name="csY71" fmla="*/ 66906 h 131203"/>
              <a:gd name="csX72" fmla="*/ 124130 w 156115"/>
              <a:gd name="csY72" fmla="*/ 63792 h 131203"/>
              <a:gd name="csX73" fmla="*/ 78058 w 156115"/>
              <a:gd name="csY73" fmla="*/ 63868 h 131203"/>
              <a:gd name="csX74" fmla="*/ 70538 w 156115"/>
              <a:gd name="csY74" fmla="*/ 66981 h 131203"/>
              <a:gd name="csX75" fmla="*/ 67424 w 156115"/>
              <a:gd name="csY75" fmla="*/ 74500 h 131203"/>
              <a:gd name="csX76" fmla="*/ 70538 w 156115"/>
              <a:gd name="csY76" fmla="*/ 82017 h 131203"/>
              <a:gd name="csX77" fmla="*/ 78058 w 156115"/>
              <a:gd name="csY77" fmla="*/ 85132 h 131203"/>
              <a:gd name="csX78" fmla="*/ 85578 w 156115"/>
              <a:gd name="csY78" fmla="*/ 82017 h 131203"/>
              <a:gd name="csX79" fmla="*/ 88691 w 156115"/>
              <a:gd name="csY79" fmla="*/ 74500 h 131203"/>
              <a:gd name="csX80" fmla="*/ 85578 w 156115"/>
              <a:gd name="csY80" fmla="*/ 66981 h 131203"/>
              <a:gd name="csX81" fmla="*/ 78058 w 156115"/>
              <a:gd name="csY81" fmla="*/ 63868 h 131203"/>
              <a:gd name="csX82" fmla="*/ 124130 w 156115"/>
              <a:gd name="csY82" fmla="*/ 88524 h 131203"/>
              <a:gd name="csX83" fmla="*/ 106402 w 156115"/>
              <a:gd name="csY83" fmla="*/ 106319 h 131203"/>
              <a:gd name="csX84" fmla="*/ 95769 w 156115"/>
              <a:gd name="csY84" fmla="*/ 106319 h 131203"/>
              <a:gd name="csX85" fmla="*/ 78058 w 156115"/>
              <a:gd name="csY85" fmla="*/ 88599 h 131203"/>
              <a:gd name="csX86" fmla="*/ 60347 w 156115"/>
              <a:gd name="csY86" fmla="*/ 106319 h 131203"/>
              <a:gd name="csX87" fmla="*/ 49679 w 156115"/>
              <a:gd name="csY87" fmla="*/ 106319 h 131203"/>
              <a:gd name="csX88" fmla="*/ 31968 w 156115"/>
              <a:gd name="csY88" fmla="*/ 88599 h 131203"/>
              <a:gd name="csX89" fmla="*/ 14257 w 156115"/>
              <a:gd name="csY89" fmla="*/ 106396 h 131203"/>
              <a:gd name="csX90" fmla="*/ 14274 w 156115"/>
              <a:gd name="csY90" fmla="*/ 106687 h 131203"/>
              <a:gd name="csX91" fmla="*/ 68 w 156115"/>
              <a:gd name="csY91" fmla="*/ 122301 h 131203"/>
              <a:gd name="csX92" fmla="*/ 68 w 156115"/>
              <a:gd name="csY92" fmla="*/ 125811 h 131203"/>
              <a:gd name="csX93" fmla="*/ 459 w 156115"/>
              <a:gd name="csY93" fmla="*/ 127869 h 131203"/>
              <a:gd name="csX94" fmla="*/ 1599 w 156115"/>
              <a:gd name="csY94" fmla="*/ 129620 h 131203"/>
              <a:gd name="csX95" fmla="*/ 3335 w 156115"/>
              <a:gd name="csY95" fmla="*/ 130792 h 131203"/>
              <a:gd name="csX96" fmla="*/ 5393 w 156115"/>
              <a:gd name="csY96" fmla="*/ 131203 h 131203"/>
              <a:gd name="csX97" fmla="*/ 7452 w 156115"/>
              <a:gd name="csY97" fmla="*/ 130792 h 131203"/>
              <a:gd name="csX98" fmla="*/ 9187 w 156115"/>
              <a:gd name="csY98" fmla="*/ 129620 h 131203"/>
              <a:gd name="csX99" fmla="*/ 10327 w 156115"/>
              <a:gd name="csY99" fmla="*/ 127869 h 131203"/>
              <a:gd name="csX100" fmla="*/ 10702 w 156115"/>
              <a:gd name="csY100" fmla="*/ 125811 h 131203"/>
              <a:gd name="csX101" fmla="*/ 10702 w 156115"/>
              <a:gd name="csY101" fmla="*/ 122301 h 131203"/>
              <a:gd name="csX102" fmla="*/ 16061 w 156115"/>
              <a:gd name="csY102" fmla="*/ 116951 h 131203"/>
              <a:gd name="csX103" fmla="*/ 140088 w 156115"/>
              <a:gd name="csY103" fmla="*/ 116951 h 131203"/>
              <a:gd name="csX104" fmla="*/ 143848 w 156115"/>
              <a:gd name="csY104" fmla="*/ 118510 h 131203"/>
              <a:gd name="csX105" fmla="*/ 145397 w 156115"/>
              <a:gd name="csY105" fmla="*/ 122267 h 131203"/>
              <a:gd name="csX106" fmla="*/ 145397 w 156115"/>
              <a:gd name="csY106" fmla="*/ 125811 h 131203"/>
              <a:gd name="csX107" fmla="*/ 145788 w 156115"/>
              <a:gd name="csY107" fmla="*/ 127869 h 131203"/>
              <a:gd name="csX108" fmla="*/ 146928 w 156115"/>
              <a:gd name="csY108" fmla="*/ 129620 h 131203"/>
              <a:gd name="csX109" fmla="*/ 148663 w 156115"/>
              <a:gd name="csY109" fmla="*/ 130792 h 131203"/>
              <a:gd name="csX110" fmla="*/ 150722 w 156115"/>
              <a:gd name="csY110" fmla="*/ 131203 h 131203"/>
              <a:gd name="csX111" fmla="*/ 152763 w 156115"/>
              <a:gd name="csY111" fmla="*/ 130792 h 131203"/>
              <a:gd name="csX112" fmla="*/ 154499 w 156115"/>
              <a:gd name="csY112" fmla="*/ 129620 h 131203"/>
              <a:gd name="csX113" fmla="*/ 155656 w 156115"/>
              <a:gd name="csY113" fmla="*/ 127869 h 131203"/>
              <a:gd name="csX114" fmla="*/ 156030 w 156115"/>
              <a:gd name="csY114" fmla="*/ 125811 h 131203"/>
              <a:gd name="csX115" fmla="*/ 156030 w 156115"/>
              <a:gd name="csY115" fmla="*/ 122267 h 131203"/>
              <a:gd name="csX116" fmla="*/ 151351 w 156115"/>
              <a:gd name="csY116" fmla="*/ 110992 h 131203"/>
              <a:gd name="csX117" fmla="*/ 141841 w 156115"/>
              <a:gd name="csY117" fmla="*/ 106673 h 131203"/>
              <a:gd name="csX118" fmla="*/ 141858 w 156115"/>
              <a:gd name="csY118" fmla="*/ 106319 h 131203"/>
              <a:gd name="csX119" fmla="*/ 124130 w 156115"/>
              <a:gd name="csY119" fmla="*/ 88524 h 131203"/>
            </a:gdLst>
            <a:ahLst/>
            <a:cxnLst/>
            <a:rect l="l" t="t" r="r" b="b"/>
            <a:pathLst>
              <a:path w="100000" h="100000">
                <a:moveTo>
                  <a:pt x="20477" y="7979"/>
                </a:moveTo>
                <a:cubicBezTo>
                  <a:pt x="18679" y="7979"/>
                  <a:pt x="16946" y="8696"/>
                  <a:pt x="15671" y="9974"/>
                </a:cubicBezTo>
                <a:cubicBezTo>
                  <a:pt x="14386" y="11251"/>
                  <a:pt x="13666" y="12982"/>
                  <a:pt x="13666" y="14789"/>
                </a:cubicBezTo>
                <a:cubicBezTo>
                  <a:pt x="13666" y="16595"/>
                  <a:pt x="14386" y="18327"/>
                  <a:pt x="15671" y="19604"/>
                </a:cubicBezTo>
                <a:cubicBezTo>
                  <a:pt x="16946" y="20883"/>
                  <a:pt x="18679" y="21599"/>
                  <a:pt x="20477" y="21599"/>
                </a:cubicBezTo>
                <a:cubicBezTo>
                  <a:pt x="22286" y="21599"/>
                  <a:pt x="24019" y="20883"/>
                  <a:pt x="25294" y="19604"/>
                </a:cubicBezTo>
                <a:cubicBezTo>
                  <a:pt x="26580" y="18327"/>
                  <a:pt x="27289" y="16595"/>
                  <a:pt x="27289" y="14789"/>
                </a:cubicBezTo>
                <a:cubicBezTo>
                  <a:pt x="27289" y="12982"/>
                  <a:pt x="26580" y="11251"/>
                  <a:pt x="25294" y="9974"/>
                </a:cubicBezTo>
                <a:cubicBezTo>
                  <a:pt x="24019" y="8696"/>
                  <a:pt x="22286" y="7979"/>
                  <a:pt x="20477" y="7979"/>
                </a:cubicBezTo>
                <a:close/>
                <a:moveTo>
                  <a:pt x="79512" y="7979"/>
                </a:moveTo>
                <a:cubicBezTo>
                  <a:pt x="77703" y="7979"/>
                  <a:pt x="75970" y="8696"/>
                  <a:pt x="74695" y="9974"/>
                </a:cubicBezTo>
                <a:cubicBezTo>
                  <a:pt x="73420" y="11251"/>
                  <a:pt x="72700" y="12982"/>
                  <a:pt x="72700" y="14789"/>
                </a:cubicBezTo>
                <a:cubicBezTo>
                  <a:pt x="72700" y="16595"/>
                  <a:pt x="73420" y="18327"/>
                  <a:pt x="74695" y="19604"/>
                </a:cubicBezTo>
                <a:cubicBezTo>
                  <a:pt x="75970" y="20883"/>
                  <a:pt x="77703" y="21599"/>
                  <a:pt x="79512" y="21599"/>
                </a:cubicBezTo>
                <a:cubicBezTo>
                  <a:pt x="81321" y="21599"/>
                  <a:pt x="83054" y="20883"/>
                  <a:pt x="84329" y="19604"/>
                </a:cubicBezTo>
                <a:cubicBezTo>
                  <a:pt x="85604" y="18327"/>
                  <a:pt x="86323" y="16595"/>
                  <a:pt x="86323" y="14789"/>
                </a:cubicBezTo>
                <a:cubicBezTo>
                  <a:pt x="86323" y="12982"/>
                  <a:pt x="85604" y="11251"/>
                  <a:pt x="84329" y="9974"/>
                </a:cubicBezTo>
                <a:cubicBezTo>
                  <a:pt x="83054" y="8696"/>
                  <a:pt x="81321" y="7979"/>
                  <a:pt x="79512" y="7979"/>
                </a:cubicBezTo>
                <a:close/>
                <a:moveTo>
                  <a:pt x="50000" y="8028"/>
                </a:moveTo>
                <a:cubicBezTo>
                  <a:pt x="48191" y="8028"/>
                  <a:pt x="46458" y="8746"/>
                  <a:pt x="45183" y="10023"/>
                </a:cubicBezTo>
                <a:cubicBezTo>
                  <a:pt x="43908" y="11300"/>
                  <a:pt x="43189" y="13033"/>
                  <a:pt x="43189" y="14838"/>
                </a:cubicBezTo>
                <a:cubicBezTo>
                  <a:pt x="43189" y="16643"/>
                  <a:pt x="43908" y="18375"/>
                  <a:pt x="45183" y="19652"/>
                </a:cubicBezTo>
                <a:cubicBezTo>
                  <a:pt x="46458" y="20929"/>
                  <a:pt x="48191" y="21648"/>
                  <a:pt x="50000" y="21648"/>
                </a:cubicBezTo>
                <a:cubicBezTo>
                  <a:pt x="51809" y="21648"/>
                  <a:pt x="53531" y="20929"/>
                  <a:pt x="54817" y="19652"/>
                </a:cubicBezTo>
                <a:cubicBezTo>
                  <a:pt x="56092" y="18375"/>
                  <a:pt x="56811" y="16643"/>
                  <a:pt x="56811" y="14838"/>
                </a:cubicBezTo>
                <a:cubicBezTo>
                  <a:pt x="56811" y="13033"/>
                  <a:pt x="56092" y="11300"/>
                  <a:pt x="54817" y="10023"/>
                </a:cubicBezTo>
                <a:cubicBezTo>
                  <a:pt x="53531" y="8746"/>
                  <a:pt x="51809" y="8028"/>
                  <a:pt x="50000" y="8028"/>
                </a:cubicBezTo>
                <a:close/>
                <a:moveTo>
                  <a:pt x="79512" y="23821"/>
                </a:moveTo>
                <a:cubicBezTo>
                  <a:pt x="73267" y="23821"/>
                  <a:pt x="68156" y="28976"/>
                  <a:pt x="68156" y="35220"/>
                </a:cubicBezTo>
                <a:lnTo>
                  <a:pt x="61345" y="35220"/>
                </a:lnTo>
                <a:cubicBezTo>
                  <a:pt x="61312" y="28999"/>
                  <a:pt x="56223" y="23869"/>
                  <a:pt x="50000" y="23869"/>
                </a:cubicBezTo>
                <a:cubicBezTo>
                  <a:pt x="43777" y="23869"/>
                  <a:pt x="38688" y="28999"/>
                  <a:pt x="38655" y="35220"/>
                </a:cubicBezTo>
                <a:lnTo>
                  <a:pt x="31822" y="35220"/>
                </a:lnTo>
                <a:cubicBezTo>
                  <a:pt x="31800" y="28999"/>
                  <a:pt x="26711" y="23869"/>
                  <a:pt x="20477" y="23869"/>
                </a:cubicBezTo>
                <a:cubicBezTo>
                  <a:pt x="14254" y="23869"/>
                  <a:pt x="9165" y="28999"/>
                  <a:pt x="9143" y="35220"/>
                </a:cubicBezTo>
                <a:lnTo>
                  <a:pt x="3455" y="35220"/>
                </a:lnTo>
                <a:cubicBezTo>
                  <a:pt x="3008" y="35214"/>
                  <a:pt x="2550" y="35298"/>
                  <a:pt x="2136" y="35465"/>
                </a:cubicBezTo>
                <a:cubicBezTo>
                  <a:pt x="1722" y="35633"/>
                  <a:pt x="1341" y="35884"/>
                  <a:pt x="1013" y="36201"/>
                </a:cubicBezTo>
                <a:cubicBezTo>
                  <a:pt x="698" y="36517"/>
                  <a:pt x="436" y="36895"/>
                  <a:pt x="261" y="37311"/>
                </a:cubicBezTo>
                <a:cubicBezTo>
                  <a:pt x="87" y="37727"/>
                  <a:pt x="0" y="38174"/>
                  <a:pt x="0" y="38625"/>
                </a:cubicBezTo>
                <a:cubicBezTo>
                  <a:pt x="0" y="39076"/>
                  <a:pt x="87" y="39523"/>
                  <a:pt x="261" y="39939"/>
                </a:cubicBezTo>
                <a:cubicBezTo>
                  <a:pt x="436" y="40356"/>
                  <a:pt x="698" y="40733"/>
                  <a:pt x="1013" y="41050"/>
                </a:cubicBezTo>
                <a:cubicBezTo>
                  <a:pt x="1341" y="41367"/>
                  <a:pt x="1722" y="41617"/>
                  <a:pt x="2136" y="41785"/>
                </a:cubicBezTo>
                <a:cubicBezTo>
                  <a:pt x="2550" y="41953"/>
                  <a:pt x="3008" y="42037"/>
                  <a:pt x="3455" y="42031"/>
                </a:cubicBezTo>
                <a:lnTo>
                  <a:pt x="96545" y="42031"/>
                </a:lnTo>
                <a:cubicBezTo>
                  <a:pt x="96992" y="42037"/>
                  <a:pt x="97439" y="41953"/>
                  <a:pt x="97864" y="41785"/>
                </a:cubicBezTo>
                <a:cubicBezTo>
                  <a:pt x="98278" y="41617"/>
                  <a:pt x="98659" y="41367"/>
                  <a:pt x="98976" y="41050"/>
                </a:cubicBezTo>
                <a:cubicBezTo>
                  <a:pt x="99302" y="40733"/>
                  <a:pt x="99553" y="40356"/>
                  <a:pt x="99728" y="39939"/>
                </a:cubicBezTo>
                <a:cubicBezTo>
                  <a:pt x="99902" y="39523"/>
                  <a:pt x="100000" y="39076"/>
                  <a:pt x="100000" y="38625"/>
                </a:cubicBezTo>
                <a:cubicBezTo>
                  <a:pt x="100000" y="38174"/>
                  <a:pt x="99902" y="37727"/>
                  <a:pt x="99728" y="37311"/>
                </a:cubicBezTo>
                <a:cubicBezTo>
                  <a:pt x="99553" y="36895"/>
                  <a:pt x="99302" y="36517"/>
                  <a:pt x="98976" y="36201"/>
                </a:cubicBezTo>
                <a:cubicBezTo>
                  <a:pt x="98659" y="35884"/>
                  <a:pt x="98278" y="35633"/>
                  <a:pt x="97864" y="35465"/>
                </a:cubicBezTo>
                <a:cubicBezTo>
                  <a:pt x="97439" y="35298"/>
                  <a:pt x="96992" y="35214"/>
                  <a:pt x="96545" y="35220"/>
                </a:cubicBezTo>
                <a:lnTo>
                  <a:pt x="90868" y="35220"/>
                </a:lnTo>
                <a:cubicBezTo>
                  <a:pt x="90868" y="28976"/>
                  <a:pt x="85756" y="23821"/>
                  <a:pt x="79512" y="23821"/>
                </a:cubicBezTo>
                <a:close/>
                <a:moveTo>
                  <a:pt x="20477" y="48841"/>
                </a:moveTo>
                <a:cubicBezTo>
                  <a:pt x="18679" y="48841"/>
                  <a:pt x="16946" y="49558"/>
                  <a:pt x="15671" y="50836"/>
                </a:cubicBezTo>
                <a:cubicBezTo>
                  <a:pt x="14386" y="52113"/>
                  <a:pt x="13666" y="53844"/>
                  <a:pt x="13666" y="55651"/>
                </a:cubicBezTo>
                <a:cubicBezTo>
                  <a:pt x="13666" y="57458"/>
                  <a:pt x="14386" y="59189"/>
                  <a:pt x="15671" y="60466"/>
                </a:cubicBezTo>
                <a:cubicBezTo>
                  <a:pt x="16946" y="61744"/>
                  <a:pt x="18679" y="62462"/>
                  <a:pt x="20477" y="62462"/>
                </a:cubicBezTo>
                <a:cubicBezTo>
                  <a:pt x="22286" y="62462"/>
                  <a:pt x="24019" y="61744"/>
                  <a:pt x="25294" y="60466"/>
                </a:cubicBezTo>
                <a:cubicBezTo>
                  <a:pt x="26580" y="59189"/>
                  <a:pt x="27289" y="57458"/>
                  <a:pt x="27289" y="55651"/>
                </a:cubicBezTo>
                <a:cubicBezTo>
                  <a:pt x="27289" y="53844"/>
                  <a:pt x="26580" y="52113"/>
                  <a:pt x="25294" y="50836"/>
                </a:cubicBezTo>
                <a:cubicBezTo>
                  <a:pt x="24019" y="49558"/>
                  <a:pt x="22286" y="48841"/>
                  <a:pt x="20477" y="48841"/>
                </a:cubicBezTo>
                <a:close/>
                <a:moveTo>
                  <a:pt x="79512" y="48841"/>
                </a:moveTo>
                <a:cubicBezTo>
                  <a:pt x="77703" y="48841"/>
                  <a:pt x="75970" y="49558"/>
                  <a:pt x="74695" y="50836"/>
                </a:cubicBezTo>
                <a:cubicBezTo>
                  <a:pt x="73420" y="52113"/>
                  <a:pt x="72700" y="53844"/>
                  <a:pt x="72700" y="55651"/>
                </a:cubicBezTo>
                <a:cubicBezTo>
                  <a:pt x="72700" y="57458"/>
                  <a:pt x="73420" y="59189"/>
                  <a:pt x="74695" y="60466"/>
                </a:cubicBezTo>
                <a:cubicBezTo>
                  <a:pt x="75970" y="61744"/>
                  <a:pt x="77703" y="62462"/>
                  <a:pt x="79512" y="62462"/>
                </a:cubicBezTo>
                <a:cubicBezTo>
                  <a:pt x="81321" y="62462"/>
                  <a:pt x="83054" y="61744"/>
                  <a:pt x="84329" y="60466"/>
                </a:cubicBezTo>
                <a:cubicBezTo>
                  <a:pt x="85604" y="59189"/>
                  <a:pt x="86323" y="57458"/>
                  <a:pt x="86323" y="55651"/>
                </a:cubicBezTo>
                <a:cubicBezTo>
                  <a:pt x="86323" y="53844"/>
                  <a:pt x="85604" y="52113"/>
                  <a:pt x="84329" y="50836"/>
                </a:cubicBezTo>
                <a:cubicBezTo>
                  <a:pt x="83054" y="49558"/>
                  <a:pt x="81321" y="48841"/>
                  <a:pt x="79512" y="48841"/>
                </a:cubicBezTo>
                <a:close/>
                <a:moveTo>
                  <a:pt x="50000" y="48890"/>
                </a:moveTo>
                <a:cubicBezTo>
                  <a:pt x="48191" y="48890"/>
                  <a:pt x="46458" y="49607"/>
                  <a:pt x="45183" y="50884"/>
                </a:cubicBezTo>
                <a:cubicBezTo>
                  <a:pt x="43908" y="52161"/>
                  <a:pt x="43189" y="53894"/>
                  <a:pt x="43189" y="55700"/>
                </a:cubicBezTo>
                <a:cubicBezTo>
                  <a:pt x="43189" y="57506"/>
                  <a:pt x="43908" y="59238"/>
                  <a:pt x="45183" y="60515"/>
                </a:cubicBezTo>
                <a:cubicBezTo>
                  <a:pt x="46458" y="61792"/>
                  <a:pt x="48191" y="62510"/>
                  <a:pt x="50000" y="62510"/>
                </a:cubicBezTo>
                <a:cubicBezTo>
                  <a:pt x="51809" y="62510"/>
                  <a:pt x="53542" y="61792"/>
                  <a:pt x="54817" y="60515"/>
                </a:cubicBezTo>
                <a:cubicBezTo>
                  <a:pt x="56092" y="59238"/>
                  <a:pt x="56811" y="57506"/>
                  <a:pt x="56811" y="55700"/>
                </a:cubicBezTo>
                <a:cubicBezTo>
                  <a:pt x="56811" y="53894"/>
                  <a:pt x="56092" y="52161"/>
                  <a:pt x="54817" y="50884"/>
                </a:cubicBezTo>
                <a:cubicBezTo>
                  <a:pt x="53542" y="49607"/>
                  <a:pt x="51809" y="48890"/>
                  <a:pt x="50000" y="48890"/>
                </a:cubicBezTo>
                <a:close/>
                <a:moveTo>
                  <a:pt x="79512" y="64683"/>
                </a:moveTo>
                <a:cubicBezTo>
                  <a:pt x="73267" y="64683"/>
                  <a:pt x="68156" y="69838"/>
                  <a:pt x="68156" y="76082"/>
                </a:cubicBezTo>
                <a:lnTo>
                  <a:pt x="61345" y="76082"/>
                </a:lnTo>
                <a:cubicBezTo>
                  <a:pt x="61312" y="69861"/>
                  <a:pt x="56223" y="64731"/>
                  <a:pt x="50000" y="64731"/>
                </a:cubicBezTo>
                <a:cubicBezTo>
                  <a:pt x="43777" y="64731"/>
                  <a:pt x="38688" y="69861"/>
                  <a:pt x="38655" y="76082"/>
                </a:cubicBezTo>
                <a:lnTo>
                  <a:pt x="31822" y="76082"/>
                </a:lnTo>
                <a:cubicBezTo>
                  <a:pt x="31800" y="69861"/>
                  <a:pt x="26711" y="64731"/>
                  <a:pt x="20477" y="64731"/>
                </a:cubicBezTo>
                <a:cubicBezTo>
                  <a:pt x="14243" y="64731"/>
                  <a:pt x="9132" y="69886"/>
                  <a:pt x="9132" y="76131"/>
                </a:cubicBezTo>
                <a:cubicBezTo>
                  <a:pt x="9132" y="76193"/>
                  <a:pt x="9132" y="76255"/>
                  <a:pt x="9143" y="76317"/>
                </a:cubicBezTo>
                <a:cubicBezTo>
                  <a:pt x="4087" y="76920"/>
                  <a:pt x="44" y="81113"/>
                  <a:pt x="44" y="86319"/>
                </a:cubicBezTo>
                <a:lnTo>
                  <a:pt x="44" y="88567"/>
                </a:lnTo>
                <a:cubicBezTo>
                  <a:pt x="44" y="89018"/>
                  <a:pt x="131" y="89467"/>
                  <a:pt x="294" y="89886"/>
                </a:cubicBezTo>
                <a:cubicBezTo>
                  <a:pt x="458" y="90304"/>
                  <a:pt x="708" y="90686"/>
                  <a:pt x="1024" y="91007"/>
                </a:cubicBezTo>
                <a:cubicBezTo>
                  <a:pt x="1341" y="91328"/>
                  <a:pt x="1722" y="91583"/>
                  <a:pt x="2136" y="91758"/>
                </a:cubicBezTo>
                <a:cubicBezTo>
                  <a:pt x="2561" y="91932"/>
                  <a:pt x="3008" y="92021"/>
                  <a:pt x="3455" y="92021"/>
                </a:cubicBezTo>
                <a:cubicBezTo>
                  <a:pt x="3902" y="92021"/>
                  <a:pt x="4348" y="91932"/>
                  <a:pt x="4773" y="91758"/>
                </a:cubicBezTo>
                <a:cubicBezTo>
                  <a:pt x="5187" y="91583"/>
                  <a:pt x="5558" y="91328"/>
                  <a:pt x="5885" y="91007"/>
                </a:cubicBezTo>
                <a:cubicBezTo>
                  <a:pt x="6201" y="90686"/>
                  <a:pt x="6452" y="90304"/>
                  <a:pt x="6615" y="89886"/>
                </a:cubicBezTo>
                <a:cubicBezTo>
                  <a:pt x="6778" y="89467"/>
                  <a:pt x="6866" y="89018"/>
                  <a:pt x="6855" y="88567"/>
                </a:cubicBezTo>
                <a:lnTo>
                  <a:pt x="6855" y="86319"/>
                </a:lnTo>
                <a:cubicBezTo>
                  <a:pt x="6855" y="84387"/>
                  <a:pt x="8359" y="82892"/>
                  <a:pt x="10288" y="82892"/>
                </a:cubicBezTo>
                <a:lnTo>
                  <a:pt x="89734" y="82892"/>
                </a:lnTo>
                <a:cubicBezTo>
                  <a:pt x="90628" y="82892"/>
                  <a:pt x="91500" y="83249"/>
                  <a:pt x="92142" y="83891"/>
                </a:cubicBezTo>
                <a:cubicBezTo>
                  <a:pt x="92775" y="84531"/>
                  <a:pt x="93135" y="85395"/>
                  <a:pt x="93135" y="86297"/>
                </a:cubicBezTo>
                <a:lnTo>
                  <a:pt x="93135" y="88567"/>
                </a:lnTo>
                <a:cubicBezTo>
                  <a:pt x="93135" y="89018"/>
                  <a:pt x="93211" y="89467"/>
                  <a:pt x="93385" y="89886"/>
                </a:cubicBezTo>
                <a:cubicBezTo>
                  <a:pt x="93548" y="90304"/>
                  <a:pt x="93799" y="90686"/>
                  <a:pt x="94115" y="91007"/>
                </a:cubicBezTo>
                <a:cubicBezTo>
                  <a:pt x="94431" y="91328"/>
                  <a:pt x="94813" y="91583"/>
                  <a:pt x="95227" y="91758"/>
                </a:cubicBezTo>
                <a:cubicBezTo>
                  <a:pt x="95641" y="91932"/>
                  <a:pt x="96087" y="92021"/>
                  <a:pt x="96545" y="92021"/>
                </a:cubicBezTo>
                <a:cubicBezTo>
                  <a:pt x="96992" y="92021"/>
                  <a:pt x="97439" y="91932"/>
                  <a:pt x="97853" y="91758"/>
                </a:cubicBezTo>
                <a:cubicBezTo>
                  <a:pt x="98267" y="91583"/>
                  <a:pt x="98648" y="91328"/>
                  <a:pt x="98965" y="91007"/>
                </a:cubicBezTo>
                <a:cubicBezTo>
                  <a:pt x="99281" y="90686"/>
                  <a:pt x="99531" y="90304"/>
                  <a:pt x="99706" y="89886"/>
                </a:cubicBezTo>
                <a:cubicBezTo>
                  <a:pt x="99869" y="89467"/>
                  <a:pt x="99956" y="89018"/>
                  <a:pt x="99946" y="88567"/>
                </a:cubicBezTo>
                <a:lnTo>
                  <a:pt x="99946" y="86297"/>
                </a:lnTo>
                <a:cubicBezTo>
                  <a:pt x="99946" y="83591"/>
                  <a:pt x="98867" y="80990"/>
                  <a:pt x="96948" y="79075"/>
                </a:cubicBezTo>
                <a:cubicBezTo>
                  <a:pt x="95314" y="77437"/>
                  <a:pt x="93135" y="76570"/>
                  <a:pt x="90857" y="76308"/>
                </a:cubicBezTo>
                <a:cubicBezTo>
                  <a:pt x="90868" y="76232"/>
                  <a:pt x="90868" y="76157"/>
                  <a:pt x="90868" y="76082"/>
                </a:cubicBezTo>
                <a:cubicBezTo>
                  <a:pt x="90868" y="69838"/>
                  <a:pt x="85756" y="64683"/>
                  <a:pt x="79512" y="6468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0" name="Белый — SVG 23">
            <a:extLst>
              <a:ext uri="{FF2B5EF4-FFF2-40B4-BE49-F238E27FC236}">
                <a16:creationId xmlns:a16="http://schemas.microsoft.com/office/drawing/2014/main" id="{1C7E546C-E551-204E-B2C6-674AD2F55C99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115130 w 152406"/>
              <a:gd name="csY0" fmla="*/ 0 h 169288"/>
              <a:gd name="csX1" fmla="*/ 112016 w 152406"/>
              <a:gd name="csY1" fmla="*/ 1344 h 169288"/>
              <a:gd name="csX2" fmla="*/ 110757 w 152406"/>
              <a:gd name="csY2" fmla="*/ 4493 h 169288"/>
              <a:gd name="csX3" fmla="*/ 110757 w 152406"/>
              <a:gd name="csY3" fmla="*/ 5871 h 169288"/>
              <a:gd name="csX4" fmla="*/ 88215 w 152406"/>
              <a:gd name="csY4" fmla="*/ 28416 h 169288"/>
              <a:gd name="csX5" fmla="*/ 86837 w 152406"/>
              <a:gd name="csY5" fmla="*/ 28416 h 169288"/>
              <a:gd name="csX6" fmla="*/ 85118 w 152406"/>
              <a:gd name="csY6" fmla="*/ 28734 h 169288"/>
              <a:gd name="csX7" fmla="*/ 83672 w 152406"/>
              <a:gd name="csY7" fmla="*/ 29690 h 169288"/>
              <a:gd name="csX8" fmla="*/ 82685 w 152406"/>
              <a:gd name="csY8" fmla="*/ 31136 h 169288"/>
              <a:gd name="csX9" fmla="*/ 82345 w 152406"/>
              <a:gd name="csY9" fmla="*/ 32845 h 169288"/>
              <a:gd name="csX10" fmla="*/ 82685 w 152406"/>
              <a:gd name="csY10" fmla="*/ 34555 h 169288"/>
              <a:gd name="csX11" fmla="*/ 83672 w 152406"/>
              <a:gd name="csY11" fmla="*/ 35999 h 169288"/>
              <a:gd name="csX12" fmla="*/ 85118 w 152406"/>
              <a:gd name="csY12" fmla="*/ 36955 h 169288"/>
              <a:gd name="csX13" fmla="*/ 86837 w 152406"/>
              <a:gd name="csY13" fmla="*/ 37275 h 169288"/>
              <a:gd name="csX14" fmla="*/ 88215 w 152406"/>
              <a:gd name="csY14" fmla="*/ 37275 h 169288"/>
              <a:gd name="csX15" fmla="*/ 110757 w 152406"/>
              <a:gd name="csY15" fmla="*/ 59820 h 169288"/>
              <a:gd name="csX16" fmla="*/ 110757 w 152406"/>
              <a:gd name="csY16" fmla="*/ 61196 h 169288"/>
              <a:gd name="csX17" fmla="*/ 111081 w 152406"/>
              <a:gd name="csY17" fmla="*/ 62911 h 169288"/>
              <a:gd name="csX18" fmla="*/ 112033 w 152406"/>
              <a:gd name="csY18" fmla="*/ 64371 h 169288"/>
              <a:gd name="csX19" fmla="*/ 113479 w 152406"/>
              <a:gd name="csY19" fmla="*/ 65347 h 169288"/>
              <a:gd name="csX20" fmla="*/ 115198 w 152406"/>
              <a:gd name="csY20" fmla="*/ 65691 h 169288"/>
              <a:gd name="csX21" fmla="*/ 116899 w 152406"/>
              <a:gd name="csY21" fmla="*/ 65347 h 169288"/>
              <a:gd name="csX22" fmla="*/ 118345 w 152406"/>
              <a:gd name="csY22" fmla="*/ 64371 h 169288"/>
              <a:gd name="csX23" fmla="*/ 119298 w 152406"/>
              <a:gd name="csY23" fmla="*/ 62911 h 169288"/>
              <a:gd name="csX24" fmla="*/ 119621 w 152406"/>
              <a:gd name="csY24" fmla="*/ 61196 h 169288"/>
              <a:gd name="csX25" fmla="*/ 119621 w 152406"/>
              <a:gd name="csY25" fmla="*/ 59820 h 169288"/>
              <a:gd name="csX26" fmla="*/ 142181 w 152406"/>
              <a:gd name="csY26" fmla="*/ 37275 h 169288"/>
              <a:gd name="csX27" fmla="*/ 143542 w 152406"/>
              <a:gd name="csY27" fmla="*/ 37275 h 169288"/>
              <a:gd name="csX28" fmla="*/ 145260 w 152406"/>
              <a:gd name="csY28" fmla="*/ 36955 h 169288"/>
              <a:gd name="csX29" fmla="*/ 146724 w 152406"/>
              <a:gd name="csY29" fmla="*/ 35999 h 169288"/>
              <a:gd name="csX30" fmla="*/ 147694 w 152406"/>
              <a:gd name="csY30" fmla="*/ 34555 h 169288"/>
              <a:gd name="csX31" fmla="*/ 148051 w 152406"/>
              <a:gd name="csY31" fmla="*/ 32845 h 169288"/>
              <a:gd name="csX32" fmla="*/ 147694 w 152406"/>
              <a:gd name="csY32" fmla="*/ 31136 h 169288"/>
              <a:gd name="csX33" fmla="*/ 146724 w 152406"/>
              <a:gd name="csY33" fmla="*/ 29690 h 169288"/>
              <a:gd name="csX34" fmla="*/ 145260 w 152406"/>
              <a:gd name="csY34" fmla="*/ 28734 h 169288"/>
              <a:gd name="csX35" fmla="*/ 143542 w 152406"/>
              <a:gd name="csY35" fmla="*/ 28416 h 169288"/>
              <a:gd name="csX36" fmla="*/ 142181 w 152406"/>
              <a:gd name="csY36" fmla="*/ 28416 h 169288"/>
              <a:gd name="csX37" fmla="*/ 119621 w 152406"/>
              <a:gd name="csY37" fmla="*/ 5871 h 169288"/>
              <a:gd name="csX38" fmla="*/ 119621 w 152406"/>
              <a:gd name="csY38" fmla="*/ 4493 h 169288"/>
              <a:gd name="csX39" fmla="*/ 119298 w 152406"/>
              <a:gd name="csY39" fmla="*/ 2763 h 169288"/>
              <a:gd name="csX40" fmla="*/ 118328 w 152406"/>
              <a:gd name="csY40" fmla="*/ 1295 h 169288"/>
              <a:gd name="csX41" fmla="*/ 116865 w 152406"/>
              <a:gd name="csY41" fmla="*/ 324 h 169288"/>
              <a:gd name="csX42" fmla="*/ 115130 w 152406"/>
              <a:gd name="csY42" fmla="*/ 0 h 169288"/>
              <a:gd name="csX43" fmla="*/ 110757 w 152406"/>
              <a:gd name="csY43" fmla="*/ 16765 h 169288"/>
              <a:gd name="csX44" fmla="*/ 110757 w 152406"/>
              <a:gd name="csY44" fmla="*/ 21819 h 169288"/>
              <a:gd name="csX45" fmla="*/ 111081 w 152406"/>
              <a:gd name="csY45" fmla="*/ 23534 h 169288"/>
              <a:gd name="csX46" fmla="*/ 112033 w 152406"/>
              <a:gd name="csY46" fmla="*/ 24991 h 169288"/>
              <a:gd name="csX47" fmla="*/ 113479 w 152406"/>
              <a:gd name="csY47" fmla="*/ 25968 h 169288"/>
              <a:gd name="csX48" fmla="*/ 115198 w 152406"/>
              <a:gd name="csY48" fmla="*/ 26312 h 169288"/>
              <a:gd name="csX49" fmla="*/ 116899 w 152406"/>
              <a:gd name="csY49" fmla="*/ 25968 h 169288"/>
              <a:gd name="csX50" fmla="*/ 118345 w 152406"/>
              <a:gd name="csY50" fmla="*/ 24991 h 169288"/>
              <a:gd name="csX51" fmla="*/ 119298 w 152406"/>
              <a:gd name="csY51" fmla="*/ 23534 h 169288"/>
              <a:gd name="csX52" fmla="*/ 119621 w 152406"/>
              <a:gd name="csY52" fmla="*/ 21819 h 169288"/>
              <a:gd name="csX53" fmla="*/ 119621 w 152406"/>
              <a:gd name="csY53" fmla="*/ 16765 h 169288"/>
              <a:gd name="csX54" fmla="*/ 131275 w 152406"/>
              <a:gd name="csY54" fmla="*/ 28416 h 169288"/>
              <a:gd name="csX55" fmla="*/ 126222 w 152406"/>
              <a:gd name="csY55" fmla="*/ 28416 h 169288"/>
              <a:gd name="csX56" fmla="*/ 124504 w 152406"/>
              <a:gd name="csY56" fmla="*/ 28734 h 169288"/>
              <a:gd name="csX57" fmla="*/ 123041 w 152406"/>
              <a:gd name="csY57" fmla="*/ 29690 h 169288"/>
              <a:gd name="csX58" fmla="*/ 122071 w 152406"/>
              <a:gd name="csY58" fmla="*/ 31136 h 169288"/>
              <a:gd name="csX59" fmla="*/ 121731 w 152406"/>
              <a:gd name="csY59" fmla="*/ 32845 h 169288"/>
              <a:gd name="csX60" fmla="*/ 122071 w 152406"/>
              <a:gd name="csY60" fmla="*/ 34555 h 169288"/>
              <a:gd name="csX61" fmla="*/ 123041 w 152406"/>
              <a:gd name="csY61" fmla="*/ 35999 h 169288"/>
              <a:gd name="csX62" fmla="*/ 124504 w 152406"/>
              <a:gd name="csY62" fmla="*/ 36955 h 169288"/>
              <a:gd name="csX63" fmla="*/ 126222 w 152406"/>
              <a:gd name="csY63" fmla="*/ 37275 h 169288"/>
              <a:gd name="csX64" fmla="*/ 131275 w 152406"/>
              <a:gd name="csY64" fmla="*/ 37275 h 169288"/>
              <a:gd name="csX65" fmla="*/ 119621 w 152406"/>
              <a:gd name="csY65" fmla="*/ 48924 h 169288"/>
              <a:gd name="csX66" fmla="*/ 119621 w 152406"/>
              <a:gd name="csY66" fmla="*/ 43872 h 169288"/>
              <a:gd name="csX67" fmla="*/ 119298 w 152406"/>
              <a:gd name="csY67" fmla="*/ 42140 h 169288"/>
              <a:gd name="csX68" fmla="*/ 118328 w 152406"/>
              <a:gd name="csY68" fmla="*/ 40674 h 169288"/>
              <a:gd name="csX69" fmla="*/ 116865 w 152406"/>
              <a:gd name="csY69" fmla="*/ 39703 h 169288"/>
              <a:gd name="csX70" fmla="*/ 115130 w 152406"/>
              <a:gd name="csY70" fmla="*/ 39379 h 169288"/>
              <a:gd name="csX71" fmla="*/ 112016 w 152406"/>
              <a:gd name="csY71" fmla="*/ 40723 h 169288"/>
              <a:gd name="csX72" fmla="*/ 110757 w 152406"/>
              <a:gd name="csY72" fmla="*/ 43872 h 169288"/>
              <a:gd name="csX73" fmla="*/ 110757 w 152406"/>
              <a:gd name="csY73" fmla="*/ 48924 h 169288"/>
              <a:gd name="csX74" fmla="*/ 99120 w 152406"/>
              <a:gd name="csY74" fmla="*/ 37275 h 169288"/>
              <a:gd name="csX75" fmla="*/ 104173 w 152406"/>
              <a:gd name="csY75" fmla="*/ 37275 h 169288"/>
              <a:gd name="csX76" fmla="*/ 105874 w 152406"/>
              <a:gd name="csY76" fmla="*/ 36955 h 169288"/>
              <a:gd name="csX77" fmla="*/ 107338 w 152406"/>
              <a:gd name="csY77" fmla="*/ 35999 h 169288"/>
              <a:gd name="csX78" fmla="*/ 108324 w 152406"/>
              <a:gd name="csY78" fmla="*/ 34555 h 169288"/>
              <a:gd name="csX79" fmla="*/ 108665 w 152406"/>
              <a:gd name="csY79" fmla="*/ 32845 h 169288"/>
              <a:gd name="csX80" fmla="*/ 108324 w 152406"/>
              <a:gd name="csY80" fmla="*/ 31136 h 169288"/>
              <a:gd name="csX81" fmla="*/ 107338 w 152406"/>
              <a:gd name="csY81" fmla="*/ 29690 h 169288"/>
              <a:gd name="csX82" fmla="*/ 105874 w 152406"/>
              <a:gd name="csY82" fmla="*/ 28734 h 169288"/>
              <a:gd name="csX83" fmla="*/ 104173 w 152406"/>
              <a:gd name="csY83" fmla="*/ 28416 h 169288"/>
              <a:gd name="csX84" fmla="*/ 99120 w 152406"/>
              <a:gd name="csY84" fmla="*/ 28416 h 169288"/>
              <a:gd name="csX85" fmla="*/ 110757 w 152406"/>
              <a:gd name="csY85" fmla="*/ 16765 h 169288"/>
              <a:gd name="csX86" fmla="*/ 76101 w 152406"/>
              <a:gd name="csY86" fmla="*/ 45201 h 169288"/>
              <a:gd name="csX87" fmla="*/ 75522 w 152406"/>
              <a:gd name="csY87" fmla="*/ 45248 h 169288"/>
              <a:gd name="csX88" fmla="*/ 54936 w 152406"/>
              <a:gd name="csY88" fmla="*/ 45248 h 169288"/>
              <a:gd name="csX89" fmla="*/ 52878 w 152406"/>
              <a:gd name="csY89" fmla="*/ 45633 h 169288"/>
              <a:gd name="csX90" fmla="*/ 51125 w 152406"/>
              <a:gd name="csY90" fmla="*/ 46779 h 169288"/>
              <a:gd name="csX91" fmla="*/ 49952 w 152406"/>
              <a:gd name="csY91" fmla="*/ 48513 h 169288"/>
              <a:gd name="csX92" fmla="*/ 49543 w 152406"/>
              <a:gd name="csY92" fmla="*/ 50564 h 169288"/>
              <a:gd name="csX93" fmla="*/ 49952 w 152406"/>
              <a:gd name="csY93" fmla="*/ 52618 h 169288"/>
              <a:gd name="csX94" fmla="*/ 51125 w 152406"/>
              <a:gd name="csY94" fmla="*/ 54351 h 169288"/>
              <a:gd name="csX95" fmla="*/ 52878 w 152406"/>
              <a:gd name="csY95" fmla="*/ 55498 h 169288"/>
              <a:gd name="csX96" fmla="*/ 54936 w 152406"/>
              <a:gd name="csY96" fmla="*/ 55880 h 169288"/>
              <a:gd name="csX97" fmla="*/ 62712 w 152406"/>
              <a:gd name="csY97" fmla="*/ 55880 h 169288"/>
              <a:gd name="csX98" fmla="*/ 11535 w 152406"/>
              <a:gd name="csY98" fmla="*/ 80757 h 169288"/>
              <a:gd name="csX99" fmla="*/ 8081 w 152406"/>
              <a:gd name="csY99" fmla="*/ 82911 h 169288"/>
              <a:gd name="csX100" fmla="*/ 7163 w 152406"/>
              <a:gd name="csY100" fmla="*/ 86876 h 169288"/>
              <a:gd name="csX101" fmla="*/ 9306 w 152406"/>
              <a:gd name="csY101" fmla="*/ 90331 h 169288"/>
              <a:gd name="csX102" fmla="*/ 13271 w 152406"/>
              <a:gd name="csY102" fmla="*/ 91251 h 169288"/>
              <a:gd name="csX103" fmla="*/ 70895 w 152406"/>
              <a:gd name="csY103" fmla="*/ 62664 h 169288"/>
              <a:gd name="csX104" fmla="*/ 70895 w 152406"/>
              <a:gd name="csY104" fmla="*/ 71828 h 169288"/>
              <a:gd name="csX105" fmla="*/ 71269 w 152406"/>
              <a:gd name="csY105" fmla="*/ 73887 h 169288"/>
              <a:gd name="csX106" fmla="*/ 72426 w 152406"/>
              <a:gd name="csY106" fmla="*/ 75637 h 169288"/>
              <a:gd name="csX107" fmla="*/ 74162 w 152406"/>
              <a:gd name="csY107" fmla="*/ 76809 h 169288"/>
              <a:gd name="csX108" fmla="*/ 76203 w 152406"/>
              <a:gd name="csY108" fmla="*/ 77221 h 169288"/>
              <a:gd name="csX109" fmla="*/ 78262 w 152406"/>
              <a:gd name="csY109" fmla="*/ 76809 h 169288"/>
              <a:gd name="csX110" fmla="*/ 79997 w 152406"/>
              <a:gd name="csY110" fmla="*/ 75637 h 169288"/>
              <a:gd name="csX111" fmla="*/ 81137 w 152406"/>
              <a:gd name="csY111" fmla="*/ 73887 h 169288"/>
              <a:gd name="csX112" fmla="*/ 81528 w 152406"/>
              <a:gd name="csY112" fmla="*/ 71828 h 169288"/>
              <a:gd name="csX113" fmla="*/ 81528 w 152406"/>
              <a:gd name="csY113" fmla="*/ 51236 h 169288"/>
              <a:gd name="csX114" fmla="*/ 81341 w 152406"/>
              <a:gd name="csY114" fmla="*/ 48955 h 169288"/>
              <a:gd name="csX115" fmla="*/ 80218 w 152406"/>
              <a:gd name="csY115" fmla="*/ 46963 h 169288"/>
              <a:gd name="csX116" fmla="*/ 78347 w 152406"/>
              <a:gd name="csY116" fmla="*/ 45629 h 169288"/>
              <a:gd name="csX117" fmla="*/ 76101 w 152406"/>
              <a:gd name="csY117" fmla="*/ 45201 h 169288"/>
              <a:gd name="csX118" fmla="*/ 120506 w 152406"/>
              <a:gd name="csY118" fmla="*/ 77144 h 169288"/>
              <a:gd name="csX119" fmla="*/ 107984 w 152406"/>
              <a:gd name="csY119" fmla="*/ 82334 h 169288"/>
              <a:gd name="csX120" fmla="*/ 102795 w 152406"/>
              <a:gd name="csY120" fmla="*/ 94865 h 169288"/>
              <a:gd name="csX121" fmla="*/ 107984 w 152406"/>
              <a:gd name="csY121" fmla="*/ 107395 h 169288"/>
              <a:gd name="csX122" fmla="*/ 120506 w 152406"/>
              <a:gd name="csY122" fmla="*/ 112585 h 169288"/>
              <a:gd name="csX123" fmla="*/ 133045 w 152406"/>
              <a:gd name="csY123" fmla="*/ 107395 h 169288"/>
              <a:gd name="csX124" fmla="*/ 138234 w 152406"/>
              <a:gd name="csY124" fmla="*/ 94865 h 169288"/>
              <a:gd name="csX125" fmla="*/ 133045 w 152406"/>
              <a:gd name="csY125" fmla="*/ 82334 h 169288"/>
              <a:gd name="csX126" fmla="*/ 120506 w 152406"/>
              <a:gd name="csY126" fmla="*/ 77144 h 169288"/>
              <a:gd name="csX127" fmla="*/ 72664 w 152406"/>
              <a:gd name="csY127" fmla="*/ 91321 h 169288"/>
              <a:gd name="csX128" fmla="*/ 61385 w 152406"/>
              <a:gd name="csY128" fmla="*/ 95992 h 169288"/>
              <a:gd name="csX129" fmla="*/ 56706 w 152406"/>
              <a:gd name="csY129" fmla="*/ 107269 h 169288"/>
              <a:gd name="csX130" fmla="*/ 61385 w 152406"/>
              <a:gd name="csY130" fmla="*/ 118546 h 169288"/>
              <a:gd name="csX131" fmla="*/ 72664 w 152406"/>
              <a:gd name="csY131" fmla="*/ 123217 h 169288"/>
              <a:gd name="csX132" fmla="*/ 83944 w 152406"/>
              <a:gd name="csY132" fmla="*/ 118546 h 169288"/>
              <a:gd name="csX133" fmla="*/ 88606 w 152406"/>
              <a:gd name="csY133" fmla="*/ 107269 h 169288"/>
              <a:gd name="csX134" fmla="*/ 83944 w 152406"/>
              <a:gd name="csY134" fmla="*/ 95992 h 169288"/>
              <a:gd name="csX135" fmla="*/ 72664 w 152406"/>
              <a:gd name="csY135" fmla="*/ 91321 h 169288"/>
              <a:gd name="csX136" fmla="*/ 28361 w 152406"/>
              <a:gd name="csY136" fmla="*/ 105497 h 169288"/>
              <a:gd name="csX137" fmla="*/ 18323 w 152406"/>
              <a:gd name="csY137" fmla="*/ 109649 h 169288"/>
              <a:gd name="csX138" fmla="*/ 14172 w 152406"/>
              <a:gd name="csY138" fmla="*/ 119672 h 169288"/>
              <a:gd name="csX139" fmla="*/ 18323 w 152406"/>
              <a:gd name="csY139" fmla="*/ 129697 h 169288"/>
              <a:gd name="csX140" fmla="*/ 28361 w 152406"/>
              <a:gd name="csY140" fmla="*/ 133849 h 169288"/>
              <a:gd name="csX141" fmla="*/ 38382 w 152406"/>
              <a:gd name="csY141" fmla="*/ 129697 h 169288"/>
              <a:gd name="csX142" fmla="*/ 42534 w 152406"/>
              <a:gd name="csY142" fmla="*/ 119672 h 169288"/>
              <a:gd name="csX143" fmla="*/ 38382 w 152406"/>
              <a:gd name="csY143" fmla="*/ 109649 h 169288"/>
              <a:gd name="csX144" fmla="*/ 28361 w 152406"/>
              <a:gd name="csY144" fmla="*/ 105497 h 169288"/>
              <a:gd name="csX145" fmla="*/ 101009 w 152406"/>
              <a:gd name="csY145" fmla="*/ 123217 h 169288"/>
              <a:gd name="csX146" fmla="*/ 88606 w 152406"/>
              <a:gd name="csY146" fmla="*/ 135620 h 169288"/>
              <a:gd name="csX147" fmla="*/ 88606 w 152406"/>
              <a:gd name="csY147" fmla="*/ 169288 h 169288"/>
              <a:gd name="csX148" fmla="*/ 152406 w 152406"/>
              <a:gd name="csY148" fmla="*/ 169288 h 169288"/>
              <a:gd name="csX149" fmla="*/ 152406 w 152406"/>
              <a:gd name="csY149" fmla="*/ 135620 h 169288"/>
              <a:gd name="csX150" fmla="*/ 140003 w 152406"/>
              <a:gd name="csY150" fmla="*/ 123217 h 169288"/>
              <a:gd name="csX151" fmla="*/ 101009 w 152406"/>
              <a:gd name="csY151" fmla="*/ 123217 h 169288"/>
              <a:gd name="csX152" fmla="*/ 54936 w 152406"/>
              <a:gd name="csY152" fmla="*/ 133779 h 169288"/>
              <a:gd name="csX153" fmla="*/ 42534 w 152406"/>
              <a:gd name="csY153" fmla="*/ 146184 h 169288"/>
              <a:gd name="csX154" fmla="*/ 42534 w 152406"/>
              <a:gd name="csY154" fmla="*/ 169288 h 169288"/>
              <a:gd name="csX155" fmla="*/ 81528 w 152406"/>
              <a:gd name="csY155" fmla="*/ 169288 h 169288"/>
              <a:gd name="csX156" fmla="*/ 81528 w 152406"/>
              <a:gd name="csY156" fmla="*/ 133849 h 169288"/>
              <a:gd name="csX157" fmla="*/ 54936 w 152406"/>
              <a:gd name="csY157" fmla="*/ 133779 h 169288"/>
              <a:gd name="csX158" fmla="*/ 12403 w 152406"/>
              <a:gd name="csY158" fmla="*/ 144418 h 169288"/>
              <a:gd name="csX159" fmla="*/ 0 w 152406"/>
              <a:gd name="csY159" fmla="*/ 156822 h 169288"/>
              <a:gd name="csX160" fmla="*/ 0 w 152406"/>
              <a:gd name="csY160" fmla="*/ 169288 h 169288"/>
              <a:gd name="csX161" fmla="*/ 35439 w 152406"/>
              <a:gd name="csY161" fmla="*/ 169288 h 169288"/>
              <a:gd name="csX162" fmla="*/ 35439 w 152406"/>
              <a:gd name="csY162" fmla="*/ 144418 h 169288"/>
              <a:gd name="csX163" fmla="*/ 12403 w 152406"/>
              <a:gd name="csY163" fmla="*/ 144418 h 169288"/>
            </a:gdLst>
            <a:ahLst/>
            <a:cxnLst/>
            <a:rect l="l" t="t" r="r" b="b"/>
            <a:pathLst>
              <a:path w="100000" h="100000">
                <a:moveTo>
                  <a:pt x="72995" y="0"/>
                </a:moveTo>
                <a:cubicBezTo>
                  <a:pt x="72301" y="11"/>
                  <a:pt x="71638" y="297"/>
                  <a:pt x="71155" y="794"/>
                </a:cubicBezTo>
                <a:cubicBezTo>
                  <a:pt x="70673" y="1292"/>
                  <a:pt x="70401" y="1961"/>
                  <a:pt x="70411" y="2654"/>
                </a:cubicBezTo>
                <a:lnTo>
                  <a:pt x="70411" y="3468"/>
                </a:lnTo>
                <a:cubicBezTo>
                  <a:pt x="63618" y="4589"/>
                  <a:pt x="58221" y="9984"/>
                  <a:pt x="57096" y="16786"/>
                </a:cubicBezTo>
                <a:lnTo>
                  <a:pt x="56282" y="16786"/>
                </a:lnTo>
                <a:cubicBezTo>
                  <a:pt x="55940" y="16780"/>
                  <a:pt x="55588" y="16844"/>
                  <a:pt x="55266" y="16973"/>
                </a:cubicBezTo>
                <a:cubicBezTo>
                  <a:pt x="54945" y="17103"/>
                  <a:pt x="54653" y="17295"/>
                  <a:pt x="54412" y="17538"/>
                </a:cubicBezTo>
                <a:cubicBezTo>
                  <a:pt x="54160" y="17782"/>
                  <a:pt x="53970" y="18072"/>
                  <a:pt x="53829" y="18392"/>
                </a:cubicBezTo>
                <a:cubicBezTo>
                  <a:pt x="53698" y="18712"/>
                  <a:pt x="53628" y="19056"/>
                  <a:pt x="53628" y="19402"/>
                </a:cubicBezTo>
                <a:cubicBezTo>
                  <a:pt x="53628" y="19749"/>
                  <a:pt x="53698" y="20092"/>
                  <a:pt x="53829" y="20412"/>
                </a:cubicBezTo>
                <a:cubicBezTo>
                  <a:pt x="53970" y="20732"/>
                  <a:pt x="54160" y="21022"/>
                  <a:pt x="54412" y="21265"/>
                </a:cubicBezTo>
                <a:cubicBezTo>
                  <a:pt x="54653" y="21509"/>
                  <a:pt x="54945" y="21701"/>
                  <a:pt x="55266" y="21830"/>
                </a:cubicBezTo>
                <a:cubicBezTo>
                  <a:pt x="55588" y="21960"/>
                  <a:pt x="55940" y="22024"/>
                  <a:pt x="56282" y="22019"/>
                </a:cubicBezTo>
                <a:lnTo>
                  <a:pt x="57096" y="22019"/>
                </a:lnTo>
                <a:cubicBezTo>
                  <a:pt x="58221" y="28820"/>
                  <a:pt x="63618" y="34214"/>
                  <a:pt x="70411" y="35336"/>
                </a:cubicBezTo>
                <a:lnTo>
                  <a:pt x="70411" y="36149"/>
                </a:lnTo>
                <a:cubicBezTo>
                  <a:pt x="70411" y="36497"/>
                  <a:pt x="70472" y="36841"/>
                  <a:pt x="70603" y="37162"/>
                </a:cubicBezTo>
                <a:cubicBezTo>
                  <a:pt x="70733" y="37485"/>
                  <a:pt x="70924" y="37777"/>
                  <a:pt x="71165" y="38025"/>
                </a:cubicBezTo>
                <a:cubicBezTo>
                  <a:pt x="71417" y="38271"/>
                  <a:pt x="71698" y="38468"/>
                  <a:pt x="72019" y="38601"/>
                </a:cubicBezTo>
                <a:cubicBezTo>
                  <a:pt x="72341" y="38735"/>
                  <a:pt x="72683" y="38804"/>
                  <a:pt x="73035" y="38804"/>
                </a:cubicBezTo>
                <a:cubicBezTo>
                  <a:pt x="73376" y="38804"/>
                  <a:pt x="73728" y="38735"/>
                  <a:pt x="74040" y="38601"/>
                </a:cubicBezTo>
                <a:cubicBezTo>
                  <a:pt x="74361" y="38468"/>
                  <a:pt x="74653" y="38271"/>
                  <a:pt x="74894" y="38025"/>
                </a:cubicBezTo>
                <a:cubicBezTo>
                  <a:pt x="75145" y="37777"/>
                  <a:pt x="75336" y="37485"/>
                  <a:pt x="75457" y="37162"/>
                </a:cubicBezTo>
                <a:cubicBezTo>
                  <a:pt x="75587" y="36841"/>
                  <a:pt x="75657" y="36497"/>
                  <a:pt x="75647" y="36149"/>
                </a:cubicBezTo>
                <a:lnTo>
                  <a:pt x="75647" y="35336"/>
                </a:lnTo>
                <a:cubicBezTo>
                  <a:pt x="82451" y="34214"/>
                  <a:pt x="87848" y="28820"/>
                  <a:pt x="88974" y="22019"/>
                </a:cubicBezTo>
                <a:lnTo>
                  <a:pt x="89778" y="22019"/>
                </a:lnTo>
                <a:cubicBezTo>
                  <a:pt x="90130" y="22024"/>
                  <a:pt x="90471" y="21960"/>
                  <a:pt x="90793" y="21830"/>
                </a:cubicBezTo>
                <a:cubicBezTo>
                  <a:pt x="91115" y="21701"/>
                  <a:pt x="91406" y="21509"/>
                  <a:pt x="91657" y="21265"/>
                </a:cubicBezTo>
                <a:cubicBezTo>
                  <a:pt x="91908" y="21022"/>
                  <a:pt x="92099" y="20732"/>
                  <a:pt x="92230" y="20412"/>
                </a:cubicBezTo>
                <a:cubicBezTo>
                  <a:pt x="92371" y="20092"/>
                  <a:pt x="92441" y="19749"/>
                  <a:pt x="92441" y="19402"/>
                </a:cubicBezTo>
                <a:cubicBezTo>
                  <a:pt x="92441" y="19056"/>
                  <a:pt x="92371" y="18712"/>
                  <a:pt x="92230" y="18392"/>
                </a:cubicBezTo>
                <a:cubicBezTo>
                  <a:pt x="92099" y="18072"/>
                  <a:pt x="91908" y="17782"/>
                  <a:pt x="91657" y="17538"/>
                </a:cubicBezTo>
                <a:cubicBezTo>
                  <a:pt x="91406" y="17295"/>
                  <a:pt x="91115" y="17103"/>
                  <a:pt x="90793" y="16973"/>
                </a:cubicBezTo>
                <a:cubicBezTo>
                  <a:pt x="90471" y="16844"/>
                  <a:pt x="90130" y="16780"/>
                  <a:pt x="89778" y="16786"/>
                </a:cubicBezTo>
                <a:lnTo>
                  <a:pt x="88974" y="16786"/>
                </a:lnTo>
                <a:cubicBezTo>
                  <a:pt x="87848" y="9984"/>
                  <a:pt x="82451" y="4589"/>
                  <a:pt x="75647" y="3468"/>
                </a:cubicBezTo>
                <a:lnTo>
                  <a:pt x="75647" y="2654"/>
                </a:lnTo>
                <a:cubicBezTo>
                  <a:pt x="75657" y="2304"/>
                  <a:pt x="75587" y="1957"/>
                  <a:pt x="75457" y="1632"/>
                </a:cubicBezTo>
                <a:cubicBezTo>
                  <a:pt x="75326" y="1308"/>
                  <a:pt x="75135" y="1013"/>
                  <a:pt x="74884" y="765"/>
                </a:cubicBezTo>
                <a:cubicBezTo>
                  <a:pt x="74633" y="518"/>
                  <a:pt x="74341" y="323"/>
                  <a:pt x="74019" y="191"/>
                </a:cubicBezTo>
                <a:cubicBezTo>
                  <a:pt x="73688" y="60"/>
                  <a:pt x="73346" y="-5"/>
                  <a:pt x="72995" y="0"/>
                </a:cubicBezTo>
                <a:close/>
                <a:moveTo>
                  <a:pt x="70411" y="9903"/>
                </a:moveTo>
                <a:lnTo>
                  <a:pt x="70411" y="12889"/>
                </a:lnTo>
                <a:cubicBezTo>
                  <a:pt x="70411" y="13235"/>
                  <a:pt x="70472" y="13580"/>
                  <a:pt x="70603" y="13902"/>
                </a:cubicBezTo>
                <a:cubicBezTo>
                  <a:pt x="70733" y="14223"/>
                  <a:pt x="70924" y="14516"/>
                  <a:pt x="71165" y="14762"/>
                </a:cubicBezTo>
                <a:cubicBezTo>
                  <a:pt x="71417" y="15010"/>
                  <a:pt x="71698" y="15206"/>
                  <a:pt x="72019" y="15340"/>
                </a:cubicBezTo>
                <a:cubicBezTo>
                  <a:pt x="72341" y="15474"/>
                  <a:pt x="72683" y="15543"/>
                  <a:pt x="73035" y="15543"/>
                </a:cubicBezTo>
                <a:cubicBezTo>
                  <a:pt x="73376" y="15543"/>
                  <a:pt x="73728" y="15474"/>
                  <a:pt x="74040" y="15340"/>
                </a:cubicBezTo>
                <a:cubicBezTo>
                  <a:pt x="74361" y="15206"/>
                  <a:pt x="74653" y="15010"/>
                  <a:pt x="74894" y="14762"/>
                </a:cubicBezTo>
                <a:cubicBezTo>
                  <a:pt x="75145" y="14516"/>
                  <a:pt x="75336" y="14223"/>
                  <a:pt x="75457" y="13902"/>
                </a:cubicBezTo>
                <a:cubicBezTo>
                  <a:pt x="75587" y="13580"/>
                  <a:pt x="75657" y="13235"/>
                  <a:pt x="75647" y="12889"/>
                </a:cubicBezTo>
                <a:lnTo>
                  <a:pt x="75647" y="9903"/>
                </a:lnTo>
                <a:cubicBezTo>
                  <a:pt x="79014" y="10818"/>
                  <a:pt x="81617" y="13422"/>
                  <a:pt x="82532" y="16786"/>
                </a:cubicBezTo>
                <a:lnTo>
                  <a:pt x="79547" y="16786"/>
                </a:lnTo>
                <a:cubicBezTo>
                  <a:pt x="79205" y="16780"/>
                  <a:pt x="78854" y="16844"/>
                  <a:pt x="78532" y="16973"/>
                </a:cubicBezTo>
                <a:cubicBezTo>
                  <a:pt x="78211" y="17103"/>
                  <a:pt x="77919" y="17295"/>
                  <a:pt x="77668" y="17538"/>
                </a:cubicBezTo>
                <a:cubicBezTo>
                  <a:pt x="77427" y="17782"/>
                  <a:pt x="77225" y="18072"/>
                  <a:pt x="77095" y="18392"/>
                </a:cubicBezTo>
                <a:cubicBezTo>
                  <a:pt x="76964" y="18712"/>
                  <a:pt x="76894" y="19056"/>
                  <a:pt x="76894" y="19402"/>
                </a:cubicBezTo>
                <a:cubicBezTo>
                  <a:pt x="76894" y="19749"/>
                  <a:pt x="76964" y="20092"/>
                  <a:pt x="77095" y="20412"/>
                </a:cubicBezTo>
                <a:cubicBezTo>
                  <a:pt x="77225" y="20732"/>
                  <a:pt x="77427" y="21022"/>
                  <a:pt x="77668" y="21265"/>
                </a:cubicBezTo>
                <a:cubicBezTo>
                  <a:pt x="77919" y="21509"/>
                  <a:pt x="78211" y="21701"/>
                  <a:pt x="78532" y="21830"/>
                </a:cubicBezTo>
                <a:cubicBezTo>
                  <a:pt x="78854" y="21960"/>
                  <a:pt x="79205" y="22024"/>
                  <a:pt x="79547" y="22019"/>
                </a:cubicBezTo>
                <a:lnTo>
                  <a:pt x="82532" y="22019"/>
                </a:lnTo>
                <a:cubicBezTo>
                  <a:pt x="81617" y="25382"/>
                  <a:pt x="79014" y="27987"/>
                  <a:pt x="75647" y="28900"/>
                </a:cubicBezTo>
                <a:lnTo>
                  <a:pt x="75647" y="25916"/>
                </a:lnTo>
                <a:cubicBezTo>
                  <a:pt x="75657" y="25565"/>
                  <a:pt x="75587" y="25217"/>
                  <a:pt x="75457" y="24892"/>
                </a:cubicBezTo>
                <a:cubicBezTo>
                  <a:pt x="75326" y="24569"/>
                  <a:pt x="75135" y="24273"/>
                  <a:pt x="74884" y="24027"/>
                </a:cubicBezTo>
                <a:cubicBezTo>
                  <a:pt x="74633" y="23780"/>
                  <a:pt x="74341" y="23583"/>
                  <a:pt x="74019" y="23453"/>
                </a:cubicBezTo>
                <a:cubicBezTo>
                  <a:pt x="73688" y="23321"/>
                  <a:pt x="73346" y="23256"/>
                  <a:pt x="72995" y="23262"/>
                </a:cubicBezTo>
                <a:cubicBezTo>
                  <a:pt x="72301" y="23273"/>
                  <a:pt x="71638" y="23558"/>
                  <a:pt x="71155" y="24055"/>
                </a:cubicBezTo>
                <a:cubicBezTo>
                  <a:pt x="70673" y="24553"/>
                  <a:pt x="70401" y="25222"/>
                  <a:pt x="70411" y="25916"/>
                </a:cubicBezTo>
                <a:lnTo>
                  <a:pt x="70411" y="28900"/>
                </a:lnTo>
                <a:cubicBezTo>
                  <a:pt x="67055" y="27987"/>
                  <a:pt x="64452" y="25382"/>
                  <a:pt x="63537" y="22019"/>
                </a:cubicBezTo>
                <a:lnTo>
                  <a:pt x="66522" y="22019"/>
                </a:lnTo>
                <a:cubicBezTo>
                  <a:pt x="66864" y="22024"/>
                  <a:pt x="67206" y="21960"/>
                  <a:pt x="67527" y="21830"/>
                </a:cubicBezTo>
                <a:cubicBezTo>
                  <a:pt x="67849" y="21701"/>
                  <a:pt x="68150" y="21509"/>
                  <a:pt x="68392" y="21265"/>
                </a:cubicBezTo>
                <a:cubicBezTo>
                  <a:pt x="68643" y="21022"/>
                  <a:pt x="68834" y="20732"/>
                  <a:pt x="68974" y="20412"/>
                </a:cubicBezTo>
                <a:cubicBezTo>
                  <a:pt x="69105" y="20092"/>
                  <a:pt x="69176" y="19749"/>
                  <a:pt x="69176" y="19402"/>
                </a:cubicBezTo>
                <a:cubicBezTo>
                  <a:pt x="69176" y="19056"/>
                  <a:pt x="69105" y="18712"/>
                  <a:pt x="68974" y="18392"/>
                </a:cubicBezTo>
                <a:cubicBezTo>
                  <a:pt x="68834" y="18072"/>
                  <a:pt x="68643" y="17782"/>
                  <a:pt x="68392" y="17538"/>
                </a:cubicBezTo>
                <a:cubicBezTo>
                  <a:pt x="68150" y="17295"/>
                  <a:pt x="67849" y="17103"/>
                  <a:pt x="67527" y="16973"/>
                </a:cubicBezTo>
                <a:cubicBezTo>
                  <a:pt x="67206" y="16844"/>
                  <a:pt x="66864" y="16780"/>
                  <a:pt x="66522" y="16786"/>
                </a:cubicBezTo>
                <a:lnTo>
                  <a:pt x="63537" y="16786"/>
                </a:lnTo>
                <a:cubicBezTo>
                  <a:pt x="64452" y="13422"/>
                  <a:pt x="67055" y="10818"/>
                  <a:pt x="70411" y="9903"/>
                </a:cubicBezTo>
                <a:close/>
                <a:moveTo>
                  <a:pt x="49940" y="26701"/>
                </a:moveTo>
                <a:cubicBezTo>
                  <a:pt x="49829" y="26704"/>
                  <a:pt x="49709" y="26714"/>
                  <a:pt x="49598" y="26728"/>
                </a:cubicBezTo>
                <a:lnTo>
                  <a:pt x="37437" y="26728"/>
                </a:lnTo>
                <a:cubicBezTo>
                  <a:pt x="37026" y="26724"/>
                  <a:pt x="36613" y="26800"/>
                  <a:pt x="36222" y="26956"/>
                </a:cubicBezTo>
                <a:cubicBezTo>
                  <a:pt x="35840" y="27111"/>
                  <a:pt x="35488" y="27340"/>
                  <a:pt x="35186" y="27633"/>
                </a:cubicBezTo>
                <a:cubicBezTo>
                  <a:pt x="34895" y="27925"/>
                  <a:pt x="34654" y="28273"/>
                  <a:pt x="34493" y="28657"/>
                </a:cubicBezTo>
                <a:cubicBezTo>
                  <a:pt x="34332" y="29041"/>
                  <a:pt x="34252" y="29453"/>
                  <a:pt x="34252" y="29869"/>
                </a:cubicBezTo>
                <a:cubicBezTo>
                  <a:pt x="34252" y="30286"/>
                  <a:pt x="34332" y="30698"/>
                  <a:pt x="34493" y="31082"/>
                </a:cubicBezTo>
                <a:cubicBezTo>
                  <a:pt x="34654" y="31465"/>
                  <a:pt x="34895" y="31813"/>
                  <a:pt x="35186" y="32106"/>
                </a:cubicBezTo>
                <a:cubicBezTo>
                  <a:pt x="35488" y="32398"/>
                  <a:pt x="35840" y="32628"/>
                  <a:pt x="36222" y="32783"/>
                </a:cubicBezTo>
                <a:cubicBezTo>
                  <a:pt x="36613" y="32939"/>
                  <a:pt x="37026" y="33015"/>
                  <a:pt x="37437" y="33009"/>
                </a:cubicBezTo>
                <a:lnTo>
                  <a:pt x="42031" y="33009"/>
                </a:lnTo>
                <a:cubicBezTo>
                  <a:pt x="32373" y="41793"/>
                  <a:pt x="25247" y="45463"/>
                  <a:pt x="11800" y="47704"/>
                </a:cubicBezTo>
                <a:cubicBezTo>
                  <a:pt x="10976" y="47841"/>
                  <a:pt x="10242" y="48299"/>
                  <a:pt x="9760" y="48976"/>
                </a:cubicBezTo>
                <a:cubicBezTo>
                  <a:pt x="9278" y="49654"/>
                  <a:pt x="9077" y="50497"/>
                  <a:pt x="9217" y="51318"/>
                </a:cubicBezTo>
                <a:cubicBezTo>
                  <a:pt x="9348" y="52141"/>
                  <a:pt x="9811" y="52875"/>
                  <a:pt x="10483" y="53359"/>
                </a:cubicBezTo>
                <a:cubicBezTo>
                  <a:pt x="11167" y="53845"/>
                  <a:pt x="12011" y="54040"/>
                  <a:pt x="12825" y="53903"/>
                </a:cubicBezTo>
                <a:cubicBezTo>
                  <a:pt x="27337" y="51486"/>
                  <a:pt x="36151" y="46753"/>
                  <a:pt x="46865" y="37016"/>
                </a:cubicBezTo>
                <a:lnTo>
                  <a:pt x="46865" y="42429"/>
                </a:lnTo>
                <a:cubicBezTo>
                  <a:pt x="46854" y="42847"/>
                  <a:pt x="46935" y="43259"/>
                  <a:pt x="47085" y="43646"/>
                </a:cubicBezTo>
                <a:cubicBezTo>
                  <a:pt x="47246" y="44031"/>
                  <a:pt x="47478" y="44383"/>
                  <a:pt x="47769" y="44679"/>
                </a:cubicBezTo>
                <a:cubicBezTo>
                  <a:pt x="48061" y="44976"/>
                  <a:pt x="48402" y="45211"/>
                  <a:pt x="48794" y="45372"/>
                </a:cubicBezTo>
                <a:cubicBezTo>
                  <a:pt x="49176" y="45532"/>
                  <a:pt x="49588" y="45615"/>
                  <a:pt x="50000" y="45615"/>
                </a:cubicBezTo>
                <a:cubicBezTo>
                  <a:pt x="50422" y="45615"/>
                  <a:pt x="50834" y="45532"/>
                  <a:pt x="51216" y="45372"/>
                </a:cubicBezTo>
                <a:cubicBezTo>
                  <a:pt x="51598" y="45211"/>
                  <a:pt x="51950" y="44976"/>
                  <a:pt x="52241" y="44679"/>
                </a:cubicBezTo>
                <a:cubicBezTo>
                  <a:pt x="52533" y="44383"/>
                  <a:pt x="52764" y="44031"/>
                  <a:pt x="52915" y="43646"/>
                </a:cubicBezTo>
                <a:cubicBezTo>
                  <a:pt x="53075" y="43259"/>
                  <a:pt x="53146" y="42847"/>
                  <a:pt x="53146" y="42429"/>
                </a:cubicBezTo>
                <a:lnTo>
                  <a:pt x="53146" y="30266"/>
                </a:lnTo>
                <a:cubicBezTo>
                  <a:pt x="53206" y="29814"/>
                  <a:pt x="53166" y="29354"/>
                  <a:pt x="53035" y="28918"/>
                </a:cubicBezTo>
                <a:cubicBezTo>
                  <a:pt x="52894" y="28482"/>
                  <a:pt x="52674" y="28081"/>
                  <a:pt x="52372" y="27741"/>
                </a:cubicBezTo>
                <a:cubicBezTo>
                  <a:pt x="52060" y="27402"/>
                  <a:pt x="51688" y="27134"/>
                  <a:pt x="51266" y="26953"/>
                </a:cubicBezTo>
                <a:cubicBezTo>
                  <a:pt x="50854" y="26774"/>
                  <a:pt x="50392" y="26688"/>
                  <a:pt x="49940" y="26701"/>
                </a:cubicBezTo>
                <a:close/>
                <a:moveTo>
                  <a:pt x="76170" y="45570"/>
                </a:moveTo>
                <a:cubicBezTo>
                  <a:pt x="73396" y="45570"/>
                  <a:pt x="70733" y="46673"/>
                  <a:pt x="68773" y="48635"/>
                </a:cubicBezTo>
                <a:cubicBezTo>
                  <a:pt x="66803" y="50599"/>
                  <a:pt x="65708" y="53261"/>
                  <a:pt x="65708" y="56038"/>
                </a:cubicBezTo>
                <a:cubicBezTo>
                  <a:pt x="65708" y="58814"/>
                  <a:pt x="66803" y="61476"/>
                  <a:pt x="68773" y="63439"/>
                </a:cubicBezTo>
                <a:cubicBezTo>
                  <a:pt x="70733" y="65402"/>
                  <a:pt x="73396" y="66505"/>
                  <a:pt x="76170" y="66505"/>
                </a:cubicBezTo>
                <a:cubicBezTo>
                  <a:pt x="78954" y="66505"/>
                  <a:pt x="81617" y="65402"/>
                  <a:pt x="83577" y="63439"/>
                </a:cubicBezTo>
                <a:cubicBezTo>
                  <a:pt x="85536" y="61476"/>
                  <a:pt x="86642" y="58814"/>
                  <a:pt x="86642" y="56038"/>
                </a:cubicBezTo>
                <a:cubicBezTo>
                  <a:pt x="86642" y="53261"/>
                  <a:pt x="85536" y="50599"/>
                  <a:pt x="83577" y="48635"/>
                </a:cubicBezTo>
                <a:cubicBezTo>
                  <a:pt x="81617" y="46673"/>
                  <a:pt x="78954" y="45570"/>
                  <a:pt x="76170" y="45570"/>
                </a:cubicBezTo>
                <a:close/>
                <a:moveTo>
                  <a:pt x="47909" y="53944"/>
                </a:moveTo>
                <a:cubicBezTo>
                  <a:pt x="45407" y="53944"/>
                  <a:pt x="43015" y="54936"/>
                  <a:pt x="41247" y="56703"/>
                </a:cubicBezTo>
                <a:cubicBezTo>
                  <a:pt x="39478" y="58470"/>
                  <a:pt x="38483" y="60866"/>
                  <a:pt x="38483" y="63365"/>
                </a:cubicBezTo>
                <a:cubicBezTo>
                  <a:pt x="38483" y="65863"/>
                  <a:pt x="39478" y="68259"/>
                  <a:pt x="41247" y="70026"/>
                </a:cubicBezTo>
                <a:cubicBezTo>
                  <a:pt x="43015" y="71792"/>
                  <a:pt x="45407" y="72785"/>
                  <a:pt x="47909" y="72785"/>
                </a:cubicBezTo>
                <a:cubicBezTo>
                  <a:pt x="50402" y="72785"/>
                  <a:pt x="52804" y="71792"/>
                  <a:pt x="54573" y="70026"/>
                </a:cubicBezTo>
                <a:cubicBezTo>
                  <a:pt x="56342" y="68259"/>
                  <a:pt x="57327" y="65863"/>
                  <a:pt x="57327" y="63365"/>
                </a:cubicBezTo>
                <a:cubicBezTo>
                  <a:pt x="57327" y="60866"/>
                  <a:pt x="56342" y="58470"/>
                  <a:pt x="54573" y="56703"/>
                </a:cubicBezTo>
                <a:cubicBezTo>
                  <a:pt x="52804" y="54936"/>
                  <a:pt x="50402" y="53944"/>
                  <a:pt x="47909" y="53944"/>
                </a:cubicBezTo>
                <a:close/>
                <a:moveTo>
                  <a:pt x="21739" y="62318"/>
                </a:moveTo>
                <a:cubicBezTo>
                  <a:pt x="19518" y="62318"/>
                  <a:pt x="17388" y="63200"/>
                  <a:pt x="15810" y="64771"/>
                </a:cubicBezTo>
                <a:cubicBezTo>
                  <a:pt x="14242" y="66341"/>
                  <a:pt x="13358" y="68470"/>
                  <a:pt x="13358" y="70691"/>
                </a:cubicBezTo>
                <a:cubicBezTo>
                  <a:pt x="13358" y="72913"/>
                  <a:pt x="14242" y="75043"/>
                  <a:pt x="15810" y="76613"/>
                </a:cubicBezTo>
                <a:cubicBezTo>
                  <a:pt x="17388" y="78183"/>
                  <a:pt x="19518" y="79066"/>
                  <a:pt x="21739" y="79066"/>
                </a:cubicBezTo>
                <a:cubicBezTo>
                  <a:pt x="23960" y="79066"/>
                  <a:pt x="26091" y="78183"/>
                  <a:pt x="27659" y="76613"/>
                </a:cubicBezTo>
                <a:cubicBezTo>
                  <a:pt x="29227" y="75043"/>
                  <a:pt x="30111" y="72913"/>
                  <a:pt x="30111" y="70691"/>
                </a:cubicBezTo>
                <a:cubicBezTo>
                  <a:pt x="30111" y="68470"/>
                  <a:pt x="29227" y="66341"/>
                  <a:pt x="27659" y="64771"/>
                </a:cubicBezTo>
                <a:cubicBezTo>
                  <a:pt x="26091" y="63200"/>
                  <a:pt x="23960" y="62318"/>
                  <a:pt x="21739" y="62318"/>
                </a:cubicBezTo>
                <a:close/>
                <a:moveTo>
                  <a:pt x="64653" y="72785"/>
                </a:moveTo>
                <a:cubicBezTo>
                  <a:pt x="60613" y="72785"/>
                  <a:pt x="57327" y="76072"/>
                  <a:pt x="57327" y="80112"/>
                </a:cubicBezTo>
                <a:lnTo>
                  <a:pt x="57327" y="100000"/>
                </a:lnTo>
                <a:lnTo>
                  <a:pt x="95014" y="100000"/>
                </a:lnTo>
                <a:lnTo>
                  <a:pt x="95014" y="80112"/>
                </a:lnTo>
                <a:cubicBezTo>
                  <a:pt x="95014" y="76072"/>
                  <a:pt x="91728" y="72785"/>
                  <a:pt x="87687" y="72785"/>
                </a:cubicBezTo>
                <a:lnTo>
                  <a:pt x="64653" y="72785"/>
                </a:lnTo>
                <a:close/>
                <a:moveTo>
                  <a:pt x="37437" y="79025"/>
                </a:moveTo>
                <a:cubicBezTo>
                  <a:pt x="33398" y="79025"/>
                  <a:pt x="30111" y="82312"/>
                  <a:pt x="30111" y="86352"/>
                </a:cubicBezTo>
                <a:lnTo>
                  <a:pt x="30111" y="100000"/>
                </a:lnTo>
                <a:lnTo>
                  <a:pt x="53146" y="100000"/>
                </a:lnTo>
                <a:cubicBezTo>
                  <a:pt x="53146" y="100000"/>
                  <a:pt x="53095" y="79421"/>
                  <a:pt x="53146" y="79066"/>
                </a:cubicBezTo>
                <a:lnTo>
                  <a:pt x="37437" y="79025"/>
                </a:lnTo>
                <a:close/>
                <a:moveTo>
                  <a:pt x="12313" y="85309"/>
                </a:moveTo>
                <a:cubicBezTo>
                  <a:pt x="8272" y="85309"/>
                  <a:pt x="4986" y="88596"/>
                  <a:pt x="4986" y="92636"/>
                </a:cubicBezTo>
                <a:lnTo>
                  <a:pt x="4986" y="100000"/>
                </a:lnTo>
                <a:lnTo>
                  <a:pt x="25920" y="100000"/>
                </a:lnTo>
                <a:lnTo>
                  <a:pt x="25920" y="85309"/>
                </a:lnTo>
                <a:lnTo>
                  <a:pt x="12313" y="8530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1" name="Белый — SVG 24">
            <a:extLst>
              <a:ext uri="{FF2B5EF4-FFF2-40B4-BE49-F238E27FC236}">
                <a16:creationId xmlns:a16="http://schemas.microsoft.com/office/drawing/2014/main" id="{4F5D800D-B92A-074A-8E5A-4603C2C958BC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115130 w 152406"/>
              <a:gd name="csY0" fmla="*/ 0 h 169288"/>
              <a:gd name="csX1" fmla="*/ 112016 w 152406"/>
              <a:gd name="csY1" fmla="*/ 1344 h 169288"/>
              <a:gd name="csX2" fmla="*/ 110757 w 152406"/>
              <a:gd name="csY2" fmla="*/ 4493 h 169288"/>
              <a:gd name="csX3" fmla="*/ 110757 w 152406"/>
              <a:gd name="csY3" fmla="*/ 5871 h 169288"/>
              <a:gd name="csX4" fmla="*/ 88215 w 152406"/>
              <a:gd name="csY4" fmla="*/ 28416 h 169288"/>
              <a:gd name="csX5" fmla="*/ 86837 w 152406"/>
              <a:gd name="csY5" fmla="*/ 28416 h 169288"/>
              <a:gd name="csX6" fmla="*/ 85118 w 152406"/>
              <a:gd name="csY6" fmla="*/ 28734 h 169288"/>
              <a:gd name="csX7" fmla="*/ 83672 w 152406"/>
              <a:gd name="csY7" fmla="*/ 29690 h 169288"/>
              <a:gd name="csX8" fmla="*/ 82685 w 152406"/>
              <a:gd name="csY8" fmla="*/ 31136 h 169288"/>
              <a:gd name="csX9" fmla="*/ 82345 w 152406"/>
              <a:gd name="csY9" fmla="*/ 32845 h 169288"/>
              <a:gd name="csX10" fmla="*/ 82685 w 152406"/>
              <a:gd name="csY10" fmla="*/ 34555 h 169288"/>
              <a:gd name="csX11" fmla="*/ 83672 w 152406"/>
              <a:gd name="csY11" fmla="*/ 35999 h 169288"/>
              <a:gd name="csX12" fmla="*/ 85118 w 152406"/>
              <a:gd name="csY12" fmla="*/ 36955 h 169288"/>
              <a:gd name="csX13" fmla="*/ 86837 w 152406"/>
              <a:gd name="csY13" fmla="*/ 37275 h 169288"/>
              <a:gd name="csX14" fmla="*/ 88215 w 152406"/>
              <a:gd name="csY14" fmla="*/ 37275 h 169288"/>
              <a:gd name="csX15" fmla="*/ 110757 w 152406"/>
              <a:gd name="csY15" fmla="*/ 59820 h 169288"/>
              <a:gd name="csX16" fmla="*/ 110757 w 152406"/>
              <a:gd name="csY16" fmla="*/ 61196 h 169288"/>
              <a:gd name="csX17" fmla="*/ 111081 w 152406"/>
              <a:gd name="csY17" fmla="*/ 62911 h 169288"/>
              <a:gd name="csX18" fmla="*/ 112033 w 152406"/>
              <a:gd name="csY18" fmla="*/ 64371 h 169288"/>
              <a:gd name="csX19" fmla="*/ 113480 w 152406"/>
              <a:gd name="csY19" fmla="*/ 65347 h 169288"/>
              <a:gd name="csX20" fmla="*/ 115198 w 152406"/>
              <a:gd name="csY20" fmla="*/ 65691 h 169288"/>
              <a:gd name="csX21" fmla="*/ 116899 w 152406"/>
              <a:gd name="csY21" fmla="*/ 65347 h 169288"/>
              <a:gd name="csX22" fmla="*/ 118345 w 152406"/>
              <a:gd name="csY22" fmla="*/ 64371 h 169288"/>
              <a:gd name="csX23" fmla="*/ 119298 w 152406"/>
              <a:gd name="csY23" fmla="*/ 62911 h 169288"/>
              <a:gd name="csX24" fmla="*/ 119621 w 152406"/>
              <a:gd name="csY24" fmla="*/ 61196 h 169288"/>
              <a:gd name="csX25" fmla="*/ 119621 w 152406"/>
              <a:gd name="csY25" fmla="*/ 59820 h 169288"/>
              <a:gd name="csX26" fmla="*/ 142181 w 152406"/>
              <a:gd name="csY26" fmla="*/ 37275 h 169288"/>
              <a:gd name="csX27" fmla="*/ 143542 w 152406"/>
              <a:gd name="csY27" fmla="*/ 37275 h 169288"/>
              <a:gd name="csX28" fmla="*/ 145260 w 152406"/>
              <a:gd name="csY28" fmla="*/ 36955 h 169288"/>
              <a:gd name="csX29" fmla="*/ 146724 w 152406"/>
              <a:gd name="csY29" fmla="*/ 35999 h 169288"/>
              <a:gd name="csX30" fmla="*/ 147694 w 152406"/>
              <a:gd name="csY30" fmla="*/ 34555 h 169288"/>
              <a:gd name="csX31" fmla="*/ 148051 w 152406"/>
              <a:gd name="csY31" fmla="*/ 32845 h 169288"/>
              <a:gd name="csX32" fmla="*/ 147694 w 152406"/>
              <a:gd name="csY32" fmla="*/ 31136 h 169288"/>
              <a:gd name="csX33" fmla="*/ 146724 w 152406"/>
              <a:gd name="csY33" fmla="*/ 29690 h 169288"/>
              <a:gd name="csX34" fmla="*/ 145260 w 152406"/>
              <a:gd name="csY34" fmla="*/ 28734 h 169288"/>
              <a:gd name="csX35" fmla="*/ 143542 w 152406"/>
              <a:gd name="csY35" fmla="*/ 28416 h 169288"/>
              <a:gd name="csX36" fmla="*/ 142181 w 152406"/>
              <a:gd name="csY36" fmla="*/ 28416 h 169288"/>
              <a:gd name="csX37" fmla="*/ 119621 w 152406"/>
              <a:gd name="csY37" fmla="*/ 5871 h 169288"/>
              <a:gd name="csX38" fmla="*/ 119621 w 152406"/>
              <a:gd name="csY38" fmla="*/ 4493 h 169288"/>
              <a:gd name="csX39" fmla="*/ 119298 w 152406"/>
              <a:gd name="csY39" fmla="*/ 2763 h 169288"/>
              <a:gd name="csX40" fmla="*/ 118328 w 152406"/>
              <a:gd name="csY40" fmla="*/ 1295 h 169288"/>
              <a:gd name="csX41" fmla="*/ 116865 w 152406"/>
              <a:gd name="csY41" fmla="*/ 324 h 169288"/>
              <a:gd name="csX42" fmla="*/ 115130 w 152406"/>
              <a:gd name="csY42" fmla="*/ 0 h 169288"/>
              <a:gd name="csX43" fmla="*/ 110757 w 152406"/>
              <a:gd name="csY43" fmla="*/ 16765 h 169288"/>
              <a:gd name="csX44" fmla="*/ 110757 w 152406"/>
              <a:gd name="csY44" fmla="*/ 21819 h 169288"/>
              <a:gd name="csX45" fmla="*/ 111081 w 152406"/>
              <a:gd name="csY45" fmla="*/ 23534 h 169288"/>
              <a:gd name="csX46" fmla="*/ 112033 w 152406"/>
              <a:gd name="csY46" fmla="*/ 24991 h 169288"/>
              <a:gd name="csX47" fmla="*/ 113480 w 152406"/>
              <a:gd name="csY47" fmla="*/ 25968 h 169288"/>
              <a:gd name="csX48" fmla="*/ 115198 w 152406"/>
              <a:gd name="csY48" fmla="*/ 26312 h 169288"/>
              <a:gd name="csX49" fmla="*/ 116899 w 152406"/>
              <a:gd name="csY49" fmla="*/ 25968 h 169288"/>
              <a:gd name="csX50" fmla="*/ 118345 w 152406"/>
              <a:gd name="csY50" fmla="*/ 24991 h 169288"/>
              <a:gd name="csX51" fmla="*/ 119298 w 152406"/>
              <a:gd name="csY51" fmla="*/ 23534 h 169288"/>
              <a:gd name="csX52" fmla="*/ 119621 w 152406"/>
              <a:gd name="csY52" fmla="*/ 21819 h 169288"/>
              <a:gd name="csX53" fmla="*/ 119621 w 152406"/>
              <a:gd name="csY53" fmla="*/ 16765 h 169288"/>
              <a:gd name="csX54" fmla="*/ 131276 w 152406"/>
              <a:gd name="csY54" fmla="*/ 28416 h 169288"/>
              <a:gd name="csX55" fmla="*/ 126222 w 152406"/>
              <a:gd name="csY55" fmla="*/ 28416 h 169288"/>
              <a:gd name="csX56" fmla="*/ 124504 w 152406"/>
              <a:gd name="csY56" fmla="*/ 28734 h 169288"/>
              <a:gd name="csX57" fmla="*/ 123041 w 152406"/>
              <a:gd name="csY57" fmla="*/ 29690 h 169288"/>
              <a:gd name="csX58" fmla="*/ 122071 w 152406"/>
              <a:gd name="csY58" fmla="*/ 31136 h 169288"/>
              <a:gd name="csX59" fmla="*/ 121731 w 152406"/>
              <a:gd name="csY59" fmla="*/ 32845 h 169288"/>
              <a:gd name="csX60" fmla="*/ 122071 w 152406"/>
              <a:gd name="csY60" fmla="*/ 34555 h 169288"/>
              <a:gd name="csX61" fmla="*/ 123041 w 152406"/>
              <a:gd name="csY61" fmla="*/ 35999 h 169288"/>
              <a:gd name="csX62" fmla="*/ 124504 w 152406"/>
              <a:gd name="csY62" fmla="*/ 36955 h 169288"/>
              <a:gd name="csX63" fmla="*/ 126222 w 152406"/>
              <a:gd name="csY63" fmla="*/ 37275 h 169288"/>
              <a:gd name="csX64" fmla="*/ 131276 w 152406"/>
              <a:gd name="csY64" fmla="*/ 37275 h 169288"/>
              <a:gd name="csX65" fmla="*/ 119621 w 152406"/>
              <a:gd name="csY65" fmla="*/ 48924 h 169288"/>
              <a:gd name="csX66" fmla="*/ 119621 w 152406"/>
              <a:gd name="csY66" fmla="*/ 43872 h 169288"/>
              <a:gd name="csX67" fmla="*/ 119298 w 152406"/>
              <a:gd name="csY67" fmla="*/ 42140 h 169288"/>
              <a:gd name="csX68" fmla="*/ 118328 w 152406"/>
              <a:gd name="csY68" fmla="*/ 40674 h 169288"/>
              <a:gd name="csX69" fmla="*/ 116865 w 152406"/>
              <a:gd name="csY69" fmla="*/ 39703 h 169288"/>
              <a:gd name="csX70" fmla="*/ 115130 w 152406"/>
              <a:gd name="csY70" fmla="*/ 39379 h 169288"/>
              <a:gd name="csX71" fmla="*/ 112016 w 152406"/>
              <a:gd name="csY71" fmla="*/ 40723 h 169288"/>
              <a:gd name="csX72" fmla="*/ 110757 w 152406"/>
              <a:gd name="csY72" fmla="*/ 43872 h 169288"/>
              <a:gd name="csX73" fmla="*/ 110757 w 152406"/>
              <a:gd name="csY73" fmla="*/ 48924 h 169288"/>
              <a:gd name="csX74" fmla="*/ 99120 w 152406"/>
              <a:gd name="csY74" fmla="*/ 37275 h 169288"/>
              <a:gd name="csX75" fmla="*/ 104173 w 152406"/>
              <a:gd name="csY75" fmla="*/ 37275 h 169288"/>
              <a:gd name="csX76" fmla="*/ 105874 w 152406"/>
              <a:gd name="csY76" fmla="*/ 36955 h 169288"/>
              <a:gd name="csX77" fmla="*/ 107337 w 152406"/>
              <a:gd name="csY77" fmla="*/ 35999 h 169288"/>
              <a:gd name="csX78" fmla="*/ 108324 w 152406"/>
              <a:gd name="csY78" fmla="*/ 34555 h 169288"/>
              <a:gd name="csX79" fmla="*/ 108665 w 152406"/>
              <a:gd name="csY79" fmla="*/ 32845 h 169288"/>
              <a:gd name="csX80" fmla="*/ 108324 w 152406"/>
              <a:gd name="csY80" fmla="*/ 31136 h 169288"/>
              <a:gd name="csX81" fmla="*/ 107337 w 152406"/>
              <a:gd name="csY81" fmla="*/ 29690 h 169288"/>
              <a:gd name="csX82" fmla="*/ 105874 w 152406"/>
              <a:gd name="csY82" fmla="*/ 28734 h 169288"/>
              <a:gd name="csX83" fmla="*/ 104173 w 152406"/>
              <a:gd name="csY83" fmla="*/ 28416 h 169288"/>
              <a:gd name="csX84" fmla="*/ 99120 w 152406"/>
              <a:gd name="csY84" fmla="*/ 28416 h 169288"/>
              <a:gd name="csX85" fmla="*/ 110757 w 152406"/>
              <a:gd name="csY85" fmla="*/ 16765 h 169288"/>
              <a:gd name="csX86" fmla="*/ 76101 w 152406"/>
              <a:gd name="csY86" fmla="*/ 45201 h 169288"/>
              <a:gd name="csX87" fmla="*/ 75523 w 152406"/>
              <a:gd name="csY87" fmla="*/ 45248 h 169288"/>
              <a:gd name="csX88" fmla="*/ 54936 w 152406"/>
              <a:gd name="csY88" fmla="*/ 45248 h 169288"/>
              <a:gd name="csX89" fmla="*/ 52878 w 152406"/>
              <a:gd name="csY89" fmla="*/ 45633 h 169288"/>
              <a:gd name="csX90" fmla="*/ 51125 w 152406"/>
              <a:gd name="csY90" fmla="*/ 46779 h 169288"/>
              <a:gd name="csX91" fmla="*/ 49951 w 152406"/>
              <a:gd name="csY91" fmla="*/ 48513 h 169288"/>
              <a:gd name="csX92" fmla="*/ 49543 w 152406"/>
              <a:gd name="csY92" fmla="*/ 50564 h 169288"/>
              <a:gd name="csX93" fmla="*/ 49951 w 152406"/>
              <a:gd name="csY93" fmla="*/ 52618 h 169288"/>
              <a:gd name="csX94" fmla="*/ 51125 w 152406"/>
              <a:gd name="csY94" fmla="*/ 54351 h 169288"/>
              <a:gd name="csX95" fmla="*/ 52878 w 152406"/>
              <a:gd name="csY95" fmla="*/ 55498 h 169288"/>
              <a:gd name="csX96" fmla="*/ 54936 w 152406"/>
              <a:gd name="csY96" fmla="*/ 55880 h 169288"/>
              <a:gd name="csX97" fmla="*/ 62711 w 152406"/>
              <a:gd name="csY97" fmla="*/ 55880 h 169288"/>
              <a:gd name="csX98" fmla="*/ 11535 w 152406"/>
              <a:gd name="csY98" fmla="*/ 80757 h 169288"/>
              <a:gd name="csX99" fmla="*/ 8081 w 152406"/>
              <a:gd name="csY99" fmla="*/ 82911 h 169288"/>
              <a:gd name="csX100" fmla="*/ 7163 w 152406"/>
              <a:gd name="csY100" fmla="*/ 86876 h 169288"/>
              <a:gd name="csX101" fmla="*/ 9307 w 152406"/>
              <a:gd name="csY101" fmla="*/ 90331 h 169288"/>
              <a:gd name="csX102" fmla="*/ 13270 w 152406"/>
              <a:gd name="csY102" fmla="*/ 91251 h 169288"/>
              <a:gd name="csX103" fmla="*/ 70895 w 152406"/>
              <a:gd name="csY103" fmla="*/ 62664 h 169288"/>
              <a:gd name="csX104" fmla="*/ 70895 w 152406"/>
              <a:gd name="csY104" fmla="*/ 71828 h 169288"/>
              <a:gd name="csX105" fmla="*/ 71269 w 152406"/>
              <a:gd name="csY105" fmla="*/ 73887 h 169288"/>
              <a:gd name="csX106" fmla="*/ 72426 w 152406"/>
              <a:gd name="csY106" fmla="*/ 75637 h 169288"/>
              <a:gd name="csX107" fmla="*/ 74161 w 152406"/>
              <a:gd name="csY107" fmla="*/ 76809 h 169288"/>
              <a:gd name="csX108" fmla="*/ 76203 w 152406"/>
              <a:gd name="csY108" fmla="*/ 77221 h 169288"/>
              <a:gd name="csX109" fmla="*/ 78262 w 152406"/>
              <a:gd name="csY109" fmla="*/ 76809 h 169288"/>
              <a:gd name="csX110" fmla="*/ 79997 w 152406"/>
              <a:gd name="csY110" fmla="*/ 75637 h 169288"/>
              <a:gd name="csX111" fmla="*/ 81137 w 152406"/>
              <a:gd name="csY111" fmla="*/ 73887 h 169288"/>
              <a:gd name="csX112" fmla="*/ 81528 w 152406"/>
              <a:gd name="csY112" fmla="*/ 71828 h 169288"/>
              <a:gd name="csX113" fmla="*/ 81528 w 152406"/>
              <a:gd name="csY113" fmla="*/ 51236 h 169288"/>
              <a:gd name="csX114" fmla="*/ 81341 w 152406"/>
              <a:gd name="csY114" fmla="*/ 48955 h 169288"/>
              <a:gd name="csX115" fmla="*/ 80218 w 152406"/>
              <a:gd name="csY115" fmla="*/ 46963 h 169288"/>
              <a:gd name="csX116" fmla="*/ 78346 w 152406"/>
              <a:gd name="csY116" fmla="*/ 45629 h 169288"/>
              <a:gd name="csX117" fmla="*/ 76101 w 152406"/>
              <a:gd name="csY117" fmla="*/ 45201 h 169288"/>
              <a:gd name="csX118" fmla="*/ 120506 w 152406"/>
              <a:gd name="csY118" fmla="*/ 77144 h 169288"/>
              <a:gd name="csX119" fmla="*/ 107984 w 152406"/>
              <a:gd name="csY119" fmla="*/ 82334 h 169288"/>
              <a:gd name="csX120" fmla="*/ 102795 w 152406"/>
              <a:gd name="csY120" fmla="*/ 94865 h 169288"/>
              <a:gd name="csX121" fmla="*/ 107984 w 152406"/>
              <a:gd name="csY121" fmla="*/ 107395 h 169288"/>
              <a:gd name="csX122" fmla="*/ 120506 w 152406"/>
              <a:gd name="csY122" fmla="*/ 112585 h 169288"/>
              <a:gd name="csX123" fmla="*/ 133045 w 152406"/>
              <a:gd name="csY123" fmla="*/ 107395 h 169288"/>
              <a:gd name="csX124" fmla="*/ 138234 w 152406"/>
              <a:gd name="csY124" fmla="*/ 94865 h 169288"/>
              <a:gd name="csX125" fmla="*/ 133045 w 152406"/>
              <a:gd name="csY125" fmla="*/ 82334 h 169288"/>
              <a:gd name="csX126" fmla="*/ 120506 w 152406"/>
              <a:gd name="csY126" fmla="*/ 77144 h 169288"/>
              <a:gd name="csX127" fmla="*/ 72664 w 152406"/>
              <a:gd name="csY127" fmla="*/ 91321 h 169288"/>
              <a:gd name="csX128" fmla="*/ 61385 w 152406"/>
              <a:gd name="csY128" fmla="*/ 95992 h 169288"/>
              <a:gd name="csX129" fmla="*/ 56706 w 152406"/>
              <a:gd name="csY129" fmla="*/ 107269 h 169288"/>
              <a:gd name="csX130" fmla="*/ 61385 w 152406"/>
              <a:gd name="csY130" fmla="*/ 118546 h 169288"/>
              <a:gd name="csX131" fmla="*/ 72664 w 152406"/>
              <a:gd name="csY131" fmla="*/ 123217 h 169288"/>
              <a:gd name="csX132" fmla="*/ 83944 w 152406"/>
              <a:gd name="csY132" fmla="*/ 118546 h 169288"/>
              <a:gd name="csX133" fmla="*/ 88606 w 152406"/>
              <a:gd name="csY133" fmla="*/ 107269 h 169288"/>
              <a:gd name="csX134" fmla="*/ 83944 w 152406"/>
              <a:gd name="csY134" fmla="*/ 95992 h 169288"/>
              <a:gd name="csX135" fmla="*/ 72664 w 152406"/>
              <a:gd name="csY135" fmla="*/ 91321 h 169288"/>
              <a:gd name="csX136" fmla="*/ 28361 w 152406"/>
              <a:gd name="csY136" fmla="*/ 105497 h 169288"/>
              <a:gd name="csX137" fmla="*/ 18323 w 152406"/>
              <a:gd name="csY137" fmla="*/ 109649 h 169288"/>
              <a:gd name="csX138" fmla="*/ 14172 w 152406"/>
              <a:gd name="csY138" fmla="*/ 119672 h 169288"/>
              <a:gd name="csX139" fmla="*/ 18323 w 152406"/>
              <a:gd name="csY139" fmla="*/ 129697 h 169288"/>
              <a:gd name="csX140" fmla="*/ 28361 w 152406"/>
              <a:gd name="csY140" fmla="*/ 133849 h 169288"/>
              <a:gd name="csX141" fmla="*/ 38382 w 152406"/>
              <a:gd name="csY141" fmla="*/ 129697 h 169288"/>
              <a:gd name="csX142" fmla="*/ 42534 w 152406"/>
              <a:gd name="csY142" fmla="*/ 119672 h 169288"/>
              <a:gd name="csX143" fmla="*/ 38382 w 152406"/>
              <a:gd name="csY143" fmla="*/ 109649 h 169288"/>
              <a:gd name="csX144" fmla="*/ 28361 w 152406"/>
              <a:gd name="csY144" fmla="*/ 105497 h 169288"/>
              <a:gd name="csX145" fmla="*/ 101009 w 152406"/>
              <a:gd name="csY145" fmla="*/ 123217 h 169288"/>
              <a:gd name="csX146" fmla="*/ 88606 w 152406"/>
              <a:gd name="csY146" fmla="*/ 135620 h 169288"/>
              <a:gd name="csX147" fmla="*/ 88606 w 152406"/>
              <a:gd name="csY147" fmla="*/ 169288 h 169288"/>
              <a:gd name="csX148" fmla="*/ 152406 w 152406"/>
              <a:gd name="csY148" fmla="*/ 169288 h 169288"/>
              <a:gd name="csX149" fmla="*/ 152406 w 152406"/>
              <a:gd name="csY149" fmla="*/ 135620 h 169288"/>
              <a:gd name="csX150" fmla="*/ 140003 w 152406"/>
              <a:gd name="csY150" fmla="*/ 123217 h 169288"/>
              <a:gd name="csX151" fmla="*/ 101009 w 152406"/>
              <a:gd name="csY151" fmla="*/ 123217 h 169288"/>
              <a:gd name="csX152" fmla="*/ 54936 w 152406"/>
              <a:gd name="csY152" fmla="*/ 133779 h 169288"/>
              <a:gd name="csX153" fmla="*/ 42534 w 152406"/>
              <a:gd name="csY153" fmla="*/ 146184 h 169288"/>
              <a:gd name="csX154" fmla="*/ 42534 w 152406"/>
              <a:gd name="csY154" fmla="*/ 169288 h 169288"/>
              <a:gd name="csX155" fmla="*/ 81528 w 152406"/>
              <a:gd name="csY155" fmla="*/ 169288 h 169288"/>
              <a:gd name="csX156" fmla="*/ 81528 w 152406"/>
              <a:gd name="csY156" fmla="*/ 133849 h 169288"/>
              <a:gd name="csX157" fmla="*/ 54936 w 152406"/>
              <a:gd name="csY157" fmla="*/ 133779 h 169288"/>
              <a:gd name="csX158" fmla="*/ 12403 w 152406"/>
              <a:gd name="csY158" fmla="*/ 144418 h 169288"/>
              <a:gd name="csX159" fmla="*/ 0 w 152406"/>
              <a:gd name="csY159" fmla="*/ 156822 h 169288"/>
              <a:gd name="csX160" fmla="*/ 0 w 152406"/>
              <a:gd name="csY160" fmla="*/ 169288 h 169288"/>
              <a:gd name="csX161" fmla="*/ 35439 w 152406"/>
              <a:gd name="csY161" fmla="*/ 169288 h 169288"/>
              <a:gd name="csX162" fmla="*/ 35439 w 152406"/>
              <a:gd name="csY162" fmla="*/ 144418 h 169288"/>
              <a:gd name="csX163" fmla="*/ 12403 w 152406"/>
              <a:gd name="csY163" fmla="*/ 144418 h 169288"/>
            </a:gdLst>
            <a:ahLst/>
            <a:cxnLst/>
            <a:rect l="l" t="t" r="r" b="b"/>
            <a:pathLst>
              <a:path w="100000" h="100000">
                <a:moveTo>
                  <a:pt x="72995" y="0"/>
                </a:moveTo>
                <a:cubicBezTo>
                  <a:pt x="72301" y="11"/>
                  <a:pt x="71638" y="297"/>
                  <a:pt x="71155" y="794"/>
                </a:cubicBezTo>
                <a:cubicBezTo>
                  <a:pt x="70672" y="1292"/>
                  <a:pt x="70401" y="1961"/>
                  <a:pt x="70411" y="2654"/>
                </a:cubicBezTo>
                <a:lnTo>
                  <a:pt x="70411" y="3468"/>
                </a:lnTo>
                <a:cubicBezTo>
                  <a:pt x="63618" y="4589"/>
                  <a:pt x="58221" y="9984"/>
                  <a:pt x="57096" y="16786"/>
                </a:cubicBezTo>
                <a:lnTo>
                  <a:pt x="56282" y="16786"/>
                </a:lnTo>
                <a:cubicBezTo>
                  <a:pt x="55940" y="16780"/>
                  <a:pt x="55588" y="16844"/>
                  <a:pt x="55266" y="16973"/>
                </a:cubicBezTo>
                <a:cubicBezTo>
                  <a:pt x="54945" y="17103"/>
                  <a:pt x="54653" y="17295"/>
                  <a:pt x="54412" y="17538"/>
                </a:cubicBezTo>
                <a:cubicBezTo>
                  <a:pt x="54161" y="17782"/>
                  <a:pt x="53970" y="18072"/>
                  <a:pt x="53829" y="18392"/>
                </a:cubicBezTo>
                <a:cubicBezTo>
                  <a:pt x="53698" y="18712"/>
                  <a:pt x="53628" y="19056"/>
                  <a:pt x="53628" y="19402"/>
                </a:cubicBezTo>
                <a:cubicBezTo>
                  <a:pt x="53628" y="19749"/>
                  <a:pt x="53698" y="20092"/>
                  <a:pt x="53829" y="20412"/>
                </a:cubicBezTo>
                <a:cubicBezTo>
                  <a:pt x="53970" y="20732"/>
                  <a:pt x="54161" y="21022"/>
                  <a:pt x="54412" y="21265"/>
                </a:cubicBezTo>
                <a:cubicBezTo>
                  <a:pt x="54653" y="21509"/>
                  <a:pt x="54945" y="21701"/>
                  <a:pt x="55266" y="21830"/>
                </a:cubicBezTo>
                <a:cubicBezTo>
                  <a:pt x="55588" y="21960"/>
                  <a:pt x="55940" y="22024"/>
                  <a:pt x="56282" y="22019"/>
                </a:cubicBezTo>
                <a:lnTo>
                  <a:pt x="57096" y="22019"/>
                </a:lnTo>
                <a:cubicBezTo>
                  <a:pt x="58221" y="28820"/>
                  <a:pt x="63618" y="34214"/>
                  <a:pt x="70411" y="35336"/>
                </a:cubicBezTo>
                <a:lnTo>
                  <a:pt x="70411" y="36149"/>
                </a:lnTo>
                <a:cubicBezTo>
                  <a:pt x="70411" y="36497"/>
                  <a:pt x="70472" y="36841"/>
                  <a:pt x="70603" y="37162"/>
                </a:cubicBezTo>
                <a:cubicBezTo>
                  <a:pt x="70733" y="37485"/>
                  <a:pt x="70924" y="37777"/>
                  <a:pt x="71165" y="38025"/>
                </a:cubicBezTo>
                <a:cubicBezTo>
                  <a:pt x="71417" y="38271"/>
                  <a:pt x="71698" y="38468"/>
                  <a:pt x="72020" y="38601"/>
                </a:cubicBezTo>
                <a:cubicBezTo>
                  <a:pt x="72341" y="38735"/>
                  <a:pt x="72683" y="38804"/>
                  <a:pt x="73035" y="38804"/>
                </a:cubicBezTo>
                <a:cubicBezTo>
                  <a:pt x="73376" y="38804"/>
                  <a:pt x="73728" y="38735"/>
                  <a:pt x="74040" y="38601"/>
                </a:cubicBezTo>
                <a:cubicBezTo>
                  <a:pt x="74361" y="38468"/>
                  <a:pt x="74653" y="38271"/>
                  <a:pt x="74894" y="38025"/>
                </a:cubicBezTo>
                <a:cubicBezTo>
                  <a:pt x="75145" y="37777"/>
                  <a:pt x="75336" y="37485"/>
                  <a:pt x="75457" y="37162"/>
                </a:cubicBezTo>
                <a:cubicBezTo>
                  <a:pt x="75587" y="36841"/>
                  <a:pt x="75657" y="36497"/>
                  <a:pt x="75647" y="36149"/>
                </a:cubicBezTo>
                <a:lnTo>
                  <a:pt x="75647" y="35336"/>
                </a:lnTo>
                <a:cubicBezTo>
                  <a:pt x="82451" y="34214"/>
                  <a:pt x="87849" y="28820"/>
                  <a:pt x="88974" y="22019"/>
                </a:cubicBezTo>
                <a:lnTo>
                  <a:pt x="89778" y="22019"/>
                </a:lnTo>
                <a:cubicBezTo>
                  <a:pt x="90130" y="22024"/>
                  <a:pt x="90471" y="21960"/>
                  <a:pt x="90793" y="21830"/>
                </a:cubicBezTo>
                <a:cubicBezTo>
                  <a:pt x="91115" y="21701"/>
                  <a:pt x="91406" y="21509"/>
                  <a:pt x="91657" y="21265"/>
                </a:cubicBezTo>
                <a:cubicBezTo>
                  <a:pt x="91908" y="21022"/>
                  <a:pt x="92100" y="20732"/>
                  <a:pt x="92230" y="20412"/>
                </a:cubicBezTo>
                <a:cubicBezTo>
                  <a:pt x="92371" y="20092"/>
                  <a:pt x="92441" y="19749"/>
                  <a:pt x="92441" y="19402"/>
                </a:cubicBezTo>
                <a:cubicBezTo>
                  <a:pt x="92441" y="19056"/>
                  <a:pt x="92371" y="18712"/>
                  <a:pt x="92230" y="18392"/>
                </a:cubicBezTo>
                <a:cubicBezTo>
                  <a:pt x="92100" y="18072"/>
                  <a:pt x="91908" y="17782"/>
                  <a:pt x="91657" y="17538"/>
                </a:cubicBezTo>
                <a:cubicBezTo>
                  <a:pt x="91406" y="17295"/>
                  <a:pt x="91115" y="17103"/>
                  <a:pt x="90793" y="16973"/>
                </a:cubicBezTo>
                <a:cubicBezTo>
                  <a:pt x="90471" y="16844"/>
                  <a:pt x="90130" y="16780"/>
                  <a:pt x="89778" y="16786"/>
                </a:cubicBezTo>
                <a:lnTo>
                  <a:pt x="88974" y="16786"/>
                </a:lnTo>
                <a:cubicBezTo>
                  <a:pt x="87849" y="9984"/>
                  <a:pt x="82451" y="4589"/>
                  <a:pt x="75647" y="3468"/>
                </a:cubicBezTo>
                <a:lnTo>
                  <a:pt x="75647" y="2654"/>
                </a:lnTo>
                <a:cubicBezTo>
                  <a:pt x="75657" y="2304"/>
                  <a:pt x="75587" y="1957"/>
                  <a:pt x="75457" y="1632"/>
                </a:cubicBezTo>
                <a:cubicBezTo>
                  <a:pt x="75326" y="1308"/>
                  <a:pt x="75135" y="1013"/>
                  <a:pt x="74884" y="765"/>
                </a:cubicBezTo>
                <a:cubicBezTo>
                  <a:pt x="74633" y="518"/>
                  <a:pt x="74341" y="323"/>
                  <a:pt x="74019" y="191"/>
                </a:cubicBezTo>
                <a:cubicBezTo>
                  <a:pt x="73687" y="60"/>
                  <a:pt x="73346" y="-5"/>
                  <a:pt x="72995" y="0"/>
                </a:cubicBezTo>
                <a:close/>
                <a:moveTo>
                  <a:pt x="70411" y="9903"/>
                </a:moveTo>
                <a:lnTo>
                  <a:pt x="70411" y="12889"/>
                </a:lnTo>
                <a:cubicBezTo>
                  <a:pt x="70411" y="13235"/>
                  <a:pt x="70472" y="13580"/>
                  <a:pt x="70603" y="13902"/>
                </a:cubicBezTo>
                <a:cubicBezTo>
                  <a:pt x="70733" y="14223"/>
                  <a:pt x="70924" y="14516"/>
                  <a:pt x="71165" y="14762"/>
                </a:cubicBezTo>
                <a:cubicBezTo>
                  <a:pt x="71417" y="15010"/>
                  <a:pt x="71698" y="15206"/>
                  <a:pt x="72020" y="15340"/>
                </a:cubicBezTo>
                <a:cubicBezTo>
                  <a:pt x="72341" y="15474"/>
                  <a:pt x="72683" y="15543"/>
                  <a:pt x="73035" y="15543"/>
                </a:cubicBezTo>
                <a:cubicBezTo>
                  <a:pt x="73376" y="15543"/>
                  <a:pt x="73728" y="15474"/>
                  <a:pt x="74040" y="15340"/>
                </a:cubicBezTo>
                <a:cubicBezTo>
                  <a:pt x="74361" y="15206"/>
                  <a:pt x="74653" y="15010"/>
                  <a:pt x="74894" y="14762"/>
                </a:cubicBezTo>
                <a:cubicBezTo>
                  <a:pt x="75145" y="14516"/>
                  <a:pt x="75336" y="14223"/>
                  <a:pt x="75457" y="13902"/>
                </a:cubicBezTo>
                <a:cubicBezTo>
                  <a:pt x="75587" y="13580"/>
                  <a:pt x="75657" y="13235"/>
                  <a:pt x="75647" y="12889"/>
                </a:cubicBezTo>
                <a:lnTo>
                  <a:pt x="75647" y="9903"/>
                </a:lnTo>
                <a:cubicBezTo>
                  <a:pt x="79014" y="10818"/>
                  <a:pt x="81617" y="13422"/>
                  <a:pt x="82532" y="16786"/>
                </a:cubicBezTo>
                <a:lnTo>
                  <a:pt x="79547" y="16786"/>
                </a:lnTo>
                <a:cubicBezTo>
                  <a:pt x="79205" y="16780"/>
                  <a:pt x="78854" y="16844"/>
                  <a:pt x="78532" y="16973"/>
                </a:cubicBezTo>
                <a:cubicBezTo>
                  <a:pt x="78210" y="17103"/>
                  <a:pt x="77919" y="17295"/>
                  <a:pt x="77668" y="17538"/>
                </a:cubicBezTo>
                <a:cubicBezTo>
                  <a:pt x="77427" y="17782"/>
                  <a:pt x="77225" y="18072"/>
                  <a:pt x="77095" y="18392"/>
                </a:cubicBezTo>
                <a:cubicBezTo>
                  <a:pt x="76964" y="18712"/>
                  <a:pt x="76894" y="19056"/>
                  <a:pt x="76894" y="19402"/>
                </a:cubicBezTo>
                <a:cubicBezTo>
                  <a:pt x="76894" y="19749"/>
                  <a:pt x="76964" y="20092"/>
                  <a:pt x="77095" y="20412"/>
                </a:cubicBezTo>
                <a:cubicBezTo>
                  <a:pt x="77225" y="20732"/>
                  <a:pt x="77427" y="21022"/>
                  <a:pt x="77668" y="21265"/>
                </a:cubicBezTo>
                <a:cubicBezTo>
                  <a:pt x="77919" y="21509"/>
                  <a:pt x="78210" y="21701"/>
                  <a:pt x="78532" y="21830"/>
                </a:cubicBezTo>
                <a:cubicBezTo>
                  <a:pt x="78854" y="21960"/>
                  <a:pt x="79205" y="22024"/>
                  <a:pt x="79547" y="22019"/>
                </a:cubicBezTo>
                <a:lnTo>
                  <a:pt x="82532" y="22019"/>
                </a:lnTo>
                <a:cubicBezTo>
                  <a:pt x="81617" y="25382"/>
                  <a:pt x="79014" y="27987"/>
                  <a:pt x="75647" y="28900"/>
                </a:cubicBezTo>
                <a:lnTo>
                  <a:pt x="75647" y="25916"/>
                </a:lnTo>
                <a:cubicBezTo>
                  <a:pt x="75657" y="25565"/>
                  <a:pt x="75587" y="25217"/>
                  <a:pt x="75457" y="24892"/>
                </a:cubicBezTo>
                <a:cubicBezTo>
                  <a:pt x="75326" y="24569"/>
                  <a:pt x="75135" y="24273"/>
                  <a:pt x="74884" y="24027"/>
                </a:cubicBezTo>
                <a:cubicBezTo>
                  <a:pt x="74633" y="23780"/>
                  <a:pt x="74341" y="23583"/>
                  <a:pt x="74019" y="23453"/>
                </a:cubicBezTo>
                <a:cubicBezTo>
                  <a:pt x="73687" y="23321"/>
                  <a:pt x="73346" y="23256"/>
                  <a:pt x="72995" y="23262"/>
                </a:cubicBezTo>
                <a:cubicBezTo>
                  <a:pt x="72301" y="23273"/>
                  <a:pt x="71638" y="23558"/>
                  <a:pt x="71155" y="24055"/>
                </a:cubicBezTo>
                <a:cubicBezTo>
                  <a:pt x="70672" y="24553"/>
                  <a:pt x="70401" y="25222"/>
                  <a:pt x="70411" y="25916"/>
                </a:cubicBezTo>
                <a:lnTo>
                  <a:pt x="70411" y="28900"/>
                </a:lnTo>
                <a:cubicBezTo>
                  <a:pt x="67054" y="27987"/>
                  <a:pt x="64452" y="25382"/>
                  <a:pt x="63537" y="22019"/>
                </a:cubicBezTo>
                <a:lnTo>
                  <a:pt x="66522" y="22019"/>
                </a:lnTo>
                <a:cubicBezTo>
                  <a:pt x="66864" y="22024"/>
                  <a:pt x="67206" y="21960"/>
                  <a:pt x="67527" y="21830"/>
                </a:cubicBezTo>
                <a:cubicBezTo>
                  <a:pt x="67849" y="21701"/>
                  <a:pt x="68150" y="21509"/>
                  <a:pt x="68391" y="21265"/>
                </a:cubicBezTo>
                <a:cubicBezTo>
                  <a:pt x="68643" y="21022"/>
                  <a:pt x="68834" y="20732"/>
                  <a:pt x="68974" y="20412"/>
                </a:cubicBezTo>
                <a:cubicBezTo>
                  <a:pt x="69105" y="20092"/>
                  <a:pt x="69176" y="19749"/>
                  <a:pt x="69176" y="19402"/>
                </a:cubicBezTo>
                <a:cubicBezTo>
                  <a:pt x="69176" y="19056"/>
                  <a:pt x="69105" y="18712"/>
                  <a:pt x="68974" y="18392"/>
                </a:cubicBezTo>
                <a:cubicBezTo>
                  <a:pt x="68834" y="18072"/>
                  <a:pt x="68643" y="17782"/>
                  <a:pt x="68391" y="17538"/>
                </a:cubicBezTo>
                <a:cubicBezTo>
                  <a:pt x="68150" y="17295"/>
                  <a:pt x="67849" y="17103"/>
                  <a:pt x="67527" y="16973"/>
                </a:cubicBezTo>
                <a:cubicBezTo>
                  <a:pt x="67206" y="16844"/>
                  <a:pt x="66864" y="16780"/>
                  <a:pt x="66522" y="16786"/>
                </a:cubicBezTo>
                <a:lnTo>
                  <a:pt x="63537" y="16786"/>
                </a:lnTo>
                <a:cubicBezTo>
                  <a:pt x="64452" y="13422"/>
                  <a:pt x="67054" y="10818"/>
                  <a:pt x="70411" y="9903"/>
                </a:cubicBezTo>
                <a:close/>
                <a:moveTo>
                  <a:pt x="49940" y="26701"/>
                </a:moveTo>
                <a:cubicBezTo>
                  <a:pt x="49829" y="26704"/>
                  <a:pt x="49709" y="26714"/>
                  <a:pt x="49598" y="26728"/>
                </a:cubicBezTo>
                <a:lnTo>
                  <a:pt x="37437" y="26728"/>
                </a:lnTo>
                <a:cubicBezTo>
                  <a:pt x="37026" y="26724"/>
                  <a:pt x="36614" y="26800"/>
                  <a:pt x="36222" y="26956"/>
                </a:cubicBezTo>
                <a:cubicBezTo>
                  <a:pt x="35840" y="27111"/>
                  <a:pt x="35488" y="27340"/>
                  <a:pt x="35186" y="27633"/>
                </a:cubicBezTo>
                <a:cubicBezTo>
                  <a:pt x="34895" y="27925"/>
                  <a:pt x="34654" y="28273"/>
                  <a:pt x="34493" y="28657"/>
                </a:cubicBezTo>
                <a:cubicBezTo>
                  <a:pt x="34332" y="29041"/>
                  <a:pt x="34252" y="29453"/>
                  <a:pt x="34252" y="29869"/>
                </a:cubicBezTo>
                <a:cubicBezTo>
                  <a:pt x="34252" y="30286"/>
                  <a:pt x="34332" y="30698"/>
                  <a:pt x="34493" y="31082"/>
                </a:cubicBezTo>
                <a:cubicBezTo>
                  <a:pt x="34654" y="31465"/>
                  <a:pt x="34895" y="31813"/>
                  <a:pt x="35186" y="32106"/>
                </a:cubicBezTo>
                <a:cubicBezTo>
                  <a:pt x="35488" y="32398"/>
                  <a:pt x="35840" y="32628"/>
                  <a:pt x="36222" y="32783"/>
                </a:cubicBezTo>
                <a:cubicBezTo>
                  <a:pt x="36614" y="32939"/>
                  <a:pt x="37026" y="33015"/>
                  <a:pt x="37437" y="33009"/>
                </a:cubicBezTo>
                <a:lnTo>
                  <a:pt x="42030" y="33009"/>
                </a:lnTo>
                <a:cubicBezTo>
                  <a:pt x="32373" y="41793"/>
                  <a:pt x="25247" y="45463"/>
                  <a:pt x="11800" y="47704"/>
                </a:cubicBezTo>
                <a:cubicBezTo>
                  <a:pt x="10976" y="47841"/>
                  <a:pt x="10242" y="48299"/>
                  <a:pt x="9760" y="48976"/>
                </a:cubicBezTo>
                <a:cubicBezTo>
                  <a:pt x="9278" y="49654"/>
                  <a:pt x="9076" y="50497"/>
                  <a:pt x="9217" y="51318"/>
                </a:cubicBezTo>
                <a:cubicBezTo>
                  <a:pt x="9348" y="52141"/>
                  <a:pt x="9810" y="52875"/>
                  <a:pt x="10484" y="53359"/>
                </a:cubicBezTo>
                <a:cubicBezTo>
                  <a:pt x="11167" y="53845"/>
                  <a:pt x="12011" y="54040"/>
                  <a:pt x="12825" y="53903"/>
                </a:cubicBezTo>
                <a:cubicBezTo>
                  <a:pt x="27337" y="51486"/>
                  <a:pt x="36151" y="46753"/>
                  <a:pt x="46865" y="37016"/>
                </a:cubicBezTo>
                <a:lnTo>
                  <a:pt x="46865" y="42429"/>
                </a:lnTo>
                <a:cubicBezTo>
                  <a:pt x="46854" y="42847"/>
                  <a:pt x="46935" y="43259"/>
                  <a:pt x="47085" y="43646"/>
                </a:cubicBezTo>
                <a:cubicBezTo>
                  <a:pt x="47246" y="44031"/>
                  <a:pt x="47477" y="44383"/>
                  <a:pt x="47769" y="44679"/>
                </a:cubicBezTo>
                <a:cubicBezTo>
                  <a:pt x="48060" y="44976"/>
                  <a:pt x="48402" y="45211"/>
                  <a:pt x="48794" y="45372"/>
                </a:cubicBezTo>
                <a:cubicBezTo>
                  <a:pt x="49176" y="45532"/>
                  <a:pt x="49588" y="45615"/>
                  <a:pt x="50000" y="45615"/>
                </a:cubicBezTo>
                <a:cubicBezTo>
                  <a:pt x="50422" y="45615"/>
                  <a:pt x="50834" y="45532"/>
                  <a:pt x="51216" y="45372"/>
                </a:cubicBezTo>
                <a:cubicBezTo>
                  <a:pt x="51598" y="45211"/>
                  <a:pt x="51950" y="44976"/>
                  <a:pt x="52241" y="44679"/>
                </a:cubicBezTo>
                <a:cubicBezTo>
                  <a:pt x="52533" y="44383"/>
                  <a:pt x="52764" y="44031"/>
                  <a:pt x="52915" y="43646"/>
                </a:cubicBezTo>
                <a:cubicBezTo>
                  <a:pt x="53075" y="43259"/>
                  <a:pt x="53146" y="42847"/>
                  <a:pt x="53146" y="42429"/>
                </a:cubicBezTo>
                <a:lnTo>
                  <a:pt x="53146" y="30266"/>
                </a:lnTo>
                <a:cubicBezTo>
                  <a:pt x="53206" y="29814"/>
                  <a:pt x="53166" y="29354"/>
                  <a:pt x="53035" y="28918"/>
                </a:cubicBezTo>
                <a:cubicBezTo>
                  <a:pt x="52894" y="28482"/>
                  <a:pt x="52674" y="28081"/>
                  <a:pt x="52372" y="27741"/>
                </a:cubicBezTo>
                <a:cubicBezTo>
                  <a:pt x="52060" y="27402"/>
                  <a:pt x="51689" y="27134"/>
                  <a:pt x="51266" y="26953"/>
                </a:cubicBezTo>
                <a:cubicBezTo>
                  <a:pt x="50854" y="26774"/>
                  <a:pt x="50392" y="26688"/>
                  <a:pt x="49940" y="26701"/>
                </a:cubicBezTo>
                <a:close/>
                <a:moveTo>
                  <a:pt x="76170" y="45570"/>
                </a:moveTo>
                <a:cubicBezTo>
                  <a:pt x="73396" y="45570"/>
                  <a:pt x="70733" y="46673"/>
                  <a:pt x="68773" y="48635"/>
                </a:cubicBezTo>
                <a:cubicBezTo>
                  <a:pt x="66803" y="50599"/>
                  <a:pt x="65708" y="53261"/>
                  <a:pt x="65708" y="56038"/>
                </a:cubicBezTo>
                <a:cubicBezTo>
                  <a:pt x="65708" y="58814"/>
                  <a:pt x="66803" y="61476"/>
                  <a:pt x="68773" y="63439"/>
                </a:cubicBezTo>
                <a:cubicBezTo>
                  <a:pt x="70733" y="65402"/>
                  <a:pt x="73396" y="66505"/>
                  <a:pt x="76170" y="66505"/>
                </a:cubicBezTo>
                <a:cubicBezTo>
                  <a:pt x="78954" y="66505"/>
                  <a:pt x="81617" y="65402"/>
                  <a:pt x="83577" y="63439"/>
                </a:cubicBezTo>
                <a:cubicBezTo>
                  <a:pt x="85536" y="61476"/>
                  <a:pt x="86642" y="58814"/>
                  <a:pt x="86642" y="56038"/>
                </a:cubicBezTo>
                <a:cubicBezTo>
                  <a:pt x="86642" y="53261"/>
                  <a:pt x="85536" y="50599"/>
                  <a:pt x="83577" y="48635"/>
                </a:cubicBezTo>
                <a:cubicBezTo>
                  <a:pt x="81617" y="46673"/>
                  <a:pt x="78954" y="45570"/>
                  <a:pt x="76170" y="45570"/>
                </a:cubicBezTo>
                <a:close/>
                <a:moveTo>
                  <a:pt x="47909" y="53944"/>
                </a:moveTo>
                <a:cubicBezTo>
                  <a:pt x="45407" y="53944"/>
                  <a:pt x="43015" y="54936"/>
                  <a:pt x="41247" y="56703"/>
                </a:cubicBezTo>
                <a:cubicBezTo>
                  <a:pt x="39478" y="58470"/>
                  <a:pt x="38483" y="60866"/>
                  <a:pt x="38483" y="63365"/>
                </a:cubicBezTo>
                <a:cubicBezTo>
                  <a:pt x="38483" y="65863"/>
                  <a:pt x="39478" y="68259"/>
                  <a:pt x="41247" y="70026"/>
                </a:cubicBezTo>
                <a:cubicBezTo>
                  <a:pt x="43015" y="71792"/>
                  <a:pt x="45407" y="72785"/>
                  <a:pt x="47909" y="72785"/>
                </a:cubicBezTo>
                <a:cubicBezTo>
                  <a:pt x="50402" y="72785"/>
                  <a:pt x="52804" y="71792"/>
                  <a:pt x="54573" y="70026"/>
                </a:cubicBezTo>
                <a:cubicBezTo>
                  <a:pt x="56342" y="68259"/>
                  <a:pt x="57327" y="65863"/>
                  <a:pt x="57327" y="63365"/>
                </a:cubicBezTo>
                <a:cubicBezTo>
                  <a:pt x="57327" y="60866"/>
                  <a:pt x="56342" y="58470"/>
                  <a:pt x="54573" y="56703"/>
                </a:cubicBezTo>
                <a:cubicBezTo>
                  <a:pt x="52804" y="54936"/>
                  <a:pt x="50402" y="53944"/>
                  <a:pt x="47909" y="53944"/>
                </a:cubicBezTo>
                <a:close/>
                <a:moveTo>
                  <a:pt x="21739" y="62318"/>
                </a:moveTo>
                <a:cubicBezTo>
                  <a:pt x="19518" y="62318"/>
                  <a:pt x="17388" y="63200"/>
                  <a:pt x="15810" y="64771"/>
                </a:cubicBezTo>
                <a:cubicBezTo>
                  <a:pt x="14242" y="66341"/>
                  <a:pt x="13358" y="68470"/>
                  <a:pt x="13358" y="70691"/>
                </a:cubicBezTo>
                <a:cubicBezTo>
                  <a:pt x="13358" y="72913"/>
                  <a:pt x="14242" y="75043"/>
                  <a:pt x="15810" y="76613"/>
                </a:cubicBezTo>
                <a:cubicBezTo>
                  <a:pt x="17388" y="78183"/>
                  <a:pt x="19518" y="79066"/>
                  <a:pt x="21739" y="79066"/>
                </a:cubicBezTo>
                <a:cubicBezTo>
                  <a:pt x="23960" y="79066"/>
                  <a:pt x="26091" y="78183"/>
                  <a:pt x="27659" y="76613"/>
                </a:cubicBezTo>
                <a:cubicBezTo>
                  <a:pt x="29227" y="75043"/>
                  <a:pt x="30111" y="72913"/>
                  <a:pt x="30111" y="70691"/>
                </a:cubicBezTo>
                <a:cubicBezTo>
                  <a:pt x="30111" y="68470"/>
                  <a:pt x="29227" y="66341"/>
                  <a:pt x="27659" y="64771"/>
                </a:cubicBezTo>
                <a:cubicBezTo>
                  <a:pt x="26091" y="63200"/>
                  <a:pt x="23960" y="62318"/>
                  <a:pt x="21739" y="62318"/>
                </a:cubicBezTo>
                <a:close/>
                <a:moveTo>
                  <a:pt x="64653" y="72785"/>
                </a:moveTo>
                <a:cubicBezTo>
                  <a:pt x="60613" y="72785"/>
                  <a:pt x="57327" y="76072"/>
                  <a:pt x="57327" y="80112"/>
                </a:cubicBezTo>
                <a:lnTo>
                  <a:pt x="57327" y="100000"/>
                </a:lnTo>
                <a:lnTo>
                  <a:pt x="95014" y="100000"/>
                </a:lnTo>
                <a:lnTo>
                  <a:pt x="95014" y="80112"/>
                </a:lnTo>
                <a:cubicBezTo>
                  <a:pt x="95014" y="76072"/>
                  <a:pt x="91728" y="72785"/>
                  <a:pt x="87687" y="72785"/>
                </a:cubicBezTo>
                <a:lnTo>
                  <a:pt x="64653" y="72785"/>
                </a:lnTo>
                <a:close/>
                <a:moveTo>
                  <a:pt x="37437" y="79025"/>
                </a:moveTo>
                <a:cubicBezTo>
                  <a:pt x="33398" y="79025"/>
                  <a:pt x="30111" y="82312"/>
                  <a:pt x="30111" y="86352"/>
                </a:cubicBezTo>
                <a:lnTo>
                  <a:pt x="30111" y="100000"/>
                </a:lnTo>
                <a:lnTo>
                  <a:pt x="53146" y="100000"/>
                </a:lnTo>
                <a:cubicBezTo>
                  <a:pt x="53146" y="100000"/>
                  <a:pt x="53095" y="79421"/>
                  <a:pt x="53146" y="79066"/>
                </a:cubicBezTo>
                <a:lnTo>
                  <a:pt x="37437" y="79025"/>
                </a:lnTo>
                <a:close/>
                <a:moveTo>
                  <a:pt x="12313" y="85309"/>
                </a:moveTo>
                <a:cubicBezTo>
                  <a:pt x="8272" y="85309"/>
                  <a:pt x="4986" y="88596"/>
                  <a:pt x="4986" y="92636"/>
                </a:cubicBezTo>
                <a:lnTo>
                  <a:pt x="4986" y="100000"/>
                </a:lnTo>
                <a:lnTo>
                  <a:pt x="25920" y="100000"/>
                </a:lnTo>
                <a:lnTo>
                  <a:pt x="25920" y="85309"/>
                </a:lnTo>
                <a:lnTo>
                  <a:pt x="12313" y="8530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2" name="Белый — SVG 25">
            <a:extLst>
              <a:ext uri="{FF2B5EF4-FFF2-40B4-BE49-F238E27FC236}">
                <a16:creationId xmlns:a16="http://schemas.microsoft.com/office/drawing/2014/main" id="{119F6DA7-05B4-9A49-BB7F-0DA121BE5AA6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15942 w 141772"/>
              <a:gd name="csY0" fmla="*/ 0 h 131127"/>
              <a:gd name="csX1" fmla="*/ 0 w 141772"/>
              <a:gd name="csY1" fmla="*/ 15948 h 131127"/>
              <a:gd name="csX2" fmla="*/ 0 w 141772"/>
              <a:gd name="csY2" fmla="*/ 86828 h 131127"/>
              <a:gd name="csX3" fmla="*/ 15942 w 141772"/>
              <a:gd name="csY3" fmla="*/ 102776 h 131127"/>
              <a:gd name="csX4" fmla="*/ 46072 w 141772"/>
              <a:gd name="csY4" fmla="*/ 102776 h 131127"/>
              <a:gd name="csX5" fmla="*/ 46072 w 141772"/>
              <a:gd name="csY5" fmla="*/ 120495 h 131127"/>
              <a:gd name="csX6" fmla="*/ 33670 w 141772"/>
              <a:gd name="csY6" fmla="*/ 120495 h 131127"/>
              <a:gd name="csX7" fmla="*/ 31611 w 141772"/>
              <a:gd name="csY7" fmla="*/ 120877 h 131127"/>
              <a:gd name="csX8" fmla="*/ 29859 w 141772"/>
              <a:gd name="csY8" fmla="*/ 122026 h 131127"/>
              <a:gd name="csX9" fmla="*/ 28685 w 141772"/>
              <a:gd name="csY9" fmla="*/ 123759 h 131127"/>
              <a:gd name="csX10" fmla="*/ 28276 w 141772"/>
              <a:gd name="csY10" fmla="*/ 125811 h 131127"/>
              <a:gd name="csX11" fmla="*/ 28685 w 141772"/>
              <a:gd name="csY11" fmla="*/ 127864 h 131127"/>
              <a:gd name="csX12" fmla="*/ 29859 w 141772"/>
              <a:gd name="csY12" fmla="*/ 129597 h 131127"/>
              <a:gd name="csX13" fmla="*/ 31611 w 141772"/>
              <a:gd name="csY13" fmla="*/ 130744 h 131127"/>
              <a:gd name="csX14" fmla="*/ 33670 w 141772"/>
              <a:gd name="csY14" fmla="*/ 131127 h 131127"/>
              <a:gd name="csX15" fmla="*/ 108103 w 141772"/>
              <a:gd name="csY15" fmla="*/ 131127 h 131127"/>
              <a:gd name="csX16" fmla="*/ 110162 w 141772"/>
              <a:gd name="csY16" fmla="*/ 130744 h 131127"/>
              <a:gd name="csX17" fmla="*/ 111914 w 141772"/>
              <a:gd name="csY17" fmla="*/ 129597 h 131127"/>
              <a:gd name="csX18" fmla="*/ 113088 w 141772"/>
              <a:gd name="csY18" fmla="*/ 127864 h 131127"/>
              <a:gd name="csX19" fmla="*/ 113496 w 141772"/>
              <a:gd name="csY19" fmla="*/ 125811 h 131127"/>
              <a:gd name="csX20" fmla="*/ 113088 w 141772"/>
              <a:gd name="csY20" fmla="*/ 123759 h 131127"/>
              <a:gd name="csX21" fmla="*/ 111914 w 141772"/>
              <a:gd name="csY21" fmla="*/ 122026 h 131127"/>
              <a:gd name="csX22" fmla="*/ 110162 w 141772"/>
              <a:gd name="csY22" fmla="*/ 120877 h 131127"/>
              <a:gd name="csX23" fmla="*/ 108103 w 141772"/>
              <a:gd name="csY23" fmla="*/ 120495 h 131127"/>
              <a:gd name="csX24" fmla="*/ 95700 w 141772"/>
              <a:gd name="csY24" fmla="*/ 120495 h 131127"/>
              <a:gd name="csX25" fmla="*/ 95700 w 141772"/>
              <a:gd name="csY25" fmla="*/ 102776 h 131127"/>
              <a:gd name="csX26" fmla="*/ 125831 w 141772"/>
              <a:gd name="csY26" fmla="*/ 102776 h 131127"/>
              <a:gd name="csX27" fmla="*/ 141773 w 141772"/>
              <a:gd name="csY27" fmla="*/ 86828 h 131127"/>
              <a:gd name="csX28" fmla="*/ 141773 w 141772"/>
              <a:gd name="csY28" fmla="*/ 15948 h 131127"/>
              <a:gd name="csX29" fmla="*/ 125831 w 141772"/>
              <a:gd name="csY29" fmla="*/ 0 h 131127"/>
              <a:gd name="csX30" fmla="*/ 15942 w 141772"/>
              <a:gd name="csY30" fmla="*/ 0 h 131127"/>
              <a:gd name="csX31" fmla="*/ 70895 w 141772"/>
              <a:gd name="csY31" fmla="*/ 21264 h 131127"/>
              <a:gd name="csX32" fmla="*/ 85067 w 141772"/>
              <a:gd name="csY32" fmla="*/ 35439 h 131127"/>
              <a:gd name="csX33" fmla="*/ 70895 w 141772"/>
              <a:gd name="csY33" fmla="*/ 49616 h 131127"/>
              <a:gd name="csX34" fmla="*/ 56706 w 141772"/>
              <a:gd name="csY34" fmla="*/ 35439 h 131127"/>
              <a:gd name="csX35" fmla="*/ 70895 w 141772"/>
              <a:gd name="csY35" fmla="*/ 21264 h 131127"/>
              <a:gd name="csX36" fmla="*/ 52282 w 141772"/>
              <a:gd name="csY36" fmla="*/ 56703 h 131127"/>
              <a:gd name="csX37" fmla="*/ 89491 w 141772"/>
              <a:gd name="csY37" fmla="*/ 56703 h 131127"/>
              <a:gd name="csX38" fmla="*/ 95700 w 141772"/>
              <a:gd name="csY38" fmla="*/ 62905 h 131127"/>
              <a:gd name="csX39" fmla="*/ 95700 w 141772"/>
              <a:gd name="csY39" fmla="*/ 67044 h 131127"/>
              <a:gd name="csX40" fmla="*/ 70895 w 141772"/>
              <a:gd name="csY40" fmla="*/ 81512 h 131127"/>
              <a:gd name="csX41" fmla="*/ 46072 w 141772"/>
              <a:gd name="csY41" fmla="*/ 67044 h 131127"/>
              <a:gd name="csX42" fmla="*/ 46072 w 141772"/>
              <a:gd name="csY42" fmla="*/ 62905 h 131127"/>
              <a:gd name="csX43" fmla="*/ 52282 w 141772"/>
              <a:gd name="csY43" fmla="*/ 56703 h 131127"/>
              <a:gd name="csX44" fmla="*/ 56706 w 141772"/>
              <a:gd name="csY44" fmla="*/ 102776 h 131127"/>
              <a:gd name="csX45" fmla="*/ 85067 w 141772"/>
              <a:gd name="csY45" fmla="*/ 102776 h 131127"/>
              <a:gd name="csX46" fmla="*/ 85067 w 141772"/>
              <a:gd name="csY46" fmla="*/ 120495 h 131127"/>
              <a:gd name="csX47" fmla="*/ 56706 w 141772"/>
              <a:gd name="csY47" fmla="*/ 120495 h 131127"/>
              <a:gd name="csX48" fmla="*/ 56706 w 141772"/>
              <a:gd name="csY48" fmla="*/ 102776 h 131127"/>
            </a:gdLst>
            <a:ahLst/>
            <a:cxnLst/>
            <a:rect l="l" t="t" r="r" b="b"/>
            <a:pathLst>
              <a:path w="100000" h="100000">
                <a:moveTo>
                  <a:pt x="11245" y="3754"/>
                </a:moveTo>
                <a:cubicBezTo>
                  <a:pt x="5052" y="3754"/>
                  <a:pt x="0" y="8801"/>
                  <a:pt x="0" y="15003"/>
                </a:cubicBezTo>
                <a:lnTo>
                  <a:pt x="0" y="64999"/>
                </a:lnTo>
                <a:cubicBezTo>
                  <a:pt x="0" y="71200"/>
                  <a:pt x="5052" y="76248"/>
                  <a:pt x="11245" y="76248"/>
                </a:cubicBezTo>
                <a:lnTo>
                  <a:pt x="32497" y="76248"/>
                </a:lnTo>
                <a:lnTo>
                  <a:pt x="32497" y="88746"/>
                </a:lnTo>
                <a:lnTo>
                  <a:pt x="23749" y="88746"/>
                </a:lnTo>
                <a:cubicBezTo>
                  <a:pt x="23257" y="88739"/>
                  <a:pt x="22765" y="88832"/>
                  <a:pt x="22297" y="89016"/>
                </a:cubicBezTo>
                <a:cubicBezTo>
                  <a:pt x="21841" y="89202"/>
                  <a:pt x="21421" y="89477"/>
                  <a:pt x="21061" y="89826"/>
                </a:cubicBezTo>
                <a:cubicBezTo>
                  <a:pt x="20713" y="90175"/>
                  <a:pt x="20425" y="90590"/>
                  <a:pt x="20233" y="91049"/>
                </a:cubicBezTo>
                <a:cubicBezTo>
                  <a:pt x="20041" y="91507"/>
                  <a:pt x="19945" y="91999"/>
                  <a:pt x="19945" y="92496"/>
                </a:cubicBezTo>
                <a:cubicBezTo>
                  <a:pt x="19945" y="92993"/>
                  <a:pt x="20041" y="93484"/>
                  <a:pt x="20233" y="93944"/>
                </a:cubicBezTo>
                <a:cubicBezTo>
                  <a:pt x="20425" y="94403"/>
                  <a:pt x="20713" y="94817"/>
                  <a:pt x="21061" y="95167"/>
                </a:cubicBezTo>
                <a:cubicBezTo>
                  <a:pt x="21421" y="95516"/>
                  <a:pt x="21841" y="95791"/>
                  <a:pt x="22297" y="95976"/>
                </a:cubicBezTo>
                <a:cubicBezTo>
                  <a:pt x="22765" y="96162"/>
                  <a:pt x="23257" y="96253"/>
                  <a:pt x="23749" y="96246"/>
                </a:cubicBezTo>
                <a:lnTo>
                  <a:pt x="76251" y="96246"/>
                </a:lnTo>
                <a:cubicBezTo>
                  <a:pt x="76756" y="96253"/>
                  <a:pt x="77248" y="96162"/>
                  <a:pt x="77704" y="95976"/>
                </a:cubicBezTo>
                <a:cubicBezTo>
                  <a:pt x="78171" y="95791"/>
                  <a:pt x="78592" y="95516"/>
                  <a:pt x="78939" y="95167"/>
                </a:cubicBezTo>
                <a:cubicBezTo>
                  <a:pt x="79300" y="94817"/>
                  <a:pt x="79576" y="94403"/>
                  <a:pt x="79768" y="93944"/>
                </a:cubicBezTo>
                <a:cubicBezTo>
                  <a:pt x="79959" y="93484"/>
                  <a:pt x="80055" y="92993"/>
                  <a:pt x="80055" y="92496"/>
                </a:cubicBezTo>
                <a:cubicBezTo>
                  <a:pt x="80055" y="91999"/>
                  <a:pt x="79959" y="91507"/>
                  <a:pt x="79768" y="91049"/>
                </a:cubicBezTo>
                <a:cubicBezTo>
                  <a:pt x="79576" y="90590"/>
                  <a:pt x="79300" y="90175"/>
                  <a:pt x="78939" y="89826"/>
                </a:cubicBezTo>
                <a:cubicBezTo>
                  <a:pt x="78592" y="89477"/>
                  <a:pt x="78171" y="89202"/>
                  <a:pt x="77704" y="89016"/>
                </a:cubicBezTo>
                <a:cubicBezTo>
                  <a:pt x="77248" y="88832"/>
                  <a:pt x="76756" y="88739"/>
                  <a:pt x="76251" y="88746"/>
                </a:cubicBezTo>
                <a:lnTo>
                  <a:pt x="67503" y="88746"/>
                </a:lnTo>
                <a:lnTo>
                  <a:pt x="67503" y="76248"/>
                </a:lnTo>
                <a:lnTo>
                  <a:pt x="88756" y="76248"/>
                </a:lnTo>
                <a:cubicBezTo>
                  <a:pt x="94960" y="76248"/>
                  <a:pt x="100001" y="71200"/>
                  <a:pt x="100001" y="64999"/>
                </a:cubicBezTo>
                <a:lnTo>
                  <a:pt x="100001" y="15003"/>
                </a:lnTo>
                <a:cubicBezTo>
                  <a:pt x="100001" y="8801"/>
                  <a:pt x="94960" y="3754"/>
                  <a:pt x="88756" y="3754"/>
                </a:cubicBezTo>
                <a:lnTo>
                  <a:pt x="11245" y="3754"/>
                </a:lnTo>
                <a:close/>
                <a:moveTo>
                  <a:pt x="50006" y="18753"/>
                </a:moveTo>
                <a:cubicBezTo>
                  <a:pt x="55514" y="18753"/>
                  <a:pt x="60003" y="23237"/>
                  <a:pt x="60003" y="28751"/>
                </a:cubicBezTo>
                <a:cubicBezTo>
                  <a:pt x="60003" y="34267"/>
                  <a:pt x="55514" y="38751"/>
                  <a:pt x="50006" y="38751"/>
                </a:cubicBezTo>
                <a:cubicBezTo>
                  <a:pt x="44486" y="38751"/>
                  <a:pt x="39998" y="34267"/>
                  <a:pt x="39998" y="28751"/>
                </a:cubicBezTo>
                <a:cubicBezTo>
                  <a:pt x="39998" y="23237"/>
                  <a:pt x="44486" y="18753"/>
                  <a:pt x="50006" y="18753"/>
                </a:cubicBezTo>
                <a:close/>
                <a:moveTo>
                  <a:pt x="36878" y="43750"/>
                </a:moveTo>
                <a:lnTo>
                  <a:pt x="63123" y="43750"/>
                </a:lnTo>
                <a:cubicBezTo>
                  <a:pt x="65547" y="43750"/>
                  <a:pt x="67503" y="45711"/>
                  <a:pt x="67503" y="48125"/>
                </a:cubicBezTo>
                <a:lnTo>
                  <a:pt x="67503" y="51044"/>
                </a:lnTo>
                <a:cubicBezTo>
                  <a:pt x="67503" y="56682"/>
                  <a:pt x="59667" y="61249"/>
                  <a:pt x="50006" y="61249"/>
                </a:cubicBezTo>
                <a:cubicBezTo>
                  <a:pt x="40334" y="61249"/>
                  <a:pt x="32497" y="56682"/>
                  <a:pt x="32497" y="51044"/>
                </a:cubicBezTo>
                <a:lnTo>
                  <a:pt x="32497" y="48125"/>
                </a:lnTo>
                <a:cubicBezTo>
                  <a:pt x="32497" y="45711"/>
                  <a:pt x="34465" y="43750"/>
                  <a:pt x="36878" y="43750"/>
                </a:cubicBezTo>
                <a:close/>
                <a:moveTo>
                  <a:pt x="39998" y="76248"/>
                </a:moveTo>
                <a:lnTo>
                  <a:pt x="60003" y="76248"/>
                </a:lnTo>
                <a:lnTo>
                  <a:pt x="60003" y="88746"/>
                </a:lnTo>
                <a:lnTo>
                  <a:pt x="39998" y="88746"/>
                </a:lnTo>
                <a:lnTo>
                  <a:pt x="39998" y="7624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3" name="Белый — SVG 26">
            <a:extLst>
              <a:ext uri="{FF2B5EF4-FFF2-40B4-BE49-F238E27FC236}">
                <a16:creationId xmlns:a16="http://schemas.microsoft.com/office/drawing/2014/main" id="{747CE3C8-6B0D-624D-8F5B-52F6F1D8F82F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133300 w 148867"/>
              <a:gd name="csY0" fmla="*/ 0 h 152460"/>
              <a:gd name="csX1" fmla="*/ 130680 w 148867"/>
              <a:gd name="csY1" fmla="*/ 716 h 152460"/>
              <a:gd name="csX2" fmla="*/ 128758 w 148867"/>
              <a:gd name="csY2" fmla="*/ 2637 h 152460"/>
              <a:gd name="csX3" fmla="*/ 128026 w 148867"/>
              <a:gd name="csY3" fmla="*/ 5260 h 152460"/>
              <a:gd name="csX4" fmla="*/ 128689 w 148867"/>
              <a:gd name="csY4" fmla="*/ 7898 h 152460"/>
              <a:gd name="csX5" fmla="*/ 138234 w 148867"/>
              <a:gd name="csY5" fmla="*/ 46141 h 152460"/>
              <a:gd name="csX6" fmla="*/ 128689 w 148867"/>
              <a:gd name="csY6" fmla="*/ 84384 h 152460"/>
              <a:gd name="csX7" fmla="*/ 128026 w 148867"/>
              <a:gd name="csY7" fmla="*/ 86389 h 152460"/>
              <a:gd name="csX8" fmla="*/ 128196 w 148867"/>
              <a:gd name="csY8" fmla="*/ 88495 h 152460"/>
              <a:gd name="csX9" fmla="*/ 129166 w 148867"/>
              <a:gd name="csY9" fmla="*/ 90372 h 152460"/>
              <a:gd name="csX10" fmla="*/ 130782 w 148867"/>
              <a:gd name="csY10" fmla="*/ 91721 h 152460"/>
              <a:gd name="csX11" fmla="*/ 132807 w 148867"/>
              <a:gd name="csY11" fmla="*/ 92330 h 152460"/>
              <a:gd name="csX12" fmla="*/ 134916 w 148867"/>
              <a:gd name="csY12" fmla="*/ 92103 h 152460"/>
              <a:gd name="csX13" fmla="*/ 136754 w 148867"/>
              <a:gd name="csY13" fmla="*/ 91076 h 152460"/>
              <a:gd name="csX14" fmla="*/ 138064 w 148867"/>
              <a:gd name="csY14" fmla="*/ 89409 h 152460"/>
              <a:gd name="csX15" fmla="*/ 148867 w 148867"/>
              <a:gd name="csY15" fmla="*/ 46141 h 152460"/>
              <a:gd name="csX16" fmla="*/ 138064 w 148867"/>
              <a:gd name="csY16" fmla="*/ 2873 h 152460"/>
              <a:gd name="csX17" fmla="*/ 136090 w 148867"/>
              <a:gd name="csY17" fmla="*/ 766 h 152460"/>
              <a:gd name="csX18" fmla="*/ 133300 w 148867"/>
              <a:gd name="csY18" fmla="*/ 0 h 152460"/>
              <a:gd name="csX19" fmla="*/ 56706 w 148867"/>
              <a:gd name="csY19" fmla="*/ 10702 h 152460"/>
              <a:gd name="csX20" fmla="*/ 21267 w 148867"/>
              <a:gd name="csY20" fmla="*/ 46141 h 152460"/>
              <a:gd name="csX21" fmla="*/ 56706 w 148867"/>
              <a:gd name="csY21" fmla="*/ 81580 h 152460"/>
              <a:gd name="csX22" fmla="*/ 92162 w 148867"/>
              <a:gd name="csY22" fmla="*/ 46141 h 152460"/>
              <a:gd name="csX23" fmla="*/ 56706 w 148867"/>
              <a:gd name="csY23" fmla="*/ 10702 h 152460"/>
              <a:gd name="csX24" fmla="*/ 108784 w 148867"/>
              <a:gd name="csY24" fmla="*/ 14175 h 152460"/>
              <a:gd name="csX25" fmla="*/ 106147 w 148867"/>
              <a:gd name="csY25" fmla="*/ 14842 h 152460"/>
              <a:gd name="csX26" fmla="*/ 104190 w 148867"/>
              <a:gd name="csY26" fmla="*/ 16727 h 152460"/>
              <a:gd name="csX27" fmla="*/ 103408 w 148867"/>
              <a:gd name="csY27" fmla="*/ 19335 h 152460"/>
              <a:gd name="csX28" fmla="*/ 104037 w 148867"/>
              <a:gd name="csY28" fmla="*/ 21984 h 152460"/>
              <a:gd name="csX29" fmla="*/ 109873 w 148867"/>
              <a:gd name="csY29" fmla="*/ 46141 h 152460"/>
              <a:gd name="csX30" fmla="*/ 104037 w 148867"/>
              <a:gd name="csY30" fmla="*/ 70299 h 152460"/>
              <a:gd name="csX31" fmla="*/ 103408 w 148867"/>
              <a:gd name="csY31" fmla="*/ 72309 h 152460"/>
              <a:gd name="csX32" fmla="*/ 103629 w 148867"/>
              <a:gd name="csY32" fmla="*/ 74400 h 152460"/>
              <a:gd name="csX33" fmla="*/ 104632 w 148867"/>
              <a:gd name="csY33" fmla="*/ 76246 h 152460"/>
              <a:gd name="csX34" fmla="*/ 106283 w 148867"/>
              <a:gd name="csY34" fmla="*/ 77554 h 152460"/>
              <a:gd name="csX35" fmla="*/ 108307 w 148867"/>
              <a:gd name="csY35" fmla="*/ 78124 h 152460"/>
              <a:gd name="csX36" fmla="*/ 110400 w 148867"/>
              <a:gd name="csY36" fmla="*/ 77863 h 152460"/>
              <a:gd name="csX37" fmla="*/ 112220 w 148867"/>
              <a:gd name="csY37" fmla="*/ 76815 h 152460"/>
              <a:gd name="csX38" fmla="*/ 113496 w 148867"/>
              <a:gd name="csY38" fmla="*/ 75143 h 152460"/>
              <a:gd name="csX39" fmla="*/ 120506 w 148867"/>
              <a:gd name="csY39" fmla="*/ 46141 h 152460"/>
              <a:gd name="csX40" fmla="*/ 113496 w 148867"/>
              <a:gd name="csY40" fmla="*/ 17139 h 152460"/>
              <a:gd name="csX41" fmla="*/ 111557 w 148867"/>
              <a:gd name="csY41" fmla="*/ 14994 h 152460"/>
              <a:gd name="csX42" fmla="*/ 108784 w 148867"/>
              <a:gd name="csY42" fmla="*/ 14175 h 152460"/>
              <a:gd name="csX43" fmla="*/ 15942 w 148867"/>
              <a:gd name="csY43" fmla="*/ 95757 h 152460"/>
              <a:gd name="csX44" fmla="*/ 0 w 148867"/>
              <a:gd name="csY44" fmla="*/ 111705 h 152460"/>
              <a:gd name="csX45" fmla="*/ 0 w 148867"/>
              <a:gd name="csY45" fmla="*/ 117021 h 152460"/>
              <a:gd name="csX46" fmla="*/ 56706 w 148867"/>
              <a:gd name="csY46" fmla="*/ 152460 h 152460"/>
              <a:gd name="csX47" fmla="*/ 113428 w 148867"/>
              <a:gd name="csY47" fmla="*/ 117021 h 152460"/>
              <a:gd name="csX48" fmla="*/ 113428 w 148867"/>
              <a:gd name="csY48" fmla="*/ 111705 h 152460"/>
              <a:gd name="csX49" fmla="*/ 97470 w 148867"/>
              <a:gd name="csY49" fmla="*/ 95757 h 152460"/>
              <a:gd name="csX50" fmla="*/ 15942 w 148867"/>
              <a:gd name="csY50" fmla="*/ 95757 h 152460"/>
            </a:gdLst>
            <a:ahLst/>
            <a:cxnLst/>
            <a:rect l="l" t="t" r="r" b="b"/>
            <a:pathLst>
              <a:path w="100000" h="100000">
                <a:moveTo>
                  <a:pt x="88611" y="0"/>
                </a:moveTo>
                <a:cubicBezTo>
                  <a:pt x="88008" y="5"/>
                  <a:pt x="87417" y="167"/>
                  <a:pt x="86893" y="470"/>
                </a:cubicBezTo>
                <a:cubicBezTo>
                  <a:pt x="86368" y="772"/>
                  <a:pt x="85933" y="1206"/>
                  <a:pt x="85632" y="1730"/>
                </a:cubicBezTo>
                <a:cubicBezTo>
                  <a:pt x="85319" y="2252"/>
                  <a:pt x="85163" y="2845"/>
                  <a:pt x="85152" y="3450"/>
                </a:cubicBezTo>
                <a:cubicBezTo>
                  <a:pt x="85141" y="4055"/>
                  <a:pt x="85297" y="4652"/>
                  <a:pt x="85587" y="5180"/>
                </a:cubicBezTo>
                <a:cubicBezTo>
                  <a:pt x="89604" y="12656"/>
                  <a:pt x="91847" y="21194"/>
                  <a:pt x="91847" y="30264"/>
                </a:cubicBezTo>
                <a:cubicBezTo>
                  <a:pt x="91847" y="39334"/>
                  <a:pt x="89604" y="47872"/>
                  <a:pt x="85587" y="55348"/>
                </a:cubicBezTo>
                <a:cubicBezTo>
                  <a:pt x="85353" y="55753"/>
                  <a:pt x="85208" y="56200"/>
                  <a:pt x="85152" y="56663"/>
                </a:cubicBezTo>
                <a:cubicBezTo>
                  <a:pt x="85096" y="57126"/>
                  <a:pt x="85130" y="57596"/>
                  <a:pt x="85263" y="58045"/>
                </a:cubicBezTo>
                <a:cubicBezTo>
                  <a:pt x="85386" y="58493"/>
                  <a:pt x="85610" y="58912"/>
                  <a:pt x="85900" y="59276"/>
                </a:cubicBezTo>
                <a:cubicBezTo>
                  <a:pt x="86189" y="59639"/>
                  <a:pt x="86558" y="59940"/>
                  <a:pt x="86960" y="60161"/>
                </a:cubicBezTo>
                <a:cubicBezTo>
                  <a:pt x="87373" y="60381"/>
                  <a:pt x="87830" y="60518"/>
                  <a:pt x="88288" y="60560"/>
                </a:cubicBezTo>
                <a:cubicBezTo>
                  <a:pt x="88756" y="60603"/>
                  <a:pt x="89225" y="60552"/>
                  <a:pt x="89671" y="60411"/>
                </a:cubicBezTo>
                <a:cubicBezTo>
                  <a:pt x="90118" y="60270"/>
                  <a:pt x="90530" y="60041"/>
                  <a:pt x="90877" y="59738"/>
                </a:cubicBezTo>
                <a:cubicBezTo>
                  <a:pt x="91233" y="59434"/>
                  <a:pt x="91523" y="59063"/>
                  <a:pt x="91736" y="58644"/>
                </a:cubicBezTo>
                <a:cubicBezTo>
                  <a:pt x="96277" y="50174"/>
                  <a:pt x="98822" y="40488"/>
                  <a:pt x="98822" y="30264"/>
                </a:cubicBezTo>
                <a:cubicBezTo>
                  <a:pt x="98822" y="20041"/>
                  <a:pt x="96277" y="10354"/>
                  <a:pt x="91736" y="1884"/>
                </a:cubicBezTo>
                <a:cubicBezTo>
                  <a:pt x="91434" y="1313"/>
                  <a:pt x="90988" y="835"/>
                  <a:pt x="90441" y="502"/>
                </a:cubicBezTo>
                <a:cubicBezTo>
                  <a:pt x="89895" y="170"/>
                  <a:pt x="89258" y="-5"/>
                  <a:pt x="88611" y="0"/>
                </a:cubicBezTo>
                <a:close/>
                <a:moveTo>
                  <a:pt x="38372" y="7020"/>
                </a:moveTo>
                <a:cubicBezTo>
                  <a:pt x="25561" y="7020"/>
                  <a:pt x="15128" y="17447"/>
                  <a:pt x="15128" y="30264"/>
                </a:cubicBezTo>
                <a:cubicBezTo>
                  <a:pt x="15128" y="43082"/>
                  <a:pt x="25561" y="53509"/>
                  <a:pt x="38372" y="53509"/>
                </a:cubicBezTo>
                <a:cubicBezTo>
                  <a:pt x="51194" y="53509"/>
                  <a:pt x="61628" y="43082"/>
                  <a:pt x="61628" y="30264"/>
                </a:cubicBezTo>
                <a:cubicBezTo>
                  <a:pt x="61628" y="17447"/>
                  <a:pt x="51194" y="7020"/>
                  <a:pt x="38372" y="7020"/>
                </a:cubicBezTo>
                <a:close/>
                <a:moveTo>
                  <a:pt x="72531" y="9298"/>
                </a:moveTo>
                <a:cubicBezTo>
                  <a:pt x="71928" y="9291"/>
                  <a:pt x="71325" y="9442"/>
                  <a:pt x="70801" y="9735"/>
                </a:cubicBezTo>
                <a:cubicBezTo>
                  <a:pt x="70276" y="10029"/>
                  <a:pt x="69830" y="10455"/>
                  <a:pt x="69518" y="10971"/>
                </a:cubicBezTo>
                <a:cubicBezTo>
                  <a:pt x="69194" y="11488"/>
                  <a:pt x="69027" y="12077"/>
                  <a:pt x="69005" y="12682"/>
                </a:cubicBezTo>
                <a:cubicBezTo>
                  <a:pt x="68994" y="13287"/>
                  <a:pt x="69127" y="13885"/>
                  <a:pt x="69417" y="14420"/>
                </a:cubicBezTo>
                <a:cubicBezTo>
                  <a:pt x="71850" y="19189"/>
                  <a:pt x="73245" y="24549"/>
                  <a:pt x="73245" y="30264"/>
                </a:cubicBezTo>
                <a:cubicBezTo>
                  <a:pt x="73245" y="35981"/>
                  <a:pt x="71850" y="41339"/>
                  <a:pt x="69417" y="46110"/>
                </a:cubicBezTo>
                <a:cubicBezTo>
                  <a:pt x="69194" y="46518"/>
                  <a:pt x="69060" y="46966"/>
                  <a:pt x="69005" y="47428"/>
                </a:cubicBezTo>
                <a:cubicBezTo>
                  <a:pt x="68959" y="47891"/>
                  <a:pt x="69016" y="48357"/>
                  <a:pt x="69150" y="48800"/>
                </a:cubicBezTo>
                <a:cubicBezTo>
                  <a:pt x="69283" y="49244"/>
                  <a:pt x="69518" y="49654"/>
                  <a:pt x="69807" y="50010"/>
                </a:cubicBezTo>
                <a:cubicBezTo>
                  <a:pt x="70109" y="50365"/>
                  <a:pt x="70477" y="50657"/>
                  <a:pt x="70890" y="50868"/>
                </a:cubicBezTo>
                <a:cubicBezTo>
                  <a:pt x="71303" y="51080"/>
                  <a:pt x="71761" y="51208"/>
                  <a:pt x="72218" y="51242"/>
                </a:cubicBezTo>
                <a:cubicBezTo>
                  <a:pt x="72687" y="51276"/>
                  <a:pt x="73144" y="51219"/>
                  <a:pt x="73591" y="51071"/>
                </a:cubicBezTo>
                <a:cubicBezTo>
                  <a:pt x="74026" y="50924"/>
                  <a:pt x="74439" y="50691"/>
                  <a:pt x="74785" y="50384"/>
                </a:cubicBezTo>
                <a:cubicBezTo>
                  <a:pt x="75131" y="50078"/>
                  <a:pt x="75421" y="49705"/>
                  <a:pt x="75621" y="49287"/>
                </a:cubicBezTo>
                <a:cubicBezTo>
                  <a:pt x="78534" y="43587"/>
                  <a:pt x="80219" y="37120"/>
                  <a:pt x="80219" y="30264"/>
                </a:cubicBezTo>
                <a:cubicBezTo>
                  <a:pt x="80219" y="23409"/>
                  <a:pt x="78534" y="16942"/>
                  <a:pt x="75621" y="11242"/>
                </a:cubicBezTo>
                <a:cubicBezTo>
                  <a:pt x="75332" y="10664"/>
                  <a:pt x="74897" y="10177"/>
                  <a:pt x="74350" y="9835"/>
                </a:cubicBezTo>
                <a:cubicBezTo>
                  <a:pt x="73803" y="9491"/>
                  <a:pt x="73178" y="9305"/>
                  <a:pt x="72531" y="9298"/>
                </a:cubicBezTo>
                <a:close/>
                <a:moveTo>
                  <a:pt x="11635" y="62808"/>
                </a:moveTo>
                <a:cubicBezTo>
                  <a:pt x="5877" y="62808"/>
                  <a:pt x="1178" y="67501"/>
                  <a:pt x="1178" y="73268"/>
                </a:cubicBezTo>
                <a:lnTo>
                  <a:pt x="1178" y="76755"/>
                </a:lnTo>
                <a:cubicBezTo>
                  <a:pt x="1178" y="89789"/>
                  <a:pt x="17516" y="100000"/>
                  <a:pt x="38372" y="100000"/>
                </a:cubicBezTo>
                <a:cubicBezTo>
                  <a:pt x="59229" y="100000"/>
                  <a:pt x="75577" y="89789"/>
                  <a:pt x="75577" y="76755"/>
                </a:cubicBezTo>
                <a:lnTo>
                  <a:pt x="75577" y="73268"/>
                </a:lnTo>
                <a:cubicBezTo>
                  <a:pt x="75577" y="67501"/>
                  <a:pt x="70879" y="62808"/>
                  <a:pt x="65110" y="62808"/>
                </a:cubicBezTo>
                <a:lnTo>
                  <a:pt x="11635" y="6280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4" name="Белый — SVG 27">
            <a:extLst>
              <a:ext uri="{FF2B5EF4-FFF2-40B4-BE49-F238E27FC236}">
                <a16:creationId xmlns:a16="http://schemas.microsoft.com/office/drawing/2014/main" id="{3E5EBCA2-D5E3-AE40-B81D-A0472DDD4DBC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60329 w 120658"/>
              <a:gd name="csY0" fmla="*/ 0 h 141759"/>
              <a:gd name="csX1" fmla="*/ 31968 w 120658"/>
              <a:gd name="csY1" fmla="*/ 28352 h 141759"/>
              <a:gd name="csX2" fmla="*/ 60329 w 120658"/>
              <a:gd name="csY2" fmla="*/ 56703 h 141759"/>
              <a:gd name="csX3" fmla="*/ 88691 w 120658"/>
              <a:gd name="csY3" fmla="*/ 28352 h 141759"/>
              <a:gd name="csX4" fmla="*/ 60329 w 120658"/>
              <a:gd name="csY4" fmla="*/ 0 h 141759"/>
              <a:gd name="csX5" fmla="*/ 26660 w 120658"/>
              <a:gd name="csY5" fmla="*/ 70880 h 141759"/>
              <a:gd name="csX6" fmla="*/ 10702 w 120658"/>
              <a:gd name="csY6" fmla="*/ 86828 h 141759"/>
              <a:gd name="csX7" fmla="*/ 10702 w 120658"/>
              <a:gd name="csY7" fmla="*/ 125811 h 141759"/>
              <a:gd name="csX8" fmla="*/ 11688 w 120658"/>
              <a:gd name="csY8" fmla="*/ 131127 h 141759"/>
              <a:gd name="csX9" fmla="*/ 5393 w 120658"/>
              <a:gd name="csY9" fmla="*/ 131127 h 141759"/>
              <a:gd name="csX10" fmla="*/ 3335 w 120658"/>
              <a:gd name="csY10" fmla="*/ 131509 h 141759"/>
              <a:gd name="csX11" fmla="*/ 1582 w 120658"/>
              <a:gd name="csY11" fmla="*/ 132658 h 141759"/>
              <a:gd name="csX12" fmla="*/ 408 w 120658"/>
              <a:gd name="csY12" fmla="*/ 134391 h 141759"/>
              <a:gd name="csX13" fmla="*/ 0 w 120658"/>
              <a:gd name="csY13" fmla="*/ 136443 h 141759"/>
              <a:gd name="csX14" fmla="*/ 408 w 120658"/>
              <a:gd name="csY14" fmla="*/ 138496 h 141759"/>
              <a:gd name="csX15" fmla="*/ 1582 w 120658"/>
              <a:gd name="csY15" fmla="*/ 140229 h 141759"/>
              <a:gd name="csX16" fmla="*/ 3335 w 120658"/>
              <a:gd name="csY16" fmla="*/ 141376 h 141759"/>
              <a:gd name="csX17" fmla="*/ 5393 w 120658"/>
              <a:gd name="csY17" fmla="*/ 141759 h 141759"/>
              <a:gd name="csX18" fmla="*/ 26660 w 120658"/>
              <a:gd name="csY18" fmla="*/ 141759 h 141759"/>
              <a:gd name="csX19" fmla="*/ 93999 w 120658"/>
              <a:gd name="csY19" fmla="*/ 141759 h 141759"/>
              <a:gd name="csX20" fmla="*/ 115266 w 120658"/>
              <a:gd name="csY20" fmla="*/ 141759 h 141759"/>
              <a:gd name="csX21" fmla="*/ 117324 w 120658"/>
              <a:gd name="csY21" fmla="*/ 141376 h 141759"/>
              <a:gd name="csX22" fmla="*/ 119077 w 120658"/>
              <a:gd name="csY22" fmla="*/ 140229 h 141759"/>
              <a:gd name="csX23" fmla="*/ 120251 w 120658"/>
              <a:gd name="csY23" fmla="*/ 138496 h 141759"/>
              <a:gd name="csX24" fmla="*/ 120659 w 120658"/>
              <a:gd name="csY24" fmla="*/ 136443 h 141759"/>
              <a:gd name="csX25" fmla="*/ 120251 w 120658"/>
              <a:gd name="csY25" fmla="*/ 134391 h 141759"/>
              <a:gd name="csX26" fmla="*/ 119077 w 120658"/>
              <a:gd name="csY26" fmla="*/ 132658 h 141759"/>
              <a:gd name="csX27" fmla="*/ 117324 w 120658"/>
              <a:gd name="csY27" fmla="*/ 131509 h 141759"/>
              <a:gd name="csX28" fmla="*/ 115266 w 120658"/>
              <a:gd name="csY28" fmla="*/ 131127 h 141759"/>
              <a:gd name="csX29" fmla="*/ 108971 w 120658"/>
              <a:gd name="csY29" fmla="*/ 131127 h 141759"/>
              <a:gd name="csX30" fmla="*/ 109957 w 120658"/>
              <a:gd name="csY30" fmla="*/ 125811 h 141759"/>
              <a:gd name="csX31" fmla="*/ 109957 w 120658"/>
              <a:gd name="csY31" fmla="*/ 86828 h 141759"/>
              <a:gd name="csX32" fmla="*/ 93999 w 120658"/>
              <a:gd name="csY32" fmla="*/ 70880 h 141759"/>
              <a:gd name="csX33" fmla="*/ 26660 w 120658"/>
              <a:gd name="csY33" fmla="*/ 70880 h 141759"/>
              <a:gd name="csX34" fmla="*/ 60329 w 120658"/>
              <a:gd name="csY34" fmla="*/ 99231 h 141759"/>
              <a:gd name="csX35" fmla="*/ 67424 w 120658"/>
              <a:gd name="csY35" fmla="*/ 106319 h 141759"/>
              <a:gd name="csX36" fmla="*/ 60329 w 120658"/>
              <a:gd name="csY36" fmla="*/ 113408 h 141759"/>
              <a:gd name="csX37" fmla="*/ 53235 w 120658"/>
              <a:gd name="csY37" fmla="*/ 106319 h 141759"/>
              <a:gd name="csX38" fmla="*/ 60329 w 120658"/>
              <a:gd name="csY38" fmla="*/ 99231 h 141759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38971" y="0"/>
                  <a:pt x="29994" y="8972"/>
                  <a:pt x="29994" y="20000"/>
                </a:cubicBezTo>
                <a:cubicBezTo>
                  <a:pt x="29994" y="31027"/>
                  <a:pt x="38971" y="40000"/>
                  <a:pt x="50000" y="40000"/>
                </a:cubicBezTo>
                <a:cubicBezTo>
                  <a:pt x="61030" y="40000"/>
                  <a:pt x="70007" y="31027"/>
                  <a:pt x="70007" y="20000"/>
                </a:cubicBezTo>
                <a:cubicBezTo>
                  <a:pt x="70007" y="8972"/>
                  <a:pt x="61030" y="0"/>
                  <a:pt x="50000" y="0"/>
                </a:cubicBezTo>
                <a:close/>
                <a:moveTo>
                  <a:pt x="26249" y="50000"/>
                </a:moveTo>
                <a:cubicBezTo>
                  <a:pt x="20044" y="50000"/>
                  <a:pt x="14992" y="55048"/>
                  <a:pt x="14992" y="61250"/>
                </a:cubicBezTo>
                <a:lnTo>
                  <a:pt x="14992" y="88750"/>
                </a:lnTo>
                <a:cubicBezTo>
                  <a:pt x="14992" y="90071"/>
                  <a:pt x="15268" y="91321"/>
                  <a:pt x="15688" y="92500"/>
                </a:cubicBezTo>
                <a:lnTo>
                  <a:pt x="11247" y="92500"/>
                </a:lnTo>
                <a:cubicBezTo>
                  <a:pt x="10755" y="92493"/>
                  <a:pt x="10251" y="92585"/>
                  <a:pt x="9795" y="92769"/>
                </a:cubicBezTo>
                <a:cubicBezTo>
                  <a:pt x="9339" y="92956"/>
                  <a:pt x="8919" y="93231"/>
                  <a:pt x="8559" y="93580"/>
                </a:cubicBezTo>
                <a:cubicBezTo>
                  <a:pt x="8211" y="93929"/>
                  <a:pt x="7922" y="94344"/>
                  <a:pt x="7730" y="94802"/>
                </a:cubicBezTo>
                <a:cubicBezTo>
                  <a:pt x="7538" y="95261"/>
                  <a:pt x="7443" y="95753"/>
                  <a:pt x="7443" y="96250"/>
                </a:cubicBezTo>
                <a:cubicBezTo>
                  <a:pt x="7443" y="96747"/>
                  <a:pt x="7538" y="97238"/>
                  <a:pt x="7730" y="97698"/>
                </a:cubicBezTo>
                <a:cubicBezTo>
                  <a:pt x="7922" y="98157"/>
                  <a:pt x="8211" y="98572"/>
                  <a:pt x="8559" y="98921"/>
                </a:cubicBezTo>
                <a:cubicBezTo>
                  <a:pt x="8919" y="99270"/>
                  <a:pt x="9339" y="99545"/>
                  <a:pt x="9795" y="99730"/>
                </a:cubicBezTo>
                <a:cubicBezTo>
                  <a:pt x="10251" y="99916"/>
                  <a:pt x="10755" y="100007"/>
                  <a:pt x="11247" y="100000"/>
                </a:cubicBezTo>
                <a:lnTo>
                  <a:pt x="26249" y="100000"/>
                </a:lnTo>
                <a:lnTo>
                  <a:pt x="73752" y="100000"/>
                </a:lnTo>
                <a:lnTo>
                  <a:pt x="88754" y="100000"/>
                </a:lnTo>
                <a:cubicBezTo>
                  <a:pt x="89257" y="100007"/>
                  <a:pt x="89750" y="99916"/>
                  <a:pt x="90206" y="99730"/>
                </a:cubicBezTo>
                <a:cubicBezTo>
                  <a:pt x="90674" y="99545"/>
                  <a:pt x="91094" y="99270"/>
                  <a:pt x="91442" y="98921"/>
                </a:cubicBezTo>
                <a:cubicBezTo>
                  <a:pt x="91802" y="98572"/>
                  <a:pt x="92078" y="98157"/>
                  <a:pt x="92270" y="97698"/>
                </a:cubicBezTo>
                <a:cubicBezTo>
                  <a:pt x="92462" y="97238"/>
                  <a:pt x="92558" y="96747"/>
                  <a:pt x="92558" y="96250"/>
                </a:cubicBezTo>
                <a:cubicBezTo>
                  <a:pt x="92558" y="95753"/>
                  <a:pt x="92462" y="95261"/>
                  <a:pt x="92270" y="94802"/>
                </a:cubicBezTo>
                <a:cubicBezTo>
                  <a:pt x="92078" y="94344"/>
                  <a:pt x="91802" y="93929"/>
                  <a:pt x="91442" y="93580"/>
                </a:cubicBezTo>
                <a:cubicBezTo>
                  <a:pt x="91094" y="93231"/>
                  <a:pt x="90674" y="92956"/>
                  <a:pt x="90206" y="92769"/>
                </a:cubicBezTo>
                <a:cubicBezTo>
                  <a:pt x="89750" y="92585"/>
                  <a:pt x="89257" y="92493"/>
                  <a:pt x="88754" y="92500"/>
                </a:cubicBezTo>
                <a:lnTo>
                  <a:pt x="84313" y="92500"/>
                </a:lnTo>
                <a:cubicBezTo>
                  <a:pt x="84733" y="91321"/>
                  <a:pt x="85009" y="90071"/>
                  <a:pt x="85009" y="88750"/>
                </a:cubicBezTo>
                <a:lnTo>
                  <a:pt x="85009" y="61250"/>
                </a:lnTo>
                <a:cubicBezTo>
                  <a:pt x="85009" y="55048"/>
                  <a:pt x="79956" y="50000"/>
                  <a:pt x="73752" y="50000"/>
                </a:cubicBezTo>
                <a:lnTo>
                  <a:pt x="26249" y="50000"/>
                </a:lnTo>
                <a:close/>
                <a:moveTo>
                  <a:pt x="50000" y="70000"/>
                </a:moveTo>
                <a:cubicBezTo>
                  <a:pt x="52761" y="70000"/>
                  <a:pt x="55005" y="72240"/>
                  <a:pt x="55005" y="75000"/>
                </a:cubicBezTo>
                <a:cubicBezTo>
                  <a:pt x="55005" y="77760"/>
                  <a:pt x="52761" y="80001"/>
                  <a:pt x="50000" y="80001"/>
                </a:cubicBezTo>
                <a:cubicBezTo>
                  <a:pt x="47240" y="80001"/>
                  <a:pt x="44996" y="77760"/>
                  <a:pt x="44996" y="75000"/>
                </a:cubicBezTo>
                <a:cubicBezTo>
                  <a:pt x="44996" y="72240"/>
                  <a:pt x="47240" y="70000"/>
                  <a:pt x="50000" y="700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5" name="Белый — SVG 28">
            <a:extLst>
              <a:ext uri="{FF2B5EF4-FFF2-40B4-BE49-F238E27FC236}">
                <a16:creationId xmlns:a16="http://schemas.microsoft.com/office/drawing/2014/main" id="{5E89828E-D8BF-6246-93D3-DDAFEF18EAAD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139904 w 163048"/>
              <a:gd name="csY0" fmla="*/ 2 h 141887"/>
              <a:gd name="csX1" fmla="*/ 136248 w 163048"/>
              <a:gd name="csY1" fmla="*/ 1608 h 141887"/>
              <a:gd name="csX2" fmla="*/ 5104 w 163048"/>
              <a:gd name="csY2" fmla="*/ 132736 h 141887"/>
              <a:gd name="csX3" fmla="*/ 3906 w 163048"/>
              <a:gd name="csY3" fmla="*/ 134461 h 141887"/>
              <a:gd name="csX4" fmla="*/ 3469 w 163048"/>
              <a:gd name="csY4" fmla="*/ 136516 h 141887"/>
              <a:gd name="csX5" fmla="*/ 3863 w 163048"/>
              <a:gd name="csY5" fmla="*/ 138580 h 141887"/>
              <a:gd name="csX6" fmla="*/ 5025 w 163048"/>
              <a:gd name="csY6" fmla="*/ 140330 h 141887"/>
              <a:gd name="csX7" fmla="*/ 6776 w 163048"/>
              <a:gd name="csY7" fmla="*/ 141492 h 141887"/>
              <a:gd name="csX8" fmla="*/ 8840 w 163048"/>
              <a:gd name="csY8" fmla="*/ 141887 h 141887"/>
              <a:gd name="csX9" fmla="*/ 10895 w 163048"/>
              <a:gd name="csY9" fmla="*/ 141451 h 141887"/>
              <a:gd name="csX10" fmla="*/ 12622 w 163048"/>
              <a:gd name="csY10" fmla="*/ 140254 h 141887"/>
              <a:gd name="csX11" fmla="*/ 41698 w 163048"/>
              <a:gd name="csY11" fmla="*/ 111182 h 141887"/>
              <a:gd name="csX12" fmla="*/ 81524 w 163048"/>
              <a:gd name="csY12" fmla="*/ 120546 h 141887"/>
              <a:gd name="csX13" fmla="*/ 162091 w 163048"/>
              <a:gd name="csY13" fmla="*/ 77554 h 141887"/>
              <a:gd name="csX14" fmla="*/ 162091 w 163048"/>
              <a:gd name="csY14" fmla="*/ 71394 h 141887"/>
              <a:gd name="csX15" fmla="*/ 117072 w 163048"/>
              <a:gd name="csY15" fmla="*/ 35809 h 141887"/>
              <a:gd name="csX16" fmla="*/ 143766 w 163048"/>
              <a:gd name="csY16" fmla="*/ 9125 h 141887"/>
              <a:gd name="csX17" fmla="*/ 145269 w 163048"/>
              <a:gd name="csY17" fmla="*/ 6368 h 141887"/>
              <a:gd name="csX18" fmla="*/ 144954 w 163048"/>
              <a:gd name="csY18" fmla="*/ 3245 h 141887"/>
              <a:gd name="csX19" fmla="*/ 142929 w 163048"/>
              <a:gd name="csY19" fmla="*/ 843 h 141887"/>
              <a:gd name="csX20" fmla="*/ 139904 w 163048"/>
              <a:gd name="csY20" fmla="*/ 2 h 141887"/>
              <a:gd name="csX21" fmla="*/ 81524 w 163048"/>
              <a:gd name="csY21" fmla="*/ 28402 h 141887"/>
              <a:gd name="csX22" fmla="*/ 956 w 163048"/>
              <a:gd name="csY22" fmla="*/ 71394 h 141887"/>
              <a:gd name="csX23" fmla="*/ 956 w 163048"/>
              <a:gd name="csY23" fmla="*/ 77554 h 141887"/>
              <a:gd name="csX24" fmla="*/ 23109 w 163048"/>
              <a:gd name="csY24" fmla="*/ 99704 h 141887"/>
              <a:gd name="csX25" fmla="*/ 43455 w 163048"/>
              <a:gd name="csY25" fmla="*/ 79369 h 141887"/>
              <a:gd name="csX26" fmla="*/ 42535 w 163048"/>
              <a:gd name="csY26" fmla="*/ 70930 h 141887"/>
              <a:gd name="csX27" fmla="*/ 52746 w 163048"/>
              <a:gd name="csY27" fmla="*/ 44670 h 141887"/>
              <a:gd name="csX28" fmla="*/ 81524 w 163048"/>
              <a:gd name="csY28" fmla="*/ 39034 h 141887"/>
              <a:gd name="csX29" fmla="*/ 83719 w 163048"/>
              <a:gd name="csY29" fmla="*/ 39104 h 141887"/>
              <a:gd name="csX30" fmla="*/ 93577 w 163048"/>
              <a:gd name="csY30" fmla="*/ 29255 h 141887"/>
              <a:gd name="csX31" fmla="*/ 81524 w 163048"/>
              <a:gd name="csY31" fmla="*/ 28402 h 141887"/>
              <a:gd name="csX32" fmla="*/ 108778 w 163048"/>
              <a:gd name="csY32" fmla="*/ 44109 h 141887"/>
              <a:gd name="csX33" fmla="*/ 110303 w 163048"/>
              <a:gd name="csY33" fmla="*/ 44670 h 141887"/>
              <a:gd name="csX34" fmla="*/ 120512 w 163048"/>
              <a:gd name="csY34" fmla="*/ 70930 h 141887"/>
              <a:gd name="csX35" fmla="*/ 81524 w 163048"/>
              <a:gd name="csY35" fmla="*/ 109914 h 141887"/>
              <a:gd name="csX36" fmla="*/ 54206 w 163048"/>
              <a:gd name="csY36" fmla="*/ 98667 h 141887"/>
              <a:gd name="csX37" fmla="*/ 66709 w 163048"/>
              <a:gd name="csY37" fmla="*/ 86172 h 141887"/>
              <a:gd name="csX38" fmla="*/ 81524 w 163048"/>
              <a:gd name="csY38" fmla="*/ 92194 h 141887"/>
              <a:gd name="csX39" fmla="*/ 102791 w 163048"/>
              <a:gd name="csY39" fmla="*/ 70930 h 141887"/>
              <a:gd name="csX40" fmla="*/ 96768 w 163048"/>
              <a:gd name="csY40" fmla="*/ 56112 h 141887"/>
              <a:gd name="csX41" fmla="*/ 108778 w 163048"/>
              <a:gd name="csY41" fmla="*/ 44109 h 141887"/>
            </a:gdLst>
            <a:ahLst/>
            <a:cxnLst/>
            <a:rect l="l" t="t" r="r" b="b"/>
            <a:pathLst>
              <a:path w="100000" h="100000">
                <a:moveTo>
                  <a:pt x="85805" y="6490"/>
                </a:moveTo>
                <a:cubicBezTo>
                  <a:pt x="84958" y="6516"/>
                  <a:pt x="84155" y="6869"/>
                  <a:pt x="83563" y="7475"/>
                </a:cubicBezTo>
                <a:lnTo>
                  <a:pt x="3130" y="87898"/>
                </a:lnTo>
                <a:cubicBezTo>
                  <a:pt x="2817" y="88199"/>
                  <a:pt x="2567" y="88558"/>
                  <a:pt x="2396" y="88956"/>
                </a:cubicBezTo>
                <a:cubicBezTo>
                  <a:pt x="2223" y="89355"/>
                  <a:pt x="2131" y="89784"/>
                  <a:pt x="2128" y="90217"/>
                </a:cubicBezTo>
                <a:cubicBezTo>
                  <a:pt x="2123" y="90651"/>
                  <a:pt x="2205" y="91081"/>
                  <a:pt x="2369" y="91483"/>
                </a:cubicBezTo>
                <a:cubicBezTo>
                  <a:pt x="2533" y="91884"/>
                  <a:pt x="2775" y="92249"/>
                  <a:pt x="3082" y="92556"/>
                </a:cubicBezTo>
                <a:cubicBezTo>
                  <a:pt x="3389" y="92863"/>
                  <a:pt x="3754" y="93105"/>
                  <a:pt x="4156" y="93269"/>
                </a:cubicBezTo>
                <a:cubicBezTo>
                  <a:pt x="4558" y="93434"/>
                  <a:pt x="4987" y="93515"/>
                  <a:pt x="5422" y="93511"/>
                </a:cubicBezTo>
                <a:cubicBezTo>
                  <a:pt x="5856" y="93507"/>
                  <a:pt x="6285" y="93416"/>
                  <a:pt x="6682" y="93243"/>
                </a:cubicBezTo>
                <a:cubicBezTo>
                  <a:pt x="7081" y="93072"/>
                  <a:pt x="7441" y="92821"/>
                  <a:pt x="7741" y="92509"/>
                </a:cubicBezTo>
                <a:lnTo>
                  <a:pt x="25574" y="74679"/>
                </a:lnTo>
                <a:cubicBezTo>
                  <a:pt x="32465" y="78041"/>
                  <a:pt x="40649" y="80422"/>
                  <a:pt x="50000" y="80422"/>
                </a:cubicBezTo>
                <a:cubicBezTo>
                  <a:pt x="80412" y="80422"/>
                  <a:pt x="98653" y="55120"/>
                  <a:pt x="99413" y="54054"/>
                </a:cubicBezTo>
                <a:cubicBezTo>
                  <a:pt x="100196" y="52925"/>
                  <a:pt x="100196" y="51407"/>
                  <a:pt x="99413" y="50276"/>
                </a:cubicBezTo>
                <a:cubicBezTo>
                  <a:pt x="98860" y="49499"/>
                  <a:pt x="88964" y="35789"/>
                  <a:pt x="71802" y="28451"/>
                </a:cubicBezTo>
                <a:lnTo>
                  <a:pt x="88174" y="12086"/>
                </a:lnTo>
                <a:cubicBezTo>
                  <a:pt x="88645" y="11628"/>
                  <a:pt x="88966" y="11038"/>
                  <a:pt x="89096" y="10395"/>
                </a:cubicBezTo>
                <a:cubicBezTo>
                  <a:pt x="89226" y="9751"/>
                  <a:pt x="89158" y="9084"/>
                  <a:pt x="88903" y="8479"/>
                </a:cubicBezTo>
                <a:cubicBezTo>
                  <a:pt x="88646" y="7874"/>
                  <a:pt x="88214" y="7361"/>
                  <a:pt x="87661" y="7006"/>
                </a:cubicBezTo>
                <a:cubicBezTo>
                  <a:pt x="87109" y="6651"/>
                  <a:pt x="86462" y="6472"/>
                  <a:pt x="85805" y="6490"/>
                </a:cubicBezTo>
                <a:close/>
                <a:moveTo>
                  <a:pt x="50000" y="23909"/>
                </a:moveTo>
                <a:cubicBezTo>
                  <a:pt x="19587" y="23909"/>
                  <a:pt x="1348" y="49212"/>
                  <a:pt x="586" y="50276"/>
                </a:cubicBezTo>
                <a:cubicBezTo>
                  <a:pt x="-196" y="51407"/>
                  <a:pt x="-196" y="52925"/>
                  <a:pt x="586" y="54054"/>
                </a:cubicBezTo>
                <a:cubicBezTo>
                  <a:pt x="957" y="54598"/>
                  <a:pt x="5717" y="61185"/>
                  <a:pt x="14173" y="67639"/>
                </a:cubicBezTo>
                <a:lnTo>
                  <a:pt x="26652" y="55167"/>
                </a:lnTo>
                <a:cubicBezTo>
                  <a:pt x="26282" y="53493"/>
                  <a:pt x="26087" y="51775"/>
                  <a:pt x="26087" y="49992"/>
                </a:cubicBezTo>
                <a:cubicBezTo>
                  <a:pt x="26087" y="43993"/>
                  <a:pt x="28307" y="38298"/>
                  <a:pt x="32350" y="33886"/>
                </a:cubicBezTo>
                <a:cubicBezTo>
                  <a:pt x="37590" y="31820"/>
                  <a:pt x="43499" y="30429"/>
                  <a:pt x="50000" y="30429"/>
                </a:cubicBezTo>
                <a:cubicBezTo>
                  <a:pt x="50456" y="30429"/>
                  <a:pt x="50911" y="30429"/>
                  <a:pt x="51346" y="30472"/>
                </a:cubicBezTo>
                <a:lnTo>
                  <a:pt x="57392" y="24432"/>
                </a:lnTo>
                <a:cubicBezTo>
                  <a:pt x="55022" y="24084"/>
                  <a:pt x="52543" y="23909"/>
                  <a:pt x="50000" y="23909"/>
                </a:cubicBezTo>
                <a:close/>
                <a:moveTo>
                  <a:pt x="66715" y="33542"/>
                </a:moveTo>
                <a:cubicBezTo>
                  <a:pt x="67026" y="33657"/>
                  <a:pt x="67345" y="33764"/>
                  <a:pt x="67651" y="33886"/>
                </a:cubicBezTo>
                <a:cubicBezTo>
                  <a:pt x="71694" y="38298"/>
                  <a:pt x="73912" y="43993"/>
                  <a:pt x="73912" y="49992"/>
                </a:cubicBezTo>
                <a:cubicBezTo>
                  <a:pt x="73912" y="63185"/>
                  <a:pt x="63195" y="73901"/>
                  <a:pt x="50000" y="73901"/>
                </a:cubicBezTo>
                <a:cubicBezTo>
                  <a:pt x="43458" y="73901"/>
                  <a:pt x="37558" y="71258"/>
                  <a:pt x="33245" y="67003"/>
                </a:cubicBezTo>
                <a:lnTo>
                  <a:pt x="40914" y="59340"/>
                </a:lnTo>
                <a:cubicBezTo>
                  <a:pt x="43260" y="61628"/>
                  <a:pt x="46463" y="63033"/>
                  <a:pt x="50000" y="63033"/>
                </a:cubicBezTo>
                <a:cubicBezTo>
                  <a:pt x="57195" y="63033"/>
                  <a:pt x="63043" y="57187"/>
                  <a:pt x="63043" y="49992"/>
                </a:cubicBezTo>
                <a:cubicBezTo>
                  <a:pt x="63043" y="46456"/>
                  <a:pt x="61638" y="43249"/>
                  <a:pt x="59349" y="40904"/>
                </a:cubicBezTo>
                <a:lnTo>
                  <a:pt x="66715" y="3354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6" name="Белый — SVG 29">
            <a:extLst>
              <a:ext uri="{FF2B5EF4-FFF2-40B4-BE49-F238E27FC236}">
                <a16:creationId xmlns:a16="http://schemas.microsoft.com/office/drawing/2014/main" id="{D27FAF6F-8FB9-FC47-B6E2-3201EFB40A09}"/>
              </a:ext>
            </a:extLst>
          </p:cNvPr>
          <p:cNvSpPr>
            <a:spLocks noGrp="1"/>
          </p:cNvSpPr>
          <p:nvPr/>
        </p:nvSpPr>
        <p:spPr>
          <a:xfrm>
            <a:off x="6420000" y="5010000"/>
            <a:ext cx="220000" cy="220000"/>
          </a:xfrm>
          <a:custGeom>
            <a:avLst/>
            <a:gdLst>
              <a:gd name="csX0" fmla="*/ 79742 w 145328"/>
              <a:gd name="csY0" fmla="*/ 0 h 127583"/>
              <a:gd name="csX1" fmla="*/ 70895 w 145328"/>
              <a:gd name="csY1" fmla="*/ 8859 h 127583"/>
              <a:gd name="csX2" fmla="*/ 70895 w 145328"/>
              <a:gd name="csY2" fmla="*/ 10632 h 127583"/>
              <a:gd name="csX3" fmla="*/ 70895 w 145328"/>
              <a:gd name="csY3" fmla="*/ 62871 h 127583"/>
              <a:gd name="csX4" fmla="*/ 81528 w 145328"/>
              <a:gd name="csY4" fmla="*/ 56067 h 127583"/>
              <a:gd name="csX5" fmla="*/ 81528 w 145328"/>
              <a:gd name="csY5" fmla="*/ 21264 h 127583"/>
              <a:gd name="csX6" fmla="*/ 92162 w 145328"/>
              <a:gd name="csY6" fmla="*/ 10632 h 127583"/>
              <a:gd name="csX7" fmla="*/ 124062 w 145328"/>
              <a:gd name="csY7" fmla="*/ 10632 h 127583"/>
              <a:gd name="csX8" fmla="*/ 134695 w 145328"/>
              <a:gd name="csY8" fmla="*/ 21264 h 127583"/>
              <a:gd name="csX9" fmla="*/ 134695 w 145328"/>
              <a:gd name="csY9" fmla="*/ 106319 h 127583"/>
              <a:gd name="csX10" fmla="*/ 124062 w 145328"/>
              <a:gd name="csY10" fmla="*/ 116951 h 127583"/>
              <a:gd name="csX11" fmla="*/ 92162 w 145328"/>
              <a:gd name="csY11" fmla="*/ 116951 h 127583"/>
              <a:gd name="csX12" fmla="*/ 83995 w 145328"/>
              <a:gd name="csY12" fmla="*/ 106603 h 127583"/>
              <a:gd name="csX13" fmla="*/ 81528 w 145328"/>
              <a:gd name="csY13" fmla="*/ 109261 h 127583"/>
              <a:gd name="csX14" fmla="*/ 71388 w 145328"/>
              <a:gd name="csY14" fmla="*/ 120107 h 127583"/>
              <a:gd name="csX15" fmla="*/ 71388 w 145328"/>
              <a:gd name="csY15" fmla="*/ 120115 h 127583"/>
              <a:gd name="csX16" fmla="*/ 71065 w 145328"/>
              <a:gd name="csY16" fmla="*/ 120461 h 127583"/>
              <a:gd name="csX17" fmla="*/ 79742 w 145328"/>
              <a:gd name="csY17" fmla="*/ 127583 h 127583"/>
              <a:gd name="csX18" fmla="*/ 81528 w 145328"/>
              <a:gd name="csY18" fmla="*/ 127583 h 127583"/>
              <a:gd name="csX19" fmla="*/ 134695 w 145328"/>
              <a:gd name="csY19" fmla="*/ 127583 h 127583"/>
              <a:gd name="csX20" fmla="*/ 136464 w 145328"/>
              <a:gd name="csY20" fmla="*/ 127583 h 127583"/>
              <a:gd name="csX21" fmla="*/ 145329 w 145328"/>
              <a:gd name="csY21" fmla="*/ 118724 h 127583"/>
              <a:gd name="csX22" fmla="*/ 145329 w 145328"/>
              <a:gd name="csY22" fmla="*/ 116951 h 127583"/>
              <a:gd name="csX23" fmla="*/ 145329 w 145328"/>
              <a:gd name="csY23" fmla="*/ 10632 h 127583"/>
              <a:gd name="csX24" fmla="*/ 145329 w 145328"/>
              <a:gd name="csY24" fmla="*/ 8859 h 127583"/>
              <a:gd name="csX25" fmla="*/ 136464 w 145328"/>
              <a:gd name="csY25" fmla="*/ 0 h 127583"/>
              <a:gd name="csX26" fmla="*/ 134695 w 145328"/>
              <a:gd name="csY26" fmla="*/ 0 h 127583"/>
              <a:gd name="csX27" fmla="*/ 81528 w 145328"/>
              <a:gd name="csY27" fmla="*/ 0 h 127583"/>
              <a:gd name="csX28" fmla="*/ 79742 w 145328"/>
              <a:gd name="csY28" fmla="*/ 0 h 127583"/>
              <a:gd name="csX29" fmla="*/ 108103 w 145328"/>
              <a:gd name="csY29" fmla="*/ 21264 h 127583"/>
              <a:gd name="csX30" fmla="*/ 103101 w 145328"/>
              <a:gd name="csY30" fmla="*/ 23339 h 127583"/>
              <a:gd name="csX31" fmla="*/ 101009 w 145328"/>
              <a:gd name="csY31" fmla="*/ 28352 h 127583"/>
              <a:gd name="csX32" fmla="*/ 103101 w 145328"/>
              <a:gd name="csY32" fmla="*/ 33364 h 127583"/>
              <a:gd name="csX33" fmla="*/ 108103 w 145328"/>
              <a:gd name="csY33" fmla="*/ 35439 h 127583"/>
              <a:gd name="csX34" fmla="*/ 113122 w 145328"/>
              <a:gd name="csY34" fmla="*/ 33364 h 127583"/>
              <a:gd name="csX35" fmla="*/ 115198 w 145328"/>
              <a:gd name="csY35" fmla="*/ 28352 h 127583"/>
              <a:gd name="csX36" fmla="*/ 113122 w 145328"/>
              <a:gd name="csY36" fmla="*/ 23339 h 127583"/>
              <a:gd name="csX37" fmla="*/ 108103 w 145328"/>
              <a:gd name="csY37" fmla="*/ 21264 h 127583"/>
              <a:gd name="csX38" fmla="*/ 63800 w 145328"/>
              <a:gd name="csY38" fmla="*/ 31474 h 127583"/>
              <a:gd name="csX39" fmla="*/ 40186 w 145328"/>
              <a:gd name="csY39" fmla="*/ 38734 h 127583"/>
              <a:gd name="csX40" fmla="*/ 29518 w 145328"/>
              <a:gd name="csY40" fmla="*/ 46211 h 127583"/>
              <a:gd name="csX41" fmla="*/ 1446 w 145328"/>
              <a:gd name="csY41" fmla="*/ 83145 h 127583"/>
              <a:gd name="csX42" fmla="*/ 0 w 145328"/>
              <a:gd name="csY42" fmla="*/ 87430 h 127583"/>
              <a:gd name="csX43" fmla="*/ 0 w 145328"/>
              <a:gd name="csY43" fmla="*/ 120495 h 127583"/>
              <a:gd name="csX44" fmla="*/ 7095 w 145328"/>
              <a:gd name="csY44" fmla="*/ 127583 h 127583"/>
              <a:gd name="csX45" fmla="*/ 42465 w 145328"/>
              <a:gd name="csY45" fmla="*/ 127549 h 127583"/>
              <a:gd name="csX46" fmla="*/ 63171 w 145328"/>
              <a:gd name="csY46" fmla="*/ 118544 h 127583"/>
              <a:gd name="csX47" fmla="*/ 99631 w 145328"/>
              <a:gd name="csY47" fmla="*/ 79491 h 127583"/>
              <a:gd name="csX48" fmla="*/ 102761 w 145328"/>
              <a:gd name="csY48" fmla="*/ 71661 h 127583"/>
              <a:gd name="csX49" fmla="*/ 99035 w 145328"/>
              <a:gd name="csY49" fmla="*/ 63259 h 127583"/>
              <a:gd name="csX50" fmla="*/ 85458 w 145328"/>
              <a:gd name="csY50" fmla="*/ 61985 h 127583"/>
              <a:gd name="csX51" fmla="*/ 67526 w 145328"/>
              <a:gd name="csY51" fmla="*/ 73434 h 127583"/>
              <a:gd name="csX52" fmla="*/ 67526 w 145328"/>
              <a:gd name="csY52" fmla="*/ 73468 h 127583"/>
              <a:gd name="csX53" fmla="*/ 56740 w 145328"/>
              <a:gd name="csY53" fmla="*/ 80660 h 127583"/>
              <a:gd name="csX54" fmla="*/ 55158 w 145328"/>
              <a:gd name="csY54" fmla="*/ 81332 h 127583"/>
              <a:gd name="csX55" fmla="*/ 54936 w 145328"/>
              <a:gd name="csY55" fmla="*/ 81476 h 127583"/>
              <a:gd name="csX56" fmla="*/ 55038 w 145328"/>
              <a:gd name="csY56" fmla="*/ 81373 h 127583"/>
              <a:gd name="csX57" fmla="*/ 53882 w 145328"/>
              <a:gd name="csY57" fmla="*/ 81512 h 127583"/>
              <a:gd name="csX58" fmla="*/ 49407 w 145328"/>
              <a:gd name="csY58" fmla="*/ 79068 h 127583"/>
              <a:gd name="csX59" fmla="*/ 51006 w 145328"/>
              <a:gd name="csY59" fmla="*/ 71731 h 127583"/>
              <a:gd name="csX60" fmla="*/ 63800 w 145328"/>
              <a:gd name="csY60" fmla="*/ 63543 h 127583"/>
              <a:gd name="csX61" fmla="*/ 63800 w 145328"/>
              <a:gd name="csY61" fmla="*/ 31474 h 127583"/>
              <a:gd name="csX62" fmla="*/ 108103 w 145328"/>
              <a:gd name="csY62" fmla="*/ 46459 h 127583"/>
              <a:gd name="csX63" fmla="*/ 92689 w 145328"/>
              <a:gd name="csY63" fmla="*/ 53263 h 127583"/>
              <a:gd name="csX64" fmla="*/ 103816 w 145328"/>
              <a:gd name="csY64" fmla="*/ 58011 h 127583"/>
              <a:gd name="csX65" fmla="*/ 109839 w 145328"/>
              <a:gd name="csY65" fmla="*/ 71661 h 127583"/>
              <a:gd name="csX66" fmla="*/ 107253 w 145328"/>
              <a:gd name="csY66" fmla="*/ 81089 h 127583"/>
              <a:gd name="csX67" fmla="*/ 108103 w 145328"/>
              <a:gd name="csY67" fmla="*/ 81124 h 127583"/>
              <a:gd name="csX68" fmla="*/ 127601 w 145328"/>
              <a:gd name="csY68" fmla="*/ 63792 h 127583"/>
              <a:gd name="csX69" fmla="*/ 108103 w 145328"/>
              <a:gd name="csY69" fmla="*/ 46459 h 127583"/>
              <a:gd name="csX70" fmla="*/ 108103 w 145328"/>
              <a:gd name="csY70" fmla="*/ 92144 h 127583"/>
              <a:gd name="csX71" fmla="*/ 103101 w 145328"/>
              <a:gd name="csY71" fmla="*/ 94219 h 127583"/>
              <a:gd name="csX72" fmla="*/ 101009 w 145328"/>
              <a:gd name="csY72" fmla="*/ 99231 h 127583"/>
              <a:gd name="csX73" fmla="*/ 103101 w 145328"/>
              <a:gd name="csY73" fmla="*/ 104244 h 127583"/>
              <a:gd name="csX74" fmla="*/ 108103 w 145328"/>
              <a:gd name="csY74" fmla="*/ 106319 h 127583"/>
              <a:gd name="csX75" fmla="*/ 113122 w 145328"/>
              <a:gd name="csY75" fmla="*/ 104244 h 127583"/>
              <a:gd name="csX76" fmla="*/ 115198 w 145328"/>
              <a:gd name="csY76" fmla="*/ 99231 h 127583"/>
              <a:gd name="csX77" fmla="*/ 113122 w 145328"/>
              <a:gd name="csY77" fmla="*/ 94219 h 127583"/>
              <a:gd name="csX78" fmla="*/ 108103 w 145328"/>
              <a:gd name="csY78" fmla="*/ 92144 h 127583"/>
            </a:gdLst>
            <a:ahLst/>
            <a:cxnLst/>
            <a:rect l="l" t="t" r="r" b="b"/>
            <a:pathLst>
              <a:path w="100000" h="100000">
                <a:moveTo>
                  <a:pt x="54870" y="6105"/>
                </a:moveTo>
                <a:cubicBezTo>
                  <a:pt x="51510" y="6105"/>
                  <a:pt x="48783" y="8836"/>
                  <a:pt x="48783" y="12201"/>
                </a:cubicBezTo>
                <a:lnTo>
                  <a:pt x="48783" y="13421"/>
                </a:lnTo>
                <a:lnTo>
                  <a:pt x="48783" y="49367"/>
                </a:lnTo>
                <a:lnTo>
                  <a:pt x="56099" y="44685"/>
                </a:lnTo>
                <a:lnTo>
                  <a:pt x="56099" y="20737"/>
                </a:lnTo>
                <a:cubicBezTo>
                  <a:pt x="60138" y="20737"/>
                  <a:pt x="63417" y="17462"/>
                  <a:pt x="63417" y="13421"/>
                </a:cubicBezTo>
                <a:lnTo>
                  <a:pt x="85367" y="13421"/>
                </a:lnTo>
                <a:cubicBezTo>
                  <a:pt x="85367" y="17462"/>
                  <a:pt x="88633" y="20737"/>
                  <a:pt x="92683" y="20737"/>
                </a:cubicBezTo>
                <a:lnTo>
                  <a:pt x="92683" y="79263"/>
                </a:lnTo>
                <a:cubicBezTo>
                  <a:pt x="88633" y="79263"/>
                  <a:pt x="85367" y="82538"/>
                  <a:pt x="85367" y="86579"/>
                </a:cubicBezTo>
                <a:lnTo>
                  <a:pt x="63417" y="86579"/>
                </a:lnTo>
                <a:cubicBezTo>
                  <a:pt x="63417" y="83116"/>
                  <a:pt x="61016" y="80238"/>
                  <a:pt x="57797" y="79459"/>
                </a:cubicBezTo>
                <a:lnTo>
                  <a:pt x="56099" y="81288"/>
                </a:lnTo>
                <a:lnTo>
                  <a:pt x="49122" y="88751"/>
                </a:lnTo>
                <a:lnTo>
                  <a:pt x="49122" y="88756"/>
                </a:lnTo>
                <a:lnTo>
                  <a:pt x="48900" y="88994"/>
                </a:lnTo>
                <a:cubicBezTo>
                  <a:pt x="49462" y="91799"/>
                  <a:pt x="51920" y="93895"/>
                  <a:pt x="54870" y="93895"/>
                </a:cubicBezTo>
                <a:lnTo>
                  <a:pt x="56099" y="93895"/>
                </a:lnTo>
                <a:lnTo>
                  <a:pt x="92683" y="93895"/>
                </a:lnTo>
                <a:lnTo>
                  <a:pt x="93901" y="93895"/>
                </a:lnTo>
                <a:cubicBezTo>
                  <a:pt x="97261" y="93895"/>
                  <a:pt x="100001" y="91164"/>
                  <a:pt x="100001" y="87799"/>
                </a:cubicBezTo>
                <a:lnTo>
                  <a:pt x="100001" y="86579"/>
                </a:lnTo>
                <a:lnTo>
                  <a:pt x="100001" y="13421"/>
                </a:lnTo>
                <a:lnTo>
                  <a:pt x="100001" y="12201"/>
                </a:lnTo>
                <a:cubicBezTo>
                  <a:pt x="100001" y="8836"/>
                  <a:pt x="97261" y="6105"/>
                  <a:pt x="93901" y="6105"/>
                </a:cubicBezTo>
                <a:lnTo>
                  <a:pt x="92683" y="6105"/>
                </a:lnTo>
                <a:lnTo>
                  <a:pt x="56099" y="6105"/>
                </a:lnTo>
                <a:lnTo>
                  <a:pt x="54870" y="6105"/>
                </a:lnTo>
                <a:close/>
                <a:moveTo>
                  <a:pt x="74386" y="20737"/>
                </a:moveTo>
                <a:cubicBezTo>
                  <a:pt x="73098" y="20737"/>
                  <a:pt x="71857" y="21251"/>
                  <a:pt x="70944" y="22165"/>
                </a:cubicBezTo>
                <a:cubicBezTo>
                  <a:pt x="70019" y="23081"/>
                  <a:pt x="69504" y="24321"/>
                  <a:pt x="69504" y="25614"/>
                </a:cubicBezTo>
                <a:cubicBezTo>
                  <a:pt x="69504" y="26908"/>
                  <a:pt x="70019" y="28148"/>
                  <a:pt x="70944" y="29063"/>
                </a:cubicBezTo>
                <a:cubicBezTo>
                  <a:pt x="71857" y="29977"/>
                  <a:pt x="73098" y="30491"/>
                  <a:pt x="74386" y="30491"/>
                </a:cubicBezTo>
                <a:cubicBezTo>
                  <a:pt x="75685" y="30491"/>
                  <a:pt x="76926" y="29977"/>
                  <a:pt x="77839" y="29063"/>
                </a:cubicBezTo>
                <a:cubicBezTo>
                  <a:pt x="78752" y="28148"/>
                  <a:pt x="79268" y="26908"/>
                  <a:pt x="79268" y="25614"/>
                </a:cubicBezTo>
                <a:cubicBezTo>
                  <a:pt x="79268" y="24321"/>
                  <a:pt x="78752" y="23081"/>
                  <a:pt x="77839" y="22165"/>
                </a:cubicBezTo>
                <a:cubicBezTo>
                  <a:pt x="76926" y="21251"/>
                  <a:pt x="75685" y="20737"/>
                  <a:pt x="74386" y="20737"/>
                </a:cubicBezTo>
                <a:close/>
                <a:moveTo>
                  <a:pt x="43901" y="27762"/>
                </a:moveTo>
                <a:lnTo>
                  <a:pt x="27652" y="32758"/>
                </a:lnTo>
                <a:cubicBezTo>
                  <a:pt x="24760" y="33661"/>
                  <a:pt x="22173" y="35464"/>
                  <a:pt x="20311" y="37903"/>
                </a:cubicBezTo>
                <a:lnTo>
                  <a:pt x="995" y="63317"/>
                </a:lnTo>
                <a:cubicBezTo>
                  <a:pt x="339" y="64170"/>
                  <a:pt x="0" y="65217"/>
                  <a:pt x="0" y="66266"/>
                </a:cubicBezTo>
                <a:lnTo>
                  <a:pt x="0" y="89018"/>
                </a:lnTo>
                <a:cubicBezTo>
                  <a:pt x="0" y="91700"/>
                  <a:pt x="2189" y="93895"/>
                  <a:pt x="4882" y="93895"/>
                </a:cubicBezTo>
                <a:lnTo>
                  <a:pt x="29220" y="93871"/>
                </a:lnTo>
                <a:cubicBezTo>
                  <a:pt x="34629" y="93871"/>
                  <a:pt x="39780" y="91625"/>
                  <a:pt x="43468" y="87675"/>
                </a:cubicBezTo>
                <a:lnTo>
                  <a:pt x="68556" y="60803"/>
                </a:lnTo>
                <a:cubicBezTo>
                  <a:pt x="69995" y="59290"/>
                  <a:pt x="70710" y="57342"/>
                  <a:pt x="70710" y="55415"/>
                </a:cubicBezTo>
                <a:cubicBezTo>
                  <a:pt x="70710" y="53294"/>
                  <a:pt x="69855" y="51169"/>
                  <a:pt x="68146" y="49634"/>
                </a:cubicBezTo>
                <a:cubicBezTo>
                  <a:pt x="65582" y="47293"/>
                  <a:pt x="61754" y="46927"/>
                  <a:pt x="58804" y="48757"/>
                </a:cubicBezTo>
                <a:lnTo>
                  <a:pt x="46465" y="56635"/>
                </a:lnTo>
                <a:lnTo>
                  <a:pt x="46465" y="56658"/>
                </a:lnTo>
                <a:lnTo>
                  <a:pt x="39043" y="61607"/>
                </a:lnTo>
                <a:cubicBezTo>
                  <a:pt x="38703" y="61827"/>
                  <a:pt x="38317" y="61996"/>
                  <a:pt x="37954" y="62070"/>
                </a:cubicBezTo>
                <a:lnTo>
                  <a:pt x="37801" y="62169"/>
                </a:lnTo>
                <a:lnTo>
                  <a:pt x="37872" y="62098"/>
                </a:lnTo>
                <a:cubicBezTo>
                  <a:pt x="37603" y="62171"/>
                  <a:pt x="37333" y="62193"/>
                  <a:pt x="37076" y="62193"/>
                </a:cubicBezTo>
                <a:cubicBezTo>
                  <a:pt x="35870" y="62193"/>
                  <a:pt x="34676" y="61609"/>
                  <a:pt x="33997" y="60512"/>
                </a:cubicBezTo>
                <a:cubicBezTo>
                  <a:pt x="32897" y="58805"/>
                  <a:pt x="33388" y="56537"/>
                  <a:pt x="35097" y="55463"/>
                </a:cubicBezTo>
                <a:lnTo>
                  <a:pt x="43901" y="49829"/>
                </a:lnTo>
                <a:lnTo>
                  <a:pt x="43901" y="27762"/>
                </a:lnTo>
                <a:close/>
                <a:moveTo>
                  <a:pt x="74386" y="38074"/>
                </a:moveTo>
                <a:cubicBezTo>
                  <a:pt x="70042" y="38074"/>
                  <a:pt x="66168" y="39903"/>
                  <a:pt x="63779" y="42755"/>
                </a:cubicBezTo>
                <a:cubicBezTo>
                  <a:pt x="66635" y="42951"/>
                  <a:pt x="69316" y="44097"/>
                  <a:pt x="71436" y="46022"/>
                </a:cubicBezTo>
                <a:cubicBezTo>
                  <a:pt x="74070" y="48388"/>
                  <a:pt x="75580" y="51831"/>
                  <a:pt x="75580" y="55415"/>
                </a:cubicBezTo>
                <a:cubicBezTo>
                  <a:pt x="75580" y="57733"/>
                  <a:pt x="74971" y="59952"/>
                  <a:pt x="73801" y="61902"/>
                </a:cubicBezTo>
                <a:cubicBezTo>
                  <a:pt x="74000" y="61926"/>
                  <a:pt x="74187" y="61926"/>
                  <a:pt x="74386" y="61926"/>
                </a:cubicBezTo>
                <a:cubicBezTo>
                  <a:pt x="81796" y="61926"/>
                  <a:pt x="87802" y="56584"/>
                  <a:pt x="87802" y="50000"/>
                </a:cubicBezTo>
                <a:cubicBezTo>
                  <a:pt x="87802" y="43416"/>
                  <a:pt x="81796" y="38074"/>
                  <a:pt x="74386" y="38074"/>
                </a:cubicBezTo>
                <a:close/>
                <a:moveTo>
                  <a:pt x="74386" y="69509"/>
                </a:moveTo>
                <a:cubicBezTo>
                  <a:pt x="73098" y="69509"/>
                  <a:pt x="71857" y="70023"/>
                  <a:pt x="70944" y="70937"/>
                </a:cubicBezTo>
                <a:cubicBezTo>
                  <a:pt x="70019" y="71852"/>
                  <a:pt x="69504" y="73092"/>
                  <a:pt x="69504" y="74386"/>
                </a:cubicBezTo>
                <a:cubicBezTo>
                  <a:pt x="69504" y="75679"/>
                  <a:pt x="70019" y="76920"/>
                  <a:pt x="70944" y="77835"/>
                </a:cubicBezTo>
                <a:cubicBezTo>
                  <a:pt x="71857" y="78750"/>
                  <a:pt x="73098" y="79263"/>
                  <a:pt x="74386" y="79263"/>
                </a:cubicBezTo>
                <a:cubicBezTo>
                  <a:pt x="75685" y="79263"/>
                  <a:pt x="76926" y="78750"/>
                  <a:pt x="77839" y="77835"/>
                </a:cubicBezTo>
                <a:cubicBezTo>
                  <a:pt x="78752" y="76920"/>
                  <a:pt x="79268" y="75679"/>
                  <a:pt x="79268" y="74386"/>
                </a:cubicBezTo>
                <a:cubicBezTo>
                  <a:pt x="79268" y="73092"/>
                  <a:pt x="78752" y="71852"/>
                  <a:pt x="77839" y="70937"/>
                </a:cubicBezTo>
                <a:cubicBezTo>
                  <a:pt x="76926" y="70023"/>
                  <a:pt x="75685" y="69509"/>
                  <a:pt x="74386" y="6950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7" name="Белый — SVG 30">
            <a:extLst>
              <a:ext uri="{FF2B5EF4-FFF2-40B4-BE49-F238E27FC236}">
                <a16:creationId xmlns:a16="http://schemas.microsoft.com/office/drawing/2014/main" id="{E68D1D03-0737-6C49-BD31-C7520C12A00B}"/>
              </a:ext>
            </a:extLst>
          </p:cNvPr>
          <p:cNvSpPr>
            <a:spLocks noGrp="1"/>
          </p:cNvSpPr>
          <p:nvPr/>
        </p:nvSpPr>
        <p:spPr>
          <a:xfrm>
            <a:off x="7020000" y="5010000"/>
            <a:ext cx="220000" cy="220000"/>
          </a:xfrm>
          <a:custGeom>
            <a:avLst/>
            <a:gdLst>
              <a:gd name="csX0" fmla="*/ 12406 w 127600"/>
              <a:gd name="csY0" fmla="*/ 0 h 145303"/>
              <a:gd name="csX1" fmla="*/ 0 w 127600"/>
              <a:gd name="csY1" fmla="*/ 12404 h 145303"/>
              <a:gd name="csX2" fmla="*/ 0 w 127600"/>
              <a:gd name="csY2" fmla="*/ 47844 h 145303"/>
              <a:gd name="csX3" fmla="*/ 12406 w 127600"/>
              <a:gd name="csY3" fmla="*/ 60248 h 145303"/>
              <a:gd name="csX4" fmla="*/ 24811 w 127600"/>
              <a:gd name="csY4" fmla="*/ 60248 h 145303"/>
              <a:gd name="csX5" fmla="*/ 24811 w 127600"/>
              <a:gd name="csY5" fmla="*/ 58476 h 145303"/>
              <a:gd name="csX6" fmla="*/ 44306 w 127600"/>
              <a:gd name="csY6" fmla="*/ 38984 h 145303"/>
              <a:gd name="csX7" fmla="*/ 60256 w 127600"/>
              <a:gd name="csY7" fmla="*/ 47304 h 145303"/>
              <a:gd name="csX8" fmla="*/ 60256 w 127600"/>
              <a:gd name="csY8" fmla="*/ 12404 h 145303"/>
              <a:gd name="csX9" fmla="*/ 47850 w 127600"/>
              <a:gd name="csY9" fmla="*/ 0 h 145303"/>
              <a:gd name="csX10" fmla="*/ 12406 w 127600"/>
              <a:gd name="csY10" fmla="*/ 0 h 145303"/>
              <a:gd name="csX11" fmla="*/ 79750 w 127600"/>
              <a:gd name="csY11" fmla="*/ 0 h 145303"/>
              <a:gd name="csX12" fmla="*/ 67344 w 127600"/>
              <a:gd name="csY12" fmla="*/ 12404 h 145303"/>
              <a:gd name="csX13" fmla="*/ 67344 w 127600"/>
              <a:gd name="csY13" fmla="*/ 47844 h 145303"/>
              <a:gd name="csX14" fmla="*/ 79750 w 127600"/>
              <a:gd name="csY14" fmla="*/ 60248 h 145303"/>
              <a:gd name="csX15" fmla="*/ 115194 w 127600"/>
              <a:gd name="csY15" fmla="*/ 60248 h 145303"/>
              <a:gd name="csX16" fmla="*/ 127601 w 127600"/>
              <a:gd name="csY16" fmla="*/ 47844 h 145303"/>
              <a:gd name="csX17" fmla="*/ 127601 w 127600"/>
              <a:gd name="csY17" fmla="*/ 12404 h 145303"/>
              <a:gd name="csX18" fmla="*/ 115194 w 127600"/>
              <a:gd name="csY18" fmla="*/ 0 h 145303"/>
              <a:gd name="csX19" fmla="*/ 79750 w 127600"/>
              <a:gd name="csY19" fmla="*/ 0 h 145303"/>
              <a:gd name="csX20" fmla="*/ 79750 w 127600"/>
              <a:gd name="csY20" fmla="*/ 10632 h 145303"/>
              <a:gd name="csX21" fmla="*/ 115194 w 127600"/>
              <a:gd name="csY21" fmla="*/ 10632 h 145303"/>
              <a:gd name="csX22" fmla="*/ 116967 w 127600"/>
              <a:gd name="csY22" fmla="*/ 12404 h 145303"/>
              <a:gd name="csX23" fmla="*/ 116967 w 127600"/>
              <a:gd name="csY23" fmla="*/ 47844 h 145303"/>
              <a:gd name="csX24" fmla="*/ 115194 w 127600"/>
              <a:gd name="csY24" fmla="*/ 49616 h 145303"/>
              <a:gd name="csX25" fmla="*/ 79750 w 127600"/>
              <a:gd name="csY25" fmla="*/ 49616 h 145303"/>
              <a:gd name="csX26" fmla="*/ 77978 w 127600"/>
              <a:gd name="csY26" fmla="*/ 47844 h 145303"/>
              <a:gd name="csX27" fmla="*/ 77978 w 127600"/>
              <a:gd name="csY27" fmla="*/ 12404 h 145303"/>
              <a:gd name="csX28" fmla="*/ 79750 w 127600"/>
              <a:gd name="csY28" fmla="*/ 10632 h 145303"/>
              <a:gd name="csX29" fmla="*/ 44300 w 127600"/>
              <a:gd name="csY29" fmla="*/ 14175 h 145303"/>
              <a:gd name="csX30" fmla="*/ 48058 w 127600"/>
              <a:gd name="csY30" fmla="*/ 15734 h 145303"/>
              <a:gd name="csX31" fmla="*/ 48058 w 127600"/>
              <a:gd name="csY31" fmla="*/ 23251 h 145303"/>
              <a:gd name="csX32" fmla="*/ 30335 w 127600"/>
              <a:gd name="csY32" fmla="*/ 40970 h 145303"/>
              <a:gd name="csX33" fmla="*/ 26583 w 127600"/>
              <a:gd name="csY33" fmla="*/ 42528 h 145303"/>
              <a:gd name="csX34" fmla="*/ 22825 w 127600"/>
              <a:gd name="csY34" fmla="*/ 40970 h 145303"/>
              <a:gd name="csX35" fmla="*/ 12192 w 127600"/>
              <a:gd name="csY35" fmla="*/ 30338 h 145303"/>
              <a:gd name="csX36" fmla="*/ 12192 w 127600"/>
              <a:gd name="csY36" fmla="*/ 22822 h 145303"/>
              <a:gd name="csX37" fmla="*/ 19708 w 127600"/>
              <a:gd name="csY37" fmla="*/ 22822 h 145303"/>
              <a:gd name="csX38" fmla="*/ 26577 w 127600"/>
              <a:gd name="csY38" fmla="*/ 29695 h 145303"/>
              <a:gd name="csX39" fmla="*/ 40540 w 127600"/>
              <a:gd name="csY39" fmla="*/ 15734 h 145303"/>
              <a:gd name="csX40" fmla="*/ 44300 w 127600"/>
              <a:gd name="csY40" fmla="*/ 14175 h 145303"/>
              <a:gd name="csX41" fmla="*/ 44313 w 127600"/>
              <a:gd name="csY41" fmla="*/ 46071 h 145303"/>
              <a:gd name="csX42" fmla="*/ 31900 w 127600"/>
              <a:gd name="csY42" fmla="*/ 58476 h 145303"/>
              <a:gd name="csX43" fmla="*/ 31900 w 127600"/>
              <a:gd name="csY43" fmla="*/ 91458 h 145303"/>
              <a:gd name="csX44" fmla="*/ 21267 w 127600"/>
              <a:gd name="csY44" fmla="*/ 112535 h 145303"/>
              <a:gd name="csX45" fmla="*/ 36545 w 127600"/>
              <a:gd name="csY45" fmla="*/ 139275 h 145303"/>
              <a:gd name="csX46" fmla="*/ 50882 w 127600"/>
              <a:gd name="csY46" fmla="*/ 145304 h 145303"/>
              <a:gd name="csX47" fmla="*/ 54331 w 127600"/>
              <a:gd name="csY47" fmla="*/ 145006 h 145303"/>
              <a:gd name="csX48" fmla="*/ 75485 w 127600"/>
              <a:gd name="csY48" fmla="*/ 141344 h 145303"/>
              <a:gd name="csX49" fmla="*/ 92143 w 127600"/>
              <a:gd name="csY49" fmla="*/ 127721 h 145303"/>
              <a:gd name="csX50" fmla="*/ 98380 w 127600"/>
              <a:gd name="csY50" fmla="*/ 110591 h 145303"/>
              <a:gd name="csX51" fmla="*/ 96219 w 127600"/>
              <a:gd name="csY51" fmla="*/ 93148 h 145303"/>
              <a:gd name="csX52" fmla="*/ 80720 w 127600"/>
              <a:gd name="csY52" fmla="*/ 81228 h 145303"/>
              <a:gd name="csX53" fmla="*/ 56718 w 127600"/>
              <a:gd name="csY53" fmla="*/ 76604 h 145303"/>
              <a:gd name="csX54" fmla="*/ 56718 w 127600"/>
              <a:gd name="csY54" fmla="*/ 58476 h 145303"/>
              <a:gd name="csX55" fmla="*/ 44313 w 127600"/>
              <a:gd name="csY55" fmla="*/ 46071 h 145303"/>
            </a:gdLst>
            <a:ahLst/>
            <a:cxnLst/>
            <a:rect l="l" t="t" r="r" b="b"/>
            <a:pathLst>
              <a:path w="100000" h="100000">
                <a:moveTo>
                  <a:pt x="14630" y="0"/>
                </a:moveTo>
                <a:cubicBezTo>
                  <a:pt x="9922" y="0"/>
                  <a:pt x="6092" y="3829"/>
                  <a:pt x="6092" y="8537"/>
                </a:cubicBezTo>
                <a:lnTo>
                  <a:pt x="6092" y="32927"/>
                </a:lnTo>
                <a:cubicBezTo>
                  <a:pt x="6092" y="37634"/>
                  <a:pt x="9922" y="41464"/>
                  <a:pt x="14630" y="41464"/>
                </a:cubicBezTo>
                <a:lnTo>
                  <a:pt x="23167" y="41464"/>
                </a:lnTo>
                <a:lnTo>
                  <a:pt x="23167" y="40244"/>
                </a:lnTo>
                <a:cubicBezTo>
                  <a:pt x="23167" y="32846"/>
                  <a:pt x="29186" y="26829"/>
                  <a:pt x="36584" y="26829"/>
                </a:cubicBezTo>
                <a:cubicBezTo>
                  <a:pt x="41121" y="26829"/>
                  <a:pt x="45132" y="29096"/>
                  <a:pt x="47561" y="32555"/>
                </a:cubicBezTo>
                <a:lnTo>
                  <a:pt x="47561" y="8537"/>
                </a:lnTo>
                <a:cubicBezTo>
                  <a:pt x="47561" y="3829"/>
                  <a:pt x="43731" y="0"/>
                  <a:pt x="39023" y="0"/>
                </a:cubicBezTo>
                <a:lnTo>
                  <a:pt x="14630" y="0"/>
                </a:lnTo>
                <a:close/>
                <a:moveTo>
                  <a:pt x="60977" y="0"/>
                </a:moveTo>
                <a:cubicBezTo>
                  <a:pt x="56307" y="0"/>
                  <a:pt x="52439" y="3866"/>
                  <a:pt x="52439" y="8537"/>
                </a:cubicBezTo>
                <a:lnTo>
                  <a:pt x="52439" y="32927"/>
                </a:lnTo>
                <a:cubicBezTo>
                  <a:pt x="52439" y="37597"/>
                  <a:pt x="56307" y="41464"/>
                  <a:pt x="60977" y="41464"/>
                </a:cubicBezTo>
                <a:lnTo>
                  <a:pt x="85370" y="41464"/>
                </a:lnTo>
                <a:cubicBezTo>
                  <a:pt x="90043" y="41464"/>
                  <a:pt x="93909" y="37597"/>
                  <a:pt x="93909" y="32927"/>
                </a:cubicBezTo>
                <a:lnTo>
                  <a:pt x="93909" y="8537"/>
                </a:lnTo>
                <a:cubicBezTo>
                  <a:pt x="93909" y="3866"/>
                  <a:pt x="90043" y="0"/>
                  <a:pt x="85370" y="0"/>
                </a:cubicBezTo>
                <a:lnTo>
                  <a:pt x="60977" y="0"/>
                </a:lnTo>
                <a:close/>
                <a:moveTo>
                  <a:pt x="60977" y="7317"/>
                </a:moveTo>
                <a:lnTo>
                  <a:pt x="85370" y="7317"/>
                </a:lnTo>
                <a:cubicBezTo>
                  <a:pt x="86091" y="7317"/>
                  <a:pt x="86590" y="7817"/>
                  <a:pt x="86590" y="8537"/>
                </a:cubicBezTo>
                <a:lnTo>
                  <a:pt x="86590" y="32927"/>
                </a:lnTo>
                <a:cubicBezTo>
                  <a:pt x="86590" y="33647"/>
                  <a:pt x="86091" y="34147"/>
                  <a:pt x="85370" y="34147"/>
                </a:cubicBezTo>
                <a:lnTo>
                  <a:pt x="60977" y="34147"/>
                </a:lnTo>
                <a:cubicBezTo>
                  <a:pt x="60257" y="34147"/>
                  <a:pt x="59758" y="33647"/>
                  <a:pt x="59758" y="32927"/>
                </a:cubicBezTo>
                <a:lnTo>
                  <a:pt x="59758" y="8537"/>
                </a:lnTo>
                <a:cubicBezTo>
                  <a:pt x="59758" y="7817"/>
                  <a:pt x="60257" y="7317"/>
                  <a:pt x="60977" y="7317"/>
                </a:cubicBezTo>
                <a:close/>
                <a:moveTo>
                  <a:pt x="36580" y="9755"/>
                </a:moveTo>
                <a:cubicBezTo>
                  <a:pt x="37515" y="9755"/>
                  <a:pt x="38452" y="10113"/>
                  <a:pt x="39166" y="10828"/>
                </a:cubicBezTo>
                <a:cubicBezTo>
                  <a:pt x="40596" y="12255"/>
                  <a:pt x="40596" y="14574"/>
                  <a:pt x="39166" y="16002"/>
                </a:cubicBezTo>
                <a:lnTo>
                  <a:pt x="26969" y="28196"/>
                </a:lnTo>
                <a:cubicBezTo>
                  <a:pt x="26259" y="28911"/>
                  <a:pt x="25324" y="29268"/>
                  <a:pt x="24387" y="29268"/>
                </a:cubicBezTo>
                <a:cubicBezTo>
                  <a:pt x="23450" y="29268"/>
                  <a:pt x="22515" y="28911"/>
                  <a:pt x="21800" y="28196"/>
                </a:cubicBezTo>
                <a:lnTo>
                  <a:pt x="14482" y="20879"/>
                </a:lnTo>
                <a:cubicBezTo>
                  <a:pt x="13052" y="19453"/>
                  <a:pt x="13052" y="17132"/>
                  <a:pt x="14482" y="15706"/>
                </a:cubicBezTo>
                <a:cubicBezTo>
                  <a:pt x="15911" y="14277"/>
                  <a:pt x="18227" y="14277"/>
                  <a:pt x="19655" y="15706"/>
                </a:cubicBezTo>
                <a:lnTo>
                  <a:pt x="24382" y="20437"/>
                </a:lnTo>
                <a:lnTo>
                  <a:pt x="33992" y="10828"/>
                </a:lnTo>
                <a:cubicBezTo>
                  <a:pt x="34707" y="10113"/>
                  <a:pt x="35642" y="9755"/>
                  <a:pt x="36580" y="9755"/>
                </a:cubicBezTo>
                <a:close/>
                <a:moveTo>
                  <a:pt x="36589" y="31707"/>
                </a:moveTo>
                <a:cubicBezTo>
                  <a:pt x="31881" y="31707"/>
                  <a:pt x="28046" y="35537"/>
                  <a:pt x="28046" y="40244"/>
                </a:cubicBezTo>
                <a:lnTo>
                  <a:pt x="28046" y="62943"/>
                </a:lnTo>
                <a:cubicBezTo>
                  <a:pt x="20728" y="73050"/>
                  <a:pt x="20728" y="76229"/>
                  <a:pt x="20728" y="77449"/>
                </a:cubicBezTo>
                <a:cubicBezTo>
                  <a:pt x="20728" y="82512"/>
                  <a:pt x="24264" y="88704"/>
                  <a:pt x="31243" y="95851"/>
                </a:cubicBezTo>
                <a:cubicBezTo>
                  <a:pt x="33856" y="98529"/>
                  <a:pt x="37424" y="100001"/>
                  <a:pt x="41110" y="100001"/>
                </a:cubicBezTo>
                <a:cubicBezTo>
                  <a:pt x="41898" y="100001"/>
                  <a:pt x="42690" y="99931"/>
                  <a:pt x="43483" y="99796"/>
                </a:cubicBezTo>
                <a:lnTo>
                  <a:pt x="58042" y="97275"/>
                </a:lnTo>
                <a:cubicBezTo>
                  <a:pt x="63204" y="96379"/>
                  <a:pt x="67595" y="92783"/>
                  <a:pt x="69506" y="87900"/>
                </a:cubicBezTo>
                <a:cubicBezTo>
                  <a:pt x="71762" y="82129"/>
                  <a:pt x="73205" y="78166"/>
                  <a:pt x="73799" y="76111"/>
                </a:cubicBezTo>
                <a:cubicBezTo>
                  <a:pt x="74949" y="72101"/>
                  <a:pt x="74421" y="67837"/>
                  <a:pt x="72311" y="64106"/>
                </a:cubicBezTo>
                <a:cubicBezTo>
                  <a:pt x="70044" y="60101"/>
                  <a:pt x="66155" y="57110"/>
                  <a:pt x="61645" y="55902"/>
                </a:cubicBezTo>
                <a:cubicBezTo>
                  <a:pt x="61544" y="55876"/>
                  <a:pt x="54837" y="54673"/>
                  <a:pt x="45126" y="52720"/>
                </a:cubicBezTo>
                <a:lnTo>
                  <a:pt x="45126" y="40244"/>
                </a:lnTo>
                <a:cubicBezTo>
                  <a:pt x="45126" y="35537"/>
                  <a:pt x="41297" y="31707"/>
                  <a:pt x="36589" y="3170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8" name="Белый — SVG 31">
            <a:extLst>
              <a:ext uri="{FF2B5EF4-FFF2-40B4-BE49-F238E27FC236}">
                <a16:creationId xmlns:a16="http://schemas.microsoft.com/office/drawing/2014/main" id="{3BB14C8F-8AD9-1747-9EDB-FBFB23E47C2F}"/>
              </a:ext>
            </a:extLst>
          </p:cNvPr>
          <p:cNvSpPr>
            <a:spLocks noGrp="1"/>
          </p:cNvSpPr>
          <p:nvPr/>
        </p:nvSpPr>
        <p:spPr>
          <a:xfrm>
            <a:off x="7620000" y="5010000"/>
            <a:ext cx="220000" cy="220000"/>
          </a:xfrm>
          <a:custGeom>
            <a:avLst/>
            <a:gdLst>
              <a:gd name="csX0" fmla="*/ 33673 w 106276"/>
              <a:gd name="csY0" fmla="*/ 0 h 155935"/>
              <a:gd name="csX1" fmla="*/ 0 w 106276"/>
              <a:gd name="csY1" fmla="*/ 33668 h 155935"/>
              <a:gd name="csX2" fmla="*/ 10633 w 106276"/>
              <a:gd name="csY2" fmla="*/ 58151 h 155935"/>
              <a:gd name="csX3" fmla="*/ 10633 w 106276"/>
              <a:gd name="csY3" fmla="*/ 33668 h 155935"/>
              <a:gd name="csX4" fmla="*/ 33673 w 106276"/>
              <a:gd name="csY4" fmla="*/ 10632 h 155935"/>
              <a:gd name="csX5" fmla="*/ 56711 w 106276"/>
              <a:gd name="csY5" fmla="*/ 33668 h 155935"/>
              <a:gd name="csX6" fmla="*/ 56711 w 106276"/>
              <a:gd name="csY6" fmla="*/ 58151 h 155935"/>
              <a:gd name="csX7" fmla="*/ 67344 w 106276"/>
              <a:gd name="csY7" fmla="*/ 33668 h 155935"/>
              <a:gd name="csX8" fmla="*/ 33673 w 106276"/>
              <a:gd name="csY8" fmla="*/ 0 h 155935"/>
              <a:gd name="csX9" fmla="*/ 33673 w 106276"/>
              <a:gd name="csY9" fmla="*/ 21264 h 155935"/>
              <a:gd name="csX10" fmla="*/ 21267 w 106276"/>
              <a:gd name="csY10" fmla="*/ 33668 h 155935"/>
              <a:gd name="csX11" fmla="*/ 21267 w 106276"/>
              <a:gd name="csY11" fmla="*/ 77579 h 155935"/>
              <a:gd name="csX12" fmla="*/ 3544 w 106276"/>
              <a:gd name="csY12" fmla="*/ 113068 h 155935"/>
              <a:gd name="csX13" fmla="*/ 23883 w 106276"/>
              <a:gd name="csY13" fmla="*/ 148279 h 155935"/>
              <a:gd name="csX14" fmla="*/ 42098 w 106276"/>
              <a:gd name="csY14" fmla="*/ 155936 h 155935"/>
              <a:gd name="csX15" fmla="*/ 46479 w 106276"/>
              <a:gd name="csY15" fmla="*/ 155561 h 155935"/>
              <a:gd name="csX16" fmla="*/ 75403 w 106276"/>
              <a:gd name="csY16" fmla="*/ 150550 h 155935"/>
              <a:gd name="csX17" fmla="*/ 96704 w 106276"/>
              <a:gd name="csY17" fmla="*/ 133141 h 155935"/>
              <a:gd name="csX18" fmla="*/ 105163 w 106276"/>
              <a:gd name="csY18" fmla="*/ 109885 h 155935"/>
              <a:gd name="csX19" fmla="*/ 102395 w 106276"/>
              <a:gd name="csY19" fmla="*/ 87527 h 155935"/>
              <a:gd name="csX20" fmla="*/ 82381 w 106276"/>
              <a:gd name="csY20" fmla="*/ 72146 h 155935"/>
              <a:gd name="csX21" fmla="*/ 79798 w 106276"/>
              <a:gd name="csY21" fmla="*/ 71564 h 155935"/>
              <a:gd name="csX22" fmla="*/ 46077 w 106276"/>
              <a:gd name="csY22" fmla="*/ 65460 h 155935"/>
              <a:gd name="csX23" fmla="*/ 46077 w 106276"/>
              <a:gd name="csY23" fmla="*/ 33668 h 155935"/>
              <a:gd name="csX24" fmla="*/ 33673 w 106276"/>
              <a:gd name="csY24" fmla="*/ 21264 h 155935"/>
            </a:gdLst>
            <a:ahLst/>
            <a:cxnLst/>
            <a:rect l="l" t="t" r="r" b="b"/>
            <a:pathLst>
              <a:path w="100000" h="100000">
                <a:moveTo>
                  <a:pt x="37517" y="0"/>
                </a:moveTo>
                <a:cubicBezTo>
                  <a:pt x="25610" y="0"/>
                  <a:pt x="15923" y="9686"/>
                  <a:pt x="15923" y="21591"/>
                </a:cubicBezTo>
                <a:cubicBezTo>
                  <a:pt x="15923" y="27780"/>
                  <a:pt x="18555" y="33350"/>
                  <a:pt x="22742" y="37292"/>
                </a:cubicBezTo>
                <a:lnTo>
                  <a:pt x="22742" y="21591"/>
                </a:lnTo>
                <a:cubicBezTo>
                  <a:pt x="22742" y="13445"/>
                  <a:pt x="29370" y="6818"/>
                  <a:pt x="37517" y="6818"/>
                </a:cubicBezTo>
                <a:cubicBezTo>
                  <a:pt x="45663" y="6818"/>
                  <a:pt x="52291" y="13445"/>
                  <a:pt x="52291" y="21591"/>
                </a:cubicBezTo>
                <a:lnTo>
                  <a:pt x="52291" y="37292"/>
                </a:lnTo>
                <a:cubicBezTo>
                  <a:pt x="56479" y="33350"/>
                  <a:pt x="59110" y="27780"/>
                  <a:pt x="59110" y="21591"/>
                </a:cubicBezTo>
                <a:cubicBezTo>
                  <a:pt x="59110" y="9686"/>
                  <a:pt x="49423" y="0"/>
                  <a:pt x="37517" y="0"/>
                </a:cubicBezTo>
                <a:close/>
                <a:moveTo>
                  <a:pt x="37517" y="13636"/>
                </a:moveTo>
                <a:cubicBezTo>
                  <a:pt x="33124" y="13636"/>
                  <a:pt x="29561" y="17198"/>
                  <a:pt x="29561" y="21591"/>
                </a:cubicBezTo>
                <a:lnTo>
                  <a:pt x="29561" y="49751"/>
                </a:lnTo>
                <a:cubicBezTo>
                  <a:pt x="25826" y="55324"/>
                  <a:pt x="18196" y="67340"/>
                  <a:pt x="18196" y="72510"/>
                </a:cubicBezTo>
                <a:cubicBezTo>
                  <a:pt x="18196" y="78623"/>
                  <a:pt x="22586" y="86222"/>
                  <a:pt x="31239" y="95090"/>
                </a:cubicBezTo>
                <a:cubicBezTo>
                  <a:pt x="34333" y="98256"/>
                  <a:pt x="38556" y="100001"/>
                  <a:pt x="42920" y="100001"/>
                </a:cubicBezTo>
                <a:cubicBezTo>
                  <a:pt x="43852" y="100001"/>
                  <a:pt x="44793" y="99924"/>
                  <a:pt x="45730" y="99760"/>
                </a:cubicBezTo>
                <a:lnTo>
                  <a:pt x="64278" y="96547"/>
                </a:lnTo>
                <a:cubicBezTo>
                  <a:pt x="70427" y="95481"/>
                  <a:pt x="75664" y="91201"/>
                  <a:pt x="77939" y="85382"/>
                </a:cubicBezTo>
                <a:cubicBezTo>
                  <a:pt x="80798" y="78069"/>
                  <a:pt x="82623" y="73052"/>
                  <a:pt x="83363" y="70468"/>
                </a:cubicBezTo>
                <a:cubicBezTo>
                  <a:pt x="84741" y="65679"/>
                  <a:pt x="84111" y="60589"/>
                  <a:pt x="81588" y="56130"/>
                </a:cubicBezTo>
                <a:cubicBezTo>
                  <a:pt x="78863" y="51312"/>
                  <a:pt x="74183" y="47720"/>
                  <a:pt x="68753" y="46267"/>
                </a:cubicBezTo>
                <a:cubicBezTo>
                  <a:pt x="68214" y="46124"/>
                  <a:pt x="67663" y="45998"/>
                  <a:pt x="67097" y="45893"/>
                </a:cubicBezTo>
                <a:lnTo>
                  <a:pt x="45472" y="41979"/>
                </a:lnTo>
                <a:lnTo>
                  <a:pt x="45472" y="21591"/>
                </a:lnTo>
                <a:cubicBezTo>
                  <a:pt x="45472" y="17198"/>
                  <a:pt x="41911" y="13636"/>
                  <a:pt x="37517" y="1363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89" name="Белый — SVG 32">
            <a:extLst>
              <a:ext uri="{FF2B5EF4-FFF2-40B4-BE49-F238E27FC236}">
                <a16:creationId xmlns:a16="http://schemas.microsoft.com/office/drawing/2014/main" id="{A1D912AD-E286-6B40-8FB3-22474334153D}"/>
              </a:ext>
            </a:extLst>
          </p:cNvPr>
          <p:cNvSpPr>
            <a:spLocks noGrp="1"/>
          </p:cNvSpPr>
          <p:nvPr/>
        </p:nvSpPr>
        <p:spPr>
          <a:xfrm>
            <a:off x="8220000" y="5010000"/>
            <a:ext cx="220000" cy="220000"/>
          </a:xfrm>
          <a:custGeom>
            <a:avLst/>
            <a:gdLst>
              <a:gd name="csX0" fmla="*/ 21267 w 127601"/>
              <a:gd name="csY0" fmla="*/ 0 h 141835"/>
              <a:gd name="csX1" fmla="*/ 11246 w 127601"/>
              <a:gd name="csY1" fmla="*/ 4152 h 141835"/>
              <a:gd name="csX2" fmla="*/ 7095 w 127601"/>
              <a:gd name="csY2" fmla="*/ 14175 h 141835"/>
              <a:gd name="csX3" fmla="*/ 11246 w 127601"/>
              <a:gd name="csY3" fmla="*/ 24200 h 141835"/>
              <a:gd name="csX4" fmla="*/ 21267 w 127601"/>
              <a:gd name="csY4" fmla="*/ 28352 h 141835"/>
              <a:gd name="csX5" fmla="*/ 31288 w 127601"/>
              <a:gd name="csY5" fmla="*/ 24200 h 141835"/>
              <a:gd name="csX6" fmla="*/ 35440 w 127601"/>
              <a:gd name="csY6" fmla="*/ 14175 h 141835"/>
              <a:gd name="csX7" fmla="*/ 31288 w 127601"/>
              <a:gd name="csY7" fmla="*/ 4152 h 141835"/>
              <a:gd name="csX8" fmla="*/ 21267 w 127601"/>
              <a:gd name="csY8" fmla="*/ 0 h 141835"/>
              <a:gd name="csX9" fmla="*/ 106334 w 127601"/>
              <a:gd name="csY9" fmla="*/ 0 h 141835"/>
              <a:gd name="csX10" fmla="*/ 96313 w 127601"/>
              <a:gd name="csY10" fmla="*/ 4152 h 141835"/>
              <a:gd name="csX11" fmla="*/ 92162 w 127601"/>
              <a:gd name="csY11" fmla="*/ 14175 h 141835"/>
              <a:gd name="csX12" fmla="*/ 96313 w 127601"/>
              <a:gd name="csY12" fmla="*/ 24200 h 141835"/>
              <a:gd name="csX13" fmla="*/ 106334 w 127601"/>
              <a:gd name="csY13" fmla="*/ 28352 h 141835"/>
              <a:gd name="csX14" fmla="*/ 116356 w 127601"/>
              <a:gd name="csY14" fmla="*/ 24200 h 141835"/>
              <a:gd name="csX15" fmla="*/ 120507 w 127601"/>
              <a:gd name="csY15" fmla="*/ 14175 h 141835"/>
              <a:gd name="csX16" fmla="*/ 116356 w 127601"/>
              <a:gd name="csY16" fmla="*/ 4152 h 141835"/>
              <a:gd name="csX17" fmla="*/ 106334 w 127601"/>
              <a:gd name="csY17" fmla="*/ 0 h 141835"/>
              <a:gd name="csX18" fmla="*/ 19498 w 127601"/>
              <a:gd name="csY18" fmla="*/ 35439 h 141835"/>
              <a:gd name="csX19" fmla="*/ 1 w 127601"/>
              <a:gd name="csY19" fmla="*/ 54932 h 141835"/>
              <a:gd name="csX20" fmla="*/ 1 w 127601"/>
              <a:gd name="csY20" fmla="*/ 95687 h 141835"/>
              <a:gd name="csX21" fmla="*/ 953 w 127601"/>
              <a:gd name="csY21" fmla="*/ 98797 h 141835"/>
              <a:gd name="csX22" fmla="*/ 3540 w 127601"/>
              <a:gd name="csY22" fmla="*/ 100769 h 141835"/>
              <a:gd name="csX23" fmla="*/ 3540 w 127601"/>
              <a:gd name="csY23" fmla="*/ 136443 h 141835"/>
              <a:gd name="csX24" fmla="*/ 3931 w 127601"/>
              <a:gd name="csY24" fmla="*/ 138501 h 141835"/>
              <a:gd name="csX25" fmla="*/ 5071 w 127601"/>
              <a:gd name="csY25" fmla="*/ 140251 h 141835"/>
              <a:gd name="csX26" fmla="*/ 6806 w 127601"/>
              <a:gd name="csY26" fmla="*/ 141424 h 141835"/>
              <a:gd name="csX27" fmla="*/ 8865 w 127601"/>
              <a:gd name="csY27" fmla="*/ 141835 h 141835"/>
              <a:gd name="csX28" fmla="*/ 10906 w 127601"/>
              <a:gd name="csY28" fmla="*/ 141424 h 141835"/>
              <a:gd name="csX29" fmla="*/ 12642 w 127601"/>
              <a:gd name="csY29" fmla="*/ 140251 h 141835"/>
              <a:gd name="csX30" fmla="*/ 13798 w 127601"/>
              <a:gd name="csY30" fmla="*/ 138501 h 141835"/>
              <a:gd name="csX31" fmla="*/ 14173 w 127601"/>
              <a:gd name="csY31" fmla="*/ 136443 h 141835"/>
              <a:gd name="csX32" fmla="*/ 14173 w 127601"/>
              <a:gd name="csY32" fmla="*/ 99231 h 141835"/>
              <a:gd name="csX33" fmla="*/ 28362 w 127601"/>
              <a:gd name="csY33" fmla="*/ 99231 h 141835"/>
              <a:gd name="csX34" fmla="*/ 28362 w 127601"/>
              <a:gd name="csY34" fmla="*/ 136443 h 141835"/>
              <a:gd name="csX35" fmla="*/ 28736 w 127601"/>
              <a:gd name="csY35" fmla="*/ 138501 h 141835"/>
              <a:gd name="csX36" fmla="*/ 29893 w 127601"/>
              <a:gd name="csY36" fmla="*/ 140251 h 141835"/>
              <a:gd name="csX37" fmla="*/ 31628 w 127601"/>
              <a:gd name="csY37" fmla="*/ 141424 h 141835"/>
              <a:gd name="csX38" fmla="*/ 33670 w 127601"/>
              <a:gd name="csY38" fmla="*/ 141835 h 141835"/>
              <a:gd name="csX39" fmla="*/ 35729 w 127601"/>
              <a:gd name="csY39" fmla="*/ 141424 h 141835"/>
              <a:gd name="csX40" fmla="*/ 37464 w 127601"/>
              <a:gd name="csY40" fmla="*/ 140251 h 141835"/>
              <a:gd name="csX41" fmla="*/ 38604 w 127601"/>
              <a:gd name="csY41" fmla="*/ 138501 h 141835"/>
              <a:gd name="csX42" fmla="*/ 38995 w 127601"/>
              <a:gd name="csY42" fmla="*/ 136443 h 141835"/>
              <a:gd name="csX43" fmla="*/ 38995 w 127601"/>
              <a:gd name="csY43" fmla="*/ 100769 h 141835"/>
              <a:gd name="csX44" fmla="*/ 41581 w 127601"/>
              <a:gd name="csY44" fmla="*/ 98797 h 141835"/>
              <a:gd name="csX45" fmla="*/ 42534 w 127601"/>
              <a:gd name="csY45" fmla="*/ 95687 h 141835"/>
              <a:gd name="csX46" fmla="*/ 42534 w 127601"/>
              <a:gd name="csY46" fmla="*/ 54932 h 141835"/>
              <a:gd name="csX47" fmla="*/ 23037 w 127601"/>
              <a:gd name="csY47" fmla="*/ 35439 h 141835"/>
              <a:gd name="csX48" fmla="*/ 19498 w 127601"/>
              <a:gd name="csY48" fmla="*/ 35439 h 141835"/>
              <a:gd name="csX49" fmla="*/ 104565 w 127601"/>
              <a:gd name="csY49" fmla="*/ 35439 h 141835"/>
              <a:gd name="csX50" fmla="*/ 85068 w 127601"/>
              <a:gd name="csY50" fmla="*/ 54932 h 141835"/>
              <a:gd name="csX51" fmla="*/ 85068 w 127601"/>
              <a:gd name="csY51" fmla="*/ 95687 h 141835"/>
              <a:gd name="csX52" fmla="*/ 86020 w 127601"/>
              <a:gd name="csY52" fmla="*/ 98797 h 141835"/>
              <a:gd name="csX53" fmla="*/ 88607 w 127601"/>
              <a:gd name="csY53" fmla="*/ 100769 h 141835"/>
              <a:gd name="csX54" fmla="*/ 88607 w 127601"/>
              <a:gd name="csY54" fmla="*/ 136443 h 141835"/>
              <a:gd name="csX55" fmla="*/ 88998 w 127601"/>
              <a:gd name="csY55" fmla="*/ 138501 h 141835"/>
              <a:gd name="csX56" fmla="*/ 90138 w 127601"/>
              <a:gd name="csY56" fmla="*/ 140251 h 141835"/>
              <a:gd name="csX57" fmla="*/ 91873 w 127601"/>
              <a:gd name="csY57" fmla="*/ 141424 h 141835"/>
              <a:gd name="csX58" fmla="*/ 93932 w 127601"/>
              <a:gd name="csY58" fmla="*/ 141835 h 141835"/>
              <a:gd name="csX59" fmla="*/ 95973 w 127601"/>
              <a:gd name="csY59" fmla="*/ 141424 h 141835"/>
              <a:gd name="csX60" fmla="*/ 97709 w 127601"/>
              <a:gd name="csY60" fmla="*/ 140251 h 141835"/>
              <a:gd name="csX61" fmla="*/ 98865 w 127601"/>
              <a:gd name="csY61" fmla="*/ 138501 h 141835"/>
              <a:gd name="csX62" fmla="*/ 99240 w 127601"/>
              <a:gd name="csY62" fmla="*/ 136443 h 141835"/>
              <a:gd name="csX63" fmla="*/ 99240 w 127601"/>
              <a:gd name="csY63" fmla="*/ 99231 h 141835"/>
              <a:gd name="csX64" fmla="*/ 113429 w 127601"/>
              <a:gd name="csY64" fmla="*/ 99231 h 141835"/>
              <a:gd name="csX65" fmla="*/ 113429 w 127601"/>
              <a:gd name="csY65" fmla="*/ 136443 h 141835"/>
              <a:gd name="csX66" fmla="*/ 113804 w 127601"/>
              <a:gd name="csY66" fmla="*/ 138501 h 141835"/>
              <a:gd name="csX67" fmla="*/ 114960 w 127601"/>
              <a:gd name="csY67" fmla="*/ 140251 h 141835"/>
              <a:gd name="csX68" fmla="*/ 116695 w 127601"/>
              <a:gd name="csY68" fmla="*/ 141424 h 141835"/>
              <a:gd name="csX69" fmla="*/ 118737 w 127601"/>
              <a:gd name="csY69" fmla="*/ 141835 h 141835"/>
              <a:gd name="csX70" fmla="*/ 120796 w 127601"/>
              <a:gd name="csY70" fmla="*/ 141424 h 141835"/>
              <a:gd name="csX71" fmla="*/ 122531 w 127601"/>
              <a:gd name="csY71" fmla="*/ 140251 h 141835"/>
              <a:gd name="csX72" fmla="*/ 123671 w 127601"/>
              <a:gd name="csY72" fmla="*/ 138501 h 141835"/>
              <a:gd name="csX73" fmla="*/ 124062 w 127601"/>
              <a:gd name="csY73" fmla="*/ 136443 h 141835"/>
              <a:gd name="csX74" fmla="*/ 124062 w 127601"/>
              <a:gd name="csY74" fmla="*/ 100769 h 141835"/>
              <a:gd name="csX75" fmla="*/ 126648 w 127601"/>
              <a:gd name="csY75" fmla="*/ 98797 h 141835"/>
              <a:gd name="csX76" fmla="*/ 127601 w 127601"/>
              <a:gd name="csY76" fmla="*/ 95687 h 141835"/>
              <a:gd name="csX77" fmla="*/ 127601 w 127601"/>
              <a:gd name="csY77" fmla="*/ 54932 h 141835"/>
              <a:gd name="csX78" fmla="*/ 108104 w 127601"/>
              <a:gd name="csY78" fmla="*/ 35439 h 141835"/>
              <a:gd name="csX79" fmla="*/ 104565 w 127601"/>
              <a:gd name="csY79" fmla="*/ 35439 h 141835"/>
              <a:gd name="csX80" fmla="*/ 54937 w 127601"/>
              <a:gd name="csY80" fmla="*/ 56703 h 141835"/>
              <a:gd name="csX81" fmla="*/ 52878 w 127601"/>
              <a:gd name="csY81" fmla="*/ 57086 h 141835"/>
              <a:gd name="csX82" fmla="*/ 51126 w 127601"/>
              <a:gd name="csY82" fmla="*/ 58234 h 141835"/>
              <a:gd name="csX83" fmla="*/ 49952 w 127601"/>
              <a:gd name="csY83" fmla="*/ 59968 h 141835"/>
              <a:gd name="csX84" fmla="*/ 49544 w 127601"/>
              <a:gd name="csY84" fmla="*/ 62019 h 141835"/>
              <a:gd name="csX85" fmla="*/ 49952 w 127601"/>
              <a:gd name="csY85" fmla="*/ 64072 h 141835"/>
              <a:gd name="csX86" fmla="*/ 51126 w 127601"/>
              <a:gd name="csY86" fmla="*/ 65806 h 141835"/>
              <a:gd name="csX87" fmla="*/ 52878 w 127601"/>
              <a:gd name="csY87" fmla="*/ 66952 h 141835"/>
              <a:gd name="csX88" fmla="*/ 54937 w 127601"/>
              <a:gd name="csY88" fmla="*/ 67335 h 141835"/>
              <a:gd name="csX89" fmla="*/ 72665 w 127601"/>
              <a:gd name="csY89" fmla="*/ 67335 h 141835"/>
              <a:gd name="csX90" fmla="*/ 74723 w 127601"/>
              <a:gd name="csY90" fmla="*/ 66952 h 141835"/>
              <a:gd name="csX91" fmla="*/ 76476 w 127601"/>
              <a:gd name="csY91" fmla="*/ 65806 h 141835"/>
              <a:gd name="csX92" fmla="*/ 77650 w 127601"/>
              <a:gd name="csY92" fmla="*/ 64072 h 141835"/>
              <a:gd name="csX93" fmla="*/ 78058 w 127601"/>
              <a:gd name="csY93" fmla="*/ 62019 h 141835"/>
              <a:gd name="csX94" fmla="*/ 77650 w 127601"/>
              <a:gd name="csY94" fmla="*/ 59968 h 141835"/>
              <a:gd name="csX95" fmla="*/ 76476 w 127601"/>
              <a:gd name="csY95" fmla="*/ 58234 h 141835"/>
              <a:gd name="csX96" fmla="*/ 74723 w 127601"/>
              <a:gd name="csY96" fmla="*/ 57086 h 141835"/>
              <a:gd name="csX97" fmla="*/ 72665 w 127601"/>
              <a:gd name="csY97" fmla="*/ 56703 h 141835"/>
              <a:gd name="csX98" fmla="*/ 54937 w 127601"/>
              <a:gd name="csY98" fmla="*/ 56703 h 141835"/>
              <a:gd name="csX99" fmla="*/ 54937 w 127601"/>
              <a:gd name="csY99" fmla="*/ 74424 h 141835"/>
              <a:gd name="csX100" fmla="*/ 52878 w 127601"/>
              <a:gd name="csY100" fmla="*/ 74806 h 141835"/>
              <a:gd name="csX101" fmla="*/ 51126 w 127601"/>
              <a:gd name="csY101" fmla="*/ 75953 h 141835"/>
              <a:gd name="csX102" fmla="*/ 49952 w 127601"/>
              <a:gd name="csY102" fmla="*/ 77688 h 141835"/>
              <a:gd name="csX103" fmla="*/ 49544 w 127601"/>
              <a:gd name="csY103" fmla="*/ 79740 h 141835"/>
              <a:gd name="csX104" fmla="*/ 49952 w 127601"/>
              <a:gd name="csY104" fmla="*/ 81791 h 141835"/>
              <a:gd name="csX105" fmla="*/ 51126 w 127601"/>
              <a:gd name="csY105" fmla="*/ 83524 h 141835"/>
              <a:gd name="csX106" fmla="*/ 52878 w 127601"/>
              <a:gd name="csY106" fmla="*/ 84673 h 141835"/>
              <a:gd name="csX107" fmla="*/ 54937 w 127601"/>
              <a:gd name="csY107" fmla="*/ 85056 h 141835"/>
              <a:gd name="csX108" fmla="*/ 72665 w 127601"/>
              <a:gd name="csY108" fmla="*/ 85056 h 141835"/>
              <a:gd name="csX109" fmla="*/ 74723 w 127601"/>
              <a:gd name="csY109" fmla="*/ 84673 h 141835"/>
              <a:gd name="csX110" fmla="*/ 76476 w 127601"/>
              <a:gd name="csY110" fmla="*/ 83524 h 141835"/>
              <a:gd name="csX111" fmla="*/ 77650 w 127601"/>
              <a:gd name="csY111" fmla="*/ 81791 h 141835"/>
              <a:gd name="csX112" fmla="*/ 78058 w 127601"/>
              <a:gd name="csY112" fmla="*/ 79740 h 141835"/>
              <a:gd name="csX113" fmla="*/ 77650 w 127601"/>
              <a:gd name="csY113" fmla="*/ 77688 h 141835"/>
              <a:gd name="csX114" fmla="*/ 76476 w 127601"/>
              <a:gd name="csY114" fmla="*/ 75953 h 141835"/>
              <a:gd name="csX115" fmla="*/ 74723 w 127601"/>
              <a:gd name="csY115" fmla="*/ 74806 h 141835"/>
              <a:gd name="csX116" fmla="*/ 72665 w 127601"/>
              <a:gd name="csY116" fmla="*/ 74424 h 141835"/>
              <a:gd name="csX117" fmla="*/ 54937 w 127601"/>
              <a:gd name="csY117" fmla="*/ 74424 h 141835"/>
            </a:gdLst>
            <a:ahLst/>
            <a:cxnLst/>
            <a:rect l="l" t="t" r="r" b="b"/>
            <a:pathLst>
              <a:path w="100000" h="100000">
                <a:moveTo>
                  <a:pt x="20012" y="0"/>
                </a:moveTo>
                <a:cubicBezTo>
                  <a:pt x="17361" y="0"/>
                  <a:pt x="14818" y="1053"/>
                  <a:pt x="12947" y="2927"/>
                </a:cubicBezTo>
                <a:cubicBezTo>
                  <a:pt x="11064" y="4802"/>
                  <a:pt x="10020" y="7344"/>
                  <a:pt x="10020" y="9994"/>
                </a:cubicBezTo>
                <a:cubicBezTo>
                  <a:pt x="10020" y="12645"/>
                  <a:pt x="11064" y="15187"/>
                  <a:pt x="12947" y="17062"/>
                </a:cubicBezTo>
                <a:cubicBezTo>
                  <a:pt x="14818" y="18937"/>
                  <a:pt x="17361" y="19989"/>
                  <a:pt x="20012" y="19989"/>
                </a:cubicBezTo>
                <a:cubicBezTo>
                  <a:pt x="22663" y="19989"/>
                  <a:pt x="25206" y="18937"/>
                  <a:pt x="27077" y="17062"/>
                </a:cubicBezTo>
                <a:cubicBezTo>
                  <a:pt x="28960" y="15187"/>
                  <a:pt x="30005" y="12645"/>
                  <a:pt x="30005" y="9994"/>
                </a:cubicBezTo>
                <a:cubicBezTo>
                  <a:pt x="30005" y="7344"/>
                  <a:pt x="28960" y="4802"/>
                  <a:pt x="27077" y="2927"/>
                </a:cubicBezTo>
                <a:cubicBezTo>
                  <a:pt x="25206" y="1053"/>
                  <a:pt x="22663" y="0"/>
                  <a:pt x="20012" y="0"/>
                </a:cubicBezTo>
                <a:close/>
                <a:moveTo>
                  <a:pt x="79988" y="0"/>
                </a:moveTo>
                <a:cubicBezTo>
                  <a:pt x="77337" y="0"/>
                  <a:pt x="74794" y="1053"/>
                  <a:pt x="72923" y="2927"/>
                </a:cubicBezTo>
                <a:cubicBezTo>
                  <a:pt x="71040" y="4802"/>
                  <a:pt x="69996" y="7344"/>
                  <a:pt x="69996" y="9994"/>
                </a:cubicBezTo>
                <a:cubicBezTo>
                  <a:pt x="69996" y="12645"/>
                  <a:pt x="71040" y="15187"/>
                  <a:pt x="72923" y="17062"/>
                </a:cubicBezTo>
                <a:cubicBezTo>
                  <a:pt x="74794" y="18937"/>
                  <a:pt x="77337" y="19989"/>
                  <a:pt x="79988" y="19989"/>
                </a:cubicBezTo>
                <a:cubicBezTo>
                  <a:pt x="82639" y="19989"/>
                  <a:pt x="85182" y="18937"/>
                  <a:pt x="87054" y="17062"/>
                </a:cubicBezTo>
                <a:cubicBezTo>
                  <a:pt x="88936" y="15187"/>
                  <a:pt x="89981" y="12645"/>
                  <a:pt x="89981" y="9994"/>
                </a:cubicBezTo>
                <a:cubicBezTo>
                  <a:pt x="89981" y="7344"/>
                  <a:pt x="88936" y="4802"/>
                  <a:pt x="87054" y="2927"/>
                </a:cubicBezTo>
                <a:cubicBezTo>
                  <a:pt x="85182" y="1053"/>
                  <a:pt x="82639" y="0"/>
                  <a:pt x="79988" y="0"/>
                </a:cubicBezTo>
                <a:close/>
                <a:moveTo>
                  <a:pt x="18765" y="24986"/>
                </a:moveTo>
                <a:cubicBezTo>
                  <a:pt x="11219" y="24986"/>
                  <a:pt x="5019" y="31183"/>
                  <a:pt x="5019" y="38730"/>
                </a:cubicBezTo>
                <a:lnTo>
                  <a:pt x="5019" y="67464"/>
                </a:lnTo>
                <a:cubicBezTo>
                  <a:pt x="5007" y="68247"/>
                  <a:pt x="5246" y="69013"/>
                  <a:pt x="5690" y="69656"/>
                </a:cubicBezTo>
                <a:cubicBezTo>
                  <a:pt x="6146" y="70299"/>
                  <a:pt x="6782" y="70785"/>
                  <a:pt x="7514" y="71047"/>
                </a:cubicBezTo>
                <a:lnTo>
                  <a:pt x="7514" y="96198"/>
                </a:lnTo>
                <a:cubicBezTo>
                  <a:pt x="7514" y="96695"/>
                  <a:pt x="7597" y="97189"/>
                  <a:pt x="7789" y="97649"/>
                </a:cubicBezTo>
                <a:cubicBezTo>
                  <a:pt x="7969" y="98110"/>
                  <a:pt x="8245" y="98530"/>
                  <a:pt x="8593" y="98883"/>
                </a:cubicBezTo>
                <a:cubicBezTo>
                  <a:pt x="8941" y="99237"/>
                  <a:pt x="9361" y="99518"/>
                  <a:pt x="9816" y="99710"/>
                </a:cubicBezTo>
                <a:cubicBezTo>
                  <a:pt x="10272" y="99902"/>
                  <a:pt x="10764" y="100000"/>
                  <a:pt x="11268" y="100000"/>
                </a:cubicBezTo>
                <a:cubicBezTo>
                  <a:pt x="11759" y="100000"/>
                  <a:pt x="12251" y="99902"/>
                  <a:pt x="12707" y="99710"/>
                </a:cubicBezTo>
                <a:cubicBezTo>
                  <a:pt x="13174" y="99518"/>
                  <a:pt x="13583" y="99237"/>
                  <a:pt x="13931" y="98883"/>
                </a:cubicBezTo>
                <a:cubicBezTo>
                  <a:pt x="14279" y="98530"/>
                  <a:pt x="14555" y="98110"/>
                  <a:pt x="14746" y="97649"/>
                </a:cubicBezTo>
                <a:cubicBezTo>
                  <a:pt x="14926" y="97189"/>
                  <a:pt x="15022" y="96695"/>
                  <a:pt x="15010" y="96198"/>
                </a:cubicBezTo>
                <a:lnTo>
                  <a:pt x="15010" y="69962"/>
                </a:lnTo>
                <a:lnTo>
                  <a:pt x="25014" y="69962"/>
                </a:lnTo>
                <a:lnTo>
                  <a:pt x="25014" y="96198"/>
                </a:lnTo>
                <a:cubicBezTo>
                  <a:pt x="25002" y="96695"/>
                  <a:pt x="25098" y="97189"/>
                  <a:pt x="25278" y="97649"/>
                </a:cubicBezTo>
                <a:cubicBezTo>
                  <a:pt x="25470" y="98110"/>
                  <a:pt x="25745" y="98530"/>
                  <a:pt x="26094" y="98883"/>
                </a:cubicBezTo>
                <a:cubicBezTo>
                  <a:pt x="26441" y="99237"/>
                  <a:pt x="26850" y="99518"/>
                  <a:pt x="27317" y="99710"/>
                </a:cubicBezTo>
                <a:cubicBezTo>
                  <a:pt x="27773" y="99902"/>
                  <a:pt x="28265" y="100000"/>
                  <a:pt x="28757" y="100000"/>
                </a:cubicBezTo>
                <a:cubicBezTo>
                  <a:pt x="29261" y="100000"/>
                  <a:pt x="29752" y="99902"/>
                  <a:pt x="30208" y="99710"/>
                </a:cubicBezTo>
                <a:cubicBezTo>
                  <a:pt x="30664" y="99518"/>
                  <a:pt x="31084" y="99237"/>
                  <a:pt x="31432" y="98883"/>
                </a:cubicBezTo>
                <a:cubicBezTo>
                  <a:pt x="31780" y="98530"/>
                  <a:pt x="32056" y="98110"/>
                  <a:pt x="32235" y="97649"/>
                </a:cubicBezTo>
                <a:cubicBezTo>
                  <a:pt x="32427" y="97189"/>
                  <a:pt x="32511" y="96695"/>
                  <a:pt x="32511" y="96198"/>
                </a:cubicBezTo>
                <a:lnTo>
                  <a:pt x="32511" y="71047"/>
                </a:lnTo>
                <a:cubicBezTo>
                  <a:pt x="33243" y="70785"/>
                  <a:pt x="33879" y="70299"/>
                  <a:pt x="34334" y="69656"/>
                </a:cubicBezTo>
                <a:cubicBezTo>
                  <a:pt x="34778" y="69013"/>
                  <a:pt x="35018" y="68247"/>
                  <a:pt x="35006" y="67464"/>
                </a:cubicBezTo>
                <a:lnTo>
                  <a:pt x="35006" y="38730"/>
                </a:lnTo>
                <a:cubicBezTo>
                  <a:pt x="35006" y="31183"/>
                  <a:pt x="28805" y="24986"/>
                  <a:pt x="21260" y="24986"/>
                </a:cubicBezTo>
                <a:lnTo>
                  <a:pt x="18765" y="24986"/>
                </a:lnTo>
                <a:close/>
                <a:moveTo>
                  <a:pt x="78741" y="24986"/>
                </a:moveTo>
                <a:cubicBezTo>
                  <a:pt x="71195" y="24986"/>
                  <a:pt x="64995" y="31183"/>
                  <a:pt x="64995" y="38730"/>
                </a:cubicBezTo>
                <a:lnTo>
                  <a:pt x="64995" y="67464"/>
                </a:lnTo>
                <a:cubicBezTo>
                  <a:pt x="64983" y="68247"/>
                  <a:pt x="65222" y="69013"/>
                  <a:pt x="65666" y="69656"/>
                </a:cubicBezTo>
                <a:cubicBezTo>
                  <a:pt x="66122" y="70299"/>
                  <a:pt x="66758" y="70785"/>
                  <a:pt x="67490" y="71047"/>
                </a:cubicBezTo>
                <a:lnTo>
                  <a:pt x="67490" y="96198"/>
                </a:lnTo>
                <a:cubicBezTo>
                  <a:pt x="67490" y="96695"/>
                  <a:pt x="67573" y="97189"/>
                  <a:pt x="67765" y="97649"/>
                </a:cubicBezTo>
                <a:cubicBezTo>
                  <a:pt x="67945" y="98110"/>
                  <a:pt x="68221" y="98530"/>
                  <a:pt x="68569" y="98883"/>
                </a:cubicBezTo>
                <a:cubicBezTo>
                  <a:pt x="68917" y="99237"/>
                  <a:pt x="69337" y="99518"/>
                  <a:pt x="69792" y="99710"/>
                </a:cubicBezTo>
                <a:cubicBezTo>
                  <a:pt x="70248" y="99902"/>
                  <a:pt x="70740" y="100000"/>
                  <a:pt x="71244" y="100000"/>
                </a:cubicBezTo>
                <a:cubicBezTo>
                  <a:pt x="71735" y="100000"/>
                  <a:pt x="72227" y="99902"/>
                  <a:pt x="72683" y="99710"/>
                </a:cubicBezTo>
                <a:cubicBezTo>
                  <a:pt x="73150" y="99518"/>
                  <a:pt x="73559" y="99237"/>
                  <a:pt x="73907" y="98883"/>
                </a:cubicBezTo>
                <a:cubicBezTo>
                  <a:pt x="74255" y="98530"/>
                  <a:pt x="74531" y="98110"/>
                  <a:pt x="74722" y="97649"/>
                </a:cubicBezTo>
                <a:cubicBezTo>
                  <a:pt x="74902" y="97189"/>
                  <a:pt x="74998" y="96695"/>
                  <a:pt x="74986" y="96198"/>
                </a:cubicBezTo>
                <a:lnTo>
                  <a:pt x="74986" y="69962"/>
                </a:lnTo>
                <a:lnTo>
                  <a:pt x="84990" y="69962"/>
                </a:lnTo>
                <a:lnTo>
                  <a:pt x="84990" y="96198"/>
                </a:lnTo>
                <a:cubicBezTo>
                  <a:pt x="84978" y="96695"/>
                  <a:pt x="85074" y="97189"/>
                  <a:pt x="85255" y="97649"/>
                </a:cubicBezTo>
                <a:cubicBezTo>
                  <a:pt x="85446" y="98110"/>
                  <a:pt x="85721" y="98530"/>
                  <a:pt x="86070" y="98883"/>
                </a:cubicBezTo>
                <a:cubicBezTo>
                  <a:pt x="86417" y="99237"/>
                  <a:pt x="86826" y="99518"/>
                  <a:pt x="87293" y="99710"/>
                </a:cubicBezTo>
                <a:cubicBezTo>
                  <a:pt x="87749" y="99902"/>
                  <a:pt x="88241" y="100000"/>
                  <a:pt x="88733" y="100000"/>
                </a:cubicBezTo>
                <a:cubicBezTo>
                  <a:pt x="89237" y="100000"/>
                  <a:pt x="89728" y="99902"/>
                  <a:pt x="90184" y="99710"/>
                </a:cubicBezTo>
                <a:cubicBezTo>
                  <a:pt x="90640" y="99518"/>
                  <a:pt x="91060" y="99237"/>
                  <a:pt x="91408" y="98883"/>
                </a:cubicBezTo>
                <a:cubicBezTo>
                  <a:pt x="91756" y="98530"/>
                  <a:pt x="92032" y="98110"/>
                  <a:pt x="92211" y="97649"/>
                </a:cubicBezTo>
                <a:cubicBezTo>
                  <a:pt x="92403" y="97189"/>
                  <a:pt x="92487" y="96695"/>
                  <a:pt x="92487" y="96198"/>
                </a:cubicBezTo>
                <a:lnTo>
                  <a:pt x="92487" y="71047"/>
                </a:lnTo>
                <a:cubicBezTo>
                  <a:pt x="93219" y="70785"/>
                  <a:pt x="93855" y="70299"/>
                  <a:pt x="94310" y="69656"/>
                </a:cubicBezTo>
                <a:cubicBezTo>
                  <a:pt x="94754" y="69013"/>
                  <a:pt x="94994" y="68247"/>
                  <a:pt x="94982" y="67464"/>
                </a:cubicBezTo>
                <a:lnTo>
                  <a:pt x="94982" y="38730"/>
                </a:lnTo>
                <a:cubicBezTo>
                  <a:pt x="94982" y="31183"/>
                  <a:pt x="88781" y="24986"/>
                  <a:pt x="81236" y="24986"/>
                </a:cubicBezTo>
                <a:lnTo>
                  <a:pt x="78741" y="24986"/>
                </a:lnTo>
                <a:close/>
                <a:moveTo>
                  <a:pt x="43751" y="39978"/>
                </a:moveTo>
                <a:cubicBezTo>
                  <a:pt x="43259" y="39971"/>
                  <a:pt x="42767" y="40063"/>
                  <a:pt x="42299" y="40248"/>
                </a:cubicBezTo>
                <a:cubicBezTo>
                  <a:pt x="41844" y="40434"/>
                  <a:pt x="41423" y="40709"/>
                  <a:pt x="41064" y="41058"/>
                </a:cubicBezTo>
                <a:cubicBezTo>
                  <a:pt x="40716" y="41407"/>
                  <a:pt x="40428" y="41822"/>
                  <a:pt x="40236" y="42280"/>
                </a:cubicBezTo>
                <a:cubicBezTo>
                  <a:pt x="40044" y="42738"/>
                  <a:pt x="39949" y="43230"/>
                  <a:pt x="39949" y="43726"/>
                </a:cubicBezTo>
                <a:cubicBezTo>
                  <a:pt x="39949" y="44223"/>
                  <a:pt x="40044" y="44715"/>
                  <a:pt x="40236" y="45174"/>
                </a:cubicBezTo>
                <a:cubicBezTo>
                  <a:pt x="40428" y="45632"/>
                  <a:pt x="40716" y="46047"/>
                  <a:pt x="41064" y="46396"/>
                </a:cubicBezTo>
                <a:cubicBezTo>
                  <a:pt x="41423" y="46745"/>
                  <a:pt x="41844" y="47019"/>
                  <a:pt x="42299" y="47204"/>
                </a:cubicBezTo>
                <a:cubicBezTo>
                  <a:pt x="42767" y="47390"/>
                  <a:pt x="43259" y="47481"/>
                  <a:pt x="43751" y="47474"/>
                </a:cubicBezTo>
                <a:lnTo>
                  <a:pt x="56250" y="47474"/>
                </a:lnTo>
                <a:cubicBezTo>
                  <a:pt x="56742" y="47481"/>
                  <a:pt x="57233" y="47390"/>
                  <a:pt x="57701" y="47204"/>
                </a:cubicBezTo>
                <a:cubicBezTo>
                  <a:pt x="58157" y="47019"/>
                  <a:pt x="58577" y="46745"/>
                  <a:pt x="58937" y="46396"/>
                </a:cubicBezTo>
                <a:cubicBezTo>
                  <a:pt x="59285" y="46047"/>
                  <a:pt x="59573" y="45632"/>
                  <a:pt x="59765" y="45174"/>
                </a:cubicBezTo>
                <a:cubicBezTo>
                  <a:pt x="59956" y="44715"/>
                  <a:pt x="60052" y="44223"/>
                  <a:pt x="60052" y="43726"/>
                </a:cubicBezTo>
                <a:cubicBezTo>
                  <a:pt x="60052" y="43230"/>
                  <a:pt x="59956" y="42738"/>
                  <a:pt x="59765" y="42280"/>
                </a:cubicBezTo>
                <a:cubicBezTo>
                  <a:pt x="59573" y="41822"/>
                  <a:pt x="59285" y="41407"/>
                  <a:pt x="58937" y="41058"/>
                </a:cubicBezTo>
                <a:cubicBezTo>
                  <a:pt x="58577" y="40709"/>
                  <a:pt x="58157" y="40434"/>
                  <a:pt x="57701" y="40248"/>
                </a:cubicBezTo>
                <a:cubicBezTo>
                  <a:pt x="57233" y="40063"/>
                  <a:pt x="56742" y="39971"/>
                  <a:pt x="56250" y="39978"/>
                </a:cubicBezTo>
                <a:lnTo>
                  <a:pt x="43751" y="39978"/>
                </a:lnTo>
                <a:close/>
                <a:moveTo>
                  <a:pt x="43751" y="52472"/>
                </a:moveTo>
                <a:cubicBezTo>
                  <a:pt x="43259" y="52464"/>
                  <a:pt x="42767" y="52557"/>
                  <a:pt x="42299" y="52742"/>
                </a:cubicBezTo>
                <a:cubicBezTo>
                  <a:pt x="41844" y="52926"/>
                  <a:pt x="41423" y="53203"/>
                  <a:pt x="41064" y="53550"/>
                </a:cubicBezTo>
                <a:cubicBezTo>
                  <a:pt x="40716" y="53899"/>
                  <a:pt x="40428" y="54315"/>
                  <a:pt x="40236" y="54774"/>
                </a:cubicBezTo>
                <a:cubicBezTo>
                  <a:pt x="40044" y="55232"/>
                  <a:pt x="39949" y="55723"/>
                  <a:pt x="39949" y="56220"/>
                </a:cubicBezTo>
                <a:cubicBezTo>
                  <a:pt x="39949" y="56717"/>
                  <a:pt x="40044" y="57208"/>
                  <a:pt x="40236" y="57666"/>
                </a:cubicBezTo>
                <a:cubicBezTo>
                  <a:pt x="40428" y="58125"/>
                  <a:pt x="40716" y="58541"/>
                  <a:pt x="41064" y="58888"/>
                </a:cubicBezTo>
                <a:cubicBezTo>
                  <a:pt x="41423" y="59238"/>
                  <a:pt x="41844" y="59514"/>
                  <a:pt x="42299" y="59698"/>
                </a:cubicBezTo>
                <a:cubicBezTo>
                  <a:pt x="42767" y="59883"/>
                  <a:pt x="43259" y="59975"/>
                  <a:pt x="43751" y="59968"/>
                </a:cubicBezTo>
                <a:lnTo>
                  <a:pt x="56250" y="59968"/>
                </a:lnTo>
                <a:cubicBezTo>
                  <a:pt x="56742" y="59975"/>
                  <a:pt x="57233" y="59883"/>
                  <a:pt x="57701" y="59698"/>
                </a:cubicBezTo>
                <a:cubicBezTo>
                  <a:pt x="58157" y="59514"/>
                  <a:pt x="58577" y="59238"/>
                  <a:pt x="58937" y="58888"/>
                </a:cubicBezTo>
                <a:cubicBezTo>
                  <a:pt x="59285" y="58541"/>
                  <a:pt x="59573" y="58125"/>
                  <a:pt x="59765" y="57666"/>
                </a:cubicBezTo>
                <a:cubicBezTo>
                  <a:pt x="59956" y="57208"/>
                  <a:pt x="60052" y="56717"/>
                  <a:pt x="60052" y="56220"/>
                </a:cubicBezTo>
                <a:cubicBezTo>
                  <a:pt x="60052" y="55723"/>
                  <a:pt x="59956" y="55232"/>
                  <a:pt x="59765" y="54774"/>
                </a:cubicBezTo>
                <a:cubicBezTo>
                  <a:pt x="59573" y="54315"/>
                  <a:pt x="59285" y="53899"/>
                  <a:pt x="58937" y="53550"/>
                </a:cubicBezTo>
                <a:cubicBezTo>
                  <a:pt x="58577" y="53203"/>
                  <a:pt x="58157" y="52926"/>
                  <a:pt x="57701" y="52742"/>
                </a:cubicBezTo>
                <a:cubicBezTo>
                  <a:pt x="57233" y="52557"/>
                  <a:pt x="56742" y="52464"/>
                  <a:pt x="56250" y="52472"/>
                </a:cubicBezTo>
                <a:lnTo>
                  <a:pt x="43751" y="5247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0" name="Белый — SVG 33">
            <a:extLst>
              <a:ext uri="{FF2B5EF4-FFF2-40B4-BE49-F238E27FC236}">
                <a16:creationId xmlns:a16="http://schemas.microsoft.com/office/drawing/2014/main" id="{857303FF-4535-0F49-A4A4-E71AE2C357E3}"/>
              </a:ext>
            </a:extLst>
          </p:cNvPr>
          <p:cNvSpPr>
            <a:spLocks noGrp="1"/>
          </p:cNvSpPr>
          <p:nvPr/>
        </p:nvSpPr>
        <p:spPr>
          <a:xfrm>
            <a:off x="8820000" y="5010000"/>
            <a:ext cx="220000" cy="220000"/>
          </a:xfrm>
          <a:custGeom>
            <a:avLst/>
            <a:gdLst>
              <a:gd name="csX0" fmla="*/ 69125 w 143695"/>
              <a:gd name="csY0" fmla="*/ 0 h 127583"/>
              <a:gd name="csX1" fmla="*/ 65655 w 143695"/>
              <a:gd name="csY1" fmla="*/ 934 h 127583"/>
              <a:gd name="csX2" fmla="*/ 40832 w 143695"/>
              <a:gd name="csY2" fmla="*/ 15111 h 127583"/>
              <a:gd name="csX3" fmla="*/ 38688 w 143695"/>
              <a:gd name="csY3" fmla="*/ 16911 h 127583"/>
              <a:gd name="csX4" fmla="*/ 37412 w 143695"/>
              <a:gd name="csY4" fmla="*/ 19401 h 127583"/>
              <a:gd name="csX5" fmla="*/ 37191 w 143695"/>
              <a:gd name="csY5" fmla="*/ 22193 h 127583"/>
              <a:gd name="csX6" fmla="*/ 38076 w 143695"/>
              <a:gd name="csY6" fmla="*/ 24850 h 127583"/>
              <a:gd name="csX7" fmla="*/ 39930 w 143695"/>
              <a:gd name="csY7" fmla="*/ 26959 h 127583"/>
              <a:gd name="csX8" fmla="*/ 42431 w 143695"/>
              <a:gd name="csY8" fmla="*/ 28189 h 127583"/>
              <a:gd name="csX9" fmla="*/ 45239 w 143695"/>
              <a:gd name="csY9" fmla="*/ 28351 h 127583"/>
              <a:gd name="csX10" fmla="*/ 47876 w 143695"/>
              <a:gd name="csY10" fmla="*/ 27417 h 127583"/>
              <a:gd name="csX11" fmla="*/ 68122 w 143695"/>
              <a:gd name="csY11" fmla="*/ 15844 h 127583"/>
              <a:gd name="csX12" fmla="*/ 76594 w 143695"/>
              <a:gd name="csY12" fmla="*/ 27708 h 127583"/>
              <a:gd name="csX13" fmla="*/ 53065 w 143695"/>
              <a:gd name="csY13" fmla="*/ 46342 h 127583"/>
              <a:gd name="csX14" fmla="*/ 46124 w 143695"/>
              <a:gd name="csY14" fmla="*/ 58469 h 127583"/>
              <a:gd name="csX15" fmla="*/ 49798 w 143695"/>
              <a:gd name="csY15" fmla="*/ 67917 h 127583"/>
              <a:gd name="csX16" fmla="*/ 49764 w 143695"/>
              <a:gd name="csY16" fmla="*/ 67960 h 127583"/>
              <a:gd name="csX17" fmla="*/ 50138 w 143695"/>
              <a:gd name="csY17" fmla="*/ 68332 h 127583"/>
              <a:gd name="csX18" fmla="*/ 50462 w 143695"/>
              <a:gd name="csY18" fmla="*/ 68637 h 127583"/>
              <a:gd name="csX19" fmla="*/ 65144 w 143695"/>
              <a:gd name="csY19" fmla="*/ 83283 h 127583"/>
              <a:gd name="csX20" fmla="*/ 42585 w 143695"/>
              <a:gd name="csY20" fmla="*/ 83283 h 127583"/>
              <a:gd name="csX21" fmla="*/ 39845 w 143695"/>
              <a:gd name="csY21" fmla="*/ 83795 h 127583"/>
              <a:gd name="csX22" fmla="*/ 37515 w 143695"/>
              <a:gd name="csY22" fmla="*/ 85325 h 127583"/>
              <a:gd name="csX23" fmla="*/ 35949 w 143695"/>
              <a:gd name="csY23" fmla="*/ 87636 h 127583"/>
              <a:gd name="csX24" fmla="*/ 35388 w 143695"/>
              <a:gd name="csY24" fmla="*/ 90372 h 127583"/>
              <a:gd name="csX25" fmla="*/ 35949 w 143695"/>
              <a:gd name="csY25" fmla="*/ 93107 h 127583"/>
              <a:gd name="csX26" fmla="*/ 37515 w 143695"/>
              <a:gd name="csY26" fmla="*/ 95419 h 127583"/>
              <a:gd name="csX27" fmla="*/ 39845 w 143695"/>
              <a:gd name="csY27" fmla="*/ 96950 h 127583"/>
              <a:gd name="csX28" fmla="*/ 42585 w 143695"/>
              <a:gd name="csY28" fmla="*/ 97460 h 127583"/>
              <a:gd name="csX29" fmla="*/ 83349 w 143695"/>
              <a:gd name="csY29" fmla="*/ 97460 h 127583"/>
              <a:gd name="csX30" fmla="*/ 86871 w 143695"/>
              <a:gd name="csY30" fmla="*/ 96514 h 127583"/>
              <a:gd name="csX31" fmla="*/ 89474 w 143695"/>
              <a:gd name="csY31" fmla="*/ 93935 h 127583"/>
              <a:gd name="csX32" fmla="*/ 90426 w 143695"/>
              <a:gd name="csY32" fmla="*/ 90407 h 127583"/>
              <a:gd name="csX33" fmla="*/ 89508 w 143695"/>
              <a:gd name="csY33" fmla="*/ 86869 h 127583"/>
              <a:gd name="csX34" fmla="*/ 76186 w 143695"/>
              <a:gd name="csY34" fmla="*/ 63446 h 127583"/>
              <a:gd name="csX35" fmla="*/ 94169 w 143695"/>
              <a:gd name="csY35" fmla="*/ 51312 h 127583"/>
              <a:gd name="csX36" fmla="*/ 105024 w 143695"/>
              <a:gd name="csY36" fmla="*/ 66264 h 127583"/>
              <a:gd name="csX37" fmla="*/ 105313 w 143695"/>
              <a:gd name="csY37" fmla="*/ 66879 h 127583"/>
              <a:gd name="csX38" fmla="*/ 107933 w 143695"/>
              <a:gd name="csY38" fmla="*/ 69797 h 127583"/>
              <a:gd name="csX39" fmla="*/ 111693 w 143695"/>
              <a:gd name="csY39" fmla="*/ 70880 h 127583"/>
              <a:gd name="csX40" fmla="*/ 136516 w 143695"/>
              <a:gd name="csY40" fmla="*/ 70880 h 127583"/>
              <a:gd name="csX41" fmla="*/ 139255 w 143695"/>
              <a:gd name="csY41" fmla="*/ 70370 h 127583"/>
              <a:gd name="csX42" fmla="*/ 141586 w 143695"/>
              <a:gd name="csY42" fmla="*/ 68839 h 127583"/>
              <a:gd name="csX43" fmla="*/ 143151 w 143695"/>
              <a:gd name="csY43" fmla="*/ 66527 h 127583"/>
              <a:gd name="csX44" fmla="*/ 143695 w 143695"/>
              <a:gd name="csY44" fmla="*/ 63792 h 127583"/>
              <a:gd name="csX45" fmla="*/ 143151 w 143695"/>
              <a:gd name="csY45" fmla="*/ 61056 h 127583"/>
              <a:gd name="csX46" fmla="*/ 141586 w 143695"/>
              <a:gd name="csY46" fmla="*/ 58745 h 127583"/>
              <a:gd name="csX47" fmla="*/ 139255 w 143695"/>
              <a:gd name="csY47" fmla="*/ 57215 h 127583"/>
              <a:gd name="csX48" fmla="*/ 136516 w 143695"/>
              <a:gd name="csY48" fmla="*/ 56703 h 127583"/>
              <a:gd name="csX49" fmla="*/ 116151 w 143695"/>
              <a:gd name="csY49" fmla="*/ 56703 h 127583"/>
              <a:gd name="csX50" fmla="*/ 103033 w 143695"/>
              <a:gd name="csY50" fmla="*/ 29640 h 127583"/>
              <a:gd name="csX51" fmla="*/ 102744 w 143695"/>
              <a:gd name="csY51" fmla="*/ 29093 h 127583"/>
              <a:gd name="csX52" fmla="*/ 95905 w 143695"/>
              <a:gd name="csY52" fmla="*/ 21298 h 127583"/>
              <a:gd name="csX53" fmla="*/ 86360 w 143695"/>
              <a:gd name="csY53" fmla="*/ 12515 h 127583"/>
              <a:gd name="csX54" fmla="*/ 73702 w 143695"/>
              <a:gd name="csY54" fmla="*/ 1633 h 127583"/>
              <a:gd name="csX55" fmla="*/ 69125 w 143695"/>
              <a:gd name="csY55" fmla="*/ 0 h 127583"/>
              <a:gd name="csX56" fmla="*/ 117018 w 143695"/>
              <a:gd name="csY56" fmla="*/ 1773 h 127583"/>
              <a:gd name="csX57" fmla="*/ 102846 w 143695"/>
              <a:gd name="csY57" fmla="*/ 15941 h 127583"/>
              <a:gd name="csX58" fmla="*/ 117018 w 143695"/>
              <a:gd name="csY58" fmla="*/ 30123 h 127583"/>
              <a:gd name="csX59" fmla="*/ 131191 w 143695"/>
              <a:gd name="csY59" fmla="*/ 15941 h 127583"/>
              <a:gd name="csX60" fmla="*/ 117018 w 143695"/>
              <a:gd name="csY60" fmla="*/ 1773 h 127583"/>
              <a:gd name="csX61" fmla="*/ 14223 w 143695"/>
              <a:gd name="csY61" fmla="*/ 33669 h 127583"/>
              <a:gd name="csX62" fmla="*/ 12862 w 143695"/>
              <a:gd name="csY62" fmla="*/ 33924 h 127583"/>
              <a:gd name="csX63" fmla="*/ 11688 w 143695"/>
              <a:gd name="csY63" fmla="*/ 34688 h 127583"/>
              <a:gd name="csX64" fmla="*/ 10905 w 143695"/>
              <a:gd name="csY64" fmla="*/ 35844 h 127583"/>
              <a:gd name="csX65" fmla="*/ 10633 w 143695"/>
              <a:gd name="csY65" fmla="*/ 37212 h 127583"/>
              <a:gd name="csX66" fmla="*/ 10905 w 143695"/>
              <a:gd name="csY66" fmla="*/ 38580 h 127583"/>
              <a:gd name="csX67" fmla="*/ 11688 w 143695"/>
              <a:gd name="csY67" fmla="*/ 39736 h 127583"/>
              <a:gd name="csX68" fmla="*/ 12862 w 143695"/>
              <a:gd name="csY68" fmla="*/ 40500 h 127583"/>
              <a:gd name="csX69" fmla="*/ 14223 w 143695"/>
              <a:gd name="csY69" fmla="*/ 40755 h 127583"/>
              <a:gd name="csX70" fmla="*/ 39046 w 143695"/>
              <a:gd name="csY70" fmla="*/ 40755 h 127583"/>
              <a:gd name="csX71" fmla="*/ 40407 w 143695"/>
              <a:gd name="csY71" fmla="*/ 40500 h 127583"/>
              <a:gd name="csX72" fmla="*/ 41581 w 143695"/>
              <a:gd name="csY72" fmla="*/ 39736 h 127583"/>
              <a:gd name="csX73" fmla="*/ 42363 w 143695"/>
              <a:gd name="csY73" fmla="*/ 38580 h 127583"/>
              <a:gd name="csX74" fmla="*/ 42636 w 143695"/>
              <a:gd name="csY74" fmla="*/ 37212 h 127583"/>
              <a:gd name="csX75" fmla="*/ 42363 w 143695"/>
              <a:gd name="csY75" fmla="*/ 35844 h 127583"/>
              <a:gd name="csX76" fmla="*/ 41581 w 143695"/>
              <a:gd name="csY76" fmla="*/ 34688 h 127583"/>
              <a:gd name="csX77" fmla="*/ 40407 w 143695"/>
              <a:gd name="csY77" fmla="*/ 33924 h 127583"/>
              <a:gd name="csX78" fmla="*/ 39046 w 143695"/>
              <a:gd name="csY78" fmla="*/ 33669 h 127583"/>
              <a:gd name="csX79" fmla="*/ 14223 w 143695"/>
              <a:gd name="csY79" fmla="*/ 33669 h 127583"/>
              <a:gd name="csX80" fmla="*/ 3590 w 143695"/>
              <a:gd name="csY80" fmla="*/ 51387 h 127583"/>
              <a:gd name="csX81" fmla="*/ 2229 w 143695"/>
              <a:gd name="csY81" fmla="*/ 51642 h 127583"/>
              <a:gd name="csX82" fmla="*/ 1055 w 143695"/>
              <a:gd name="csY82" fmla="*/ 52408 h 127583"/>
              <a:gd name="csX83" fmla="*/ 272 w 143695"/>
              <a:gd name="csY83" fmla="*/ 53565 h 127583"/>
              <a:gd name="csX84" fmla="*/ 0 w 143695"/>
              <a:gd name="csY84" fmla="*/ 54932 h 127583"/>
              <a:gd name="csX85" fmla="*/ 272 w 143695"/>
              <a:gd name="csY85" fmla="*/ 56300 h 127583"/>
              <a:gd name="csX86" fmla="*/ 1055 w 143695"/>
              <a:gd name="csY86" fmla="*/ 57455 h 127583"/>
              <a:gd name="csX87" fmla="*/ 2229 w 143695"/>
              <a:gd name="csY87" fmla="*/ 58221 h 127583"/>
              <a:gd name="csX88" fmla="*/ 3590 w 143695"/>
              <a:gd name="csY88" fmla="*/ 58476 h 127583"/>
              <a:gd name="csX89" fmla="*/ 28412 w 143695"/>
              <a:gd name="csY89" fmla="*/ 58476 h 127583"/>
              <a:gd name="csX90" fmla="*/ 29773 w 143695"/>
              <a:gd name="csY90" fmla="*/ 58221 h 127583"/>
              <a:gd name="csX91" fmla="*/ 30947 w 143695"/>
              <a:gd name="csY91" fmla="*/ 57455 h 127583"/>
              <a:gd name="csX92" fmla="*/ 31730 w 143695"/>
              <a:gd name="csY92" fmla="*/ 56300 h 127583"/>
              <a:gd name="csX93" fmla="*/ 32002 w 143695"/>
              <a:gd name="csY93" fmla="*/ 54932 h 127583"/>
              <a:gd name="csX94" fmla="*/ 31730 w 143695"/>
              <a:gd name="csY94" fmla="*/ 53565 h 127583"/>
              <a:gd name="csX95" fmla="*/ 30947 w 143695"/>
              <a:gd name="csY95" fmla="*/ 52408 h 127583"/>
              <a:gd name="csX96" fmla="*/ 29773 w 143695"/>
              <a:gd name="csY96" fmla="*/ 51642 h 127583"/>
              <a:gd name="csX97" fmla="*/ 28412 w 143695"/>
              <a:gd name="csY97" fmla="*/ 51387 h 127583"/>
              <a:gd name="csX98" fmla="*/ 3590 w 143695"/>
              <a:gd name="csY98" fmla="*/ 51387 h 127583"/>
              <a:gd name="csX99" fmla="*/ 7146 w 143695"/>
              <a:gd name="csY99" fmla="*/ 69108 h 127583"/>
              <a:gd name="csX100" fmla="*/ 5767 w 143695"/>
              <a:gd name="csY100" fmla="*/ 69363 h 127583"/>
              <a:gd name="csX101" fmla="*/ 4594 w 143695"/>
              <a:gd name="csY101" fmla="*/ 70128 h 127583"/>
              <a:gd name="csX102" fmla="*/ 3811 w 143695"/>
              <a:gd name="csY102" fmla="*/ 71284 h 127583"/>
              <a:gd name="csX103" fmla="*/ 3539 w 143695"/>
              <a:gd name="csY103" fmla="*/ 72651 h 127583"/>
              <a:gd name="csX104" fmla="*/ 3811 w 143695"/>
              <a:gd name="csY104" fmla="*/ 74021 h 127583"/>
              <a:gd name="csX105" fmla="*/ 4594 w 143695"/>
              <a:gd name="csY105" fmla="*/ 75176 h 127583"/>
              <a:gd name="csX106" fmla="*/ 5767 w 143695"/>
              <a:gd name="csY106" fmla="*/ 75941 h 127583"/>
              <a:gd name="csX107" fmla="*/ 7146 w 143695"/>
              <a:gd name="csY107" fmla="*/ 76196 h 127583"/>
              <a:gd name="csX108" fmla="*/ 31951 w 143695"/>
              <a:gd name="csY108" fmla="*/ 76196 h 127583"/>
              <a:gd name="csX109" fmla="*/ 33329 w 143695"/>
              <a:gd name="csY109" fmla="*/ 75941 h 127583"/>
              <a:gd name="csX110" fmla="*/ 34486 w 143695"/>
              <a:gd name="csY110" fmla="*/ 75176 h 127583"/>
              <a:gd name="csX111" fmla="*/ 35269 w 143695"/>
              <a:gd name="csY111" fmla="*/ 74021 h 127583"/>
              <a:gd name="csX112" fmla="*/ 35541 w 143695"/>
              <a:gd name="csY112" fmla="*/ 72651 h 127583"/>
              <a:gd name="csX113" fmla="*/ 35269 w 143695"/>
              <a:gd name="csY113" fmla="*/ 71284 h 127583"/>
              <a:gd name="csX114" fmla="*/ 34486 w 143695"/>
              <a:gd name="csY114" fmla="*/ 70128 h 127583"/>
              <a:gd name="csX115" fmla="*/ 33329 w 143695"/>
              <a:gd name="csY115" fmla="*/ 69363 h 127583"/>
              <a:gd name="csX116" fmla="*/ 31951 w 143695"/>
              <a:gd name="csY116" fmla="*/ 69108 h 127583"/>
              <a:gd name="csX117" fmla="*/ 7146 w 143695"/>
              <a:gd name="csY117" fmla="*/ 69108 h 127583"/>
              <a:gd name="csX118" fmla="*/ 61640 w 143695"/>
              <a:gd name="csY118" fmla="*/ 104547 h 127583"/>
              <a:gd name="csX119" fmla="*/ 52861 w 143695"/>
              <a:gd name="csY119" fmla="*/ 116246 h 127583"/>
              <a:gd name="csX120" fmla="*/ 54290 w 143695"/>
              <a:gd name="csY120" fmla="*/ 126165 h 127583"/>
              <a:gd name="csX121" fmla="*/ 58526 w 143695"/>
              <a:gd name="csY121" fmla="*/ 127583 h 127583"/>
              <a:gd name="csX122" fmla="*/ 64209 w 143695"/>
              <a:gd name="csY122" fmla="*/ 124746 h 127583"/>
              <a:gd name="csX123" fmla="*/ 79367 w 143695"/>
              <a:gd name="csY123" fmla="*/ 104547 h 127583"/>
              <a:gd name="csX124" fmla="*/ 61640 w 143695"/>
              <a:gd name="csY124" fmla="*/ 104547 h 127583"/>
            </a:gdLst>
            <a:ahLst/>
            <a:cxnLst/>
            <a:rect l="l" t="t" r="r" b="b"/>
            <a:pathLst>
              <a:path w="100000" h="100000">
                <a:moveTo>
                  <a:pt x="48105" y="5606"/>
                </a:moveTo>
                <a:cubicBezTo>
                  <a:pt x="47253" y="5613"/>
                  <a:pt x="46425" y="5836"/>
                  <a:pt x="45691" y="6256"/>
                </a:cubicBezTo>
                <a:lnTo>
                  <a:pt x="28416" y="16122"/>
                </a:lnTo>
                <a:cubicBezTo>
                  <a:pt x="27848" y="16436"/>
                  <a:pt x="27338" y="16862"/>
                  <a:pt x="26924" y="17375"/>
                </a:cubicBezTo>
                <a:cubicBezTo>
                  <a:pt x="26521" y="17888"/>
                  <a:pt x="26214" y="18477"/>
                  <a:pt x="26036" y="19108"/>
                </a:cubicBezTo>
                <a:cubicBezTo>
                  <a:pt x="25858" y="19739"/>
                  <a:pt x="25811" y="20399"/>
                  <a:pt x="25882" y="21051"/>
                </a:cubicBezTo>
                <a:cubicBezTo>
                  <a:pt x="25965" y="21702"/>
                  <a:pt x="26178" y="22331"/>
                  <a:pt x="26498" y="22900"/>
                </a:cubicBezTo>
                <a:cubicBezTo>
                  <a:pt x="26829" y="23469"/>
                  <a:pt x="27267" y="23967"/>
                  <a:pt x="27788" y="24368"/>
                </a:cubicBezTo>
                <a:cubicBezTo>
                  <a:pt x="28309" y="24767"/>
                  <a:pt x="28901" y="25058"/>
                  <a:pt x="29529" y="25224"/>
                </a:cubicBezTo>
                <a:cubicBezTo>
                  <a:pt x="30168" y="25391"/>
                  <a:pt x="30831" y="25429"/>
                  <a:pt x="31483" y="25336"/>
                </a:cubicBezTo>
                <a:cubicBezTo>
                  <a:pt x="32133" y="25244"/>
                  <a:pt x="32749" y="25024"/>
                  <a:pt x="33318" y="24686"/>
                </a:cubicBezTo>
                <a:lnTo>
                  <a:pt x="47407" y="16632"/>
                </a:lnTo>
                <a:lnTo>
                  <a:pt x="53303" y="24889"/>
                </a:lnTo>
                <a:lnTo>
                  <a:pt x="36929" y="37857"/>
                </a:lnTo>
                <a:cubicBezTo>
                  <a:pt x="34052" y="39579"/>
                  <a:pt x="32099" y="42699"/>
                  <a:pt x="32099" y="46296"/>
                </a:cubicBezTo>
                <a:cubicBezTo>
                  <a:pt x="32099" y="48833"/>
                  <a:pt x="33092" y="51122"/>
                  <a:pt x="34655" y="52871"/>
                </a:cubicBezTo>
                <a:lnTo>
                  <a:pt x="34632" y="52901"/>
                </a:lnTo>
                <a:lnTo>
                  <a:pt x="34892" y="53160"/>
                </a:lnTo>
                <a:cubicBezTo>
                  <a:pt x="34964" y="53234"/>
                  <a:pt x="35035" y="53302"/>
                  <a:pt x="35117" y="53372"/>
                </a:cubicBezTo>
                <a:lnTo>
                  <a:pt x="45335" y="63564"/>
                </a:lnTo>
                <a:lnTo>
                  <a:pt x="29636" y="63564"/>
                </a:lnTo>
                <a:cubicBezTo>
                  <a:pt x="28984" y="63556"/>
                  <a:pt x="28333" y="63677"/>
                  <a:pt x="27729" y="63921"/>
                </a:cubicBezTo>
                <a:cubicBezTo>
                  <a:pt x="27114" y="64164"/>
                  <a:pt x="26569" y="64526"/>
                  <a:pt x="26107" y="64986"/>
                </a:cubicBezTo>
                <a:cubicBezTo>
                  <a:pt x="25633" y="65443"/>
                  <a:pt x="25267" y="65990"/>
                  <a:pt x="25018" y="66594"/>
                </a:cubicBezTo>
                <a:cubicBezTo>
                  <a:pt x="24757" y="67196"/>
                  <a:pt x="24627" y="67844"/>
                  <a:pt x="24627" y="68498"/>
                </a:cubicBezTo>
                <a:cubicBezTo>
                  <a:pt x="24627" y="69151"/>
                  <a:pt x="24757" y="69799"/>
                  <a:pt x="25018" y="70401"/>
                </a:cubicBezTo>
                <a:cubicBezTo>
                  <a:pt x="25267" y="71005"/>
                  <a:pt x="25633" y="71552"/>
                  <a:pt x="26107" y="72010"/>
                </a:cubicBezTo>
                <a:cubicBezTo>
                  <a:pt x="26569" y="72469"/>
                  <a:pt x="27114" y="72831"/>
                  <a:pt x="27729" y="73076"/>
                </a:cubicBezTo>
                <a:cubicBezTo>
                  <a:pt x="28333" y="73319"/>
                  <a:pt x="28984" y="73440"/>
                  <a:pt x="29636" y="73431"/>
                </a:cubicBezTo>
                <a:lnTo>
                  <a:pt x="58004" y="73431"/>
                </a:lnTo>
                <a:cubicBezTo>
                  <a:pt x="58868" y="73430"/>
                  <a:pt x="59709" y="73204"/>
                  <a:pt x="60455" y="72772"/>
                </a:cubicBezTo>
                <a:cubicBezTo>
                  <a:pt x="61212" y="72343"/>
                  <a:pt x="61828" y="71723"/>
                  <a:pt x="62267" y="70977"/>
                </a:cubicBezTo>
                <a:cubicBezTo>
                  <a:pt x="62693" y="70232"/>
                  <a:pt x="62929" y="69386"/>
                  <a:pt x="62929" y="68522"/>
                </a:cubicBezTo>
                <a:cubicBezTo>
                  <a:pt x="62941" y="67659"/>
                  <a:pt x="62716" y="66811"/>
                  <a:pt x="62290" y="66060"/>
                </a:cubicBezTo>
                <a:lnTo>
                  <a:pt x="53019" y="49760"/>
                </a:lnTo>
                <a:lnTo>
                  <a:pt x="65534" y="41315"/>
                </a:lnTo>
                <a:lnTo>
                  <a:pt x="73088" y="51721"/>
                </a:lnTo>
                <a:lnTo>
                  <a:pt x="73289" y="52149"/>
                </a:lnTo>
                <a:cubicBezTo>
                  <a:pt x="73691" y="52984"/>
                  <a:pt x="74331" y="53687"/>
                  <a:pt x="75113" y="54179"/>
                </a:cubicBezTo>
                <a:cubicBezTo>
                  <a:pt x="75894" y="54671"/>
                  <a:pt x="76806" y="54933"/>
                  <a:pt x="77729" y="54933"/>
                </a:cubicBezTo>
                <a:lnTo>
                  <a:pt x="95004" y="54933"/>
                </a:lnTo>
                <a:cubicBezTo>
                  <a:pt x="95655" y="54943"/>
                  <a:pt x="96306" y="54822"/>
                  <a:pt x="96910" y="54578"/>
                </a:cubicBezTo>
                <a:cubicBezTo>
                  <a:pt x="97514" y="54335"/>
                  <a:pt x="98070" y="53972"/>
                  <a:pt x="98532" y="53513"/>
                </a:cubicBezTo>
                <a:cubicBezTo>
                  <a:pt x="99006" y="53055"/>
                  <a:pt x="99372" y="52508"/>
                  <a:pt x="99621" y="51904"/>
                </a:cubicBezTo>
                <a:cubicBezTo>
                  <a:pt x="99870" y="51301"/>
                  <a:pt x="100000" y="50654"/>
                  <a:pt x="100000" y="50000"/>
                </a:cubicBezTo>
                <a:cubicBezTo>
                  <a:pt x="100000" y="49347"/>
                  <a:pt x="99870" y="48699"/>
                  <a:pt x="99621" y="48096"/>
                </a:cubicBezTo>
                <a:cubicBezTo>
                  <a:pt x="99372" y="47493"/>
                  <a:pt x="99006" y="46946"/>
                  <a:pt x="98532" y="46488"/>
                </a:cubicBezTo>
                <a:cubicBezTo>
                  <a:pt x="98070" y="46029"/>
                  <a:pt x="97514" y="45666"/>
                  <a:pt x="96910" y="45423"/>
                </a:cubicBezTo>
                <a:cubicBezTo>
                  <a:pt x="96306" y="45180"/>
                  <a:pt x="95655" y="45059"/>
                  <a:pt x="95004" y="45067"/>
                </a:cubicBezTo>
                <a:lnTo>
                  <a:pt x="80832" y="45067"/>
                </a:lnTo>
                <a:lnTo>
                  <a:pt x="71703" y="26233"/>
                </a:lnTo>
                <a:cubicBezTo>
                  <a:pt x="71643" y="26103"/>
                  <a:pt x="71572" y="25977"/>
                  <a:pt x="71501" y="25853"/>
                </a:cubicBezTo>
                <a:cubicBezTo>
                  <a:pt x="70247" y="23745"/>
                  <a:pt x="68743" y="22377"/>
                  <a:pt x="66742" y="20428"/>
                </a:cubicBezTo>
                <a:cubicBezTo>
                  <a:pt x="64752" y="18481"/>
                  <a:pt x="62385" y="16335"/>
                  <a:pt x="60100" y="14316"/>
                </a:cubicBezTo>
                <a:cubicBezTo>
                  <a:pt x="55541" y="10278"/>
                  <a:pt x="51291" y="6743"/>
                  <a:pt x="51291" y="6743"/>
                </a:cubicBezTo>
                <a:cubicBezTo>
                  <a:pt x="50391" y="6001"/>
                  <a:pt x="49266" y="5598"/>
                  <a:pt x="48105" y="5606"/>
                </a:cubicBezTo>
                <a:close/>
                <a:moveTo>
                  <a:pt x="81435" y="6840"/>
                </a:moveTo>
                <a:cubicBezTo>
                  <a:pt x="75989" y="6840"/>
                  <a:pt x="71572" y="11259"/>
                  <a:pt x="71572" y="16700"/>
                </a:cubicBezTo>
                <a:cubicBezTo>
                  <a:pt x="71572" y="22150"/>
                  <a:pt x="75989" y="26569"/>
                  <a:pt x="81435" y="26569"/>
                </a:cubicBezTo>
                <a:cubicBezTo>
                  <a:pt x="86893" y="26569"/>
                  <a:pt x="91298" y="22150"/>
                  <a:pt x="91298" y="16700"/>
                </a:cubicBezTo>
                <a:cubicBezTo>
                  <a:pt x="91298" y="11259"/>
                  <a:pt x="86893" y="6840"/>
                  <a:pt x="81435" y="6840"/>
                </a:cubicBezTo>
                <a:close/>
                <a:moveTo>
                  <a:pt x="9898" y="29037"/>
                </a:moveTo>
                <a:cubicBezTo>
                  <a:pt x="9579" y="29032"/>
                  <a:pt x="9247" y="29092"/>
                  <a:pt x="8951" y="29215"/>
                </a:cubicBezTo>
                <a:cubicBezTo>
                  <a:pt x="8643" y="29336"/>
                  <a:pt x="8371" y="29517"/>
                  <a:pt x="8134" y="29746"/>
                </a:cubicBezTo>
                <a:cubicBezTo>
                  <a:pt x="7897" y="29976"/>
                  <a:pt x="7720" y="30249"/>
                  <a:pt x="7589" y="30551"/>
                </a:cubicBezTo>
                <a:cubicBezTo>
                  <a:pt x="7460" y="30853"/>
                  <a:pt x="7400" y="31176"/>
                  <a:pt x="7400" y="31503"/>
                </a:cubicBezTo>
                <a:cubicBezTo>
                  <a:pt x="7400" y="31829"/>
                  <a:pt x="7460" y="32154"/>
                  <a:pt x="7589" y="32455"/>
                </a:cubicBezTo>
                <a:cubicBezTo>
                  <a:pt x="7720" y="32756"/>
                  <a:pt x="7897" y="33030"/>
                  <a:pt x="8134" y="33259"/>
                </a:cubicBezTo>
                <a:cubicBezTo>
                  <a:pt x="8371" y="33489"/>
                  <a:pt x="8643" y="33669"/>
                  <a:pt x="8951" y="33791"/>
                </a:cubicBezTo>
                <a:cubicBezTo>
                  <a:pt x="9247" y="33913"/>
                  <a:pt x="9579" y="33973"/>
                  <a:pt x="9898" y="33968"/>
                </a:cubicBezTo>
                <a:lnTo>
                  <a:pt x="27173" y="33968"/>
                </a:lnTo>
                <a:cubicBezTo>
                  <a:pt x="27492" y="33973"/>
                  <a:pt x="27824" y="33913"/>
                  <a:pt x="28120" y="33791"/>
                </a:cubicBezTo>
                <a:cubicBezTo>
                  <a:pt x="28428" y="33669"/>
                  <a:pt x="28700" y="33489"/>
                  <a:pt x="28937" y="33259"/>
                </a:cubicBezTo>
                <a:cubicBezTo>
                  <a:pt x="29174" y="33030"/>
                  <a:pt x="29351" y="32756"/>
                  <a:pt x="29481" y="32455"/>
                </a:cubicBezTo>
                <a:cubicBezTo>
                  <a:pt x="29600" y="32154"/>
                  <a:pt x="29671" y="31829"/>
                  <a:pt x="29671" y="31503"/>
                </a:cubicBezTo>
                <a:cubicBezTo>
                  <a:pt x="29671" y="31176"/>
                  <a:pt x="29600" y="30853"/>
                  <a:pt x="29481" y="30551"/>
                </a:cubicBezTo>
                <a:cubicBezTo>
                  <a:pt x="29351" y="30249"/>
                  <a:pt x="29174" y="29976"/>
                  <a:pt x="28937" y="29746"/>
                </a:cubicBezTo>
                <a:cubicBezTo>
                  <a:pt x="28700" y="29517"/>
                  <a:pt x="28428" y="29336"/>
                  <a:pt x="28120" y="29215"/>
                </a:cubicBezTo>
                <a:cubicBezTo>
                  <a:pt x="27824" y="29092"/>
                  <a:pt x="27492" y="29032"/>
                  <a:pt x="27173" y="29037"/>
                </a:cubicBezTo>
                <a:lnTo>
                  <a:pt x="9898" y="29037"/>
                </a:lnTo>
                <a:close/>
                <a:moveTo>
                  <a:pt x="2498" y="41367"/>
                </a:moveTo>
                <a:cubicBezTo>
                  <a:pt x="2179" y="41364"/>
                  <a:pt x="1847" y="41425"/>
                  <a:pt x="1551" y="41545"/>
                </a:cubicBezTo>
                <a:cubicBezTo>
                  <a:pt x="1243" y="41667"/>
                  <a:pt x="971" y="41848"/>
                  <a:pt x="734" y="42078"/>
                </a:cubicBezTo>
                <a:cubicBezTo>
                  <a:pt x="497" y="42308"/>
                  <a:pt x="319" y="42581"/>
                  <a:pt x="189" y="42883"/>
                </a:cubicBezTo>
                <a:cubicBezTo>
                  <a:pt x="59" y="43184"/>
                  <a:pt x="0" y="43508"/>
                  <a:pt x="0" y="43835"/>
                </a:cubicBezTo>
                <a:cubicBezTo>
                  <a:pt x="0" y="44162"/>
                  <a:pt x="59" y="44484"/>
                  <a:pt x="189" y="44787"/>
                </a:cubicBezTo>
                <a:cubicBezTo>
                  <a:pt x="319" y="45089"/>
                  <a:pt x="497" y="45362"/>
                  <a:pt x="734" y="45590"/>
                </a:cubicBezTo>
                <a:cubicBezTo>
                  <a:pt x="971" y="45820"/>
                  <a:pt x="1243" y="46001"/>
                  <a:pt x="1551" y="46123"/>
                </a:cubicBezTo>
                <a:cubicBezTo>
                  <a:pt x="1847" y="46245"/>
                  <a:pt x="2179" y="46306"/>
                  <a:pt x="2498" y="46301"/>
                </a:cubicBezTo>
                <a:lnTo>
                  <a:pt x="19772" y="46301"/>
                </a:lnTo>
                <a:cubicBezTo>
                  <a:pt x="20093" y="46306"/>
                  <a:pt x="20424" y="46245"/>
                  <a:pt x="20720" y="46123"/>
                </a:cubicBezTo>
                <a:cubicBezTo>
                  <a:pt x="21028" y="46001"/>
                  <a:pt x="21300" y="45820"/>
                  <a:pt x="21537" y="45590"/>
                </a:cubicBezTo>
                <a:cubicBezTo>
                  <a:pt x="21773" y="45362"/>
                  <a:pt x="21951" y="45089"/>
                  <a:pt x="22081" y="44787"/>
                </a:cubicBezTo>
                <a:cubicBezTo>
                  <a:pt x="22200" y="44484"/>
                  <a:pt x="22271" y="44162"/>
                  <a:pt x="22271" y="43835"/>
                </a:cubicBezTo>
                <a:cubicBezTo>
                  <a:pt x="22271" y="43508"/>
                  <a:pt x="22200" y="43184"/>
                  <a:pt x="22081" y="42883"/>
                </a:cubicBezTo>
                <a:cubicBezTo>
                  <a:pt x="21951" y="42581"/>
                  <a:pt x="21773" y="42308"/>
                  <a:pt x="21537" y="42078"/>
                </a:cubicBezTo>
                <a:cubicBezTo>
                  <a:pt x="21300" y="41848"/>
                  <a:pt x="21028" y="41667"/>
                  <a:pt x="20720" y="41545"/>
                </a:cubicBezTo>
                <a:cubicBezTo>
                  <a:pt x="20424" y="41425"/>
                  <a:pt x="20093" y="41364"/>
                  <a:pt x="19772" y="41367"/>
                </a:cubicBezTo>
                <a:lnTo>
                  <a:pt x="2498" y="41367"/>
                </a:lnTo>
                <a:close/>
                <a:moveTo>
                  <a:pt x="4973" y="53700"/>
                </a:moveTo>
                <a:cubicBezTo>
                  <a:pt x="4641" y="53695"/>
                  <a:pt x="4322" y="53756"/>
                  <a:pt x="4013" y="53877"/>
                </a:cubicBezTo>
                <a:cubicBezTo>
                  <a:pt x="3706" y="53999"/>
                  <a:pt x="3434" y="54180"/>
                  <a:pt x="3197" y="54410"/>
                </a:cubicBezTo>
                <a:cubicBezTo>
                  <a:pt x="2972" y="54639"/>
                  <a:pt x="2782" y="54913"/>
                  <a:pt x="2652" y="55214"/>
                </a:cubicBezTo>
                <a:cubicBezTo>
                  <a:pt x="2534" y="55516"/>
                  <a:pt x="2463" y="55839"/>
                  <a:pt x="2463" y="56165"/>
                </a:cubicBezTo>
                <a:cubicBezTo>
                  <a:pt x="2463" y="56493"/>
                  <a:pt x="2534" y="56817"/>
                  <a:pt x="2652" y="57119"/>
                </a:cubicBezTo>
                <a:cubicBezTo>
                  <a:pt x="2782" y="57420"/>
                  <a:pt x="2972" y="57693"/>
                  <a:pt x="3197" y="57923"/>
                </a:cubicBezTo>
                <a:cubicBezTo>
                  <a:pt x="3434" y="58152"/>
                  <a:pt x="3706" y="58333"/>
                  <a:pt x="4013" y="58455"/>
                </a:cubicBezTo>
                <a:cubicBezTo>
                  <a:pt x="4322" y="58577"/>
                  <a:pt x="4641" y="58637"/>
                  <a:pt x="4973" y="58633"/>
                </a:cubicBezTo>
                <a:lnTo>
                  <a:pt x="22235" y="58633"/>
                </a:lnTo>
                <a:cubicBezTo>
                  <a:pt x="22567" y="58637"/>
                  <a:pt x="22887" y="58577"/>
                  <a:pt x="23194" y="58455"/>
                </a:cubicBezTo>
                <a:cubicBezTo>
                  <a:pt x="23491" y="58333"/>
                  <a:pt x="23775" y="58152"/>
                  <a:pt x="23999" y="57923"/>
                </a:cubicBezTo>
                <a:cubicBezTo>
                  <a:pt x="24236" y="57693"/>
                  <a:pt x="24414" y="57420"/>
                  <a:pt x="24544" y="57119"/>
                </a:cubicBezTo>
                <a:cubicBezTo>
                  <a:pt x="24674" y="56817"/>
                  <a:pt x="24734" y="56493"/>
                  <a:pt x="24734" y="56165"/>
                </a:cubicBezTo>
                <a:cubicBezTo>
                  <a:pt x="24734" y="55839"/>
                  <a:pt x="24674" y="55516"/>
                  <a:pt x="24544" y="55214"/>
                </a:cubicBezTo>
                <a:cubicBezTo>
                  <a:pt x="24414" y="54913"/>
                  <a:pt x="24236" y="54639"/>
                  <a:pt x="23999" y="54410"/>
                </a:cubicBezTo>
                <a:cubicBezTo>
                  <a:pt x="23775" y="54180"/>
                  <a:pt x="23491" y="53999"/>
                  <a:pt x="23194" y="53877"/>
                </a:cubicBezTo>
                <a:cubicBezTo>
                  <a:pt x="22887" y="53756"/>
                  <a:pt x="22567" y="53695"/>
                  <a:pt x="22235" y="53700"/>
                </a:cubicBezTo>
                <a:lnTo>
                  <a:pt x="4973" y="53700"/>
                </a:lnTo>
                <a:close/>
                <a:moveTo>
                  <a:pt x="42896" y="78363"/>
                </a:moveTo>
                <a:lnTo>
                  <a:pt x="36787" y="86504"/>
                </a:lnTo>
                <a:cubicBezTo>
                  <a:pt x="35153" y="88684"/>
                  <a:pt x="35602" y="91774"/>
                  <a:pt x="37781" y="93407"/>
                </a:cubicBezTo>
                <a:cubicBezTo>
                  <a:pt x="38669" y="94076"/>
                  <a:pt x="39699" y="94394"/>
                  <a:pt x="40729" y="94394"/>
                </a:cubicBezTo>
                <a:cubicBezTo>
                  <a:pt x="42233" y="94394"/>
                  <a:pt x="43713" y="93711"/>
                  <a:pt x="44684" y="92419"/>
                </a:cubicBezTo>
                <a:lnTo>
                  <a:pt x="55233" y="78363"/>
                </a:lnTo>
                <a:lnTo>
                  <a:pt x="42896" y="7836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1" name="Белый — SVG 34">
            <a:extLst>
              <a:ext uri="{FF2B5EF4-FFF2-40B4-BE49-F238E27FC236}">
                <a16:creationId xmlns:a16="http://schemas.microsoft.com/office/drawing/2014/main" id="{1F646857-8AD1-AC4D-AA5D-E5E3658CBBFA}"/>
              </a:ext>
            </a:extLst>
          </p:cNvPr>
          <p:cNvSpPr>
            <a:spLocks noGrp="1"/>
          </p:cNvSpPr>
          <p:nvPr/>
        </p:nvSpPr>
        <p:spPr>
          <a:xfrm>
            <a:off x="9420000" y="5010000"/>
            <a:ext cx="220000" cy="220000"/>
          </a:xfrm>
          <a:custGeom>
            <a:avLst/>
            <a:gdLst>
              <a:gd name="csX0" fmla="*/ 24806 w 127629"/>
              <a:gd name="csY0" fmla="*/ 143533 h 143532"/>
              <a:gd name="csX1" fmla="*/ 14172 w 127629"/>
              <a:gd name="csY1" fmla="*/ 143533 h 143532"/>
              <a:gd name="csX2" fmla="*/ 0 w 127629"/>
              <a:gd name="csY2" fmla="*/ 129356 h 143532"/>
              <a:gd name="csX3" fmla="*/ 0 w 127629"/>
              <a:gd name="csY3" fmla="*/ 69109 h 143532"/>
              <a:gd name="csX4" fmla="*/ 14172 w 127629"/>
              <a:gd name="csY4" fmla="*/ 54932 h 143532"/>
              <a:gd name="csX5" fmla="*/ 38995 w 127629"/>
              <a:gd name="csY5" fmla="*/ 54932 h 143532"/>
              <a:gd name="csX6" fmla="*/ 38995 w 127629"/>
              <a:gd name="csY6" fmla="*/ 129356 h 143532"/>
              <a:gd name="csX7" fmla="*/ 24806 w 127629"/>
              <a:gd name="csY7" fmla="*/ 143533 h 143532"/>
              <a:gd name="csX8" fmla="*/ 122854 w 127629"/>
              <a:gd name="csY8" fmla="*/ 64037 h 143532"/>
              <a:gd name="csX9" fmla="*/ 109685 w 127629"/>
              <a:gd name="csY9" fmla="*/ 58477 h 143532"/>
              <a:gd name="csX10" fmla="*/ 83298 w 127629"/>
              <a:gd name="csY10" fmla="*/ 58477 h 143532"/>
              <a:gd name="csX11" fmla="*/ 88487 w 127629"/>
              <a:gd name="csY11" fmla="*/ 37763 h 143532"/>
              <a:gd name="csX12" fmla="*/ 89746 w 127629"/>
              <a:gd name="csY12" fmla="*/ 16916 h 143532"/>
              <a:gd name="csX13" fmla="*/ 85169 w 127629"/>
              <a:gd name="csY13" fmla="*/ 5566 h 143532"/>
              <a:gd name="csX14" fmla="*/ 77462 w 127629"/>
              <a:gd name="csY14" fmla="*/ 366 h 143532"/>
              <a:gd name="csX15" fmla="*/ 68564 w 127629"/>
              <a:gd name="csY15" fmla="*/ 5233 h 143532"/>
              <a:gd name="csX16" fmla="*/ 62729 w 127629"/>
              <a:gd name="csY16" fmla="*/ 25666 h 143532"/>
              <a:gd name="csX17" fmla="*/ 61197 w 127629"/>
              <a:gd name="csY17" fmla="*/ 29530 h 143532"/>
              <a:gd name="csX18" fmla="*/ 46072 w 127629"/>
              <a:gd name="csY18" fmla="*/ 48982 h 143532"/>
              <a:gd name="csX19" fmla="*/ 46072 w 127629"/>
              <a:gd name="csY19" fmla="*/ 134595 h 143532"/>
              <a:gd name="csX20" fmla="*/ 87279 w 127629"/>
              <a:gd name="csY20" fmla="*/ 143399 h 143532"/>
              <a:gd name="csX21" fmla="*/ 90018 w 127629"/>
              <a:gd name="csY21" fmla="*/ 143533 h 143532"/>
              <a:gd name="csX22" fmla="*/ 117341 w 127629"/>
              <a:gd name="csY22" fmla="*/ 122204 h 143532"/>
              <a:gd name="csX23" fmla="*/ 126427 w 127629"/>
              <a:gd name="csY23" fmla="*/ 83285 h 143532"/>
              <a:gd name="csX24" fmla="*/ 127601 w 127629"/>
              <a:gd name="csY24" fmla="*/ 77183 h 143532"/>
              <a:gd name="csX25" fmla="*/ 122854 w 127629"/>
              <a:gd name="csY25" fmla="*/ 64037 h 143532"/>
            </a:gdLst>
            <a:ahLst/>
            <a:cxnLst/>
            <a:rect l="l" t="t" r="r" b="b"/>
            <a:pathLst>
              <a:path w="100000" h="100000">
                <a:moveTo>
                  <a:pt x="22822" y="100001"/>
                </a:moveTo>
                <a:lnTo>
                  <a:pt x="15414" y="100001"/>
                </a:lnTo>
                <a:cubicBezTo>
                  <a:pt x="9961" y="100001"/>
                  <a:pt x="5540" y="95577"/>
                  <a:pt x="5540" y="90123"/>
                </a:cubicBezTo>
                <a:lnTo>
                  <a:pt x="5540" y="48149"/>
                </a:lnTo>
                <a:cubicBezTo>
                  <a:pt x="5540" y="42695"/>
                  <a:pt x="9961" y="38272"/>
                  <a:pt x="15414" y="38272"/>
                </a:cubicBezTo>
                <a:lnTo>
                  <a:pt x="32708" y="38272"/>
                </a:lnTo>
                <a:lnTo>
                  <a:pt x="32708" y="90123"/>
                </a:lnTo>
                <a:cubicBezTo>
                  <a:pt x="32708" y="95577"/>
                  <a:pt x="28287" y="100001"/>
                  <a:pt x="22822" y="100001"/>
                </a:cubicBezTo>
                <a:close/>
                <a:moveTo>
                  <a:pt x="91133" y="44615"/>
                </a:moveTo>
                <a:cubicBezTo>
                  <a:pt x="88774" y="42124"/>
                  <a:pt x="85526" y="40749"/>
                  <a:pt x="81958" y="40741"/>
                </a:cubicBezTo>
                <a:lnTo>
                  <a:pt x="63574" y="40741"/>
                </a:lnTo>
                <a:cubicBezTo>
                  <a:pt x="63574" y="40741"/>
                  <a:pt x="66265" y="29934"/>
                  <a:pt x="67190" y="26310"/>
                </a:cubicBezTo>
                <a:cubicBezTo>
                  <a:pt x="68588" y="20826"/>
                  <a:pt x="68873" y="16211"/>
                  <a:pt x="68067" y="11786"/>
                </a:cubicBezTo>
                <a:cubicBezTo>
                  <a:pt x="67651" y="9487"/>
                  <a:pt x="66916" y="6511"/>
                  <a:pt x="64878" y="3878"/>
                </a:cubicBezTo>
                <a:cubicBezTo>
                  <a:pt x="63432" y="2005"/>
                  <a:pt x="61631" y="788"/>
                  <a:pt x="59508" y="255"/>
                </a:cubicBezTo>
                <a:cubicBezTo>
                  <a:pt x="56344" y="-532"/>
                  <a:pt x="54447" y="478"/>
                  <a:pt x="53309" y="3646"/>
                </a:cubicBezTo>
                <a:cubicBezTo>
                  <a:pt x="53214" y="3902"/>
                  <a:pt x="49244" y="17882"/>
                  <a:pt x="49244" y="17882"/>
                </a:cubicBezTo>
                <a:cubicBezTo>
                  <a:pt x="48935" y="18985"/>
                  <a:pt x="48639" y="19865"/>
                  <a:pt x="48176" y="20574"/>
                </a:cubicBezTo>
                <a:cubicBezTo>
                  <a:pt x="45249" y="25146"/>
                  <a:pt x="41705" y="29593"/>
                  <a:pt x="37639" y="34126"/>
                </a:cubicBezTo>
                <a:lnTo>
                  <a:pt x="37639" y="93774"/>
                </a:lnTo>
                <a:cubicBezTo>
                  <a:pt x="48651" y="96919"/>
                  <a:pt x="65210" y="99800"/>
                  <a:pt x="66348" y="99907"/>
                </a:cubicBezTo>
                <a:cubicBezTo>
                  <a:pt x="66988" y="99971"/>
                  <a:pt x="67616" y="100001"/>
                  <a:pt x="68256" y="100001"/>
                </a:cubicBezTo>
                <a:cubicBezTo>
                  <a:pt x="77158" y="100001"/>
                  <a:pt x="85005" y="93998"/>
                  <a:pt x="87292" y="85141"/>
                </a:cubicBezTo>
                <a:cubicBezTo>
                  <a:pt x="89367" y="77146"/>
                  <a:pt x="93623" y="58025"/>
                  <a:pt x="93623" y="58025"/>
                </a:cubicBezTo>
                <a:cubicBezTo>
                  <a:pt x="93966" y="56763"/>
                  <a:pt x="94357" y="55333"/>
                  <a:pt x="94441" y="53774"/>
                </a:cubicBezTo>
                <a:cubicBezTo>
                  <a:pt x="94630" y="50314"/>
                  <a:pt x="93456" y="47065"/>
                  <a:pt x="91133" y="4461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2" name="Белый — SVG 35">
            <a:extLst>
              <a:ext uri="{FF2B5EF4-FFF2-40B4-BE49-F238E27FC236}">
                <a16:creationId xmlns:a16="http://schemas.microsoft.com/office/drawing/2014/main" id="{6EADDB78-24BE-814F-9ACC-91602ABA43E1}"/>
              </a:ext>
            </a:extLst>
          </p:cNvPr>
          <p:cNvSpPr>
            <a:spLocks noGrp="1"/>
          </p:cNvSpPr>
          <p:nvPr/>
        </p:nvSpPr>
        <p:spPr>
          <a:xfrm>
            <a:off x="10020000" y="5010000"/>
            <a:ext cx="220000" cy="220000"/>
          </a:xfrm>
          <a:custGeom>
            <a:avLst/>
            <a:gdLst>
              <a:gd name="csX0" fmla="*/ 42209 w 127275"/>
              <a:gd name="csY0" fmla="*/ 10632 h 138215"/>
              <a:gd name="csX1" fmla="*/ 42209 w 127275"/>
              <a:gd name="csY1" fmla="*/ 88847 h 138215"/>
              <a:gd name="csX2" fmla="*/ 36657 w 127275"/>
              <a:gd name="csY2" fmla="*/ 91768 h 138215"/>
              <a:gd name="csX3" fmla="*/ 17373 w 127275"/>
              <a:gd name="csY3" fmla="*/ 79835 h 138215"/>
              <a:gd name="csX4" fmla="*/ 10996 w 127275"/>
              <a:gd name="csY4" fmla="*/ 78408 h 138215"/>
              <a:gd name="csX5" fmla="*/ 1788 w 127275"/>
              <a:gd name="csY5" fmla="*/ 81954 h 138215"/>
              <a:gd name="csX6" fmla="*/ 2384 w 127275"/>
              <a:gd name="csY6" fmla="*/ 91880 h 138215"/>
              <a:gd name="csX7" fmla="*/ 36297 w 127275"/>
              <a:gd name="csY7" fmla="*/ 127240 h 138215"/>
              <a:gd name="csX8" fmla="*/ 59726 w 127275"/>
              <a:gd name="csY8" fmla="*/ 138215 h 138215"/>
              <a:gd name="csX9" fmla="*/ 91832 w 127275"/>
              <a:gd name="csY9" fmla="*/ 138215 h 138215"/>
              <a:gd name="csX10" fmla="*/ 127276 w 127275"/>
              <a:gd name="csY10" fmla="*/ 102776 h 138215"/>
              <a:gd name="csX11" fmla="*/ 127276 w 127275"/>
              <a:gd name="csY11" fmla="*/ 72329 h 138215"/>
              <a:gd name="csX12" fmla="*/ 108178 w 127275"/>
              <a:gd name="csY12" fmla="*/ 51175 h 138215"/>
              <a:gd name="csX13" fmla="*/ 63475 w 127275"/>
              <a:gd name="csY13" fmla="*/ 46908 h 138215"/>
              <a:gd name="csX14" fmla="*/ 63475 w 127275"/>
              <a:gd name="csY14" fmla="*/ 10632 h 138215"/>
              <a:gd name="csX15" fmla="*/ 52842 w 127275"/>
              <a:gd name="csY15" fmla="*/ 0 h 138215"/>
              <a:gd name="csX16" fmla="*/ 42209 w 127275"/>
              <a:gd name="csY16" fmla="*/ 10632 h 138215"/>
            </a:gdLst>
            <a:ahLst/>
            <a:cxnLst/>
            <a:rect l="l" t="t" r="r" b="b"/>
            <a:pathLst>
              <a:path w="100000" h="100000">
                <a:moveTo>
                  <a:pt x="34496" y="7692"/>
                </a:moveTo>
                <a:lnTo>
                  <a:pt x="34496" y="64282"/>
                </a:lnTo>
                <a:cubicBezTo>
                  <a:pt x="34496" y="66348"/>
                  <a:pt x="32180" y="67574"/>
                  <a:pt x="30479" y="66395"/>
                </a:cubicBezTo>
                <a:cubicBezTo>
                  <a:pt x="26310" y="63505"/>
                  <a:pt x="19931" y="59243"/>
                  <a:pt x="16527" y="57761"/>
                </a:cubicBezTo>
                <a:cubicBezTo>
                  <a:pt x="15040" y="57112"/>
                  <a:pt x="13488" y="56729"/>
                  <a:pt x="11913" y="56729"/>
                </a:cubicBezTo>
                <a:cubicBezTo>
                  <a:pt x="8642" y="56729"/>
                  <a:pt x="6564" y="57892"/>
                  <a:pt x="5251" y="59295"/>
                </a:cubicBezTo>
                <a:cubicBezTo>
                  <a:pt x="3338" y="61338"/>
                  <a:pt x="3602" y="64603"/>
                  <a:pt x="5682" y="66476"/>
                </a:cubicBezTo>
                <a:cubicBezTo>
                  <a:pt x="11552" y="71769"/>
                  <a:pt x="25172" y="86720"/>
                  <a:pt x="30219" y="92059"/>
                </a:cubicBezTo>
                <a:cubicBezTo>
                  <a:pt x="34716" y="96819"/>
                  <a:pt x="40620" y="100000"/>
                  <a:pt x="47170" y="100000"/>
                </a:cubicBezTo>
                <a:lnTo>
                  <a:pt x="70399" y="100000"/>
                </a:lnTo>
                <a:cubicBezTo>
                  <a:pt x="84562" y="100000"/>
                  <a:pt x="96043" y="88521"/>
                  <a:pt x="96043" y="74360"/>
                </a:cubicBezTo>
                <a:lnTo>
                  <a:pt x="96043" y="52331"/>
                </a:lnTo>
                <a:cubicBezTo>
                  <a:pt x="96043" y="44441"/>
                  <a:pt x="90076" y="37828"/>
                  <a:pt x="82226" y="37026"/>
                </a:cubicBezTo>
                <a:cubicBezTo>
                  <a:pt x="71976" y="35979"/>
                  <a:pt x="58376" y="34628"/>
                  <a:pt x="49882" y="33938"/>
                </a:cubicBezTo>
                <a:lnTo>
                  <a:pt x="49882" y="7692"/>
                </a:lnTo>
                <a:cubicBezTo>
                  <a:pt x="49882" y="3444"/>
                  <a:pt x="46439" y="0"/>
                  <a:pt x="42189" y="0"/>
                </a:cubicBezTo>
                <a:cubicBezTo>
                  <a:pt x="37940" y="0"/>
                  <a:pt x="34496" y="3444"/>
                  <a:pt x="34496" y="769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3" name="Белый — SVG 36">
            <a:extLst>
              <a:ext uri="{FF2B5EF4-FFF2-40B4-BE49-F238E27FC236}">
                <a16:creationId xmlns:a16="http://schemas.microsoft.com/office/drawing/2014/main" id="{48DEADC1-0546-A443-8893-0789990309F0}"/>
              </a:ext>
            </a:extLst>
          </p:cNvPr>
          <p:cNvSpPr>
            <a:spLocks noGrp="1"/>
          </p:cNvSpPr>
          <p:nvPr/>
        </p:nvSpPr>
        <p:spPr>
          <a:xfrm>
            <a:off x="10620000" y="5010000"/>
            <a:ext cx="220000" cy="220000"/>
          </a:xfrm>
          <a:custGeom>
            <a:avLst/>
            <a:gdLst>
              <a:gd name="csX0" fmla="*/ 93806 w 156104"/>
              <a:gd name="csY0" fmla="*/ 27 h 129104"/>
              <a:gd name="csX1" fmla="*/ 83388 w 156104"/>
              <a:gd name="csY1" fmla="*/ 2761 h 129104"/>
              <a:gd name="csX2" fmla="*/ 83104 w 156104"/>
              <a:gd name="csY2" fmla="*/ 2914 h 129104"/>
              <a:gd name="csX3" fmla="*/ 73052 w 156104"/>
              <a:gd name="csY3" fmla="*/ 8722 h 129104"/>
              <a:gd name="csX4" fmla="*/ 72734 w 156104"/>
              <a:gd name="csY4" fmla="*/ 8715 h 129104"/>
              <a:gd name="csX5" fmla="*/ 5389 w 156104"/>
              <a:gd name="csY5" fmla="*/ 8715 h 129104"/>
              <a:gd name="csX6" fmla="*/ 3136 w 156104"/>
              <a:gd name="csY6" fmla="*/ 9183 h 129104"/>
              <a:gd name="csX7" fmla="*/ 1293 w 156104"/>
              <a:gd name="csY7" fmla="*/ 10559 h 129104"/>
              <a:gd name="csX8" fmla="*/ 204 w 156104"/>
              <a:gd name="csY8" fmla="*/ 12585 h 129104"/>
              <a:gd name="csX9" fmla="*/ 72 w 156104"/>
              <a:gd name="csY9" fmla="*/ 14881 h 129104"/>
              <a:gd name="csX10" fmla="*/ 72 w 156104"/>
              <a:gd name="csY10" fmla="*/ 80493 h 129104"/>
              <a:gd name="csX11" fmla="*/ 196 w 156104"/>
              <a:gd name="csY11" fmla="*/ 82797 h 129104"/>
              <a:gd name="csX12" fmla="*/ 1284 w 156104"/>
              <a:gd name="csY12" fmla="*/ 84829 h 129104"/>
              <a:gd name="csX13" fmla="*/ 3131 w 156104"/>
              <a:gd name="csY13" fmla="*/ 86212 h 129104"/>
              <a:gd name="csX14" fmla="*/ 5389 w 156104"/>
              <a:gd name="csY14" fmla="*/ 86682 h 129104"/>
              <a:gd name="csX15" fmla="*/ 10062 w 156104"/>
              <a:gd name="csY15" fmla="*/ 86682 h 129104"/>
              <a:gd name="csX16" fmla="*/ 16382 w 156104"/>
              <a:gd name="csY16" fmla="*/ 89332 h 129104"/>
              <a:gd name="csX17" fmla="*/ 48095 w 156104"/>
              <a:gd name="csY17" fmla="*/ 121519 h 129104"/>
              <a:gd name="csX18" fmla="*/ 69196 w 156104"/>
              <a:gd name="csY18" fmla="*/ 128767 h 129104"/>
              <a:gd name="csX19" fmla="*/ 82515 w 156104"/>
              <a:gd name="csY19" fmla="*/ 117969 h 129104"/>
              <a:gd name="csX20" fmla="*/ 96049 w 156104"/>
              <a:gd name="csY20" fmla="*/ 111358 h 129104"/>
              <a:gd name="csX21" fmla="*/ 96264 w 156104"/>
              <a:gd name="csY21" fmla="*/ 111365 h 129104"/>
              <a:gd name="csX22" fmla="*/ 121165 w 156104"/>
              <a:gd name="csY22" fmla="*/ 111365 h 129104"/>
              <a:gd name="csX23" fmla="*/ 139109 w 156104"/>
              <a:gd name="csY23" fmla="*/ 104242 h 129104"/>
              <a:gd name="csX24" fmla="*/ 147624 w 156104"/>
              <a:gd name="csY24" fmla="*/ 100850 h 129104"/>
              <a:gd name="csX25" fmla="*/ 150712 w 156104"/>
              <a:gd name="csY25" fmla="*/ 100850 h 129104"/>
              <a:gd name="csX26" fmla="*/ 152770 w 156104"/>
              <a:gd name="csY26" fmla="*/ 100468 h 129104"/>
              <a:gd name="csX27" fmla="*/ 154519 w 156104"/>
              <a:gd name="csY27" fmla="*/ 99321 h 129104"/>
              <a:gd name="csX28" fmla="*/ 155691 w 156104"/>
              <a:gd name="csY28" fmla="*/ 97586 h 129104"/>
              <a:gd name="csX29" fmla="*/ 156105 w 156104"/>
              <a:gd name="csY29" fmla="*/ 95534 h 129104"/>
              <a:gd name="csX30" fmla="*/ 155691 w 156104"/>
              <a:gd name="csY30" fmla="*/ 93483 h 129104"/>
              <a:gd name="csX31" fmla="*/ 154519 w 156104"/>
              <a:gd name="csY31" fmla="*/ 91749 h 129104"/>
              <a:gd name="csX32" fmla="*/ 152770 w 156104"/>
              <a:gd name="csY32" fmla="*/ 90601 h 129104"/>
              <a:gd name="csX33" fmla="*/ 150712 w 156104"/>
              <a:gd name="csY33" fmla="*/ 90218 h 129104"/>
              <a:gd name="csX34" fmla="*/ 147624 w 156104"/>
              <a:gd name="csY34" fmla="*/ 90218 h 129104"/>
              <a:gd name="csX35" fmla="*/ 132103 w 156104"/>
              <a:gd name="csY35" fmla="*/ 96247 h 129104"/>
              <a:gd name="csX36" fmla="*/ 120840 w 156104"/>
              <a:gd name="csY36" fmla="*/ 100740 h 129104"/>
              <a:gd name="csX37" fmla="*/ 120833 w 156104"/>
              <a:gd name="csY37" fmla="*/ 100740 h 129104"/>
              <a:gd name="csX38" fmla="*/ 110082 w 156104"/>
              <a:gd name="csY38" fmla="*/ 100810 h 129104"/>
              <a:gd name="csX39" fmla="*/ 116728 w 156104"/>
              <a:gd name="csY39" fmla="*/ 90981 h 129104"/>
              <a:gd name="csX40" fmla="*/ 130026 w 156104"/>
              <a:gd name="csY40" fmla="*/ 80750 h 129104"/>
              <a:gd name="csX41" fmla="*/ 124654 w 156104"/>
              <a:gd name="csY41" fmla="*/ 60046 h 129104"/>
              <a:gd name="csX42" fmla="*/ 100307 w 156104"/>
              <a:gd name="csY42" fmla="*/ 33328 h 129104"/>
              <a:gd name="csX43" fmla="*/ 97688 w 156104"/>
              <a:gd name="csY43" fmla="*/ 31733 h 129104"/>
              <a:gd name="csX44" fmla="*/ 94623 w 156104"/>
              <a:gd name="csY44" fmla="*/ 31847 h 129104"/>
              <a:gd name="csX45" fmla="*/ 59456 w 156104"/>
              <a:gd name="csY45" fmla="*/ 38588 h 129104"/>
              <a:gd name="csX46" fmla="*/ 53640 w 156104"/>
              <a:gd name="csY46" fmla="*/ 37911 h 129104"/>
              <a:gd name="csX47" fmla="*/ 50532 w 156104"/>
              <a:gd name="csY47" fmla="*/ 34228 h 129104"/>
              <a:gd name="csX48" fmla="*/ 52713 w 156104"/>
              <a:gd name="csY48" fmla="*/ 29992 h 129104"/>
              <a:gd name="csX49" fmla="*/ 69355 w 156104"/>
              <a:gd name="csY49" fmla="*/ 23084 h 129104"/>
              <a:gd name="csX50" fmla="*/ 69978 w 156104"/>
              <a:gd name="csY50" fmla="*/ 22773 h 129104"/>
              <a:gd name="csX51" fmla="*/ 88171 w 156104"/>
              <a:gd name="csY51" fmla="*/ 12258 h 129104"/>
              <a:gd name="csX52" fmla="*/ 100335 w 156104"/>
              <a:gd name="csY52" fmla="*/ 11656 h 129104"/>
              <a:gd name="csX53" fmla="*/ 124294 w 156104"/>
              <a:gd name="csY53" fmla="*/ 21235 h 129104"/>
              <a:gd name="csX54" fmla="*/ 132851 w 156104"/>
              <a:gd name="csY54" fmla="*/ 22883 h 129104"/>
              <a:gd name="csX55" fmla="*/ 150712 w 156104"/>
              <a:gd name="csY55" fmla="*/ 22890 h 129104"/>
              <a:gd name="csX56" fmla="*/ 152770 w 156104"/>
              <a:gd name="csY56" fmla="*/ 22507 h 129104"/>
              <a:gd name="csX57" fmla="*/ 154519 w 156104"/>
              <a:gd name="csY57" fmla="*/ 21359 h 129104"/>
              <a:gd name="csX58" fmla="*/ 155691 w 156104"/>
              <a:gd name="csY58" fmla="*/ 19626 h 129104"/>
              <a:gd name="csX59" fmla="*/ 156105 w 156104"/>
              <a:gd name="csY59" fmla="*/ 17574 h 129104"/>
              <a:gd name="csX60" fmla="*/ 155691 w 156104"/>
              <a:gd name="csY60" fmla="*/ 15523 h 129104"/>
              <a:gd name="csX61" fmla="*/ 154519 w 156104"/>
              <a:gd name="csY61" fmla="*/ 13788 h 129104"/>
              <a:gd name="csX62" fmla="*/ 152770 w 156104"/>
              <a:gd name="csY62" fmla="*/ 12641 h 129104"/>
              <a:gd name="csX63" fmla="*/ 150712 w 156104"/>
              <a:gd name="csY63" fmla="*/ 12258 h 129104"/>
              <a:gd name="csX64" fmla="*/ 132858 w 156104"/>
              <a:gd name="csY64" fmla="*/ 12252 h 129104"/>
              <a:gd name="csX65" fmla="*/ 128261 w 156104"/>
              <a:gd name="csY65" fmla="*/ 11372 h 129104"/>
              <a:gd name="csX66" fmla="*/ 128247 w 156104"/>
              <a:gd name="csY66" fmla="*/ 11365 h 129104"/>
              <a:gd name="csX67" fmla="*/ 104287 w 156104"/>
              <a:gd name="csY67" fmla="*/ 1786 h 129104"/>
              <a:gd name="csX68" fmla="*/ 93806 w 156104"/>
              <a:gd name="csY68" fmla="*/ 27 h 129104"/>
            </a:gdLst>
            <a:ahLst/>
            <a:cxnLst/>
            <a:rect l="l" t="t" r="r" b="b"/>
            <a:pathLst>
              <a:path w="100000" h="100000">
                <a:moveTo>
                  <a:pt x="60092" y="8665"/>
                </a:moveTo>
                <a:cubicBezTo>
                  <a:pt x="57811" y="8771"/>
                  <a:pt x="55538" y="9357"/>
                  <a:pt x="53418" y="10417"/>
                </a:cubicBezTo>
                <a:cubicBezTo>
                  <a:pt x="53357" y="10448"/>
                  <a:pt x="53296" y="10480"/>
                  <a:pt x="53236" y="10515"/>
                </a:cubicBezTo>
                <a:lnTo>
                  <a:pt x="46797" y="14235"/>
                </a:lnTo>
                <a:cubicBezTo>
                  <a:pt x="46729" y="14231"/>
                  <a:pt x="46661" y="14230"/>
                  <a:pt x="46593" y="14231"/>
                </a:cubicBezTo>
                <a:lnTo>
                  <a:pt x="3452" y="14231"/>
                </a:lnTo>
                <a:cubicBezTo>
                  <a:pt x="2955" y="14224"/>
                  <a:pt x="2462" y="14327"/>
                  <a:pt x="2009" y="14531"/>
                </a:cubicBezTo>
                <a:cubicBezTo>
                  <a:pt x="1556" y="14735"/>
                  <a:pt x="1153" y="15036"/>
                  <a:pt x="828" y="15412"/>
                </a:cubicBezTo>
                <a:cubicBezTo>
                  <a:pt x="504" y="15789"/>
                  <a:pt x="266" y="16231"/>
                  <a:pt x="131" y="16710"/>
                </a:cubicBezTo>
                <a:cubicBezTo>
                  <a:pt x="-4" y="17189"/>
                  <a:pt x="-33" y="17691"/>
                  <a:pt x="46" y="18181"/>
                </a:cubicBezTo>
                <a:lnTo>
                  <a:pt x="46" y="60212"/>
                </a:lnTo>
                <a:cubicBezTo>
                  <a:pt x="-36" y="60703"/>
                  <a:pt x="-8" y="61208"/>
                  <a:pt x="126" y="61688"/>
                </a:cubicBezTo>
                <a:cubicBezTo>
                  <a:pt x="260" y="62167"/>
                  <a:pt x="498" y="62613"/>
                  <a:pt x="823" y="62989"/>
                </a:cubicBezTo>
                <a:cubicBezTo>
                  <a:pt x="1147" y="63368"/>
                  <a:pt x="1551" y="63671"/>
                  <a:pt x="2006" y="63875"/>
                </a:cubicBezTo>
                <a:cubicBezTo>
                  <a:pt x="2460" y="64080"/>
                  <a:pt x="2954" y="64183"/>
                  <a:pt x="3452" y="64176"/>
                </a:cubicBezTo>
                <a:lnTo>
                  <a:pt x="6446" y="64176"/>
                </a:lnTo>
                <a:cubicBezTo>
                  <a:pt x="7983" y="64176"/>
                  <a:pt x="9424" y="64781"/>
                  <a:pt x="10494" y="65874"/>
                </a:cubicBezTo>
                <a:cubicBezTo>
                  <a:pt x="15802" y="71293"/>
                  <a:pt x="27412" y="83136"/>
                  <a:pt x="30810" y="86493"/>
                </a:cubicBezTo>
                <a:cubicBezTo>
                  <a:pt x="34727" y="90366"/>
                  <a:pt x="39779" y="91973"/>
                  <a:pt x="44327" y="91136"/>
                </a:cubicBezTo>
                <a:cubicBezTo>
                  <a:pt x="48015" y="90456"/>
                  <a:pt x="51245" y="87886"/>
                  <a:pt x="52859" y="84219"/>
                </a:cubicBezTo>
                <a:cubicBezTo>
                  <a:pt x="56743" y="83895"/>
                  <a:pt x="59727" y="82111"/>
                  <a:pt x="61529" y="79984"/>
                </a:cubicBezTo>
                <a:cubicBezTo>
                  <a:pt x="61575" y="79986"/>
                  <a:pt x="61620" y="79988"/>
                  <a:pt x="61667" y="79988"/>
                </a:cubicBezTo>
                <a:cubicBezTo>
                  <a:pt x="61667" y="79988"/>
                  <a:pt x="71916" y="80167"/>
                  <a:pt x="77618" y="79988"/>
                </a:cubicBezTo>
                <a:cubicBezTo>
                  <a:pt x="81585" y="79865"/>
                  <a:pt x="85585" y="78519"/>
                  <a:pt x="89113" y="75425"/>
                </a:cubicBezTo>
                <a:cubicBezTo>
                  <a:pt x="90705" y="74031"/>
                  <a:pt x="92620" y="73252"/>
                  <a:pt x="94568" y="73252"/>
                </a:cubicBezTo>
                <a:lnTo>
                  <a:pt x="96546" y="73252"/>
                </a:lnTo>
                <a:cubicBezTo>
                  <a:pt x="96997" y="73259"/>
                  <a:pt x="97445" y="73176"/>
                  <a:pt x="97864" y="73008"/>
                </a:cubicBezTo>
                <a:cubicBezTo>
                  <a:pt x="98283" y="72840"/>
                  <a:pt x="98664" y="72589"/>
                  <a:pt x="98985" y="72273"/>
                </a:cubicBezTo>
                <a:cubicBezTo>
                  <a:pt x="99306" y="71956"/>
                  <a:pt x="99562" y="71578"/>
                  <a:pt x="99735" y="71162"/>
                </a:cubicBezTo>
                <a:cubicBezTo>
                  <a:pt x="99910" y="70745"/>
                  <a:pt x="100001" y="70299"/>
                  <a:pt x="100001" y="69847"/>
                </a:cubicBezTo>
                <a:cubicBezTo>
                  <a:pt x="100001" y="69396"/>
                  <a:pt x="99910" y="68950"/>
                  <a:pt x="99735" y="68533"/>
                </a:cubicBezTo>
                <a:cubicBezTo>
                  <a:pt x="99562" y="68117"/>
                  <a:pt x="99306" y="67739"/>
                  <a:pt x="98985" y="67422"/>
                </a:cubicBezTo>
                <a:cubicBezTo>
                  <a:pt x="98664" y="67105"/>
                  <a:pt x="98283" y="66856"/>
                  <a:pt x="97864" y="66687"/>
                </a:cubicBezTo>
                <a:cubicBezTo>
                  <a:pt x="97445" y="66519"/>
                  <a:pt x="96997" y="66435"/>
                  <a:pt x="96546" y="66442"/>
                </a:cubicBezTo>
                <a:lnTo>
                  <a:pt x="94568" y="66442"/>
                </a:lnTo>
                <a:cubicBezTo>
                  <a:pt x="90812" y="66442"/>
                  <a:pt x="87324" y="67939"/>
                  <a:pt x="84625" y="70304"/>
                </a:cubicBezTo>
                <a:cubicBezTo>
                  <a:pt x="82146" y="72478"/>
                  <a:pt x="80177" y="73096"/>
                  <a:pt x="77410" y="73182"/>
                </a:cubicBezTo>
                <a:lnTo>
                  <a:pt x="77405" y="73182"/>
                </a:lnTo>
                <a:cubicBezTo>
                  <a:pt x="75546" y="73241"/>
                  <a:pt x="72956" y="73229"/>
                  <a:pt x="70518" y="73227"/>
                </a:cubicBezTo>
                <a:cubicBezTo>
                  <a:pt x="72256" y="71794"/>
                  <a:pt x="73814" y="69712"/>
                  <a:pt x="74776" y="66930"/>
                </a:cubicBezTo>
                <a:cubicBezTo>
                  <a:pt x="78710" y="66030"/>
                  <a:pt x="82045" y="63821"/>
                  <a:pt x="83294" y="60376"/>
                </a:cubicBezTo>
                <a:cubicBezTo>
                  <a:pt x="84836" y="56124"/>
                  <a:pt x="83637" y="50985"/>
                  <a:pt x="79853" y="47113"/>
                </a:cubicBezTo>
                <a:cubicBezTo>
                  <a:pt x="76986" y="44179"/>
                  <a:pt x="64257" y="29998"/>
                  <a:pt x="64257" y="29998"/>
                </a:cubicBezTo>
                <a:cubicBezTo>
                  <a:pt x="63810" y="29500"/>
                  <a:pt x="63226" y="29144"/>
                  <a:pt x="62579" y="28976"/>
                </a:cubicBezTo>
                <a:cubicBezTo>
                  <a:pt x="61931" y="28807"/>
                  <a:pt x="61248" y="28832"/>
                  <a:pt x="60615" y="29049"/>
                </a:cubicBezTo>
                <a:cubicBezTo>
                  <a:pt x="60615" y="29049"/>
                  <a:pt x="47645" y="33367"/>
                  <a:pt x="38087" y="33367"/>
                </a:cubicBezTo>
                <a:cubicBezTo>
                  <a:pt x="36672" y="33367"/>
                  <a:pt x="35441" y="33202"/>
                  <a:pt x="34362" y="32934"/>
                </a:cubicBezTo>
                <a:cubicBezTo>
                  <a:pt x="33003" y="32594"/>
                  <a:pt x="32489" y="31714"/>
                  <a:pt x="32371" y="30574"/>
                </a:cubicBezTo>
                <a:cubicBezTo>
                  <a:pt x="32253" y="29441"/>
                  <a:pt x="32626" y="28441"/>
                  <a:pt x="33768" y="27861"/>
                </a:cubicBezTo>
                <a:lnTo>
                  <a:pt x="44429" y="23436"/>
                </a:lnTo>
                <a:cubicBezTo>
                  <a:pt x="44566" y="23378"/>
                  <a:pt x="44700" y="23311"/>
                  <a:pt x="44828" y="23236"/>
                </a:cubicBezTo>
                <a:lnTo>
                  <a:pt x="56482" y="16501"/>
                </a:lnTo>
                <a:cubicBezTo>
                  <a:pt x="59057" y="15219"/>
                  <a:pt x="61793" y="15122"/>
                  <a:pt x="64274" y="16115"/>
                </a:cubicBezTo>
                <a:lnTo>
                  <a:pt x="79623" y="22251"/>
                </a:lnTo>
                <a:cubicBezTo>
                  <a:pt x="81367" y="22952"/>
                  <a:pt x="83230" y="23306"/>
                  <a:pt x="85104" y="23307"/>
                </a:cubicBezTo>
                <a:lnTo>
                  <a:pt x="96546" y="23311"/>
                </a:lnTo>
                <a:cubicBezTo>
                  <a:pt x="96997" y="23318"/>
                  <a:pt x="97445" y="23234"/>
                  <a:pt x="97864" y="23066"/>
                </a:cubicBezTo>
                <a:cubicBezTo>
                  <a:pt x="98283" y="22898"/>
                  <a:pt x="98664" y="22648"/>
                  <a:pt x="98985" y="22331"/>
                </a:cubicBezTo>
                <a:cubicBezTo>
                  <a:pt x="99306" y="22015"/>
                  <a:pt x="99562" y="21637"/>
                  <a:pt x="99735" y="21220"/>
                </a:cubicBezTo>
                <a:cubicBezTo>
                  <a:pt x="99910" y="20804"/>
                  <a:pt x="100001" y="20357"/>
                  <a:pt x="100001" y="19906"/>
                </a:cubicBezTo>
                <a:cubicBezTo>
                  <a:pt x="100001" y="19455"/>
                  <a:pt x="99910" y="19008"/>
                  <a:pt x="99735" y="18592"/>
                </a:cubicBezTo>
                <a:cubicBezTo>
                  <a:pt x="99562" y="18176"/>
                  <a:pt x="99306" y="17798"/>
                  <a:pt x="98985" y="17481"/>
                </a:cubicBezTo>
                <a:cubicBezTo>
                  <a:pt x="98664" y="17164"/>
                  <a:pt x="98283" y="16914"/>
                  <a:pt x="97864" y="16746"/>
                </a:cubicBezTo>
                <a:cubicBezTo>
                  <a:pt x="97445" y="16578"/>
                  <a:pt x="96997" y="16494"/>
                  <a:pt x="96546" y="16501"/>
                </a:cubicBezTo>
                <a:lnTo>
                  <a:pt x="85109" y="16497"/>
                </a:lnTo>
                <a:cubicBezTo>
                  <a:pt x="84096" y="16497"/>
                  <a:pt x="83097" y="16308"/>
                  <a:pt x="82164" y="15933"/>
                </a:cubicBezTo>
                <a:lnTo>
                  <a:pt x="82155" y="15928"/>
                </a:lnTo>
                <a:lnTo>
                  <a:pt x="66806" y="9792"/>
                </a:lnTo>
                <a:cubicBezTo>
                  <a:pt x="64662" y="8934"/>
                  <a:pt x="62373" y="8560"/>
                  <a:pt x="60092" y="866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4" name="Белый — SVG 37">
            <a:extLst>
              <a:ext uri="{FF2B5EF4-FFF2-40B4-BE49-F238E27FC236}">
                <a16:creationId xmlns:a16="http://schemas.microsoft.com/office/drawing/2014/main" id="{CE6301FB-CFFD-0445-9805-1295CFC8B008}"/>
              </a:ext>
            </a:extLst>
          </p:cNvPr>
          <p:cNvSpPr>
            <a:spLocks noGrp="1"/>
          </p:cNvSpPr>
          <p:nvPr/>
        </p:nvSpPr>
        <p:spPr>
          <a:xfrm>
            <a:off x="420000" y="5270000"/>
            <a:ext cx="220000" cy="220000"/>
          </a:xfrm>
          <a:custGeom>
            <a:avLst/>
            <a:gdLst>
              <a:gd name="csX0" fmla="*/ 146486 w 159521"/>
              <a:gd name="csY0" fmla="*/ 2 h 141762"/>
              <a:gd name="csX1" fmla="*/ 142742 w 159521"/>
              <a:gd name="csY1" fmla="*/ 1712 h 141762"/>
              <a:gd name="csX2" fmla="*/ 125593 w 159521"/>
              <a:gd name="csY2" fmla="*/ 20332 h 141762"/>
              <a:gd name="csX3" fmla="*/ 98286 w 159521"/>
              <a:gd name="csY3" fmla="*/ 27877 h 141762"/>
              <a:gd name="csX4" fmla="*/ 105415 w 159521"/>
              <a:gd name="csY4" fmla="*/ 36938 h 141762"/>
              <a:gd name="csX5" fmla="*/ 128417 w 159521"/>
              <a:gd name="csY5" fmla="*/ 30576 h 141762"/>
              <a:gd name="csX6" fmla="*/ 152695 w 159521"/>
              <a:gd name="csY6" fmla="*/ 37741 h 141762"/>
              <a:gd name="csX7" fmla="*/ 154210 w 159521"/>
              <a:gd name="csY7" fmla="*/ 37962 h 141762"/>
              <a:gd name="csX8" fmla="*/ 157936 w 159521"/>
              <a:gd name="csY8" fmla="*/ 36440 h 141762"/>
              <a:gd name="csX9" fmla="*/ 159330 w 159521"/>
              <a:gd name="csY9" fmla="*/ 31235 h 141762"/>
              <a:gd name="csX10" fmla="*/ 151777 w 159521"/>
              <a:gd name="csY10" fmla="*/ 3906 h 141762"/>
              <a:gd name="csX11" fmla="*/ 147898 w 159521"/>
              <a:gd name="csY11" fmla="*/ 155 h 141762"/>
              <a:gd name="csX12" fmla="*/ 146486 w 159521"/>
              <a:gd name="csY12" fmla="*/ 2 h 141762"/>
              <a:gd name="csX13" fmla="*/ 33670 w 159521"/>
              <a:gd name="csY13" fmla="*/ 10634 h 141762"/>
              <a:gd name="csX14" fmla="*/ 12369 w 159521"/>
              <a:gd name="csY14" fmla="*/ 19458 h 141762"/>
              <a:gd name="csX15" fmla="*/ 3539 w 159521"/>
              <a:gd name="csY15" fmla="*/ 40759 h 141762"/>
              <a:gd name="csX16" fmla="*/ 12369 w 159521"/>
              <a:gd name="csY16" fmla="*/ 62059 h 141762"/>
              <a:gd name="csX17" fmla="*/ 33670 w 159521"/>
              <a:gd name="csY17" fmla="*/ 70882 h 141762"/>
              <a:gd name="csX18" fmla="*/ 51942 w 159521"/>
              <a:gd name="csY18" fmla="*/ 64714 h 141762"/>
              <a:gd name="csX19" fmla="*/ 62729 w 159521"/>
              <a:gd name="csY19" fmla="*/ 48739 h 141762"/>
              <a:gd name="csX20" fmla="*/ 75012 w 159521"/>
              <a:gd name="csY20" fmla="*/ 45340 h 141762"/>
              <a:gd name="csX21" fmla="*/ 75318 w 159521"/>
              <a:gd name="csY21" fmla="*/ 47169 h 141762"/>
              <a:gd name="csX22" fmla="*/ 82974 w 159521"/>
              <a:gd name="csY22" fmla="*/ 74856 h 141762"/>
              <a:gd name="csX23" fmla="*/ 60432 w 159521"/>
              <a:gd name="csY23" fmla="*/ 84124 h 141762"/>
              <a:gd name="csX24" fmla="*/ 55719 w 159521"/>
              <a:gd name="csY24" fmla="*/ 85058 h 141762"/>
              <a:gd name="csX25" fmla="*/ 37209 w 159521"/>
              <a:gd name="csY25" fmla="*/ 85058 h 141762"/>
              <a:gd name="csX26" fmla="*/ 0 w 159521"/>
              <a:gd name="csY26" fmla="*/ 122269 h 141762"/>
              <a:gd name="csX27" fmla="*/ 0 w 159521"/>
              <a:gd name="csY27" fmla="*/ 136447 h 141762"/>
              <a:gd name="csX28" fmla="*/ 5308 w 159521"/>
              <a:gd name="csY28" fmla="*/ 141763 h 141762"/>
              <a:gd name="csX29" fmla="*/ 65570 w 159521"/>
              <a:gd name="csY29" fmla="*/ 141763 h 141762"/>
              <a:gd name="csX30" fmla="*/ 70895 w 159521"/>
              <a:gd name="csY30" fmla="*/ 136447 h 141762"/>
              <a:gd name="csX31" fmla="*/ 70895 w 159521"/>
              <a:gd name="csY31" fmla="*/ 116435 h 141762"/>
              <a:gd name="csX32" fmla="*/ 103459 w 159521"/>
              <a:gd name="csY32" fmla="*/ 93385 h 141762"/>
              <a:gd name="csX33" fmla="*/ 109311 w 159521"/>
              <a:gd name="csY33" fmla="*/ 76994 h 141762"/>
              <a:gd name="csX34" fmla="*/ 99239 w 159521"/>
              <a:gd name="csY34" fmla="*/ 40558 h 141762"/>
              <a:gd name="csX35" fmla="*/ 93387 w 159521"/>
              <a:gd name="csY35" fmla="*/ 33062 h 141762"/>
              <a:gd name="csX36" fmla="*/ 83995 w 159521"/>
              <a:gd name="csY36" fmla="*/ 31905 h 141762"/>
              <a:gd name="csX37" fmla="*/ 83978 w 159521"/>
              <a:gd name="csY37" fmla="*/ 31913 h 141762"/>
              <a:gd name="csX38" fmla="*/ 63596 w 159521"/>
              <a:gd name="csY38" fmla="*/ 37491 h 141762"/>
              <a:gd name="csX39" fmla="*/ 53779 w 159521"/>
              <a:gd name="csY39" fmla="*/ 18340 h 141762"/>
              <a:gd name="csX40" fmla="*/ 33670 w 159521"/>
              <a:gd name="csY40" fmla="*/ 10634 h 141762"/>
              <a:gd name="csX41" fmla="*/ 130169 w 159521"/>
              <a:gd name="csY41" fmla="*/ 37450 h 141762"/>
              <a:gd name="csX42" fmla="*/ 107474 w 159521"/>
              <a:gd name="csY42" fmla="*/ 43728 h 141762"/>
              <a:gd name="csX43" fmla="*/ 116151 w 159521"/>
              <a:gd name="csY43" fmla="*/ 75105 h 141762"/>
              <a:gd name="csX44" fmla="*/ 107559 w 159521"/>
              <a:gd name="csY44" fmla="*/ 99172 h 141762"/>
              <a:gd name="csX45" fmla="*/ 92757 w 159521"/>
              <a:gd name="csY45" fmla="*/ 109652 h 141762"/>
              <a:gd name="csX46" fmla="*/ 100549 w 159521"/>
              <a:gd name="csY46" fmla="*/ 137865 h 141762"/>
              <a:gd name="csX47" fmla="*/ 104735 w 159521"/>
              <a:gd name="csY47" fmla="*/ 141679 h 141762"/>
              <a:gd name="csX48" fmla="*/ 105670 w 159521"/>
              <a:gd name="csY48" fmla="*/ 141763 h 141762"/>
              <a:gd name="csX49" fmla="*/ 109975 w 159521"/>
              <a:gd name="csY49" fmla="*/ 139582 h 141762"/>
              <a:gd name="csX50" fmla="*/ 124300 w 159521"/>
              <a:gd name="csY50" fmla="*/ 119964 h 141762"/>
              <a:gd name="csX51" fmla="*/ 146656 w 159521"/>
              <a:gd name="csY51" fmla="*/ 129455 h 141762"/>
              <a:gd name="csX52" fmla="*/ 152236 w 159521"/>
              <a:gd name="csY52" fmla="*/ 128562 h 141762"/>
              <a:gd name="csX53" fmla="*/ 153853 w 159521"/>
              <a:gd name="csY53" fmla="*/ 123142 h 141762"/>
              <a:gd name="csX54" fmla="*/ 130169 w 159521"/>
              <a:gd name="csY54" fmla="*/ 37450 h 141762"/>
            </a:gdLst>
            <a:ahLst/>
            <a:cxnLst/>
            <a:rect l="l" t="t" r="r" b="b"/>
            <a:pathLst>
              <a:path w="100000" h="100000">
                <a:moveTo>
                  <a:pt x="91829" y="5568"/>
                </a:moveTo>
                <a:cubicBezTo>
                  <a:pt x="90954" y="5595"/>
                  <a:pt x="90100" y="5975"/>
                  <a:pt x="89482" y="6640"/>
                </a:cubicBezTo>
                <a:lnTo>
                  <a:pt x="78731" y="18312"/>
                </a:lnTo>
                <a:lnTo>
                  <a:pt x="61613" y="23042"/>
                </a:lnTo>
                <a:cubicBezTo>
                  <a:pt x="63661" y="24448"/>
                  <a:pt x="65197" y="26405"/>
                  <a:pt x="66082" y="28722"/>
                </a:cubicBezTo>
                <a:lnTo>
                  <a:pt x="80502" y="24734"/>
                </a:lnTo>
                <a:lnTo>
                  <a:pt x="95721" y="29225"/>
                </a:lnTo>
                <a:cubicBezTo>
                  <a:pt x="96041" y="29316"/>
                  <a:pt x="96361" y="29364"/>
                  <a:pt x="96671" y="29364"/>
                </a:cubicBezTo>
                <a:cubicBezTo>
                  <a:pt x="97534" y="29364"/>
                  <a:pt x="98377" y="29032"/>
                  <a:pt x="99006" y="28410"/>
                </a:cubicBezTo>
                <a:cubicBezTo>
                  <a:pt x="99870" y="27558"/>
                  <a:pt x="100201" y="26310"/>
                  <a:pt x="99880" y="25147"/>
                </a:cubicBezTo>
                <a:lnTo>
                  <a:pt x="95145" y="8015"/>
                </a:lnTo>
                <a:cubicBezTo>
                  <a:pt x="94825" y="6850"/>
                  <a:pt x="93897" y="5948"/>
                  <a:pt x="92714" y="5664"/>
                </a:cubicBezTo>
                <a:cubicBezTo>
                  <a:pt x="92425" y="5592"/>
                  <a:pt x="92127" y="5559"/>
                  <a:pt x="91829" y="5568"/>
                </a:cubicBezTo>
                <a:close/>
                <a:moveTo>
                  <a:pt x="21107" y="12233"/>
                </a:moveTo>
                <a:cubicBezTo>
                  <a:pt x="16104" y="12233"/>
                  <a:pt x="11294" y="14222"/>
                  <a:pt x="7754" y="17764"/>
                </a:cubicBezTo>
                <a:cubicBezTo>
                  <a:pt x="4213" y="21305"/>
                  <a:pt x="2219" y="26108"/>
                  <a:pt x="2219" y="31117"/>
                </a:cubicBezTo>
                <a:cubicBezTo>
                  <a:pt x="2219" y="36125"/>
                  <a:pt x="4213" y="40928"/>
                  <a:pt x="7754" y="44470"/>
                </a:cubicBezTo>
                <a:cubicBezTo>
                  <a:pt x="11294" y="48011"/>
                  <a:pt x="16104" y="50001"/>
                  <a:pt x="21107" y="50001"/>
                </a:cubicBezTo>
                <a:cubicBezTo>
                  <a:pt x="25245" y="50001"/>
                  <a:pt x="29266" y="48642"/>
                  <a:pt x="32561" y="46134"/>
                </a:cubicBezTo>
                <a:cubicBezTo>
                  <a:pt x="35846" y="43627"/>
                  <a:pt x="38224" y="40108"/>
                  <a:pt x="39323" y="36120"/>
                </a:cubicBezTo>
                <a:lnTo>
                  <a:pt x="47023" y="33989"/>
                </a:lnTo>
                <a:cubicBezTo>
                  <a:pt x="47066" y="34372"/>
                  <a:pt x="47120" y="34757"/>
                  <a:pt x="47215" y="35135"/>
                </a:cubicBezTo>
                <a:lnTo>
                  <a:pt x="52014" y="52492"/>
                </a:lnTo>
                <a:lnTo>
                  <a:pt x="37883" y="58302"/>
                </a:lnTo>
                <a:cubicBezTo>
                  <a:pt x="36934" y="58689"/>
                  <a:pt x="35943" y="58887"/>
                  <a:pt x="34929" y="58887"/>
                </a:cubicBezTo>
                <a:lnTo>
                  <a:pt x="23325" y="58887"/>
                </a:lnTo>
                <a:cubicBezTo>
                  <a:pt x="10463" y="58887"/>
                  <a:pt x="0" y="69352"/>
                  <a:pt x="0" y="82214"/>
                </a:cubicBezTo>
                <a:lnTo>
                  <a:pt x="0" y="91102"/>
                </a:lnTo>
                <a:cubicBezTo>
                  <a:pt x="0" y="92941"/>
                  <a:pt x="1493" y="94434"/>
                  <a:pt x="3327" y="94434"/>
                </a:cubicBezTo>
                <a:lnTo>
                  <a:pt x="41104" y="94434"/>
                </a:lnTo>
                <a:cubicBezTo>
                  <a:pt x="42949" y="94434"/>
                  <a:pt x="44442" y="92941"/>
                  <a:pt x="44442" y="91102"/>
                </a:cubicBezTo>
                <a:lnTo>
                  <a:pt x="44442" y="78557"/>
                </a:lnTo>
                <a:lnTo>
                  <a:pt x="64856" y="64107"/>
                </a:lnTo>
                <a:cubicBezTo>
                  <a:pt x="68108" y="61803"/>
                  <a:pt x="69591" y="57674"/>
                  <a:pt x="68525" y="53832"/>
                </a:cubicBezTo>
                <a:lnTo>
                  <a:pt x="62211" y="30991"/>
                </a:lnTo>
                <a:cubicBezTo>
                  <a:pt x="61656" y="28985"/>
                  <a:pt x="60355" y="27316"/>
                  <a:pt x="58542" y="26292"/>
                </a:cubicBezTo>
                <a:cubicBezTo>
                  <a:pt x="56761" y="25282"/>
                  <a:pt x="54564" y="25033"/>
                  <a:pt x="52655" y="25567"/>
                </a:cubicBezTo>
                <a:cubicBezTo>
                  <a:pt x="52644" y="25567"/>
                  <a:pt x="52644" y="25571"/>
                  <a:pt x="52644" y="25572"/>
                </a:cubicBezTo>
                <a:lnTo>
                  <a:pt x="39867" y="29069"/>
                </a:lnTo>
                <a:cubicBezTo>
                  <a:pt x="39366" y="24445"/>
                  <a:pt x="37169" y="20169"/>
                  <a:pt x="33713" y="17063"/>
                </a:cubicBezTo>
                <a:cubicBezTo>
                  <a:pt x="30247" y="13957"/>
                  <a:pt x="25756" y="12237"/>
                  <a:pt x="21107" y="12233"/>
                </a:cubicBezTo>
                <a:close/>
                <a:moveTo>
                  <a:pt x="81600" y="29043"/>
                </a:moveTo>
                <a:lnTo>
                  <a:pt x="67373" y="32978"/>
                </a:lnTo>
                <a:lnTo>
                  <a:pt x="72812" y="52648"/>
                </a:lnTo>
                <a:cubicBezTo>
                  <a:pt x="74369" y="58289"/>
                  <a:pt x="72204" y="64354"/>
                  <a:pt x="67426" y="67735"/>
                </a:cubicBezTo>
                <a:lnTo>
                  <a:pt x="58147" y="74305"/>
                </a:lnTo>
                <a:lnTo>
                  <a:pt x="63032" y="91991"/>
                </a:lnTo>
                <a:cubicBezTo>
                  <a:pt x="63373" y="93224"/>
                  <a:pt x="64387" y="94152"/>
                  <a:pt x="65656" y="94382"/>
                </a:cubicBezTo>
                <a:cubicBezTo>
                  <a:pt x="65848" y="94419"/>
                  <a:pt x="66050" y="94434"/>
                  <a:pt x="66242" y="94434"/>
                </a:cubicBezTo>
                <a:cubicBezTo>
                  <a:pt x="67298" y="94434"/>
                  <a:pt x="68301" y="93934"/>
                  <a:pt x="68941" y="93067"/>
                </a:cubicBezTo>
                <a:lnTo>
                  <a:pt x="77921" y="80769"/>
                </a:lnTo>
                <a:lnTo>
                  <a:pt x="91935" y="86719"/>
                </a:lnTo>
                <a:cubicBezTo>
                  <a:pt x="93119" y="87221"/>
                  <a:pt x="94473" y="87001"/>
                  <a:pt x="95433" y="86159"/>
                </a:cubicBezTo>
                <a:cubicBezTo>
                  <a:pt x="96393" y="85318"/>
                  <a:pt x="96788" y="83994"/>
                  <a:pt x="96447" y="82761"/>
                </a:cubicBezTo>
                <a:lnTo>
                  <a:pt x="81600" y="2904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5" name="Белый — SVG 38">
            <a:extLst>
              <a:ext uri="{FF2B5EF4-FFF2-40B4-BE49-F238E27FC236}">
                <a16:creationId xmlns:a16="http://schemas.microsoft.com/office/drawing/2014/main" id="{3FAF2502-B615-FA44-BE01-F4CD8F4C06EC}"/>
              </a:ext>
            </a:extLst>
          </p:cNvPr>
          <p:cNvSpPr>
            <a:spLocks noGrp="1"/>
          </p:cNvSpPr>
          <p:nvPr/>
        </p:nvSpPr>
        <p:spPr>
          <a:xfrm>
            <a:off x="1020000" y="5270000"/>
            <a:ext cx="220000" cy="220000"/>
          </a:xfrm>
          <a:custGeom>
            <a:avLst/>
            <a:gdLst>
              <a:gd name="csX0" fmla="*/ 54936 w 155961"/>
              <a:gd name="csY0" fmla="*/ 0 h 141758"/>
              <a:gd name="csX1" fmla="*/ 51176 w 155961"/>
              <a:gd name="csY1" fmla="*/ 1556 h 141758"/>
              <a:gd name="csX2" fmla="*/ 49628 w 155961"/>
              <a:gd name="csY2" fmla="*/ 5316 h 141758"/>
              <a:gd name="csX3" fmla="*/ 51176 w 155961"/>
              <a:gd name="csY3" fmla="*/ 9075 h 141758"/>
              <a:gd name="csX4" fmla="*/ 54936 w 155961"/>
              <a:gd name="csY4" fmla="*/ 10632 h 141758"/>
              <a:gd name="csX5" fmla="*/ 58696 w 155961"/>
              <a:gd name="csY5" fmla="*/ 9075 h 141758"/>
              <a:gd name="csX6" fmla="*/ 60261 w 155961"/>
              <a:gd name="csY6" fmla="*/ 5316 h 141758"/>
              <a:gd name="csX7" fmla="*/ 58696 w 155961"/>
              <a:gd name="csY7" fmla="*/ 1556 h 141758"/>
              <a:gd name="csX8" fmla="*/ 54936 w 155961"/>
              <a:gd name="csY8" fmla="*/ 0 h 141758"/>
              <a:gd name="csX9" fmla="*/ 118736 w 155961"/>
              <a:gd name="csY9" fmla="*/ 0 h 141758"/>
              <a:gd name="csX10" fmla="*/ 114976 w 155961"/>
              <a:gd name="csY10" fmla="*/ 1556 h 141758"/>
              <a:gd name="csX11" fmla="*/ 113428 w 155961"/>
              <a:gd name="csY11" fmla="*/ 5316 h 141758"/>
              <a:gd name="csX12" fmla="*/ 114976 w 155961"/>
              <a:gd name="csY12" fmla="*/ 9075 h 141758"/>
              <a:gd name="csX13" fmla="*/ 118736 w 155961"/>
              <a:gd name="csY13" fmla="*/ 10632 h 141758"/>
              <a:gd name="csX14" fmla="*/ 122496 w 155961"/>
              <a:gd name="csY14" fmla="*/ 9075 h 141758"/>
              <a:gd name="csX15" fmla="*/ 124062 w 155961"/>
              <a:gd name="csY15" fmla="*/ 5316 h 141758"/>
              <a:gd name="csX16" fmla="*/ 122496 w 155961"/>
              <a:gd name="csY16" fmla="*/ 1556 h 141758"/>
              <a:gd name="csX17" fmla="*/ 118736 w 155961"/>
              <a:gd name="csY17" fmla="*/ 0 h 141758"/>
              <a:gd name="csX18" fmla="*/ 86598 w 155961"/>
              <a:gd name="csY18" fmla="*/ 27 h 141758"/>
              <a:gd name="csX19" fmla="*/ 63562 w 155961"/>
              <a:gd name="csY19" fmla="*/ 23043 h 141758"/>
              <a:gd name="csX20" fmla="*/ 70792 w 155961"/>
              <a:gd name="csY20" fmla="*/ 39780 h 141758"/>
              <a:gd name="csX21" fmla="*/ 70792 w 155961"/>
              <a:gd name="csY21" fmla="*/ 39862 h 141758"/>
              <a:gd name="csX22" fmla="*/ 74280 w 155961"/>
              <a:gd name="csY22" fmla="*/ 56274 h 141758"/>
              <a:gd name="csX23" fmla="*/ 74297 w 155961"/>
              <a:gd name="csY23" fmla="*/ 56302 h 141758"/>
              <a:gd name="csX24" fmla="*/ 83638 w 155961"/>
              <a:gd name="csY24" fmla="*/ 63798 h 141758"/>
              <a:gd name="csX25" fmla="*/ 86598 w 155961"/>
              <a:gd name="csY25" fmla="*/ 63798 h 141758"/>
              <a:gd name="csX26" fmla="*/ 89575 w 155961"/>
              <a:gd name="csY26" fmla="*/ 63798 h 141758"/>
              <a:gd name="csX27" fmla="*/ 98916 w 155961"/>
              <a:gd name="csY27" fmla="*/ 56302 h 141758"/>
              <a:gd name="csX28" fmla="*/ 98916 w 155961"/>
              <a:gd name="csY28" fmla="*/ 56274 h 141758"/>
              <a:gd name="csX29" fmla="*/ 102420 w 155961"/>
              <a:gd name="csY29" fmla="*/ 39808 h 141758"/>
              <a:gd name="csX30" fmla="*/ 102420 w 155961"/>
              <a:gd name="csY30" fmla="*/ 39774 h 141758"/>
              <a:gd name="csX31" fmla="*/ 102420 w 155961"/>
              <a:gd name="csY31" fmla="*/ 39774 h 141758"/>
              <a:gd name="csX32" fmla="*/ 109651 w 155961"/>
              <a:gd name="csY32" fmla="*/ 23043 h 141758"/>
              <a:gd name="csX33" fmla="*/ 86598 w 155961"/>
              <a:gd name="csY33" fmla="*/ 27 h 141758"/>
              <a:gd name="csX34" fmla="*/ 86598 w 155961"/>
              <a:gd name="csY34" fmla="*/ 27 h 141758"/>
              <a:gd name="csX35" fmla="*/ 86598 w 155961"/>
              <a:gd name="csY35" fmla="*/ 10659 h 141758"/>
              <a:gd name="csX36" fmla="*/ 86598 w 155961"/>
              <a:gd name="csY36" fmla="*/ 10659 h 141758"/>
              <a:gd name="csX37" fmla="*/ 99018 w 155961"/>
              <a:gd name="csY37" fmla="*/ 23043 h 141758"/>
              <a:gd name="csX38" fmla="*/ 95105 w 155961"/>
              <a:gd name="csY38" fmla="*/ 32049 h 141758"/>
              <a:gd name="csX39" fmla="*/ 92025 w 155961"/>
              <a:gd name="csY39" fmla="*/ 37544 h 141758"/>
              <a:gd name="csX40" fmla="*/ 92025 w 155961"/>
              <a:gd name="csY40" fmla="*/ 37572 h 141758"/>
              <a:gd name="csX41" fmla="*/ 90222 w 155961"/>
              <a:gd name="csY41" fmla="*/ 46071 h 141758"/>
              <a:gd name="csX42" fmla="*/ 82991 w 155961"/>
              <a:gd name="csY42" fmla="*/ 46071 h 141758"/>
              <a:gd name="csX43" fmla="*/ 81188 w 155961"/>
              <a:gd name="csY43" fmla="*/ 37572 h 141758"/>
              <a:gd name="csX44" fmla="*/ 81171 w 155961"/>
              <a:gd name="csY44" fmla="*/ 37544 h 141758"/>
              <a:gd name="csX45" fmla="*/ 78091 w 155961"/>
              <a:gd name="csY45" fmla="*/ 32049 h 141758"/>
              <a:gd name="csX46" fmla="*/ 74195 w 155961"/>
              <a:gd name="csY46" fmla="*/ 23043 h 141758"/>
              <a:gd name="csX47" fmla="*/ 86598 w 155961"/>
              <a:gd name="csY47" fmla="*/ 10659 h 141758"/>
              <a:gd name="csX48" fmla="*/ 47858 w 155961"/>
              <a:gd name="csY48" fmla="*/ 17720 h 141758"/>
              <a:gd name="csX49" fmla="*/ 44099 w 155961"/>
              <a:gd name="csY49" fmla="*/ 19277 h 141758"/>
              <a:gd name="csX50" fmla="*/ 42533 w 155961"/>
              <a:gd name="csY50" fmla="*/ 23036 h 141758"/>
              <a:gd name="csX51" fmla="*/ 44099 w 155961"/>
              <a:gd name="csY51" fmla="*/ 26794 h 141758"/>
              <a:gd name="csX52" fmla="*/ 47858 w 155961"/>
              <a:gd name="csY52" fmla="*/ 28352 h 141758"/>
              <a:gd name="csX53" fmla="*/ 51618 w 155961"/>
              <a:gd name="csY53" fmla="*/ 26794 h 141758"/>
              <a:gd name="csX54" fmla="*/ 53167 w 155961"/>
              <a:gd name="csY54" fmla="*/ 23036 h 141758"/>
              <a:gd name="csX55" fmla="*/ 51618 w 155961"/>
              <a:gd name="csY55" fmla="*/ 19277 h 141758"/>
              <a:gd name="csX56" fmla="*/ 47858 w 155961"/>
              <a:gd name="csY56" fmla="*/ 17720 h 141758"/>
              <a:gd name="csX57" fmla="*/ 125831 w 155961"/>
              <a:gd name="csY57" fmla="*/ 17720 h 141758"/>
              <a:gd name="csX58" fmla="*/ 122071 w 155961"/>
              <a:gd name="csY58" fmla="*/ 19277 h 141758"/>
              <a:gd name="csX59" fmla="*/ 120506 w 155961"/>
              <a:gd name="csY59" fmla="*/ 23036 h 141758"/>
              <a:gd name="csX60" fmla="*/ 122071 w 155961"/>
              <a:gd name="csY60" fmla="*/ 26794 h 141758"/>
              <a:gd name="csX61" fmla="*/ 125831 w 155961"/>
              <a:gd name="csY61" fmla="*/ 28352 h 141758"/>
              <a:gd name="csX62" fmla="*/ 129591 w 155961"/>
              <a:gd name="csY62" fmla="*/ 26794 h 141758"/>
              <a:gd name="csX63" fmla="*/ 131139 w 155961"/>
              <a:gd name="csY63" fmla="*/ 23036 h 141758"/>
              <a:gd name="csX64" fmla="*/ 129591 w 155961"/>
              <a:gd name="csY64" fmla="*/ 19277 h 141758"/>
              <a:gd name="csX65" fmla="*/ 125831 w 155961"/>
              <a:gd name="csY65" fmla="*/ 17720 h 141758"/>
              <a:gd name="csX66" fmla="*/ 54936 w 155961"/>
              <a:gd name="csY66" fmla="*/ 35439 h 141758"/>
              <a:gd name="csX67" fmla="*/ 51176 w 155961"/>
              <a:gd name="csY67" fmla="*/ 36997 h 141758"/>
              <a:gd name="csX68" fmla="*/ 49628 w 155961"/>
              <a:gd name="csY68" fmla="*/ 40755 h 141758"/>
              <a:gd name="csX69" fmla="*/ 51176 w 155961"/>
              <a:gd name="csY69" fmla="*/ 44515 h 141758"/>
              <a:gd name="csX70" fmla="*/ 54936 w 155961"/>
              <a:gd name="csY70" fmla="*/ 46071 h 141758"/>
              <a:gd name="csX71" fmla="*/ 58696 w 155961"/>
              <a:gd name="csY71" fmla="*/ 44515 h 141758"/>
              <a:gd name="csX72" fmla="*/ 60261 w 155961"/>
              <a:gd name="csY72" fmla="*/ 40755 h 141758"/>
              <a:gd name="csX73" fmla="*/ 58696 w 155961"/>
              <a:gd name="csY73" fmla="*/ 36997 h 141758"/>
              <a:gd name="csX74" fmla="*/ 54936 w 155961"/>
              <a:gd name="csY74" fmla="*/ 35439 h 141758"/>
              <a:gd name="csX75" fmla="*/ 118736 w 155961"/>
              <a:gd name="csY75" fmla="*/ 35439 h 141758"/>
              <a:gd name="csX76" fmla="*/ 114976 w 155961"/>
              <a:gd name="csY76" fmla="*/ 36997 h 141758"/>
              <a:gd name="csX77" fmla="*/ 113428 w 155961"/>
              <a:gd name="csY77" fmla="*/ 40755 h 141758"/>
              <a:gd name="csX78" fmla="*/ 114976 w 155961"/>
              <a:gd name="csY78" fmla="*/ 44515 h 141758"/>
              <a:gd name="csX79" fmla="*/ 118736 w 155961"/>
              <a:gd name="csY79" fmla="*/ 46071 h 141758"/>
              <a:gd name="csX80" fmla="*/ 122496 w 155961"/>
              <a:gd name="csY80" fmla="*/ 44515 h 141758"/>
              <a:gd name="csX81" fmla="*/ 124062 w 155961"/>
              <a:gd name="csY81" fmla="*/ 40755 h 141758"/>
              <a:gd name="csX82" fmla="*/ 122496 w 155961"/>
              <a:gd name="csY82" fmla="*/ 36997 h 141758"/>
              <a:gd name="csX83" fmla="*/ 118736 w 155961"/>
              <a:gd name="csY83" fmla="*/ 35439 h 141758"/>
              <a:gd name="csX84" fmla="*/ 146621 w 155961"/>
              <a:gd name="csY84" fmla="*/ 60269 h 141758"/>
              <a:gd name="csX85" fmla="*/ 130509 w 155961"/>
              <a:gd name="csY85" fmla="*/ 67060 h 141758"/>
              <a:gd name="csX86" fmla="*/ 112850 w 155961"/>
              <a:gd name="csY86" fmla="*/ 76708 h 141758"/>
              <a:gd name="csX87" fmla="*/ 113428 w 155961"/>
              <a:gd name="csY87" fmla="*/ 81533 h 141758"/>
              <a:gd name="csX88" fmla="*/ 92161 w 155961"/>
              <a:gd name="csY88" fmla="*/ 102796 h 141758"/>
              <a:gd name="csX89" fmla="*/ 65569 w 155961"/>
              <a:gd name="csY89" fmla="*/ 102796 h 141758"/>
              <a:gd name="csX90" fmla="*/ 60261 w 155961"/>
              <a:gd name="csY90" fmla="*/ 97480 h 141758"/>
              <a:gd name="csX91" fmla="*/ 65569 w 155961"/>
              <a:gd name="csY91" fmla="*/ 92164 h 141758"/>
              <a:gd name="csX92" fmla="*/ 92161 w 155961"/>
              <a:gd name="csY92" fmla="*/ 92164 h 141758"/>
              <a:gd name="csX93" fmla="*/ 102795 w 155961"/>
              <a:gd name="csY93" fmla="*/ 81533 h 141758"/>
              <a:gd name="csX94" fmla="*/ 99137 w 155961"/>
              <a:gd name="csY94" fmla="*/ 73573 h 141758"/>
              <a:gd name="csX95" fmla="*/ 90392 w 155961"/>
              <a:gd name="csY95" fmla="*/ 70901 h 141758"/>
              <a:gd name="csX96" fmla="*/ 74808 w 155961"/>
              <a:gd name="csY96" fmla="*/ 70901 h 141758"/>
              <a:gd name="csX97" fmla="*/ 72664 w 155961"/>
              <a:gd name="csY97" fmla="*/ 70901 h 141758"/>
              <a:gd name="csX98" fmla="*/ 72358 w 155961"/>
              <a:gd name="csY98" fmla="*/ 70867 h 141758"/>
              <a:gd name="csX99" fmla="*/ 54579 w 155961"/>
              <a:gd name="csY99" fmla="*/ 68886 h 141758"/>
              <a:gd name="csX100" fmla="*/ 41921 w 155961"/>
              <a:gd name="csY100" fmla="*/ 67357 h 141758"/>
              <a:gd name="csX101" fmla="*/ 476 w 155961"/>
              <a:gd name="csY101" fmla="*/ 100609 h 141758"/>
              <a:gd name="csX102" fmla="*/ 1037 w 155961"/>
              <a:gd name="csY102" fmla="*/ 105966 h 141758"/>
              <a:gd name="csX103" fmla="*/ 25843 w 155961"/>
              <a:gd name="csY103" fmla="*/ 139614 h 141758"/>
              <a:gd name="csX104" fmla="*/ 30113 w 155961"/>
              <a:gd name="csY104" fmla="*/ 141759 h 141758"/>
              <a:gd name="csX105" fmla="*/ 31117 w 155961"/>
              <a:gd name="csY105" fmla="*/ 141662 h 141758"/>
              <a:gd name="csX106" fmla="*/ 35268 w 155961"/>
              <a:gd name="csY106" fmla="*/ 137793 h 141758"/>
              <a:gd name="csX107" fmla="*/ 47858 w 155961"/>
              <a:gd name="csY107" fmla="*/ 127604 h 141758"/>
              <a:gd name="csX108" fmla="*/ 68853 w 155961"/>
              <a:gd name="csY108" fmla="*/ 129356 h 141758"/>
              <a:gd name="csX109" fmla="*/ 90392 w 155961"/>
              <a:gd name="csY109" fmla="*/ 131149 h 141758"/>
              <a:gd name="csX110" fmla="*/ 127600 w 155961"/>
              <a:gd name="csY110" fmla="*/ 102796 h 141758"/>
              <a:gd name="csX111" fmla="*/ 155962 w 155961"/>
              <a:gd name="csY111" fmla="*/ 68754 h 141758"/>
              <a:gd name="csX112" fmla="*/ 146621 w 155961"/>
              <a:gd name="csY112" fmla="*/ 60269 h 141758"/>
            </a:gdLst>
            <a:ahLst/>
            <a:cxnLst/>
            <a:rect l="l" t="t" r="r" b="b"/>
            <a:pathLst>
              <a:path w="100000" h="100000">
                <a:moveTo>
                  <a:pt x="35224" y="4553"/>
                </a:moveTo>
                <a:cubicBezTo>
                  <a:pt x="34319" y="4553"/>
                  <a:pt x="33457" y="4912"/>
                  <a:pt x="32813" y="5551"/>
                </a:cubicBezTo>
                <a:cubicBezTo>
                  <a:pt x="32180" y="6190"/>
                  <a:pt x="31821" y="7058"/>
                  <a:pt x="31821" y="7962"/>
                </a:cubicBezTo>
                <a:cubicBezTo>
                  <a:pt x="31821" y="8866"/>
                  <a:pt x="32180" y="9734"/>
                  <a:pt x="32813" y="10372"/>
                </a:cubicBezTo>
                <a:cubicBezTo>
                  <a:pt x="33457" y="11011"/>
                  <a:pt x="34319" y="11370"/>
                  <a:pt x="35224" y="11370"/>
                </a:cubicBezTo>
                <a:cubicBezTo>
                  <a:pt x="36130" y="11370"/>
                  <a:pt x="37002" y="11011"/>
                  <a:pt x="37635" y="10372"/>
                </a:cubicBezTo>
                <a:cubicBezTo>
                  <a:pt x="38279" y="9734"/>
                  <a:pt x="38639" y="8866"/>
                  <a:pt x="38639" y="7962"/>
                </a:cubicBezTo>
                <a:cubicBezTo>
                  <a:pt x="38639" y="7058"/>
                  <a:pt x="38279" y="6190"/>
                  <a:pt x="37635" y="5551"/>
                </a:cubicBezTo>
                <a:cubicBezTo>
                  <a:pt x="37002" y="4912"/>
                  <a:pt x="36130" y="4553"/>
                  <a:pt x="35224" y="4553"/>
                </a:cubicBezTo>
                <a:close/>
                <a:moveTo>
                  <a:pt x="76132" y="4553"/>
                </a:moveTo>
                <a:cubicBezTo>
                  <a:pt x="75226" y="4553"/>
                  <a:pt x="74365" y="4912"/>
                  <a:pt x="73721" y="5551"/>
                </a:cubicBezTo>
                <a:cubicBezTo>
                  <a:pt x="73089" y="6190"/>
                  <a:pt x="72728" y="7058"/>
                  <a:pt x="72728" y="7962"/>
                </a:cubicBezTo>
                <a:cubicBezTo>
                  <a:pt x="72728" y="8866"/>
                  <a:pt x="73089" y="9734"/>
                  <a:pt x="73721" y="10372"/>
                </a:cubicBezTo>
                <a:cubicBezTo>
                  <a:pt x="74365" y="11011"/>
                  <a:pt x="75226" y="11370"/>
                  <a:pt x="76132" y="11370"/>
                </a:cubicBezTo>
                <a:cubicBezTo>
                  <a:pt x="77037" y="11370"/>
                  <a:pt x="77911" y="11011"/>
                  <a:pt x="78543" y="10372"/>
                </a:cubicBezTo>
                <a:cubicBezTo>
                  <a:pt x="79186" y="9734"/>
                  <a:pt x="79547" y="8866"/>
                  <a:pt x="79547" y="7962"/>
                </a:cubicBezTo>
                <a:cubicBezTo>
                  <a:pt x="79547" y="7058"/>
                  <a:pt x="79186" y="6190"/>
                  <a:pt x="78543" y="5551"/>
                </a:cubicBezTo>
                <a:cubicBezTo>
                  <a:pt x="77911" y="4912"/>
                  <a:pt x="77037" y="4553"/>
                  <a:pt x="76132" y="4553"/>
                </a:cubicBezTo>
                <a:close/>
                <a:moveTo>
                  <a:pt x="55525" y="4571"/>
                </a:moveTo>
                <a:cubicBezTo>
                  <a:pt x="47409" y="4574"/>
                  <a:pt x="40755" y="11211"/>
                  <a:pt x="40755" y="19328"/>
                </a:cubicBezTo>
                <a:cubicBezTo>
                  <a:pt x="40755" y="23538"/>
                  <a:pt x="42544" y="27374"/>
                  <a:pt x="45391" y="30060"/>
                </a:cubicBezTo>
                <a:cubicBezTo>
                  <a:pt x="45369" y="30037"/>
                  <a:pt x="45380" y="30037"/>
                  <a:pt x="45391" y="30112"/>
                </a:cubicBezTo>
                <a:lnTo>
                  <a:pt x="47627" y="40635"/>
                </a:lnTo>
                <a:lnTo>
                  <a:pt x="47638" y="40653"/>
                </a:lnTo>
                <a:cubicBezTo>
                  <a:pt x="48260" y="43442"/>
                  <a:pt x="50769" y="45460"/>
                  <a:pt x="53628" y="45460"/>
                </a:cubicBezTo>
                <a:lnTo>
                  <a:pt x="55525" y="45460"/>
                </a:lnTo>
                <a:lnTo>
                  <a:pt x="57434" y="45460"/>
                </a:lnTo>
                <a:cubicBezTo>
                  <a:pt x="60293" y="45460"/>
                  <a:pt x="62802" y="43442"/>
                  <a:pt x="63424" y="40653"/>
                </a:cubicBezTo>
                <a:lnTo>
                  <a:pt x="63424" y="40635"/>
                </a:lnTo>
                <a:lnTo>
                  <a:pt x="65670" y="30078"/>
                </a:lnTo>
                <a:cubicBezTo>
                  <a:pt x="65670" y="30075"/>
                  <a:pt x="65681" y="30042"/>
                  <a:pt x="65670" y="30056"/>
                </a:cubicBezTo>
                <a:lnTo>
                  <a:pt x="65670" y="30056"/>
                </a:lnTo>
                <a:cubicBezTo>
                  <a:pt x="68507" y="27371"/>
                  <a:pt x="70307" y="23539"/>
                  <a:pt x="70307" y="19328"/>
                </a:cubicBezTo>
                <a:cubicBezTo>
                  <a:pt x="70307" y="11211"/>
                  <a:pt x="63642" y="4574"/>
                  <a:pt x="55525" y="4571"/>
                </a:cubicBezTo>
                <a:lnTo>
                  <a:pt x="55525" y="4571"/>
                </a:lnTo>
                <a:close/>
                <a:moveTo>
                  <a:pt x="55525" y="11388"/>
                </a:moveTo>
                <a:lnTo>
                  <a:pt x="55525" y="11388"/>
                </a:lnTo>
                <a:cubicBezTo>
                  <a:pt x="59965" y="11392"/>
                  <a:pt x="63489" y="14898"/>
                  <a:pt x="63489" y="19328"/>
                </a:cubicBezTo>
                <a:cubicBezTo>
                  <a:pt x="63489" y="21621"/>
                  <a:pt x="62528" y="23647"/>
                  <a:pt x="60980" y="25103"/>
                </a:cubicBezTo>
                <a:cubicBezTo>
                  <a:pt x="59932" y="26095"/>
                  <a:pt x="59300" y="27348"/>
                  <a:pt x="59005" y="28626"/>
                </a:cubicBezTo>
                <a:lnTo>
                  <a:pt x="59005" y="28644"/>
                </a:lnTo>
                <a:lnTo>
                  <a:pt x="57849" y="34093"/>
                </a:lnTo>
                <a:lnTo>
                  <a:pt x="53213" y="34093"/>
                </a:lnTo>
                <a:lnTo>
                  <a:pt x="52057" y="28644"/>
                </a:lnTo>
                <a:lnTo>
                  <a:pt x="52046" y="28626"/>
                </a:lnTo>
                <a:cubicBezTo>
                  <a:pt x="51762" y="27345"/>
                  <a:pt x="51119" y="26091"/>
                  <a:pt x="50071" y="25103"/>
                </a:cubicBezTo>
                <a:cubicBezTo>
                  <a:pt x="48533" y="23648"/>
                  <a:pt x="47573" y="21622"/>
                  <a:pt x="47573" y="19328"/>
                </a:cubicBezTo>
                <a:cubicBezTo>
                  <a:pt x="47573" y="14898"/>
                  <a:pt x="51085" y="11392"/>
                  <a:pt x="55525" y="11388"/>
                </a:cubicBezTo>
                <a:close/>
                <a:moveTo>
                  <a:pt x="30686" y="15915"/>
                </a:moveTo>
                <a:cubicBezTo>
                  <a:pt x="29781" y="15915"/>
                  <a:pt x="28908" y="16274"/>
                  <a:pt x="28276" y="16914"/>
                </a:cubicBezTo>
                <a:cubicBezTo>
                  <a:pt x="27632" y="17553"/>
                  <a:pt x="27272" y="18420"/>
                  <a:pt x="27272" y="19324"/>
                </a:cubicBezTo>
                <a:cubicBezTo>
                  <a:pt x="27272" y="20227"/>
                  <a:pt x="27632" y="21094"/>
                  <a:pt x="28276" y="21733"/>
                </a:cubicBezTo>
                <a:cubicBezTo>
                  <a:pt x="28908" y="22373"/>
                  <a:pt x="29781" y="22732"/>
                  <a:pt x="30686" y="22732"/>
                </a:cubicBezTo>
                <a:cubicBezTo>
                  <a:pt x="31580" y="22732"/>
                  <a:pt x="32454" y="22373"/>
                  <a:pt x="33097" y="21733"/>
                </a:cubicBezTo>
                <a:cubicBezTo>
                  <a:pt x="33730" y="21094"/>
                  <a:pt x="34090" y="20227"/>
                  <a:pt x="34090" y="19324"/>
                </a:cubicBezTo>
                <a:cubicBezTo>
                  <a:pt x="34090" y="18420"/>
                  <a:pt x="33730" y="17553"/>
                  <a:pt x="33097" y="16914"/>
                </a:cubicBezTo>
                <a:cubicBezTo>
                  <a:pt x="32454" y="16274"/>
                  <a:pt x="31580" y="15915"/>
                  <a:pt x="30686" y="15915"/>
                </a:cubicBezTo>
                <a:close/>
                <a:moveTo>
                  <a:pt x="80681" y="15915"/>
                </a:moveTo>
                <a:cubicBezTo>
                  <a:pt x="79776" y="15915"/>
                  <a:pt x="78914" y="16274"/>
                  <a:pt x="78270" y="16914"/>
                </a:cubicBezTo>
                <a:cubicBezTo>
                  <a:pt x="77626" y="17553"/>
                  <a:pt x="77267" y="18420"/>
                  <a:pt x="77267" y="19324"/>
                </a:cubicBezTo>
                <a:cubicBezTo>
                  <a:pt x="77267" y="20227"/>
                  <a:pt x="77626" y="21094"/>
                  <a:pt x="78270" y="21733"/>
                </a:cubicBezTo>
                <a:cubicBezTo>
                  <a:pt x="78914" y="22373"/>
                  <a:pt x="79776" y="22732"/>
                  <a:pt x="80681" y="22732"/>
                </a:cubicBezTo>
                <a:cubicBezTo>
                  <a:pt x="81586" y="22732"/>
                  <a:pt x="82448" y="22373"/>
                  <a:pt x="83092" y="21733"/>
                </a:cubicBezTo>
                <a:cubicBezTo>
                  <a:pt x="83725" y="21094"/>
                  <a:pt x="84084" y="20227"/>
                  <a:pt x="84084" y="19324"/>
                </a:cubicBezTo>
                <a:cubicBezTo>
                  <a:pt x="84084" y="18420"/>
                  <a:pt x="83725" y="17553"/>
                  <a:pt x="83092" y="16914"/>
                </a:cubicBezTo>
                <a:cubicBezTo>
                  <a:pt x="82448" y="16274"/>
                  <a:pt x="81586" y="15915"/>
                  <a:pt x="80681" y="15915"/>
                </a:cubicBezTo>
                <a:close/>
                <a:moveTo>
                  <a:pt x="35224" y="27276"/>
                </a:moveTo>
                <a:cubicBezTo>
                  <a:pt x="34319" y="27276"/>
                  <a:pt x="33457" y="27637"/>
                  <a:pt x="32813" y="28275"/>
                </a:cubicBezTo>
                <a:cubicBezTo>
                  <a:pt x="32180" y="28915"/>
                  <a:pt x="31821" y="29782"/>
                  <a:pt x="31821" y="30685"/>
                </a:cubicBezTo>
                <a:cubicBezTo>
                  <a:pt x="31821" y="31589"/>
                  <a:pt x="32180" y="32457"/>
                  <a:pt x="32813" y="33096"/>
                </a:cubicBezTo>
                <a:cubicBezTo>
                  <a:pt x="33457" y="33735"/>
                  <a:pt x="34319" y="34093"/>
                  <a:pt x="35224" y="34093"/>
                </a:cubicBezTo>
                <a:cubicBezTo>
                  <a:pt x="36130" y="34093"/>
                  <a:pt x="37002" y="33735"/>
                  <a:pt x="37635" y="33096"/>
                </a:cubicBezTo>
                <a:cubicBezTo>
                  <a:pt x="38279" y="32457"/>
                  <a:pt x="38639" y="31589"/>
                  <a:pt x="38639" y="30685"/>
                </a:cubicBezTo>
                <a:cubicBezTo>
                  <a:pt x="38639" y="29782"/>
                  <a:pt x="38279" y="28915"/>
                  <a:pt x="37635" y="28275"/>
                </a:cubicBezTo>
                <a:cubicBezTo>
                  <a:pt x="37002" y="27637"/>
                  <a:pt x="36130" y="27276"/>
                  <a:pt x="35224" y="27276"/>
                </a:cubicBezTo>
                <a:close/>
                <a:moveTo>
                  <a:pt x="76132" y="27276"/>
                </a:moveTo>
                <a:cubicBezTo>
                  <a:pt x="75226" y="27276"/>
                  <a:pt x="74365" y="27637"/>
                  <a:pt x="73721" y="28275"/>
                </a:cubicBezTo>
                <a:cubicBezTo>
                  <a:pt x="73089" y="28915"/>
                  <a:pt x="72728" y="29782"/>
                  <a:pt x="72728" y="30685"/>
                </a:cubicBezTo>
                <a:cubicBezTo>
                  <a:pt x="72728" y="31589"/>
                  <a:pt x="73089" y="32457"/>
                  <a:pt x="73721" y="33096"/>
                </a:cubicBezTo>
                <a:cubicBezTo>
                  <a:pt x="74365" y="33735"/>
                  <a:pt x="75226" y="34093"/>
                  <a:pt x="76132" y="34093"/>
                </a:cubicBezTo>
                <a:cubicBezTo>
                  <a:pt x="77037" y="34093"/>
                  <a:pt x="77911" y="33735"/>
                  <a:pt x="78543" y="33096"/>
                </a:cubicBezTo>
                <a:cubicBezTo>
                  <a:pt x="79186" y="32457"/>
                  <a:pt x="79547" y="31589"/>
                  <a:pt x="79547" y="30685"/>
                </a:cubicBezTo>
                <a:cubicBezTo>
                  <a:pt x="79547" y="29782"/>
                  <a:pt x="79186" y="28915"/>
                  <a:pt x="78543" y="28275"/>
                </a:cubicBezTo>
                <a:cubicBezTo>
                  <a:pt x="77911" y="27637"/>
                  <a:pt x="77037" y="27276"/>
                  <a:pt x="76132" y="27276"/>
                </a:cubicBezTo>
                <a:close/>
                <a:moveTo>
                  <a:pt x="94011" y="43197"/>
                </a:moveTo>
                <a:cubicBezTo>
                  <a:pt x="91677" y="43197"/>
                  <a:pt x="89124" y="44728"/>
                  <a:pt x="83681" y="47551"/>
                </a:cubicBezTo>
                <a:cubicBezTo>
                  <a:pt x="79176" y="49890"/>
                  <a:pt x="75008" y="52115"/>
                  <a:pt x="72358" y="53737"/>
                </a:cubicBezTo>
                <a:cubicBezTo>
                  <a:pt x="72587" y="54733"/>
                  <a:pt x="72728" y="55767"/>
                  <a:pt x="72728" y="56831"/>
                </a:cubicBezTo>
                <a:cubicBezTo>
                  <a:pt x="72728" y="64350"/>
                  <a:pt x="66609" y="70465"/>
                  <a:pt x="59092" y="70465"/>
                </a:cubicBezTo>
                <a:lnTo>
                  <a:pt x="42042" y="70465"/>
                </a:lnTo>
                <a:cubicBezTo>
                  <a:pt x="40166" y="70465"/>
                  <a:pt x="38639" y="68940"/>
                  <a:pt x="38639" y="67056"/>
                </a:cubicBezTo>
                <a:cubicBezTo>
                  <a:pt x="38639" y="65173"/>
                  <a:pt x="40166" y="63648"/>
                  <a:pt x="42042" y="63648"/>
                </a:cubicBezTo>
                <a:lnTo>
                  <a:pt x="59092" y="63648"/>
                </a:lnTo>
                <a:cubicBezTo>
                  <a:pt x="62845" y="63648"/>
                  <a:pt x="65911" y="60590"/>
                  <a:pt x="65911" y="56831"/>
                </a:cubicBezTo>
                <a:cubicBezTo>
                  <a:pt x="65911" y="54792"/>
                  <a:pt x="64994" y="52978"/>
                  <a:pt x="63565" y="51727"/>
                </a:cubicBezTo>
                <a:cubicBezTo>
                  <a:pt x="61951" y="50658"/>
                  <a:pt x="60031" y="50014"/>
                  <a:pt x="57958" y="50014"/>
                </a:cubicBezTo>
                <a:lnTo>
                  <a:pt x="47966" y="50014"/>
                </a:lnTo>
                <a:lnTo>
                  <a:pt x="46591" y="50014"/>
                </a:lnTo>
                <a:cubicBezTo>
                  <a:pt x="46526" y="50014"/>
                  <a:pt x="46460" y="49996"/>
                  <a:pt x="46395" y="49992"/>
                </a:cubicBezTo>
                <a:cubicBezTo>
                  <a:pt x="40406" y="49898"/>
                  <a:pt x="37526" y="49279"/>
                  <a:pt x="34995" y="48722"/>
                </a:cubicBezTo>
                <a:cubicBezTo>
                  <a:pt x="32704" y="48216"/>
                  <a:pt x="30522" y="47742"/>
                  <a:pt x="26879" y="47742"/>
                </a:cubicBezTo>
                <a:cubicBezTo>
                  <a:pt x="10210" y="47742"/>
                  <a:pt x="698" y="68192"/>
                  <a:pt x="305" y="69062"/>
                </a:cubicBezTo>
                <a:cubicBezTo>
                  <a:pt x="-207" y="70189"/>
                  <a:pt x="-65" y="71502"/>
                  <a:pt x="665" y="72497"/>
                </a:cubicBezTo>
                <a:lnTo>
                  <a:pt x="16570" y="94072"/>
                </a:lnTo>
                <a:cubicBezTo>
                  <a:pt x="17225" y="94951"/>
                  <a:pt x="18239" y="95447"/>
                  <a:pt x="19308" y="95447"/>
                </a:cubicBezTo>
                <a:cubicBezTo>
                  <a:pt x="19527" y="95447"/>
                  <a:pt x="19745" y="95426"/>
                  <a:pt x="19952" y="95385"/>
                </a:cubicBezTo>
                <a:cubicBezTo>
                  <a:pt x="21239" y="95139"/>
                  <a:pt x="22286" y="94170"/>
                  <a:pt x="22613" y="92904"/>
                </a:cubicBezTo>
                <a:cubicBezTo>
                  <a:pt x="22799" y="92234"/>
                  <a:pt x="24534" y="86371"/>
                  <a:pt x="30686" y="86371"/>
                </a:cubicBezTo>
                <a:cubicBezTo>
                  <a:pt x="35115" y="86371"/>
                  <a:pt x="39708" y="86941"/>
                  <a:pt x="44148" y="87495"/>
                </a:cubicBezTo>
                <a:cubicBezTo>
                  <a:pt x="48663" y="88060"/>
                  <a:pt x="53343" y="88644"/>
                  <a:pt x="57958" y="88644"/>
                </a:cubicBezTo>
                <a:cubicBezTo>
                  <a:pt x="64231" y="88644"/>
                  <a:pt x="68758" y="83828"/>
                  <a:pt x="81815" y="70465"/>
                </a:cubicBezTo>
                <a:cubicBezTo>
                  <a:pt x="98408" y="53488"/>
                  <a:pt x="100001" y="52003"/>
                  <a:pt x="100001" y="48637"/>
                </a:cubicBezTo>
                <a:cubicBezTo>
                  <a:pt x="100001" y="45725"/>
                  <a:pt x="97437" y="43197"/>
                  <a:pt x="94011" y="4319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6" name="Белый — SVG 39">
            <a:extLst>
              <a:ext uri="{FF2B5EF4-FFF2-40B4-BE49-F238E27FC236}">
                <a16:creationId xmlns:a16="http://schemas.microsoft.com/office/drawing/2014/main" id="{E411BAE0-A10A-514C-9981-D62656D9EB52}"/>
              </a:ext>
            </a:extLst>
          </p:cNvPr>
          <p:cNvSpPr>
            <a:spLocks noGrp="1"/>
          </p:cNvSpPr>
          <p:nvPr/>
        </p:nvSpPr>
        <p:spPr>
          <a:xfrm>
            <a:off x="1620000" y="5270000"/>
            <a:ext cx="220000" cy="220000"/>
          </a:xfrm>
          <a:custGeom>
            <a:avLst/>
            <a:gdLst>
              <a:gd name="csX0" fmla="*/ 146554 w 148873"/>
              <a:gd name="csY0" fmla="*/ 79399 h 148847"/>
              <a:gd name="csX1" fmla="*/ 130544 w 148873"/>
              <a:gd name="csY1" fmla="*/ 59408 h 148847"/>
              <a:gd name="csX2" fmla="*/ 65570 w 148873"/>
              <a:gd name="csY2" fmla="*/ 0 h 148847"/>
              <a:gd name="csX3" fmla="*/ 0 w 148873"/>
              <a:gd name="csY3" fmla="*/ 67335 h 148847"/>
              <a:gd name="csX4" fmla="*/ 21080 w 148873"/>
              <a:gd name="csY4" fmla="*/ 116725 h 148847"/>
              <a:gd name="csX5" fmla="*/ 28361 w 148873"/>
              <a:gd name="csY5" fmla="*/ 132785 h 148847"/>
              <a:gd name="csX6" fmla="*/ 28361 w 148873"/>
              <a:gd name="csY6" fmla="*/ 143531 h 148847"/>
              <a:gd name="csX7" fmla="*/ 33670 w 148873"/>
              <a:gd name="csY7" fmla="*/ 148847 h 148847"/>
              <a:gd name="csX8" fmla="*/ 93931 w 148873"/>
              <a:gd name="csY8" fmla="*/ 148847 h 148847"/>
              <a:gd name="csX9" fmla="*/ 99239 w 148873"/>
              <a:gd name="csY9" fmla="*/ 143531 h 148847"/>
              <a:gd name="csX10" fmla="*/ 99239 w 148873"/>
              <a:gd name="csY10" fmla="*/ 141549 h 148847"/>
              <a:gd name="csX11" fmla="*/ 100464 w 148873"/>
              <a:gd name="csY11" fmla="*/ 139867 h 148847"/>
              <a:gd name="csX12" fmla="*/ 120234 w 148873"/>
              <a:gd name="csY12" fmla="*/ 133275 h 148847"/>
              <a:gd name="csX13" fmla="*/ 131139 w 148873"/>
              <a:gd name="csY13" fmla="*/ 118149 h 148847"/>
              <a:gd name="csX14" fmla="*/ 131139 w 148873"/>
              <a:gd name="csY14" fmla="*/ 99813 h 148847"/>
              <a:gd name="csX15" fmla="*/ 141756 w 148873"/>
              <a:gd name="csY15" fmla="*/ 96103 h 148847"/>
              <a:gd name="csX16" fmla="*/ 148459 w 148873"/>
              <a:gd name="csY16" fmla="*/ 88989 h 148847"/>
              <a:gd name="csX17" fmla="*/ 146554 w 148873"/>
              <a:gd name="csY17" fmla="*/ 79399 h 148847"/>
              <a:gd name="csX18" fmla="*/ 70384 w 148873"/>
              <a:gd name="csY18" fmla="*/ 102776 h 148847"/>
              <a:gd name="csX19" fmla="*/ 64294 w 148873"/>
              <a:gd name="csY19" fmla="*/ 102776 h 148847"/>
              <a:gd name="csX20" fmla="*/ 55600 w 148873"/>
              <a:gd name="csY20" fmla="*/ 95652 h 148847"/>
              <a:gd name="csX21" fmla="*/ 54902 w 148873"/>
              <a:gd name="csY21" fmla="*/ 92144 h 148847"/>
              <a:gd name="csX22" fmla="*/ 79776 w 148873"/>
              <a:gd name="csY22" fmla="*/ 92144 h 148847"/>
              <a:gd name="csX23" fmla="*/ 79078 w 148873"/>
              <a:gd name="csY23" fmla="*/ 95652 h 148847"/>
              <a:gd name="csX24" fmla="*/ 70384 w 148873"/>
              <a:gd name="csY24" fmla="*/ 102776 h 148847"/>
              <a:gd name="csX25" fmla="*/ 84710 w 148873"/>
              <a:gd name="csY25" fmla="*/ 74401 h 148847"/>
              <a:gd name="csX26" fmla="*/ 82600 w 148873"/>
              <a:gd name="csY26" fmla="*/ 78078 h 148847"/>
              <a:gd name="csX27" fmla="*/ 81920 w 148873"/>
              <a:gd name="csY27" fmla="*/ 81512 h 148847"/>
              <a:gd name="csX28" fmla="*/ 52776 w 148873"/>
              <a:gd name="csY28" fmla="*/ 81512 h 148847"/>
              <a:gd name="csX29" fmla="*/ 52095 w 148873"/>
              <a:gd name="csY29" fmla="*/ 78081 h 148847"/>
              <a:gd name="csX30" fmla="*/ 49985 w 148873"/>
              <a:gd name="csY30" fmla="*/ 74407 h 148847"/>
              <a:gd name="csX31" fmla="*/ 42534 w 148873"/>
              <a:gd name="csY31" fmla="*/ 56703 h 148847"/>
              <a:gd name="csX32" fmla="*/ 51568 w 148873"/>
              <a:gd name="csY32" fmla="*/ 37559 h 148847"/>
              <a:gd name="csX33" fmla="*/ 67339 w 148873"/>
              <a:gd name="csY33" fmla="*/ 31949 h 148847"/>
              <a:gd name="csX34" fmla="*/ 83127 w 148873"/>
              <a:gd name="csY34" fmla="*/ 37559 h 148847"/>
              <a:gd name="csX35" fmla="*/ 92162 w 148873"/>
              <a:gd name="csY35" fmla="*/ 56703 h 148847"/>
              <a:gd name="csX36" fmla="*/ 84710 w 148873"/>
              <a:gd name="csY36" fmla="*/ 74401 h 148847"/>
            </a:gdLst>
            <a:ahLst/>
            <a:cxnLst/>
            <a:rect l="l" t="t" r="r" b="b"/>
            <a:pathLst>
              <a:path w="100000" h="100000">
                <a:moveTo>
                  <a:pt x="98442" y="53342"/>
                </a:moveTo>
                <a:lnTo>
                  <a:pt x="87688" y="39914"/>
                </a:lnTo>
                <a:cubicBezTo>
                  <a:pt x="85094" y="17089"/>
                  <a:pt x="66512" y="9"/>
                  <a:pt x="44044" y="9"/>
                </a:cubicBezTo>
                <a:cubicBezTo>
                  <a:pt x="19759" y="9"/>
                  <a:pt x="0" y="20298"/>
                  <a:pt x="0" y="45239"/>
                </a:cubicBezTo>
                <a:cubicBezTo>
                  <a:pt x="0" y="57788"/>
                  <a:pt x="5165" y="69880"/>
                  <a:pt x="14160" y="78414"/>
                </a:cubicBezTo>
                <a:cubicBezTo>
                  <a:pt x="17313" y="81399"/>
                  <a:pt x="19050" y="85232"/>
                  <a:pt x="19050" y="89202"/>
                </a:cubicBezTo>
                <a:lnTo>
                  <a:pt x="19050" y="96420"/>
                </a:lnTo>
                <a:cubicBezTo>
                  <a:pt x="19050" y="98392"/>
                  <a:pt x="20650" y="99991"/>
                  <a:pt x="22617" y="99991"/>
                </a:cubicBezTo>
                <a:cubicBezTo>
                  <a:pt x="24593" y="99991"/>
                  <a:pt x="61118" y="99991"/>
                  <a:pt x="63095" y="99991"/>
                </a:cubicBezTo>
                <a:cubicBezTo>
                  <a:pt x="65060" y="99991"/>
                  <a:pt x="66660" y="98392"/>
                  <a:pt x="66660" y="96420"/>
                </a:cubicBezTo>
                <a:lnTo>
                  <a:pt x="66660" y="95089"/>
                </a:lnTo>
                <a:cubicBezTo>
                  <a:pt x="66660" y="94575"/>
                  <a:pt x="66992" y="94124"/>
                  <a:pt x="67483" y="93959"/>
                </a:cubicBezTo>
                <a:lnTo>
                  <a:pt x="80763" y="89531"/>
                </a:lnTo>
                <a:cubicBezTo>
                  <a:pt x="85151" y="88072"/>
                  <a:pt x="88088" y="83990"/>
                  <a:pt x="88088" y="79371"/>
                </a:cubicBezTo>
                <a:lnTo>
                  <a:pt x="88088" y="67054"/>
                </a:lnTo>
                <a:lnTo>
                  <a:pt x="95219" y="64562"/>
                </a:lnTo>
                <a:cubicBezTo>
                  <a:pt x="97402" y="63795"/>
                  <a:pt x="99082" y="62009"/>
                  <a:pt x="99722" y="59784"/>
                </a:cubicBezTo>
                <a:cubicBezTo>
                  <a:pt x="100362" y="57558"/>
                  <a:pt x="99882" y="55151"/>
                  <a:pt x="98442" y="53342"/>
                </a:cubicBezTo>
                <a:close/>
                <a:moveTo>
                  <a:pt x="47278" y="69045"/>
                </a:moveTo>
                <a:lnTo>
                  <a:pt x="43187" y="69045"/>
                </a:lnTo>
                <a:cubicBezTo>
                  <a:pt x="40353" y="69045"/>
                  <a:pt x="37907" y="67043"/>
                  <a:pt x="37347" y="64259"/>
                </a:cubicBezTo>
                <a:lnTo>
                  <a:pt x="36878" y="61903"/>
                </a:lnTo>
                <a:lnTo>
                  <a:pt x="53587" y="61903"/>
                </a:lnTo>
                <a:lnTo>
                  <a:pt x="53118" y="64259"/>
                </a:lnTo>
                <a:cubicBezTo>
                  <a:pt x="52570" y="67043"/>
                  <a:pt x="50124" y="69045"/>
                  <a:pt x="47278" y="69045"/>
                </a:cubicBezTo>
                <a:close/>
                <a:moveTo>
                  <a:pt x="56901" y="49985"/>
                </a:moveTo>
                <a:cubicBezTo>
                  <a:pt x="56192" y="50666"/>
                  <a:pt x="55678" y="51499"/>
                  <a:pt x="55484" y="52455"/>
                </a:cubicBezTo>
                <a:lnTo>
                  <a:pt x="55027" y="54761"/>
                </a:lnTo>
                <a:lnTo>
                  <a:pt x="35450" y="54761"/>
                </a:lnTo>
                <a:lnTo>
                  <a:pt x="34993" y="52457"/>
                </a:lnTo>
                <a:cubicBezTo>
                  <a:pt x="34799" y="51503"/>
                  <a:pt x="34273" y="50666"/>
                  <a:pt x="33576" y="49989"/>
                </a:cubicBezTo>
                <a:cubicBezTo>
                  <a:pt x="30376" y="46862"/>
                  <a:pt x="28571" y="42628"/>
                  <a:pt x="28571" y="38097"/>
                </a:cubicBezTo>
                <a:cubicBezTo>
                  <a:pt x="28571" y="33103"/>
                  <a:pt x="30787" y="28418"/>
                  <a:pt x="34639" y="25238"/>
                </a:cubicBezTo>
                <a:cubicBezTo>
                  <a:pt x="37633" y="22767"/>
                  <a:pt x="41381" y="21479"/>
                  <a:pt x="45233" y="21469"/>
                </a:cubicBezTo>
                <a:cubicBezTo>
                  <a:pt x="49096" y="21479"/>
                  <a:pt x="52844" y="22767"/>
                  <a:pt x="55838" y="25238"/>
                </a:cubicBezTo>
                <a:cubicBezTo>
                  <a:pt x="59689" y="28418"/>
                  <a:pt x="61906" y="33103"/>
                  <a:pt x="61906" y="38097"/>
                </a:cubicBezTo>
                <a:cubicBezTo>
                  <a:pt x="61906" y="42628"/>
                  <a:pt x="60100" y="46862"/>
                  <a:pt x="56901" y="4998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7" name="Белый — SVG 40">
            <a:extLst>
              <a:ext uri="{FF2B5EF4-FFF2-40B4-BE49-F238E27FC236}">
                <a16:creationId xmlns:a16="http://schemas.microsoft.com/office/drawing/2014/main" id="{C6F13A24-90D3-0F4B-848B-3A1A73BE6E83}"/>
              </a:ext>
            </a:extLst>
          </p:cNvPr>
          <p:cNvSpPr>
            <a:spLocks noGrp="1"/>
          </p:cNvSpPr>
          <p:nvPr/>
        </p:nvSpPr>
        <p:spPr>
          <a:xfrm>
            <a:off x="2220000" y="5270000"/>
            <a:ext cx="220000" cy="220000"/>
          </a:xfrm>
          <a:custGeom>
            <a:avLst/>
            <a:gdLst>
              <a:gd name="csX0" fmla="*/ 81524 w 163048"/>
              <a:gd name="csY0" fmla="*/ 0 h 92144"/>
              <a:gd name="csX1" fmla="*/ 956 w 163048"/>
              <a:gd name="csY1" fmla="*/ 42992 h 92144"/>
              <a:gd name="csX2" fmla="*/ 956 w 163048"/>
              <a:gd name="csY2" fmla="*/ 49152 h 92144"/>
              <a:gd name="csX3" fmla="*/ 78969 w 163048"/>
              <a:gd name="csY3" fmla="*/ 92074 h 92144"/>
              <a:gd name="csX4" fmla="*/ 81524 w 163048"/>
              <a:gd name="csY4" fmla="*/ 92144 h 92144"/>
              <a:gd name="csX5" fmla="*/ 84078 w 163048"/>
              <a:gd name="csY5" fmla="*/ 92074 h 92144"/>
              <a:gd name="csX6" fmla="*/ 162091 w 163048"/>
              <a:gd name="csY6" fmla="*/ 49152 h 92144"/>
              <a:gd name="csX7" fmla="*/ 162091 w 163048"/>
              <a:gd name="csY7" fmla="*/ 42992 h 92144"/>
              <a:gd name="csX8" fmla="*/ 81524 w 163048"/>
              <a:gd name="csY8" fmla="*/ 0 h 92144"/>
              <a:gd name="csX9" fmla="*/ 81524 w 163048"/>
              <a:gd name="csY9" fmla="*/ 10632 h 92144"/>
              <a:gd name="csX10" fmla="*/ 110869 w 163048"/>
              <a:gd name="csY10" fmla="*/ 16446 h 92144"/>
              <a:gd name="csX11" fmla="*/ 120512 w 163048"/>
              <a:gd name="csY11" fmla="*/ 42528 h 92144"/>
              <a:gd name="csX12" fmla="*/ 83649 w 163048"/>
              <a:gd name="csY12" fmla="*/ 81476 h 92144"/>
              <a:gd name="csX13" fmla="*/ 81524 w 163048"/>
              <a:gd name="csY13" fmla="*/ 81512 h 92144"/>
              <a:gd name="csX14" fmla="*/ 79398 w 163048"/>
              <a:gd name="csY14" fmla="*/ 81476 h 92144"/>
              <a:gd name="csX15" fmla="*/ 42535 w 163048"/>
              <a:gd name="csY15" fmla="*/ 42528 h 92144"/>
              <a:gd name="csX16" fmla="*/ 52178 w 163048"/>
              <a:gd name="csY16" fmla="*/ 16446 h 92144"/>
              <a:gd name="csX17" fmla="*/ 81524 w 163048"/>
              <a:gd name="csY17" fmla="*/ 10632 h 92144"/>
              <a:gd name="csX18" fmla="*/ 81524 w 163048"/>
              <a:gd name="csY18" fmla="*/ 17720 h 92144"/>
              <a:gd name="csX19" fmla="*/ 56712 w 163048"/>
              <a:gd name="csY19" fmla="*/ 42528 h 92144"/>
              <a:gd name="csX20" fmla="*/ 81524 w 163048"/>
              <a:gd name="csY20" fmla="*/ 67335 h 92144"/>
              <a:gd name="csX21" fmla="*/ 106335 w 163048"/>
              <a:gd name="csY21" fmla="*/ 42528 h 92144"/>
              <a:gd name="csX22" fmla="*/ 81524 w 163048"/>
              <a:gd name="csY22" fmla="*/ 17720 h 92144"/>
              <a:gd name="csX23" fmla="*/ 81524 w 163048"/>
              <a:gd name="csY23" fmla="*/ 28352 h 92144"/>
              <a:gd name="csX24" fmla="*/ 91576 w 163048"/>
              <a:gd name="csY24" fmla="*/ 32478 h 92144"/>
              <a:gd name="csX25" fmla="*/ 71471 w 163048"/>
              <a:gd name="csY25" fmla="*/ 52578 h 92144"/>
              <a:gd name="csX26" fmla="*/ 67345 w 163048"/>
              <a:gd name="csY26" fmla="*/ 42528 h 92144"/>
              <a:gd name="csX27" fmla="*/ 81524 w 163048"/>
              <a:gd name="csY27" fmla="*/ 28352 h 92144"/>
            </a:gdLst>
            <a:ahLst/>
            <a:cxnLst/>
            <a:rect l="l" t="t" r="r" b="b"/>
            <a:pathLst>
              <a:path w="100000" h="100000">
                <a:moveTo>
                  <a:pt x="50000" y="21743"/>
                </a:moveTo>
                <a:cubicBezTo>
                  <a:pt x="19587" y="21743"/>
                  <a:pt x="1348" y="47046"/>
                  <a:pt x="586" y="48111"/>
                </a:cubicBezTo>
                <a:cubicBezTo>
                  <a:pt x="-196" y="49241"/>
                  <a:pt x="-196" y="50759"/>
                  <a:pt x="586" y="51889"/>
                </a:cubicBezTo>
                <a:cubicBezTo>
                  <a:pt x="1326" y="52932"/>
                  <a:pt x="18955" y="77388"/>
                  <a:pt x="48433" y="78214"/>
                </a:cubicBezTo>
                <a:cubicBezTo>
                  <a:pt x="48955" y="78258"/>
                  <a:pt x="49479" y="78257"/>
                  <a:pt x="50000" y="78257"/>
                </a:cubicBezTo>
                <a:cubicBezTo>
                  <a:pt x="50522" y="78257"/>
                  <a:pt x="51044" y="78258"/>
                  <a:pt x="51566" y="78214"/>
                </a:cubicBezTo>
                <a:cubicBezTo>
                  <a:pt x="81044" y="77388"/>
                  <a:pt x="98673" y="52932"/>
                  <a:pt x="99413" y="51889"/>
                </a:cubicBezTo>
                <a:cubicBezTo>
                  <a:pt x="100196" y="50759"/>
                  <a:pt x="100196" y="49241"/>
                  <a:pt x="99413" y="48111"/>
                </a:cubicBezTo>
                <a:cubicBezTo>
                  <a:pt x="98653" y="47046"/>
                  <a:pt x="80412" y="21743"/>
                  <a:pt x="50000" y="21743"/>
                </a:cubicBezTo>
                <a:close/>
                <a:moveTo>
                  <a:pt x="50000" y="28264"/>
                </a:moveTo>
                <a:cubicBezTo>
                  <a:pt x="56652" y="28264"/>
                  <a:pt x="62672" y="29678"/>
                  <a:pt x="67998" y="31830"/>
                </a:cubicBezTo>
                <a:cubicBezTo>
                  <a:pt x="71802" y="36199"/>
                  <a:pt x="73912" y="42023"/>
                  <a:pt x="73912" y="47826"/>
                </a:cubicBezTo>
                <a:cubicBezTo>
                  <a:pt x="73912" y="60585"/>
                  <a:pt x="63890" y="71019"/>
                  <a:pt x="51303" y="71714"/>
                </a:cubicBezTo>
                <a:cubicBezTo>
                  <a:pt x="50868" y="71736"/>
                  <a:pt x="50434" y="71736"/>
                  <a:pt x="50000" y="71736"/>
                </a:cubicBezTo>
                <a:cubicBezTo>
                  <a:pt x="49565" y="71736"/>
                  <a:pt x="49131" y="71736"/>
                  <a:pt x="48696" y="71714"/>
                </a:cubicBezTo>
                <a:cubicBezTo>
                  <a:pt x="36110" y="71019"/>
                  <a:pt x="26087" y="60585"/>
                  <a:pt x="26087" y="47826"/>
                </a:cubicBezTo>
                <a:cubicBezTo>
                  <a:pt x="26087" y="41980"/>
                  <a:pt x="28154" y="36199"/>
                  <a:pt x="32002" y="31830"/>
                </a:cubicBezTo>
                <a:cubicBezTo>
                  <a:pt x="37328" y="29678"/>
                  <a:pt x="43348" y="28264"/>
                  <a:pt x="50000" y="28264"/>
                </a:cubicBezTo>
                <a:close/>
                <a:moveTo>
                  <a:pt x="50000" y="32611"/>
                </a:moveTo>
                <a:cubicBezTo>
                  <a:pt x="41635" y="32611"/>
                  <a:pt x="34782" y="39462"/>
                  <a:pt x="34782" y="47826"/>
                </a:cubicBezTo>
                <a:cubicBezTo>
                  <a:pt x="34782" y="56191"/>
                  <a:pt x="41635" y="63041"/>
                  <a:pt x="50000" y="63041"/>
                </a:cubicBezTo>
                <a:cubicBezTo>
                  <a:pt x="58366" y="63041"/>
                  <a:pt x="65217" y="56191"/>
                  <a:pt x="65217" y="47826"/>
                </a:cubicBezTo>
                <a:cubicBezTo>
                  <a:pt x="65217" y="39462"/>
                  <a:pt x="58366" y="32611"/>
                  <a:pt x="50000" y="32611"/>
                </a:cubicBezTo>
                <a:close/>
                <a:moveTo>
                  <a:pt x="50000" y="39132"/>
                </a:moveTo>
                <a:cubicBezTo>
                  <a:pt x="52420" y="39132"/>
                  <a:pt x="54596" y="40093"/>
                  <a:pt x="56165" y="41663"/>
                </a:cubicBezTo>
                <a:lnTo>
                  <a:pt x="43834" y="53990"/>
                </a:lnTo>
                <a:cubicBezTo>
                  <a:pt x="42266" y="52422"/>
                  <a:pt x="41304" y="50247"/>
                  <a:pt x="41304" y="47826"/>
                </a:cubicBezTo>
                <a:cubicBezTo>
                  <a:pt x="41304" y="42986"/>
                  <a:pt x="45158" y="39132"/>
                  <a:pt x="50000" y="3913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8" name="Белый — SVG 41">
            <a:extLst>
              <a:ext uri="{FF2B5EF4-FFF2-40B4-BE49-F238E27FC236}">
                <a16:creationId xmlns:a16="http://schemas.microsoft.com/office/drawing/2014/main" id="{99E10E30-A1D2-9644-B649-FF6A52AE961C}"/>
              </a:ext>
            </a:extLst>
          </p:cNvPr>
          <p:cNvSpPr>
            <a:spLocks noGrp="1"/>
          </p:cNvSpPr>
          <p:nvPr/>
        </p:nvSpPr>
        <p:spPr>
          <a:xfrm>
            <a:off x="2820000" y="5270000"/>
            <a:ext cx="220000" cy="220000"/>
          </a:xfrm>
          <a:custGeom>
            <a:avLst/>
            <a:gdLst>
              <a:gd name="csX0" fmla="*/ 83317 w 148885"/>
              <a:gd name="csY0" fmla="*/ 0 h 148847"/>
              <a:gd name="csX1" fmla="*/ 18325 w 148885"/>
              <a:gd name="csY1" fmla="*/ 59411 h 148847"/>
              <a:gd name="csX2" fmla="*/ 2333 w 148885"/>
              <a:gd name="csY2" fmla="*/ 79403 h 148847"/>
              <a:gd name="csX3" fmla="*/ 411 w 148885"/>
              <a:gd name="csY3" fmla="*/ 88994 h 148847"/>
              <a:gd name="csX4" fmla="*/ 7131 w 148885"/>
              <a:gd name="csY4" fmla="*/ 96106 h 148847"/>
              <a:gd name="csX5" fmla="*/ 17730 w 148885"/>
              <a:gd name="csY5" fmla="*/ 99813 h 148847"/>
              <a:gd name="csX6" fmla="*/ 17730 w 148885"/>
              <a:gd name="csY6" fmla="*/ 118149 h 148847"/>
              <a:gd name="csX7" fmla="*/ 28652 w 148885"/>
              <a:gd name="csY7" fmla="*/ 133279 h 148847"/>
              <a:gd name="csX8" fmla="*/ 48422 w 148885"/>
              <a:gd name="csY8" fmla="*/ 139870 h 148847"/>
              <a:gd name="csX9" fmla="*/ 49630 w 148885"/>
              <a:gd name="csY9" fmla="*/ 141549 h 148847"/>
              <a:gd name="csX10" fmla="*/ 49630 w 148885"/>
              <a:gd name="csY10" fmla="*/ 143531 h 148847"/>
              <a:gd name="csX11" fmla="*/ 54955 w 148885"/>
              <a:gd name="csY11" fmla="*/ 148847 h 148847"/>
              <a:gd name="csX12" fmla="*/ 115217 w 148885"/>
              <a:gd name="csY12" fmla="*/ 148847 h 148847"/>
              <a:gd name="csX13" fmla="*/ 120525 w 148885"/>
              <a:gd name="csY13" fmla="*/ 143531 h 148847"/>
              <a:gd name="csX14" fmla="*/ 120525 w 148885"/>
              <a:gd name="csY14" fmla="*/ 132785 h 148847"/>
              <a:gd name="csX15" fmla="*/ 127790 w 148885"/>
              <a:gd name="csY15" fmla="*/ 116725 h 148847"/>
              <a:gd name="csX16" fmla="*/ 148886 w 148885"/>
              <a:gd name="csY16" fmla="*/ 67335 h 148847"/>
              <a:gd name="csX17" fmla="*/ 83317 w 148885"/>
              <a:gd name="csY17" fmla="*/ 0 h 148847"/>
              <a:gd name="csX18" fmla="*/ 54955 w 148885"/>
              <a:gd name="csY18" fmla="*/ 74424 h 148847"/>
              <a:gd name="csX19" fmla="*/ 46109 w 148885"/>
              <a:gd name="csY19" fmla="*/ 65564 h 148847"/>
              <a:gd name="csX20" fmla="*/ 54955 w 148885"/>
              <a:gd name="csY20" fmla="*/ 56703 h 148847"/>
              <a:gd name="csX21" fmla="*/ 63819 w 148885"/>
              <a:gd name="csY21" fmla="*/ 65564 h 148847"/>
              <a:gd name="csX22" fmla="*/ 54955 w 148885"/>
              <a:gd name="csY22" fmla="*/ 74424 h 148847"/>
              <a:gd name="csX23" fmla="*/ 83317 w 148885"/>
              <a:gd name="csY23" fmla="*/ 74424 h 148847"/>
              <a:gd name="csX24" fmla="*/ 74452 w 148885"/>
              <a:gd name="csY24" fmla="*/ 65564 h 148847"/>
              <a:gd name="csX25" fmla="*/ 83317 w 148885"/>
              <a:gd name="csY25" fmla="*/ 56703 h 148847"/>
              <a:gd name="csX26" fmla="*/ 92181 w 148885"/>
              <a:gd name="csY26" fmla="*/ 65564 h 148847"/>
              <a:gd name="csX27" fmla="*/ 83317 w 148885"/>
              <a:gd name="csY27" fmla="*/ 74424 h 148847"/>
              <a:gd name="csX28" fmla="*/ 111678 w 148885"/>
              <a:gd name="csY28" fmla="*/ 74424 h 148847"/>
              <a:gd name="csX29" fmla="*/ 102814 w 148885"/>
              <a:gd name="csY29" fmla="*/ 65564 h 148847"/>
              <a:gd name="csX30" fmla="*/ 111678 w 148885"/>
              <a:gd name="csY30" fmla="*/ 56703 h 148847"/>
              <a:gd name="csX31" fmla="*/ 120542 w 148885"/>
              <a:gd name="csY31" fmla="*/ 65564 h 148847"/>
              <a:gd name="csX32" fmla="*/ 111678 w 148885"/>
              <a:gd name="csY32" fmla="*/ 74424 h 148847"/>
            </a:gdLst>
            <a:ahLst/>
            <a:cxnLst/>
            <a:rect l="l" t="t" r="r" b="b"/>
            <a:pathLst>
              <a:path w="100000" h="100000">
                <a:moveTo>
                  <a:pt x="55961" y="13"/>
                </a:moveTo>
                <a:cubicBezTo>
                  <a:pt x="33494" y="13"/>
                  <a:pt x="14914" y="17092"/>
                  <a:pt x="12308" y="39917"/>
                </a:cubicBezTo>
                <a:lnTo>
                  <a:pt x="1567" y="53345"/>
                </a:lnTo>
                <a:cubicBezTo>
                  <a:pt x="127" y="55153"/>
                  <a:pt x="-364" y="57561"/>
                  <a:pt x="276" y="59786"/>
                </a:cubicBezTo>
                <a:cubicBezTo>
                  <a:pt x="915" y="62011"/>
                  <a:pt x="2607" y="63797"/>
                  <a:pt x="4790" y="64563"/>
                </a:cubicBezTo>
                <a:lnTo>
                  <a:pt x="11909" y="67053"/>
                </a:lnTo>
                <a:lnTo>
                  <a:pt x="11909" y="79369"/>
                </a:lnTo>
                <a:cubicBezTo>
                  <a:pt x="11909" y="83987"/>
                  <a:pt x="14856" y="88069"/>
                  <a:pt x="19244" y="89531"/>
                </a:cubicBezTo>
                <a:lnTo>
                  <a:pt x="32523" y="93958"/>
                </a:lnTo>
                <a:cubicBezTo>
                  <a:pt x="33015" y="94120"/>
                  <a:pt x="33334" y="94575"/>
                  <a:pt x="33334" y="95085"/>
                </a:cubicBezTo>
                <a:lnTo>
                  <a:pt x="33334" y="96417"/>
                </a:lnTo>
                <a:cubicBezTo>
                  <a:pt x="33334" y="98388"/>
                  <a:pt x="34934" y="99987"/>
                  <a:pt x="36911" y="99987"/>
                </a:cubicBezTo>
                <a:cubicBezTo>
                  <a:pt x="38877" y="99987"/>
                  <a:pt x="75410" y="99987"/>
                  <a:pt x="77387" y="99987"/>
                </a:cubicBezTo>
                <a:cubicBezTo>
                  <a:pt x="79352" y="99987"/>
                  <a:pt x="80952" y="98388"/>
                  <a:pt x="80952" y="96417"/>
                </a:cubicBezTo>
                <a:lnTo>
                  <a:pt x="80952" y="89199"/>
                </a:lnTo>
                <a:cubicBezTo>
                  <a:pt x="80952" y="85229"/>
                  <a:pt x="82689" y="81399"/>
                  <a:pt x="85831" y="78412"/>
                </a:cubicBezTo>
                <a:cubicBezTo>
                  <a:pt x="94836" y="69879"/>
                  <a:pt x="100001" y="57787"/>
                  <a:pt x="100001" y="45239"/>
                </a:cubicBezTo>
                <a:cubicBezTo>
                  <a:pt x="100001" y="20300"/>
                  <a:pt x="80244" y="13"/>
                  <a:pt x="55961" y="13"/>
                </a:cubicBezTo>
                <a:close/>
                <a:moveTo>
                  <a:pt x="36911" y="50000"/>
                </a:moveTo>
                <a:cubicBezTo>
                  <a:pt x="33632" y="50000"/>
                  <a:pt x="30970" y="47332"/>
                  <a:pt x="30970" y="44049"/>
                </a:cubicBezTo>
                <a:cubicBezTo>
                  <a:pt x="30970" y="40767"/>
                  <a:pt x="33632" y="38098"/>
                  <a:pt x="36911" y="38098"/>
                </a:cubicBezTo>
                <a:cubicBezTo>
                  <a:pt x="40202" y="38098"/>
                  <a:pt x="42865" y="40767"/>
                  <a:pt x="42865" y="44049"/>
                </a:cubicBezTo>
                <a:cubicBezTo>
                  <a:pt x="42865" y="47332"/>
                  <a:pt x="40202" y="50000"/>
                  <a:pt x="36911" y="50000"/>
                </a:cubicBezTo>
                <a:close/>
                <a:moveTo>
                  <a:pt x="55961" y="50000"/>
                </a:moveTo>
                <a:cubicBezTo>
                  <a:pt x="52681" y="50000"/>
                  <a:pt x="50006" y="47332"/>
                  <a:pt x="50006" y="44049"/>
                </a:cubicBezTo>
                <a:cubicBezTo>
                  <a:pt x="50006" y="40767"/>
                  <a:pt x="52681" y="38098"/>
                  <a:pt x="55961" y="38098"/>
                </a:cubicBezTo>
                <a:cubicBezTo>
                  <a:pt x="59240" y="38098"/>
                  <a:pt x="61914" y="40767"/>
                  <a:pt x="61914" y="44049"/>
                </a:cubicBezTo>
                <a:cubicBezTo>
                  <a:pt x="61914" y="47332"/>
                  <a:pt x="59240" y="50000"/>
                  <a:pt x="55961" y="50000"/>
                </a:cubicBezTo>
                <a:close/>
                <a:moveTo>
                  <a:pt x="75010" y="50000"/>
                </a:moveTo>
                <a:cubicBezTo>
                  <a:pt x="71730" y="50000"/>
                  <a:pt x="69056" y="47332"/>
                  <a:pt x="69056" y="44049"/>
                </a:cubicBezTo>
                <a:cubicBezTo>
                  <a:pt x="69056" y="40767"/>
                  <a:pt x="71730" y="38098"/>
                  <a:pt x="75010" y="38098"/>
                </a:cubicBezTo>
                <a:cubicBezTo>
                  <a:pt x="78289" y="38098"/>
                  <a:pt x="80963" y="40767"/>
                  <a:pt x="80963" y="44049"/>
                </a:cubicBezTo>
                <a:cubicBezTo>
                  <a:pt x="80963" y="47332"/>
                  <a:pt x="78289" y="50000"/>
                  <a:pt x="75010" y="500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99" name="Белый — SVG 42">
            <a:extLst>
              <a:ext uri="{FF2B5EF4-FFF2-40B4-BE49-F238E27FC236}">
                <a16:creationId xmlns:a16="http://schemas.microsoft.com/office/drawing/2014/main" id="{B6EF0D73-20D5-1444-AEE6-1EE4556132EF}"/>
              </a:ext>
            </a:extLst>
          </p:cNvPr>
          <p:cNvSpPr>
            <a:spLocks noGrp="1"/>
          </p:cNvSpPr>
          <p:nvPr/>
        </p:nvSpPr>
        <p:spPr>
          <a:xfrm>
            <a:off x="3420000" y="5270000"/>
            <a:ext cx="220000" cy="220000"/>
          </a:xfrm>
          <a:custGeom>
            <a:avLst/>
            <a:gdLst>
              <a:gd name="csX0" fmla="*/ 70895 w 141772"/>
              <a:gd name="csY0" fmla="*/ 0 h 141758"/>
              <a:gd name="csX1" fmla="*/ 0 w 141772"/>
              <a:gd name="csY1" fmla="*/ 70880 h 141758"/>
              <a:gd name="csX2" fmla="*/ 70895 w 141772"/>
              <a:gd name="csY2" fmla="*/ 141759 h 141758"/>
              <a:gd name="csX3" fmla="*/ 141773 w 141772"/>
              <a:gd name="csY3" fmla="*/ 70880 h 141758"/>
              <a:gd name="csX4" fmla="*/ 70895 w 141772"/>
              <a:gd name="csY4" fmla="*/ 0 h 141758"/>
              <a:gd name="csX5" fmla="*/ 70895 w 141772"/>
              <a:gd name="csY5" fmla="*/ 31896 h 141758"/>
              <a:gd name="csX6" fmla="*/ 88606 w 141772"/>
              <a:gd name="csY6" fmla="*/ 49616 h 141758"/>
              <a:gd name="csX7" fmla="*/ 70895 w 141772"/>
              <a:gd name="csY7" fmla="*/ 67335 h 141758"/>
              <a:gd name="csX8" fmla="*/ 53167 w 141772"/>
              <a:gd name="csY8" fmla="*/ 49616 h 141758"/>
              <a:gd name="csX9" fmla="*/ 70895 w 141772"/>
              <a:gd name="csY9" fmla="*/ 31896 h 141758"/>
              <a:gd name="csX10" fmla="*/ 102795 w 141772"/>
              <a:gd name="csY10" fmla="*/ 90506 h 141758"/>
              <a:gd name="csX11" fmla="*/ 70895 w 141772"/>
              <a:gd name="csY11" fmla="*/ 109863 h 141758"/>
              <a:gd name="csX12" fmla="*/ 38995 w 141772"/>
              <a:gd name="csY12" fmla="*/ 90506 h 141758"/>
              <a:gd name="csX13" fmla="*/ 38995 w 141772"/>
              <a:gd name="csY13" fmla="*/ 88111 h 141758"/>
              <a:gd name="csX14" fmla="*/ 45596 w 141772"/>
              <a:gd name="csY14" fmla="*/ 81512 h 141758"/>
              <a:gd name="csX15" fmla="*/ 96194 w 141772"/>
              <a:gd name="csY15" fmla="*/ 81512 h 141758"/>
              <a:gd name="csX16" fmla="*/ 102795 w 141772"/>
              <a:gd name="csY16" fmla="*/ 88111 h 141758"/>
              <a:gd name="csX17" fmla="*/ 102795 w 141772"/>
              <a:gd name="csY17" fmla="*/ 90506 h 141758"/>
            </a:gdLst>
            <a:ahLst/>
            <a:cxnLst/>
            <a:rect l="l" t="t" r="r" b="b"/>
            <a:pathLst>
              <a:path w="100000" h="100000">
                <a:moveTo>
                  <a:pt x="50006" y="5"/>
                </a:moveTo>
                <a:cubicBezTo>
                  <a:pt x="22429" y="5"/>
                  <a:pt x="0" y="22433"/>
                  <a:pt x="0" y="50001"/>
                </a:cubicBezTo>
                <a:cubicBezTo>
                  <a:pt x="0" y="77568"/>
                  <a:pt x="22429" y="99996"/>
                  <a:pt x="50006" y="99996"/>
                </a:cubicBezTo>
                <a:cubicBezTo>
                  <a:pt x="77572" y="99996"/>
                  <a:pt x="100001" y="77568"/>
                  <a:pt x="100001" y="50001"/>
                </a:cubicBezTo>
                <a:cubicBezTo>
                  <a:pt x="100001" y="22433"/>
                  <a:pt x="77572" y="5"/>
                  <a:pt x="50006" y="5"/>
                </a:cubicBezTo>
                <a:close/>
                <a:moveTo>
                  <a:pt x="50006" y="22503"/>
                </a:moveTo>
                <a:cubicBezTo>
                  <a:pt x="56906" y="22503"/>
                  <a:pt x="62499" y="28100"/>
                  <a:pt x="62499" y="35002"/>
                </a:cubicBezTo>
                <a:cubicBezTo>
                  <a:pt x="62499" y="41904"/>
                  <a:pt x="56906" y="47500"/>
                  <a:pt x="50006" y="47500"/>
                </a:cubicBezTo>
                <a:cubicBezTo>
                  <a:pt x="43094" y="47500"/>
                  <a:pt x="37502" y="41904"/>
                  <a:pt x="37502" y="35002"/>
                </a:cubicBezTo>
                <a:cubicBezTo>
                  <a:pt x="37502" y="28100"/>
                  <a:pt x="43094" y="22503"/>
                  <a:pt x="50006" y="22503"/>
                </a:cubicBezTo>
                <a:close/>
                <a:moveTo>
                  <a:pt x="72507" y="63844"/>
                </a:moveTo>
                <a:cubicBezTo>
                  <a:pt x="72507" y="70991"/>
                  <a:pt x="63387" y="77498"/>
                  <a:pt x="50006" y="77498"/>
                </a:cubicBezTo>
                <a:cubicBezTo>
                  <a:pt x="36614" y="77498"/>
                  <a:pt x="27505" y="70991"/>
                  <a:pt x="27505" y="63844"/>
                </a:cubicBezTo>
                <a:lnTo>
                  <a:pt x="27505" y="62155"/>
                </a:lnTo>
                <a:cubicBezTo>
                  <a:pt x="27505" y="59584"/>
                  <a:pt x="29581" y="57500"/>
                  <a:pt x="32161" y="57500"/>
                </a:cubicBezTo>
                <a:lnTo>
                  <a:pt x="67851" y="57500"/>
                </a:lnTo>
                <a:cubicBezTo>
                  <a:pt x="70419" y="57500"/>
                  <a:pt x="72507" y="59584"/>
                  <a:pt x="72507" y="62155"/>
                </a:cubicBezTo>
                <a:lnTo>
                  <a:pt x="72507" y="6384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0" name="Белый — SVG 43">
            <a:extLst>
              <a:ext uri="{FF2B5EF4-FFF2-40B4-BE49-F238E27FC236}">
                <a16:creationId xmlns:a16="http://schemas.microsoft.com/office/drawing/2014/main" id="{B38D95C1-9431-AB40-A0F7-1B11D415B41D}"/>
              </a:ext>
            </a:extLst>
          </p:cNvPr>
          <p:cNvSpPr>
            <a:spLocks noGrp="1"/>
          </p:cNvSpPr>
          <p:nvPr/>
        </p:nvSpPr>
        <p:spPr>
          <a:xfrm>
            <a:off x="4020000" y="5270000"/>
            <a:ext cx="220000" cy="220000"/>
          </a:xfrm>
          <a:custGeom>
            <a:avLst/>
            <a:gdLst>
              <a:gd name="csX0" fmla="*/ 101009 w 155961"/>
              <a:gd name="csY0" fmla="*/ 67112 h 141500"/>
              <a:gd name="csX1" fmla="*/ 58475 w 155961"/>
              <a:gd name="csY1" fmla="*/ 67112 h 141500"/>
              <a:gd name="csX2" fmla="*/ 46072 w 155961"/>
              <a:gd name="csY2" fmla="*/ 54708 h 141500"/>
              <a:gd name="csX3" fmla="*/ 46072 w 155961"/>
              <a:gd name="csY3" fmla="*/ 29795 h 141500"/>
              <a:gd name="csX4" fmla="*/ 52163 w 155961"/>
              <a:gd name="csY4" fmla="*/ 17266 h 141500"/>
              <a:gd name="csX5" fmla="*/ 69874 w 155961"/>
              <a:gd name="csY5" fmla="*/ 3307 h 141500"/>
              <a:gd name="csX6" fmla="*/ 89627 w 155961"/>
              <a:gd name="csY6" fmla="*/ 3307 h 141500"/>
              <a:gd name="csX7" fmla="*/ 107338 w 155961"/>
              <a:gd name="csY7" fmla="*/ 17266 h 141500"/>
              <a:gd name="csX8" fmla="*/ 113428 w 155961"/>
              <a:gd name="csY8" fmla="*/ 29790 h 141500"/>
              <a:gd name="csX9" fmla="*/ 113428 w 155961"/>
              <a:gd name="csY9" fmla="*/ 54704 h 141500"/>
              <a:gd name="csX10" fmla="*/ 101009 w 155961"/>
              <a:gd name="csY10" fmla="*/ 67112 h 141500"/>
              <a:gd name="csX11" fmla="*/ 149395 w 155961"/>
              <a:gd name="csY11" fmla="*/ 38726 h 141500"/>
              <a:gd name="csX12" fmla="*/ 138047 w 155961"/>
              <a:gd name="csY12" fmla="*/ 49783 h 141500"/>
              <a:gd name="csX13" fmla="*/ 131888 w 155961"/>
              <a:gd name="csY13" fmla="*/ 65836 h 141500"/>
              <a:gd name="csX14" fmla="*/ 132824 w 155961"/>
              <a:gd name="csY14" fmla="*/ 66530 h 141500"/>
              <a:gd name="csX15" fmla="*/ 134083 w 155961"/>
              <a:gd name="csY15" fmla="*/ 90924 h 141500"/>
              <a:gd name="csX16" fmla="*/ 121595 w 155961"/>
              <a:gd name="csY16" fmla="*/ 104867 h 141500"/>
              <a:gd name="csX17" fmla="*/ 118294 w 155961"/>
              <a:gd name="csY17" fmla="*/ 106348 h 141500"/>
              <a:gd name="csX18" fmla="*/ 115351 w 155961"/>
              <a:gd name="csY18" fmla="*/ 105224 h 141500"/>
              <a:gd name="csX19" fmla="*/ 114994 w 155961"/>
              <a:gd name="csY19" fmla="*/ 98969 h 141500"/>
              <a:gd name="csX20" fmla="*/ 127175 w 155961"/>
              <a:gd name="csY20" fmla="*/ 85367 h 141500"/>
              <a:gd name="csX21" fmla="*/ 127771 w 155961"/>
              <a:gd name="csY21" fmla="*/ 74055 h 141500"/>
              <a:gd name="csX22" fmla="*/ 115555 w 155961"/>
              <a:gd name="csY22" fmla="*/ 72945 h 141500"/>
              <a:gd name="csX23" fmla="*/ 104939 w 155961"/>
              <a:gd name="csY23" fmla="*/ 82618 h 141500"/>
              <a:gd name="csX24" fmla="*/ 91991 w 155961"/>
              <a:gd name="csY24" fmla="*/ 91630 h 141500"/>
              <a:gd name="csX25" fmla="*/ 91141 w 155961"/>
              <a:gd name="csY25" fmla="*/ 92079 h 141500"/>
              <a:gd name="csX26" fmla="*/ 81528 w 155961"/>
              <a:gd name="csY26" fmla="*/ 108992 h 141500"/>
              <a:gd name="csX27" fmla="*/ 81528 w 155961"/>
              <a:gd name="csY27" fmla="*/ 136184 h 141500"/>
              <a:gd name="csX28" fmla="*/ 86837 w 155961"/>
              <a:gd name="csY28" fmla="*/ 141500 h 141500"/>
              <a:gd name="csX29" fmla="*/ 115198 w 155961"/>
              <a:gd name="csY29" fmla="*/ 141500 h 141500"/>
              <a:gd name="csX30" fmla="*/ 120506 w 155961"/>
              <a:gd name="csY30" fmla="*/ 136184 h 141500"/>
              <a:gd name="csX31" fmla="*/ 126988 w 155961"/>
              <a:gd name="csY31" fmla="*/ 121197 h 141500"/>
              <a:gd name="csX32" fmla="*/ 143338 w 155961"/>
              <a:gd name="csY32" fmla="*/ 107206 h 141500"/>
              <a:gd name="csX33" fmla="*/ 154261 w 155961"/>
              <a:gd name="csY33" fmla="*/ 72821 h 141500"/>
              <a:gd name="csX34" fmla="*/ 155962 w 155961"/>
              <a:gd name="csY34" fmla="*/ 45125 h 141500"/>
              <a:gd name="csX35" fmla="*/ 149395 w 155961"/>
              <a:gd name="csY35" fmla="*/ 38726 h 141500"/>
              <a:gd name="csX36" fmla="*/ 6550 w 155961"/>
              <a:gd name="csY36" fmla="*/ 38726 h 141500"/>
              <a:gd name="csX37" fmla="*/ 17915 w 155961"/>
              <a:gd name="csY37" fmla="*/ 49783 h 141500"/>
              <a:gd name="csX38" fmla="*/ 24057 w 155961"/>
              <a:gd name="csY38" fmla="*/ 65836 h 141500"/>
              <a:gd name="csX39" fmla="*/ 23138 w 155961"/>
              <a:gd name="csY39" fmla="*/ 66530 h 141500"/>
              <a:gd name="csX40" fmla="*/ 21862 w 155961"/>
              <a:gd name="csY40" fmla="*/ 90924 h 141500"/>
              <a:gd name="csX41" fmla="*/ 34350 w 155961"/>
              <a:gd name="csY41" fmla="*/ 104867 h 141500"/>
              <a:gd name="csX42" fmla="*/ 37668 w 155961"/>
              <a:gd name="csY42" fmla="*/ 106348 h 141500"/>
              <a:gd name="csX43" fmla="*/ 40611 w 155961"/>
              <a:gd name="csY43" fmla="*/ 105224 h 141500"/>
              <a:gd name="csX44" fmla="*/ 40968 w 155961"/>
              <a:gd name="csY44" fmla="*/ 98969 h 141500"/>
              <a:gd name="csX45" fmla="*/ 28787 w 155961"/>
              <a:gd name="csY45" fmla="*/ 85367 h 141500"/>
              <a:gd name="csX46" fmla="*/ 28191 w 155961"/>
              <a:gd name="csY46" fmla="*/ 74055 h 141500"/>
              <a:gd name="csX47" fmla="*/ 40407 w 155961"/>
              <a:gd name="csY47" fmla="*/ 72945 h 141500"/>
              <a:gd name="csX48" fmla="*/ 51023 w 155961"/>
              <a:gd name="csY48" fmla="*/ 82618 h 141500"/>
              <a:gd name="csX49" fmla="*/ 63970 w 155961"/>
              <a:gd name="csY49" fmla="*/ 91630 h 141500"/>
              <a:gd name="csX50" fmla="*/ 64821 w 155961"/>
              <a:gd name="csY50" fmla="*/ 92079 h 141500"/>
              <a:gd name="csX51" fmla="*/ 74434 w 155961"/>
              <a:gd name="csY51" fmla="*/ 108992 h 141500"/>
              <a:gd name="csX52" fmla="*/ 74434 w 155961"/>
              <a:gd name="csY52" fmla="*/ 136184 h 141500"/>
              <a:gd name="csX53" fmla="*/ 69108 w 155961"/>
              <a:gd name="csY53" fmla="*/ 141500 h 141500"/>
              <a:gd name="csX54" fmla="*/ 40764 w 155961"/>
              <a:gd name="csY54" fmla="*/ 141500 h 141500"/>
              <a:gd name="csX55" fmla="*/ 35439 w 155961"/>
              <a:gd name="csY55" fmla="*/ 136184 h 141500"/>
              <a:gd name="csX56" fmla="*/ 28974 w 155961"/>
              <a:gd name="csY56" fmla="*/ 121197 h 141500"/>
              <a:gd name="csX57" fmla="*/ 12624 w 155961"/>
              <a:gd name="csY57" fmla="*/ 107206 h 141500"/>
              <a:gd name="csX58" fmla="*/ 1684 w 155961"/>
              <a:gd name="csY58" fmla="*/ 72821 h 141500"/>
              <a:gd name="csX59" fmla="*/ 0 w 155961"/>
              <a:gd name="csY59" fmla="*/ 45125 h 141500"/>
              <a:gd name="csX60" fmla="*/ 6550 w 155961"/>
              <a:gd name="csY60" fmla="*/ 38726 h 141500"/>
            </a:gdLst>
            <a:ahLst/>
            <a:cxnLst/>
            <a:rect l="l" t="t" r="r" b="b"/>
            <a:pathLst>
              <a:path w="100000" h="100000">
                <a:moveTo>
                  <a:pt x="64766" y="47667"/>
                </a:moveTo>
                <a:lnTo>
                  <a:pt x="37493" y="47667"/>
                </a:lnTo>
                <a:cubicBezTo>
                  <a:pt x="33108" y="47667"/>
                  <a:pt x="29541" y="44100"/>
                  <a:pt x="29541" y="39714"/>
                </a:cubicBezTo>
                <a:lnTo>
                  <a:pt x="29541" y="23740"/>
                </a:lnTo>
                <a:cubicBezTo>
                  <a:pt x="29541" y="20584"/>
                  <a:pt x="30970" y="17656"/>
                  <a:pt x="33446" y="15707"/>
                </a:cubicBezTo>
                <a:lnTo>
                  <a:pt x="44802" y="6756"/>
                </a:lnTo>
                <a:cubicBezTo>
                  <a:pt x="48402" y="3930"/>
                  <a:pt x="53867" y="3930"/>
                  <a:pt x="57468" y="6756"/>
                </a:cubicBezTo>
                <a:lnTo>
                  <a:pt x="68824" y="15707"/>
                </a:lnTo>
                <a:cubicBezTo>
                  <a:pt x="71300" y="17656"/>
                  <a:pt x="72728" y="20584"/>
                  <a:pt x="72728" y="23737"/>
                </a:cubicBezTo>
                <a:lnTo>
                  <a:pt x="72728" y="39712"/>
                </a:lnTo>
                <a:cubicBezTo>
                  <a:pt x="72728" y="44098"/>
                  <a:pt x="69162" y="47667"/>
                  <a:pt x="64766" y="47667"/>
                </a:cubicBezTo>
                <a:close/>
                <a:moveTo>
                  <a:pt x="95790" y="29467"/>
                </a:moveTo>
                <a:cubicBezTo>
                  <a:pt x="92386" y="29467"/>
                  <a:pt x="90553" y="31405"/>
                  <a:pt x="88514" y="36556"/>
                </a:cubicBezTo>
                <a:cubicBezTo>
                  <a:pt x="87117" y="40085"/>
                  <a:pt x="85786" y="43722"/>
                  <a:pt x="84565" y="46849"/>
                </a:cubicBezTo>
                <a:cubicBezTo>
                  <a:pt x="84761" y="47004"/>
                  <a:pt x="84980" y="47126"/>
                  <a:pt x="85165" y="47294"/>
                </a:cubicBezTo>
                <a:cubicBezTo>
                  <a:pt x="89659" y="51382"/>
                  <a:pt x="90019" y="58400"/>
                  <a:pt x="85972" y="62935"/>
                </a:cubicBezTo>
                <a:lnTo>
                  <a:pt x="77965" y="71875"/>
                </a:lnTo>
                <a:cubicBezTo>
                  <a:pt x="77408" y="72504"/>
                  <a:pt x="76634" y="72825"/>
                  <a:pt x="75848" y="72825"/>
                </a:cubicBezTo>
                <a:cubicBezTo>
                  <a:pt x="75172" y="72825"/>
                  <a:pt x="74496" y="72588"/>
                  <a:pt x="73961" y="72104"/>
                </a:cubicBezTo>
                <a:cubicBezTo>
                  <a:pt x="72783" y="71062"/>
                  <a:pt x="72685" y="69264"/>
                  <a:pt x="73733" y="68094"/>
                </a:cubicBezTo>
                <a:lnTo>
                  <a:pt x="81543" y="59372"/>
                </a:lnTo>
                <a:cubicBezTo>
                  <a:pt x="83354" y="57344"/>
                  <a:pt x="83627" y="54232"/>
                  <a:pt x="81925" y="52119"/>
                </a:cubicBezTo>
                <a:cubicBezTo>
                  <a:pt x="79928" y="49660"/>
                  <a:pt x="76383" y="49415"/>
                  <a:pt x="74092" y="51407"/>
                </a:cubicBezTo>
                <a:lnTo>
                  <a:pt x="67285" y="57610"/>
                </a:lnTo>
                <a:cubicBezTo>
                  <a:pt x="63783" y="61107"/>
                  <a:pt x="61351" y="62265"/>
                  <a:pt x="58983" y="63388"/>
                </a:cubicBezTo>
                <a:cubicBezTo>
                  <a:pt x="58820" y="63467"/>
                  <a:pt x="58635" y="63563"/>
                  <a:pt x="58438" y="63676"/>
                </a:cubicBezTo>
                <a:cubicBezTo>
                  <a:pt x="54566" y="65864"/>
                  <a:pt x="52275" y="70073"/>
                  <a:pt x="52275" y="74520"/>
                </a:cubicBezTo>
                <a:lnTo>
                  <a:pt x="52275" y="91955"/>
                </a:lnTo>
                <a:cubicBezTo>
                  <a:pt x="52275" y="93837"/>
                  <a:pt x="53802" y="95364"/>
                  <a:pt x="55679" y="95364"/>
                </a:cubicBezTo>
                <a:lnTo>
                  <a:pt x="73863" y="95364"/>
                </a:lnTo>
                <a:cubicBezTo>
                  <a:pt x="75739" y="95364"/>
                  <a:pt x="77267" y="93839"/>
                  <a:pt x="77267" y="91955"/>
                </a:cubicBezTo>
                <a:cubicBezTo>
                  <a:pt x="77267" y="90238"/>
                  <a:pt x="78052" y="84450"/>
                  <a:pt x="81423" y="82346"/>
                </a:cubicBezTo>
                <a:cubicBezTo>
                  <a:pt x="84358" y="79833"/>
                  <a:pt x="87259" y="76796"/>
                  <a:pt x="91906" y="73375"/>
                </a:cubicBezTo>
                <a:cubicBezTo>
                  <a:pt x="95277" y="70889"/>
                  <a:pt x="97840" y="65348"/>
                  <a:pt x="98910" y="51328"/>
                </a:cubicBezTo>
                <a:cubicBezTo>
                  <a:pt x="99182" y="47754"/>
                  <a:pt x="100001" y="36483"/>
                  <a:pt x="100001" y="33570"/>
                </a:cubicBezTo>
                <a:cubicBezTo>
                  <a:pt x="100001" y="31516"/>
                  <a:pt x="98037" y="29467"/>
                  <a:pt x="95790" y="29467"/>
                </a:cubicBezTo>
                <a:close/>
                <a:moveTo>
                  <a:pt x="4200" y="29467"/>
                </a:moveTo>
                <a:cubicBezTo>
                  <a:pt x="7603" y="29467"/>
                  <a:pt x="9436" y="31405"/>
                  <a:pt x="11487" y="36556"/>
                </a:cubicBezTo>
                <a:cubicBezTo>
                  <a:pt x="12883" y="40085"/>
                  <a:pt x="14214" y="43722"/>
                  <a:pt x="15425" y="46849"/>
                </a:cubicBezTo>
                <a:cubicBezTo>
                  <a:pt x="15229" y="47004"/>
                  <a:pt x="15021" y="47126"/>
                  <a:pt x="14836" y="47294"/>
                </a:cubicBezTo>
                <a:cubicBezTo>
                  <a:pt x="10342" y="51382"/>
                  <a:pt x="9981" y="58400"/>
                  <a:pt x="14018" y="62935"/>
                </a:cubicBezTo>
                <a:lnTo>
                  <a:pt x="22025" y="71875"/>
                </a:lnTo>
                <a:cubicBezTo>
                  <a:pt x="22592" y="72504"/>
                  <a:pt x="23367" y="72825"/>
                  <a:pt x="24152" y="72825"/>
                </a:cubicBezTo>
                <a:cubicBezTo>
                  <a:pt x="24829" y="72825"/>
                  <a:pt x="25494" y="72588"/>
                  <a:pt x="26039" y="72104"/>
                </a:cubicBezTo>
                <a:cubicBezTo>
                  <a:pt x="27206" y="71062"/>
                  <a:pt x="27316" y="69264"/>
                  <a:pt x="26268" y="68094"/>
                </a:cubicBezTo>
                <a:lnTo>
                  <a:pt x="18458" y="59372"/>
                </a:lnTo>
                <a:cubicBezTo>
                  <a:pt x="16646" y="57344"/>
                  <a:pt x="16363" y="54232"/>
                  <a:pt x="18076" y="52119"/>
                </a:cubicBezTo>
                <a:cubicBezTo>
                  <a:pt x="20061" y="49660"/>
                  <a:pt x="23617" y="49415"/>
                  <a:pt x="25908" y="51407"/>
                </a:cubicBezTo>
                <a:lnTo>
                  <a:pt x="32715" y="57610"/>
                </a:lnTo>
                <a:cubicBezTo>
                  <a:pt x="36206" y="61107"/>
                  <a:pt x="38650" y="62265"/>
                  <a:pt x="41017" y="63388"/>
                </a:cubicBezTo>
                <a:cubicBezTo>
                  <a:pt x="41181" y="63467"/>
                  <a:pt x="41366" y="63563"/>
                  <a:pt x="41562" y="63676"/>
                </a:cubicBezTo>
                <a:cubicBezTo>
                  <a:pt x="45435" y="65864"/>
                  <a:pt x="47726" y="70073"/>
                  <a:pt x="47726" y="74520"/>
                </a:cubicBezTo>
                <a:lnTo>
                  <a:pt x="47726" y="91955"/>
                </a:lnTo>
                <a:cubicBezTo>
                  <a:pt x="47726" y="93837"/>
                  <a:pt x="46199" y="95364"/>
                  <a:pt x="44311" y="95364"/>
                </a:cubicBezTo>
                <a:lnTo>
                  <a:pt x="26137" y="95364"/>
                </a:lnTo>
                <a:cubicBezTo>
                  <a:pt x="24250" y="95364"/>
                  <a:pt x="22723" y="93839"/>
                  <a:pt x="22723" y="91955"/>
                </a:cubicBezTo>
                <a:cubicBezTo>
                  <a:pt x="22723" y="90238"/>
                  <a:pt x="21948" y="84450"/>
                  <a:pt x="18578" y="82346"/>
                </a:cubicBezTo>
                <a:cubicBezTo>
                  <a:pt x="15643" y="79833"/>
                  <a:pt x="12742" y="76796"/>
                  <a:pt x="8094" y="73375"/>
                </a:cubicBezTo>
                <a:cubicBezTo>
                  <a:pt x="4713" y="70889"/>
                  <a:pt x="2160" y="65348"/>
                  <a:pt x="1080" y="51328"/>
                </a:cubicBezTo>
                <a:cubicBezTo>
                  <a:pt x="807" y="47754"/>
                  <a:pt x="0" y="36483"/>
                  <a:pt x="0" y="33570"/>
                </a:cubicBezTo>
                <a:cubicBezTo>
                  <a:pt x="0" y="31516"/>
                  <a:pt x="1963" y="29467"/>
                  <a:pt x="4200" y="2946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1" name="Белый — SVG 44">
            <a:extLst>
              <a:ext uri="{FF2B5EF4-FFF2-40B4-BE49-F238E27FC236}">
                <a16:creationId xmlns:a16="http://schemas.microsoft.com/office/drawing/2014/main" id="{7B4AD117-ACC2-0A49-A505-9F36C0694C77}"/>
              </a:ext>
            </a:extLst>
          </p:cNvPr>
          <p:cNvSpPr>
            <a:spLocks noGrp="1"/>
          </p:cNvSpPr>
          <p:nvPr/>
        </p:nvSpPr>
        <p:spPr>
          <a:xfrm>
            <a:off x="4620000" y="5270000"/>
            <a:ext cx="220000" cy="220000"/>
          </a:xfrm>
          <a:custGeom>
            <a:avLst/>
            <a:gdLst>
              <a:gd name="csX0" fmla="*/ 146621 w 155961"/>
              <a:gd name="csY0" fmla="*/ 63809 h 145303"/>
              <a:gd name="csX1" fmla="*/ 130509 w 155961"/>
              <a:gd name="csY1" fmla="*/ 70603 h 145303"/>
              <a:gd name="csX2" fmla="*/ 112850 w 155961"/>
              <a:gd name="csY2" fmla="*/ 80253 h 145303"/>
              <a:gd name="csX3" fmla="*/ 113428 w 155961"/>
              <a:gd name="csY3" fmla="*/ 85073 h 145303"/>
              <a:gd name="csX4" fmla="*/ 92161 w 155961"/>
              <a:gd name="csY4" fmla="*/ 106336 h 145303"/>
              <a:gd name="csX5" fmla="*/ 65569 w 155961"/>
              <a:gd name="csY5" fmla="*/ 106336 h 145303"/>
              <a:gd name="csX6" fmla="*/ 60261 w 155961"/>
              <a:gd name="csY6" fmla="*/ 101020 h 145303"/>
              <a:gd name="csX7" fmla="*/ 65569 w 155961"/>
              <a:gd name="csY7" fmla="*/ 95704 h 145303"/>
              <a:gd name="csX8" fmla="*/ 92161 w 155961"/>
              <a:gd name="csY8" fmla="*/ 95704 h 145303"/>
              <a:gd name="csX9" fmla="*/ 102795 w 155961"/>
              <a:gd name="csY9" fmla="*/ 85073 h 145303"/>
              <a:gd name="csX10" fmla="*/ 99137 w 155961"/>
              <a:gd name="csY10" fmla="*/ 77116 h 145303"/>
              <a:gd name="csX11" fmla="*/ 90392 w 155961"/>
              <a:gd name="csY11" fmla="*/ 74441 h 145303"/>
              <a:gd name="csX12" fmla="*/ 74808 w 155961"/>
              <a:gd name="csY12" fmla="*/ 74441 h 145303"/>
              <a:gd name="csX13" fmla="*/ 72664 w 155961"/>
              <a:gd name="csY13" fmla="*/ 74441 h 145303"/>
              <a:gd name="csX14" fmla="*/ 72358 w 155961"/>
              <a:gd name="csY14" fmla="*/ 74410 h 145303"/>
              <a:gd name="csX15" fmla="*/ 54579 w 155961"/>
              <a:gd name="csY15" fmla="*/ 72432 h 145303"/>
              <a:gd name="csX16" fmla="*/ 41921 w 155961"/>
              <a:gd name="csY16" fmla="*/ 70897 h 145303"/>
              <a:gd name="csX17" fmla="*/ 476 w 155961"/>
              <a:gd name="csY17" fmla="*/ 104154 h 145303"/>
              <a:gd name="csX18" fmla="*/ 1037 w 155961"/>
              <a:gd name="csY18" fmla="*/ 109512 h 145303"/>
              <a:gd name="csX19" fmla="*/ 25843 w 155961"/>
              <a:gd name="csY19" fmla="*/ 143159 h 145303"/>
              <a:gd name="csX20" fmla="*/ 30113 w 155961"/>
              <a:gd name="csY20" fmla="*/ 145304 h 145303"/>
              <a:gd name="csX21" fmla="*/ 31117 w 155961"/>
              <a:gd name="csY21" fmla="*/ 145207 h 145303"/>
              <a:gd name="csX22" fmla="*/ 35268 w 155961"/>
              <a:gd name="csY22" fmla="*/ 141333 h 145303"/>
              <a:gd name="csX23" fmla="*/ 47858 w 155961"/>
              <a:gd name="csY23" fmla="*/ 131145 h 145303"/>
              <a:gd name="csX24" fmla="*/ 68853 w 155961"/>
              <a:gd name="csY24" fmla="*/ 132899 h 145303"/>
              <a:gd name="csX25" fmla="*/ 90392 w 155961"/>
              <a:gd name="csY25" fmla="*/ 134689 h 145303"/>
              <a:gd name="csX26" fmla="*/ 127600 w 155961"/>
              <a:gd name="csY26" fmla="*/ 106336 h 145303"/>
              <a:gd name="csX27" fmla="*/ 155962 w 155961"/>
              <a:gd name="csY27" fmla="*/ 72297 h 145303"/>
              <a:gd name="csX28" fmla="*/ 146621 w 155961"/>
              <a:gd name="csY28" fmla="*/ 63809 h 145303"/>
              <a:gd name="csX29" fmla="*/ 124062 w 155961"/>
              <a:gd name="csY29" fmla="*/ 17720 h 145303"/>
              <a:gd name="csX30" fmla="*/ 112714 w 155961"/>
              <a:gd name="csY30" fmla="*/ 34271 h 145303"/>
              <a:gd name="csX31" fmla="*/ 89779 w 155961"/>
              <a:gd name="csY31" fmla="*/ 11341 h 145303"/>
              <a:gd name="csX32" fmla="*/ 106334 w 155961"/>
              <a:gd name="csY32" fmla="*/ 0 h 145303"/>
              <a:gd name="csX33" fmla="*/ 124062 w 155961"/>
              <a:gd name="csY33" fmla="*/ 17720 h 145303"/>
              <a:gd name="csX34" fmla="*/ 83297 w 155961"/>
              <a:gd name="csY34" fmla="*/ 17720 h 145303"/>
              <a:gd name="csX35" fmla="*/ 66999 w 155961"/>
              <a:gd name="csY35" fmla="*/ 24467 h 145303"/>
              <a:gd name="csX36" fmla="*/ 60261 w 155961"/>
              <a:gd name="csY36" fmla="*/ 40755 h 145303"/>
              <a:gd name="csX37" fmla="*/ 66999 w 155961"/>
              <a:gd name="csY37" fmla="*/ 57045 h 145303"/>
              <a:gd name="csX38" fmla="*/ 83297 w 155961"/>
              <a:gd name="csY38" fmla="*/ 63792 h 145303"/>
              <a:gd name="csX39" fmla="*/ 99579 w 155961"/>
              <a:gd name="csY39" fmla="*/ 57045 h 145303"/>
              <a:gd name="csX40" fmla="*/ 106334 w 155961"/>
              <a:gd name="csY40" fmla="*/ 40755 h 145303"/>
              <a:gd name="csX41" fmla="*/ 99579 w 155961"/>
              <a:gd name="csY41" fmla="*/ 24467 h 145303"/>
              <a:gd name="csX42" fmla="*/ 83297 w 155961"/>
              <a:gd name="csY42" fmla="*/ 17720 h 145303"/>
            </a:gdLst>
            <a:ahLst/>
            <a:cxnLst/>
            <a:rect l="l" t="t" r="r" b="b"/>
            <a:pathLst>
              <a:path w="100000" h="100000">
                <a:moveTo>
                  <a:pt x="94011" y="44330"/>
                </a:moveTo>
                <a:cubicBezTo>
                  <a:pt x="91677" y="44330"/>
                  <a:pt x="89124" y="45865"/>
                  <a:pt x="83681" y="48687"/>
                </a:cubicBezTo>
                <a:cubicBezTo>
                  <a:pt x="79176" y="51028"/>
                  <a:pt x="75008" y="53252"/>
                  <a:pt x="72358" y="54874"/>
                </a:cubicBezTo>
                <a:cubicBezTo>
                  <a:pt x="72587" y="55870"/>
                  <a:pt x="72728" y="56901"/>
                  <a:pt x="72728" y="57964"/>
                </a:cubicBezTo>
                <a:cubicBezTo>
                  <a:pt x="72728" y="65484"/>
                  <a:pt x="66609" y="71598"/>
                  <a:pt x="59092" y="71598"/>
                </a:cubicBezTo>
                <a:lnTo>
                  <a:pt x="42042" y="71598"/>
                </a:lnTo>
                <a:cubicBezTo>
                  <a:pt x="40166" y="71598"/>
                  <a:pt x="38639" y="70073"/>
                  <a:pt x="38639" y="68189"/>
                </a:cubicBezTo>
                <a:cubicBezTo>
                  <a:pt x="38639" y="66306"/>
                  <a:pt x="40166" y="64781"/>
                  <a:pt x="42042" y="64781"/>
                </a:cubicBezTo>
                <a:lnTo>
                  <a:pt x="59092" y="64781"/>
                </a:lnTo>
                <a:cubicBezTo>
                  <a:pt x="62845" y="64781"/>
                  <a:pt x="65911" y="61723"/>
                  <a:pt x="65911" y="57964"/>
                </a:cubicBezTo>
                <a:cubicBezTo>
                  <a:pt x="65911" y="55927"/>
                  <a:pt x="64994" y="54115"/>
                  <a:pt x="63565" y="52863"/>
                </a:cubicBezTo>
                <a:cubicBezTo>
                  <a:pt x="61951" y="51795"/>
                  <a:pt x="60031" y="51147"/>
                  <a:pt x="57958" y="51147"/>
                </a:cubicBezTo>
                <a:lnTo>
                  <a:pt x="47966" y="51147"/>
                </a:lnTo>
                <a:lnTo>
                  <a:pt x="46591" y="51147"/>
                </a:lnTo>
                <a:cubicBezTo>
                  <a:pt x="46526" y="51147"/>
                  <a:pt x="46460" y="51132"/>
                  <a:pt x="46395" y="51128"/>
                </a:cubicBezTo>
                <a:cubicBezTo>
                  <a:pt x="40406" y="51034"/>
                  <a:pt x="37526" y="50416"/>
                  <a:pt x="34995" y="49859"/>
                </a:cubicBezTo>
                <a:cubicBezTo>
                  <a:pt x="32704" y="49353"/>
                  <a:pt x="30522" y="48875"/>
                  <a:pt x="26879" y="48875"/>
                </a:cubicBezTo>
                <a:cubicBezTo>
                  <a:pt x="10210" y="48875"/>
                  <a:pt x="698" y="69328"/>
                  <a:pt x="305" y="70199"/>
                </a:cubicBezTo>
                <a:cubicBezTo>
                  <a:pt x="-207" y="71326"/>
                  <a:pt x="-65" y="72640"/>
                  <a:pt x="665" y="73634"/>
                </a:cubicBezTo>
                <a:lnTo>
                  <a:pt x="16570" y="95208"/>
                </a:lnTo>
                <a:cubicBezTo>
                  <a:pt x="17225" y="96087"/>
                  <a:pt x="18239" y="96584"/>
                  <a:pt x="19308" y="96584"/>
                </a:cubicBezTo>
                <a:cubicBezTo>
                  <a:pt x="19527" y="96584"/>
                  <a:pt x="19745" y="96563"/>
                  <a:pt x="19952" y="96522"/>
                </a:cubicBezTo>
                <a:cubicBezTo>
                  <a:pt x="21239" y="96276"/>
                  <a:pt x="22286" y="95304"/>
                  <a:pt x="22613" y="94038"/>
                </a:cubicBezTo>
                <a:cubicBezTo>
                  <a:pt x="22799" y="93368"/>
                  <a:pt x="24534" y="87505"/>
                  <a:pt x="30686" y="87505"/>
                </a:cubicBezTo>
                <a:cubicBezTo>
                  <a:pt x="35115" y="87505"/>
                  <a:pt x="39708" y="88078"/>
                  <a:pt x="44148" y="88630"/>
                </a:cubicBezTo>
                <a:cubicBezTo>
                  <a:pt x="48663" y="89196"/>
                  <a:pt x="53343" y="89778"/>
                  <a:pt x="57958" y="89778"/>
                </a:cubicBezTo>
                <a:cubicBezTo>
                  <a:pt x="64231" y="89778"/>
                  <a:pt x="68758" y="84962"/>
                  <a:pt x="81815" y="71598"/>
                </a:cubicBezTo>
                <a:cubicBezTo>
                  <a:pt x="98408" y="54622"/>
                  <a:pt x="100001" y="53138"/>
                  <a:pt x="100001" y="49773"/>
                </a:cubicBezTo>
                <a:cubicBezTo>
                  <a:pt x="100001" y="46859"/>
                  <a:pt x="97437" y="44330"/>
                  <a:pt x="94011" y="44330"/>
                </a:cubicBezTo>
                <a:close/>
                <a:moveTo>
                  <a:pt x="79547" y="14779"/>
                </a:moveTo>
                <a:cubicBezTo>
                  <a:pt x="79547" y="19618"/>
                  <a:pt x="76525" y="23732"/>
                  <a:pt x="72271" y="25391"/>
                </a:cubicBezTo>
                <a:cubicBezTo>
                  <a:pt x="70656" y="18073"/>
                  <a:pt x="64885" y="12302"/>
                  <a:pt x="57565" y="10689"/>
                </a:cubicBezTo>
                <a:cubicBezTo>
                  <a:pt x="59224" y="6439"/>
                  <a:pt x="63336" y="3417"/>
                  <a:pt x="68180" y="3417"/>
                </a:cubicBezTo>
                <a:cubicBezTo>
                  <a:pt x="74452" y="3417"/>
                  <a:pt x="79547" y="8507"/>
                  <a:pt x="79547" y="14779"/>
                </a:cubicBezTo>
                <a:close/>
                <a:moveTo>
                  <a:pt x="53409" y="14779"/>
                </a:moveTo>
                <a:cubicBezTo>
                  <a:pt x="49493" y="14779"/>
                  <a:pt x="45729" y="16334"/>
                  <a:pt x="42959" y="19105"/>
                </a:cubicBezTo>
                <a:cubicBezTo>
                  <a:pt x="40188" y="21874"/>
                  <a:pt x="38639" y="25632"/>
                  <a:pt x="38639" y="29548"/>
                </a:cubicBezTo>
                <a:cubicBezTo>
                  <a:pt x="38639" y="33467"/>
                  <a:pt x="40188" y="37223"/>
                  <a:pt x="42959" y="39993"/>
                </a:cubicBezTo>
                <a:cubicBezTo>
                  <a:pt x="45729" y="42763"/>
                  <a:pt x="49493" y="44319"/>
                  <a:pt x="53409" y="44319"/>
                </a:cubicBezTo>
                <a:cubicBezTo>
                  <a:pt x="57325" y="44319"/>
                  <a:pt x="61078" y="42763"/>
                  <a:pt x="63849" y="39993"/>
                </a:cubicBezTo>
                <a:cubicBezTo>
                  <a:pt x="66620" y="37223"/>
                  <a:pt x="68180" y="33467"/>
                  <a:pt x="68180" y="29548"/>
                </a:cubicBezTo>
                <a:cubicBezTo>
                  <a:pt x="68180" y="25632"/>
                  <a:pt x="66620" y="21874"/>
                  <a:pt x="63849" y="19105"/>
                </a:cubicBezTo>
                <a:cubicBezTo>
                  <a:pt x="61078" y="16334"/>
                  <a:pt x="57325" y="14779"/>
                  <a:pt x="53409" y="1477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2" name="Белый — SVG 45">
            <a:extLst>
              <a:ext uri="{FF2B5EF4-FFF2-40B4-BE49-F238E27FC236}">
                <a16:creationId xmlns:a16="http://schemas.microsoft.com/office/drawing/2014/main" id="{BB5594DE-D17A-8045-8AD2-73905265EE11}"/>
              </a:ext>
            </a:extLst>
          </p:cNvPr>
          <p:cNvSpPr>
            <a:spLocks noGrp="1"/>
          </p:cNvSpPr>
          <p:nvPr/>
        </p:nvSpPr>
        <p:spPr>
          <a:xfrm>
            <a:off x="5220000" y="5270000"/>
            <a:ext cx="220000" cy="220000"/>
          </a:xfrm>
          <a:custGeom>
            <a:avLst/>
            <a:gdLst>
              <a:gd name="csX0" fmla="*/ 146621 w 155961"/>
              <a:gd name="csY0" fmla="*/ 67335 h 148830"/>
              <a:gd name="csX1" fmla="*/ 130509 w 155961"/>
              <a:gd name="csY1" fmla="*/ 74129 h 148830"/>
              <a:gd name="csX2" fmla="*/ 112850 w 155961"/>
              <a:gd name="csY2" fmla="*/ 83780 h 148830"/>
              <a:gd name="csX3" fmla="*/ 113428 w 155961"/>
              <a:gd name="csY3" fmla="*/ 88599 h 148830"/>
              <a:gd name="csX4" fmla="*/ 92161 w 155961"/>
              <a:gd name="csY4" fmla="*/ 109863 h 148830"/>
              <a:gd name="csX5" fmla="*/ 65569 w 155961"/>
              <a:gd name="csY5" fmla="*/ 109863 h 148830"/>
              <a:gd name="csX6" fmla="*/ 60261 w 155961"/>
              <a:gd name="csY6" fmla="*/ 104547 h 148830"/>
              <a:gd name="csX7" fmla="*/ 65569 w 155961"/>
              <a:gd name="csY7" fmla="*/ 99231 h 148830"/>
              <a:gd name="csX8" fmla="*/ 92161 w 155961"/>
              <a:gd name="csY8" fmla="*/ 99231 h 148830"/>
              <a:gd name="csX9" fmla="*/ 102795 w 155961"/>
              <a:gd name="csY9" fmla="*/ 88599 h 148830"/>
              <a:gd name="csX10" fmla="*/ 99137 w 155961"/>
              <a:gd name="csY10" fmla="*/ 80643 h 148830"/>
              <a:gd name="csX11" fmla="*/ 90392 w 155961"/>
              <a:gd name="csY11" fmla="*/ 77967 h 148830"/>
              <a:gd name="csX12" fmla="*/ 74808 w 155961"/>
              <a:gd name="csY12" fmla="*/ 77967 h 148830"/>
              <a:gd name="csX13" fmla="*/ 72664 w 155961"/>
              <a:gd name="csY13" fmla="*/ 77967 h 148830"/>
              <a:gd name="csX14" fmla="*/ 72358 w 155961"/>
              <a:gd name="csY14" fmla="*/ 77936 h 148830"/>
              <a:gd name="csX15" fmla="*/ 54579 w 155961"/>
              <a:gd name="csY15" fmla="*/ 75958 h 148830"/>
              <a:gd name="csX16" fmla="*/ 41921 w 155961"/>
              <a:gd name="csY16" fmla="*/ 74424 h 148830"/>
              <a:gd name="csX17" fmla="*/ 476 w 155961"/>
              <a:gd name="csY17" fmla="*/ 107680 h 148830"/>
              <a:gd name="csX18" fmla="*/ 1037 w 155961"/>
              <a:gd name="csY18" fmla="*/ 113039 h 148830"/>
              <a:gd name="csX19" fmla="*/ 25843 w 155961"/>
              <a:gd name="csY19" fmla="*/ 146685 h 148830"/>
              <a:gd name="csX20" fmla="*/ 30113 w 155961"/>
              <a:gd name="csY20" fmla="*/ 148830 h 148830"/>
              <a:gd name="csX21" fmla="*/ 31117 w 155961"/>
              <a:gd name="csY21" fmla="*/ 148733 h 148830"/>
              <a:gd name="csX22" fmla="*/ 35268 w 155961"/>
              <a:gd name="csY22" fmla="*/ 144860 h 148830"/>
              <a:gd name="csX23" fmla="*/ 47858 w 155961"/>
              <a:gd name="csY23" fmla="*/ 134672 h 148830"/>
              <a:gd name="csX24" fmla="*/ 68853 w 155961"/>
              <a:gd name="csY24" fmla="*/ 136426 h 148830"/>
              <a:gd name="csX25" fmla="*/ 90392 w 155961"/>
              <a:gd name="csY25" fmla="*/ 138215 h 148830"/>
              <a:gd name="csX26" fmla="*/ 127600 w 155961"/>
              <a:gd name="csY26" fmla="*/ 109863 h 148830"/>
              <a:gd name="csX27" fmla="*/ 155962 w 155961"/>
              <a:gd name="csY27" fmla="*/ 75824 h 148830"/>
              <a:gd name="csX28" fmla="*/ 146621 w 155961"/>
              <a:gd name="csY28" fmla="*/ 67335 h 148830"/>
              <a:gd name="csX29" fmla="*/ 115861 w 155961"/>
              <a:gd name="csY29" fmla="*/ 37709 h 148830"/>
              <a:gd name="csX30" fmla="*/ 113836 w 155961"/>
              <a:gd name="csY30" fmla="*/ 33668 h 148830"/>
              <a:gd name="csX31" fmla="*/ 115861 w 155961"/>
              <a:gd name="csY31" fmla="*/ 29628 h 148830"/>
              <a:gd name="csX32" fmla="*/ 118039 w 155961"/>
              <a:gd name="csY32" fmla="*/ 27997 h 148830"/>
              <a:gd name="csX33" fmla="*/ 119281 w 155961"/>
              <a:gd name="csY33" fmla="*/ 24467 h 148830"/>
              <a:gd name="csX34" fmla="*/ 111029 w 155961"/>
              <a:gd name="csY34" fmla="*/ 10236 h 148830"/>
              <a:gd name="csX35" fmla="*/ 107354 w 155961"/>
              <a:gd name="csY35" fmla="*/ 9562 h 148830"/>
              <a:gd name="csX36" fmla="*/ 104887 w 155961"/>
              <a:gd name="csY36" fmla="*/ 10615 h 148830"/>
              <a:gd name="csX37" fmla="*/ 100362 w 155961"/>
              <a:gd name="csY37" fmla="*/ 10344 h 148830"/>
              <a:gd name="csX38" fmla="*/ 97878 w 155961"/>
              <a:gd name="csY38" fmla="*/ 6575 h 148830"/>
              <a:gd name="csX39" fmla="*/ 97555 w 155961"/>
              <a:gd name="csY39" fmla="*/ 3877 h 148830"/>
              <a:gd name="csX40" fmla="*/ 95139 w 155961"/>
              <a:gd name="csY40" fmla="*/ 1031 h 148830"/>
              <a:gd name="csX41" fmla="*/ 86904 w 155961"/>
              <a:gd name="csY41" fmla="*/ 0 h 148830"/>
              <a:gd name="csX42" fmla="*/ 78670 w 155961"/>
              <a:gd name="csY42" fmla="*/ 1027 h 148830"/>
              <a:gd name="csX43" fmla="*/ 76237 w 155961"/>
              <a:gd name="csY43" fmla="*/ 3873 h 148830"/>
              <a:gd name="csX44" fmla="*/ 75931 w 155961"/>
              <a:gd name="csY44" fmla="*/ 6571 h 148830"/>
              <a:gd name="csX45" fmla="*/ 73430 w 155961"/>
              <a:gd name="csY45" fmla="*/ 10341 h 148830"/>
              <a:gd name="csX46" fmla="*/ 68921 w 155961"/>
              <a:gd name="csY46" fmla="*/ 10610 h 148830"/>
              <a:gd name="csX47" fmla="*/ 66454 w 155961"/>
              <a:gd name="csY47" fmla="*/ 9559 h 148830"/>
              <a:gd name="csX48" fmla="*/ 62779 w 155961"/>
              <a:gd name="csY48" fmla="*/ 10232 h 148830"/>
              <a:gd name="csX49" fmla="*/ 54511 w 155961"/>
              <a:gd name="csY49" fmla="*/ 24464 h 148830"/>
              <a:gd name="csX50" fmla="*/ 55770 w 155961"/>
              <a:gd name="csY50" fmla="*/ 27993 h 148830"/>
              <a:gd name="csX51" fmla="*/ 57947 w 155961"/>
              <a:gd name="csY51" fmla="*/ 29625 h 148830"/>
              <a:gd name="csX52" fmla="*/ 59972 w 155961"/>
              <a:gd name="csY52" fmla="*/ 33665 h 148830"/>
              <a:gd name="csX53" fmla="*/ 57947 w 155961"/>
              <a:gd name="csY53" fmla="*/ 37705 h 148830"/>
              <a:gd name="csX54" fmla="*/ 55770 w 155961"/>
              <a:gd name="csY54" fmla="*/ 39335 h 148830"/>
              <a:gd name="csX55" fmla="*/ 54511 w 155961"/>
              <a:gd name="csY55" fmla="*/ 42865 h 148830"/>
              <a:gd name="csX56" fmla="*/ 62779 w 155961"/>
              <a:gd name="csY56" fmla="*/ 57098 h 148830"/>
              <a:gd name="csX57" fmla="*/ 66454 w 155961"/>
              <a:gd name="csY57" fmla="*/ 57770 h 148830"/>
              <a:gd name="csX58" fmla="*/ 68921 w 155961"/>
              <a:gd name="csY58" fmla="*/ 56718 h 148830"/>
              <a:gd name="csX59" fmla="*/ 73430 w 155961"/>
              <a:gd name="csY59" fmla="*/ 56987 h 148830"/>
              <a:gd name="csX60" fmla="*/ 75931 w 155961"/>
              <a:gd name="csY60" fmla="*/ 60759 h 148830"/>
              <a:gd name="csX61" fmla="*/ 76254 w 155961"/>
              <a:gd name="csY61" fmla="*/ 63455 h 148830"/>
              <a:gd name="csX62" fmla="*/ 78670 w 155961"/>
              <a:gd name="csY62" fmla="*/ 66304 h 148830"/>
              <a:gd name="csX63" fmla="*/ 86904 w 155961"/>
              <a:gd name="csY63" fmla="*/ 67332 h 148830"/>
              <a:gd name="csX64" fmla="*/ 95139 w 155961"/>
              <a:gd name="csY64" fmla="*/ 66304 h 148830"/>
              <a:gd name="csX65" fmla="*/ 97555 w 155961"/>
              <a:gd name="csY65" fmla="*/ 63455 h 148830"/>
              <a:gd name="csX66" fmla="*/ 97878 w 155961"/>
              <a:gd name="csY66" fmla="*/ 60759 h 148830"/>
              <a:gd name="csX67" fmla="*/ 100379 w 155961"/>
              <a:gd name="csY67" fmla="*/ 56987 h 148830"/>
              <a:gd name="csX68" fmla="*/ 104887 w 155961"/>
              <a:gd name="csY68" fmla="*/ 56718 h 148830"/>
              <a:gd name="csX69" fmla="*/ 107354 w 155961"/>
              <a:gd name="csY69" fmla="*/ 57770 h 148830"/>
              <a:gd name="csX70" fmla="*/ 111029 w 155961"/>
              <a:gd name="csY70" fmla="*/ 57098 h 148830"/>
              <a:gd name="csX71" fmla="*/ 119298 w 155961"/>
              <a:gd name="csY71" fmla="*/ 42865 h 148830"/>
              <a:gd name="csX72" fmla="*/ 118039 w 155961"/>
              <a:gd name="csY72" fmla="*/ 39335 h 148830"/>
              <a:gd name="csX73" fmla="*/ 115861 w 155961"/>
              <a:gd name="csY73" fmla="*/ 37709 h 148830"/>
              <a:gd name="csX74" fmla="*/ 86904 w 155961"/>
              <a:gd name="csY74" fmla="*/ 42528 h 148830"/>
              <a:gd name="csX75" fmla="*/ 78040 w 155961"/>
              <a:gd name="csY75" fmla="*/ 33668 h 148830"/>
              <a:gd name="csX76" fmla="*/ 86904 w 155961"/>
              <a:gd name="csY76" fmla="*/ 24807 h 148830"/>
              <a:gd name="csX77" fmla="*/ 95768 w 155961"/>
              <a:gd name="csY77" fmla="*/ 33668 h 148830"/>
              <a:gd name="csX78" fmla="*/ 86904 w 155961"/>
              <a:gd name="csY78" fmla="*/ 42528 h 148830"/>
            </a:gdLst>
            <a:ahLst/>
            <a:cxnLst/>
            <a:rect l="l" t="t" r="r" b="b"/>
            <a:pathLst>
              <a:path w="100000" h="100000">
                <a:moveTo>
                  <a:pt x="94011" y="45460"/>
                </a:moveTo>
                <a:cubicBezTo>
                  <a:pt x="91677" y="45460"/>
                  <a:pt x="89124" y="46995"/>
                  <a:pt x="83681" y="49817"/>
                </a:cubicBezTo>
                <a:cubicBezTo>
                  <a:pt x="79176" y="52158"/>
                  <a:pt x="75008" y="54381"/>
                  <a:pt x="72358" y="56005"/>
                </a:cubicBezTo>
                <a:cubicBezTo>
                  <a:pt x="72587" y="56999"/>
                  <a:pt x="72728" y="58031"/>
                  <a:pt x="72728" y="59095"/>
                </a:cubicBezTo>
                <a:cubicBezTo>
                  <a:pt x="72728" y="66614"/>
                  <a:pt x="66609" y="72729"/>
                  <a:pt x="59092" y="72729"/>
                </a:cubicBezTo>
                <a:lnTo>
                  <a:pt x="42042" y="72729"/>
                </a:lnTo>
                <a:cubicBezTo>
                  <a:pt x="40166" y="72729"/>
                  <a:pt x="38639" y="71204"/>
                  <a:pt x="38639" y="69320"/>
                </a:cubicBezTo>
                <a:cubicBezTo>
                  <a:pt x="38639" y="67436"/>
                  <a:pt x="40166" y="65912"/>
                  <a:pt x="42042" y="65912"/>
                </a:cubicBezTo>
                <a:lnTo>
                  <a:pt x="59092" y="65912"/>
                </a:lnTo>
                <a:cubicBezTo>
                  <a:pt x="62845" y="65912"/>
                  <a:pt x="65911" y="62853"/>
                  <a:pt x="65911" y="59095"/>
                </a:cubicBezTo>
                <a:cubicBezTo>
                  <a:pt x="65911" y="57057"/>
                  <a:pt x="64994" y="55246"/>
                  <a:pt x="63565" y="53993"/>
                </a:cubicBezTo>
                <a:cubicBezTo>
                  <a:pt x="61951" y="52925"/>
                  <a:pt x="60031" y="52277"/>
                  <a:pt x="57958" y="52277"/>
                </a:cubicBezTo>
                <a:lnTo>
                  <a:pt x="47966" y="52277"/>
                </a:lnTo>
                <a:lnTo>
                  <a:pt x="46591" y="52277"/>
                </a:lnTo>
                <a:cubicBezTo>
                  <a:pt x="46526" y="52277"/>
                  <a:pt x="46460" y="52262"/>
                  <a:pt x="46395" y="52258"/>
                </a:cubicBezTo>
                <a:cubicBezTo>
                  <a:pt x="40406" y="52164"/>
                  <a:pt x="37526" y="51546"/>
                  <a:pt x="34995" y="50989"/>
                </a:cubicBezTo>
                <a:cubicBezTo>
                  <a:pt x="32704" y="50482"/>
                  <a:pt x="30522" y="50006"/>
                  <a:pt x="26879" y="50006"/>
                </a:cubicBezTo>
                <a:cubicBezTo>
                  <a:pt x="10210" y="50006"/>
                  <a:pt x="698" y="70459"/>
                  <a:pt x="305" y="71329"/>
                </a:cubicBezTo>
                <a:cubicBezTo>
                  <a:pt x="-207" y="72456"/>
                  <a:pt x="-65" y="73769"/>
                  <a:pt x="665" y="74765"/>
                </a:cubicBezTo>
                <a:lnTo>
                  <a:pt x="16570" y="96339"/>
                </a:lnTo>
                <a:cubicBezTo>
                  <a:pt x="17225" y="97218"/>
                  <a:pt x="18239" y="97714"/>
                  <a:pt x="19308" y="97714"/>
                </a:cubicBezTo>
                <a:cubicBezTo>
                  <a:pt x="19527" y="97714"/>
                  <a:pt x="19745" y="97693"/>
                  <a:pt x="19952" y="97652"/>
                </a:cubicBezTo>
                <a:cubicBezTo>
                  <a:pt x="21239" y="97406"/>
                  <a:pt x="22286" y="96435"/>
                  <a:pt x="22613" y="95168"/>
                </a:cubicBezTo>
                <a:cubicBezTo>
                  <a:pt x="22799" y="94498"/>
                  <a:pt x="24534" y="88636"/>
                  <a:pt x="30686" y="88636"/>
                </a:cubicBezTo>
                <a:cubicBezTo>
                  <a:pt x="35115" y="88636"/>
                  <a:pt x="39708" y="89209"/>
                  <a:pt x="44148" y="89761"/>
                </a:cubicBezTo>
                <a:cubicBezTo>
                  <a:pt x="48663" y="90327"/>
                  <a:pt x="53343" y="90908"/>
                  <a:pt x="57958" y="90908"/>
                </a:cubicBezTo>
                <a:cubicBezTo>
                  <a:pt x="64231" y="90908"/>
                  <a:pt x="68758" y="86092"/>
                  <a:pt x="81815" y="72729"/>
                </a:cubicBezTo>
                <a:cubicBezTo>
                  <a:pt x="98408" y="55753"/>
                  <a:pt x="100001" y="54268"/>
                  <a:pt x="100001" y="50903"/>
                </a:cubicBezTo>
                <a:cubicBezTo>
                  <a:pt x="100001" y="47990"/>
                  <a:pt x="97437" y="45460"/>
                  <a:pt x="94011" y="45460"/>
                </a:cubicBezTo>
                <a:close/>
                <a:moveTo>
                  <a:pt x="74288" y="26465"/>
                </a:moveTo>
                <a:cubicBezTo>
                  <a:pt x="73470" y="25852"/>
                  <a:pt x="72990" y="24891"/>
                  <a:pt x="72990" y="23874"/>
                </a:cubicBezTo>
                <a:cubicBezTo>
                  <a:pt x="72990" y="22855"/>
                  <a:pt x="73470" y="21894"/>
                  <a:pt x="74288" y="21283"/>
                </a:cubicBezTo>
                <a:lnTo>
                  <a:pt x="75685" y="20237"/>
                </a:lnTo>
                <a:cubicBezTo>
                  <a:pt x="76372" y="19715"/>
                  <a:pt x="76721" y="18813"/>
                  <a:pt x="76481" y="17974"/>
                </a:cubicBezTo>
                <a:cubicBezTo>
                  <a:pt x="75499" y="14491"/>
                  <a:pt x="73645" y="11373"/>
                  <a:pt x="71190" y="8849"/>
                </a:cubicBezTo>
                <a:cubicBezTo>
                  <a:pt x="70579" y="8224"/>
                  <a:pt x="69630" y="8073"/>
                  <a:pt x="68834" y="8417"/>
                </a:cubicBezTo>
                <a:lnTo>
                  <a:pt x="67252" y="9092"/>
                </a:lnTo>
                <a:cubicBezTo>
                  <a:pt x="66314" y="9492"/>
                  <a:pt x="65234" y="9428"/>
                  <a:pt x="64351" y="8919"/>
                </a:cubicBezTo>
                <a:cubicBezTo>
                  <a:pt x="63478" y="8411"/>
                  <a:pt x="62878" y="7515"/>
                  <a:pt x="62758" y="6502"/>
                </a:cubicBezTo>
                <a:lnTo>
                  <a:pt x="62551" y="4772"/>
                </a:lnTo>
                <a:cubicBezTo>
                  <a:pt x="62441" y="3908"/>
                  <a:pt x="61842" y="3161"/>
                  <a:pt x="61002" y="2947"/>
                </a:cubicBezTo>
                <a:cubicBezTo>
                  <a:pt x="59311" y="2518"/>
                  <a:pt x="57543" y="2286"/>
                  <a:pt x="55722" y="2286"/>
                </a:cubicBezTo>
                <a:cubicBezTo>
                  <a:pt x="53900" y="2286"/>
                  <a:pt x="52133" y="2518"/>
                  <a:pt x="50442" y="2945"/>
                </a:cubicBezTo>
                <a:cubicBezTo>
                  <a:pt x="49591" y="3159"/>
                  <a:pt x="48991" y="3906"/>
                  <a:pt x="48882" y="4769"/>
                </a:cubicBezTo>
                <a:lnTo>
                  <a:pt x="48686" y="6499"/>
                </a:lnTo>
                <a:cubicBezTo>
                  <a:pt x="48554" y="7511"/>
                  <a:pt x="47966" y="8408"/>
                  <a:pt x="47082" y="8917"/>
                </a:cubicBezTo>
                <a:cubicBezTo>
                  <a:pt x="46198" y="9426"/>
                  <a:pt x="45129" y="9492"/>
                  <a:pt x="44191" y="9089"/>
                </a:cubicBezTo>
                <a:lnTo>
                  <a:pt x="42609" y="8415"/>
                </a:lnTo>
                <a:cubicBezTo>
                  <a:pt x="41813" y="8072"/>
                  <a:pt x="40853" y="8224"/>
                  <a:pt x="40253" y="8847"/>
                </a:cubicBezTo>
                <a:cubicBezTo>
                  <a:pt x="37788" y="11371"/>
                  <a:pt x="35944" y="14488"/>
                  <a:pt x="34952" y="17972"/>
                </a:cubicBezTo>
                <a:cubicBezTo>
                  <a:pt x="34711" y="18811"/>
                  <a:pt x="35061" y="19713"/>
                  <a:pt x="35759" y="20235"/>
                </a:cubicBezTo>
                <a:lnTo>
                  <a:pt x="37155" y="21281"/>
                </a:lnTo>
                <a:cubicBezTo>
                  <a:pt x="37973" y="21892"/>
                  <a:pt x="38453" y="22853"/>
                  <a:pt x="38453" y="23872"/>
                </a:cubicBezTo>
                <a:cubicBezTo>
                  <a:pt x="38453" y="24889"/>
                  <a:pt x="37973" y="25850"/>
                  <a:pt x="37155" y="26462"/>
                </a:cubicBezTo>
                <a:lnTo>
                  <a:pt x="35759" y="27507"/>
                </a:lnTo>
                <a:cubicBezTo>
                  <a:pt x="35061" y="28030"/>
                  <a:pt x="34722" y="28931"/>
                  <a:pt x="34952" y="29771"/>
                </a:cubicBezTo>
                <a:cubicBezTo>
                  <a:pt x="35944" y="33254"/>
                  <a:pt x="37788" y="36372"/>
                  <a:pt x="40253" y="38897"/>
                </a:cubicBezTo>
                <a:cubicBezTo>
                  <a:pt x="40853" y="39520"/>
                  <a:pt x="41813" y="39671"/>
                  <a:pt x="42609" y="39327"/>
                </a:cubicBezTo>
                <a:lnTo>
                  <a:pt x="44191" y="38653"/>
                </a:lnTo>
                <a:cubicBezTo>
                  <a:pt x="45129" y="38253"/>
                  <a:pt x="46198" y="38316"/>
                  <a:pt x="47082" y="38825"/>
                </a:cubicBezTo>
                <a:cubicBezTo>
                  <a:pt x="47966" y="39335"/>
                  <a:pt x="48554" y="40230"/>
                  <a:pt x="48686" y="41244"/>
                </a:cubicBezTo>
                <a:lnTo>
                  <a:pt x="48893" y="42973"/>
                </a:lnTo>
                <a:cubicBezTo>
                  <a:pt x="48991" y="43836"/>
                  <a:pt x="49602" y="44583"/>
                  <a:pt x="50442" y="44799"/>
                </a:cubicBezTo>
                <a:cubicBezTo>
                  <a:pt x="52133" y="45227"/>
                  <a:pt x="53900" y="45458"/>
                  <a:pt x="55722" y="45458"/>
                </a:cubicBezTo>
                <a:cubicBezTo>
                  <a:pt x="57543" y="45458"/>
                  <a:pt x="59311" y="45227"/>
                  <a:pt x="61002" y="44799"/>
                </a:cubicBezTo>
                <a:cubicBezTo>
                  <a:pt x="61842" y="44586"/>
                  <a:pt x="62452" y="43839"/>
                  <a:pt x="62551" y="42973"/>
                </a:cubicBezTo>
                <a:lnTo>
                  <a:pt x="62758" y="41244"/>
                </a:lnTo>
                <a:cubicBezTo>
                  <a:pt x="62889" y="40233"/>
                  <a:pt x="63478" y="39335"/>
                  <a:pt x="64362" y="38825"/>
                </a:cubicBezTo>
                <a:cubicBezTo>
                  <a:pt x="65234" y="38316"/>
                  <a:pt x="66314" y="38251"/>
                  <a:pt x="67252" y="38653"/>
                </a:cubicBezTo>
                <a:lnTo>
                  <a:pt x="68834" y="39327"/>
                </a:lnTo>
                <a:cubicBezTo>
                  <a:pt x="69630" y="39671"/>
                  <a:pt x="70579" y="39518"/>
                  <a:pt x="71190" y="38897"/>
                </a:cubicBezTo>
                <a:cubicBezTo>
                  <a:pt x="73645" y="36372"/>
                  <a:pt x="75499" y="33254"/>
                  <a:pt x="76492" y="29771"/>
                </a:cubicBezTo>
                <a:cubicBezTo>
                  <a:pt x="76732" y="28931"/>
                  <a:pt x="76383" y="28030"/>
                  <a:pt x="75685" y="27507"/>
                </a:cubicBezTo>
                <a:lnTo>
                  <a:pt x="74288" y="26465"/>
                </a:lnTo>
                <a:close/>
                <a:moveTo>
                  <a:pt x="55722" y="29555"/>
                </a:moveTo>
                <a:cubicBezTo>
                  <a:pt x="52580" y="29555"/>
                  <a:pt x="50038" y="27012"/>
                  <a:pt x="50038" y="23874"/>
                </a:cubicBezTo>
                <a:cubicBezTo>
                  <a:pt x="50038" y="20736"/>
                  <a:pt x="52580" y="18192"/>
                  <a:pt x="55722" y="18192"/>
                </a:cubicBezTo>
                <a:cubicBezTo>
                  <a:pt x="58853" y="18192"/>
                  <a:pt x="61405" y="20736"/>
                  <a:pt x="61405" y="23874"/>
                </a:cubicBezTo>
                <a:cubicBezTo>
                  <a:pt x="61405" y="27012"/>
                  <a:pt x="58853" y="29555"/>
                  <a:pt x="55722" y="2955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3" name="Белый — SVG 46">
            <a:extLst>
              <a:ext uri="{FF2B5EF4-FFF2-40B4-BE49-F238E27FC236}">
                <a16:creationId xmlns:a16="http://schemas.microsoft.com/office/drawing/2014/main" id="{A101E0E1-1A03-BB4F-9104-BF605667CBBD}"/>
              </a:ext>
            </a:extLst>
          </p:cNvPr>
          <p:cNvSpPr>
            <a:spLocks noGrp="1"/>
          </p:cNvSpPr>
          <p:nvPr/>
        </p:nvSpPr>
        <p:spPr>
          <a:xfrm>
            <a:off x="5820000" y="5270000"/>
            <a:ext cx="220000" cy="220000"/>
          </a:xfrm>
          <a:custGeom>
            <a:avLst/>
            <a:gdLst>
              <a:gd name="csX0" fmla="*/ 37923 w 156098"/>
              <a:gd name="csY0" fmla="*/ 6 h 152390"/>
              <a:gd name="csX1" fmla="*/ 28327 w 156098"/>
              <a:gd name="csY1" fmla="*/ 1238 h 152390"/>
              <a:gd name="csX2" fmla="*/ 0 w 156098"/>
              <a:gd name="csY2" fmla="*/ 41003 h 152390"/>
              <a:gd name="csX3" fmla="*/ 2807 w 156098"/>
              <a:gd name="csY3" fmla="*/ 45683 h 152390"/>
              <a:gd name="csX4" fmla="*/ 8217 w 156098"/>
              <a:gd name="csY4" fmla="*/ 45435 h 152390"/>
              <a:gd name="csX5" fmla="*/ 25163 w 156098"/>
              <a:gd name="csY5" fmla="*/ 46921 h 152390"/>
              <a:gd name="csX6" fmla="*/ 37566 w 156098"/>
              <a:gd name="csY6" fmla="*/ 49864 h 152390"/>
              <a:gd name="csX7" fmla="*/ 61112 w 156098"/>
              <a:gd name="csY7" fmla="*/ 36961 h 152390"/>
              <a:gd name="csX8" fmla="*/ 61588 w 156098"/>
              <a:gd name="csY8" fmla="*/ 35992 h 152390"/>
              <a:gd name="csX9" fmla="*/ 55889 w 156098"/>
              <a:gd name="csY9" fmla="*/ 30912 h 152390"/>
              <a:gd name="csX10" fmla="*/ 34401 w 156098"/>
              <a:gd name="csY10" fmla="*/ 34650 h 152390"/>
              <a:gd name="csX11" fmla="*/ 29399 w 156098"/>
              <a:gd name="csY11" fmla="*/ 34650 h 152390"/>
              <a:gd name="csX12" fmla="*/ 29399 w 156098"/>
              <a:gd name="csY12" fmla="*/ 29638 h 152390"/>
              <a:gd name="csX13" fmla="*/ 58611 w 156098"/>
              <a:gd name="csY13" fmla="*/ 24371 h 152390"/>
              <a:gd name="csX14" fmla="*/ 63307 w 156098"/>
              <a:gd name="csY14" fmla="*/ 27250 h 152390"/>
              <a:gd name="csX15" fmla="*/ 67968 w 156098"/>
              <a:gd name="csY15" fmla="*/ 34282 h 152390"/>
              <a:gd name="csX16" fmla="*/ 71031 w 156098"/>
              <a:gd name="csY16" fmla="*/ 46319 h 152390"/>
              <a:gd name="csX17" fmla="*/ 71031 w 156098"/>
              <a:gd name="csY17" fmla="*/ 49864 h 152390"/>
              <a:gd name="csX18" fmla="*/ 71031 w 156098"/>
              <a:gd name="csY18" fmla="*/ 49948 h 152390"/>
              <a:gd name="csX19" fmla="*/ 43384 w 156098"/>
              <a:gd name="csY19" fmla="*/ 67404 h 152390"/>
              <a:gd name="csX20" fmla="*/ 56995 w 156098"/>
              <a:gd name="csY20" fmla="*/ 69141 h 152390"/>
              <a:gd name="csX21" fmla="*/ 72664 w 156098"/>
              <a:gd name="csY21" fmla="*/ 70878 h 152390"/>
              <a:gd name="csX22" fmla="*/ 73226 w 156098"/>
              <a:gd name="csY22" fmla="*/ 70878 h 152390"/>
              <a:gd name="csX23" fmla="*/ 73328 w 156098"/>
              <a:gd name="csY23" fmla="*/ 70914 h 152390"/>
              <a:gd name="csX24" fmla="*/ 90528 w 156098"/>
              <a:gd name="csY24" fmla="*/ 70914 h 152390"/>
              <a:gd name="csX25" fmla="*/ 104735 w 156098"/>
              <a:gd name="csY25" fmla="*/ 75093 h 152390"/>
              <a:gd name="csX26" fmla="*/ 114262 w 156098"/>
              <a:gd name="csY26" fmla="*/ 74353 h 152390"/>
              <a:gd name="csX27" fmla="*/ 125746 w 156098"/>
              <a:gd name="csY27" fmla="*/ 68255 h 152390"/>
              <a:gd name="csX28" fmla="*/ 128945 w 156098"/>
              <a:gd name="csY28" fmla="*/ 66586 h 152390"/>
              <a:gd name="csX29" fmla="*/ 136499 w 156098"/>
              <a:gd name="csY29" fmla="*/ 62835 h 152390"/>
              <a:gd name="csX30" fmla="*/ 113735 w 156098"/>
              <a:gd name="csY30" fmla="*/ 54930 h 152390"/>
              <a:gd name="csX31" fmla="*/ 100124 w 156098"/>
              <a:gd name="csY31" fmla="*/ 58121 h 152390"/>
              <a:gd name="csX32" fmla="*/ 81664 w 156098"/>
              <a:gd name="csY32" fmla="*/ 50009 h 152390"/>
              <a:gd name="csX33" fmla="*/ 81664 w 156098"/>
              <a:gd name="csY33" fmla="*/ 49864 h 152390"/>
              <a:gd name="csX34" fmla="*/ 81664 w 156098"/>
              <a:gd name="csY34" fmla="*/ 46319 h 152390"/>
              <a:gd name="csX35" fmla="*/ 77632 w 156098"/>
              <a:gd name="csY35" fmla="*/ 29846 h 152390"/>
              <a:gd name="csX36" fmla="*/ 60415 w 156098"/>
              <a:gd name="csY36" fmla="*/ 12964 h 152390"/>
              <a:gd name="csX37" fmla="*/ 60125 w 156098"/>
              <a:gd name="csY37" fmla="*/ 12874 h 152390"/>
              <a:gd name="csX38" fmla="*/ 59751 w 156098"/>
              <a:gd name="csY38" fmla="*/ 12188 h 152390"/>
              <a:gd name="csX39" fmla="*/ 37923 w 156098"/>
              <a:gd name="csY39" fmla="*/ 6 h 152390"/>
              <a:gd name="csX40" fmla="*/ 146758 w 156098"/>
              <a:gd name="csY40" fmla="*/ 70898 h 152390"/>
              <a:gd name="csX41" fmla="*/ 130646 w 156098"/>
              <a:gd name="csY41" fmla="*/ 77689 h 152390"/>
              <a:gd name="csX42" fmla="*/ 112986 w 156098"/>
              <a:gd name="csY42" fmla="*/ 87338 h 152390"/>
              <a:gd name="csX43" fmla="*/ 113565 w 156098"/>
              <a:gd name="csY43" fmla="*/ 92162 h 152390"/>
              <a:gd name="csX44" fmla="*/ 92298 w 156098"/>
              <a:gd name="csY44" fmla="*/ 113426 h 152390"/>
              <a:gd name="csX45" fmla="*/ 65706 w 156098"/>
              <a:gd name="csY45" fmla="*/ 113426 h 152390"/>
              <a:gd name="csX46" fmla="*/ 60398 w 156098"/>
              <a:gd name="csY46" fmla="*/ 108110 h 152390"/>
              <a:gd name="csX47" fmla="*/ 65706 w 156098"/>
              <a:gd name="csY47" fmla="*/ 102794 h 152390"/>
              <a:gd name="csX48" fmla="*/ 92298 w 156098"/>
              <a:gd name="csY48" fmla="*/ 102794 h 152390"/>
              <a:gd name="csX49" fmla="*/ 102931 w 156098"/>
              <a:gd name="csY49" fmla="*/ 92162 h 152390"/>
              <a:gd name="csX50" fmla="*/ 99273 w 156098"/>
              <a:gd name="csY50" fmla="*/ 84203 h 152390"/>
              <a:gd name="csX51" fmla="*/ 90528 w 156098"/>
              <a:gd name="csY51" fmla="*/ 81530 h 152390"/>
              <a:gd name="csX52" fmla="*/ 74961 w 156098"/>
              <a:gd name="csY52" fmla="*/ 81530 h 152390"/>
              <a:gd name="csX53" fmla="*/ 72800 w 156098"/>
              <a:gd name="csY53" fmla="*/ 81530 h 152390"/>
              <a:gd name="csX54" fmla="*/ 72494 w 156098"/>
              <a:gd name="csY54" fmla="*/ 81496 h 152390"/>
              <a:gd name="csX55" fmla="*/ 54732 w 156098"/>
              <a:gd name="csY55" fmla="*/ 79516 h 152390"/>
              <a:gd name="csX56" fmla="*/ 42057 w 156098"/>
              <a:gd name="csY56" fmla="*/ 77987 h 152390"/>
              <a:gd name="csX57" fmla="*/ 612 w 156098"/>
              <a:gd name="csY57" fmla="*/ 111240 h 152390"/>
              <a:gd name="csX58" fmla="*/ 1174 w 156098"/>
              <a:gd name="csY58" fmla="*/ 116597 h 152390"/>
              <a:gd name="csX59" fmla="*/ 25997 w 156098"/>
              <a:gd name="csY59" fmla="*/ 150243 h 152390"/>
              <a:gd name="csX60" fmla="*/ 30250 w 156098"/>
              <a:gd name="csY60" fmla="*/ 152390 h 152390"/>
              <a:gd name="csX61" fmla="*/ 31271 w 156098"/>
              <a:gd name="csY61" fmla="*/ 152293 h 152390"/>
              <a:gd name="csX62" fmla="*/ 35405 w 156098"/>
              <a:gd name="csY62" fmla="*/ 148423 h 152390"/>
              <a:gd name="csX63" fmla="*/ 47995 w 156098"/>
              <a:gd name="csY63" fmla="*/ 138235 h 152390"/>
              <a:gd name="csX64" fmla="*/ 68989 w 156098"/>
              <a:gd name="csY64" fmla="*/ 139986 h 152390"/>
              <a:gd name="csX65" fmla="*/ 90528 w 156098"/>
              <a:gd name="csY65" fmla="*/ 141779 h 152390"/>
              <a:gd name="csX66" fmla="*/ 127737 w 156098"/>
              <a:gd name="csY66" fmla="*/ 113426 h 152390"/>
              <a:gd name="csX67" fmla="*/ 156098 w 156098"/>
              <a:gd name="csY67" fmla="*/ 79385 h 152390"/>
              <a:gd name="csX68" fmla="*/ 146758 w 156098"/>
              <a:gd name="csY68" fmla="*/ 70898 h 152390"/>
            </a:gdLst>
            <a:ahLst/>
            <a:cxnLst/>
            <a:rect l="l" t="t" r="r" b="b"/>
            <a:pathLst>
              <a:path w="100000" h="100000">
                <a:moveTo>
                  <a:pt x="24294" y="1192"/>
                </a:moveTo>
                <a:cubicBezTo>
                  <a:pt x="22310" y="1151"/>
                  <a:pt x="20240" y="1407"/>
                  <a:pt x="18147" y="1981"/>
                </a:cubicBezTo>
                <a:cubicBezTo>
                  <a:pt x="9766" y="4251"/>
                  <a:pt x="0" y="12290"/>
                  <a:pt x="0" y="27455"/>
                </a:cubicBezTo>
                <a:cubicBezTo>
                  <a:pt x="0" y="28704"/>
                  <a:pt x="687" y="29863"/>
                  <a:pt x="1798" y="30453"/>
                </a:cubicBezTo>
                <a:cubicBezTo>
                  <a:pt x="2889" y="31044"/>
                  <a:pt x="4229" y="30997"/>
                  <a:pt x="5264" y="30294"/>
                </a:cubicBezTo>
                <a:cubicBezTo>
                  <a:pt x="7924" y="28568"/>
                  <a:pt x="11281" y="29544"/>
                  <a:pt x="16120" y="31246"/>
                </a:cubicBezTo>
                <a:cubicBezTo>
                  <a:pt x="18888" y="32223"/>
                  <a:pt x="21504" y="33132"/>
                  <a:pt x="24066" y="33132"/>
                </a:cubicBezTo>
                <a:cubicBezTo>
                  <a:pt x="30245" y="33132"/>
                  <a:pt x="36305" y="29818"/>
                  <a:pt x="39150" y="24866"/>
                </a:cubicBezTo>
                <a:cubicBezTo>
                  <a:pt x="39259" y="24667"/>
                  <a:pt x="39357" y="24452"/>
                  <a:pt x="39455" y="24245"/>
                </a:cubicBezTo>
                <a:cubicBezTo>
                  <a:pt x="38616" y="22749"/>
                  <a:pt x="37406" y="21651"/>
                  <a:pt x="35804" y="20991"/>
                </a:cubicBezTo>
                <a:cubicBezTo>
                  <a:pt x="30823" y="18925"/>
                  <a:pt x="24066" y="21369"/>
                  <a:pt x="22038" y="23385"/>
                </a:cubicBezTo>
                <a:cubicBezTo>
                  <a:pt x="21155" y="24273"/>
                  <a:pt x="19716" y="24273"/>
                  <a:pt x="18834" y="23385"/>
                </a:cubicBezTo>
                <a:cubicBezTo>
                  <a:pt x="17940" y="22497"/>
                  <a:pt x="17940" y="21062"/>
                  <a:pt x="18834" y="20175"/>
                </a:cubicBezTo>
                <a:cubicBezTo>
                  <a:pt x="22114" y="16892"/>
                  <a:pt x="30823" y="14022"/>
                  <a:pt x="37548" y="16800"/>
                </a:cubicBezTo>
                <a:cubicBezTo>
                  <a:pt x="38539" y="17209"/>
                  <a:pt x="39564" y="17838"/>
                  <a:pt x="40556" y="18645"/>
                </a:cubicBezTo>
                <a:cubicBezTo>
                  <a:pt x="41798" y="19936"/>
                  <a:pt x="42780" y="21494"/>
                  <a:pt x="43542" y="23150"/>
                </a:cubicBezTo>
                <a:cubicBezTo>
                  <a:pt x="45002" y="26332"/>
                  <a:pt x="45504" y="29915"/>
                  <a:pt x="45504" y="30861"/>
                </a:cubicBezTo>
                <a:lnTo>
                  <a:pt x="45504" y="33132"/>
                </a:lnTo>
                <a:cubicBezTo>
                  <a:pt x="45504" y="33149"/>
                  <a:pt x="45504" y="33167"/>
                  <a:pt x="45504" y="33186"/>
                </a:cubicBezTo>
                <a:cubicBezTo>
                  <a:pt x="37777" y="34140"/>
                  <a:pt x="31335" y="38283"/>
                  <a:pt x="27793" y="44368"/>
                </a:cubicBezTo>
                <a:cubicBezTo>
                  <a:pt x="31695" y="44413"/>
                  <a:pt x="34256" y="44982"/>
                  <a:pt x="36512" y="45481"/>
                </a:cubicBezTo>
                <a:cubicBezTo>
                  <a:pt x="38801" y="45980"/>
                  <a:pt x="41188" y="46503"/>
                  <a:pt x="46550" y="46594"/>
                </a:cubicBezTo>
                <a:lnTo>
                  <a:pt x="46910" y="46594"/>
                </a:lnTo>
                <a:cubicBezTo>
                  <a:pt x="46932" y="46594"/>
                  <a:pt x="46954" y="46594"/>
                  <a:pt x="46976" y="46617"/>
                </a:cubicBezTo>
                <a:lnTo>
                  <a:pt x="57994" y="46617"/>
                </a:lnTo>
                <a:cubicBezTo>
                  <a:pt x="61210" y="46617"/>
                  <a:pt x="64370" y="47546"/>
                  <a:pt x="67096" y="49294"/>
                </a:cubicBezTo>
                <a:lnTo>
                  <a:pt x="73199" y="48820"/>
                </a:lnTo>
                <a:cubicBezTo>
                  <a:pt x="75150" y="47753"/>
                  <a:pt x="77581" y="46457"/>
                  <a:pt x="80556" y="44913"/>
                </a:cubicBezTo>
                <a:lnTo>
                  <a:pt x="82605" y="43844"/>
                </a:lnTo>
                <a:cubicBezTo>
                  <a:pt x="84425" y="42891"/>
                  <a:pt x="85995" y="42077"/>
                  <a:pt x="87444" y="41441"/>
                </a:cubicBezTo>
                <a:cubicBezTo>
                  <a:pt x="84218" y="38082"/>
                  <a:pt x="79335" y="36377"/>
                  <a:pt x="72861" y="36377"/>
                </a:cubicBezTo>
                <a:cubicBezTo>
                  <a:pt x="69798" y="36377"/>
                  <a:pt x="66823" y="37082"/>
                  <a:pt x="64142" y="38421"/>
                </a:cubicBezTo>
                <a:cubicBezTo>
                  <a:pt x="60741" y="35615"/>
                  <a:pt x="56665" y="33837"/>
                  <a:pt x="52316" y="33225"/>
                </a:cubicBezTo>
                <a:cubicBezTo>
                  <a:pt x="52316" y="33194"/>
                  <a:pt x="52316" y="33163"/>
                  <a:pt x="52316" y="33132"/>
                </a:cubicBezTo>
                <a:lnTo>
                  <a:pt x="52316" y="30861"/>
                </a:lnTo>
                <a:cubicBezTo>
                  <a:pt x="52316" y="28401"/>
                  <a:pt x="51673" y="24540"/>
                  <a:pt x="49733" y="20308"/>
                </a:cubicBezTo>
                <a:cubicBezTo>
                  <a:pt x="47793" y="16076"/>
                  <a:pt x="44359" y="11526"/>
                  <a:pt x="38703" y="9493"/>
                </a:cubicBezTo>
                <a:cubicBezTo>
                  <a:pt x="38648" y="9472"/>
                  <a:pt x="38583" y="9452"/>
                  <a:pt x="38517" y="9435"/>
                </a:cubicBezTo>
                <a:cubicBezTo>
                  <a:pt x="38441" y="9289"/>
                  <a:pt x="38365" y="9142"/>
                  <a:pt x="38278" y="8996"/>
                </a:cubicBezTo>
                <a:cubicBezTo>
                  <a:pt x="35401" y="4092"/>
                  <a:pt x="30245" y="1309"/>
                  <a:pt x="24294" y="1192"/>
                </a:cubicBezTo>
                <a:close/>
                <a:moveTo>
                  <a:pt x="94017" y="46607"/>
                </a:moveTo>
                <a:cubicBezTo>
                  <a:pt x="91695" y="46607"/>
                  <a:pt x="89134" y="48138"/>
                  <a:pt x="83695" y="50957"/>
                </a:cubicBezTo>
                <a:cubicBezTo>
                  <a:pt x="79193" y="53296"/>
                  <a:pt x="75030" y="55518"/>
                  <a:pt x="72381" y="57138"/>
                </a:cubicBezTo>
                <a:cubicBezTo>
                  <a:pt x="72610" y="58133"/>
                  <a:pt x="72752" y="59167"/>
                  <a:pt x="72752" y="60229"/>
                </a:cubicBezTo>
                <a:cubicBezTo>
                  <a:pt x="72752" y="67742"/>
                  <a:pt x="66638" y="73851"/>
                  <a:pt x="59128" y="73851"/>
                </a:cubicBezTo>
                <a:lnTo>
                  <a:pt x="42093" y="73851"/>
                </a:lnTo>
                <a:cubicBezTo>
                  <a:pt x="40218" y="73851"/>
                  <a:pt x="38692" y="72328"/>
                  <a:pt x="38692" y="70445"/>
                </a:cubicBezTo>
                <a:cubicBezTo>
                  <a:pt x="38692" y="68563"/>
                  <a:pt x="40218" y="67040"/>
                  <a:pt x="42093" y="67040"/>
                </a:cubicBezTo>
                <a:lnTo>
                  <a:pt x="59128" y="67040"/>
                </a:lnTo>
                <a:cubicBezTo>
                  <a:pt x="62877" y="67040"/>
                  <a:pt x="65940" y="63984"/>
                  <a:pt x="65940" y="60229"/>
                </a:cubicBezTo>
                <a:cubicBezTo>
                  <a:pt x="65940" y="58194"/>
                  <a:pt x="65025" y="56381"/>
                  <a:pt x="63597" y="55130"/>
                </a:cubicBezTo>
                <a:cubicBezTo>
                  <a:pt x="61983" y="54063"/>
                  <a:pt x="60065" y="53418"/>
                  <a:pt x="57994" y="53418"/>
                </a:cubicBezTo>
                <a:lnTo>
                  <a:pt x="48022" y="53418"/>
                </a:lnTo>
                <a:lnTo>
                  <a:pt x="46637" y="53418"/>
                </a:lnTo>
                <a:cubicBezTo>
                  <a:pt x="46572" y="53418"/>
                  <a:pt x="46507" y="53400"/>
                  <a:pt x="46441" y="53396"/>
                </a:cubicBezTo>
                <a:cubicBezTo>
                  <a:pt x="40458" y="53304"/>
                  <a:pt x="37580" y="52685"/>
                  <a:pt x="35063" y="52128"/>
                </a:cubicBezTo>
                <a:cubicBezTo>
                  <a:pt x="32763" y="51622"/>
                  <a:pt x="30583" y="51148"/>
                  <a:pt x="26943" y="51148"/>
                </a:cubicBezTo>
                <a:cubicBezTo>
                  <a:pt x="10289" y="51148"/>
                  <a:pt x="785" y="71581"/>
                  <a:pt x="392" y="72451"/>
                </a:cubicBezTo>
                <a:cubicBezTo>
                  <a:pt x="-120" y="73577"/>
                  <a:pt x="22" y="74889"/>
                  <a:pt x="752" y="75882"/>
                </a:cubicBezTo>
                <a:lnTo>
                  <a:pt x="16654" y="97437"/>
                </a:lnTo>
                <a:cubicBezTo>
                  <a:pt x="17297" y="98316"/>
                  <a:pt x="18311" y="98812"/>
                  <a:pt x="19379" y="98812"/>
                </a:cubicBezTo>
                <a:cubicBezTo>
                  <a:pt x="19597" y="98812"/>
                  <a:pt x="19814" y="98791"/>
                  <a:pt x="20033" y="98750"/>
                </a:cubicBezTo>
                <a:cubicBezTo>
                  <a:pt x="21308" y="98505"/>
                  <a:pt x="22355" y="97536"/>
                  <a:pt x="22681" y="96271"/>
                </a:cubicBezTo>
                <a:cubicBezTo>
                  <a:pt x="22866" y="95602"/>
                  <a:pt x="24599" y="89744"/>
                  <a:pt x="30747" y="89744"/>
                </a:cubicBezTo>
                <a:cubicBezTo>
                  <a:pt x="35171" y="89744"/>
                  <a:pt x="39760" y="90314"/>
                  <a:pt x="44196" y="90866"/>
                </a:cubicBezTo>
                <a:cubicBezTo>
                  <a:pt x="48709" y="91432"/>
                  <a:pt x="53384" y="92015"/>
                  <a:pt x="57994" y="92015"/>
                </a:cubicBezTo>
                <a:cubicBezTo>
                  <a:pt x="64262" y="92015"/>
                  <a:pt x="68785" y="87204"/>
                  <a:pt x="81831" y="73851"/>
                </a:cubicBezTo>
                <a:cubicBezTo>
                  <a:pt x="98409" y="56890"/>
                  <a:pt x="100000" y="55406"/>
                  <a:pt x="100000" y="52044"/>
                </a:cubicBezTo>
                <a:cubicBezTo>
                  <a:pt x="100000" y="49133"/>
                  <a:pt x="97439" y="46607"/>
                  <a:pt x="94017" y="4660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4" name="Белый — SVG 47">
            <a:extLst>
              <a:ext uri="{FF2B5EF4-FFF2-40B4-BE49-F238E27FC236}">
                <a16:creationId xmlns:a16="http://schemas.microsoft.com/office/drawing/2014/main" id="{B30C0EDC-6011-1343-818D-D054CD95DACD}"/>
              </a:ext>
            </a:extLst>
          </p:cNvPr>
          <p:cNvSpPr>
            <a:spLocks noGrp="1"/>
          </p:cNvSpPr>
          <p:nvPr/>
        </p:nvSpPr>
        <p:spPr>
          <a:xfrm>
            <a:off x="6420000" y="5270000"/>
            <a:ext cx="220000" cy="220000"/>
          </a:xfrm>
          <a:custGeom>
            <a:avLst/>
            <a:gdLst>
              <a:gd name="csX0" fmla="*/ 146623 w 155956"/>
              <a:gd name="csY0" fmla="*/ 60247 h 141740"/>
              <a:gd name="csX1" fmla="*/ 130509 w 155956"/>
              <a:gd name="csY1" fmla="*/ 67039 h 141740"/>
              <a:gd name="csX2" fmla="*/ 112851 w 155956"/>
              <a:gd name="csY2" fmla="*/ 76690 h 141740"/>
              <a:gd name="csX3" fmla="*/ 113423 w 155956"/>
              <a:gd name="csY3" fmla="*/ 81511 h 141740"/>
              <a:gd name="csX4" fmla="*/ 92156 w 155956"/>
              <a:gd name="csY4" fmla="*/ 102775 h 141740"/>
              <a:gd name="csX5" fmla="*/ 65573 w 155956"/>
              <a:gd name="csY5" fmla="*/ 102775 h 141740"/>
              <a:gd name="csX6" fmla="*/ 60256 w 155956"/>
              <a:gd name="csY6" fmla="*/ 97459 h 141740"/>
              <a:gd name="csX7" fmla="*/ 65573 w 155956"/>
              <a:gd name="csY7" fmla="*/ 92143 h 141740"/>
              <a:gd name="csX8" fmla="*/ 92156 w 155956"/>
              <a:gd name="csY8" fmla="*/ 92143 h 141740"/>
              <a:gd name="csX9" fmla="*/ 102789 w 155956"/>
              <a:gd name="csY9" fmla="*/ 81511 h 141740"/>
              <a:gd name="csX10" fmla="*/ 99138 w 155956"/>
              <a:gd name="csY10" fmla="*/ 73555 h 141740"/>
              <a:gd name="csX11" fmla="*/ 90383 w 155956"/>
              <a:gd name="csY11" fmla="*/ 70879 h 141740"/>
              <a:gd name="csX12" fmla="*/ 74813 w 155956"/>
              <a:gd name="csY12" fmla="*/ 70879 h 141740"/>
              <a:gd name="csX13" fmla="*/ 72660 w 155956"/>
              <a:gd name="csY13" fmla="*/ 70879 h 141740"/>
              <a:gd name="csX14" fmla="*/ 72359 w 155956"/>
              <a:gd name="csY14" fmla="*/ 70847 h 141740"/>
              <a:gd name="csX15" fmla="*/ 54584 w 155956"/>
              <a:gd name="csY15" fmla="*/ 68868 h 141740"/>
              <a:gd name="csX16" fmla="*/ 41921 w 155956"/>
              <a:gd name="csY16" fmla="*/ 67334 h 141740"/>
              <a:gd name="csX17" fmla="*/ 478 w 155956"/>
              <a:gd name="csY17" fmla="*/ 100591 h 141740"/>
              <a:gd name="csX18" fmla="*/ 1039 w 155956"/>
              <a:gd name="csY18" fmla="*/ 105949 h 141740"/>
              <a:gd name="csX19" fmla="*/ 25850 w 155956"/>
              <a:gd name="csY19" fmla="*/ 139595 h 141740"/>
              <a:gd name="csX20" fmla="*/ 30117 w 155956"/>
              <a:gd name="csY20" fmla="*/ 141740 h 141740"/>
              <a:gd name="csX21" fmla="*/ 31124 w 155956"/>
              <a:gd name="csY21" fmla="*/ 141645 h 141740"/>
              <a:gd name="csX22" fmla="*/ 35273 w 155956"/>
              <a:gd name="csY22" fmla="*/ 137772 h 141740"/>
              <a:gd name="csX23" fmla="*/ 47850 w 155956"/>
              <a:gd name="csY23" fmla="*/ 127582 h 141740"/>
              <a:gd name="csX24" fmla="*/ 68848 w 155956"/>
              <a:gd name="csY24" fmla="*/ 129336 h 141740"/>
              <a:gd name="csX25" fmla="*/ 90383 w 155956"/>
              <a:gd name="csY25" fmla="*/ 131125 h 141740"/>
              <a:gd name="csX26" fmla="*/ 127600 w 155956"/>
              <a:gd name="csY26" fmla="*/ 102775 h 141740"/>
              <a:gd name="csX27" fmla="*/ 155956 w 155956"/>
              <a:gd name="csY27" fmla="*/ 68734 h 141740"/>
              <a:gd name="csX28" fmla="*/ 146623 w 155956"/>
              <a:gd name="csY28" fmla="*/ 60247 h 141740"/>
              <a:gd name="csX29" fmla="*/ 118864 w 155956"/>
              <a:gd name="csY29" fmla="*/ 30239 h 141740"/>
              <a:gd name="csX30" fmla="*/ 92500 w 155956"/>
              <a:gd name="csY30" fmla="*/ 58542 h 141740"/>
              <a:gd name="csX31" fmla="*/ 88607 w 155956"/>
              <a:gd name="csY31" fmla="*/ 60235 h 141740"/>
              <a:gd name="csX32" fmla="*/ 84716 w 155956"/>
              <a:gd name="csY32" fmla="*/ 58542 h 141740"/>
              <a:gd name="csX33" fmla="*/ 58221 w 155956"/>
              <a:gd name="csY33" fmla="*/ 30102 h 141740"/>
              <a:gd name="csX34" fmla="*/ 53166 w 155956"/>
              <a:gd name="csY34" fmla="*/ 17707 h 141740"/>
              <a:gd name="csX35" fmla="*/ 58359 w 155956"/>
              <a:gd name="csY35" fmla="*/ 5177 h 141740"/>
              <a:gd name="csX36" fmla="*/ 83418 w 155956"/>
              <a:gd name="csY36" fmla="*/ 5180 h 141740"/>
              <a:gd name="csX37" fmla="*/ 88610 w 155956"/>
              <a:gd name="csY37" fmla="*/ 10372 h 141740"/>
              <a:gd name="csX38" fmla="*/ 93803 w 155956"/>
              <a:gd name="csY38" fmla="*/ 5180 h 141740"/>
              <a:gd name="csX39" fmla="*/ 118864 w 155956"/>
              <a:gd name="csY39" fmla="*/ 5177 h 141740"/>
              <a:gd name="csX40" fmla="*/ 124056 w 155956"/>
              <a:gd name="csY40" fmla="*/ 17707 h 141740"/>
              <a:gd name="csX41" fmla="*/ 118864 w 155956"/>
              <a:gd name="csY41" fmla="*/ 30239 h 141740"/>
            </a:gdLst>
            <a:ahLst/>
            <a:cxnLst/>
            <a:rect l="l" t="t" r="r" b="b"/>
            <a:pathLst>
              <a:path w="100000" h="100000">
                <a:moveTo>
                  <a:pt x="94016" y="43188"/>
                </a:moveTo>
                <a:cubicBezTo>
                  <a:pt x="91684" y="43188"/>
                  <a:pt x="89125" y="44722"/>
                  <a:pt x="83683" y="47544"/>
                </a:cubicBezTo>
                <a:cubicBezTo>
                  <a:pt x="79177" y="49885"/>
                  <a:pt x="75008" y="52110"/>
                  <a:pt x="72361" y="53732"/>
                </a:cubicBezTo>
                <a:cubicBezTo>
                  <a:pt x="72591" y="54728"/>
                  <a:pt x="72728" y="55759"/>
                  <a:pt x="72728" y="56823"/>
                </a:cubicBezTo>
                <a:cubicBezTo>
                  <a:pt x="72728" y="64342"/>
                  <a:pt x="66609" y="70458"/>
                  <a:pt x="59091" y="70458"/>
                </a:cubicBezTo>
                <a:lnTo>
                  <a:pt x="42046" y="70458"/>
                </a:lnTo>
                <a:cubicBezTo>
                  <a:pt x="40164" y="70458"/>
                  <a:pt x="38637" y="68933"/>
                  <a:pt x="38637" y="67049"/>
                </a:cubicBezTo>
                <a:cubicBezTo>
                  <a:pt x="38637" y="65165"/>
                  <a:pt x="40164" y="63640"/>
                  <a:pt x="42046" y="63640"/>
                </a:cubicBezTo>
                <a:lnTo>
                  <a:pt x="59091" y="63640"/>
                </a:lnTo>
                <a:cubicBezTo>
                  <a:pt x="62850" y="63640"/>
                  <a:pt x="65909" y="60581"/>
                  <a:pt x="65909" y="56823"/>
                </a:cubicBezTo>
                <a:cubicBezTo>
                  <a:pt x="65909" y="54784"/>
                  <a:pt x="64991" y="52973"/>
                  <a:pt x="63568" y="51722"/>
                </a:cubicBezTo>
                <a:cubicBezTo>
                  <a:pt x="61953" y="50653"/>
                  <a:pt x="60034" y="50006"/>
                  <a:pt x="57954" y="50006"/>
                </a:cubicBezTo>
                <a:lnTo>
                  <a:pt x="47971" y="50006"/>
                </a:lnTo>
                <a:lnTo>
                  <a:pt x="46590" y="50006"/>
                </a:lnTo>
                <a:cubicBezTo>
                  <a:pt x="46525" y="50006"/>
                  <a:pt x="46464" y="49989"/>
                  <a:pt x="46397" y="49985"/>
                </a:cubicBezTo>
                <a:cubicBezTo>
                  <a:pt x="40407" y="49891"/>
                  <a:pt x="37529" y="49274"/>
                  <a:pt x="35000" y="48716"/>
                </a:cubicBezTo>
                <a:cubicBezTo>
                  <a:pt x="32700" y="48210"/>
                  <a:pt x="30527" y="47733"/>
                  <a:pt x="26880" y="47733"/>
                </a:cubicBezTo>
                <a:cubicBezTo>
                  <a:pt x="10216" y="47733"/>
                  <a:pt x="702" y="68187"/>
                  <a:pt x="306" y="69057"/>
                </a:cubicBezTo>
                <a:cubicBezTo>
                  <a:pt x="-206" y="70185"/>
                  <a:pt x="-68" y="71498"/>
                  <a:pt x="666" y="72493"/>
                </a:cubicBezTo>
                <a:lnTo>
                  <a:pt x="16575" y="94067"/>
                </a:lnTo>
                <a:cubicBezTo>
                  <a:pt x="17223" y="94947"/>
                  <a:pt x="18243" y="95442"/>
                  <a:pt x="19311" y="95442"/>
                </a:cubicBezTo>
                <a:cubicBezTo>
                  <a:pt x="19527" y="95442"/>
                  <a:pt x="19741" y="95422"/>
                  <a:pt x="19957" y="95381"/>
                </a:cubicBezTo>
                <a:cubicBezTo>
                  <a:pt x="21243" y="95136"/>
                  <a:pt x="22284" y="94163"/>
                  <a:pt x="22617" y="92898"/>
                </a:cubicBezTo>
                <a:cubicBezTo>
                  <a:pt x="22797" y="92227"/>
                  <a:pt x="24534" y="86364"/>
                  <a:pt x="30682" y="86364"/>
                </a:cubicBezTo>
                <a:cubicBezTo>
                  <a:pt x="35118" y="86364"/>
                  <a:pt x="39707" y="86937"/>
                  <a:pt x="44146" y="87489"/>
                </a:cubicBezTo>
                <a:cubicBezTo>
                  <a:pt x="48665" y="88055"/>
                  <a:pt x="53343" y="88636"/>
                  <a:pt x="57954" y="88636"/>
                </a:cubicBezTo>
                <a:cubicBezTo>
                  <a:pt x="64234" y="88636"/>
                  <a:pt x="68755" y="83822"/>
                  <a:pt x="81818" y="70458"/>
                </a:cubicBezTo>
                <a:cubicBezTo>
                  <a:pt x="98414" y="53480"/>
                  <a:pt x="100000" y="51996"/>
                  <a:pt x="100000" y="48630"/>
                </a:cubicBezTo>
                <a:cubicBezTo>
                  <a:pt x="100000" y="45717"/>
                  <a:pt x="97443" y="43188"/>
                  <a:pt x="94016" y="43188"/>
                </a:cubicBezTo>
                <a:close/>
                <a:moveTo>
                  <a:pt x="76216" y="23947"/>
                </a:moveTo>
                <a:lnTo>
                  <a:pt x="59312" y="42095"/>
                </a:lnTo>
                <a:cubicBezTo>
                  <a:pt x="58665" y="42788"/>
                  <a:pt x="57761" y="43181"/>
                  <a:pt x="56815" y="43181"/>
                </a:cubicBezTo>
                <a:cubicBezTo>
                  <a:pt x="55871" y="43181"/>
                  <a:pt x="54969" y="42788"/>
                  <a:pt x="54320" y="42095"/>
                </a:cubicBezTo>
                <a:lnTo>
                  <a:pt x="37332" y="23859"/>
                </a:lnTo>
                <a:cubicBezTo>
                  <a:pt x="35275" y="21802"/>
                  <a:pt x="34090" y="18948"/>
                  <a:pt x="34090" y="15912"/>
                </a:cubicBezTo>
                <a:cubicBezTo>
                  <a:pt x="34090" y="12876"/>
                  <a:pt x="35274" y="10021"/>
                  <a:pt x="37420" y="7877"/>
                </a:cubicBezTo>
                <a:cubicBezTo>
                  <a:pt x="41850" y="3452"/>
                  <a:pt x="49059" y="3450"/>
                  <a:pt x="53488" y="7879"/>
                </a:cubicBezTo>
                <a:lnTo>
                  <a:pt x="56817" y="11208"/>
                </a:lnTo>
                <a:lnTo>
                  <a:pt x="60147" y="7879"/>
                </a:lnTo>
                <a:cubicBezTo>
                  <a:pt x="64577" y="3450"/>
                  <a:pt x="71786" y="3452"/>
                  <a:pt x="76216" y="7877"/>
                </a:cubicBezTo>
                <a:cubicBezTo>
                  <a:pt x="78361" y="10021"/>
                  <a:pt x="79546" y="12876"/>
                  <a:pt x="79546" y="15912"/>
                </a:cubicBezTo>
                <a:cubicBezTo>
                  <a:pt x="79546" y="18948"/>
                  <a:pt x="78361" y="21802"/>
                  <a:pt x="76216" y="2394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5" name="Белый — SVG 48">
            <a:extLst>
              <a:ext uri="{FF2B5EF4-FFF2-40B4-BE49-F238E27FC236}">
                <a16:creationId xmlns:a16="http://schemas.microsoft.com/office/drawing/2014/main" id="{72CA8F6D-0D71-9C42-8FBB-D371140B07D9}"/>
              </a:ext>
            </a:extLst>
          </p:cNvPr>
          <p:cNvSpPr>
            <a:spLocks noGrp="1"/>
          </p:cNvSpPr>
          <p:nvPr/>
        </p:nvSpPr>
        <p:spPr>
          <a:xfrm>
            <a:off x="7020000" y="5270000"/>
            <a:ext cx="220000" cy="220000"/>
          </a:xfrm>
          <a:custGeom>
            <a:avLst/>
            <a:gdLst>
              <a:gd name="csX0" fmla="*/ 69109 w 97472"/>
              <a:gd name="csY0" fmla="*/ 0 h 125810"/>
              <a:gd name="csX1" fmla="*/ 54936 w 97472"/>
              <a:gd name="csY1" fmla="*/ 14169 h 125810"/>
              <a:gd name="csX2" fmla="*/ 69109 w 97472"/>
              <a:gd name="csY2" fmla="*/ 28352 h 125810"/>
              <a:gd name="csX3" fmla="*/ 83298 w 97472"/>
              <a:gd name="csY3" fmla="*/ 14169 h 125810"/>
              <a:gd name="csX4" fmla="*/ 69109 w 97472"/>
              <a:gd name="csY4" fmla="*/ 0 h 125810"/>
              <a:gd name="csX5" fmla="*/ 50496 w 97472"/>
              <a:gd name="csY5" fmla="*/ 27507 h 125810"/>
              <a:gd name="csX6" fmla="*/ 50190 w 97472"/>
              <a:gd name="csY6" fmla="*/ 27536 h 125810"/>
              <a:gd name="csX7" fmla="*/ 24721 w 97472"/>
              <a:gd name="csY7" fmla="*/ 29113 h 125810"/>
              <a:gd name="csX8" fmla="*/ 14598 w 97472"/>
              <a:gd name="csY8" fmla="*/ 37004 h 125810"/>
              <a:gd name="csX9" fmla="*/ 7435 w 97472"/>
              <a:gd name="csY9" fmla="*/ 55735 h 125810"/>
              <a:gd name="csX10" fmla="*/ 9494 w 97472"/>
              <a:gd name="csY10" fmla="*/ 62062 h 125810"/>
              <a:gd name="csX11" fmla="*/ 18153 w 97472"/>
              <a:gd name="csY11" fmla="*/ 57479 h 125810"/>
              <a:gd name="csX12" fmla="*/ 24533 w 97472"/>
              <a:gd name="csY12" fmla="*/ 40791 h 125810"/>
              <a:gd name="csX13" fmla="*/ 25571 w 97472"/>
              <a:gd name="csY13" fmla="*/ 39821 h 125810"/>
              <a:gd name="csX14" fmla="*/ 33670 w 97472"/>
              <a:gd name="csY14" fmla="*/ 42528 h 125810"/>
              <a:gd name="csX15" fmla="*/ 33210 w 97472"/>
              <a:gd name="csY15" fmla="*/ 55000 h 125810"/>
              <a:gd name="csX16" fmla="*/ 61197 w 97472"/>
              <a:gd name="csY16" fmla="*/ 68284 h 125810"/>
              <a:gd name="csX17" fmla="*/ 64787 w 97472"/>
              <a:gd name="csY17" fmla="*/ 47117 h 125810"/>
              <a:gd name="csX18" fmla="*/ 65570 w 97472"/>
              <a:gd name="csY18" fmla="*/ 42555 h 125810"/>
              <a:gd name="csX19" fmla="*/ 65570 w 97472"/>
              <a:gd name="csY19" fmla="*/ 42541 h 125810"/>
              <a:gd name="csX20" fmla="*/ 65570 w 97472"/>
              <a:gd name="csY20" fmla="*/ 42535 h 125810"/>
              <a:gd name="csX21" fmla="*/ 65570 w 97472"/>
              <a:gd name="csY21" fmla="*/ 42535 h 125810"/>
              <a:gd name="csX22" fmla="*/ 52912 w 97472"/>
              <a:gd name="csY22" fmla="*/ 27743 h 125810"/>
              <a:gd name="csX23" fmla="*/ 50972 w 97472"/>
              <a:gd name="csY23" fmla="*/ 27507 h 125810"/>
              <a:gd name="csX24" fmla="*/ 50649 w 97472"/>
              <a:gd name="csY24" fmla="*/ 27521 h 125810"/>
              <a:gd name="csX25" fmla="*/ 50496 w 97472"/>
              <a:gd name="csY25" fmla="*/ 27507 h 125810"/>
              <a:gd name="csX26" fmla="*/ 31900 w 97472"/>
              <a:gd name="csY26" fmla="*/ 62019 h 125810"/>
              <a:gd name="csX27" fmla="*/ 0 w 97472"/>
              <a:gd name="csY27" fmla="*/ 93915 h 125810"/>
              <a:gd name="csX28" fmla="*/ 31900 w 97472"/>
              <a:gd name="csY28" fmla="*/ 125811 h 125810"/>
              <a:gd name="csX29" fmla="*/ 63800 w 97472"/>
              <a:gd name="csY29" fmla="*/ 93915 h 125810"/>
              <a:gd name="csX30" fmla="*/ 31900 w 97472"/>
              <a:gd name="csY30" fmla="*/ 62019 h 125810"/>
              <a:gd name="csX31" fmla="*/ 64005 w 97472"/>
              <a:gd name="csY31" fmla="*/ 71855 h 125810"/>
              <a:gd name="csX32" fmla="*/ 70486 w 97472"/>
              <a:gd name="csY32" fmla="*/ 88599 h 125810"/>
              <a:gd name="csX33" fmla="*/ 76203 w 97472"/>
              <a:gd name="csY33" fmla="*/ 88599 h 125810"/>
              <a:gd name="csX34" fmla="*/ 86837 w 97472"/>
              <a:gd name="csY34" fmla="*/ 109863 h 125810"/>
              <a:gd name="csX35" fmla="*/ 87075 w 97472"/>
              <a:gd name="csY35" fmla="*/ 109773 h 125810"/>
              <a:gd name="csX36" fmla="*/ 87364 w 97472"/>
              <a:gd name="csY36" fmla="*/ 110404 h 125810"/>
              <a:gd name="csX37" fmla="*/ 92162 w 97472"/>
              <a:gd name="csY37" fmla="*/ 113408 h 125810"/>
              <a:gd name="csX38" fmla="*/ 94476 w 97472"/>
              <a:gd name="csY38" fmla="*/ 112881 h 125810"/>
              <a:gd name="csX39" fmla="*/ 96942 w 97472"/>
              <a:gd name="csY39" fmla="*/ 105780 h 125810"/>
              <a:gd name="csX40" fmla="*/ 84540 w 97472"/>
              <a:gd name="csY40" fmla="*/ 80121 h 125810"/>
              <a:gd name="csX41" fmla="*/ 81494 w 97472"/>
              <a:gd name="csY41" fmla="*/ 77448 h 125810"/>
              <a:gd name="csX42" fmla="*/ 81477 w 97472"/>
              <a:gd name="csY42" fmla="*/ 77428 h 125810"/>
              <a:gd name="csX43" fmla="*/ 64005 w 97472"/>
              <a:gd name="csY43" fmla="*/ 71855 h 125810"/>
              <a:gd name="csX44" fmla="*/ 31900 w 97472"/>
              <a:gd name="csY44" fmla="*/ 88599 h 125810"/>
              <a:gd name="csX45" fmla="*/ 37209 w 97472"/>
              <a:gd name="csY45" fmla="*/ 93915 h 125810"/>
              <a:gd name="csX46" fmla="*/ 31900 w 97472"/>
              <a:gd name="csY46" fmla="*/ 99231 h 125810"/>
              <a:gd name="csX47" fmla="*/ 26575 w 97472"/>
              <a:gd name="csY47" fmla="*/ 93915 h 125810"/>
              <a:gd name="csX48" fmla="*/ 31900 w 97472"/>
              <a:gd name="csY48" fmla="*/ 88599 h 125810"/>
              <a:gd name="csX49" fmla="*/ 69024 w 97472"/>
              <a:gd name="csY49" fmla="*/ 105780 h 125810"/>
              <a:gd name="csX50" fmla="*/ 66063 w 97472"/>
              <a:gd name="csY50" fmla="*/ 112680 h 125810"/>
              <a:gd name="csX51" fmla="*/ 77343 w 97472"/>
              <a:gd name="csY51" fmla="*/ 123097 h 125810"/>
              <a:gd name="csX52" fmla="*/ 79742 w 97472"/>
              <a:gd name="csY52" fmla="*/ 124040 h 125810"/>
              <a:gd name="csX53" fmla="*/ 93931 w 97472"/>
              <a:gd name="csY53" fmla="*/ 124040 h 125810"/>
              <a:gd name="csX54" fmla="*/ 97470 w 97472"/>
              <a:gd name="csY54" fmla="*/ 120495 h 125810"/>
              <a:gd name="csX55" fmla="*/ 93931 w 97472"/>
              <a:gd name="csY55" fmla="*/ 116951 h 125810"/>
              <a:gd name="csX56" fmla="*/ 81137 w 97472"/>
              <a:gd name="csY56" fmla="*/ 116951 h 125810"/>
              <a:gd name="csX57" fmla="*/ 69024 w 97472"/>
              <a:gd name="csY57" fmla="*/ 105780 h 125810"/>
            </a:gdLst>
            <a:ahLst/>
            <a:cxnLst/>
            <a:rect l="l" t="t" r="r" b="b"/>
            <a:pathLst>
              <a:path w="100000" h="100000">
                <a:moveTo>
                  <a:pt x="66193" y="0"/>
                </a:moveTo>
                <a:cubicBezTo>
                  <a:pt x="59972" y="0"/>
                  <a:pt x="54928" y="5047"/>
                  <a:pt x="54928" y="11262"/>
                </a:cubicBezTo>
                <a:cubicBezTo>
                  <a:pt x="54928" y="17487"/>
                  <a:pt x="59972" y="22536"/>
                  <a:pt x="66193" y="22536"/>
                </a:cubicBezTo>
                <a:cubicBezTo>
                  <a:pt x="72427" y="22536"/>
                  <a:pt x="77472" y="17487"/>
                  <a:pt x="77472" y="11262"/>
                </a:cubicBezTo>
                <a:cubicBezTo>
                  <a:pt x="77472" y="5047"/>
                  <a:pt x="72427" y="0"/>
                  <a:pt x="66193" y="0"/>
                </a:cubicBezTo>
                <a:close/>
                <a:moveTo>
                  <a:pt x="51399" y="21864"/>
                </a:moveTo>
                <a:cubicBezTo>
                  <a:pt x="51318" y="21864"/>
                  <a:pt x="51237" y="21883"/>
                  <a:pt x="51156" y="21887"/>
                </a:cubicBezTo>
                <a:cubicBezTo>
                  <a:pt x="48397" y="21982"/>
                  <a:pt x="36997" y="22414"/>
                  <a:pt x="30912" y="23140"/>
                </a:cubicBezTo>
                <a:cubicBezTo>
                  <a:pt x="27260" y="23577"/>
                  <a:pt x="24177" y="25978"/>
                  <a:pt x="22865" y="29413"/>
                </a:cubicBezTo>
                <a:lnTo>
                  <a:pt x="17172" y="44301"/>
                </a:lnTo>
                <a:cubicBezTo>
                  <a:pt x="16455" y="46179"/>
                  <a:pt x="17185" y="48264"/>
                  <a:pt x="18809" y="49330"/>
                </a:cubicBezTo>
                <a:cubicBezTo>
                  <a:pt x="20931" y="47837"/>
                  <a:pt x="23230" y="46617"/>
                  <a:pt x="25691" y="45687"/>
                </a:cubicBezTo>
                <a:lnTo>
                  <a:pt x="30762" y="32423"/>
                </a:lnTo>
                <a:cubicBezTo>
                  <a:pt x="30898" y="32045"/>
                  <a:pt x="31222" y="31798"/>
                  <a:pt x="31587" y="31652"/>
                </a:cubicBezTo>
                <a:lnTo>
                  <a:pt x="38025" y="33803"/>
                </a:lnTo>
                <a:lnTo>
                  <a:pt x="37659" y="43717"/>
                </a:lnTo>
                <a:cubicBezTo>
                  <a:pt x="46517" y="44013"/>
                  <a:pt x="54442" y="48033"/>
                  <a:pt x="59905" y="54275"/>
                </a:cubicBezTo>
                <a:lnTo>
                  <a:pt x="62758" y="37451"/>
                </a:lnTo>
                <a:cubicBezTo>
                  <a:pt x="63124" y="36302"/>
                  <a:pt x="63380" y="35098"/>
                  <a:pt x="63380" y="33825"/>
                </a:cubicBezTo>
                <a:lnTo>
                  <a:pt x="63380" y="33814"/>
                </a:lnTo>
                <a:lnTo>
                  <a:pt x="63380" y="33809"/>
                </a:lnTo>
                <a:lnTo>
                  <a:pt x="63380" y="33809"/>
                </a:lnTo>
                <a:cubicBezTo>
                  <a:pt x="63367" y="27867"/>
                  <a:pt x="59012" y="22967"/>
                  <a:pt x="53319" y="22052"/>
                </a:cubicBezTo>
                <a:cubicBezTo>
                  <a:pt x="52832" y="21891"/>
                  <a:pt x="52319" y="21816"/>
                  <a:pt x="51777" y="21864"/>
                </a:cubicBezTo>
                <a:cubicBezTo>
                  <a:pt x="51737" y="21864"/>
                  <a:pt x="51642" y="21869"/>
                  <a:pt x="51521" y="21875"/>
                </a:cubicBezTo>
                <a:cubicBezTo>
                  <a:pt x="51480" y="21875"/>
                  <a:pt x="51439" y="21864"/>
                  <a:pt x="51399" y="21864"/>
                </a:cubicBezTo>
                <a:close/>
                <a:moveTo>
                  <a:pt x="36618" y="49296"/>
                </a:moveTo>
                <a:cubicBezTo>
                  <a:pt x="22608" y="49296"/>
                  <a:pt x="11262" y="60645"/>
                  <a:pt x="11262" y="74648"/>
                </a:cubicBezTo>
                <a:cubicBezTo>
                  <a:pt x="11262" y="88652"/>
                  <a:pt x="22608" y="100001"/>
                  <a:pt x="36618" y="100001"/>
                </a:cubicBezTo>
                <a:cubicBezTo>
                  <a:pt x="50628" y="100001"/>
                  <a:pt x="61974" y="88652"/>
                  <a:pt x="61974" y="74648"/>
                </a:cubicBezTo>
                <a:cubicBezTo>
                  <a:pt x="61974" y="60645"/>
                  <a:pt x="50614" y="49296"/>
                  <a:pt x="36618" y="49296"/>
                </a:cubicBezTo>
                <a:close/>
                <a:moveTo>
                  <a:pt x="62137" y="57114"/>
                </a:moveTo>
                <a:cubicBezTo>
                  <a:pt x="64827" y="60998"/>
                  <a:pt x="66612" y="65534"/>
                  <a:pt x="67288" y="70423"/>
                </a:cubicBezTo>
                <a:lnTo>
                  <a:pt x="71832" y="70423"/>
                </a:lnTo>
                <a:lnTo>
                  <a:pt x="80285" y="87325"/>
                </a:lnTo>
                <a:lnTo>
                  <a:pt x="80474" y="87253"/>
                </a:lnTo>
                <a:lnTo>
                  <a:pt x="80703" y="87755"/>
                </a:lnTo>
                <a:cubicBezTo>
                  <a:pt x="81433" y="89261"/>
                  <a:pt x="82948" y="90142"/>
                  <a:pt x="84517" y="90142"/>
                </a:cubicBezTo>
                <a:cubicBezTo>
                  <a:pt x="85139" y="90142"/>
                  <a:pt x="85761" y="90009"/>
                  <a:pt x="86356" y="89723"/>
                </a:cubicBezTo>
                <a:cubicBezTo>
                  <a:pt x="88452" y="88709"/>
                  <a:pt x="89331" y="86178"/>
                  <a:pt x="88317" y="84079"/>
                </a:cubicBezTo>
                <a:lnTo>
                  <a:pt x="78459" y="63684"/>
                </a:lnTo>
                <a:cubicBezTo>
                  <a:pt x="77972" y="62670"/>
                  <a:pt x="77092" y="61926"/>
                  <a:pt x="76038" y="61559"/>
                </a:cubicBezTo>
                <a:lnTo>
                  <a:pt x="76024" y="61544"/>
                </a:lnTo>
                <a:lnTo>
                  <a:pt x="62137" y="57114"/>
                </a:lnTo>
                <a:close/>
                <a:moveTo>
                  <a:pt x="36618" y="70423"/>
                </a:moveTo>
                <a:cubicBezTo>
                  <a:pt x="38944" y="70423"/>
                  <a:pt x="40838" y="72315"/>
                  <a:pt x="40838" y="74648"/>
                </a:cubicBezTo>
                <a:cubicBezTo>
                  <a:pt x="40838" y="76980"/>
                  <a:pt x="38944" y="78874"/>
                  <a:pt x="36618" y="78874"/>
                </a:cubicBezTo>
                <a:cubicBezTo>
                  <a:pt x="34279" y="78874"/>
                  <a:pt x="32385" y="76980"/>
                  <a:pt x="32385" y="74648"/>
                </a:cubicBezTo>
                <a:cubicBezTo>
                  <a:pt x="32385" y="72315"/>
                  <a:pt x="34279" y="70423"/>
                  <a:pt x="36618" y="70423"/>
                </a:cubicBezTo>
                <a:close/>
                <a:moveTo>
                  <a:pt x="66126" y="84079"/>
                </a:moveTo>
                <a:cubicBezTo>
                  <a:pt x="65517" y="85994"/>
                  <a:pt x="64719" y="87832"/>
                  <a:pt x="63772" y="89564"/>
                </a:cubicBezTo>
                <a:lnTo>
                  <a:pt x="72738" y="97844"/>
                </a:lnTo>
                <a:cubicBezTo>
                  <a:pt x="73266" y="98323"/>
                  <a:pt x="73942" y="98593"/>
                  <a:pt x="74645" y="98593"/>
                </a:cubicBezTo>
                <a:lnTo>
                  <a:pt x="85923" y="98593"/>
                </a:lnTo>
                <a:cubicBezTo>
                  <a:pt x="87479" y="98593"/>
                  <a:pt x="88736" y="97332"/>
                  <a:pt x="88736" y="95775"/>
                </a:cubicBezTo>
                <a:cubicBezTo>
                  <a:pt x="88736" y="94217"/>
                  <a:pt x="87479" y="92958"/>
                  <a:pt x="85923" y="92958"/>
                </a:cubicBezTo>
                <a:lnTo>
                  <a:pt x="75754" y="92958"/>
                </a:lnTo>
                <a:lnTo>
                  <a:pt x="66126" y="8407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6" name="Белый — SVG 49">
            <a:extLst>
              <a:ext uri="{FF2B5EF4-FFF2-40B4-BE49-F238E27FC236}">
                <a16:creationId xmlns:a16="http://schemas.microsoft.com/office/drawing/2014/main" id="{A2E69D0A-9D7A-BD41-8C73-40D638135C54}"/>
              </a:ext>
            </a:extLst>
          </p:cNvPr>
          <p:cNvSpPr>
            <a:spLocks noGrp="1"/>
          </p:cNvSpPr>
          <p:nvPr/>
        </p:nvSpPr>
        <p:spPr>
          <a:xfrm>
            <a:off x="7620000" y="5270000"/>
            <a:ext cx="220000" cy="220000"/>
          </a:xfrm>
          <a:custGeom>
            <a:avLst/>
            <a:gdLst>
              <a:gd name="csX0" fmla="*/ 23819 w 47637"/>
              <a:gd name="csY0" fmla="*/ 0 h 136185"/>
              <a:gd name="csX1" fmla="*/ 14189 w 47637"/>
              <a:gd name="csY1" fmla="*/ 3986 h 136185"/>
              <a:gd name="csX2" fmla="*/ 10208 w 47637"/>
              <a:gd name="csY2" fmla="*/ 13609 h 136185"/>
              <a:gd name="csX3" fmla="*/ 14189 w 47637"/>
              <a:gd name="csY3" fmla="*/ 23232 h 136185"/>
              <a:gd name="csX4" fmla="*/ 23819 w 47637"/>
              <a:gd name="csY4" fmla="*/ 27218 h 136185"/>
              <a:gd name="csX5" fmla="*/ 33449 w 47637"/>
              <a:gd name="csY5" fmla="*/ 23232 h 136185"/>
              <a:gd name="csX6" fmla="*/ 37430 w 47637"/>
              <a:gd name="csY6" fmla="*/ 13609 h 136185"/>
              <a:gd name="csX7" fmla="*/ 33449 w 47637"/>
              <a:gd name="csY7" fmla="*/ 3986 h 136185"/>
              <a:gd name="csX8" fmla="*/ 23819 w 47637"/>
              <a:gd name="csY8" fmla="*/ 0 h 136185"/>
              <a:gd name="csX9" fmla="*/ 17200 w 47637"/>
              <a:gd name="csY9" fmla="*/ 34301 h 136185"/>
              <a:gd name="csX10" fmla="*/ 0 w 47637"/>
              <a:gd name="csY10" fmla="*/ 54436 h 136185"/>
              <a:gd name="csX11" fmla="*/ 0 w 47637"/>
              <a:gd name="csY11" fmla="*/ 91860 h 136185"/>
              <a:gd name="csX12" fmla="*/ 6805 w 47637"/>
              <a:gd name="csY12" fmla="*/ 98664 h 136185"/>
              <a:gd name="csX13" fmla="*/ 6805 w 47637"/>
              <a:gd name="csY13" fmla="*/ 129284 h 136185"/>
              <a:gd name="csX14" fmla="*/ 7299 w 47637"/>
              <a:gd name="csY14" fmla="*/ 131918 h 136185"/>
              <a:gd name="csX15" fmla="*/ 8762 w 47637"/>
              <a:gd name="csY15" fmla="*/ 134158 h 136185"/>
              <a:gd name="csX16" fmla="*/ 10991 w 47637"/>
              <a:gd name="csY16" fmla="*/ 135658 h 136185"/>
              <a:gd name="csX17" fmla="*/ 13611 w 47637"/>
              <a:gd name="csY17" fmla="*/ 136186 h 136185"/>
              <a:gd name="csX18" fmla="*/ 16231 w 47637"/>
              <a:gd name="csY18" fmla="*/ 135658 h 136185"/>
              <a:gd name="csX19" fmla="*/ 18460 w 47637"/>
              <a:gd name="csY19" fmla="*/ 134158 h 136185"/>
              <a:gd name="csX20" fmla="*/ 19923 w 47637"/>
              <a:gd name="csY20" fmla="*/ 131918 h 136185"/>
              <a:gd name="csX21" fmla="*/ 20416 w 47637"/>
              <a:gd name="csY21" fmla="*/ 129284 h 136185"/>
              <a:gd name="csX22" fmla="*/ 20416 w 47637"/>
              <a:gd name="csY22" fmla="*/ 95262 h 136185"/>
              <a:gd name="csX23" fmla="*/ 27221 w 47637"/>
              <a:gd name="csY23" fmla="*/ 95262 h 136185"/>
              <a:gd name="csX24" fmla="*/ 27221 w 47637"/>
              <a:gd name="csY24" fmla="*/ 129284 h 136185"/>
              <a:gd name="csX25" fmla="*/ 27715 w 47637"/>
              <a:gd name="csY25" fmla="*/ 131918 h 136185"/>
              <a:gd name="csX26" fmla="*/ 29178 w 47637"/>
              <a:gd name="csY26" fmla="*/ 134158 h 136185"/>
              <a:gd name="csX27" fmla="*/ 31407 w 47637"/>
              <a:gd name="csY27" fmla="*/ 135658 h 136185"/>
              <a:gd name="csX28" fmla="*/ 34027 w 47637"/>
              <a:gd name="csY28" fmla="*/ 136186 h 136185"/>
              <a:gd name="csX29" fmla="*/ 36647 w 47637"/>
              <a:gd name="csY29" fmla="*/ 135658 h 136185"/>
              <a:gd name="csX30" fmla="*/ 38876 w 47637"/>
              <a:gd name="csY30" fmla="*/ 134158 h 136185"/>
              <a:gd name="csX31" fmla="*/ 40339 w 47637"/>
              <a:gd name="csY31" fmla="*/ 131918 h 136185"/>
              <a:gd name="csX32" fmla="*/ 40832 w 47637"/>
              <a:gd name="csY32" fmla="*/ 129284 h 136185"/>
              <a:gd name="csX33" fmla="*/ 40832 w 47637"/>
              <a:gd name="csY33" fmla="*/ 98664 h 136185"/>
              <a:gd name="csX34" fmla="*/ 40832 w 47637"/>
              <a:gd name="csY34" fmla="*/ 98664 h 136185"/>
              <a:gd name="csX35" fmla="*/ 47638 w 47637"/>
              <a:gd name="csY35" fmla="*/ 91860 h 136185"/>
              <a:gd name="csX36" fmla="*/ 47638 w 47637"/>
              <a:gd name="csY36" fmla="*/ 54436 h 136185"/>
              <a:gd name="csX37" fmla="*/ 30437 w 47637"/>
              <a:gd name="csY37" fmla="*/ 34301 h 136185"/>
              <a:gd name="csX38" fmla="*/ 25520 w 47637"/>
              <a:gd name="csY38" fmla="*/ 41677 h 136185"/>
              <a:gd name="csX39" fmla="*/ 30624 w 47637"/>
              <a:gd name="csY39" fmla="*/ 64642 h 136185"/>
              <a:gd name="csX40" fmla="*/ 23819 w 47637"/>
              <a:gd name="csY40" fmla="*/ 71447 h 136185"/>
              <a:gd name="csX41" fmla="*/ 17013 w 47637"/>
              <a:gd name="csY41" fmla="*/ 64642 h 136185"/>
              <a:gd name="csX42" fmla="*/ 22117 w 47637"/>
              <a:gd name="csY42" fmla="*/ 41677 h 136185"/>
              <a:gd name="csX43" fmla="*/ 17200 w 47637"/>
              <a:gd name="csY43" fmla="*/ 34301 h 136185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47352" y="0"/>
                  <a:pt x="44803" y="1053"/>
                  <a:pt x="42929" y="2927"/>
                </a:cubicBezTo>
                <a:cubicBezTo>
                  <a:pt x="41055" y="4800"/>
                  <a:pt x="40006" y="7342"/>
                  <a:pt x="40006" y="9993"/>
                </a:cubicBezTo>
                <a:cubicBezTo>
                  <a:pt x="40006" y="12644"/>
                  <a:pt x="41055" y="15185"/>
                  <a:pt x="42929" y="17059"/>
                </a:cubicBezTo>
                <a:cubicBezTo>
                  <a:pt x="44803" y="18933"/>
                  <a:pt x="47352" y="19986"/>
                  <a:pt x="50000" y="19986"/>
                </a:cubicBezTo>
                <a:cubicBezTo>
                  <a:pt x="52649" y="19986"/>
                  <a:pt x="55198" y="18933"/>
                  <a:pt x="57072" y="17059"/>
                </a:cubicBezTo>
                <a:cubicBezTo>
                  <a:pt x="58946" y="15185"/>
                  <a:pt x="59995" y="12644"/>
                  <a:pt x="59995" y="9993"/>
                </a:cubicBezTo>
                <a:cubicBezTo>
                  <a:pt x="59995" y="7342"/>
                  <a:pt x="58946" y="4800"/>
                  <a:pt x="57072" y="2927"/>
                </a:cubicBezTo>
                <a:cubicBezTo>
                  <a:pt x="55198" y="1053"/>
                  <a:pt x="52649" y="0"/>
                  <a:pt x="50000" y="0"/>
                </a:cubicBezTo>
                <a:close/>
                <a:moveTo>
                  <a:pt x="45140" y="25187"/>
                </a:moveTo>
                <a:cubicBezTo>
                  <a:pt x="37995" y="26327"/>
                  <a:pt x="32510" y="32512"/>
                  <a:pt x="32510" y="39972"/>
                </a:cubicBezTo>
                <a:lnTo>
                  <a:pt x="32510" y="67452"/>
                </a:lnTo>
                <a:cubicBezTo>
                  <a:pt x="32510" y="70210"/>
                  <a:pt x="34746" y="72449"/>
                  <a:pt x="37507" y="72449"/>
                </a:cubicBezTo>
                <a:lnTo>
                  <a:pt x="37507" y="94933"/>
                </a:lnTo>
                <a:cubicBezTo>
                  <a:pt x="37495" y="95595"/>
                  <a:pt x="37619" y="96252"/>
                  <a:pt x="37870" y="96867"/>
                </a:cubicBezTo>
                <a:cubicBezTo>
                  <a:pt x="38119" y="97481"/>
                  <a:pt x="38481" y="98041"/>
                  <a:pt x="38944" y="98512"/>
                </a:cubicBezTo>
                <a:cubicBezTo>
                  <a:pt x="39406" y="98984"/>
                  <a:pt x="39968" y="99357"/>
                  <a:pt x="40581" y="99613"/>
                </a:cubicBezTo>
                <a:cubicBezTo>
                  <a:pt x="41193" y="99869"/>
                  <a:pt x="41842" y="100001"/>
                  <a:pt x="42505" y="100001"/>
                </a:cubicBezTo>
                <a:cubicBezTo>
                  <a:pt x="43166" y="100001"/>
                  <a:pt x="43816" y="99869"/>
                  <a:pt x="44429" y="99613"/>
                </a:cubicBezTo>
                <a:cubicBezTo>
                  <a:pt x="45040" y="99357"/>
                  <a:pt x="45603" y="98984"/>
                  <a:pt x="46065" y="98512"/>
                </a:cubicBezTo>
                <a:cubicBezTo>
                  <a:pt x="46527" y="98041"/>
                  <a:pt x="46889" y="97481"/>
                  <a:pt x="47140" y="96867"/>
                </a:cubicBezTo>
                <a:cubicBezTo>
                  <a:pt x="47389" y="96252"/>
                  <a:pt x="47514" y="95595"/>
                  <a:pt x="47502" y="94933"/>
                </a:cubicBezTo>
                <a:lnTo>
                  <a:pt x="47502" y="69950"/>
                </a:lnTo>
                <a:lnTo>
                  <a:pt x="52498" y="69950"/>
                </a:lnTo>
                <a:lnTo>
                  <a:pt x="52498" y="94933"/>
                </a:lnTo>
                <a:cubicBezTo>
                  <a:pt x="52487" y="95595"/>
                  <a:pt x="52611" y="96252"/>
                  <a:pt x="52861" y="96867"/>
                </a:cubicBezTo>
                <a:cubicBezTo>
                  <a:pt x="53112" y="97481"/>
                  <a:pt x="53473" y="98041"/>
                  <a:pt x="53935" y="98512"/>
                </a:cubicBezTo>
                <a:cubicBezTo>
                  <a:pt x="54398" y="98984"/>
                  <a:pt x="54960" y="99357"/>
                  <a:pt x="55572" y="99613"/>
                </a:cubicBezTo>
                <a:cubicBezTo>
                  <a:pt x="56185" y="99869"/>
                  <a:pt x="56834" y="100001"/>
                  <a:pt x="57496" y="100001"/>
                </a:cubicBezTo>
                <a:cubicBezTo>
                  <a:pt x="58158" y="100001"/>
                  <a:pt x="58808" y="99869"/>
                  <a:pt x="59420" y="99613"/>
                </a:cubicBezTo>
                <a:cubicBezTo>
                  <a:pt x="60032" y="99357"/>
                  <a:pt x="60594" y="98984"/>
                  <a:pt x="61057" y="98512"/>
                </a:cubicBezTo>
                <a:cubicBezTo>
                  <a:pt x="61519" y="98041"/>
                  <a:pt x="61881" y="97481"/>
                  <a:pt x="62131" y="96867"/>
                </a:cubicBezTo>
                <a:cubicBezTo>
                  <a:pt x="62381" y="96252"/>
                  <a:pt x="62505" y="95595"/>
                  <a:pt x="62493" y="94933"/>
                </a:cubicBezTo>
                <a:lnTo>
                  <a:pt x="62493" y="72449"/>
                </a:lnTo>
                <a:lnTo>
                  <a:pt x="62493" y="72449"/>
                </a:lnTo>
                <a:cubicBezTo>
                  <a:pt x="65254" y="72449"/>
                  <a:pt x="67491" y="70210"/>
                  <a:pt x="67491" y="67452"/>
                </a:cubicBezTo>
                <a:lnTo>
                  <a:pt x="67491" y="39972"/>
                </a:lnTo>
                <a:cubicBezTo>
                  <a:pt x="67491" y="32512"/>
                  <a:pt x="62005" y="26327"/>
                  <a:pt x="54860" y="25187"/>
                </a:cubicBezTo>
                <a:lnTo>
                  <a:pt x="51249" y="30603"/>
                </a:lnTo>
                <a:lnTo>
                  <a:pt x="54997" y="47466"/>
                </a:lnTo>
                <a:lnTo>
                  <a:pt x="50000" y="52463"/>
                </a:lnTo>
                <a:lnTo>
                  <a:pt x="45003" y="47466"/>
                </a:lnTo>
                <a:lnTo>
                  <a:pt x="48751" y="30603"/>
                </a:lnTo>
                <a:lnTo>
                  <a:pt x="45140" y="2518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7" name="Белый — SVG 50">
            <a:extLst>
              <a:ext uri="{FF2B5EF4-FFF2-40B4-BE49-F238E27FC236}">
                <a16:creationId xmlns:a16="http://schemas.microsoft.com/office/drawing/2014/main" id="{7A86E123-5BB1-C54A-A7D0-DE7FABFB0F6F}"/>
              </a:ext>
            </a:extLst>
          </p:cNvPr>
          <p:cNvSpPr>
            <a:spLocks noGrp="1"/>
          </p:cNvSpPr>
          <p:nvPr/>
        </p:nvSpPr>
        <p:spPr>
          <a:xfrm>
            <a:off x="8220000" y="5270000"/>
            <a:ext cx="220000" cy="220000"/>
          </a:xfrm>
          <a:custGeom>
            <a:avLst/>
            <a:gdLst>
              <a:gd name="csX0" fmla="*/ 67337 w 163037"/>
              <a:gd name="csY0" fmla="*/ 0 h 148847"/>
              <a:gd name="csX1" fmla="*/ 57316 w 163037"/>
              <a:gd name="csY1" fmla="*/ 4152 h 148847"/>
              <a:gd name="csX2" fmla="*/ 53165 w 163037"/>
              <a:gd name="csY2" fmla="*/ 14175 h 148847"/>
              <a:gd name="csX3" fmla="*/ 57316 w 163037"/>
              <a:gd name="csY3" fmla="*/ 24200 h 148847"/>
              <a:gd name="csX4" fmla="*/ 67337 w 163037"/>
              <a:gd name="csY4" fmla="*/ 28352 h 148847"/>
              <a:gd name="csX5" fmla="*/ 77358 w 163037"/>
              <a:gd name="csY5" fmla="*/ 24200 h 148847"/>
              <a:gd name="csX6" fmla="*/ 81526 w 163037"/>
              <a:gd name="csY6" fmla="*/ 14175 h 148847"/>
              <a:gd name="csX7" fmla="*/ 77358 w 163037"/>
              <a:gd name="csY7" fmla="*/ 4152 h 148847"/>
              <a:gd name="csX8" fmla="*/ 67337 w 163037"/>
              <a:gd name="csY8" fmla="*/ 0 h 148847"/>
              <a:gd name="csX9" fmla="*/ 19495 w 163037"/>
              <a:gd name="csY9" fmla="*/ 21264 h 148847"/>
              <a:gd name="csX10" fmla="*/ 16297 w 163037"/>
              <a:gd name="csY10" fmla="*/ 22331 h 148847"/>
              <a:gd name="csX11" fmla="*/ 2124 w 163037"/>
              <a:gd name="csY11" fmla="*/ 32962 h 148847"/>
              <a:gd name="csX12" fmla="*/ 1069 w 163037"/>
              <a:gd name="csY12" fmla="*/ 40403 h 148847"/>
              <a:gd name="csX13" fmla="*/ 8504 w 163037"/>
              <a:gd name="csY13" fmla="*/ 41468 h 148847"/>
              <a:gd name="csX14" fmla="*/ 20652 w 163037"/>
              <a:gd name="csY14" fmla="*/ 32360 h 148847"/>
              <a:gd name="csX15" fmla="*/ 33480 w 163037"/>
              <a:gd name="csY15" fmla="*/ 33917 h 148847"/>
              <a:gd name="csX16" fmla="*/ 19393 w 163037"/>
              <a:gd name="csY16" fmla="*/ 64338 h 148847"/>
              <a:gd name="csX17" fmla="*/ 17419 w 163037"/>
              <a:gd name="csY17" fmla="*/ 71239 h 148847"/>
              <a:gd name="csX18" fmla="*/ 14850 w 163037"/>
              <a:gd name="csY18" fmla="*/ 92372 h 148847"/>
              <a:gd name="csX19" fmla="*/ 4149 w 163037"/>
              <a:gd name="csY19" fmla="*/ 112702 h 148847"/>
              <a:gd name="csX20" fmla="*/ 6140 w 163037"/>
              <a:gd name="csY20" fmla="*/ 119741 h 148847"/>
              <a:gd name="csX21" fmla="*/ 8845 w 163037"/>
              <a:gd name="csY21" fmla="*/ 120495 h 148847"/>
              <a:gd name="csX22" fmla="*/ 3537 w 163037"/>
              <a:gd name="csY22" fmla="*/ 125811 h 148847"/>
              <a:gd name="csX23" fmla="*/ 3537 w 163037"/>
              <a:gd name="csY23" fmla="*/ 143531 h 148847"/>
              <a:gd name="csX24" fmla="*/ 8862 w 163037"/>
              <a:gd name="csY24" fmla="*/ 148847 h 148847"/>
              <a:gd name="csX25" fmla="*/ 79740 w 163037"/>
              <a:gd name="csY25" fmla="*/ 148847 h 148847"/>
              <a:gd name="csX26" fmla="*/ 85065 w 163037"/>
              <a:gd name="csY26" fmla="*/ 143531 h 148847"/>
              <a:gd name="csX27" fmla="*/ 85065 w 163037"/>
              <a:gd name="csY27" fmla="*/ 132899 h 148847"/>
              <a:gd name="csX28" fmla="*/ 75571 w 163037"/>
              <a:gd name="csY28" fmla="*/ 120876 h 148847"/>
              <a:gd name="csX29" fmla="*/ 79586 w 163037"/>
              <a:gd name="csY29" fmla="*/ 119721 h 148847"/>
              <a:gd name="csX30" fmla="*/ 95834 w 163037"/>
              <a:gd name="csY30" fmla="*/ 106319 h 148847"/>
              <a:gd name="csX31" fmla="*/ 122358 w 163037"/>
              <a:gd name="csY31" fmla="*/ 106319 h 148847"/>
              <a:gd name="csX32" fmla="*/ 128279 w 163037"/>
              <a:gd name="csY32" fmla="*/ 125188 h 148847"/>
              <a:gd name="csX33" fmla="*/ 128976 w 163037"/>
              <a:gd name="csY33" fmla="*/ 126607 h 148847"/>
              <a:gd name="csX34" fmla="*/ 142706 w 163037"/>
              <a:gd name="csY34" fmla="*/ 146542 h 148847"/>
              <a:gd name="csX35" fmla="*/ 147096 w 163037"/>
              <a:gd name="csY35" fmla="*/ 148847 h 148847"/>
              <a:gd name="csX36" fmla="*/ 149852 w 163037"/>
              <a:gd name="csY36" fmla="*/ 148065 h 148847"/>
              <a:gd name="csX37" fmla="*/ 151774 w 163037"/>
              <a:gd name="csY37" fmla="*/ 141012 h 148847"/>
              <a:gd name="csX38" fmla="*/ 141056 w 163037"/>
              <a:gd name="csY38" fmla="*/ 121056 h 148847"/>
              <a:gd name="csX39" fmla="*/ 133995 w 163037"/>
              <a:gd name="csY39" fmla="*/ 75849 h 148847"/>
              <a:gd name="csX40" fmla="*/ 145275 w 163037"/>
              <a:gd name="csY40" fmla="*/ 80085 h 148847"/>
              <a:gd name="csX41" fmla="*/ 153169 w 163037"/>
              <a:gd name="csY41" fmla="*/ 93126 h 148847"/>
              <a:gd name="csX42" fmla="*/ 157729 w 163037"/>
              <a:gd name="csY42" fmla="*/ 95687 h 148847"/>
              <a:gd name="csX43" fmla="*/ 160485 w 163037"/>
              <a:gd name="csY43" fmla="*/ 94919 h 148847"/>
              <a:gd name="csX44" fmla="*/ 162271 w 163037"/>
              <a:gd name="csY44" fmla="*/ 87617 h 148847"/>
              <a:gd name="csX45" fmla="*/ 153407 w 163037"/>
              <a:gd name="csY45" fmla="*/ 72998 h 148847"/>
              <a:gd name="csX46" fmla="*/ 151468 w 163037"/>
              <a:gd name="csY46" fmla="*/ 71122 h 148847"/>
              <a:gd name="csX47" fmla="*/ 137143 w 163037"/>
              <a:gd name="csY47" fmla="*/ 63045 h 148847"/>
              <a:gd name="csX48" fmla="*/ 129317 w 163037"/>
              <a:gd name="csY48" fmla="*/ 60138 h 148847"/>
              <a:gd name="csX49" fmla="*/ 113750 w 163037"/>
              <a:gd name="csY49" fmla="*/ 57001 h 148847"/>
              <a:gd name="csX50" fmla="*/ 102827 w 163037"/>
              <a:gd name="csY50" fmla="*/ 58918 h 148847"/>
              <a:gd name="csX51" fmla="*/ 90628 w 163037"/>
              <a:gd name="csY51" fmla="*/ 66325 h 148847"/>
              <a:gd name="csX52" fmla="*/ 71896 w 163037"/>
              <a:gd name="csY52" fmla="*/ 52751 h 148847"/>
              <a:gd name="csX53" fmla="*/ 66724 w 163037"/>
              <a:gd name="csY53" fmla="*/ 41966 h 148847"/>
              <a:gd name="csX54" fmla="*/ 59970 w 163037"/>
              <a:gd name="csY54" fmla="*/ 34180 h 148847"/>
              <a:gd name="csX55" fmla="*/ 45509 w 163037"/>
              <a:gd name="csY55" fmla="*/ 24545 h 148847"/>
              <a:gd name="csX56" fmla="*/ 34688 w 163037"/>
              <a:gd name="csY56" fmla="*/ 21264 h 148847"/>
              <a:gd name="csX57" fmla="*/ 19495 w 163037"/>
              <a:gd name="csY57" fmla="*/ 21264 h 148847"/>
              <a:gd name="csX58" fmla="*/ 120504 w 163037"/>
              <a:gd name="csY58" fmla="*/ 24807 h 148847"/>
              <a:gd name="csX59" fmla="*/ 110483 w 163037"/>
              <a:gd name="csY59" fmla="*/ 28960 h 148847"/>
              <a:gd name="csX60" fmla="*/ 106314 w 163037"/>
              <a:gd name="csY60" fmla="*/ 38984 h 148847"/>
              <a:gd name="csX61" fmla="*/ 110483 w 163037"/>
              <a:gd name="csY61" fmla="*/ 49007 h 148847"/>
              <a:gd name="csX62" fmla="*/ 120504 w 163037"/>
              <a:gd name="csY62" fmla="*/ 53160 h 148847"/>
              <a:gd name="csX63" fmla="*/ 130525 w 163037"/>
              <a:gd name="csY63" fmla="*/ 49007 h 148847"/>
              <a:gd name="csX64" fmla="*/ 134676 w 163037"/>
              <a:gd name="csY64" fmla="*/ 38984 h 148847"/>
              <a:gd name="csX65" fmla="*/ 130525 w 163037"/>
              <a:gd name="csY65" fmla="*/ 28960 h 148847"/>
              <a:gd name="csX66" fmla="*/ 120504 w 163037"/>
              <a:gd name="csY66" fmla="*/ 24807 h 148847"/>
              <a:gd name="csX67" fmla="*/ 56907 w 163037"/>
              <a:gd name="csY67" fmla="*/ 51008 h 148847"/>
              <a:gd name="csX68" fmla="*/ 63509 w 163037"/>
              <a:gd name="csY68" fmla="*/ 59513 h 148847"/>
              <a:gd name="csX69" fmla="*/ 63543 w 163037"/>
              <a:gd name="csY69" fmla="*/ 59535 h 148847"/>
              <a:gd name="csX70" fmla="*/ 64581 w 163037"/>
              <a:gd name="csY70" fmla="*/ 60566 h 148847"/>
              <a:gd name="csX71" fmla="*/ 87260 w 163037"/>
              <a:gd name="csY71" fmla="*/ 77006 h 148847"/>
              <a:gd name="csX72" fmla="*/ 87311 w 163037"/>
              <a:gd name="csY72" fmla="*/ 77006 h 148847"/>
              <a:gd name="csX73" fmla="*/ 90390 w 163037"/>
              <a:gd name="csY73" fmla="*/ 78016 h 148847"/>
              <a:gd name="csX74" fmla="*/ 92415 w 163037"/>
              <a:gd name="csY74" fmla="*/ 77615 h 148847"/>
              <a:gd name="csX75" fmla="*/ 106400 w 163037"/>
              <a:gd name="csY75" fmla="*/ 71855 h 148847"/>
              <a:gd name="csX76" fmla="*/ 109530 w 163037"/>
              <a:gd name="csY76" fmla="*/ 91914 h 148847"/>
              <a:gd name="csX77" fmla="*/ 91564 w 163037"/>
              <a:gd name="csY77" fmla="*/ 93951 h 148847"/>
              <a:gd name="csX78" fmla="*/ 88348 w 163037"/>
              <a:gd name="csY78" fmla="*/ 95521 h 148847"/>
              <a:gd name="csX79" fmla="*/ 72390 w 163037"/>
              <a:gd name="csY79" fmla="*/ 111913 h 148847"/>
              <a:gd name="csX80" fmla="*/ 72305 w 163037"/>
              <a:gd name="csY80" fmla="*/ 119222 h 148847"/>
              <a:gd name="csX81" fmla="*/ 74686 w 163037"/>
              <a:gd name="csY81" fmla="*/ 120695 h 148847"/>
              <a:gd name="csX82" fmla="*/ 72662 w 163037"/>
              <a:gd name="csY82" fmla="*/ 120495 h 148847"/>
              <a:gd name="csX83" fmla="*/ 8862 w 163037"/>
              <a:gd name="csY83" fmla="*/ 120495 h 148847"/>
              <a:gd name="csX84" fmla="*/ 13285 w 163037"/>
              <a:gd name="csY84" fmla="*/ 118129 h 148847"/>
              <a:gd name="csX85" fmla="*/ 27457 w 163037"/>
              <a:gd name="csY85" fmla="*/ 96865 h 148847"/>
              <a:gd name="csX86" fmla="*/ 27917 w 163037"/>
              <a:gd name="csY86" fmla="*/ 96012 h 148847"/>
              <a:gd name="csX87" fmla="*/ 35130 w 163037"/>
              <a:gd name="csY87" fmla="*/ 79178 h 148847"/>
              <a:gd name="csX88" fmla="*/ 46342 w 163037"/>
              <a:gd name="csY88" fmla="*/ 92620 h 148847"/>
              <a:gd name="csX89" fmla="*/ 49660 w 163037"/>
              <a:gd name="csY89" fmla="*/ 115934 h 148847"/>
              <a:gd name="csX90" fmla="*/ 55308 w 163037"/>
              <a:gd name="csY90" fmla="*/ 120481 h 148847"/>
              <a:gd name="csX91" fmla="*/ 60259 w 163037"/>
              <a:gd name="csY91" fmla="*/ 115179 h 148847"/>
              <a:gd name="csX92" fmla="*/ 60259 w 163037"/>
              <a:gd name="csY92" fmla="*/ 90371 h 148847"/>
              <a:gd name="csX93" fmla="*/ 59817 w 163037"/>
              <a:gd name="csY93" fmla="*/ 88274 h 148847"/>
              <a:gd name="csX94" fmla="*/ 50119 w 163037"/>
              <a:gd name="csY94" fmla="*/ 65646 h 148847"/>
              <a:gd name="csX95" fmla="*/ 56907 w 163037"/>
              <a:gd name="csY95" fmla="*/ 51008 h 148847"/>
            </a:gdLst>
            <a:ahLst/>
            <a:cxnLst/>
            <a:rect l="l" t="t" r="r" b="b"/>
            <a:pathLst>
              <a:path w="100000" h="100000">
                <a:moveTo>
                  <a:pt x="41302" y="4352"/>
                </a:moveTo>
                <a:cubicBezTo>
                  <a:pt x="38995" y="4352"/>
                  <a:pt x="36783" y="5268"/>
                  <a:pt x="35155" y="6898"/>
                </a:cubicBezTo>
                <a:cubicBezTo>
                  <a:pt x="33527" y="8529"/>
                  <a:pt x="32609" y="10741"/>
                  <a:pt x="32609" y="13046"/>
                </a:cubicBezTo>
                <a:cubicBezTo>
                  <a:pt x="32609" y="15352"/>
                  <a:pt x="33527" y="17564"/>
                  <a:pt x="35155" y="19195"/>
                </a:cubicBezTo>
                <a:cubicBezTo>
                  <a:pt x="36783" y="20826"/>
                  <a:pt x="38995" y="21742"/>
                  <a:pt x="41302" y="21742"/>
                </a:cubicBezTo>
                <a:cubicBezTo>
                  <a:pt x="43608" y="21742"/>
                  <a:pt x="45820" y="20826"/>
                  <a:pt x="47448" y="19195"/>
                </a:cubicBezTo>
                <a:cubicBezTo>
                  <a:pt x="49086" y="17564"/>
                  <a:pt x="50005" y="15352"/>
                  <a:pt x="50005" y="13046"/>
                </a:cubicBezTo>
                <a:cubicBezTo>
                  <a:pt x="50005" y="10741"/>
                  <a:pt x="49086" y="8529"/>
                  <a:pt x="47448" y="6898"/>
                </a:cubicBezTo>
                <a:cubicBezTo>
                  <a:pt x="45820" y="5268"/>
                  <a:pt x="43608" y="4352"/>
                  <a:pt x="41302" y="4352"/>
                </a:cubicBezTo>
                <a:close/>
                <a:moveTo>
                  <a:pt x="11957" y="17394"/>
                </a:moveTo>
                <a:cubicBezTo>
                  <a:pt x="11248" y="17394"/>
                  <a:pt x="10559" y="17624"/>
                  <a:pt x="9996" y="18049"/>
                </a:cubicBezTo>
                <a:lnTo>
                  <a:pt x="1303" y="24569"/>
                </a:lnTo>
                <a:cubicBezTo>
                  <a:pt x="-137" y="25649"/>
                  <a:pt x="-429" y="27692"/>
                  <a:pt x="656" y="29133"/>
                </a:cubicBezTo>
                <a:cubicBezTo>
                  <a:pt x="1731" y="30574"/>
                  <a:pt x="3776" y="30867"/>
                  <a:pt x="5216" y="29786"/>
                </a:cubicBezTo>
                <a:lnTo>
                  <a:pt x="12667" y="24200"/>
                </a:lnTo>
                <a:lnTo>
                  <a:pt x="20535" y="25155"/>
                </a:lnTo>
                <a:lnTo>
                  <a:pt x="11895" y="43814"/>
                </a:lnTo>
                <a:cubicBezTo>
                  <a:pt x="11269" y="45158"/>
                  <a:pt x="10862" y="46582"/>
                  <a:pt x="10684" y="48047"/>
                </a:cubicBezTo>
                <a:lnTo>
                  <a:pt x="9108" y="61009"/>
                </a:lnTo>
                <a:lnTo>
                  <a:pt x="2545" y="73478"/>
                </a:lnTo>
                <a:cubicBezTo>
                  <a:pt x="1741" y="75012"/>
                  <a:pt x="2274" y="76911"/>
                  <a:pt x="3766" y="77796"/>
                </a:cubicBezTo>
                <a:cubicBezTo>
                  <a:pt x="4287" y="78109"/>
                  <a:pt x="4861" y="78258"/>
                  <a:pt x="5425" y="78258"/>
                </a:cubicBezTo>
                <a:cubicBezTo>
                  <a:pt x="3630" y="78261"/>
                  <a:pt x="2169" y="79721"/>
                  <a:pt x="2169" y="81519"/>
                </a:cubicBezTo>
                <a:lnTo>
                  <a:pt x="2169" y="92388"/>
                </a:lnTo>
                <a:cubicBezTo>
                  <a:pt x="2169" y="94188"/>
                  <a:pt x="3630" y="95648"/>
                  <a:pt x="5436" y="95648"/>
                </a:cubicBezTo>
                <a:lnTo>
                  <a:pt x="48909" y="95648"/>
                </a:lnTo>
                <a:cubicBezTo>
                  <a:pt x="50714" y="95648"/>
                  <a:pt x="52175" y="94188"/>
                  <a:pt x="52175" y="92388"/>
                </a:cubicBezTo>
                <a:lnTo>
                  <a:pt x="52175" y="85866"/>
                </a:lnTo>
                <a:cubicBezTo>
                  <a:pt x="52175" y="82291"/>
                  <a:pt x="49692" y="79303"/>
                  <a:pt x="46352" y="78492"/>
                </a:cubicBezTo>
                <a:cubicBezTo>
                  <a:pt x="47208" y="78594"/>
                  <a:pt x="48106" y="78370"/>
                  <a:pt x="48815" y="77784"/>
                </a:cubicBezTo>
                <a:lnTo>
                  <a:pt x="58781" y="69563"/>
                </a:lnTo>
                <a:lnTo>
                  <a:pt x="75049" y="69563"/>
                </a:lnTo>
                <a:lnTo>
                  <a:pt x="78681" y="81137"/>
                </a:lnTo>
                <a:cubicBezTo>
                  <a:pt x="78785" y="81448"/>
                  <a:pt x="78921" y="81740"/>
                  <a:pt x="79108" y="82007"/>
                </a:cubicBezTo>
                <a:lnTo>
                  <a:pt x="87530" y="94234"/>
                </a:lnTo>
                <a:cubicBezTo>
                  <a:pt x="88166" y="95150"/>
                  <a:pt x="89189" y="95648"/>
                  <a:pt x="90222" y="95648"/>
                </a:cubicBezTo>
                <a:cubicBezTo>
                  <a:pt x="90806" y="95648"/>
                  <a:pt x="91391" y="95493"/>
                  <a:pt x="91913" y="95169"/>
                </a:cubicBezTo>
                <a:cubicBezTo>
                  <a:pt x="93395" y="94267"/>
                  <a:pt x="93906" y="92366"/>
                  <a:pt x="93092" y="90843"/>
                </a:cubicBezTo>
                <a:lnTo>
                  <a:pt x="86518" y="78602"/>
                </a:lnTo>
                <a:lnTo>
                  <a:pt x="82187" y="50874"/>
                </a:lnTo>
                <a:lnTo>
                  <a:pt x="89106" y="53473"/>
                </a:lnTo>
                <a:lnTo>
                  <a:pt x="93947" y="61471"/>
                </a:lnTo>
                <a:cubicBezTo>
                  <a:pt x="94563" y="62482"/>
                  <a:pt x="95648" y="63042"/>
                  <a:pt x="96744" y="63042"/>
                </a:cubicBezTo>
                <a:cubicBezTo>
                  <a:pt x="97329" y="63042"/>
                  <a:pt x="97903" y="62891"/>
                  <a:pt x="98435" y="62571"/>
                </a:cubicBezTo>
                <a:cubicBezTo>
                  <a:pt x="99969" y="61639"/>
                  <a:pt x="100459" y="59632"/>
                  <a:pt x="99530" y="58092"/>
                </a:cubicBezTo>
                <a:lnTo>
                  <a:pt x="94093" y="49126"/>
                </a:lnTo>
                <a:cubicBezTo>
                  <a:pt x="93801" y="48645"/>
                  <a:pt x="93395" y="48251"/>
                  <a:pt x="92904" y="47975"/>
                </a:cubicBezTo>
                <a:lnTo>
                  <a:pt x="84118" y="43021"/>
                </a:lnTo>
                <a:cubicBezTo>
                  <a:pt x="82615" y="42173"/>
                  <a:pt x="80998" y="41573"/>
                  <a:pt x="79318" y="41238"/>
                </a:cubicBezTo>
                <a:lnTo>
                  <a:pt x="69769" y="39314"/>
                </a:lnTo>
                <a:cubicBezTo>
                  <a:pt x="67463" y="38846"/>
                  <a:pt x="65084" y="39269"/>
                  <a:pt x="63070" y="40490"/>
                </a:cubicBezTo>
                <a:lnTo>
                  <a:pt x="55587" y="45033"/>
                </a:lnTo>
                <a:lnTo>
                  <a:pt x="44098" y="36707"/>
                </a:lnTo>
                <a:lnTo>
                  <a:pt x="40926" y="30092"/>
                </a:lnTo>
                <a:cubicBezTo>
                  <a:pt x="39997" y="28160"/>
                  <a:pt x="38567" y="26510"/>
                  <a:pt x="36783" y="25316"/>
                </a:cubicBezTo>
                <a:lnTo>
                  <a:pt x="27913" y="19407"/>
                </a:lnTo>
                <a:cubicBezTo>
                  <a:pt x="25951" y="18089"/>
                  <a:pt x="23645" y="17394"/>
                  <a:pt x="21276" y="17394"/>
                </a:cubicBezTo>
                <a:lnTo>
                  <a:pt x="11957" y="17394"/>
                </a:lnTo>
                <a:close/>
                <a:moveTo>
                  <a:pt x="73912" y="19567"/>
                </a:moveTo>
                <a:cubicBezTo>
                  <a:pt x="71606" y="19567"/>
                  <a:pt x="69393" y="20484"/>
                  <a:pt x="67766" y="22115"/>
                </a:cubicBezTo>
                <a:cubicBezTo>
                  <a:pt x="66127" y="23745"/>
                  <a:pt x="65209" y="25957"/>
                  <a:pt x="65209" y="28263"/>
                </a:cubicBezTo>
                <a:cubicBezTo>
                  <a:pt x="65209" y="30569"/>
                  <a:pt x="66127" y="32780"/>
                  <a:pt x="67766" y="34411"/>
                </a:cubicBezTo>
                <a:cubicBezTo>
                  <a:pt x="69393" y="36042"/>
                  <a:pt x="71606" y="36958"/>
                  <a:pt x="73912" y="36958"/>
                </a:cubicBezTo>
                <a:cubicBezTo>
                  <a:pt x="76218" y="36958"/>
                  <a:pt x="78430" y="36042"/>
                  <a:pt x="80059" y="34411"/>
                </a:cubicBezTo>
                <a:cubicBezTo>
                  <a:pt x="81686" y="32780"/>
                  <a:pt x="82605" y="30569"/>
                  <a:pt x="82605" y="28263"/>
                </a:cubicBezTo>
                <a:cubicBezTo>
                  <a:pt x="82605" y="25957"/>
                  <a:pt x="81686" y="23745"/>
                  <a:pt x="80059" y="22115"/>
                </a:cubicBezTo>
                <a:cubicBezTo>
                  <a:pt x="78430" y="20484"/>
                  <a:pt x="76218" y="19567"/>
                  <a:pt x="73912" y="19567"/>
                </a:cubicBezTo>
                <a:close/>
                <a:moveTo>
                  <a:pt x="34904" y="35638"/>
                </a:moveTo>
                <a:lnTo>
                  <a:pt x="38954" y="40855"/>
                </a:lnTo>
                <a:lnTo>
                  <a:pt x="38975" y="40868"/>
                </a:lnTo>
                <a:cubicBezTo>
                  <a:pt x="39162" y="41105"/>
                  <a:pt x="39371" y="41322"/>
                  <a:pt x="39611" y="41500"/>
                </a:cubicBezTo>
                <a:lnTo>
                  <a:pt x="53522" y="51584"/>
                </a:lnTo>
                <a:lnTo>
                  <a:pt x="53553" y="51584"/>
                </a:lnTo>
                <a:cubicBezTo>
                  <a:pt x="54106" y="51975"/>
                  <a:pt x="54753" y="52203"/>
                  <a:pt x="55441" y="52203"/>
                </a:cubicBezTo>
                <a:cubicBezTo>
                  <a:pt x="55849" y="52203"/>
                  <a:pt x="56276" y="52124"/>
                  <a:pt x="56683" y="51958"/>
                </a:cubicBezTo>
                <a:lnTo>
                  <a:pt x="65261" y="48425"/>
                </a:lnTo>
                <a:lnTo>
                  <a:pt x="67181" y="60728"/>
                </a:lnTo>
                <a:lnTo>
                  <a:pt x="56161" y="61977"/>
                </a:lnTo>
                <a:cubicBezTo>
                  <a:pt x="55410" y="62061"/>
                  <a:pt x="54711" y="62400"/>
                  <a:pt x="54189" y="62940"/>
                </a:cubicBezTo>
                <a:lnTo>
                  <a:pt x="44401" y="72994"/>
                </a:lnTo>
                <a:cubicBezTo>
                  <a:pt x="43190" y="74235"/>
                  <a:pt x="43169" y="76206"/>
                  <a:pt x="44349" y="77478"/>
                </a:cubicBezTo>
                <a:cubicBezTo>
                  <a:pt x="44755" y="77921"/>
                  <a:pt x="45257" y="78220"/>
                  <a:pt x="45809" y="78381"/>
                </a:cubicBezTo>
                <a:cubicBezTo>
                  <a:pt x="45403" y="78315"/>
                  <a:pt x="44985" y="78258"/>
                  <a:pt x="44568" y="78258"/>
                </a:cubicBezTo>
                <a:lnTo>
                  <a:pt x="5436" y="78258"/>
                </a:lnTo>
                <a:cubicBezTo>
                  <a:pt x="6489" y="78257"/>
                  <a:pt x="7522" y="77745"/>
                  <a:pt x="8148" y="76807"/>
                </a:cubicBezTo>
                <a:lnTo>
                  <a:pt x="16841" y="63765"/>
                </a:lnTo>
                <a:cubicBezTo>
                  <a:pt x="16956" y="63598"/>
                  <a:pt x="17050" y="63424"/>
                  <a:pt x="17123" y="63241"/>
                </a:cubicBezTo>
                <a:lnTo>
                  <a:pt x="21547" y="52916"/>
                </a:lnTo>
                <a:lnTo>
                  <a:pt x="28424" y="61161"/>
                </a:lnTo>
                <a:lnTo>
                  <a:pt x="30459" y="75461"/>
                </a:lnTo>
                <a:cubicBezTo>
                  <a:pt x="30710" y="77154"/>
                  <a:pt x="32181" y="78374"/>
                  <a:pt x="33924" y="78250"/>
                </a:cubicBezTo>
                <a:cubicBezTo>
                  <a:pt x="35635" y="78129"/>
                  <a:pt x="36960" y="76709"/>
                  <a:pt x="36960" y="74998"/>
                </a:cubicBezTo>
                <a:lnTo>
                  <a:pt x="36960" y="59782"/>
                </a:lnTo>
                <a:cubicBezTo>
                  <a:pt x="36960" y="59341"/>
                  <a:pt x="36866" y="58902"/>
                  <a:pt x="36689" y="58495"/>
                </a:cubicBezTo>
                <a:lnTo>
                  <a:pt x="30741" y="44616"/>
                </a:lnTo>
                <a:lnTo>
                  <a:pt x="34904" y="3563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8" name="Чёрный — SVG 1">
            <a:extLst>
              <a:ext uri="{FF2B5EF4-FFF2-40B4-BE49-F238E27FC236}">
                <a16:creationId xmlns:a16="http://schemas.microsoft.com/office/drawing/2014/main" id="{91FAAFCE-1633-694A-A1C5-41921626A690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56706 w 134678"/>
              <a:gd name="csY0" fmla="*/ 0 h 148847"/>
              <a:gd name="csX1" fmla="*/ 31645 w 134678"/>
              <a:gd name="csY1" fmla="*/ 10380 h 148847"/>
              <a:gd name="csX2" fmla="*/ 21267 w 134678"/>
              <a:gd name="csY2" fmla="*/ 35439 h 148847"/>
              <a:gd name="csX3" fmla="*/ 31645 w 134678"/>
              <a:gd name="csY3" fmla="*/ 60500 h 148847"/>
              <a:gd name="csX4" fmla="*/ 56706 w 134678"/>
              <a:gd name="csY4" fmla="*/ 70880 h 148847"/>
              <a:gd name="csX5" fmla="*/ 81767 w 134678"/>
              <a:gd name="csY5" fmla="*/ 60500 h 148847"/>
              <a:gd name="csX6" fmla="*/ 92162 w 134678"/>
              <a:gd name="csY6" fmla="*/ 35439 h 148847"/>
              <a:gd name="csX7" fmla="*/ 81767 w 134678"/>
              <a:gd name="csY7" fmla="*/ 10380 h 148847"/>
              <a:gd name="csX8" fmla="*/ 56706 w 134678"/>
              <a:gd name="csY8" fmla="*/ 0 h 148847"/>
              <a:gd name="csX9" fmla="*/ 92162 w 134678"/>
              <a:gd name="csY9" fmla="*/ 70831 h 148847"/>
              <a:gd name="csX10" fmla="*/ 88521 w 134678"/>
              <a:gd name="csY10" fmla="*/ 72437 h 148847"/>
              <a:gd name="csX11" fmla="*/ 57403 w 134678"/>
              <a:gd name="csY11" fmla="*/ 103475 h 148847"/>
              <a:gd name="csX12" fmla="*/ 57403 w 134678"/>
              <a:gd name="csY12" fmla="*/ 141059 h 148847"/>
              <a:gd name="csX13" fmla="*/ 76203 w 134678"/>
              <a:gd name="csY13" fmla="*/ 148847 h 148847"/>
              <a:gd name="csX14" fmla="*/ 95003 w 134678"/>
              <a:gd name="csY14" fmla="*/ 141066 h 148847"/>
              <a:gd name="csX15" fmla="*/ 130033 w 134678"/>
              <a:gd name="csY15" fmla="*/ 106098 h 148847"/>
              <a:gd name="csX16" fmla="*/ 130033 w 134678"/>
              <a:gd name="csY16" fmla="*/ 83513 h 148847"/>
              <a:gd name="csX17" fmla="*/ 107457 w 134678"/>
              <a:gd name="csY17" fmla="*/ 83519 h 148847"/>
              <a:gd name="csX18" fmla="*/ 72460 w 134678"/>
              <a:gd name="csY18" fmla="*/ 118537 h 148847"/>
              <a:gd name="csX19" fmla="*/ 71269 w 134678"/>
              <a:gd name="csY19" fmla="*/ 120263 h 148847"/>
              <a:gd name="csX20" fmla="*/ 70844 w 134678"/>
              <a:gd name="csY20" fmla="*/ 122318 h 148847"/>
              <a:gd name="csX21" fmla="*/ 71235 w 134678"/>
              <a:gd name="csY21" fmla="*/ 124382 h 148847"/>
              <a:gd name="csX22" fmla="*/ 72392 w 134678"/>
              <a:gd name="csY22" fmla="*/ 126131 h 148847"/>
              <a:gd name="csX23" fmla="*/ 74145 w 134678"/>
              <a:gd name="csY23" fmla="*/ 127292 h 148847"/>
              <a:gd name="csX24" fmla="*/ 76220 w 134678"/>
              <a:gd name="csY24" fmla="*/ 127684 h 148847"/>
              <a:gd name="csX25" fmla="*/ 78262 w 134678"/>
              <a:gd name="csY25" fmla="*/ 127246 h 148847"/>
              <a:gd name="csX26" fmla="*/ 79997 w 134678"/>
              <a:gd name="csY26" fmla="*/ 126047 h 148847"/>
              <a:gd name="csX27" fmla="*/ 114977 w 134678"/>
              <a:gd name="csY27" fmla="*/ 91037 h 148847"/>
              <a:gd name="csX28" fmla="*/ 122514 w 134678"/>
              <a:gd name="csY28" fmla="*/ 91037 h 148847"/>
              <a:gd name="csX29" fmla="*/ 122514 w 134678"/>
              <a:gd name="csY29" fmla="*/ 98574 h 148847"/>
              <a:gd name="csX30" fmla="*/ 87483 w 134678"/>
              <a:gd name="csY30" fmla="*/ 133542 h 148847"/>
              <a:gd name="csX31" fmla="*/ 76203 w 134678"/>
              <a:gd name="csY31" fmla="*/ 138215 h 148847"/>
              <a:gd name="csX32" fmla="*/ 64923 w 134678"/>
              <a:gd name="csY32" fmla="*/ 133542 h 148847"/>
              <a:gd name="csX33" fmla="*/ 64923 w 134678"/>
              <a:gd name="csY33" fmla="*/ 110999 h 148847"/>
              <a:gd name="csX34" fmla="*/ 64923 w 134678"/>
              <a:gd name="csY34" fmla="*/ 110992 h 148847"/>
              <a:gd name="csX35" fmla="*/ 96024 w 134678"/>
              <a:gd name="csY35" fmla="*/ 79961 h 148847"/>
              <a:gd name="csX36" fmla="*/ 97538 w 134678"/>
              <a:gd name="csY36" fmla="*/ 77203 h 148847"/>
              <a:gd name="csX37" fmla="*/ 97214 w 134678"/>
              <a:gd name="csY37" fmla="*/ 74077 h 148847"/>
              <a:gd name="csX38" fmla="*/ 95190 w 134678"/>
              <a:gd name="csY38" fmla="*/ 71673 h 148847"/>
              <a:gd name="csX39" fmla="*/ 92162 w 134678"/>
              <a:gd name="csY39" fmla="*/ 70831 h 148847"/>
              <a:gd name="csX40" fmla="*/ 14104 w 134678"/>
              <a:gd name="csY40" fmla="*/ 85056 h 148847"/>
              <a:gd name="csX41" fmla="*/ 0 w 134678"/>
              <a:gd name="csY41" fmla="*/ 99156 h 148847"/>
              <a:gd name="csX42" fmla="*/ 0 w 134678"/>
              <a:gd name="csY42" fmla="*/ 104547 h 148847"/>
              <a:gd name="csX43" fmla="*/ 18817 w 134678"/>
              <a:gd name="csY43" fmla="*/ 133120 h 148847"/>
              <a:gd name="csX44" fmla="*/ 48505 w 134678"/>
              <a:gd name="csY44" fmla="*/ 141386 h 148847"/>
              <a:gd name="csX45" fmla="*/ 42534 w 134678"/>
              <a:gd name="csY45" fmla="*/ 122267 h 148847"/>
              <a:gd name="csX46" fmla="*/ 52401 w 134678"/>
              <a:gd name="csY46" fmla="*/ 98457 h 148847"/>
              <a:gd name="csX47" fmla="*/ 65825 w 134678"/>
              <a:gd name="csY47" fmla="*/ 85056 h 148847"/>
              <a:gd name="csX48" fmla="*/ 14104 w 134678"/>
              <a:gd name="csY48" fmla="*/ 85056 h 148847"/>
            </a:gdLst>
            <a:ahLst/>
            <a:cxnLst/>
            <a:rect l="l" t="t" r="r" b="b"/>
            <a:pathLst>
              <a:path w="100000" h="100000">
                <a:moveTo>
                  <a:pt x="42856" y="0"/>
                </a:moveTo>
                <a:cubicBezTo>
                  <a:pt x="36547" y="0"/>
                  <a:pt x="30489" y="2509"/>
                  <a:pt x="26020" y="6974"/>
                </a:cubicBezTo>
                <a:cubicBezTo>
                  <a:pt x="21551" y="11439"/>
                  <a:pt x="19047" y="17495"/>
                  <a:pt x="19047" y="23809"/>
                </a:cubicBezTo>
                <a:cubicBezTo>
                  <a:pt x="19047" y="30125"/>
                  <a:pt x="21551" y="36181"/>
                  <a:pt x="26020" y="40646"/>
                </a:cubicBezTo>
                <a:cubicBezTo>
                  <a:pt x="30489" y="45111"/>
                  <a:pt x="36547" y="47619"/>
                  <a:pt x="42856" y="47619"/>
                </a:cubicBezTo>
                <a:cubicBezTo>
                  <a:pt x="49177" y="47619"/>
                  <a:pt x="55235" y="45111"/>
                  <a:pt x="59693" y="40646"/>
                </a:cubicBezTo>
                <a:cubicBezTo>
                  <a:pt x="64162" y="36181"/>
                  <a:pt x="66677" y="30125"/>
                  <a:pt x="66677" y="23809"/>
                </a:cubicBezTo>
                <a:cubicBezTo>
                  <a:pt x="66677" y="17495"/>
                  <a:pt x="64162" y="11439"/>
                  <a:pt x="59693" y="6974"/>
                </a:cubicBezTo>
                <a:cubicBezTo>
                  <a:pt x="55235" y="2509"/>
                  <a:pt x="49177" y="0"/>
                  <a:pt x="42856" y="0"/>
                </a:cubicBezTo>
                <a:close/>
                <a:moveTo>
                  <a:pt x="66677" y="47586"/>
                </a:moveTo>
                <a:cubicBezTo>
                  <a:pt x="65751" y="47614"/>
                  <a:pt x="64871" y="48000"/>
                  <a:pt x="64231" y="48665"/>
                </a:cubicBezTo>
                <a:lnTo>
                  <a:pt x="43325" y="69518"/>
                </a:lnTo>
                <a:cubicBezTo>
                  <a:pt x="36387" y="76460"/>
                  <a:pt x="36387" y="87825"/>
                  <a:pt x="43325" y="94768"/>
                </a:cubicBezTo>
                <a:cubicBezTo>
                  <a:pt x="46799" y="98240"/>
                  <a:pt x="51395" y="100000"/>
                  <a:pt x="55955" y="100000"/>
                </a:cubicBezTo>
                <a:cubicBezTo>
                  <a:pt x="60515" y="100000"/>
                  <a:pt x="65111" y="98242"/>
                  <a:pt x="68586" y="94772"/>
                </a:cubicBezTo>
                <a:lnTo>
                  <a:pt x="92120" y="71280"/>
                </a:lnTo>
                <a:cubicBezTo>
                  <a:pt x="96280" y="67121"/>
                  <a:pt x="96280" y="60265"/>
                  <a:pt x="92120" y="56107"/>
                </a:cubicBezTo>
                <a:cubicBezTo>
                  <a:pt x="87960" y="51945"/>
                  <a:pt x="81102" y="51945"/>
                  <a:pt x="76953" y="56111"/>
                </a:cubicBezTo>
                <a:lnTo>
                  <a:pt x="53440" y="79637"/>
                </a:lnTo>
                <a:cubicBezTo>
                  <a:pt x="53098" y="79966"/>
                  <a:pt x="52835" y="80360"/>
                  <a:pt x="52640" y="80796"/>
                </a:cubicBezTo>
                <a:cubicBezTo>
                  <a:pt x="52458" y="81233"/>
                  <a:pt x="52355" y="81703"/>
                  <a:pt x="52355" y="82177"/>
                </a:cubicBezTo>
                <a:cubicBezTo>
                  <a:pt x="52343" y="82653"/>
                  <a:pt x="52435" y="83124"/>
                  <a:pt x="52617" y="83564"/>
                </a:cubicBezTo>
                <a:cubicBezTo>
                  <a:pt x="52800" y="84004"/>
                  <a:pt x="53064" y="84402"/>
                  <a:pt x="53395" y="84739"/>
                </a:cubicBezTo>
                <a:cubicBezTo>
                  <a:pt x="53738" y="85075"/>
                  <a:pt x="54138" y="85339"/>
                  <a:pt x="54572" y="85519"/>
                </a:cubicBezTo>
                <a:cubicBezTo>
                  <a:pt x="55018" y="85699"/>
                  <a:pt x="55486" y="85787"/>
                  <a:pt x="55967" y="85782"/>
                </a:cubicBezTo>
                <a:cubicBezTo>
                  <a:pt x="56435" y="85777"/>
                  <a:pt x="56904" y="85677"/>
                  <a:pt x="57338" y="85488"/>
                </a:cubicBezTo>
                <a:cubicBezTo>
                  <a:pt x="57784" y="85300"/>
                  <a:pt x="58173" y="85025"/>
                  <a:pt x="58504" y="84682"/>
                </a:cubicBezTo>
                <a:lnTo>
                  <a:pt x="82005" y="61161"/>
                </a:lnTo>
                <a:cubicBezTo>
                  <a:pt x="83433" y="59730"/>
                  <a:pt x="85639" y="59730"/>
                  <a:pt x="87068" y="61161"/>
                </a:cubicBezTo>
                <a:cubicBezTo>
                  <a:pt x="88508" y="62592"/>
                  <a:pt x="88508" y="64793"/>
                  <a:pt x="87068" y="66225"/>
                </a:cubicBezTo>
                <a:lnTo>
                  <a:pt x="63533" y="89718"/>
                </a:lnTo>
                <a:cubicBezTo>
                  <a:pt x="61431" y="91825"/>
                  <a:pt x="58698" y="92857"/>
                  <a:pt x="55955" y="92857"/>
                </a:cubicBezTo>
                <a:cubicBezTo>
                  <a:pt x="53212" y="92857"/>
                  <a:pt x="50492" y="91823"/>
                  <a:pt x="48377" y="89718"/>
                </a:cubicBezTo>
                <a:cubicBezTo>
                  <a:pt x="44171" y="85505"/>
                  <a:pt x="44171" y="78786"/>
                  <a:pt x="48377" y="74573"/>
                </a:cubicBezTo>
                <a:lnTo>
                  <a:pt x="48377" y="74568"/>
                </a:lnTo>
                <a:lnTo>
                  <a:pt x="69271" y="53720"/>
                </a:lnTo>
                <a:cubicBezTo>
                  <a:pt x="69785" y="53220"/>
                  <a:pt x="70140" y="52574"/>
                  <a:pt x="70289" y="51867"/>
                </a:cubicBezTo>
                <a:cubicBezTo>
                  <a:pt x="70426" y="51163"/>
                  <a:pt x="70357" y="50431"/>
                  <a:pt x="70071" y="49767"/>
                </a:cubicBezTo>
                <a:cubicBezTo>
                  <a:pt x="69797" y="49104"/>
                  <a:pt x="69317" y="48542"/>
                  <a:pt x="68711" y="48152"/>
                </a:cubicBezTo>
                <a:cubicBezTo>
                  <a:pt x="68105" y="47764"/>
                  <a:pt x="67397" y="47566"/>
                  <a:pt x="66677" y="47586"/>
                </a:cubicBezTo>
                <a:close/>
                <a:moveTo>
                  <a:pt x="14235" y="57143"/>
                </a:moveTo>
                <a:cubicBezTo>
                  <a:pt x="9012" y="57143"/>
                  <a:pt x="4760" y="61392"/>
                  <a:pt x="4760" y="66616"/>
                </a:cubicBezTo>
                <a:lnTo>
                  <a:pt x="4760" y="70238"/>
                </a:lnTo>
                <a:cubicBezTo>
                  <a:pt x="4760" y="78123"/>
                  <a:pt x="9251" y="84942"/>
                  <a:pt x="17401" y="89434"/>
                </a:cubicBezTo>
                <a:cubicBezTo>
                  <a:pt x="22865" y="92451"/>
                  <a:pt x="29814" y="94357"/>
                  <a:pt x="37347" y="94987"/>
                </a:cubicBezTo>
                <a:cubicBezTo>
                  <a:pt x="34752" y="91239"/>
                  <a:pt x="33335" y="86803"/>
                  <a:pt x="33335" y="82143"/>
                </a:cubicBezTo>
                <a:cubicBezTo>
                  <a:pt x="33335" y="76100"/>
                  <a:pt x="35689" y="70419"/>
                  <a:pt x="39964" y="66146"/>
                </a:cubicBezTo>
                <a:lnTo>
                  <a:pt x="48983" y="57143"/>
                </a:lnTo>
                <a:lnTo>
                  <a:pt x="14235" y="5714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09" name="Чёрный — SVG 2">
            <a:extLst>
              <a:ext uri="{FF2B5EF4-FFF2-40B4-BE49-F238E27FC236}">
                <a16:creationId xmlns:a16="http://schemas.microsoft.com/office/drawing/2014/main" id="{0D0186A0-91C2-7D4C-A3EC-3A962ECCEEB3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74434 w 148867"/>
              <a:gd name="csY0" fmla="*/ 0 h 148854"/>
              <a:gd name="csX1" fmla="*/ 60256 w 148867"/>
              <a:gd name="csY1" fmla="*/ 14175 h 148854"/>
              <a:gd name="csX2" fmla="*/ 74434 w 148867"/>
              <a:gd name="csY2" fmla="*/ 28352 h 148854"/>
              <a:gd name="csX3" fmla="*/ 88611 w 148867"/>
              <a:gd name="csY3" fmla="*/ 14175 h 148854"/>
              <a:gd name="csX4" fmla="*/ 74434 w 148867"/>
              <a:gd name="csY4" fmla="*/ 0 h 148854"/>
              <a:gd name="csX5" fmla="*/ 60256 w 148867"/>
              <a:gd name="csY5" fmla="*/ 35439 h 148854"/>
              <a:gd name="csX6" fmla="*/ 49623 w 148867"/>
              <a:gd name="csY6" fmla="*/ 46071 h 148854"/>
              <a:gd name="csX7" fmla="*/ 74434 w 148867"/>
              <a:gd name="csY7" fmla="*/ 67335 h 148854"/>
              <a:gd name="csX8" fmla="*/ 99244 w 148867"/>
              <a:gd name="csY8" fmla="*/ 46071 h 148854"/>
              <a:gd name="csX9" fmla="*/ 88611 w 148867"/>
              <a:gd name="csY9" fmla="*/ 35439 h 148854"/>
              <a:gd name="csX10" fmla="*/ 60256 w 148867"/>
              <a:gd name="csY10" fmla="*/ 35439 h 148854"/>
              <a:gd name="csX11" fmla="*/ 40158 w 148867"/>
              <a:gd name="csY11" fmla="*/ 39052 h 148854"/>
              <a:gd name="csX12" fmla="*/ 18221 w 148867"/>
              <a:gd name="csY12" fmla="*/ 66872 h 148854"/>
              <a:gd name="csX13" fmla="*/ 16372 w 148867"/>
              <a:gd name="csY13" fmla="*/ 72369 h 148854"/>
              <a:gd name="csX14" fmla="*/ 24811 w 148867"/>
              <a:gd name="csY14" fmla="*/ 70880 h 148854"/>
              <a:gd name="csX15" fmla="*/ 28002 w 148867"/>
              <a:gd name="csY15" fmla="*/ 71129 h 148854"/>
              <a:gd name="csX16" fmla="*/ 28142 w 148867"/>
              <a:gd name="csY16" fmla="*/ 70741 h 148854"/>
              <a:gd name="csX17" fmla="*/ 39840 w 148867"/>
              <a:gd name="csY17" fmla="*/ 53056 h 148854"/>
              <a:gd name="csX18" fmla="*/ 38990 w 148867"/>
              <a:gd name="csY18" fmla="*/ 46071 h 148854"/>
              <a:gd name="csX19" fmla="*/ 40158 w 148867"/>
              <a:gd name="csY19" fmla="*/ 39052 h 148854"/>
              <a:gd name="csX20" fmla="*/ 108709 w 148867"/>
              <a:gd name="csY20" fmla="*/ 39052 h 148854"/>
              <a:gd name="csX21" fmla="*/ 109878 w 148867"/>
              <a:gd name="csY21" fmla="*/ 46071 h 148854"/>
              <a:gd name="csX22" fmla="*/ 109027 w 148867"/>
              <a:gd name="csY22" fmla="*/ 53056 h 148854"/>
              <a:gd name="csX23" fmla="*/ 120831 w 148867"/>
              <a:gd name="csY23" fmla="*/ 71129 h 148854"/>
              <a:gd name="csX24" fmla="*/ 124057 w 148867"/>
              <a:gd name="csY24" fmla="*/ 70880 h 148854"/>
              <a:gd name="csX25" fmla="*/ 132419 w 148867"/>
              <a:gd name="csY25" fmla="*/ 72369 h 148854"/>
              <a:gd name="csX26" fmla="*/ 108709 w 148867"/>
              <a:gd name="csY26" fmla="*/ 39052 h 148854"/>
              <a:gd name="csX27" fmla="*/ 24811 w 148867"/>
              <a:gd name="csY27" fmla="*/ 81512 h 148854"/>
              <a:gd name="csX28" fmla="*/ 10633 w 148867"/>
              <a:gd name="csY28" fmla="*/ 95687 h 148854"/>
              <a:gd name="csX29" fmla="*/ 24811 w 148867"/>
              <a:gd name="csY29" fmla="*/ 109863 h 148854"/>
              <a:gd name="csX30" fmla="*/ 38990 w 148867"/>
              <a:gd name="csY30" fmla="*/ 95687 h 148854"/>
              <a:gd name="csX31" fmla="*/ 24811 w 148867"/>
              <a:gd name="csY31" fmla="*/ 81512 h 148854"/>
              <a:gd name="csX32" fmla="*/ 124057 w 148867"/>
              <a:gd name="csY32" fmla="*/ 81512 h 148854"/>
              <a:gd name="csX33" fmla="*/ 109878 w 148867"/>
              <a:gd name="csY33" fmla="*/ 95687 h 148854"/>
              <a:gd name="csX34" fmla="*/ 124057 w 148867"/>
              <a:gd name="csY34" fmla="*/ 109863 h 148854"/>
              <a:gd name="csX35" fmla="*/ 138234 w 148867"/>
              <a:gd name="csY35" fmla="*/ 95687 h 148854"/>
              <a:gd name="csX36" fmla="*/ 124057 w 148867"/>
              <a:gd name="csY36" fmla="*/ 81512 h 148854"/>
              <a:gd name="csX37" fmla="*/ 10633 w 148867"/>
              <a:gd name="csY37" fmla="*/ 116951 h 148854"/>
              <a:gd name="csX38" fmla="*/ 0 w 148867"/>
              <a:gd name="csY38" fmla="*/ 127583 h 148854"/>
              <a:gd name="csX39" fmla="*/ 24811 w 148867"/>
              <a:gd name="csY39" fmla="*/ 148847 h 148854"/>
              <a:gd name="csX40" fmla="*/ 49623 w 148867"/>
              <a:gd name="csY40" fmla="*/ 127583 h 148854"/>
              <a:gd name="csX41" fmla="*/ 38990 w 148867"/>
              <a:gd name="csY41" fmla="*/ 116951 h 148854"/>
              <a:gd name="csX42" fmla="*/ 10633 w 148867"/>
              <a:gd name="csY42" fmla="*/ 116951 h 148854"/>
              <a:gd name="csX43" fmla="*/ 109878 w 148867"/>
              <a:gd name="csY43" fmla="*/ 116951 h 148854"/>
              <a:gd name="csX44" fmla="*/ 99244 w 148867"/>
              <a:gd name="csY44" fmla="*/ 127583 h 148854"/>
              <a:gd name="csX45" fmla="*/ 124057 w 148867"/>
              <a:gd name="csY45" fmla="*/ 148847 h 148854"/>
              <a:gd name="csX46" fmla="*/ 148867 w 148867"/>
              <a:gd name="csY46" fmla="*/ 127583 h 148854"/>
              <a:gd name="csX47" fmla="*/ 138234 w 148867"/>
              <a:gd name="csY47" fmla="*/ 116951 h 148854"/>
              <a:gd name="csX48" fmla="*/ 109878 w 148867"/>
              <a:gd name="csY48" fmla="*/ 116951 h 148854"/>
              <a:gd name="csX49" fmla="*/ 89781 w 148867"/>
              <a:gd name="csY49" fmla="*/ 135737 h 148854"/>
              <a:gd name="csX50" fmla="*/ 59086 w 148867"/>
              <a:gd name="csY50" fmla="*/ 135772 h 148854"/>
              <a:gd name="csX51" fmla="*/ 54475 w 148867"/>
              <a:gd name="csY51" fmla="*/ 145442 h 148854"/>
              <a:gd name="csX52" fmla="*/ 94392 w 148867"/>
              <a:gd name="csY52" fmla="*/ 145408 h 148854"/>
              <a:gd name="csX53" fmla="*/ 89781 w 148867"/>
              <a:gd name="csY53" fmla="*/ 135737 h 148854"/>
            </a:gdLst>
            <a:ahLst/>
            <a:cxnLst/>
            <a:rect l="l" t="t" r="r" b="b"/>
            <a:pathLst>
              <a:path w="100000" h="100000">
                <a:moveTo>
                  <a:pt x="50000" y="4"/>
                </a:moveTo>
                <a:cubicBezTo>
                  <a:pt x="44741" y="4"/>
                  <a:pt x="40476" y="4268"/>
                  <a:pt x="40476" y="9526"/>
                </a:cubicBezTo>
                <a:cubicBezTo>
                  <a:pt x="40476" y="14785"/>
                  <a:pt x="44741" y="19050"/>
                  <a:pt x="50000" y="19050"/>
                </a:cubicBezTo>
                <a:cubicBezTo>
                  <a:pt x="55259" y="19050"/>
                  <a:pt x="59524" y="14785"/>
                  <a:pt x="59524" y="9526"/>
                </a:cubicBezTo>
                <a:cubicBezTo>
                  <a:pt x="59524" y="4268"/>
                  <a:pt x="55259" y="4"/>
                  <a:pt x="50000" y="4"/>
                </a:cubicBezTo>
                <a:close/>
                <a:moveTo>
                  <a:pt x="40476" y="23810"/>
                </a:moveTo>
                <a:cubicBezTo>
                  <a:pt x="36573" y="23810"/>
                  <a:pt x="33334" y="27050"/>
                  <a:pt x="33334" y="30952"/>
                </a:cubicBezTo>
                <a:cubicBezTo>
                  <a:pt x="33334" y="37490"/>
                  <a:pt x="39089" y="45236"/>
                  <a:pt x="50000" y="45236"/>
                </a:cubicBezTo>
                <a:cubicBezTo>
                  <a:pt x="60911" y="45236"/>
                  <a:pt x="66666" y="37490"/>
                  <a:pt x="66666" y="30952"/>
                </a:cubicBezTo>
                <a:cubicBezTo>
                  <a:pt x="66666" y="27050"/>
                  <a:pt x="63428" y="23810"/>
                  <a:pt x="59524" y="23810"/>
                </a:cubicBezTo>
                <a:lnTo>
                  <a:pt x="40476" y="23810"/>
                </a:lnTo>
                <a:close/>
                <a:moveTo>
                  <a:pt x="26976" y="26237"/>
                </a:moveTo>
                <a:cubicBezTo>
                  <a:pt x="20501" y="30689"/>
                  <a:pt x="15263" y="37069"/>
                  <a:pt x="12240" y="44925"/>
                </a:cubicBezTo>
                <a:cubicBezTo>
                  <a:pt x="11764" y="46139"/>
                  <a:pt x="11356" y="47379"/>
                  <a:pt x="10998" y="48618"/>
                </a:cubicBezTo>
                <a:cubicBezTo>
                  <a:pt x="12760" y="47974"/>
                  <a:pt x="14666" y="47617"/>
                  <a:pt x="16667" y="47617"/>
                </a:cubicBezTo>
                <a:cubicBezTo>
                  <a:pt x="17381" y="47617"/>
                  <a:pt x="18120" y="47666"/>
                  <a:pt x="18810" y="47785"/>
                </a:cubicBezTo>
                <a:cubicBezTo>
                  <a:pt x="18834" y="47689"/>
                  <a:pt x="18880" y="47620"/>
                  <a:pt x="18904" y="47524"/>
                </a:cubicBezTo>
                <a:cubicBezTo>
                  <a:pt x="20689" y="42882"/>
                  <a:pt x="23405" y="38881"/>
                  <a:pt x="26762" y="35644"/>
                </a:cubicBezTo>
                <a:cubicBezTo>
                  <a:pt x="26382" y="34097"/>
                  <a:pt x="26191" y="32499"/>
                  <a:pt x="26191" y="30952"/>
                </a:cubicBezTo>
                <a:cubicBezTo>
                  <a:pt x="26191" y="29310"/>
                  <a:pt x="26477" y="27714"/>
                  <a:pt x="26976" y="26237"/>
                </a:cubicBezTo>
                <a:close/>
                <a:moveTo>
                  <a:pt x="73024" y="26237"/>
                </a:moveTo>
                <a:cubicBezTo>
                  <a:pt x="73523" y="27714"/>
                  <a:pt x="73810" y="29310"/>
                  <a:pt x="73810" y="30952"/>
                </a:cubicBezTo>
                <a:cubicBezTo>
                  <a:pt x="73810" y="32499"/>
                  <a:pt x="73619" y="34097"/>
                  <a:pt x="73238" y="35644"/>
                </a:cubicBezTo>
                <a:cubicBezTo>
                  <a:pt x="76785" y="39072"/>
                  <a:pt x="79476" y="43238"/>
                  <a:pt x="81167" y="47785"/>
                </a:cubicBezTo>
                <a:cubicBezTo>
                  <a:pt x="81881" y="47666"/>
                  <a:pt x="82596" y="47617"/>
                  <a:pt x="83334" y="47617"/>
                </a:cubicBezTo>
                <a:cubicBezTo>
                  <a:pt x="85310" y="47617"/>
                  <a:pt x="87213" y="47950"/>
                  <a:pt x="88951" y="48618"/>
                </a:cubicBezTo>
                <a:cubicBezTo>
                  <a:pt x="86452" y="39665"/>
                  <a:pt x="80905" y="31666"/>
                  <a:pt x="73024" y="26237"/>
                </a:cubicBezTo>
                <a:close/>
                <a:moveTo>
                  <a:pt x="16667" y="54759"/>
                </a:moveTo>
                <a:cubicBezTo>
                  <a:pt x="11407" y="54759"/>
                  <a:pt x="7143" y="59023"/>
                  <a:pt x="7143" y="64281"/>
                </a:cubicBezTo>
                <a:cubicBezTo>
                  <a:pt x="7143" y="69540"/>
                  <a:pt x="11407" y="73804"/>
                  <a:pt x="16667" y="73804"/>
                </a:cubicBezTo>
                <a:cubicBezTo>
                  <a:pt x="21926" y="73804"/>
                  <a:pt x="26191" y="69540"/>
                  <a:pt x="26191" y="64281"/>
                </a:cubicBezTo>
                <a:cubicBezTo>
                  <a:pt x="26191" y="59023"/>
                  <a:pt x="21926" y="54759"/>
                  <a:pt x="16667" y="54759"/>
                </a:cubicBezTo>
                <a:close/>
                <a:moveTo>
                  <a:pt x="83334" y="54759"/>
                </a:moveTo>
                <a:cubicBezTo>
                  <a:pt x="78074" y="54759"/>
                  <a:pt x="73810" y="59023"/>
                  <a:pt x="73810" y="64281"/>
                </a:cubicBezTo>
                <a:cubicBezTo>
                  <a:pt x="73810" y="69540"/>
                  <a:pt x="78074" y="73804"/>
                  <a:pt x="83334" y="73804"/>
                </a:cubicBezTo>
                <a:cubicBezTo>
                  <a:pt x="88593" y="73804"/>
                  <a:pt x="92857" y="69540"/>
                  <a:pt x="92857" y="64281"/>
                </a:cubicBezTo>
                <a:cubicBezTo>
                  <a:pt x="92857" y="59023"/>
                  <a:pt x="88593" y="54759"/>
                  <a:pt x="83334" y="54759"/>
                </a:cubicBezTo>
                <a:close/>
                <a:moveTo>
                  <a:pt x="7143" y="78565"/>
                </a:moveTo>
                <a:cubicBezTo>
                  <a:pt x="3239" y="78565"/>
                  <a:pt x="0" y="81804"/>
                  <a:pt x="0" y="85707"/>
                </a:cubicBezTo>
                <a:cubicBezTo>
                  <a:pt x="0" y="92244"/>
                  <a:pt x="5757" y="99991"/>
                  <a:pt x="16667" y="99991"/>
                </a:cubicBezTo>
                <a:cubicBezTo>
                  <a:pt x="27577" y="99991"/>
                  <a:pt x="33334" y="92244"/>
                  <a:pt x="33334" y="85707"/>
                </a:cubicBezTo>
                <a:cubicBezTo>
                  <a:pt x="33334" y="81804"/>
                  <a:pt x="30094" y="78565"/>
                  <a:pt x="26191" y="78565"/>
                </a:cubicBezTo>
                <a:lnTo>
                  <a:pt x="7143" y="78565"/>
                </a:lnTo>
                <a:close/>
                <a:moveTo>
                  <a:pt x="73810" y="78565"/>
                </a:moveTo>
                <a:cubicBezTo>
                  <a:pt x="69907" y="78565"/>
                  <a:pt x="66666" y="81804"/>
                  <a:pt x="66666" y="85707"/>
                </a:cubicBezTo>
                <a:cubicBezTo>
                  <a:pt x="66666" y="92244"/>
                  <a:pt x="72423" y="99991"/>
                  <a:pt x="83334" y="99991"/>
                </a:cubicBezTo>
                <a:cubicBezTo>
                  <a:pt x="94244" y="99991"/>
                  <a:pt x="100000" y="92244"/>
                  <a:pt x="100000" y="85707"/>
                </a:cubicBezTo>
                <a:cubicBezTo>
                  <a:pt x="100000" y="81804"/>
                  <a:pt x="96762" y="78565"/>
                  <a:pt x="92857" y="78565"/>
                </a:cubicBezTo>
                <a:lnTo>
                  <a:pt x="73810" y="78565"/>
                </a:lnTo>
                <a:close/>
                <a:moveTo>
                  <a:pt x="60310" y="91184"/>
                </a:moveTo>
                <a:cubicBezTo>
                  <a:pt x="53809" y="93327"/>
                  <a:pt x="46619" y="93470"/>
                  <a:pt x="39690" y="91208"/>
                </a:cubicBezTo>
                <a:cubicBezTo>
                  <a:pt x="39048" y="93470"/>
                  <a:pt x="37998" y="95680"/>
                  <a:pt x="36593" y="97704"/>
                </a:cubicBezTo>
                <a:cubicBezTo>
                  <a:pt x="45570" y="100870"/>
                  <a:pt x="54979" y="100656"/>
                  <a:pt x="63407" y="97681"/>
                </a:cubicBezTo>
                <a:cubicBezTo>
                  <a:pt x="61978" y="95657"/>
                  <a:pt x="60930" y="93445"/>
                  <a:pt x="60310" y="9118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0" name="Чёрный — SVG 3">
            <a:extLst>
              <a:ext uri="{FF2B5EF4-FFF2-40B4-BE49-F238E27FC236}">
                <a16:creationId xmlns:a16="http://schemas.microsoft.com/office/drawing/2014/main" id="{326735E9-0073-CD42-963F-3F41171C19AB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83517 w 149088"/>
              <a:gd name="csY0" fmla="*/ 0 h 141765"/>
              <a:gd name="csX1" fmla="*/ 71111 w 149088"/>
              <a:gd name="csY1" fmla="*/ 12404 h 141765"/>
              <a:gd name="csX2" fmla="*/ 71111 w 149088"/>
              <a:gd name="csY2" fmla="*/ 65564 h 141765"/>
              <a:gd name="csX3" fmla="*/ 74393 w 149088"/>
              <a:gd name="csY3" fmla="*/ 70479 h 141765"/>
              <a:gd name="csX4" fmla="*/ 76428 w 149088"/>
              <a:gd name="csY4" fmla="*/ 70880 h 141765"/>
              <a:gd name="csX5" fmla="*/ 80186 w 149088"/>
              <a:gd name="csY5" fmla="*/ 69322 h 141765"/>
              <a:gd name="csX6" fmla="*/ 96350 w 149088"/>
              <a:gd name="csY6" fmla="*/ 53160 h 141765"/>
              <a:gd name="csX7" fmla="*/ 136684 w 149088"/>
              <a:gd name="csY7" fmla="*/ 53160 h 141765"/>
              <a:gd name="csX8" fmla="*/ 149089 w 149088"/>
              <a:gd name="csY8" fmla="*/ 40755 h 141765"/>
              <a:gd name="csX9" fmla="*/ 149089 w 149088"/>
              <a:gd name="csY9" fmla="*/ 12404 h 141765"/>
              <a:gd name="csX10" fmla="*/ 136684 w 149088"/>
              <a:gd name="csY10" fmla="*/ 0 h 141765"/>
              <a:gd name="csX11" fmla="*/ 83517 w 149088"/>
              <a:gd name="csY11" fmla="*/ 0 h 141765"/>
              <a:gd name="csX12" fmla="*/ 39211 w 149088"/>
              <a:gd name="csY12" fmla="*/ 39869 h 141765"/>
              <a:gd name="csX13" fmla="*/ 14621 w 149088"/>
              <a:gd name="csY13" fmla="*/ 64457 h 141765"/>
              <a:gd name="csX14" fmla="*/ 39211 w 149088"/>
              <a:gd name="csY14" fmla="*/ 89043 h 141765"/>
              <a:gd name="csX15" fmla="*/ 63800 w 149088"/>
              <a:gd name="csY15" fmla="*/ 64457 h 141765"/>
              <a:gd name="csX16" fmla="*/ 39211 w 149088"/>
              <a:gd name="csY16" fmla="*/ 39869 h 141765"/>
              <a:gd name="csX17" fmla="*/ 12336 w 149088"/>
              <a:gd name="csY17" fmla="*/ 95687 h 141765"/>
              <a:gd name="csX18" fmla="*/ 0 w 149088"/>
              <a:gd name="csY18" fmla="*/ 107240 h 141765"/>
              <a:gd name="csX19" fmla="*/ 0 w 149088"/>
              <a:gd name="csY19" fmla="*/ 118162 h 141765"/>
              <a:gd name="csX20" fmla="*/ 39211 w 149088"/>
              <a:gd name="csY20" fmla="*/ 141765 h 141765"/>
              <a:gd name="csX21" fmla="*/ 78422 w 149088"/>
              <a:gd name="csY21" fmla="*/ 118162 h 141765"/>
              <a:gd name="csX22" fmla="*/ 78422 w 149088"/>
              <a:gd name="csY22" fmla="*/ 107240 h 141765"/>
              <a:gd name="csX23" fmla="*/ 66092 w 149088"/>
              <a:gd name="csY23" fmla="*/ 95687 h 141765"/>
              <a:gd name="csX24" fmla="*/ 12336 w 149088"/>
              <a:gd name="csY24" fmla="*/ 95687 h 141765"/>
            </a:gdLst>
            <a:ahLst/>
            <a:cxnLst/>
            <a:rect l="l" t="t" r="r" b="b"/>
            <a:pathLst>
              <a:path w="100000" h="100000">
                <a:moveTo>
                  <a:pt x="56019" y="2456"/>
                </a:moveTo>
                <a:cubicBezTo>
                  <a:pt x="51430" y="2456"/>
                  <a:pt x="47697" y="6188"/>
                  <a:pt x="47697" y="10776"/>
                </a:cubicBezTo>
                <a:lnTo>
                  <a:pt x="47697" y="46433"/>
                </a:lnTo>
                <a:cubicBezTo>
                  <a:pt x="47697" y="47873"/>
                  <a:pt x="48565" y="49175"/>
                  <a:pt x="49899" y="49729"/>
                </a:cubicBezTo>
                <a:cubicBezTo>
                  <a:pt x="50340" y="49912"/>
                  <a:pt x="50805" y="49998"/>
                  <a:pt x="51264" y="49998"/>
                </a:cubicBezTo>
                <a:cubicBezTo>
                  <a:pt x="52190" y="49998"/>
                  <a:pt x="53106" y="49635"/>
                  <a:pt x="53784" y="48953"/>
                </a:cubicBezTo>
                <a:lnTo>
                  <a:pt x="64626" y="38113"/>
                </a:lnTo>
                <a:lnTo>
                  <a:pt x="91680" y="38113"/>
                </a:lnTo>
                <a:cubicBezTo>
                  <a:pt x="96267" y="38113"/>
                  <a:pt x="100001" y="34380"/>
                  <a:pt x="100001" y="29792"/>
                </a:cubicBezTo>
                <a:lnTo>
                  <a:pt x="100001" y="10776"/>
                </a:lnTo>
                <a:cubicBezTo>
                  <a:pt x="100001" y="6188"/>
                  <a:pt x="96267" y="2456"/>
                  <a:pt x="91680" y="2456"/>
                </a:cubicBezTo>
                <a:lnTo>
                  <a:pt x="56019" y="2456"/>
                </a:lnTo>
                <a:close/>
                <a:moveTo>
                  <a:pt x="26301" y="29198"/>
                </a:moveTo>
                <a:cubicBezTo>
                  <a:pt x="17207" y="29198"/>
                  <a:pt x="9807" y="36595"/>
                  <a:pt x="9807" y="45690"/>
                </a:cubicBezTo>
                <a:cubicBezTo>
                  <a:pt x="9807" y="54784"/>
                  <a:pt x="17207" y="62181"/>
                  <a:pt x="26301" y="62181"/>
                </a:cubicBezTo>
                <a:cubicBezTo>
                  <a:pt x="35395" y="62181"/>
                  <a:pt x="42794" y="54784"/>
                  <a:pt x="42794" y="45690"/>
                </a:cubicBezTo>
                <a:cubicBezTo>
                  <a:pt x="42794" y="36595"/>
                  <a:pt x="35395" y="29198"/>
                  <a:pt x="26301" y="29198"/>
                </a:cubicBezTo>
                <a:close/>
                <a:moveTo>
                  <a:pt x="8274" y="66637"/>
                </a:moveTo>
                <a:cubicBezTo>
                  <a:pt x="3712" y="66637"/>
                  <a:pt x="2" y="70115"/>
                  <a:pt x="0" y="74387"/>
                </a:cubicBezTo>
                <a:lnTo>
                  <a:pt x="0" y="81712"/>
                </a:lnTo>
                <a:cubicBezTo>
                  <a:pt x="0" y="90736"/>
                  <a:pt x="11305" y="97544"/>
                  <a:pt x="26301" y="97544"/>
                </a:cubicBezTo>
                <a:cubicBezTo>
                  <a:pt x="41294" y="97544"/>
                  <a:pt x="52601" y="90736"/>
                  <a:pt x="52601" y="81712"/>
                </a:cubicBezTo>
                <a:lnTo>
                  <a:pt x="52601" y="74387"/>
                </a:lnTo>
                <a:cubicBezTo>
                  <a:pt x="52601" y="70115"/>
                  <a:pt x="48891" y="66637"/>
                  <a:pt x="44331" y="66637"/>
                </a:cubicBezTo>
                <a:lnTo>
                  <a:pt x="8274" y="6663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1" name="Чёрный — SVG 4">
            <a:extLst>
              <a:ext uri="{FF2B5EF4-FFF2-40B4-BE49-F238E27FC236}">
                <a16:creationId xmlns:a16="http://schemas.microsoft.com/office/drawing/2014/main" id="{028D014F-CD5F-FD45-92B4-A9CA786D4C1E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26575 w 141772"/>
              <a:gd name="csY0" fmla="*/ 0 h 141758"/>
              <a:gd name="csX1" fmla="*/ 10633 w 141772"/>
              <a:gd name="csY1" fmla="*/ 15948 h 141758"/>
              <a:gd name="csX2" fmla="*/ 26575 w 141772"/>
              <a:gd name="csY2" fmla="*/ 31896 h 141758"/>
              <a:gd name="csX3" fmla="*/ 42534 w 141772"/>
              <a:gd name="csY3" fmla="*/ 15948 h 141758"/>
              <a:gd name="csX4" fmla="*/ 26575 w 141772"/>
              <a:gd name="csY4" fmla="*/ 0 h 141758"/>
              <a:gd name="csX5" fmla="*/ 67339 w 141772"/>
              <a:gd name="csY5" fmla="*/ 14175 h 141758"/>
              <a:gd name="csX6" fmla="*/ 65553 w 141772"/>
              <a:gd name="csY6" fmla="*/ 14204 h 141758"/>
              <a:gd name="csX7" fmla="*/ 63477 w 141772"/>
              <a:gd name="csY7" fmla="*/ 14616 h 141758"/>
              <a:gd name="csX8" fmla="*/ 61725 w 141772"/>
              <a:gd name="csY8" fmla="*/ 15802 h 141758"/>
              <a:gd name="csX9" fmla="*/ 60568 w 141772"/>
              <a:gd name="csY9" fmla="*/ 17574 h 141758"/>
              <a:gd name="csX10" fmla="*/ 60210 w 141772"/>
              <a:gd name="csY10" fmla="*/ 19655 h 141758"/>
              <a:gd name="csX11" fmla="*/ 60687 w 141772"/>
              <a:gd name="csY11" fmla="*/ 21715 h 141758"/>
              <a:gd name="csX12" fmla="*/ 61912 w 141772"/>
              <a:gd name="csY12" fmla="*/ 23428 h 141758"/>
              <a:gd name="csX13" fmla="*/ 63732 w 141772"/>
              <a:gd name="csY13" fmla="*/ 24523 h 141758"/>
              <a:gd name="csX14" fmla="*/ 65808 w 141772"/>
              <a:gd name="csY14" fmla="*/ 24829 h 141758"/>
              <a:gd name="csX15" fmla="*/ 67339 w 141772"/>
              <a:gd name="csY15" fmla="*/ 24807 h 141758"/>
              <a:gd name="csX16" fmla="*/ 106759 w 141772"/>
              <a:gd name="csY16" fmla="*/ 46993 h 141758"/>
              <a:gd name="csX17" fmla="*/ 108154 w 141772"/>
              <a:gd name="csY17" fmla="*/ 48521 h 141758"/>
              <a:gd name="csX18" fmla="*/ 110043 w 141772"/>
              <a:gd name="csY18" fmla="*/ 49397 h 141758"/>
              <a:gd name="csX19" fmla="*/ 112118 w 141772"/>
              <a:gd name="csY19" fmla="*/ 49487 h 141758"/>
              <a:gd name="csX20" fmla="*/ 114058 w 141772"/>
              <a:gd name="csY20" fmla="*/ 48776 h 141758"/>
              <a:gd name="csX21" fmla="*/ 115589 w 141772"/>
              <a:gd name="csY21" fmla="*/ 47373 h 141758"/>
              <a:gd name="csX22" fmla="*/ 116474 w 141772"/>
              <a:gd name="csY22" fmla="*/ 45491 h 141758"/>
              <a:gd name="csX23" fmla="*/ 116559 w 141772"/>
              <a:gd name="csY23" fmla="*/ 43417 h 141758"/>
              <a:gd name="csX24" fmla="*/ 115844 w 141772"/>
              <a:gd name="csY24" fmla="*/ 41468 h 141758"/>
              <a:gd name="csX25" fmla="*/ 67339 w 141772"/>
              <a:gd name="csY25" fmla="*/ 14175 h 141758"/>
              <a:gd name="csX26" fmla="*/ 10633 w 141772"/>
              <a:gd name="csY26" fmla="*/ 42528 h 141758"/>
              <a:gd name="csX27" fmla="*/ 0 w 141772"/>
              <a:gd name="csY27" fmla="*/ 53160 h 141758"/>
              <a:gd name="csX28" fmla="*/ 0 w 141772"/>
              <a:gd name="csY28" fmla="*/ 58476 h 141758"/>
              <a:gd name="csX29" fmla="*/ 26575 w 141772"/>
              <a:gd name="csY29" fmla="*/ 77967 h 141758"/>
              <a:gd name="csX30" fmla="*/ 53167 w 141772"/>
              <a:gd name="csY30" fmla="*/ 58476 h 141758"/>
              <a:gd name="csX31" fmla="*/ 53167 w 141772"/>
              <a:gd name="csY31" fmla="*/ 53160 h 141758"/>
              <a:gd name="csX32" fmla="*/ 42534 w 141772"/>
              <a:gd name="csY32" fmla="*/ 42528 h 141758"/>
              <a:gd name="csX33" fmla="*/ 10633 w 141772"/>
              <a:gd name="csY33" fmla="*/ 42528 h 141758"/>
              <a:gd name="csX34" fmla="*/ 115198 w 141772"/>
              <a:gd name="csY34" fmla="*/ 63792 h 141758"/>
              <a:gd name="csX35" fmla="*/ 99239 w 141772"/>
              <a:gd name="csY35" fmla="*/ 79740 h 141758"/>
              <a:gd name="csX36" fmla="*/ 115198 w 141772"/>
              <a:gd name="csY36" fmla="*/ 95687 h 141758"/>
              <a:gd name="csX37" fmla="*/ 131139 w 141772"/>
              <a:gd name="csY37" fmla="*/ 79740 h 141758"/>
              <a:gd name="csX38" fmla="*/ 115198 w 141772"/>
              <a:gd name="csY38" fmla="*/ 63792 h 141758"/>
              <a:gd name="csX39" fmla="*/ 20008 w 141772"/>
              <a:gd name="csY39" fmla="*/ 92151 h 141758"/>
              <a:gd name="csX40" fmla="*/ 17235 w 141772"/>
              <a:gd name="csY40" fmla="*/ 92804 h 141758"/>
              <a:gd name="csX41" fmla="*/ 15193 w 141772"/>
              <a:gd name="csY41" fmla="*/ 94798 h 141758"/>
              <a:gd name="csX42" fmla="*/ 14478 w 141772"/>
              <a:gd name="csY42" fmla="*/ 97559 h 141758"/>
              <a:gd name="csX43" fmla="*/ 15295 w 141772"/>
              <a:gd name="csY43" fmla="*/ 100291 h 141758"/>
              <a:gd name="csX44" fmla="*/ 63800 w 141772"/>
              <a:gd name="csY44" fmla="*/ 127583 h 141758"/>
              <a:gd name="csX45" fmla="*/ 65604 w 141772"/>
              <a:gd name="csY45" fmla="*/ 127556 h 141758"/>
              <a:gd name="csX46" fmla="*/ 67679 w 141772"/>
              <a:gd name="csY46" fmla="*/ 127144 h 141758"/>
              <a:gd name="csX47" fmla="*/ 69415 w 141772"/>
              <a:gd name="csY47" fmla="*/ 125957 h 141758"/>
              <a:gd name="csX48" fmla="*/ 70572 w 141772"/>
              <a:gd name="csY48" fmla="*/ 124184 h 141758"/>
              <a:gd name="csX49" fmla="*/ 70929 w 141772"/>
              <a:gd name="csY49" fmla="*/ 122104 h 141758"/>
              <a:gd name="csX50" fmla="*/ 70470 w 141772"/>
              <a:gd name="csY50" fmla="*/ 120046 h 141758"/>
              <a:gd name="csX51" fmla="*/ 69227 w 141772"/>
              <a:gd name="csY51" fmla="*/ 118333 h 141758"/>
              <a:gd name="csX52" fmla="*/ 67424 w 141772"/>
              <a:gd name="csY52" fmla="*/ 117237 h 141758"/>
              <a:gd name="csX53" fmla="*/ 65332 w 141772"/>
              <a:gd name="csY53" fmla="*/ 116931 h 141758"/>
              <a:gd name="csX54" fmla="*/ 63800 w 141772"/>
              <a:gd name="csY54" fmla="*/ 116951 h 141758"/>
              <a:gd name="csX55" fmla="*/ 24397 w 141772"/>
              <a:gd name="csY55" fmla="*/ 94767 h 141758"/>
              <a:gd name="csX56" fmla="*/ 22543 w 141772"/>
              <a:gd name="csY56" fmla="*/ 92899 h 141758"/>
              <a:gd name="csX57" fmla="*/ 20008 w 141772"/>
              <a:gd name="csY57" fmla="*/ 92151 h 141758"/>
              <a:gd name="csX58" fmla="*/ 99239 w 141772"/>
              <a:gd name="csY58" fmla="*/ 106319 h 141758"/>
              <a:gd name="csX59" fmla="*/ 88606 w 141772"/>
              <a:gd name="csY59" fmla="*/ 116951 h 141758"/>
              <a:gd name="csX60" fmla="*/ 88606 w 141772"/>
              <a:gd name="csY60" fmla="*/ 122267 h 141758"/>
              <a:gd name="csX61" fmla="*/ 115198 w 141772"/>
              <a:gd name="csY61" fmla="*/ 141759 h 141758"/>
              <a:gd name="csX62" fmla="*/ 141773 w 141772"/>
              <a:gd name="csY62" fmla="*/ 122267 h 141758"/>
              <a:gd name="csX63" fmla="*/ 141773 w 141772"/>
              <a:gd name="csY63" fmla="*/ 116951 h 141758"/>
              <a:gd name="csX64" fmla="*/ 131139 w 141772"/>
              <a:gd name="csY64" fmla="*/ 106319 h 141758"/>
              <a:gd name="csX65" fmla="*/ 99239 w 141772"/>
              <a:gd name="csY65" fmla="*/ 106319 h 141758"/>
            </a:gdLst>
            <a:ahLst/>
            <a:cxnLst/>
            <a:rect l="l" t="t" r="r" b="b"/>
            <a:pathLst>
              <a:path w="100000" h="100000">
                <a:moveTo>
                  <a:pt x="18745" y="5"/>
                </a:moveTo>
                <a:cubicBezTo>
                  <a:pt x="12541" y="5"/>
                  <a:pt x="7500" y="5042"/>
                  <a:pt x="7500" y="11254"/>
                </a:cubicBezTo>
                <a:cubicBezTo>
                  <a:pt x="7500" y="17466"/>
                  <a:pt x="12541" y="22503"/>
                  <a:pt x="18745" y="22503"/>
                </a:cubicBezTo>
                <a:cubicBezTo>
                  <a:pt x="24961" y="22503"/>
                  <a:pt x="30002" y="17466"/>
                  <a:pt x="30002" y="11254"/>
                </a:cubicBezTo>
                <a:cubicBezTo>
                  <a:pt x="30002" y="5042"/>
                  <a:pt x="24961" y="5"/>
                  <a:pt x="18745" y="5"/>
                </a:cubicBezTo>
                <a:close/>
                <a:moveTo>
                  <a:pt x="47498" y="10003"/>
                </a:moveTo>
                <a:cubicBezTo>
                  <a:pt x="47066" y="10003"/>
                  <a:pt x="46634" y="10013"/>
                  <a:pt x="46238" y="10024"/>
                </a:cubicBezTo>
                <a:cubicBezTo>
                  <a:pt x="45734" y="10022"/>
                  <a:pt x="45230" y="10120"/>
                  <a:pt x="44774" y="10314"/>
                </a:cubicBezTo>
                <a:cubicBezTo>
                  <a:pt x="44306" y="10508"/>
                  <a:pt x="43886" y="10792"/>
                  <a:pt x="43538" y="11151"/>
                </a:cubicBezTo>
                <a:cubicBezTo>
                  <a:pt x="43190" y="11509"/>
                  <a:pt x="42914" y="11934"/>
                  <a:pt x="42722" y="12401"/>
                </a:cubicBezTo>
                <a:cubicBezTo>
                  <a:pt x="42542" y="12868"/>
                  <a:pt x="42458" y="13367"/>
                  <a:pt x="42470" y="13869"/>
                </a:cubicBezTo>
                <a:cubicBezTo>
                  <a:pt x="42482" y="14370"/>
                  <a:pt x="42590" y="14865"/>
                  <a:pt x="42806" y="15322"/>
                </a:cubicBezTo>
                <a:cubicBezTo>
                  <a:pt x="43010" y="15779"/>
                  <a:pt x="43310" y="16189"/>
                  <a:pt x="43670" y="16530"/>
                </a:cubicBezTo>
                <a:cubicBezTo>
                  <a:pt x="44042" y="16869"/>
                  <a:pt x="44474" y="17132"/>
                  <a:pt x="44954" y="17302"/>
                </a:cubicBezTo>
                <a:cubicBezTo>
                  <a:pt x="45422" y="17472"/>
                  <a:pt x="45926" y="17545"/>
                  <a:pt x="46418" y="17518"/>
                </a:cubicBezTo>
                <a:cubicBezTo>
                  <a:pt x="46802" y="17509"/>
                  <a:pt x="47162" y="17503"/>
                  <a:pt x="47498" y="17503"/>
                </a:cubicBezTo>
                <a:cubicBezTo>
                  <a:pt x="59306" y="17503"/>
                  <a:pt x="69603" y="23771"/>
                  <a:pt x="75303" y="33152"/>
                </a:cubicBezTo>
                <a:cubicBezTo>
                  <a:pt x="75555" y="33572"/>
                  <a:pt x="75892" y="33939"/>
                  <a:pt x="76287" y="34230"/>
                </a:cubicBezTo>
                <a:cubicBezTo>
                  <a:pt x="76684" y="34521"/>
                  <a:pt x="77139" y="34731"/>
                  <a:pt x="77620" y="34848"/>
                </a:cubicBezTo>
                <a:cubicBezTo>
                  <a:pt x="78099" y="34965"/>
                  <a:pt x="78592" y="34986"/>
                  <a:pt x="79083" y="34911"/>
                </a:cubicBezTo>
                <a:cubicBezTo>
                  <a:pt x="79564" y="34836"/>
                  <a:pt x="80031" y="34665"/>
                  <a:pt x="80452" y="34409"/>
                </a:cubicBezTo>
                <a:cubicBezTo>
                  <a:pt x="80871" y="34154"/>
                  <a:pt x="81244" y="33817"/>
                  <a:pt x="81532" y="33420"/>
                </a:cubicBezTo>
                <a:cubicBezTo>
                  <a:pt x="81820" y="33023"/>
                  <a:pt x="82036" y="32571"/>
                  <a:pt x="82156" y="32092"/>
                </a:cubicBezTo>
                <a:cubicBezTo>
                  <a:pt x="82264" y="31613"/>
                  <a:pt x="82288" y="31117"/>
                  <a:pt x="82216" y="30629"/>
                </a:cubicBezTo>
                <a:cubicBezTo>
                  <a:pt x="82144" y="30143"/>
                  <a:pt x="81964" y="29676"/>
                  <a:pt x="81711" y="29255"/>
                </a:cubicBezTo>
                <a:cubicBezTo>
                  <a:pt x="74691" y="17712"/>
                  <a:pt x="61971" y="10003"/>
                  <a:pt x="47498" y="10003"/>
                </a:cubicBezTo>
                <a:close/>
                <a:moveTo>
                  <a:pt x="7500" y="30002"/>
                </a:moveTo>
                <a:cubicBezTo>
                  <a:pt x="3360" y="30002"/>
                  <a:pt x="0" y="33359"/>
                  <a:pt x="0" y="37502"/>
                </a:cubicBezTo>
                <a:lnTo>
                  <a:pt x="0" y="41251"/>
                </a:lnTo>
                <a:cubicBezTo>
                  <a:pt x="0" y="46083"/>
                  <a:pt x="5005" y="55000"/>
                  <a:pt x="18745" y="55000"/>
                </a:cubicBezTo>
                <a:cubicBezTo>
                  <a:pt x="32497" y="55000"/>
                  <a:pt x="37502" y="46083"/>
                  <a:pt x="37502" y="41251"/>
                </a:cubicBezTo>
                <a:lnTo>
                  <a:pt x="37502" y="37502"/>
                </a:lnTo>
                <a:cubicBezTo>
                  <a:pt x="37502" y="33359"/>
                  <a:pt x="34141" y="30002"/>
                  <a:pt x="30002" y="30002"/>
                </a:cubicBezTo>
                <a:lnTo>
                  <a:pt x="7500" y="30002"/>
                </a:lnTo>
                <a:close/>
                <a:moveTo>
                  <a:pt x="81256" y="45001"/>
                </a:moveTo>
                <a:cubicBezTo>
                  <a:pt x="75040" y="45001"/>
                  <a:pt x="69999" y="50038"/>
                  <a:pt x="69999" y="56250"/>
                </a:cubicBezTo>
                <a:cubicBezTo>
                  <a:pt x="69999" y="62462"/>
                  <a:pt x="75040" y="67499"/>
                  <a:pt x="81256" y="67499"/>
                </a:cubicBezTo>
                <a:cubicBezTo>
                  <a:pt x="87472" y="67499"/>
                  <a:pt x="92500" y="62462"/>
                  <a:pt x="92500" y="56250"/>
                </a:cubicBezTo>
                <a:cubicBezTo>
                  <a:pt x="92500" y="50038"/>
                  <a:pt x="87472" y="45001"/>
                  <a:pt x="81256" y="45001"/>
                </a:cubicBezTo>
                <a:close/>
                <a:moveTo>
                  <a:pt x="14113" y="65004"/>
                </a:moveTo>
                <a:cubicBezTo>
                  <a:pt x="13429" y="64977"/>
                  <a:pt x="12756" y="65136"/>
                  <a:pt x="12157" y="65465"/>
                </a:cubicBezTo>
                <a:cubicBezTo>
                  <a:pt x="11557" y="65795"/>
                  <a:pt x="11064" y="66281"/>
                  <a:pt x="10717" y="66871"/>
                </a:cubicBezTo>
                <a:cubicBezTo>
                  <a:pt x="10381" y="67463"/>
                  <a:pt x="10200" y="68136"/>
                  <a:pt x="10212" y="68819"/>
                </a:cubicBezTo>
                <a:cubicBezTo>
                  <a:pt x="10224" y="69502"/>
                  <a:pt x="10429" y="70168"/>
                  <a:pt x="10788" y="70746"/>
                </a:cubicBezTo>
                <a:cubicBezTo>
                  <a:pt x="17809" y="82288"/>
                  <a:pt x="30529" y="89997"/>
                  <a:pt x="45002" y="89997"/>
                </a:cubicBezTo>
                <a:cubicBezTo>
                  <a:pt x="45446" y="89997"/>
                  <a:pt x="45866" y="89987"/>
                  <a:pt x="46274" y="89978"/>
                </a:cubicBezTo>
                <a:cubicBezTo>
                  <a:pt x="46778" y="89979"/>
                  <a:pt x="47270" y="89880"/>
                  <a:pt x="47738" y="89687"/>
                </a:cubicBezTo>
                <a:cubicBezTo>
                  <a:pt x="48194" y="89493"/>
                  <a:pt x="48614" y="89209"/>
                  <a:pt x="48962" y="88850"/>
                </a:cubicBezTo>
                <a:cubicBezTo>
                  <a:pt x="49322" y="88492"/>
                  <a:pt x="49598" y="88066"/>
                  <a:pt x="49779" y="87599"/>
                </a:cubicBezTo>
                <a:cubicBezTo>
                  <a:pt x="49958" y="87133"/>
                  <a:pt x="50042" y="86633"/>
                  <a:pt x="50030" y="86132"/>
                </a:cubicBezTo>
                <a:cubicBezTo>
                  <a:pt x="50018" y="85630"/>
                  <a:pt x="49910" y="85136"/>
                  <a:pt x="49707" y="84680"/>
                </a:cubicBezTo>
                <a:cubicBezTo>
                  <a:pt x="49490" y="84223"/>
                  <a:pt x="49202" y="83811"/>
                  <a:pt x="48830" y="83472"/>
                </a:cubicBezTo>
                <a:cubicBezTo>
                  <a:pt x="48458" y="83131"/>
                  <a:pt x="48026" y="82868"/>
                  <a:pt x="47558" y="82699"/>
                </a:cubicBezTo>
                <a:cubicBezTo>
                  <a:pt x="47078" y="82529"/>
                  <a:pt x="46586" y="82456"/>
                  <a:pt x="46082" y="82483"/>
                </a:cubicBezTo>
                <a:cubicBezTo>
                  <a:pt x="45710" y="82492"/>
                  <a:pt x="45350" y="82497"/>
                  <a:pt x="45002" y="82497"/>
                </a:cubicBezTo>
                <a:cubicBezTo>
                  <a:pt x="33193" y="82497"/>
                  <a:pt x="22909" y="76229"/>
                  <a:pt x="17209" y="66850"/>
                </a:cubicBezTo>
                <a:cubicBezTo>
                  <a:pt x="16885" y="66309"/>
                  <a:pt x="16440" y="65855"/>
                  <a:pt x="15901" y="65532"/>
                </a:cubicBezTo>
                <a:cubicBezTo>
                  <a:pt x="15361" y="65210"/>
                  <a:pt x="14749" y="65028"/>
                  <a:pt x="14113" y="65004"/>
                </a:cubicBezTo>
                <a:close/>
                <a:moveTo>
                  <a:pt x="69999" y="74998"/>
                </a:moveTo>
                <a:cubicBezTo>
                  <a:pt x="65859" y="74998"/>
                  <a:pt x="62499" y="78355"/>
                  <a:pt x="62499" y="82497"/>
                </a:cubicBezTo>
                <a:lnTo>
                  <a:pt x="62499" y="86247"/>
                </a:lnTo>
                <a:cubicBezTo>
                  <a:pt x="62499" y="91079"/>
                  <a:pt x="67503" y="99996"/>
                  <a:pt x="81256" y="99996"/>
                </a:cubicBezTo>
                <a:cubicBezTo>
                  <a:pt x="95008" y="99996"/>
                  <a:pt x="100001" y="91079"/>
                  <a:pt x="100001" y="86247"/>
                </a:cubicBezTo>
                <a:lnTo>
                  <a:pt x="100001" y="82497"/>
                </a:lnTo>
                <a:cubicBezTo>
                  <a:pt x="100001" y="78355"/>
                  <a:pt x="96652" y="74998"/>
                  <a:pt x="92500" y="74998"/>
                </a:cubicBezTo>
                <a:lnTo>
                  <a:pt x="69999" y="7499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2" name="Чёрный — SVG 5">
            <a:extLst>
              <a:ext uri="{FF2B5EF4-FFF2-40B4-BE49-F238E27FC236}">
                <a16:creationId xmlns:a16="http://schemas.microsoft.com/office/drawing/2014/main" id="{3562E137-4005-844C-BC49-6425CF98EB5B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74434 w 148867"/>
              <a:gd name="csY0" fmla="*/ 47844 h 145303"/>
              <a:gd name="csX1" fmla="*/ 74434 w 148867"/>
              <a:gd name="csY1" fmla="*/ 54789 h 145303"/>
              <a:gd name="csX2" fmla="*/ 42534 w 148867"/>
              <a:gd name="csY2" fmla="*/ 81087 h 145303"/>
              <a:gd name="csX3" fmla="*/ 42534 w 148867"/>
              <a:gd name="csY3" fmla="*/ 47844 h 145303"/>
              <a:gd name="csX4" fmla="*/ 58475 w 148867"/>
              <a:gd name="csY4" fmla="*/ 31896 h 145303"/>
              <a:gd name="csX5" fmla="*/ 74434 w 148867"/>
              <a:gd name="csY5" fmla="*/ 47844 h 145303"/>
              <a:gd name="csX6" fmla="*/ 58475 w 148867"/>
              <a:gd name="csY6" fmla="*/ 0 h 145303"/>
              <a:gd name="csX7" fmla="*/ 53728 w 148867"/>
              <a:gd name="csY7" fmla="*/ 944 h 145303"/>
              <a:gd name="csX8" fmla="*/ 49713 w 148867"/>
              <a:gd name="csY8" fmla="*/ 3634 h 145303"/>
              <a:gd name="csX9" fmla="*/ 47025 w 148867"/>
              <a:gd name="csY9" fmla="*/ 7657 h 145303"/>
              <a:gd name="csX10" fmla="*/ 46072 w 148867"/>
              <a:gd name="csY10" fmla="*/ 12404 h 145303"/>
              <a:gd name="csX11" fmla="*/ 47025 w 148867"/>
              <a:gd name="csY11" fmla="*/ 17151 h 145303"/>
              <a:gd name="csX12" fmla="*/ 49713 w 148867"/>
              <a:gd name="csY12" fmla="*/ 21175 h 145303"/>
              <a:gd name="csX13" fmla="*/ 53728 w 148867"/>
              <a:gd name="csY13" fmla="*/ 23863 h 145303"/>
              <a:gd name="csX14" fmla="*/ 58475 w 148867"/>
              <a:gd name="csY14" fmla="*/ 24807 h 145303"/>
              <a:gd name="csX15" fmla="*/ 63239 w 148867"/>
              <a:gd name="csY15" fmla="*/ 23863 h 145303"/>
              <a:gd name="csX16" fmla="*/ 67254 w 148867"/>
              <a:gd name="csY16" fmla="*/ 21175 h 145303"/>
              <a:gd name="csX17" fmla="*/ 69942 w 148867"/>
              <a:gd name="csY17" fmla="*/ 17151 h 145303"/>
              <a:gd name="csX18" fmla="*/ 70895 w 148867"/>
              <a:gd name="csY18" fmla="*/ 12404 h 145303"/>
              <a:gd name="csX19" fmla="*/ 69942 w 148867"/>
              <a:gd name="csY19" fmla="*/ 7657 h 145303"/>
              <a:gd name="csX20" fmla="*/ 67254 w 148867"/>
              <a:gd name="csY20" fmla="*/ 3634 h 145303"/>
              <a:gd name="csX21" fmla="*/ 63239 w 148867"/>
              <a:gd name="csY21" fmla="*/ 944 h 145303"/>
              <a:gd name="csX22" fmla="*/ 58475 w 148867"/>
              <a:gd name="csY22" fmla="*/ 0 h 145303"/>
              <a:gd name="csX23" fmla="*/ 43758 w 148867"/>
              <a:gd name="csY23" fmla="*/ 145304 h 145303"/>
              <a:gd name="csX24" fmla="*/ 23036 w 148867"/>
              <a:gd name="csY24" fmla="*/ 145304 h 145303"/>
              <a:gd name="csX25" fmla="*/ 0 w 148867"/>
              <a:gd name="csY25" fmla="*/ 122267 h 145303"/>
              <a:gd name="csX26" fmla="*/ 23036 w 148867"/>
              <a:gd name="csY26" fmla="*/ 99231 h 145303"/>
              <a:gd name="csX27" fmla="*/ 29586 w 148867"/>
              <a:gd name="csY27" fmla="*/ 99231 h 145303"/>
              <a:gd name="csX28" fmla="*/ 43112 w 148867"/>
              <a:gd name="csY28" fmla="*/ 94383 h 145303"/>
              <a:gd name="csX29" fmla="*/ 91583 w 148867"/>
              <a:gd name="csY29" fmla="*/ 54468 h 145303"/>
              <a:gd name="csX30" fmla="*/ 105109 w 148867"/>
              <a:gd name="csY30" fmla="*/ 49616 h 145303"/>
              <a:gd name="csX31" fmla="*/ 125831 w 148867"/>
              <a:gd name="csY31" fmla="*/ 49616 h 145303"/>
              <a:gd name="csX32" fmla="*/ 148867 w 148867"/>
              <a:gd name="csY32" fmla="*/ 72651 h 145303"/>
              <a:gd name="csX33" fmla="*/ 125831 w 148867"/>
              <a:gd name="csY33" fmla="*/ 95687 h 145303"/>
              <a:gd name="csX34" fmla="*/ 119281 w 148867"/>
              <a:gd name="csY34" fmla="*/ 95687 h 145303"/>
              <a:gd name="csX35" fmla="*/ 105755 w 148867"/>
              <a:gd name="csY35" fmla="*/ 100536 h 145303"/>
              <a:gd name="csX36" fmla="*/ 57284 w 148867"/>
              <a:gd name="csY36" fmla="*/ 140456 h 145303"/>
              <a:gd name="csX37" fmla="*/ 43758 w 148867"/>
              <a:gd name="csY37" fmla="*/ 145304 h 145303"/>
            </a:gdLst>
            <a:ahLst/>
            <a:cxnLst/>
            <a:rect l="l" t="t" r="r" b="b"/>
            <a:pathLst>
              <a:path w="100000" h="100000">
                <a:moveTo>
                  <a:pt x="50000" y="33336"/>
                </a:moveTo>
                <a:lnTo>
                  <a:pt x="50000" y="38001"/>
                </a:lnTo>
                <a:lnTo>
                  <a:pt x="28572" y="55666"/>
                </a:lnTo>
                <a:lnTo>
                  <a:pt x="28572" y="33336"/>
                </a:lnTo>
                <a:cubicBezTo>
                  <a:pt x="28572" y="27431"/>
                  <a:pt x="33383" y="22623"/>
                  <a:pt x="39280" y="22623"/>
                </a:cubicBezTo>
                <a:cubicBezTo>
                  <a:pt x="45189" y="22623"/>
                  <a:pt x="50000" y="27431"/>
                  <a:pt x="50000" y="33336"/>
                </a:cubicBezTo>
                <a:close/>
                <a:moveTo>
                  <a:pt x="39280" y="1197"/>
                </a:moveTo>
                <a:cubicBezTo>
                  <a:pt x="38194" y="1197"/>
                  <a:pt x="37108" y="1413"/>
                  <a:pt x="36091" y="1831"/>
                </a:cubicBezTo>
                <a:cubicBezTo>
                  <a:pt x="35086" y="2250"/>
                  <a:pt x="34171" y="2864"/>
                  <a:pt x="33394" y="3638"/>
                </a:cubicBezTo>
                <a:cubicBezTo>
                  <a:pt x="32617" y="4411"/>
                  <a:pt x="32000" y="5330"/>
                  <a:pt x="31589" y="6341"/>
                </a:cubicBezTo>
                <a:cubicBezTo>
                  <a:pt x="31166" y="7352"/>
                  <a:pt x="30948" y="8435"/>
                  <a:pt x="30948" y="9529"/>
                </a:cubicBezTo>
                <a:cubicBezTo>
                  <a:pt x="30948" y="10624"/>
                  <a:pt x="31166" y="11706"/>
                  <a:pt x="31589" y="12718"/>
                </a:cubicBezTo>
                <a:cubicBezTo>
                  <a:pt x="32000" y="13729"/>
                  <a:pt x="32617" y="14648"/>
                  <a:pt x="33394" y="15421"/>
                </a:cubicBezTo>
                <a:cubicBezTo>
                  <a:pt x="34171" y="16195"/>
                  <a:pt x="35086" y="16809"/>
                  <a:pt x="36091" y="17227"/>
                </a:cubicBezTo>
                <a:cubicBezTo>
                  <a:pt x="37108" y="17647"/>
                  <a:pt x="38194" y="17861"/>
                  <a:pt x="39280" y="17861"/>
                </a:cubicBezTo>
                <a:cubicBezTo>
                  <a:pt x="40378" y="17861"/>
                  <a:pt x="41463" y="17647"/>
                  <a:pt x="42480" y="17227"/>
                </a:cubicBezTo>
                <a:cubicBezTo>
                  <a:pt x="43486" y="16809"/>
                  <a:pt x="44400" y="16195"/>
                  <a:pt x="45177" y="15421"/>
                </a:cubicBezTo>
                <a:cubicBezTo>
                  <a:pt x="45954" y="14648"/>
                  <a:pt x="46572" y="13729"/>
                  <a:pt x="46983" y="12718"/>
                </a:cubicBezTo>
                <a:cubicBezTo>
                  <a:pt x="47406" y="11706"/>
                  <a:pt x="47623" y="10624"/>
                  <a:pt x="47623" y="9529"/>
                </a:cubicBezTo>
                <a:cubicBezTo>
                  <a:pt x="47623" y="8435"/>
                  <a:pt x="47406" y="7352"/>
                  <a:pt x="46983" y="6341"/>
                </a:cubicBezTo>
                <a:cubicBezTo>
                  <a:pt x="46572" y="5330"/>
                  <a:pt x="45954" y="4411"/>
                  <a:pt x="45177" y="3638"/>
                </a:cubicBezTo>
                <a:cubicBezTo>
                  <a:pt x="44400" y="2864"/>
                  <a:pt x="43486" y="2250"/>
                  <a:pt x="42480" y="1831"/>
                </a:cubicBezTo>
                <a:cubicBezTo>
                  <a:pt x="41463" y="1413"/>
                  <a:pt x="40378" y="1197"/>
                  <a:pt x="39280" y="1197"/>
                </a:cubicBezTo>
                <a:close/>
                <a:moveTo>
                  <a:pt x="29394" y="98804"/>
                </a:moveTo>
                <a:lnTo>
                  <a:pt x="15474" y="98804"/>
                </a:lnTo>
                <a:cubicBezTo>
                  <a:pt x="6926" y="98804"/>
                  <a:pt x="0" y="91875"/>
                  <a:pt x="0" y="83329"/>
                </a:cubicBezTo>
                <a:cubicBezTo>
                  <a:pt x="0" y="74783"/>
                  <a:pt x="6926" y="67855"/>
                  <a:pt x="15474" y="67855"/>
                </a:cubicBezTo>
                <a:lnTo>
                  <a:pt x="19874" y="67855"/>
                </a:lnTo>
                <a:cubicBezTo>
                  <a:pt x="23188" y="67855"/>
                  <a:pt x="26400" y="66702"/>
                  <a:pt x="28960" y="64598"/>
                </a:cubicBezTo>
                <a:lnTo>
                  <a:pt x="61520" y="37785"/>
                </a:lnTo>
                <a:cubicBezTo>
                  <a:pt x="64080" y="35678"/>
                  <a:pt x="67292" y="34526"/>
                  <a:pt x="70606" y="34526"/>
                </a:cubicBezTo>
                <a:lnTo>
                  <a:pt x="84526" y="34526"/>
                </a:lnTo>
                <a:cubicBezTo>
                  <a:pt x="93074" y="34526"/>
                  <a:pt x="100000" y="41453"/>
                  <a:pt x="100000" y="50000"/>
                </a:cubicBezTo>
                <a:cubicBezTo>
                  <a:pt x="100000" y="58546"/>
                  <a:pt x="93074" y="65474"/>
                  <a:pt x="84526" y="65474"/>
                </a:cubicBezTo>
                <a:lnTo>
                  <a:pt x="80126" y="65474"/>
                </a:lnTo>
                <a:cubicBezTo>
                  <a:pt x="76812" y="65474"/>
                  <a:pt x="73600" y="66626"/>
                  <a:pt x="71040" y="68731"/>
                </a:cubicBezTo>
                <a:lnTo>
                  <a:pt x="38480" y="95547"/>
                </a:lnTo>
                <a:cubicBezTo>
                  <a:pt x="35920" y="97650"/>
                  <a:pt x="32709" y="98804"/>
                  <a:pt x="29394" y="988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3" name="Чёрный — SVG 6">
            <a:extLst>
              <a:ext uri="{FF2B5EF4-FFF2-40B4-BE49-F238E27FC236}">
                <a16:creationId xmlns:a16="http://schemas.microsoft.com/office/drawing/2014/main" id="{1DA9CA54-C476-F543-BFA3-16744136EC5A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5310 w 127706"/>
              <a:gd name="csY0" fmla="*/ 0 h 127714"/>
              <a:gd name="csX1" fmla="*/ 3116 w 127706"/>
              <a:gd name="csY1" fmla="*/ 480 h 127714"/>
              <a:gd name="csX2" fmla="*/ 1312 w 127706"/>
              <a:gd name="csY2" fmla="*/ 1829 h 127714"/>
              <a:gd name="csX3" fmla="*/ 223 w 127706"/>
              <a:gd name="csY3" fmla="*/ 3804 h 127714"/>
              <a:gd name="csX4" fmla="*/ 53 w 127706"/>
              <a:gd name="csY4" fmla="*/ 6049 h 127714"/>
              <a:gd name="csX5" fmla="*/ 53 w 127706"/>
              <a:gd name="csY5" fmla="*/ 26636 h 127714"/>
              <a:gd name="csX6" fmla="*/ 427 w 127706"/>
              <a:gd name="csY6" fmla="*/ 28693 h 127714"/>
              <a:gd name="csX7" fmla="*/ 1584 w 127706"/>
              <a:gd name="csY7" fmla="*/ 30443 h 127714"/>
              <a:gd name="csX8" fmla="*/ 3319 w 127706"/>
              <a:gd name="csY8" fmla="*/ 31615 h 127714"/>
              <a:gd name="csX9" fmla="*/ 5361 w 127706"/>
              <a:gd name="csY9" fmla="*/ 32027 h 127714"/>
              <a:gd name="csX10" fmla="*/ 7420 w 127706"/>
              <a:gd name="csY10" fmla="*/ 31615 h 127714"/>
              <a:gd name="csX11" fmla="*/ 9155 w 127706"/>
              <a:gd name="csY11" fmla="*/ 30443 h 127714"/>
              <a:gd name="csX12" fmla="*/ 10295 w 127706"/>
              <a:gd name="csY12" fmla="*/ 28693 h 127714"/>
              <a:gd name="csX13" fmla="*/ 10686 w 127706"/>
              <a:gd name="csY13" fmla="*/ 26636 h 127714"/>
              <a:gd name="csX14" fmla="*/ 10686 w 127706"/>
              <a:gd name="csY14" fmla="*/ 18204 h 127714"/>
              <a:gd name="csX15" fmla="*/ 22885 w 127706"/>
              <a:gd name="csY15" fmla="*/ 30394 h 127714"/>
              <a:gd name="csX16" fmla="*/ 24603 w 127706"/>
              <a:gd name="csY16" fmla="*/ 31591 h 127714"/>
              <a:gd name="csX17" fmla="*/ 26662 w 127706"/>
              <a:gd name="csY17" fmla="*/ 32029 h 127714"/>
              <a:gd name="csX18" fmla="*/ 28720 w 127706"/>
              <a:gd name="csY18" fmla="*/ 31634 h 127714"/>
              <a:gd name="csX19" fmla="*/ 30473 w 127706"/>
              <a:gd name="csY19" fmla="*/ 30470 h 127714"/>
              <a:gd name="csX20" fmla="*/ 31630 w 127706"/>
              <a:gd name="csY20" fmla="*/ 28722 h 127714"/>
              <a:gd name="csX21" fmla="*/ 32021 w 127706"/>
              <a:gd name="csY21" fmla="*/ 26658 h 127714"/>
              <a:gd name="csX22" fmla="*/ 31596 w 127706"/>
              <a:gd name="csY22" fmla="*/ 24603 h 127714"/>
              <a:gd name="csX23" fmla="*/ 30388 w 127706"/>
              <a:gd name="csY23" fmla="*/ 22877 h 127714"/>
              <a:gd name="csX24" fmla="*/ 18206 w 127706"/>
              <a:gd name="csY24" fmla="*/ 10688 h 127714"/>
              <a:gd name="csX25" fmla="*/ 26628 w 127706"/>
              <a:gd name="csY25" fmla="*/ 10688 h 127714"/>
              <a:gd name="csX26" fmla="*/ 28687 w 127706"/>
              <a:gd name="csY26" fmla="*/ 10304 h 127714"/>
              <a:gd name="csX27" fmla="*/ 30439 w 127706"/>
              <a:gd name="csY27" fmla="*/ 9157 h 127714"/>
              <a:gd name="csX28" fmla="*/ 31613 w 127706"/>
              <a:gd name="csY28" fmla="*/ 7424 h 127714"/>
              <a:gd name="csX29" fmla="*/ 32021 w 127706"/>
              <a:gd name="csY29" fmla="*/ 5372 h 127714"/>
              <a:gd name="csX30" fmla="*/ 31613 w 127706"/>
              <a:gd name="csY30" fmla="*/ 3319 h 127714"/>
              <a:gd name="csX31" fmla="*/ 30439 w 127706"/>
              <a:gd name="csY31" fmla="*/ 1585 h 127714"/>
              <a:gd name="csX32" fmla="*/ 28687 w 127706"/>
              <a:gd name="csY32" fmla="*/ 439 h 127714"/>
              <a:gd name="csX33" fmla="*/ 26628 w 127706"/>
              <a:gd name="csY33" fmla="*/ 56 h 127714"/>
              <a:gd name="csX34" fmla="*/ 6042 w 127706"/>
              <a:gd name="csY34" fmla="*/ 56 h 127714"/>
              <a:gd name="csX35" fmla="*/ 5310 w 127706"/>
              <a:gd name="csY35" fmla="*/ 0 h 127714"/>
              <a:gd name="csX36" fmla="*/ 122226 w 127706"/>
              <a:gd name="csY36" fmla="*/ 7 h 127714"/>
              <a:gd name="csX37" fmla="*/ 121664 w 127706"/>
              <a:gd name="csY37" fmla="*/ 56 h 127714"/>
              <a:gd name="csX38" fmla="*/ 101061 w 127706"/>
              <a:gd name="csY38" fmla="*/ 56 h 127714"/>
              <a:gd name="csX39" fmla="*/ 99020 w 127706"/>
              <a:gd name="csY39" fmla="*/ 439 h 127714"/>
              <a:gd name="csX40" fmla="*/ 97267 w 127706"/>
              <a:gd name="csY40" fmla="*/ 1585 h 127714"/>
              <a:gd name="csX41" fmla="*/ 96094 w 127706"/>
              <a:gd name="csY41" fmla="*/ 3319 h 127714"/>
              <a:gd name="csX42" fmla="*/ 95686 w 127706"/>
              <a:gd name="csY42" fmla="*/ 5372 h 127714"/>
              <a:gd name="csX43" fmla="*/ 96094 w 127706"/>
              <a:gd name="csY43" fmla="*/ 7424 h 127714"/>
              <a:gd name="csX44" fmla="*/ 97267 w 127706"/>
              <a:gd name="csY44" fmla="*/ 9157 h 127714"/>
              <a:gd name="csX45" fmla="*/ 99020 w 127706"/>
              <a:gd name="csY45" fmla="*/ 10304 h 127714"/>
              <a:gd name="csX46" fmla="*/ 101061 w 127706"/>
              <a:gd name="csY46" fmla="*/ 10688 h 127714"/>
              <a:gd name="csX47" fmla="*/ 109500 w 127706"/>
              <a:gd name="csY47" fmla="*/ 10688 h 127714"/>
              <a:gd name="csX48" fmla="*/ 97319 w 127706"/>
              <a:gd name="csY48" fmla="*/ 22877 h 127714"/>
              <a:gd name="csX49" fmla="*/ 96111 w 127706"/>
              <a:gd name="csY49" fmla="*/ 24603 h 127714"/>
              <a:gd name="csX50" fmla="*/ 95668 w 127706"/>
              <a:gd name="csY50" fmla="*/ 26658 h 127714"/>
              <a:gd name="csX51" fmla="*/ 96077 w 127706"/>
              <a:gd name="csY51" fmla="*/ 28722 h 127714"/>
              <a:gd name="csX52" fmla="*/ 97233 w 127706"/>
              <a:gd name="csY52" fmla="*/ 30470 h 127714"/>
              <a:gd name="csX53" fmla="*/ 98986 w 127706"/>
              <a:gd name="csY53" fmla="*/ 31634 h 127714"/>
              <a:gd name="csX54" fmla="*/ 101045 w 127706"/>
              <a:gd name="csY54" fmla="*/ 32029 h 127714"/>
              <a:gd name="csX55" fmla="*/ 103103 w 127706"/>
              <a:gd name="csY55" fmla="*/ 31591 h 127714"/>
              <a:gd name="csX56" fmla="*/ 104821 w 127706"/>
              <a:gd name="csY56" fmla="*/ 30394 h 127714"/>
              <a:gd name="csX57" fmla="*/ 117020 w 127706"/>
              <a:gd name="csY57" fmla="*/ 18204 h 127714"/>
              <a:gd name="csX58" fmla="*/ 117020 w 127706"/>
              <a:gd name="csY58" fmla="*/ 26636 h 127714"/>
              <a:gd name="csX59" fmla="*/ 117394 w 127706"/>
              <a:gd name="csY59" fmla="*/ 28693 h 127714"/>
              <a:gd name="csX60" fmla="*/ 118552 w 127706"/>
              <a:gd name="csY60" fmla="*/ 30443 h 127714"/>
              <a:gd name="csX61" fmla="*/ 120287 w 127706"/>
              <a:gd name="csY61" fmla="*/ 31615 h 127714"/>
              <a:gd name="csX62" fmla="*/ 122328 w 127706"/>
              <a:gd name="csY62" fmla="*/ 32027 h 127714"/>
              <a:gd name="csX63" fmla="*/ 124387 w 127706"/>
              <a:gd name="csY63" fmla="*/ 31615 h 127714"/>
              <a:gd name="csX64" fmla="*/ 126122 w 127706"/>
              <a:gd name="csY64" fmla="*/ 30443 h 127714"/>
              <a:gd name="csX65" fmla="*/ 127262 w 127706"/>
              <a:gd name="csY65" fmla="*/ 28693 h 127714"/>
              <a:gd name="csX66" fmla="*/ 127653 w 127706"/>
              <a:gd name="csY66" fmla="*/ 26636 h 127714"/>
              <a:gd name="csX67" fmla="*/ 127653 w 127706"/>
              <a:gd name="csY67" fmla="*/ 6042 h 127714"/>
              <a:gd name="csX68" fmla="*/ 127466 w 127706"/>
              <a:gd name="csY68" fmla="*/ 3761 h 127714"/>
              <a:gd name="csX69" fmla="*/ 126343 w 127706"/>
              <a:gd name="csY69" fmla="*/ 1769 h 127714"/>
              <a:gd name="csX70" fmla="*/ 124489 w 127706"/>
              <a:gd name="csY70" fmla="*/ 435 h 127714"/>
              <a:gd name="csX71" fmla="*/ 122226 w 127706"/>
              <a:gd name="csY71" fmla="*/ 7 h 127714"/>
              <a:gd name="csX72" fmla="*/ 63853 w 127706"/>
              <a:gd name="csY72" fmla="*/ 56 h 127714"/>
              <a:gd name="csX73" fmla="*/ 53832 w 127706"/>
              <a:gd name="csY73" fmla="*/ 4207 h 127714"/>
              <a:gd name="csX74" fmla="*/ 49681 w 127706"/>
              <a:gd name="csY74" fmla="*/ 14232 h 127714"/>
              <a:gd name="csX75" fmla="*/ 53832 w 127706"/>
              <a:gd name="csY75" fmla="*/ 24254 h 127714"/>
              <a:gd name="csX76" fmla="*/ 63853 w 127706"/>
              <a:gd name="csY76" fmla="*/ 28407 h 127714"/>
              <a:gd name="csX77" fmla="*/ 73874 w 127706"/>
              <a:gd name="csY77" fmla="*/ 24254 h 127714"/>
              <a:gd name="csX78" fmla="*/ 78025 w 127706"/>
              <a:gd name="csY78" fmla="*/ 14232 h 127714"/>
              <a:gd name="csX79" fmla="*/ 73874 w 127706"/>
              <a:gd name="csY79" fmla="*/ 4207 h 127714"/>
              <a:gd name="csX80" fmla="*/ 63853 w 127706"/>
              <a:gd name="csY80" fmla="*/ 56 h 127714"/>
              <a:gd name="csX81" fmla="*/ 62084 w 127706"/>
              <a:gd name="csY81" fmla="*/ 35495 h 127714"/>
              <a:gd name="csX82" fmla="*/ 42587 w 127706"/>
              <a:gd name="csY82" fmla="*/ 54987 h 127714"/>
              <a:gd name="csX83" fmla="*/ 42587 w 127706"/>
              <a:gd name="csY83" fmla="*/ 85112 h 127714"/>
              <a:gd name="csX84" fmla="*/ 43539 w 127706"/>
              <a:gd name="csY84" fmla="*/ 88221 h 127714"/>
              <a:gd name="csX85" fmla="*/ 46125 w 127706"/>
              <a:gd name="csY85" fmla="*/ 90191 h 127714"/>
              <a:gd name="csX86" fmla="*/ 46125 w 127706"/>
              <a:gd name="csY86" fmla="*/ 122323 h 127714"/>
              <a:gd name="csX87" fmla="*/ 46517 w 127706"/>
              <a:gd name="csY87" fmla="*/ 124380 h 127714"/>
              <a:gd name="csX88" fmla="*/ 47657 w 127706"/>
              <a:gd name="csY88" fmla="*/ 126131 h 127714"/>
              <a:gd name="csX89" fmla="*/ 49392 w 127706"/>
              <a:gd name="csY89" fmla="*/ 127303 h 127714"/>
              <a:gd name="csX90" fmla="*/ 51450 w 127706"/>
              <a:gd name="csY90" fmla="*/ 127714 h 127714"/>
              <a:gd name="csX91" fmla="*/ 53492 w 127706"/>
              <a:gd name="csY91" fmla="*/ 127303 h 127714"/>
              <a:gd name="csX92" fmla="*/ 55227 w 127706"/>
              <a:gd name="csY92" fmla="*/ 126131 h 127714"/>
              <a:gd name="csX93" fmla="*/ 56384 w 127706"/>
              <a:gd name="csY93" fmla="*/ 124380 h 127714"/>
              <a:gd name="csX94" fmla="*/ 56759 w 127706"/>
              <a:gd name="csY94" fmla="*/ 122323 h 127714"/>
              <a:gd name="csX95" fmla="*/ 56759 w 127706"/>
              <a:gd name="csY95" fmla="*/ 88655 h 127714"/>
              <a:gd name="csX96" fmla="*/ 70948 w 127706"/>
              <a:gd name="csY96" fmla="*/ 88655 h 127714"/>
              <a:gd name="csX97" fmla="*/ 70948 w 127706"/>
              <a:gd name="csY97" fmla="*/ 122323 h 127714"/>
              <a:gd name="csX98" fmla="*/ 71322 w 127706"/>
              <a:gd name="csY98" fmla="*/ 124380 h 127714"/>
              <a:gd name="csX99" fmla="*/ 72479 w 127706"/>
              <a:gd name="csY99" fmla="*/ 126131 h 127714"/>
              <a:gd name="csX100" fmla="*/ 74215 w 127706"/>
              <a:gd name="csY100" fmla="*/ 127303 h 127714"/>
              <a:gd name="csX101" fmla="*/ 76256 w 127706"/>
              <a:gd name="csY101" fmla="*/ 127714 h 127714"/>
              <a:gd name="csX102" fmla="*/ 78314 w 127706"/>
              <a:gd name="csY102" fmla="*/ 127303 h 127714"/>
              <a:gd name="csX103" fmla="*/ 80050 w 127706"/>
              <a:gd name="csY103" fmla="*/ 126131 h 127714"/>
              <a:gd name="csX104" fmla="*/ 81190 w 127706"/>
              <a:gd name="csY104" fmla="*/ 124380 h 127714"/>
              <a:gd name="csX105" fmla="*/ 81582 w 127706"/>
              <a:gd name="csY105" fmla="*/ 122323 h 127714"/>
              <a:gd name="csX106" fmla="*/ 81582 w 127706"/>
              <a:gd name="csY106" fmla="*/ 90191 h 127714"/>
              <a:gd name="csX107" fmla="*/ 84168 w 127706"/>
              <a:gd name="csY107" fmla="*/ 88221 h 127714"/>
              <a:gd name="csX108" fmla="*/ 85120 w 127706"/>
              <a:gd name="csY108" fmla="*/ 85112 h 127714"/>
              <a:gd name="csX109" fmla="*/ 85120 w 127706"/>
              <a:gd name="csY109" fmla="*/ 54987 h 127714"/>
              <a:gd name="csX110" fmla="*/ 65622 w 127706"/>
              <a:gd name="csY110" fmla="*/ 35495 h 127714"/>
              <a:gd name="csX111" fmla="*/ 62084 w 127706"/>
              <a:gd name="csY111" fmla="*/ 35495 h 127714"/>
              <a:gd name="csX112" fmla="*/ 5293 w 127706"/>
              <a:gd name="csY112" fmla="*/ 95667 h 127714"/>
              <a:gd name="csX113" fmla="*/ 1550 w 127706"/>
              <a:gd name="csY113" fmla="*/ 97280 h 127714"/>
              <a:gd name="csX114" fmla="*/ 53 w 127706"/>
              <a:gd name="csY114" fmla="*/ 101060 h 127714"/>
              <a:gd name="csX115" fmla="*/ 53 w 127706"/>
              <a:gd name="csY115" fmla="*/ 121652 h 127714"/>
              <a:gd name="csX116" fmla="*/ 274 w 127706"/>
              <a:gd name="csY116" fmla="*/ 124069 h 127714"/>
              <a:gd name="csX117" fmla="*/ 1567 w 127706"/>
              <a:gd name="csY117" fmla="*/ 126134 h 127714"/>
              <a:gd name="csX118" fmla="*/ 3626 w 127706"/>
              <a:gd name="csY118" fmla="*/ 127411 h 127714"/>
              <a:gd name="csX119" fmla="*/ 6042 w 127706"/>
              <a:gd name="csY119" fmla="*/ 127639 h 127714"/>
              <a:gd name="csX120" fmla="*/ 26628 w 127706"/>
              <a:gd name="csY120" fmla="*/ 127639 h 127714"/>
              <a:gd name="csX121" fmla="*/ 28687 w 127706"/>
              <a:gd name="csY121" fmla="*/ 127255 h 127714"/>
              <a:gd name="csX122" fmla="*/ 30439 w 127706"/>
              <a:gd name="csY122" fmla="*/ 126108 h 127714"/>
              <a:gd name="csX123" fmla="*/ 31613 w 127706"/>
              <a:gd name="csY123" fmla="*/ 124375 h 127714"/>
              <a:gd name="csX124" fmla="*/ 32021 w 127706"/>
              <a:gd name="csY124" fmla="*/ 122323 h 127714"/>
              <a:gd name="csX125" fmla="*/ 31613 w 127706"/>
              <a:gd name="csY125" fmla="*/ 120270 h 127714"/>
              <a:gd name="csX126" fmla="*/ 30439 w 127706"/>
              <a:gd name="csY126" fmla="*/ 118537 h 127714"/>
              <a:gd name="csX127" fmla="*/ 28687 w 127706"/>
              <a:gd name="csY127" fmla="*/ 117390 h 127714"/>
              <a:gd name="csX128" fmla="*/ 26628 w 127706"/>
              <a:gd name="csY128" fmla="*/ 117008 h 127714"/>
              <a:gd name="csX129" fmla="*/ 18206 w 127706"/>
              <a:gd name="csY129" fmla="*/ 117008 h 127714"/>
              <a:gd name="csX130" fmla="*/ 30388 w 127706"/>
              <a:gd name="csY130" fmla="*/ 104817 h 127714"/>
              <a:gd name="csX131" fmla="*/ 31596 w 127706"/>
              <a:gd name="csY131" fmla="*/ 103092 h 127714"/>
              <a:gd name="csX132" fmla="*/ 32021 w 127706"/>
              <a:gd name="csY132" fmla="*/ 101036 h 127714"/>
              <a:gd name="csX133" fmla="*/ 31630 w 127706"/>
              <a:gd name="csY133" fmla="*/ 98972 h 127714"/>
              <a:gd name="csX134" fmla="*/ 30473 w 127706"/>
              <a:gd name="csY134" fmla="*/ 97224 h 127714"/>
              <a:gd name="csX135" fmla="*/ 28720 w 127706"/>
              <a:gd name="csY135" fmla="*/ 96060 h 127714"/>
              <a:gd name="csX136" fmla="*/ 26662 w 127706"/>
              <a:gd name="csY136" fmla="*/ 95665 h 127714"/>
              <a:gd name="csX137" fmla="*/ 24603 w 127706"/>
              <a:gd name="csY137" fmla="*/ 96103 h 127714"/>
              <a:gd name="csX138" fmla="*/ 22885 w 127706"/>
              <a:gd name="csY138" fmla="*/ 97300 h 127714"/>
              <a:gd name="csX139" fmla="*/ 10686 w 127706"/>
              <a:gd name="csY139" fmla="*/ 109490 h 127714"/>
              <a:gd name="csX140" fmla="*/ 10686 w 127706"/>
              <a:gd name="csY140" fmla="*/ 101060 h 127714"/>
              <a:gd name="csX141" fmla="*/ 10295 w 127706"/>
              <a:gd name="csY141" fmla="*/ 98983 h 127714"/>
              <a:gd name="csX142" fmla="*/ 9121 w 127706"/>
              <a:gd name="csY142" fmla="*/ 97220 h 127714"/>
              <a:gd name="csX143" fmla="*/ 7369 w 127706"/>
              <a:gd name="csY143" fmla="*/ 96055 h 127714"/>
              <a:gd name="csX144" fmla="*/ 5293 w 127706"/>
              <a:gd name="csY144" fmla="*/ 95667 h 127714"/>
              <a:gd name="csX145" fmla="*/ 101027 w 127706"/>
              <a:gd name="csY145" fmla="*/ 95667 h 127714"/>
              <a:gd name="csX146" fmla="*/ 98033 w 127706"/>
              <a:gd name="csY146" fmla="*/ 96567 h 127714"/>
              <a:gd name="csX147" fmla="*/ 96060 w 127706"/>
              <a:gd name="csY147" fmla="*/ 98986 h 127714"/>
              <a:gd name="csX148" fmla="*/ 95787 w 127706"/>
              <a:gd name="csY148" fmla="*/ 102092 h 127714"/>
              <a:gd name="csX149" fmla="*/ 97319 w 127706"/>
              <a:gd name="csY149" fmla="*/ 104817 h 127714"/>
              <a:gd name="csX150" fmla="*/ 109500 w 127706"/>
              <a:gd name="csY150" fmla="*/ 117008 h 127714"/>
              <a:gd name="csX151" fmla="*/ 101061 w 127706"/>
              <a:gd name="csY151" fmla="*/ 117008 h 127714"/>
              <a:gd name="csX152" fmla="*/ 99020 w 127706"/>
              <a:gd name="csY152" fmla="*/ 117390 h 127714"/>
              <a:gd name="csX153" fmla="*/ 97267 w 127706"/>
              <a:gd name="csY153" fmla="*/ 118537 h 127714"/>
              <a:gd name="csX154" fmla="*/ 96094 w 127706"/>
              <a:gd name="csY154" fmla="*/ 120270 h 127714"/>
              <a:gd name="csX155" fmla="*/ 95686 w 127706"/>
              <a:gd name="csY155" fmla="*/ 122323 h 127714"/>
              <a:gd name="csX156" fmla="*/ 96094 w 127706"/>
              <a:gd name="csY156" fmla="*/ 124375 h 127714"/>
              <a:gd name="csX157" fmla="*/ 97267 w 127706"/>
              <a:gd name="csY157" fmla="*/ 126108 h 127714"/>
              <a:gd name="csX158" fmla="*/ 99020 w 127706"/>
              <a:gd name="csY158" fmla="*/ 127255 h 127714"/>
              <a:gd name="csX159" fmla="*/ 101061 w 127706"/>
              <a:gd name="csY159" fmla="*/ 127639 h 127714"/>
              <a:gd name="csX160" fmla="*/ 121664 w 127706"/>
              <a:gd name="csY160" fmla="*/ 127639 h 127714"/>
              <a:gd name="csX161" fmla="*/ 124081 w 127706"/>
              <a:gd name="csY161" fmla="*/ 127410 h 127714"/>
              <a:gd name="csX162" fmla="*/ 126156 w 127706"/>
              <a:gd name="csY162" fmla="*/ 126129 h 127714"/>
              <a:gd name="csX163" fmla="*/ 127432 w 127706"/>
              <a:gd name="csY163" fmla="*/ 124064 h 127714"/>
              <a:gd name="csX164" fmla="*/ 127653 w 127706"/>
              <a:gd name="csY164" fmla="*/ 121645 h 127714"/>
              <a:gd name="csX165" fmla="*/ 127653 w 127706"/>
              <a:gd name="csY165" fmla="*/ 101060 h 127714"/>
              <a:gd name="csX166" fmla="*/ 127262 w 127706"/>
              <a:gd name="csY166" fmla="*/ 98983 h 127714"/>
              <a:gd name="csX167" fmla="*/ 126088 w 127706"/>
              <a:gd name="csY167" fmla="*/ 97220 h 127714"/>
              <a:gd name="csX168" fmla="*/ 124336 w 127706"/>
              <a:gd name="csY168" fmla="*/ 96055 h 127714"/>
              <a:gd name="csX169" fmla="*/ 122260 w 127706"/>
              <a:gd name="csY169" fmla="*/ 95667 h 127714"/>
              <a:gd name="csX170" fmla="*/ 118518 w 127706"/>
              <a:gd name="csY170" fmla="*/ 97280 h 127714"/>
              <a:gd name="csX171" fmla="*/ 117020 w 127706"/>
              <a:gd name="csY171" fmla="*/ 101060 h 127714"/>
              <a:gd name="csX172" fmla="*/ 117020 w 127706"/>
              <a:gd name="csY172" fmla="*/ 109490 h 127714"/>
              <a:gd name="csX173" fmla="*/ 104821 w 127706"/>
              <a:gd name="csY173" fmla="*/ 97300 h 127714"/>
              <a:gd name="csX174" fmla="*/ 103086 w 127706"/>
              <a:gd name="csY174" fmla="*/ 96097 h 127714"/>
              <a:gd name="csX175" fmla="*/ 101027 w 127706"/>
              <a:gd name="csY175" fmla="*/ 95667 h 127714"/>
            </a:gdLst>
            <a:ahLst/>
            <a:cxnLst/>
            <a:rect l="l" t="t" r="r" b="b"/>
            <a:pathLst>
              <a:path w="100000" h="100000">
                <a:moveTo>
                  <a:pt x="4161" y="0"/>
                </a:moveTo>
                <a:cubicBezTo>
                  <a:pt x="3574" y="0"/>
                  <a:pt x="2975" y="129"/>
                  <a:pt x="2443" y="376"/>
                </a:cubicBezTo>
                <a:cubicBezTo>
                  <a:pt x="1896" y="622"/>
                  <a:pt x="1416" y="983"/>
                  <a:pt x="1030" y="1432"/>
                </a:cubicBezTo>
                <a:cubicBezTo>
                  <a:pt x="631" y="1881"/>
                  <a:pt x="351" y="2407"/>
                  <a:pt x="178" y="2979"/>
                </a:cubicBezTo>
                <a:cubicBezTo>
                  <a:pt x="5" y="3549"/>
                  <a:pt x="-35" y="4148"/>
                  <a:pt x="45" y="4736"/>
                </a:cubicBezTo>
                <a:lnTo>
                  <a:pt x="45" y="20856"/>
                </a:lnTo>
                <a:cubicBezTo>
                  <a:pt x="31" y="21407"/>
                  <a:pt x="138" y="21955"/>
                  <a:pt x="337" y="22467"/>
                </a:cubicBezTo>
                <a:cubicBezTo>
                  <a:pt x="550" y="22978"/>
                  <a:pt x="857" y="23444"/>
                  <a:pt x="1243" y="23837"/>
                </a:cubicBezTo>
                <a:cubicBezTo>
                  <a:pt x="1630" y="24230"/>
                  <a:pt x="2096" y="24542"/>
                  <a:pt x="2602" y="24755"/>
                </a:cubicBezTo>
                <a:cubicBezTo>
                  <a:pt x="3109" y="24968"/>
                  <a:pt x="3655" y="25077"/>
                  <a:pt x="4201" y="25077"/>
                </a:cubicBezTo>
                <a:cubicBezTo>
                  <a:pt x="4761" y="25077"/>
                  <a:pt x="5306" y="24968"/>
                  <a:pt x="5813" y="24755"/>
                </a:cubicBezTo>
                <a:cubicBezTo>
                  <a:pt x="6319" y="24542"/>
                  <a:pt x="6785" y="24230"/>
                  <a:pt x="7171" y="23837"/>
                </a:cubicBezTo>
                <a:cubicBezTo>
                  <a:pt x="7558" y="23444"/>
                  <a:pt x="7864" y="22978"/>
                  <a:pt x="8064" y="22467"/>
                </a:cubicBezTo>
                <a:cubicBezTo>
                  <a:pt x="8277" y="21955"/>
                  <a:pt x="8384" y="21407"/>
                  <a:pt x="8370" y="20856"/>
                </a:cubicBezTo>
                <a:lnTo>
                  <a:pt x="8370" y="14254"/>
                </a:lnTo>
                <a:lnTo>
                  <a:pt x="17922" y="23798"/>
                </a:lnTo>
                <a:cubicBezTo>
                  <a:pt x="18295" y="24198"/>
                  <a:pt x="18761" y="24516"/>
                  <a:pt x="19267" y="24736"/>
                </a:cubicBezTo>
                <a:cubicBezTo>
                  <a:pt x="19774" y="24956"/>
                  <a:pt x="20320" y="25072"/>
                  <a:pt x="20879" y="25079"/>
                </a:cubicBezTo>
                <a:cubicBezTo>
                  <a:pt x="21426" y="25083"/>
                  <a:pt x="21985" y="24978"/>
                  <a:pt x="22491" y="24769"/>
                </a:cubicBezTo>
                <a:cubicBezTo>
                  <a:pt x="23011" y="24560"/>
                  <a:pt x="23477" y="24249"/>
                  <a:pt x="23863" y="23858"/>
                </a:cubicBezTo>
                <a:cubicBezTo>
                  <a:pt x="24249" y="23466"/>
                  <a:pt x="24570" y="23001"/>
                  <a:pt x="24769" y="22489"/>
                </a:cubicBezTo>
                <a:cubicBezTo>
                  <a:pt x="24982" y="21976"/>
                  <a:pt x="25089" y="21426"/>
                  <a:pt x="25076" y="20873"/>
                </a:cubicBezTo>
                <a:cubicBezTo>
                  <a:pt x="25076" y="20319"/>
                  <a:pt x="24956" y="19772"/>
                  <a:pt x="24743" y="19264"/>
                </a:cubicBezTo>
                <a:cubicBezTo>
                  <a:pt x="24516" y="18755"/>
                  <a:pt x="24196" y="18296"/>
                  <a:pt x="23797" y="17913"/>
                </a:cubicBezTo>
                <a:lnTo>
                  <a:pt x="14258" y="8369"/>
                </a:lnTo>
                <a:lnTo>
                  <a:pt x="20853" y="8369"/>
                </a:lnTo>
                <a:cubicBezTo>
                  <a:pt x="21413" y="8376"/>
                  <a:pt x="21958" y="8274"/>
                  <a:pt x="22465" y="8068"/>
                </a:cubicBezTo>
                <a:cubicBezTo>
                  <a:pt x="22984" y="7863"/>
                  <a:pt x="23451" y="7558"/>
                  <a:pt x="23837" y="7170"/>
                </a:cubicBezTo>
                <a:cubicBezTo>
                  <a:pt x="24236" y="6782"/>
                  <a:pt x="24543" y="6321"/>
                  <a:pt x="24756" y="5813"/>
                </a:cubicBezTo>
                <a:cubicBezTo>
                  <a:pt x="24969" y="5304"/>
                  <a:pt x="25076" y="4758"/>
                  <a:pt x="25076" y="4206"/>
                </a:cubicBezTo>
                <a:cubicBezTo>
                  <a:pt x="25076" y="3653"/>
                  <a:pt x="24969" y="3108"/>
                  <a:pt x="24756" y="2599"/>
                </a:cubicBezTo>
                <a:cubicBezTo>
                  <a:pt x="24543" y="2090"/>
                  <a:pt x="24236" y="1629"/>
                  <a:pt x="23837" y="1241"/>
                </a:cubicBezTo>
                <a:cubicBezTo>
                  <a:pt x="23451" y="853"/>
                  <a:pt x="22984" y="549"/>
                  <a:pt x="22465" y="344"/>
                </a:cubicBezTo>
                <a:cubicBezTo>
                  <a:pt x="21958" y="137"/>
                  <a:pt x="21413" y="36"/>
                  <a:pt x="20853" y="44"/>
                </a:cubicBezTo>
                <a:lnTo>
                  <a:pt x="4734" y="44"/>
                </a:lnTo>
                <a:cubicBezTo>
                  <a:pt x="4547" y="16"/>
                  <a:pt x="4361" y="2"/>
                  <a:pt x="4161" y="0"/>
                </a:cubicBezTo>
                <a:close/>
                <a:moveTo>
                  <a:pt x="95706" y="5"/>
                </a:moveTo>
                <a:cubicBezTo>
                  <a:pt x="95560" y="9"/>
                  <a:pt x="95413" y="23"/>
                  <a:pt x="95266" y="44"/>
                </a:cubicBezTo>
                <a:lnTo>
                  <a:pt x="79134" y="44"/>
                </a:lnTo>
                <a:cubicBezTo>
                  <a:pt x="78588" y="36"/>
                  <a:pt x="78042" y="137"/>
                  <a:pt x="77536" y="344"/>
                </a:cubicBezTo>
                <a:cubicBezTo>
                  <a:pt x="77017" y="549"/>
                  <a:pt x="76550" y="853"/>
                  <a:pt x="76163" y="1241"/>
                </a:cubicBezTo>
                <a:cubicBezTo>
                  <a:pt x="75764" y="1629"/>
                  <a:pt x="75458" y="2090"/>
                  <a:pt x="75245" y="2599"/>
                </a:cubicBezTo>
                <a:cubicBezTo>
                  <a:pt x="75031" y="3108"/>
                  <a:pt x="74925" y="3653"/>
                  <a:pt x="74925" y="4206"/>
                </a:cubicBezTo>
                <a:cubicBezTo>
                  <a:pt x="74925" y="4758"/>
                  <a:pt x="75031" y="5304"/>
                  <a:pt x="75245" y="5813"/>
                </a:cubicBezTo>
                <a:cubicBezTo>
                  <a:pt x="75458" y="6321"/>
                  <a:pt x="75764" y="6782"/>
                  <a:pt x="76163" y="7170"/>
                </a:cubicBezTo>
                <a:cubicBezTo>
                  <a:pt x="76550" y="7558"/>
                  <a:pt x="77017" y="7863"/>
                  <a:pt x="77536" y="8068"/>
                </a:cubicBezTo>
                <a:cubicBezTo>
                  <a:pt x="78042" y="8274"/>
                  <a:pt x="78588" y="8376"/>
                  <a:pt x="79134" y="8369"/>
                </a:cubicBezTo>
                <a:lnTo>
                  <a:pt x="85742" y="8369"/>
                </a:lnTo>
                <a:lnTo>
                  <a:pt x="76204" y="17913"/>
                </a:lnTo>
                <a:cubicBezTo>
                  <a:pt x="75804" y="18296"/>
                  <a:pt x="75484" y="18755"/>
                  <a:pt x="75258" y="19264"/>
                </a:cubicBezTo>
                <a:cubicBezTo>
                  <a:pt x="75045" y="19772"/>
                  <a:pt x="74925" y="20319"/>
                  <a:pt x="74911" y="20873"/>
                </a:cubicBezTo>
                <a:cubicBezTo>
                  <a:pt x="74911" y="21426"/>
                  <a:pt x="75018" y="21976"/>
                  <a:pt x="75231" y="22489"/>
                </a:cubicBezTo>
                <a:cubicBezTo>
                  <a:pt x="75431" y="23001"/>
                  <a:pt x="75751" y="23466"/>
                  <a:pt x="76137" y="23858"/>
                </a:cubicBezTo>
                <a:cubicBezTo>
                  <a:pt x="76523" y="24249"/>
                  <a:pt x="76990" y="24560"/>
                  <a:pt x="77509" y="24769"/>
                </a:cubicBezTo>
                <a:cubicBezTo>
                  <a:pt x="78016" y="24978"/>
                  <a:pt x="78575" y="25083"/>
                  <a:pt x="79121" y="25079"/>
                </a:cubicBezTo>
                <a:cubicBezTo>
                  <a:pt x="79680" y="25072"/>
                  <a:pt x="80227" y="24956"/>
                  <a:pt x="80733" y="24736"/>
                </a:cubicBezTo>
                <a:cubicBezTo>
                  <a:pt x="81239" y="24516"/>
                  <a:pt x="81705" y="24198"/>
                  <a:pt x="82078" y="23798"/>
                </a:cubicBezTo>
                <a:lnTo>
                  <a:pt x="91630" y="14254"/>
                </a:lnTo>
                <a:lnTo>
                  <a:pt x="91630" y="20856"/>
                </a:lnTo>
                <a:cubicBezTo>
                  <a:pt x="91616" y="21407"/>
                  <a:pt x="91723" y="21955"/>
                  <a:pt x="91923" y="22467"/>
                </a:cubicBezTo>
                <a:cubicBezTo>
                  <a:pt x="92136" y="22978"/>
                  <a:pt x="92442" y="23444"/>
                  <a:pt x="92829" y="23837"/>
                </a:cubicBezTo>
                <a:cubicBezTo>
                  <a:pt x="93215" y="24230"/>
                  <a:pt x="93681" y="24542"/>
                  <a:pt x="94188" y="24755"/>
                </a:cubicBezTo>
                <a:cubicBezTo>
                  <a:pt x="94694" y="24968"/>
                  <a:pt x="95240" y="25077"/>
                  <a:pt x="95786" y="25077"/>
                </a:cubicBezTo>
                <a:cubicBezTo>
                  <a:pt x="96346" y="25077"/>
                  <a:pt x="96891" y="24968"/>
                  <a:pt x="97398" y="24755"/>
                </a:cubicBezTo>
                <a:cubicBezTo>
                  <a:pt x="97905" y="24542"/>
                  <a:pt x="98371" y="24230"/>
                  <a:pt x="98757" y="23837"/>
                </a:cubicBezTo>
                <a:cubicBezTo>
                  <a:pt x="99143" y="23444"/>
                  <a:pt x="99450" y="22978"/>
                  <a:pt x="99649" y="22467"/>
                </a:cubicBezTo>
                <a:cubicBezTo>
                  <a:pt x="99862" y="21955"/>
                  <a:pt x="99969" y="21407"/>
                  <a:pt x="99955" y="20856"/>
                </a:cubicBezTo>
                <a:lnTo>
                  <a:pt x="99955" y="4731"/>
                </a:lnTo>
                <a:cubicBezTo>
                  <a:pt x="100035" y="4133"/>
                  <a:pt x="99982" y="3523"/>
                  <a:pt x="99809" y="2945"/>
                </a:cubicBezTo>
                <a:cubicBezTo>
                  <a:pt x="99636" y="2367"/>
                  <a:pt x="99330" y="1835"/>
                  <a:pt x="98930" y="1385"/>
                </a:cubicBezTo>
                <a:cubicBezTo>
                  <a:pt x="98530" y="935"/>
                  <a:pt x="98024" y="579"/>
                  <a:pt x="97478" y="341"/>
                </a:cubicBezTo>
                <a:cubicBezTo>
                  <a:pt x="96919" y="103"/>
                  <a:pt x="96319" y="-12"/>
                  <a:pt x="95706" y="5"/>
                </a:cubicBezTo>
                <a:close/>
                <a:moveTo>
                  <a:pt x="50000" y="44"/>
                </a:moveTo>
                <a:cubicBezTo>
                  <a:pt x="47056" y="44"/>
                  <a:pt x="44232" y="1214"/>
                  <a:pt x="42154" y="3294"/>
                </a:cubicBezTo>
                <a:cubicBezTo>
                  <a:pt x="40062" y="5376"/>
                  <a:pt x="38903" y="8200"/>
                  <a:pt x="38903" y="11144"/>
                </a:cubicBezTo>
                <a:cubicBezTo>
                  <a:pt x="38903" y="14087"/>
                  <a:pt x="40062" y="16910"/>
                  <a:pt x="42154" y="18991"/>
                </a:cubicBezTo>
                <a:cubicBezTo>
                  <a:pt x="44232" y="21073"/>
                  <a:pt x="47056" y="22243"/>
                  <a:pt x="50000" y="22243"/>
                </a:cubicBezTo>
                <a:cubicBezTo>
                  <a:pt x="52945" y="22243"/>
                  <a:pt x="55768" y="21073"/>
                  <a:pt x="57846" y="18991"/>
                </a:cubicBezTo>
                <a:cubicBezTo>
                  <a:pt x="59939" y="16910"/>
                  <a:pt x="61097" y="14087"/>
                  <a:pt x="61097" y="11144"/>
                </a:cubicBezTo>
                <a:cubicBezTo>
                  <a:pt x="61097" y="8200"/>
                  <a:pt x="59939" y="5376"/>
                  <a:pt x="57846" y="3294"/>
                </a:cubicBezTo>
                <a:cubicBezTo>
                  <a:pt x="55768" y="1214"/>
                  <a:pt x="52945" y="44"/>
                  <a:pt x="50000" y="44"/>
                </a:cubicBezTo>
                <a:close/>
                <a:moveTo>
                  <a:pt x="48615" y="27793"/>
                </a:moveTo>
                <a:cubicBezTo>
                  <a:pt x="40235" y="27793"/>
                  <a:pt x="33349" y="34675"/>
                  <a:pt x="33349" y="43055"/>
                </a:cubicBezTo>
                <a:lnTo>
                  <a:pt x="33349" y="66643"/>
                </a:lnTo>
                <a:cubicBezTo>
                  <a:pt x="33335" y="67512"/>
                  <a:pt x="33602" y="68364"/>
                  <a:pt x="34094" y="69077"/>
                </a:cubicBezTo>
                <a:cubicBezTo>
                  <a:pt x="34601" y="69790"/>
                  <a:pt x="35306" y="70329"/>
                  <a:pt x="36119" y="70620"/>
                </a:cubicBezTo>
                <a:lnTo>
                  <a:pt x="36119" y="95779"/>
                </a:lnTo>
                <a:cubicBezTo>
                  <a:pt x="36119" y="96331"/>
                  <a:pt x="36212" y="96878"/>
                  <a:pt x="36426" y="97389"/>
                </a:cubicBezTo>
                <a:cubicBezTo>
                  <a:pt x="36626" y="97901"/>
                  <a:pt x="36932" y="98367"/>
                  <a:pt x="37319" y="98761"/>
                </a:cubicBezTo>
                <a:cubicBezTo>
                  <a:pt x="37705" y="99153"/>
                  <a:pt x="38170" y="99464"/>
                  <a:pt x="38677" y="99678"/>
                </a:cubicBezTo>
                <a:cubicBezTo>
                  <a:pt x="39183" y="99891"/>
                  <a:pt x="39729" y="100000"/>
                  <a:pt x="40288" y="100000"/>
                </a:cubicBezTo>
                <a:cubicBezTo>
                  <a:pt x="40835" y="100000"/>
                  <a:pt x="41382" y="99891"/>
                  <a:pt x="41887" y="99678"/>
                </a:cubicBezTo>
                <a:cubicBezTo>
                  <a:pt x="42407" y="99464"/>
                  <a:pt x="42860" y="99153"/>
                  <a:pt x="43246" y="98761"/>
                </a:cubicBezTo>
                <a:cubicBezTo>
                  <a:pt x="43633" y="98367"/>
                  <a:pt x="43939" y="97901"/>
                  <a:pt x="44152" y="97389"/>
                </a:cubicBezTo>
                <a:cubicBezTo>
                  <a:pt x="44352" y="96878"/>
                  <a:pt x="44459" y="96331"/>
                  <a:pt x="44445" y="95779"/>
                </a:cubicBezTo>
                <a:lnTo>
                  <a:pt x="44445" y="69417"/>
                </a:lnTo>
                <a:lnTo>
                  <a:pt x="55555" y="69417"/>
                </a:lnTo>
                <a:lnTo>
                  <a:pt x="55555" y="95779"/>
                </a:lnTo>
                <a:cubicBezTo>
                  <a:pt x="55542" y="96331"/>
                  <a:pt x="55649" y="96878"/>
                  <a:pt x="55848" y="97389"/>
                </a:cubicBezTo>
                <a:cubicBezTo>
                  <a:pt x="56062" y="97901"/>
                  <a:pt x="56368" y="98367"/>
                  <a:pt x="56754" y="98761"/>
                </a:cubicBezTo>
                <a:cubicBezTo>
                  <a:pt x="57141" y="99153"/>
                  <a:pt x="57594" y="99464"/>
                  <a:pt x="58113" y="99678"/>
                </a:cubicBezTo>
                <a:cubicBezTo>
                  <a:pt x="58619" y="99891"/>
                  <a:pt x="59166" y="100000"/>
                  <a:pt x="59712" y="100000"/>
                </a:cubicBezTo>
                <a:cubicBezTo>
                  <a:pt x="60271" y="100000"/>
                  <a:pt x="60817" y="99891"/>
                  <a:pt x="61323" y="99678"/>
                </a:cubicBezTo>
                <a:cubicBezTo>
                  <a:pt x="61830" y="99464"/>
                  <a:pt x="62295" y="99153"/>
                  <a:pt x="62682" y="98761"/>
                </a:cubicBezTo>
                <a:cubicBezTo>
                  <a:pt x="63068" y="98367"/>
                  <a:pt x="63374" y="97901"/>
                  <a:pt x="63575" y="97389"/>
                </a:cubicBezTo>
                <a:cubicBezTo>
                  <a:pt x="63788" y="96878"/>
                  <a:pt x="63882" y="96331"/>
                  <a:pt x="63882" y="95779"/>
                </a:cubicBezTo>
                <a:lnTo>
                  <a:pt x="63882" y="70620"/>
                </a:lnTo>
                <a:cubicBezTo>
                  <a:pt x="64694" y="70329"/>
                  <a:pt x="65400" y="69790"/>
                  <a:pt x="65907" y="69077"/>
                </a:cubicBezTo>
                <a:cubicBezTo>
                  <a:pt x="66399" y="68364"/>
                  <a:pt x="66665" y="67512"/>
                  <a:pt x="66652" y="66643"/>
                </a:cubicBezTo>
                <a:lnTo>
                  <a:pt x="66652" y="43055"/>
                </a:lnTo>
                <a:cubicBezTo>
                  <a:pt x="66652" y="34675"/>
                  <a:pt x="59765" y="27793"/>
                  <a:pt x="51385" y="27793"/>
                </a:cubicBezTo>
                <a:lnTo>
                  <a:pt x="48615" y="27793"/>
                </a:lnTo>
                <a:close/>
                <a:moveTo>
                  <a:pt x="4148" y="74907"/>
                </a:moveTo>
                <a:cubicBezTo>
                  <a:pt x="3042" y="74924"/>
                  <a:pt x="1990" y="75379"/>
                  <a:pt x="1217" y="76170"/>
                </a:cubicBezTo>
                <a:cubicBezTo>
                  <a:pt x="458" y="76961"/>
                  <a:pt x="31" y="78025"/>
                  <a:pt x="45" y="79130"/>
                </a:cubicBezTo>
                <a:lnTo>
                  <a:pt x="45" y="95253"/>
                </a:lnTo>
                <a:cubicBezTo>
                  <a:pt x="-49" y="95890"/>
                  <a:pt x="18" y="96537"/>
                  <a:pt x="218" y="97146"/>
                </a:cubicBezTo>
                <a:cubicBezTo>
                  <a:pt x="431" y="97756"/>
                  <a:pt x="778" y="98309"/>
                  <a:pt x="1230" y="98763"/>
                </a:cubicBezTo>
                <a:cubicBezTo>
                  <a:pt x="1683" y="99217"/>
                  <a:pt x="2229" y="99559"/>
                  <a:pt x="2842" y="99763"/>
                </a:cubicBezTo>
                <a:cubicBezTo>
                  <a:pt x="3455" y="99968"/>
                  <a:pt x="4108" y="100030"/>
                  <a:pt x="4734" y="99941"/>
                </a:cubicBezTo>
                <a:lnTo>
                  <a:pt x="20853" y="99941"/>
                </a:lnTo>
                <a:cubicBezTo>
                  <a:pt x="21413" y="99948"/>
                  <a:pt x="21958" y="99847"/>
                  <a:pt x="22465" y="99641"/>
                </a:cubicBezTo>
                <a:cubicBezTo>
                  <a:pt x="22984" y="99435"/>
                  <a:pt x="23451" y="99130"/>
                  <a:pt x="23837" y="98743"/>
                </a:cubicBezTo>
                <a:cubicBezTo>
                  <a:pt x="24236" y="98355"/>
                  <a:pt x="24543" y="97895"/>
                  <a:pt x="24756" y="97386"/>
                </a:cubicBezTo>
                <a:cubicBezTo>
                  <a:pt x="24969" y="96877"/>
                  <a:pt x="25076" y="96331"/>
                  <a:pt x="25076" y="95779"/>
                </a:cubicBezTo>
                <a:cubicBezTo>
                  <a:pt x="25076" y="95226"/>
                  <a:pt x="24969" y="94680"/>
                  <a:pt x="24756" y="94171"/>
                </a:cubicBezTo>
                <a:cubicBezTo>
                  <a:pt x="24543" y="93662"/>
                  <a:pt x="24236" y="93202"/>
                  <a:pt x="23837" y="92814"/>
                </a:cubicBezTo>
                <a:cubicBezTo>
                  <a:pt x="23451" y="92427"/>
                  <a:pt x="22984" y="92121"/>
                  <a:pt x="22465" y="91916"/>
                </a:cubicBezTo>
                <a:cubicBezTo>
                  <a:pt x="21958" y="91710"/>
                  <a:pt x="21413" y="91609"/>
                  <a:pt x="20853" y="91617"/>
                </a:cubicBezTo>
                <a:lnTo>
                  <a:pt x="14258" y="91617"/>
                </a:lnTo>
                <a:lnTo>
                  <a:pt x="23797" y="82072"/>
                </a:lnTo>
                <a:cubicBezTo>
                  <a:pt x="24196" y="81688"/>
                  <a:pt x="24516" y="81229"/>
                  <a:pt x="24743" y="80721"/>
                </a:cubicBezTo>
                <a:cubicBezTo>
                  <a:pt x="24956" y="80213"/>
                  <a:pt x="25076" y="79665"/>
                  <a:pt x="25076" y="79111"/>
                </a:cubicBezTo>
                <a:cubicBezTo>
                  <a:pt x="25089" y="78558"/>
                  <a:pt x="24982" y="78008"/>
                  <a:pt x="24769" y="77495"/>
                </a:cubicBezTo>
                <a:cubicBezTo>
                  <a:pt x="24570" y="76982"/>
                  <a:pt x="24249" y="76518"/>
                  <a:pt x="23863" y="76126"/>
                </a:cubicBezTo>
                <a:cubicBezTo>
                  <a:pt x="23477" y="75734"/>
                  <a:pt x="23011" y="75424"/>
                  <a:pt x="22491" y="75215"/>
                </a:cubicBezTo>
                <a:cubicBezTo>
                  <a:pt x="21985" y="75006"/>
                  <a:pt x="21426" y="74900"/>
                  <a:pt x="20879" y="74906"/>
                </a:cubicBezTo>
                <a:cubicBezTo>
                  <a:pt x="20320" y="74913"/>
                  <a:pt x="19774" y="75029"/>
                  <a:pt x="19267" y="75249"/>
                </a:cubicBezTo>
                <a:cubicBezTo>
                  <a:pt x="18761" y="75468"/>
                  <a:pt x="18295" y="75787"/>
                  <a:pt x="17922" y="76186"/>
                </a:cubicBezTo>
                <a:lnTo>
                  <a:pt x="8370" y="85731"/>
                </a:lnTo>
                <a:lnTo>
                  <a:pt x="8370" y="79130"/>
                </a:lnTo>
                <a:cubicBezTo>
                  <a:pt x="8384" y="78572"/>
                  <a:pt x="8277" y="78019"/>
                  <a:pt x="8064" y="77504"/>
                </a:cubicBezTo>
                <a:cubicBezTo>
                  <a:pt x="7851" y="76987"/>
                  <a:pt x="7544" y="76518"/>
                  <a:pt x="7145" y="76123"/>
                </a:cubicBezTo>
                <a:cubicBezTo>
                  <a:pt x="6759" y="75730"/>
                  <a:pt x="6292" y="75420"/>
                  <a:pt x="5773" y="75211"/>
                </a:cubicBezTo>
                <a:cubicBezTo>
                  <a:pt x="5253" y="75002"/>
                  <a:pt x="4694" y="74898"/>
                  <a:pt x="4148" y="74907"/>
                </a:cubicBezTo>
                <a:close/>
                <a:moveTo>
                  <a:pt x="79107" y="74907"/>
                </a:moveTo>
                <a:cubicBezTo>
                  <a:pt x="78269" y="74903"/>
                  <a:pt x="77456" y="75148"/>
                  <a:pt x="76763" y="75612"/>
                </a:cubicBezTo>
                <a:cubicBezTo>
                  <a:pt x="76071" y="76074"/>
                  <a:pt x="75538" y="76735"/>
                  <a:pt x="75218" y="77506"/>
                </a:cubicBezTo>
                <a:cubicBezTo>
                  <a:pt x="74911" y="78277"/>
                  <a:pt x="74831" y="79124"/>
                  <a:pt x="75004" y="79938"/>
                </a:cubicBezTo>
                <a:cubicBezTo>
                  <a:pt x="75178" y="80752"/>
                  <a:pt x="75591" y="81495"/>
                  <a:pt x="76204" y="82072"/>
                </a:cubicBezTo>
                <a:lnTo>
                  <a:pt x="85742" y="91617"/>
                </a:lnTo>
                <a:lnTo>
                  <a:pt x="79134" y="91617"/>
                </a:lnTo>
                <a:cubicBezTo>
                  <a:pt x="78588" y="91609"/>
                  <a:pt x="78042" y="91710"/>
                  <a:pt x="77536" y="91916"/>
                </a:cubicBezTo>
                <a:cubicBezTo>
                  <a:pt x="77017" y="92121"/>
                  <a:pt x="76550" y="92427"/>
                  <a:pt x="76163" y="92814"/>
                </a:cubicBezTo>
                <a:cubicBezTo>
                  <a:pt x="75764" y="93202"/>
                  <a:pt x="75458" y="93662"/>
                  <a:pt x="75245" y="94171"/>
                </a:cubicBezTo>
                <a:cubicBezTo>
                  <a:pt x="75031" y="94680"/>
                  <a:pt x="74925" y="95226"/>
                  <a:pt x="74925" y="95779"/>
                </a:cubicBezTo>
                <a:cubicBezTo>
                  <a:pt x="74925" y="96331"/>
                  <a:pt x="75031" y="96877"/>
                  <a:pt x="75245" y="97386"/>
                </a:cubicBezTo>
                <a:cubicBezTo>
                  <a:pt x="75458" y="97895"/>
                  <a:pt x="75764" y="98355"/>
                  <a:pt x="76163" y="98743"/>
                </a:cubicBezTo>
                <a:cubicBezTo>
                  <a:pt x="76550" y="99130"/>
                  <a:pt x="77017" y="99435"/>
                  <a:pt x="77536" y="99641"/>
                </a:cubicBezTo>
                <a:cubicBezTo>
                  <a:pt x="78042" y="99847"/>
                  <a:pt x="78588" y="99948"/>
                  <a:pt x="79134" y="99941"/>
                </a:cubicBezTo>
                <a:lnTo>
                  <a:pt x="95266" y="99941"/>
                </a:lnTo>
                <a:cubicBezTo>
                  <a:pt x="95906" y="100028"/>
                  <a:pt x="96545" y="99967"/>
                  <a:pt x="97158" y="99762"/>
                </a:cubicBezTo>
                <a:cubicBezTo>
                  <a:pt x="97772" y="99557"/>
                  <a:pt x="98317" y="99213"/>
                  <a:pt x="98783" y="98759"/>
                </a:cubicBezTo>
                <a:cubicBezTo>
                  <a:pt x="99237" y="98303"/>
                  <a:pt x="99570" y="97750"/>
                  <a:pt x="99782" y="97142"/>
                </a:cubicBezTo>
                <a:cubicBezTo>
                  <a:pt x="99982" y="96532"/>
                  <a:pt x="100049" y="95885"/>
                  <a:pt x="99955" y="95248"/>
                </a:cubicBezTo>
                <a:lnTo>
                  <a:pt x="99955" y="79130"/>
                </a:lnTo>
                <a:cubicBezTo>
                  <a:pt x="99969" y="78572"/>
                  <a:pt x="99862" y="78019"/>
                  <a:pt x="99649" y="77504"/>
                </a:cubicBezTo>
                <a:cubicBezTo>
                  <a:pt x="99436" y="76987"/>
                  <a:pt x="99130" y="76518"/>
                  <a:pt x="98730" y="76123"/>
                </a:cubicBezTo>
                <a:cubicBezTo>
                  <a:pt x="98344" y="75730"/>
                  <a:pt x="97878" y="75420"/>
                  <a:pt x="97358" y="75211"/>
                </a:cubicBezTo>
                <a:cubicBezTo>
                  <a:pt x="96838" y="75002"/>
                  <a:pt x="96279" y="74898"/>
                  <a:pt x="95733" y="74907"/>
                </a:cubicBezTo>
                <a:cubicBezTo>
                  <a:pt x="94627" y="74924"/>
                  <a:pt x="93575" y="75379"/>
                  <a:pt x="92803" y="76170"/>
                </a:cubicBezTo>
                <a:cubicBezTo>
                  <a:pt x="92042" y="76961"/>
                  <a:pt x="91616" y="78025"/>
                  <a:pt x="91630" y="79130"/>
                </a:cubicBezTo>
                <a:lnTo>
                  <a:pt x="91630" y="85731"/>
                </a:lnTo>
                <a:lnTo>
                  <a:pt x="82078" y="76186"/>
                </a:lnTo>
                <a:cubicBezTo>
                  <a:pt x="81692" y="75783"/>
                  <a:pt x="81239" y="75464"/>
                  <a:pt x="80719" y="75244"/>
                </a:cubicBezTo>
                <a:cubicBezTo>
                  <a:pt x="80214" y="75025"/>
                  <a:pt x="79654" y="74910"/>
                  <a:pt x="79107" y="7490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4" name="Чёрный — SVG 7">
            <a:extLst>
              <a:ext uri="{FF2B5EF4-FFF2-40B4-BE49-F238E27FC236}">
                <a16:creationId xmlns:a16="http://schemas.microsoft.com/office/drawing/2014/main" id="{36BB161F-F742-2B4B-B7D2-01A35804E3AD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40764 w 141772"/>
              <a:gd name="csY0" fmla="*/ 0 h 152390"/>
              <a:gd name="csX1" fmla="*/ 28361 w 141772"/>
              <a:gd name="csY1" fmla="*/ 12404 h 152390"/>
              <a:gd name="csX2" fmla="*/ 28361 w 141772"/>
              <a:gd name="csY2" fmla="*/ 40755 h 152390"/>
              <a:gd name="csX3" fmla="*/ 40764 w 141772"/>
              <a:gd name="csY3" fmla="*/ 53160 h 152390"/>
              <a:gd name="csX4" fmla="*/ 55106 w 141772"/>
              <a:gd name="csY4" fmla="*/ 53160 h 152390"/>
              <a:gd name="csX5" fmla="*/ 63375 w 141772"/>
              <a:gd name="csY5" fmla="*/ 66374 h 152390"/>
              <a:gd name="csX6" fmla="*/ 70878 w 141772"/>
              <a:gd name="csY6" fmla="*/ 70533 h 152390"/>
              <a:gd name="csX7" fmla="*/ 70895 w 141772"/>
              <a:gd name="csY7" fmla="*/ 70533 h 152390"/>
              <a:gd name="csX8" fmla="*/ 78398 w 141772"/>
              <a:gd name="csY8" fmla="*/ 66374 h 152390"/>
              <a:gd name="csX9" fmla="*/ 86666 w 141772"/>
              <a:gd name="csY9" fmla="*/ 53160 h 152390"/>
              <a:gd name="csX10" fmla="*/ 101009 w 141772"/>
              <a:gd name="csY10" fmla="*/ 53160 h 152390"/>
              <a:gd name="csX11" fmla="*/ 113428 w 141772"/>
              <a:gd name="csY11" fmla="*/ 40755 h 152390"/>
              <a:gd name="csX12" fmla="*/ 113428 w 141772"/>
              <a:gd name="csY12" fmla="*/ 12404 h 152390"/>
              <a:gd name="csX13" fmla="*/ 101009 w 141772"/>
              <a:gd name="csY13" fmla="*/ 0 h 152390"/>
              <a:gd name="csX14" fmla="*/ 40764 w 141772"/>
              <a:gd name="csY14" fmla="*/ 0 h 152390"/>
              <a:gd name="csX15" fmla="*/ 31900 w 141772"/>
              <a:gd name="csY15" fmla="*/ 60248 h 152390"/>
              <a:gd name="csX16" fmla="*/ 15958 w 141772"/>
              <a:gd name="csY16" fmla="*/ 67017 h 152390"/>
              <a:gd name="csX17" fmla="*/ 10633 w 141772"/>
              <a:gd name="csY17" fmla="*/ 81512 h 152390"/>
              <a:gd name="csX18" fmla="*/ 15958 w 141772"/>
              <a:gd name="csY18" fmla="*/ 96006 h 152390"/>
              <a:gd name="csX19" fmla="*/ 31900 w 141772"/>
              <a:gd name="csY19" fmla="*/ 102776 h 152390"/>
              <a:gd name="csX20" fmla="*/ 47842 w 141772"/>
              <a:gd name="csY20" fmla="*/ 96006 h 152390"/>
              <a:gd name="csX21" fmla="*/ 53167 w 141772"/>
              <a:gd name="csY21" fmla="*/ 81512 h 152390"/>
              <a:gd name="csX22" fmla="*/ 47842 w 141772"/>
              <a:gd name="csY22" fmla="*/ 67017 h 152390"/>
              <a:gd name="csX23" fmla="*/ 31900 w 141772"/>
              <a:gd name="csY23" fmla="*/ 60248 h 152390"/>
              <a:gd name="csX24" fmla="*/ 109873 w 141772"/>
              <a:gd name="csY24" fmla="*/ 60248 h 152390"/>
              <a:gd name="csX25" fmla="*/ 93948 w 141772"/>
              <a:gd name="csY25" fmla="*/ 67017 h 152390"/>
              <a:gd name="csX26" fmla="*/ 88606 w 141772"/>
              <a:gd name="csY26" fmla="*/ 81512 h 152390"/>
              <a:gd name="csX27" fmla="*/ 93948 w 141772"/>
              <a:gd name="csY27" fmla="*/ 96006 h 152390"/>
              <a:gd name="csX28" fmla="*/ 109873 w 141772"/>
              <a:gd name="csY28" fmla="*/ 102776 h 152390"/>
              <a:gd name="csX29" fmla="*/ 125814 w 141772"/>
              <a:gd name="csY29" fmla="*/ 96006 h 152390"/>
              <a:gd name="csX30" fmla="*/ 131139 w 141772"/>
              <a:gd name="csY30" fmla="*/ 81512 h 152390"/>
              <a:gd name="csX31" fmla="*/ 125814 w 141772"/>
              <a:gd name="csY31" fmla="*/ 67017 h 152390"/>
              <a:gd name="csX32" fmla="*/ 109873 w 141772"/>
              <a:gd name="csY32" fmla="*/ 60248 h 152390"/>
              <a:gd name="csX33" fmla="*/ 31900 w 141772"/>
              <a:gd name="csY33" fmla="*/ 70880 h 152390"/>
              <a:gd name="csX34" fmla="*/ 39896 w 141772"/>
              <a:gd name="csY34" fmla="*/ 74078 h 152390"/>
              <a:gd name="csX35" fmla="*/ 42534 w 141772"/>
              <a:gd name="csY35" fmla="*/ 81512 h 152390"/>
              <a:gd name="csX36" fmla="*/ 39896 w 141772"/>
              <a:gd name="csY36" fmla="*/ 88946 h 152390"/>
              <a:gd name="csX37" fmla="*/ 31900 w 141772"/>
              <a:gd name="csY37" fmla="*/ 92144 h 152390"/>
              <a:gd name="csX38" fmla="*/ 23904 w 141772"/>
              <a:gd name="csY38" fmla="*/ 88946 h 152390"/>
              <a:gd name="csX39" fmla="*/ 21267 w 141772"/>
              <a:gd name="csY39" fmla="*/ 81512 h 152390"/>
              <a:gd name="csX40" fmla="*/ 23904 w 141772"/>
              <a:gd name="csY40" fmla="*/ 74078 h 152390"/>
              <a:gd name="csX41" fmla="*/ 31900 w 141772"/>
              <a:gd name="csY41" fmla="*/ 70880 h 152390"/>
              <a:gd name="csX42" fmla="*/ 109873 w 141772"/>
              <a:gd name="csY42" fmla="*/ 70880 h 152390"/>
              <a:gd name="csX43" fmla="*/ 117869 w 141772"/>
              <a:gd name="csY43" fmla="*/ 74078 h 152390"/>
              <a:gd name="csX44" fmla="*/ 120506 w 141772"/>
              <a:gd name="csY44" fmla="*/ 81512 h 152390"/>
              <a:gd name="csX45" fmla="*/ 117869 w 141772"/>
              <a:gd name="csY45" fmla="*/ 88946 h 152390"/>
              <a:gd name="csX46" fmla="*/ 109873 w 141772"/>
              <a:gd name="csY46" fmla="*/ 92144 h 152390"/>
              <a:gd name="csX47" fmla="*/ 101893 w 141772"/>
              <a:gd name="csY47" fmla="*/ 88946 h 152390"/>
              <a:gd name="csX48" fmla="*/ 99239 w 141772"/>
              <a:gd name="csY48" fmla="*/ 81512 h 152390"/>
              <a:gd name="csX49" fmla="*/ 101893 w 141772"/>
              <a:gd name="csY49" fmla="*/ 74078 h 152390"/>
              <a:gd name="csX50" fmla="*/ 109873 w 141772"/>
              <a:gd name="csY50" fmla="*/ 70880 h 152390"/>
              <a:gd name="csX51" fmla="*/ 12403 w 141772"/>
              <a:gd name="csY51" fmla="*/ 109863 h 152390"/>
              <a:gd name="csX52" fmla="*/ 0 w 141772"/>
              <a:gd name="csY52" fmla="*/ 122267 h 152390"/>
              <a:gd name="csX53" fmla="*/ 0 w 141772"/>
              <a:gd name="csY53" fmla="*/ 131127 h 152390"/>
              <a:gd name="csX54" fmla="*/ 10378 w 141772"/>
              <a:gd name="csY54" fmla="*/ 146964 h 152390"/>
              <a:gd name="csX55" fmla="*/ 31900 w 141772"/>
              <a:gd name="csY55" fmla="*/ 152391 h 152390"/>
              <a:gd name="csX56" fmla="*/ 53422 w 141772"/>
              <a:gd name="csY56" fmla="*/ 146964 h 152390"/>
              <a:gd name="csX57" fmla="*/ 63800 w 141772"/>
              <a:gd name="csY57" fmla="*/ 131127 h 152390"/>
              <a:gd name="csX58" fmla="*/ 63800 w 141772"/>
              <a:gd name="csY58" fmla="*/ 122267 h 152390"/>
              <a:gd name="csX59" fmla="*/ 51397 w 141772"/>
              <a:gd name="csY59" fmla="*/ 109863 h 152390"/>
              <a:gd name="csX60" fmla="*/ 12403 w 141772"/>
              <a:gd name="csY60" fmla="*/ 109863 h 152390"/>
              <a:gd name="csX61" fmla="*/ 90375 w 141772"/>
              <a:gd name="csY61" fmla="*/ 109863 h 152390"/>
              <a:gd name="csX62" fmla="*/ 77973 w 141772"/>
              <a:gd name="csY62" fmla="*/ 122267 h 152390"/>
              <a:gd name="csX63" fmla="*/ 77973 w 141772"/>
              <a:gd name="csY63" fmla="*/ 131127 h 152390"/>
              <a:gd name="csX64" fmla="*/ 88351 w 141772"/>
              <a:gd name="csY64" fmla="*/ 146964 h 152390"/>
              <a:gd name="csX65" fmla="*/ 109873 w 141772"/>
              <a:gd name="csY65" fmla="*/ 152391 h 152390"/>
              <a:gd name="csX66" fmla="*/ 131412 w 141772"/>
              <a:gd name="csY66" fmla="*/ 146964 h 152390"/>
              <a:gd name="csX67" fmla="*/ 141773 w 141772"/>
              <a:gd name="csY67" fmla="*/ 131127 h 152390"/>
              <a:gd name="csX68" fmla="*/ 141773 w 141772"/>
              <a:gd name="csY68" fmla="*/ 122267 h 152390"/>
              <a:gd name="csX69" fmla="*/ 129370 w 141772"/>
              <a:gd name="csY69" fmla="*/ 109863 h 152390"/>
              <a:gd name="csX70" fmla="*/ 90375 w 141772"/>
              <a:gd name="csY70" fmla="*/ 109863 h 152390"/>
              <a:gd name="csX71" fmla="*/ 12403 w 141772"/>
              <a:gd name="csY71" fmla="*/ 120495 h 152390"/>
              <a:gd name="csX72" fmla="*/ 51397 w 141772"/>
              <a:gd name="csY72" fmla="*/ 120495 h 152390"/>
              <a:gd name="csX73" fmla="*/ 53167 w 141772"/>
              <a:gd name="csY73" fmla="*/ 122267 h 152390"/>
              <a:gd name="csX74" fmla="*/ 53167 w 141772"/>
              <a:gd name="csY74" fmla="*/ 131127 h 152390"/>
              <a:gd name="csX75" fmla="*/ 47961 w 141772"/>
              <a:gd name="csY75" fmla="*/ 137848 h 152390"/>
              <a:gd name="csX76" fmla="*/ 31900 w 141772"/>
              <a:gd name="csY76" fmla="*/ 141759 h 152390"/>
              <a:gd name="csX77" fmla="*/ 15840 w 141772"/>
              <a:gd name="csY77" fmla="*/ 137848 h 152390"/>
              <a:gd name="csX78" fmla="*/ 10633 w 141772"/>
              <a:gd name="csY78" fmla="*/ 131127 h 152390"/>
              <a:gd name="csX79" fmla="*/ 10633 w 141772"/>
              <a:gd name="csY79" fmla="*/ 122267 h 152390"/>
              <a:gd name="csX80" fmla="*/ 12403 w 141772"/>
              <a:gd name="csY80" fmla="*/ 120495 h 152390"/>
              <a:gd name="csX81" fmla="*/ 90375 w 141772"/>
              <a:gd name="csY81" fmla="*/ 120495 h 152390"/>
              <a:gd name="csX82" fmla="*/ 129370 w 141772"/>
              <a:gd name="csY82" fmla="*/ 120495 h 152390"/>
              <a:gd name="csX83" fmla="*/ 131139 w 141772"/>
              <a:gd name="csY83" fmla="*/ 122267 h 152390"/>
              <a:gd name="csX84" fmla="*/ 131139 w 141772"/>
              <a:gd name="csY84" fmla="*/ 131127 h 152390"/>
              <a:gd name="csX85" fmla="*/ 125933 w 141772"/>
              <a:gd name="csY85" fmla="*/ 137848 h 152390"/>
              <a:gd name="csX86" fmla="*/ 109873 w 141772"/>
              <a:gd name="csY86" fmla="*/ 141759 h 152390"/>
              <a:gd name="csX87" fmla="*/ 93812 w 141772"/>
              <a:gd name="csY87" fmla="*/ 137848 h 152390"/>
              <a:gd name="csX88" fmla="*/ 88606 w 141772"/>
              <a:gd name="csY88" fmla="*/ 131127 h 152390"/>
              <a:gd name="csX89" fmla="*/ 88606 w 141772"/>
              <a:gd name="csY89" fmla="*/ 122267 h 152390"/>
              <a:gd name="csX90" fmla="*/ 90375 w 141772"/>
              <a:gd name="csY90" fmla="*/ 120495 h 152390"/>
            </a:gdLst>
            <a:ahLst/>
            <a:cxnLst/>
            <a:rect l="l" t="t" r="r" b="b"/>
            <a:pathLst>
              <a:path w="100000" h="100000">
                <a:moveTo>
                  <a:pt x="30234" y="0"/>
                </a:moveTo>
                <a:cubicBezTo>
                  <a:pt x="25746" y="0"/>
                  <a:pt x="22095" y="3651"/>
                  <a:pt x="22095" y="8140"/>
                </a:cubicBezTo>
                <a:lnTo>
                  <a:pt x="22095" y="26744"/>
                </a:lnTo>
                <a:cubicBezTo>
                  <a:pt x="22095" y="31232"/>
                  <a:pt x="25746" y="34884"/>
                  <a:pt x="30234" y="34884"/>
                </a:cubicBezTo>
                <a:lnTo>
                  <a:pt x="39645" y="34884"/>
                </a:lnTo>
                <a:lnTo>
                  <a:pt x="45071" y="43555"/>
                </a:lnTo>
                <a:cubicBezTo>
                  <a:pt x="46143" y="45262"/>
                  <a:pt x="47985" y="46285"/>
                  <a:pt x="49995" y="46285"/>
                </a:cubicBezTo>
                <a:lnTo>
                  <a:pt x="50006" y="46285"/>
                </a:lnTo>
                <a:cubicBezTo>
                  <a:pt x="52015" y="46285"/>
                  <a:pt x="53858" y="45267"/>
                  <a:pt x="54929" y="43555"/>
                </a:cubicBezTo>
                <a:lnTo>
                  <a:pt x="60355" y="34884"/>
                </a:lnTo>
                <a:lnTo>
                  <a:pt x="69767" y="34884"/>
                </a:lnTo>
                <a:cubicBezTo>
                  <a:pt x="74266" y="34884"/>
                  <a:pt x="77917" y="31232"/>
                  <a:pt x="77917" y="26744"/>
                </a:cubicBezTo>
                <a:lnTo>
                  <a:pt x="77917" y="8140"/>
                </a:lnTo>
                <a:cubicBezTo>
                  <a:pt x="77917" y="3651"/>
                  <a:pt x="74266" y="0"/>
                  <a:pt x="69767" y="0"/>
                </a:cubicBezTo>
                <a:lnTo>
                  <a:pt x="30234" y="0"/>
                </a:lnTo>
                <a:close/>
                <a:moveTo>
                  <a:pt x="24417" y="39535"/>
                </a:moveTo>
                <a:cubicBezTo>
                  <a:pt x="20052" y="39535"/>
                  <a:pt x="16345" y="41296"/>
                  <a:pt x="13956" y="43977"/>
                </a:cubicBezTo>
                <a:cubicBezTo>
                  <a:pt x="11578" y="46659"/>
                  <a:pt x="10461" y="50096"/>
                  <a:pt x="10461" y="53489"/>
                </a:cubicBezTo>
                <a:cubicBezTo>
                  <a:pt x="10461" y="56880"/>
                  <a:pt x="11578" y="60318"/>
                  <a:pt x="13956" y="63000"/>
                </a:cubicBezTo>
                <a:cubicBezTo>
                  <a:pt x="16345" y="65681"/>
                  <a:pt x="20052" y="67443"/>
                  <a:pt x="24417" y="67443"/>
                </a:cubicBezTo>
                <a:cubicBezTo>
                  <a:pt x="28782" y="67443"/>
                  <a:pt x="32489" y="65681"/>
                  <a:pt x="34878" y="63000"/>
                </a:cubicBezTo>
                <a:cubicBezTo>
                  <a:pt x="37256" y="60318"/>
                  <a:pt x="38373" y="56880"/>
                  <a:pt x="38373" y="53489"/>
                </a:cubicBezTo>
                <a:cubicBezTo>
                  <a:pt x="38373" y="50096"/>
                  <a:pt x="37256" y="46659"/>
                  <a:pt x="34878" y="43977"/>
                </a:cubicBezTo>
                <a:cubicBezTo>
                  <a:pt x="32489" y="41296"/>
                  <a:pt x="28782" y="39535"/>
                  <a:pt x="24417" y="39535"/>
                </a:cubicBezTo>
                <a:close/>
                <a:moveTo>
                  <a:pt x="75584" y="39535"/>
                </a:moveTo>
                <a:cubicBezTo>
                  <a:pt x="71229" y="39535"/>
                  <a:pt x="67512" y="41296"/>
                  <a:pt x="65134" y="43977"/>
                </a:cubicBezTo>
                <a:cubicBezTo>
                  <a:pt x="62744" y="46659"/>
                  <a:pt x="61628" y="50096"/>
                  <a:pt x="61628" y="53489"/>
                </a:cubicBezTo>
                <a:cubicBezTo>
                  <a:pt x="61628" y="56880"/>
                  <a:pt x="62744" y="60318"/>
                  <a:pt x="65134" y="63000"/>
                </a:cubicBezTo>
                <a:cubicBezTo>
                  <a:pt x="67512" y="65681"/>
                  <a:pt x="71229" y="67443"/>
                  <a:pt x="75584" y="67443"/>
                </a:cubicBezTo>
                <a:cubicBezTo>
                  <a:pt x="79949" y="67443"/>
                  <a:pt x="83655" y="65681"/>
                  <a:pt x="86044" y="63000"/>
                </a:cubicBezTo>
                <a:cubicBezTo>
                  <a:pt x="88434" y="60318"/>
                  <a:pt x="89539" y="56880"/>
                  <a:pt x="89539" y="53489"/>
                </a:cubicBezTo>
                <a:cubicBezTo>
                  <a:pt x="89539" y="50096"/>
                  <a:pt x="88434" y="46659"/>
                  <a:pt x="86044" y="43977"/>
                </a:cubicBezTo>
                <a:cubicBezTo>
                  <a:pt x="83655" y="41296"/>
                  <a:pt x="79949" y="39535"/>
                  <a:pt x="75584" y="39535"/>
                </a:cubicBezTo>
                <a:close/>
                <a:moveTo>
                  <a:pt x="24417" y="46512"/>
                </a:moveTo>
                <a:cubicBezTo>
                  <a:pt x="27029" y="46512"/>
                  <a:pt x="28559" y="47367"/>
                  <a:pt x="29664" y="48611"/>
                </a:cubicBezTo>
                <a:cubicBezTo>
                  <a:pt x="30770" y="49854"/>
                  <a:pt x="31395" y="51647"/>
                  <a:pt x="31395" y="53489"/>
                </a:cubicBezTo>
                <a:cubicBezTo>
                  <a:pt x="31395" y="55330"/>
                  <a:pt x="30770" y="57124"/>
                  <a:pt x="29664" y="58367"/>
                </a:cubicBezTo>
                <a:cubicBezTo>
                  <a:pt x="28559" y="59610"/>
                  <a:pt x="27029" y="60466"/>
                  <a:pt x="24417" y="60466"/>
                </a:cubicBezTo>
                <a:cubicBezTo>
                  <a:pt x="21805" y="60466"/>
                  <a:pt x="20275" y="59610"/>
                  <a:pt x="19170" y="58367"/>
                </a:cubicBezTo>
                <a:cubicBezTo>
                  <a:pt x="18065" y="57124"/>
                  <a:pt x="17439" y="55330"/>
                  <a:pt x="17439" y="53489"/>
                </a:cubicBezTo>
                <a:cubicBezTo>
                  <a:pt x="17439" y="51647"/>
                  <a:pt x="18065" y="49854"/>
                  <a:pt x="19170" y="48611"/>
                </a:cubicBezTo>
                <a:cubicBezTo>
                  <a:pt x="20275" y="47367"/>
                  <a:pt x="21805" y="46512"/>
                  <a:pt x="24417" y="46512"/>
                </a:cubicBezTo>
                <a:close/>
                <a:moveTo>
                  <a:pt x="75584" y="46512"/>
                </a:moveTo>
                <a:cubicBezTo>
                  <a:pt x="78207" y="46512"/>
                  <a:pt x="79726" y="47367"/>
                  <a:pt x="80831" y="48611"/>
                </a:cubicBezTo>
                <a:cubicBezTo>
                  <a:pt x="81936" y="49854"/>
                  <a:pt x="82561" y="51647"/>
                  <a:pt x="82561" y="53489"/>
                </a:cubicBezTo>
                <a:cubicBezTo>
                  <a:pt x="82561" y="55330"/>
                  <a:pt x="81936" y="57124"/>
                  <a:pt x="80831" y="58367"/>
                </a:cubicBezTo>
                <a:cubicBezTo>
                  <a:pt x="79726" y="59610"/>
                  <a:pt x="78207" y="60466"/>
                  <a:pt x="75584" y="60466"/>
                </a:cubicBezTo>
                <a:cubicBezTo>
                  <a:pt x="72971" y="60466"/>
                  <a:pt x="71452" y="59610"/>
                  <a:pt x="70347" y="58367"/>
                </a:cubicBezTo>
                <a:cubicBezTo>
                  <a:pt x="69242" y="57124"/>
                  <a:pt x="68606" y="55330"/>
                  <a:pt x="68606" y="53489"/>
                </a:cubicBezTo>
                <a:cubicBezTo>
                  <a:pt x="68606" y="51647"/>
                  <a:pt x="69242" y="49854"/>
                  <a:pt x="70347" y="48611"/>
                </a:cubicBezTo>
                <a:cubicBezTo>
                  <a:pt x="71452" y="47367"/>
                  <a:pt x="72971" y="46512"/>
                  <a:pt x="75584" y="46512"/>
                </a:cubicBezTo>
                <a:close/>
                <a:moveTo>
                  <a:pt x="11623" y="72093"/>
                </a:moveTo>
                <a:cubicBezTo>
                  <a:pt x="7168" y="72093"/>
                  <a:pt x="3484" y="75781"/>
                  <a:pt x="3484" y="80233"/>
                </a:cubicBezTo>
                <a:lnTo>
                  <a:pt x="3484" y="86047"/>
                </a:lnTo>
                <a:cubicBezTo>
                  <a:pt x="3484" y="90507"/>
                  <a:pt x="6464" y="94143"/>
                  <a:pt x="10294" y="96439"/>
                </a:cubicBezTo>
                <a:cubicBezTo>
                  <a:pt x="14112" y="98737"/>
                  <a:pt x="19036" y="100001"/>
                  <a:pt x="24417" y="100001"/>
                </a:cubicBezTo>
                <a:cubicBezTo>
                  <a:pt x="29799" y="100001"/>
                  <a:pt x="34721" y="98737"/>
                  <a:pt x="38540" y="96439"/>
                </a:cubicBezTo>
                <a:cubicBezTo>
                  <a:pt x="42370" y="94143"/>
                  <a:pt x="45350" y="90507"/>
                  <a:pt x="45350" y="86047"/>
                </a:cubicBezTo>
                <a:lnTo>
                  <a:pt x="45350" y="80233"/>
                </a:lnTo>
                <a:cubicBezTo>
                  <a:pt x="45350" y="75781"/>
                  <a:pt x="41666" y="72093"/>
                  <a:pt x="37211" y="72093"/>
                </a:cubicBezTo>
                <a:lnTo>
                  <a:pt x="11623" y="72093"/>
                </a:lnTo>
                <a:close/>
                <a:moveTo>
                  <a:pt x="62789" y="72093"/>
                </a:moveTo>
                <a:cubicBezTo>
                  <a:pt x="58346" y="72093"/>
                  <a:pt x="54651" y="75781"/>
                  <a:pt x="54651" y="80233"/>
                </a:cubicBezTo>
                <a:lnTo>
                  <a:pt x="54651" y="86047"/>
                </a:lnTo>
                <a:cubicBezTo>
                  <a:pt x="54651" y="90507"/>
                  <a:pt x="57631" y="94143"/>
                  <a:pt x="61461" y="96439"/>
                </a:cubicBezTo>
                <a:cubicBezTo>
                  <a:pt x="65290" y="98737"/>
                  <a:pt x="70202" y="100001"/>
                  <a:pt x="75584" y="100001"/>
                </a:cubicBezTo>
                <a:cubicBezTo>
                  <a:pt x="80965" y="100001"/>
                  <a:pt x="85888" y="98737"/>
                  <a:pt x="89718" y="96439"/>
                </a:cubicBezTo>
                <a:cubicBezTo>
                  <a:pt x="93547" y="94143"/>
                  <a:pt x="96517" y="90507"/>
                  <a:pt x="96517" y="86047"/>
                </a:cubicBezTo>
                <a:lnTo>
                  <a:pt x="96517" y="80233"/>
                </a:lnTo>
                <a:cubicBezTo>
                  <a:pt x="96517" y="75781"/>
                  <a:pt x="92832" y="72093"/>
                  <a:pt x="88378" y="72093"/>
                </a:cubicBezTo>
                <a:lnTo>
                  <a:pt x="62789" y="72093"/>
                </a:lnTo>
                <a:close/>
                <a:moveTo>
                  <a:pt x="11623" y="79070"/>
                </a:moveTo>
                <a:lnTo>
                  <a:pt x="37211" y="79070"/>
                </a:lnTo>
                <a:cubicBezTo>
                  <a:pt x="37892" y="79070"/>
                  <a:pt x="38373" y="79547"/>
                  <a:pt x="38373" y="80233"/>
                </a:cubicBezTo>
                <a:lnTo>
                  <a:pt x="38373" y="86047"/>
                </a:lnTo>
                <a:cubicBezTo>
                  <a:pt x="38373" y="87365"/>
                  <a:pt x="37446" y="88966"/>
                  <a:pt x="34956" y="90457"/>
                </a:cubicBezTo>
                <a:cubicBezTo>
                  <a:pt x="32467" y="91948"/>
                  <a:pt x="28671" y="93024"/>
                  <a:pt x="24417" y="93024"/>
                </a:cubicBezTo>
                <a:cubicBezTo>
                  <a:pt x="20163" y="93024"/>
                  <a:pt x="16368" y="91948"/>
                  <a:pt x="13878" y="90457"/>
                </a:cubicBezTo>
                <a:cubicBezTo>
                  <a:pt x="11389" y="88966"/>
                  <a:pt x="10461" y="87365"/>
                  <a:pt x="10461" y="86047"/>
                </a:cubicBezTo>
                <a:lnTo>
                  <a:pt x="10461" y="80233"/>
                </a:lnTo>
                <a:cubicBezTo>
                  <a:pt x="10461" y="79547"/>
                  <a:pt x="10942" y="79070"/>
                  <a:pt x="11623" y="79070"/>
                </a:cubicBezTo>
                <a:close/>
                <a:moveTo>
                  <a:pt x="62789" y="79070"/>
                </a:moveTo>
                <a:lnTo>
                  <a:pt x="88378" y="79070"/>
                </a:lnTo>
                <a:cubicBezTo>
                  <a:pt x="89070" y="79070"/>
                  <a:pt x="89539" y="79547"/>
                  <a:pt x="89539" y="80233"/>
                </a:cubicBezTo>
                <a:lnTo>
                  <a:pt x="89539" y="86047"/>
                </a:lnTo>
                <a:cubicBezTo>
                  <a:pt x="89539" y="87365"/>
                  <a:pt x="88612" y="88966"/>
                  <a:pt x="86122" y="90457"/>
                </a:cubicBezTo>
                <a:cubicBezTo>
                  <a:pt x="83644" y="91948"/>
                  <a:pt x="79837" y="93024"/>
                  <a:pt x="75584" y="93024"/>
                </a:cubicBezTo>
                <a:cubicBezTo>
                  <a:pt x="71341" y="93024"/>
                  <a:pt x="67534" y="91948"/>
                  <a:pt x="65044" y="90457"/>
                </a:cubicBezTo>
                <a:cubicBezTo>
                  <a:pt x="62566" y="88966"/>
                  <a:pt x="61628" y="87365"/>
                  <a:pt x="61628" y="86047"/>
                </a:cubicBezTo>
                <a:lnTo>
                  <a:pt x="61628" y="80233"/>
                </a:lnTo>
                <a:cubicBezTo>
                  <a:pt x="61628" y="79547"/>
                  <a:pt x="62108" y="79070"/>
                  <a:pt x="62789" y="7907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5" name="Чёрный — SVG 8">
            <a:extLst>
              <a:ext uri="{FF2B5EF4-FFF2-40B4-BE49-F238E27FC236}">
                <a16:creationId xmlns:a16="http://schemas.microsoft.com/office/drawing/2014/main" id="{AACD7D2F-13F4-604F-B97D-20D4B69C6108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21032 w 127601"/>
              <a:gd name="csY0" fmla="*/ 0 h 141860"/>
              <a:gd name="csX1" fmla="*/ 11006 w 127601"/>
              <a:gd name="csY1" fmla="*/ 4152 h 141860"/>
              <a:gd name="csX2" fmla="*/ 6855 w 127601"/>
              <a:gd name="csY2" fmla="*/ 14175 h 141860"/>
              <a:gd name="csX3" fmla="*/ 11006 w 127601"/>
              <a:gd name="csY3" fmla="*/ 24200 h 141860"/>
              <a:gd name="csX4" fmla="*/ 21032 w 127601"/>
              <a:gd name="csY4" fmla="*/ 28352 h 141860"/>
              <a:gd name="csX5" fmla="*/ 31057 w 127601"/>
              <a:gd name="csY5" fmla="*/ 24200 h 141860"/>
              <a:gd name="csX6" fmla="*/ 35210 w 127601"/>
              <a:gd name="csY6" fmla="*/ 14175 h 141860"/>
              <a:gd name="csX7" fmla="*/ 31057 w 127601"/>
              <a:gd name="csY7" fmla="*/ 4152 h 141860"/>
              <a:gd name="csX8" fmla="*/ 21032 w 127601"/>
              <a:gd name="csY8" fmla="*/ 0 h 141860"/>
              <a:gd name="csX9" fmla="*/ 106099 w 127601"/>
              <a:gd name="csY9" fmla="*/ 0 h 141860"/>
              <a:gd name="csX10" fmla="*/ 96073 w 127601"/>
              <a:gd name="csY10" fmla="*/ 4152 h 141860"/>
              <a:gd name="csX11" fmla="*/ 91922 w 127601"/>
              <a:gd name="csY11" fmla="*/ 14175 h 141860"/>
              <a:gd name="csX12" fmla="*/ 96073 w 127601"/>
              <a:gd name="csY12" fmla="*/ 24200 h 141860"/>
              <a:gd name="csX13" fmla="*/ 106099 w 127601"/>
              <a:gd name="csY13" fmla="*/ 28352 h 141860"/>
              <a:gd name="csX14" fmla="*/ 116124 w 127601"/>
              <a:gd name="csY14" fmla="*/ 24200 h 141860"/>
              <a:gd name="csX15" fmla="*/ 120277 w 127601"/>
              <a:gd name="csY15" fmla="*/ 14175 h 141860"/>
              <a:gd name="csX16" fmla="*/ 116124 w 127601"/>
              <a:gd name="csY16" fmla="*/ 4152 h 141860"/>
              <a:gd name="csX17" fmla="*/ 106099 w 127601"/>
              <a:gd name="csY17" fmla="*/ 0 h 141860"/>
              <a:gd name="csX18" fmla="*/ 19260 w 127601"/>
              <a:gd name="csY18" fmla="*/ 35439 h 141860"/>
              <a:gd name="csX19" fmla="*/ 0 w 127601"/>
              <a:gd name="csY19" fmla="*/ 54932 h 141860"/>
              <a:gd name="csX20" fmla="*/ 0 w 127601"/>
              <a:gd name="csY20" fmla="*/ 95687 h 141860"/>
              <a:gd name="csX21" fmla="*/ 957 w 127601"/>
              <a:gd name="csY21" fmla="*/ 98797 h 141860"/>
              <a:gd name="csX22" fmla="*/ 3546 w 127601"/>
              <a:gd name="csY22" fmla="*/ 100769 h 141860"/>
              <a:gd name="csX23" fmla="*/ 3546 w 127601"/>
              <a:gd name="csY23" fmla="*/ 134672 h 141860"/>
              <a:gd name="csX24" fmla="*/ 4056 w 127601"/>
              <a:gd name="csY24" fmla="*/ 137414 h 141860"/>
              <a:gd name="csX25" fmla="*/ 5586 w 127601"/>
              <a:gd name="csY25" fmla="*/ 139748 h 141860"/>
              <a:gd name="csX26" fmla="*/ 7898 w 127601"/>
              <a:gd name="csY26" fmla="*/ 141311 h 141860"/>
              <a:gd name="csX27" fmla="*/ 10634 w 127601"/>
              <a:gd name="csY27" fmla="*/ 141861 h 141860"/>
              <a:gd name="csX28" fmla="*/ 13371 w 127601"/>
              <a:gd name="csY28" fmla="*/ 141311 h 141860"/>
              <a:gd name="csX29" fmla="*/ 15683 w 127601"/>
              <a:gd name="csY29" fmla="*/ 139748 h 141860"/>
              <a:gd name="csX30" fmla="*/ 17213 w 127601"/>
              <a:gd name="csY30" fmla="*/ 137414 h 141860"/>
              <a:gd name="csX31" fmla="*/ 17723 w 127601"/>
              <a:gd name="csY31" fmla="*/ 134672 h 141860"/>
              <a:gd name="csX32" fmla="*/ 17723 w 127601"/>
              <a:gd name="csY32" fmla="*/ 99231 h 141860"/>
              <a:gd name="csX33" fmla="*/ 24813 w 127601"/>
              <a:gd name="csY33" fmla="*/ 99231 h 141860"/>
              <a:gd name="csX34" fmla="*/ 24813 w 127601"/>
              <a:gd name="csY34" fmla="*/ 134672 h 141860"/>
              <a:gd name="csX35" fmla="*/ 25323 w 127601"/>
              <a:gd name="csY35" fmla="*/ 137414 h 141860"/>
              <a:gd name="csX36" fmla="*/ 26853 w 127601"/>
              <a:gd name="csY36" fmla="*/ 139748 h 141860"/>
              <a:gd name="csX37" fmla="*/ 29165 w 127601"/>
              <a:gd name="csY37" fmla="*/ 141311 h 141860"/>
              <a:gd name="csX38" fmla="*/ 31901 w 127601"/>
              <a:gd name="csY38" fmla="*/ 141861 h 141860"/>
              <a:gd name="csX39" fmla="*/ 34638 w 127601"/>
              <a:gd name="csY39" fmla="*/ 141311 h 141860"/>
              <a:gd name="csX40" fmla="*/ 36950 w 127601"/>
              <a:gd name="csY40" fmla="*/ 139748 h 141860"/>
              <a:gd name="csX41" fmla="*/ 38480 w 127601"/>
              <a:gd name="csY41" fmla="*/ 137414 h 141860"/>
              <a:gd name="csX42" fmla="*/ 38990 w 127601"/>
              <a:gd name="csY42" fmla="*/ 134672 h 141860"/>
              <a:gd name="csX43" fmla="*/ 38990 w 127601"/>
              <a:gd name="csY43" fmla="*/ 92144 h 141860"/>
              <a:gd name="csX44" fmla="*/ 38886 w 127601"/>
              <a:gd name="csY44" fmla="*/ 90974 h 141860"/>
              <a:gd name="csX45" fmla="*/ 41537 w 127601"/>
              <a:gd name="csY45" fmla="*/ 63113 h 141860"/>
              <a:gd name="csX46" fmla="*/ 46910 w 127601"/>
              <a:gd name="csY46" fmla="*/ 67509 h 141860"/>
              <a:gd name="csX47" fmla="*/ 50115 w 127601"/>
              <a:gd name="csY47" fmla="*/ 68990 h 141860"/>
              <a:gd name="csX48" fmla="*/ 53639 w 127601"/>
              <a:gd name="csY48" fmla="*/ 68740 h 141860"/>
              <a:gd name="csX49" fmla="*/ 69589 w 127601"/>
              <a:gd name="csY49" fmla="*/ 63424 h 141860"/>
              <a:gd name="csX50" fmla="*/ 72074 w 127601"/>
              <a:gd name="csY50" fmla="*/ 62094 h 141860"/>
              <a:gd name="csX51" fmla="*/ 73844 w 127601"/>
              <a:gd name="csY51" fmla="*/ 59899 h 141860"/>
              <a:gd name="csX52" fmla="*/ 74618 w 127601"/>
              <a:gd name="csY52" fmla="*/ 57190 h 141860"/>
              <a:gd name="csX53" fmla="*/ 74276 w 127601"/>
              <a:gd name="csY53" fmla="*/ 54391 h 141860"/>
              <a:gd name="csX54" fmla="*/ 72869 w 127601"/>
              <a:gd name="csY54" fmla="*/ 51949 h 141860"/>
              <a:gd name="csX55" fmla="*/ 70621 w 127601"/>
              <a:gd name="csY55" fmla="*/ 50247 h 141860"/>
              <a:gd name="csX56" fmla="*/ 67889 w 127601"/>
              <a:gd name="csY56" fmla="*/ 49555 h 141860"/>
              <a:gd name="csX57" fmla="*/ 65102 w 127601"/>
              <a:gd name="csY57" fmla="*/ 49982 h 141860"/>
              <a:gd name="csX58" fmla="*/ 52863 w 127601"/>
              <a:gd name="csY58" fmla="*/ 54060 h 141860"/>
              <a:gd name="csX59" fmla="*/ 36387 w 127601"/>
              <a:gd name="csY59" fmla="*/ 40583 h 141860"/>
              <a:gd name="csX60" fmla="*/ 34621 w 127601"/>
              <a:gd name="csY60" fmla="*/ 39496 h 141860"/>
              <a:gd name="csX61" fmla="*/ 22805 w 127601"/>
              <a:gd name="csY61" fmla="*/ 35439 h 141860"/>
              <a:gd name="csX62" fmla="*/ 19260 w 127601"/>
              <a:gd name="csY62" fmla="*/ 35439 h 141860"/>
              <a:gd name="csX63" fmla="*/ 104327 w 127601"/>
              <a:gd name="csY63" fmla="*/ 35439 h 141860"/>
              <a:gd name="csX64" fmla="*/ 85067 w 127601"/>
              <a:gd name="csY64" fmla="*/ 54932 h 141860"/>
              <a:gd name="csX65" fmla="*/ 85067 w 127601"/>
              <a:gd name="csY65" fmla="*/ 95687 h 141860"/>
              <a:gd name="csX66" fmla="*/ 86024 w 127601"/>
              <a:gd name="csY66" fmla="*/ 98797 h 141860"/>
              <a:gd name="csX67" fmla="*/ 88613 w 127601"/>
              <a:gd name="csY67" fmla="*/ 100769 h 141860"/>
              <a:gd name="csX68" fmla="*/ 88613 w 127601"/>
              <a:gd name="csY68" fmla="*/ 134672 h 141860"/>
              <a:gd name="csX69" fmla="*/ 89123 w 127601"/>
              <a:gd name="csY69" fmla="*/ 137414 h 141860"/>
              <a:gd name="csX70" fmla="*/ 90653 w 127601"/>
              <a:gd name="csY70" fmla="*/ 139748 h 141860"/>
              <a:gd name="csX71" fmla="*/ 92965 w 127601"/>
              <a:gd name="csY71" fmla="*/ 141311 h 141860"/>
              <a:gd name="csX72" fmla="*/ 95701 w 127601"/>
              <a:gd name="csY72" fmla="*/ 141861 h 141860"/>
              <a:gd name="csX73" fmla="*/ 98438 w 127601"/>
              <a:gd name="csY73" fmla="*/ 141311 h 141860"/>
              <a:gd name="csX74" fmla="*/ 100750 w 127601"/>
              <a:gd name="csY74" fmla="*/ 139748 h 141860"/>
              <a:gd name="csX75" fmla="*/ 102280 w 127601"/>
              <a:gd name="csY75" fmla="*/ 137414 h 141860"/>
              <a:gd name="csX76" fmla="*/ 102790 w 127601"/>
              <a:gd name="csY76" fmla="*/ 134672 h 141860"/>
              <a:gd name="csX77" fmla="*/ 102790 w 127601"/>
              <a:gd name="csY77" fmla="*/ 99231 h 141860"/>
              <a:gd name="csX78" fmla="*/ 109880 w 127601"/>
              <a:gd name="csY78" fmla="*/ 99231 h 141860"/>
              <a:gd name="csX79" fmla="*/ 109880 w 127601"/>
              <a:gd name="csY79" fmla="*/ 134672 h 141860"/>
              <a:gd name="csX80" fmla="*/ 110390 w 127601"/>
              <a:gd name="csY80" fmla="*/ 137414 h 141860"/>
              <a:gd name="csX81" fmla="*/ 111920 w 127601"/>
              <a:gd name="csY81" fmla="*/ 139748 h 141860"/>
              <a:gd name="csX82" fmla="*/ 114232 w 127601"/>
              <a:gd name="csY82" fmla="*/ 141311 h 141860"/>
              <a:gd name="csX83" fmla="*/ 116968 w 127601"/>
              <a:gd name="csY83" fmla="*/ 141861 h 141860"/>
              <a:gd name="csX84" fmla="*/ 119705 w 127601"/>
              <a:gd name="csY84" fmla="*/ 141311 h 141860"/>
              <a:gd name="csX85" fmla="*/ 122017 w 127601"/>
              <a:gd name="csY85" fmla="*/ 139748 h 141860"/>
              <a:gd name="csX86" fmla="*/ 123547 w 127601"/>
              <a:gd name="csY86" fmla="*/ 137414 h 141860"/>
              <a:gd name="csX87" fmla="*/ 124057 w 127601"/>
              <a:gd name="csY87" fmla="*/ 134672 h 141860"/>
              <a:gd name="csX88" fmla="*/ 124057 w 127601"/>
              <a:gd name="csY88" fmla="*/ 100769 h 141860"/>
              <a:gd name="csX89" fmla="*/ 126647 w 127601"/>
              <a:gd name="csY89" fmla="*/ 98797 h 141860"/>
              <a:gd name="csX90" fmla="*/ 127601 w 127601"/>
              <a:gd name="csY90" fmla="*/ 95687 h 141860"/>
              <a:gd name="csX91" fmla="*/ 127601 w 127601"/>
              <a:gd name="csY91" fmla="*/ 54932 h 141860"/>
              <a:gd name="csX92" fmla="*/ 107872 w 127601"/>
              <a:gd name="csY92" fmla="*/ 35439 h 141860"/>
              <a:gd name="csX93" fmla="*/ 104327 w 127601"/>
              <a:gd name="csY93" fmla="*/ 35439 h 141860"/>
            </a:gdLst>
            <a:ahLst/>
            <a:cxnLst/>
            <a:rect l="l" t="t" r="r" b="b"/>
            <a:pathLst>
              <a:path w="100000" h="100000">
                <a:moveTo>
                  <a:pt x="19852" y="0"/>
                </a:moveTo>
                <a:cubicBezTo>
                  <a:pt x="17201" y="0"/>
                  <a:pt x="14659" y="1053"/>
                  <a:pt x="12784" y="2927"/>
                </a:cubicBezTo>
                <a:cubicBezTo>
                  <a:pt x="10911" y="4801"/>
                  <a:pt x="9858" y="7342"/>
                  <a:pt x="9858" y="9992"/>
                </a:cubicBezTo>
                <a:cubicBezTo>
                  <a:pt x="9858" y="12643"/>
                  <a:pt x="10911" y="15185"/>
                  <a:pt x="12784" y="17059"/>
                </a:cubicBezTo>
                <a:cubicBezTo>
                  <a:pt x="14659" y="18933"/>
                  <a:pt x="17201" y="19986"/>
                  <a:pt x="19852" y="19986"/>
                </a:cubicBezTo>
                <a:cubicBezTo>
                  <a:pt x="22502" y="19986"/>
                  <a:pt x="25045" y="18933"/>
                  <a:pt x="26918" y="17059"/>
                </a:cubicBezTo>
                <a:cubicBezTo>
                  <a:pt x="28793" y="15185"/>
                  <a:pt x="29846" y="12643"/>
                  <a:pt x="29846" y="9992"/>
                </a:cubicBezTo>
                <a:cubicBezTo>
                  <a:pt x="29846" y="7342"/>
                  <a:pt x="28793" y="4801"/>
                  <a:pt x="26918" y="2927"/>
                </a:cubicBezTo>
                <a:cubicBezTo>
                  <a:pt x="25045" y="1053"/>
                  <a:pt x="22502" y="0"/>
                  <a:pt x="19852" y="0"/>
                </a:cubicBezTo>
                <a:close/>
                <a:moveTo>
                  <a:pt x="79817" y="0"/>
                </a:moveTo>
                <a:cubicBezTo>
                  <a:pt x="77167" y="0"/>
                  <a:pt x="74625" y="1053"/>
                  <a:pt x="72750" y="2927"/>
                </a:cubicBezTo>
                <a:cubicBezTo>
                  <a:pt x="70877" y="4801"/>
                  <a:pt x="69823" y="7342"/>
                  <a:pt x="69823" y="9992"/>
                </a:cubicBezTo>
                <a:cubicBezTo>
                  <a:pt x="69823" y="12643"/>
                  <a:pt x="70877" y="15185"/>
                  <a:pt x="72750" y="17059"/>
                </a:cubicBezTo>
                <a:cubicBezTo>
                  <a:pt x="74625" y="18933"/>
                  <a:pt x="77167" y="19986"/>
                  <a:pt x="79817" y="19986"/>
                </a:cubicBezTo>
                <a:cubicBezTo>
                  <a:pt x="82468" y="19986"/>
                  <a:pt x="85010" y="18933"/>
                  <a:pt x="86884" y="17059"/>
                </a:cubicBezTo>
                <a:cubicBezTo>
                  <a:pt x="88758" y="15185"/>
                  <a:pt x="89811" y="12643"/>
                  <a:pt x="89811" y="9992"/>
                </a:cubicBezTo>
                <a:cubicBezTo>
                  <a:pt x="89811" y="7342"/>
                  <a:pt x="88758" y="4801"/>
                  <a:pt x="86884" y="2927"/>
                </a:cubicBezTo>
                <a:cubicBezTo>
                  <a:pt x="85010" y="1053"/>
                  <a:pt x="82468" y="0"/>
                  <a:pt x="79817" y="0"/>
                </a:cubicBezTo>
                <a:close/>
                <a:moveTo>
                  <a:pt x="18602" y="24982"/>
                </a:moveTo>
                <a:cubicBezTo>
                  <a:pt x="11057" y="24982"/>
                  <a:pt x="5026" y="31255"/>
                  <a:pt x="5026" y="38723"/>
                </a:cubicBezTo>
                <a:lnTo>
                  <a:pt x="5026" y="67452"/>
                </a:lnTo>
                <a:cubicBezTo>
                  <a:pt x="5017" y="68235"/>
                  <a:pt x="5251" y="69001"/>
                  <a:pt x="5700" y="69644"/>
                </a:cubicBezTo>
                <a:cubicBezTo>
                  <a:pt x="6149" y="70287"/>
                  <a:pt x="6787" y="70773"/>
                  <a:pt x="7525" y="71034"/>
                </a:cubicBezTo>
                <a:lnTo>
                  <a:pt x="7525" y="94933"/>
                </a:lnTo>
                <a:cubicBezTo>
                  <a:pt x="7516" y="95595"/>
                  <a:pt x="7638" y="96252"/>
                  <a:pt x="7885" y="96866"/>
                </a:cubicBezTo>
                <a:cubicBezTo>
                  <a:pt x="8132" y="97481"/>
                  <a:pt x="8498" y="98040"/>
                  <a:pt x="8963" y="98511"/>
                </a:cubicBezTo>
                <a:cubicBezTo>
                  <a:pt x="9429" y="98982"/>
                  <a:pt x="9983" y="99358"/>
                  <a:pt x="10593" y="99613"/>
                </a:cubicBezTo>
                <a:cubicBezTo>
                  <a:pt x="11204" y="99869"/>
                  <a:pt x="11860" y="100001"/>
                  <a:pt x="12522" y="100001"/>
                </a:cubicBezTo>
                <a:cubicBezTo>
                  <a:pt x="13184" y="100001"/>
                  <a:pt x="13840" y="99869"/>
                  <a:pt x="14451" y="99613"/>
                </a:cubicBezTo>
                <a:cubicBezTo>
                  <a:pt x="15062" y="99358"/>
                  <a:pt x="15616" y="98982"/>
                  <a:pt x="16081" y="98511"/>
                </a:cubicBezTo>
                <a:cubicBezTo>
                  <a:pt x="16546" y="98040"/>
                  <a:pt x="16912" y="97481"/>
                  <a:pt x="17160" y="96866"/>
                </a:cubicBezTo>
                <a:cubicBezTo>
                  <a:pt x="17406" y="96252"/>
                  <a:pt x="17529" y="95595"/>
                  <a:pt x="17519" y="94933"/>
                </a:cubicBezTo>
                <a:lnTo>
                  <a:pt x="17519" y="69950"/>
                </a:lnTo>
                <a:lnTo>
                  <a:pt x="22517" y="69950"/>
                </a:lnTo>
                <a:lnTo>
                  <a:pt x="22517" y="94933"/>
                </a:lnTo>
                <a:cubicBezTo>
                  <a:pt x="22507" y="95595"/>
                  <a:pt x="22630" y="96252"/>
                  <a:pt x="22876" y="96866"/>
                </a:cubicBezTo>
                <a:cubicBezTo>
                  <a:pt x="23124" y="97481"/>
                  <a:pt x="23490" y="98040"/>
                  <a:pt x="23955" y="98511"/>
                </a:cubicBezTo>
                <a:cubicBezTo>
                  <a:pt x="24420" y="98982"/>
                  <a:pt x="24974" y="99358"/>
                  <a:pt x="25585" y="99613"/>
                </a:cubicBezTo>
                <a:cubicBezTo>
                  <a:pt x="26195" y="99869"/>
                  <a:pt x="26851" y="100001"/>
                  <a:pt x="27513" y="100001"/>
                </a:cubicBezTo>
                <a:cubicBezTo>
                  <a:pt x="28175" y="100001"/>
                  <a:pt x="28831" y="99869"/>
                  <a:pt x="29443" y="99613"/>
                </a:cubicBezTo>
                <a:cubicBezTo>
                  <a:pt x="30053" y="99358"/>
                  <a:pt x="30607" y="98982"/>
                  <a:pt x="31073" y="98511"/>
                </a:cubicBezTo>
                <a:cubicBezTo>
                  <a:pt x="31537" y="98040"/>
                  <a:pt x="31904" y="97481"/>
                  <a:pt x="32151" y="96866"/>
                </a:cubicBezTo>
                <a:cubicBezTo>
                  <a:pt x="32398" y="96252"/>
                  <a:pt x="32520" y="95595"/>
                  <a:pt x="32511" y="94933"/>
                </a:cubicBezTo>
                <a:lnTo>
                  <a:pt x="32511" y="64954"/>
                </a:lnTo>
                <a:cubicBezTo>
                  <a:pt x="32509" y="64677"/>
                  <a:pt x="32484" y="64402"/>
                  <a:pt x="32437" y="64129"/>
                </a:cubicBezTo>
                <a:lnTo>
                  <a:pt x="34306" y="44490"/>
                </a:lnTo>
                <a:lnTo>
                  <a:pt x="38094" y="47588"/>
                </a:lnTo>
                <a:cubicBezTo>
                  <a:pt x="38746" y="48122"/>
                  <a:pt x="39524" y="48480"/>
                  <a:pt x="40353" y="48632"/>
                </a:cubicBezTo>
                <a:cubicBezTo>
                  <a:pt x="41183" y="48784"/>
                  <a:pt x="42037" y="48724"/>
                  <a:pt x="42837" y="48456"/>
                </a:cubicBezTo>
                <a:lnTo>
                  <a:pt x="54080" y="44709"/>
                </a:lnTo>
                <a:cubicBezTo>
                  <a:pt x="54720" y="44517"/>
                  <a:pt x="55317" y="44198"/>
                  <a:pt x="55832" y="43771"/>
                </a:cubicBezTo>
                <a:cubicBezTo>
                  <a:pt x="56347" y="43344"/>
                  <a:pt x="56771" y="42818"/>
                  <a:pt x="57080" y="42224"/>
                </a:cubicBezTo>
                <a:cubicBezTo>
                  <a:pt x="57388" y="41630"/>
                  <a:pt x="57573" y="40981"/>
                  <a:pt x="57625" y="40314"/>
                </a:cubicBezTo>
                <a:cubicBezTo>
                  <a:pt x="57678" y="39648"/>
                  <a:pt x="57595" y="38976"/>
                  <a:pt x="57384" y="38341"/>
                </a:cubicBezTo>
                <a:cubicBezTo>
                  <a:pt x="57172" y="37707"/>
                  <a:pt x="56835" y="37122"/>
                  <a:pt x="56393" y="36620"/>
                </a:cubicBezTo>
                <a:cubicBezTo>
                  <a:pt x="55950" y="36118"/>
                  <a:pt x="55411" y="35709"/>
                  <a:pt x="54808" y="35420"/>
                </a:cubicBezTo>
                <a:cubicBezTo>
                  <a:pt x="54205" y="35130"/>
                  <a:pt x="53550" y="34965"/>
                  <a:pt x="52882" y="34932"/>
                </a:cubicBezTo>
                <a:cubicBezTo>
                  <a:pt x="52214" y="34900"/>
                  <a:pt x="51546" y="35003"/>
                  <a:pt x="50917" y="35233"/>
                </a:cubicBezTo>
                <a:lnTo>
                  <a:pt x="42290" y="38108"/>
                </a:lnTo>
                <a:lnTo>
                  <a:pt x="30676" y="28608"/>
                </a:lnTo>
                <a:cubicBezTo>
                  <a:pt x="30300" y="28293"/>
                  <a:pt x="29882" y="28035"/>
                  <a:pt x="29431" y="27842"/>
                </a:cubicBezTo>
                <a:cubicBezTo>
                  <a:pt x="27112" y="26057"/>
                  <a:pt x="24228" y="24982"/>
                  <a:pt x="21101" y="24982"/>
                </a:cubicBezTo>
                <a:lnTo>
                  <a:pt x="18602" y="24982"/>
                </a:lnTo>
                <a:close/>
                <a:moveTo>
                  <a:pt x="78568" y="24982"/>
                </a:moveTo>
                <a:cubicBezTo>
                  <a:pt x="71022" y="24982"/>
                  <a:pt x="64991" y="31255"/>
                  <a:pt x="64991" y="38723"/>
                </a:cubicBezTo>
                <a:lnTo>
                  <a:pt x="64991" y="67452"/>
                </a:lnTo>
                <a:cubicBezTo>
                  <a:pt x="64982" y="68235"/>
                  <a:pt x="65217" y="69001"/>
                  <a:pt x="65666" y="69644"/>
                </a:cubicBezTo>
                <a:cubicBezTo>
                  <a:pt x="66114" y="70287"/>
                  <a:pt x="66752" y="70773"/>
                  <a:pt x="67491" y="71034"/>
                </a:cubicBezTo>
                <a:lnTo>
                  <a:pt x="67491" y="94933"/>
                </a:lnTo>
                <a:cubicBezTo>
                  <a:pt x="67481" y="95595"/>
                  <a:pt x="67604" y="96252"/>
                  <a:pt x="67850" y="96866"/>
                </a:cubicBezTo>
                <a:cubicBezTo>
                  <a:pt x="68098" y="97481"/>
                  <a:pt x="68464" y="98040"/>
                  <a:pt x="68929" y="98511"/>
                </a:cubicBezTo>
                <a:cubicBezTo>
                  <a:pt x="69394" y="98982"/>
                  <a:pt x="69948" y="99358"/>
                  <a:pt x="70559" y="99613"/>
                </a:cubicBezTo>
                <a:cubicBezTo>
                  <a:pt x="71169" y="99869"/>
                  <a:pt x="71825" y="100001"/>
                  <a:pt x="72487" y="100001"/>
                </a:cubicBezTo>
                <a:cubicBezTo>
                  <a:pt x="73149" y="100001"/>
                  <a:pt x="73806" y="99869"/>
                  <a:pt x="74417" y="99613"/>
                </a:cubicBezTo>
                <a:cubicBezTo>
                  <a:pt x="75027" y="99358"/>
                  <a:pt x="75581" y="98982"/>
                  <a:pt x="76046" y="98511"/>
                </a:cubicBezTo>
                <a:cubicBezTo>
                  <a:pt x="76511" y="98040"/>
                  <a:pt x="76878" y="97481"/>
                  <a:pt x="77125" y="96866"/>
                </a:cubicBezTo>
                <a:cubicBezTo>
                  <a:pt x="77372" y="96252"/>
                  <a:pt x="77494" y="95595"/>
                  <a:pt x="77484" y="94933"/>
                </a:cubicBezTo>
                <a:lnTo>
                  <a:pt x="77484" y="69950"/>
                </a:lnTo>
                <a:lnTo>
                  <a:pt x="82482" y="69950"/>
                </a:lnTo>
                <a:lnTo>
                  <a:pt x="82482" y="94933"/>
                </a:lnTo>
                <a:cubicBezTo>
                  <a:pt x="82473" y="95595"/>
                  <a:pt x="82595" y="96252"/>
                  <a:pt x="82842" y="96866"/>
                </a:cubicBezTo>
                <a:cubicBezTo>
                  <a:pt x="83089" y="97481"/>
                  <a:pt x="83455" y="98040"/>
                  <a:pt x="83920" y="98511"/>
                </a:cubicBezTo>
                <a:cubicBezTo>
                  <a:pt x="84386" y="98982"/>
                  <a:pt x="84940" y="99358"/>
                  <a:pt x="85550" y="99613"/>
                </a:cubicBezTo>
                <a:cubicBezTo>
                  <a:pt x="86161" y="99869"/>
                  <a:pt x="86816" y="100001"/>
                  <a:pt x="87479" y="100001"/>
                </a:cubicBezTo>
                <a:cubicBezTo>
                  <a:pt x="88141" y="100001"/>
                  <a:pt x="88796" y="99869"/>
                  <a:pt x="89408" y="99613"/>
                </a:cubicBezTo>
                <a:cubicBezTo>
                  <a:pt x="90019" y="99358"/>
                  <a:pt x="90573" y="98982"/>
                  <a:pt x="91038" y="98511"/>
                </a:cubicBezTo>
                <a:cubicBezTo>
                  <a:pt x="91503" y="98040"/>
                  <a:pt x="91869" y="97481"/>
                  <a:pt x="92117" y="96866"/>
                </a:cubicBezTo>
                <a:cubicBezTo>
                  <a:pt x="92363" y="96252"/>
                  <a:pt x="92486" y="95595"/>
                  <a:pt x="92476" y="94933"/>
                </a:cubicBezTo>
                <a:lnTo>
                  <a:pt x="92476" y="71034"/>
                </a:lnTo>
                <a:cubicBezTo>
                  <a:pt x="93215" y="70773"/>
                  <a:pt x="93853" y="70287"/>
                  <a:pt x="94302" y="69644"/>
                </a:cubicBezTo>
                <a:cubicBezTo>
                  <a:pt x="94749" y="69001"/>
                  <a:pt x="94985" y="68235"/>
                  <a:pt x="94974" y="67452"/>
                </a:cubicBezTo>
                <a:lnTo>
                  <a:pt x="94974" y="38723"/>
                </a:lnTo>
                <a:cubicBezTo>
                  <a:pt x="94974" y="31102"/>
                  <a:pt x="88612" y="24982"/>
                  <a:pt x="81067" y="24982"/>
                </a:cubicBezTo>
                <a:lnTo>
                  <a:pt x="78568" y="2498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6" name="Чёрный — SVG 9">
            <a:extLst>
              <a:ext uri="{FF2B5EF4-FFF2-40B4-BE49-F238E27FC236}">
                <a16:creationId xmlns:a16="http://schemas.microsoft.com/office/drawing/2014/main" id="{5F039687-4925-C540-807E-A21E2EF7B664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85016 w 170134"/>
              <a:gd name="csY0" fmla="*/ 0 h 138271"/>
              <a:gd name="csX1" fmla="*/ 82532 w 170134"/>
              <a:gd name="csY1" fmla="*/ 1076 h 138271"/>
              <a:gd name="csX2" fmla="*/ 81528 w 170134"/>
              <a:gd name="csY2" fmla="*/ 3593 h 138271"/>
              <a:gd name="csX3" fmla="*/ 81528 w 170134"/>
              <a:gd name="csY3" fmla="*/ 24857 h 138271"/>
              <a:gd name="csX4" fmla="*/ 81783 w 170134"/>
              <a:gd name="csY4" fmla="*/ 26228 h 138271"/>
              <a:gd name="csX5" fmla="*/ 82549 w 170134"/>
              <a:gd name="csY5" fmla="*/ 27395 h 138271"/>
              <a:gd name="csX6" fmla="*/ 83706 w 170134"/>
              <a:gd name="csY6" fmla="*/ 28178 h 138271"/>
              <a:gd name="csX7" fmla="*/ 85067 w 170134"/>
              <a:gd name="csY7" fmla="*/ 28451 h 138271"/>
              <a:gd name="csX8" fmla="*/ 86428 w 170134"/>
              <a:gd name="csY8" fmla="*/ 28178 h 138271"/>
              <a:gd name="csX9" fmla="*/ 87585 w 170134"/>
              <a:gd name="csY9" fmla="*/ 27395 h 138271"/>
              <a:gd name="csX10" fmla="*/ 88351 w 170134"/>
              <a:gd name="csY10" fmla="*/ 26228 h 138271"/>
              <a:gd name="csX11" fmla="*/ 88606 w 170134"/>
              <a:gd name="csY11" fmla="*/ 24857 h 138271"/>
              <a:gd name="csX12" fmla="*/ 88606 w 170134"/>
              <a:gd name="csY12" fmla="*/ 3593 h 138271"/>
              <a:gd name="csX13" fmla="*/ 88351 w 170134"/>
              <a:gd name="csY13" fmla="*/ 2208 h 138271"/>
              <a:gd name="csX14" fmla="*/ 87568 w 170134"/>
              <a:gd name="csY14" fmla="*/ 1036 h 138271"/>
              <a:gd name="csX15" fmla="*/ 86394 w 170134"/>
              <a:gd name="csY15" fmla="*/ 259 h 138271"/>
              <a:gd name="csX16" fmla="*/ 85016 w 170134"/>
              <a:gd name="csY16" fmla="*/ 0 h 138271"/>
              <a:gd name="csX17" fmla="*/ 49152 w 170134"/>
              <a:gd name="csY17" fmla="*/ 13761 h 138271"/>
              <a:gd name="csX18" fmla="*/ 47178 w 170134"/>
              <a:gd name="csY18" fmla="*/ 14366 h 138271"/>
              <a:gd name="csX19" fmla="*/ 45868 w 170134"/>
              <a:gd name="csY19" fmla="*/ 15972 h 138271"/>
              <a:gd name="csX20" fmla="*/ 45698 w 170134"/>
              <a:gd name="csY20" fmla="*/ 18032 h 138271"/>
              <a:gd name="csX21" fmla="*/ 46685 w 170134"/>
              <a:gd name="csY21" fmla="*/ 19846 h 138271"/>
              <a:gd name="csX22" fmla="*/ 61724 w 170134"/>
              <a:gd name="csY22" fmla="*/ 34880 h 138271"/>
              <a:gd name="csX23" fmla="*/ 62881 w 170134"/>
              <a:gd name="csY23" fmla="*/ 35679 h 138271"/>
              <a:gd name="csX24" fmla="*/ 64242 w 170134"/>
              <a:gd name="csY24" fmla="*/ 35969 h 138271"/>
              <a:gd name="csX25" fmla="*/ 65620 w 170134"/>
              <a:gd name="csY25" fmla="*/ 35707 h 138271"/>
              <a:gd name="csX26" fmla="*/ 66794 w 170134"/>
              <a:gd name="csY26" fmla="*/ 34931 h 138271"/>
              <a:gd name="csX27" fmla="*/ 67560 w 170134"/>
              <a:gd name="csY27" fmla="*/ 33764 h 138271"/>
              <a:gd name="csX28" fmla="*/ 67833 w 170134"/>
              <a:gd name="csY28" fmla="*/ 32389 h 138271"/>
              <a:gd name="csX29" fmla="*/ 67526 w 170134"/>
              <a:gd name="csY29" fmla="*/ 31018 h 138271"/>
              <a:gd name="csX30" fmla="*/ 66744 w 170134"/>
              <a:gd name="csY30" fmla="*/ 29868 h 138271"/>
              <a:gd name="csX31" fmla="*/ 51704 w 170134"/>
              <a:gd name="csY31" fmla="*/ 14834 h 138271"/>
              <a:gd name="csX32" fmla="*/ 50530 w 170134"/>
              <a:gd name="csY32" fmla="*/ 14041 h 138271"/>
              <a:gd name="csX33" fmla="*/ 49152 w 170134"/>
              <a:gd name="csY33" fmla="*/ 13761 h 138271"/>
              <a:gd name="csX34" fmla="*/ 120863 w 170134"/>
              <a:gd name="csY34" fmla="*/ 13761 h 138271"/>
              <a:gd name="csX35" fmla="*/ 118430 w 170134"/>
              <a:gd name="csY35" fmla="*/ 14834 h 138271"/>
              <a:gd name="csX36" fmla="*/ 103391 w 170134"/>
              <a:gd name="csY36" fmla="*/ 29868 h 138271"/>
              <a:gd name="csX37" fmla="*/ 102608 w 170134"/>
              <a:gd name="csY37" fmla="*/ 31018 h 138271"/>
              <a:gd name="csX38" fmla="*/ 102301 w 170134"/>
              <a:gd name="csY38" fmla="*/ 32389 h 138271"/>
              <a:gd name="csX39" fmla="*/ 102574 w 170134"/>
              <a:gd name="csY39" fmla="*/ 33764 h 138271"/>
              <a:gd name="csX40" fmla="*/ 103340 w 170134"/>
              <a:gd name="csY40" fmla="*/ 34931 h 138271"/>
              <a:gd name="csX41" fmla="*/ 104514 w 170134"/>
              <a:gd name="csY41" fmla="*/ 35707 h 138271"/>
              <a:gd name="csX42" fmla="*/ 105892 w 170134"/>
              <a:gd name="csY42" fmla="*/ 35969 h 138271"/>
              <a:gd name="csX43" fmla="*/ 107253 w 170134"/>
              <a:gd name="csY43" fmla="*/ 35679 h 138271"/>
              <a:gd name="csX44" fmla="*/ 108410 w 170134"/>
              <a:gd name="csY44" fmla="*/ 34880 h 138271"/>
              <a:gd name="csX45" fmla="*/ 123449 w 170134"/>
              <a:gd name="csY45" fmla="*/ 19846 h 138271"/>
              <a:gd name="csX46" fmla="*/ 124453 w 170134"/>
              <a:gd name="csY46" fmla="*/ 18007 h 138271"/>
              <a:gd name="csX47" fmla="*/ 124249 w 170134"/>
              <a:gd name="csY47" fmla="*/ 15923 h 138271"/>
              <a:gd name="csX48" fmla="*/ 122888 w 170134"/>
              <a:gd name="csY48" fmla="*/ 14320 h 138271"/>
              <a:gd name="csX49" fmla="*/ 120863 w 170134"/>
              <a:gd name="csY49" fmla="*/ 13761 h 138271"/>
              <a:gd name="csX50" fmla="*/ 85067 w 170134"/>
              <a:gd name="csY50" fmla="*/ 35489 h 138271"/>
              <a:gd name="csX51" fmla="*/ 71797 w 170134"/>
              <a:gd name="csY51" fmla="*/ 41152 h 138271"/>
              <a:gd name="csX52" fmla="*/ 67339 w 170134"/>
              <a:gd name="csY52" fmla="*/ 53209 h 138271"/>
              <a:gd name="csX53" fmla="*/ 71797 w 170134"/>
              <a:gd name="csY53" fmla="*/ 65267 h 138271"/>
              <a:gd name="csX54" fmla="*/ 85067 w 170134"/>
              <a:gd name="csY54" fmla="*/ 70928 h 138271"/>
              <a:gd name="csX55" fmla="*/ 98337 w 170134"/>
              <a:gd name="csY55" fmla="*/ 65267 h 138271"/>
              <a:gd name="csX56" fmla="*/ 102795 w 170134"/>
              <a:gd name="csY56" fmla="*/ 53209 h 138271"/>
              <a:gd name="csX57" fmla="*/ 98337 w 170134"/>
              <a:gd name="csY57" fmla="*/ 41152 h 138271"/>
              <a:gd name="csX58" fmla="*/ 85067 w 170134"/>
              <a:gd name="csY58" fmla="*/ 35489 h 138271"/>
              <a:gd name="csX59" fmla="*/ 85067 w 170134"/>
              <a:gd name="csY59" fmla="*/ 46121 h 138271"/>
              <a:gd name="csX60" fmla="*/ 90392 w 170134"/>
              <a:gd name="csY60" fmla="*/ 48212 h 138271"/>
              <a:gd name="csX61" fmla="*/ 92162 w 170134"/>
              <a:gd name="csY61" fmla="*/ 53209 h 138271"/>
              <a:gd name="csX62" fmla="*/ 90392 w 170134"/>
              <a:gd name="csY62" fmla="*/ 58207 h 138271"/>
              <a:gd name="csX63" fmla="*/ 85067 w 170134"/>
              <a:gd name="csY63" fmla="*/ 60296 h 138271"/>
              <a:gd name="csX64" fmla="*/ 79742 w 170134"/>
              <a:gd name="csY64" fmla="*/ 58207 h 138271"/>
              <a:gd name="csX65" fmla="*/ 77973 w 170134"/>
              <a:gd name="csY65" fmla="*/ 53209 h 138271"/>
              <a:gd name="csX66" fmla="*/ 79742 w 170134"/>
              <a:gd name="csY66" fmla="*/ 48212 h 138271"/>
              <a:gd name="csX67" fmla="*/ 85067 w 170134"/>
              <a:gd name="csY67" fmla="*/ 46121 h 138271"/>
              <a:gd name="csX68" fmla="*/ 31900 w 170134"/>
              <a:gd name="csY68" fmla="*/ 56753 h 138271"/>
              <a:gd name="csX69" fmla="*/ 18630 w 170134"/>
              <a:gd name="csY69" fmla="*/ 62416 h 138271"/>
              <a:gd name="csX70" fmla="*/ 14172 w 170134"/>
              <a:gd name="csY70" fmla="*/ 74473 h 138271"/>
              <a:gd name="csX71" fmla="*/ 18630 w 170134"/>
              <a:gd name="csY71" fmla="*/ 86531 h 138271"/>
              <a:gd name="csX72" fmla="*/ 31900 w 170134"/>
              <a:gd name="csY72" fmla="*/ 92192 h 138271"/>
              <a:gd name="csX73" fmla="*/ 45170 w 170134"/>
              <a:gd name="csY73" fmla="*/ 86531 h 138271"/>
              <a:gd name="csX74" fmla="*/ 49628 w 170134"/>
              <a:gd name="csY74" fmla="*/ 74473 h 138271"/>
              <a:gd name="csX75" fmla="*/ 45170 w 170134"/>
              <a:gd name="csY75" fmla="*/ 62416 h 138271"/>
              <a:gd name="csX76" fmla="*/ 31900 w 170134"/>
              <a:gd name="csY76" fmla="*/ 56753 h 138271"/>
              <a:gd name="csX77" fmla="*/ 138234 w 170134"/>
              <a:gd name="csY77" fmla="*/ 56753 h 138271"/>
              <a:gd name="csX78" fmla="*/ 124964 w 170134"/>
              <a:gd name="csY78" fmla="*/ 62416 h 138271"/>
              <a:gd name="csX79" fmla="*/ 120506 w 170134"/>
              <a:gd name="csY79" fmla="*/ 74473 h 138271"/>
              <a:gd name="csX80" fmla="*/ 124964 w 170134"/>
              <a:gd name="csY80" fmla="*/ 86531 h 138271"/>
              <a:gd name="csX81" fmla="*/ 138234 w 170134"/>
              <a:gd name="csY81" fmla="*/ 92192 h 138271"/>
              <a:gd name="csX82" fmla="*/ 151504 w 170134"/>
              <a:gd name="csY82" fmla="*/ 86531 h 138271"/>
              <a:gd name="csX83" fmla="*/ 155962 w 170134"/>
              <a:gd name="csY83" fmla="*/ 74473 h 138271"/>
              <a:gd name="csX84" fmla="*/ 151504 w 170134"/>
              <a:gd name="csY84" fmla="*/ 62416 h 138271"/>
              <a:gd name="csX85" fmla="*/ 138234 w 170134"/>
              <a:gd name="csY85" fmla="*/ 56753 h 138271"/>
              <a:gd name="csX86" fmla="*/ 31900 w 170134"/>
              <a:gd name="csY86" fmla="*/ 67385 h 138271"/>
              <a:gd name="csX87" fmla="*/ 37225 w 170134"/>
              <a:gd name="csY87" fmla="*/ 69475 h 138271"/>
              <a:gd name="csX88" fmla="*/ 38995 w 170134"/>
              <a:gd name="csY88" fmla="*/ 74473 h 138271"/>
              <a:gd name="csX89" fmla="*/ 37225 w 170134"/>
              <a:gd name="csY89" fmla="*/ 79471 h 138271"/>
              <a:gd name="csX90" fmla="*/ 31900 w 170134"/>
              <a:gd name="csY90" fmla="*/ 81560 h 138271"/>
              <a:gd name="csX91" fmla="*/ 26575 w 170134"/>
              <a:gd name="csY91" fmla="*/ 79471 h 138271"/>
              <a:gd name="csX92" fmla="*/ 24806 w 170134"/>
              <a:gd name="csY92" fmla="*/ 74473 h 138271"/>
              <a:gd name="csX93" fmla="*/ 26575 w 170134"/>
              <a:gd name="csY93" fmla="*/ 69475 h 138271"/>
              <a:gd name="csX94" fmla="*/ 31900 w 170134"/>
              <a:gd name="csY94" fmla="*/ 67385 h 138271"/>
              <a:gd name="csX95" fmla="*/ 138234 w 170134"/>
              <a:gd name="csY95" fmla="*/ 67385 h 138271"/>
              <a:gd name="csX96" fmla="*/ 143559 w 170134"/>
              <a:gd name="csY96" fmla="*/ 69475 h 138271"/>
              <a:gd name="csX97" fmla="*/ 145328 w 170134"/>
              <a:gd name="csY97" fmla="*/ 74473 h 138271"/>
              <a:gd name="csX98" fmla="*/ 143559 w 170134"/>
              <a:gd name="csY98" fmla="*/ 79471 h 138271"/>
              <a:gd name="csX99" fmla="*/ 138234 w 170134"/>
              <a:gd name="csY99" fmla="*/ 81560 h 138271"/>
              <a:gd name="csX100" fmla="*/ 132909 w 170134"/>
              <a:gd name="csY100" fmla="*/ 79471 h 138271"/>
              <a:gd name="csX101" fmla="*/ 131139 w 170134"/>
              <a:gd name="csY101" fmla="*/ 74473 h 138271"/>
              <a:gd name="csX102" fmla="*/ 132909 w 170134"/>
              <a:gd name="csY102" fmla="*/ 69475 h 138271"/>
              <a:gd name="csX103" fmla="*/ 138234 w 170134"/>
              <a:gd name="csY103" fmla="*/ 67385 h 138271"/>
              <a:gd name="csX104" fmla="*/ 63987 w 170134"/>
              <a:gd name="csY104" fmla="*/ 78017 h 138271"/>
              <a:gd name="csX105" fmla="*/ 53167 w 170134"/>
              <a:gd name="csY105" fmla="*/ 88836 h 138271"/>
              <a:gd name="csX106" fmla="*/ 53167 w 170134"/>
              <a:gd name="csY106" fmla="*/ 116821 h 138271"/>
              <a:gd name="csX107" fmla="*/ 62984 w 170134"/>
              <a:gd name="csY107" fmla="*/ 132534 h 138271"/>
              <a:gd name="csX108" fmla="*/ 85067 w 170134"/>
              <a:gd name="csY108" fmla="*/ 138272 h 138271"/>
              <a:gd name="csX109" fmla="*/ 107150 w 170134"/>
              <a:gd name="csY109" fmla="*/ 132534 h 138271"/>
              <a:gd name="csX110" fmla="*/ 116967 w 170134"/>
              <a:gd name="csY110" fmla="*/ 116821 h 138271"/>
              <a:gd name="csX111" fmla="*/ 116967 w 170134"/>
              <a:gd name="csY111" fmla="*/ 88836 h 138271"/>
              <a:gd name="csX112" fmla="*/ 106147 w 170134"/>
              <a:gd name="csY112" fmla="*/ 78017 h 138271"/>
              <a:gd name="csX113" fmla="*/ 63987 w 170134"/>
              <a:gd name="csY113" fmla="*/ 78017 h 138271"/>
              <a:gd name="csX114" fmla="*/ 63987 w 170134"/>
              <a:gd name="csY114" fmla="*/ 88649 h 138271"/>
              <a:gd name="csX115" fmla="*/ 106147 w 170134"/>
              <a:gd name="csY115" fmla="*/ 88649 h 138271"/>
              <a:gd name="csX116" fmla="*/ 106334 w 170134"/>
              <a:gd name="csY116" fmla="*/ 88836 h 138271"/>
              <a:gd name="csX117" fmla="*/ 106334 w 170134"/>
              <a:gd name="csY117" fmla="*/ 116821 h 138271"/>
              <a:gd name="csX118" fmla="*/ 101434 w 170134"/>
              <a:gd name="csY118" fmla="*/ 123569 h 138271"/>
              <a:gd name="csX119" fmla="*/ 85067 w 170134"/>
              <a:gd name="csY119" fmla="*/ 127640 h 138271"/>
              <a:gd name="csX120" fmla="*/ 68700 w 170134"/>
              <a:gd name="csY120" fmla="*/ 123569 h 138271"/>
              <a:gd name="csX121" fmla="*/ 63800 w 170134"/>
              <a:gd name="csY121" fmla="*/ 116821 h 138271"/>
              <a:gd name="csX122" fmla="*/ 63800 w 170134"/>
              <a:gd name="csY122" fmla="*/ 88836 h 138271"/>
              <a:gd name="csX123" fmla="*/ 63987 w 170134"/>
              <a:gd name="csY123" fmla="*/ 88649 h 138271"/>
              <a:gd name="csX124" fmla="*/ 10820 w 170134"/>
              <a:gd name="csY124" fmla="*/ 99281 h 138271"/>
              <a:gd name="csX125" fmla="*/ 0 w 170134"/>
              <a:gd name="csY125" fmla="*/ 110100 h 138271"/>
              <a:gd name="csX126" fmla="*/ 0 w 170134"/>
              <a:gd name="csY126" fmla="*/ 116821 h 138271"/>
              <a:gd name="csX127" fmla="*/ 31900 w 170134"/>
              <a:gd name="csY127" fmla="*/ 138272 h 138271"/>
              <a:gd name="csX128" fmla="*/ 52810 w 170134"/>
              <a:gd name="csY128" fmla="*/ 133260 h 138271"/>
              <a:gd name="csX129" fmla="*/ 46072 w 170134"/>
              <a:gd name="csY129" fmla="*/ 116821 h 138271"/>
              <a:gd name="csX130" fmla="*/ 46072 w 170134"/>
              <a:gd name="csY130" fmla="*/ 99281 h 138271"/>
              <a:gd name="csX131" fmla="*/ 10820 w 170134"/>
              <a:gd name="csY131" fmla="*/ 99281 h 138271"/>
              <a:gd name="csX132" fmla="*/ 124062 w 170134"/>
              <a:gd name="csY132" fmla="*/ 99281 h 138271"/>
              <a:gd name="csX133" fmla="*/ 124062 w 170134"/>
              <a:gd name="csY133" fmla="*/ 116821 h 138271"/>
              <a:gd name="csX134" fmla="*/ 117324 w 170134"/>
              <a:gd name="csY134" fmla="*/ 133260 h 138271"/>
              <a:gd name="csX135" fmla="*/ 138234 w 170134"/>
              <a:gd name="csY135" fmla="*/ 138272 h 138271"/>
              <a:gd name="csX136" fmla="*/ 170134 w 170134"/>
              <a:gd name="csY136" fmla="*/ 116821 h 138271"/>
              <a:gd name="csX137" fmla="*/ 170134 w 170134"/>
              <a:gd name="csY137" fmla="*/ 110100 h 138271"/>
              <a:gd name="csX138" fmla="*/ 159314 w 170134"/>
              <a:gd name="csY138" fmla="*/ 99281 h 138271"/>
              <a:gd name="csX139" fmla="*/ 124062 w 170134"/>
              <a:gd name="csY139" fmla="*/ 99281 h 138271"/>
            </a:gdLst>
            <a:ahLst/>
            <a:cxnLst/>
            <a:rect l="l" t="t" r="r" b="b"/>
            <a:pathLst>
              <a:path w="100000" h="100000">
                <a:moveTo>
                  <a:pt x="49970" y="9364"/>
                </a:moveTo>
                <a:cubicBezTo>
                  <a:pt x="49420" y="9373"/>
                  <a:pt x="48890" y="9600"/>
                  <a:pt x="48510" y="9997"/>
                </a:cubicBezTo>
                <a:cubicBezTo>
                  <a:pt x="48120" y="10392"/>
                  <a:pt x="47910" y="10924"/>
                  <a:pt x="47920" y="11476"/>
                </a:cubicBezTo>
                <a:lnTo>
                  <a:pt x="47920" y="23974"/>
                </a:lnTo>
                <a:cubicBezTo>
                  <a:pt x="47910" y="24251"/>
                  <a:pt x="47960" y="24524"/>
                  <a:pt x="48070" y="24780"/>
                </a:cubicBezTo>
                <a:cubicBezTo>
                  <a:pt x="48170" y="25037"/>
                  <a:pt x="48320" y="25270"/>
                  <a:pt x="48520" y="25466"/>
                </a:cubicBezTo>
                <a:cubicBezTo>
                  <a:pt x="48710" y="25663"/>
                  <a:pt x="48940" y="25819"/>
                  <a:pt x="49200" y="25926"/>
                </a:cubicBezTo>
                <a:cubicBezTo>
                  <a:pt x="49450" y="26032"/>
                  <a:pt x="49720" y="26087"/>
                  <a:pt x="50000" y="26087"/>
                </a:cubicBezTo>
                <a:cubicBezTo>
                  <a:pt x="50280" y="26087"/>
                  <a:pt x="50550" y="26032"/>
                  <a:pt x="50800" y="25926"/>
                </a:cubicBezTo>
                <a:cubicBezTo>
                  <a:pt x="51060" y="25819"/>
                  <a:pt x="51290" y="25663"/>
                  <a:pt x="51480" y="25466"/>
                </a:cubicBezTo>
                <a:cubicBezTo>
                  <a:pt x="51680" y="25270"/>
                  <a:pt x="51830" y="25037"/>
                  <a:pt x="51930" y="24780"/>
                </a:cubicBezTo>
                <a:cubicBezTo>
                  <a:pt x="52040" y="24524"/>
                  <a:pt x="52090" y="24251"/>
                  <a:pt x="52080" y="23974"/>
                </a:cubicBezTo>
                <a:lnTo>
                  <a:pt x="52080" y="11476"/>
                </a:lnTo>
                <a:cubicBezTo>
                  <a:pt x="52090" y="11197"/>
                  <a:pt x="52030" y="10921"/>
                  <a:pt x="51930" y="10662"/>
                </a:cubicBezTo>
                <a:cubicBezTo>
                  <a:pt x="51820" y="10404"/>
                  <a:pt x="51670" y="10171"/>
                  <a:pt x="51470" y="9973"/>
                </a:cubicBezTo>
                <a:cubicBezTo>
                  <a:pt x="51270" y="9776"/>
                  <a:pt x="51040" y="9622"/>
                  <a:pt x="50780" y="9516"/>
                </a:cubicBezTo>
                <a:cubicBezTo>
                  <a:pt x="50520" y="9412"/>
                  <a:pt x="50250" y="9361"/>
                  <a:pt x="49970" y="9364"/>
                </a:cubicBezTo>
                <a:close/>
                <a:moveTo>
                  <a:pt x="28890" y="17452"/>
                </a:moveTo>
                <a:cubicBezTo>
                  <a:pt x="28480" y="17453"/>
                  <a:pt x="28070" y="17576"/>
                  <a:pt x="27730" y="17808"/>
                </a:cubicBezTo>
                <a:cubicBezTo>
                  <a:pt x="27390" y="18039"/>
                  <a:pt x="27120" y="18368"/>
                  <a:pt x="26960" y="18752"/>
                </a:cubicBezTo>
                <a:cubicBezTo>
                  <a:pt x="26810" y="19136"/>
                  <a:pt x="26770" y="19558"/>
                  <a:pt x="26860" y="19963"/>
                </a:cubicBezTo>
                <a:cubicBezTo>
                  <a:pt x="26940" y="20369"/>
                  <a:pt x="27140" y="20740"/>
                  <a:pt x="27440" y="21029"/>
                </a:cubicBezTo>
                <a:lnTo>
                  <a:pt x="36280" y="29866"/>
                </a:lnTo>
                <a:cubicBezTo>
                  <a:pt x="36470" y="30065"/>
                  <a:pt x="36700" y="30225"/>
                  <a:pt x="36960" y="30335"/>
                </a:cubicBezTo>
                <a:cubicBezTo>
                  <a:pt x="37210" y="30445"/>
                  <a:pt x="37480" y="30503"/>
                  <a:pt x="37760" y="30506"/>
                </a:cubicBezTo>
                <a:cubicBezTo>
                  <a:pt x="38040" y="30509"/>
                  <a:pt x="38310" y="30456"/>
                  <a:pt x="38570" y="30352"/>
                </a:cubicBezTo>
                <a:cubicBezTo>
                  <a:pt x="38830" y="30246"/>
                  <a:pt x="39060" y="30091"/>
                  <a:pt x="39260" y="29896"/>
                </a:cubicBezTo>
                <a:cubicBezTo>
                  <a:pt x="39450" y="29700"/>
                  <a:pt x="39610" y="29466"/>
                  <a:pt x="39710" y="29210"/>
                </a:cubicBezTo>
                <a:cubicBezTo>
                  <a:pt x="39820" y="28953"/>
                  <a:pt x="39870" y="28679"/>
                  <a:pt x="39870" y="28401"/>
                </a:cubicBezTo>
                <a:cubicBezTo>
                  <a:pt x="39860" y="28125"/>
                  <a:pt x="39800" y="27851"/>
                  <a:pt x="39690" y="27596"/>
                </a:cubicBezTo>
                <a:cubicBezTo>
                  <a:pt x="39580" y="27342"/>
                  <a:pt x="39430" y="27112"/>
                  <a:pt x="39230" y="26920"/>
                </a:cubicBezTo>
                <a:lnTo>
                  <a:pt x="30390" y="18083"/>
                </a:lnTo>
                <a:cubicBezTo>
                  <a:pt x="30190" y="17884"/>
                  <a:pt x="29960" y="17725"/>
                  <a:pt x="29700" y="17617"/>
                </a:cubicBezTo>
                <a:cubicBezTo>
                  <a:pt x="29450" y="17508"/>
                  <a:pt x="29170" y="17452"/>
                  <a:pt x="28890" y="17452"/>
                </a:cubicBezTo>
                <a:close/>
                <a:moveTo>
                  <a:pt x="71040" y="17452"/>
                </a:moveTo>
                <a:cubicBezTo>
                  <a:pt x="70500" y="17469"/>
                  <a:pt x="69990" y="17695"/>
                  <a:pt x="69610" y="18083"/>
                </a:cubicBezTo>
                <a:lnTo>
                  <a:pt x="60770" y="26920"/>
                </a:lnTo>
                <a:cubicBezTo>
                  <a:pt x="60570" y="27112"/>
                  <a:pt x="60420" y="27342"/>
                  <a:pt x="60310" y="27596"/>
                </a:cubicBezTo>
                <a:cubicBezTo>
                  <a:pt x="60200" y="27851"/>
                  <a:pt x="60140" y="28125"/>
                  <a:pt x="60130" y="28401"/>
                </a:cubicBezTo>
                <a:cubicBezTo>
                  <a:pt x="60130" y="28679"/>
                  <a:pt x="60180" y="28953"/>
                  <a:pt x="60290" y="29210"/>
                </a:cubicBezTo>
                <a:cubicBezTo>
                  <a:pt x="60390" y="29466"/>
                  <a:pt x="60550" y="29700"/>
                  <a:pt x="60740" y="29896"/>
                </a:cubicBezTo>
                <a:cubicBezTo>
                  <a:pt x="60940" y="30091"/>
                  <a:pt x="61170" y="30246"/>
                  <a:pt x="61430" y="30352"/>
                </a:cubicBezTo>
                <a:cubicBezTo>
                  <a:pt x="61690" y="30456"/>
                  <a:pt x="61960" y="30509"/>
                  <a:pt x="62240" y="30506"/>
                </a:cubicBezTo>
                <a:cubicBezTo>
                  <a:pt x="62520" y="30503"/>
                  <a:pt x="62790" y="30445"/>
                  <a:pt x="63040" y="30335"/>
                </a:cubicBezTo>
                <a:cubicBezTo>
                  <a:pt x="63300" y="30225"/>
                  <a:pt x="63530" y="30065"/>
                  <a:pt x="63720" y="29866"/>
                </a:cubicBezTo>
                <a:lnTo>
                  <a:pt x="72560" y="21029"/>
                </a:lnTo>
                <a:cubicBezTo>
                  <a:pt x="72860" y="20736"/>
                  <a:pt x="73070" y="20360"/>
                  <a:pt x="73150" y="19948"/>
                </a:cubicBezTo>
                <a:cubicBezTo>
                  <a:pt x="73230" y="19537"/>
                  <a:pt x="73190" y="19110"/>
                  <a:pt x="73030" y="18723"/>
                </a:cubicBezTo>
                <a:cubicBezTo>
                  <a:pt x="72860" y="18336"/>
                  <a:pt x="72580" y="18008"/>
                  <a:pt x="72230" y="17781"/>
                </a:cubicBezTo>
                <a:cubicBezTo>
                  <a:pt x="71880" y="17555"/>
                  <a:pt x="71460" y="17440"/>
                  <a:pt x="71040" y="17452"/>
                </a:cubicBezTo>
                <a:close/>
                <a:moveTo>
                  <a:pt x="50000" y="30224"/>
                </a:moveTo>
                <a:cubicBezTo>
                  <a:pt x="46790" y="30224"/>
                  <a:pt x="43980" y="31540"/>
                  <a:pt x="42200" y="33552"/>
                </a:cubicBezTo>
                <a:cubicBezTo>
                  <a:pt x="40410" y="35563"/>
                  <a:pt x="39580" y="38121"/>
                  <a:pt x="39580" y="40639"/>
                </a:cubicBezTo>
                <a:cubicBezTo>
                  <a:pt x="39580" y="43156"/>
                  <a:pt x="40410" y="45714"/>
                  <a:pt x="42200" y="47726"/>
                </a:cubicBezTo>
                <a:cubicBezTo>
                  <a:pt x="43980" y="49737"/>
                  <a:pt x="46790" y="51054"/>
                  <a:pt x="50000" y="51054"/>
                </a:cubicBezTo>
                <a:cubicBezTo>
                  <a:pt x="53210" y="51054"/>
                  <a:pt x="56020" y="49737"/>
                  <a:pt x="57800" y="47726"/>
                </a:cubicBezTo>
                <a:cubicBezTo>
                  <a:pt x="59590" y="45714"/>
                  <a:pt x="60420" y="43156"/>
                  <a:pt x="60420" y="40639"/>
                </a:cubicBezTo>
                <a:cubicBezTo>
                  <a:pt x="60420" y="38121"/>
                  <a:pt x="59590" y="35563"/>
                  <a:pt x="57800" y="33552"/>
                </a:cubicBezTo>
                <a:cubicBezTo>
                  <a:pt x="56020" y="31540"/>
                  <a:pt x="53210" y="30224"/>
                  <a:pt x="50000" y="30224"/>
                </a:cubicBezTo>
                <a:close/>
                <a:moveTo>
                  <a:pt x="50000" y="36473"/>
                </a:moveTo>
                <a:cubicBezTo>
                  <a:pt x="51650" y="36473"/>
                  <a:pt x="52490" y="36979"/>
                  <a:pt x="53130" y="37702"/>
                </a:cubicBezTo>
                <a:cubicBezTo>
                  <a:pt x="53780" y="38424"/>
                  <a:pt x="54170" y="39510"/>
                  <a:pt x="54170" y="40639"/>
                </a:cubicBezTo>
                <a:cubicBezTo>
                  <a:pt x="54170" y="41767"/>
                  <a:pt x="53780" y="42854"/>
                  <a:pt x="53130" y="43577"/>
                </a:cubicBezTo>
                <a:cubicBezTo>
                  <a:pt x="52490" y="44299"/>
                  <a:pt x="51650" y="44804"/>
                  <a:pt x="50000" y="44804"/>
                </a:cubicBezTo>
                <a:cubicBezTo>
                  <a:pt x="48350" y="44804"/>
                  <a:pt x="47510" y="44299"/>
                  <a:pt x="46870" y="43577"/>
                </a:cubicBezTo>
                <a:cubicBezTo>
                  <a:pt x="46220" y="42854"/>
                  <a:pt x="45830" y="41767"/>
                  <a:pt x="45830" y="40639"/>
                </a:cubicBezTo>
                <a:cubicBezTo>
                  <a:pt x="45830" y="39510"/>
                  <a:pt x="46220" y="38424"/>
                  <a:pt x="46870" y="37702"/>
                </a:cubicBezTo>
                <a:cubicBezTo>
                  <a:pt x="47510" y="36979"/>
                  <a:pt x="48350" y="36473"/>
                  <a:pt x="50000" y="36473"/>
                </a:cubicBezTo>
                <a:close/>
                <a:moveTo>
                  <a:pt x="18750" y="42722"/>
                </a:moveTo>
                <a:cubicBezTo>
                  <a:pt x="15540" y="42722"/>
                  <a:pt x="12730" y="44039"/>
                  <a:pt x="10950" y="46050"/>
                </a:cubicBezTo>
                <a:cubicBezTo>
                  <a:pt x="9160" y="48061"/>
                  <a:pt x="8330" y="50620"/>
                  <a:pt x="8330" y="53137"/>
                </a:cubicBezTo>
                <a:cubicBezTo>
                  <a:pt x="8330" y="55654"/>
                  <a:pt x="9160" y="58213"/>
                  <a:pt x="10950" y="60225"/>
                </a:cubicBezTo>
                <a:cubicBezTo>
                  <a:pt x="12730" y="62235"/>
                  <a:pt x="15540" y="63552"/>
                  <a:pt x="18750" y="63552"/>
                </a:cubicBezTo>
                <a:cubicBezTo>
                  <a:pt x="21960" y="63552"/>
                  <a:pt x="24770" y="62235"/>
                  <a:pt x="26550" y="60225"/>
                </a:cubicBezTo>
                <a:cubicBezTo>
                  <a:pt x="28340" y="58213"/>
                  <a:pt x="29170" y="55654"/>
                  <a:pt x="29170" y="53137"/>
                </a:cubicBezTo>
                <a:cubicBezTo>
                  <a:pt x="29170" y="50620"/>
                  <a:pt x="28340" y="48061"/>
                  <a:pt x="26550" y="46050"/>
                </a:cubicBezTo>
                <a:cubicBezTo>
                  <a:pt x="24770" y="44039"/>
                  <a:pt x="21960" y="42722"/>
                  <a:pt x="18750" y="42722"/>
                </a:cubicBezTo>
                <a:close/>
                <a:moveTo>
                  <a:pt x="81250" y="42722"/>
                </a:moveTo>
                <a:cubicBezTo>
                  <a:pt x="78040" y="42722"/>
                  <a:pt x="75230" y="44039"/>
                  <a:pt x="73450" y="46050"/>
                </a:cubicBezTo>
                <a:cubicBezTo>
                  <a:pt x="71660" y="48061"/>
                  <a:pt x="70830" y="50620"/>
                  <a:pt x="70830" y="53137"/>
                </a:cubicBezTo>
                <a:cubicBezTo>
                  <a:pt x="70830" y="55654"/>
                  <a:pt x="71660" y="58213"/>
                  <a:pt x="73450" y="60225"/>
                </a:cubicBezTo>
                <a:cubicBezTo>
                  <a:pt x="75230" y="62235"/>
                  <a:pt x="78040" y="63552"/>
                  <a:pt x="81250" y="63552"/>
                </a:cubicBezTo>
                <a:cubicBezTo>
                  <a:pt x="84460" y="63552"/>
                  <a:pt x="87270" y="62235"/>
                  <a:pt x="89050" y="60225"/>
                </a:cubicBezTo>
                <a:cubicBezTo>
                  <a:pt x="90840" y="58213"/>
                  <a:pt x="91670" y="55654"/>
                  <a:pt x="91670" y="53137"/>
                </a:cubicBezTo>
                <a:cubicBezTo>
                  <a:pt x="91670" y="50620"/>
                  <a:pt x="90840" y="48061"/>
                  <a:pt x="89050" y="46050"/>
                </a:cubicBezTo>
                <a:cubicBezTo>
                  <a:pt x="87270" y="44039"/>
                  <a:pt x="84460" y="42722"/>
                  <a:pt x="81250" y="42722"/>
                </a:cubicBezTo>
                <a:close/>
                <a:moveTo>
                  <a:pt x="18750" y="48971"/>
                </a:moveTo>
                <a:cubicBezTo>
                  <a:pt x="20400" y="48971"/>
                  <a:pt x="21240" y="49477"/>
                  <a:pt x="21880" y="50200"/>
                </a:cubicBezTo>
                <a:cubicBezTo>
                  <a:pt x="22530" y="50923"/>
                  <a:pt x="22920" y="52009"/>
                  <a:pt x="22920" y="53137"/>
                </a:cubicBezTo>
                <a:cubicBezTo>
                  <a:pt x="22920" y="54265"/>
                  <a:pt x="22530" y="55352"/>
                  <a:pt x="21880" y="56075"/>
                </a:cubicBezTo>
                <a:cubicBezTo>
                  <a:pt x="21240" y="56797"/>
                  <a:pt x="20400" y="57303"/>
                  <a:pt x="18750" y="57303"/>
                </a:cubicBezTo>
                <a:cubicBezTo>
                  <a:pt x="17100" y="57303"/>
                  <a:pt x="16260" y="56797"/>
                  <a:pt x="15620" y="56075"/>
                </a:cubicBezTo>
                <a:cubicBezTo>
                  <a:pt x="14970" y="55352"/>
                  <a:pt x="14580" y="54265"/>
                  <a:pt x="14580" y="53137"/>
                </a:cubicBezTo>
                <a:cubicBezTo>
                  <a:pt x="14580" y="52009"/>
                  <a:pt x="14970" y="50923"/>
                  <a:pt x="15620" y="50200"/>
                </a:cubicBezTo>
                <a:cubicBezTo>
                  <a:pt x="16260" y="49477"/>
                  <a:pt x="17100" y="48971"/>
                  <a:pt x="18750" y="48971"/>
                </a:cubicBezTo>
                <a:close/>
                <a:moveTo>
                  <a:pt x="81250" y="48971"/>
                </a:moveTo>
                <a:cubicBezTo>
                  <a:pt x="82900" y="48971"/>
                  <a:pt x="83740" y="49477"/>
                  <a:pt x="84380" y="50200"/>
                </a:cubicBezTo>
                <a:cubicBezTo>
                  <a:pt x="85030" y="50923"/>
                  <a:pt x="85420" y="52009"/>
                  <a:pt x="85420" y="53137"/>
                </a:cubicBezTo>
                <a:cubicBezTo>
                  <a:pt x="85420" y="54265"/>
                  <a:pt x="85030" y="55352"/>
                  <a:pt x="84380" y="56075"/>
                </a:cubicBezTo>
                <a:cubicBezTo>
                  <a:pt x="83740" y="56797"/>
                  <a:pt x="82900" y="57303"/>
                  <a:pt x="81250" y="57303"/>
                </a:cubicBezTo>
                <a:cubicBezTo>
                  <a:pt x="79600" y="57303"/>
                  <a:pt x="78760" y="56797"/>
                  <a:pt x="78120" y="56075"/>
                </a:cubicBezTo>
                <a:cubicBezTo>
                  <a:pt x="77470" y="55352"/>
                  <a:pt x="77080" y="54265"/>
                  <a:pt x="77080" y="53137"/>
                </a:cubicBezTo>
                <a:cubicBezTo>
                  <a:pt x="77080" y="52009"/>
                  <a:pt x="77470" y="50923"/>
                  <a:pt x="78120" y="50200"/>
                </a:cubicBezTo>
                <a:cubicBezTo>
                  <a:pt x="78760" y="49477"/>
                  <a:pt x="79600" y="48971"/>
                  <a:pt x="81250" y="48971"/>
                </a:cubicBezTo>
                <a:close/>
                <a:moveTo>
                  <a:pt x="37610" y="55220"/>
                </a:moveTo>
                <a:cubicBezTo>
                  <a:pt x="34130" y="55220"/>
                  <a:pt x="31250" y="58104"/>
                  <a:pt x="31250" y="61579"/>
                </a:cubicBezTo>
                <a:lnTo>
                  <a:pt x="31250" y="78028"/>
                </a:lnTo>
                <a:cubicBezTo>
                  <a:pt x="31250" y="81838"/>
                  <a:pt x="33660" y="85118"/>
                  <a:pt x="37020" y="87264"/>
                </a:cubicBezTo>
                <a:cubicBezTo>
                  <a:pt x="40380" y="89409"/>
                  <a:pt x="44850" y="90636"/>
                  <a:pt x="50000" y="90636"/>
                </a:cubicBezTo>
                <a:cubicBezTo>
                  <a:pt x="55150" y="90636"/>
                  <a:pt x="59610" y="89409"/>
                  <a:pt x="62980" y="87264"/>
                </a:cubicBezTo>
                <a:cubicBezTo>
                  <a:pt x="66340" y="85118"/>
                  <a:pt x="68750" y="81839"/>
                  <a:pt x="68750" y="78028"/>
                </a:cubicBezTo>
                <a:lnTo>
                  <a:pt x="68750" y="61579"/>
                </a:lnTo>
                <a:cubicBezTo>
                  <a:pt x="68750" y="58104"/>
                  <a:pt x="65870" y="55220"/>
                  <a:pt x="62390" y="55220"/>
                </a:cubicBezTo>
                <a:lnTo>
                  <a:pt x="37610" y="55220"/>
                </a:lnTo>
                <a:close/>
                <a:moveTo>
                  <a:pt x="37610" y="61469"/>
                </a:moveTo>
                <a:lnTo>
                  <a:pt x="62390" y="61469"/>
                </a:lnTo>
                <a:cubicBezTo>
                  <a:pt x="62490" y="61469"/>
                  <a:pt x="62500" y="61483"/>
                  <a:pt x="62500" y="61579"/>
                </a:cubicBezTo>
                <a:lnTo>
                  <a:pt x="62500" y="78028"/>
                </a:lnTo>
                <a:cubicBezTo>
                  <a:pt x="62500" y="79182"/>
                  <a:pt x="61740" y="80640"/>
                  <a:pt x="59620" y="81994"/>
                </a:cubicBezTo>
                <a:cubicBezTo>
                  <a:pt x="57490" y="83349"/>
                  <a:pt x="54140" y="84387"/>
                  <a:pt x="50000" y="84387"/>
                </a:cubicBezTo>
                <a:cubicBezTo>
                  <a:pt x="45860" y="84387"/>
                  <a:pt x="42510" y="83350"/>
                  <a:pt x="40380" y="81994"/>
                </a:cubicBezTo>
                <a:cubicBezTo>
                  <a:pt x="38260" y="80640"/>
                  <a:pt x="37500" y="79180"/>
                  <a:pt x="37500" y="78028"/>
                </a:cubicBezTo>
                <a:lnTo>
                  <a:pt x="37500" y="61579"/>
                </a:lnTo>
                <a:cubicBezTo>
                  <a:pt x="37500" y="61483"/>
                  <a:pt x="37510" y="61469"/>
                  <a:pt x="37610" y="61469"/>
                </a:cubicBezTo>
                <a:close/>
                <a:moveTo>
                  <a:pt x="6360" y="67719"/>
                </a:moveTo>
                <a:cubicBezTo>
                  <a:pt x="2850" y="67719"/>
                  <a:pt x="0" y="70572"/>
                  <a:pt x="0" y="74078"/>
                </a:cubicBezTo>
                <a:lnTo>
                  <a:pt x="0" y="78028"/>
                </a:lnTo>
                <a:cubicBezTo>
                  <a:pt x="0" y="85214"/>
                  <a:pt x="8060" y="90636"/>
                  <a:pt x="18750" y="90636"/>
                </a:cubicBezTo>
                <a:cubicBezTo>
                  <a:pt x="23540" y="90636"/>
                  <a:pt x="27800" y="89540"/>
                  <a:pt x="31040" y="87691"/>
                </a:cubicBezTo>
                <a:cubicBezTo>
                  <a:pt x="28530" y="84993"/>
                  <a:pt x="27080" y="81685"/>
                  <a:pt x="27080" y="78028"/>
                </a:cubicBezTo>
                <a:lnTo>
                  <a:pt x="27080" y="67719"/>
                </a:lnTo>
                <a:lnTo>
                  <a:pt x="6360" y="67719"/>
                </a:lnTo>
                <a:close/>
                <a:moveTo>
                  <a:pt x="72920" y="67719"/>
                </a:moveTo>
                <a:lnTo>
                  <a:pt x="72920" y="78028"/>
                </a:lnTo>
                <a:cubicBezTo>
                  <a:pt x="72920" y="81684"/>
                  <a:pt x="71470" y="84993"/>
                  <a:pt x="68960" y="87691"/>
                </a:cubicBezTo>
                <a:cubicBezTo>
                  <a:pt x="72200" y="89540"/>
                  <a:pt x="76460" y="90636"/>
                  <a:pt x="81250" y="90636"/>
                </a:cubicBezTo>
                <a:cubicBezTo>
                  <a:pt x="91940" y="90636"/>
                  <a:pt x="100000" y="85214"/>
                  <a:pt x="100000" y="78028"/>
                </a:cubicBezTo>
                <a:lnTo>
                  <a:pt x="100000" y="74078"/>
                </a:lnTo>
                <a:cubicBezTo>
                  <a:pt x="100000" y="70572"/>
                  <a:pt x="97150" y="67719"/>
                  <a:pt x="93640" y="67719"/>
                </a:cubicBezTo>
                <a:lnTo>
                  <a:pt x="72920" y="6771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7" name="Чёрный — SVG 10">
            <a:extLst>
              <a:ext uri="{FF2B5EF4-FFF2-40B4-BE49-F238E27FC236}">
                <a16:creationId xmlns:a16="http://schemas.microsoft.com/office/drawing/2014/main" id="{EABE743C-E430-CB43-9501-F109883A8886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70963 w 141925"/>
              <a:gd name="csY0" fmla="*/ 0 h 141758"/>
              <a:gd name="csX1" fmla="*/ 49696 w 141925"/>
              <a:gd name="csY1" fmla="*/ 21264 h 141758"/>
              <a:gd name="csX2" fmla="*/ 70963 w 141925"/>
              <a:gd name="csY2" fmla="*/ 42528 h 141758"/>
              <a:gd name="csX3" fmla="*/ 92230 w 141925"/>
              <a:gd name="csY3" fmla="*/ 21264 h 141758"/>
              <a:gd name="csX4" fmla="*/ 70963 w 141925"/>
              <a:gd name="csY4" fmla="*/ 0 h 141758"/>
              <a:gd name="csX5" fmla="*/ 127669 w 141925"/>
              <a:gd name="csY5" fmla="*/ 42528 h 141758"/>
              <a:gd name="csX6" fmla="*/ 117035 w 141925"/>
              <a:gd name="csY6" fmla="*/ 53160 h 141758"/>
              <a:gd name="csX7" fmla="*/ 122360 w 141925"/>
              <a:gd name="csY7" fmla="*/ 62310 h 141758"/>
              <a:gd name="csX8" fmla="*/ 122360 w 141925"/>
              <a:gd name="csY8" fmla="*/ 77967 h 141758"/>
              <a:gd name="csX9" fmla="*/ 5393 w 141925"/>
              <a:gd name="csY9" fmla="*/ 77967 h 141758"/>
              <a:gd name="csX10" fmla="*/ 3335 w 141925"/>
              <a:gd name="csY10" fmla="*/ 78350 h 141758"/>
              <a:gd name="csX11" fmla="*/ 1582 w 141925"/>
              <a:gd name="csY11" fmla="*/ 79498 h 141758"/>
              <a:gd name="csX12" fmla="*/ 408 w 141925"/>
              <a:gd name="csY12" fmla="*/ 81231 h 141758"/>
              <a:gd name="csX13" fmla="*/ 0 w 141925"/>
              <a:gd name="csY13" fmla="*/ 83283 h 141758"/>
              <a:gd name="csX14" fmla="*/ 408 w 141925"/>
              <a:gd name="csY14" fmla="*/ 85336 h 141758"/>
              <a:gd name="csX15" fmla="*/ 1582 w 141925"/>
              <a:gd name="csY15" fmla="*/ 87070 h 141758"/>
              <a:gd name="csX16" fmla="*/ 3335 w 141925"/>
              <a:gd name="csY16" fmla="*/ 88216 h 141758"/>
              <a:gd name="csX17" fmla="*/ 5393 w 141925"/>
              <a:gd name="csY17" fmla="*/ 88599 h 141758"/>
              <a:gd name="csX18" fmla="*/ 12335 w 141925"/>
              <a:gd name="csY18" fmla="*/ 88599 h 141758"/>
              <a:gd name="csX19" fmla="*/ 17133 w 141925"/>
              <a:gd name="csY19" fmla="*/ 99598 h 141758"/>
              <a:gd name="csX20" fmla="*/ 38246 w 141925"/>
              <a:gd name="csY20" fmla="*/ 113408 h 141758"/>
              <a:gd name="csX21" fmla="*/ 103680 w 141925"/>
              <a:gd name="csY21" fmla="*/ 113408 h 141758"/>
              <a:gd name="csX22" fmla="*/ 124794 w 141925"/>
              <a:gd name="csY22" fmla="*/ 99605 h 141758"/>
              <a:gd name="csX23" fmla="*/ 129608 w 141925"/>
              <a:gd name="csY23" fmla="*/ 88599 h 141758"/>
              <a:gd name="csX24" fmla="*/ 136533 w 141925"/>
              <a:gd name="csY24" fmla="*/ 88599 h 141758"/>
              <a:gd name="csX25" fmla="*/ 138591 w 141925"/>
              <a:gd name="csY25" fmla="*/ 88216 h 141758"/>
              <a:gd name="csX26" fmla="*/ 140344 w 141925"/>
              <a:gd name="csY26" fmla="*/ 87070 h 141758"/>
              <a:gd name="csX27" fmla="*/ 141517 w 141925"/>
              <a:gd name="csY27" fmla="*/ 85336 h 141758"/>
              <a:gd name="csX28" fmla="*/ 141926 w 141925"/>
              <a:gd name="csY28" fmla="*/ 83283 h 141758"/>
              <a:gd name="csX29" fmla="*/ 141517 w 141925"/>
              <a:gd name="csY29" fmla="*/ 81231 h 141758"/>
              <a:gd name="csX30" fmla="*/ 140344 w 141925"/>
              <a:gd name="csY30" fmla="*/ 79498 h 141758"/>
              <a:gd name="csX31" fmla="*/ 138591 w 141925"/>
              <a:gd name="csY31" fmla="*/ 78350 h 141758"/>
              <a:gd name="csX32" fmla="*/ 136533 w 141925"/>
              <a:gd name="csY32" fmla="*/ 77967 h 141758"/>
              <a:gd name="csX33" fmla="*/ 132994 w 141925"/>
              <a:gd name="csY33" fmla="*/ 77967 h 141758"/>
              <a:gd name="csX34" fmla="*/ 132994 w 141925"/>
              <a:gd name="csY34" fmla="*/ 62310 h 141758"/>
              <a:gd name="csX35" fmla="*/ 138302 w 141925"/>
              <a:gd name="csY35" fmla="*/ 53160 h 141758"/>
              <a:gd name="csX36" fmla="*/ 127669 w 141925"/>
              <a:gd name="csY36" fmla="*/ 42528 h 141758"/>
              <a:gd name="csX37" fmla="*/ 47927 w 141925"/>
              <a:gd name="csY37" fmla="*/ 49616 h 141758"/>
              <a:gd name="csX38" fmla="*/ 35524 w 141925"/>
              <a:gd name="csY38" fmla="*/ 62019 h 141758"/>
              <a:gd name="csX39" fmla="*/ 35524 w 141925"/>
              <a:gd name="csY39" fmla="*/ 70880 h 141758"/>
              <a:gd name="csX40" fmla="*/ 106402 w 141925"/>
              <a:gd name="csY40" fmla="*/ 70880 h 141758"/>
              <a:gd name="csX41" fmla="*/ 106402 w 141925"/>
              <a:gd name="csY41" fmla="*/ 62019 h 141758"/>
              <a:gd name="csX42" fmla="*/ 93999 w 141925"/>
              <a:gd name="csY42" fmla="*/ 49616 h 141758"/>
              <a:gd name="csX43" fmla="*/ 47927 w 141925"/>
              <a:gd name="csY43" fmla="*/ 49616 h 141758"/>
              <a:gd name="csX44" fmla="*/ 35524 w 141925"/>
              <a:gd name="csY44" fmla="*/ 120294 h 141758"/>
              <a:gd name="csX45" fmla="*/ 35524 w 141925"/>
              <a:gd name="csY45" fmla="*/ 136443 h 141758"/>
              <a:gd name="csX46" fmla="*/ 40832 w 141925"/>
              <a:gd name="csY46" fmla="*/ 141759 h 141758"/>
              <a:gd name="csX47" fmla="*/ 101094 w 141925"/>
              <a:gd name="csY47" fmla="*/ 141759 h 141758"/>
              <a:gd name="csX48" fmla="*/ 106402 w 141925"/>
              <a:gd name="csY48" fmla="*/ 136443 h 141758"/>
              <a:gd name="csX49" fmla="*/ 106402 w 141925"/>
              <a:gd name="csY49" fmla="*/ 120294 h 141758"/>
              <a:gd name="csX50" fmla="*/ 103680 w 141925"/>
              <a:gd name="csY50" fmla="*/ 120495 h 141758"/>
              <a:gd name="csX51" fmla="*/ 38246 w 141925"/>
              <a:gd name="csY51" fmla="*/ 120495 h 141758"/>
              <a:gd name="csX52" fmla="*/ 35524 w 141925"/>
              <a:gd name="csY52" fmla="*/ 120294 h 141758"/>
            </a:gdLst>
            <a:ahLst/>
            <a:cxnLst/>
            <a:rect l="l" t="t" r="r" b="b"/>
            <a:pathLst>
              <a:path w="100000" h="100000">
                <a:moveTo>
                  <a:pt x="50000" y="59"/>
                </a:moveTo>
                <a:cubicBezTo>
                  <a:pt x="41741" y="59"/>
                  <a:pt x="35016" y="6778"/>
                  <a:pt x="35016" y="15041"/>
                </a:cubicBezTo>
                <a:cubicBezTo>
                  <a:pt x="35016" y="23304"/>
                  <a:pt x="41741" y="30024"/>
                  <a:pt x="50000" y="30024"/>
                </a:cubicBezTo>
                <a:cubicBezTo>
                  <a:pt x="58260" y="30024"/>
                  <a:pt x="64985" y="23304"/>
                  <a:pt x="64985" y="15041"/>
                </a:cubicBezTo>
                <a:cubicBezTo>
                  <a:pt x="64985" y="6778"/>
                  <a:pt x="58260" y="59"/>
                  <a:pt x="50000" y="59"/>
                </a:cubicBezTo>
                <a:close/>
                <a:moveTo>
                  <a:pt x="89955" y="30024"/>
                </a:moveTo>
                <a:cubicBezTo>
                  <a:pt x="85831" y="30024"/>
                  <a:pt x="82463" y="33385"/>
                  <a:pt x="82463" y="37515"/>
                </a:cubicBezTo>
                <a:cubicBezTo>
                  <a:pt x="82463" y="40274"/>
                  <a:pt x="83985" y="42663"/>
                  <a:pt x="86215" y="43962"/>
                </a:cubicBezTo>
                <a:lnTo>
                  <a:pt x="86215" y="54994"/>
                </a:lnTo>
                <a:lnTo>
                  <a:pt x="3800" y="54994"/>
                </a:lnTo>
                <a:cubicBezTo>
                  <a:pt x="3309" y="54987"/>
                  <a:pt x="2805" y="55079"/>
                  <a:pt x="2350" y="55264"/>
                </a:cubicBezTo>
                <a:cubicBezTo>
                  <a:pt x="1894" y="55449"/>
                  <a:pt x="1475" y="55724"/>
                  <a:pt x="1115" y="56073"/>
                </a:cubicBezTo>
                <a:cubicBezTo>
                  <a:pt x="767" y="56422"/>
                  <a:pt x="479" y="56837"/>
                  <a:pt x="287" y="57294"/>
                </a:cubicBezTo>
                <a:cubicBezTo>
                  <a:pt x="96" y="57752"/>
                  <a:pt x="0" y="58244"/>
                  <a:pt x="0" y="58740"/>
                </a:cubicBezTo>
                <a:cubicBezTo>
                  <a:pt x="0" y="59236"/>
                  <a:pt x="96" y="59728"/>
                  <a:pt x="287" y="60186"/>
                </a:cubicBezTo>
                <a:cubicBezTo>
                  <a:pt x="479" y="60644"/>
                  <a:pt x="767" y="61059"/>
                  <a:pt x="1115" y="61408"/>
                </a:cubicBezTo>
                <a:cubicBezTo>
                  <a:pt x="1475" y="61757"/>
                  <a:pt x="1894" y="62031"/>
                  <a:pt x="2350" y="62216"/>
                </a:cubicBezTo>
                <a:cubicBezTo>
                  <a:pt x="2805" y="62402"/>
                  <a:pt x="3309" y="62493"/>
                  <a:pt x="3800" y="62485"/>
                </a:cubicBezTo>
                <a:lnTo>
                  <a:pt x="8691" y="62485"/>
                </a:lnTo>
                <a:lnTo>
                  <a:pt x="12072" y="70235"/>
                </a:lnTo>
                <a:cubicBezTo>
                  <a:pt x="14661" y="76145"/>
                  <a:pt x="20499" y="79966"/>
                  <a:pt x="26948" y="79966"/>
                </a:cubicBezTo>
                <a:lnTo>
                  <a:pt x="73053" y="79966"/>
                </a:lnTo>
                <a:cubicBezTo>
                  <a:pt x="79502" y="79966"/>
                  <a:pt x="85339" y="76148"/>
                  <a:pt x="87930" y="70240"/>
                </a:cubicBezTo>
                <a:lnTo>
                  <a:pt x="91321" y="62485"/>
                </a:lnTo>
                <a:lnTo>
                  <a:pt x="96201" y="62485"/>
                </a:lnTo>
                <a:cubicBezTo>
                  <a:pt x="96704" y="62493"/>
                  <a:pt x="97196" y="62402"/>
                  <a:pt x="97651" y="62216"/>
                </a:cubicBezTo>
                <a:cubicBezTo>
                  <a:pt x="98119" y="62031"/>
                  <a:pt x="98538" y="61757"/>
                  <a:pt x="98886" y="61408"/>
                </a:cubicBezTo>
                <a:cubicBezTo>
                  <a:pt x="99245" y="61059"/>
                  <a:pt x="99521" y="60644"/>
                  <a:pt x="99713" y="60186"/>
                </a:cubicBezTo>
                <a:cubicBezTo>
                  <a:pt x="99905" y="59728"/>
                  <a:pt x="100001" y="59236"/>
                  <a:pt x="100001" y="58740"/>
                </a:cubicBezTo>
                <a:cubicBezTo>
                  <a:pt x="100001" y="58244"/>
                  <a:pt x="99905" y="57752"/>
                  <a:pt x="99713" y="57294"/>
                </a:cubicBezTo>
                <a:cubicBezTo>
                  <a:pt x="99521" y="56837"/>
                  <a:pt x="99245" y="56422"/>
                  <a:pt x="98886" y="56073"/>
                </a:cubicBezTo>
                <a:cubicBezTo>
                  <a:pt x="98538" y="55724"/>
                  <a:pt x="98119" y="55449"/>
                  <a:pt x="97651" y="55264"/>
                </a:cubicBezTo>
                <a:cubicBezTo>
                  <a:pt x="97196" y="55079"/>
                  <a:pt x="96704" y="54987"/>
                  <a:pt x="96201" y="54994"/>
                </a:cubicBezTo>
                <a:lnTo>
                  <a:pt x="93707" y="54994"/>
                </a:lnTo>
                <a:lnTo>
                  <a:pt x="93707" y="43962"/>
                </a:lnTo>
                <a:cubicBezTo>
                  <a:pt x="95937" y="42663"/>
                  <a:pt x="97447" y="40274"/>
                  <a:pt x="97447" y="37515"/>
                </a:cubicBezTo>
                <a:cubicBezTo>
                  <a:pt x="97447" y="33385"/>
                  <a:pt x="94091" y="30024"/>
                  <a:pt x="89955" y="30024"/>
                </a:cubicBezTo>
                <a:close/>
                <a:moveTo>
                  <a:pt x="33769" y="35018"/>
                </a:moveTo>
                <a:cubicBezTo>
                  <a:pt x="28950" y="35018"/>
                  <a:pt x="25030" y="38938"/>
                  <a:pt x="25030" y="43757"/>
                </a:cubicBezTo>
                <a:lnTo>
                  <a:pt x="25030" y="50001"/>
                </a:lnTo>
                <a:lnTo>
                  <a:pt x="74971" y="50001"/>
                </a:lnTo>
                <a:lnTo>
                  <a:pt x="74971" y="43757"/>
                </a:lnTo>
                <a:cubicBezTo>
                  <a:pt x="74971" y="38938"/>
                  <a:pt x="71051" y="35018"/>
                  <a:pt x="66231" y="35018"/>
                </a:cubicBezTo>
                <a:lnTo>
                  <a:pt x="33769" y="35018"/>
                </a:lnTo>
                <a:close/>
                <a:moveTo>
                  <a:pt x="25030" y="84818"/>
                </a:moveTo>
                <a:lnTo>
                  <a:pt x="25030" y="96196"/>
                </a:lnTo>
                <a:cubicBezTo>
                  <a:pt x="25030" y="98264"/>
                  <a:pt x="26708" y="99942"/>
                  <a:pt x="28770" y="99942"/>
                </a:cubicBezTo>
                <a:lnTo>
                  <a:pt x="71231" y="99942"/>
                </a:lnTo>
                <a:cubicBezTo>
                  <a:pt x="73304" y="99942"/>
                  <a:pt x="74971" y="98264"/>
                  <a:pt x="74971" y="96196"/>
                </a:cubicBezTo>
                <a:lnTo>
                  <a:pt x="74971" y="84818"/>
                </a:lnTo>
                <a:cubicBezTo>
                  <a:pt x="74335" y="84878"/>
                  <a:pt x="73699" y="84959"/>
                  <a:pt x="73053" y="84959"/>
                </a:cubicBezTo>
                <a:lnTo>
                  <a:pt x="26948" y="84959"/>
                </a:lnTo>
                <a:cubicBezTo>
                  <a:pt x="26301" y="84959"/>
                  <a:pt x="25666" y="84878"/>
                  <a:pt x="25030" y="8481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8" name="Чёрный — SVG 11">
            <a:extLst>
              <a:ext uri="{FF2B5EF4-FFF2-40B4-BE49-F238E27FC236}">
                <a16:creationId xmlns:a16="http://schemas.microsoft.com/office/drawing/2014/main" id="{DB0F456D-3FBE-1347-AAB6-6D99B790D468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31900 w 120505"/>
              <a:gd name="csY0" fmla="*/ 56703 h 148847"/>
              <a:gd name="csX1" fmla="*/ 23768 w 120505"/>
              <a:gd name="csY1" fmla="*/ 58323 h 148847"/>
              <a:gd name="csX2" fmla="*/ 16860 w 120505"/>
              <a:gd name="csY2" fmla="*/ 62931 h 148847"/>
              <a:gd name="csX3" fmla="*/ 12250 w 120505"/>
              <a:gd name="csY3" fmla="*/ 69831 h 148847"/>
              <a:gd name="csX4" fmla="*/ 10633 w 120505"/>
              <a:gd name="csY4" fmla="*/ 77967 h 148847"/>
              <a:gd name="csX5" fmla="*/ 12250 w 120505"/>
              <a:gd name="csY5" fmla="*/ 86105 h 148847"/>
              <a:gd name="csX6" fmla="*/ 16860 w 120505"/>
              <a:gd name="csY6" fmla="*/ 93003 h 148847"/>
              <a:gd name="csX7" fmla="*/ 23768 w 120505"/>
              <a:gd name="csY7" fmla="*/ 97613 h 148847"/>
              <a:gd name="csX8" fmla="*/ 31900 w 120505"/>
              <a:gd name="csY8" fmla="*/ 99231 h 148847"/>
              <a:gd name="csX9" fmla="*/ 40033 w 120505"/>
              <a:gd name="csY9" fmla="*/ 97613 h 148847"/>
              <a:gd name="csX10" fmla="*/ 46940 w 120505"/>
              <a:gd name="csY10" fmla="*/ 93003 h 148847"/>
              <a:gd name="csX11" fmla="*/ 51551 w 120505"/>
              <a:gd name="csY11" fmla="*/ 86105 h 148847"/>
              <a:gd name="csX12" fmla="*/ 53167 w 120505"/>
              <a:gd name="csY12" fmla="*/ 77967 h 148847"/>
              <a:gd name="csX13" fmla="*/ 51551 w 120505"/>
              <a:gd name="csY13" fmla="*/ 69831 h 148847"/>
              <a:gd name="csX14" fmla="*/ 46940 w 120505"/>
              <a:gd name="csY14" fmla="*/ 62931 h 148847"/>
              <a:gd name="csX15" fmla="*/ 40033 w 120505"/>
              <a:gd name="csY15" fmla="*/ 58323 h 148847"/>
              <a:gd name="csX16" fmla="*/ 31900 w 120505"/>
              <a:gd name="csY16" fmla="*/ 56703 h 148847"/>
              <a:gd name="csX17" fmla="*/ 31900 w 120505"/>
              <a:gd name="csY17" fmla="*/ 148847 h 148847"/>
              <a:gd name="csX18" fmla="*/ 0 w 120505"/>
              <a:gd name="csY18" fmla="*/ 127583 h 148847"/>
              <a:gd name="csX19" fmla="*/ 0 w 120505"/>
              <a:gd name="csY19" fmla="*/ 118724 h 148847"/>
              <a:gd name="csX20" fmla="*/ 12403 w 120505"/>
              <a:gd name="csY20" fmla="*/ 106319 h 148847"/>
              <a:gd name="csX21" fmla="*/ 51397 w 120505"/>
              <a:gd name="csY21" fmla="*/ 106319 h 148847"/>
              <a:gd name="csX22" fmla="*/ 63800 w 120505"/>
              <a:gd name="csY22" fmla="*/ 118724 h 148847"/>
              <a:gd name="csX23" fmla="*/ 63800 w 120505"/>
              <a:gd name="csY23" fmla="*/ 127583 h 148847"/>
              <a:gd name="csX24" fmla="*/ 31900 w 120505"/>
              <a:gd name="csY24" fmla="*/ 148847 h 148847"/>
              <a:gd name="csX25" fmla="*/ 97470 w 120505"/>
              <a:gd name="csY25" fmla="*/ 0 h 148847"/>
              <a:gd name="csX26" fmla="*/ 62031 w 120505"/>
              <a:gd name="csY26" fmla="*/ 0 h 148847"/>
              <a:gd name="csX27" fmla="*/ 38995 w 120505"/>
              <a:gd name="csY27" fmla="*/ 23036 h 148847"/>
              <a:gd name="csX28" fmla="*/ 62031 w 120505"/>
              <a:gd name="csY28" fmla="*/ 46071 h 148847"/>
              <a:gd name="csX29" fmla="*/ 97470 w 120505"/>
              <a:gd name="csY29" fmla="*/ 46071 h 148847"/>
              <a:gd name="csX30" fmla="*/ 120506 w 120505"/>
              <a:gd name="csY30" fmla="*/ 23036 h 148847"/>
              <a:gd name="csX31" fmla="*/ 97470 w 120505"/>
              <a:gd name="csY31" fmla="*/ 0 h 148847"/>
              <a:gd name="csX32" fmla="*/ 62031 w 120505"/>
              <a:gd name="csY32" fmla="*/ 28352 h 148847"/>
              <a:gd name="csX33" fmla="*/ 56706 w 120505"/>
              <a:gd name="csY33" fmla="*/ 23036 h 148847"/>
              <a:gd name="csX34" fmla="*/ 62031 w 120505"/>
              <a:gd name="csY34" fmla="*/ 17720 h 148847"/>
              <a:gd name="csX35" fmla="*/ 67339 w 120505"/>
              <a:gd name="csY35" fmla="*/ 23036 h 148847"/>
              <a:gd name="csX36" fmla="*/ 62031 w 120505"/>
              <a:gd name="csY36" fmla="*/ 28352 h 148847"/>
              <a:gd name="csX37" fmla="*/ 79742 w 120505"/>
              <a:gd name="csY37" fmla="*/ 28352 h 148847"/>
              <a:gd name="csX38" fmla="*/ 74434 w 120505"/>
              <a:gd name="csY38" fmla="*/ 23036 h 148847"/>
              <a:gd name="csX39" fmla="*/ 79742 w 120505"/>
              <a:gd name="csY39" fmla="*/ 17720 h 148847"/>
              <a:gd name="csX40" fmla="*/ 85067 w 120505"/>
              <a:gd name="csY40" fmla="*/ 23036 h 148847"/>
              <a:gd name="csX41" fmla="*/ 79742 w 120505"/>
              <a:gd name="csY41" fmla="*/ 28352 h 148847"/>
              <a:gd name="csX42" fmla="*/ 97470 w 120505"/>
              <a:gd name="csY42" fmla="*/ 28352 h 148847"/>
              <a:gd name="csX43" fmla="*/ 92162 w 120505"/>
              <a:gd name="csY43" fmla="*/ 23036 h 148847"/>
              <a:gd name="csX44" fmla="*/ 97470 w 120505"/>
              <a:gd name="csY44" fmla="*/ 17720 h 148847"/>
              <a:gd name="csX45" fmla="*/ 102795 w 120505"/>
              <a:gd name="csY45" fmla="*/ 23036 h 148847"/>
              <a:gd name="csX46" fmla="*/ 97470 w 120505"/>
              <a:gd name="csY46" fmla="*/ 28352 h 148847"/>
              <a:gd name="csX47" fmla="*/ 92162 w 120505"/>
              <a:gd name="csY47" fmla="*/ 60248 h 148847"/>
              <a:gd name="csX48" fmla="*/ 87143 w 120505"/>
              <a:gd name="csY48" fmla="*/ 62324 h 148847"/>
              <a:gd name="csX49" fmla="*/ 85067 w 120505"/>
              <a:gd name="csY49" fmla="*/ 67335 h 148847"/>
              <a:gd name="csX50" fmla="*/ 87143 w 120505"/>
              <a:gd name="csY50" fmla="*/ 72348 h 148847"/>
              <a:gd name="csX51" fmla="*/ 92162 w 120505"/>
              <a:gd name="csY51" fmla="*/ 74424 h 148847"/>
              <a:gd name="csX52" fmla="*/ 97164 w 120505"/>
              <a:gd name="csY52" fmla="*/ 72348 h 148847"/>
              <a:gd name="csX53" fmla="*/ 99239 w 120505"/>
              <a:gd name="csY53" fmla="*/ 67335 h 148847"/>
              <a:gd name="csX54" fmla="*/ 97164 w 120505"/>
              <a:gd name="csY54" fmla="*/ 62324 h 148847"/>
              <a:gd name="csX55" fmla="*/ 92162 w 120505"/>
              <a:gd name="csY55" fmla="*/ 60248 h 148847"/>
              <a:gd name="csX56" fmla="*/ 72664 w 120505"/>
              <a:gd name="csY56" fmla="*/ 74424 h 148847"/>
              <a:gd name="csX57" fmla="*/ 68904 w 120505"/>
              <a:gd name="csY57" fmla="*/ 75980 h 148847"/>
              <a:gd name="csX58" fmla="*/ 67339 w 120505"/>
              <a:gd name="csY58" fmla="*/ 79740 h 148847"/>
              <a:gd name="csX59" fmla="*/ 68904 w 120505"/>
              <a:gd name="csY59" fmla="*/ 83499 h 148847"/>
              <a:gd name="csX60" fmla="*/ 72664 w 120505"/>
              <a:gd name="csY60" fmla="*/ 85056 h 148847"/>
              <a:gd name="csX61" fmla="*/ 76424 w 120505"/>
              <a:gd name="csY61" fmla="*/ 83499 h 148847"/>
              <a:gd name="csX62" fmla="*/ 77972 w 120505"/>
              <a:gd name="csY62" fmla="*/ 79740 h 148847"/>
              <a:gd name="csX63" fmla="*/ 76424 w 120505"/>
              <a:gd name="csY63" fmla="*/ 75980 h 148847"/>
              <a:gd name="csX64" fmla="*/ 72664 w 120505"/>
              <a:gd name="csY64" fmla="*/ 74424 h 148847"/>
            </a:gdLst>
            <a:ahLst/>
            <a:cxnLst/>
            <a:rect l="l" t="t" r="r" b="b"/>
            <a:pathLst>
              <a:path w="100000" h="100000">
                <a:moveTo>
                  <a:pt x="30952" y="38095"/>
                </a:moveTo>
                <a:cubicBezTo>
                  <a:pt x="29078" y="38095"/>
                  <a:pt x="27215" y="38465"/>
                  <a:pt x="25489" y="39183"/>
                </a:cubicBezTo>
                <a:cubicBezTo>
                  <a:pt x="23751" y="39901"/>
                  <a:pt x="22174" y="40953"/>
                  <a:pt x="20848" y="42279"/>
                </a:cubicBezTo>
                <a:cubicBezTo>
                  <a:pt x="19522" y="43606"/>
                  <a:pt x="18470" y="45181"/>
                  <a:pt x="17750" y="46915"/>
                </a:cubicBezTo>
                <a:cubicBezTo>
                  <a:pt x="17030" y="48647"/>
                  <a:pt x="16664" y="50506"/>
                  <a:pt x="16664" y="52381"/>
                </a:cubicBezTo>
                <a:cubicBezTo>
                  <a:pt x="16664" y="54257"/>
                  <a:pt x="17030" y="56114"/>
                  <a:pt x="17750" y="57848"/>
                </a:cubicBezTo>
                <a:cubicBezTo>
                  <a:pt x="18470" y="59581"/>
                  <a:pt x="19522" y="61155"/>
                  <a:pt x="20848" y="62482"/>
                </a:cubicBezTo>
                <a:cubicBezTo>
                  <a:pt x="22174" y="63809"/>
                  <a:pt x="23751" y="64862"/>
                  <a:pt x="25489" y="65579"/>
                </a:cubicBezTo>
                <a:cubicBezTo>
                  <a:pt x="27215" y="66297"/>
                  <a:pt x="29078" y="66666"/>
                  <a:pt x="30952" y="66666"/>
                </a:cubicBezTo>
                <a:cubicBezTo>
                  <a:pt x="32826" y="66666"/>
                  <a:pt x="34690" y="66297"/>
                  <a:pt x="36416" y="65579"/>
                </a:cubicBezTo>
                <a:cubicBezTo>
                  <a:pt x="38153" y="64862"/>
                  <a:pt x="39731" y="63809"/>
                  <a:pt x="41056" y="62482"/>
                </a:cubicBezTo>
                <a:cubicBezTo>
                  <a:pt x="42382" y="61155"/>
                  <a:pt x="43434" y="59581"/>
                  <a:pt x="44154" y="57848"/>
                </a:cubicBezTo>
                <a:cubicBezTo>
                  <a:pt x="44874" y="56114"/>
                  <a:pt x="45240" y="54257"/>
                  <a:pt x="45240" y="52381"/>
                </a:cubicBezTo>
                <a:cubicBezTo>
                  <a:pt x="45240" y="50506"/>
                  <a:pt x="44874" y="48647"/>
                  <a:pt x="44154" y="46915"/>
                </a:cubicBezTo>
                <a:cubicBezTo>
                  <a:pt x="43434" y="45181"/>
                  <a:pt x="42382" y="43606"/>
                  <a:pt x="41056" y="42279"/>
                </a:cubicBezTo>
                <a:cubicBezTo>
                  <a:pt x="39731" y="40953"/>
                  <a:pt x="38153" y="39901"/>
                  <a:pt x="36416" y="39183"/>
                </a:cubicBezTo>
                <a:cubicBezTo>
                  <a:pt x="34690" y="38465"/>
                  <a:pt x="32826" y="38095"/>
                  <a:pt x="30952" y="38095"/>
                </a:cubicBezTo>
                <a:close/>
                <a:moveTo>
                  <a:pt x="30952" y="100000"/>
                </a:moveTo>
                <a:cubicBezTo>
                  <a:pt x="18939" y="100000"/>
                  <a:pt x="9521" y="93724"/>
                  <a:pt x="9521" y="85714"/>
                </a:cubicBezTo>
                <a:lnTo>
                  <a:pt x="9521" y="79762"/>
                </a:lnTo>
                <a:cubicBezTo>
                  <a:pt x="9521" y="75167"/>
                  <a:pt x="13258" y="71428"/>
                  <a:pt x="17853" y="71428"/>
                </a:cubicBezTo>
                <a:lnTo>
                  <a:pt x="44051" y="71428"/>
                </a:lnTo>
                <a:cubicBezTo>
                  <a:pt x="48646" y="71428"/>
                  <a:pt x="52383" y="75167"/>
                  <a:pt x="52383" y="79762"/>
                </a:cubicBezTo>
                <a:lnTo>
                  <a:pt x="52383" y="85714"/>
                </a:lnTo>
                <a:cubicBezTo>
                  <a:pt x="52383" y="93724"/>
                  <a:pt x="42965" y="100000"/>
                  <a:pt x="30952" y="100000"/>
                </a:cubicBezTo>
                <a:close/>
                <a:moveTo>
                  <a:pt x="75004" y="0"/>
                </a:moveTo>
                <a:lnTo>
                  <a:pt x="51195" y="0"/>
                </a:lnTo>
                <a:cubicBezTo>
                  <a:pt x="42657" y="0"/>
                  <a:pt x="35719" y="6943"/>
                  <a:pt x="35719" y="15476"/>
                </a:cubicBezTo>
                <a:cubicBezTo>
                  <a:pt x="35719" y="24009"/>
                  <a:pt x="42657" y="30952"/>
                  <a:pt x="51195" y="30952"/>
                </a:cubicBezTo>
                <a:lnTo>
                  <a:pt x="75004" y="30952"/>
                </a:lnTo>
                <a:cubicBezTo>
                  <a:pt x="83542" y="30952"/>
                  <a:pt x="90480" y="24009"/>
                  <a:pt x="90480" y="15476"/>
                </a:cubicBezTo>
                <a:cubicBezTo>
                  <a:pt x="90480" y="6943"/>
                  <a:pt x="83542" y="0"/>
                  <a:pt x="75004" y="0"/>
                </a:cubicBezTo>
                <a:close/>
                <a:moveTo>
                  <a:pt x="51195" y="19048"/>
                </a:moveTo>
                <a:cubicBezTo>
                  <a:pt x="49218" y="19048"/>
                  <a:pt x="47617" y="17448"/>
                  <a:pt x="47617" y="15476"/>
                </a:cubicBezTo>
                <a:cubicBezTo>
                  <a:pt x="47617" y="13505"/>
                  <a:pt x="49218" y="11905"/>
                  <a:pt x="51195" y="11905"/>
                </a:cubicBezTo>
                <a:cubicBezTo>
                  <a:pt x="53161" y="11905"/>
                  <a:pt x="54761" y="13505"/>
                  <a:pt x="54761" y="15476"/>
                </a:cubicBezTo>
                <a:cubicBezTo>
                  <a:pt x="54761" y="17448"/>
                  <a:pt x="53161" y="19048"/>
                  <a:pt x="51195" y="19048"/>
                </a:cubicBezTo>
                <a:close/>
                <a:moveTo>
                  <a:pt x="63094" y="19048"/>
                </a:moveTo>
                <a:cubicBezTo>
                  <a:pt x="61128" y="19048"/>
                  <a:pt x="59528" y="17448"/>
                  <a:pt x="59528" y="15476"/>
                </a:cubicBezTo>
                <a:cubicBezTo>
                  <a:pt x="59528" y="13505"/>
                  <a:pt x="61128" y="11905"/>
                  <a:pt x="63094" y="11905"/>
                </a:cubicBezTo>
                <a:cubicBezTo>
                  <a:pt x="65071" y="11905"/>
                  <a:pt x="66671" y="13505"/>
                  <a:pt x="66671" y="15476"/>
                </a:cubicBezTo>
                <a:cubicBezTo>
                  <a:pt x="66671" y="17448"/>
                  <a:pt x="65071" y="19048"/>
                  <a:pt x="63094" y="19048"/>
                </a:cubicBezTo>
                <a:close/>
                <a:moveTo>
                  <a:pt x="75004" y="19048"/>
                </a:moveTo>
                <a:cubicBezTo>
                  <a:pt x="73037" y="19048"/>
                  <a:pt x="71438" y="17448"/>
                  <a:pt x="71438" y="15476"/>
                </a:cubicBezTo>
                <a:cubicBezTo>
                  <a:pt x="71438" y="13505"/>
                  <a:pt x="73037" y="11905"/>
                  <a:pt x="75004" y="11905"/>
                </a:cubicBezTo>
                <a:cubicBezTo>
                  <a:pt x="76981" y="11905"/>
                  <a:pt x="78581" y="13505"/>
                  <a:pt x="78581" y="15476"/>
                </a:cubicBezTo>
                <a:cubicBezTo>
                  <a:pt x="78581" y="17448"/>
                  <a:pt x="76981" y="19048"/>
                  <a:pt x="75004" y="19048"/>
                </a:cubicBezTo>
                <a:close/>
                <a:moveTo>
                  <a:pt x="71438" y="40476"/>
                </a:moveTo>
                <a:cubicBezTo>
                  <a:pt x="70169" y="40476"/>
                  <a:pt x="68957" y="40978"/>
                  <a:pt x="68066" y="41871"/>
                </a:cubicBezTo>
                <a:cubicBezTo>
                  <a:pt x="67174" y="42763"/>
                  <a:pt x="66671" y="43975"/>
                  <a:pt x="66671" y="45238"/>
                </a:cubicBezTo>
                <a:cubicBezTo>
                  <a:pt x="66671" y="46501"/>
                  <a:pt x="67174" y="47712"/>
                  <a:pt x="68066" y="48606"/>
                </a:cubicBezTo>
                <a:cubicBezTo>
                  <a:pt x="68957" y="49498"/>
                  <a:pt x="70169" y="50000"/>
                  <a:pt x="71438" y="50000"/>
                </a:cubicBezTo>
                <a:cubicBezTo>
                  <a:pt x="72695" y="50000"/>
                  <a:pt x="73906" y="49498"/>
                  <a:pt x="74798" y="48606"/>
                </a:cubicBezTo>
                <a:cubicBezTo>
                  <a:pt x="75690" y="47712"/>
                  <a:pt x="76192" y="46501"/>
                  <a:pt x="76192" y="45238"/>
                </a:cubicBezTo>
                <a:cubicBezTo>
                  <a:pt x="76192" y="43975"/>
                  <a:pt x="75690" y="42763"/>
                  <a:pt x="74798" y="41871"/>
                </a:cubicBezTo>
                <a:cubicBezTo>
                  <a:pt x="73906" y="40978"/>
                  <a:pt x="72695" y="40476"/>
                  <a:pt x="71438" y="40476"/>
                </a:cubicBezTo>
                <a:close/>
                <a:moveTo>
                  <a:pt x="58338" y="50000"/>
                </a:moveTo>
                <a:cubicBezTo>
                  <a:pt x="57390" y="50000"/>
                  <a:pt x="56475" y="50376"/>
                  <a:pt x="55812" y="51046"/>
                </a:cubicBezTo>
                <a:cubicBezTo>
                  <a:pt x="55138" y="51716"/>
                  <a:pt x="54761" y="52624"/>
                  <a:pt x="54761" y="53572"/>
                </a:cubicBezTo>
                <a:cubicBezTo>
                  <a:pt x="54761" y="54519"/>
                  <a:pt x="55138" y="55427"/>
                  <a:pt x="55812" y="56097"/>
                </a:cubicBezTo>
                <a:cubicBezTo>
                  <a:pt x="56475" y="56767"/>
                  <a:pt x="57390" y="57143"/>
                  <a:pt x="58338" y="57143"/>
                </a:cubicBezTo>
                <a:cubicBezTo>
                  <a:pt x="59287" y="57143"/>
                  <a:pt x="60190" y="56767"/>
                  <a:pt x="60865" y="56097"/>
                </a:cubicBezTo>
                <a:cubicBezTo>
                  <a:pt x="61528" y="55427"/>
                  <a:pt x="61905" y="54519"/>
                  <a:pt x="61905" y="53572"/>
                </a:cubicBezTo>
                <a:cubicBezTo>
                  <a:pt x="61905" y="52624"/>
                  <a:pt x="61528" y="51716"/>
                  <a:pt x="60865" y="51046"/>
                </a:cubicBezTo>
                <a:cubicBezTo>
                  <a:pt x="60190" y="50376"/>
                  <a:pt x="59287" y="50000"/>
                  <a:pt x="58338" y="500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19" name="Чёрный — SVG 12">
            <a:extLst>
              <a:ext uri="{FF2B5EF4-FFF2-40B4-BE49-F238E27FC236}">
                <a16:creationId xmlns:a16="http://schemas.microsoft.com/office/drawing/2014/main" id="{EC677964-CA31-0642-91DD-4EE761896C72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70895 w 141772"/>
              <a:gd name="csY0" fmla="*/ 0 h 131126"/>
              <a:gd name="csX1" fmla="*/ 60857 w 141772"/>
              <a:gd name="csY1" fmla="*/ 4152 h 131126"/>
              <a:gd name="csX2" fmla="*/ 56706 w 141772"/>
              <a:gd name="csY2" fmla="*/ 14175 h 131126"/>
              <a:gd name="csX3" fmla="*/ 60857 w 141772"/>
              <a:gd name="csY3" fmla="*/ 24200 h 131126"/>
              <a:gd name="csX4" fmla="*/ 70895 w 141772"/>
              <a:gd name="csY4" fmla="*/ 28352 h 131126"/>
              <a:gd name="csX5" fmla="*/ 80916 w 141772"/>
              <a:gd name="csY5" fmla="*/ 24200 h 131126"/>
              <a:gd name="csX6" fmla="*/ 85067 w 141772"/>
              <a:gd name="csY6" fmla="*/ 14175 h 131126"/>
              <a:gd name="csX7" fmla="*/ 80916 w 141772"/>
              <a:gd name="csY7" fmla="*/ 4152 h 131126"/>
              <a:gd name="csX8" fmla="*/ 70895 w 141772"/>
              <a:gd name="csY8" fmla="*/ 0 h 131126"/>
              <a:gd name="csX9" fmla="*/ 14172 w 141772"/>
              <a:gd name="csY9" fmla="*/ 7089 h 131126"/>
              <a:gd name="csX10" fmla="*/ 4151 w 141772"/>
              <a:gd name="csY10" fmla="*/ 11239 h 131126"/>
              <a:gd name="csX11" fmla="*/ 0 w 141772"/>
              <a:gd name="csY11" fmla="*/ 21264 h 131126"/>
              <a:gd name="csX12" fmla="*/ 4151 w 141772"/>
              <a:gd name="csY12" fmla="*/ 31289 h 131126"/>
              <a:gd name="csX13" fmla="*/ 14172 w 141772"/>
              <a:gd name="csY13" fmla="*/ 35439 h 131126"/>
              <a:gd name="csX14" fmla="*/ 24210 w 141772"/>
              <a:gd name="csY14" fmla="*/ 31289 h 131126"/>
              <a:gd name="csX15" fmla="*/ 28361 w 141772"/>
              <a:gd name="csY15" fmla="*/ 21264 h 131126"/>
              <a:gd name="csX16" fmla="*/ 24210 w 141772"/>
              <a:gd name="csY16" fmla="*/ 11239 h 131126"/>
              <a:gd name="csX17" fmla="*/ 14172 w 141772"/>
              <a:gd name="csY17" fmla="*/ 7089 h 131126"/>
              <a:gd name="csX18" fmla="*/ 127601 w 141772"/>
              <a:gd name="csY18" fmla="*/ 7089 h 131126"/>
              <a:gd name="csX19" fmla="*/ 117580 w 141772"/>
              <a:gd name="csY19" fmla="*/ 11239 h 131126"/>
              <a:gd name="csX20" fmla="*/ 113428 w 141772"/>
              <a:gd name="csY20" fmla="*/ 21264 h 131126"/>
              <a:gd name="csX21" fmla="*/ 117580 w 141772"/>
              <a:gd name="csY21" fmla="*/ 31289 h 131126"/>
              <a:gd name="csX22" fmla="*/ 127601 w 141772"/>
              <a:gd name="csY22" fmla="*/ 35439 h 131126"/>
              <a:gd name="csX23" fmla="*/ 137621 w 141772"/>
              <a:gd name="csY23" fmla="*/ 31289 h 131126"/>
              <a:gd name="csX24" fmla="*/ 141773 w 141772"/>
              <a:gd name="csY24" fmla="*/ 21264 h 131126"/>
              <a:gd name="csX25" fmla="*/ 137621 w 141772"/>
              <a:gd name="csY25" fmla="*/ 11239 h 131126"/>
              <a:gd name="csX26" fmla="*/ 127601 w 141772"/>
              <a:gd name="csY26" fmla="*/ 7089 h 131126"/>
              <a:gd name="csX27" fmla="*/ 70895 w 141772"/>
              <a:gd name="csY27" fmla="*/ 38984 h 131126"/>
              <a:gd name="csX28" fmla="*/ 49628 w 141772"/>
              <a:gd name="csY28" fmla="*/ 60248 h 131126"/>
              <a:gd name="csX29" fmla="*/ 49628 w 141772"/>
              <a:gd name="csY29" fmla="*/ 70880 h 131126"/>
              <a:gd name="csX30" fmla="*/ 40764 w 141772"/>
              <a:gd name="csY30" fmla="*/ 70880 h 131126"/>
              <a:gd name="csX31" fmla="*/ 38706 w 141772"/>
              <a:gd name="csY31" fmla="*/ 71263 h 131126"/>
              <a:gd name="csX32" fmla="*/ 36953 w 141772"/>
              <a:gd name="csY32" fmla="*/ 72409 h 131126"/>
              <a:gd name="csX33" fmla="*/ 35779 w 141772"/>
              <a:gd name="csY33" fmla="*/ 74143 h 131126"/>
              <a:gd name="csX34" fmla="*/ 35371 w 141772"/>
              <a:gd name="csY34" fmla="*/ 76196 h 131126"/>
              <a:gd name="csX35" fmla="*/ 35779 w 141772"/>
              <a:gd name="csY35" fmla="*/ 78248 h 131126"/>
              <a:gd name="csX36" fmla="*/ 36953 w 141772"/>
              <a:gd name="csY36" fmla="*/ 79981 h 131126"/>
              <a:gd name="csX37" fmla="*/ 38706 w 141772"/>
              <a:gd name="csY37" fmla="*/ 81129 h 131126"/>
              <a:gd name="csX38" fmla="*/ 40764 w 141772"/>
              <a:gd name="csY38" fmla="*/ 81512 h 131126"/>
              <a:gd name="csX39" fmla="*/ 101009 w 141772"/>
              <a:gd name="csY39" fmla="*/ 81512 h 131126"/>
              <a:gd name="csX40" fmla="*/ 103067 w 141772"/>
              <a:gd name="csY40" fmla="*/ 81129 h 131126"/>
              <a:gd name="csX41" fmla="*/ 104820 w 141772"/>
              <a:gd name="csY41" fmla="*/ 79981 h 131126"/>
              <a:gd name="csX42" fmla="*/ 105994 w 141772"/>
              <a:gd name="csY42" fmla="*/ 78248 h 131126"/>
              <a:gd name="csX43" fmla="*/ 106402 w 141772"/>
              <a:gd name="csY43" fmla="*/ 76196 h 131126"/>
              <a:gd name="csX44" fmla="*/ 105994 w 141772"/>
              <a:gd name="csY44" fmla="*/ 74143 h 131126"/>
              <a:gd name="csX45" fmla="*/ 104820 w 141772"/>
              <a:gd name="csY45" fmla="*/ 72409 h 131126"/>
              <a:gd name="csX46" fmla="*/ 103067 w 141772"/>
              <a:gd name="csY46" fmla="*/ 71263 h 131126"/>
              <a:gd name="csX47" fmla="*/ 101009 w 141772"/>
              <a:gd name="csY47" fmla="*/ 70880 h 131126"/>
              <a:gd name="csX48" fmla="*/ 92162 w 141772"/>
              <a:gd name="csY48" fmla="*/ 70880 h 131126"/>
              <a:gd name="csX49" fmla="*/ 92162 w 141772"/>
              <a:gd name="csY49" fmla="*/ 60248 h 131126"/>
              <a:gd name="csX50" fmla="*/ 70895 w 141772"/>
              <a:gd name="csY50" fmla="*/ 38984 h 131126"/>
              <a:gd name="csX51" fmla="*/ 14172 w 141772"/>
              <a:gd name="csY51" fmla="*/ 46071 h 131126"/>
              <a:gd name="csX52" fmla="*/ 0 w 141772"/>
              <a:gd name="csY52" fmla="*/ 60248 h 131126"/>
              <a:gd name="csX53" fmla="*/ 0 w 141772"/>
              <a:gd name="csY53" fmla="*/ 88599 h 131126"/>
              <a:gd name="csX54" fmla="*/ 13288 w 141772"/>
              <a:gd name="csY54" fmla="*/ 102747 h 131126"/>
              <a:gd name="csX55" fmla="*/ 37209 w 141772"/>
              <a:gd name="csY55" fmla="*/ 104547 h 131126"/>
              <a:gd name="csX56" fmla="*/ 39046 w 141772"/>
              <a:gd name="csY56" fmla="*/ 126532 h 131126"/>
              <a:gd name="csX57" fmla="*/ 44303 w 141772"/>
              <a:gd name="csY57" fmla="*/ 131127 h 131126"/>
              <a:gd name="csX58" fmla="*/ 49628 w 141772"/>
              <a:gd name="csY58" fmla="*/ 125811 h 131126"/>
              <a:gd name="csX59" fmla="*/ 49628 w 141772"/>
              <a:gd name="csY59" fmla="*/ 97460 h 131126"/>
              <a:gd name="csX60" fmla="*/ 45630 w 141772"/>
              <a:gd name="csY60" fmla="*/ 92309 h 131126"/>
              <a:gd name="csX61" fmla="*/ 28361 w 141772"/>
              <a:gd name="csY61" fmla="*/ 88621 h 131126"/>
              <a:gd name="csX62" fmla="*/ 28361 w 141772"/>
              <a:gd name="csY62" fmla="*/ 60248 h 131126"/>
              <a:gd name="csX63" fmla="*/ 14172 w 141772"/>
              <a:gd name="csY63" fmla="*/ 46071 h 131126"/>
              <a:gd name="csX64" fmla="*/ 127601 w 141772"/>
              <a:gd name="csY64" fmla="*/ 46071 h 131126"/>
              <a:gd name="csX65" fmla="*/ 113428 w 141772"/>
              <a:gd name="csY65" fmla="*/ 60248 h 131126"/>
              <a:gd name="csX66" fmla="*/ 113428 w 141772"/>
              <a:gd name="csY66" fmla="*/ 88621 h 131126"/>
              <a:gd name="csX67" fmla="*/ 96143 w 141772"/>
              <a:gd name="csY67" fmla="*/ 92309 h 131126"/>
              <a:gd name="csX68" fmla="*/ 92162 w 141772"/>
              <a:gd name="csY68" fmla="*/ 97460 h 131126"/>
              <a:gd name="csX69" fmla="*/ 92162 w 141772"/>
              <a:gd name="csY69" fmla="*/ 125811 h 131126"/>
              <a:gd name="csX70" fmla="*/ 97470 w 141772"/>
              <a:gd name="csY70" fmla="*/ 131127 h 131126"/>
              <a:gd name="csX71" fmla="*/ 102744 w 141772"/>
              <a:gd name="csY71" fmla="*/ 126532 h 131126"/>
              <a:gd name="csX72" fmla="*/ 104564 w 141772"/>
              <a:gd name="csY72" fmla="*/ 104547 h 131126"/>
              <a:gd name="csX73" fmla="*/ 128485 w 141772"/>
              <a:gd name="csY73" fmla="*/ 102747 h 131126"/>
              <a:gd name="csX74" fmla="*/ 141773 w 141772"/>
              <a:gd name="csY74" fmla="*/ 88599 h 131126"/>
              <a:gd name="csX75" fmla="*/ 141773 w 141772"/>
              <a:gd name="csY75" fmla="*/ 60248 h 131126"/>
              <a:gd name="csX76" fmla="*/ 127601 w 141772"/>
              <a:gd name="csY76" fmla="*/ 46071 h 131126"/>
            </a:gdLst>
            <a:ahLst/>
            <a:cxnLst/>
            <a:rect l="l" t="t" r="r" b="b"/>
            <a:pathLst>
              <a:path w="100000" h="100000">
                <a:moveTo>
                  <a:pt x="50006" y="3755"/>
                </a:moveTo>
                <a:cubicBezTo>
                  <a:pt x="47354" y="3755"/>
                  <a:pt x="44810" y="4808"/>
                  <a:pt x="42926" y="6683"/>
                </a:cubicBezTo>
                <a:cubicBezTo>
                  <a:pt x="41054" y="8559"/>
                  <a:pt x="39998" y="11102"/>
                  <a:pt x="39998" y="13753"/>
                </a:cubicBezTo>
                <a:cubicBezTo>
                  <a:pt x="39998" y="16405"/>
                  <a:pt x="41054" y="18949"/>
                  <a:pt x="42926" y="20824"/>
                </a:cubicBezTo>
                <a:cubicBezTo>
                  <a:pt x="44810" y="22700"/>
                  <a:pt x="47354" y="23753"/>
                  <a:pt x="50006" y="23753"/>
                </a:cubicBezTo>
                <a:cubicBezTo>
                  <a:pt x="52658" y="23753"/>
                  <a:pt x="55203" y="22700"/>
                  <a:pt x="57075" y="20824"/>
                </a:cubicBezTo>
                <a:cubicBezTo>
                  <a:pt x="58947" y="18949"/>
                  <a:pt x="60003" y="16405"/>
                  <a:pt x="60003" y="13753"/>
                </a:cubicBezTo>
                <a:cubicBezTo>
                  <a:pt x="60003" y="11102"/>
                  <a:pt x="58947" y="8559"/>
                  <a:pt x="57075" y="6683"/>
                </a:cubicBezTo>
                <a:cubicBezTo>
                  <a:pt x="55203" y="4808"/>
                  <a:pt x="52658" y="3755"/>
                  <a:pt x="50006" y="3755"/>
                </a:cubicBezTo>
                <a:close/>
                <a:moveTo>
                  <a:pt x="9996" y="8755"/>
                </a:moveTo>
                <a:cubicBezTo>
                  <a:pt x="7344" y="8755"/>
                  <a:pt x="4800" y="9808"/>
                  <a:pt x="2928" y="11682"/>
                </a:cubicBezTo>
                <a:cubicBezTo>
                  <a:pt x="1056" y="13558"/>
                  <a:pt x="0" y="16101"/>
                  <a:pt x="0" y="18753"/>
                </a:cubicBezTo>
                <a:cubicBezTo>
                  <a:pt x="0" y="21405"/>
                  <a:pt x="1056" y="23949"/>
                  <a:pt x="2928" y="25825"/>
                </a:cubicBezTo>
                <a:cubicBezTo>
                  <a:pt x="4800" y="27699"/>
                  <a:pt x="7344" y="28752"/>
                  <a:pt x="9996" y="28752"/>
                </a:cubicBezTo>
                <a:cubicBezTo>
                  <a:pt x="12648" y="28752"/>
                  <a:pt x="15193" y="27699"/>
                  <a:pt x="17077" y="25825"/>
                </a:cubicBezTo>
                <a:cubicBezTo>
                  <a:pt x="18949" y="23949"/>
                  <a:pt x="20005" y="21405"/>
                  <a:pt x="20005" y="18753"/>
                </a:cubicBezTo>
                <a:cubicBezTo>
                  <a:pt x="20005" y="16101"/>
                  <a:pt x="18949" y="13558"/>
                  <a:pt x="17077" y="11682"/>
                </a:cubicBezTo>
                <a:cubicBezTo>
                  <a:pt x="15193" y="9808"/>
                  <a:pt x="12648" y="8755"/>
                  <a:pt x="9996" y="8755"/>
                </a:cubicBezTo>
                <a:close/>
                <a:moveTo>
                  <a:pt x="90004" y="8755"/>
                </a:moveTo>
                <a:cubicBezTo>
                  <a:pt x="87352" y="8755"/>
                  <a:pt x="84808" y="9808"/>
                  <a:pt x="82936" y="11682"/>
                </a:cubicBezTo>
                <a:cubicBezTo>
                  <a:pt x="81052" y="13558"/>
                  <a:pt x="80007" y="16101"/>
                  <a:pt x="80007" y="18753"/>
                </a:cubicBezTo>
                <a:cubicBezTo>
                  <a:pt x="80007" y="21405"/>
                  <a:pt x="81052" y="23949"/>
                  <a:pt x="82936" y="25825"/>
                </a:cubicBezTo>
                <a:cubicBezTo>
                  <a:pt x="84808" y="27699"/>
                  <a:pt x="87352" y="28752"/>
                  <a:pt x="90004" y="28752"/>
                </a:cubicBezTo>
                <a:cubicBezTo>
                  <a:pt x="92656" y="28752"/>
                  <a:pt x="95201" y="27699"/>
                  <a:pt x="97072" y="25825"/>
                </a:cubicBezTo>
                <a:cubicBezTo>
                  <a:pt x="98957" y="23949"/>
                  <a:pt x="100001" y="21405"/>
                  <a:pt x="100001" y="18753"/>
                </a:cubicBezTo>
                <a:cubicBezTo>
                  <a:pt x="100001" y="16101"/>
                  <a:pt x="98957" y="13558"/>
                  <a:pt x="97072" y="11682"/>
                </a:cubicBezTo>
                <a:cubicBezTo>
                  <a:pt x="95201" y="9808"/>
                  <a:pt x="92656" y="8755"/>
                  <a:pt x="90004" y="8755"/>
                </a:cubicBezTo>
                <a:close/>
                <a:moveTo>
                  <a:pt x="50006" y="31252"/>
                </a:moveTo>
                <a:cubicBezTo>
                  <a:pt x="41714" y="31252"/>
                  <a:pt x="35006" y="37969"/>
                  <a:pt x="35006" y="46251"/>
                </a:cubicBezTo>
                <a:lnTo>
                  <a:pt x="35006" y="53750"/>
                </a:lnTo>
                <a:lnTo>
                  <a:pt x="28753" y="53750"/>
                </a:lnTo>
                <a:cubicBezTo>
                  <a:pt x="28250" y="53743"/>
                  <a:pt x="27757" y="53834"/>
                  <a:pt x="27302" y="54021"/>
                </a:cubicBezTo>
                <a:cubicBezTo>
                  <a:pt x="26833" y="54205"/>
                  <a:pt x="26414" y="54480"/>
                  <a:pt x="26065" y="54829"/>
                </a:cubicBezTo>
                <a:cubicBezTo>
                  <a:pt x="25705" y="55178"/>
                  <a:pt x="25429" y="55593"/>
                  <a:pt x="25237" y="56052"/>
                </a:cubicBezTo>
                <a:cubicBezTo>
                  <a:pt x="25045" y="56511"/>
                  <a:pt x="24949" y="57003"/>
                  <a:pt x="24949" y="57500"/>
                </a:cubicBezTo>
                <a:cubicBezTo>
                  <a:pt x="24949" y="57997"/>
                  <a:pt x="25045" y="58489"/>
                  <a:pt x="25237" y="58947"/>
                </a:cubicBezTo>
                <a:cubicBezTo>
                  <a:pt x="25429" y="59406"/>
                  <a:pt x="25705" y="59821"/>
                  <a:pt x="26065" y="60170"/>
                </a:cubicBezTo>
                <a:cubicBezTo>
                  <a:pt x="26414" y="60519"/>
                  <a:pt x="26833" y="60794"/>
                  <a:pt x="27302" y="60980"/>
                </a:cubicBezTo>
                <a:cubicBezTo>
                  <a:pt x="27757" y="61164"/>
                  <a:pt x="28250" y="61257"/>
                  <a:pt x="28753" y="61250"/>
                </a:cubicBezTo>
                <a:lnTo>
                  <a:pt x="71247" y="61250"/>
                </a:lnTo>
                <a:cubicBezTo>
                  <a:pt x="71751" y="61257"/>
                  <a:pt x="72243" y="61164"/>
                  <a:pt x="72699" y="60980"/>
                </a:cubicBezTo>
                <a:cubicBezTo>
                  <a:pt x="73167" y="60794"/>
                  <a:pt x="73587" y="60519"/>
                  <a:pt x="73936" y="60170"/>
                </a:cubicBezTo>
                <a:cubicBezTo>
                  <a:pt x="74295" y="59821"/>
                  <a:pt x="74571" y="59406"/>
                  <a:pt x="74764" y="58947"/>
                </a:cubicBezTo>
                <a:cubicBezTo>
                  <a:pt x="74956" y="58489"/>
                  <a:pt x="75051" y="57997"/>
                  <a:pt x="75051" y="57500"/>
                </a:cubicBezTo>
                <a:cubicBezTo>
                  <a:pt x="75051" y="57003"/>
                  <a:pt x="74956" y="56511"/>
                  <a:pt x="74764" y="56052"/>
                </a:cubicBezTo>
                <a:cubicBezTo>
                  <a:pt x="74571" y="55593"/>
                  <a:pt x="74295" y="55178"/>
                  <a:pt x="73936" y="54829"/>
                </a:cubicBezTo>
                <a:cubicBezTo>
                  <a:pt x="73587" y="54480"/>
                  <a:pt x="73167" y="54205"/>
                  <a:pt x="72699" y="54021"/>
                </a:cubicBezTo>
                <a:cubicBezTo>
                  <a:pt x="72243" y="53834"/>
                  <a:pt x="71751" y="53743"/>
                  <a:pt x="71247" y="53750"/>
                </a:cubicBezTo>
                <a:lnTo>
                  <a:pt x="65007" y="53750"/>
                </a:lnTo>
                <a:lnTo>
                  <a:pt x="65007" y="46251"/>
                </a:lnTo>
                <a:cubicBezTo>
                  <a:pt x="65007" y="37969"/>
                  <a:pt x="58287" y="31252"/>
                  <a:pt x="50006" y="31252"/>
                </a:cubicBezTo>
                <a:close/>
                <a:moveTo>
                  <a:pt x="9996" y="36251"/>
                </a:moveTo>
                <a:cubicBezTo>
                  <a:pt x="4476" y="36251"/>
                  <a:pt x="0" y="40726"/>
                  <a:pt x="0" y="46251"/>
                </a:cubicBezTo>
                <a:lnTo>
                  <a:pt x="0" y="66249"/>
                </a:lnTo>
                <a:cubicBezTo>
                  <a:pt x="0" y="71561"/>
                  <a:pt x="4140" y="75906"/>
                  <a:pt x="9373" y="76228"/>
                </a:cubicBezTo>
                <a:cubicBezTo>
                  <a:pt x="9577" y="76241"/>
                  <a:pt x="26246" y="77498"/>
                  <a:pt x="26246" y="77498"/>
                </a:cubicBezTo>
                <a:cubicBezTo>
                  <a:pt x="26246" y="77498"/>
                  <a:pt x="27517" y="92839"/>
                  <a:pt x="27541" y="93005"/>
                </a:cubicBezTo>
                <a:cubicBezTo>
                  <a:pt x="27781" y="94835"/>
                  <a:pt x="29353" y="96246"/>
                  <a:pt x="31249" y="96246"/>
                </a:cubicBezTo>
                <a:cubicBezTo>
                  <a:pt x="33325" y="96246"/>
                  <a:pt x="35006" y="94566"/>
                  <a:pt x="35006" y="92496"/>
                </a:cubicBezTo>
                <a:lnTo>
                  <a:pt x="35006" y="72499"/>
                </a:lnTo>
                <a:cubicBezTo>
                  <a:pt x="35006" y="70751"/>
                  <a:pt x="33806" y="69281"/>
                  <a:pt x="32185" y="68866"/>
                </a:cubicBezTo>
                <a:cubicBezTo>
                  <a:pt x="32114" y="68849"/>
                  <a:pt x="20005" y="66264"/>
                  <a:pt x="20005" y="66264"/>
                </a:cubicBezTo>
                <a:lnTo>
                  <a:pt x="20005" y="46251"/>
                </a:lnTo>
                <a:cubicBezTo>
                  <a:pt x="20005" y="40726"/>
                  <a:pt x="15528" y="36251"/>
                  <a:pt x="9996" y="36251"/>
                </a:cubicBezTo>
                <a:close/>
                <a:moveTo>
                  <a:pt x="90004" y="36251"/>
                </a:moveTo>
                <a:cubicBezTo>
                  <a:pt x="84484" y="36251"/>
                  <a:pt x="80007" y="40726"/>
                  <a:pt x="80007" y="46251"/>
                </a:cubicBezTo>
                <a:lnTo>
                  <a:pt x="80007" y="66264"/>
                </a:lnTo>
                <a:cubicBezTo>
                  <a:pt x="80007" y="66264"/>
                  <a:pt x="67887" y="68849"/>
                  <a:pt x="67815" y="68866"/>
                </a:cubicBezTo>
                <a:cubicBezTo>
                  <a:pt x="66207" y="69281"/>
                  <a:pt x="65007" y="70751"/>
                  <a:pt x="65007" y="72499"/>
                </a:cubicBezTo>
                <a:lnTo>
                  <a:pt x="65007" y="92496"/>
                </a:lnTo>
                <a:cubicBezTo>
                  <a:pt x="65007" y="94566"/>
                  <a:pt x="66687" y="96246"/>
                  <a:pt x="68751" y="96246"/>
                </a:cubicBezTo>
                <a:cubicBezTo>
                  <a:pt x="70647" y="96246"/>
                  <a:pt x="72219" y="94835"/>
                  <a:pt x="72471" y="93005"/>
                </a:cubicBezTo>
                <a:cubicBezTo>
                  <a:pt x="72495" y="92839"/>
                  <a:pt x="73755" y="77498"/>
                  <a:pt x="73755" y="77498"/>
                </a:cubicBezTo>
                <a:cubicBezTo>
                  <a:pt x="73755" y="77498"/>
                  <a:pt x="90424" y="76241"/>
                  <a:pt x="90628" y="76228"/>
                </a:cubicBezTo>
                <a:cubicBezTo>
                  <a:pt x="95860" y="75906"/>
                  <a:pt x="100001" y="71561"/>
                  <a:pt x="100001" y="66249"/>
                </a:cubicBezTo>
                <a:lnTo>
                  <a:pt x="100001" y="46251"/>
                </a:lnTo>
                <a:cubicBezTo>
                  <a:pt x="100001" y="40726"/>
                  <a:pt x="95525" y="36251"/>
                  <a:pt x="90004" y="3625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0" name="Чёрный — SVG 13">
            <a:extLst>
              <a:ext uri="{FF2B5EF4-FFF2-40B4-BE49-F238E27FC236}">
                <a16:creationId xmlns:a16="http://schemas.microsoft.com/office/drawing/2014/main" id="{1BB8EE43-A708-4143-A153-76D000BBB239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12403 w 145328"/>
              <a:gd name="csY0" fmla="*/ 0 h 145303"/>
              <a:gd name="csX1" fmla="*/ 0 w 145328"/>
              <a:gd name="csY1" fmla="*/ 12404 h 145303"/>
              <a:gd name="csX2" fmla="*/ 0 w 145328"/>
              <a:gd name="csY2" fmla="*/ 33668 h 145303"/>
              <a:gd name="csX3" fmla="*/ 12403 w 145328"/>
              <a:gd name="csY3" fmla="*/ 46071 h 145303"/>
              <a:gd name="csX4" fmla="*/ 42823 w 145328"/>
              <a:gd name="csY4" fmla="*/ 46071 h 145303"/>
              <a:gd name="csX5" fmla="*/ 59292 w 145328"/>
              <a:gd name="csY5" fmla="*/ 55950 h 145303"/>
              <a:gd name="csX6" fmla="*/ 61963 w 145328"/>
              <a:gd name="csY6" fmla="*/ 56705 h 145303"/>
              <a:gd name="csX7" fmla="*/ 64651 w 145328"/>
              <a:gd name="csY7" fmla="*/ 56014 h 145303"/>
              <a:gd name="csX8" fmla="*/ 66625 w 145328"/>
              <a:gd name="csY8" fmla="*/ 54065 h 145303"/>
              <a:gd name="csX9" fmla="*/ 67339 w 145328"/>
              <a:gd name="csY9" fmla="*/ 51387 h 145303"/>
              <a:gd name="csX10" fmla="*/ 67339 w 145328"/>
              <a:gd name="csY10" fmla="*/ 12404 h 145303"/>
              <a:gd name="csX11" fmla="*/ 54936 w 145328"/>
              <a:gd name="csY11" fmla="*/ 0 h 145303"/>
              <a:gd name="csX12" fmla="*/ 12403 w 145328"/>
              <a:gd name="csY12" fmla="*/ 0 h 145303"/>
              <a:gd name="csX13" fmla="*/ 90375 w 145328"/>
              <a:gd name="csY13" fmla="*/ 17720 h 145303"/>
              <a:gd name="csX14" fmla="*/ 77972 w 145328"/>
              <a:gd name="csY14" fmla="*/ 30123 h 145303"/>
              <a:gd name="csX15" fmla="*/ 77972 w 145328"/>
              <a:gd name="csY15" fmla="*/ 69108 h 145303"/>
              <a:gd name="csX16" fmla="*/ 78704 w 145328"/>
              <a:gd name="csY16" fmla="*/ 71785 h 145303"/>
              <a:gd name="csX17" fmla="*/ 80678 w 145328"/>
              <a:gd name="csY17" fmla="*/ 73735 h 145303"/>
              <a:gd name="csX18" fmla="*/ 83366 w 145328"/>
              <a:gd name="csY18" fmla="*/ 74425 h 145303"/>
              <a:gd name="csX19" fmla="*/ 86037 w 145328"/>
              <a:gd name="csY19" fmla="*/ 73668 h 145303"/>
              <a:gd name="csX20" fmla="*/ 102489 w 145328"/>
              <a:gd name="csY20" fmla="*/ 63792 h 145303"/>
              <a:gd name="csX21" fmla="*/ 132909 w 145328"/>
              <a:gd name="csY21" fmla="*/ 63792 h 145303"/>
              <a:gd name="csX22" fmla="*/ 145329 w 145328"/>
              <a:gd name="csY22" fmla="*/ 51387 h 145303"/>
              <a:gd name="csX23" fmla="*/ 145329 w 145328"/>
              <a:gd name="csY23" fmla="*/ 30123 h 145303"/>
              <a:gd name="csX24" fmla="*/ 132909 w 145328"/>
              <a:gd name="csY24" fmla="*/ 17720 h 145303"/>
              <a:gd name="csX25" fmla="*/ 90375 w 145328"/>
              <a:gd name="csY25" fmla="*/ 17720 h 145303"/>
              <a:gd name="csX26" fmla="*/ 46072 w 145328"/>
              <a:gd name="csY26" fmla="*/ 63792 h 145303"/>
              <a:gd name="csX27" fmla="*/ 30148 w 145328"/>
              <a:gd name="csY27" fmla="*/ 70560 h 145303"/>
              <a:gd name="csX28" fmla="*/ 24805 w 145328"/>
              <a:gd name="csY28" fmla="*/ 85056 h 145303"/>
              <a:gd name="csX29" fmla="*/ 30148 w 145328"/>
              <a:gd name="csY29" fmla="*/ 99551 h 145303"/>
              <a:gd name="csX30" fmla="*/ 46072 w 145328"/>
              <a:gd name="csY30" fmla="*/ 106319 h 145303"/>
              <a:gd name="csX31" fmla="*/ 62014 w 145328"/>
              <a:gd name="csY31" fmla="*/ 99551 h 145303"/>
              <a:gd name="csX32" fmla="*/ 67339 w 145328"/>
              <a:gd name="csY32" fmla="*/ 85056 h 145303"/>
              <a:gd name="csX33" fmla="*/ 62014 w 145328"/>
              <a:gd name="csY33" fmla="*/ 70560 h 145303"/>
              <a:gd name="csX34" fmla="*/ 46072 w 145328"/>
              <a:gd name="csY34" fmla="*/ 63792 h 145303"/>
              <a:gd name="csX35" fmla="*/ 26575 w 145328"/>
              <a:gd name="csY35" fmla="*/ 113408 h 145303"/>
              <a:gd name="csX36" fmla="*/ 14172 w 145328"/>
              <a:gd name="csY36" fmla="*/ 125811 h 145303"/>
              <a:gd name="csX37" fmla="*/ 22543 w 145328"/>
              <a:gd name="csY37" fmla="*/ 141357 h 145303"/>
              <a:gd name="csX38" fmla="*/ 37208 w 145328"/>
              <a:gd name="csY38" fmla="*/ 145304 h 145303"/>
              <a:gd name="csX39" fmla="*/ 54936 w 145328"/>
              <a:gd name="csY39" fmla="*/ 145304 h 145303"/>
              <a:gd name="csX40" fmla="*/ 69602 w 145328"/>
              <a:gd name="csY40" fmla="*/ 141357 h 145303"/>
              <a:gd name="csX41" fmla="*/ 77972 w 145328"/>
              <a:gd name="csY41" fmla="*/ 125811 h 145303"/>
              <a:gd name="csX42" fmla="*/ 65570 w 145328"/>
              <a:gd name="csY42" fmla="*/ 113408 h 145303"/>
              <a:gd name="csX43" fmla="*/ 26575 w 145328"/>
              <a:gd name="csY43" fmla="*/ 113408 h 145303"/>
            </a:gdLst>
            <a:ahLst/>
            <a:cxnLst/>
            <a:rect l="l" t="t" r="r" b="b"/>
            <a:pathLst>
              <a:path w="100000" h="100000">
                <a:moveTo>
                  <a:pt x="8534" y="9"/>
                </a:moveTo>
                <a:cubicBezTo>
                  <a:pt x="3864" y="9"/>
                  <a:pt x="0" y="3874"/>
                  <a:pt x="0" y="8544"/>
                </a:cubicBezTo>
                <a:lnTo>
                  <a:pt x="0" y="23176"/>
                </a:lnTo>
                <a:cubicBezTo>
                  <a:pt x="0" y="27845"/>
                  <a:pt x="3864" y="31710"/>
                  <a:pt x="8534" y="31710"/>
                </a:cubicBezTo>
                <a:lnTo>
                  <a:pt x="29466" y="31710"/>
                </a:lnTo>
                <a:lnTo>
                  <a:pt x="40799" y="38508"/>
                </a:lnTo>
                <a:cubicBezTo>
                  <a:pt x="41360" y="38840"/>
                  <a:pt x="41993" y="39020"/>
                  <a:pt x="42637" y="39027"/>
                </a:cubicBezTo>
                <a:cubicBezTo>
                  <a:pt x="43281" y="39035"/>
                  <a:pt x="43924" y="38872"/>
                  <a:pt x="44486" y="38552"/>
                </a:cubicBezTo>
                <a:cubicBezTo>
                  <a:pt x="45048" y="38233"/>
                  <a:pt x="45516" y="37770"/>
                  <a:pt x="45845" y="37211"/>
                </a:cubicBezTo>
                <a:cubicBezTo>
                  <a:pt x="46172" y="36652"/>
                  <a:pt x="46336" y="36015"/>
                  <a:pt x="46336" y="35368"/>
                </a:cubicBezTo>
                <a:lnTo>
                  <a:pt x="46336" y="8544"/>
                </a:lnTo>
                <a:cubicBezTo>
                  <a:pt x="46336" y="3874"/>
                  <a:pt x="42473" y="9"/>
                  <a:pt x="37801" y="9"/>
                </a:cubicBezTo>
                <a:lnTo>
                  <a:pt x="8534" y="9"/>
                </a:lnTo>
                <a:close/>
                <a:moveTo>
                  <a:pt x="62187" y="12202"/>
                </a:moveTo>
                <a:cubicBezTo>
                  <a:pt x="57528" y="12202"/>
                  <a:pt x="53652" y="16067"/>
                  <a:pt x="53652" y="20736"/>
                </a:cubicBezTo>
                <a:lnTo>
                  <a:pt x="53652" y="47562"/>
                </a:lnTo>
                <a:cubicBezTo>
                  <a:pt x="53652" y="48209"/>
                  <a:pt x="53829" y="48844"/>
                  <a:pt x="54156" y="49404"/>
                </a:cubicBezTo>
                <a:cubicBezTo>
                  <a:pt x="54484" y="49963"/>
                  <a:pt x="54952" y="50426"/>
                  <a:pt x="55514" y="50746"/>
                </a:cubicBezTo>
                <a:cubicBezTo>
                  <a:pt x="56076" y="51065"/>
                  <a:pt x="56708" y="51229"/>
                  <a:pt x="57364" y="51220"/>
                </a:cubicBezTo>
                <a:cubicBezTo>
                  <a:pt x="58008" y="51212"/>
                  <a:pt x="58640" y="51033"/>
                  <a:pt x="59202" y="50699"/>
                </a:cubicBezTo>
                <a:lnTo>
                  <a:pt x="70523" y="43904"/>
                </a:lnTo>
                <a:lnTo>
                  <a:pt x="91455" y="43904"/>
                </a:lnTo>
                <a:cubicBezTo>
                  <a:pt x="96125" y="43904"/>
                  <a:pt x="100001" y="40039"/>
                  <a:pt x="100001" y="35368"/>
                </a:cubicBezTo>
                <a:lnTo>
                  <a:pt x="100001" y="20736"/>
                </a:lnTo>
                <a:cubicBezTo>
                  <a:pt x="100001" y="16067"/>
                  <a:pt x="96125" y="12202"/>
                  <a:pt x="91455" y="12202"/>
                </a:cubicBezTo>
                <a:lnTo>
                  <a:pt x="62187" y="12202"/>
                </a:lnTo>
                <a:close/>
                <a:moveTo>
                  <a:pt x="31702" y="43904"/>
                </a:moveTo>
                <a:cubicBezTo>
                  <a:pt x="27137" y="43904"/>
                  <a:pt x="23238" y="45749"/>
                  <a:pt x="20745" y="48561"/>
                </a:cubicBezTo>
                <a:cubicBezTo>
                  <a:pt x="18239" y="51374"/>
                  <a:pt x="17068" y="54979"/>
                  <a:pt x="17068" y="58536"/>
                </a:cubicBezTo>
                <a:cubicBezTo>
                  <a:pt x="17068" y="62092"/>
                  <a:pt x="18239" y="65697"/>
                  <a:pt x="20745" y="68510"/>
                </a:cubicBezTo>
                <a:cubicBezTo>
                  <a:pt x="23238" y="71321"/>
                  <a:pt x="27137" y="73167"/>
                  <a:pt x="31702" y="73167"/>
                </a:cubicBezTo>
                <a:cubicBezTo>
                  <a:pt x="36280" y="73167"/>
                  <a:pt x="40166" y="71321"/>
                  <a:pt x="42672" y="68510"/>
                </a:cubicBezTo>
                <a:cubicBezTo>
                  <a:pt x="45177" y="65697"/>
                  <a:pt x="46336" y="62092"/>
                  <a:pt x="46336" y="58536"/>
                </a:cubicBezTo>
                <a:cubicBezTo>
                  <a:pt x="46336" y="54979"/>
                  <a:pt x="45177" y="51374"/>
                  <a:pt x="42672" y="48561"/>
                </a:cubicBezTo>
                <a:cubicBezTo>
                  <a:pt x="40166" y="45749"/>
                  <a:pt x="36280" y="43904"/>
                  <a:pt x="31702" y="43904"/>
                </a:cubicBezTo>
                <a:close/>
                <a:moveTo>
                  <a:pt x="18286" y="78044"/>
                </a:moveTo>
                <a:cubicBezTo>
                  <a:pt x="13627" y="78044"/>
                  <a:pt x="9752" y="81910"/>
                  <a:pt x="9752" y="86579"/>
                </a:cubicBezTo>
                <a:cubicBezTo>
                  <a:pt x="9752" y="91371"/>
                  <a:pt x="12316" y="95223"/>
                  <a:pt x="15512" y="97276"/>
                </a:cubicBezTo>
                <a:cubicBezTo>
                  <a:pt x="18719" y="99329"/>
                  <a:pt x="22360" y="99992"/>
                  <a:pt x="25603" y="99992"/>
                </a:cubicBezTo>
                <a:lnTo>
                  <a:pt x="37801" y="99992"/>
                </a:lnTo>
                <a:cubicBezTo>
                  <a:pt x="41044" y="99992"/>
                  <a:pt x="44697" y="99329"/>
                  <a:pt x="47893" y="97276"/>
                </a:cubicBezTo>
                <a:cubicBezTo>
                  <a:pt x="51101" y="95223"/>
                  <a:pt x="53652" y="91371"/>
                  <a:pt x="53652" y="86579"/>
                </a:cubicBezTo>
                <a:cubicBezTo>
                  <a:pt x="53652" y="81910"/>
                  <a:pt x="49789" y="78044"/>
                  <a:pt x="45119" y="78044"/>
                </a:cubicBezTo>
                <a:lnTo>
                  <a:pt x="18286" y="7804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1" name="Чёрный — SVG 14">
            <a:extLst>
              <a:ext uri="{FF2B5EF4-FFF2-40B4-BE49-F238E27FC236}">
                <a16:creationId xmlns:a16="http://schemas.microsoft.com/office/drawing/2014/main" id="{03F19DA0-10D7-BF44-A7E5-841E270CB824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67339 w 134695"/>
              <a:gd name="csY0" fmla="*/ 70880 h 148847"/>
              <a:gd name="csX1" fmla="*/ 49628 w 134695"/>
              <a:gd name="csY1" fmla="*/ 53160 h 148847"/>
              <a:gd name="csX2" fmla="*/ 67339 w 134695"/>
              <a:gd name="csY2" fmla="*/ 35439 h 148847"/>
              <a:gd name="csX3" fmla="*/ 85067 w 134695"/>
              <a:gd name="csY3" fmla="*/ 53160 h 148847"/>
              <a:gd name="csX4" fmla="*/ 67339 w 134695"/>
              <a:gd name="csY4" fmla="*/ 70880 h 148847"/>
              <a:gd name="csX5" fmla="*/ 67339 w 134695"/>
              <a:gd name="csY5" fmla="*/ 113408 h 148847"/>
              <a:gd name="csX6" fmla="*/ 35439 w 134695"/>
              <a:gd name="csY6" fmla="*/ 91962 h 148847"/>
              <a:gd name="csX7" fmla="*/ 35439 w 134695"/>
              <a:gd name="csY7" fmla="*/ 88784 h 148847"/>
              <a:gd name="csX8" fmla="*/ 46259 w 134695"/>
              <a:gd name="csY8" fmla="*/ 77967 h 148847"/>
              <a:gd name="csX9" fmla="*/ 88419 w 134695"/>
              <a:gd name="csY9" fmla="*/ 77967 h 148847"/>
              <a:gd name="csX10" fmla="*/ 99239 w 134695"/>
              <a:gd name="csY10" fmla="*/ 88781 h 148847"/>
              <a:gd name="csX11" fmla="*/ 99239 w 134695"/>
              <a:gd name="csY11" fmla="*/ 91959 h 148847"/>
              <a:gd name="csX12" fmla="*/ 67339 w 134695"/>
              <a:gd name="csY12" fmla="*/ 113408 h 148847"/>
              <a:gd name="csX13" fmla="*/ 12403 w 134695"/>
              <a:gd name="csY13" fmla="*/ 92144 h 148847"/>
              <a:gd name="csX14" fmla="*/ 3641 w 134695"/>
              <a:gd name="csY14" fmla="*/ 95776 h 148847"/>
              <a:gd name="csX15" fmla="*/ 0 w 134695"/>
              <a:gd name="csY15" fmla="*/ 104547 h 148847"/>
              <a:gd name="csX16" fmla="*/ 3641 w 134695"/>
              <a:gd name="csY16" fmla="*/ 113318 h 148847"/>
              <a:gd name="csX17" fmla="*/ 12403 w 134695"/>
              <a:gd name="csY17" fmla="*/ 116951 h 148847"/>
              <a:gd name="csX18" fmla="*/ 21182 w 134695"/>
              <a:gd name="csY18" fmla="*/ 113318 h 148847"/>
              <a:gd name="csX19" fmla="*/ 24805 w 134695"/>
              <a:gd name="csY19" fmla="*/ 104547 h 148847"/>
              <a:gd name="csX20" fmla="*/ 21182 w 134695"/>
              <a:gd name="csY20" fmla="*/ 95776 h 148847"/>
              <a:gd name="csX21" fmla="*/ 12403 w 134695"/>
              <a:gd name="csY21" fmla="*/ 92144 h 148847"/>
              <a:gd name="csX22" fmla="*/ 122275 w 134695"/>
              <a:gd name="csY22" fmla="*/ 92144 h 148847"/>
              <a:gd name="csX23" fmla="*/ 113513 w 134695"/>
              <a:gd name="csY23" fmla="*/ 95776 h 148847"/>
              <a:gd name="csX24" fmla="*/ 109873 w 134695"/>
              <a:gd name="csY24" fmla="*/ 104547 h 148847"/>
              <a:gd name="csX25" fmla="*/ 113513 w 134695"/>
              <a:gd name="csY25" fmla="*/ 113318 h 148847"/>
              <a:gd name="csX26" fmla="*/ 122275 w 134695"/>
              <a:gd name="csY26" fmla="*/ 116951 h 148847"/>
              <a:gd name="csX27" fmla="*/ 131054 w 134695"/>
              <a:gd name="csY27" fmla="*/ 113318 h 148847"/>
              <a:gd name="csX28" fmla="*/ 134695 w 134695"/>
              <a:gd name="csY28" fmla="*/ 104547 h 148847"/>
              <a:gd name="csX29" fmla="*/ 131054 w 134695"/>
              <a:gd name="csY29" fmla="*/ 95776 h 148847"/>
              <a:gd name="csX30" fmla="*/ 122275 w 134695"/>
              <a:gd name="csY30" fmla="*/ 92144 h 148847"/>
              <a:gd name="csX31" fmla="*/ 122275 w 134695"/>
              <a:gd name="csY31" fmla="*/ 31896 h 148847"/>
              <a:gd name="csX32" fmla="*/ 117529 w 134695"/>
              <a:gd name="csY32" fmla="*/ 32840 h 148847"/>
              <a:gd name="csX33" fmla="*/ 113513 w 134695"/>
              <a:gd name="csY33" fmla="*/ 35529 h 148847"/>
              <a:gd name="csX34" fmla="*/ 110825 w 134695"/>
              <a:gd name="csY34" fmla="*/ 39552 h 148847"/>
              <a:gd name="csX35" fmla="*/ 109873 w 134695"/>
              <a:gd name="csY35" fmla="*/ 44300 h 148847"/>
              <a:gd name="csX36" fmla="*/ 110825 w 134695"/>
              <a:gd name="csY36" fmla="*/ 49046 h 148847"/>
              <a:gd name="csX37" fmla="*/ 113513 w 134695"/>
              <a:gd name="csY37" fmla="*/ 53071 h 148847"/>
              <a:gd name="csX38" fmla="*/ 117529 w 134695"/>
              <a:gd name="csY38" fmla="*/ 55759 h 148847"/>
              <a:gd name="csX39" fmla="*/ 122275 w 134695"/>
              <a:gd name="csY39" fmla="*/ 56703 h 148847"/>
              <a:gd name="csX40" fmla="*/ 127039 w 134695"/>
              <a:gd name="csY40" fmla="*/ 55759 h 148847"/>
              <a:gd name="csX41" fmla="*/ 131054 w 134695"/>
              <a:gd name="csY41" fmla="*/ 53071 h 148847"/>
              <a:gd name="csX42" fmla="*/ 133742 w 134695"/>
              <a:gd name="csY42" fmla="*/ 49046 h 148847"/>
              <a:gd name="csX43" fmla="*/ 134695 w 134695"/>
              <a:gd name="csY43" fmla="*/ 44300 h 148847"/>
              <a:gd name="csX44" fmla="*/ 133742 w 134695"/>
              <a:gd name="csY44" fmla="*/ 39552 h 148847"/>
              <a:gd name="csX45" fmla="*/ 131054 w 134695"/>
              <a:gd name="csY45" fmla="*/ 35529 h 148847"/>
              <a:gd name="csX46" fmla="*/ 127039 w 134695"/>
              <a:gd name="csY46" fmla="*/ 32840 h 148847"/>
              <a:gd name="csX47" fmla="*/ 122275 w 134695"/>
              <a:gd name="csY47" fmla="*/ 31896 h 148847"/>
              <a:gd name="csX48" fmla="*/ 67339 w 134695"/>
              <a:gd name="csY48" fmla="*/ 0 h 148847"/>
              <a:gd name="csX49" fmla="*/ 62592 w 134695"/>
              <a:gd name="csY49" fmla="*/ 944 h 148847"/>
              <a:gd name="csX50" fmla="*/ 58577 w 134695"/>
              <a:gd name="csY50" fmla="*/ 3634 h 148847"/>
              <a:gd name="csX51" fmla="*/ 55889 w 134695"/>
              <a:gd name="csY51" fmla="*/ 7657 h 148847"/>
              <a:gd name="csX52" fmla="*/ 54936 w 134695"/>
              <a:gd name="csY52" fmla="*/ 12404 h 148847"/>
              <a:gd name="csX53" fmla="*/ 55889 w 134695"/>
              <a:gd name="csY53" fmla="*/ 17151 h 148847"/>
              <a:gd name="csX54" fmla="*/ 58577 w 134695"/>
              <a:gd name="csY54" fmla="*/ 21175 h 148847"/>
              <a:gd name="csX55" fmla="*/ 62592 w 134695"/>
              <a:gd name="csY55" fmla="*/ 23863 h 148847"/>
              <a:gd name="csX56" fmla="*/ 67339 w 134695"/>
              <a:gd name="csY56" fmla="*/ 24807 h 148847"/>
              <a:gd name="csX57" fmla="*/ 72086 w 134695"/>
              <a:gd name="csY57" fmla="*/ 23863 h 148847"/>
              <a:gd name="csX58" fmla="*/ 76118 w 134695"/>
              <a:gd name="csY58" fmla="*/ 21175 h 148847"/>
              <a:gd name="csX59" fmla="*/ 78806 w 134695"/>
              <a:gd name="csY59" fmla="*/ 17151 h 148847"/>
              <a:gd name="csX60" fmla="*/ 79742 w 134695"/>
              <a:gd name="csY60" fmla="*/ 12404 h 148847"/>
              <a:gd name="csX61" fmla="*/ 78806 w 134695"/>
              <a:gd name="csY61" fmla="*/ 7657 h 148847"/>
              <a:gd name="csX62" fmla="*/ 76118 w 134695"/>
              <a:gd name="csY62" fmla="*/ 3634 h 148847"/>
              <a:gd name="csX63" fmla="*/ 72086 w 134695"/>
              <a:gd name="csY63" fmla="*/ 944 h 148847"/>
              <a:gd name="csX64" fmla="*/ 67339 w 134695"/>
              <a:gd name="csY64" fmla="*/ 0 h 148847"/>
              <a:gd name="csX65" fmla="*/ 67339 w 134695"/>
              <a:gd name="csY65" fmla="*/ 124040 h 148847"/>
              <a:gd name="csX66" fmla="*/ 58577 w 134695"/>
              <a:gd name="csY66" fmla="*/ 127672 h 148847"/>
              <a:gd name="csX67" fmla="*/ 54936 w 134695"/>
              <a:gd name="csY67" fmla="*/ 136443 h 148847"/>
              <a:gd name="csX68" fmla="*/ 58577 w 134695"/>
              <a:gd name="csY68" fmla="*/ 145214 h 148847"/>
              <a:gd name="csX69" fmla="*/ 67339 w 134695"/>
              <a:gd name="csY69" fmla="*/ 148847 h 148847"/>
              <a:gd name="csX70" fmla="*/ 76118 w 134695"/>
              <a:gd name="csY70" fmla="*/ 145214 h 148847"/>
              <a:gd name="csX71" fmla="*/ 79742 w 134695"/>
              <a:gd name="csY71" fmla="*/ 136443 h 148847"/>
              <a:gd name="csX72" fmla="*/ 76118 w 134695"/>
              <a:gd name="csY72" fmla="*/ 127672 h 148847"/>
              <a:gd name="csX73" fmla="*/ 67339 w 134695"/>
              <a:gd name="csY73" fmla="*/ 124040 h 148847"/>
              <a:gd name="csX74" fmla="*/ 12403 w 134695"/>
              <a:gd name="csY74" fmla="*/ 31896 h 148847"/>
              <a:gd name="csX75" fmla="*/ 7656 w 134695"/>
              <a:gd name="csY75" fmla="*/ 32840 h 148847"/>
              <a:gd name="csX76" fmla="*/ 3641 w 134695"/>
              <a:gd name="csY76" fmla="*/ 35529 h 148847"/>
              <a:gd name="csX77" fmla="*/ 953 w 134695"/>
              <a:gd name="csY77" fmla="*/ 39552 h 148847"/>
              <a:gd name="csX78" fmla="*/ 0 w 134695"/>
              <a:gd name="csY78" fmla="*/ 44300 h 148847"/>
              <a:gd name="csX79" fmla="*/ 953 w 134695"/>
              <a:gd name="csY79" fmla="*/ 49046 h 148847"/>
              <a:gd name="csX80" fmla="*/ 3641 w 134695"/>
              <a:gd name="csY80" fmla="*/ 53071 h 148847"/>
              <a:gd name="csX81" fmla="*/ 7656 w 134695"/>
              <a:gd name="csY81" fmla="*/ 55759 h 148847"/>
              <a:gd name="csX82" fmla="*/ 12403 w 134695"/>
              <a:gd name="csY82" fmla="*/ 56703 h 148847"/>
              <a:gd name="csX83" fmla="*/ 17149 w 134695"/>
              <a:gd name="csY83" fmla="*/ 55759 h 148847"/>
              <a:gd name="csX84" fmla="*/ 21182 w 134695"/>
              <a:gd name="csY84" fmla="*/ 53071 h 148847"/>
              <a:gd name="csX85" fmla="*/ 23870 w 134695"/>
              <a:gd name="csY85" fmla="*/ 49046 h 148847"/>
              <a:gd name="csX86" fmla="*/ 24805 w 134695"/>
              <a:gd name="csY86" fmla="*/ 44300 h 148847"/>
              <a:gd name="csX87" fmla="*/ 23870 w 134695"/>
              <a:gd name="csY87" fmla="*/ 39552 h 148847"/>
              <a:gd name="csX88" fmla="*/ 21182 w 134695"/>
              <a:gd name="csY88" fmla="*/ 35529 h 148847"/>
              <a:gd name="csX89" fmla="*/ 17149 w 134695"/>
              <a:gd name="csY89" fmla="*/ 32840 h 148847"/>
              <a:gd name="csX90" fmla="*/ 12403 w 134695"/>
              <a:gd name="csY90" fmla="*/ 31896 h 148847"/>
            </a:gdLst>
            <a:ahLst/>
            <a:cxnLst/>
            <a:rect l="l" t="t" r="r" b="b"/>
            <a:pathLst>
              <a:path w="100000" h="100000">
                <a:moveTo>
                  <a:pt x="49994" y="47619"/>
                </a:moveTo>
                <a:cubicBezTo>
                  <a:pt x="43433" y="47619"/>
                  <a:pt x="38095" y="42279"/>
                  <a:pt x="38095" y="35715"/>
                </a:cubicBezTo>
                <a:cubicBezTo>
                  <a:pt x="38095" y="29149"/>
                  <a:pt x="43433" y="23809"/>
                  <a:pt x="49994" y="23809"/>
                </a:cubicBezTo>
                <a:cubicBezTo>
                  <a:pt x="56567" y="23809"/>
                  <a:pt x="61905" y="29149"/>
                  <a:pt x="61905" y="35715"/>
                </a:cubicBezTo>
                <a:cubicBezTo>
                  <a:pt x="61905" y="42279"/>
                  <a:pt x="56567" y="47619"/>
                  <a:pt x="49994" y="47619"/>
                </a:cubicBezTo>
                <a:close/>
                <a:moveTo>
                  <a:pt x="49994" y="76191"/>
                </a:moveTo>
                <a:cubicBezTo>
                  <a:pt x="37776" y="76191"/>
                  <a:pt x="28563" y="69998"/>
                  <a:pt x="28563" y="61783"/>
                </a:cubicBezTo>
                <a:lnTo>
                  <a:pt x="28563" y="59648"/>
                </a:lnTo>
                <a:cubicBezTo>
                  <a:pt x="28563" y="55640"/>
                  <a:pt x="31832" y="52381"/>
                  <a:pt x="35832" y="52381"/>
                </a:cubicBezTo>
                <a:lnTo>
                  <a:pt x="64156" y="52381"/>
                </a:lnTo>
                <a:cubicBezTo>
                  <a:pt x="68168" y="52381"/>
                  <a:pt x="71426" y="55640"/>
                  <a:pt x="71426" y="59646"/>
                </a:cubicBezTo>
                <a:lnTo>
                  <a:pt x="71426" y="61781"/>
                </a:lnTo>
                <a:cubicBezTo>
                  <a:pt x="71426" y="69998"/>
                  <a:pt x="62213" y="76191"/>
                  <a:pt x="49994" y="76191"/>
                </a:cubicBezTo>
                <a:close/>
                <a:moveTo>
                  <a:pt x="13087" y="61905"/>
                </a:moveTo>
                <a:cubicBezTo>
                  <a:pt x="10880" y="61905"/>
                  <a:pt x="8755" y="62783"/>
                  <a:pt x="7200" y="64345"/>
                </a:cubicBezTo>
                <a:cubicBezTo>
                  <a:pt x="5634" y="65909"/>
                  <a:pt x="4754" y="68028"/>
                  <a:pt x="4754" y="70238"/>
                </a:cubicBezTo>
                <a:cubicBezTo>
                  <a:pt x="4754" y="72448"/>
                  <a:pt x="5634" y="74568"/>
                  <a:pt x="7200" y="76131"/>
                </a:cubicBezTo>
                <a:cubicBezTo>
                  <a:pt x="8755" y="77694"/>
                  <a:pt x="10880" y="78571"/>
                  <a:pt x="13087" y="78571"/>
                </a:cubicBezTo>
                <a:cubicBezTo>
                  <a:pt x="15304" y="78571"/>
                  <a:pt x="17419" y="77694"/>
                  <a:pt x="18985" y="76131"/>
                </a:cubicBezTo>
                <a:cubicBezTo>
                  <a:pt x="20550" y="74568"/>
                  <a:pt x="21419" y="72448"/>
                  <a:pt x="21419" y="70238"/>
                </a:cubicBezTo>
                <a:cubicBezTo>
                  <a:pt x="21419" y="68028"/>
                  <a:pt x="20550" y="65909"/>
                  <a:pt x="18985" y="64345"/>
                </a:cubicBezTo>
                <a:cubicBezTo>
                  <a:pt x="17419" y="62783"/>
                  <a:pt x="15304" y="61905"/>
                  <a:pt x="13087" y="61905"/>
                </a:cubicBezTo>
                <a:close/>
                <a:moveTo>
                  <a:pt x="86902" y="61905"/>
                </a:moveTo>
                <a:cubicBezTo>
                  <a:pt x="84696" y="61905"/>
                  <a:pt x="82581" y="62783"/>
                  <a:pt x="81015" y="64345"/>
                </a:cubicBezTo>
                <a:cubicBezTo>
                  <a:pt x="79450" y="65909"/>
                  <a:pt x="78570" y="68028"/>
                  <a:pt x="78570" y="70238"/>
                </a:cubicBezTo>
                <a:cubicBezTo>
                  <a:pt x="78570" y="72448"/>
                  <a:pt x="79450" y="74568"/>
                  <a:pt x="81015" y="76131"/>
                </a:cubicBezTo>
                <a:cubicBezTo>
                  <a:pt x="82581" y="77694"/>
                  <a:pt x="84696" y="78571"/>
                  <a:pt x="86902" y="78571"/>
                </a:cubicBezTo>
                <a:cubicBezTo>
                  <a:pt x="89120" y="78571"/>
                  <a:pt x="91235" y="77694"/>
                  <a:pt x="92800" y="76131"/>
                </a:cubicBezTo>
                <a:cubicBezTo>
                  <a:pt x="94366" y="74568"/>
                  <a:pt x="95246" y="72448"/>
                  <a:pt x="95246" y="70238"/>
                </a:cubicBezTo>
                <a:cubicBezTo>
                  <a:pt x="95246" y="68028"/>
                  <a:pt x="94366" y="65909"/>
                  <a:pt x="92800" y="64345"/>
                </a:cubicBezTo>
                <a:cubicBezTo>
                  <a:pt x="91235" y="62783"/>
                  <a:pt x="89120" y="61905"/>
                  <a:pt x="86902" y="61905"/>
                </a:cubicBezTo>
                <a:close/>
                <a:moveTo>
                  <a:pt x="86902" y="21429"/>
                </a:moveTo>
                <a:cubicBezTo>
                  <a:pt x="85816" y="21429"/>
                  <a:pt x="84731" y="21644"/>
                  <a:pt x="83713" y="22063"/>
                </a:cubicBezTo>
                <a:cubicBezTo>
                  <a:pt x="82707" y="22481"/>
                  <a:pt x="81793" y="23096"/>
                  <a:pt x="81015" y="23869"/>
                </a:cubicBezTo>
                <a:cubicBezTo>
                  <a:pt x="80239" y="24643"/>
                  <a:pt x="79621" y="25562"/>
                  <a:pt x="79210" y="26572"/>
                </a:cubicBezTo>
                <a:cubicBezTo>
                  <a:pt x="78787" y="27584"/>
                  <a:pt x="78570" y="28668"/>
                  <a:pt x="78570" y="29762"/>
                </a:cubicBezTo>
                <a:cubicBezTo>
                  <a:pt x="78570" y="30856"/>
                  <a:pt x="78787" y="31940"/>
                  <a:pt x="79210" y="32951"/>
                </a:cubicBezTo>
                <a:cubicBezTo>
                  <a:pt x="79621" y="33962"/>
                  <a:pt x="80239" y="34881"/>
                  <a:pt x="81015" y="35655"/>
                </a:cubicBezTo>
                <a:cubicBezTo>
                  <a:pt x="81793" y="36429"/>
                  <a:pt x="82707" y="37042"/>
                  <a:pt x="83713" y="37461"/>
                </a:cubicBezTo>
                <a:cubicBezTo>
                  <a:pt x="84731" y="37880"/>
                  <a:pt x="85816" y="38095"/>
                  <a:pt x="86902" y="38095"/>
                </a:cubicBezTo>
                <a:cubicBezTo>
                  <a:pt x="88000" y="38095"/>
                  <a:pt x="89085" y="37880"/>
                  <a:pt x="90103" y="37461"/>
                </a:cubicBezTo>
                <a:cubicBezTo>
                  <a:pt x="91108" y="37042"/>
                  <a:pt x="92023" y="36429"/>
                  <a:pt x="92800" y="35655"/>
                </a:cubicBezTo>
                <a:cubicBezTo>
                  <a:pt x="93577" y="34881"/>
                  <a:pt x="94195" y="33962"/>
                  <a:pt x="94606" y="32951"/>
                </a:cubicBezTo>
                <a:cubicBezTo>
                  <a:pt x="95029" y="31940"/>
                  <a:pt x="95246" y="30856"/>
                  <a:pt x="95246" y="29762"/>
                </a:cubicBezTo>
                <a:cubicBezTo>
                  <a:pt x="95246" y="28668"/>
                  <a:pt x="95029" y="27584"/>
                  <a:pt x="94606" y="26572"/>
                </a:cubicBezTo>
                <a:cubicBezTo>
                  <a:pt x="94195" y="25562"/>
                  <a:pt x="93577" y="24643"/>
                  <a:pt x="92800" y="23869"/>
                </a:cubicBezTo>
                <a:cubicBezTo>
                  <a:pt x="92023" y="23096"/>
                  <a:pt x="91108" y="22481"/>
                  <a:pt x="90103" y="22063"/>
                </a:cubicBezTo>
                <a:cubicBezTo>
                  <a:pt x="89085" y="21644"/>
                  <a:pt x="88000" y="21429"/>
                  <a:pt x="86902" y="21429"/>
                </a:cubicBezTo>
                <a:close/>
                <a:moveTo>
                  <a:pt x="49994" y="0"/>
                </a:moveTo>
                <a:cubicBezTo>
                  <a:pt x="48909" y="0"/>
                  <a:pt x="47823" y="216"/>
                  <a:pt x="46805" y="634"/>
                </a:cubicBezTo>
                <a:cubicBezTo>
                  <a:pt x="45799" y="1053"/>
                  <a:pt x="44874" y="1667"/>
                  <a:pt x="44108" y="2441"/>
                </a:cubicBezTo>
                <a:cubicBezTo>
                  <a:pt x="43330" y="3215"/>
                  <a:pt x="42713" y="4134"/>
                  <a:pt x="42302" y="5144"/>
                </a:cubicBezTo>
                <a:cubicBezTo>
                  <a:pt x="41879" y="6155"/>
                  <a:pt x="41662" y="7239"/>
                  <a:pt x="41662" y="8333"/>
                </a:cubicBezTo>
                <a:cubicBezTo>
                  <a:pt x="41662" y="9428"/>
                  <a:pt x="41879" y="10511"/>
                  <a:pt x="42302" y="11523"/>
                </a:cubicBezTo>
                <a:cubicBezTo>
                  <a:pt x="42713" y="12534"/>
                  <a:pt x="43330" y="13453"/>
                  <a:pt x="44108" y="14226"/>
                </a:cubicBezTo>
                <a:cubicBezTo>
                  <a:pt x="44874" y="15000"/>
                  <a:pt x="45799" y="15614"/>
                  <a:pt x="46805" y="16032"/>
                </a:cubicBezTo>
                <a:cubicBezTo>
                  <a:pt x="47823" y="16452"/>
                  <a:pt x="48909" y="16666"/>
                  <a:pt x="49994" y="16666"/>
                </a:cubicBezTo>
                <a:cubicBezTo>
                  <a:pt x="51091" y="16666"/>
                  <a:pt x="52178" y="16452"/>
                  <a:pt x="53183" y="16032"/>
                </a:cubicBezTo>
                <a:cubicBezTo>
                  <a:pt x="54201" y="15614"/>
                  <a:pt x="55115" y="15000"/>
                  <a:pt x="55892" y="14226"/>
                </a:cubicBezTo>
                <a:cubicBezTo>
                  <a:pt x="56670" y="13453"/>
                  <a:pt x="57276" y="12534"/>
                  <a:pt x="57698" y="11523"/>
                </a:cubicBezTo>
                <a:cubicBezTo>
                  <a:pt x="58121" y="10511"/>
                  <a:pt x="58327" y="9428"/>
                  <a:pt x="58327" y="8333"/>
                </a:cubicBezTo>
                <a:cubicBezTo>
                  <a:pt x="58327" y="7239"/>
                  <a:pt x="58121" y="6155"/>
                  <a:pt x="57698" y="5144"/>
                </a:cubicBezTo>
                <a:cubicBezTo>
                  <a:pt x="57276" y="4134"/>
                  <a:pt x="56670" y="3215"/>
                  <a:pt x="55892" y="2441"/>
                </a:cubicBezTo>
                <a:cubicBezTo>
                  <a:pt x="55115" y="1667"/>
                  <a:pt x="54201" y="1053"/>
                  <a:pt x="53183" y="634"/>
                </a:cubicBezTo>
                <a:cubicBezTo>
                  <a:pt x="52178" y="216"/>
                  <a:pt x="51091" y="0"/>
                  <a:pt x="49994" y="0"/>
                </a:cubicBezTo>
                <a:close/>
                <a:moveTo>
                  <a:pt x="49994" y="83334"/>
                </a:moveTo>
                <a:cubicBezTo>
                  <a:pt x="47789" y="83334"/>
                  <a:pt x="45662" y="84211"/>
                  <a:pt x="44108" y="85774"/>
                </a:cubicBezTo>
                <a:cubicBezTo>
                  <a:pt x="42542" y="87337"/>
                  <a:pt x="41662" y="89456"/>
                  <a:pt x="41662" y="91667"/>
                </a:cubicBezTo>
                <a:cubicBezTo>
                  <a:pt x="41662" y="93877"/>
                  <a:pt x="42542" y="95997"/>
                  <a:pt x="44108" y="97559"/>
                </a:cubicBezTo>
                <a:cubicBezTo>
                  <a:pt x="45662" y="99123"/>
                  <a:pt x="47789" y="100000"/>
                  <a:pt x="49994" y="100000"/>
                </a:cubicBezTo>
                <a:cubicBezTo>
                  <a:pt x="52212" y="100000"/>
                  <a:pt x="54326" y="99123"/>
                  <a:pt x="55892" y="97559"/>
                </a:cubicBezTo>
                <a:cubicBezTo>
                  <a:pt x="57458" y="95997"/>
                  <a:pt x="58327" y="93877"/>
                  <a:pt x="58327" y="91667"/>
                </a:cubicBezTo>
                <a:cubicBezTo>
                  <a:pt x="58327" y="89456"/>
                  <a:pt x="57458" y="87337"/>
                  <a:pt x="55892" y="85774"/>
                </a:cubicBezTo>
                <a:cubicBezTo>
                  <a:pt x="54326" y="84211"/>
                  <a:pt x="52212" y="83334"/>
                  <a:pt x="49994" y="83334"/>
                </a:cubicBezTo>
                <a:close/>
                <a:moveTo>
                  <a:pt x="13087" y="21429"/>
                </a:moveTo>
                <a:cubicBezTo>
                  <a:pt x="11989" y="21429"/>
                  <a:pt x="10915" y="21644"/>
                  <a:pt x="9897" y="22063"/>
                </a:cubicBezTo>
                <a:cubicBezTo>
                  <a:pt x="8892" y="22481"/>
                  <a:pt x="7966" y="23096"/>
                  <a:pt x="7200" y="23869"/>
                </a:cubicBezTo>
                <a:cubicBezTo>
                  <a:pt x="6423" y="24643"/>
                  <a:pt x="5805" y="25562"/>
                  <a:pt x="5394" y="26572"/>
                </a:cubicBezTo>
                <a:cubicBezTo>
                  <a:pt x="4971" y="27584"/>
                  <a:pt x="4754" y="28668"/>
                  <a:pt x="4754" y="29762"/>
                </a:cubicBezTo>
                <a:cubicBezTo>
                  <a:pt x="4754" y="30856"/>
                  <a:pt x="4971" y="31940"/>
                  <a:pt x="5394" y="32951"/>
                </a:cubicBezTo>
                <a:cubicBezTo>
                  <a:pt x="5805" y="33962"/>
                  <a:pt x="6423" y="34881"/>
                  <a:pt x="7200" y="35655"/>
                </a:cubicBezTo>
                <a:cubicBezTo>
                  <a:pt x="7966" y="36429"/>
                  <a:pt x="8892" y="37042"/>
                  <a:pt x="9897" y="37461"/>
                </a:cubicBezTo>
                <a:cubicBezTo>
                  <a:pt x="10915" y="37880"/>
                  <a:pt x="11989" y="38095"/>
                  <a:pt x="13087" y="38095"/>
                </a:cubicBezTo>
                <a:cubicBezTo>
                  <a:pt x="14184" y="38095"/>
                  <a:pt x="15269" y="37880"/>
                  <a:pt x="16275" y="37461"/>
                </a:cubicBezTo>
                <a:cubicBezTo>
                  <a:pt x="17293" y="37042"/>
                  <a:pt x="18207" y="36429"/>
                  <a:pt x="18985" y="35655"/>
                </a:cubicBezTo>
                <a:cubicBezTo>
                  <a:pt x="19750" y="34881"/>
                  <a:pt x="20367" y="33962"/>
                  <a:pt x="20790" y="32951"/>
                </a:cubicBezTo>
                <a:cubicBezTo>
                  <a:pt x="21202" y="31940"/>
                  <a:pt x="21419" y="30856"/>
                  <a:pt x="21419" y="29762"/>
                </a:cubicBezTo>
                <a:cubicBezTo>
                  <a:pt x="21419" y="28668"/>
                  <a:pt x="21202" y="27584"/>
                  <a:pt x="20790" y="26572"/>
                </a:cubicBezTo>
                <a:cubicBezTo>
                  <a:pt x="20367" y="25562"/>
                  <a:pt x="19750" y="24643"/>
                  <a:pt x="18985" y="23869"/>
                </a:cubicBezTo>
                <a:cubicBezTo>
                  <a:pt x="18207" y="23096"/>
                  <a:pt x="17293" y="22481"/>
                  <a:pt x="16275" y="22063"/>
                </a:cubicBezTo>
                <a:cubicBezTo>
                  <a:pt x="15269" y="21644"/>
                  <a:pt x="14184" y="21429"/>
                  <a:pt x="13087" y="2142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2" name="Чёрный — SVG 15">
            <a:extLst>
              <a:ext uri="{FF2B5EF4-FFF2-40B4-BE49-F238E27FC236}">
                <a16:creationId xmlns:a16="http://schemas.microsoft.com/office/drawing/2014/main" id="{76FE55C9-F30A-2B4B-AD7B-24D63FAA3FDA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77978 w 155956"/>
              <a:gd name="csY0" fmla="*/ 0 h 148847"/>
              <a:gd name="csX1" fmla="*/ 65447 w 155956"/>
              <a:gd name="csY1" fmla="*/ 5190 h 148847"/>
              <a:gd name="csX2" fmla="*/ 60256 w 155956"/>
              <a:gd name="csY2" fmla="*/ 17720 h 148847"/>
              <a:gd name="csX3" fmla="*/ 65447 w 155956"/>
              <a:gd name="csY3" fmla="*/ 30249 h 148847"/>
              <a:gd name="csX4" fmla="*/ 77978 w 155956"/>
              <a:gd name="csY4" fmla="*/ 35439 h 148847"/>
              <a:gd name="csX5" fmla="*/ 90510 w 155956"/>
              <a:gd name="csY5" fmla="*/ 30249 h 148847"/>
              <a:gd name="csX6" fmla="*/ 95700 w 155956"/>
              <a:gd name="csY6" fmla="*/ 17720 h 148847"/>
              <a:gd name="csX7" fmla="*/ 90510 w 155956"/>
              <a:gd name="csY7" fmla="*/ 5190 h 148847"/>
              <a:gd name="csX8" fmla="*/ 77978 w 155956"/>
              <a:gd name="csY8" fmla="*/ 0 h 148847"/>
              <a:gd name="csX9" fmla="*/ 31900 w 155956"/>
              <a:gd name="csY9" fmla="*/ 24807 h 148847"/>
              <a:gd name="csX10" fmla="*/ 15950 w 155956"/>
              <a:gd name="csY10" fmla="*/ 40755 h 148847"/>
              <a:gd name="csX11" fmla="*/ 15950 w 155956"/>
              <a:gd name="csY11" fmla="*/ 83283 h 148847"/>
              <a:gd name="csX12" fmla="*/ 16333 w 155956"/>
              <a:gd name="csY12" fmla="*/ 85341 h 148847"/>
              <a:gd name="csX13" fmla="*/ 17480 w 155956"/>
              <a:gd name="csY13" fmla="*/ 87092 h 148847"/>
              <a:gd name="csX14" fmla="*/ 19215 w 155956"/>
              <a:gd name="csY14" fmla="*/ 88264 h 148847"/>
              <a:gd name="csX15" fmla="*/ 21267 w 155956"/>
              <a:gd name="csY15" fmla="*/ 88675 h 148847"/>
              <a:gd name="csX16" fmla="*/ 23319 w 155956"/>
              <a:gd name="csY16" fmla="*/ 88264 h 148847"/>
              <a:gd name="csX17" fmla="*/ 25052 w 155956"/>
              <a:gd name="csY17" fmla="*/ 87092 h 148847"/>
              <a:gd name="csX18" fmla="*/ 26201 w 155956"/>
              <a:gd name="csY18" fmla="*/ 85341 h 148847"/>
              <a:gd name="csX19" fmla="*/ 26583 w 155956"/>
              <a:gd name="csY19" fmla="*/ 83283 h 148847"/>
              <a:gd name="csX20" fmla="*/ 26583 w 155956"/>
              <a:gd name="csY20" fmla="*/ 40755 h 148847"/>
              <a:gd name="csX21" fmla="*/ 31900 w 155956"/>
              <a:gd name="csY21" fmla="*/ 35439 h 148847"/>
              <a:gd name="csX22" fmla="*/ 47850 w 155956"/>
              <a:gd name="csY22" fmla="*/ 35439 h 148847"/>
              <a:gd name="csX23" fmla="*/ 49909 w 155956"/>
              <a:gd name="csY23" fmla="*/ 35056 h 148847"/>
              <a:gd name="csX24" fmla="*/ 51658 w 155956"/>
              <a:gd name="csY24" fmla="*/ 33910 h 148847"/>
              <a:gd name="csX25" fmla="*/ 52830 w 155956"/>
              <a:gd name="csY25" fmla="*/ 32176 h 148847"/>
              <a:gd name="csX26" fmla="*/ 53243 w 155956"/>
              <a:gd name="csY26" fmla="*/ 30123 h 148847"/>
              <a:gd name="csX27" fmla="*/ 52830 w 155956"/>
              <a:gd name="csY27" fmla="*/ 28072 h 148847"/>
              <a:gd name="csX28" fmla="*/ 51658 w 155956"/>
              <a:gd name="csY28" fmla="*/ 26338 h 148847"/>
              <a:gd name="csX29" fmla="*/ 49909 w 155956"/>
              <a:gd name="csY29" fmla="*/ 25190 h 148847"/>
              <a:gd name="csX30" fmla="*/ 47850 w 155956"/>
              <a:gd name="csY30" fmla="*/ 24807 h 148847"/>
              <a:gd name="csX31" fmla="*/ 31900 w 155956"/>
              <a:gd name="csY31" fmla="*/ 24807 h 148847"/>
              <a:gd name="csX32" fmla="*/ 108107 w 155956"/>
              <a:gd name="csY32" fmla="*/ 24807 h 148847"/>
              <a:gd name="csX33" fmla="*/ 106048 w 155956"/>
              <a:gd name="csY33" fmla="*/ 25190 h 148847"/>
              <a:gd name="csX34" fmla="*/ 104297 w 155956"/>
              <a:gd name="csY34" fmla="*/ 26338 h 148847"/>
              <a:gd name="csX35" fmla="*/ 103125 w 155956"/>
              <a:gd name="csY35" fmla="*/ 28072 h 148847"/>
              <a:gd name="csX36" fmla="*/ 102713 w 155956"/>
              <a:gd name="csY36" fmla="*/ 30123 h 148847"/>
              <a:gd name="csX37" fmla="*/ 103125 w 155956"/>
              <a:gd name="csY37" fmla="*/ 32176 h 148847"/>
              <a:gd name="csX38" fmla="*/ 104297 w 155956"/>
              <a:gd name="csY38" fmla="*/ 33910 h 148847"/>
              <a:gd name="csX39" fmla="*/ 106048 w 155956"/>
              <a:gd name="csY39" fmla="*/ 35056 h 148847"/>
              <a:gd name="csX40" fmla="*/ 108107 w 155956"/>
              <a:gd name="csY40" fmla="*/ 35439 h 148847"/>
              <a:gd name="csX41" fmla="*/ 124057 w 155956"/>
              <a:gd name="csY41" fmla="*/ 35439 h 148847"/>
              <a:gd name="csX42" fmla="*/ 129373 w 155956"/>
              <a:gd name="csY42" fmla="*/ 40755 h 148847"/>
              <a:gd name="csX43" fmla="*/ 129373 w 155956"/>
              <a:gd name="csY43" fmla="*/ 83283 h 148847"/>
              <a:gd name="csX44" fmla="*/ 129756 w 155956"/>
              <a:gd name="csY44" fmla="*/ 85341 h 148847"/>
              <a:gd name="csX45" fmla="*/ 130903 w 155956"/>
              <a:gd name="csY45" fmla="*/ 87092 h 148847"/>
              <a:gd name="csX46" fmla="*/ 132637 w 155956"/>
              <a:gd name="csY46" fmla="*/ 88264 h 148847"/>
              <a:gd name="csX47" fmla="*/ 134690 w 155956"/>
              <a:gd name="csY47" fmla="*/ 88675 h 148847"/>
              <a:gd name="csX48" fmla="*/ 136742 w 155956"/>
              <a:gd name="csY48" fmla="*/ 88264 h 148847"/>
              <a:gd name="csX49" fmla="*/ 138476 w 155956"/>
              <a:gd name="csY49" fmla="*/ 87092 h 148847"/>
              <a:gd name="csX50" fmla="*/ 139624 w 155956"/>
              <a:gd name="csY50" fmla="*/ 85341 h 148847"/>
              <a:gd name="csX51" fmla="*/ 140007 w 155956"/>
              <a:gd name="csY51" fmla="*/ 83283 h 148847"/>
              <a:gd name="csX52" fmla="*/ 140007 w 155956"/>
              <a:gd name="csY52" fmla="*/ 40755 h 148847"/>
              <a:gd name="csX53" fmla="*/ 124057 w 155956"/>
              <a:gd name="csY53" fmla="*/ 24807 h 148847"/>
              <a:gd name="csX54" fmla="*/ 108107 w 155956"/>
              <a:gd name="csY54" fmla="*/ 24807 h 148847"/>
              <a:gd name="csX55" fmla="*/ 62028 w 155956"/>
              <a:gd name="csY55" fmla="*/ 46071 h 148847"/>
              <a:gd name="csX56" fmla="*/ 49623 w 155956"/>
              <a:gd name="csY56" fmla="*/ 58476 h 148847"/>
              <a:gd name="csX57" fmla="*/ 49623 w 155956"/>
              <a:gd name="csY57" fmla="*/ 60248 h 148847"/>
              <a:gd name="csX58" fmla="*/ 77978 w 155956"/>
              <a:gd name="csY58" fmla="*/ 77967 h 148847"/>
              <a:gd name="csX59" fmla="*/ 106334 w 155956"/>
              <a:gd name="csY59" fmla="*/ 60248 h 148847"/>
              <a:gd name="csX60" fmla="*/ 106334 w 155956"/>
              <a:gd name="csY60" fmla="*/ 58476 h 148847"/>
              <a:gd name="csX61" fmla="*/ 93928 w 155956"/>
              <a:gd name="csY61" fmla="*/ 46071 h 148847"/>
              <a:gd name="csX62" fmla="*/ 62028 w 155956"/>
              <a:gd name="csY62" fmla="*/ 46071 h 148847"/>
              <a:gd name="csX63" fmla="*/ 21267 w 155956"/>
              <a:gd name="csY63" fmla="*/ 95687 h 148847"/>
              <a:gd name="csX64" fmla="*/ 12495 w 155956"/>
              <a:gd name="csY64" fmla="*/ 99321 h 148847"/>
              <a:gd name="csX65" fmla="*/ 8861 w 155956"/>
              <a:gd name="csY65" fmla="*/ 108092 h 148847"/>
              <a:gd name="csX66" fmla="*/ 12495 w 155956"/>
              <a:gd name="csY66" fmla="*/ 116863 h 148847"/>
              <a:gd name="csX67" fmla="*/ 21267 w 155956"/>
              <a:gd name="csY67" fmla="*/ 120495 h 148847"/>
              <a:gd name="csX68" fmla="*/ 30039 w 155956"/>
              <a:gd name="csY68" fmla="*/ 116863 h 148847"/>
              <a:gd name="csX69" fmla="*/ 33673 w 155956"/>
              <a:gd name="csY69" fmla="*/ 108092 h 148847"/>
              <a:gd name="csX70" fmla="*/ 30039 w 155956"/>
              <a:gd name="csY70" fmla="*/ 99321 h 148847"/>
              <a:gd name="csX71" fmla="*/ 21267 w 155956"/>
              <a:gd name="csY71" fmla="*/ 95687 h 148847"/>
              <a:gd name="csX72" fmla="*/ 77978 w 155956"/>
              <a:gd name="csY72" fmla="*/ 95687 h 148847"/>
              <a:gd name="csX73" fmla="*/ 69205 w 155956"/>
              <a:gd name="csY73" fmla="*/ 99321 h 148847"/>
              <a:gd name="csX74" fmla="*/ 65573 w 155956"/>
              <a:gd name="csY74" fmla="*/ 108092 h 148847"/>
              <a:gd name="csX75" fmla="*/ 69205 w 155956"/>
              <a:gd name="csY75" fmla="*/ 116863 h 148847"/>
              <a:gd name="csX76" fmla="*/ 77978 w 155956"/>
              <a:gd name="csY76" fmla="*/ 120495 h 148847"/>
              <a:gd name="csX77" fmla="*/ 86750 w 155956"/>
              <a:gd name="csY77" fmla="*/ 116863 h 148847"/>
              <a:gd name="csX78" fmla="*/ 90384 w 155956"/>
              <a:gd name="csY78" fmla="*/ 108092 h 148847"/>
              <a:gd name="csX79" fmla="*/ 86750 w 155956"/>
              <a:gd name="csY79" fmla="*/ 99321 h 148847"/>
              <a:gd name="csX80" fmla="*/ 77978 w 155956"/>
              <a:gd name="csY80" fmla="*/ 95687 h 148847"/>
              <a:gd name="csX81" fmla="*/ 134690 w 155956"/>
              <a:gd name="csY81" fmla="*/ 95687 h 148847"/>
              <a:gd name="csX82" fmla="*/ 125918 w 155956"/>
              <a:gd name="csY82" fmla="*/ 99321 h 148847"/>
              <a:gd name="csX83" fmla="*/ 122284 w 155956"/>
              <a:gd name="csY83" fmla="*/ 108092 h 148847"/>
              <a:gd name="csX84" fmla="*/ 125918 w 155956"/>
              <a:gd name="csY84" fmla="*/ 116863 h 148847"/>
              <a:gd name="csX85" fmla="*/ 134690 w 155956"/>
              <a:gd name="csY85" fmla="*/ 120495 h 148847"/>
              <a:gd name="csX86" fmla="*/ 143462 w 155956"/>
              <a:gd name="csY86" fmla="*/ 116863 h 148847"/>
              <a:gd name="csX87" fmla="*/ 147095 w 155956"/>
              <a:gd name="csY87" fmla="*/ 108092 h 148847"/>
              <a:gd name="csX88" fmla="*/ 143462 w 155956"/>
              <a:gd name="csY88" fmla="*/ 99321 h 148847"/>
              <a:gd name="csX89" fmla="*/ 134690 w 155956"/>
              <a:gd name="csY89" fmla="*/ 95687 h 148847"/>
              <a:gd name="csX90" fmla="*/ 5317 w 155956"/>
              <a:gd name="csY90" fmla="*/ 127583 h 148847"/>
              <a:gd name="csX91" fmla="*/ 0 w 155956"/>
              <a:gd name="csY91" fmla="*/ 132899 h 148847"/>
              <a:gd name="csX92" fmla="*/ 0 w 155956"/>
              <a:gd name="csY92" fmla="*/ 136443 h 148847"/>
              <a:gd name="csX93" fmla="*/ 21267 w 155956"/>
              <a:gd name="csY93" fmla="*/ 148847 h 148847"/>
              <a:gd name="csX94" fmla="*/ 42534 w 155956"/>
              <a:gd name="csY94" fmla="*/ 136443 h 148847"/>
              <a:gd name="csX95" fmla="*/ 42534 w 155956"/>
              <a:gd name="csY95" fmla="*/ 132899 h 148847"/>
              <a:gd name="csX96" fmla="*/ 37217 w 155956"/>
              <a:gd name="csY96" fmla="*/ 127583 h 148847"/>
              <a:gd name="csX97" fmla="*/ 5317 w 155956"/>
              <a:gd name="csY97" fmla="*/ 127583 h 148847"/>
              <a:gd name="csX98" fmla="*/ 62028 w 155956"/>
              <a:gd name="csY98" fmla="*/ 127583 h 148847"/>
              <a:gd name="csX99" fmla="*/ 56711 w 155956"/>
              <a:gd name="csY99" fmla="*/ 132899 h 148847"/>
              <a:gd name="csX100" fmla="*/ 56711 w 155956"/>
              <a:gd name="csY100" fmla="*/ 136443 h 148847"/>
              <a:gd name="csX101" fmla="*/ 77978 w 155956"/>
              <a:gd name="csY101" fmla="*/ 148847 h 148847"/>
              <a:gd name="csX102" fmla="*/ 99244 w 155956"/>
              <a:gd name="csY102" fmla="*/ 136443 h 148847"/>
              <a:gd name="csX103" fmla="*/ 99244 w 155956"/>
              <a:gd name="csY103" fmla="*/ 132899 h 148847"/>
              <a:gd name="csX104" fmla="*/ 93928 w 155956"/>
              <a:gd name="csY104" fmla="*/ 127583 h 148847"/>
              <a:gd name="csX105" fmla="*/ 62028 w 155956"/>
              <a:gd name="csY105" fmla="*/ 127583 h 148847"/>
              <a:gd name="csX106" fmla="*/ 118740 w 155956"/>
              <a:gd name="csY106" fmla="*/ 127583 h 148847"/>
              <a:gd name="csX107" fmla="*/ 113423 w 155956"/>
              <a:gd name="csY107" fmla="*/ 132899 h 148847"/>
              <a:gd name="csX108" fmla="*/ 113423 w 155956"/>
              <a:gd name="csY108" fmla="*/ 136443 h 148847"/>
              <a:gd name="csX109" fmla="*/ 134690 w 155956"/>
              <a:gd name="csY109" fmla="*/ 148847 h 148847"/>
              <a:gd name="csX110" fmla="*/ 155957 w 155956"/>
              <a:gd name="csY110" fmla="*/ 136443 h 148847"/>
              <a:gd name="csX111" fmla="*/ 155957 w 155956"/>
              <a:gd name="csY111" fmla="*/ 132899 h 148847"/>
              <a:gd name="csX112" fmla="*/ 150640 w 155956"/>
              <a:gd name="csY112" fmla="*/ 127583 h 148847"/>
              <a:gd name="csX113" fmla="*/ 118740 w 155956"/>
              <a:gd name="csY113" fmla="*/ 127583 h 148847"/>
            </a:gdLst>
            <a:ahLst/>
            <a:cxnLst/>
            <a:rect l="l" t="t" r="r" b="b"/>
            <a:pathLst>
              <a:path w="100000" h="100000">
                <a:moveTo>
                  <a:pt x="50000" y="2279"/>
                </a:moveTo>
                <a:cubicBezTo>
                  <a:pt x="46986" y="2279"/>
                  <a:pt x="44096" y="3476"/>
                  <a:pt x="41965" y="5607"/>
                </a:cubicBezTo>
                <a:cubicBezTo>
                  <a:pt x="39834" y="7737"/>
                  <a:pt x="38637" y="10628"/>
                  <a:pt x="38637" y="13641"/>
                </a:cubicBezTo>
                <a:cubicBezTo>
                  <a:pt x="38637" y="16654"/>
                  <a:pt x="39834" y="19545"/>
                  <a:pt x="41965" y="21675"/>
                </a:cubicBezTo>
                <a:cubicBezTo>
                  <a:pt x="44096" y="23806"/>
                  <a:pt x="46986" y="25003"/>
                  <a:pt x="50000" y="25003"/>
                </a:cubicBezTo>
                <a:cubicBezTo>
                  <a:pt x="53014" y="25003"/>
                  <a:pt x="55905" y="23806"/>
                  <a:pt x="58036" y="21675"/>
                </a:cubicBezTo>
                <a:cubicBezTo>
                  <a:pt x="60167" y="19545"/>
                  <a:pt x="61363" y="16654"/>
                  <a:pt x="61363" y="13641"/>
                </a:cubicBezTo>
                <a:cubicBezTo>
                  <a:pt x="61363" y="10628"/>
                  <a:pt x="60167" y="7737"/>
                  <a:pt x="58036" y="5607"/>
                </a:cubicBezTo>
                <a:cubicBezTo>
                  <a:pt x="55905" y="3476"/>
                  <a:pt x="53014" y="2279"/>
                  <a:pt x="50000" y="2279"/>
                </a:cubicBezTo>
                <a:close/>
                <a:moveTo>
                  <a:pt x="20454" y="18186"/>
                </a:moveTo>
                <a:cubicBezTo>
                  <a:pt x="14853" y="18186"/>
                  <a:pt x="10227" y="22812"/>
                  <a:pt x="10227" y="28412"/>
                </a:cubicBezTo>
                <a:lnTo>
                  <a:pt x="10227" y="55681"/>
                </a:lnTo>
                <a:cubicBezTo>
                  <a:pt x="10221" y="56132"/>
                  <a:pt x="10305" y="56582"/>
                  <a:pt x="10473" y="57000"/>
                </a:cubicBezTo>
                <a:cubicBezTo>
                  <a:pt x="10641" y="57420"/>
                  <a:pt x="10892" y="57801"/>
                  <a:pt x="11208" y="58123"/>
                </a:cubicBezTo>
                <a:cubicBezTo>
                  <a:pt x="11526" y="58445"/>
                  <a:pt x="11904" y="58700"/>
                  <a:pt x="12321" y="58875"/>
                </a:cubicBezTo>
                <a:cubicBezTo>
                  <a:pt x="12738" y="59049"/>
                  <a:pt x="13184" y="59138"/>
                  <a:pt x="13637" y="59138"/>
                </a:cubicBezTo>
                <a:cubicBezTo>
                  <a:pt x="14088" y="59138"/>
                  <a:pt x="14536" y="59049"/>
                  <a:pt x="14952" y="58875"/>
                </a:cubicBezTo>
                <a:cubicBezTo>
                  <a:pt x="15369" y="58700"/>
                  <a:pt x="15747" y="58445"/>
                  <a:pt x="16064" y="58123"/>
                </a:cubicBezTo>
                <a:cubicBezTo>
                  <a:pt x="16381" y="57801"/>
                  <a:pt x="16632" y="57420"/>
                  <a:pt x="16800" y="57000"/>
                </a:cubicBezTo>
                <a:cubicBezTo>
                  <a:pt x="16968" y="56582"/>
                  <a:pt x="17052" y="56132"/>
                  <a:pt x="17045" y="55681"/>
                </a:cubicBezTo>
                <a:lnTo>
                  <a:pt x="17045" y="28412"/>
                </a:lnTo>
                <a:cubicBezTo>
                  <a:pt x="17045" y="26287"/>
                  <a:pt x="18328" y="25003"/>
                  <a:pt x="20454" y="25003"/>
                </a:cubicBezTo>
                <a:lnTo>
                  <a:pt x="30682" y="25003"/>
                </a:lnTo>
                <a:cubicBezTo>
                  <a:pt x="31134" y="25009"/>
                  <a:pt x="31582" y="24927"/>
                  <a:pt x="32002" y="24757"/>
                </a:cubicBezTo>
                <a:cubicBezTo>
                  <a:pt x="32421" y="24589"/>
                  <a:pt x="32803" y="24340"/>
                  <a:pt x="33123" y="24022"/>
                </a:cubicBezTo>
                <a:cubicBezTo>
                  <a:pt x="33445" y="23705"/>
                  <a:pt x="33702" y="23327"/>
                  <a:pt x="33875" y="22911"/>
                </a:cubicBezTo>
                <a:cubicBezTo>
                  <a:pt x="34049" y="22493"/>
                  <a:pt x="34140" y="22046"/>
                  <a:pt x="34140" y="21594"/>
                </a:cubicBezTo>
                <a:cubicBezTo>
                  <a:pt x="34140" y="21143"/>
                  <a:pt x="34049" y="20696"/>
                  <a:pt x="33875" y="20279"/>
                </a:cubicBezTo>
                <a:cubicBezTo>
                  <a:pt x="33702" y="19862"/>
                  <a:pt x="33445" y="19485"/>
                  <a:pt x="33123" y="19167"/>
                </a:cubicBezTo>
                <a:cubicBezTo>
                  <a:pt x="32803" y="18850"/>
                  <a:pt x="32421" y="18600"/>
                  <a:pt x="32002" y="18431"/>
                </a:cubicBezTo>
                <a:cubicBezTo>
                  <a:pt x="31582" y="18263"/>
                  <a:pt x="31134" y="18179"/>
                  <a:pt x="30682" y="18186"/>
                </a:cubicBezTo>
                <a:lnTo>
                  <a:pt x="20454" y="18186"/>
                </a:lnTo>
                <a:close/>
                <a:moveTo>
                  <a:pt x="69319" y="18186"/>
                </a:moveTo>
                <a:cubicBezTo>
                  <a:pt x="68867" y="18179"/>
                  <a:pt x="68417" y="18263"/>
                  <a:pt x="67999" y="18431"/>
                </a:cubicBezTo>
                <a:cubicBezTo>
                  <a:pt x="67580" y="18600"/>
                  <a:pt x="67198" y="18850"/>
                  <a:pt x="66876" y="19167"/>
                </a:cubicBezTo>
                <a:cubicBezTo>
                  <a:pt x="66554" y="19485"/>
                  <a:pt x="66299" y="19862"/>
                  <a:pt x="66124" y="20279"/>
                </a:cubicBezTo>
                <a:cubicBezTo>
                  <a:pt x="65950" y="20696"/>
                  <a:pt x="65860" y="21143"/>
                  <a:pt x="65860" y="21594"/>
                </a:cubicBezTo>
                <a:cubicBezTo>
                  <a:pt x="65860" y="22046"/>
                  <a:pt x="65950" y="22493"/>
                  <a:pt x="66124" y="22911"/>
                </a:cubicBezTo>
                <a:cubicBezTo>
                  <a:pt x="66299" y="23327"/>
                  <a:pt x="66554" y="23705"/>
                  <a:pt x="66876" y="24022"/>
                </a:cubicBezTo>
                <a:cubicBezTo>
                  <a:pt x="67198" y="24340"/>
                  <a:pt x="67580" y="24589"/>
                  <a:pt x="67999" y="24757"/>
                </a:cubicBezTo>
                <a:cubicBezTo>
                  <a:pt x="68417" y="24927"/>
                  <a:pt x="68867" y="25009"/>
                  <a:pt x="69319" y="25003"/>
                </a:cubicBezTo>
                <a:lnTo>
                  <a:pt x="79546" y="25003"/>
                </a:lnTo>
                <a:cubicBezTo>
                  <a:pt x="81671" y="25003"/>
                  <a:pt x="82955" y="26287"/>
                  <a:pt x="82955" y="28412"/>
                </a:cubicBezTo>
                <a:lnTo>
                  <a:pt x="82955" y="55681"/>
                </a:lnTo>
                <a:cubicBezTo>
                  <a:pt x="82948" y="56132"/>
                  <a:pt x="83031" y="56582"/>
                  <a:pt x="83200" y="57000"/>
                </a:cubicBezTo>
                <a:cubicBezTo>
                  <a:pt x="83368" y="57420"/>
                  <a:pt x="83618" y="57801"/>
                  <a:pt x="83936" y="58123"/>
                </a:cubicBezTo>
                <a:cubicBezTo>
                  <a:pt x="84253" y="58445"/>
                  <a:pt x="84631" y="58700"/>
                  <a:pt x="85048" y="58875"/>
                </a:cubicBezTo>
                <a:cubicBezTo>
                  <a:pt x="85465" y="59049"/>
                  <a:pt x="85913" y="59138"/>
                  <a:pt x="86364" y="59138"/>
                </a:cubicBezTo>
                <a:cubicBezTo>
                  <a:pt x="86816" y="59138"/>
                  <a:pt x="87263" y="59049"/>
                  <a:pt x="87680" y="58875"/>
                </a:cubicBezTo>
                <a:cubicBezTo>
                  <a:pt x="88097" y="58700"/>
                  <a:pt x="88474" y="58445"/>
                  <a:pt x="88792" y="58123"/>
                </a:cubicBezTo>
                <a:cubicBezTo>
                  <a:pt x="89109" y="57801"/>
                  <a:pt x="89359" y="57420"/>
                  <a:pt x="89528" y="57000"/>
                </a:cubicBezTo>
                <a:cubicBezTo>
                  <a:pt x="89696" y="56582"/>
                  <a:pt x="89780" y="56132"/>
                  <a:pt x="89773" y="55681"/>
                </a:cubicBezTo>
                <a:lnTo>
                  <a:pt x="89773" y="28412"/>
                </a:lnTo>
                <a:cubicBezTo>
                  <a:pt x="89773" y="22812"/>
                  <a:pt x="85146" y="18186"/>
                  <a:pt x="79546" y="18186"/>
                </a:cubicBezTo>
                <a:lnTo>
                  <a:pt x="69319" y="18186"/>
                </a:lnTo>
                <a:close/>
                <a:moveTo>
                  <a:pt x="39773" y="31820"/>
                </a:moveTo>
                <a:cubicBezTo>
                  <a:pt x="35455" y="31820"/>
                  <a:pt x="31819" y="35457"/>
                  <a:pt x="31819" y="39774"/>
                </a:cubicBezTo>
                <a:lnTo>
                  <a:pt x="31819" y="40911"/>
                </a:lnTo>
                <a:cubicBezTo>
                  <a:pt x="31819" y="47500"/>
                  <a:pt x="39546" y="52272"/>
                  <a:pt x="50000" y="52272"/>
                </a:cubicBezTo>
                <a:cubicBezTo>
                  <a:pt x="60455" y="52272"/>
                  <a:pt x="68182" y="47500"/>
                  <a:pt x="68182" y="40911"/>
                </a:cubicBezTo>
                <a:lnTo>
                  <a:pt x="68182" y="39774"/>
                </a:lnTo>
                <a:cubicBezTo>
                  <a:pt x="68182" y="35457"/>
                  <a:pt x="64546" y="31820"/>
                  <a:pt x="60227" y="31820"/>
                </a:cubicBezTo>
                <a:lnTo>
                  <a:pt x="39773" y="31820"/>
                </a:lnTo>
                <a:close/>
                <a:moveTo>
                  <a:pt x="13637" y="63634"/>
                </a:moveTo>
                <a:cubicBezTo>
                  <a:pt x="11526" y="63634"/>
                  <a:pt x="9503" y="64472"/>
                  <a:pt x="8012" y="65964"/>
                </a:cubicBezTo>
                <a:cubicBezTo>
                  <a:pt x="6520" y="67455"/>
                  <a:pt x="5682" y="69479"/>
                  <a:pt x="5682" y="71588"/>
                </a:cubicBezTo>
                <a:cubicBezTo>
                  <a:pt x="5682" y="73698"/>
                  <a:pt x="6520" y="75720"/>
                  <a:pt x="8012" y="77212"/>
                </a:cubicBezTo>
                <a:cubicBezTo>
                  <a:pt x="9503" y="78703"/>
                  <a:pt x="11526" y="79541"/>
                  <a:pt x="13637" y="79541"/>
                </a:cubicBezTo>
                <a:cubicBezTo>
                  <a:pt x="15746" y="79541"/>
                  <a:pt x="17770" y="78703"/>
                  <a:pt x="19261" y="77212"/>
                </a:cubicBezTo>
                <a:cubicBezTo>
                  <a:pt x="20753" y="75720"/>
                  <a:pt x="21591" y="73698"/>
                  <a:pt x="21591" y="71588"/>
                </a:cubicBezTo>
                <a:cubicBezTo>
                  <a:pt x="21591" y="69479"/>
                  <a:pt x="20753" y="67455"/>
                  <a:pt x="19261" y="65964"/>
                </a:cubicBezTo>
                <a:cubicBezTo>
                  <a:pt x="17770" y="64472"/>
                  <a:pt x="15746" y="63634"/>
                  <a:pt x="13637" y="63634"/>
                </a:cubicBezTo>
                <a:close/>
                <a:moveTo>
                  <a:pt x="50000" y="63634"/>
                </a:moveTo>
                <a:cubicBezTo>
                  <a:pt x="47890" y="63634"/>
                  <a:pt x="45867" y="64472"/>
                  <a:pt x="44375" y="65964"/>
                </a:cubicBezTo>
                <a:cubicBezTo>
                  <a:pt x="42884" y="67455"/>
                  <a:pt x="42046" y="69479"/>
                  <a:pt x="42046" y="71588"/>
                </a:cubicBezTo>
                <a:cubicBezTo>
                  <a:pt x="42046" y="73698"/>
                  <a:pt x="42884" y="75720"/>
                  <a:pt x="44375" y="77212"/>
                </a:cubicBezTo>
                <a:cubicBezTo>
                  <a:pt x="45867" y="78703"/>
                  <a:pt x="47890" y="79541"/>
                  <a:pt x="50000" y="79541"/>
                </a:cubicBezTo>
                <a:cubicBezTo>
                  <a:pt x="52110" y="79541"/>
                  <a:pt x="54133" y="78703"/>
                  <a:pt x="55625" y="77212"/>
                </a:cubicBezTo>
                <a:cubicBezTo>
                  <a:pt x="57117" y="75720"/>
                  <a:pt x="57955" y="73698"/>
                  <a:pt x="57955" y="71588"/>
                </a:cubicBezTo>
                <a:cubicBezTo>
                  <a:pt x="57955" y="69479"/>
                  <a:pt x="57117" y="67455"/>
                  <a:pt x="55625" y="65964"/>
                </a:cubicBezTo>
                <a:cubicBezTo>
                  <a:pt x="54133" y="64472"/>
                  <a:pt x="52110" y="63634"/>
                  <a:pt x="50000" y="63634"/>
                </a:cubicBezTo>
                <a:close/>
                <a:moveTo>
                  <a:pt x="86364" y="63634"/>
                </a:moveTo>
                <a:cubicBezTo>
                  <a:pt x="84255" y="63634"/>
                  <a:pt x="82231" y="64472"/>
                  <a:pt x="80739" y="65964"/>
                </a:cubicBezTo>
                <a:cubicBezTo>
                  <a:pt x="79247" y="67455"/>
                  <a:pt x="78409" y="69479"/>
                  <a:pt x="78409" y="71588"/>
                </a:cubicBezTo>
                <a:cubicBezTo>
                  <a:pt x="78409" y="73698"/>
                  <a:pt x="79247" y="75720"/>
                  <a:pt x="80739" y="77212"/>
                </a:cubicBezTo>
                <a:cubicBezTo>
                  <a:pt x="82231" y="78703"/>
                  <a:pt x="84255" y="79541"/>
                  <a:pt x="86364" y="79541"/>
                </a:cubicBezTo>
                <a:cubicBezTo>
                  <a:pt x="88474" y="79541"/>
                  <a:pt x="90497" y="78703"/>
                  <a:pt x="91989" y="77212"/>
                </a:cubicBezTo>
                <a:cubicBezTo>
                  <a:pt x="93480" y="75720"/>
                  <a:pt x="94318" y="73698"/>
                  <a:pt x="94318" y="71588"/>
                </a:cubicBezTo>
                <a:cubicBezTo>
                  <a:pt x="94318" y="69479"/>
                  <a:pt x="93480" y="67455"/>
                  <a:pt x="91989" y="65964"/>
                </a:cubicBezTo>
                <a:cubicBezTo>
                  <a:pt x="90497" y="64472"/>
                  <a:pt x="88474" y="63634"/>
                  <a:pt x="86364" y="63634"/>
                </a:cubicBezTo>
                <a:close/>
                <a:moveTo>
                  <a:pt x="3409" y="84086"/>
                </a:moveTo>
                <a:cubicBezTo>
                  <a:pt x="1591" y="84086"/>
                  <a:pt x="0" y="85677"/>
                  <a:pt x="0" y="87495"/>
                </a:cubicBezTo>
                <a:lnTo>
                  <a:pt x="0" y="89767"/>
                </a:lnTo>
                <a:cubicBezTo>
                  <a:pt x="0" y="94085"/>
                  <a:pt x="6136" y="97721"/>
                  <a:pt x="13637" y="97721"/>
                </a:cubicBezTo>
                <a:cubicBezTo>
                  <a:pt x="21136" y="97721"/>
                  <a:pt x="27273" y="94085"/>
                  <a:pt x="27273" y="89767"/>
                </a:cubicBezTo>
                <a:lnTo>
                  <a:pt x="27273" y="87495"/>
                </a:lnTo>
                <a:cubicBezTo>
                  <a:pt x="27273" y="85677"/>
                  <a:pt x="25682" y="84086"/>
                  <a:pt x="23864" y="84086"/>
                </a:cubicBezTo>
                <a:lnTo>
                  <a:pt x="3409" y="84086"/>
                </a:lnTo>
                <a:close/>
                <a:moveTo>
                  <a:pt x="39773" y="84086"/>
                </a:moveTo>
                <a:cubicBezTo>
                  <a:pt x="37955" y="84086"/>
                  <a:pt x="36363" y="85677"/>
                  <a:pt x="36363" y="87495"/>
                </a:cubicBezTo>
                <a:lnTo>
                  <a:pt x="36363" y="89767"/>
                </a:lnTo>
                <a:cubicBezTo>
                  <a:pt x="36363" y="94085"/>
                  <a:pt x="42500" y="97721"/>
                  <a:pt x="50000" y="97721"/>
                </a:cubicBezTo>
                <a:cubicBezTo>
                  <a:pt x="57500" y="97721"/>
                  <a:pt x="63636" y="94085"/>
                  <a:pt x="63636" y="89767"/>
                </a:cubicBezTo>
                <a:lnTo>
                  <a:pt x="63636" y="87495"/>
                </a:lnTo>
                <a:cubicBezTo>
                  <a:pt x="63636" y="85677"/>
                  <a:pt x="62046" y="84086"/>
                  <a:pt x="60227" y="84086"/>
                </a:cubicBezTo>
                <a:lnTo>
                  <a:pt x="39773" y="84086"/>
                </a:lnTo>
                <a:close/>
                <a:moveTo>
                  <a:pt x="76137" y="84086"/>
                </a:moveTo>
                <a:cubicBezTo>
                  <a:pt x="74318" y="84086"/>
                  <a:pt x="72728" y="85677"/>
                  <a:pt x="72728" y="87495"/>
                </a:cubicBezTo>
                <a:lnTo>
                  <a:pt x="72728" y="89767"/>
                </a:lnTo>
                <a:cubicBezTo>
                  <a:pt x="72728" y="94085"/>
                  <a:pt x="78864" y="97721"/>
                  <a:pt x="86364" y="97721"/>
                </a:cubicBezTo>
                <a:cubicBezTo>
                  <a:pt x="93864" y="97721"/>
                  <a:pt x="100001" y="94085"/>
                  <a:pt x="100001" y="89767"/>
                </a:cubicBezTo>
                <a:lnTo>
                  <a:pt x="100001" y="87495"/>
                </a:lnTo>
                <a:cubicBezTo>
                  <a:pt x="100001" y="85677"/>
                  <a:pt x="98409" y="84086"/>
                  <a:pt x="96591" y="84086"/>
                </a:cubicBezTo>
                <a:lnTo>
                  <a:pt x="76137" y="8408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3" name="Чёрный — SVG 16">
            <a:extLst>
              <a:ext uri="{FF2B5EF4-FFF2-40B4-BE49-F238E27FC236}">
                <a16:creationId xmlns:a16="http://schemas.microsoft.com/office/drawing/2014/main" id="{A271614B-7850-8B41-88E3-EED58A02B00B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70889 w 141778"/>
              <a:gd name="csY0" fmla="*/ 0 h 127583"/>
              <a:gd name="csX1" fmla="*/ 55851 w 141778"/>
              <a:gd name="csY1" fmla="*/ 6228 h 127583"/>
              <a:gd name="csX2" fmla="*/ 49622 w 141778"/>
              <a:gd name="csY2" fmla="*/ 21264 h 127583"/>
              <a:gd name="csX3" fmla="*/ 55851 w 141778"/>
              <a:gd name="csY3" fmla="*/ 36300 h 127583"/>
              <a:gd name="csX4" fmla="*/ 70889 w 141778"/>
              <a:gd name="csY4" fmla="*/ 42528 h 127583"/>
              <a:gd name="csX5" fmla="*/ 85927 w 141778"/>
              <a:gd name="csY5" fmla="*/ 36300 h 127583"/>
              <a:gd name="csX6" fmla="*/ 92156 w 141778"/>
              <a:gd name="csY6" fmla="*/ 21264 h 127583"/>
              <a:gd name="csX7" fmla="*/ 85927 w 141778"/>
              <a:gd name="csY7" fmla="*/ 6228 h 127583"/>
              <a:gd name="csX8" fmla="*/ 70889 w 141778"/>
              <a:gd name="csY8" fmla="*/ 0 h 127583"/>
              <a:gd name="csX9" fmla="*/ 24811 w 141778"/>
              <a:gd name="csY9" fmla="*/ 7089 h 127583"/>
              <a:gd name="csX10" fmla="*/ 12280 w 141778"/>
              <a:gd name="csY10" fmla="*/ 12279 h 127583"/>
              <a:gd name="csX11" fmla="*/ 7089 w 141778"/>
              <a:gd name="csY11" fmla="*/ 24807 h 127583"/>
              <a:gd name="csX12" fmla="*/ 12280 w 141778"/>
              <a:gd name="csY12" fmla="*/ 37338 h 127583"/>
              <a:gd name="csX13" fmla="*/ 24811 w 141778"/>
              <a:gd name="csY13" fmla="*/ 42528 h 127583"/>
              <a:gd name="csX14" fmla="*/ 37343 w 141778"/>
              <a:gd name="csY14" fmla="*/ 37338 h 127583"/>
              <a:gd name="csX15" fmla="*/ 42534 w 141778"/>
              <a:gd name="csY15" fmla="*/ 24807 h 127583"/>
              <a:gd name="csX16" fmla="*/ 37343 w 141778"/>
              <a:gd name="csY16" fmla="*/ 12279 h 127583"/>
              <a:gd name="csX17" fmla="*/ 24811 w 141778"/>
              <a:gd name="csY17" fmla="*/ 7089 h 127583"/>
              <a:gd name="csX18" fmla="*/ 116967 w 141778"/>
              <a:gd name="csY18" fmla="*/ 7089 h 127583"/>
              <a:gd name="csX19" fmla="*/ 104436 w 141778"/>
              <a:gd name="csY19" fmla="*/ 12279 h 127583"/>
              <a:gd name="csX20" fmla="*/ 99245 w 141778"/>
              <a:gd name="csY20" fmla="*/ 24807 h 127583"/>
              <a:gd name="csX21" fmla="*/ 104436 w 141778"/>
              <a:gd name="csY21" fmla="*/ 37338 h 127583"/>
              <a:gd name="csX22" fmla="*/ 116967 w 141778"/>
              <a:gd name="csY22" fmla="*/ 42528 h 127583"/>
              <a:gd name="csX23" fmla="*/ 129499 w 141778"/>
              <a:gd name="csY23" fmla="*/ 37338 h 127583"/>
              <a:gd name="csX24" fmla="*/ 134690 w 141778"/>
              <a:gd name="csY24" fmla="*/ 24807 h 127583"/>
              <a:gd name="csX25" fmla="*/ 129499 w 141778"/>
              <a:gd name="csY25" fmla="*/ 12279 h 127583"/>
              <a:gd name="csX26" fmla="*/ 116967 w 141778"/>
              <a:gd name="csY26" fmla="*/ 7089 h 127583"/>
              <a:gd name="csX27" fmla="*/ 70889 w 141778"/>
              <a:gd name="csY27" fmla="*/ 127583 h 127583"/>
              <a:gd name="csX28" fmla="*/ 38989 w 141778"/>
              <a:gd name="csY28" fmla="*/ 95687 h 127583"/>
              <a:gd name="csX29" fmla="*/ 38989 w 141778"/>
              <a:gd name="csY29" fmla="*/ 62019 h 127583"/>
              <a:gd name="csX30" fmla="*/ 51395 w 141778"/>
              <a:gd name="csY30" fmla="*/ 49616 h 127583"/>
              <a:gd name="csX31" fmla="*/ 90384 w 141778"/>
              <a:gd name="csY31" fmla="*/ 49616 h 127583"/>
              <a:gd name="csX32" fmla="*/ 102789 w 141778"/>
              <a:gd name="csY32" fmla="*/ 62019 h 127583"/>
              <a:gd name="csX33" fmla="*/ 102789 w 141778"/>
              <a:gd name="csY33" fmla="*/ 95687 h 127583"/>
              <a:gd name="csX34" fmla="*/ 70889 w 141778"/>
              <a:gd name="csY34" fmla="*/ 127583 h 127583"/>
              <a:gd name="csX35" fmla="*/ 31900 w 141778"/>
              <a:gd name="csY35" fmla="*/ 95687 h 127583"/>
              <a:gd name="csX36" fmla="*/ 31900 w 141778"/>
              <a:gd name="csY36" fmla="*/ 62019 h 127583"/>
              <a:gd name="csX37" fmla="*/ 36370 w 141778"/>
              <a:gd name="csY37" fmla="*/ 49616 h 127583"/>
              <a:gd name="csX38" fmla="*/ 12406 w 141778"/>
              <a:gd name="csY38" fmla="*/ 49616 h 127583"/>
              <a:gd name="csX39" fmla="*/ 0 w 141778"/>
              <a:gd name="csY39" fmla="*/ 62019 h 127583"/>
              <a:gd name="csX40" fmla="*/ 0 w 141778"/>
              <a:gd name="csY40" fmla="*/ 85056 h 127583"/>
              <a:gd name="csX41" fmla="*/ 28356 w 141778"/>
              <a:gd name="csY41" fmla="*/ 113408 h 127583"/>
              <a:gd name="csX42" fmla="*/ 35657 w 141778"/>
              <a:gd name="csY42" fmla="*/ 112450 h 127583"/>
              <a:gd name="csX43" fmla="*/ 35728 w 141778"/>
              <a:gd name="csY43" fmla="*/ 112421 h 127583"/>
              <a:gd name="csX44" fmla="*/ 31900 w 141778"/>
              <a:gd name="csY44" fmla="*/ 95687 h 127583"/>
              <a:gd name="csX45" fmla="*/ 109878 w 141778"/>
              <a:gd name="csY45" fmla="*/ 95687 h 127583"/>
              <a:gd name="csX46" fmla="*/ 109878 w 141778"/>
              <a:gd name="csY46" fmla="*/ 62019 h 127583"/>
              <a:gd name="csX47" fmla="*/ 105409 w 141778"/>
              <a:gd name="csY47" fmla="*/ 49616 h 127583"/>
              <a:gd name="csX48" fmla="*/ 129373 w 141778"/>
              <a:gd name="csY48" fmla="*/ 49616 h 127583"/>
              <a:gd name="csX49" fmla="*/ 141778 w 141778"/>
              <a:gd name="csY49" fmla="*/ 62019 h 127583"/>
              <a:gd name="csX50" fmla="*/ 141778 w 141778"/>
              <a:gd name="csY50" fmla="*/ 85056 h 127583"/>
              <a:gd name="csX51" fmla="*/ 113423 w 141778"/>
              <a:gd name="csY51" fmla="*/ 113408 h 127583"/>
              <a:gd name="csX52" fmla="*/ 106121 w 141778"/>
              <a:gd name="csY52" fmla="*/ 112450 h 127583"/>
              <a:gd name="csX53" fmla="*/ 106050 w 141778"/>
              <a:gd name="csY53" fmla="*/ 112421 h 127583"/>
              <a:gd name="csX54" fmla="*/ 109878 w 141778"/>
              <a:gd name="csY54" fmla="*/ 95687 h 127583"/>
            </a:gdLst>
            <a:ahLst/>
            <a:cxnLst/>
            <a:rect l="l" t="t" r="r" b="b"/>
            <a:pathLst>
              <a:path w="100000" h="100000">
                <a:moveTo>
                  <a:pt x="50000" y="5006"/>
                </a:moveTo>
                <a:cubicBezTo>
                  <a:pt x="46022" y="5006"/>
                  <a:pt x="42207" y="6586"/>
                  <a:pt x="39393" y="9399"/>
                </a:cubicBezTo>
                <a:cubicBezTo>
                  <a:pt x="36580" y="12211"/>
                  <a:pt x="35000" y="16027"/>
                  <a:pt x="35000" y="20004"/>
                </a:cubicBezTo>
                <a:cubicBezTo>
                  <a:pt x="35000" y="23982"/>
                  <a:pt x="36580" y="27797"/>
                  <a:pt x="39393" y="30609"/>
                </a:cubicBezTo>
                <a:cubicBezTo>
                  <a:pt x="42207" y="33422"/>
                  <a:pt x="46022" y="35002"/>
                  <a:pt x="50000" y="35002"/>
                </a:cubicBezTo>
                <a:cubicBezTo>
                  <a:pt x="53979" y="35002"/>
                  <a:pt x="57794" y="33422"/>
                  <a:pt x="60607" y="30609"/>
                </a:cubicBezTo>
                <a:cubicBezTo>
                  <a:pt x="63420" y="27797"/>
                  <a:pt x="65000" y="23982"/>
                  <a:pt x="65000" y="20004"/>
                </a:cubicBezTo>
                <a:cubicBezTo>
                  <a:pt x="65000" y="16027"/>
                  <a:pt x="63420" y="12211"/>
                  <a:pt x="60607" y="9399"/>
                </a:cubicBezTo>
                <a:cubicBezTo>
                  <a:pt x="57794" y="6586"/>
                  <a:pt x="53979" y="5006"/>
                  <a:pt x="50000" y="5006"/>
                </a:cubicBezTo>
                <a:close/>
                <a:moveTo>
                  <a:pt x="17500" y="10006"/>
                </a:moveTo>
                <a:cubicBezTo>
                  <a:pt x="14185" y="10006"/>
                  <a:pt x="11005" y="11322"/>
                  <a:pt x="8661" y="13667"/>
                </a:cubicBezTo>
                <a:cubicBezTo>
                  <a:pt x="6317" y="16010"/>
                  <a:pt x="5000" y="19190"/>
                  <a:pt x="5000" y="22503"/>
                </a:cubicBezTo>
                <a:cubicBezTo>
                  <a:pt x="5000" y="25818"/>
                  <a:pt x="6317" y="28998"/>
                  <a:pt x="8661" y="31342"/>
                </a:cubicBezTo>
                <a:cubicBezTo>
                  <a:pt x="11005" y="33686"/>
                  <a:pt x="14185" y="35002"/>
                  <a:pt x="17500" y="35002"/>
                </a:cubicBezTo>
                <a:cubicBezTo>
                  <a:pt x="20815" y="35002"/>
                  <a:pt x="23995" y="33686"/>
                  <a:pt x="26339" y="31342"/>
                </a:cubicBezTo>
                <a:cubicBezTo>
                  <a:pt x="28683" y="28998"/>
                  <a:pt x="30000" y="25818"/>
                  <a:pt x="30000" y="22503"/>
                </a:cubicBezTo>
                <a:cubicBezTo>
                  <a:pt x="30000" y="19190"/>
                  <a:pt x="28683" y="16010"/>
                  <a:pt x="26339" y="13667"/>
                </a:cubicBezTo>
                <a:cubicBezTo>
                  <a:pt x="23995" y="11322"/>
                  <a:pt x="20815" y="10006"/>
                  <a:pt x="17500" y="10006"/>
                </a:cubicBezTo>
                <a:close/>
                <a:moveTo>
                  <a:pt x="82500" y="10006"/>
                </a:moveTo>
                <a:cubicBezTo>
                  <a:pt x="79185" y="10006"/>
                  <a:pt x="76005" y="11322"/>
                  <a:pt x="73662" y="13667"/>
                </a:cubicBezTo>
                <a:cubicBezTo>
                  <a:pt x="71317" y="16010"/>
                  <a:pt x="70000" y="19190"/>
                  <a:pt x="70000" y="22503"/>
                </a:cubicBezTo>
                <a:cubicBezTo>
                  <a:pt x="70000" y="25818"/>
                  <a:pt x="71317" y="28998"/>
                  <a:pt x="73662" y="31342"/>
                </a:cubicBezTo>
                <a:cubicBezTo>
                  <a:pt x="76005" y="33686"/>
                  <a:pt x="79185" y="35002"/>
                  <a:pt x="82500" y="35002"/>
                </a:cubicBezTo>
                <a:cubicBezTo>
                  <a:pt x="85815" y="35002"/>
                  <a:pt x="88995" y="33686"/>
                  <a:pt x="91339" y="31342"/>
                </a:cubicBezTo>
                <a:cubicBezTo>
                  <a:pt x="93683" y="28998"/>
                  <a:pt x="95001" y="25818"/>
                  <a:pt x="95001" y="22503"/>
                </a:cubicBezTo>
                <a:cubicBezTo>
                  <a:pt x="95001" y="19190"/>
                  <a:pt x="93683" y="16010"/>
                  <a:pt x="91339" y="13667"/>
                </a:cubicBezTo>
                <a:cubicBezTo>
                  <a:pt x="88995" y="11322"/>
                  <a:pt x="85815" y="10006"/>
                  <a:pt x="82500" y="10006"/>
                </a:cubicBezTo>
                <a:close/>
                <a:moveTo>
                  <a:pt x="50000" y="94994"/>
                </a:moveTo>
                <a:cubicBezTo>
                  <a:pt x="37595" y="94994"/>
                  <a:pt x="27500" y="84900"/>
                  <a:pt x="27500" y="72497"/>
                </a:cubicBezTo>
                <a:lnTo>
                  <a:pt x="27500" y="48750"/>
                </a:lnTo>
                <a:cubicBezTo>
                  <a:pt x="27500" y="43925"/>
                  <a:pt x="31425" y="40002"/>
                  <a:pt x="36250" y="40002"/>
                </a:cubicBezTo>
                <a:lnTo>
                  <a:pt x="63750" y="40002"/>
                </a:lnTo>
                <a:cubicBezTo>
                  <a:pt x="68575" y="40002"/>
                  <a:pt x="72500" y="43925"/>
                  <a:pt x="72500" y="48750"/>
                </a:cubicBezTo>
                <a:lnTo>
                  <a:pt x="72500" y="72497"/>
                </a:lnTo>
                <a:cubicBezTo>
                  <a:pt x="72500" y="84900"/>
                  <a:pt x="62405" y="94994"/>
                  <a:pt x="50000" y="94994"/>
                </a:cubicBezTo>
                <a:close/>
                <a:moveTo>
                  <a:pt x="22500" y="72497"/>
                </a:moveTo>
                <a:lnTo>
                  <a:pt x="22500" y="48750"/>
                </a:lnTo>
                <a:cubicBezTo>
                  <a:pt x="22500" y="45431"/>
                  <a:pt x="23685" y="42381"/>
                  <a:pt x="25653" y="40002"/>
                </a:cubicBezTo>
                <a:lnTo>
                  <a:pt x="8750" y="40002"/>
                </a:lnTo>
                <a:cubicBezTo>
                  <a:pt x="3925" y="40002"/>
                  <a:pt x="0" y="43925"/>
                  <a:pt x="0" y="48750"/>
                </a:cubicBezTo>
                <a:lnTo>
                  <a:pt x="0" y="64998"/>
                </a:lnTo>
                <a:cubicBezTo>
                  <a:pt x="0" y="76021"/>
                  <a:pt x="8975" y="84996"/>
                  <a:pt x="20000" y="84996"/>
                </a:cubicBezTo>
                <a:cubicBezTo>
                  <a:pt x="21775" y="84996"/>
                  <a:pt x="23500" y="84770"/>
                  <a:pt x="25150" y="84320"/>
                </a:cubicBezTo>
                <a:cubicBezTo>
                  <a:pt x="25150" y="84320"/>
                  <a:pt x="25177" y="84308"/>
                  <a:pt x="25200" y="84300"/>
                </a:cubicBezTo>
                <a:cubicBezTo>
                  <a:pt x="23487" y="80718"/>
                  <a:pt x="22500" y="76724"/>
                  <a:pt x="22500" y="72497"/>
                </a:cubicBezTo>
                <a:close/>
                <a:moveTo>
                  <a:pt x="77500" y="72497"/>
                </a:moveTo>
                <a:lnTo>
                  <a:pt x="77500" y="48750"/>
                </a:lnTo>
                <a:cubicBezTo>
                  <a:pt x="77500" y="45431"/>
                  <a:pt x="76315" y="42381"/>
                  <a:pt x="74348" y="40002"/>
                </a:cubicBezTo>
                <a:lnTo>
                  <a:pt x="91250" y="40002"/>
                </a:lnTo>
                <a:cubicBezTo>
                  <a:pt x="96076" y="40002"/>
                  <a:pt x="100000" y="43925"/>
                  <a:pt x="100000" y="48750"/>
                </a:cubicBezTo>
                <a:lnTo>
                  <a:pt x="100000" y="64998"/>
                </a:lnTo>
                <a:cubicBezTo>
                  <a:pt x="100000" y="76021"/>
                  <a:pt x="91025" y="84996"/>
                  <a:pt x="80000" y="84996"/>
                </a:cubicBezTo>
                <a:cubicBezTo>
                  <a:pt x="78225" y="84996"/>
                  <a:pt x="76500" y="84770"/>
                  <a:pt x="74850" y="84320"/>
                </a:cubicBezTo>
                <a:cubicBezTo>
                  <a:pt x="74850" y="84320"/>
                  <a:pt x="74823" y="84308"/>
                  <a:pt x="74800" y="84300"/>
                </a:cubicBezTo>
                <a:cubicBezTo>
                  <a:pt x="76513" y="80718"/>
                  <a:pt x="77500" y="76724"/>
                  <a:pt x="77500" y="7249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4" name="Чёрный — SVG 17">
            <a:extLst>
              <a:ext uri="{FF2B5EF4-FFF2-40B4-BE49-F238E27FC236}">
                <a16:creationId xmlns:a16="http://schemas.microsoft.com/office/drawing/2014/main" id="{34B4708B-ED35-CE47-8154-4FB52206C81B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28356 w 155956"/>
              <a:gd name="csY0" fmla="*/ 53160 h 141758"/>
              <a:gd name="csX1" fmla="*/ 15824 w 155956"/>
              <a:gd name="csY1" fmla="*/ 58350 h 141758"/>
              <a:gd name="csX2" fmla="*/ 10633 w 155956"/>
              <a:gd name="csY2" fmla="*/ 70880 h 141758"/>
              <a:gd name="csX3" fmla="*/ 15824 w 155956"/>
              <a:gd name="csY3" fmla="*/ 83409 h 141758"/>
              <a:gd name="csX4" fmla="*/ 28356 w 155956"/>
              <a:gd name="csY4" fmla="*/ 88599 h 141758"/>
              <a:gd name="csX5" fmla="*/ 40887 w 155956"/>
              <a:gd name="csY5" fmla="*/ 83409 h 141758"/>
              <a:gd name="csX6" fmla="*/ 46077 w 155956"/>
              <a:gd name="csY6" fmla="*/ 70880 h 141758"/>
              <a:gd name="csX7" fmla="*/ 40887 w 155956"/>
              <a:gd name="csY7" fmla="*/ 58350 h 141758"/>
              <a:gd name="csX8" fmla="*/ 28356 w 155956"/>
              <a:gd name="csY8" fmla="*/ 53160 h 141758"/>
              <a:gd name="csX9" fmla="*/ 77978 w 155956"/>
              <a:gd name="csY9" fmla="*/ 53160 h 141758"/>
              <a:gd name="csX10" fmla="*/ 69840 w 155956"/>
              <a:gd name="csY10" fmla="*/ 54779 h 141758"/>
              <a:gd name="csX11" fmla="*/ 62939 w 155956"/>
              <a:gd name="csY11" fmla="*/ 59387 h 141758"/>
              <a:gd name="csX12" fmla="*/ 58330 w 155956"/>
              <a:gd name="csY12" fmla="*/ 66285 h 141758"/>
              <a:gd name="csX13" fmla="*/ 56711 w 155956"/>
              <a:gd name="csY13" fmla="*/ 74424 h 141758"/>
              <a:gd name="csX14" fmla="*/ 58330 w 155956"/>
              <a:gd name="csY14" fmla="*/ 82562 h 141758"/>
              <a:gd name="csX15" fmla="*/ 62939 w 155956"/>
              <a:gd name="csY15" fmla="*/ 89460 h 141758"/>
              <a:gd name="csX16" fmla="*/ 69840 w 155956"/>
              <a:gd name="csY16" fmla="*/ 94068 h 141758"/>
              <a:gd name="csX17" fmla="*/ 77978 w 155956"/>
              <a:gd name="csY17" fmla="*/ 95687 h 141758"/>
              <a:gd name="csX18" fmla="*/ 86117 w 155956"/>
              <a:gd name="csY18" fmla="*/ 94068 h 141758"/>
              <a:gd name="csX19" fmla="*/ 93016 w 155956"/>
              <a:gd name="csY19" fmla="*/ 89460 h 141758"/>
              <a:gd name="csX20" fmla="*/ 97626 w 155956"/>
              <a:gd name="csY20" fmla="*/ 82562 h 141758"/>
              <a:gd name="csX21" fmla="*/ 99244 w 155956"/>
              <a:gd name="csY21" fmla="*/ 74424 h 141758"/>
              <a:gd name="csX22" fmla="*/ 97626 w 155956"/>
              <a:gd name="csY22" fmla="*/ 66285 h 141758"/>
              <a:gd name="csX23" fmla="*/ 93016 w 155956"/>
              <a:gd name="csY23" fmla="*/ 59387 h 141758"/>
              <a:gd name="csX24" fmla="*/ 86117 w 155956"/>
              <a:gd name="csY24" fmla="*/ 54779 h 141758"/>
              <a:gd name="csX25" fmla="*/ 77978 w 155956"/>
              <a:gd name="csY25" fmla="*/ 53160 h 141758"/>
              <a:gd name="csX26" fmla="*/ 51324 w 155956"/>
              <a:gd name="csY26" fmla="*/ 100614 h 141758"/>
              <a:gd name="csX27" fmla="*/ 46077 w 155956"/>
              <a:gd name="csY27" fmla="*/ 99231 h 141758"/>
              <a:gd name="csX28" fmla="*/ 10633 w 155956"/>
              <a:gd name="csY28" fmla="*/ 99231 h 141758"/>
              <a:gd name="csX29" fmla="*/ 0 w 155956"/>
              <a:gd name="csY29" fmla="*/ 109863 h 141758"/>
              <a:gd name="csX30" fmla="*/ 0 w 155956"/>
              <a:gd name="csY30" fmla="*/ 111989 h 141758"/>
              <a:gd name="csX31" fmla="*/ 28356 w 155956"/>
              <a:gd name="csY31" fmla="*/ 131127 h 141758"/>
              <a:gd name="csX32" fmla="*/ 40761 w 155956"/>
              <a:gd name="csY32" fmla="*/ 129249 h 141758"/>
              <a:gd name="csX33" fmla="*/ 38990 w 155956"/>
              <a:gd name="csY33" fmla="*/ 120495 h 141758"/>
              <a:gd name="csX34" fmla="*/ 38990 w 155956"/>
              <a:gd name="csY34" fmla="*/ 118724 h 141758"/>
              <a:gd name="csX35" fmla="*/ 51324 w 155956"/>
              <a:gd name="csY35" fmla="*/ 100614 h 141758"/>
              <a:gd name="csX36" fmla="*/ 127601 w 155956"/>
              <a:gd name="csY36" fmla="*/ 53160 h 141758"/>
              <a:gd name="csX37" fmla="*/ 115068 w 155956"/>
              <a:gd name="csY37" fmla="*/ 58350 h 141758"/>
              <a:gd name="csX38" fmla="*/ 109878 w 155956"/>
              <a:gd name="csY38" fmla="*/ 70880 h 141758"/>
              <a:gd name="csX39" fmla="*/ 115068 w 155956"/>
              <a:gd name="csY39" fmla="*/ 83409 h 141758"/>
              <a:gd name="csX40" fmla="*/ 127601 w 155956"/>
              <a:gd name="csY40" fmla="*/ 88599 h 141758"/>
              <a:gd name="csX41" fmla="*/ 140133 w 155956"/>
              <a:gd name="csY41" fmla="*/ 83409 h 141758"/>
              <a:gd name="csX42" fmla="*/ 145323 w 155956"/>
              <a:gd name="csY42" fmla="*/ 70880 h 141758"/>
              <a:gd name="csX43" fmla="*/ 140133 w 155956"/>
              <a:gd name="csY43" fmla="*/ 58350 h 141758"/>
              <a:gd name="csX44" fmla="*/ 127601 w 155956"/>
              <a:gd name="csY44" fmla="*/ 53160 h 141758"/>
              <a:gd name="csX45" fmla="*/ 145323 w 155956"/>
              <a:gd name="csY45" fmla="*/ 99231 h 141758"/>
              <a:gd name="csX46" fmla="*/ 109878 w 155956"/>
              <a:gd name="csY46" fmla="*/ 99231 h 141758"/>
              <a:gd name="csX47" fmla="*/ 104632 w 155956"/>
              <a:gd name="csY47" fmla="*/ 100614 h 141758"/>
              <a:gd name="csX48" fmla="*/ 116967 w 155956"/>
              <a:gd name="csY48" fmla="*/ 118724 h 141758"/>
              <a:gd name="csX49" fmla="*/ 116967 w 155956"/>
              <a:gd name="csY49" fmla="*/ 120495 h 141758"/>
              <a:gd name="csX50" fmla="*/ 115194 w 155956"/>
              <a:gd name="csY50" fmla="*/ 129249 h 141758"/>
              <a:gd name="csX51" fmla="*/ 127601 w 155956"/>
              <a:gd name="csY51" fmla="*/ 131127 h 141758"/>
              <a:gd name="csX52" fmla="*/ 155957 w 155956"/>
              <a:gd name="csY52" fmla="*/ 111989 h 141758"/>
              <a:gd name="csX53" fmla="*/ 155957 w 155956"/>
              <a:gd name="csY53" fmla="*/ 109863 h 141758"/>
              <a:gd name="csX54" fmla="*/ 145323 w 155956"/>
              <a:gd name="csY54" fmla="*/ 99231 h 141758"/>
              <a:gd name="csX55" fmla="*/ 104561 w 155956"/>
              <a:gd name="csY55" fmla="*/ 53160 h 141758"/>
              <a:gd name="csX56" fmla="*/ 100801 w 155956"/>
              <a:gd name="csY56" fmla="*/ 51603 h 141758"/>
              <a:gd name="csX57" fmla="*/ 91728 w 155956"/>
              <a:gd name="csY57" fmla="*/ 42528 h 141758"/>
              <a:gd name="csX58" fmla="*/ 79750 w 155956"/>
              <a:gd name="csY58" fmla="*/ 42528 h 141758"/>
              <a:gd name="csX59" fmla="*/ 67344 w 155956"/>
              <a:gd name="csY59" fmla="*/ 30123 h 141758"/>
              <a:gd name="csX60" fmla="*/ 67344 w 155956"/>
              <a:gd name="csY60" fmla="*/ 12404 h 141758"/>
              <a:gd name="csX61" fmla="*/ 79750 w 155956"/>
              <a:gd name="csY61" fmla="*/ 0 h 141758"/>
              <a:gd name="csX62" fmla="*/ 129373 w 155956"/>
              <a:gd name="csY62" fmla="*/ 0 h 141758"/>
              <a:gd name="csX63" fmla="*/ 141778 w 155956"/>
              <a:gd name="csY63" fmla="*/ 12404 h 141758"/>
              <a:gd name="csX64" fmla="*/ 141778 w 155956"/>
              <a:gd name="csY64" fmla="*/ 30123 h 141758"/>
              <a:gd name="csX65" fmla="*/ 129373 w 155956"/>
              <a:gd name="csY65" fmla="*/ 42528 h 141758"/>
              <a:gd name="csX66" fmla="*/ 117396 w 155956"/>
              <a:gd name="csY66" fmla="*/ 42528 h 141758"/>
              <a:gd name="csX67" fmla="*/ 108319 w 155956"/>
              <a:gd name="csY67" fmla="*/ 51603 h 141758"/>
              <a:gd name="csX68" fmla="*/ 104561 w 155956"/>
              <a:gd name="csY68" fmla="*/ 53160 h 141758"/>
              <a:gd name="csX69" fmla="*/ 77978 w 155956"/>
              <a:gd name="csY69" fmla="*/ 141759 h 141758"/>
              <a:gd name="csX70" fmla="*/ 46077 w 155956"/>
              <a:gd name="csY70" fmla="*/ 120495 h 141758"/>
              <a:gd name="csX71" fmla="*/ 46077 w 155956"/>
              <a:gd name="csY71" fmla="*/ 118724 h 141758"/>
              <a:gd name="csX72" fmla="*/ 58484 w 155956"/>
              <a:gd name="csY72" fmla="*/ 106319 h 141758"/>
              <a:gd name="csX73" fmla="*/ 97473 w 155956"/>
              <a:gd name="csY73" fmla="*/ 106319 h 141758"/>
              <a:gd name="csX74" fmla="*/ 109878 w 155956"/>
              <a:gd name="csY74" fmla="*/ 118724 h 141758"/>
              <a:gd name="csX75" fmla="*/ 109878 w 155956"/>
              <a:gd name="csY75" fmla="*/ 120495 h 141758"/>
              <a:gd name="csX76" fmla="*/ 77978 w 155956"/>
              <a:gd name="csY76" fmla="*/ 141759 h 141758"/>
            </a:gdLst>
            <a:ahLst/>
            <a:cxnLst/>
            <a:rect l="l" t="t" r="r" b="b"/>
            <a:pathLst>
              <a:path w="100000" h="100000">
                <a:moveTo>
                  <a:pt x="18182" y="38638"/>
                </a:moveTo>
                <a:cubicBezTo>
                  <a:pt x="15168" y="38638"/>
                  <a:pt x="12277" y="39835"/>
                  <a:pt x="10146" y="41966"/>
                </a:cubicBezTo>
                <a:cubicBezTo>
                  <a:pt x="8015" y="44096"/>
                  <a:pt x="6818" y="46987"/>
                  <a:pt x="6818" y="50001"/>
                </a:cubicBezTo>
                <a:cubicBezTo>
                  <a:pt x="6818" y="53014"/>
                  <a:pt x="8015" y="55904"/>
                  <a:pt x="10146" y="58034"/>
                </a:cubicBezTo>
                <a:cubicBezTo>
                  <a:pt x="12277" y="60166"/>
                  <a:pt x="15168" y="61362"/>
                  <a:pt x="18182" y="61362"/>
                </a:cubicBezTo>
                <a:cubicBezTo>
                  <a:pt x="21195" y="61362"/>
                  <a:pt x="24086" y="60166"/>
                  <a:pt x="26217" y="58034"/>
                </a:cubicBezTo>
                <a:cubicBezTo>
                  <a:pt x="28348" y="55904"/>
                  <a:pt x="29545" y="53014"/>
                  <a:pt x="29545" y="50001"/>
                </a:cubicBezTo>
                <a:cubicBezTo>
                  <a:pt x="29545" y="46987"/>
                  <a:pt x="28348" y="44096"/>
                  <a:pt x="26217" y="41966"/>
                </a:cubicBezTo>
                <a:cubicBezTo>
                  <a:pt x="24086" y="39835"/>
                  <a:pt x="21195" y="38638"/>
                  <a:pt x="18182" y="38638"/>
                </a:cubicBezTo>
                <a:close/>
                <a:moveTo>
                  <a:pt x="50000" y="38638"/>
                </a:moveTo>
                <a:cubicBezTo>
                  <a:pt x="48210" y="38638"/>
                  <a:pt x="46436" y="38990"/>
                  <a:pt x="44782" y="39677"/>
                </a:cubicBezTo>
                <a:cubicBezTo>
                  <a:pt x="43127" y="40361"/>
                  <a:pt x="41624" y="41365"/>
                  <a:pt x="40357" y="42631"/>
                </a:cubicBezTo>
                <a:cubicBezTo>
                  <a:pt x="39092" y="43898"/>
                  <a:pt x="38087" y="45401"/>
                  <a:pt x="37402" y="47054"/>
                </a:cubicBezTo>
                <a:cubicBezTo>
                  <a:pt x="36717" y="48709"/>
                  <a:pt x="36363" y="50482"/>
                  <a:pt x="36363" y="52273"/>
                </a:cubicBezTo>
                <a:cubicBezTo>
                  <a:pt x="36363" y="54064"/>
                  <a:pt x="36717" y="55836"/>
                  <a:pt x="37402" y="57491"/>
                </a:cubicBezTo>
                <a:cubicBezTo>
                  <a:pt x="38087" y="59145"/>
                  <a:pt x="39092" y="60648"/>
                  <a:pt x="40357" y="61914"/>
                </a:cubicBezTo>
                <a:cubicBezTo>
                  <a:pt x="41624" y="63181"/>
                  <a:pt x="43127" y="64184"/>
                  <a:pt x="44782" y="64869"/>
                </a:cubicBezTo>
                <a:cubicBezTo>
                  <a:pt x="46436" y="65555"/>
                  <a:pt x="48210" y="65907"/>
                  <a:pt x="50000" y="65907"/>
                </a:cubicBezTo>
                <a:cubicBezTo>
                  <a:pt x="51791" y="65907"/>
                  <a:pt x="53564" y="65555"/>
                  <a:pt x="55219" y="64869"/>
                </a:cubicBezTo>
                <a:cubicBezTo>
                  <a:pt x="56872" y="64184"/>
                  <a:pt x="58375" y="63181"/>
                  <a:pt x="59642" y="61914"/>
                </a:cubicBezTo>
                <a:cubicBezTo>
                  <a:pt x="60909" y="60648"/>
                  <a:pt x="61914" y="59145"/>
                  <a:pt x="62598" y="57491"/>
                </a:cubicBezTo>
                <a:cubicBezTo>
                  <a:pt x="63284" y="55836"/>
                  <a:pt x="63636" y="54064"/>
                  <a:pt x="63636" y="52273"/>
                </a:cubicBezTo>
                <a:cubicBezTo>
                  <a:pt x="63636" y="50482"/>
                  <a:pt x="63284" y="48709"/>
                  <a:pt x="62598" y="47054"/>
                </a:cubicBezTo>
                <a:cubicBezTo>
                  <a:pt x="61914" y="45401"/>
                  <a:pt x="60909" y="43898"/>
                  <a:pt x="59642" y="42631"/>
                </a:cubicBezTo>
                <a:cubicBezTo>
                  <a:pt x="58375" y="41365"/>
                  <a:pt x="56872" y="40361"/>
                  <a:pt x="55219" y="39677"/>
                </a:cubicBezTo>
                <a:cubicBezTo>
                  <a:pt x="53564" y="38990"/>
                  <a:pt x="51791" y="38638"/>
                  <a:pt x="50000" y="38638"/>
                </a:cubicBezTo>
                <a:close/>
                <a:moveTo>
                  <a:pt x="32909" y="69066"/>
                </a:moveTo>
                <a:cubicBezTo>
                  <a:pt x="31909" y="68498"/>
                  <a:pt x="30750" y="68179"/>
                  <a:pt x="29545" y="68179"/>
                </a:cubicBezTo>
                <a:lnTo>
                  <a:pt x="6818" y="68179"/>
                </a:lnTo>
                <a:cubicBezTo>
                  <a:pt x="3068" y="68179"/>
                  <a:pt x="0" y="71248"/>
                  <a:pt x="0" y="74997"/>
                </a:cubicBezTo>
                <a:lnTo>
                  <a:pt x="0" y="76360"/>
                </a:lnTo>
                <a:cubicBezTo>
                  <a:pt x="0" y="83246"/>
                  <a:pt x="7978" y="88631"/>
                  <a:pt x="18182" y="88631"/>
                </a:cubicBezTo>
                <a:cubicBezTo>
                  <a:pt x="21046" y="88631"/>
                  <a:pt x="23750" y="88199"/>
                  <a:pt x="26136" y="87427"/>
                </a:cubicBezTo>
                <a:cubicBezTo>
                  <a:pt x="25387" y="85677"/>
                  <a:pt x="25001" y="83792"/>
                  <a:pt x="25001" y="81814"/>
                </a:cubicBezTo>
                <a:lnTo>
                  <a:pt x="25001" y="80679"/>
                </a:lnTo>
                <a:cubicBezTo>
                  <a:pt x="25001" y="75406"/>
                  <a:pt x="28295" y="70883"/>
                  <a:pt x="32909" y="69066"/>
                </a:cubicBezTo>
                <a:close/>
                <a:moveTo>
                  <a:pt x="81819" y="38638"/>
                </a:moveTo>
                <a:cubicBezTo>
                  <a:pt x="78804" y="38638"/>
                  <a:pt x="75914" y="39835"/>
                  <a:pt x="73782" y="41966"/>
                </a:cubicBezTo>
                <a:cubicBezTo>
                  <a:pt x="71652" y="44096"/>
                  <a:pt x="70454" y="46987"/>
                  <a:pt x="70454" y="50001"/>
                </a:cubicBezTo>
                <a:cubicBezTo>
                  <a:pt x="70454" y="53014"/>
                  <a:pt x="71652" y="55904"/>
                  <a:pt x="73782" y="58034"/>
                </a:cubicBezTo>
                <a:cubicBezTo>
                  <a:pt x="75914" y="60166"/>
                  <a:pt x="78804" y="61362"/>
                  <a:pt x="81819" y="61362"/>
                </a:cubicBezTo>
                <a:cubicBezTo>
                  <a:pt x="84832" y="61362"/>
                  <a:pt x="87722" y="60166"/>
                  <a:pt x="89854" y="58034"/>
                </a:cubicBezTo>
                <a:cubicBezTo>
                  <a:pt x="91984" y="55904"/>
                  <a:pt x="93182" y="53014"/>
                  <a:pt x="93182" y="50001"/>
                </a:cubicBezTo>
                <a:cubicBezTo>
                  <a:pt x="93182" y="46987"/>
                  <a:pt x="91984" y="44096"/>
                  <a:pt x="89854" y="41966"/>
                </a:cubicBezTo>
                <a:cubicBezTo>
                  <a:pt x="87722" y="39835"/>
                  <a:pt x="84832" y="38638"/>
                  <a:pt x="81819" y="38638"/>
                </a:cubicBezTo>
                <a:close/>
                <a:moveTo>
                  <a:pt x="93182" y="68179"/>
                </a:moveTo>
                <a:lnTo>
                  <a:pt x="70454" y="68179"/>
                </a:lnTo>
                <a:cubicBezTo>
                  <a:pt x="69250" y="68179"/>
                  <a:pt x="68092" y="68498"/>
                  <a:pt x="67091" y="69066"/>
                </a:cubicBezTo>
                <a:cubicBezTo>
                  <a:pt x="71704" y="70883"/>
                  <a:pt x="75000" y="75406"/>
                  <a:pt x="75000" y="80679"/>
                </a:cubicBezTo>
                <a:lnTo>
                  <a:pt x="75000" y="81814"/>
                </a:lnTo>
                <a:cubicBezTo>
                  <a:pt x="75000" y="83792"/>
                  <a:pt x="74614" y="85677"/>
                  <a:pt x="73863" y="87427"/>
                </a:cubicBezTo>
                <a:cubicBezTo>
                  <a:pt x="76250" y="88199"/>
                  <a:pt x="78955" y="88631"/>
                  <a:pt x="81819" y="88631"/>
                </a:cubicBezTo>
                <a:cubicBezTo>
                  <a:pt x="92023" y="88631"/>
                  <a:pt x="100001" y="83246"/>
                  <a:pt x="100001" y="76360"/>
                </a:cubicBezTo>
                <a:lnTo>
                  <a:pt x="100001" y="74997"/>
                </a:lnTo>
                <a:cubicBezTo>
                  <a:pt x="100001" y="71248"/>
                  <a:pt x="96932" y="68179"/>
                  <a:pt x="93182" y="68179"/>
                </a:cubicBezTo>
                <a:close/>
                <a:moveTo>
                  <a:pt x="67045" y="38638"/>
                </a:moveTo>
                <a:cubicBezTo>
                  <a:pt x="66173" y="38638"/>
                  <a:pt x="65300" y="38307"/>
                  <a:pt x="64634" y="37640"/>
                </a:cubicBezTo>
                <a:lnTo>
                  <a:pt x="58817" y="31821"/>
                </a:lnTo>
                <a:lnTo>
                  <a:pt x="51136" y="31821"/>
                </a:lnTo>
                <a:cubicBezTo>
                  <a:pt x="46750" y="31821"/>
                  <a:pt x="43181" y="28253"/>
                  <a:pt x="43181" y="23867"/>
                </a:cubicBezTo>
                <a:lnTo>
                  <a:pt x="43181" y="12505"/>
                </a:lnTo>
                <a:cubicBezTo>
                  <a:pt x="43181" y="8120"/>
                  <a:pt x="46750" y="4552"/>
                  <a:pt x="51136" y="4552"/>
                </a:cubicBezTo>
                <a:lnTo>
                  <a:pt x="82955" y="4552"/>
                </a:lnTo>
                <a:cubicBezTo>
                  <a:pt x="87341" y="4552"/>
                  <a:pt x="90909" y="8120"/>
                  <a:pt x="90909" y="12505"/>
                </a:cubicBezTo>
                <a:lnTo>
                  <a:pt x="90909" y="23867"/>
                </a:lnTo>
                <a:cubicBezTo>
                  <a:pt x="90909" y="28253"/>
                  <a:pt x="87341" y="31821"/>
                  <a:pt x="82955" y="31821"/>
                </a:cubicBezTo>
                <a:lnTo>
                  <a:pt x="75275" y="31821"/>
                </a:lnTo>
                <a:lnTo>
                  <a:pt x="69455" y="37640"/>
                </a:lnTo>
                <a:cubicBezTo>
                  <a:pt x="68791" y="38307"/>
                  <a:pt x="67918" y="38638"/>
                  <a:pt x="67045" y="38638"/>
                </a:cubicBezTo>
                <a:close/>
                <a:moveTo>
                  <a:pt x="50000" y="95449"/>
                </a:moveTo>
                <a:cubicBezTo>
                  <a:pt x="38530" y="95449"/>
                  <a:pt x="29545" y="89459"/>
                  <a:pt x="29545" y="81814"/>
                </a:cubicBezTo>
                <a:lnTo>
                  <a:pt x="29545" y="80679"/>
                </a:lnTo>
                <a:cubicBezTo>
                  <a:pt x="29545" y="76293"/>
                  <a:pt x="33114" y="72724"/>
                  <a:pt x="37500" y="72724"/>
                </a:cubicBezTo>
                <a:lnTo>
                  <a:pt x="62500" y="72724"/>
                </a:lnTo>
                <a:cubicBezTo>
                  <a:pt x="66886" y="72724"/>
                  <a:pt x="70454" y="76293"/>
                  <a:pt x="70454" y="80679"/>
                </a:cubicBezTo>
                <a:lnTo>
                  <a:pt x="70454" y="81814"/>
                </a:lnTo>
                <a:cubicBezTo>
                  <a:pt x="70454" y="89459"/>
                  <a:pt x="61471" y="95449"/>
                  <a:pt x="50000" y="9544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5" name="Чёрный — SVG 18">
            <a:extLst>
              <a:ext uri="{FF2B5EF4-FFF2-40B4-BE49-F238E27FC236}">
                <a16:creationId xmlns:a16="http://schemas.microsoft.com/office/drawing/2014/main" id="{9FEBB400-978A-4846-B98D-BB5491D47CDA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21267 w 134766"/>
              <a:gd name="csY0" fmla="*/ 0 h 134748"/>
              <a:gd name="csX1" fmla="*/ 8861 w 134766"/>
              <a:gd name="csY1" fmla="*/ 12404 h 134748"/>
              <a:gd name="csX2" fmla="*/ 21267 w 134766"/>
              <a:gd name="csY2" fmla="*/ 24807 h 134748"/>
              <a:gd name="csX3" fmla="*/ 33673 w 134766"/>
              <a:gd name="csY3" fmla="*/ 12404 h 134748"/>
              <a:gd name="csX4" fmla="*/ 21267 w 134766"/>
              <a:gd name="csY4" fmla="*/ 0 h 134748"/>
              <a:gd name="csX5" fmla="*/ 113423 w 134766"/>
              <a:gd name="csY5" fmla="*/ 0 h 134748"/>
              <a:gd name="csX6" fmla="*/ 101017 w 134766"/>
              <a:gd name="csY6" fmla="*/ 12404 h 134748"/>
              <a:gd name="csX7" fmla="*/ 113423 w 134766"/>
              <a:gd name="csY7" fmla="*/ 24807 h 134748"/>
              <a:gd name="csX8" fmla="*/ 125828 w 134766"/>
              <a:gd name="csY8" fmla="*/ 12404 h 134748"/>
              <a:gd name="csX9" fmla="*/ 113423 w 134766"/>
              <a:gd name="csY9" fmla="*/ 0 h 134748"/>
              <a:gd name="csX10" fmla="*/ 67344 w 134766"/>
              <a:gd name="csY10" fmla="*/ 21264 h 134748"/>
              <a:gd name="csX11" fmla="*/ 21267 w 134766"/>
              <a:gd name="csY11" fmla="*/ 67335 h 134748"/>
              <a:gd name="csX12" fmla="*/ 67344 w 134766"/>
              <a:gd name="csY12" fmla="*/ 113408 h 134748"/>
              <a:gd name="csX13" fmla="*/ 95908 w 134766"/>
              <a:gd name="csY13" fmla="*/ 103412 h 134748"/>
              <a:gd name="csX14" fmla="*/ 125613 w 134766"/>
              <a:gd name="csY14" fmla="*/ 133114 h 134748"/>
              <a:gd name="csX15" fmla="*/ 127340 w 134766"/>
              <a:gd name="csY15" fmla="*/ 134311 h 134748"/>
              <a:gd name="csX16" fmla="*/ 129395 w 134766"/>
              <a:gd name="csY16" fmla="*/ 134748 h 134748"/>
              <a:gd name="csX17" fmla="*/ 131459 w 134766"/>
              <a:gd name="csY17" fmla="*/ 134354 h 134748"/>
              <a:gd name="csX18" fmla="*/ 133210 w 134766"/>
              <a:gd name="csY18" fmla="*/ 133192 h 134748"/>
              <a:gd name="csX19" fmla="*/ 134372 w 134766"/>
              <a:gd name="csY19" fmla="*/ 131441 h 134748"/>
              <a:gd name="csX20" fmla="*/ 134767 w 134766"/>
              <a:gd name="csY20" fmla="*/ 129378 h 134748"/>
              <a:gd name="csX21" fmla="*/ 134329 w 134766"/>
              <a:gd name="csY21" fmla="*/ 127323 h 134748"/>
              <a:gd name="csX22" fmla="*/ 133132 w 134766"/>
              <a:gd name="csY22" fmla="*/ 125596 h 134748"/>
              <a:gd name="csX23" fmla="*/ 103426 w 134766"/>
              <a:gd name="csY23" fmla="*/ 95895 h 134748"/>
              <a:gd name="csX24" fmla="*/ 113423 w 134766"/>
              <a:gd name="csY24" fmla="*/ 67335 h 134748"/>
              <a:gd name="csX25" fmla="*/ 67344 w 134766"/>
              <a:gd name="csY25" fmla="*/ 21264 h 134748"/>
              <a:gd name="csX26" fmla="*/ 5317 w 134766"/>
              <a:gd name="csY26" fmla="*/ 31896 h 134748"/>
              <a:gd name="csX27" fmla="*/ 0 w 134766"/>
              <a:gd name="csY27" fmla="*/ 37212 h 134748"/>
              <a:gd name="csX28" fmla="*/ 0 w 134766"/>
              <a:gd name="csY28" fmla="*/ 42950 h 134748"/>
              <a:gd name="csX29" fmla="*/ 15348 w 134766"/>
              <a:gd name="csY29" fmla="*/ 56101 h 134748"/>
              <a:gd name="csX30" fmla="*/ 27754 w 134766"/>
              <a:gd name="csY30" fmla="*/ 31896 h 134748"/>
              <a:gd name="csX31" fmla="*/ 5317 w 134766"/>
              <a:gd name="csY31" fmla="*/ 31896 h 134748"/>
              <a:gd name="csX32" fmla="*/ 106936 w 134766"/>
              <a:gd name="csY32" fmla="*/ 31896 h 134748"/>
              <a:gd name="csX33" fmla="*/ 119342 w 134766"/>
              <a:gd name="csY33" fmla="*/ 56101 h 134748"/>
              <a:gd name="csX34" fmla="*/ 134690 w 134766"/>
              <a:gd name="csY34" fmla="*/ 42950 h 134748"/>
              <a:gd name="csX35" fmla="*/ 134690 w 134766"/>
              <a:gd name="csY35" fmla="*/ 37212 h 134748"/>
              <a:gd name="csX36" fmla="*/ 129373 w 134766"/>
              <a:gd name="csY36" fmla="*/ 31896 h 134748"/>
              <a:gd name="csX37" fmla="*/ 106936 w 134766"/>
              <a:gd name="csY37" fmla="*/ 31896 h 134748"/>
              <a:gd name="csX38" fmla="*/ 67344 w 134766"/>
              <a:gd name="csY38" fmla="*/ 38984 h 134748"/>
              <a:gd name="csX39" fmla="*/ 79750 w 134766"/>
              <a:gd name="csY39" fmla="*/ 51387 h 134748"/>
              <a:gd name="csX40" fmla="*/ 67344 w 134766"/>
              <a:gd name="csY40" fmla="*/ 63792 h 134748"/>
              <a:gd name="csX41" fmla="*/ 54940 w 134766"/>
              <a:gd name="csY41" fmla="*/ 51387 h 134748"/>
              <a:gd name="csX42" fmla="*/ 67344 w 134766"/>
              <a:gd name="csY42" fmla="*/ 38984 h 134748"/>
              <a:gd name="csX43" fmla="*/ 51394 w 134766"/>
              <a:gd name="csY43" fmla="*/ 70880 h 134748"/>
              <a:gd name="csX44" fmla="*/ 83294 w 134766"/>
              <a:gd name="csY44" fmla="*/ 70880 h 134748"/>
              <a:gd name="csX45" fmla="*/ 88611 w 134766"/>
              <a:gd name="csY45" fmla="*/ 76196 h 134748"/>
              <a:gd name="csX46" fmla="*/ 88611 w 134766"/>
              <a:gd name="csY46" fmla="*/ 81954 h 134748"/>
              <a:gd name="csX47" fmla="*/ 67344 w 134766"/>
              <a:gd name="csY47" fmla="*/ 95687 h 134748"/>
              <a:gd name="csX48" fmla="*/ 46077 w 134766"/>
              <a:gd name="csY48" fmla="*/ 81954 h 134748"/>
              <a:gd name="csX49" fmla="*/ 46077 w 134766"/>
              <a:gd name="csY49" fmla="*/ 76196 h 134748"/>
              <a:gd name="csX50" fmla="*/ 51394 w 134766"/>
              <a:gd name="csY50" fmla="*/ 70880 h 134748"/>
              <a:gd name="csX51" fmla="*/ 15562 w 134766"/>
              <a:gd name="csY51" fmla="*/ 79386 h 134748"/>
              <a:gd name="csX52" fmla="*/ 8861 w 134766"/>
              <a:gd name="csY52" fmla="*/ 90371 h 134748"/>
              <a:gd name="csX53" fmla="*/ 21267 w 134766"/>
              <a:gd name="csY53" fmla="*/ 102776 h 134748"/>
              <a:gd name="csX54" fmla="*/ 26687 w 134766"/>
              <a:gd name="csY54" fmla="*/ 101502 h 134748"/>
              <a:gd name="csX55" fmla="*/ 15562 w 134766"/>
              <a:gd name="csY55" fmla="*/ 79386 h 134748"/>
              <a:gd name="csX56" fmla="*/ 5317 w 134766"/>
              <a:gd name="csY56" fmla="*/ 109863 h 134748"/>
              <a:gd name="csX57" fmla="*/ 0 w 134766"/>
              <a:gd name="csY57" fmla="*/ 115179 h 134748"/>
              <a:gd name="csX58" fmla="*/ 0 w 134766"/>
              <a:gd name="csY58" fmla="*/ 120918 h 134748"/>
              <a:gd name="csX59" fmla="*/ 21267 w 134766"/>
              <a:gd name="csY59" fmla="*/ 134672 h 134748"/>
              <a:gd name="csX60" fmla="*/ 42534 w 134766"/>
              <a:gd name="csY60" fmla="*/ 120918 h 134748"/>
              <a:gd name="csX61" fmla="*/ 42534 w 134766"/>
              <a:gd name="csY61" fmla="*/ 115179 h 134748"/>
              <a:gd name="csX62" fmla="*/ 42430 w 134766"/>
              <a:gd name="csY62" fmla="*/ 114293 h 134748"/>
              <a:gd name="csX63" fmla="*/ 35480 w 134766"/>
              <a:gd name="csY63" fmla="*/ 109863 h 134748"/>
              <a:gd name="csX64" fmla="*/ 5317 w 134766"/>
              <a:gd name="csY64" fmla="*/ 109863 h 134748"/>
            </a:gdLst>
            <a:ahLst/>
            <a:cxnLst/>
            <a:rect l="l" t="t" r="r" b="b"/>
            <a:pathLst>
              <a:path w="100000" h="100000">
                <a:moveTo>
                  <a:pt x="15781" y="7"/>
                </a:moveTo>
                <a:cubicBezTo>
                  <a:pt x="10704" y="7"/>
                  <a:pt x="6575" y="4135"/>
                  <a:pt x="6575" y="9211"/>
                </a:cubicBezTo>
                <a:cubicBezTo>
                  <a:pt x="6575" y="14286"/>
                  <a:pt x="10704" y="18414"/>
                  <a:pt x="15781" y="18414"/>
                </a:cubicBezTo>
                <a:cubicBezTo>
                  <a:pt x="20857" y="18414"/>
                  <a:pt x="24986" y="14286"/>
                  <a:pt x="24986" y="9211"/>
                </a:cubicBezTo>
                <a:cubicBezTo>
                  <a:pt x="24986" y="4135"/>
                  <a:pt x="20857" y="7"/>
                  <a:pt x="15781" y="7"/>
                </a:cubicBezTo>
                <a:close/>
                <a:moveTo>
                  <a:pt x="84163" y="7"/>
                </a:moveTo>
                <a:cubicBezTo>
                  <a:pt x="79087" y="7"/>
                  <a:pt x="74957" y="4135"/>
                  <a:pt x="74957" y="9211"/>
                </a:cubicBezTo>
                <a:cubicBezTo>
                  <a:pt x="74957" y="14286"/>
                  <a:pt x="79087" y="18414"/>
                  <a:pt x="84163" y="18414"/>
                </a:cubicBezTo>
                <a:cubicBezTo>
                  <a:pt x="89238" y="18414"/>
                  <a:pt x="93368" y="14286"/>
                  <a:pt x="93368" y="9211"/>
                </a:cubicBezTo>
                <a:cubicBezTo>
                  <a:pt x="93368" y="4135"/>
                  <a:pt x="89238" y="7"/>
                  <a:pt x="84163" y="7"/>
                </a:cubicBezTo>
                <a:close/>
                <a:moveTo>
                  <a:pt x="49971" y="15785"/>
                </a:moveTo>
                <a:cubicBezTo>
                  <a:pt x="31119" y="15785"/>
                  <a:pt x="15781" y="31121"/>
                  <a:pt x="15781" y="49971"/>
                </a:cubicBezTo>
                <a:cubicBezTo>
                  <a:pt x="15781" y="68822"/>
                  <a:pt x="31119" y="84158"/>
                  <a:pt x="49971" y="84158"/>
                </a:cubicBezTo>
                <a:cubicBezTo>
                  <a:pt x="57979" y="84158"/>
                  <a:pt x="65333" y="81368"/>
                  <a:pt x="71166" y="76741"/>
                </a:cubicBezTo>
                <a:lnTo>
                  <a:pt x="93208" y="98781"/>
                </a:lnTo>
                <a:cubicBezTo>
                  <a:pt x="93572" y="99159"/>
                  <a:pt x="94007" y="99461"/>
                  <a:pt x="94490" y="99669"/>
                </a:cubicBezTo>
                <a:cubicBezTo>
                  <a:pt x="94971" y="99878"/>
                  <a:pt x="95490" y="99989"/>
                  <a:pt x="96015" y="99993"/>
                </a:cubicBezTo>
                <a:cubicBezTo>
                  <a:pt x="96540" y="99999"/>
                  <a:pt x="97060" y="99899"/>
                  <a:pt x="97546" y="99701"/>
                </a:cubicBezTo>
                <a:cubicBezTo>
                  <a:pt x="98032" y="99503"/>
                  <a:pt x="98474" y="99210"/>
                  <a:pt x="98845" y="98839"/>
                </a:cubicBezTo>
                <a:cubicBezTo>
                  <a:pt x="99216" y="98468"/>
                  <a:pt x="99510" y="98025"/>
                  <a:pt x="99708" y="97539"/>
                </a:cubicBezTo>
                <a:cubicBezTo>
                  <a:pt x="99906" y="97053"/>
                  <a:pt x="100005" y="96534"/>
                  <a:pt x="100001" y="96009"/>
                </a:cubicBezTo>
                <a:cubicBezTo>
                  <a:pt x="99996" y="95483"/>
                  <a:pt x="99884" y="94965"/>
                  <a:pt x="99676" y="94484"/>
                </a:cubicBezTo>
                <a:cubicBezTo>
                  <a:pt x="99468" y="94001"/>
                  <a:pt x="99166" y="93566"/>
                  <a:pt x="98788" y="93202"/>
                </a:cubicBezTo>
                <a:lnTo>
                  <a:pt x="76745" y="71163"/>
                </a:lnTo>
                <a:cubicBezTo>
                  <a:pt x="81373" y="65330"/>
                  <a:pt x="84163" y="57978"/>
                  <a:pt x="84163" y="49971"/>
                </a:cubicBezTo>
                <a:cubicBezTo>
                  <a:pt x="84163" y="31121"/>
                  <a:pt x="68824" y="15785"/>
                  <a:pt x="49971" y="15785"/>
                </a:cubicBezTo>
                <a:close/>
                <a:moveTo>
                  <a:pt x="3945" y="23674"/>
                </a:moveTo>
                <a:cubicBezTo>
                  <a:pt x="1762" y="23674"/>
                  <a:pt x="0" y="25437"/>
                  <a:pt x="0" y="27619"/>
                </a:cubicBezTo>
                <a:lnTo>
                  <a:pt x="0" y="31877"/>
                </a:lnTo>
                <a:cubicBezTo>
                  <a:pt x="0" y="36085"/>
                  <a:pt x="4814" y="40294"/>
                  <a:pt x="11389" y="41635"/>
                </a:cubicBezTo>
                <a:cubicBezTo>
                  <a:pt x="12862" y="34824"/>
                  <a:pt x="16096" y="28697"/>
                  <a:pt x="20594" y="23674"/>
                </a:cubicBezTo>
                <a:lnTo>
                  <a:pt x="3945" y="23674"/>
                </a:lnTo>
                <a:close/>
                <a:moveTo>
                  <a:pt x="79349" y="23674"/>
                </a:moveTo>
                <a:cubicBezTo>
                  <a:pt x="83848" y="28697"/>
                  <a:pt x="87082" y="34824"/>
                  <a:pt x="88555" y="41635"/>
                </a:cubicBezTo>
                <a:cubicBezTo>
                  <a:pt x="95130" y="40294"/>
                  <a:pt x="99944" y="36085"/>
                  <a:pt x="99944" y="31877"/>
                </a:cubicBezTo>
                <a:lnTo>
                  <a:pt x="99944" y="27619"/>
                </a:lnTo>
                <a:cubicBezTo>
                  <a:pt x="99944" y="25437"/>
                  <a:pt x="98181" y="23674"/>
                  <a:pt x="95998" y="23674"/>
                </a:cubicBezTo>
                <a:lnTo>
                  <a:pt x="79349" y="23674"/>
                </a:lnTo>
                <a:close/>
                <a:moveTo>
                  <a:pt x="49971" y="28934"/>
                </a:moveTo>
                <a:cubicBezTo>
                  <a:pt x="55055" y="28934"/>
                  <a:pt x="59177" y="33054"/>
                  <a:pt x="59177" y="38137"/>
                </a:cubicBezTo>
                <a:cubicBezTo>
                  <a:pt x="59177" y="43220"/>
                  <a:pt x="55055" y="47342"/>
                  <a:pt x="49971" y="47342"/>
                </a:cubicBezTo>
                <a:cubicBezTo>
                  <a:pt x="44887" y="47342"/>
                  <a:pt x="40767" y="43220"/>
                  <a:pt x="40767" y="38137"/>
                </a:cubicBezTo>
                <a:cubicBezTo>
                  <a:pt x="40767" y="33054"/>
                  <a:pt x="44887" y="28934"/>
                  <a:pt x="49971" y="28934"/>
                </a:cubicBezTo>
                <a:close/>
                <a:moveTo>
                  <a:pt x="38136" y="52602"/>
                </a:moveTo>
                <a:lnTo>
                  <a:pt x="61806" y="52602"/>
                </a:lnTo>
                <a:cubicBezTo>
                  <a:pt x="63984" y="52602"/>
                  <a:pt x="65752" y="54369"/>
                  <a:pt x="65752" y="56546"/>
                </a:cubicBezTo>
                <a:lnTo>
                  <a:pt x="65752" y="60819"/>
                </a:lnTo>
                <a:cubicBezTo>
                  <a:pt x="65752" y="65902"/>
                  <a:pt x="58687" y="71009"/>
                  <a:pt x="49971" y="71009"/>
                </a:cubicBezTo>
                <a:cubicBezTo>
                  <a:pt x="41255" y="71009"/>
                  <a:pt x="34190" y="65902"/>
                  <a:pt x="34190" y="60819"/>
                </a:cubicBezTo>
                <a:lnTo>
                  <a:pt x="34190" y="56546"/>
                </a:lnTo>
                <a:cubicBezTo>
                  <a:pt x="34190" y="54369"/>
                  <a:pt x="35958" y="52602"/>
                  <a:pt x="38136" y="52602"/>
                </a:cubicBezTo>
                <a:close/>
                <a:moveTo>
                  <a:pt x="11547" y="58913"/>
                </a:moveTo>
                <a:cubicBezTo>
                  <a:pt x="8576" y="60439"/>
                  <a:pt x="6575" y="63514"/>
                  <a:pt x="6575" y="67064"/>
                </a:cubicBezTo>
                <a:cubicBezTo>
                  <a:pt x="6575" y="72141"/>
                  <a:pt x="10704" y="76269"/>
                  <a:pt x="15781" y="76269"/>
                </a:cubicBezTo>
                <a:cubicBezTo>
                  <a:pt x="17227" y="76269"/>
                  <a:pt x="18593" y="75929"/>
                  <a:pt x="19802" y="75324"/>
                </a:cubicBezTo>
                <a:cubicBezTo>
                  <a:pt x="15831" y="70643"/>
                  <a:pt x="12968" y="65067"/>
                  <a:pt x="11547" y="58913"/>
                </a:cubicBezTo>
                <a:close/>
                <a:moveTo>
                  <a:pt x="3945" y="81528"/>
                </a:moveTo>
                <a:cubicBezTo>
                  <a:pt x="1762" y="81528"/>
                  <a:pt x="0" y="83290"/>
                  <a:pt x="0" y="85473"/>
                </a:cubicBezTo>
                <a:lnTo>
                  <a:pt x="0" y="89731"/>
                </a:lnTo>
                <a:cubicBezTo>
                  <a:pt x="0" y="94832"/>
                  <a:pt x="7074" y="99937"/>
                  <a:pt x="15781" y="99937"/>
                </a:cubicBezTo>
                <a:cubicBezTo>
                  <a:pt x="24486" y="99937"/>
                  <a:pt x="31561" y="94832"/>
                  <a:pt x="31561" y="89731"/>
                </a:cubicBezTo>
                <a:lnTo>
                  <a:pt x="31561" y="85473"/>
                </a:lnTo>
                <a:cubicBezTo>
                  <a:pt x="31561" y="85237"/>
                  <a:pt x="31537" y="85026"/>
                  <a:pt x="31484" y="84815"/>
                </a:cubicBezTo>
                <a:cubicBezTo>
                  <a:pt x="29668" y="83843"/>
                  <a:pt x="27957" y="82738"/>
                  <a:pt x="26327" y="81528"/>
                </a:cubicBezTo>
                <a:lnTo>
                  <a:pt x="3945" y="8152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6" name="Чёрный — SVG 19">
            <a:extLst>
              <a:ext uri="{FF2B5EF4-FFF2-40B4-BE49-F238E27FC236}">
                <a16:creationId xmlns:a16="http://schemas.microsoft.com/office/drawing/2014/main" id="{BD8473CA-DDC8-4A40-A162-926F80EC5DED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97470 w 113428"/>
              <a:gd name="csY0" fmla="*/ 0 h 141758"/>
              <a:gd name="csX1" fmla="*/ 15942 w 113428"/>
              <a:gd name="csY1" fmla="*/ 0 h 141758"/>
              <a:gd name="csX2" fmla="*/ 0 w 113428"/>
              <a:gd name="csY2" fmla="*/ 15948 h 141758"/>
              <a:gd name="csX3" fmla="*/ 0 w 113428"/>
              <a:gd name="csY3" fmla="*/ 125811 h 141758"/>
              <a:gd name="csX4" fmla="*/ 15942 w 113428"/>
              <a:gd name="csY4" fmla="*/ 141759 h 141758"/>
              <a:gd name="csX5" fmla="*/ 97470 w 113428"/>
              <a:gd name="csY5" fmla="*/ 141759 h 141758"/>
              <a:gd name="csX6" fmla="*/ 113428 w 113428"/>
              <a:gd name="csY6" fmla="*/ 125811 h 141758"/>
              <a:gd name="csX7" fmla="*/ 113428 w 113428"/>
              <a:gd name="csY7" fmla="*/ 15948 h 141758"/>
              <a:gd name="csX8" fmla="*/ 97470 w 113428"/>
              <a:gd name="csY8" fmla="*/ 0 h 141758"/>
              <a:gd name="csX9" fmla="*/ 56706 w 113428"/>
              <a:gd name="csY9" fmla="*/ 21264 h 141758"/>
              <a:gd name="csX10" fmla="*/ 69109 w 113428"/>
              <a:gd name="csY10" fmla="*/ 33668 h 141758"/>
              <a:gd name="csX11" fmla="*/ 56706 w 113428"/>
              <a:gd name="csY11" fmla="*/ 46071 h 141758"/>
              <a:gd name="csX12" fmla="*/ 44303 w 113428"/>
              <a:gd name="csY12" fmla="*/ 33668 h 141758"/>
              <a:gd name="csX13" fmla="*/ 56706 w 113428"/>
              <a:gd name="csY13" fmla="*/ 21264 h 141758"/>
              <a:gd name="csX14" fmla="*/ 35439 w 113428"/>
              <a:gd name="csY14" fmla="*/ 58476 h 141758"/>
              <a:gd name="csX15" fmla="*/ 40764 w 113428"/>
              <a:gd name="csY15" fmla="*/ 53160 h 141758"/>
              <a:gd name="csX16" fmla="*/ 72664 w 113428"/>
              <a:gd name="csY16" fmla="*/ 53160 h 141758"/>
              <a:gd name="csX17" fmla="*/ 77973 w 113428"/>
              <a:gd name="csY17" fmla="*/ 58476 h 141758"/>
              <a:gd name="csX18" fmla="*/ 77973 w 113428"/>
              <a:gd name="csY18" fmla="*/ 62019 h 141758"/>
              <a:gd name="csX19" fmla="*/ 56706 w 113428"/>
              <a:gd name="csY19" fmla="*/ 74424 h 141758"/>
              <a:gd name="csX20" fmla="*/ 35439 w 113428"/>
              <a:gd name="csY20" fmla="*/ 62019 h 141758"/>
              <a:gd name="csX21" fmla="*/ 35439 w 113428"/>
              <a:gd name="csY21" fmla="*/ 58476 h 141758"/>
              <a:gd name="csX22" fmla="*/ 69109 w 113428"/>
              <a:gd name="csY22" fmla="*/ 116951 h 141758"/>
              <a:gd name="csX23" fmla="*/ 30131 w 113428"/>
              <a:gd name="csY23" fmla="*/ 116951 h 141758"/>
              <a:gd name="csX24" fmla="*/ 24806 w 113428"/>
              <a:gd name="csY24" fmla="*/ 111635 h 141758"/>
              <a:gd name="csX25" fmla="*/ 30131 w 113428"/>
              <a:gd name="csY25" fmla="*/ 106319 h 141758"/>
              <a:gd name="csX26" fmla="*/ 69109 w 113428"/>
              <a:gd name="csY26" fmla="*/ 106319 h 141758"/>
              <a:gd name="csX27" fmla="*/ 74434 w 113428"/>
              <a:gd name="csY27" fmla="*/ 111635 h 141758"/>
              <a:gd name="csX28" fmla="*/ 69109 w 113428"/>
              <a:gd name="csY28" fmla="*/ 116951 h 141758"/>
              <a:gd name="csX29" fmla="*/ 83298 w 113428"/>
              <a:gd name="csY29" fmla="*/ 95687 h 141758"/>
              <a:gd name="csX30" fmla="*/ 30131 w 113428"/>
              <a:gd name="csY30" fmla="*/ 95687 h 141758"/>
              <a:gd name="csX31" fmla="*/ 24806 w 113428"/>
              <a:gd name="csY31" fmla="*/ 90371 h 141758"/>
              <a:gd name="csX32" fmla="*/ 30131 w 113428"/>
              <a:gd name="csY32" fmla="*/ 85056 h 141758"/>
              <a:gd name="csX33" fmla="*/ 83298 w 113428"/>
              <a:gd name="csY33" fmla="*/ 85056 h 141758"/>
              <a:gd name="csX34" fmla="*/ 88606 w 113428"/>
              <a:gd name="csY34" fmla="*/ 90371 h 141758"/>
              <a:gd name="csX35" fmla="*/ 83298 w 113428"/>
              <a:gd name="csY35" fmla="*/ 95687 h 141758"/>
            </a:gdLst>
            <a:ahLst/>
            <a:cxnLst/>
            <a:rect l="l" t="t" r="r" b="b"/>
            <a:pathLst>
              <a:path w="100000" h="100000">
                <a:moveTo>
                  <a:pt x="78750" y="0"/>
                </a:moveTo>
                <a:lnTo>
                  <a:pt x="21238" y="0"/>
                </a:lnTo>
                <a:cubicBezTo>
                  <a:pt x="15033" y="0"/>
                  <a:pt x="9992" y="5037"/>
                  <a:pt x="9992" y="11250"/>
                </a:cubicBezTo>
                <a:lnTo>
                  <a:pt x="9992" y="88751"/>
                </a:lnTo>
                <a:cubicBezTo>
                  <a:pt x="9992" y="94963"/>
                  <a:pt x="15033" y="100001"/>
                  <a:pt x="21238" y="100001"/>
                </a:cubicBezTo>
                <a:lnTo>
                  <a:pt x="78750" y="100001"/>
                </a:lnTo>
                <a:cubicBezTo>
                  <a:pt x="84967" y="100001"/>
                  <a:pt x="90008" y="94963"/>
                  <a:pt x="90008" y="88751"/>
                </a:cubicBezTo>
                <a:lnTo>
                  <a:pt x="90008" y="11250"/>
                </a:lnTo>
                <a:cubicBezTo>
                  <a:pt x="90008" y="5037"/>
                  <a:pt x="84967" y="0"/>
                  <a:pt x="78750" y="0"/>
                </a:cubicBezTo>
                <a:close/>
                <a:moveTo>
                  <a:pt x="49994" y="15000"/>
                </a:moveTo>
                <a:cubicBezTo>
                  <a:pt x="54819" y="15000"/>
                  <a:pt x="58744" y="18925"/>
                  <a:pt x="58744" y="23750"/>
                </a:cubicBezTo>
                <a:cubicBezTo>
                  <a:pt x="58744" y="28575"/>
                  <a:pt x="54819" y="32500"/>
                  <a:pt x="49994" y="32500"/>
                </a:cubicBezTo>
                <a:cubicBezTo>
                  <a:pt x="45169" y="32500"/>
                  <a:pt x="41245" y="28575"/>
                  <a:pt x="41245" y="23750"/>
                </a:cubicBezTo>
                <a:cubicBezTo>
                  <a:pt x="41245" y="18925"/>
                  <a:pt x="45169" y="15000"/>
                  <a:pt x="49994" y="15000"/>
                </a:cubicBezTo>
                <a:close/>
                <a:moveTo>
                  <a:pt x="34992" y="41251"/>
                </a:moveTo>
                <a:cubicBezTo>
                  <a:pt x="34992" y="39180"/>
                  <a:pt x="36672" y="37501"/>
                  <a:pt x="38748" y="37501"/>
                </a:cubicBezTo>
                <a:lnTo>
                  <a:pt x="61252" y="37501"/>
                </a:lnTo>
                <a:cubicBezTo>
                  <a:pt x="63316" y="37501"/>
                  <a:pt x="64997" y="39180"/>
                  <a:pt x="64997" y="41251"/>
                </a:cubicBezTo>
                <a:lnTo>
                  <a:pt x="64997" y="43750"/>
                </a:lnTo>
                <a:cubicBezTo>
                  <a:pt x="64997" y="48582"/>
                  <a:pt x="58287" y="52501"/>
                  <a:pt x="49994" y="52501"/>
                </a:cubicBezTo>
                <a:cubicBezTo>
                  <a:pt x="41713" y="52501"/>
                  <a:pt x="34992" y="48582"/>
                  <a:pt x="34992" y="43750"/>
                </a:cubicBezTo>
                <a:lnTo>
                  <a:pt x="34992" y="41251"/>
                </a:lnTo>
                <a:close/>
                <a:moveTo>
                  <a:pt x="58744" y="82500"/>
                </a:moveTo>
                <a:lnTo>
                  <a:pt x="31248" y="82500"/>
                </a:lnTo>
                <a:cubicBezTo>
                  <a:pt x="29171" y="82500"/>
                  <a:pt x="27491" y="80821"/>
                  <a:pt x="27491" y="78750"/>
                </a:cubicBezTo>
                <a:cubicBezTo>
                  <a:pt x="27491" y="76681"/>
                  <a:pt x="29171" y="75000"/>
                  <a:pt x="31248" y="75000"/>
                </a:cubicBezTo>
                <a:lnTo>
                  <a:pt x="58744" y="75000"/>
                </a:lnTo>
                <a:cubicBezTo>
                  <a:pt x="60820" y="75000"/>
                  <a:pt x="62500" y="76681"/>
                  <a:pt x="62500" y="78750"/>
                </a:cubicBezTo>
                <a:cubicBezTo>
                  <a:pt x="62500" y="80821"/>
                  <a:pt x="60820" y="82500"/>
                  <a:pt x="58744" y="82500"/>
                </a:cubicBezTo>
                <a:close/>
                <a:moveTo>
                  <a:pt x="68753" y="67500"/>
                </a:moveTo>
                <a:lnTo>
                  <a:pt x="31248" y="67500"/>
                </a:lnTo>
                <a:cubicBezTo>
                  <a:pt x="29171" y="67500"/>
                  <a:pt x="27491" y="65821"/>
                  <a:pt x="27491" y="63750"/>
                </a:cubicBezTo>
                <a:cubicBezTo>
                  <a:pt x="27491" y="61680"/>
                  <a:pt x="29171" y="60001"/>
                  <a:pt x="31248" y="60001"/>
                </a:cubicBezTo>
                <a:lnTo>
                  <a:pt x="68753" y="60001"/>
                </a:lnTo>
                <a:cubicBezTo>
                  <a:pt x="70829" y="60001"/>
                  <a:pt x="72497" y="61680"/>
                  <a:pt x="72497" y="63750"/>
                </a:cubicBezTo>
                <a:cubicBezTo>
                  <a:pt x="72497" y="65821"/>
                  <a:pt x="70829" y="67500"/>
                  <a:pt x="68753" y="675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7" name="Чёрный — SVG 20">
            <a:extLst>
              <a:ext uri="{FF2B5EF4-FFF2-40B4-BE49-F238E27FC236}">
                <a16:creationId xmlns:a16="http://schemas.microsoft.com/office/drawing/2014/main" id="{57B26D5A-4A0B-974A-A498-0F3C87990A72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30131 w 155961"/>
              <a:gd name="csY0" fmla="*/ 127585 h 163023"/>
              <a:gd name="csX1" fmla="*/ 5308 w 155961"/>
              <a:gd name="csY1" fmla="*/ 127585 h 163023"/>
              <a:gd name="csX2" fmla="*/ 0 w 155961"/>
              <a:gd name="csY2" fmla="*/ 132900 h 163023"/>
              <a:gd name="csX3" fmla="*/ 5308 w 155961"/>
              <a:gd name="csY3" fmla="*/ 138216 h 163023"/>
              <a:gd name="csX4" fmla="*/ 17286 w 155961"/>
              <a:gd name="csY4" fmla="*/ 138216 h 163023"/>
              <a:gd name="csX5" fmla="*/ 1565 w 155961"/>
              <a:gd name="csY5" fmla="*/ 153948 h 163023"/>
              <a:gd name="csX6" fmla="*/ 1565 w 155961"/>
              <a:gd name="csY6" fmla="*/ 161466 h 163023"/>
              <a:gd name="csX7" fmla="*/ 5308 w 155961"/>
              <a:gd name="csY7" fmla="*/ 163024 h 163023"/>
              <a:gd name="csX8" fmla="*/ 9085 w 155961"/>
              <a:gd name="csY8" fmla="*/ 161469 h 163023"/>
              <a:gd name="csX9" fmla="*/ 24805 w 155961"/>
              <a:gd name="csY9" fmla="*/ 145734 h 163023"/>
              <a:gd name="csX10" fmla="*/ 24805 w 155961"/>
              <a:gd name="csY10" fmla="*/ 157708 h 163023"/>
              <a:gd name="csX11" fmla="*/ 30131 w 155961"/>
              <a:gd name="csY11" fmla="*/ 163024 h 163023"/>
              <a:gd name="csX12" fmla="*/ 35439 w 155961"/>
              <a:gd name="csY12" fmla="*/ 157708 h 163023"/>
              <a:gd name="csX13" fmla="*/ 35439 w 155961"/>
              <a:gd name="csY13" fmla="*/ 132900 h 163023"/>
              <a:gd name="csX14" fmla="*/ 30131 w 155961"/>
              <a:gd name="csY14" fmla="*/ 127585 h 163023"/>
              <a:gd name="csX15" fmla="*/ 138659 w 155961"/>
              <a:gd name="csY15" fmla="*/ 138216 h 163023"/>
              <a:gd name="csX16" fmla="*/ 150637 w 155961"/>
              <a:gd name="csY16" fmla="*/ 138216 h 163023"/>
              <a:gd name="csX17" fmla="*/ 155962 w 155961"/>
              <a:gd name="csY17" fmla="*/ 132900 h 163023"/>
              <a:gd name="csX18" fmla="*/ 150637 w 155961"/>
              <a:gd name="csY18" fmla="*/ 127585 h 163023"/>
              <a:gd name="csX19" fmla="*/ 125831 w 155961"/>
              <a:gd name="csY19" fmla="*/ 127585 h 163023"/>
              <a:gd name="csX20" fmla="*/ 120506 w 155961"/>
              <a:gd name="csY20" fmla="*/ 132900 h 163023"/>
              <a:gd name="csX21" fmla="*/ 120506 w 155961"/>
              <a:gd name="csY21" fmla="*/ 157708 h 163023"/>
              <a:gd name="csX22" fmla="*/ 125831 w 155961"/>
              <a:gd name="csY22" fmla="*/ 163024 h 163023"/>
              <a:gd name="csX23" fmla="*/ 131139 w 155961"/>
              <a:gd name="csY23" fmla="*/ 157708 h 163023"/>
              <a:gd name="csX24" fmla="*/ 131139 w 155961"/>
              <a:gd name="csY24" fmla="*/ 145734 h 163023"/>
              <a:gd name="csX25" fmla="*/ 146877 w 155961"/>
              <a:gd name="csY25" fmla="*/ 161466 h 163023"/>
              <a:gd name="csX26" fmla="*/ 150637 w 155961"/>
              <a:gd name="csY26" fmla="*/ 163024 h 163023"/>
              <a:gd name="csX27" fmla="*/ 154397 w 155961"/>
              <a:gd name="csY27" fmla="*/ 161469 h 163023"/>
              <a:gd name="csX28" fmla="*/ 154397 w 155961"/>
              <a:gd name="csY28" fmla="*/ 153952 h 163023"/>
              <a:gd name="csX29" fmla="*/ 138659 w 155961"/>
              <a:gd name="csY29" fmla="*/ 138216 h 163023"/>
              <a:gd name="csX30" fmla="*/ 35439 w 155961"/>
              <a:gd name="csY30" fmla="*/ 30124 h 163023"/>
              <a:gd name="csX31" fmla="*/ 35439 w 155961"/>
              <a:gd name="csY31" fmla="*/ 5317 h 163023"/>
              <a:gd name="csX32" fmla="*/ 30131 w 155961"/>
              <a:gd name="csY32" fmla="*/ 1 h 163023"/>
              <a:gd name="csX33" fmla="*/ 24805 w 155961"/>
              <a:gd name="csY33" fmla="*/ 5317 h 163023"/>
              <a:gd name="csX34" fmla="*/ 24805 w 155961"/>
              <a:gd name="csY34" fmla="*/ 17293 h 163023"/>
              <a:gd name="csX35" fmla="*/ 9085 w 155961"/>
              <a:gd name="csY35" fmla="*/ 1558 h 163023"/>
              <a:gd name="csX36" fmla="*/ 1565 w 155961"/>
              <a:gd name="csY36" fmla="*/ 1558 h 163023"/>
              <a:gd name="csX37" fmla="*/ 1565 w 155961"/>
              <a:gd name="csY37" fmla="*/ 9073 h 163023"/>
              <a:gd name="csX38" fmla="*/ 17286 w 155961"/>
              <a:gd name="csY38" fmla="*/ 24809 h 163023"/>
              <a:gd name="csX39" fmla="*/ 5308 w 155961"/>
              <a:gd name="csY39" fmla="*/ 24809 h 163023"/>
              <a:gd name="csX40" fmla="*/ 0 w 155961"/>
              <a:gd name="csY40" fmla="*/ 30124 h 163023"/>
              <a:gd name="csX41" fmla="*/ 5308 w 155961"/>
              <a:gd name="csY41" fmla="*/ 35440 h 163023"/>
              <a:gd name="csX42" fmla="*/ 30131 w 155961"/>
              <a:gd name="csY42" fmla="*/ 35440 h 163023"/>
              <a:gd name="csX43" fmla="*/ 35439 w 155961"/>
              <a:gd name="csY43" fmla="*/ 30124 h 163023"/>
              <a:gd name="csX44" fmla="*/ 150637 w 155961"/>
              <a:gd name="csY44" fmla="*/ 24809 h 163023"/>
              <a:gd name="csX45" fmla="*/ 138659 w 155961"/>
              <a:gd name="csY45" fmla="*/ 24809 h 163023"/>
              <a:gd name="csX46" fmla="*/ 154397 w 155961"/>
              <a:gd name="csY46" fmla="*/ 9077 h 163023"/>
              <a:gd name="csX47" fmla="*/ 154397 w 155961"/>
              <a:gd name="csY47" fmla="*/ 1561 h 163023"/>
              <a:gd name="csX48" fmla="*/ 146877 w 155961"/>
              <a:gd name="csY48" fmla="*/ 1561 h 163023"/>
              <a:gd name="csX49" fmla="*/ 131139 w 155961"/>
              <a:gd name="csY49" fmla="*/ 17293 h 163023"/>
              <a:gd name="csX50" fmla="*/ 131139 w 155961"/>
              <a:gd name="csY50" fmla="*/ 5317 h 163023"/>
              <a:gd name="csX51" fmla="*/ 125831 w 155961"/>
              <a:gd name="csY51" fmla="*/ 1 h 163023"/>
              <a:gd name="csX52" fmla="*/ 120506 w 155961"/>
              <a:gd name="csY52" fmla="*/ 5317 h 163023"/>
              <a:gd name="csX53" fmla="*/ 120506 w 155961"/>
              <a:gd name="csY53" fmla="*/ 30124 h 163023"/>
              <a:gd name="csX54" fmla="*/ 125831 w 155961"/>
              <a:gd name="csY54" fmla="*/ 35440 h 163023"/>
              <a:gd name="csX55" fmla="*/ 150637 w 155961"/>
              <a:gd name="csY55" fmla="*/ 35440 h 163023"/>
              <a:gd name="csX56" fmla="*/ 155962 w 155961"/>
              <a:gd name="csY56" fmla="*/ 30124 h 163023"/>
              <a:gd name="csX57" fmla="*/ 150637 w 155961"/>
              <a:gd name="csY57" fmla="*/ 24809 h 163023"/>
              <a:gd name="csX58" fmla="*/ 42534 w 155961"/>
              <a:gd name="csY58" fmla="*/ 42529 h 163023"/>
              <a:gd name="csX59" fmla="*/ 29995 w 155961"/>
              <a:gd name="csY59" fmla="*/ 47719 h 163023"/>
              <a:gd name="csX60" fmla="*/ 24805 w 155961"/>
              <a:gd name="csY60" fmla="*/ 60250 h 163023"/>
              <a:gd name="csX61" fmla="*/ 29995 w 155961"/>
              <a:gd name="csY61" fmla="*/ 72778 h 163023"/>
              <a:gd name="csX62" fmla="*/ 42534 w 155961"/>
              <a:gd name="csY62" fmla="*/ 77968 h 163023"/>
              <a:gd name="csX63" fmla="*/ 55072 w 155961"/>
              <a:gd name="csY63" fmla="*/ 72778 h 163023"/>
              <a:gd name="csX64" fmla="*/ 60262 w 155961"/>
              <a:gd name="csY64" fmla="*/ 60250 h 163023"/>
              <a:gd name="csX65" fmla="*/ 55072 w 155961"/>
              <a:gd name="csY65" fmla="*/ 47719 h 163023"/>
              <a:gd name="csX66" fmla="*/ 42534 w 155961"/>
              <a:gd name="csY66" fmla="*/ 42529 h 163023"/>
              <a:gd name="csX67" fmla="*/ 77972 w 155961"/>
              <a:gd name="csY67" fmla="*/ 17722 h 163023"/>
              <a:gd name="csX68" fmla="*/ 65451 w 155961"/>
              <a:gd name="csY68" fmla="*/ 22912 h 163023"/>
              <a:gd name="csX69" fmla="*/ 60262 w 155961"/>
              <a:gd name="csY69" fmla="*/ 35440 h 163023"/>
              <a:gd name="csX70" fmla="*/ 65451 w 155961"/>
              <a:gd name="csY70" fmla="*/ 47971 h 163023"/>
              <a:gd name="csX71" fmla="*/ 77972 w 155961"/>
              <a:gd name="csY71" fmla="*/ 53161 h 163023"/>
              <a:gd name="csX72" fmla="*/ 90511 w 155961"/>
              <a:gd name="csY72" fmla="*/ 47971 h 163023"/>
              <a:gd name="csX73" fmla="*/ 95700 w 155961"/>
              <a:gd name="csY73" fmla="*/ 35440 h 163023"/>
              <a:gd name="csX74" fmla="*/ 90511 w 155961"/>
              <a:gd name="csY74" fmla="*/ 22912 h 163023"/>
              <a:gd name="csX75" fmla="*/ 77972 w 155961"/>
              <a:gd name="csY75" fmla="*/ 17722 h 163023"/>
              <a:gd name="csX76" fmla="*/ 113428 w 155961"/>
              <a:gd name="csY76" fmla="*/ 42529 h 163023"/>
              <a:gd name="csX77" fmla="*/ 100890 w 155961"/>
              <a:gd name="csY77" fmla="*/ 47719 h 163023"/>
              <a:gd name="csX78" fmla="*/ 95700 w 155961"/>
              <a:gd name="csY78" fmla="*/ 60250 h 163023"/>
              <a:gd name="csX79" fmla="*/ 100890 w 155961"/>
              <a:gd name="csY79" fmla="*/ 72778 h 163023"/>
              <a:gd name="csX80" fmla="*/ 113428 w 155961"/>
              <a:gd name="csY80" fmla="*/ 77968 h 163023"/>
              <a:gd name="csX81" fmla="*/ 125950 w 155961"/>
              <a:gd name="csY81" fmla="*/ 72778 h 163023"/>
              <a:gd name="csX82" fmla="*/ 131139 w 155961"/>
              <a:gd name="csY82" fmla="*/ 60250 h 163023"/>
              <a:gd name="csX83" fmla="*/ 125950 w 155961"/>
              <a:gd name="csY83" fmla="*/ 47719 h 163023"/>
              <a:gd name="csX84" fmla="*/ 113428 w 155961"/>
              <a:gd name="csY84" fmla="*/ 42529 h 163023"/>
              <a:gd name="csX85" fmla="*/ 77972 w 155961"/>
              <a:gd name="csY85" fmla="*/ 74425 h 163023"/>
              <a:gd name="csX86" fmla="*/ 67951 w 155961"/>
              <a:gd name="csY86" fmla="*/ 78577 h 163023"/>
              <a:gd name="csX87" fmla="*/ 63800 w 155961"/>
              <a:gd name="csY87" fmla="*/ 88600 h 163023"/>
              <a:gd name="csX88" fmla="*/ 67951 w 155961"/>
              <a:gd name="csY88" fmla="*/ 98625 h 163023"/>
              <a:gd name="csX89" fmla="*/ 77972 w 155961"/>
              <a:gd name="csY89" fmla="*/ 102777 h 163023"/>
              <a:gd name="csX90" fmla="*/ 88010 w 155961"/>
              <a:gd name="csY90" fmla="*/ 98625 h 163023"/>
              <a:gd name="csX91" fmla="*/ 92162 w 155961"/>
              <a:gd name="csY91" fmla="*/ 88600 h 163023"/>
              <a:gd name="csX92" fmla="*/ 88010 w 155961"/>
              <a:gd name="csY92" fmla="*/ 78577 h 163023"/>
              <a:gd name="csX93" fmla="*/ 77972 w 155961"/>
              <a:gd name="csY93" fmla="*/ 74425 h 163023"/>
              <a:gd name="csX94" fmla="*/ 90375 w 155961"/>
              <a:gd name="csY94" fmla="*/ 113409 h 163023"/>
              <a:gd name="csX95" fmla="*/ 65570 w 155961"/>
              <a:gd name="csY95" fmla="*/ 113409 h 163023"/>
              <a:gd name="csX96" fmla="*/ 56706 w 155961"/>
              <a:gd name="csY96" fmla="*/ 122269 h 163023"/>
              <a:gd name="csX97" fmla="*/ 56706 w 155961"/>
              <a:gd name="csY97" fmla="*/ 128765 h 163023"/>
              <a:gd name="csX98" fmla="*/ 78857 w 155961"/>
              <a:gd name="csY98" fmla="*/ 141406 h 163023"/>
              <a:gd name="csX99" fmla="*/ 99239 w 155961"/>
              <a:gd name="csY99" fmla="*/ 129357 h 163023"/>
              <a:gd name="csX100" fmla="*/ 99239 w 155961"/>
              <a:gd name="csY100" fmla="*/ 122269 h 163023"/>
              <a:gd name="csX101" fmla="*/ 90375 w 155961"/>
              <a:gd name="csY101" fmla="*/ 113409 h 163023"/>
              <a:gd name="csX102" fmla="*/ 125831 w 155961"/>
              <a:gd name="csY102" fmla="*/ 85057 h 163023"/>
              <a:gd name="csX103" fmla="*/ 101009 w 155961"/>
              <a:gd name="csY103" fmla="*/ 85057 h 163023"/>
              <a:gd name="csX104" fmla="*/ 98984 w 155961"/>
              <a:gd name="csY104" fmla="*/ 85465 h 163023"/>
              <a:gd name="csX105" fmla="*/ 99239 w 155961"/>
              <a:gd name="csY105" fmla="*/ 88600 h 163023"/>
              <a:gd name="csX106" fmla="*/ 89712 w 155961"/>
              <a:gd name="csY106" fmla="*/ 106321 h 163023"/>
              <a:gd name="csX107" fmla="*/ 90375 w 155961"/>
              <a:gd name="csY107" fmla="*/ 106321 h 163023"/>
              <a:gd name="csX108" fmla="*/ 106062 w 155961"/>
              <a:gd name="csY108" fmla="*/ 119635 h 163023"/>
              <a:gd name="csX109" fmla="*/ 112544 w 155961"/>
              <a:gd name="csY109" fmla="*/ 120142 h 163023"/>
              <a:gd name="csX110" fmla="*/ 138234 w 155961"/>
              <a:gd name="csY110" fmla="*/ 103956 h 163023"/>
              <a:gd name="csX111" fmla="*/ 138234 w 155961"/>
              <a:gd name="csY111" fmla="*/ 97461 h 163023"/>
              <a:gd name="csX112" fmla="*/ 125831 w 155961"/>
              <a:gd name="csY112" fmla="*/ 85057 h 163023"/>
              <a:gd name="csX113" fmla="*/ 65570 w 155961"/>
              <a:gd name="csY113" fmla="*/ 106321 h 163023"/>
              <a:gd name="csX114" fmla="*/ 66250 w 155961"/>
              <a:gd name="csY114" fmla="*/ 106321 h 163023"/>
              <a:gd name="csX115" fmla="*/ 56706 w 155961"/>
              <a:gd name="csY115" fmla="*/ 88600 h 163023"/>
              <a:gd name="csX116" fmla="*/ 56978 w 155961"/>
              <a:gd name="csY116" fmla="*/ 85465 h 163023"/>
              <a:gd name="csX117" fmla="*/ 54936 w 155961"/>
              <a:gd name="csY117" fmla="*/ 85057 h 163023"/>
              <a:gd name="csX118" fmla="*/ 30131 w 155961"/>
              <a:gd name="csY118" fmla="*/ 85057 h 163023"/>
              <a:gd name="csX119" fmla="*/ 17728 w 155961"/>
              <a:gd name="csY119" fmla="*/ 97461 h 163023"/>
              <a:gd name="csX120" fmla="*/ 17728 w 155961"/>
              <a:gd name="csY120" fmla="*/ 103956 h 163023"/>
              <a:gd name="csX121" fmla="*/ 43418 w 155961"/>
              <a:gd name="csY121" fmla="*/ 120142 h 163023"/>
              <a:gd name="csX122" fmla="*/ 49883 w 155961"/>
              <a:gd name="csY122" fmla="*/ 119635 h 163023"/>
              <a:gd name="csX123" fmla="*/ 65570 w 155961"/>
              <a:gd name="csY123" fmla="*/ 106321 h 163023"/>
            </a:gdLst>
            <a:ahLst/>
            <a:cxnLst/>
            <a:rect l="l" t="t" r="r" b="b"/>
            <a:pathLst>
              <a:path w="100000" h="100000">
                <a:moveTo>
                  <a:pt x="20649" y="78262"/>
                </a:moveTo>
                <a:lnTo>
                  <a:pt x="5422" y="78262"/>
                </a:lnTo>
                <a:cubicBezTo>
                  <a:pt x="3627" y="78262"/>
                  <a:pt x="2166" y="79722"/>
                  <a:pt x="2166" y="81522"/>
                </a:cubicBezTo>
                <a:cubicBezTo>
                  <a:pt x="2166" y="83323"/>
                  <a:pt x="3627" y="84783"/>
                  <a:pt x="5422" y="84783"/>
                </a:cubicBezTo>
                <a:lnTo>
                  <a:pt x="12769" y="84783"/>
                </a:lnTo>
                <a:lnTo>
                  <a:pt x="3126" y="94433"/>
                </a:lnTo>
                <a:cubicBezTo>
                  <a:pt x="1853" y="95707"/>
                  <a:pt x="1853" y="97771"/>
                  <a:pt x="3126" y="99045"/>
                </a:cubicBezTo>
                <a:cubicBezTo>
                  <a:pt x="3763" y="99683"/>
                  <a:pt x="4587" y="100001"/>
                  <a:pt x="5422" y="100001"/>
                </a:cubicBezTo>
                <a:cubicBezTo>
                  <a:pt x="6257" y="100001"/>
                  <a:pt x="7092" y="99683"/>
                  <a:pt x="7739" y="99047"/>
                </a:cubicBezTo>
                <a:lnTo>
                  <a:pt x="17382" y="89395"/>
                </a:lnTo>
                <a:lnTo>
                  <a:pt x="17382" y="96740"/>
                </a:lnTo>
                <a:cubicBezTo>
                  <a:pt x="17382" y="98539"/>
                  <a:pt x="18843" y="100001"/>
                  <a:pt x="20649" y="100001"/>
                </a:cubicBezTo>
                <a:cubicBezTo>
                  <a:pt x="22443" y="100001"/>
                  <a:pt x="23905" y="98539"/>
                  <a:pt x="23905" y="96740"/>
                </a:cubicBezTo>
                <a:lnTo>
                  <a:pt x="23905" y="81522"/>
                </a:lnTo>
                <a:cubicBezTo>
                  <a:pt x="23905" y="79722"/>
                  <a:pt x="22443" y="78262"/>
                  <a:pt x="20649" y="78262"/>
                </a:cubicBezTo>
                <a:close/>
                <a:moveTo>
                  <a:pt x="87221" y="84783"/>
                </a:moveTo>
                <a:lnTo>
                  <a:pt x="94568" y="84783"/>
                </a:lnTo>
                <a:cubicBezTo>
                  <a:pt x="96374" y="84783"/>
                  <a:pt x="97835" y="83323"/>
                  <a:pt x="97835" y="81522"/>
                </a:cubicBezTo>
                <a:cubicBezTo>
                  <a:pt x="97835" y="79722"/>
                  <a:pt x="96374" y="78262"/>
                  <a:pt x="94568" y="78262"/>
                </a:cubicBezTo>
                <a:lnTo>
                  <a:pt x="79352" y="78262"/>
                </a:lnTo>
                <a:cubicBezTo>
                  <a:pt x="77547" y="78262"/>
                  <a:pt x="76086" y="79722"/>
                  <a:pt x="76086" y="81522"/>
                </a:cubicBezTo>
                <a:lnTo>
                  <a:pt x="76086" y="96740"/>
                </a:lnTo>
                <a:cubicBezTo>
                  <a:pt x="76086" y="98539"/>
                  <a:pt x="77547" y="100001"/>
                  <a:pt x="79352" y="100001"/>
                </a:cubicBezTo>
                <a:cubicBezTo>
                  <a:pt x="81147" y="100001"/>
                  <a:pt x="82608" y="98539"/>
                  <a:pt x="82608" y="96740"/>
                </a:cubicBezTo>
                <a:lnTo>
                  <a:pt x="82608" y="89395"/>
                </a:lnTo>
                <a:lnTo>
                  <a:pt x="92262" y="99045"/>
                </a:lnTo>
                <a:cubicBezTo>
                  <a:pt x="92898" y="99683"/>
                  <a:pt x="93733" y="100001"/>
                  <a:pt x="94568" y="100001"/>
                </a:cubicBezTo>
                <a:cubicBezTo>
                  <a:pt x="95403" y="100001"/>
                  <a:pt x="96238" y="99683"/>
                  <a:pt x="96875" y="99047"/>
                </a:cubicBezTo>
                <a:cubicBezTo>
                  <a:pt x="98148" y="97773"/>
                  <a:pt x="98148" y="95710"/>
                  <a:pt x="96875" y="94436"/>
                </a:cubicBezTo>
                <a:lnTo>
                  <a:pt x="87221" y="84783"/>
                </a:lnTo>
                <a:close/>
                <a:moveTo>
                  <a:pt x="23905" y="18478"/>
                </a:moveTo>
                <a:lnTo>
                  <a:pt x="23905" y="3262"/>
                </a:lnTo>
                <a:cubicBezTo>
                  <a:pt x="23905" y="1462"/>
                  <a:pt x="22443" y="1"/>
                  <a:pt x="20649" y="1"/>
                </a:cubicBezTo>
                <a:cubicBezTo>
                  <a:pt x="18843" y="1"/>
                  <a:pt x="17382" y="1462"/>
                  <a:pt x="17382" y="3262"/>
                </a:cubicBezTo>
                <a:lnTo>
                  <a:pt x="17382" y="10608"/>
                </a:lnTo>
                <a:lnTo>
                  <a:pt x="7739" y="956"/>
                </a:lnTo>
                <a:cubicBezTo>
                  <a:pt x="6455" y="-318"/>
                  <a:pt x="4399" y="-318"/>
                  <a:pt x="3126" y="956"/>
                </a:cubicBezTo>
                <a:cubicBezTo>
                  <a:pt x="1853" y="2229"/>
                  <a:pt x="1853" y="4293"/>
                  <a:pt x="3126" y="5565"/>
                </a:cubicBezTo>
                <a:lnTo>
                  <a:pt x="12769" y="15218"/>
                </a:lnTo>
                <a:lnTo>
                  <a:pt x="5422" y="15218"/>
                </a:lnTo>
                <a:cubicBezTo>
                  <a:pt x="3627" y="15218"/>
                  <a:pt x="2166" y="16679"/>
                  <a:pt x="2166" y="18478"/>
                </a:cubicBezTo>
                <a:cubicBezTo>
                  <a:pt x="2166" y="20279"/>
                  <a:pt x="3627" y="21739"/>
                  <a:pt x="5422" y="21739"/>
                </a:cubicBezTo>
                <a:lnTo>
                  <a:pt x="20649" y="21739"/>
                </a:lnTo>
                <a:cubicBezTo>
                  <a:pt x="22443" y="21739"/>
                  <a:pt x="23905" y="20279"/>
                  <a:pt x="23905" y="18478"/>
                </a:cubicBezTo>
                <a:close/>
                <a:moveTo>
                  <a:pt x="94568" y="15218"/>
                </a:moveTo>
                <a:lnTo>
                  <a:pt x="87221" y="15218"/>
                </a:lnTo>
                <a:lnTo>
                  <a:pt x="96875" y="5568"/>
                </a:lnTo>
                <a:cubicBezTo>
                  <a:pt x="98148" y="4294"/>
                  <a:pt x="98148" y="2232"/>
                  <a:pt x="96875" y="958"/>
                </a:cubicBezTo>
                <a:cubicBezTo>
                  <a:pt x="95601" y="-317"/>
                  <a:pt x="93535" y="-317"/>
                  <a:pt x="92262" y="958"/>
                </a:cubicBezTo>
                <a:lnTo>
                  <a:pt x="82608" y="10608"/>
                </a:lnTo>
                <a:lnTo>
                  <a:pt x="82608" y="3262"/>
                </a:lnTo>
                <a:cubicBezTo>
                  <a:pt x="82608" y="1462"/>
                  <a:pt x="81147" y="1"/>
                  <a:pt x="79352" y="1"/>
                </a:cubicBezTo>
                <a:cubicBezTo>
                  <a:pt x="77547" y="1"/>
                  <a:pt x="76086" y="1462"/>
                  <a:pt x="76086" y="3262"/>
                </a:cubicBezTo>
                <a:lnTo>
                  <a:pt x="76086" y="18478"/>
                </a:lnTo>
                <a:cubicBezTo>
                  <a:pt x="76086" y="20279"/>
                  <a:pt x="77547" y="21739"/>
                  <a:pt x="79352" y="21739"/>
                </a:cubicBezTo>
                <a:lnTo>
                  <a:pt x="94568" y="21739"/>
                </a:lnTo>
                <a:cubicBezTo>
                  <a:pt x="96374" y="21739"/>
                  <a:pt x="97835" y="20279"/>
                  <a:pt x="97835" y="18478"/>
                </a:cubicBezTo>
                <a:cubicBezTo>
                  <a:pt x="97835" y="16679"/>
                  <a:pt x="96374" y="15218"/>
                  <a:pt x="94568" y="15218"/>
                </a:cubicBezTo>
                <a:close/>
                <a:moveTo>
                  <a:pt x="28257" y="26088"/>
                </a:moveTo>
                <a:cubicBezTo>
                  <a:pt x="25376" y="26088"/>
                  <a:pt x="22610" y="27234"/>
                  <a:pt x="20565" y="29271"/>
                </a:cubicBezTo>
                <a:cubicBezTo>
                  <a:pt x="18530" y="31310"/>
                  <a:pt x="17382" y="34074"/>
                  <a:pt x="17382" y="36958"/>
                </a:cubicBezTo>
                <a:cubicBezTo>
                  <a:pt x="17382" y="39840"/>
                  <a:pt x="18530" y="42605"/>
                  <a:pt x="20565" y="44643"/>
                </a:cubicBezTo>
                <a:cubicBezTo>
                  <a:pt x="22610" y="46682"/>
                  <a:pt x="25376" y="47826"/>
                  <a:pt x="28257" y="47826"/>
                </a:cubicBezTo>
                <a:cubicBezTo>
                  <a:pt x="31137" y="47826"/>
                  <a:pt x="33903" y="46682"/>
                  <a:pt x="35948" y="44643"/>
                </a:cubicBezTo>
                <a:cubicBezTo>
                  <a:pt x="37983" y="42605"/>
                  <a:pt x="39131" y="39840"/>
                  <a:pt x="39131" y="36958"/>
                </a:cubicBezTo>
                <a:cubicBezTo>
                  <a:pt x="39131" y="34074"/>
                  <a:pt x="37983" y="31310"/>
                  <a:pt x="35948" y="29271"/>
                </a:cubicBezTo>
                <a:cubicBezTo>
                  <a:pt x="33903" y="27234"/>
                  <a:pt x="31137" y="26088"/>
                  <a:pt x="28257" y="26088"/>
                </a:cubicBezTo>
                <a:close/>
                <a:moveTo>
                  <a:pt x="49995" y="10871"/>
                </a:moveTo>
                <a:cubicBezTo>
                  <a:pt x="47115" y="10871"/>
                  <a:pt x="44349" y="12015"/>
                  <a:pt x="42314" y="14054"/>
                </a:cubicBezTo>
                <a:cubicBezTo>
                  <a:pt x="40269" y="16092"/>
                  <a:pt x="39131" y="18857"/>
                  <a:pt x="39131" y="21739"/>
                </a:cubicBezTo>
                <a:cubicBezTo>
                  <a:pt x="39131" y="24623"/>
                  <a:pt x="40269" y="27388"/>
                  <a:pt x="42314" y="29426"/>
                </a:cubicBezTo>
                <a:cubicBezTo>
                  <a:pt x="44349" y="31465"/>
                  <a:pt x="47115" y="32610"/>
                  <a:pt x="49995" y="32610"/>
                </a:cubicBezTo>
                <a:cubicBezTo>
                  <a:pt x="52886" y="32610"/>
                  <a:pt x="55652" y="31465"/>
                  <a:pt x="57686" y="29426"/>
                </a:cubicBezTo>
                <a:cubicBezTo>
                  <a:pt x="59722" y="27388"/>
                  <a:pt x="60869" y="24623"/>
                  <a:pt x="60869" y="21739"/>
                </a:cubicBezTo>
                <a:cubicBezTo>
                  <a:pt x="60869" y="18857"/>
                  <a:pt x="59722" y="16092"/>
                  <a:pt x="57686" y="14054"/>
                </a:cubicBezTo>
                <a:cubicBezTo>
                  <a:pt x="55652" y="12015"/>
                  <a:pt x="52886" y="10871"/>
                  <a:pt x="49995" y="10871"/>
                </a:cubicBezTo>
                <a:close/>
                <a:moveTo>
                  <a:pt x="71744" y="26088"/>
                </a:moveTo>
                <a:cubicBezTo>
                  <a:pt x="68853" y="26088"/>
                  <a:pt x="66088" y="27234"/>
                  <a:pt x="64053" y="29271"/>
                </a:cubicBezTo>
                <a:cubicBezTo>
                  <a:pt x="62018" y="31310"/>
                  <a:pt x="60869" y="34074"/>
                  <a:pt x="60869" y="36958"/>
                </a:cubicBezTo>
                <a:cubicBezTo>
                  <a:pt x="60869" y="39840"/>
                  <a:pt x="62018" y="42605"/>
                  <a:pt x="64053" y="44643"/>
                </a:cubicBezTo>
                <a:cubicBezTo>
                  <a:pt x="66088" y="46682"/>
                  <a:pt x="68853" y="47826"/>
                  <a:pt x="71744" y="47826"/>
                </a:cubicBezTo>
                <a:cubicBezTo>
                  <a:pt x="74624" y="47826"/>
                  <a:pt x="77390" y="46682"/>
                  <a:pt x="79425" y="44643"/>
                </a:cubicBezTo>
                <a:cubicBezTo>
                  <a:pt x="81471" y="42605"/>
                  <a:pt x="82608" y="39840"/>
                  <a:pt x="82608" y="36958"/>
                </a:cubicBezTo>
                <a:cubicBezTo>
                  <a:pt x="82608" y="34074"/>
                  <a:pt x="81471" y="31310"/>
                  <a:pt x="79425" y="29271"/>
                </a:cubicBezTo>
                <a:cubicBezTo>
                  <a:pt x="77390" y="27234"/>
                  <a:pt x="74624" y="26088"/>
                  <a:pt x="71744" y="26088"/>
                </a:cubicBezTo>
                <a:close/>
                <a:moveTo>
                  <a:pt x="49995" y="45653"/>
                </a:moveTo>
                <a:cubicBezTo>
                  <a:pt x="47688" y="45653"/>
                  <a:pt x="45476" y="46569"/>
                  <a:pt x="43848" y="48200"/>
                </a:cubicBezTo>
                <a:cubicBezTo>
                  <a:pt x="42220" y="49831"/>
                  <a:pt x="41302" y="52042"/>
                  <a:pt x="41302" y="54348"/>
                </a:cubicBezTo>
                <a:cubicBezTo>
                  <a:pt x="41302" y="56655"/>
                  <a:pt x="42220" y="58867"/>
                  <a:pt x="43848" y="60498"/>
                </a:cubicBezTo>
                <a:cubicBezTo>
                  <a:pt x="45476" y="62129"/>
                  <a:pt x="47688" y="63044"/>
                  <a:pt x="49995" y="63044"/>
                </a:cubicBezTo>
                <a:cubicBezTo>
                  <a:pt x="52301" y="63044"/>
                  <a:pt x="54514" y="62129"/>
                  <a:pt x="56152" y="60498"/>
                </a:cubicBezTo>
                <a:cubicBezTo>
                  <a:pt x="57781" y="58867"/>
                  <a:pt x="58699" y="56655"/>
                  <a:pt x="58699" y="54348"/>
                </a:cubicBezTo>
                <a:cubicBezTo>
                  <a:pt x="58699" y="52042"/>
                  <a:pt x="57781" y="49831"/>
                  <a:pt x="56152" y="48200"/>
                </a:cubicBezTo>
                <a:cubicBezTo>
                  <a:pt x="54514" y="46569"/>
                  <a:pt x="52301" y="45653"/>
                  <a:pt x="49995" y="45653"/>
                </a:cubicBezTo>
                <a:close/>
                <a:moveTo>
                  <a:pt x="57603" y="69566"/>
                </a:moveTo>
                <a:lnTo>
                  <a:pt x="42387" y="69566"/>
                </a:lnTo>
                <a:cubicBezTo>
                  <a:pt x="39392" y="69566"/>
                  <a:pt x="36950" y="72003"/>
                  <a:pt x="36950" y="75001"/>
                </a:cubicBezTo>
                <a:lnTo>
                  <a:pt x="36950" y="78986"/>
                </a:lnTo>
                <a:cubicBezTo>
                  <a:pt x="36950" y="83553"/>
                  <a:pt x="42544" y="86740"/>
                  <a:pt x="50538" y="86740"/>
                </a:cubicBezTo>
                <a:cubicBezTo>
                  <a:pt x="56685" y="86740"/>
                  <a:pt x="63040" y="83977"/>
                  <a:pt x="63040" y="79349"/>
                </a:cubicBezTo>
                <a:lnTo>
                  <a:pt x="63040" y="75001"/>
                </a:lnTo>
                <a:cubicBezTo>
                  <a:pt x="63040" y="72003"/>
                  <a:pt x="60609" y="69566"/>
                  <a:pt x="57603" y="69566"/>
                </a:cubicBezTo>
                <a:close/>
                <a:moveTo>
                  <a:pt x="79352" y="52175"/>
                </a:moveTo>
                <a:lnTo>
                  <a:pt x="64126" y="52175"/>
                </a:lnTo>
                <a:cubicBezTo>
                  <a:pt x="63687" y="52175"/>
                  <a:pt x="63270" y="52263"/>
                  <a:pt x="62884" y="52425"/>
                </a:cubicBezTo>
                <a:cubicBezTo>
                  <a:pt x="62978" y="53053"/>
                  <a:pt x="63040" y="53692"/>
                  <a:pt x="63040" y="54348"/>
                </a:cubicBezTo>
                <a:cubicBezTo>
                  <a:pt x="63040" y="58883"/>
                  <a:pt x="60713" y="62881"/>
                  <a:pt x="57196" y="65218"/>
                </a:cubicBezTo>
                <a:lnTo>
                  <a:pt x="57603" y="65218"/>
                </a:lnTo>
                <a:cubicBezTo>
                  <a:pt x="62445" y="65218"/>
                  <a:pt x="66453" y="68762"/>
                  <a:pt x="67225" y="73385"/>
                </a:cubicBezTo>
                <a:cubicBezTo>
                  <a:pt x="68780" y="73592"/>
                  <a:pt x="70178" y="73696"/>
                  <a:pt x="71202" y="73696"/>
                </a:cubicBezTo>
                <a:cubicBezTo>
                  <a:pt x="80479" y="73696"/>
                  <a:pt x="86960" y="69614"/>
                  <a:pt x="86960" y="63768"/>
                </a:cubicBezTo>
                <a:lnTo>
                  <a:pt x="86960" y="59784"/>
                </a:lnTo>
                <a:cubicBezTo>
                  <a:pt x="86960" y="55588"/>
                  <a:pt x="83548" y="52175"/>
                  <a:pt x="79352" y="52175"/>
                </a:cubicBezTo>
                <a:close/>
                <a:moveTo>
                  <a:pt x="42387" y="65218"/>
                </a:moveTo>
                <a:lnTo>
                  <a:pt x="42804" y="65218"/>
                </a:lnTo>
                <a:cubicBezTo>
                  <a:pt x="39277" y="62881"/>
                  <a:pt x="36950" y="58883"/>
                  <a:pt x="36950" y="54348"/>
                </a:cubicBezTo>
                <a:cubicBezTo>
                  <a:pt x="36950" y="53692"/>
                  <a:pt x="37023" y="53053"/>
                  <a:pt x="37117" y="52425"/>
                </a:cubicBezTo>
                <a:cubicBezTo>
                  <a:pt x="36730" y="52263"/>
                  <a:pt x="36303" y="52175"/>
                  <a:pt x="35864" y="52175"/>
                </a:cubicBezTo>
                <a:lnTo>
                  <a:pt x="20649" y="52175"/>
                </a:lnTo>
                <a:cubicBezTo>
                  <a:pt x="16453" y="52175"/>
                  <a:pt x="13040" y="55588"/>
                  <a:pt x="13040" y="59784"/>
                </a:cubicBezTo>
                <a:lnTo>
                  <a:pt x="13040" y="63768"/>
                </a:lnTo>
                <a:cubicBezTo>
                  <a:pt x="13040" y="69614"/>
                  <a:pt x="19521" y="73696"/>
                  <a:pt x="28799" y="73696"/>
                </a:cubicBezTo>
                <a:cubicBezTo>
                  <a:pt x="29822" y="73696"/>
                  <a:pt x="31220" y="73592"/>
                  <a:pt x="32765" y="73385"/>
                </a:cubicBezTo>
                <a:cubicBezTo>
                  <a:pt x="33547" y="68762"/>
                  <a:pt x="37544" y="65218"/>
                  <a:pt x="42387" y="6521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8" name="Чёрный — SVG 21">
            <a:extLst>
              <a:ext uri="{FF2B5EF4-FFF2-40B4-BE49-F238E27FC236}">
                <a16:creationId xmlns:a16="http://schemas.microsoft.com/office/drawing/2014/main" id="{5393D563-B40F-0A4F-A939-B599BEC4BC8C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15942 w 134695"/>
              <a:gd name="csY0" fmla="*/ 0 h 148844"/>
              <a:gd name="csX1" fmla="*/ 0 w 134695"/>
              <a:gd name="csY1" fmla="*/ 15948 h 148844"/>
              <a:gd name="csX2" fmla="*/ 0 w 134695"/>
              <a:gd name="csY2" fmla="*/ 125811 h 148844"/>
              <a:gd name="csX3" fmla="*/ 15942 w 134695"/>
              <a:gd name="csY3" fmla="*/ 141759 h 148844"/>
              <a:gd name="csX4" fmla="*/ 56842 w 134695"/>
              <a:gd name="csY4" fmla="*/ 141759 h 148844"/>
              <a:gd name="csX5" fmla="*/ 60347 w 134695"/>
              <a:gd name="csY5" fmla="*/ 134762 h 148844"/>
              <a:gd name="csX6" fmla="*/ 74093 w 134695"/>
              <a:gd name="csY6" fmla="*/ 121022 h 148844"/>
              <a:gd name="csX7" fmla="*/ 70895 w 134695"/>
              <a:gd name="csY7" fmla="*/ 106319 h 148844"/>
              <a:gd name="csX8" fmla="*/ 71610 w 134695"/>
              <a:gd name="csY8" fmla="*/ 99231 h 148844"/>
              <a:gd name="csX9" fmla="*/ 30131 w 134695"/>
              <a:gd name="csY9" fmla="*/ 99231 h 148844"/>
              <a:gd name="csX10" fmla="*/ 24806 w 134695"/>
              <a:gd name="csY10" fmla="*/ 93915 h 148844"/>
              <a:gd name="csX11" fmla="*/ 30131 w 134695"/>
              <a:gd name="csY11" fmla="*/ 88599 h 148844"/>
              <a:gd name="csX12" fmla="*/ 75642 w 134695"/>
              <a:gd name="csY12" fmla="*/ 88599 h 148844"/>
              <a:gd name="csX13" fmla="*/ 106334 w 134695"/>
              <a:gd name="csY13" fmla="*/ 70880 h 148844"/>
              <a:gd name="csX14" fmla="*/ 113428 w 134695"/>
              <a:gd name="csY14" fmla="*/ 71593 h 148844"/>
              <a:gd name="csX15" fmla="*/ 113428 w 134695"/>
              <a:gd name="csY15" fmla="*/ 15948 h 148844"/>
              <a:gd name="csX16" fmla="*/ 97470 w 134695"/>
              <a:gd name="csY16" fmla="*/ 0 h 148844"/>
              <a:gd name="csX17" fmla="*/ 15942 w 134695"/>
              <a:gd name="csY17" fmla="*/ 0 h 148844"/>
              <a:gd name="csX18" fmla="*/ 56706 w 134695"/>
              <a:gd name="csY18" fmla="*/ 21264 h 148844"/>
              <a:gd name="csX19" fmla="*/ 70895 w 134695"/>
              <a:gd name="csY19" fmla="*/ 35439 h 148844"/>
              <a:gd name="csX20" fmla="*/ 56706 w 134695"/>
              <a:gd name="csY20" fmla="*/ 49616 h 148844"/>
              <a:gd name="csX21" fmla="*/ 42534 w 134695"/>
              <a:gd name="csY21" fmla="*/ 35439 h 148844"/>
              <a:gd name="csX22" fmla="*/ 56706 w 134695"/>
              <a:gd name="csY22" fmla="*/ 21264 h 148844"/>
              <a:gd name="csX23" fmla="*/ 37038 w 134695"/>
              <a:gd name="csY23" fmla="*/ 56703 h 148844"/>
              <a:gd name="csX24" fmla="*/ 76390 w 134695"/>
              <a:gd name="csY24" fmla="*/ 56703 h 148844"/>
              <a:gd name="csX25" fmla="*/ 81528 w 134695"/>
              <a:gd name="csY25" fmla="*/ 61832 h 148844"/>
              <a:gd name="csX26" fmla="*/ 81528 w 134695"/>
              <a:gd name="csY26" fmla="*/ 62912 h 148844"/>
              <a:gd name="csX27" fmla="*/ 56706 w 134695"/>
              <a:gd name="csY27" fmla="*/ 77967 h 148844"/>
              <a:gd name="csX28" fmla="*/ 31900 w 134695"/>
              <a:gd name="csY28" fmla="*/ 62912 h 148844"/>
              <a:gd name="csX29" fmla="*/ 31900 w 134695"/>
              <a:gd name="csY29" fmla="*/ 61832 h 148844"/>
              <a:gd name="csX30" fmla="*/ 37038 w 134695"/>
              <a:gd name="csY30" fmla="*/ 56703 h 148844"/>
              <a:gd name="csX31" fmla="*/ 106334 w 134695"/>
              <a:gd name="csY31" fmla="*/ 77967 h 148844"/>
              <a:gd name="csX32" fmla="*/ 77973 w 134695"/>
              <a:gd name="csY32" fmla="*/ 106319 h 148844"/>
              <a:gd name="csX33" fmla="*/ 82889 w 134695"/>
              <a:gd name="csY33" fmla="*/ 122240 h 148844"/>
              <a:gd name="csX34" fmla="*/ 65365 w 134695"/>
              <a:gd name="csY34" fmla="*/ 139773 h 148844"/>
              <a:gd name="csX35" fmla="*/ 63800 w 134695"/>
              <a:gd name="csY35" fmla="*/ 143531 h 148844"/>
              <a:gd name="csX36" fmla="*/ 65365 w 134695"/>
              <a:gd name="csY36" fmla="*/ 147289 h 148844"/>
              <a:gd name="csX37" fmla="*/ 72869 w 134695"/>
              <a:gd name="csY37" fmla="*/ 147289 h 148844"/>
              <a:gd name="csX38" fmla="*/ 90409 w 134695"/>
              <a:gd name="csY38" fmla="*/ 129764 h 148844"/>
              <a:gd name="csX39" fmla="*/ 106334 w 134695"/>
              <a:gd name="csY39" fmla="*/ 134672 h 148844"/>
              <a:gd name="csX40" fmla="*/ 134695 w 134695"/>
              <a:gd name="csY40" fmla="*/ 106319 h 148844"/>
              <a:gd name="csX41" fmla="*/ 106334 w 134695"/>
              <a:gd name="csY41" fmla="*/ 77967 h 148844"/>
              <a:gd name="csX42" fmla="*/ 106334 w 134695"/>
              <a:gd name="csY42" fmla="*/ 88599 h 148844"/>
              <a:gd name="csX43" fmla="*/ 124062 w 134695"/>
              <a:gd name="csY43" fmla="*/ 106319 h 148844"/>
              <a:gd name="csX44" fmla="*/ 106334 w 134695"/>
              <a:gd name="csY44" fmla="*/ 124040 h 148844"/>
              <a:gd name="csX45" fmla="*/ 88606 w 134695"/>
              <a:gd name="csY45" fmla="*/ 106319 h 148844"/>
              <a:gd name="csX46" fmla="*/ 106334 w 134695"/>
              <a:gd name="csY46" fmla="*/ 88599 h 148844"/>
              <a:gd name="csX47" fmla="*/ 30131 w 134695"/>
              <a:gd name="csY47" fmla="*/ 109863 h 148844"/>
              <a:gd name="csX48" fmla="*/ 58475 w 134695"/>
              <a:gd name="csY48" fmla="*/ 109863 h 148844"/>
              <a:gd name="csX49" fmla="*/ 63800 w 134695"/>
              <a:gd name="csY49" fmla="*/ 115179 h 148844"/>
              <a:gd name="csX50" fmla="*/ 58475 w 134695"/>
              <a:gd name="csY50" fmla="*/ 120495 h 148844"/>
              <a:gd name="csX51" fmla="*/ 30131 w 134695"/>
              <a:gd name="csY51" fmla="*/ 120495 h 148844"/>
              <a:gd name="csX52" fmla="*/ 24806 w 134695"/>
              <a:gd name="csY52" fmla="*/ 115179 h 148844"/>
              <a:gd name="csX53" fmla="*/ 30131 w 134695"/>
              <a:gd name="csY53" fmla="*/ 109863 h 148844"/>
            </a:gdLst>
            <a:ahLst/>
            <a:cxnLst/>
            <a:rect l="l" t="t" r="r" b="b"/>
            <a:pathLst>
              <a:path w="100000" h="100000">
                <a:moveTo>
                  <a:pt x="15464" y="0"/>
                </a:moveTo>
                <a:cubicBezTo>
                  <a:pt x="9565" y="0"/>
                  <a:pt x="4753" y="4807"/>
                  <a:pt x="4753" y="10715"/>
                </a:cubicBezTo>
                <a:lnTo>
                  <a:pt x="4753" y="84525"/>
                </a:lnTo>
                <a:cubicBezTo>
                  <a:pt x="4753" y="90433"/>
                  <a:pt x="9565" y="95240"/>
                  <a:pt x="15464" y="95240"/>
                </a:cubicBezTo>
                <a:lnTo>
                  <a:pt x="42942" y="95240"/>
                </a:lnTo>
                <a:cubicBezTo>
                  <a:pt x="43193" y="93466"/>
                  <a:pt x="44005" y="91830"/>
                  <a:pt x="45297" y="90539"/>
                </a:cubicBezTo>
                <a:lnTo>
                  <a:pt x="54532" y="81308"/>
                </a:lnTo>
                <a:cubicBezTo>
                  <a:pt x="53115" y="78227"/>
                  <a:pt x="52383" y="74870"/>
                  <a:pt x="52383" y="71430"/>
                </a:cubicBezTo>
                <a:cubicBezTo>
                  <a:pt x="52383" y="69799"/>
                  <a:pt x="52543" y="68206"/>
                  <a:pt x="52864" y="66668"/>
                </a:cubicBezTo>
                <a:lnTo>
                  <a:pt x="24996" y="66668"/>
                </a:lnTo>
                <a:cubicBezTo>
                  <a:pt x="23018" y="66668"/>
                  <a:pt x="21419" y="65070"/>
                  <a:pt x="21419" y="63096"/>
                </a:cubicBezTo>
                <a:cubicBezTo>
                  <a:pt x="21419" y="61122"/>
                  <a:pt x="23018" y="59525"/>
                  <a:pt x="24996" y="59525"/>
                </a:cubicBezTo>
                <a:lnTo>
                  <a:pt x="55573" y="59525"/>
                </a:lnTo>
                <a:cubicBezTo>
                  <a:pt x="59699" y="52413"/>
                  <a:pt x="67392" y="47620"/>
                  <a:pt x="76193" y="47620"/>
                </a:cubicBezTo>
                <a:cubicBezTo>
                  <a:pt x="77827" y="47620"/>
                  <a:pt x="79416" y="47785"/>
                  <a:pt x="80959" y="48099"/>
                </a:cubicBezTo>
                <a:lnTo>
                  <a:pt x="80959" y="10715"/>
                </a:lnTo>
                <a:cubicBezTo>
                  <a:pt x="80959" y="4807"/>
                  <a:pt x="76147" y="0"/>
                  <a:pt x="70238" y="0"/>
                </a:cubicBezTo>
                <a:lnTo>
                  <a:pt x="15464" y="0"/>
                </a:lnTo>
                <a:close/>
                <a:moveTo>
                  <a:pt x="42851" y="14286"/>
                </a:moveTo>
                <a:cubicBezTo>
                  <a:pt x="48120" y="14286"/>
                  <a:pt x="52383" y="18550"/>
                  <a:pt x="52383" y="23809"/>
                </a:cubicBezTo>
                <a:cubicBezTo>
                  <a:pt x="52383" y="29069"/>
                  <a:pt x="48120" y="33334"/>
                  <a:pt x="42851" y="33334"/>
                </a:cubicBezTo>
                <a:cubicBezTo>
                  <a:pt x="37592" y="33334"/>
                  <a:pt x="33329" y="29069"/>
                  <a:pt x="33329" y="23809"/>
                </a:cubicBezTo>
                <a:cubicBezTo>
                  <a:pt x="33329" y="18550"/>
                  <a:pt x="37592" y="14286"/>
                  <a:pt x="42851" y="14286"/>
                </a:cubicBezTo>
                <a:close/>
                <a:moveTo>
                  <a:pt x="29637" y="38096"/>
                </a:moveTo>
                <a:lnTo>
                  <a:pt x="56075" y="38096"/>
                </a:lnTo>
                <a:cubicBezTo>
                  <a:pt x="57985" y="38096"/>
                  <a:pt x="59527" y="39637"/>
                  <a:pt x="59527" y="41541"/>
                </a:cubicBezTo>
                <a:lnTo>
                  <a:pt x="59527" y="42267"/>
                </a:lnTo>
                <a:cubicBezTo>
                  <a:pt x="59527" y="47560"/>
                  <a:pt x="52772" y="52382"/>
                  <a:pt x="42851" y="52382"/>
                </a:cubicBezTo>
                <a:cubicBezTo>
                  <a:pt x="32940" y="52382"/>
                  <a:pt x="26185" y="47560"/>
                  <a:pt x="26185" y="42267"/>
                </a:cubicBezTo>
                <a:lnTo>
                  <a:pt x="26185" y="41541"/>
                </a:lnTo>
                <a:cubicBezTo>
                  <a:pt x="26185" y="39637"/>
                  <a:pt x="27728" y="38096"/>
                  <a:pt x="29637" y="38096"/>
                </a:cubicBezTo>
                <a:close/>
                <a:moveTo>
                  <a:pt x="76193" y="52382"/>
                </a:moveTo>
                <a:cubicBezTo>
                  <a:pt x="65689" y="52382"/>
                  <a:pt x="57139" y="60927"/>
                  <a:pt x="57139" y="71430"/>
                </a:cubicBezTo>
                <a:cubicBezTo>
                  <a:pt x="57139" y="75395"/>
                  <a:pt x="58361" y="79073"/>
                  <a:pt x="60441" y="82126"/>
                </a:cubicBezTo>
                <a:lnTo>
                  <a:pt x="48668" y="93906"/>
                </a:lnTo>
                <a:cubicBezTo>
                  <a:pt x="47960" y="94603"/>
                  <a:pt x="47617" y="95516"/>
                  <a:pt x="47617" y="96430"/>
                </a:cubicBezTo>
                <a:cubicBezTo>
                  <a:pt x="47617" y="97345"/>
                  <a:pt x="47971" y="98258"/>
                  <a:pt x="48668" y="98955"/>
                </a:cubicBezTo>
                <a:cubicBezTo>
                  <a:pt x="50063" y="100349"/>
                  <a:pt x="52315" y="100349"/>
                  <a:pt x="53710" y="98955"/>
                </a:cubicBezTo>
                <a:lnTo>
                  <a:pt x="65494" y="87181"/>
                </a:lnTo>
                <a:cubicBezTo>
                  <a:pt x="68546" y="89259"/>
                  <a:pt x="72226" y="90479"/>
                  <a:pt x="76193" y="90479"/>
                </a:cubicBezTo>
                <a:cubicBezTo>
                  <a:pt x="86697" y="90479"/>
                  <a:pt x="95247" y="81933"/>
                  <a:pt x="95247" y="71430"/>
                </a:cubicBezTo>
                <a:cubicBezTo>
                  <a:pt x="95247" y="60927"/>
                  <a:pt x="86697" y="52382"/>
                  <a:pt x="76193" y="52382"/>
                </a:cubicBezTo>
                <a:close/>
                <a:moveTo>
                  <a:pt x="76193" y="59525"/>
                </a:moveTo>
                <a:cubicBezTo>
                  <a:pt x="82753" y="59525"/>
                  <a:pt x="88103" y="64865"/>
                  <a:pt x="88103" y="71430"/>
                </a:cubicBezTo>
                <a:cubicBezTo>
                  <a:pt x="88103" y="77995"/>
                  <a:pt x="82753" y="83336"/>
                  <a:pt x="76193" y="83336"/>
                </a:cubicBezTo>
                <a:cubicBezTo>
                  <a:pt x="69632" y="83336"/>
                  <a:pt x="64282" y="77995"/>
                  <a:pt x="64282" y="71430"/>
                </a:cubicBezTo>
                <a:cubicBezTo>
                  <a:pt x="64282" y="64865"/>
                  <a:pt x="69632" y="59525"/>
                  <a:pt x="76193" y="59525"/>
                </a:cubicBezTo>
                <a:close/>
                <a:moveTo>
                  <a:pt x="24996" y="73811"/>
                </a:moveTo>
                <a:lnTo>
                  <a:pt x="44039" y="73811"/>
                </a:lnTo>
                <a:cubicBezTo>
                  <a:pt x="46017" y="73811"/>
                  <a:pt x="47617" y="75408"/>
                  <a:pt x="47617" y="77382"/>
                </a:cubicBezTo>
                <a:cubicBezTo>
                  <a:pt x="47617" y="79356"/>
                  <a:pt x="46017" y="80954"/>
                  <a:pt x="44039" y="80954"/>
                </a:cubicBezTo>
                <a:lnTo>
                  <a:pt x="24996" y="80954"/>
                </a:lnTo>
                <a:cubicBezTo>
                  <a:pt x="23018" y="80954"/>
                  <a:pt x="21419" y="79356"/>
                  <a:pt x="21419" y="77382"/>
                </a:cubicBezTo>
                <a:cubicBezTo>
                  <a:pt x="21419" y="75408"/>
                  <a:pt x="23018" y="73811"/>
                  <a:pt x="24996" y="7381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29" name="Чёрный — SVG 22">
            <a:extLst>
              <a:ext uri="{FF2B5EF4-FFF2-40B4-BE49-F238E27FC236}">
                <a16:creationId xmlns:a16="http://schemas.microsoft.com/office/drawing/2014/main" id="{AEB20F16-D21B-0240-A377-E8C0C208869C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31968 w 156115"/>
              <a:gd name="csY0" fmla="*/ 0 h 131203"/>
              <a:gd name="csX1" fmla="*/ 24465 w 156115"/>
              <a:gd name="csY1" fmla="*/ 3115 h 131203"/>
              <a:gd name="csX2" fmla="*/ 21335 w 156115"/>
              <a:gd name="csY2" fmla="*/ 10632 h 131203"/>
              <a:gd name="csX3" fmla="*/ 24465 w 156115"/>
              <a:gd name="csY3" fmla="*/ 18149 h 131203"/>
              <a:gd name="csX4" fmla="*/ 31968 w 156115"/>
              <a:gd name="csY4" fmla="*/ 21264 h 131203"/>
              <a:gd name="csX5" fmla="*/ 39488 w 156115"/>
              <a:gd name="csY5" fmla="*/ 18149 h 131203"/>
              <a:gd name="csX6" fmla="*/ 42602 w 156115"/>
              <a:gd name="csY6" fmla="*/ 10632 h 131203"/>
              <a:gd name="csX7" fmla="*/ 39488 w 156115"/>
              <a:gd name="csY7" fmla="*/ 3115 h 131203"/>
              <a:gd name="csX8" fmla="*/ 31968 w 156115"/>
              <a:gd name="csY8" fmla="*/ 0 h 131203"/>
              <a:gd name="csX9" fmla="*/ 124130 w 156115"/>
              <a:gd name="csY9" fmla="*/ 0 h 131203"/>
              <a:gd name="csX10" fmla="*/ 116610 w 156115"/>
              <a:gd name="csY10" fmla="*/ 3115 h 131203"/>
              <a:gd name="csX11" fmla="*/ 113496 w 156115"/>
              <a:gd name="csY11" fmla="*/ 10632 h 131203"/>
              <a:gd name="csX12" fmla="*/ 116610 w 156115"/>
              <a:gd name="csY12" fmla="*/ 18149 h 131203"/>
              <a:gd name="csX13" fmla="*/ 124130 w 156115"/>
              <a:gd name="csY13" fmla="*/ 21264 h 131203"/>
              <a:gd name="csX14" fmla="*/ 131650 w 156115"/>
              <a:gd name="csY14" fmla="*/ 18149 h 131203"/>
              <a:gd name="csX15" fmla="*/ 134763 w 156115"/>
              <a:gd name="csY15" fmla="*/ 10632 h 131203"/>
              <a:gd name="csX16" fmla="*/ 131650 w 156115"/>
              <a:gd name="csY16" fmla="*/ 3115 h 131203"/>
              <a:gd name="csX17" fmla="*/ 124130 w 156115"/>
              <a:gd name="csY17" fmla="*/ 0 h 131203"/>
              <a:gd name="csX18" fmla="*/ 78058 w 156115"/>
              <a:gd name="csY18" fmla="*/ 77 h 131203"/>
              <a:gd name="csX19" fmla="*/ 70538 w 156115"/>
              <a:gd name="csY19" fmla="*/ 3191 h 131203"/>
              <a:gd name="csX20" fmla="*/ 67424 w 156115"/>
              <a:gd name="csY20" fmla="*/ 10708 h 131203"/>
              <a:gd name="csX21" fmla="*/ 70538 w 156115"/>
              <a:gd name="csY21" fmla="*/ 18224 h 131203"/>
              <a:gd name="csX22" fmla="*/ 78058 w 156115"/>
              <a:gd name="csY22" fmla="*/ 21340 h 131203"/>
              <a:gd name="csX23" fmla="*/ 85578 w 156115"/>
              <a:gd name="csY23" fmla="*/ 18224 h 131203"/>
              <a:gd name="csX24" fmla="*/ 88691 w 156115"/>
              <a:gd name="csY24" fmla="*/ 10708 h 131203"/>
              <a:gd name="csX25" fmla="*/ 85578 w 156115"/>
              <a:gd name="csY25" fmla="*/ 3191 h 131203"/>
              <a:gd name="csX26" fmla="*/ 78058 w 156115"/>
              <a:gd name="csY26" fmla="*/ 77 h 131203"/>
              <a:gd name="csX27" fmla="*/ 124130 w 156115"/>
              <a:gd name="csY27" fmla="*/ 24732 h 131203"/>
              <a:gd name="csX28" fmla="*/ 106402 w 156115"/>
              <a:gd name="csY28" fmla="*/ 42528 h 131203"/>
              <a:gd name="csX29" fmla="*/ 95769 w 156115"/>
              <a:gd name="csY29" fmla="*/ 42528 h 131203"/>
              <a:gd name="csX30" fmla="*/ 78058 w 156115"/>
              <a:gd name="csY30" fmla="*/ 24807 h 131203"/>
              <a:gd name="csX31" fmla="*/ 60347 w 156115"/>
              <a:gd name="csY31" fmla="*/ 42528 h 131203"/>
              <a:gd name="csX32" fmla="*/ 49679 w 156115"/>
              <a:gd name="csY32" fmla="*/ 42528 h 131203"/>
              <a:gd name="csX33" fmla="*/ 31968 w 156115"/>
              <a:gd name="csY33" fmla="*/ 24807 h 131203"/>
              <a:gd name="csX34" fmla="*/ 14274 w 156115"/>
              <a:gd name="csY34" fmla="*/ 42528 h 131203"/>
              <a:gd name="csX35" fmla="*/ 5393 w 156115"/>
              <a:gd name="csY35" fmla="*/ 42528 h 131203"/>
              <a:gd name="csX36" fmla="*/ 3335 w 156115"/>
              <a:gd name="csY36" fmla="*/ 42910 h 131203"/>
              <a:gd name="csX37" fmla="*/ 1582 w 156115"/>
              <a:gd name="csY37" fmla="*/ 44059 h 131203"/>
              <a:gd name="csX38" fmla="*/ 408 w 156115"/>
              <a:gd name="csY38" fmla="*/ 45792 h 131203"/>
              <a:gd name="csX39" fmla="*/ 0 w 156115"/>
              <a:gd name="csY39" fmla="*/ 47844 h 131203"/>
              <a:gd name="csX40" fmla="*/ 408 w 156115"/>
              <a:gd name="csY40" fmla="*/ 49895 h 131203"/>
              <a:gd name="csX41" fmla="*/ 1582 w 156115"/>
              <a:gd name="csY41" fmla="*/ 51629 h 131203"/>
              <a:gd name="csX42" fmla="*/ 3335 w 156115"/>
              <a:gd name="csY42" fmla="*/ 52777 h 131203"/>
              <a:gd name="csX43" fmla="*/ 5393 w 156115"/>
              <a:gd name="csY43" fmla="*/ 53160 h 131203"/>
              <a:gd name="csX44" fmla="*/ 150722 w 156115"/>
              <a:gd name="csY44" fmla="*/ 53160 h 131203"/>
              <a:gd name="csX45" fmla="*/ 152780 w 156115"/>
              <a:gd name="csY45" fmla="*/ 52777 h 131203"/>
              <a:gd name="csX46" fmla="*/ 154516 w 156115"/>
              <a:gd name="csY46" fmla="*/ 51629 h 131203"/>
              <a:gd name="csX47" fmla="*/ 155690 w 156115"/>
              <a:gd name="csY47" fmla="*/ 49895 h 131203"/>
              <a:gd name="csX48" fmla="*/ 156115 w 156115"/>
              <a:gd name="csY48" fmla="*/ 47844 h 131203"/>
              <a:gd name="csX49" fmla="*/ 155690 w 156115"/>
              <a:gd name="csY49" fmla="*/ 45792 h 131203"/>
              <a:gd name="csX50" fmla="*/ 154516 w 156115"/>
              <a:gd name="csY50" fmla="*/ 44059 h 131203"/>
              <a:gd name="csX51" fmla="*/ 152780 w 156115"/>
              <a:gd name="csY51" fmla="*/ 42910 h 131203"/>
              <a:gd name="csX52" fmla="*/ 150722 w 156115"/>
              <a:gd name="csY52" fmla="*/ 42528 h 131203"/>
              <a:gd name="csX53" fmla="*/ 141858 w 156115"/>
              <a:gd name="csY53" fmla="*/ 42528 h 131203"/>
              <a:gd name="csX54" fmla="*/ 124130 w 156115"/>
              <a:gd name="csY54" fmla="*/ 24732 h 131203"/>
              <a:gd name="csX55" fmla="*/ 31968 w 156115"/>
              <a:gd name="csY55" fmla="*/ 63792 h 131203"/>
              <a:gd name="csX56" fmla="*/ 24465 w 156115"/>
              <a:gd name="csY56" fmla="*/ 66906 h 131203"/>
              <a:gd name="csX57" fmla="*/ 21335 w 156115"/>
              <a:gd name="csY57" fmla="*/ 74424 h 131203"/>
              <a:gd name="csX58" fmla="*/ 24465 w 156115"/>
              <a:gd name="csY58" fmla="*/ 81941 h 131203"/>
              <a:gd name="csX59" fmla="*/ 31968 w 156115"/>
              <a:gd name="csY59" fmla="*/ 85056 h 131203"/>
              <a:gd name="csX60" fmla="*/ 39488 w 156115"/>
              <a:gd name="csY60" fmla="*/ 81941 h 131203"/>
              <a:gd name="csX61" fmla="*/ 42602 w 156115"/>
              <a:gd name="csY61" fmla="*/ 74424 h 131203"/>
              <a:gd name="csX62" fmla="*/ 39488 w 156115"/>
              <a:gd name="csY62" fmla="*/ 66906 h 131203"/>
              <a:gd name="csX63" fmla="*/ 31968 w 156115"/>
              <a:gd name="csY63" fmla="*/ 63792 h 131203"/>
              <a:gd name="csX64" fmla="*/ 124130 w 156115"/>
              <a:gd name="csY64" fmla="*/ 63792 h 131203"/>
              <a:gd name="csX65" fmla="*/ 116610 w 156115"/>
              <a:gd name="csY65" fmla="*/ 66906 h 131203"/>
              <a:gd name="csX66" fmla="*/ 113496 w 156115"/>
              <a:gd name="csY66" fmla="*/ 74424 h 131203"/>
              <a:gd name="csX67" fmla="*/ 116610 w 156115"/>
              <a:gd name="csY67" fmla="*/ 81941 h 131203"/>
              <a:gd name="csX68" fmla="*/ 124130 w 156115"/>
              <a:gd name="csY68" fmla="*/ 85056 h 131203"/>
              <a:gd name="csX69" fmla="*/ 131650 w 156115"/>
              <a:gd name="csY69" fmla="*/ 81941 h 131203"/>
              <a:gd name="csX70" fmla="*/ 134763 w 156115"/>
              <a:gd name="csY70" fmla="*/ 74424 h 131203"/>
              <a:gd name="csX71" fmla="*/ 131650 w 156115"/>
              <a:gd name="csY71" fmla="*/ 66906 h 131203"/>
              <a:gd name="csX72" fmla="*/ 124130 w 156115"/>
              <a:gd name="csY72" fmla="*/ 63792 h 131203"/>
              <a:gd name="csX73" fmla="*/ 78058 w 156115"/>
              <a:gd name="csY73" fmla="*/ 63868 h 131203"/>
              <a:gd name="csX74" fmla="*/ 70538 w 156115"/>
              <a:gd name="csY74" fmla="*/ 66981 h 131203"/>
              <a:gd name="csX75" fmla="*/ 67424 w 156115"/>
              <a:gd name="csY75" fmla="*/ 74500 h 131203"/>
              <a:gd name="csX76" fmla="*/ 70538 w 156115"/>
              <a:gd name="csY76" fmla="*/ 82017 h 131203"/>
              <a:gd name="csX77" fmla="*/ 78058 w 156115"/>
              <a:gd name="csY77" fmla="*/ 85132 h 131203"/>
              <a:gd name="csX78" fmla="*/ 85578 w 156115"/>
              <a:gd name="csY78" fmla="*/ 82017 h 131203"/>
              <a:gd name="csX79" fmla="*/ 88691 w 156115"/>
              <a:gd name="csY79" fmla="*/ 74500 h 131203"/>
              <a:gd name="csX80" fmla="*/ 85578 w 156115"/>
              <a:gd name="csY80" fmla="*/ 66981 h 131203"/>
              <a:gd name="csX81" fmla="*/ 78058 w 156115"/>
              <a:gd name="csY81" fmla="*/ 63868 h 131203"/>
              <a:gd name="csX82" fmla="*/ 124130 w 156115"/>
              <a:gd name="csY82" fmla="*/ 88524 h 131203"/>
              <a:gd name="csX83" fmla="*/ 106402 w 156115"/>
              <a:gd name="csY83" fmla="*/ 106319 h 131203"/>
              <a:gd name="csX84" fmla="*/ 95769 w 156115"/>
              <a:gd name="csY84" fmla="*/ 106319 h 131203"/>
              <a:gd name="csX85" fmla="*/ 78058 w 156115"/>
              <a:gd name="csY85" fmla="*/ 88599 h 131203"/>
              <a:gd name="csX86" fmla="*/ 60347 w 156115"/>
              <a:gd name="csY86" fmla="*/ 106319 h 131203"/>
              <a:gd name="csX87" fmla="*/ 49679 w 156115"/>
              <a:gd name="csY87" fmla="*/ 106319 h 131203"/>
              <a:gd name="csX88" fmla="*/ 31968 w 156115"/>
              <a:gd name="csY88" fmla="*/ 88599 h 131203"/>
              <a:gd name="csX89" fmla="*/ 14257 w 156115"/>
              <a:gd name="csY89" fmla="*/ 106396 h 131203"/>
              <a:gd name="csX90" fmla="*/ 14274 w 156115"/>
              <a:gd name="csY90" fmla="*/ 106687 h 131203"/>
              <a:gd name="csX91" fmla="*/ 68 w 156115"/>
              <a:gd name="csY91" fmla="*/ 122301 h 131203"/>
              <a:gd name="csX92" fmla="*/ 68 w 156115"/>
              <a:gd name="csY92" fmla="*/ 125811 h 131203"/>
              <a:gd name="csX93" fmla="*/ 459 w 156115"/>
              <a:gd name="csY93" fmla="*/ 127869 h 131203"/>
              <a:gd name="csX94" fmla="*/ 1599 w 156115"/>
              <a:gd name="csY94" fmla="*/ 129620 h 131203"/>
              <a:gd name="csX95" fmla="*/ 3335 w 156115"/>
              <a:gd name="csY95" fmla="*/ 130792 h 131203"/>
              <a:gd name="csX96" fmla="*/ 5393 w 156115"/>
              <a:gd name="csY96" fmla="*/ 131203 h 131203"/>
              <a:gd name="csX97" fmla="*/ 7452 w 156115"/>
              <a:gd name="csY97" fmla="*/ 130792 h 131203"/>
              <a:gd name="csX98" fmla="*/ 9187 w 156115"/>
              <a:gd name="csY98" fmla="*/ 129620 h 131203"/>
              <a:gd name="csX99" fmla="*/ 10327 w 156115"/>
              <a:gd name="csY99" fmla="*/ 127869 h 131203"/>
              <a:gd name="csX100" fmla="*/ 10702 w 156115"/>
              <a:gd name="csY100" fmla="*/ 125811 h 131203"/>
              <a:gd name="csX101" fmla="*/ 10702 w 156115"/>
              <a:gd name="csY101" fmla="*/ 122301 h 131203"/>
              <a:gd name="csX102" fmla="*/ 16061 w 156115"/>
              <a:gd name="csY102" fmla="*/ 116951 h 131203"/>
              <a:gd name="csX103" fmla="*/ 140088 w 156115"/>
              <a:gd name="csY103" fmla="*/ 116951 h 131203"/>
              <a:gd name="csX104" fmla="*/ 143848 w 156115"/>
              <a:gd name="csY104" fmla="*/ 118510 h 131203"/>
              <a:gd name="csX105" fmla="*/ 145397 w 156115"/>
              <a:gd name="csY105" fmla="*/ 122267 h 131203"/>
              <a:gd name="csX106" fmla="*/ 145397 w 156115"/>
              <a:gd name="csY106" fmla="*/ 125811 h 131203"/>
              <a:gd name="csX107" fmla="*/ 145788 w 156115"/>
              <a:gd name="csY107" fmla="*/ 127869 h 131203"/>
              <a:gd name="csX108" fmla="*/ 146928 w 156115"/>
              <a:gd name="csY108" fmla="*/ 129620 h 131203"/>
              <a:gd name="csX109" fmla="*/ 148663 w 156115"/>
              <a:gd name="csY109" fmla="*/ 130792 h 131203"/>
              <a:gd name="csX110" fmla="*/ 150722 w 156115"/>
              <a:gd name="csY110" fmla="*/ 131203 h 131203"/>
              <a:gd name="csX111" fmla="*/ 152763 w 156115"/>
              <a:gd name="csY111" fmla="*/ 130792 h 131203"/>
              <a:gd name="csX112" fmla="*/ 154499 w 156115"/>
              <a:gd name="csY112" fmla="*/ 129620 h 131203"/>
              <a:gd name="csX113" fmla="*/ 155656 w 156115"/>
              <a:gd name="csY113" fmla="*/ 127869 h 131203"/>
              <a:gd name="csX114" fmla="*/ 156030 w 156115"/>
              <a:gd name="csY114" fmla="*/ 125811 h 131203"/>
              <a:gd name="csX115" fmla="*/ 156030 w 156115"/>
              <a:gd name="csY115" fmla="*/ 122267 h 131203"/>
              <a:gd name="csX116" fmla="*/ 151351 w 156115"/>
              <a:gd name="csY116" fmla="*/ 110992 h 131203"/>
              <a:gd name="csX117" fmla="*/ 141841 w 156115"/>
              <a:gd name="csY117" fmla="*/ 106673 h 131203"/>
              <a:gd name="csX118" fmla="*/ 141858 w 156115"/>
              <a:gd name="csY118" fmla="*/ 106319 h 131203"/>
              <a:gd name="csX119" fmla="*/ 124130 w 156115"/>
              <a:gd name="csY119" fmla="*/ 88524 h 131203"/>
            </a:gdLst>
            <a:ahLst/>
            <a:cxnLst/>
            <a:rect l="l" t="t" r="r" b="b"/>
            <a:pathLst>
              <a:path w="100000" h="100000">
                <a:moveTo>
                  <a:pt x="20477" y="7979"/>
                </a:moveTo>
                <a:cubicBezTo>
                  <a:pt x="18679" y="7979"/>
                  <a:pt x="16946" y="8696"/>
                  <a:pt x="15671" y="9974"/>
                </a:cubicBezTo>
                <a:cubicBezTo>
                  <a:pt x="14386" y="11251"/>
                  <a:pt x="13666" y="12982"/>
                  <a:pt x="13666" y="14789"/>
                </a:cubicBezTo>
                <a:cubicBezTo>
                  <a:pt x="13666" y="16595"/>
                  <a:pt x="14386" y="18327"/>
                  <a:pt x="15671" y="19604"/>
                </a:cubicBezTo>
                <a:cubicBezTo>
                  <a:pt x="16946" y="20883"/>
                  <a:pt x="18679" y="21599"/>
                  <a:pt x="20477" y="21599"/>
                </a:cubicBezTo>
                <a:cubicBezTo>
                  <a:pt x="22286" y="21599"/>
                  <a:pt x="24019" y="20883"/>
                  <a:pt x="25294" y="19604"/>
                </a:cubicBezTo>
                <a:cubicBezTo>
                  <a:pt x="26580" y="18327"/>
                  <a:pt x="27289" y="16595"/>
                  <a:pt x="27289" y="14789"/>
                </a:cubicBezTo>
                <a:cubicBezTo>
                  <a:pt x="27289" y="12982"/>
                  <a:pt x="26580" y="11251"/>
                  <a:pt x="25294" y="9974"/>
                </a:cubicBezTo>
                <a:cubicBezTo>
                  <a:pt x="24019" y="8696"/>
                  <a:pt x="22286" y="7979"/>
                  <a:pt x="20477" y="7979"/>
                </a:cubicBezTo>
                <a:close/>
                <a:moveTo>
                  <a:pt x="79512" y="7979"/>
                </a:moveTo>
                <a:cubicBezTo>
                  <a:pt x="77703" y="7979"/>
                  <a:pt x="75970" y="8696"/>
                  <a:pt x="74695" y="9974"/>
                </a:cubicBezTo>
                <a:cubicBezTo>
                  <a:pt x="73420" y="11251"/>
                  <a:pt x="72700" y="12982"/>
                  <a:pt x="72700" y="14789"/>
                </a:cubicBezTo>
                <a:cubicBezTo>
                  <a:pt x="72700" y="16595"/>
                  <a:pt x="73420" y="18327"/>
                  <a:pt x="74695" y="19604"/>
                </a:cubicBezTo>
                <a:cubicBezTo>
                  <a:pt x="75970" y="20883"/>
                  <a:pt x="77703" y="21599"/>
                  <a:pt x="79512" y="21599"/>
                </a:cubicBezTo>
                <a:cubicBezTo>
                  <a:pt x="81321" y="21599"/>
                  <a:pt x="83054" y="20883"/>
                  <a:pt x="84329" y="19604"/>
                </a:cubicBezTo>
                <a:cubicBezTo>
                  <a:pt x="85604" y="18327"/>
                  <a:pt x="86323" y="16595"/>
                  <a:pt x="86323" y="14789"/>
                </a:cubicBezTo>
                <a:cubicBezTo>
                  <a:pt x="86323" y="12982"/>
                  <a:pt x="85604" y="11251"/>
                  <a:pt x="84329" y="9974"/>
                </a:cubicBezTo>
                <a:cubicBezTo>
                  <a:pt x="83054" y="8696"/>
                  <a:pt x="81321" y="7979"/>
                  <a:pt x="79512" y="7979"/>
                </a:cubicBezTo>
                <a:close/>
                <a:moveTo>
                  <a:pt x="50000" y="8028"/>
                </a:moveTo>
                <a:cubicBezTo>
                  <a:pt x="48191" y="8028"/>
                  <a:pt x="46458" y="8746"/>
                  <a:pt x="45183" y="10023"/>
                </a:cubicBezTo>
                <a:cubicBezTo>
                  <a:pt x="43908" y="11300"/>
                  <a:pt x="43189" y="13033"/>
                  <a:pt x="43189" y="14838"/>
                </a:cubicBezTo>
                <a:cubicBezTo>
                  <a:pt x="43189" y="16643"/>
                  <a:pt x="43908" y="18375"/>
                  <a:pt x="45183" y="19652"/>
                </a:cubicBezTo>
                <a:cubicBezTo>
                  <a:pt x="46458" y="20929"/>
                  <a:pt x="48191" y="21648"/>
                  <a:pt x="50000" y="21648"/>
                </a:cubicBezTo>
                <a:cubicBezTo>
                  <a:pt x="51809" y="21648"/>
                  <a:pt x="53531" y="20929"/>
                  <a:pt x="54817" y="19652"/>
                </a:cubicBezTo>
                <a:cubicBezTo>
                  <a:pt x="56092" y="18375"/>
                  <a:pt x="56811" y="16643"/>
                  <a:pt x="56811" y="14838"/>
                </a:cubicBezTo>
                <a:cubicBezTo>
                  <a:pt x="56811" y="13033"/>
                  <a:pt x="56092" y="11300"/>
                  <a:pt x="54817" y="10023"/>
                </a:cubicBezTo>
                <a:cubicBezTo>
                  <a:pt x="53531" y="8746"/>
                  <a:pt x="51809" y="8028"/>
                  <a:pt x="50000" y="8028"/>
                </a:cubicBezTo>
                <a:close/>
                <a:moveTo>
                  <a:pt x="79512" y="23821"/>
                </a:moveTo>
                <a:cubicBezTo>
                  <a:pt x="73267" y="23821"/>
                  <a:pt x="68156" y="28976"/>
                  <a:pt x="68156" y="35220"/>
                </a:cubicBezTo>
                <a:lnTo>
                  <a:pt x="61345" y="35220"/>
                </a:lnTo>
                <a:cubicBezTo>
                  <a:pt x="61312" y="28999"/>
                  <a:pt x="56223" y="23869"/>
                  <a:pt x="50000" y="23869"/>
                </a:cubicBezTo>
                <a:cubicBezTo>
                  <a:pt x="43777" y="23869"/>
                  <a:pt x="38688" y="28999"/>
                  <a:pt x="38655" y="35220"/>
                </a:cubicBezTo>
                <a:lnTo>
                  <a:pt x="31822" y="35220"/>
                </a:lnTo>
                <a:cubicBezTo>
                  <a:pt x="31800" y="28999"/>
                  <a:pt x="26711" y="23869"/>
                  <a:pt x="20477" y="23869"/>
                </a:cubicBezTo>
                <a:cubicBezTo>
                  <a:pt x="14254" y="23869"/>
                  <a:pt x="9165" y="28999"/>
                  <a:pt x="9143" y="35220"/>
                </a:cubicBezTo>
                <a:lnTo>
                  <a:pt x="3455" y="35220"/>
                </a:lnTo>
                <a:cubicBezTo>
                  <a:pt x="3008" y="35214"/>
                  <a:pt x="2550" y="35298"/>
                  <a:pt x="2136" y="35465"/>
                </a:cubicBezTo>
                <a:cubicBezTo>
                  <a:pt x="1722" y="35633"/>
                  <a:pt x="1341" y="35884"/>
                  <a:pt x="1013" y="36201"/>
                </a:cubicBezTo>
                <a:cubicBezTo>
                  <a:pt x="698" y="36517"/>
                  <a:pt x="436" y="36895"/>
                  <a:pt x="261" y="37311"/>
                </a:cubicBezTo>
                <a:cubicBezTo>
                  <a:pt x="87" y="37727"/>
                  <a:pt x="0" y="38174"/>
                  <a:pt x="0" y="38625"/>
                </a:cubicBezTo>
                <a:cubicBezTo>
                  <a:pt x="0" y="39076"/>
                  <a:pt x="87" y="39523"/>
                  <a:pt x="261" y="39939"/>
                </a:cubicBezTo>
                <a:cubicBezTo>
                  <a:pt x="436" y="40356"/>
                  <a:pt x="698" y="40733"/>
                  <a:pt x="1013" y="41050"/>
                </a:cubicBezTo>
                <a:cubicBezTo>
                  <a:pt x="1341" y="41367"/>
                  <a:pt x="1722" y="41617"/>
                  <a:pt x="2136" y="41785"/>
                </a:cubicBezTo>
                <a:cubicBezTo>
                  <a:pt x="2550" y="41953"/>
                  <a:pt x="3008" y="42037"/>
                  <a:pt x="3455" y="42031"/>
                </a:cubicBezTo>
                <a:lnTo>
                  <a:pt x="96545" y="42031"/>
                </a:lnTo>
                <a:cubicBezTo>
                  <a:pt x="96992" y="42037"/>
                  <a:pt x="97439" y="41953"/>
                  <a:pt x="97864" y="41785"/>
                </a:cubicBezTo>
                <a:cubicBezTo>
                  <a:pt x="98278" y="41617"/>
                  <a:pt x="98659" y="41367"/>
                  <a:pt x="98976" y="41050"/>
                </a:cubicBezTo>
                <a:cubicBezTo>
                  <a:pt x="99302" y="40733"/>
                  <a:pt x="99553" y="40356"/>
                  <a:pt x="99728" y="39939"/>
                </a:cubicBezTo>
                <a:cubicBezTo>
                  <a:pt x="99902" y="39523"/>
                  <a:pt x="100000" y="39076"/>
                  <a:pt x="100000" y="38625"/>
                </a:cubicBezTo>
                <a:cubicBezTo>
                  <a:pt x="100000" y="38174"/>
                  <a:pt x="99902" y="37727"/>
                  <a:pt x="99728" y="37311"/>
                </a:cubicBezTo>
                <a:cubicBezTo>
                  <a:pt x="99553" y="36895"/>
                  <a:pt x="99302" y="36517"/>
                  <a:pt x="98976" y="36201"/>
                </a:cubicBezTo>
                <a:cubicBezTo>
                  <a:pt x="98659" y="35884"/>
                  <a:pt x="98278" y="35633"/>
                  <a:pt x="97864" y="35465"/>
                </a:cubicBezTo>
                <a:cubicBezTo>
                  <a:pt x="97439" y="35298"/>
                  <a:pt x="96992" y="35214"/>
                  <a:pt x="96545" y="35220"/>
                </a:cubicBezTo>
                <a:lnTo>
                  <a:pt x="90868" y="35220"/>
                </a:lnTo>
                <a:cubicBezTo>
                  <a:pt x="90868" y="28976"/>
                  <a:pt x="85756" y="23821"/>
                  <a:pt x="79512" y="23821"/>
                </a:cubicBezTo>
                <a:close/>
                <a:moveTo>
                  <a:pt x="20477" y="48841"/>
                </a:moveTo>
                <a:cubicBezTo>
                  <a:pt x="18679" y="48841"/>
                  <a:pt x="16946" y="49558"/>
                  <a:pt x="15671" y="50836"/>
                </a:cubicBezTo>
                <a:cubicBezTo>
                  <a:pt x="14386" y="52113"/>
                  <a:pt x="13666" y="53844"/>
                  <a:pt x="13666" y="55651"/>
                </a:cubicBezTo>
                <a:cubicBezTo>
                  <a:pt x="13666" y="57458"/>
                  <a:pt x="14386" y="59189"/>
                  <a:pt x="15671" y="60466"/>
                </a:cubicBezTo>
                <a:cubicBezTo>
                  <a:pt x="16946" y="61744"/>
                  <a:pt x="18679" y="62462"/>
                  <a:pt x="20477" y="62462"/>
                </a:cubicBezTo>
                <a:cubicBezTo>
                  <a:pt x="22286" y="62462"/>
                  <a:pt x="24019" y="61744"/>
                  <a:pt x="25294" y="60466"/>
                </a:cubicBezTo>
                <a:cubicBezTo>
                  <a:pt x="26580" y="59189"/>
                  <a:pt x="27289" y="57458"/>
                  <a:pt x="27289" y="55651"/>
                </a:cubicBezTo>
                <a:cubicBezTo>
                  <a:pt x="27289" y="53844"/>
                  <a:pt x="26580" y="52113"/>
                  <a:pt x="25294" y="50836"/>
                </a:cubicBezTo>
                <a:cubicBezTo>
                  <a:pt x="24019" y="49558"/>
                  <a:pt x="22286" y="48841"/>
                  <a:pt x="20477" y="48841"/>
                </a:cubicBezTo>
                <a:close/>
                <a:moveTo>
                  <a:pt x="79512" y="48841"/>
                </a:moveTo>
                <a:cubicBezTo>
                  <a:pt x="77703" y="48841"/>
                  <a:pt x="75970" y="49558"/>
                  <a:pt x="74695" y="50836"/>
                </a:cubicBezTo>
                <a:cubicBezTo>
                  <a:pt x="73420" y="52113"/>
                  <a:pt x="72700" y="53844"/>
                  <a:pt x="72700" y="55651"/>
                </a:cubicBezTo>
                <a:cubicBezTo>
                  <a:pt x="72700" y="57458"/>
                  <a:pt x="73420" y="59189"/>
                  <a:pt x="74695" y="60466"/>
                </a:cubicBezTo>
                <a:cubicBezTo>
                  <a:pt x="75970" y="61744"/>
                  <a:pt x="77703" y="62462"/>
                  <a:pt x="79512" y="62462"/>
                </a:cubicBezTo>
                <a:cubicBezTo>
                  <a:pt x="81321" y="62462"/>
                  <a:pt x="83054" y="61744"/>
                  <a:pt x="84329" y="60466"/>
                </a:cubicBezTo>
                <a:cubicBezTo>
                  <a:pt x="85604" y="59189"/>
                  <a:pt x="86323" y="57458"/>
                  <a:pt x="86323" y="55651"/>
                </a:cubicBezTo>
                <a:cubicBezTo>
                  <a:pt x="86323" y="53844"/>
                  <a:pt x="85604" y="52113"/>
                  <a:pt x="84329" y="50836"/>
                </a:cubicBezTo>
                <a:cubicBezTo>
                  <a:pt x="83054" y="49558"/>
                  <a:pt x="81321" y="48841"/>
                  <a:pt x="79512" y="48841"/>
                </a:cubicBezTo>
                <a:close/>
                <a:moveTo>
                  <a:pt x="50000" y="48890"/>
                </a:moveTo>
                <a:cubicBezTo>
                  <a:pt x="48191" y="48890"/>
                  <a:pt x="46458" y="49607"/>
                  <a:pt x="45183" y="50884"/>
                </a:cubicBezTo>
                <a:cubicBezTo>
                  <a:pt x="43908" y="52161"/>
                  <a:pt x="43189" y="53894"/>
                  <a:pt x="43189" y="55700"/>
                </a:cubicBezTo>
                <a:cubicBezTo>
                  <a:pt x="43189" y="57506"/>
                  <a:pt x="43908" y="59238"/>
                  <a:pt x="45183" y="60515"/>
                </a:cubicBezTo>
                <a:cubicBezTo>
                  <a:pt x="46458" y="61792"/>
                  <a:pt x="48191" y="62510"/>
                  <a:pt x="50000" y="62510"/>
                </a:cubicBezTo>
                <a:cubicBezTo>
                  <a:pt x="51809" y="62510"/>
                  <a:pt x="53542" y="61792"/>
                  <a:pt x="54817" y="60515"/>
                </a:cubicBezTo>
                <a:cubicBezTo>
                  <a:pt x="56092" y="59238"/>
                  <a:pt x="56811" y="57506"/>
                  <a:pt x="56811" y="55700"/>
                </a:cubicBezTo>
                <a:cubicBezTo>
                  <a:pt x="56811" y="53894"/>
                  <a:pt x="56092" y="52161"/>
                  <a:pt x="54817" y="50884"/>
                </a:cubicBezTo>
                <a:cubicBezTo>
                  <a:pt x="53542" y="49607"/>
                  <a:pt x="51809" y="48890"/>
                  <a:pt x="50000" y="48890"/>
                </a:cubicBezTo>
                <a:close/>
                <a:moveTo>
                  <a:pt x="79512" y="64683"/>
                </a:moveTo>
                <a:cubicBezTo>
                  <a:pt x="73267" y="64683"/>
                  <a:pt x="68156" y="69838"/>
                  <a:pt x="68156" y="76082"/>
                </a:cubicBezTo>
                <a:lnTo>
                  <a:pt x="61345" y="76082"/>
                </a:lnTo>
                <a:cubicBezTo>
                  <a:pt x="61312" y="69861"/>
                  <a:pt x="56223" y="64731"/>
                  <a:pt x="50000" y="64731"/>
                </a:cubicBezTo>
                <a:cubicBezTo>
                  <a:pt x="43777" y="64731"/>
                  <a:pt x="38688" y="69861"/>
                  <a:pt x="38655" y="76082"/>
                </a:cubicBezTo>
                <a:lnTo>
                  <a:pt x="31822" y="76082"/>
                </a:lnTo>
                <a:cubicBezTo>
                  <a:pt x="31800" y="69861"/>
                  <a:pt x="26711" y="64731"/>
                  <a:pt x="20477" y="64731"/>
                </a:cubicBezTo>
                <a:cubicBezTo>
                  <a:pt x="14243" y="64731"/>
                  <a:pt x="9132" y="69886"/>
                  <a:pt x="9132" y="76131"/>
                </a:cubicBezTo>
                <a:cubicBezTo>
                  <a:pt x="9132" y="76193"/>
                  <a:pt x="9132" y="76255"/>
                  <a:pt x="9143" y="76317"/>
                </a:cubicBezTo>
                <a:cubicBezTo>
                  <a:pt x="4087" y="76920"/>
                  <a:pt x="44" y="81113"/>
                  <a:pt x="44" y="86319"/>
                </a:cubicBezTo>
                <a:lnTo>
                  <a:pt x="44" y="88567"/>
                </a:lnTo>
                <a:cubicBezTo>
                  <a:pt x="44" y="89018"/>
                  <a:pt x="131" y="89467"/>
                  <a:pt x="294" y="89886"/>
                </a:cubicBezTo>
                <a:cubicBezTo>
                  <a:pt x="458" y="90304"/>
                  <a:pt x="708" y="90686"/>
                  <a:pt x="1024" y="91007"/>
                </a:cubicBezTo>
                <a:cubicBezTo>
                  <a:pt x="1341" y="91328"/>
                  <a:pt x="1722" y="91583"/>
                  <a:pt x="2136" y="91758"/>
                </a:cubicBezTo>
                <a:cubicBezTo>
                  <a:pt x="2561" y="91932"/>
                  <a:pt x="3008" y="92021"/>
                  <a:pt x="3455" y="92021"/>
                </a:cubicBezTo>
                <a:cubicBezTo>
                  <a:pt x="3902" y="92021"/>
                  <a:pt x="4348" y="91932"/>
                  <a:pt x="4773" y="91758"/>
                </a:cubicBezTo>
                <a:cubicBezTo>
                  <a:pt x="5187" y="91583"/>
                  <a:pt x="5558" y="91328"/>
                  <a:pt x="5885" y="91007"/>
                </a:cubicBezTo>
                <a:cubicBezTo>
                  <a:pt x="6201" y="90686"/>
                  <a:pt x="6452" y="90304"/>
                  <a:pt x="6615" y="89886"/>
                </a:cubicBezTo>
                <a:cubicBezTo>
                  <a:pt x="6778" y="89467"/>
                  <a:pt x="6866" y="89018"/>
                  <a:pt x="6855" y="88567"/>
                </a:cubicBezTo>
                <a:lnTo>
                  <a:pt x="6855" y="86319"/>
                </a:lnTo>
                <a:cubicBezTo>
                  <a:pt x="6855" y="84387"/>
                  <a:pt x="8359" y="82892"/>
                  <a:pt x="10288" y="82892"/>
                </a:cubicBezTo>
                <a:lnTo>
                  <a:pt x="89734" y="82892"/>
                </a:lnTo>
                <a:cubicBezTo>
                  <a:pt x="90628" y="82892"/>
                  <a:pt x="91500" y="83249"/>
                  <a:pt x="92142" y="83891"/>
                </a:cubicBezTo>
                <a:cubicBezTo>
                  <a:pt x="92775" y="84531"/>
                  <a:pt x="93135" y="85395"/>
                  <a:pt x="93135" y="86297"/>
                </a:cubicBezTo>
                <a:lnTo>
                  <a:pt x="93135" y="88567"/>
                </a:lnTo>
                <a:cubicBezTo>
                  <a:pt x="93135" y="89018"/>
                  <a:pt x="93211" y="89467"/>
                  <a:pt x="93385" y="89886"/>
                </a:cubicBezTo>
                <a:cubicBezTo>
                  <a:pt x="93548" y="90304"/>
                  <a:pt x="93799" y="90686"/>
                  <a:pt x="94115" y="91007"/>
                </a:cubicBezTo>
                <a:cubicBezTo>
                  <a:pt x="94431" y="91328"/>
                  <a:pt x="94813" y="91583"/>
                  <a:pt x="95227" y="91758"/>
                </a:cubicBezTo>
                <a:cubicBezTo>
                  <a:pt x="95641" y="91932"/>
                  <a:pt x="96087" y="92021"/>
                  <a:pt x="96545" y="92021"/>
                </a:cubicBezTo>
                <a:cubicBezTo>
                  <a:pt x="96992" y="92021"/>
                  <a:pt x="97439" y="91932"/>
                  <a:pt x="97853" y="91758"/>
                </a:cubicBezTo>
                <a:cubicBezTo>
                  <a:pt x="98267" y="91583"/>
                  <a:pt x="98648" y="91328"/>
                  <a:pt x="98965" y="91007"/>
                </a:cubicBezTo>
                <a:cubicBezTo>
                  <a:pt x="99281" y="90686"/>
                  <a:pt x="99531" y="90304"/>
                  <a:pt x="99706" y="89886"/>
                </a:cubicBezTo>
                <a:cubicBezTo>
                  <a:pt x="99869" y="89467"/>
                  <a:pt x="99956" y="89018"/>
                  <a:pt x="99946" y="88567"/>
                </a:cubicBezTo>
                <a:lnTo>
                  <a:pt x="99946" y="86297"/>
                </a:lnTo>
                <a:cubicBezTo>
                  <a:pt x="99946" y="83591"/>
                  <a:pt x="98867" y="80990"/>
                  <a:pt x="96948" y="79075"/>
                </a:cubicBezTo>
                <a:cubicBezTo>
                  <a:pt x="95314" y="77437"/>
                  <a:pt x="93135" y="76570"/>
                  <a:pt x="90857" y="76308"/>
                </a:cubicBezTo>
                <a:cubicBezTo>
                  <a:pt x="90868" y="76232"/>
                  <a:pt x="90868" y="76157"/>
                  <a:pt x="90868" y="76082"/>
                </a:cubicBezTo>
                <a:cubicBezTo>
                  <a:pt x="90868" y="69838"/>
                  <a:pt x="85756" y="64683"/>
                  <a:pt x="79512" y="6468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0" name="Чёрный — SVG 23">
            <a:extLst>
              <a:ext uri="{FF2B5EF4-FFF2-40B4-BE49-F238E27FC236}">
                <a16:creationId xmlns:a16="http://schemas.microsoft.com/office/drawing/2014/main" id="{1C7E546C-E551-204E-B2C6-674AD2F55C99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115130 w 152406"/>
              <a:gd name="csY0" fmla="*/ 0 h 169288"/>
              <a:gd name="csX1" fmla="*/ 112016 w 152406"/>
              <a:gd name="csY1" fmla="*/ 1344 h 169288"/>
              <a:gd name="csX2" fmla="*/ 110757 w 152406"/>
              <a:gd name="csY2" fmla="*/ 4493 h 169288"/>
              <a:gd name="csX3" fmla="*/ 110757 w 152406"/>
              <a:gd name="csY3" fmla="*/ 5871 h 169288"/>
              <a:gd name="csX4" fmla="*/ 88215 w 152406"/>
              <a:gd name="csY4" fmla="*/ 28416 h 169288"/>
              <a:gd name="csX5" fmla="*/ 86837 w 152406"/>
              <a:gd name="csY5" fmla="*/ 28416 h 169288"/>
              <a:gd name="csX6" fmla="*/ 85118 w 152406"/>
              <a:gd name="csY6" fmla="*/ 28734 h 169288"/>
              <a:gd name="csX7" fmla="*/ 83672 w 152406"/>
              <a:gd name="csY7" fmla="*/ 29690 h 169288"/>
              <a:gd name="csX8" fmla="*/ 82685 w 152406"/>
              <a:gd name="csY8" fmla="*/ 31136 h 169288"/>
              <a:gd name="csX9" fmla="*/ 82345 w 152406"/>
              <a:gd name="csY9" fmla="*/ 32845 h 169288"/>
              <a:gd name="csX10" fmla="*/ 82685 w 152406"/>
              <a:gd name="csY10" fmla="*/ 34555 h 169288"/>
              <a:gd name="csX11" fmla="*/ 83672 w 152406"/>
              <a:gd name="csY11" fmla="*/ 35999 h 169288"/>
              <a:gd name="csX12" fmla="*/ 85118 w 152406"/>
              <a:gd name="csY12" fmla="*/ 36955 h 169288"/>
              <a:gd name="csX13" fmla="*/ 86837 w 152406"/>
              <a:gd name="csY13" fmla="*/ 37275 h 169288"/>
              <a:gd name="csX14" fmla="*/ 88215 w 152406"/>
              <a:gd name="csY14" fmla="*/ 37275 h 169288"/>
              <a:gd name="csX15" fmla="*/ 110757 w 152406"/>
              <a:gd name="csY15" fmla="*/ 59820 h 169288"/>
              <a:gd name="csX16" fmla="*/ 110757 w 152406"/>
              <a:gd name="csY16" fmla="*/ 61196 h 169288"/>
              <a:gd name="csX17" fmla="*/ 111081 w 152406"/>
              <a:gd name="csY17" fmla="*/ 62911 h 169288"/>
              <a:gd name="csX18" fmla="*/ 112033 w 152406"/>
              <a:gd name="csY18" fmla="*/ 64371 h 169288"/>
              <a:gd name="csX19" fmla="*/ 113479 w 152406"/>
              <a:gd name="csY19" fmla="*/ 65347 h 169288"/>
              <a:gd name="csX20" fmla="*/ 115198 w 152406"/>
              <a:gd name="csY20" fmla="*/ 65691 h 169288"/>
              <a:gd name="csX21" fmla="*/ 116899 w 152406"/>
              <a:gd name="csY21" fmla="*/ 65347 h 169288"/>
              <a:gd name="csX22" fmla="*/ 118345 w 152406"/>
              <a:gd name="csY22" fmla="*/ 64371 h 169288"/>
              <a:gd name="csX23" fmla="*/ 119298 w 152406"/>
              <a:gd name="csY23" fmla="*/ 62911 h 169288"/>
              <a:gd name="csX24" fmla="*/ 119621 w 152406"/>
              <a:gd name="csY24" fmla="*/ 61196 h 169288"/>
              <a:gd name="csX25" fmla="*/ 119621 w 152406"/>
              <a:gd name="csY25" fmla="*/ 59820 h 169288"/>
              <a:gd name="csX26" fmla="*/ 142181 w 152406"/>
              <a:gd name="csY26" fmla="*/ 37275 h 169288"/>
              <a:gd name="csX27" fmla="*/ 143542 w 152406"/>
              <a:gd name="csY27" fmla="*/ 37275 h 169288"/>
              <a:gd name="csX28" fmla="*/ 145260 w 152406"/>
              <a:gd name="csY28" fmla="*/ 36955 h 169288"/>
              <a:gd name="csX29" fmla="*/ 146724 w 152406"/>
              <a:gd name="csY29" fmla="*/ 35999 h 169288"/>
              <a:gd name="csX30" fmla="*/ 147694 w 152406"/>
              <a:gd name="csY30" fmla="*/ 34555 h 169288"/>
              <a:gd name="csX31" fmla="*/ 148051 w 152406"/>
              <a:gd name="csY31" fmla="*/ 32845 h 169288"/>
              <a:gd name="csX32" fmla="*/ 147694 w 152406"/>
              <a:gd name="csY32" fmla="*/ 31136 h 169288"/>
              <a:gd name="csX33" fmla="*/ 146724 w 152406"/>
              <a:gd name="csY33" fmla="*/ 29690 h 169288"/>
              <a:gd name="csX34" fmla="*/ 145260 w 152406"/>
              <a:gd name="csY34" fmla="*/ 28734 h 169288"/>
              <a:gd name="csX35" fmla="*/ 143542 w 152406"/>
              <a:gd name="csY35" fmla="*/ 28416 h 169288"/>
              <a:gd name="csX36" fmla="*/ 142181 w 152406"/>
              <a:gd name="csY36" fmla="*/ 28416 h 169288"/>
              <a:gd name="csX37" fmla="*/ 119621 w 152406"/>
              <a:gd name="csY37" fmla="*/ 5871 h 169288"/>
              <a:gd name="csX38" fmla="*/ 119621 w 152406"/>
              <a:gd name="csY38" fmla="*/ 4493 h 169288"/>
              <a:gd name="csX39" fmla="*/ 119298 w 152406"/>
              <a:gd name="csY39" fmla="*/ 2763 h 169288"/>
              <a:gd name="csX40" fmla="*/ 118328 w 152406"/>
              <a:gd name="csY40" fmla="*/ 1295 h 169288"/>
              <a:gd name="csX41" fmla="*/ 116865 w 152406"/>
              <a:gd name="csY41" fmla="*/ 324 h 169288"/>
              <a:gd name="csX42" fmla="*/ 115130 w 152406"/>
              <a:gd name="csY42" fmla="*/ 0 h 169288"/>
              <a:gd name="csX43" fmla="*/ 110757 w 152406"/>
              <a:gd name="csY43" fmla="*/ 16765 h 169288"/>
              <a:gd name="csX44" fmla="*/ 110757 w 152406"/>
              <a:gd name="csY44" fmla="*/ 21819 h 169288"/>
              <a:gd name="csX45" fmla="*/ 111081 w 152406"/>
              <a:gd name="csY45" fmla="*/ 23534 h 169288"/>
              <a:gd name="csX46" fmla="*/ 112033 w 152406"/>
              <a:gd name="csY46" fmla="*/ 24991 h 169288"/>
              <a:gd name="csX47" fmla="*/ 113479 w 152406"/>
              <a:gd name="csY47" fmla="*/ 25968 h 169288"/>
              <a:gd name="csX48" fmla="*/ 115198 w 152406"/>
              <a:gd name="csY48" fmla="*/ 26312 h 169288"/>
              <a:gd name="csX49" fmla="*/ 116899 w 152406"/>
              <a:gd name="csY49" fmla="*/ 25968 h 169288"/>
              <a:gd name="csX50" fmla="*/ 118345 w 152406"/>
              <a:gd name="csY50" fmla="*/ 24991 h 169288"/>
              <a:gd name="csX51" fmla="*/ 119298 w 152406"/>
              <a:gd name="csY51" fmla="*/ 23534 h 169288"/>
              <a:gd name="csX52" fmla="*/ 119621 w 152406"/>
              <a:gd name="csY52" fmla="*/ 21819 h 169288"/>
              <a:gd name="csX53" fmla="*/ 119621 w 152406"/>
              <a:gd name="csY53" fmla="*/ 16765 h 169288"/>
              <a:gd name="csX54" fmla="*/ 131275 w 152406"/>
              <a:gd name="csY54" fmla="*/ 28416 h 169288"/>
              <a:gd name="csX55" fmla="*/ 126222 w 152406"/>
              <a:gd name="csY55" fmla="*/ 28416 h 169288"/>
              <a:gd name="csX56" fmla="*/ 124504 w 152406"/>
              <a:gd name="csY56" fmla="*/ 28734 h 169288"/>
              <a:gd name="csX57" fmla="*/ 123041 w 152406"/>
              <a:gd name="csY57" fmla="*/ 29690 h 169288"/>
              <a:gd name="csX58" fmla="*/ 122071 w 152406"/>
              <a:gd name="csY58" fmla="*/ 31136 h 169288"/>
              <a:gd name="csX59" fmla="*/ 121731 w 152406"/>
              <a:gd name="csY59" fmla="*/ 32845 h 169288"/>
              <a:gd name="csX60" fmla="*/ 122071 w 152406"/>
              <a:gd name="csY60" fmla="*/ 34555 h 169288"/>
              <a:gd name="csX61" fmla="*/ 123041 w 152406"/>
              <a:gd name="csY61" fmla="*/ 35999 h 169288"/>
              <a:gd name="csX62" fmla="*/ 124504 w 152406"/>
              <a:gd name="csY62" fmla="*/ 36955 h 169288"/>
              <a:gd name="csX63" fmla="*/ 126222 w 152406"/>
              <a:gd name="csY63" fmla="*/ 37275 h 169288"/>
              <a:gd name="csX64" fmla="*/ 131275 w 152406"/>
              <a:gd name="csY64" fmla="*/ 37275 h 169288"/>
              <a:gd name="csX65" fmla="*/ 119621 w 152406"/>
              <a:gd name="csY65" fmla="*/ 48924 h 169288"/>
              <a:gd name="csX66" fmla="*/ 119621 w 152406"/>
              <a:gd name="csY66" fmla="*/ 43872 h 169288"/>
              <a:gd name="csX67" fmla="*/ 119298 w 152406"/>
              <a:gd name="csY67" fmla="*/ 42140 h 169288"/>
              <a:gd name="csX68" fmla="*/ 118328 w 152406"/>
              <a:gd name="csY68" fmla="*/ 40674 h 169288"/>
              <a:gd name="csX69" fmla="*/ 116865 w 152406"/>
              <a:gd name="csY69" fmla="*/ 39703 h 169288"/>
              <a:gd name="csX70" fmla="*/ 115130 w 152406"/>
              <a:gd name="csY70" fmla="*/ 39379 h 169288"/>
              <a:gd name="csX71" fmla="*/ 112016 w 152406"/>
              <a:gd name="csY71" fmla="*/ 40723 h 169288"/>
              <a:gd name="csX72" fmla="*/ 110757 w 152406"/>
              <a:gd name="csY72" fmla="*/ 43872 h 169288"/>
              <a:gd name="csX73" fmla="*/ 110757 w 152406"/>
              <a:gd name="csY73" fmla="*/ 48924 h 169288"/>
              <a:gd name="csX74" fmla="*/ 99120 w 152406"/>
              <a:gd name="csY74" fmla="*/ 37275 h 169288"/>
              <a:gd name="csX75" fmla="*/ 104173 w 152406"/>
              <a:gd name="csY75" fmla="*/ 37275 h 169288"/>
              <a:gd name="csX76" fmla="*/ 105874 w 152406"/>
              <a:gd name="csY76" fmla="*/ 36955 h 169288"/>
              <a:gd name="csX77" fmla="*/ 107338 w 152406"/>
              <a:gd name="csY77" fmla="*/ 35999 h 169288"/>
              <a:gd name="csX78" fmla="*/ 108324 w 152406"/>
              <a:gd name="csY78" fmla="*/ 34555 h 169288"/>
              <a:gd name="csX79" fmla="*/ 108665 w 152406"/>
              <a:gd name="csY79" fmla="*/ 32845 h 169288"/>
              <a:gd name="csX80" fmla="*/ 108324 w 152406"/>
              <a:gd name="csY80" fmla="*/ 31136 h 169288"/>
              <a:gd name="csX81" fmla="*/ 107338 w 152406"/>
              <a:gd name="csY81" fmla="*/ 29690 h 169288"/>
              <a:gd name="csX82" fmla="*/ 105874 w 152406"/>
              <a:gd name="csY82" fmla="*/ 28734 h 169288"/>
              <a:gd name="csX83" fmla="*/ 104173 w 152406"/>
              <a:gd name="csY83" fmla="*/ 28416 h 169288"/>
              <a:gd name="csX84" fmla="*/ 99120 w 152406"/>
              <a:gd name="csY84" fmla="*/ 28416 h 169288"/>
              <a:gd name="csX85" fmla="*/ 110757 w 152406"/>
              <a:gd name="csY85" fmla="*/ 16765 h 169288"/>
              <a:gd name="csX86" fmla="*/ 76101 w 152406"/>
              <a:gd name="csY86" fmla="*/ 45201 h 169288"/>
              <a:gd name="csX87" fmla="*/ 75522 w 152406"/>
              <a:gd name="csY87" fmla="*/ 45248 h 169288"/>
              <a:gd name="csX88" fmla="*/ 54936 w 152406"/>
              <a:gd name="csY88" fmla="*/ 45248 h 169288"/>
              <a:gd name="csX89" fmla="*/ 52878 w 152406"/>
              <a:gd name="csY89" fmla="*/ 45633 h 169288"/>
              <a:gd name="csX90" fmla="*/ 51125 w 152406"/>
              <a:gd name="csY90" fmla="*/ 46779 h 169288"/>
              <a:gd name="csX91" fmla="*/ 49952 w 152406"/>
              <a:gd name="csY91" fmla="*/ 48513 h 169288"/>
              <a:gd name="csX92" fmla="*/ 49543 w 152406"/>
              <a:gd name="csY92" fmla="*/ 50564 h 169288"/>
              <a:gd name="csX93" fmla="*/ 49952 w 152406"/>
              <a:gd name="csY93" fmla="*/ 52618 h 169288"/>
              <a:gd name="csX94" fmla="*/ 51125 w 152406"/>
              <a:gd name="csY94" fmla="*/ 54351 h 169288"/>
              <a:gd name="csX95" fmla="*/ 52878 w 152406"/>
              <a:gd name="csY95" fmla="*/ 55498 h 169288"/>
              <a:gd name="csX96" fmla="*/ 54936 w 152406"/>
              <a:gd name="csY96" fmla="*/ 55880 h 169288"/>
              <a:gd name="csX97" fmla="*/ 62712 w 152406"/>
              <a:gd name="csY97" fmla="*/ 55880 h 169288"/>
              <a:gd name="csX98" fmla="*/ 11535 w 152406"/>
              <a:gd name="csY98" fmla="*/ 80757 h 169288"/>
              <a:gd name="csX99" fmla="*/ 8081 w 152406"/>
              <a:gd name="csY99" fmla="*/ 82911 h 169288"/>
              <a:gd name="csX100" fmla="*/ 7163 w 152406"/>
              <a:gd name="csY100" fmla="*/ 86876 h 169288"/>
              <a:gd name="csX101" fmla="*/ 9306 w 152406"/>
              <a:gd name="csY101" fmla="*/ 90331 h 169288"/>
              <a:gd name="csX102" fmla="*/ 13271 w 152406"/>
              <a:gd name="csY102" fmla="*/ 91251 h 169288"/>
              <a:gd name="csX103" fmla="*/ 70895 w 152406"/>
              <a:gd name="csY103" fmla="*/ 62664 h 169288"/>
              <a:gd name="csX104" fmla="*/ 70895 w 152406"/>
              <a:gd name="csY104" fmla="*/ 71828 h 169288"/>
              <a:gd name="csX105" fmla="*/ 71269 w 152406"/>
              <a:gd name="csY105" fmla="*/ 73887 h 169288"/>
              <a:gd name="csX106" fmla="*/ 72426 w 152406"/>
              <a:gd name="csY106" fmla="*/ 75637 h 169288"/>
              <a:gd name="csX107" fmla="*/ 74162 w 152406"/>
              <a:gd name="csY107" fmla="*/ 76809 h 169288"/>
              <a:gd name="csX108" fmla="*/ 76203 w 152406"/>
              <a:gd name="csY108" fmla="*/ 77221 h 169288"/>
              <a:gd name="csX109" fmla="*/ 78262 w 152406"/>
              <a:gd name="csY109" fmla="*/ 76809 h 169288"/>
              <a:gd name="csX110" fmla="*/ 79997 w 152406"/>
              <a:gd name="csY110" fmla="*/ 75637 h 169288"/>
              <a:gd name="csX111" fmla="*/ 81137 w 152406"/>
              <a:gd name="csY111" fmla="*/ 73887 h 169288"/>
              <a:gd name="csX112" fmla="*/ 81528 w 152406"/>
              <a:gd name="csY112" fmla="*/ 71828 h 169288"/>
              <a:gd name="csX113" fmla="*/ 81528 w 152406"/>
              <a:gd name="csY113" fmla="*/ 51236 h 169288"/>
              <a:gd name="csX114" fmla="*/ 81341 w 152406"/>
              <a:gd name="csY114" fmla="*/ 48955 h 169288"/>
              <a:gd name="csX115" fmla="*/ 80218 w 152406"/>
              <a:gd name="csY115" fmla="*/ 46963 h 169288"/>
              <a:gd name="csX116" fmla="*/ 78347 w 152406"/>
              <a:gd name="csY116" fmla="*/ 45629 h 169288"/>
              <a:gd name="csX117" fmla="*/ 76101 w 152406"/>
              <a:gd name="csY117" fmla="*/ 45201 h 169288"/>
              <a:gd name="csX118" fmla="*/ 120506 w 152406"/>
              <a:gd name="csY118" fmla="*/ 77144 h 169288"/>
              <a:gd name="csX119" fmla="*/ 107984 w 152406"/>
              <a:gd name="csY119" fmla="*/ 82334 h 169288"/>
              <a:gd name="csX120" fmla="*/ 102795 w 152406"/>
              <a:gd name="csY120" fmla="*/ 94865 h 169288"/>
              <a:gd name="csX121" fmla="*/ 107984 w 152406"/>
              <a:gd name="csY121" fmla="*/ 107395 h 169288"/>
              <a:gd name="csX122" fmla="*/ 120506 w 152406"/>
              <a:gd name="csY122" fmla="*/ 112585 h 169288"/>
              <a:gd name="csX123" fmla="*/ 133045 w 152406"/>
              <a:gd name="csY123" fmla="*/ 107395 h 169288"/>
              <a:gd name="csX124" fmla="*/ 138234 w 152406"/>
              <a:gd name="csY124" fmla="*/ 94865 h 169288"/>
              <a:gd name="csX125" fmla="*/ 133045 w 152406"/>
              <a:gd name="csY125" fmla="*/ 82334 h 169288"/>
              <a:gd name="csX126" fmla="*/ 120506 w 152406"/>
              <a:gd name="csY126" fmla="*/ 77144 h 169288"/>
              <a:gd name="csX127" fmla="*/ 72664 w 152406"/>
              <a:gd name="csY127" fmla="*/ 91321 h 169288"/>
              <a:gd name="csX128" fmla="*/ 61385 w 152406"/>
              <a:gd name="csY128" fmla="*/ 95992 h 169288"/>
              <a:gd name="csX129" fmla="*/ 56706 w 152406"/>
              <a:gd name="csY129" fmla="*/ 107269 h 169288"/>
              <a:gd name="csX130" fmla="*/ 61385 w 152406"/>
              <a:gd name="csY130" fmla="*/ 118546 h 169288"/>
              <a:gd name="csX131" fmla="*/ 72664 w 152406"/>
              <a:gd name="csY131" fmla="*/ 123217 h 169288"/>
              <a:gd name="csX132" fmla="*/ 83944 w 152406"/>
              <a:gd name="csY132" fmla="*/ 118546 h 169288"/>
              <a:gd name="csX133" fmla="*/ 88606 w 152406"/>
              <a:gd name="csY133" fmla="*/ 107269 h 169288"/>
              <a:gd name="csX134" fmla="*/ 83944 w 152406"/>
              <a:gd name="csY134" fmla="*/ 95992 h 169288"/>
              <a:gd name="csX135" fmla="*/ 72664 w 152406"/>
              <a:gd name="csY135" fmla="*/ 91321 h 169288"/>
              <a:gd name="csX136" fmla="*/ 28361 w 152406"/>
              <a:gd name="csY136" fmla="*/ 105497 h 169288"/>
              <a:gd name="csX137" fmla="*/ 18323 w 152406"/>
              <a:gd name="csY137" fmla="*/ 109649 h 169288"/>
              <a:gd name="csX138" fmla="*/ 14172 w 152406"/>
              <a:gd name="csY138" fmla="*/ 119672 h 169288"/>
              <a:gd name="csX139" fmla="*/ 18323 w 152406"/>
              <a:gd name="csY139" fmla="*/ 129697 h 169288"/>
              <a:gd name="csX140" fmla="*/ 28361 w 152406"/>
              <a:gd name="csY140" fmla="*/ 133849 h 169288"/>
              <a:gd name="csX141" fmla="*/ 38382 w 152406"/>
              <a:gd name="csY141" fmla="*/ 129697 h 169288"/>
              <a:gd name="csX142" fmla="*/ 42534 w 152406"/>
              <a:gd name="csY142" fmla="*/ 119672 h 169288"/>
              <a:gd name="csX143" fmla="*/ 38382 w 152406"/>
              <a:gd name="csY143" fmla="*/ 109649 h 169288"/>
              <a:gd name="csX144" fmla="*/ 28361 w 152406"/>
              <a:gd name="csY144" fmla="*/ 105497 h 169288"/>
              <a:gd name="csX145" fmla="*/ 101009 w 152406"/>
              <a:gd name="csY145" fmla="*/ 123217 h 169288"/>
              <a:gd name="csX146" fmla="*/ 88606 w 152406"/>
              <a:gd name="csY146" fmla="*/ 135620 h 169288"/>
              <a:gd name="csX147" fmla="*/ 88606 w 152406"/>
              <a:gd name="csY147" fmla="*/ 169288 h 169288"/>
              <a:gd name="csX148" fmla="*/ 152406 w 152406"/>
              <a:gd name="csY148" fmla="*/ 169288 h 169288"/>
              <a:gd name="csX149" fmla="*/ 152406 w 152406"/>
              <a:gd name="csY149" fmla="*/ 135620 h 169288"/>
              <a:gd name="csX150" fmla="*/ 140003 w 152406"/>
              <a:gd name="csY150" fmla="*/ 123217 h 169288"/>
              <a:gd name="csX151" fmla="*/ 101009 w 152406"/>
              <a:gd name="csY151" fmla="*/ 123217 h 169288"/>
              <a:gd name="csX152" fmla="*/ 54936 w 152406"/>
              <a:gd name="csY152" fmla="*/ 133779 h 169288"/>
              <a:gd name="csX153" fmla="*/ 42534 w 152406"/>
              <a:gd name="csY153" fmla="*/ 146184 h 169288"/>
              <a:gd name="csX154" fmla="*/ 42534 w 152406"/>
              <a:gd name="csY154" fmla="*/ 169288 h 169288"/>
              <a:gd name="csX155" fmla="*/ 81528 w 152406"/>
              <a:gd name="csY155" fmla="*/ 169288 h 169288"/>
              <a:gd name="csX156" fmla="*/ 81528 w 152406"/>
              <a:gd name="csY156" fmla="*/ 133849 h 169288"/>
              <a:gd name="csX157" fmla="*/ 54936 w 152406"/>
              <a:gd name="csY157" fmla="*/ 133779 h 169288"/>
              <a:gd name="csX158" fmla="*/ 12403 w 152406"/>
              <a:gd name="csY158" fmla="*/ 144418 h 169288"/>
              <a:gd name="csX159" fmla="*/ 0 w 152406"/>
              <a:gd name="csY159" fmla="*/ 156822 h 169288"/>
              <a:gd name="csX160" fmla="*/ 0 w 152406"/>
              <a:gd name="csY160" fmla="*/ 169288 h 169288"/>
              <a:gd name="csX161" fmla="*/ 35439 w 152406"/>
              <a:gd name="csY161" fmla="*/ 169288 h 169288"/>
              <a:gd name="csX162" fmla="*/ 35439 w 152406"/>
              <a:gd name="csY162" fmla="*/ 144418 h 169288"/>
              <a:gd name="csX163" fmla="*/ 12403 w 152406"/>
              <a:gd name="csY163" fmla="*/ 144418 h 169288"/>
            </a:gdLst>
            <a:ahLst/>
            <a:cxnLst/>
            <a:rect l="l" t="t" r="r" b="b"/>
            <a:pathLst>
              <a:path w="100000" h="100000">
                <a:moveTo>
                  <a:pt x="72995" y="0"/>
                </a:moveTo>
                <a:cubicBezTo>
                  <a:pt x="72301" y="11"/>
                  <a:pt x="71638" y="297"/>
                  <a:pt x="71155" y="794"/>
                </a:cubicBezTo>
                <a:cubicBezTo>
                  <a:pt x="70673" y="1292"/>
                  <a:pt x="70401" y="1961"/>
                  <a:pt x="70411" y="2654"/>
                </a:cubicBezTo>
                <a:lnTo>
                  <a:pt x="70411" y="3468"/>
                </a:lnTo>
                <a:cubicBezTo>
                  <a:pt x="63618" y="4589"/>
                  <a:pt x="58221" y="9984"/>
                  <a:pt x="57096" y="16786"/>
                </a:cubicBezTo>
                <a:lnTo>
                  <a:pt x="56282" y="16786"/>
                </a:lnTo>
                <a:cubicBezTo>
                  <a:pt x="55940" y="16780"/>
                  <a:pt x="55588" y="16844"/>
                  <a:pt x="55266" y="16973"/>
                </a:cubicBezTo>
                <a:cubicBezTo>
                  <a:pt x="54945" y="17103"/>
                  <a:pt x="54653" y="17295"/>
                  <a:pt x="54412" y="17538"/>
                </a:cubicBezTo>
                <a:cubicBezTo>
                  <a:pt x="54160" y="17782"/>
                  <a:pt x="53970" y="18072"/>
                  <a:pt x="53829" y="18392"/>
                </a:cubicBezTo>
                <a:cubicBezTo>
                  <a:pt x="53698" y="18712"/>
                  <a:pt x="53628" y="19056"/>
                  <a:pt x="53628" y="19402"/>
                </a:cubicBezTo>
                <a:cubicBezTo>
                  <a:pt x="53628" y="19749"/>
                  <a:pt x="53698" y="20092"/>
                  <a:pt x="53829" y="20412"/>
                </a:cubicBezTo>
                <a:cubicBezTo>
                  <a:pt x="53970" y="20732"/>
                  <a:pt x="54160" y="21022"/>
                  <a:pt x="54412" y="21265"/>
                </a:cubicBezTo>
                <a:cubicBezTo>
                  <a:pt x="54653" y="21509"/>
                  <a:pt x="54945" y="21701"/>
                  <a:pt x="55266" y="21830"/>
                </a:cubicBezTo>
                <a:cubicBezTo>
                  <a:pt x="55588" y="21960"/>
                  <a:pt x="55940" y="22024"/>
                  <a:pt x="56282" y="22019"/>
                </a:cubicBezTo>
                <a:lnTo>
                  <a:pt x="57096" y="22019"/>
                </a:lnTo>
                <a:cubicBezTo>
                  <a:pt x="58221" y="28820"/>
                  <a:pt x="63618" y="34214"/>
                  <a:pt x="70411" y="35336"/>
                </a:cubicBezTo>
                <a:lnTo>
                  <a:pt x="70411" y="36149"/>
                </a:lnTo>
                <a:cubicBezTo>
                  <a:pt x="70411" y="36497"/>
                  <a:pt x="70472" y="36841"/>
                  <a:pt x="70603" y="37162"/>
                </a:cubicBezTo>
                <a:cubicBezTo>
                  <a:pt x="70733" y="37485"/>
                  <a:pt x="70924" y="37777"/>
                  <a:pt x="71165" y="38025"/>
                </a:cubicBezTo>
                <a:cubicBezTo>
                  <a:pt x="71417" y="38271"/>
                  <a:pt x="71698" y="38468"/>
                  <a:pt x="72019" y="38601"/>
                </a:cubicBezTo>
                <a:cubicBezTo>
                  <a:pt x="72341" y="38735"/>
                  <a:pt x="72683" y="38804"/>
                  <a:pt x="73035" y="38804"/>
                </a:cubicBezTo>
                <a:cubicBezTo>
                  <a:pt x="73376" y="38804"/>
                  <a:pt x="73728" y="38735"/>
                  <a:pt x="74040" y="38601"/>
                </a:cubicBezTo>
                <a:cubicBezTo>
                  <a:pt x="74361" y="38468"/>
                  <a:pt x="74653" y="38271"/>
                  <a:pt x="74894" y="38025"/>
                </a:cubicBezTo>
                <a:cubicBezTo>
                  <a:pt x="75145" y="37777"/>
                  <a:pt x="75336" y="37485"/>
                  <a:pt x="75457" y="37162"/>
                </a:cubicBezTo>
                <a:cubicBezTo>
                  <a:pt x="75587" y="36841"/>
                  <a:pt x="75657" y="36497"/>
                  <a:pt x="75647" y="36149"/>
                </a:cubicBezTo>
                <a:lnTo>
                  <a:pt x="75647" y="35336"/>
                </a:lnTo>
                <a:cubicBezTo>
                  <a:pt x="82451" y="34214"/>
                  <a:pt x="87848" y="28820"/>
                  <a:pt x="88974" y="22019"/>
                </a:cubicBezTo>
                <a:lnTo>
                  <a:pt x="89778" y="22019"/>
                </a:lnTo>
                <a:cubicBezTo>
                  <a:pt x="90130" y="22024"/>
                  <a:pt x="90471" y="21960"/>
                  <a:pt x="90793" y="21830"/>
                </a:cubicBezTo>
                <a:cubicBezTo>
                  <a:pt x="91115" y="21701"/>
                  <a:pt x="91406" y="21509"/>
                  <a:pt x="91657" y="21265"/>
                </a:cubicBezTo>
                <a:cubicBezTo>
                  <a:pt x="91908" y="21022"/>
                  <a:pt x="92099" y="20732"/>
                  <a:pt x="92230" y="20412"/>
                </a:cubicBezTo>
                <a:cubicBezTo>
                  <a:pt x="92371" y="20092"/>
                  <a:pt x="92441" y="19749"/>
                  <a:pt x="92441" y="19402"/>
                </a:cubicBezTo>
                <a:cubicBezTo>
                  <a:pt x="92441" y="19056"/>
                  <a:pt x="92371" y="18712"/>
                  <a:pt x="92230" y="18392"/>
                </a:cubicBezTo>
                <a:cubicBezTo>
                  <a:pt x="92099" y="18072"/>
                  <a:pt x="91908" y="17782"/>
                  <a:pt x="91657" y="17538"/>
                </a:cubicBezTo>
                <a:cubicBezTo>
                  <a:pt x="91406" y="17295"/>
                  <a:pt x="91115" y="17103"/>
                  <a:pt x="90793" y="16973"/>
                </a:cubicBezTo>
                <a:cubicBezTo>
                  <a:pt x="90471" y="16844"/>
                  <a:pt x="90130" y="16780"/>
                  <a:pt x="89778" y="16786"/>
                </a:cubicBezTo>
                <a:lnTo>
                  <a:pt x="88974" y="16786"/>
                </a:lnTo>
                <a:cubicBezTo>
                  <a:pt x="87848" y="9984"/>
                  <a:pt x="82451" y="4589"/>
                  <a:pt x="75647" y="3468"/>
                </a:cubicBezTo>
                <a:lnTo>
                  <a:pt x="75647" y="2654"/>
                </a:lnTo>
                <a:cubicBezTo>
                  <a:pt x="75657" y="2304"/>
                  <a:pt x="75587" y="1957"/>
                  <a:pt x="75457" y="1632"/>
                </a:cubicBezTo>
                <a:cubicBezTo>
                  <a:pt x="75326" y="1308"/>
                  <a:pt x="75135" y="1013"/>
                  <a:pt x="74884" y="765"/>
                </a:cubicBezTo>
                <a:cubicBezTo>
                  <a:pt x="74633" y="518"/>
                  <a:pt x="74341" y="323"/>
                  <a:pt x="74019" y="191"/>
                </a:cubicBezTo>
                <a:cubicBezTo>
                  <a:pt x="73688" y="60"/>
                  <a:pt x="73346" y="-5"/>
                  <a:pt x="72995" y="0"/>
                </a:cubicBezTo>
                <a:close/>
                <a:moveTo>
                  <a:pt x="70411" y="9903"/>
                </a:moveTo>
                <a:lnTo>
                  <a:pt x="70411" y="12889"/>
                </a:lnTo>
                <a:cubicBezTo>
                  <a:pt x="70411" y="13235"/>
                  <a:pt x="70472" y="13580"/>
                  <a:pt x="70603" y="13902"/>
                </a:cubicBezTo>
                <a:cubicBezTo>
                  <a:pt x="70733" y="14223"/>
                  <a:pt x="70924" y="14516"/>
                  <a:pt x="71165" y="14762"/>
                </a:cubicBezTo>
                <a:cubicBezTo>
                  <a:pt x="71417" y="15010"/>
                  <a:pt x="71698" y="15206"/>
                  <a:pt x="72019" y="15340"/>
                </a:cubicBezTo>
                <a:cubicBezTo>
                  <a:pt x="72341" y="15474"/>
                  <a:pt x="72683" y="15543"/>
                  <a:pt x="73035" y="15543"/>
                </a:cubicBezTo>
                <a:cubicBezTo>
                  <a:pt x="73376" y="15543"/>
                  <a:pt x="73728" y="15474"/>
                  <a:pt x="74040" y="15340"/>
                </a:cubicBezTo>
                <a:cubicBezTo>
                  <a:pt x="74361" y="15206"/>
                  <a:pt x="74653" y="15010"/>
                  <a:pt x="74894" y="14762"/>
                </a:cubicBezTo>
                <a:cubicBezTo>
                  <a:pt x="75145" y="14516"/>
                  <a:pt x="75336" y="14223"/>
                  <a:pt x="75457" y="13902"/>
                </a:cubicBezTo>
                <a:cubicBezTo>
                  <a:pt x="75587" y="13580"/>
                  <a:pt x="75657" y="13235"/>
                  <a:pt x="75647" y="12889"/>
                </a:cubicBezTo>
                <a:lnTo>
                  <a:pt x="75647" y="9903"/>
                </a:lnTo>
                <a:cubicBezTo>
                  <a:pt x="79014" y="10818"/>
                  <a:pt x="81617" y="13422"/>
                  <a:pt x="82532" y="16786"/>
                </a:cubicBezTo>
                <a:lnTo>
                  <a:pt x="79547" y="16786"/>
                </a:lnTo>
                <a:cubicBezTo>
                  <a:pt x="79205" y="16780"/>
                  <a:pt x="78854" y="16844"/>
                  <a:pt x="78532" y="16973"/>
                </a:cubicBezTo>
                <a:cubicBezTo>
                  <a:pt x="78211" y="17103"/>
                  <a:pt x="77919" y="17295"/>
                  <a:pt x="77668" y="17538"/>
                </a:cubicBezTo>
                <a:cubicBezTo>
                  <a:pt x="77427" y="17782"/>
                  <a:pt x="77225" y="18072"/>
                  <a:pt x="77095" y="18392"/>
                </a:cubicBezTo>
                <a:cubicBezTo>
                  <a:pt x="76964" y="18712"/>
                  <a:pt x="76894" y="19056"/>
                  <a:pt x="76894" y="19402"/>
                </a:cubicBezTo>
                <a:cubicBezTo>
                  <a:pt x="76894" y="19749"/>
                  <a:pt x="76964" y="20092"/>
                  <a:pt x="77095" y="20412"/>
                </a:cubicBezTo>
                <a:cubicBezTo>
                  <a:pt x="77225" y="20732"/>
                  <a:pt x="77427" y="21022"/>
                  <a:pt x="77668" y="21265"/>
                </a:cubicBezTo>
                <a:cubicBezTo>
                  <a:pt x="77919" y="21509"/>
                  <a:pt x="78211" y="21701"/>
                  <a:pt x="78532" y="21830"/>
                </a:cubicBezTo>
                <a:cubicBezTo>
                  <a:pt x="78854" y="21960"/>
                  <a:pt x="79205" y="22024"/>
                  <a:pt x="79547" y="22019"/>
                </a:cubicBezTo>
                <a:lnTo>
                  <a:pt x="82532" y="22019"/>
                </a:lnTo>
                <a:cubicBezTo>
                  <a:pt x="81617" y="25382"/>
                  <a:pt x="79014" y="27987"/>
                  <a:pt x="75647" y="28900"/>
                </a:cubicBezTo>
                <a:lnTo>
                  <a:pt x="75647" y="25916"/>
                </a:lnTo>
                <a:cubicBezTo>
                  <a:pt x="75657" y="25565"/>
                  <a:pt x="75587" y="25217"/>
                  <a:pt x="75457" y="24892"/>
                </a:cubicBezTo>
                <a:cubicBezTo>
                  <a:pt x="75326" y="24569"/>
                  <a:pt x="75135" y="24273"/>
                  <a:pt x="74884" y="24027"/>
                </a:cubicBezTo>
                <a:cubicBezTo>
                  <a:pt x="74633" y="23780"/>
                  <a:pt x="74341" y="23583"/>
                  <a:pt x="74019" y="23453"/>
                </a:cubicBezTo>
                <a:cubicBezTo>
                  <a:pt x="73688" y="23321"/>
                  <a:pt x="73346" y="23256"/>
                  <a:pt x="72995" y="23262"/>
                </a:cubicBezTo>
                <a:cubicBezTo>
                  <a:pt x="72301" y="23273"/>
                  <a:pt x="71638" y="23558"/>
                  <a:pt x="71155" y="24055"/>
                </a:cubicBezTo>
                <a:cubicBezTo>
                  <a:pt x="70673" y="24553"/>
                  <a:pt x="70401" y="25222"/>
                  <a:pt x="70411" y="25916"/>
                </a:cubicBezTo>
                <a:lnTo>
                  <a:pt x="70411" y="28900"/>
                </a:lnTo>
                <a:cubicBezTo>
                  <a:pt x="67055" y="27987"/>
                  <a:pt x="64452" y="25382"/>
                  <a:pt x="63537" y="22019"/>
                </a:cubicBezTo>
                <a:lnTo>
                  <a:pt x="66522" y="22019"/>
                </a:lnTo>
                <a:cubicBezTo>
                  <a:pt x="66864" y="22024"/>
                  <a:pt x="67206" y="21960"/>
                  <a:pt x="67527" y="21830"/>
                </a:cubicBezTo>
                <a:cubicBezTo>
                  <a:pt x="67849" y="21701"/>
                  <a:pt x="68150" y="21509"/>
                  <a:pt x="68392" y="21265"/>
                </a:cubicBezTo>
                <a:cubicBezTo>
                  <a:pt x="68643" y="21022"/>
                  <a:pt x="68834" y="20732"/>
                  <a:pt x="68974" y="20412"/>
                </a:cubicBezTo>
                <a:cubicBezTo>
                  <a:pt x="69105" y="20092"/>
                  <a:pt x="69176" y="19749"/>
                  <a:pt x="69176" y="19402"/>
                </a:cubicBezTo>
                <a:cubicBezTo>
                  <a:pt x="69176" y="19056"/>
                  <a:pt x="69105" y="18712"/>
                  <a:pt x="68974" y="18392"/>
                </a:cubicBezTo>
                <a:cubicBezTo>
                  <a:pt x="68834" y="18072"/>
                  <a:pt x="68643" y="17782"/>
                  <a:pt x="68392" y="17538"/>
                </a:cubicBezTo>
                <a:cubicBezTo>
                  <a:pt x="68150" y="17295"/>
                  <a:pt x="67849" y="17103"/>
                  <a:pt x="67527" y="16973"/>
                </a:cubicBezTo>
                <a:cubicBezTo>
                  <a:pt x="67206" y="16844"/>
                  <a:pt x="66864" y="16780"/>
                  <a:pt x="66522" y="16786"/>
                </a:cubicBezTo>
                <a:lnTo>
                  <a:pt x="63537" y="16786"/>
                </a:lnTo>
                <a:cubicBezTo>
                  <a:pt x="64452" y="13422"/>
                  <a:pt x="67055" y="10818"/>
                  <a:pt x="70411" y="9903"/>
                </a:cubicBezTo>
                <a:close/>
                <a:moveTo>
                  <a:pt x="49940" y="26701"/>
                </a:moveTo>
                <a:cubicBezTo>
                  <a:pt x="49829" y="26704"/>
                  <a:pt x="49709" y="26714"/>
                  <a:pt x="49598" y="26728"/>
                </a:cubicBezTo>
                <a:lnTo>
                  <a:pt x="37437" y="26728"/>
                </a:lnTo>
                <a:cubicBezTo>
                  <a:pt x="37026" y="26724"/>
                  <a:pt x="36613" y="26800"/>
                  <a:pt x="36222" y="26956"/>
                </a:cubicBezTo>
                <a:cubicBezTo>
                  <a:pt x="35840" y="27111"/>
                  <a:pt x="35488" y="27340"/>
                  <a:pt x="35186" y="27633"/>
                </a:cubicBezTo>
                <a:cubicBezTo>
                  <a:pt x="34895" y="27925"/>
                  <a:pt x="34654" y="28273"/>
                  <a:pt x="34493" y="28657"/>
                </a:cubicBezTo>
                <a:cubicBezTo>
                  <a:pt x="34332" y="29041"/>
                  <a:pt x="34252" y="29453"/>
                  <a:pt x="34252" y="29869"/>
                </a:cubicBezTo>
                <a:cubicBezTo>
                  <a:pt x="34252" y="30286"/>
                  <a:pt x="34332" y="30698"/>
                  <a:pt x="34493" y="31082"/>
                </a:cubicBezTo>
                <a:cubicBezTo>
                  <a:pt x="34654" y="31465"/>
                  <a:pt x="34895" y="31813"/>
                  <a:pt x="35186" y="32106"/>
                </a:cubicBezTo>
                <a:cubicBezTo>
                  <a:pt x="35488" y="32398"/>
                  <a:pt x="35840" y="32628"/>
                  <a:pt x="36222" y="32783"/>
                </a:cubicBezTo>
                <a:cubicBezTo>
                  <a:pt x="36613" y="32939"/>
                  <a:pt x="37026" y="33015"/>
                  <a:pt x="37437" y="33009"/>
                </a:cubicBezTo>
                <a:lnTo>
                  <a:pt x="42031" y="33009"/>
                </a:lnTo>
                <a:cubicBezTo>
                  <a:pt x="32373" y="41793"/>
                  <a:pt x="25247" y="45463"/>
                  <a:pt x="11800" y="47704"/>
                </a:cubicBezTo>
                <a:cubicBezTo>
                  <a:pt x="10976" y="47841"/>
                  <a:pt x="10242" y="48299"/>
                  <a:pt x="9760" y="48976"/>
                </a:cubicBezTo>
                <a:cubicBezTo>
                  <a:pt x="9278" y="49654"/>
                  <a:pt x="9077" y="50497"/>
                  <a:pt x="9217" y="51318"/>
                </a:cubicBezTo>
                <a:cubicBezTo>
                  <a:pt x="9348" y="52141"/>
                  <a:pt x="9811" y="52875"/>
                  <a:pt x="10483" y="53359"/>
                </a:cubicBezTo>
                <a:cubicBezTo>
                  <a:pt x="11167" y="53845"/>
                  <a:pt x="12011" y="54040"/>
                  <a:pt x="12825" y="53903"/>
                </a:cubicBezTo>
                <a:cubicBezTo>
                  <a:pt x="27337" y="51486"/>
                  <a:pt x="36151" y="46753"/>
                  <a:pt x="46865" y="37016"/>
                </a:cubicBezTo>
                <a:lnTo>
                  <a:pt x="46865" y="42429"/>
                </a:lnTo>
                <a:cubicBezTo>
                  <a:pt x="46854" y="42847"/>
                  <a:pt x="46935" y="43259"/>
                  <a:pt x="47085" y="43646"/>
                </a:cubicBezTo>
                <a:cubicBezTo>
                  <a:pt x="47246" y="44031"/>
                  <a:pt x="47478" y="44383"/>
                  <a:pt x="47769" y="44679"/>
                </a:cubicBezTo>
                <a:cubicBezTo>
                  <a:pt x="48061" y="44976"/>
                  <a:pt x="48402" y="45211"/>
                  <a:pt x="48794" y="45372"/>
                </a:cubicBezTo>
                <a:cubicBezTo>
                  <a:pt x="49176" y="45532"/>
                  <a:pt x="49588" y="45615"/>
                  <a:pt x="50000" y="45615"/>
                </a:cubicBezTo>
                <a:cubicBezTo>
                  <a:pt x="50422" y="45615"/>
                  <a:pt x="50834" y="45532"/>
                  <a:pt x="51216" y="45372"/>
                </a:cubicBezTo>
                <a:cubicBezTo>
                  <a:pt x="51598" y="45211"/>
                  <a:pt x="51950" y="44976"/>
                  <a:pt x="52241" y="44679"/>
                </a:cubicBezTo>
                <a:cubicBezTo>
                  <a:pt x="52533" y="44383"/>
                  <a:pt x="52764" y="44031"/>
                  <a:pt x="52915" y="43646"/>
                </a:cubicBezTo>
                <a:cubicBezTo>
                  <a:pt x="53075" y="43259"/>
                  <a:pt x="53146" y="42847"/>
                  <a:pt x="53146" y="42429"/>
                </a:cubicBezTo>
                <a:lnTo>
                  <a:pt x="53146" y="30266"/>
                </a:lnTo>
                <a:cubicBezTo>
                  <a:pt x="53206" y="29814"/>
                  <a:pt x="53166" y="29354"/>
                  <a:pt x="53035" y="28918"/>
                </a:cubicBezTo>
                <a:cubicBezTo>
                  <a:pt x="52894" y="28482"/>
                  <a:pt x="52674" y="28081"/>
                  <a:pt x="52372" y="27741"/>
                </a:cubicBezTo>
                <a:cubicBezTo>
                  <a:pt x="52060" y="27402"/>
                  <a:pt x="51688" y="27134"/>
                  <a:pt x="51266" y="26953"/>
                </a:cubicBezTo>
                <a:cubicBezTo>
                  <a:pt x="50854" y="26774"/>
                  <a:pt x="50392" y="26688"/>
                  <a:pt x="49940" y="26701"/>
                </a:cubicBezTo>
                <a:close/>
                <a:moveTo>
                  <a:pt x="76170" y="45570"/>
                </a:moveTo>
                <a:cubicBezTo>
                  <a:pt x="73396" y="45570"/>
                  <a:pt x="70733" y="46673"/>
                  <a:pt x="68773" y="48635"/>
                </a:cubicBezTo>
                <a:cubicBezTo>
                  <a:pt x="66803" y="50599"/>
                  <a:pt x="65708" y="53261"/>
                  <a:pt x="65708" y="56038"/>
                </a:cubicBezTo>
                <a:cubicBezTo>
                  <a:pt x="65708" y="58814"/>
                  <a:pt x="66803" y="61476"/>
                  <a:pt x="68773" y="63439"/>
                </a:cubicBezTo>
                <a:cubicBezTo>
                  <a:pt x="70733" y="65402"/>
                  <a:pt x="73396" y="66505"/>
                  <a:pt x="76170" y="66505"/>
                </a:cubicBezTo>
                <a:cubicBezTo>
                  <a:pt x="78954" y="66505"/>
                  <a:pt x="81617" y="65402"/>
                  <a:pt x="83577" y="63439"/>
                </a:cubicBezTo>
                <a:cubicBezTo>
                  <a:pt x="85536" y="61476"/>
                  <a:pt x="86642" y="58814"/>
                  <a:pt x="86642" y="56038"/>
                </a:cubicBezTo>
                <a:cubicBezTo>
                  <a:pt x="86642" y="53261"/>
                  <a:pt x="85536" y="50599"/>
                  <a:pt x="83577" y="48635"/>
                </a:cubicBezTo>
                <a:cubicBezTo>
                  <a:pt x="81617" y="46673"/>
                  <a:pt x="78954" y="45570"/>
                  <a:pt x="76170" y="45570"/>
                </a:cubicBezTo>
                <a:close/>
                <a:moveTo>
                  <a:pt x="47909" y="53944"/>
                </a:moveTo>
                <a:cubicBezTo>
                  <a:pt x="45407" y="53944"/>
                  <a:pt x="43015" y="54936"/>
                  <a:pt x="41247" y="56703"/>
                </a:cubicBezTo>
                <a:cubicBezTo>
                  <a:pt x="39478" y="58470"/>
                  <a:pt x="38483" y="60866"/>
                  <a:pt x="38483" y="63365"/>
                </a:cubicBezTo>
                <a:cubicBezTo>
                  <a:pt x="38483" y="65863"/>
                  <a:pt x="39478" y="68259"/>
                  <a:pt x="41247" y="70026"/>
                </a:cubicBezTo>
                <a:cubicBezTo>
                  <a:pt x="43015" y="71792"/>
                  <a:pt x="45407" y="72785"/>
                  <a:pt x="47909" y="72785"/>
                </a:cubicBezTo>
                <a:cubicBezTo>
                  <a:pt x="50402" y="72785"/>
                  <a:pt x="52804" y="71792"/>
                  <a:pt x="54573" y="70026"/>
                </a:cubicBezTo>
                <a:cubicBezTo>
                  <a:pt x="56342" y="68259"/>
                  <a:pt x="57327" y="65863"/>
                  <a:pt x="57327" y="63365"/>
                </a:cubicBezTo>
                <a:cubicBezTo>
                  <a:pt x="57327" y="60866"/>
                  <a:pt x="56342" y="58470"/>
                  <a:pt x="54573" y="56703"/>
                </a:cubicBezTo>
                <a:cubicBezTo>
                  <a:pt x="52804" y="54936"/>
                  <a:pt x="50402" y="53944"/>
                  <a:pt x="47909" y="53944"/>
                </a:cubicBezTo>
                <a:close/>
                <a:moveTo>
                  <a:pt x="21739" y="62318"/>
                </a:moveTo>
                <a:cubicBezTo>
                  <a:pt x="19518" y="62318"/>
                  <a:pt x="17388" y="63200"/>
                  <a:pt x="15810" y="64771"/>
                </a:cubicBezTo>
                <a:cubicBezTo>
                  <a:pt x="14242" y="66341"/>
                  <a:pt x="13358" y="68470"/>
                  <a:pt x="13358" y="70691"/>
                </a:cubicBezTo>
                <a:cubicBezTo>
                  <a:pt x="13358" y="72913"/>
                  <a:pt x="14242" y="75043"/>
                  <a:pt x="15810" y="76613"/>
                </a:cubicBezTo>
                <a:cubicBezTo>
                  <a:pt x="17388" y="78183"/>
                  <a:pt x="19518" y="79066"/>
                  <a:pt x="21739" y="79066"/>
                </a:cubicBezTo>
                <a:cubicBezTo>
                  <a:pt x="23960" y="79066"/>
                  <a:pt x="26091" y="78183"/>
                  <a:pt x="27659" y="76613"/>
                </a:cubicBezTo>
                <a:cubicBezTo>
                  <a:pt x="29227" y="75043"/>
                  <a:pt x="30111" y="72913"/>
                  <a:pt x="30111" y="70691"/>
                </a:cubicBezTo>
                <a:cubicBezTo>
                  <a:pt x="30111" y="68470"/>
                  <a:pt x="29227" y="66341"/>
                  <a:pt x="27659" y="64771"/>
                </a:cubicBezTo>
                <a:cubicBezTo>
                  <a:pt x="26091" y="63200"/>
                  <a:pt x="23960" y="62318"/>
                  <a:pt x="21739" y="62318"/>
                </a:cubicBezTo>
                <a:close/>
                <a:moveTo>
                  <a:pt x="64653" y="72785"/>
                </a:moveTo>
                <a:cubicBezTo>
                  <a:pt x="60613" y="72785"/>
                  <a:pt x="57327" y="76072"/>
                  <a:pt x="57327" y="80112"/>
                </a:cubicBezTo>
                <a:lnTo>
                  <a:pt x="57327" y="100000"/>
                </a:lnTo>
                <a:lnTo>
                  <a:pt x="95014" y="100000"/>
                </a:lnTo>
                <a:lnTo>
                  <a:pt x="95014" y="80112"/>
                </a:lnTo>
                <a:cubicBezTo>
                  <a:pt x="95014" y="76072"/>
                  <a:pt x="91728" y="72785"/>
                  <a:pt x="87687" y="72785"/>
                </a:cubicBezTo>
                <a:lnTo>
                  <a:pt x="64653" y="72785"/>
                </a:lnTo>
                <a:close/>
                <a:moveTo>
                  <a:pt x="37437" y="79025"/>
                </a:moveTo>
                <a:cubicBezTo>
                  <a:pt x="33398" y="79025"/>
                  <a:pt x="30111" y="82312"/>
                  <a:pt x="30111" y="86352"/>
                </a:cubicBezTo>
                <a:lnTo>
                  <a:pt x="30111" y="100000"/>
                </a:lnTo>
                <a:lnTo>
                  <a:pt x="53146" y="100000"/>
                </a:lnTo>
                <a:cubicBezTo>
                  <a:pt x="53146" y="100000"/>
                  <a:pt x="53095" y="79421"/>
                  <a:pt x="53146" y="79066"/>
                </a:cubicBezTo>
                <a:lnTo>
                  <a:pt x="37437" y="79025"/>
                </a:lnTo>
                <a:close/>
                <a:moveTo>
                  <a:pt x="12313" y="85309"/>
                </a:moveTo>
                <a:cubicBezTo>
                  <a:pt x="8272" y="85309"/>
                  <a:pt x="4986" y="88596"/>
                  <a:pt x="4986" y="92636"/>
                </a:cubicBezTo>
                <a:lnTo>
                  <a:pt x="4986" y="100000"/>
                </a:lnTo>
                <a:lnTo>
                  <a:pt x="25920" y="100000"/>
                </a:lnTo>
                <a:lnTo>
                  <a:pt x="25920" y="85309"/>
                </a:lnTo>
                <a:lnTo>
                  <a:pt x="12313" y="8530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1" name="Чёрный — SVG 24">
            <a:extLst>
              <a:ext uri="{FF2B5EF4-FFF2-40B4-BE49-F238E27FC236}">
                <a16:creationId xmlns:a16="http://schemas.microsoft.com/office/drawing/2014/main" id="{4F5D800D-B92A-074A-8E5A-4603C2C958BC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115130 w 152406"/>
              <a:gd name="csY0" fmla="*/ 0 h 169288"/>
              <a:gd name="csX1" fmla="*/ 112016 w 152406"/>
              <a:gd name="csY1" fmla="*/ 1344 h 169288"/>
              <a:gd name="csX2" fmla="*/ 110757 w 152406"/>
              <a:gd name="csY2" fmla="*/ 4493 h 169288"/>
              <a:gd name="csX3" fmla="*/ 110757 w 152406"/>
              <a:gd name="csY3" fmla="*/ 5871 h 169288"/>
              <a:gd name="csX4" fmla="*/ 88215 w 152406"/>
              <a:gd name="csY4" fmla="*/ 28416 h 169288"/>
              <a:gd name="csX5" fmla="*/ 86837 w 152406"/>
              <a:gd name="csY5" fmla="*/ 28416 h 169288"/>
              <a:gd name="csX6" fmla="*/ 85118 w 152406"/>
              <a:gd name="csY6" fmla="*/ 28734 h 169288"/>
              <a:gd name="csX7" fmla="*/ 83672 w 152406"/>
              <a:gd name="csY7" fmla="*/ 29690 h 169288"/>
              <a:gd name="csX8" fmla="*/ 82685 w 152406"/>
              <a:gd name="csY8" fmla="*/ 31136 h 169288"/>
              <a:gd name="csX9" fmla="*/ 82345 w 152406"/>
              <a:gd name="csY9" fmla="*/ 32845 h 169288"/>
              <a:gd name="csX10" fmla="*/ 82685 w 152406"/>
              <a:gd name="csY10" fmla="*/ 34555 h 169288"/>
              <a:gd name="csX11" fmla="*/ 83672 w 152406"/>
              <a:gd name="csY11" fmla="*/ 35999 h 169288"/>
              <a:gd name="csX12" fmla="*/ 85118 w 152406"/>
              <a:gd name="csY12" fmla="*/ 36955 h 169288"/>
              <a:gd name="csX13" fmla="*/ 86837 w 152406"/>
              <a:gd name="csY13" fmla="*/ 37275 h 169288"/>
              <a:gd name="csX14" fmla="*/ 88215 w 152406"/>
              <a:gd name="csY14" fmla="*/ 37275 h 169288"/>
              <a:gd name="csX15" fmla="*/ 110757 w 152406"/>
              <a:gd name="csY15" fmla="*/ 59820 h 169288"/>
              <a:gd name="csX16" fmla="*/ 110757 w 152406"/>
              <a:gd name="csY16" fmla="*/ 61196 h 169288"/>
              <a:gd name="csX17" fmla="*/ 111081 w 152406"/>
              <a:gd name="csY17" fmla="*/ 62911 h 169288"/>
              <a:gd name="csX18" fmla="*/ 112033 w 152406"/>
              <a:gd name="csY18" fmla="*/ 64371 h 169288"/>
              <a:gd name="csX19" fmla="*/ 113480 w 152406"/>
              <a:gd name="csY19" fmla="*/ 65347 h 169288"/>
              <a:gd name="csX20" fmla="*/ 115198 w 152406"/>
              <a:gd name="csY20" fmla="*/ 65691 h 169288"/>
              <a:gd name="csX21" fmla="*/ 116899 w 152406"/>
              <a:gd name="csY21" fmla="*/ 65347 h 169288"/>
              <a:gd name="csX22" fmla="*/ 118345 w 152406"/>
              <a:gd name="csY22" fmla="*/ 64371 h 169288"/>
              <a:gd name="csX23" fmla="*/ 119298 w 152406"/>
              <a:gd name="csY23" fmla="*/ 62911 h 169288"/>
              <a:gd name="csX24" fmla="*/ 119621 w 152406"/>
              <a:gd name="csY24" fmla="*/ 61196 h 169288"/>
              <a:gd name="csX25" fmla="*/ 119621 w 152406"/>
              <a:gd name="csY25" fmla="*/ 59820 h 169288"/>
              <a:gd name="csX26" fmla="*/ 142181 w 152406"/>
              <a:gd name="csY26" fmla="*/ 37275 h 169288"/>
              <a:gd name="csX27" fmla="*/ 143542 w 152406"/>
              <a:gd name="csY27" fmla="*/ 37275 h 169288"/>
              <a:gd name="csX28" fmla="*/ 145260 w 152406"/>
              <a:gd name="csY28" fmla="*/ 36955 h 169288"/>
              <a:gd name="csX29" fmla="*/ 146724 w 152406"/>
              <a:gd name="csY29" fmla="*/ 35999 h 169288"/>
              <a:gd name="csX30" fmla="*/ 147694 w 152406"/>
              <a:gd name="csY30" fmla="*/ 34555 h 169288"/>
              <a:gd name="csX31" fmla="*/ 148051 w 152406"/>
              <a:gd name="csY31" fmla="*/ 32845 h 169288"/>
              <a:gd name="csX32" fmla="*/ 147694 w 152406"/>
              <a:gd name="csY32" fmla="*/ 31136 h 169288"/>
              <a:gd name="csX33" fmla="*/ 146724 w 152406"/>
              <a:gd name="csY33" fmla="*/ 29690 h 169288"/>
              <a:gd name="csX34" fmla="*/ 145260 w 152406"/>
              <a:gd name="csY34" fmla="*/ 28734 h 169288"/>
              <a:gd name="csX35" fmla="*/ 143542 w 152406"/>
              <a:gd name="csY35" fmla="*/ 28416 h 169288"/>
              <a:gd name="csX36" fmla="*/ 142181 w 152406"/>
              <a:gd name="csY36" fmla="*/ 28416 h 169288"/>
              <a:gd name="csX37" fmla="*/ 119621 w 152406"/>
              <a:gd name="csY37" fmla="*/ 5871 h 169288"/>
              <a:gd name="csX38" fmla="*/ 119621 w 152406"/>
              <a:gd name="csY38" fmla="*/ 4493 h 169288"/>
              <a:gd name="csX39" fmla="*/ 119298 w 152406"/>
              <a:gd name="csY39" fmla="*/ 2763 h 169288"/>
              <a:gd name="csX40" fmla="*/ 118328 w 152406"/>
              <a:gd name="csY40" fmla="*/ 1295 h 169288"/>
              <a:gd name="csX41" fmla="*/ 116865 w 152406"/>
              <a:gd name="csY41" fmla="*/ 324 h 169288"/>
              <a:gd name="csX42" fmla="*/ 115130 w 152406"/>
              <a:gd name="csY42" fmla="*/ 0 h 169288"/>
              <a:gd name="csX43" fmla="*/ 110757 w 152406"/>
              <a:gd name="csY43" fmla="*/ 16765 h 169288"/>
              <a:gd name="csX44" fmla="*/ 110757 w 152406"/>
              <a:gd name="csY44" fmla="*/ 21819 h 169288"/>
              <a:gd name="csX45" fmla="*/ 111081 w 152406"/>
              <a:gd name="csY45" fmla="*/ 23534 h 169288"/>
              <a:gd name="csX46" fmla="*/ 112033 w 152406"/>
              <a:gd name="csY46" fmla="*/ 24991 h 169288"/>
              <a:gd name="csX47" fmla="*/ 113480 w 152406"/>
              <a:gd name="csY47" fmla="*/ 25968 h 169288"/>
              <a:gd name="csX48" fmla="*/ 115198 w 152406"/>
              <a:gd name="csY48" fmla="*/ 26312 h 169288"/>
              <a:gd name="csX49" fmla="*/ 116899 w 152406"/>
              <a:gd name="csY49" fmla="*/ 25968 h 169288"/>
              <a:gd name="csX50" fmla="*/ 118345 w 152406"/>
              <a:gd name="csY50" fmla="*/ 24991 h 169288"/>
              <a:gd name="csX51" fmla="*/ 119298 w 152406"/>
              <a:gd name="csY51" fmla="*/ 23534 h 169288"/>
              <a:gd name="csX52" fmla="*/ 119621 w 152406"/>
              <a:gd name="csY52" fmla="*/ 21819 h 169288"/>
              <a:gd name="csX53" fmla="*/ 119621 w 152406"/>
              <a:gd name="csY53" fmla="*/ 16765 h 169288"/>
              <a:gd name="csX54" fmla="*/ 131276 w 152406"/>
              <a:gd name="csY54" fmla="*/ 28416 h 169288"/>
              <a:gd name="csX55" fmla="*/ 126222 w 152406"/>
              <a:gd name="csY55" fmla="*/ 28416 h 169288"/>
              <a:gd name="csX56" fmla="*/ 124504 w 152406"/>
              <a:gd name="csY56" fmla="*/ 28734 h 169288"/>
              <a:gd name="csX57" fmla="*/ 123041 w 152406"/>
              <a:gd name="csY57" fmla="*/ 29690 h 169288"/>
              <a:gd name="csX58" fmla="*/ 122071 w 152406"/>
              <a:gd name="csY58" fmla="*/ 31136 h 169288"/>
              <a:gd name="csX59" fmla="*/ 121731 w 152406"/>
              <a:gd name="csY59" fmla="*/ 32845 h 169288"/>
              <a:gd name="csX60" fmla="*/ 122071 w 152406"/>
              <a:gd name="csY60" fmla="*/ 34555 h 169288"/>
              <a:gd name="csX61" fmla="*/ 123041 w 152406"/>
              <a:gd name="csY61" fmla="*/ 35999 h 169288"/>
              <a:gd name="csX62" fmla="*/ 124504 w 152406"/>
              <a:gd name="csY62" fmla="*/ 36955 h 169288"/>
              <a:gd name="csX63" fmla="*/ 126222 w 152406"/>
              <a:gd name="csY63" fmla="*/ 37275 h 169288"/>
              <a:gd name="csX64" fmla="*/ 131276 w 152406"/>
              <a:gd name="csY64" fmla="*/ 37275 h 169288"/>
              <a:gd name="csX65" fmla="*/ 119621 w 152406"/>
              <a:gd name="csY65" fmla="*/ 48924 h 169288"/>
              <a:gd name="csX66" fmla="*/ 119621 w 152406"/>
              <a:gd name="csY66" fmla="*/ 43872 h 169288"/>
              <a:gd name="csX67" fmla="*/ 119298 w 152406"/>
              <a:gd name="csY67" fmla="*/ 42140 h 169288"/>
              <a:gd name="csX68" fmla="*/ 118328 w 152406"/>
              <a:gd name="csY68" fmla="*/ 40674 h 169288"/>
              <a:gd name="csX69" fmla="*/ 116865 w 152406"/>
              <a:gd name="csY69" fmla="*/ 39703 h 169288"/>
              <a:gd name="csX70" fmla="*/ 115130 w 152406"/>
              <a:gd name="csY70" fmla="*/ 39379 h 169288"/>
              <a:gd name="csX71" fmla="*/ 112016 w 152406"/>
              <a:gd name="csY71" fmla="*/ 40723 h 169288"/>
              <a:gd name="csX72" fmla="*/ 110757 w 152406"/>
              <a:gd name="csY72" fmla="*/ 43872 h 169288"/>
              <a:gd name="csX73" fmla="*/ 110757 w 152406"/>
              <a:gd name="csY73" fmla="*/ 48924 h 169288"/>
              <a:gd name="csX74" fmla="*/ 99120 w 152406"/>
              <a:gd name="csY74" fmla="*/ 37275 h 169288"/>
              <a:gd name="csX75" fmla="*/ 104173 w 152406"/>
              <a:gd name="csY75" fmla="*/ 37275 h 169288"/>
              <a:gd name="csX76" fmla="*/ 105874 w 152406"/>
              <a:gd name="csY76" fmla="*/ 36955 h 169288"/>
              <a:gd name="csX77" fmla="*/ 107337 w 152406"/>
              <a:gd name="csY77" fmla="*/ 35999 h 169288"/>
              <a:gd name="csX78" fmla="*/ 108324 w 152406"/>
              <a:gd name="csY78" fmla="*/ 34555 h 169288"/>
              <a:gd name="csX79" fmla="*/ 108665 w 152406"/>
              <a:gd name="csY79" fmla="*/ 32845 h 169288"/>
              <a:gd name="csX80" fmla="*/ 108324 w 152406"/>
              <a:gd name="csY80" fmla="*/ 31136 h 169288"/>
              <a:gd name="csX81" fmla="*/ 107337 w 152406"/>
              <a:gd name="csY81" fmla="*/ 29690 h 169288"/>
              <a:gd name="csX82" fmla="*/ 105874 w 152406"/>
              <a:gd name="csY82" fmla="*/ 28734 h 169288"/>
              <a:gd name="csX83" fmla="*/ 104173 w 152406"/>
              <a:gd name="csY83" fmla="*/ 28416 h 169288"/>
              <a:gd name="csX84" fmla="*/ 99120 w 152406"/>
              <a:gd name="csY84" fmla="*/ 28416 h 169288"/>
              <a:gd name="csX85" fmla="*/ 110757 w 152406"/>
              <a:gd name="csY85" fmla="*/ 16765 h 169288"/>
              <a:gd name="csX86" fmla="*/ 76101 w 152406"/>
              <a:gd name="csY86" fmla="*/ 45201 h 169288"/>
              <a:gd name="csX87" fmla="*/ 75523 w 152406"/>
              <a:gd name="csY87" fmla="*/ 45248 h 169288"/>
              <a:gd name="csX88" fmla="*/ 54936 w 152406"/>
              <a:gd name="csY88" fmla="*/ 45248 h 169288"/>
              <a:gd name="csX89" fmla="*/ 52878 w 152406"/>
              <a:gd name="csY89" fmla="*/ 45633 h 169288"/>
              <a:gd name="csX90" fmla="*/ 51125 w 152406"/>
              <a:gd name="csY90" fmla="*/ 46779 h 169288"/>
              <a:gd name="csX91" fmla="*/ 49951 w 152406"/>
              <a:gd name="csY91" fmla="*/ 48513 h 169288"/>
              <a:gd name="csX92" fmla="*/ 49543 w 152406"/>
              <a:gd name="csY92" fmla="*/ 50564 h 169288"/>
              <a:gd name="csX93" fmla="*/ 49951 w 152406"/>
              <a:gd name="csY93" fmla="*/ 52618 h 169288"/>
              <a:gd name="csX94" fmla="*/ 51125 w 152406"/>
              <a:gd name="csY94" fmla="*/ 54351 h 169288"/>
              <a:gd name="csX95" fmla="*/ 52878 w 152406"/>
              <a:gd name="csY95" fmla="*/ 55498 h 169288"/>
              <a:gd name="csX96" fmla="*/ 54936 w 152406"/>
              <a:gd name="csY96" fmla="*/ 55880 h 169288"/>
              <a:gd name="csX97" fmla="*/ 62711 w 152406"/>
              <a:gd name="csY97" fmla="*/ 55880 h 169288"/>
              <a:gd name="csX98" fmla="*/ 11535 w 152406"/>
              <a:gd name="csY98" fmla="*/ 80757 h 169288"/>
              <a:gd name="csX99" fmla="*/ 8081 w 152406"/>
              <a:gd name="csY99" fmla="*/ 82911 h 169288"/>
              <a:gd name="csX100" fmla="*/ 7163 w 152406"/>
              <a:gd name="csY100" fmla="*/ 86876 h 169288"/>
              <a:gd name="csX101" fmla="*/ 9307 w 152406"/>
              <a:gd name="csY101" fmla="*/ 90331 h 169288"/>
              <a:gd name="csX102" fmla="*/ 13270 w 152406"/>
              <a:gd name="csY102" fmla="*/ 91251 h 169288"/>
              <a:gd name="csX103" fmla="*/ 70895 w 152406"/>
              <a:gd name="csY103" fmla="*/ 62664 h 169288"/>
              <a:gd name="csX104" fmla="*/ 70895 w 152406"/>
              <a:gd name="csY104" fmla="*/ 71828 h 169288"/>
              <a:gd name="csX105" fmla="*/ 71269 w 152406"/>
              <a:gd name="csY105" fmla="*/ 73887 h 169288"/>
              <a:gd name="csX106" fmla="*/ 72426 w 152406"/>
              <a:gd name="csY106" fmla="*/ 75637 h 169288"/>
              <a:gd name="csX107" fmla="*/ 74161 w 152406"/>
              <a:gd name="csY107" fmla="*/ 76809 h 169288"/>
              <a:gd name="csX108" fmla="*/ 76203 w 152406"/>
              <a:gd name="csY108" fmla="*/ 77221 h 169288"/>
              <a:gd name="csX109" fmla="*/ 78262 w 152406"/>
              <a:gd name="csY109" fmla="*/ 76809 h 169288"/>
              <a:gd name="csX110" fmla="*/ 79997 w 152406"/>
              <a:gd name="csY110" fmla="*/ 75637 h 169288"/>
              <a:gd name="csX111" fmla="*/ 81137 w 152406"/>
              <a:gd name="csY111" fmla="*/ 73887 h 169288"/>
              <a:gd name="csX112" fmla="*/ 81528 w 152406"/>
              <a:gd name="csY112" fmla="*/ 71828 h 169288"/>
              <a:gd name="csX113" fmla="*/ 81528 w 152406"/>
              <a:gd name="csY113" fmla="*/ 51236 h 169288"/>
              <a:gd name="csX114" fmla="*/ 81341 w 152406"/>
              <a:gd name="csY114" fmla="*/ 48955 h 169288"/>
              <a:gd name="csX115" fmla="*/ 80218 w 152406"/>
              <a:gd name="csY115" fmla="*/ 46963 h 169288"/>
              <a:gd name="csX116" fmla="*/ 78346 w 152406"/>
              <a:gd name="csY116" fmla="*/ 45629 h 169288"/>
              <a:gd name="csX117" fmla="*/ 76101 w 152406"/>
              <a:gd name="csY117" fmla="*/ 45201 h 169288"/>
              <a:gd name="csX118" fmla="*/ 120506 w 152406"/>
              <a:gd name="csY118" fmla="*/ 77144 h 169288"/>
              <a:gd name="csX119" fmla="*/ 107984 w 152406"/>
              <a:gd name="csY119" fmla="*/ 82334 h 169288"/>
              <a:gd name="csX120" fmla="*/ 102795 w 152406"/>
              <a:gd name="csY120" fmla="*/ 94865 h 169288"/>
              <a:gd name="csX121" fmla="*/ 107984 w 152406"/>
              <a:gd name="csY121" fmla="*/ 107395 h 169288"/>
              <a:gd name="csX122" fmla="*/ 120506 w 152406"/>
              <a:gd name="csY122" fmla="*/ 112585 h 169288"/>
              <a:gd name="csX123" fmla="*/ 133045 w 152406"/>
              <a:gd name="csY123" fmla="*/ 107395 h 169288"/>
              <a:gd name="csX124" fmla="*/ 138234 w 152406"/>
              <a:gd name="csY124" fmla="*/ 94865 h 169288"/>
              <a:gd name="csX125" fmla="*/ 133045 w 152406"/>
              <a:gd name="csY125" fmla="*/ 82334 h 169288"/>
              <a:gd name="csX126" fmla="*/ 120506 w 152406"/>
              <a:gd name="csY126" fmla="*/ 77144 h 169288"/>
              <a:gd name="csX127" fmla="*/ 72664 w 152406"/>
              <a:gd name="csY127" fmla="*/ 91321 h 169288"/>
              <a:gd name="csX128" fmla="*/ 61385 w 152406"/>
              <a:gd name="csY128" fmla="*/ 95992 h 169288"/>
              <a:gd name="csX129" fmla="*/ 56706 w 152406"/>
              <a:gd name="csY129" fmla="*/ 107269 h 169288"/>
              <a:gd name="csX130" fmla="*/ 61385 w 152406"/>
              <a:gd name="csY130" fmla="*/ 118546 h 169288"/>
              <a:gd name="csX131" fmla="*/ 72664 w 152406"/>
              <a:gd name="csY131" fmla="*/ 123217 h 169288"/>
              <a:gd name="csX132" fmla="*/ 83944 w 152406"/>
              <a:gd name="csY132" fmla="*/ 118546 h 169288"/>
              <a:gd name="csX133" fmla="*/ 88606 w 152406"/>
              <a:gd name="csY133" fmla="*/ 107269 h 169288"/>
              <a:gd name="csX134" fmla="*/ 83944 w 152406"/>
              <a:gd name="csY134" fmla="*/ 95992 h 169288"/>
              <a:gd name="csX135" fmla="*/ 72664 w 152406"/>
              <a:gd name="csY135" fmla="*/ 91321 h 169288"/>
              <a:gd name="csX136" fmla="*/ 28361 w 152406"/>
              <a:gd name="csY136" fmla="*/ 105497 h 169288"/>
              <a:gd name="csX137" fmla="*/ 18323 w 152406"/>
              <a:gd name="csY137" fmla="*/ 109649 h 169288"/>
              <a:gd name="csX138" fmla="*/ 14172 w 152406"/>
              <a:gd name="csY138" fmla="*/ 119672 h 169288"/>
              <a:gd name="csX139" fmla="*/ 18323 w 152406"/>
              <a:gd name="csY139" fmla="*/ 129697 h 169288"/>
              <a:gd name="csX140" fmla="*/ 28361 w 152406"/>
              <a:gd name="csY140" fmla="*/ 133849 h 169288"/>
              <a:gd name="csX141" fmla="*/ 38382 w 152406"/>
              <a:gd name="csY141" fmla="*/ 129697 h 169288"/>
              <a:gd name="csX142" fmla="*/ 42534 w 152406"/>
              <a:gd name="csY142" fmla="*/ 119672 h 169288"/>
              <a:gd name="csX143" fmla="*/ 38382 w 152406"/>
              <a:gd name="csY143" fmla="*/ 109649 h 169288"/>
              <a:gd name="csX144" fmla="*/ 28361 w 152406"/>
              <a:gd name="csY144" fmla="*/ 105497 h 169288"/>
              <a:gd name="csX145" fmla="*/ 101009 w 152406"/>
              <a:gd name="csY145" fmla="*/ 123217 h 169288"/>
              <a:gd name="csX146" fmla="*/ 88606 w 152406"/>
              <a:gd name="csY146" fmla="*/ 135620 h 169288"/>
              <a:gd name="csX147" fmla="*/ 88606 w 152406"/>
              <a:gd name="csY147" fmla="*/ 169288 h 169288"/>
              <a:gd name="csX148" fmla="*/ 152406 w 152406"/>
              <a:gd name="csY148" fmla="*/ 169288 h 169288"/>
              <a:gd name="csX149" fmla="*/ 152406 w 152406"/>
              <a:gd name="csY149" fmla="*/ 135620 h 169288"/>
              <a:gd name="csX150" fmla="*/ 140003 w 152406"/>
              <a:gd name="csY150" fmla="*/ 123217 h 169288"/>
              <a:gd name="csX151" fmla="*/ 101009 w 152406"/>
              <a:gd name="csY151" fmla="*/ 123217 h 169288"/>
              <a:gd name="csX152" fmla="*/ 54936 w 152406"/>
              <a:gd name="csY152" fmla="*/ 133779 h 169288"/>
              <a:gd name="csX153" fmla="*/ 42534 w 152406"/>
              <a:gd name="csY153" fmla="*/ 146184 h 169288"/>
              <a:gd name="csX154" fmla="*/ 42534 w 152406"/>
              <a:gd name="csY154" fmla="*/ 169288 h 169288"/>
              <a:gd name="csX155" fmla="*/ 81528 w 152406"/>
              <a:gd name="csY155" fmla="*/ 169288 h 169288"/>
              <a:gd name="csX156" fmla="*/ 81528 w 152406"/>
              <a:gd name="csY156" fmla="*/ 133849 h 169288"/>
              <a:gd name="csX157" fmla="*/ 54936 w 152406"/>
              <a:gd name="csY157" fmla="*/ 133779 h 169288"/>
              <a:gd name="csX158" fmla="*/ 12403 w 152406"/>
              <a:gd name="csY158" fmla="*/ 144418 h 169288"/>
              <a:gd name="csX159" fmla="*/ 0 w 152406"/>
              <a:gd name="csY159" fmla="*/ 156822 h 169288"/>
              <a:gd name="csX160" fmla="*/ 0 w 152406"/>
              <a:gd name="csY160" fmla="*/ 169288 h 169288"/>
              <a:gd name="csX161" fmla="*/ 35439 w 152406"/>
              <a:gd name="csY161" fmla="*/ 169288 h 169288"/>
              <a:gd name="csX162" fmla="*/ 35439 w 152406"/>
              <a:gd name="csY162" fmla="*/ 144418 h 169288"/>
              <a:gd name="csX163" fmla="*/ 12403 w 152406"/>
              <a:gd name="csY163" fmla="*/ 144418 h 169288"/>
            </a:gdLst>
            <a:ahLst/>
            <a:cxnLst/>
            <a:rect l="l" t="t" r="r" b="b"/>
            <a:pathLst>
              <a:path w="100000" h="100000">
                <a:moveTo>
                  <a:pt x="72995" y="0"/>
                </a:moveTo>
                <a:cubicBezTo>
                  <a:pt x="72301" y="11"/>
                  <a:pt x="71638" y="297"/>
                  <a:pt x="71155" y="794"/>
                </a:cubicBezTo>
                <a:cubicBezTo>
                  <a:pt x="70672" y="1292"/>
                  <a:pt x="70401" y="1961"/>
                  <a:pt x="70411" y="2654"/>
                </a:cubicBezTo>
                <a:lnTo>
                  <a:pt x="70411" y="3468"/>
                </a:lnTo>
                <a:cubicBezTo>
                  <a:pt x="63618" y="4589"/>
                  <a:pt x="58221" y="9984"/>
                  <a:pt x="57096" y="16786"/>
                </a:cubicBezTo>
                <a:lnTo>
                  <a:pt x="56282" y="16786"/>
                </a:lnTo>
                <a:cubicBezTo>
                  <a:pt x="55940" y="16780"/>
                  <a:pt x="55588" y="16844"/>
                  <a:pt x="55266" y="16973"/>
                </a:cubicBezTo>
                <a:cubicBezTo>
                  <a:pt x="54945" y="17103"/>
                  <a:pt x="54653" y="17295"/>
                  <a:pt x="54412" y="17538"/>
                </a:cubicBezTo>
                <a:cubicBezTo>
                  <a:pt x="54161" y="17782"/>
                  <a:pt x="53970" y="18072"/>
                  <a:pt x="53829" y="18392"/>
                </a:cubicBezTo>
                <a:cubicBezTo>
                  <a:pt x="53698" y="18712"/>
                  <a:pt x="53628" y="19056"/>
                  <a:pt x="53628" y="19402"/>
                </a:cubicBezTo>
                <a:cubicBezTo>
                  <a:pt x="53628" y="19749"/>
                  <a:pt x="53698" y="20092"/>
                  <a:pt x="53829" y="20412"/>
                </a:cubicBezTo>
                <a:cubicBezTo>
                  <a:pt x="53970" y="20732"/>
                  <a:pt x="54161" y="21022"/>
                  <a:pt x="54412" y="21265"/>
                </a:cubicBezTo>
                <a:cubicBezTo>
                  <a:pt x="54653" y="21509"/>
                  <a:pt x="54945" y="21701"/>
                  <a:pt x="55266" y="21830"/>
                </a:cubicBezTo>
                <a:cubicBezTo>
                  <a:pt x="55588" y="21960"/>
                  <a:pt x="55940" y="22024"/>
                  <a:pt x="56282" y="22019"/>
                </a:cubicBezTo>
                <a:lnTo>
                  <a:pt x="57096" y="22019"/>
                </a:lnTo>
                <a:cubicBezTo>
                  <a:pt x="58221" y="28820"/>
                  <a:pt x="63618" y="34214"/>
                  <a:pt x="70411" y="35336"/>
                </a:cubicBezTo>
                <a:lnTo>
                  <a:pt x="70411" y="36149"/>
                </a:lnTo>
                <a:cubicBezTo>
                  <a:pt x="70411" y="36497"/>
                  <a:pt x="70472" y="36841"/>
                  <a:pt x="70603" y="37162"/>
                </a:cubicBezTo>
                <a:cubicBezTo>
                  <a:pt x="70733" y="37485"/>
                  <a:pt x="70924" y="37777"/>
                  <a:pt x="71165" y="38025"/>
                </a:cubicBezTo>
                <a:cubicBezTo>
                  <a:pt x="71417" y="38271"/>
                  <a:pt x="71698" y="38468"/>
                  <a:pt x="72020" y="38601"/>
                </a:cubicBezTo>
                <a:cubicBezTo>
                  <a:pt x="72341" y="38735"/>
                  <a:pt x="72683" y="38804"/>
                  <a:pt x="73035" y="38804"/>
                </a:cubicBezTo>
                <a:cubicBezTo>
                  <a:pt x="73376" y="38804"/>
                  <a:pt x="73728" y="38735"/>
                  <a:pt x="74040" y="38601"/>
                </a:cubicBezTo>
                <a:cubicBezTo>
                  <a:pt x="74361" y="38468"/>
                  <a:pt x="74653" y="38271"/>
                  <a:pt x="74894" y="38025"/>
                </a:cubicBezTo>
                <a:cubicBezTo>
                  <a:pt x="75145" y="37777"/>
                  <a:pt x="75336" y="37485"/>
                  <a:pt x="75457" y="37162"/>
                </a:cubicBezTo>
                <a:cubicBezTo>
                  <a:pt x="75587" y="36841"/>
                  <a:pt x="75657" y="36497"/>
                  <a:pt x="75647" y="36149"/>
                </a:cubicBezTo>
                <a:lnTo>
                  <a:pt x="75647" y="35336"/>
                </a:lnTo>
                <a:cubicBezTo>
                  <a:pt x="82451" y="34214"/>
                  <a:pt x="87849" y="28820"/>
                  <a:pt x="88974" y="22019"/>
                </a:cubicBezTo>
                <a:lnTo>
                  <a:pt x="89778" y="22019"/>
                </a:lnTo>
                <a:cubicBezTo>
                  <a:pt x="90130" y="22024"/>
                  <a:pt x="90471" y="21960"/>
                  <a:pt x="90793" y="21830"/>
                </a:cubicBezTo>
                <a:cubicBezTo>
                  <a:pt x="91115" y="21701"/>
                  <a:pt x="91406" y="21509"/>
                  <a:pt x="91657" y="21265"/>
                </a:cubicBezTo>
                <a:cubicBezTo>
                  <a:pt x="91908" y="21022"/>
                  <a:pt x="92100" y="20732"/>
                  <a:pt x="92230" y="20412"/>
                </a:cubicBezTo>
                <a:cubicBezTo>
                  <a:pt x="92371" y="20092"/>
                  <a:pt x="92441" y="19749"/>
                  <a:pt x="92441" y="19402"/>
                </a:cubicBezTo>
                <a:cubicBezTo>
                  <a:pt x="92441" y="19056"/>
                  <a:pt x="92371" y="18712"/>
                  <a:pt x="92230" y="18392"/>
                </a:cubicBezTo>
                <a:cubicBezTo>
                  <a:pt x="92100" y="18072"/>
                  <a:pt x="91908" y="17782"/>
                  <a:pt x="91657" y="17538"/>
                </a:cubicBezTo>
                <a:cubicBezTo>
                  <a:pt x="91406" y="17295"/>
                  <a:pt x="91115" y="17103"/>
                  <a:pt x="90793" y="16973"/>
                </a:cubicBezTo>
                <a:cubicBezTo>
                  <a:pt x="90471" y="16844"/>
                  <a:pt x="90130" y="16780"/>
                  <a:pt x="89778" y="16786"/>
                </a:cubicBezTo>
                <a:lnTo>
                  <a:pt x="88974" y="16786"/>
                </a:lnTo>
                <a:cubicBezTo>
                  <a:pt x="87849" y="9984"/>
                  <a:pt x="82451" y="4589"/>
                  <a:pt x="75647" y="3468"/>
                </a:cubicBezTo>
                <a:lnTo>
                  <a:pt x="75647" y="2654"/>
                </a:lnTo>
                <a:cubicBezTo>
                  <a:pt x="75657" y="2304"/>
                  <a:pt x="75587" y="1957"/>
                  <a:pt x="75457" y="1632"/>
                </a:cubicBezTo>
                <a:cubicBezTo>
                  <a:pt x="75326" y="1308"/>
                  <a:pt x="75135" y="1013"/>
                  <a:pt x="74884" y="765"/>
                </a:cubicBezTo>
                <a:cubicBezTo>
                  <a:pt x="74633" y="518"/>
                  <a:pt x="74341" y="323"/>
                  <a:pt x="74019" y="191"/>
                </a:cubicBezTo>
                <a:cubicBezTo>
                  <a:pt x="73687" y="60"/>
                  <a:pt x="73346" y="-5"/>
                  <a:pt x="72995" y="0"/>
                </a:cubicBezTo>
                <a:close/>
                <a:moveTo>
                  <a:pt x="70411" y="9903"/>
                </a:moveTo>
                <a:lnTo>
                  <a:pt x="70411" y="12889"/>
                </a:lnTo>
                <a:cubicBezTo>
                  <a:pt x="70411" y="13235"/>
                  <a:pt x="70472" y="13580"/>
                  <a:pt x="70603" y="13902"/>
                </a:cubicBezTo>
                <a:cubicBezTo>
                  <a:pt x="70733" y="14223"/>
                  <a:pt x="70924" y="14516"/>
                  <a:pt x="71165" y="14762"/>
                </a:cubicBezTo>
                <a:cubicBezTo>
                  <a:pt x="71417" y="15010"/>
                  <a:pt x="71698" y="15206"/>
                  <a:pt x="72020" y="15340"/>
                </a:cubicBezTo>
                <a:cubicBezTo>
                  <a:pt x="72341" y="15474"/>
                  <a:pt x="72683" y="15543"/>
                  <a:pt x="73035" y="15543"/>
                </a:cubicBezTo>
                <a:cubicBezTo>
                  <a:pt x="73376" y="15543"/>
                  <a:pt x="73728" y="15474"/>
                  <a:pt x="74040" y="15340"/>
                </a:cubicBezTo>
                <a:cubicBezTo>
                  <a:pt x="74361" y="15206"/>
                  <a:pt x="74653" y="15010"/>
                  <a:pt x="74894" y="14762"/>
                </a:cubicBezTo>
                <a:cubicBezTo>
                  <a:pt x="75145" y="14516"/>
                  <a:pt x="75336" y="14223"/>
                  <a:pt x="75457" y="13902"/>
                </a:cubicBezTo>
                <a:cubicBezTo>
                  <a:pt x="75587" y="13580"/>
                  <a:pt x="75657" y="13235"/>
                  <a:pt x="75647" y="12889"/>
                </a:cubicBezTo>
                <a:lnTo>
                  <a:pt x="75647" y="9903"/>
                </a:lnTo>
                <a:cubicBezTo>
                  <a:pt x="79014" y="10818"/>
                  <a:pt x="81617" y="13422"/>
                  <a:pt x="82532" y="16786"/>
                </a:cubicBezTo>
                <a:lnTo>
                  <a:pt x="79547" y="16786"/>
                </a:lnTo>
                <a:cubicBezTo>
                  <a:pt x="79205" y="16780"/>
                  <a:pt x="78854" y="16844"/>
                  <a:pt x="78532" y="16973"/>
                </a:cubicBezTo>
                <a:cubicBezTo>
                  <a:pt x="78210" y="17103"/>
                  <a:pt x="77919" y="17295"/>
                  <a:pt x="77668" y="17538"/>
                </a:cubicBezTo>
                <a:cubicBezTo>
                  <a:pt x="77427" y="17782"/>
                  <a:pt x="77225" y="18072"/>
                  <a:pt x="77095" y="18392"/>
                </a:cubicBezTo>
                <a:cubicBezTo>
                  <a:pt x="76964" y="18712"/>
                  <a:pt x="76894" y="19056"/>
                  <a:pt x="76894" y="19402"/>
                </a:cubicBezTo>
                <a:cubicBezTo>
                  <a:pt x="76894" y="19749"/>
                  <a:pt x="76964" y="20092"/>
                  <a:pt x="77095" y="20412"/>
                </a:cubicBezTo>
                <a:cubicBezTo>
                  <a:pt x="77225" y="20732"/>
                  <a:pt x="77427" y="21022"/>
                  <a:pt x="77668" y="21265"/>
                </a:cubicBezTo>
                <a:cubicBezTo>
                  <a:pt x="77919" y="21509"/>
                  <a:pt x="78210" y="21701"/>
                  <a:pt x="78532" y="21830"/>
                </a:cubicBezTo>
                <a:cubicBezTo>
                  <a:pt x="78854" y="21960"/>
                  <a:pt x="79205" y="22024"/>
                  <a:pt x="79547" y="22019"/>
                </a:cubicBezTo>
                <a:lnTo>
                  <a:pt x="82532" y="22019"/>
                </a:lnTo>
                <a:cubicBezTo>
                  <a:pt x="81617" y="25382"/>
                  <a:pt x="79014" y="27987"/>
                  <a:pt x="75647" y="28900"/>
                </a:cubicBezTo>
                <a:lnTo>
                  <a:pt x="75647" y="25916"/>
                </a:lnTo>
                <a:cubicBezTo>
                  <a:pt x="75657" y="25565"/>
                  <a:pt x="75587" y="25217"/>
                  <a:pt x="75457" y="24892"/>
                </a:cubicBezTo>
                <a:cubicBezTo>
                  <a:pt x="75326" y="24569"/>
                  <a:pt x="75135" y="24273"/>
                  <a:pt x="74884" y="24027"/>
                </a:cubicBezTo>
                <a:cubicBezTo>
                  <a:pt x="74633" y="23780"/>
                  <a:pt x="74341" y="23583"/>
                  <a:pt x="74019" y="23453"/>
                </a:cubicBezTo>
                <a:cubicBezTo>
                  <a:pt x="73687" y="23321"/>
                  <a:pt x="73346" y="23256"/>
                  <a:pt x="72995" y="23262"/>
                </a:cubicBezTo>
                <a:cubicBezTo>
                  <a:pt x="72301" y="23273"/>
                  <a:pt x="71638" y="23558"/>
                  <a:pt x="71155" y="24055"/>
                </a:cubicBezTo>
                <a:cubicBezTo>
                  <a:pt x="70672" y="24553"/>
                  <a:pt x="70401" y="25222"/>
                  <a:pt x="70411" y="25916"/>
                </a:cubicBezTo>
                <a:lnTo>
                  <a:pt x="70411" y="28900"/>
                </a:lnTo>
                <a:cubicBezTo>
                  <a:pt x="67054" y="27987"/>
                  <a:pt x="64452" y="25382"/>
                  <a:pt x="63537" y="22019"/>
                </a:cubicBezTo>
                <a:lnTo>
                  <a:pt x="66522" y="22019"/>
                </a:lnTo>
                <a:cubicBezTo>
                  <a:pt x="66864" y="22024"/>
                  <a:pt x="67206" y="21960"/>
                  <a:pt x="67527" y="21830"/>
                </a:cubicBezTo>
                <a:cubicBezTo>
                  <a:pt x="67849" y="21701"/>
                  <a:pt x="68150" y="21509"/>
                  <a:pt x="68391" y="21265"/>
                </a:cubicBezTo>
                <a:cubicBezTo>
                  <a:pt x="68643" y="21022"/>
                  <a:pt x="68834" y="20732"/>
                  <a:pt x="68974" y="20412"/>
                </a:cubicBezTo>
                <a:cubicBezTo>
                  <a:pt x="69105" y="20092"/>
                  <a:pt x="69176" y="19749"/>
                  <a:pt x="69176" y="19402"/>
                </a:cubicBezTo>
                <a:cubicBezTo>
                  <a:pt x="69176" y="19056"/>
                  <a:pt x="69105" y="18712"/>
                  <a:pt x="68974" y="18392"/>
                </a:cubicBezTo>
                <a:cubicBezTo>
                  <a:pt x="68834" y="18072"/>
                  <a:pt x="68643" y="17782"/>
                  <a:pt x="68391" y="17538"/>
                </a:cubicBezTo>
                <a:cubicBezTo>
                  <a:pt x="68150" y="17295"/>
                  <a:pt x="67849" y="17103"/>
                  <a:pt x="67527" y="16973"/>
                </a:cubicBezTo>
                <a:cubicBezTo>
                  <a:pt x="67206" y="16844"/>
                  <a:pt x="66864" y="16780"/>
                  <a:pt x="66522" y="16786"/>
                </a:cubicBezTo>
                <a:lnTo>
                  <a:pt x="63537" y="16786"/>
                </a:lnTo>
                <a:cubicBezTo>
                  <a:pt x="64452" y="13422"/>
                  <a:pt x="67054" y="10818"/>
                  <a:pt x="70411" y="9903"/>
                </a:cubicBezTo>
                <a:close/>
                <a:moveTo>
                  <a:pt x="49940" y="26701"/>
                </a:moveTo>
                <a:cubicBezTo>
                  <a:pt x="49829" y="26704"/>
                  <a:pt x="49709" y="26714"/>
                  <a:pt x="49598" y="26728"/>
                </a:cubicBezTo>
                <a:lnTo>
                  <a:pt x="37437" y="26728"/>
                </a:lnTo>
                <a:cubicBezTo>
                  <a:pt x="37026" y="26724"/>
                  <a:pt x="36614" y="26800"/>
                  <a:pt x="36222" y="26956"/>
                </a:cubicBezTo>
                <a:cubicBezTo>
                  <a:pt x="35840" y="27111"/>
                  <a:pt x="35488" y="27340"/>
                  <a:pt x="35186" y="27633"/>
                </a:cubicBezTo>
                <a:cubicBezTo>
                  <a:pt x="34895" y="27925"/>
                  <a:pt x="34654" y="28273"/>
                  <a:pt x="34493" y="28657"/>
                </a:cubicBezTo>
                <a:cubicBezTo>
                  <a:pt x="34332" y="29041"/>
                  <a:pt x="34252" y="29453"/>
                  <a:pt x="34252" y="29869"/>
                </a:cubicBezTo>
                <a:cubicBezTo>
                  <a:pt x="34252" y="30286"/>
                  <a:pt x="34332" y="30698"/>
                  <a:pt x="34493" y="31082"/>
                </a:cubicBezTo>
                <a:cubicBezTo>
                  <a:pt x="34654" y="31465"/>
                  <a:pt x="34895" y="31813"/>
                  <a:pt x="35186" y="32106"/>
                </a:cubicBezTo>
                <a:cubicBezTo>
                  <a:pt x="35488" y="32398"/>
                  <a:pt x="35840" y="32628"/>
                  <a:pt x="36222" y="32783"/>
                </a:cubicBezTo>
                <a:cubicBezTo>
                  <a:pt x="36614" y="32939"/>
                  <a:pt x="37026" y="33015"/>
                  <a:pt x="37437" y="33009"/>
                </a:cubicBezTo>
                <a:lnTo>
                  <a:pt x="42030" y="33009"/>
                </a:lnTo>
                <a:cubicBezTo>
                  <a:pt x="32373" y="41793"/>
                  <a:pt x="25247" y="45463"/>
                  <a:pt x="11800" y="47704"/>
                </a:cubicBezTo>
                <a:cubicBezTo>
                  <a:pt x="10976" y="47841"/>
                  <a:pt x="10242" y="48299"/>
                  <a:pt x="9760" y="48976"/>
                </a:cubicBezTo>
                <a:cubicBezTo>
                  <a:pt x="9278" y="49654"/>
                  <a:pt x="9076" y="50497"/>
                  <a:pt x="9217" y="51318"/>
                </a:cubicBezTo>
                <a:cubicBezTo>
                  <a:pt x="9348" y="52141"/>
                  <a:pt x="9810" y="52875"/>
                  <a:pt x="10484" y="53359"/>
                </a:cubicBezTo>
                <a:cubicBezTo>
                  <a:pt x="11167" y="53845"/>
                  <a:pt x="12011" y="54040"/>
                  <a:pt x="12825" y="53903"/>
                </a:cubicBezTo>
                <a:cubicBezTo>
                  <a:pt x="27337" y="51486"/>
                  <a:pt x="36151" y="46753"/>
                  <a:pt x="46865" y="37016"/>
                </a:cubicBezTo>
                <a:lnTo>
                  <a:pt x="46865" y="42429"/>
                </a:lnTo>
                <a:cubicBezTo>
                  <a:pt x="46854" y="42847"/>
                  <a:pt x="46935" y="43259"/>
                  <a:pt x="47085" y="43646"/>
                </a:cubicBezTo>
                <a:cubicBezTo>
                  <a:pt x="47246" y="44031"/>
                  <a:pt x="47477" y="44383"/>
                  <a:pt x="47769" y="44679"/>
                </a:cubicBezTo>
                <a:cubicBezTo>
                  <a:pt x="48060" y="44976"/>
                  <a:pt x="48402" y="45211"/>
                  <a:pt x="48794" y="45372"/>
                </a:cubicBezTo>
                <a:cubicBezTo>
                  <a:pt x="49176" y="45532"/>
                  <a:pt x="49588" y="45615"/>
                  <a:pt x="50000" y="45615"/>
                </a:cubicBezTo>
                <a:cubicBezTo>
                  <a:pt x="50422" y="45615"/>
                  <a:pt x="50834" y="45532"/>
                  <a:pt x="51216" y="45372"/>
                </a:cubicBezTo>
                <a:cubicBezTo>
                  <a:pt x="51598" y="45211"/>
                  <a:pt x="51950" y="44976"/>
                  <a:pt x="52241" y="44679"/>
                </a:cubicBezTo>
                <a:cubicBezTo>
                  <a:pt x="52533" y="44383"/>
                  <a:pt x="52764" y="44031"/>
                  <a:pt x="52915" y="43646"/>
                </a:cubicBezTo>
                <a:cubicBezTo>
                  <a:pt x="53075" y="43259"/>
                  <a:pt x="53146" y="42847"/>
                  <a:pt x="53146" y="42429"/>
                </a:cubicBezTo>
                <a:lnTo>
                  <a:pt x="53146" y="30266"/>
                </a:lnTo>
                <a:cubicBezTo>
                  <a:pt x="53206" y="29814"/>
                  <a:pt x="53166" y="29354"/>
                  <a:pt x="53035" y="28918"/>
                </a:cubicBezTo>
                <a:cubicBezTo>
                  <a:pt x="52894" y="28482"/>
                  <a:pt x="52674" y="28081"/>
                  <a:pt x="52372" y="27741"/>
                </a:cubicBezTo>
                <a:cubicBezTo>
                  <a:pt x="52060" y="27402"/>
                  <a:pt x="51689" y="27134"/>
                  <a:pt x="51266" y="26953"/>
                </a:cubicBezTo>
                <a:cubicBezTo>
                  <a:pt x="50854" y="26774"/>
                  <a:pt x="50392" y="26688"/>
                  <a:pt x="49940" y="26701"/>
                </a:cubicBezTo>
                <a:close/>
                <a:moveTo>
                  <a:pt x="76170" y="45570"/>
                </a:moveTo>
                <a:cubicBezTo>
                  <a:pt x="73396" y="45570"/>
                  <a:pt x="70733" y="46673"/>
                  <a:pt x="68773" y="48635"/>
                </a:cubicBezTo>
                <a:cubicBezTo>
                  <a:pt x="66803" y="50599"/>
                  <a:pt x="65708" y="53261"/>
                  <a:pt x="65708" y="56038"/>
                </a:cubicBezTo>
                <a:cubicBezTo>
                  <a:pt x="65708" y="58814"/>
                  <a:pt x="66803" y="61476"/>
                  <a:pt x="68773" y="63439"/>
                </a:cubicBezTo>
                <a:cubicBezTo>
                  <a:pt x="70733" y="65402"/>
                  <a:pt x="73396" y="66505"/>
                  <a:pt x="76170" y="66505"/>
                </a:cubicBezTo>
                <a:cubicBezTo>
                  <a:pt x="78954" y="66505"/>
                  <a:pt x="81617" y="65402"/>
                  <a:pt x="83577" y="63439"/>
                </a:cubicBezTo>
                <a:cubicBezTo>
                  <a:pt x="85536" y="61476"/>
                  <a:pt x="86642" y="58814"/>
                  <a:pt x="86642" y="56038"/>
                </a:cubicBezTo>
                <a:cubicBezTo>
                  <a:pt x="86642" y="53261"/>
                  <a:pt x="85536" y="50599"/>
                  <a:pt x="83577" y="48635"/>
                </a:cubicBezTo>
                <a:cubicBezTo>
                  <a:pt x="81617" y="46673"/>
                  <a:pt x="78954" y="45570"/>
                  <a:pt x="76170" y="45570"/>
                </a:cubicBezTo>
                <a:close/>
                <a:moveTo>
                  <a:pt x="47909" y="53944"/>
                </a:moveTo>
                <a:cubicBezTo>
                  <a:pt x="45407" y="53944"/>
                  <a:pt x="43015" y="54936"/>
                  <a:pt x="41247" y="56703"/>
                </a:cubicBezTo>
                <a:cubicBezTo>
                  <a:pt x="39478" y="58470"/>
                  <a:pt x="38483" y="60866"/>
                  <a:pt x="38483" y="63365"/>
                </a:cubicBezTo>
                <a:cubicBezTo>
                  <a:pt x="38483" y="65863"/>
                  <a:pt x="39478" y="68259"/>
                  <a:pt x="41247" y="70026"/>
                </a:cubicBezTo>
                <a:cubicBezTo>
                  <a:pt x="43015" y="71792"/>
                  <a:pt x="45407" y="72785"/>
                  <a:pt x="47909" y="72785"/>
                </a:cubicBezTo>
                <a:cubicBezTo>
                  <a:pt x="50402" y="72785"/>
                  <a:pt x="52804" y="71792"/>
                  <a:pt x="54573" y="70026"/>
                </a:cubicBezTo>
                <a:cubicBezTo>
                  <a:pt x="56342" y="68259"/>
                  <a:pt x="57327" y="65863"/>
                  <a:pt x="57327" y="63365"/>
                </a:cubicBezTo>
                <a:cubicBezTo>
                  <a:pt x="57327" y="60866"/>
                  <a:pt x="56342" y="58470"/>
                  <a:pt x="54573" y="56703"/>
                </a:cubicBezTo>
                <a:cubicBezTo>
                  <a:pt x="52804" y="54936"/>
                  <a:pt x="50402" y="53944"/>
                  <a:pt x="47909" y="53944"/>
                </a:cubicBezTo>
                <a:close/>
                <a:moveTo>
                  <a:pt x="21739" y="62318"/>
                </a:moveTo>
                <a:cubicBezTo>
                  <a:pt x="19518" y="62318"/>
                  <a:pt x="17388" y="63200"/>
                  <a:pt x="15810" y="64771"/>
                </a:cubicBezTo>
                <a:cubicBezTo>
                  <a:pt x="14242" y="66341"/>
                  <a:pt x="13358" y="68470"/>
                  <a:pt x="13358" y="70691"/>
                </a:cubicBezTo>
                <a:cubicBezTo>
                  <a:pt x="13358" y="72913"/>
                  <a:pt x="14242" y="75043"/>
                  <a:pt x="15810" y="76613"/>
                </a:cubicBezTo>
                <a:cubicBezTo>
                  <a:pt x="17388" y="78183"/>
                  <a:pt x="19518" y="79066"/>
                  <a:pt x="21739" y="79066"/>
                </a:cubicBezTo>
                <a:cubicBezTo>
                  <a:pt x="23960" y="79066"/>
                  <a:pt x="26091" y="78183"/>
                  <a:pt x="27659" y="76613"/>
                </a:cubicBezTo>
                <a:cubicBezTo>
                  <a:pt x="29227" y="75043"/>
                  <a:pt x="30111" y="72913"/>
                  <a:pt x="30111" y="70691"/>
                </a:cubicBezTo>
                <a:cubicBezTo>
                  <a:pt x="30111" y="68470"/>
                  <a:pt x="29227" y="66341"/>
                  <a:pt x="27659" y="64771"/>
                </a:cubicBezTo>
                <a:cubicBezTo>
                  <a:pt x="26091" y="63200"/>
                  <a:pt x="23960" y="62318"/>
                  <a:pt x="21739" y="62318"/>
                </a:cubicBezTo>
                <a:close/>
                <a:moveTo>
                  <a:pt x="64653" y="72785"/>
                </a:moveTo>
                <a:cubicBezTo>
                  <a:pt x="60613" y="72785"/>
                  <a:pt x="57327" y="76072"/>
                  <a:pt x="57327" y="80112"/>
                </a:cubicBezTo>
                <a:lnTo>
                  <a:pt x="57327" y="100000"/>
                </a:lnTo>
                <a:lnTo>
                  <a:pt x="95014" y="100000"/>
                </a:lnTo>
                <a:lnTo>
                  <a:pt x="95014" y="80112"/>
                </a:lnTo>
                <a:cubicBezTo>
                  <a:pt x="95014" y="76072"/>
                  <a:pt x="91728" y="72785"/>
                  <a:pt x="87687" y="72785"/>
                </a:cubicBezTo>
                <a:lnTo>
                  <a:pt x="64653" y="72785"/>
                </a:lnTo>
                <a:close/>
                <a:moveTo>
                  <a:pt x="37437" y="79025"/>
                </a:moveTo>
                <a:cubicBezTo>
                  <a:pt x="33398" y="79025"/>
                  <a:pt x="30111" y="82312"/>
                  <a:pt x="30111" y="86352"/>
                </a:cubicBezTo>
                <a:lnTo>
                  <a:pt x="30111" y="100000"/>
                </a:lnTo>
                <a:lnTo>
                  <a:pt x="53146" y="100000"/>
                </a:lnTo>
                <a:cubicBezTo>
                  <a:pt x="53146" y="100000"/>
                  <a:pt x="53095" y="79421"/>
                  <a:pt x="53146" y="79066"/>
                </a:cubicBezTo>
                <a:lnTo>
                  <a:pt x="37437" y="79025"/>
                </a:lnTo>
                <a:close/>
                <a:moveTo>
                  <a:pt x="12313" y="85309"/>
                </a:moveTo>
                <a:cubicBezTo>
                  <a:pt x="8272" y="85309"/>
                  <a:pt x="4986" y="88596"/>
                  <a:pt x="4986" y="92636"/>
                </a:cubicBezTo>
                <a:lnTo>
                  <a:pt x="4986" y="100000"/>
                </a:lnTo>
                <a:lnTo>
                  <a:pt x="25920" y="100000"/>
                </a:lnTo>
                <a:lnTo>
                  <a:pt x="25920" y="85309"/>
                </a:lnTo>
                <a:lnTo>
                  <a:pt x="12313" y="8530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2" name="Чёрный — SVG 25">
            <a:extLst>
              <a:ext uri="{FF2B5EF4-FFF2-40B4-BE49-F238E27FC236}">
                <a16:creationId xmlns:a16="http://schemas.microsoft.com/office/drawing/2014/main" id="{119F6DA7-05B4-9A49-BB7F-0DA121BE5AA6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15942 w 141772"/>
              <a:gd name="csY0" fmla="*/ 0 h 131127"/>
              <a:gd name="csX1" fmla="*/ 0 w 141772"/>
              <a:gd name="csY1" fmla="*/ 15948 h 131127"/>
              <a:gd name="csX2" fmla="*/ 0 w 141772"/>
              <a:gd name="csY2" fmla="*/ 86828 h 131127"/>
              <a:gd name="csX3" fmla="*/ 15942 w 141772"/>
              <a:gd name="csY3" fmla="*/ 102776 h 131127"/>
              <a:gd name="csX4" fmla="*/ 46072 w 141772"/>
              <a:gd name="csY4" fmla="*/ 102776 h 131127"/>
              <a:gd name="csX5" fmla="*/ 46072 w 141772"/>
              <a:gd name="csY5" fmla="*/ 120495 h 131127"/>
              <a:gd name="csX6" fmla="*/ 33670 w 141772"/>
              <a:gd name="csY6" fmla="*/ 120495 h 131127"/>
              <a:gd name="csX7" fmla="*/ 31611 w 141772"/>
              <a:gd name="csY7" fmla="*/ 120877 h 131127"/>
              <a:gd name="csX8" fmla="*/ 29859 w 141772"/>
              <a:gd name="csY8" fmla="*/ 122026 h 131127"/>
              <a:gd name="csX9" fmla="*/ 28685 w 141772"/>
              <a:gd name="csY9" fmla="*/ 123759 h 131127"/>
              <a:gd name="csX10" fmla="*/ 28276 w 141772"/>
              <a:gd name="csY10" fmla="*/ 125811 h 131127"/>
              <a:gd name="csX11" fmla="*/ 28685 w 141772"/>
              <a:gd name="csY11" fmla="*/ 127864 h 131127"/>
              <a:gd name="csX12" fmla="*/ 29859 w 141772"/>
              <a:gd name="csY12" fmla="*/ 129597 h 131127"/>
              <a:gd name="csX13" fmla="*/ 31611 w 141772"/>
              <a:gd name="csY13" fmla="*/ 130744 h 131127"/>
              <a:gd name="csX14" fmla="*/ 33670 w 141772"/>
              <a:gd name="csY14" fmla="*/ 131127 h 131127"/>
              <a:gd name="csX15" fmla="*/ 108103 w 141772"/>
              <a:gd name="csY15" fmla="*/ 131127 h 131127"/>
              <a:gd name="csX16" fmla="*/ 110162 w 141772"/>
              <a:gd name="csY16" fmla="*/ 130744 h 131127"/>
              <a:gd name="csX17" fmla="*/ 111914 w 141772"/>
              <a:gd name="csY17" fmla="*/ 129597 h 131127"/>
              <a:gd name="csX18" fmla="*/ 113088 w 141772"/>
              <a:gd name="csY18" fmla="*/ 127864 h 131127"/>
              <a:gd name="csX19" fmla="*/ 113496 w 141772"/>
              <a:gd name="csY19" fmla="*/ 125811 h 131127"/>
              <a:gd name="csX20" fmla="*/ 113088 w 141772"/>
              <a:gd name="csY20" fmla="*/ 123759 h 131127"/>
              <a:gd name="csX21" fmla="*/ 111914 w 141772"/>
              <a:gd name="csY21" fmla="*/ 122026 h 131127"/>
              <a:gd name="csX22" fmla="*/ 110162 w 141772"/>
              <a:gd name="csY22" fmla="*/ 120877 h 131127"/>
              <a:gd name="csX23" fmla="*/ 108103 w 141772"/>
              <a:gd name="csY23" fmla="*/ 120495 h 131127"/>
              <a:gd name="csX24" fmla="*/ 95700 w 141772"/>
              <a:gd name="csY24" fmla="*/ 120495 h 131127"/>
              <a:gd name="csX25" fmla="*/ 95700 w 141772"/>
              <a:gd name="csY25" fmla="*/ 102776 h 131127"/>
              <a:gd name="csX26" fmla="*/ 125831 w 141772"/>
              <a:gd name="csY26" fmla="*/ 102776 h 131127"/>
              <a:gd name="csX27" fmla="*/ 141773 w 141772"/>
              <a:gd name="csY27" fmla="*/ 86828 h 131127"/>
              <a:gd name="csX28" fmla="*/ 141773 w 141772"/>
              <a:gd name="csY28" fmla="*/ 15948 h 131127"/>
              <a:gd name="csX29" fmla="*/ 125831 w 141772"/>
              <a:gd name="csY29" fmla="*/ 0 h 131127"/>
              <a:gd name="csX30" fmla="*/ 15942 w 141772"/>
              <a:gd name="csY30" fmla="*/ 0 h 131127"/>
              <a:gd name="csX31" fmla="*/ 70895 w 141772"/>
              <a:gd name="csY31" fmla="*/ 21264 h 131127"/>
              <a:gd name="csX32" fmla="*/ 85067 w 141772"/>
              <a:gd name="csY32" fmla="*/ 35439 h 131127"/>
              <a:gd name="csX33" fmla="*/ 70895 w 141772"/>
              <a:gd name="csY33" fmla="*/ 49616 h 131127"/>
              <a:gd name="csX34" fmla="*/ 56706 w 141772"/>
              <a:gd name="csY34" fmla="*/ 35439 h 131127"/>
              <a:gd name="csX35" fmla="*/ 70895 w 141772"/>
              <a:gd name="csY35" fmla="*/ 21264 h 131127"/>
              <a:gd name="csX36" fmla="*/ 52282 w 141772"/>
              <a:gd name="csY36" fmla="*/ 56703 h 131127"/>
              <a:gd name="csX37" fmla="*/ 89491 w 141772"/>
              <a:gd name="csY37" fmla="*/ 56703 h 131127"/>
              <a:gd name="csX38" fmla="*/ 95700 w 141772"/>
              <a:gd name="csY38" fmla="*/ 62905 h 131127"/>
              <a:gd name="csX39" fmla="*/ 95700 w 141772"/>
              <a:gd name="csY39" fmla="*/ 67044 h 131127"/>
              <a:gd name="csX40" fmla="*/ 70895 w 141772"/>
              <a:gd name="csY40" fmla="*/ 81512 h 131127"/>
              <a:gd name="csX41" fmla="*/ 46072 w 141772"/>
              <a:gd name="csY41" fmla="*/ 67044 h 131127"/>
              <a:gd name="csX42" fmla="*/ 46072 w 141772"/>
              <a:gd name="csY42" fmla="*/ 62905 h 131127"/>
              <a:gd name="csX43" fmla="*/ 52282 w 141772"/>
              <a:gd name="csY43" fmla="*/ 56703 h 131127"/>
              <a:gd name="csX44" fmla="*/ 56706 w 141772"/>
              <a:gd name="csY44" fmla="*/ 102776 h 131127"/>
              <a:gd name="csX45" fmla="*/ 85067 w 141772"/>
              <a:gd name="csY45" fmla="*/ 102776 h 131127"/>
              <a:gd name="csX46" fmla="*/ 85067 w 141772"/>
              <a:gd name="csY46" fmla="*/ 120495 h 131127"/>
              <a:gd name="csX47" fmla="*/ 56706 w 141772"/>
              <a:gd name="csY47" fmla="*/ 120495 h 131127"/>
              <a:gd name="csX48" fmla="*/ 56706 w 141772"/>
              <a:gd name="csY48" fmla="*/ 102776 h 131127"/>
            </a:gdLst>
            <a:ahLst/>
            <a:cxnLst/>
            <a:rect l="l" t="t" r="r" b="b"/>
            <a:pathLst>
              <a:path w="100000" h="100000">
                <a:moveTo>
                  <a:pt x="11245" y="3754"/>
                </a:moveTo>
                <a:cubicBezTo>
                  <a:pt x="5052" y="3754"/>
                  <a:pt x="0" y="8801"/>
                  <a:pt x="0" y="15003"/>
                </a:cubicBezTo>
                <a:lnTo>
                  <a:pt x="0" y="64999"/>
                </a:lnTo>
                <a:cubicBezTo>
                  <a:pt x="0" y="71200"/>
                  <a:pt x="5052" y="76248"/>
                  <a:pt x="11245" y="76248"/>
                </a:cubicBezTo>
                <a:lnTo>
                  <a:pt x="32497" y="76248"/>
                </a:lnTo>
                <a:lnTo>
                  <a:pt x="32497" y="88746"/>
                </a:lnTo>
                <a:lnTo>
                  <a:pt x="23749" y="88746"/>
                </a:lnTo>
                <a:cubicBezTo>
                  <a:pt x="23257" y="88739"/>
                  <a:pt x="22765" y="88832"/>
                  <a:pt x="22297" y="89016"/>
                </a:cubicBezTo>
                <a:cubicBezTo>
                  <a:pt x="21841" y="89202"/>
                  <a:pt x="21421" y="89477"/>
                  <a:pt x="21061" y="89826"/>
                </a:cubicBezTo>
                <a:cubicBezTo>
                  <a:pt x="20713" y="90175"/>
                  <a:pt x="20425" y="90590"/>
                  <a:pt x="20233" y="91049"/>
                </a:cubicBezTo>
                <a:cubicBezTo>
                  <a:pt x="20041" y="91507"/>
                  <a:pt x="19945" y="91999"/>
                  <a:pt x="19945" y="92496"/>
                </a:cubicBezTo>
                <a:cubicBezTo>
                  <a:pt x="19945" y="92993"/>
                  <a:pt x="20041" y="93484"/>
                  <a:pt x="20233" y="93944"/>
                </a:cubicBezTo>
                <a:cubicBezTo>
                  <a:pt x="20425" y="94403"/>
                  <a:pt x="20713" y="94817"/>
                  <a:pt x="21061" y="95167"/>
                </a:cubicBezTo>
                <a:cubicBezTo>
                  <a:pt x="21421" y="95516"/>
                  <a:pt x="21841" y="95791"/>
                  <a:pt x="22297" y="95976"/>
                </a:cubicBezTo>
                <a:cubicBezTo>
                  <a:pt x="22765" y="96162"/>
                  <a:pt x="23257" y="96253"/>
                  <a:pt x="23749" y="96246"/>
                </a:cubicBezTo>
                <a:lnTo>
                  <a:pt x="76251" y="96246"/>
                </a:lnTo>
                <a:cubicBezTo>
                  <a:pt x="76756" y="96253"/>
                  <a:pt x="77248" y="96162"/>
                  <a:pt x="77704" y="95976"/>
                </a:cubicBezTo>
                <a:cubicBezTo>
                  <a:pt x="78171" y="95791"/>
                  <a:pt x="78592" y="95516"/>
                  <a:pt x="78939" y="95167"/>
                </a:cubicBezTo>
                <a:cubicBezTo>
                  <a:pt x="79300" y="94817"/>
                  <a:pt x="79576" y="94403"/>
                  <a:pt x="79768" y="93944"/>
                </a:cubicBezTo>
                <a:cubicBezTo>
                  <a:pt x="79959" y="93484"/>
                  <a:pt x="80055" y="92993"/>
                  <a:pt x="80055" y="92496"/>
                </a:cubicBezTo>
                <a:cubicBezTo>
                  <a:pt x="80055" y="91999"/>
                  <a:pt x="79959" y="91507"/>
                  <a:pt x="79768" y="91049"/>
                </a:cubicBezTo>
                <a:cubicBezTo>
                  <a:pt x="79576" y="90590"/>
                  <a:pt x="79300" y="90175"/>
                  <a:pt x="78939" y="89826"/>
                </a:cubicBezTo>
                <a:cubicBezTo>
                  <a:pt x="78592" y="89477"/>
                  <a:pt x="78171" y="89202"/>
                  <a:pt x="77704" y="89016"/>
                </a:cubicBezTo>
                <a:cubicBezTo>
                  <a:pt x="77248" y="88832"/>
                  <a:pt x="76756" y="88739"/>
                  <a:pt x="76251" y="88746"/>
                </a:cubicBezTo>
                <a:lnTo>
                  <a:pt x="67503" y="88746"/>
                </a:lnTo>
                <a:lnTo>
                  <a:pt x="67503" y="76248"/>
                </a:lnTo>
                <a:lnTo>
                  <a:pt x="88756" y="76248"/>
                </a:lnTo>
                <a:cubicBezTo>
                  <a:pt x="94960" y="76248"/>
                  <a:pt x="100001" y="71200"/>
                  <a:pt x="100001" y="64999"/>
                </a:cubicBezTo>
                <a:lnTo>
                  <a:pt x="100001" y="15003"/>
                </a:lnTo>
                <a:cubicBezTo>
                  <a:pt x="100001" y="8801"/>
                  <a:pt x="94960" y="3754"/>
                  <a:pt x="88756" y="3754"/>
                </a:cubicBezTo>
                <a:lnTo>
                  <a:pt x="11245" y="3754"/>
                </a:lnTo>
                <a:close/>
                <a:moveTo>
                  <a:pt x="50006" y="18753"/>
                </a:moveTo>
                <a:cubicBezTo>
                  <a:pt x="55514" y="18753"/>
                  <a:pt x="60003" y="23237"/>
                  <a:pt x="60003" y="28751"/>
                </a:cubicBezTo>
                <a:cubicBezTo>
                  <a:pt x="60003" y="34267"/>
                  <a:pt x="55514" y="38751"/>
                  <a:pt x="50006" y="38751"/>
                </a:cubicBezTo>
                <a:cubicBezTo>
                  <a:pt x="44486" y="38751"/>
                  <a:pt x="39998" y="34267"/>
                  <a:pt x="39998" y="28751"/>
                </a:cubicBezTo>
                <a:cubicBezTo>
                  <a:pt x="39998" y="23237"/>
                  <a:pt x="44486" y="18753"/>
                  <a:pt x="50006" y="18753"/>
                </a:cubicBezTo>
                <a:close/>
                <a:moveTo>
                  <a:pt x="36878" y="43750"/>
                </a:moveTo>
                <a:lnTo>
                  <a:pt x="63123" y="43750"/>
                </a:lnTo>
                <a:cubicBezTo>
                  <a:pt x="65547" y="43750"/>
                  <a:pt x="67503" y="45711"/>
                  <a:pt x="67503" y="48125"/>
                </a:cubicBezTo>
                <a:lnTo>
                  <a:pt x="67503" y="51044"/>
                </a:lnTo>
                <a:cubicBezTo>
                  <a:pt x="67503" y="56682"/>
                  <a:pt x="59667" y="61249"/>
                  <a:pt x="50006" y="61249"/>
                </a:cubicBezTo>
                <a:cubicBezTo>
                  <a:pt x="40334" y="61249"/>
                  <a:pt x="32497" y="56682"/>
                  <a:pt x="32497" y="51044"/>
                </a:cubicBezTo>
                <a:lnTo>
                  <a:pt x="32497" y="48125"/>
                </a:lnTo>
                <a:cubicBezTo>
                  <a:pt x="32497" y="45711"/>
                  <a:pt x="34465" y="43750"/>
                  <a:pt x="36878" y="43750"/>
                </a:cubicBezTo>
                <a:close/>
                <a:moveTo>
                  <a:pt x="39998" y="76248"/>
                </a:moveTo>
                <a:lnTo>
                  <a:pt x="60003" y="76248"/>
                </a:lnTo>
                <a:lnTo>
                  <a:pt x="60003" y="88746"/>
                </a:lnTo>
                <a:lnTo>
                  <a:pt x="39998" y="88746"/>
                </a:lnTo>
                <a:lnTo>
                  <a:pt x="39998" y="7624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3" name="Чёрный — SVG 26">
            <a:extLst>
              <a:ext uri="{FF2B5EF4-FFF2-40B4-BE49-F238E27FC236}">
                <a16:creationId xmlns:a16="http://schemas.microsoft.com/office/drawing/2014/main" id="{747CE3C8-6B0D-624D-8F5B-52F6F1D8F82F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133300 w 148867"/>
              <a:gd name="csY0" fmla="*/ 0 h 152460"/>
              <a:gd name="csX1" fmla="*/ 130680 w 148867"/>
              <a:gd name="csY1" fmla="*/ 716 h 152460"/>
              <a:gd name="csX2" fmla="*/ 128758 w 148867"/>
              <a:gd name="csY2" fmla="*/ 2637 h 152460"/>
              <a:gd name="csX3" fmla="*/ 128026 w 148867"/>
              <a:gd name="csY3" fmla="*/ 5260 h 152460"/>
              <a:gd name="csX4" fmla="*/ 128689 w 148867"/>
              <a:gd name="csY4" fmla="*/ 7898 h 152460"/>
              <a:gd name="csX5" fmla="*/ 138234 w 148867"/>
              <a:gd name="csY5" fmla="*/ 46141 h 152460"/>
              <a:gd name="csX6" fmla="*/ 128689 w 148867"/>
              <a:gd name="csY6" fmla="*/ 84384 h 152460"/>
              <a:gd name="csX7" fmla="*/ 128026 w 148867"/>
              <a:gd name="csY7" fmla="*/ 86389 h 152460"/>
              <a:gd name="csX8" fmla="*/ 128196 w 148867"/>
              <a:gd name="csY8" fmla="*/ 88495 h 152460"/>
              <a:gd name="csX9" fmla="*/ 129166 w 148867"/>
              <a:gd name="csY9" fmla="*/ 90372 h 152460"/>
              <a:gd name="csX10" fmla="*/ 130782 w 148867"/>
              <a:gd name="csY10" fmla="*/ 91721 h 152460"/>
              <a:gd name="csX11" fmla="*/ 132807 w 148867"/>
              <a:gd name="csY11" fmla="*/ 92330 h 152460"/>
              <a:gd name="csX12" fmla="*/ 134916 w 148867"/>
              <a:gd name="csY12" fmla="*/ 92103 h 152460"/>
              <a:gd name="csX13" fmla="*/ 136754 w 148867"/>
              <a:gd name="csY13" fmla="*/ 91076 h 152460"/>
              <a:gd name="csX14" fmla="*/ 138064 w 148867"/>
              <a:gd name="csY14" fmla="*/ 89409 h 152460"/>
              <a:gd name="csX15" fmla="*/ 148867 w 148867"/>
              <a:gd name="csY15" fmla="*/ 46141 h 152460"/>
              <a:gd name="csX16" fmla="*/ 138064 w 148867"/>
              <a:gd name="csY16" fmla="*/ 2873 h 152460"/>
              <a:gd name="csX17" fmla="*/ 136090 w 148867"/>
              <a:gd name="csY17" fmla="*/ 766 h 152460"/>
              <a:gd name="csX18" fmla="*/ 133300 w 148867"/>
              <a:gd name="csY18" fmla="*/ 0 h 152460"/>
              <a:gd name="csX19" fmla="*/ 56706 w 148867"/>
              <a:gd name="csY19" fmla="*/ 10702 h 152460"/>
              <a:gd name="csX20" fmla="*/ 21267 w 148867"/>
              <a:gd name="csY20" fmla="*/ 46141 h 152460"/>
              <a:gd name="csX21" fmla="*/ 56706 w 148867"/>
              <a:gd name="csY21" fmla="*/ 81580 h 152460"/>
              <a:gd name="csX22" fmla="*/ 92162 w 148867"/>
              <a:gd name="csY22" fmla="*/ 46141 h 152460"/>
              <a:gd name="csX23" fmla="*/ 56706 w 148867"/>
              <a:gd name="csY23" fmla="*/ 10702 h 152460"/>
              <a:gd name="csX24" fmla="*/ 108784 w 148867"/>
              <a:gd name="csY24" fmla="*/ 14175 h 152460"/>
              <a:gd name="csX25" fmla="*/ 106147 w 148867"/>
              <a:gd name="csY25" fmla="*/ 14842 h 152460"/>
              <a:gd name="csX26" fmla="*/ 104190 w 148867"/>
              <a:gd name="csY26" fmla="*/ 16727 h 152460"/>
              <a:gd name="csX27" fmla="*/ 103408 w 148867"/>
              <a:gd name="csY27" fmla="*/ 19335 h 152460"/>
              <a:gd name="csX28" fmla="*/ 104037 w 148867"/>
              <a:gd name="csY28" fmla="*/ 21984 h 152460"/>
              <a:gd name="csX29" fmla="*/ 109873 w 148867"/>
              <a:gd name="csY29" fmla="*/ 46141 h 152460"/>
              <a:gd name="csX30" fmla="*/ 104037 w 148867"/>
              <a:gd name="csY30" fmla="*/ 70299 h 152460"/>
              <a:gd name="csX31" fmla="*/ 103408 w 148867"/>
              <a:gd name="csY31" fmla="*/ 72309 h 152460"/>
              <a:gd name="csX32" fmla="*/ 103629 w 148867"/>
              <a:gd name="csY32" fmla="*/ 74400 h 152460"/>
              <a:gd name="csX33" fmla="*/ 104632 w 148867"/>
              <a:gd name="csY33" fmla="*/ 76246 h 152460"/>
              <a:gd name="csX34" fmla="*/ 106283 w 148867"/>
              <a:gd name="csY34" fmla="*/ 77554 h 152460"/>
              <a:gd name="csX35" fmla="*/ 108307 w 148867"/>
              <a:gd name="csY35" fmla="*/ 78124 h 152460"/>
              <a:gd name="csX36" fmla="*/ 110400 w 148867"/>
              <a:gd name="csY36" fmla="*/ 77863 h 152460"/>
              <a:gd name="csX37" fmla="*/ 112220 w 148867"/>
              <a:gd name="csY37" fmla="*/ 76815 h 152460"/>
              <a:gd name="csX38" fmla="*/ 113496 w 148867"/>
              <a:gd name="csY38" fmla="*/ 75143 h 152460"/>
              <a:gd name="csX39" fmla="*/ 120506 w 148867"/>
              <a:gd name="csY39" fmla="*/ 46141 h 152460"/>
              <a:gd name="csX40" fmla="*/ 113496 w 148867"/>
              <a:gd name="csY40" fmla="*/ 17139 h 152460"/>
              <a:gd name="csX41" fmla="*/ 111557 w 148867"/>
              <a:gd name="csY41" fmla="*/ 14994 h 152460"/>
              <a:gd name="csX42" fmla="*/ 108784 w 148867"/>
              <a:gd name="csY42" fmla="*/ 14175 h 152460"/>
              <a:gd name="csX43" fmla="*/ 15942 w 148867"/>
              <a:gd name="csY43" fmla="*/ 95757 h 152460"/>
              <a:gd name="csX44" fmla="*/ 0 w 148867"/>
              <a:gd name="csY44" fmla="*/ 111705 h 152460"/>
              <a:gd name="csX45" fmla="*/ 0 w 148867"/>
              <a:gd name="csY45" fmla="*/ 117021 h 152460"/>
              <a:gd name="csX46" fmla="*/ 56706 w 148867"/>
              <a:gd name="csY46" fmla="*/ 152460 h 152460"/>
              <a:gd name="csX47" fmla="*/ 113428 w 148867"/>
              <a:gd name="csY47" fmla="*/ 117021 h 152460"/>
              <a:gd name="csX48" fmla="*/ 113428 w 148867"/>
              <a:gd name="csY48" fmla="*/ 111705 h 152460"/>
              <a:gd name="csX49" fmla="*/ 97470 w 148867"/>
              <a:gd name="csY49" fmla="*/ 95757 h 152460"/>
              <a:gd name="csX50" fmla="*/ 15942 w 148867"/>
              <a:gd name="csY50" fmla="*/ 95757 h 152460"/>
            </a:gdLst>
            <a:ahLst/>
            <a:cxnLst/>
            <a:rect l="l" t="t" r="r" b="b"/>
            <a:pathLst>
              <a:path w="100000" h="100000">
                <a:moveTo>
                  <a:pt x="88611" y="0"/>
                </a:moveTo>
                <a:cubicBezTo>
                  <a:pt x="88008" y="5"/>
                  <a:pt x="87417" y="167"/>
                  <a:pt x="86893" y="470"/>
                </a:cubicBezTo>
                <a:cubicBezTo>
                  <a:pt x="86368" y="772"/>
                  <a:pt x="85933" y="1206"/>
                  <a:pt x="85632" y="1730"/>
                </a:cubicBezTo>
                <a:cubicBezTo>
                  <a:pt x="85319" y="2252"/>
                  <a:pt x="85163" y="2845"/>
                  <a:pt x="85152" y="3450"/>
                </a:cubicBezTo>
                <a:cubicBezTo>
                  <a:pt x="85141" y="4055"/>
                  <a:pt x="85297" y="4652"/>
                  <a:pt x="85587" y="5180"/>
                </a:cubicBezTo>
                <a:cubicBezTo>
                  <a:pt x="89604" y="12656"/>
                  <a:pt x="91847" y="21194"/>
                  <a:pt x="91847" y="30264"/>
                </a:cubicBezTo>
                <a:cubicBezTo>
                  <a:pt x="91847" y="39334"/>
                  <a:pt x="89604" y="47872"/>
                  <a:pt x="85587" y="55348"/>
                </a:cubicBezTo>
                <a:cubicBezTo>
                  <a:pt x="85353" y="55753"/>
                  <a:pt x="85208" y="56200"/>
                  <a:pt x="85152" y="56663"/>
                </a:cubicBezTo>
                <a:cubicBezTo>
                  <a:pt x="85096" y="57126"/>
                  <a:pt x="85130" y="57596"/>
                  <a:pt x="85263" y="58045"/>
                </a:cubicBezTo>
                <a:cubicBezTo>
                  <a:pt x="85386" y="58493"/>
                  <a:pt x="85610" y="58912"/>
                  <a:pt x="85900" y="59276"/>
                </a:cubicBezTo>
                <a:cubicBezTo>
                  <a:pt x="86189" y="59639"/>
                  <a:pt x="86558" y="59940"/>
                  <a:pt x="86960" y="60161"/>
                </a:cubicBezTo>
                <a:cubicBezTo>
                  <a:pt x="87373" y="60381"/>
                  <a:pt x="87830" y="60518"/>
                  <a:pt x="88288" y="60560"/>
                </a:cubicBezTo>
                <a:cubicBezTo>
                  <a:pt x="88756" y="60603"/>
                  <a:pt x="89225" y="60552"/>
                  <a:pt x="89671" y="60411"/>
                </a:cubicBezTo>
                <a:cubicBezTo>
                  <a:pt x="90118" y="60270"/>
                  <a:pt x="90530" y="60041"/>
                  <a:pt x="90877" y="59738"/>
                </a:cubicBezTo>
                <a:cubicBezTo>
                  <a:pt x="91233" y="59434"/>
                  <a:pt x="91523" y="59063"/>
                  <a:pt x="91736" y="58644"/>
                </a:cubicBezTo>
                <a:cubicBezTo>
                  <a:pt x="96277" y="50174"/>
                  <a:pt x="98822" y="40488"/>
                  <a:pt x="98822" y="30264"/>
                </a:cubicBezTo>
                <a:cubicBezTo>
                  <a:pt x="98822" y="20041"/>
                  <a:pt x="96277" y="10354"/>
                  <a:pt x="91736" y="1884"/>
                </a:cubicBezTo>
                <a:cubicBezTo>
                  <a:pt x="91434" y="1313"/>
                  <a:pt x="90988" y="835"/>
                  <a:pt x="90441" y="502"/>
                </a:cubicBezTo>
                <a:cubicBezTo>
                  <a:pt x="89895" y="170"/>
                  <a:pt x="89258" y="-5"/>
                  <a:pt x="88611" y="0"/>
                </a:cubicBezTo>
                <a:close/>
                <a:moveTo>
                  <a:pt x="38372" y="7020"/>
                </a:moveTo>
                <a:cubicBezTo>
                  <a:pt x="25561" y="7020"/>
                  <a:pt x="15128" y="17447"/>
                  <a:pt x="15128" y="30264"/>
                </a:cubicBezTo>
                <a:cubicBezTo>
                  <a:pt x="15128" y="43082"/>
                  <a:pt x="25561" y="53509"/>
                  <a:pt x="38372" y="53509"/>
                </a:cubicBezTo>
                <a:cubicBezTo>
                  <a:pt x="51194" y="53509"/>
                  <a:pt x="61628" y="43082"/>
                  <a:pt x="61628" y="30264"/>
                </a:cubicBezTo>
                <a:cubicBezTo>
                  <a:pt x="61628" y="17447"/>
                  <a:pt x="51194" y="7020"/>
                  <a:pt x="38372" y="7020"/>
                </a:cubicBezTo>
                <a:close/>
                <a:moveTo>
                  <a:pt x="72531" y="9298"/>
                </a:moveTo>
                <a:cubicBezTo>
                  <a:pt x="71928" y="9291"/>
                  <a:pt x="71325" y="9442"/>
                  <a:pt x="70801" y="9735"/>
                </a:cubicBezTo>
                <a:cubicBezTo>
                  <a:pt x="70276" y="10029"/>
                  <a:pt x="69830" y="10455"/>
                  <a:pt x="69518" y="10971"/>
                </a:cubicBezTo>
                <a:cubicBezTo>
                  <a:pt x="69194" y="11488"/>
                  <a:pt x="69027" y="12077"/>
                  <a:pt x="69005" y="12682"/>
                </a:cubicBezTo>
                <a:cubicBezTo>
                  <a:pt x="68994" y="13287"/>
                  <a:pt x="69127" y="13885"/>
                  <a:pt x="69417" y="14420"/>
                </a:cubicBezTo>
                <a:cubicBezTo>
                  <a:pt x="71850" y="19189"/>
                  <a:pt x="73245" y="24549"/>
                  <a:pt x="73245" y="30264"/>
                </a:cubicBezTo>
                <a:cubicBezTo>
                  <a:pt x="73245" y="35981"/>
                  <a:pt x="71850" y="41339"/>
                  <a:pt x="69417" y="46110"/>
                </a:cubicBezTo>
                <a:cubicBezTo>
                  <a:pt x="69194" y="46518"/>
                  <a:pt x="69060" y="46966"/>
                  <a:pt x="69005" y="47428"/>
                </a:cubicBezTo>
                <a:cubicBezTo>
                  <a:pt x="68959" y="47891"/>
                  <a:pt x="69016" y="48357"/>
                  <a:pt x="69150" y="48800"/>
                </a:cubicBezTo>
                <a:cubicBezTo>
                  <a:pt x="69283" y="49244"/>
                  <a:pt x="69518" y="49654"/>
                  <a:pt x="69807" y="50010"/>
                </a:cubicBezTo>
                <a:cubicBezTo>
                  <a:pt x="70109" y="50365"/>
                  <a:pt x="70477" y="50657"/>
                  <a:pt x="70890" y="50868"/>
                </a:cubicBezTo>
                <a:cubicBezTo>
                  <a:pt x="71303" y="51080"/>
                  <a:pt x="71761" y="51208"/>
                  <a:pt x="72218" y="51242"/>
                </a:cubicBezTo>
                <a:cubicBezTo>
                  <a:pt x="72687" y="51276"/>
                  <a:pt x="73144" y="51219"/>
                  <a:pt x="73591" y="51071"/>
                </a:cubicBezTo>
                <a:cubicBezTo>
                  <a:pt x="74026" y="50924"/>
                  <a:pt x="74439" y="50691"/>
                  <a:pt x="74785" y="50384"/>
                </a:cubicBezTo>
                <a:cubicBezTo>
                  <a:pt x="75131" y="50078"/>
                  <a:pt x="75421" y="49705"/>
                  <a:pt x="75621" y="49287"/>
                </a:cubicBezTo>
                <a:cubicBezTo>
                  <a:pt x="78534" y="43587"/>
                  <a:pt x="80219" y="37120"/>
                  <a:pt x="80219" y="30264"/>
                </a:cubicBezTo>
                <a:cubicBezTo>
                  <a:pt x="80219" y="23409"/>
                  <a:pt x="78534" y="16942"/>
                  <a:pt x="75621" y="11242"/>
                </a:cubicBezTo>
                <a:cubicBezTo>
                  <a:pt x="75332" y="10664"/>
                  <a:pt x="74897" y="10177"/>
                  <a:pt x="74350" y="9835"/>
                </a:cubicBezTo>
                <a:cubicBezTo>
                  <a:pt x="73803" y="9491"/>
                  <a:pt x="73178" y="9305"/>
                  <a:pt x="72531" y="9298"/>
                </a:cubicBezTo>
                <a:close/>
                <a:moveTo>
                  <a:pt x="11635" y="62808"/>
                </a:moveTo>
                <a:cubicBezTo>
                  <a:pt x="5877" y="62808"/>
                  <a:pt x="1178" y="67501"/>
                  <a:pt x="1178" y="73268"/>
                </a:cubicBezTo>
                <a:lnTo>
                  <a:pt x="1178" y="76755"/>
                </a:lnTo>
                <a:cubicBezTo>
                  <a:pt x="1178" y="89789"/>
                  <a:pt x="17516" y="100000"/>
                  <a:pt x="38372" y="100000"/>
                </a:cubicBezTo>
                <a:cubicBezTo>
                  <a:pt x="59229" y="100000"/>
                  <a:pt x="75577" y="89789"/>
                  <a:pt x="75577" y="76755"/>
                </a:cubicBezTo>
                <a:lnTo>
                  <a:pt x="75577" y="73268"/>
                </a:lnTo>
                <a:cubicBezTo>
                  <a:pt x="75577" y="67501"/>
                  <a:pt x="70879" y="62808"/>
                  <a:pt x="65110" y="62808"/>
                </a:cubicBezTo>
                <a:lnTo>
                  <a:pt x="11635" y="6280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4" name="Чёрный — SVG 27">
            <a:extLst>
              <a:ext uri="{FF2B5EF4-FFF2-40B4-BE49-F238E27FC236}">
                <a16:creationId xmlns:a16="http://schemas.microsoft.com/office/drawing/2014/main" id="{3E5EBCA2-D5E3-AE40-B81D-A0472DDD4DBC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60329 w 120658"/>
              <a:gd name="csY0" fmla="*/ 0 h 141759"/>
              <a:gd name="csX1" fmla="*/ 31968 w 120658"/>
              <a:gd name="csY1" fmla="*/ 28352 h 141759"/>
              <a:gd name="csX2" fmla="*/ 60329 w 120658"/>
              <a:gd name="csY2" fmla="*/ 56703 h 141759"/>
              <a:gd name="csX3" fmla="*/ 88691 w 120658"/>
              <a:gd name="csY3" fmla="*/ 28352 h 141759"/>
              <a:gd name="csX4" fmla="*/ 60329 w 120658"/>
              <a:gd name="csY4" fmla="*/ 0 h 141759"/>
              <a:gd name="csX5" fmla="*/ 26660 w 120658"/>
              <a:gd name="csY5" fmla="*/ 70880 h 141759"/>
              <a:gd name="csX6" fmla="*/ 10702 w 120658"/>
              <a:gd name="csY6" fmla="*/ 86828 h 141759"/>
              <a:gd name="csX7" fmla="*/ 10702 w 120658"/>
              <a:gd name="csY7" fmla="*/ 125811 h 141759"/>
              <a:gd name="csX8" fmla="*/ 11688 w 120658"/>
              <a:gd name="csY8" fmla="*/ 131127 h 141759"/>
              <a:gd name="csX9" fmla="*/ 5393 w 120658"/>
              <a:gd name="csY9" fmla="*/ 131127 h 141759"/>
              <a:gd name="csX10" fmla="*/ 3335 w 120658"/>
              <a:gd name="csY10" fmla="*/ 131509 h 141759"/>
              <a:gd name="csX11" fmla="*/ 1582 w 120658"/>
              <a:gd name="csY11" fmla="*/ 132658 h 141759"/>
              <a:gd name="csX12" fmla="*/ 408 w 120658"/>
              <a:gd name="csY12" fmla="*/ 134391 h 141759"/>
              <a:gd name="csX13" fmla="*/ 0 w 120658"/>
              <a:gd name="csY13" fmla="*/ 136443 h 141759"/>
              <a:gd name="csX14" fmla="*/ 408 w 120658"/>
              <a:gd name="csY14" fmla="*/ 138496 h 141759"/>
              <a:gd name="csX15" fmla="*/ 1582 w 120658"/>
              <a:gd name="csY15" fmla="*/ 140229 h 141759"/>
              <a:gd name="csX16" fmla="*/ 3335 w 120658"/>
              <a:gd name="csY16" fmla="*/ 141376 h 141759"/>
              <a:gd name="csX17" fmla="*/ 5393 w 120658"/>
              <a:gd name="csY17" fmla="*/ 141759 h 141759"/>
              <a:gd name="csX18" fmla="*/ 26660 w 120658"/>
              <a:gd name="csY18" fmla="*/ 141759 h 141759"/>
              <a:gd name="csX19" fmla="*/ 93999 w 120658"/>
              <a:gd name="csY19" fmla="*/ 141759 h 141759"/>
              <a:gd name="csX20" fmla="*/ 115266 w 120658"/>
              <a:gd name="csY20" fmla="*/ 141759 h 141759"/>
              <a:gd name="csX21" fmla="*/ 117324 w 120658"/>
              <a:gd name="csY21" fmla="*/ 141376 h 141759"/>
              <a:gd name="csX22" fmla="*/ 119077 w 120658"/>
              <a:gd name="csY22" fmla="*/ 140229 h 141759"/>
              <a:gd name="csX23" fmla="*/ 120251 w 120658"/>
              <a:gd name="csY23" fmla="*/ 138496 h 141759"/>
              <a:gd name="csX24" fmla="*/ 120659 w 120658"/>
              <a:gd name="csY24" fmla="*/ 136443 h 141759"/>
              <a:gd name="csX25" fmla="*/ 120251 w 120658"/>
              <a:gd name="csY25" fmla="*/ 134391 h 141759"/>
              <a:gd name="csX26" fmla="*/ 119077 w 120658"/>
              <a:gd name="csY26" fmla="*/ 132658 h 141759"/>
              <a:gd name="csX27" fmla="*/ 117324 w 120658"/>
              <a:gd name="csY27" fmla="*/ 131509 h 141759"/>
              <a:gd name="csX28" fmla="*/ 115266 w 120658"/>
              <a:gd name="csY28" fmla="*/ 131127 h 141759"/>
              <a:gd name="csX29" fmla="*/ 108971 w 120658"/>
              <a:gd name="csY29" fmla="*/ 131127 h 141759"/>
              <a:gd name="csX30" fmla="*/ 109957 w 120658"/>
              <a:gd name="csY30" fmla="*/ 125811 h 141759"/>
              <a:gd name="csX31" fmla="*/ 109957 w 120658"/>
              <a:gd name="csY31" fmla="*/ 86828 h 141759"/>
              <a:gd name="csX32" fmla="*/ 93999 w 120658"/>
              <a:gd name="csY32" fmla="*/ 70880 h 141759"/>
              <a:gd name="csX33" fmla="*/ 26660 w 120658"/>
              <a:gd name="csY33" fmla="*/ 70880 h 141759"/>
              <a:gd name="csX34" fmla="*/ 60329 w 120658"/>
              <a:gd name="csY34" fmla="*/ 99231 h 141759"/>
              <a:gd name="csX35" fmla="*/ 67424 w 120658"/>
              <a:gd name="csY35" fmla="*/ 106319 h 141759"/>
              <a:gd name="csX36" fmla="*/ 60329 w 120658"/>
              <a:gd name="csY36" fmla="*/ 113408 h 141759"/>
              <a:gd name="csX37" fmla="*/ 53235 w 120658"/>
              <a:gd name="csY37" fmla="*/ 106319 h 141759"/>
              <a:gd name="csX38" fmla="*/ 60329 w 120658"/>
              <a:gd name="csY38" fmla="*/ 99231 h 141759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38971" y="0"/>
                  <a:pt x="29994" y="8972"/>
                  <a:pt x="29994" y="20000"/>
                </a:cubicBezTo>
                <a:cubicBezTo>
                  <a:pt x="29994" y="31027"/>
                  <a:pt x="38971" y="40000"/>
                  <a:pt x="50000" y="40000"/>
                </a:cubicBezTo>
                <a:cubicBezTo>
                  <a:pt x="61030" y="40000"/>
                  <a:pt x="70007" y="31027"/>
                  <a:pt x="70007" y="20000"/>
                </a:cubicBezTo>
                <a:cubicBezTo>
                  <a:pt x="70007" y="8972"/>
                  <a:pt x="61030" y="0"/>
                  <a:pt x="50000" y="0"/>
                </a:cubicBezTo>
                <a:close/>
                <a:moveTo>
                  <a:pt x="26249" y="50000"/>
                </a:moveTo>
                <a:cubicBezTo>
                  <a:pt x="20044" y="50000"/>
                  <a:pt x="14992" y="55048"/>
                  <a:pt x="14992" y="61250"/>
                </a:cubicBezTo>
                <a:lnTo>
                  <a:pt x="14992" y="88750"/>
                </a:lnTo>
                <a:cubicBezTo>
                  <a:pt x="14992" y="90071"/>
                  <a:pt x="15268" y="91321"/>
                  <a:pt x="15688" y="92500"/>
                </a:cubicBezTo>
                <a:lnTo>
                  <a:pt x="11247" y="92500"/>
                </a:lnTo>
                <a:cubicBezTo>
                  <a:pt x="10755" y="92493"/>
                  <a:pt x="10251" y="92585"/>
                  <a:pt x="9795" y="92769"/>
                </a:cubicBezTo>
                <a:cubicBezTo>
                  <a:pt x="9339" y="92956"/>
                  <a:pt x="8919" y="93231"/>
                  <a:pt x="8559" y="93580"/>
                </a:cubicBezTo>
                <a:cubicBezTo>
                  <a:pt x="8211" y="93929"/>
                  <a:pt x="7922" y="94344"/>
                  <a:pt x="7730" y="94802"/>
                </a:cubicBezTo>
                <a:cubicBezTo>
                  <a:pt x="7538" y="95261"/>
                  <a:pt x="7443" y="95753"/>
                  <a:pt x="7443" y="96250"/>
                </a:cubicBezTo>
                <a:cubicBezTo>
                  <a:pt x="7443" y="96747"/>
                  <a:pt x="7538" y="97238"/>
                  <a:pt x="7730" y="97698"/>
                </a:cubicBezTo>
                <a:cubicBezTo>
                  <a:pt x="7922" y="98157"/>
                  <a:pt x="8211" y="98572"/>
                  <a:pt x="8559" y="98921"/>
                </a:cubicBezTo>
                <a:cubicBezTo>
                  <a:pt x="8919" y="99270"/>
                  <a:pt x="9339" y="99545"/>
                  <a:pt x="9795" y="99730"/>
                </a:cubicBezTo>
                <a:cubicBezTo>
                  <a:pt x="10251" y="99916"/>
                  <a:pt x="10755" y="100007"/>
                  <a:pt x="11247" y="100000"/>
                </a:cubicBezTo>
                <a:lnTo>
                  <a:pt x="26249" y="100000"/>
                </a:lnTo>
                <a:lnTo>
                  <a:pt x="73752" y="100000"/>
                </a:lnTo>
                <a:lnTo>
                  <a:pt x="88754" y="100000"/>
                </a:lnTo>
                <a:cubicBezTo>
                  <a:pt x="89257" y="100007"/>
                  <a:pt x="89750" y="99916"/>
                  <a:pt x="90206" y="99730"/>
                </a:cubicBezTo>
                <a:cubicBezTo>
                  <a:pt x="90674" y="99545"/>
                  <a:pt x="91094" y="99270"/>
                  <a:pt x="91442" y="98921"/>
                </a:cubicBezTo>
                <a:cubicBezTo>
                  <a:pt x="91802" y="98572"/>
                  <a:pt x="92078" y="98157"/>
                  <a:pt x="92270" y="97698"/>
                </a:cubicBezTo>
                <a:cubicBezTo>
                  <a:pt x="92462" y="97238"/>
                  <a:pt x="92558" y="96747"/>
                  <a:pt x="92558" y="96250"/>
                </a:cubicBezTo>
                <a:cubicBezTo>
                  <a:pt x="92558" y="95753"/>
                  <a:pt x="92462" y="95261"/>
                  <a:pt x="92270" y="94802"/>
                </a:cubicBezTo>
                <a:cubicBezTo>
                  <a:pt x="92078" y="94344"/>
                  <a:pt x="91802" y="93929"/>
                  <a:pt x="91442" y="93580"/>
                </a:cubicBezTo>
                <a:cubicBezTo>
                  <a:pt x="91094" y="93231"/>
                  <a:pt x="90674" y="92956"/>
                  <a:pt x="90206" y="92769"/>
                </a:cubicBezTo>
                <a:cubicBezTo>
                  <a:pt x="89750" y="92585"/>
                  <a:pt x="89257" y="92493"/>
                  <a:pt x="88754" y="92500"/>
                </a:cubicBezTo>
                <a:lnTo>
                  <a:pt x="84313" y="92500"/>
                </a:lnTo>
                <a:cubicBezTo>
                  <a:pt x="84733" y="91321"/>
                  <a:pt x="85009" y="90071"/>
                  <a:pt x="85009" y="88750"/>
                </a:cubicBezTo>
                <a:lnTo>
                  <a:pt x="85009" y="61250"/>
                </a:lnTo>
                <a:cubicBezTo>
                  <a:pt x="85009" y="55048"/>
                  <a:pt x="79956" y="50000"/>
                  <a:pt x="73752" y="50000"/>
                </a:cubicBezTo>
                <a:lnTo>
                  <a:pt x="26249" y="50000"/>
                </a:lnTo>
                <a:close/>
                <a:moveTo>
                  <a:pt x="50000" y="70000"/>
                </a:moveTo>
                <a:cubicBezTo>
                  <a:pt x="52761" y="70000"/>
                  <a:pt x="55005" y="72240"/>
                  <a:pt x="55005" y="75000"/>
                </a:cubicBezTo>
                <a:cubicBezTo>
                  <a:pt x="55005" y="77760"/>
                  <a:pt x="52761" y="80001"/>
                  <a:pt x="50000" y="80001"/>
                </a:cubicBezTo>
                <a:cubicBezTo>
                  <a:pt x="47240" y="80001"/>
                  <a:pt x="44996" y="77760"/>
                  <a:pt x="44996" y="75000"/>
                </a:cubicBezTo>
                <a:cubicBezTo>
                  <a:pt x="44996" y="72240"/>
                  <a:pt x="47240" y="70000"/>
                  <a:pt x="50000" y="700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5" name="Чёрный — SVG 28">
            <a:extLst>
              <a:ext uri="{FF2B5EF4-FFF2-40B4-BE49-F238E27FC236}">
                <a16:creationId xmlns:a16="http://schemas.microsoft.com/office/drawing/2014/main" id="{5E89828E-D8BF-6246-93D3-DDAFEF18EAAD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139904 w 163048"/>
              <a:gd name="csY0" fmla="*/ 2 h 141887"/>
              <a:gd name="csX1" fmla="*/ 136248 w 163048"/>
              <a:gd name="csY1" fmla="*/ 1608 h 141887"/>
              <a:gd name="csX2" fmla="*/ 5104 w 163048"/>
              <a:gd name="csY2" fmla="*/ 132736 h 141887"/>
              <a:gd name="csX3" fmla="*/ 3906 w 163048"/>
              <a:gd name="csY3" fmla="*/ 134461 h 141887"/>
              <a:gd name="csX4" fmla="*/ 3469 w 163048"/>
              <a:gd name="csY4" fmla="*/ 136516 h 141887"/>
              <a:gd name="csX5" fmla="*/ 3863 w 163048"/>
              <a:gd name="csY5" fmla="*/ 138580 h 141887"/>
              <a:gd name="csX6" fmla="*/ 5025 w 163048"/>
              <a:gd name="csY6" fmla="*/ 140330 h 141887"/>
              <a:gd name="csX7" fmla="*/ 6776 w 163048"/>
              <a:gd name="csY7" fmla="*/ 141492 h 141887"/>
              <a:gd name="csX8" fmla="*/ 8840 w 163048"/>
              <a:gd name="csY8" fmla="*/ 141887 h 141887"/>
              <a:gd name="csX9" fmla="*/ 10895 w 163048"/>
              <a:gd name="csY9" fmla="*/ 141451 h 141887"/>
              <a:gd name="csX10" fmla="*/ 12622 w 163048"/>
              <a:gd name="csY10" fmla="*/ 140254 h 141887"/>
              <a:gd name="csX11" fmla="*/ 41698 w 163048"/>
              <a:gd name="csY11" fmla="*/ 111182 h 141887"/>
              <a:gd name="csX12" fmla="*/ 81524 w 163048"/>
              <a:gd name="csY12" fmla="*/ 120546 h 141887"/>
              <a:gd name="csX13" fmla="*/ 162091 w 163048"/>
              <a:gd name="csY13" fmla="*/ 77554 h 141887"/>
              <a:gd name="csX14" fmla="*/ 162091 w 163048"/>
              <a:gd name="csY14" fmla="*/ 71394 h 141887"/>
              <a:gd name="csX15" fmla="*/ 117072 w 163048"/>
              <a:gd name="csY15" fmla="*/ 35809 h 141887"/>
              <a:gd name="csX16" fmla="*/ 143766 w 163048"/>
              <a:gd name="csY16" fmla="*/ 9125 h 141887"/>
              <a:gd name="csX17" fmla="*/ 145269 w 163048"/>
              <a:gd name="csY17" fmla="*/ 6368 h 141887"/>
              <a:gd name="csX18" fmla="*/ 144954 w 163048"/>
              <a:gd name="csY18" fmla="*/ 3245 h 141887"/>
              <a:gd name="csX19" fmla="*/ 142929 w 163048"/>
              <a:gd name="csY19" fmla="*/ 843 h 141887"/>
              <a:gd name="csX20" fmla="*/ 139904 w 163048"/>
              <a:gd name="csY20" fmla="*/ 2 h 141887"/>
              <a:gd name="csX21" fmla="*/ 81524 w 163048"/>
              <a:gd name="csY21" fmla="*/ 28402 h 141887"/>
              <a:gd name="csX22" fmla="*/ 956 w 163048"/>
              <a:gd name="csY22" fmla="*/ 71394 h 141887"/>
              <a:gd name="csX23" fmla="*/ 956 w 163048"/>
              <a:gd name="csY23" fmla="*/ 77554 h 141887"/>
              <a:gd name="csX24" fmla="*/ 23109 w 163048"/>
              <a:gd name="csY24" fmla="*/ 99704 h 141887"/>
              <a:gd name="csX25" fmla="*/ 43455 w 163048"/>
              <a:gd name="csY25" fmla="*/ 79369 h 141887"/>
              <a:gd name="csX26" fmla="*/ 42535 w 163048"/>
              <a:gd name="csY26" fmla="*/ 70930 h 141887"/>
              <a:gd name="csX27" fmla="*/ 52746 w 163048"/>
              <a:gd name="csY27" fmla="*/ 44670 h 141887"/>
              <a:gd name="csX28" fmla="*/ 81524 w 163048"/>
              <a:gd name="csY28" fmla="*/ 39034 h 141887"/>
              <a:gd name="csX29" fmla="*/ 83719 w 163048"/>
              <a:gd name="csY29" fmla="*/ 39104 h 141887"/>
              <a:gd name="csX30" fmla="*/ 93577 w 163048"/>
              <a:gd name="csY30" fmla="*/ 29255 h 141887"/>
              <a:gd name="csX31" fmla="*/ 81524 w 163048"/>
              <a:gd name="csY31" fmla="*/ 28402 h 141887"/>
              <a:gd name="csX32" fmla="*/ 108778 w 163048"/>
              <a:gd name="csY32" fmla="*/ 44109 h 141887"/>
              <a:gd name="csX33" fmla="*/ 110303 w 163048"/>
              <a:gd name="csY33" fmla="*/ 44670 h 141887"/>
              <a:gd name="csX34" fmla="*/ 120512 w 163048"/>
              <a:gd name="csY34" fmla="*/ 70930 h 141887"/>
              <a:gd name="csX35" fmla="*/ 81524 w 163048"/>
              <a:gd name="csY35" fmla="*/ 109914 h 141887"/>
              <a:gd name="csX36" fmla="*/ 54206 w 163048"/>
              <a:gd name="csY36" fmla="*/ 98667 h 141887"/>
              <a:gd name="csX37" fmla="*/ 66709 w 163048"/>
              <a:gd name="csY37" fmla="*/ 86172 h 141887"/>
              <a:gd name="csX38" fmla="*/ 81524 w 163048"/>
              <a:gd name="csY38" fmla="*/ 92194 h 141887"/>
              <a:gd name="csX39" fmla="*/ 102791 w 163048"/>
              <a:gd name="csY39" fmla="*/ 70930 h 141887"/>
              <a:gd name="csX40" fmla="*/ 96768 w 163048"/>
              <a:gd name="csY40" fmla="*/ 56112 h 141887"/>
              <a:gd name="csX41" fmla="*/ 108778 w 163048"/>
              <a:gd name="csY41" fmla="*/ 44109 h 141887"/>
            </a:gdLst>
            <a:ahLst/>
            <a:cxnLst/>
            <a:rect l="l" t="t" r="r" b="b"/>
            <a:pathLst>
              <a:path w="100000" h="100000">
                <a:moveTo>
                  <a:pt x="85805" y="6490"/>
                </a:moveTo>
                <a:cubicBezTo>
                  <a:pt x="84958" y="6516"/>
                  <a:pt x="84155" y="6869"/>
                  <a:pt x="83563" y="7475"/>
                </a:cubicBezTo>
                <a:lnTo>
                  <a:pt x="3130" y="87898"/>
                </a:lnTo>
                <a:cubicBezTo>
                  <a:pt x="2817" y="88199"/>
                  <a:pt x="2567" y="88558"/>
                  <a:pt x="2396" y="88956"/>
                </a:cubicBezTo>
                <a:cubicBezTo>
                  <a:pt x="2223" y="89355"/>
                  <a:pt x="2131" y="89784"/>
                  <a:pt x="2128" y="90217"/>
                </a:cubicBezTo>
                <a:cubicBezTo>
                  <a:pt x="2123" y="90651"/>
                  <a:pt x="2205" y="91081"/>
                  <a:pt x="2369" y="91483"/>
                </a:cubicBezTo>
                <a:cubicBezTo>
                  <a:pt x="2533" y="91884"/>
                  <a:pt x="2775" y="92249"/>
                  <a:pt x="3082" y="92556"/>
                </a:cubicBezTo>
                <a:cubicBezTo>
                  <a:pt x="3389" y="92863"/>
                  <a:pt x="3754" y="93105"/>
                  <a:pt x="4156" y="93269"/>
                </a:cubicBezTo>
                <a:cubicBezTo>
                  <a:pt x="4558" y="93434"/>
                  <a:pt x="4987" y="93515"/>
                  <a:pt x="5422" y="93511"/>
                </a:cubicBezTo>
                <a:cubicBezTo>
                  <a:pt x="5856" y="93507"/>
                  <a:pt x="6285" y="93416"/>
                  <a:pt x="6682" y="93243"/>
                </a:cubicBezTo>
                <a:cubicBezTo>
                  <a:pt x="7081" y="93072"/>
                  <a:pt x="7441" y="92821"/>
                  <a:pt x="7741" y="92509"/>
                </a:cubicBezTo>
                <a:lnTo>
                  <a:pt x="25574" y="74679"/>
                </a:lnTo>
                <a:cubicBezTo>
                  <a:pt x="32465" y="78041"/>
                  <a:pt x="40649" y="80422"/>
                  <a:pt x="50000" y="80422"/>
                </a:cubicBezTo>
                <a:cubicBezTo>
                  <a:pt x="80412" y="80422"/>
                  <a:pt x="98653" y="55120"/>
                  <a:pt x="99413" y="54054"/>
                </a:cubicBezTo>
                <a:cubicBezTo>
                  <a:pt x="100196" y="52925"/>
                  <a:pt x="100196" y="51407"/>
                  <a:pt x="99413" y="50276"/>
                </a:cubicBezTo>
                <a:cubicBezTo>
                  <a:pt x="98860" y="49499"/>
                  <a:pt x="88964" y="35789"/>
                  <a:pt x="71802" y="28451"/>
                </a:cubicBezTo>
                <a:lnTo>
                  <a:pt x="88174" y="12086"/>
                </a:lnTo>
                <a:cubicBezTo>
                  <a:pt x="88645" y="11628"/>
                  <a:pt x="88966" y="11038"/>
                  <a:pt x="89096" y="10395"/>
                </a:cubicBezTo>
                <a:cubicBezTo>
                  <a:pt x="89226" y="9751"/>
                  <a:pt x="89158" y="9084"/>
                  <a:pt x="88903" y="8479"/>
                </a:cubicBezTo>
                <a:cubicBezTo>
                  <a:pt x="88646" y="7874"/>
                  <a:pt x="88214" y="7361"/>
                  <a:pt x="87661" y="7006"/>
                </a:cubicBezTo>
                <a:cubicBezTo>
                  <a:pt x="87109" y="6651"/>
                  <a:pt x="86462" y="6472"/>
                  <a:pt x="85805" y="6490"/>
                </a:cubicBezTo>
                <a:close/>
                <a:moveTo>
                  <a:pt x="50000" y="23909"/>
                </a:moveTo>
                <a:cubicBezTo>
                  <a:pt x="19587" y="23909"/>
                  <a:pt x="1348" y="49212"/>
                  <a:pt x="586" y="50276"/>
                </a:cubicBezTo>
                <a:cubicBezTo>
                  <a:pt x="-196" y="51407"/>
                  <a:pt x="-196" y="52925"/>
                  <a:pt x="586" y="54054"/>
                </a:cubicBezTo>
                <a:cubicBezTo>
                  <a:pt x="957" y="54598"/>
                  <a:pt x="5717" y="61185"/>
                  <a:pt x="14173" y="67639"/>
                </a:cubicBezTo>
                <a:lnTo>
                  <a:pt x="26652" y="55167"/>
                </a:lnTo>
                <a:cubicBezTo>
                  <a:pt x="26282" y="53493"/>
                  <a:pt x="26087" y="51775"/>
                  <a:pt x="26087" y="49992"/>
                </a:cubicBezTo>
                <a:cubicBezTo>
                  <a:pt x="26087" y="43993"/>
                  <a:pt x="28307" y="38298"/>
                  <a:pt x="32350" y="33886"/>
                </a:cubicBezTo>
                <a:cubicBezTo>
                  <a:pt x="37590" y="31820"/>
                  <a:pt x="43499" y="30429"/>
                  <a:pt x="50000" y="30429"/>
                </a:cubicBezTo>
                <a:cubicBezTo>
                  <a:pt x="50456" y="30429"/>
                  <a:pt x="50911" y="30429"/>
                  <a:pt x="51346" y="30472"/>
                </a:cubicBezTo>
                <a:lnTo>
                  <a:pt x="57392" y="24432"/>
                </a:lnTo>
                <a:cubicBezTo>
                  <a:pt x="55022" y="24084"/>
                  <a:pt x="52543" y="23909"/>
                  <a:pt x="50000" y="23909"/>
                </a:cubicBezTo>
                <a:close/>
                <a:moveTo>
                  <a:pt x="66715" y="33542"/>
                </a:moveTo>
                <a:cubicBezTo>
                  <a:pt x="67026" y="33657"/>
                  <a:pt x="67345" y="33764"/>
                  <a:pt x="67651" y="33886"/>
                </a:cubicBezTo>
                <a:cubicBezTo>
                  <a:pt x="71694" y="38298"/>
                  <a:pt x="73912" y="43993"/>
                  <a:pt x="73912" y="49992"/>
                </a:cubicBezTo>
                <a:cubicBezTo>
                  <a:pt x="73912" y="63185"/>
                  <a:pt x="63195" y="73901"/>
                  <a:pt x="50000" y="73901"/>
                </a:cubicBezTo>
                <a:cubicBezTo>
                  <a:pt x="43458" y="73901"/>
                  <a:pt x="37558" y="71258"/>
                  <a:pt x="33245" y="67003"/>
                </a:cubicBezTo>
                <a:lnTo>
                  <a:pt x="40914" y="59340"/>
                </a:lnTo>
                <a:cubicBezTo>
                  <a:pt x="43260" y="61628"/>
                  <a:pt x="46463" y="63033"/>
                  <a:pt x="50000" y="63033"/>
                </a:cubicBezTo>
                <a:cubicBezTo>
                  <a:pt x="57195" y="63033"/>
                  <a:pt x="63043" y="57187"/>
                  <a:pt x="63043" y="49992"/>
                </a:cubicBezTo>
                <a:cubicBezTo>
                  <a:pt x="63043" y="46456"/>
                  <a:pt x="61638" y="43249"/>
                  <a:pt x="59349" y="40904"/>
                </a:cubicBezTo>
                <a:lnTo>
                  <a:pt x="66715" y="3354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6" name="Чёрный — SVG 29">
            <a:extLst>
              <a:ext uri="{FF2B5EF4-FFF2-40B4-BE49-F238E27FC236}">
                <a16:creationId xmlns:a16="http://schemas.microsoft.com/office/drawing/2014/main" id="{D27FAF6F-8FB9-FC47-B6E2-3201EFB40A09}"/>
              </a:ext>
            </a:extLst>
          </p:cNvPr>
          <p:cNvSpPr>
            <a:spLocks noGrp="1"/>
          </p:cNvSpPr>
          <p:nvPr/>
        </p:nvSpPr>
        <p:spPr>
          <a:xfrm>
            <a:off x="6420000" y="3210000"/>
            <a:ext cx="220000" cy="220000"/>
          </a:xfrm>
          <a:custGeom>
            <a:avLst/>
            <a:gdLst>
              <a:gd name="csX0" fmla="*/ 79742 w 145328"/>
              <a:gd name="csY0" fmla="*/ 0 h 127583"/>
              <a:gd name="csX1" fmla="*/ 70895 w 145328"/>
              <a:gd name="csY1" fmla="*/ 8859 h 127583"/>
              <a:gd name="csX2" fmla="*/ 70895 w 145328"/>
              <a:gd name="csY2" fmla="*/ 10632 h 127583"/>
              <a:gd name="csX3" fmla="*/ 70895 w 145328"/>
              <a:gd name="csY3" fmla="*/ 62871 h 127583"/>
              <a:gd name="csX4" fmla="*/ 81528 w 145328"/>
              <a:gd name="csY4" fmla="*/ 56067 h 127583"/>
              <a:gd name="csX5" fmla="*/ 81528 w 145328"/>
              <a:gd name="csY5" fmla="*/ 21264 h 127583"/>
              <a:gd name="csX6" fmla="*/ 92162 w 145328"/>
              <a:gd name="csY6" fmla="*/ 10632 h 127583"/>
              <a:gd name="csX7" fmla="*/ 124062 w 145328"/>
              <a:gd name="csY7" fmla="*/ 10632 h 127583"/>
              <a:gd name="csX8" fmla="*/ 134695 w 145328"/>
              <a:gd name="csY8" fmla="*/ 21264 h 127583"/>
              <a:gd name="csX9" fmla="*/ 134695 w 145328"/>
              <a:gd name="csY9" fmla="*/ 106319 h 127583"/>
              <a:gd name="csX10" fmla="*/ 124062 w 145328"/>
              <a:gd name="csY10" fmla="*/ 116951 h 127583"/>
              <a:gd name="csX11" fmla="*/ 92162 w 145328"/>
              <a:gd name="csY11" fmla="*/ 116951 h 127583"/>
              <a:gd name="csX12" fmla="*/ 83995 w 145328"/>
              <a:gd name="csY12" fmla="*/ 106603 h 127583"/>
              <a:gd name="csX13" fmla="*/ 81528 w 145328"/>
              <a:gd name="csY13" fmla="*/ 109261 h 127583"/>
              <a:gd name="csX14" fmla="*/ 71388 w 145328"/>
              <a:gd name="csY14" fmla="*/ 120107 h 127583"/>
              <a:gd name="csX15" fmla="*/ 71388 w 145328"/>
              <a:gd name="csY15" fmla="*/ 120115 h 127583"/>
              <a:gd name="csX16" fmla="*/ 71065 w 145328"/>
              <a:gd name="csY16" fmla="*/ 120461 h 127583"/>
              <a:gd name="csX17" fmla="*/ 79742 w 145328"/>
              <a:gd name="csY17" fmla="*/ 127583 h 127583"/>
              <a:gd name="csX18" fmla="*/ 81528 w 145328"/>
              <a:gd name="csY18" fmla="*/ 127583 h 127583"/>
              <a:gd name="csX19" fmla="*/ 134695 w 145328"/>
              <a:gd name="csY19" fmla="*/ 127583 h 127583"/>
              <a:gd name="csX20" fmla="*/ 136464 w 145328"/>
              <a:gd name="csY20" fmla="*/ 127583 h 127583"/>
              <a:gd name="csX21" fmla="*/ 145329 w 145328"/>
              <a:gd name="csY21" fmla="*/ 118724 h 127583"/>
              <a:gd name="csX22" fmla="*/ 145329 w 145328"/>
              <a:gd name="csY22" fmla="*/ 116951 h 127583"/>
              <a:gd name="csX23" fmla="*/ 145329 w 145328"/>
              <a:gd name="csY23" fmla="*/ 10632 h 127583"/>
              <a:gd name="csX24" fmla="*/ 145329 w 145328"/>
              <a:gd name="csY24" fmla="*/ 8859 h 127583"/>
              <a:gd name="csX25" fmla="*/ 136464 w 145328"/>
              <a:gd name="csY25" fmla="*/ 0 h 127583"/>
              <a:gd name="csX26" fmla="*/ 134695 w 145328"/>
              <a:gd name="csY26" fmla="*/ 0 h 127583"/>
              <a:gd name="csX27" fmla="*/ 81528 w 145328"/>
              <a:gd name="csY27" fmla="*/ 0 h 127583"/>
              <a:gd name="csX28" fmla="*/ 79742 w 145328"/>
              <a:gd name="csY28" fmla="*/ 0 h 127583"/>
              <a:gd name="csX29" fmla="*/ 108103 w 145328"/>
              <a:gd name="csY29" fmla="*/ 21264 h 127583"/>
              <a:gd name="csX30" fmla="*/ 103101 w 145328"/>
              <a:gd name="csY30" fmla="*/ 23339 h 127583"/>
              <a:gd name="csX31" fmla="*/ 101009 w 145328"/>
              <a:gd name="csY31" fmla="*/ 28352 h 127583"/>
              <a:gd name="csX32" fmla="*/ 103101 w 145328"/>
              <a:gd name="csY32" fmla="*/ 33364 h 127583"/>
              <a:gd name="csX33" fmla="*/ 108103 w 145328"/>
              <a:gd name="csY33" fmla="*/ 35439 h 127583"/>
              <a:gd name="csX34" fmla="*/ 113122 w 145328"/>
              <a:gd name="csY34" fmla="*/ 33364 h 127583"/>
              <a:gd name="csX35" fmla="*/ 115198 w 145328"/>
              <a:gd name="csY35" fmla="*/ 28352 h 127583"/>
              <a:gd name="csX36" fmla="*/ 113122 w 145328"/>
              <a:gd name="csY36" fmla="*/ 23339 h 127583"/>
              <a:gd name="csX37" fmla="*/ 108103 w 145328"/>
              <a:gd name="csY37" fmla="*/ 21264 h 127583"/>
              <a:gd name="csX38" fmla="*/ 63800 w 145328"/>
              <a:gd name="csY38" fmla="*/ 31474 h 127583"/>
              <a:gd name="csX39" fmla="*/ 40186 w 145328"/>
              <a:gd name="csY39" fmla="*/ 38734 h 127583"/>
              <a:gd name="csX40" fmla="*/ 29518 w 145328"/>
              <a:gd name="csY40" fmla="*/ 46211 h 127583"/>
              <a:gd name="csX41" fmla="*/ 1446 w 145328"/>
              <a:gd name="csY41" fmla="*/ 83145 h 127583"/>
              <a:gd name="csX42" fmla="*/ 0 w 145328"/>
              <a:gd name="csY42" fmla="*/ 87430 h 127583"/>
              <a:gd name="csX43" fmla="*/ 0 w 145328"/>
              <a:gd name="csY43" fmla="*/ 120495 h 127583"/>
              <a:gd name="csX44" fmla="*/ 7095 w 145328"/>
              <a:gd name="csY44" fmla="*/ 127583 h 127583"/>
              <a:gd name="csX45" fmla="*/ 42465 w 145328"/>
              <a:gd name="csY45" fmla="*/ 127549 h 127583"/>
              <a:gd name="csX46" fmla="*/ 63171 w 145328"/>
              <a:gd name="csY46" fmla="*/ 118544 h 127583"/>
              <a:gd name="csX47" fmla="*/ 99631 w 145328"/>
              <a:gd name="csY47" fmla="*/ 79491 h 127583"/>
              <a:gd name="csX48" fmla="*/ 102761 w 145328"/>
              <a:gd name="csY48" fmla="*/ 71661 h 127583"/>
              <a:gd name="csX49" fmla="*/ 99035 w 145328"/>
              <a:gd name="csY49" fmla="*/ 63259 h 127583"/>
              <a:gd name="csX50" fmla="*/ 85458 w 145328"/>
              <a:gd name="csY50" fmla="*/ 61985 h 127583"/>
              <a:gd name="csX51" fmla="*/ 67526 w 145328"/>
              <a:gd name="csY51" fmla="*/ 73434 h 127583"/>
              <a:gd name="csX52" fmla="*/ 67526 w 145328"/>
              <a:gd name="csY52" fmla="*/ 73468 h 127583"/>
              <a:gd name="csX53" fmla="*/ 56740 w 145328"/>
              <a:gd name="csY53" fmla="*/ 80660 h 127583"/>
              <a:gd name="csX54" fmla="*/ 55158 w 145328"/>
              <a:gd name="csY54" fmla="*/ 81332 h 127583"/>
              <a:gd name="csX55" fmla="*/ 54936 w 145328"/>
              <a:gd name="csY55" fmla="*/ 81476 h 127583"/>
              <a:gd name="csX56" fmla="*/ 55038 w 145328"/>
              <a:gd name="csY56" fmla="*/ 81373 h 127583"/>
              <a:gd name="csX57" fmla="*/ 53882 w 145328"/>
              <a:gd name="csY57" fmla="*/ 81512 h 127583"/>
              <a:gd name="csX58" fmla="*/ 49407 w 145328"/>
              <a:gd name="csY58" fmla="*/ 79068 h 127583"/>
              <a:gd name="csX59" fmla="*/ 51006 w 145328"/>
              <a:gd name="csY59" fmla="*/ 71731 h 127583"/>
              <a:gd name="csX60" fmla="*/ 63800 w 145328"/>
              <a:gd name="csY60" fmla="*/ 63543 h 127583"/>
              <a:gd name="csX61" fmla="*/ 63800 w 145328"/>
              <a:gd name="csY61" fmla="*/ 31474 h 127583"/>
              <a:gd name="csX62" fmla="*/ 108103 w 145328"/>
              <a:gd name="csY62" fmla="*/ 46459 h 127583"/>
              <a:gd name="csX63" fmla="*/ 92689 w 145328"/>
              <a:gd name="csY63" fmla="*/ 53263 h 127583"/>
              <a:gd name="csX64" fmla="*/ 103816 w 145328"/>
              <a:gd name="csY64" fmla="*/ 58011 h 127583"/>
              <a:gd name="csX65" fmla="*/ 109839 w 145328"/>
              <a:gd name="csY65" fmla="*/ 71661 h 127583"/>
              <a:gd name="csX66" fmla="*/ 107253 w 145328"/>
              <a:gd name="csY66" fmla="*/ 81089 h 127583"/>
              <a:gd name="csX67" fmla="*/ 108103 w 145328"/>
              <a:gd name="csY67" fmla="*/ 81124 h 127583"/>
              <a:gd name="csX68" fmla="*/ 127601 w 145328"/>
              <a:gd name="csY68" fmla="*/ 63792 h 127583"/>
              <a:gd name="csX69" fmla="*/ 108103 w 145328"/>
              <a:gd name="csY69" fmla="*/ 46459 h 127583"/>
              <a:gd name="csX70" fmla="*/ 108103 w 145328"/>
              <a:gd name="csY70" fmla="*/ 92144 h 127583"/>
              <a:gd name="csX71" fmla="*/ 103101 w 145328"/>
              <a:gd name="csY71" fmla="*/ 94219 h 127583"/>
              <a:gd name="csX72" fmla="*/ 101009 w 145328"/>
              <a:gd name="csY72" fmla="*/ 99231 h 127583"/>
              <a:gd name="csX73" fmla="*/ 103101 w 145328"/>
              <a:gd name="csY73" fmla="*/ 104244 h 127583"/>
              <a:gd name="csX74" fmla="*/ 108103 w 145328"/>
              <a:gd name="csY74" fmla="*/ 106319 h 127583"/>
              <a:gd name="csX75" fmla="*/ 113122 w 145328"/>
              <a:gd name="csY75" fmla="*/ 104244 h 127583"/>
              <a:gd name="csX76" fmla="*/ 115198 w 145328"/>
              <a:gd name="csY76" fmla="*/ 99231 h 127583"/>
              <a:gd name="csX77" fmla="*/ 113122 w 145328"/>
              <a:gd name="csY77" fmla="*/ 94219 h 127583"/>
              <a:gd name="csX78" fmla="*/ 108103 w 145328"/>
              <a:gd name="csY78" fmla="*/ 92144 h 127583"/>
            </a:gdLst>
            <a:ahLst/>
            <a:cxnLst/>
            <a:rect l="l" t="t" r="r" b="b"/>
            <a:pathLst>
              <a:path w="100000" h="100000">
                <a:moveTo>
                  <a:pt x="54870" y="6105"/>
                </a:moveTo>
                <a:cubicBezTo>
                  <a:pt x="51510" y="6105"/>
                  <a:pt x="48783" y="8836"/>
                  <a:pt x="48783" y="12201"/>
                </a:cubicBezTo>
                <a:lnTo>
                  <a:pt x="48783" y="13421"/>
                </a:lnTo>
                <a:lnTo>
                  <a:pt x="48783" y="49367"/>
                </a:lnTo>
                <a:lnTo>
                  <a:pt x="56099" y="44685"/>
                </a:lnTo>
                <a:lnTo>
                  <a:pt x="56099" y="20737"/>
                </a:lnTo>
                <a:cubicBezTo>
                  <a:pt x="60138" y="20737"/>
                  <a:pt x="63417" y="17462"/>
                  <a:pt x="63417" y="13421"/>
                </a:cubicBezTo>
                <a:lnTo>
                  <a:pt x="85367" y="13421"/>
                </a:lnTo>
                <a:cubicBezTo>
                  <a:pt x="85367" y="17462"/>
                  <a:pt x="88633" y="20737"/>
                  <a:pt x="92683" y="20737"/>
                </a:cubicBezTo>
                <a:lnTo>
                  <a:pt x="92683" y="79263"/>
                </a:lnTo>
                <a:cubicBezTo>
                  <a:pt x="88633" y="79263"/>
                  <a:pt x="85367" y="82538"/>
                  <a:pt x="85367" y="86579"/>
                </a:cubicBezTo>
                <a:lnTo>
                  <a:pt x="63417" y="86579"/>
                </a:lnTo>
                <a:cubicBezTo>
                  <a:pt x="63417" y="83116"/>
                  <a:pt x="61016" y="80238"/>
                  <a:pt x="57797" y="79459"/>
                </a:cubicBezTo>
                <a:lnTo>
                  <a:pt x="56099" y="81288"/>
                </a:lnTo>
                <a:lnTo>
                  <a:pt x="49122" y="88751"/>
                </a:lnTo>
                <a:lnTo>
                  <a:pt x="49122" y="88756"/>
                </a:lnTo>
                <a:lnTo>
                  <a:pt x="48900" y="88994"/>
                </a:lnTo>
                <a:cubicBezTo>
                  <a:pt x="49462" y="91799"/>
                  <a:pt x="51920" y="93895"/>
                  <a:pt x="54870" y="93895"/>
                </a:cubicBezTo>
                <a:lnTo>
                  <a:pt x="56099" y="93895"/>
                </a:lnTo>
                <a:lnTo>
                  <a:pt x="92683" y="93895"/>
                </a:lnTo>
                <a:lnTo>
                  <a:pt x="93901" y="93895"/>
                </a:lnTo>
                <a:cubicBezTo>
                  <a:pt x="97261" y="93895"/>
                  <a:pt x="100001" y="91164"/>
                  <a:pt x="100001" y="87799"/>
                </a:cubicBezTo>
                <a:lnTo>
                  <a:pt x="100001" y="86579"/>
                </a:lnTo>
                <a:lnTo>
                  <a:pt x="100001" y="13421"/>
                </a:lnTo>
                <a:lnTo>
                  <a:pt x="100001" y="12201"/>
                </a:lnTo>
                <a:cubicBezTo>
                  <a:pt x="100001" y="8836"/>
                  <a:pt x="97261" y="6105"/>
                  <a:pt x="93901" y="6105"/>
                </a:cubicBezTo>
                <a:lnTo>
                  <a:pt x="92683" y="6105"/>
                </a:lnTo>
                <a:lnTo>
                  <a:pt x="56099" y="6105"/>
                </a:lnTo>
                <a:lnTo>
                  <a:pt x="54870" y="6105"/>
                </a:lnTo>
                <a:close/>
                <a:moveTo>
                  <a:pt x="74386" y="20737"/>
                </a:moveTo>
                <a:cubicBezTo>
                  <a:pt x="73098" y="20737"/>
                  <a:pt x="71857" y="21251"/>
                  <a:pt x="70944" y="22165"/>
                </a:cubicBezTo>
                <a:cubicBezTo>
                  <a:pt x="70019" y="23081"/>
                  <a:pt x="69504" y="24321"/>
                  <a:pt x="69504" y="25614"/>
                </a:cubicBezTo>
                <a:cubicBezTo>
                  <a:pt x="69504" y="26908"/>
                  <a:pt x="70019" y="28148"/>
                  <a:pt x="70944" y="29063"/>
                </a:cubicBezTo>
                <a:cubicBezTo>
                  <a:pt x="71857" y="29977"/>
                  <a:pt x="73098" y="30491"/>
                  <a:pt x="74386" y="30491"/>
                </a:cubicBezTo>
                <a:cubicBezTo>
                  <a:pt x="75685" y="30491"/>
                  <a:pt x="76926" y="29977"/>
                  <a:pt x="77839" y="29063"/>
                </a:cubicBezTo>
                <a:cubicBezTo>
                  <a:pt x="78752" y="28148"/>
                  <a:pt x="79268" y="26908"/>
                  <a:pt x="79268" y="25614"/>
                </a:cubicBezTo>
                <a:cubicBezTo>
                  <a:pt x="79268" y="24321"/>
                  <a:pt x="78752" y="23081"/>
                  <a:pt x="77839" y="22165"/>
                </a:cubicBezTo>
                <a:cubicBezTo>
                  <a:pt x="76926" y="21251"/>
                  <a:pt x="75685" y="20737"/>
                  <a:pt x="74386" y="20737"/>
                </a:cubicBezTo>
                <a:close/>
                <a:moveTo>
                  <a:pt x="43901" y="27762"/>
                </a:moveTo>
                <a:lnTo>
                  <a:pt x="27652" y="32758"/>
                </a:lnTo>
                <a:cubicBezTo>
                  <a:pt x="24760" y="33661"/>
                  <a:pt x="22173" y="35464"/>
                  <a:pt x="20311" y="37903"/>
                </a:cubicBezTo>
                <a:lnTo>
                  <a:pt x="995" y="63317"/>
                </a:lnTo>
                <a:cubicBezTo>
                  <a:pt x="339" y="64170"/>
                  <a:pt x="0" y="65217"/>
                  <a:pt x="0" y="66266"/>
                </a:cubicBezTo>
                <a:lnTo>
                  <a:pt x="0" y="89018"/>
                </a:lnTo>
                <a:cubicBezTo>
                  <a:pt x="0" y="91700"/>
                  <a:pt x="2189" y="93895"/>
                  <a:pt x="4882" y="93895"/>
                </a:cubicBezTo>
                <a:lnTo>
                  <a:pt x="29220" y="93871"/>
                </a:lnTo>
                <a:cubicBezTo>
                  <a:pt x="34629" y="93871"/>
                  <a:pt x="39780" y="91625"/>
                  <a:pt x="43468" y="87675"/>
                </a:cubicBezTo>
                <a:lnTo>
                  <a:pt x="68556" y="60803"/>
                </a:lnTo>
                <a:cubicBezTo>
                  <a:pt x="69995" y="59290"/>
                  <a:pt x="70710" y="57342"/>
                  <a:pt x="70710" y="55415"/>
                </a:cubicBezTo>
                <a:cubicBezTo>
                  <a:pt x="70710" y="53294"/>
                  <a:pt x="69855" y="51169"/>
                  <a:pt x="68146" y="49634"/>
                </a:cubicBezTo>
                <a:cubicBezTo>
                  <a:pt x="65582" y="47293"/>
                  <a:pt x="61754" y="46927"/>
                  <a:pt x="58804" y="48757"/>
                </a:cubicBezTo>
                <a:lnTo>
                  <a:pt x="46465" y="56635"/>
                </a:lnTo>
                <a:lnTo>
                  <a:pt x="46465" y="56658"/>
                </a:lnTo>
                <a:lnTo>
                  <a:pt x="39043" y="61607"/>
                </a:lnTo>
                <a:cubicBezTo>
                  <a:pt x="38703" y="61827"/>
                  <a:pt x="38317" y="61996"/>
                  <a:pt x="37954" y="62070"/>
                </a:cubicBezTo>
                <a:lnTo>
                  <a:pt x="37801" y="62169"/>
                </a:lnTo>
                <a:lnTo>
                  <a:pt x="37872" y="62098"/>
                </a:lnTo>
                <a:cubicBezTo>
                  <a:pt x="37603" y="62171"/>
                  <a:pt x="37333" y="62193"/>
                  <a:pt x="37076" y="62193"/>
                </a:cubicBezTo>
                <a:cubicBezTo>
                  <a:pt x="35870" y="62193"/>
                  <a:pt x="34676" y="61609"/>
                  <a:pt x="33997" y="60512"/>
                </a:cubicBezTo>
                <a:cubicBezTo>
                  <a:pt x="32897" y="58805"/>
                  <a:pt x="33388" y="56537"/>
                  <a:pt x="35097" y="55463"/>
                </a:cubicBezTo>
                <a:lnTo>
                  <a:pt x="43901" y="49829"/>
                </a:lnTo>
                <a:lnTo>
                  <a:pt x="43901" y="27762"/>
                </a:lnTo>
                <a:close/>
                <a:moveTo>
                  <a:pt x="74386" y="38074"/>
                </a:moveTo>
                <a:cubicBezTo>
                  <a:pt x="70042" y="38074"/>
                  <a:pt x="66168" y="39903"/>
                  <a:pt x="63779" y="42755"/>
                </a:cubicBezTo>
                <a:cubicBezTo>
                  <a:pt x="66635" y="42951"/>
                  <a:pt x="69316" y="44097"/>
                  <a:pt x="71436" y="46022"/>
                </a:cubicBezTo>
                <a:cubicBezTo>
                  <a:pt x="74070" y="48388"/>
                  <a:pt x="75580" y="51831"/>
                  <a:pt x="75580" y="55415"/>
                </a:cubicBezTo>
                <a:cubicBezTo>
                  <a:pt x="75580" y="57733"/>
                  <a:pt x="74971" y="59952"/>
                  <a:pt x="73801" y="61902"/>
                </a:cubicBezTo>
                <a:cubicBezTo>
                  <a:pt x="74000" y="61926"/>
                  <a:pt x="74187" y="61926"/>
                  <a:pt x="74386" y="61926"/>
                </a:cubicBezTo>
                <a:cubicBezTo>
                  <a:pt x="81796" y="61926"/>
                  <a:pt x="87802" y="56584"/>
                  <a:pt x="87802" y="50000"/>
                </a:cubicBezTo>
                <a:cubicBezTo>
                  <a:pt x="87802" y="43416"/>
                  <a:pt x="81796" y="38074"/>
                  <a:pt x="74386" y="38074"/>
                </a:cubicBezTo>
                <a:close/>
                <a:moveTo>
                  <a:pt x="74386" y="69509"/>
                </a:moveTo>
                <a:cubicBezTo>
                  <a:pt x="73098" y="69509"/>
                  <a:pt x="71857" y="70023"/>
                  <a:pt x="70944" y="70937"/>
                </a:cubicBezTo>
                <a:cubicBezTo>
                  <a:pt x="70019" y="71852"/>
                  <a:pt x="69504" y="73092"/>
                  <a:pt x="69504" y="74386"/>
                </a:cubicBezTo>
                <a:cubicBezTo>
                  <a:pt x="69504" y="75679"/>
                  <a:pt x="70019" y="76920"/>
                  <a:pt x="70944" y="77835"/>
                </a:cubicBezTo>
                <a:cubicBezTo>
                  <a:pt x="71857" y="78750"/>
                  <a:pt x="73098" y="79263"/>
                  <a:pt x="74386" y="79263"/>
                </a:cubicBezTo>
                <a:cubicBezTo>
                  <a:pt x="75685" y="79263"/>
                  <a:pt x="76926" y="78750"/>
                  <a:pt x="77839" y="77835"/>
                </a:cubicBezTo>
                <a:cubicBezTo>
                  <a:pt x="78752" y="76920"/>
                  <a:pt x="79268" y="75679"/>
                  <a:pt x="79268" y="74386"/>
                </a:cubicBezTo>
                <a:cubicBezTo>
                  <a:pt x="79268" y="73092"/>
                  <a:pt x="78752" y="71852"/>
                  <a:pt x="77839" y="70937"/>
                </a:cubicBezTo>
                <a:cubicBezTo>
                  <a:pt x="76926" y="70023"/>
                  <a:pt x="75685" y="69509"/>
                  <a:pt x="74386" y="6950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7" name="Чёрный — SVG 30">
            <a:extLst>
              <a:ext uri="{FF2B5EF4-FFF2-40B4-BE49-F238E27FC236}">
                <a16:creationId xmlns:a16="http://schemas.microsoft.com/office/drawing/2014/main" id="{E68D1D03-0737-6C49-BD31-C7520C12A00B}"/>
              </a:ext>
            </a:extLst>
          </p:cNvPr>
          <p:cNvSpPr>
            <a:spLocks noGrp="1"/>
          </p:cNvSpPr>
          <p:nvPr/>
        </p:nvSpPr>
        <p:spPr>
          <a:xfrm>
            <a:off x="7020000" y="3210000"/>
            <a:ext cx="220000" cy="220000"/>
          </a:xfrm>
          <a:custGeom>
            <a:avLst/>
            <a:gdLst>
              <a:gd name="csX0" fmla="*/ 12406 w 127600"/>
              <a:gd name="csY0" fmla="*/ 0 h 145303"/>
              <a:gd name="csX1" fmla="*/ 0 w 127600"/>
              <a:gd name="csY1" fmla="*/ 12404 h 145303"/>
              <a:gd name="csX2" fmla="*/ 0 w 127600"/>
              <a:gd name="csY2" fmla="*/ 47844 h 145303"/>
              <a:gd name="csX3" fmla="*/ 12406 w 127600"/>
              <a:gd name="csY3" fmla="*/ 60248 h 145303"/>
              <a:gd name="csX4" fmla="*/ 24811 w 127600"/>
              <a:gd name="csY4" fmla="*/ 60248 h 145303"/>
              <a:gd name="csX5" fmla="*/ 24811 w 127600"/>
              <a:gd name="csY5" fmla="*/ 58476 h 145303"/>
              <a:gd name="csX6" fmla="*/ 44306 w 127600"/>
              <a:gd name="csY6" fmla="*/ 38984 h 145303"/>
              <a:gd name="csX7" fmla="*/ 60256 w 127600"/>
              <a:gd name="csY7" fmla="*/ 47304 h 145303"/>
              <a:gd name="csX8" fmla="*/ 60256 w 127600"/>
              <a:gd name="csY8" fmla="*/ 12404 h 145303"/>
              <a:gd name="csX9" fmla="*/ 47850 w 127600"/>
              <a:gd name="csY9" fmla="*/ 0 h 145303"/>
              <a:gd name="csX10" fmla="*/ 12406 w 127600"/>
              <a:gd name="csY10" fmla="*/ 0 h 145303"/>
              <a:gd name="csX11" fmla="*/ 79750 w 127600"/>
              <a:gd name="csY11" fmla="*/ 0 h 145303"/>
              <a:gd name="csX12" fmla="*/ 67344 w 127600"/>
              <a:gd name="csY12" fmla="*/ 12404 h 145303"/>
              <a:gd name="csX13" fmla="*/ 67344 w 127600"/>
              <a:gd name="csY13" fmla="*/ 47844 h 145303"/>
              <a:gd name="csX14" fmla="*/ 79750 w 127600"/>
              <a:gd name="csY14" fmla="*/ 60248 h 145303"/>
              <a:gd name="csX15" fmla="*/ 115194 w 127600"/>
              <a:gd name="csY15" fmla="*/ 60248 h 145303"/>
              <a:gd name="csX16" fmla="*/ 127601 w 127600"/>
              <a:gd name="csY16" fmla="*/ 47844 h 145303"/>
              <a:gd name="csX17" fmla="*/ 127601 w 127600"/>
              <a:gd name="csY17" fmla="*/ 12404 h 145303"/>
              <a:gd name="csX18" fmla="*/ 115194 w 127600"/>
              <a:gd name="csY18" fmla="*/ 0 h 145303"/>
              <a:gd name="csX19" fmla="*/ 79750 w 127600"/>
              <a:gd name="csY19" fmla="*/ 0 h 145303"/>
              <a:gd name="csX20" fmla="*/ 79750 w 127600"/>
              <a:gd name="csY20" fmla="*/ 10632 h 145303"/>
              <a:gd name="csX21" fmla="*/ 115194 w 127600"/>
              <a:gd name="csY21" fmla="*/ 10632 h 145303"/>
              <a:gd name="csX22" fmla="*/ 116967 w 127600"/>
              <a:gd name="csY22" fmla="*/ 12404 h 145303"/>
              <a:gd name="csX23" fmla="*/ 116967 w 127600"/>
              <a:gd name="csY23" fmla="*/ 47844 h 145303"/>
              <a:gd name="csX24" fmla="*/ 115194 w 127600"/>
              <a:gd name="csY24" fmla="*/ 49616 h 145303"/>
              <a:gd name="csX25" fmla="*/ 79750 w 127600"/>
              <a:gd name="csY25" fmla="*/ 49616 h 145303"/>
              <a:gd name="csX26" fmla="*/ 77978 w 127600"/>
              <a:gd name="csY26" fmla="*/ 47844 h 145303"/>
              <a:gd name="csX27" fmla="*/ 77978 w 127600"/>
              <a:gd name="csY27" fmla="*/ 12404 h 145303"/>
              <a:gd name="csX28" fmla="*/ 79750 w 127600"/>
              <a:gd name="csY28" fmla="*/ 10632 h 145303"/>
              <a:gd name="csX29" fmla="*/ 44300 w 127600"/>
              <a:gd name="csY29" fmla="*/ 14175 h 145303"/>
              <a:gd name="csX30" fmla="*/ 48058 w 127600"/>
              <a:gd name="csY30" fmla="*/ 15734 h 145303"/>
              <a:gd name="csX31" fmla="*/ 48058 w 127600"/>
              <a:gd name="csY31" fmla="*/ 23251 h 145303"/>
              <a:gd name="csX32" fmla="*/ 30335 w 127600"/>
              <a:gd name="csY32" fmla="*/ 40970 h 145303"/>
              <a:gd name="csX33" fmla="*/ 26583 w 127600"/>
              <a:gd name="csY33" fmla="*/ 42528 h 145303"/>
              <a:gd name="csX34" fmla="*/ 22825 w 127600"/>
              <a:gd name="csY34" fmla="*/ 40970 h 145303"/>
              <a:gd name="csX35" fmla="*/ 12192 w 127600"/>
              <a:gd name="csY35" fmla="*/ 30338 h 145303"/>
              <a:gd name="csX36" fmla="*/ 12192 w 127600"/>
              <a:gd name="csY36" fmla="*/ 22822 h 145303"/>
              <a:gd name="csX37" fmla="*/ 19708 w 127600"/>
              <a:gd name="csY37" fmla="*/ 22822 h 145303"/>
              <a:gd name="csX38" fmla="*/ 26577 w 127600"/>
              <a:gd name="csY38" fmla="*/ 29695 h 145303"/>
              <a:gd name="csX39" fmla="*/ 40540 w 127600"/>
              <a:gd name="csY39" fmla="*/ 15734 h 145303"/>
              <a:gd name="csX40" fmla="*/ 44300 w 127600"/>
              <a:gd name="csY40" fmla="*/ 14175 h 145303"/>
              <a:gd name="csX41" fmla="*/ 44313 w 127600"/>
              <a:gd name="csY41" fmla="*/ 46071 h 145303"/>
              <a:gd name="csX42" fmla="*/ 31900 w 127600"/>
              <a:gd name="csY42" fmla="*/ 58476 h 145303"/>
              <a:gd name="csX43" fmla="*/ 31900 w 127600"/>
              <a:gd name="csY43" fmla="*/ 91458 h 145303"/>
              <a:gd name="csX44" fmla="*/ 21267 w 127600"/>
              <a:gd name="csY44" fmla="*/ 112535 h 145303"/>
              <a:gd name="csX45" fmla="*/ 36545 w 127600"/>
              <a:gd name="csY45" fmla="*/ 139275 h 145303"/>
              <a:gd name="csX46" fmla="*/ 50882 w 127600"/>
              <a:gd name="csY46" fmla="*/ 145304 h 145303"/>
              <a:gd name="csX47" fmla="*/ 54331 w 127600"/>
              <a:gd name="csY47" fmla="*/ 145006 h 145303"/>
              <a:gd name="csX48" fmla="*/ 75485 w 127600"/>
              <a:gd name="csY48" fmla="*/ 141344 h 145303"/>
              <a:gd name="csX49" fmla="*/ 92143 w 127600"/>
              <a:gd name="csY49" fmla="*/ 127721 h 145303"/>
              <a:gd name="csX50" fmla="*/ 98380 w 127600"/>
              <a:gd name="csY50" fmla="*/ 110591 h 145303"/>
              <a:gd name="csX51" fmla="*/ 96219 w 127600"/>
              <a:gd name="csY51" fmla="*/ 93148 h 145303"/>
              <a:gd name="csX52" fmla="*/ 80720 w 127600"/>
              <a:gd name="csY52" fmla="*/ 81228 h 145303"/>
              <a:gd name="csX53" fmla="*/ 56718 w 127600"/>
              <a:gd name="csY53" fmla="*/ 76604 h 145303"/>
              <a:gd name="csX54" fmla="*/ 56718 w 127600"/>
              <a:gd name="csY54" fmla="*/ 58476 h 145303"/>
              <a:gd name="csX55" fmla="*/ 44313 w 127600"/>
              <a:gd name="csY55" fmla="*/ 46071 h 145303"/>
            </a:gdLst>
            <a:ahLst/>
            <a:cxnLst/>
            <a:rect l="l" t="t" r="r" b="b"/>
            <a:pathLst>
              <a:path w="100000" h="100000">
                <a:moveTo>
                  <a:pt x="14630" y="0"/>
                </a:moveTo>
                <a:cubicBezTo>
                  <a:pt x="9922" y="0"/>
                  <a:pt x="6092" y="3829"/>
                  <a:pt x="6092" y="8537"/>
                </a:cubicBezTo>
                <a:lnTo>
                  <a:pt x="6092" y="32927"/>
                </a:lnTo>
                <a:cubicBezTo>
                  <a:pt x="6092" y="37634"/>
                  <a:pt x="9922" y="41464"/>
                  <a:pt x="14630" y="41464"/>
                </a:cubicBezTo>
                <a:lnTo>
                  <a:pt x="23167" y="41464"/>
                </a:lnTo>
                <a:lnTo>
                  <a:pt x="23167" y="40244"/>
                </a:lnTo>
                <a:cubicBezTo>
                  <a:pt x="23167" y="32846"/>
                  <a:pt x="29186" y="26829"/>
                  <a:pt x="36584" y="26829"/>
                </a:cubicBezTo>
                <a:cubicBezTo>
                  <a:pt x="41121" y="26829"/>
                  <a:pt x="45132" y="29096"/>
                  <a:pt x="47561" y="32555"/>
                </a:cubicBezTo>
                <a:lnTo>
                  <a:pt x="47561" y="8537"/>
                </a:lnTo>
                <a:cubicBezTo>
                  <a:pt x="47561" y="3829"/>
                  <a:pt x="43731" y="0"/>
                  <a:pt x="39023" y="0"/>
                </a:cubicBezTo>
                <a:lnTo>
                  <a:pt x="14630" y="0"/>
                </a:lnTo>
                <a:close/>
                <a:moveTo>
                  <a:pt x="60977" y="0"/>
                </a:moveTo>
                <a:cubicBezTo>
                  <a:pt x="56307" y="0"/>
                  <a:pt x="52439" y="3866"/>
                  <a:pt x="52439" y="8537"/>
                </a:cubicBezTo>
                <a:lnTo>
                  <a:pt x="52439" y="32927"/>
                </a:lnTo>
                <a:cubicBezTo>
                  <a:pt x="52439" y="37597"/>
                  <a:pt x="56307" y="41464"/>
                  <a:pt x="60977" y="41464"/>
                </a:cubicBezTo>
                <a:lnTo>
                  <a:pt x="85370" y="41464"/>
                </a:lnTo>
                <a:cubicBezTo>
                  <a:pt x="90043" y="41464"/>
                  <a:pt x="93909" y="37597"/>
                  <a:pt x="93909" y="32927"/>
                </a:cubicBezTo>
                <a:lnTo>
                  <a:pt x="93909" y="8537"/>
                </a:lnTo>
                <a:cubicBezTo>
                  <a:pt x="93909" y="3866"/>
                  <a:pt x="90043" y="0"/>
                  <a:pt x="85370" y="0"/>
                </a:cubicBezTo>
                <a:lnTo>
                  <a:pt x="60977" y="0"/>
                </a:lnTo>
                <a:close/>
                <a:moveTo>
                  <a:pt x="60977" y="7317"/>
                </a:moveTo>
                <a:lnTo>
                  <a:pt x="85370" y="7317"/>
                </a:lnTo>
                <a:cubicBezTo>
                  <a:pt x="86091" y="7317"/>
                  <a:pt x="86590" y="7817"/>
                  <a:pt x="86590" y="8537"/>
                </a:cubicBezTo>
                <a:lnTo>
                  <a:pt x="86590" y="32927"/>
                </a:lnTo>
                <a:cubicBezTo>
                  <a:pt x="86590" y="33647"/>
                  <a:pt x="86091" y="34147"/>
                  <a:pt x="85370" y="34147"/>
                </a:cubicBezTo>
                <a:lnTo>
                  <a:pt x="60977" y="34147"/>
                </a:lnTo>
                <a:cubicBezTo>
                  <a:pt x="60257" y="34147"/>
                  <a:pt x="59758" y="33647"/>
                  <a:pt x="59758" y="32927"/>
                </a:cubicBezTo>
                <a:lnTo>
                  <a:pt x="59758" y="8537"/>
                </a:lnTo>
                <a:cubicBezTo>
                  <a:pt x="59758" y="7817"/>
                  <a:pt x="60257" y="7317"/>
                  <a:pt x="60977" y="7317"/>
                </a:cubicBezTo>
                <a:close/>
                <a:moveTo>
                  <a:pt x="36580" y="9755"/>
                </a:moveTo>
                <a:cubicBezTo>
                  <a:pt x="37515" y="9755"/>
                  <a:pt x="38452" y="10113"/>
                  <a:pt x="39166" y="10828"/>
                </a:cubicBezTo>
                <a:cubicBezTo>
                  <a:pt x="40596" y="12255"/>
                  <a:pt x="40596" y="14574"/>
                  <a:pt x="39166" y="16002"/>
                </a:cubicBezTo>
                <a:lnTo>
                  <a:pt x="26969" y="28196"/>
                </a:lnTo>
                <a:cubicBezTo>
                  <a:pt x="26259" y="28911"/>
                  <a:pt x="25324" y="29268"/>
                  <a:pt x="24387" y="29268"/>
                </a:cubicBezTo>
                <a:cubicBezTo>
                  <a:pt x="23450" y="29268"/>
                  <a:pt x="22515" y="28911"/>
                  <a:pt x="21800" y="28196"/>
                </a:cubicBezTo>
                <a:lnTo>
                  <a:pt x="14482" y="20879"/>
                </a:lnTo>
                <a:cubicBezTo>
                  <a:pt x="13052" y="19453"/>
                  <a:pt x="13052" y="17132"/>
                  <a:pt x="14482" y="15706"/>
                </a:cubicBezTo>
                <a:cubicBezTo>
                  <a:pt x="15911" y="14277"/>
                  <a:pt x="18227" y="14277"/>
                  <a:pt x="19655" y="15706"/>
                </a:cubicBezTo>
                <a:lnTo>
                  <a:pt x="24382" y="20437"/>
                </a:lnTo>
                <a:lnTo>
                  <a:pt x="33992" y="10828"/>
                </a:lnTo>
                <a:cubicBezTo>
                  <a:pt x="34707" y="10113"/>
                  <a:pt x="35642" y="9755"/>
                  <a:pt x="36580" y="9755"/>
                </a:cubicBezTo>
                <a:close/>
                <a:moveTo>
                  <a:pt x="36589" y="31707"/>
                </a:moveTo>
                <a:cubicBezTo>
                  <a:pt x="31881" y="31707"/>
                  <a:pt x="28046" y="35537"/>
                  <a:pt x="28046" y="40244"/>
                </a:cubicBezTo>
                <a:lnTo>
                  <a:pt x="28046" y="62943"/>
                </a:lnTo>
                <a:cubicBezTo>
                  <a:pt x="20728" y="73050"/>
                  <a:pt x="20728" y="76229"/>
                  <a:pt x="20728" y="77449"/>
                </a:cubicBezTo>
                <a:cubicBezTo>
                  <a:pt x="20728" y="82512"/>
                  <a:pt x="24264" y="88704"/>
                  <a:pt x="31243" y="95851"/>
                </a:cubicBezTo>
                <a:cubicBezTo>
                  <a:pt x="33856" y="98529"/>
                  <a:pt x="37424" y="100001"/>
                  <a:pt x="41110" y="100001"/>
                </a:cubicBezTo>
                <a:cubicBezTo>
                  <a:pt x="41898" y="100001"/>
                  <a:pt x="42690" y="99931"/>
                  <a:pt x="43483" y="99796"/>
                </a:cubicBezTo>
                <a:lnTo>
                  <a:pt x="58042" y="97275"/>
                </a:lnTo>
                <a:cubicBezTo>
                  <a:pt x="63204" y="96379"/>
                  <a:pt x="67595" y="92783"/>
                  <a:pt x="69506" y="87900"/>
                </a:cubicBezTo>
                <a:cubicBezTo>
                  <a:pt x="71762" y="82129"/>
                  <a:pt x="73205" y="78166"/>
                  <a:pt x="73799" y="76111"/>
                </a:cubicBezTo>
                <a:cubicBezTo>
                  <a:pt x="74949" y="72101"/>
                  <a:pt x="74421" y="67837"/>
                  <a:pt x="72311" y="64106"/>
                </a:cubicBezTo>
                <a:cubicBezTo>
                  <a:pt x="70044" y="60101"/>
                  <a:pt x="66155" y="57110"/>
                  <a:pt x="61645" y="55902"/>
                </a:cubicBezTo>
                <a:cubicBezTo>
                  <a:pt x="61544" y="55876"/>
                  <a:pt x="54837" y="54673"/>
                  <a:pt x="45126" y="52720"/>
                </a:cubicBezTo>
                <a:lnTo>
                  <a:pt x="45126" y="40244"/>
                </a:lnTo>
                <a:cubicBezTo>
                  <a:pt x="45126" y="35537"/>
                  <a:pt x="41297" y="31707"/>
                  <a:pt x="36589" y="3170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8" name="Чёрный — SVG 31">
            <a:extLst>
              <a:ext uri="{FF2B5EF4-FFF2-40B4-BE49-F238E27FC236}">
                <a16:creationId xmlns:a16="http://schemas.microsoft.com/office/drawing/2014/main" id="{3BB14C8F-8AD9-1747-9EDB-FBFB23E47C2F}"/>
              </a:ext>
            </a:extLst>
          </p:cNvPr>
          <p:cNvSpPr>
            <a:spLocks noGrp="1"/>
          </p:cNvSpPr>
          <p:nvPr/>
        </p:nvSpPr>
        <p:spPr>
          <a:xfrm>
            <a:off x="7620000" y="3210000"/>
            <a:ext cx="220000" cy="220000"/>
          </a:xfrm>
          <a:custGeom>
            <a:avLst/>
            <a:gdLst>
              <a:gd name="csX0" fmla="*/ 33673 w 106276"/>
              <a:gd name="csY0" fmla="*/ 0 h 155935"/>
              <a:gd name="csX1" fmla="*/ 0 w 106276"/>
              <a:gd name="csY1" fmla="*/ 33668 h 155935"/>
              <a:gd name="csX2" fmla="*/ 10633 w 106276"/>
              <a:gd name="csY2" fmla="*/ 58151 h 155935"/>
              <a:gd name="csX3" fmla="*/ 10633 w 106276"/>
              <a:gd name="csY3" fmla="*/ 33668 h 155935"/>
              <a:gd name="csX4" fmla="*/ 33673 w 106276"/>
              <a:gd name="csY4" fmla="*/ 10632 h 155935"/>
              <a:gd name="csX5" fmla="*/ 56711 w 106276"/>
              <a:gd name="csY5" fmla="*/ 33668 h 155935"/>
              <a:gd name="csX6" fmla="*/ 56711 w 106276"/>
              <a:gd name="csY6" fmla="*/ 58151 h 155935"/>
              <a:gd name="csX7" fmla="*/ 67344 w 106276"/>
              <a:gd name="csY7" fmla="*/ 33668 h 155935"/>
              <a:gd name="csX8" fmla="*/ 33673 w 106276"/>
              <a:gd name="csY8" fmla="*/ 0 h 155935"/>
              <a:gd name="csX9" fmla="*/ 33673 w 106276"/>
              <a:gd name="csY9" fmla="*/ 21264 h 155935"/>
              <a:gd name="csX10" fmla="*/ 21267 w 106276"/>
              <a:gd name="csY10" fmla="*/ 33668 h 155935"/>
              <a:gd name="csX11" fmla="*/ 21267 w 106276"/>
              <a:gd name="csY11" fmla="*/ 77579 h 155935"/>
              <a:gd name="csX12" fmla="*/ 3544 w 106276"/>
              <a:gd name="csY12" fmla="*/ 113068 h 155935"/>
              <a:gd name="csX13" fmla="*/ 23883 w 106276"/>
              <a:gd name="csY13" fmla="*/ 148279 h 155935"/>
              <a:gd name="csX14" fmla="*/ 42098 w 106276"/>
              <a:gd name="csY14" fmla="*/ 155936 h 155935"/>
              <a:gd name="csX15" fmla="*/ 46479 w 106276"/>
              <a:gd name="csY15" fmla="*/ 155561 h 155935"/>
              <a:gd name="csX16" fmla="*/ 75403 w 106276"/>
              <a:gd name="csY16" fmla="*/ 150550 h 155935"/>
              <a:gd name="csX17" fmla="*/ 96704 w 106276"/>
              <a:gd name="csY17" fmla="*/ 133141 h 155935"/>
              <a:gd name="csX18" fmla="*/ 105163 w 106276"/>
              <a:gd name="csY18" fmla="*/ 109885 h 155935"/>
              <a:gd name="csX19" fmla="*/ 102395 w 106276"/>
              <a:gd name="csY19" fmla="*/ 87527 h 155935"/>
              <a:gd name="csX20" fmla="*/ 82381 w 106276"/>
              <a:gd name="csY20" fmla="*/ 72146 h 155935"/>
              <a:gd name="csX21" fmla="*/ 79798 w 106276"/>
              <a:gd name="csY21" fmla="*/ 71564 h 155935"/>
              <a:gd name="csX22" fmla="*/ 46077 w 106276"/>
              <a:gd name="csY22" fmla="*/ 65460 h 155935"/>
              <a:gd name="csX23" fmla="*/ 46077 w 106276"/>
              <a:gd name="csY23" fmla="*/ 33668 h 155935"/>
              <a:gd name="csX24" fmla="*/ 33673 w 106276"/>
              <a:gd name="csY24" fmla="*/ 21264 h 155935"/>
            </a:gdLst>
            <a:ahLst/>
            <a:cxnLst/>
            <a:rect l="l" t="t" r="r" b="b"/>
            <a:pathLst>
              <a:path w="100000" h="100000">
                <a:moveTo>
                  <a:pt x="37517" y="0"/>
                </a:moveTo>
                <a:cubicBezTo>
                  <a:pt x="25610" y="0"/>
                  <a:pt x="15923" y="9686"/>
                  <a:pt x="15923" y="21591"/>
                </a:cubicBezTo>
                <a:cubicBezTo>
                  <a:pt x="15923" y="27780"/>
                  <a:pt x="18555" y="33350"/>
                  <a:pt x="22742" y="37292"/>
                </a:cubicBezTo>
                <a:lnTo>
                  <a:pt x="22742" y="21591"/>
                </a:lnTo>
                <a:cubicBezTo>
                  <a:pt x="22742" y="13445"/>
                  <a:pt x="29370" y="6818"/>
                  <a:pt x="37517" y="6818"/>
                </a:cubicBezTo>
                <a:cubicBezTo>
                  <a:pt x="45663" y="6818"/>
                  <a:pt x="52291" y="13445"/>
                  <a:pt x="52291" y="21591"/>
                </a:cubicBezTo>
                <a:lnTo>
                  <a:pt x="52291" y="37292"/>
                </a:lnTo>
                <a:cubicBezTo>
                  <a:pt x="56479" y="33350"/>
                  <a:pt x="59110" y="27780"/>
                  <a:pt x="59110" y="21591"/>
                </a:cubicBezTo>
                <a:cubicBezTo>
                  <a:pt x="59110" y="9686"/>
                  <a:pt x="49423" y="0"/>
                  <a:pt x="37517" y="0"/>
                </a:cubicBezTo>
                <a:close/>
                <a:moveTo>
                  <a:pt x="37517" y="13636"/>
                </a:moveTo>
                <a:cubicBezTo>
                  <a:pt x="33124" y="13636"/>
                  <a:pt x="29561" y="17198"/>
                  <a:pt x="29561" y="21591"/>
                </a:cubicBezTo>
                <a:lnTo>
                  <a:pt x="29561" y="49751"/>
                </a:lnTo>
                <a:cubicBezTo>
                  <a:pt x="25826" y="55324"/>
                  <a:pt x="18196" y="67340"/>
                  <a:pt x="18196" y="72510"/>
                </a:cubicBezTo>
                <a:cubicBezTo>
                  <a:pt x="18196" y="78623"/>
                  <a:pt x="22586" y="86222"/>
                  <a:pt x="31239" y="95090"/>
                </a:cubicBezTo>
                <a:cubicBezTo>
                  <a:pt x="34333" y="98256"/>
                  <a:pt x="38556" y="100001"/>
                  <a:pt x="42920" y="100001"/>
                </a:cubicBezTo>
                <a:cubicBezTo>
                  <a:pt x="43852" y="100001"/>
                  <a:pt x="44793" y="99924"/>
                  <a:pt x="45730" y="99760"/>
                </a:cubicBezTo>
                <a:lnTo>
                  <a:pt x="64278" y="96547"/>
                </a:lnTo>
                <a:cubicBezTo>
                  <a:pt x="70427" y="95481"/>
                  <a:pt x="75664" y="91201"/>
                  <a:pt x="77939" y="85382"/>
                </a:cubicBezTo>
                <a:cubicBezTo>
                  <a:pt x="80798" y="78069"/>
                  <a:pt x="82623" y="73052"/>
                  <a:pt x="83363" y="70468"/>
                </a:cubicBezTo>
                <a:cubicBezTo>
                  <a:pt x="84741" y="65679"/>
                  <a:pt x="84111" y="60589"/>
                  <a:pt x="81588" y="56130"/>
                </a:cubicBezTo>
                <a:cubicBezTo>
                  <a:pt x="78863" y="51312"/>
                  <a:pt x="74183" y="47720"/>
                  <a:pt x="68753" y="46267"/>
                </a:cubicBezTo>
                <a:cubicBezTo>
                  <a:pt x="68214" y="46124"/>
                  <a:pt x="67663" y="45998"/>
                  <a:pt x="67097" y="45893"/>
                </a:cubicBezTo>
                <a:lnTo>
                  <a:pt x="45472" y="41979"/>
                </a:lnTo>
                <a:lnTo>
                  <a:pt x="45472" y="21591"/>
                </a:lnTo>
                <a:cubicBezTo>
                  <a:pt x="45472" y="17198"/>
                  <a:pt x="41911" y="13636"/>
                  <a:pt x="37517" y="1363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39" name="Чёрный — SVG 32">
            <a:extLst>
              <a:ext uri="{FF2B5EF4-FFF2-40B4-BE49-F238E27FC236}">
                <a16:creationId xmlns:a16="http://schemas.microsoft.com/office/drawing/2014/main" id="{A1D912AD-E286-6B40-8FB3-22474334153D}"/>
              </a:ext>
            </a:extLst>
          </p:cNvPr>
          <p:cNvSpPr>
            <a:spLocks noGrp="1"/>
          </p:cNvSpPr>
          <p:nvPr/>
        </p:nvSpPr>
        <p:spPr>
          <a:xfrm>
            <a:off x="8220000" y="3210000"/>
            <a:ext cx="220000" cy="220000"/>
          </a:xfrm>
          <a:custGeom>
            <a:avLst/>
            <a:gdLst>
              <a:gd name="csX0" fmla="*/ 21267 w 127601"/>
              <a:gd name="csY0" fmla="*/ 0 h 141835"/>
              <a:gd name="csX1" fmla="*/ 11246 w 127601"/>
              <a:gd name="csY1" fmla="*/ 4152 h 141835"/>
              <a:gd name="csX2" fmla="*/ 7095 w 127601"/>
              <a:gd name="csY2" fmla="*/ 14175 h 141835"/>
              <a:gd name="csX3" fmla="*/ 11246 w 127601"/>
              <a:gd name="csY3" fmla="*/ 24200 h 141835"/>
              <a:gd name="csX4" fmla="*/ 21267 w 127601"/>
              <a:gd name="csY4" fmla="*/ 28352 h 141835"/>
              <a:gd name="csX5" fmla="*/ 31288 w 127601"/>
              <a:gd name="csY5" fmla="*/ 24200 h 141835"/>
              <a:gd name="csX6" fmla="*/ 35440 w 127601"/>
              <a:gd name="csY6" fmla="*/ 14175 h 141835"/>
              <a:gd name="csX7" fmla="*/ 31288 w 127601"/>
              <a:gd name="csY7" fmla="*/ 4152 h 141835"/>
              <a:gd name="csX8" fmla="*/ 21267 w 127601"/>
              <a:gd name="csY8" fmla="*/ 0 h 141835"/>
              <a:gd name="csX9" fmla="*/ 106334 w 127601"/>
              <a:gd name="csY9" fmla="*/ 0 h 141835"/>
              <a:gd name="csX10" fmla="*/ 96313 w 127601"/>
              <a:gd name="csY10" fmla="*/ 4152 h 141835"/>
              <a:gd name="csX11" fmla="*/ 92162 w 127601"/>
              <a:gd name="csY11" fmla="*/ 14175 h 141835"/>
              <a:gd name="csX12" fmla="*/ 96313 w 127601"/>
              <a:gd name="csY12" fmla="*/ 24200 h 141835"/>
              <a:gd name="csX13" fmla="*/ 106334 w 127601"/>
              <a:gd name="csY13" fmla="*/ 28352 h 141835"/>
              <a:gd name="csX14" fmla="*/ 116356 w 127601"/>
              <a:gd name="csY14" fmla="*/ 24200 h 141835"/>
              <a:gd name="csX15" fmla="*/ 120507 w 127601"/>
              <a:gd name="csY15" fmla="*/ 14175 h 141835"/>
              <a:gd name="csX16" fmla="*/ 116356 w 127601"/>
              <a:gd name="csY16" fmla="*/ 4152 h 141835"/>
              <a:gd name="csX17" fmla="*/ 106334 w 127601"/>
              <a:gd name="csY17" fmla="*/ 0 h 141835"/>
              <a:gd name="csX18" fmla="*/ 19498 w 127601"/>
              <a:gd name="csY18" fmla="*/ 35439 h 141835"/>
              <a:gd name="csX19" fmla="*/ 1 w 127601"/>
              <a:gd name="csY19" fmla="*/ 54932 h 141835"/>
              <a:gd name="csX20" fmla="*/ 1 w 127601"/>
              <a:gd name="csY20" fmla="*/ 95687 h 141835"/>
              <a:gd name="csX21" fmla="*/ 953 w 127601"/>
              <a:gd name="csY21" fmla="*/ 98797 h 141835"/>
              <a:gd name="csX22" fmla="*/ 3540 w 127601"/>
              <a:gd name="csY22" fmla="*/ 100769 h 141835"/>
              <a:gd name="csX23" fmla="*/ 3540 w 127601"/>
              <a:gd name="csY23" fmla="*/ 136443 h 141835"/>
              <a:gd name="csX24" fmla="*/ 3931 w 127601"/>
              <a:gd name="csY24" fmla="*/ 138501 h 141835"/>
              <a:gd name="csX25" fmla="*/ 5071 w 127601"/>
              <a:gd name="csY25" fmla="*/ 140251 h 141835"/>
              <a:gd name="csX26" fmla="*/ 6806 w 127601"/>
              <a:gd name="csY26" fmla="*/ 141424 h 141835"/>
              <a:gd name="csX27" fmla="*/ 8865 w 127601"/>
              <a:gd name="csY27" fmla="*/ 141835 h 141835"/>
              <a:gd name="csX28" fmla="*/ 10906 w 127601"/>
              <a:gd name="csY28" fmla="*/ 141424 h 141835"/>
              <a:gd name="csX29" fmla="*/ 12642 w 127601"/>
              <a:gd name="csY29" fmla="*/ 140251 h 141835"/>
              <a:gd name="csX30" fmla="*/ 13798 w 127601"/>
              <a:gd name="csY30" fmla="*/ 138501 h 141835"/>
              <a:gd name="csX31" fmla="*/ 14173 w 127601"/>
              <a:gd name="csY31" fmla="*/ 136443 h 141835"/>
              <a:gd name="csX32" fmla="*/ 14173 w 127601"/>
              <a:gd name="csY32" fmla="*/ 99231 h 141835"/>
              <a:gd name="csX33" fmla="*/ 28362 w 127601"/>
              <a:gd name="csY33" fmla="*/ 99231 h 141835"/>
              <a:gd name="csX34" fmla="*/ 28362 w 127601"/>
              <a:gd name="csY34" fmla="*/ 136443 h 141835"/>
              <a:gd name="csX35" fmla="*/ 28736 w 127601"/>
              <a:gd name="csY35" fmla="*/ 138501 h 141835"/>
              <a:gd name="csX36" fmla="*/ 29893 w 127601"/>
              <a:gd name="csY36" fmla="*/ 140251 h 141835"/>
              <a:gd name="csX37" fmla="*/ 31628 w 127601"/>
              <a:gd name="csY37" fmla="*/ 141424 h 141835"/>
              <a:gd name="csX38" fmla="*/ 33670 w 127601"/>
              <a:gd name="csY38" fmla="*/ 141835 h 141835"/>
              <a:gd name="csX39" fmla="*/ 35729 w 127601"/>
              <a:gd name="csY39" fmla="*/ 141424 h 141835"/>
              <a:gd name="csX40" fmla="*/ 37464 w 127601"/>
              <a:gd name="csY40" fmla="*/ 140251 h 141835"/>
              <a:gd name="csX41" fmla="*/ 38604 w 127601"/>
              <a:gd name="csY41" fmla="*/ 138501 h 141835"/>
              <a:gd name="csX42" fmla="*/ 38995 w 127601"/>
              <a:gd name="csY42" fmla="*/ 136443 h 141835"/>
              <a:gd name="csX43" fmla="*/ 38995 w 127601"/>
              <a:gd name="csY43" fmla="*/ 100769 h 141835"/>
              <a:gd name="csX44" fmla="*/ 41581 w 127601"/>
              <a:gd name="csY44" fmla="*/ 98797 h 141835"/>
              <a:gd name="csX45" fmla="*/ 42534 w 127601"/>
              <a:gd name="csY45" fmla="*/ 95687 h 141835"/>
              <a:gd name="csX46" fmla="*/ 42534 w 127601"/>
              <a:gd name="csY46" fmla="*/ 54932 h 141835"/>
              <a:gd name="csX47" fmla="*/ 23037 w 127601"/>
              <a:gd name="csY47" fmla="*/ 35439 h 141835"/>
              <a:gd name="csX48" fmla="*/ 19498 w 127601"/>
              <a:gd name="csY48" fmla="*/ 35439 h 141835"/>
              <a:gd name="csX49" fmla="*/ 104565 w 127601"/>
              <a:gd name="csY49" fmla="*/ 35439 h 141835"/>
              <a:gd name="csX50" fmla="*/ 85068 w 127601"/>
              <a:gd name="csY50" fmla="*/ 54932 h 141835"/>
              <a:gd name="csX51" fmla="*/ 85068 w 127601"/>
              <a:gd name="csY51" fmla="*/ 95687 h 141835"/>
              <a:gd name="csX52" fmla="*/ 86020 w 127601"/>
              <a:gd name="csY52" fmla="*/ 98797 h 141835"/>
              <a:gd name="csX53" fmla="*/ 88607 w 127601"/>
              <a:gd name="csY53" fmla="*/ 100769 h 141835"/>
              <a:gd name="csX54" fmla="*/ 88607 w 127601"/>
              <a:gd name="csY54" fmla="*/ 136443 h 141835"/>
              <a:gd name="csX55" fmla="*/ 88998 w 127601"/>
              <a:gd name="csY55" fmla="*/ 138501 h 141835"/>
              <a:gd name="csX56" fmla="*/ 90138 w 127601"/>
              <a:gd name="csY56" fmla="*/ 140251 h 141835"/>
              <a:gd name="csX57" fmla="*/ 91873 w 127601"/>
              <a:gd name="csY57" fmla="*/ 141424 h 141835"/>
              <a:gd name="csX58" fmla="*/ 93932 w 127601"/>
              <a:gd name="csY58" fmla="*/ 141835 h 141835"/>
              <a:gd name="csX59" fmla="*/ 95973 w 127601"/>
              <a:gd name="csY59" fmla="*/ 141424 h 141835"/>
              <a:gd name="csX60" fmla="*/ 97709 w 127601"/>
              <a:gd name="csY60" fmla="*/ 140251 h 141835"/>
              <a:gd name="csX61" fmla="*/ 98865 w 127601"/>
              <a:gd name="csY61" fmla="*/ 138501 h 141835"/>
              <a:gd name="csX62" fmla="*/ 99240 w 127601"/>
              <a:gd name="csY62" fmla="*/ 136443 h 141835"/>
              <a:gd name="csX63" fmla="*/ 99240 w 127601"/>
              <a:gd name="csY63" fmla="*/ 99231 h 141835"/>
              <a:gd name="csX64" fmla="*/ 113429 w 127601"/>
              <a:gd name="csY64" fmla="*/ 99231 h 141835"/>
              <a:gd name="csX65" fmla="*/ 113429 w 127601"/>
              <a:gd name="csY65" fmla="*/ 136443 h 141835"/>
              <a:gd name="csX66" fmla="*/ 113804 w 127601"/>
              <a:gd name="csY66" fmla="*/ 138501 h 141835"/>
              <a:gd name="csX67" fmla="*/ 114960 w 127601"/>
              <a:gd name="csY67" fmla="*/ 140251 h 141835"/>
              <a:gd name="csX68" fmla="*/ 116695 w 127601"/>
              <a:gd name="csY68" fmla="*/ 141424 h 141835"/>
              <a:gd name="csX69" fmla="*/ 118737 w 127601"/>
              <a:gd name="csY69" fmla="*/ 141835 h 141835"/>
              <a:gd name="csX70" fmla="*/ 120796 w 127601"/>
              <a:gd name="csY70" fmla="*/ 141424 h 141835"/>
              <a:gd name="csX71" fmla="*/ 122531 w 127601"/>
              <a:gd name="csY71" fmla="*/ 140251 h 141835"/>
              <a:gd name="csX72" fmla="*/ 123671 w 127601"/>
              <a:gd name="csY72" fmla="*/ 138501 h 141835"/>
              <a:gd name="csX73" fmla="*/ 124062 w 127601"/>
              <a:gd name="csY73" fmla="*/ 136443 h 141835"/>
              <a:gd name="csX74" fmla="*/ 124062 w 127601"/>
              <a:gd name="csY74" fmla="*/ 100769 h 141835"/>
              <a:gd name="csX75" fmla="*/ 126648 w 127601"/>
              <a:gd name="csY75" fmla="*/ 98797 h 141835"/>
              <a:gd name="csX76" fmla="*/ 127601 w 127601"/>
              <a:gd name="csY76" fmla="*/ 95687 h 141835"/>
              <a:gd name="csX77" fmla="*/ 127601 w 127601"/>
              <a:gd name="csY77" fmla="*/ 54932 h 141835"/>
              <a:gd name="csX78" fmla="*/ 108104 w 127601"/>
              <a:gd name="csY78" fmla="*/ 35439 h 141835"/>
              <a:gd name="csX79" fmla="*/ 104565 w 127601"/>
              <a:gd name="csY79" fmla="*/ 35439 h 141835"/>
              <a:gd name="csX80" fmla="*/ 54937 w 127601"/>
              <a:gd name="csY80" fmla="*/ 56703 h 141835"/>
              <a:gd name="csX81" fmla="*/ 52878 w 127601"/>
              <a:gd name="csY81" fmla="*/ 57086 h 141835"/>
              <a:gd name="csX82" fmla="*/ 51126 w 127601"/>
              <a:gd name="csY82" fmla="*/ 58234 h 141835"/>
              <a:gd name="csX83" fmla="*/ 49952 w 127601"/>
              <a:gd name="csY83" fmla="*/ 59968 h 141835"/>
              <a:gd name="csX84" fmla="*/ 49544 w 127601"/>
              <a:gd name="csY84" fmla="*/ 62019 h 141835"/>
              <a:gd name="csX85" fmla="*/ 49952 w 127601"/>
              <a:gd name="csY85" fmla="*/ 64072 h 141835"/>
              <a:gd name="csX86" fmla="*/ 51126 w 127601"/>
              <a:gd name="csY86" fmla="*/ 65806 h 141835"/>
              <a:gd name="csX87" fmla="*/ 52878 w 127601"/>
              <a:gd name="csY87" fmla="*/ 66952 h 141835"/>
              <a:gd name="csX88" fmla="*/ 54937 w 127601"/>
              <a:gd name="csY88" fmla="*/ 67335 h 141835"/>
              <a:gd name="csX89" fmla="*/ 72665 w 127601"/>
              <a:gd name="csY89" fmla="*/ 67335 h 141835"/>
              <a:gd name="csX90" fmla="*/ 74723 w 127601"/>
              <a:gd name="csY90" fmla="*/ 66952 h 141835"/>
              <a:gd name="csX91" fmla="*/ 76476 w 127601"/>
              <a:gd name="csY91" fmla="*/ 65806 h 141835"/>
              <a:gd name="csX92" fmla="*/ 77650 w 127601"/>
              <a:gd name="csY92" fmla="*/ 64072 h 141835"/>
              <a:gd name="csX93" fmla="*/ 78058 w 127601"/>
              <a:gd name="csY93" fmla="*/ 62019 h 141835"/>
              <a:gd name="csX94" fmla="*/ 77650 w 127601"/>
              <a:gd name="csY94" fmla="*/ 59968 h 141835"/>
              <a:gd name="csX95" fmla="*/ 76476 w 127601"/>
              <a:gd name="csY95" fmla="*/ 58234 h 141835"/>
              <a:gd name="csX96" fmla="*/ 74723 w 127601"/>
              <a:gd name="csY96" fmla="*/ 57086 h 141835"/>
              <a:gd name="csX97" fmla="*/ 72665 w 127601"/>
              <a:gd name="csY97" fmla="*/ 56703 h 141835"/>
              <a:gd name="csX98" fmla="*/ 54937 w 127601"/>
              <a:gd name="csY98" fmla="*/ 56703 h 141835"/>
              <a:gd name="csX99" fmla="*/ 54937 w 127601"/>
              <a:gd name="csY99" fmla="*/ 74424 h 141835"/>
              <a:gd name="csX100" fmla="*/ 52878 w 127601"/>
              <a:gd name="csY100" fmla="*/ 74806 h 141835"/>
              <a:gd name="csX101" fmla="*/ 51126 w 127601"/>
              <a:gd name="csY101" fmla="*/ 75953 h 141835"/>
              <a:gd name="csX102" fmla="*/ 49952 w 127601"/>
              <a:gd name="csY102" fmla="*/ 77688 h 141835"/>
              <a:gd name="csX103" fmla="*/ 49544 w 127601"/>
              <a:gd name="csY103" fmla="*/ 79740 h 141835"/>
              <a:gd name="csX104" fmla="*/ 49952 w 127601"/>
              <a:gd name="csY104" fmla="*/ 81791 h 141835"/>
              <a:gd name="csX105" fmla="*/ 51126 w 127601"/>
              <a:gd name="csY105" fmla="*/ 83524 h 141835"/>
              <a:gd name="csX106" fmla="*/ 52878 w 127601"/>
              <a:gd name="csY106" fmla="*/ 84673 h 141835"/>
              <a:gd name="csX107" fmla="*/ 54937 w 127601"/>
              <a:gd name="csY107" fmla="*/ 85056 h 141835"/>
              <a:gd name="csX108" fmla="*/ 72665 w 127601"/>
              <a:gd name="csY108" fmla="*/ 85056 h 141835"/>
              <a:gd name="csX109" fmla="*/ 74723 w 127601"/>
              <a:gd name="csY109" fmla="*/ 84673 h 141835"/>
              <a:gd name="csX110" fmla="*/ 76476 w 127601"/>
              <a:gd name="csY110" fmla="*/ 83524 h 141835"/>
              <a:gd name="csX111" fmla="*/ 77650 w 127601"/>
              <a:gd name="csY111" fmla="*/ 81791 h 141835"/>
              <a:gd name="csX112" fmla="*/ 78058 w 127601"/>
              <a:gd name="csY112" fmla="*/ 79740 h 141835"/>
              <a:gd name="csX113" fmla="*/ 77650 w 127601"/>
              <a:gd name="csY113" fmla="*/ 77688 h 141835"/>
              <a:gd name="csX114" fmla="*/ 76476 w 127601"/>
              <a:gd name="csY114" fmla="*/ 75953 h 141835"/>
              <a:gd name="csX115" fmla="*/ 74723 w 127601"/>
              <a:gd name="csY115" fmla="*/ 74806 h 141835"/>
              <a:gd name="csX116" fmla="*/ 72665 w 127601"/>
              <a:gd name="csY116" fmla="*/ 74424 h 141835"/>
              <a:gd name="csX117" fmla="*/ 54937 w 127601"/>
              <a:gd name="csY117" fmla="*/ 74424 h 141835"/>
            </a:gdLst>
            <a:ahLst/>
            <a:cxnLst/>
            <a:rect l="l" t="t" r="r" b="b"/>
            <a:pathLst>
              <a:path w="100000" h="100000">
                <a:moveTo>
                  <a:pt x="20012" y="0"/>
                </a:moveTo>
                <a:cubicBezTo>
                  <a:pt x="17361" y="0"/>
                  <a:pt x="14818" y="1053"/>
                  <a:pt x="12947" y="2927"/>
                </a:cubicBezTo>
                <a:cubicBezTo>
                  <a:pt x="11064" y="4802"/>
                  <a:pt x="10020" y="7344"/>
                  <a:pt x="10020" y="9994"/>
                </a:cubicBezTo>
                <a:cubicBezTo>
                  <a:pt x="10020" y="12645"/>
                  <a:pt x="11064" y="15187"/>
                  <a:pt x="12947" y="17062"/>
                </a:cubicBezTo>
                <a:cubicBezTo>
                  <a:pt x="14818" y="18937"/>
                  <a:pt x="17361" y="19989"/>
                  <a:pt x="20012" y="19989"/>
                </a:cubicBezTo>
                <a:cubicBezTo>
                  <a:pt x="22663" y="19989"/>
                  <a:pt x="25206" y="18937"/>
                  <a:pt x="27077" y="17062"/>
                </a:cubicBezTo>
                <a:cubicBezTo>
                  <a:pt x="28960" y="15187"/>
                  <a:pt x="30005" y="12645"/>
                  <a:pt x="30005" y="9994"/>
                </a:cubicBezTo>
                <a:cubicBezTo>
                  <a:pt x="30005" y="7344"/>
                  <a:pt x="28960" y="4802"/>
                  <a:pt x="27077" y="2927"/>
                </a:cubicBezTo>
                <a:cubicBezTo>
                  <a:pt x="25206" y="1053"/>
                  <a:pt x="22663" y="0"/>
                  <a:pt x="20012" y="0"/>
                </a:cubicBezTo>
                <a:close/>
                <a:moveTo>
                  <a:pt x="79988" y="0"/>
                </a:moveTo>
                <a:cubicBezTo>
                  <a:pt x="77337" y="0"/>
                  <a:pt x="74794" y="1053"/>
                  <a:pt x="72923" y="2927"/>
                </a:cubicBezTo>
                <a:cubicBezTo>
                  <a:pt x="71040" y="4802"/>
                  <a:pt x="69996" y="7344"/>
                  <a:pt x="69996" y="9994"/>
                </a:cubicBezTo>
                <a:cubicBezTo>
                  <a:pt x="69996" y="12645"/>
                  <a:pt x="71040" y="15187"/>
                  <a:pt x="72923" y="17062"/>
                </a:cubicBezTo>
                <a:cubicBezTo>
                  <a:pt x="74794" y="18937"/>
                  <a:pt x="77337" y="19989"/>
                  <a:pt x="79988" y="19989"/>
                </a:cubicBezTo>
                <a:cubicBezTo>
                  <a:pt x="82639" y="19989"/>
                  <a:pt x="85182" y="18937"/>
                  <a:pt x="87054" y="17062"/>
                </a:cubicBezTo>
                <a:cubicBezTo>
                  <a:pt x="88936" y="15187"/>
                  <a:pt x="89981" y="12645"/>
                  <a:pt x="89981" y="9994"/>
                </a:cubicBezTo>
                <a:cubicBezTo>
                  <a:pt x="89981" y="7344"/>
                  <a:pt x="88936" y="4802"/>
                  <a:pt x="87054" y="2927"/>
                </a:cubicBezTo>
                <a:cubicBezTo>
                  <a:pt x="85182" y="1053"/>
                  <a:pt x="82639" y="0"/>
                  <a:pt x="79988" y="0"/>
                </a:cubicBezTo>
                <a:close/>
                <a:moveTo>
                  <a:pt x="18765" y="24986"/>
                </a:moveTo>
                <a:cubicBezTo>
                  <a:pt x="11219" y="24986"/>
                  <a:pt x="5019" y="31183"/>
                  <a:pt x="5019" y="38730"/>
                </a:cubicBezTo>
                <a:lnTo>
                  <a:pt x="5019" y="67464"/>
                </a:lnTo>
                <a:cubicBezTo>
                  <a:pt x="5007" y="68247"/>
                  <a:pt x="5246" y="69013"/>
                  <a:pt x="5690" y="69656"/>
                </a:cubicBezTo>
                <a:cubicBezTo>
                  <a:pt x="6146" y="70299"/>
                  <a:pt x="6782" y="70785"/>
                  <a:pt x="7514" y="71047"/>
                </a:cubicBezTo>
                <a:lnTo>
                  <a:pt x="7514" y="96198"/>
                </a:lnTo>
                <a:cubicBezTo>
                  <a:pt x="7514" y="96695"/>
                  <a:pt x="7597" y="97189"/>
                  <a:pt x="7789" y="97649"/>
                </a:cubicBezTo>
                <a:cubicBezTo>
                  <a:pt x="7969" y="98110"/>
                  <a:pt x="8245" y="98530"/>
                  <a:pt x="8593" y="98883"/>
                </a:cubicBezTo>
                <a:cubicBezTo>
                  <a:pt x="8941" y="99237"/>
                  <a:pt x="9361" y="99518"/>
                  <a:pt x="9816" y="99710"/>
                </a:cubicBezTo>
                <a:cubicBezTo>
                  <a:pt x="10272" y="99902"/>
                  <a:pt x="10764" y="100000"/>
                  <a:pt x="11268" y="100000"/>
                </a:cubicBezTo>
                <a:cubicBezTo>
                  <a:pt x="11759" y="100000"/>
                  <a:pt x="12251" y="99902"/>
                  <a:pt x="12707" y="99710"/>
                </a:cubicBezTo>
                <a:cubicBezTo>
                  <a:pt x="13174" y="99518"/>
                  <a:pt x="13583" y="99237"/>
                  <a:pt x="13931" y="98883"/>
                </a:cubicBezTo>
                <a:cubicBezTo>
                  <a:pt x="14279" y="98530"/>
                  <a:pt x="14555" y="98110"/>
                  <a:pt x="14746" y="97649"/>
                </a:cubicBezTo>
                <a:cubicBezTo>
                  <a:pt x="14926" y="97189"/>
                  <a:pt x="15022" y="96695"/>
                  <a:pt x="15010" y="96198"/>
                </a:cubicBezTo>
                <a:lnTo>
                  <a:pt x="15010" y="69962"/>
                </a:lnTo>
                <a:lnTo>
                  <a:pt x="25014" y="69962"/>
                </a:lnTo>
                <a:lnTo>
                  <a:pt x="25014" y="96198"/>
                </a:lnTo>
                <a:cubicBezTo>
                  <a:pt x="25002" y="96695"/>
                  <a:pt x="25098" y="97189"/>
                  <a:pt x="25278" y="97649"/>
                </a:cubicBezTo>
                <a:cubicBezTo>
                  <a:pt x="25470" y="98110"/>
                  <a:pt x="25745" y="98530"/>
                  <a:pt x="26094" y="98883"/>
                </a:cubicBezTo>
                <a:cubicBezTo>
                  <a:pt x="26441" y="99237"/>
                  <a:pt x="26850" y="99518"/>
                  <a:pt x="27317" y="99710"/>
                </a:cubicBezTo>
                <a:cubicBezTo>
                  <a:pt x="27773" y="99902"/>
                  <a:pt x="28265" y="100000"/>
                  <a:pt x="28757" y="100000"/>
                </a:cubicBezTo>
                <a:cubicBezTo>
                  <a:pt x="29261" y="100000"/>
                  <a:pt x="29752" y="99902"/>
                  <a:pt x="30208" y="99710"/>
                </a:cubicBezTo>
                <a:cubicBezTo>
                  <a:pt x="30664" y="99518"/>
                  <a:pt x="31084" y="99237"/>
                  <a:pt x="31432" y="98883"/>
                </a:cubicBezTo>
                <a:cubicBezTo>
                  <a:pt x="31780" y="98530"/>
                  <a:pt x="32056" y="98110"/>
                  <a:pt x="32235" y="97649"/>
                </a:cubicBezTo>
                <a:cubicBezTo>
                  <a:pt x="32427" y="97189"/>
                  <a:pt x="32511" y="96695"/>
                  <a:pt x="32511" y="96198"/>
                </a:cubicBezTo>
                <a:lnTo>
                  <a:pt x="32511" y="71047"/>
                </a:lnTo>
                <a:cubicBezTo>
                  <a:pt x="33243" y="70785"/>
                  <a:pt x="33879" y="70299"/>
                  <a:pt x="34334" y="69656"/>
                </a:cubicBezTo>
                <a:cubicBezTo>
                  <a:pt x="34778" y="69013"/>
                  <a:pt x="35018" y="68247"/>
                  <a:pt x="35006" y="67464"/>
                </a:cubicBezTo>
                <a:lnTo>
                  <a:pt x="35006" y="38730"/>
                </a:lnTo>
                <a:cubicBezTo>
                  <a:pt x="35006" y="31183"/>
                  <a:pt x="28805" y="24986"/>
                  <a:pt x="21260" y="24986"/>
                </a:cubicBezTo>
                <a:lnTo>
                  <a:pt x="18765" y="24986"/>
                </a:lnTo>
                <a:close/>
                <a:moveTo>
                  <a:pt x="78741" y="24986"/>
                </a:moveTo>
                <a:cubicBezTo>
                  <a:pt x="71195" y="24986"/>
                  <a:pt x="64995" y="31183"/>
                  <a:pt x="64995" y="38730"/>
                </a:cubicBezTo>
                <a:lnTo>
                  <a:pt x="64995" y="67464"/>
                </a:lnTo>
                <a:cubicBezTo>
                  <a:pt x="64983" y="68247"/>
                  <a:pt x="65222" y="69013"/>
                  <a:pt x="65666" y="69656"/>
                </a:cubicBezTo>
                <a:cubicBezTo>
                  <a:pt x="66122" y="70299"/>
                  <a:pt x="66758" y="70785"/>
                  <a:pt x="67490" y="71047"/>
                </a:cubicBezTo>
                <a:lnTo>
                  <a:pt x="67490" y="96198"/>
                </a:lnTo>
                <a:cubicBezTo>
                  <a:pt x="67490" y="96695"/>
                  <a:pt x="67573" y="97189"/>
                  <a:pt x="67765" y="97649"/>
                </a:cubicBezTo>
                <a:cubicBezTo>
                  <a:pt x="67945" y="98110"/>
                  <a:pt x="68221" y="98530"/>
                  <a:pt x="68569" y="98883"/>
                </a:cubicBezTo>
                <a:cubicBezTo>
                  <a:pt x="68917" y="99237"/>
                  <a:pt x="69337" y="99518"/>
                  <a:pt x="69792" y="99710"/>
                </a:cubicBezTo>
                <a:cubicBezTo>
                  <a:pt x="70248" y="99902"/>
                  <a:pt x="70740" y="100000"/>
                  <a:pt x="71244" y="100000"/>
                </a:cubicBezTo>
                <a:cubicBezTo>
                  <a:pt x="71735" y="100000"/>
                  <a:pt x="72227" y="99902"/>
                  <a:pt x="72683" y="99710"/>
                </a:cubicBezTo>
                <a:cubicBezTo>
                  <a:pt x="73150" y="99518"/>
                  <a:pt x="73559" y="99237"/>
                  <a:pt x="73907" y="98883"/>
                </a:cubicBezTo>
                <a:cubicBezTo>
                  <a:pt x="74255" y="98530"/>
                  <a:pt x="74531" y="98110"/>
                  <a:pt x="74722" y="97649"/>
                </a:cubicBezTo>
                <a:cubicBezTo>
                  <a:pt x="74902" y="97189"/>
                  <a:pt x="74998" y="96695"/>
                  <a:pt x="74986" y="96198"/>
                </a:cubicBezTo>
                <a:lnTo>
                  <a:pt x="74986" y="69962"/>
                </a:lnTo>
                <a:lnTo>
                  <a:pt x="84990" y="69962"/>
                </a:lnTo>
                <a:lnTo>
                  <a:pt x="84990" y="96198"/>
                </a:lnTo>
                <a:cubicBezTo>
                  <a:pt x="84978" y="96695"/>
                  <a:pt x="85074" y="97189"/>
                  <a:pt x="85255" y="97649"/>
                </a:cubicBezTo>
                <a:cubicBezTo>
                  <a:pt x="85446" y="98110"/>
                  <a:pt x="85721" y="98530"/>
                  <a:pt x="86070" y="98883"/>
                </a:cubicBezTo>
                <a:cubicBezTo>
                  <a:pt x="86417" y="99237"/>
                  <a:pt x="86826" y="99518"/>
                  <a:pt x="87293" y="99710"/>
                </a:cubicBezTo>
                <a:cubicBezTo>
                  <a:pt x="87749" y="99902"/>
                  <a:pt x="88241" y="100000"/>
                  <a:pt x="88733" y="100000"/>
                </a:cubicBezTo>
                <a:cubicBezTo>
                  <a:pt x="89237" y="100000"/>
                  <a:pt x="89728" y="99902"/>
                  <a:pt x="90184" y="99710"/>
                </a:cubicBezTo>
                <a:cubicBezTo>
                  <a:pt x="90640" y="99518"/>
                  <a:pt x="91060" y="99237"/>
                  <a:pt x="91408" y="98883"/>
                </a:cubicBezTo>
                <a:cubicBezTo>
                  <a:pt x="91756" y="98530"/>
                  <a:pt x="92032" y="98110"/>
                  <a:pt x="92211" y="97649"/>
                </a:cubicBezTo>
                <a:cubicBezTo>
                  <a:pt x="92403" y="97189"/>
                  <a:pt x="92487" y="96695"/>
                  <a:pt x="92487" y="96198"/>
                </a:cubicBezTo>
                <a:lnTo>
                  <a:pt x="92487" y="71047"/>
                </a:lnTo>
                <a:cubicBezTo>
                  <a:pt x="93219" y="70785"/>
                  <a:pt x="93855" y="70299"/>
                  <a:pt x="94310" y="69656"/>
                </a:cubicBezTo>
                <a:cubicBezTo>
                  <a:pt x="94754" y="69013"/>
                  <a:pt x="94994" y="68247"/>
                  <a:pt x="94982" y="67464"/>
                </a:cubicBezTo>
                <a:lnTo>
                  <a:pt x="94982" y="38730"/>
                </a:lnTo>
                <a:cubicBezTo>
                  <a:pt x="94982" y="31183"/>
                  <a:pt x="88781" y="24986"/>
                  <a:pt x="81236" y="24986"/>
                </a:cubicBezTo>
                <a:lnTo>
                  <a:pt x="78741" y="24986"/>
                </a:lnTo>
                <a:close/>
                <a:moveTo>
                  <a:pt x="43751" y="39978"/>
                </a:moveTo>
                <a:cubicBezTo>
                  <a:pt x="43259" y="39971"/>
                  <a:pt x="42767" y="40063"/>
                  <a:pt x="42299" y="40248"/>
                </a:cubicBezTo>
                <a:cubicBezTo>
                  <a:pt x="41844" y="40434"/>
                  <a:pt x="41423" y="40709"/>
                  <a:pt x="41064" y="41058"/>
                </a:cubicBezTo>
                <a:cubicBezTo>
                  <a:pt x="40716" y="41407"/>
                  <a:pt x="40428" y="41822"/>
                  <a:pt x="40236" y="42280"/>
                </a:cubicBezTo>
                <a:cubicBezTo>
                  <a:pt x="40044" y="42738"/>
                  <a:pt x="39949" y="43230"/>
                  <a:pt x="39949" y="43726"/>
                </a:cubicBezTo>
                <a:cubicBezTo>
                  <a:pt x="39949" y="44223"/>
                  <a:pt x="40044" y="44715"/>
                  <a:pt x="40236" y="45174"/>
                </a:cubicBezTo>
                <a:cubicBezTo>
                  <a:pt x="40428" y="45632"/>
                  <a:pt x="40716" y="46047"/>
                  <a:pt x="41064" y="46396"/>
                </a:cubicBezTo>
                <a:cubicBezTo>
                  <a:pt x="41423" y="46745"/>
                  <a:pt x="41844" y="47019"/>
                  <a:pt x="42299" y="47204"/>
                </a:cubicBezTo>
                <a:cubicBezTo>
                  <a:pt x="42767" y="47390"/>
                  <a:pt x="43259" y="47481"/>
                  <a:pt x="43751" y="47474"/>
                </a:cubicBezTo>
                <a:lnTo>
                  <a:pt x="56250" y="47474"/>
                </a:lnTo>
                <a:cubicBezTo>
                  <a:pt x="56742" y="47481"/>
                  <a:pt x="57233" y="47390"/>
                  <a:pt x="57701" y="47204"/>
                </a:cubicBezTo>
                <a:cubicBezTo>
                  <a:pt x="58157" y="47019"/>
                  <a:pt x="58577" y="46745"/>
                  <a:pt x="58937" y="46396"/>
                </a:cubicBezTo>
                <a:cubicBezTo>
                  <a:pt x="59285" y="46047"/>
                  <a:pt x="59573" y="45632"/>
                  <a:pt x="59765" y="45174"/>
                </a:cubicBezTo>
                <a:cubicBezTo>
                  <a:pt x="59956" y="44715"/>
                  <a:pt x="60052" y="44223"/>
                  <a:pt x="60052" y="43726"/>
                </a:cubicBezTo>
                <a:cubicBezTo>
                  <a:pt x="60052" y="43230"/>
                  <a:pt x="59956" y="42738"/>
                  <a:pt x="59765" y="42280"/>
                </a:cubicBezTo>
                <a:cubicBezTo>
                  <a:pt x="59573" y="41822"/>
                  <a:pt x="59285" y="41407"/>
                  <a:pt x="58937" y="41058"/>
                </a:cubicBezTo>
                <a:cubicBezTo>
                  <a:pt x="58577" y="40709"/>
                  <a:pt x="58157" y="40434"/>
                  <a:pt x="57701" y="40248"/>
                </a:cubicBezTo>
                <a:cubicBezTo>
                  <a:pt x="57233" y="40063"/>
                  <a:pt x="56742" y="39971"/>
                  <a:pt x="56250" y="39978"/>
                </a:cubicBezTo>
                <a:lnTo>
                  <a:pt x="43751" y="39978"/>
                </a:lnTo>
                <a:close/>
                <a:moveTo>
                  <a:pt x="43751" y="52472"/>
                </a:moveTo>
                <a:cubicBezTo>
                  <a:pt x="43259" y="52464"/>
                  <a:pt x="42767" y="52557"/>
                  <a:pt x="42299" y="52742"/>
                </a:cubicBezTo>
                <a:cubicBezTo>
                  <a:pt x="41844" y="52926"/>
                  <a:pt x="41423" y="53203"/>
                  <a:pt x="41064" y="53550"/>
                </a:cubicBezTo>
                <a:cubicBezTo>
                  <a:pt x="40716" y="53899"/>
                  <a:pt x="40428" y="54315"/>
                  <a:pt x="40236" y="54774"/>
                </a:cubicBezTo>
                <a:cubicBezTo>
                  <a:pt x="40044" y="55232"/>
                  <a:pt x="39949" y="55723"/>
                  <a:pt x="39949" y="56220"/>
                </a:cubicBezTo>
                <a:cubicBezTo>
                  <a:pt x="39949" y="56717"/>
                  <a:pt x="40044" y="57208"/>
                  <a:pt x="40236" y="57666"/>
                </a:cubicBezTo>
                <a:cubicBezTo>
                  <a:pt x="40428" y="58125"/>
                  <a:pt x="40716" y="58541"/>
                  <a:pt x="41064" y="58888"/>
                </a:cubicBezTo>
                <a:cubicBezTo>
                  <a:pt x="41423" y="59238"/>
                  <a:pt x="41844" y="59514"/>
                  <a:pt x="42299" y="59698"/>
                </a:cubicBezTo>
                <a:cubicBezTo>
                  <a:pt x="42767" y="59883"/>
                  <a:pt x="43259" y="59975"/>
                  <a:pt x="43751" y="59968"/>
                </a:cubicBezTo>
                <a:lnTo>
                  <a:pt x="56250" y="59968"/>
                </a:lnTo>
                <a:cubicBezTo>
                  <a:pt x="56742" y="59975"/>
                  <a:pt x="57233" y="59883"/>
                  <a:pt x="57701" y="59698"/>
                </a:cubicBezTo>
                <a:cubicBezTo>
                  <a:pt x="58157" y="59514"/>
                  <a:pt x="58577" y="59238"/>
                  <a:pt x="58937" y="58888"/>
                </a:cubicBezTo>
                <a:cubicBezTo>
                  <a:pt x="59285" y="58541"/>
                  <a:pt x="59573" y="58125"/>
                  <a:pt x="59765" y="57666"/>
                </a:cubicBezTo>
                <a:cubicBezTo>
                  <a:pt x="59956" y="57208"/>
                  <a:pt x="60052" y="56717"/>
                  <a:pt x="60052" y="56220"/>
                </a:cubicBezTo>
                <a:cubicBezTo>
                  <a:pt x="60052" y="55723"/>
                  <a:pt x="59956" y="55232"/>
                  <a:pt x="59765" y="54774"/>
                </a:cubicBezTo>
                <a:cubicBezTo>
                  <a:pt x="59573" y="54315"/>
                  <a:pt x="59285" y="53899"/>
                  <a:pt x="58937" y="53550"/>
                </a:cubicBezTo>
                <a:cubicBezTo>
                  <a:pt x="58577" y="53203"/>
                  <a:pt x="58157" y="52926"/>
                  <a:pt x="57701" y="52742"/>
                </a:cubicBezTo>
                <a:cubicBezTo>
                  <a:pt x="57233" y="52557"/>
                  <a:pt x="56742" y="52464"/>
                  <a:pt x="56250" y="52472"/>
                </a:cubicBezTo>
                <a:lnTo>
                  <a:pt x="43751" y="5247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0" name="Чёрный — SVG 33">
            <a:extLst>
              <a:ext uri="{FF2B5EF4-FFF2-40B4-BE49-F238E27FC236}">
                <a16:creationId xmlns:a16="http://schemas.microsoft.com/office/drawing/2014/main" id="{857303FF-4535-0F49-A4A4-E71AE2C357E3}"/>
              </a:ext>
            </a:extLst>
          </p:cNvPr>
          <p:cNvSpPr>
            <a:spLocks noGrp="1"/>
          </p:cNvSpPr>
          <p:nvPr/>
        </p:nvSpPr>
        <p:spPr>
          <a:xfrm>
            <a:off x="8820000" y="3210000"/>
            <a:ext cx="220000" cy="220000"/>
          </a:xfrm>
          <a:custGeom>
            <a:avLst/>
            <a:gdLst>
              <a:gd name="csX0" fmla="*/ 69125 w 143695"/>
              <a:gd name="csY0" fmla="*/ 0 h 127583"/>
              <a:gd name="csX1" fmla="*/ 65655 w 143695"/>
              <a:gd name="csY1" fmla="*/ 934 h 127583"/>
              <a:gd name="csX2" fmla="*/ 40832 w 143695"/>
              <a:gd name="csY2" fmla="*/ 15111 h 127583"/>
              <a:gd name="csX3" fmla="*/ 38688 w 143695"/>
              <a:gd name="csY3" fmla="*/ 16911 h 127583"/>
              <a:gd name="csX4" fmla="*/ 37412 w 143695"/>
              <a:gd name="csY4" fmla="*/ 19401 h 127583"/>
              <a:gd name="csX5" fmla="*/ 37191 w 143695"/>
              <a:gd name="csY5" fmla="*/ 22193 h 127583"/>
              <a:gd name="csX6" fmla="*/ 38076 w 143695"/>
              <a:gd name="csY6" fmla="*/ 24850 h 127583"/>
              <a:gd name="csX7" fmla="*/ 39930 w 143695"/>
              <a:gd name="csY7" fmla="*/ 26959 h 127583"/>
              <a:gd name="csX8" fmla="*/ 42431 w 143695"/>
              <a:gd name="csY8" fmla="*/ 28189 h 127583"/>
              <a:gd name="csX9" fmla="*/ 45239 w 143695"/>
              <a:gd name="csY9" fmla="*/ 28351 h 127583"/>
              <a:gd name="csX10" fmla="*/ 47876 w 143695"/>
              <a:gd name="csY10" fmla="*/ 27417 h 127583"/>
              <a:gd name="csX11" fmla="*/ 68122 w 143695"/>
              <a:gd name="csY11" fmla="*/ 15844 h 127583"/>
              <a:gd name="csX12" fmla="*/ 76594 w 143695"/>
              <a:gd name="csY12" fmla="*/ 27708 h 127583"/>
              <a:gd name="csX13" fmla="*/ 53065 w 143695"/>
              <a:gd name="csY13" fmla="*/ 46342 h 127583"/>
              <a:gd name="csX14" fmla="*/ 46124 w 143695"/>
              <a:gd name="csY14" fmla="*/ 58469 h 127583"/>
              <a:gd name="csX15" fmla="*/ 49798 w 143695"/>
              <a:gd name="csY15" fmla="*/ 67917 h 127583"/>
              <a:gd name="csX16" fmla="*/ 49764 w 143695"/>
              <a:gd name="csY16" fmla="*/ 67960 h 127583"/>
              <a:gd name="csX17" fmla="*/ 50138 w 143695"/>
              <a:gd name="csY17" fmla="*/ 68332 h 127583"/>
              <a:gd name="csX18" fmla="*/ 50462 w 143695"/>
              <a:gd name="csY18" fmla="*/ 68637 h 127583"/>
              <a:gd name="csX19" fmla="*/ 65144 w 143695"/>
              <a:gd name="csY19" fmla="*/ 83283 h 127583"/>
              <a:gd name="csX20" fmla="*/ 42585 w 143695"/>
              <a:gd name="csY20" fmla="*/ 83283 h 127583"/>
              <a:gd name="csX21" fmla="*/ 39845 w 143695"/>
              <a:gd name="csY21" fmla="*/ 83795 h 127583"/>
              <a:gd name="csX22" fmla="*/ 37515 w 143695"/>
              <a:gd name="csY22" fmla="*/ 85325 h 127583"/>
              <a:gd name="csX23" fmla="*/ 35949 w 143695"/>
              <a:gd name="csY23" fmla="*/ 87636 h 127583"/>
              <a:gd name="csX24" fmla="*/ 35388 w 143695"/>
              <a:gd name="csY24" fmla="*/ 90372 h 127583"/>
              <a:gd name="csX25" fmla="*/ 35949 w 143695"/>
              <a:gd name="csY25" fmla="*/ 93107 h 127583"/>
              <a:gd name="csX26" fmla="*/ 37515 w 143695"/>
              <a:gd name="csY26" fmla="*/ 95419 h 127583"/>
              <a:gd name="csX27" fmla="*/ 39845 w 143695"/>
              <a:gd name="csY27" fmla="*/ 96950 h 127583"/>
              <a:gd name="csX28" fmla="*/ 42585 w 143695"/>
              <a:gd name="csY28" fmla="*/ 97460 h 127583"/>
              <a:gd name="csX29" fmla="*/ 83349 w 143695"/>
              <a:gd name="csY29" fmla="*/ 97460 h 127583"/>
              <a:gd name="csX30" fmla="*/ 86871 w 143695"/>
              <a:gd name="csY30" fmla="*/ 96514 h 127583"/>
              <a:gd name="csX31" fmla="*/ 89474 w 143695"/>
              <a:gd name="csY31" fmla="*/ 93935 h 127583"/>
              <a:gd name="csX32" fmla="*/ 90426 w 143695"/>
              <a:gd name="csY32" fmla="*/ 90407 h 127583"/>
              <a:gd name="csX33" fmla="*/ 89508 w 143695"/>
              <a:gd name="csY33" fmla="*/ 86869 h 127583"/>
              <a:gd name="csX34" fmla="*/ 76186 w 143695"/>
              <a:gd name="csY34" fmla="*/ 63446 h 127583"/>
              <a:gd name="csX35" fmla="*/ 94169 w 143695"/>
              <a:gd name="csY35" fmla="*/ 51312 h 127583"/>
              <a:gd name="csX36" fmla="*/ 105024 w 143695"/>
              <a:gd name="csY36" fmla="*/ 66264 h 127583"/>
              <a:gd name="csX37" fmla="*/ 105313 w 143695"/>
              <a:gd name="csY37" fmla="*/ 66879 h 127583"/>
              <a:gd name="csX38" fmla="*/ 107933 w 143695"/>
              <a:gd name="csY38" fmla="*/ 69797 h 127583"/>
              <a:gd name="csX39" fmla="*/ 111693 w 143695"/>
              <a:gd name="csY39" fmla="*/ 70880 h 127583"/>
              <a:gd name="csX40" fmla="*/ 136516 w 143695"/>
              <a:gd name="csY40" fmla="*/ 70880 h 127583"/>
              <a:gd name="csX41" fmla="*/ 139255 w 143695"/>
              <a:gd name="csY41" fmla="*/ 70370 h 127583"/>
              <a:gd name="csX42" fmla="*/ 141586 w 143695"/>
              <a:gd name="csY42" fmla="*/ 68839 h 127583"/>
              <a:gd name="csX43" fmla="*/ 143151 w 143695"/>
              <a:gd name="csY43" fmla="*/ 66527 h 127583"/>
              <a:gd name="csX44" fmla="*/ 143695 w 143695"/>
              <a:gd name="csY44" fmla="*/ 63792 h 127583"/>
              <a:gd name="csX45" fmla="*/ 143151 w 143695"/>
              <a:gd name="csY45" fmla="*/ 61056 h 127583"/>
              <a:gd name="csX46" fmla="*/ 141586 w 143695"/>
              <a:gd name="csY46" fmla="*/ 58745 h 127583"/>
              <a:gd name="csX47" fmla="*/ 139255 w 143695"/>
              <a:gd name="csY47" fmla="*/ 57215 h 127583"/>
              <a:gd name="csX48" fmla="*/ 136516 w 143695"/>
              <a:gd name="csY48" fmla="*/ 56703 h 127583"/>
              <a:gd name="csX49" fmla="*/ 116151 w 143695"/>
              <a:gd name="csY49" fmla="*/ 56703 h 127583"/>
              <a:gd name="csX50" fmla="*/ 103033 w 143695"/>
              <a:gd name="csY50" fmla="*/ 29640 h 127583"/>
              <a:gd name="csX51" fmla="*/ 102744 w 143695"/>
              <a:gd name="csY51" fmla="*/ 29093 h 127583"/>
              <a:gd name="csX52" fmla="*/ 95905 w 143695"/>
              <a:gd name="csY52" fmla="*/ 21298 h 127583"/>
              <a:gd name="csX53" fmla="*/ 86360 w 143695"/>
              <a:gd name="csY53" fmla="*/ 12515 h 127583"/>
              <a:gd name="csX54" fmla="*/ 73702 w 143695"/>
              <a:gd name="csY54" fmla="*/ 1633 h 127583"/>
              <a:gd name="csX55" fmla="*/ 69125 w 143695"/>
              <a:gd name="csY55" fmla="*/ 0 h 127583"/>
              <a:gd name="csX56" fmla="*/ 117018 w 143695"/>
              <a:gd name="csY56" fmla="*/ 1773 h 127583"/>
              <a:gd name="csX57" fmla="*/ 102846 w 143695"/>
              <a:gd name="csY57" fmla="*/ 15941 h 127583"/>
              <a:gd name="csX58" fmla="*/ 117018 w 143695"/>
              <a:gd name="csY58" fmla="*/ 30123 h 127583"/>
              <a:gd name="csX59" fmla="*/ 131191 w 143695"/>
              <a:gd name="csY59" fmla="*/ 15941 h 127583"/>
              <a:gd name="csX60" fmla="*/ 117018 w 143695"/>
              <a:gd name="csY60" fmla="*/ 1773 h 127583"/>
              <a:gd name="csX61" fmla="*/ 14223 w 143695"/>
              <a:gd name="csY61" fmla="*/ 33669 h 127583"/>
              <a:gd name="csX62" fmla="*/ 12862 w 143695"/>
              <a:gd name="csY62" fmla="*/ 33924 h 127583"/>
              <a:gd name="csX63" fmla="*/ 11688 w 143695"/>
              <a:gd name="csY63" fmla="*/ 34688 h 127583"/>
              <a:gd name="csX64" fmla="*/ 10905 w 143695"/>
              <a:gd name="csY64" fmla="*/ 35844 h 127583"/>
              <a:gd name="csX65" fmla="*/ 10633 w 143695"/>
              <a:gd name="csY65" fmla="*/ 37212 h 127583"/>
              <a:gd name="csX66" fmla="*/ 10905 w 143695"/>
              <a:gd name="csY66" fmla="*/ 38580 h 127583"/>
              <a:gd name="csX67" fmla="*/ 11688 w 143695"/>
              <a:gd name="csY67" fmla="*/ 39736 h 127583"/>
              <a:gd name="csX68" fmla="*/ 12862 w 143695"/>
              <a:gd name="csY68" fmla="*/ 40500 h 127583"/>
              <a:gd name="csX69" fmla="*/ 14223 w 143695"/>
              <a:gd name="csY69" fmla="*/ 40755 h 127583"/>
              <a:gd name="csX70" fmla="*/ 39046 w 143695"/>
              <a:gd name="csY70" fmla="*/ 40755 h 127583"/>
              <a:gd name="csX71" fmla="*/ 40407 w 143695"/>
              <a:gd name="csY71" fmla="*/ 40500 h 127583"/>
              <a:gd name="csX72" fmla="*/ 41581 w 143695"/>
              <a:gd name="csY72" fmla="*/ 39736 h 127583"/>
              <a:gd name="csX73" fmla="*/ 42363 w 143695"/>
              <a:gd name="csY73" fmla="*/ 38580 h 127583"/>
              <a:gd name="csX74" fmla="*/ 42636 w 143695"/>
              <a:gd name="csY74" fmla="*/ 37212 h 127583"/>
              <a:gd name="csX75" fmla="*/ 42363 w 143695"/>
              <a:gd name="csY75" fmla="*/ 35844 h 127583"/>
              <a:gd name="csX76" fmla="*/ 41581 w 143695"/>
              <a:gd name="csY76" fmla="*/ 34688 h 127583"/>
              <a:gd name="csX77" fmla="*/ 40407 w 143695"/>
              <a:gd name="csY77" fmla="*/ 33924 h 127583"/>
              <a:gd name="csX78" fmla="*/ 39046 w 143695"/>
              <a:gd name="csY78" fmla="*/ 33669 h 127583"/>
              <a:gd name="csX79" fmla="*/ 14223 w 143695"/>
              <a:gd name="csY79" fmla="*/ 33669 h 127583"/>
              <a:gd name="csX80" fmla="*/ 3590 w 143695"/>
              <a:gd name="csY80" fmla="*/ 51387 h 127583"/>
              <a:gd name="csX81" fmla="*/ 2229 w 143695"/>
              <a:gd name="csY81" fmla="*/ 51642 h 127583"/>
              <a:gd name="csX82" fmla="*/ 1055 w 143695"/>
              <a:gd name="csY82" fmla="*/ 52408 h 127583"/>
              <a:gd name="csX83" fmla="*/ 272 w 143695"/>
              <a:gd name="csY83" fmla="*/ 53565 h 127583"/>
              <a:gd name="csX84" fmla="*/ 0 w 143695"/>
              <a:gd name="csY84" fmla="*/ 54932 h 127583"/>
              <a:gd name="csX85" fmla="*/ 272 w 143695"/>
              <a:gd name="csY85" fmla="*/ 56300 h 127583"/>
              <a:gd name="csX86" fmla="*/ 1055 w 143695"/>
              <a:gd name="csY86" fmla="*/ 57455 h 127583"/>
              <a:gd name="csX87" fmla="*/ 2229 w 143695"/>
              <a:gd name="csY87" fmla="*/ 58221 h 127583"/>
              <a:gd name="csX88" fmla="*/ 3590 w 143695"/>
              <a:gd name="csY88" fmla="*/ 58476 h 127583"/>
              <a:gd name="csX89" fmla="*/ 28412 w 143695"/>
              <a:gd name="csY89" fmla="*/ 58476 h 127583"/>
              <a:gd name="csX90" fmla="*/ 29773 w 143695"/>
              <a:gd name="csY90" fmla="*/ 58221 h 127583"/>
              <a:gd name="csX91" fmla="*/ 30947 w 143695"/>
              <a:gd name="csY91" fmla="*/ 57455 h 127583"/>
              <a:gd name="csX92" fmla="*/ 31730 w 143695"/>
              <a:gd name="csY92" fmla="*/ 56300 h 127583"/>
              <a:gd name="csX93" fmla="*/ 32002 w 143695"/>
              <a:gd name="csY93" fmla="*/ 54932 h 127583"/>
              <a:gd name="csX94" fmla="*/ 31730 w 143695"/>
              <a:gd name="csY94" fmla="*/ 53565 h 127583"/>
              <a:gd name="csX95" fmla="*/ 30947 w 143695"/>
              <a:gd name="csY95" fmla="*/ 52408 h 127583"/>
              <a:gd name="csX96" fmla="*/ 29773 w 143695"/>
              <a:gd name="csY96" fmla="*/ 51642 h 127583"/>
              <a:gd name="csX97" fmla="*/ 28412 w 143695"/>
              <a:gd name="csY97" fmla="*/ 51387 h 127583"/>
              <a:gd name="csX98" fmla="*/ 3590 w 143695"/>
              <a:gd name="csY98" fmla="*/ 51387 h 127583"/>
              <a:gd name="csX99" fmla="*/ 7146 w 143695"/>
              <a:gd name="csY99" fmla="*/ 69108 h 127583"/>
              <a:gd name="csX100" fmla="*/ 5767 w 143695"/>
              <a:gd name="csY100" fmla="*/ 69363 h 127583"/>
              <a:gd name="csX101" fmla="*/ 4594 w 143695"/>
              <a:gd name="csY101" fmla="*/ 70128 h 127583"/>
              <a:gd name="csX102" fmla="*/ 3811 w 143695"/>
              <a:gd name="csY102" fmla="*/ 71284 h 127583"/>
              <a:gd name="csX103" fmla="*/ 3539 w 143695"/>
              <a:gd name="csY103" fmla="*/ 72651 h 127583"/>
              <a:gd name="csX104" fmla="*/ 3811 w 143695"/>
              <a:gd name="csY104" fmla="*/ 74021 h 127583"/>
              <a:gd name="csX105" fmla="*/ 4594 w 143695"/>
              <a:gd name="csY105" fmla="*/ 75176 h 127583"/>
              <a:gd name="csX106" fmla="*/ 5767 w 143695"/>
              <a:gd name="csY106" fmla="*/ 75941 h 127583"/>
              <a:gd name="csX107" fmla="*/ 7146 w 143695"/>
              <a:gd name="csY107" fmla="*/ 76196 h 127583"/>
              <a:gd name="csX108" fmla="*/ 31951 w 143695"/>
              <a:gd name="csY108" fmla="*/ 76196 h 127583"/>
              <a:gd name="csX109" fmla="*/ 33329 w 143695"/>
              <a:gd name="csY109" fmla="*/ 75941 h 127583"/>
              <a:gd name="csX110" fmla="*/ 34486 w 143695"/>
              <a:gd name="csY110" fmla="*/ 75176 h 127583"/>
              <a:gd name="csX111" fmla="*/ 35269 w 143695"/>
              <a:gd name="csY111" fmla="*/ 74021 h 127583"/>
              <a:gd name="csX112" fmla="*/ 35541 w 143695"/>
              <a:gd name="csY112" fmla="*/ 72651 h 127583"/>
              <a:gd name="csX113" fmla="*/ 35269 w 143695"/>
              <a:gd name="csY113" fmla="*/ 71284 h 127583"/>
              <a:gd name="csX114" fmla="*/ 34486 w 143695"/>
              <a:gd name="csY114" fmla="*/ 70128 h 127583"/>
              <a:gd name="csX115" fmla="*/ 33329 w 143695"/>
              <a:gd name="csY115" fmla="*/ 69363 h 127583"/>
              <a:gd name="csX116" fmla="*/ 31951 w 143695"/>
              <a:gd name="csY116" fmla="*/ 69108 h 127583"/>
              <a:gd name="csX117" fmla="*/ 7146 w 143695"/>
              <a:gd name="csY117" fmla="*/ 69108 h 127583"/>
              <a:gd name="csX118" fmla="*/ 61640 w 143695"/>
              <a:gd name="csY118" fmla="*/ 104547 h 127583"/>
              <a:gd name="csX119" fmla="*/ 52861 w 143695"/>
              <a:gd name="csY119" fmla="*/ 116246 h 127583"/>
              <a:gd name="csX120" fmla="*/ 54290 w 143695"/>
              <a:gd name="csY120" fmla="*/ 126165 h 127583"/>
              <a:gd name="csX121" fmla="*/ 58526 w 143695"/>
              <a:gd name="csY121" fmla="*/ 127583 h 127583"/>
              <a:gd name="csX122" fmla="*/ 64209 w 143695"/>
              <a:gd name="csY122" fmla="*/ 124746 h 127583"/>
              <a:gd name="csX123" fmla="*/ 79367 w 143695"/>
              <a:gd name="csY123" fmla="*/ 104547 h 127583"/>
              <a:gd name="csX124" fmla="*/ 61640 w 143695"/>
              <a:gd name="csY124" fmla="*/ 104547 h 127583"/>
            </a:gdLst>
            <a:ahLst/>
            <a:cxnLst/>
            <a:rect l="l" t="t" r="r" b="b"/>
            <a:pathLst>
              <a:path w="100000" h="100000">
                <a:moveTo>
                  <a:pt x="48105" y="5606"/>
                </a:moveTo>
                <a:cubicBezTo>
                  <a:pt x="47253" y="5613"/>
                  <a:pt x="46425" y="5836"/>
                  <a:pt x="45691" y="6256"/>
                </a:cubicBezTo>
                <a:lnTo>
                  <a:pt x="28416" y="16122"/>
                </a:lnTo>
                <a:cubicBezTo>
                  <a:pt x="27848" y="16436"/>
                  <a:pt x="27338" y="16862"/>
                  <a:pt x="26924" y="17375"/>
                </a:cubicBezTo>
                <a:cubicBezTo>
                  <a:pt x="26521" y="17888"/>
                  <a:pt x="26214" y="18477"/>
                  <a:pt x="26036" y="19108"/>
                </a:cubicBezTo>
                <a:cubicBezTo>
                  <a:pt x="25858" y="19739"/>
                  <a:pt x="25811" y="20399"/>
                  <a:pt x="25882" y="21051"/>
                </a:cubicBezTo>
                <a:cubicBezTo>
                  <a:pt x="25965" y="21702"/>
                  <a:pt x="26178" y="22331"/>
                  <a:pt x="26498" y="22900"/>
                </a:cubicBezTo>
                <a:cubicBezTo>
                  <a:pt x="26829" y="23469"/>
                  <a:pt x="27267" y="23967"/>
                  <a:pt x="27788" y="24368"/>
                </a:cubicBezTo>
                <a:cubicBezTo>
                  <a:pt x="28309" y="24767"/>
                  <a:pt x="28901" y="25058"/>
                  <a:pt x="29529" y="25224"/>
                </a:cubicBezTo>
                <a:cubicBezTo>
                  <a:pt x="30168" y="25391"/>
                  <a:pt x="30831" y="25429"/>
                  <a:pt x="31483" y="25336"/>
                </a:cubicBezTo>
                <a:cubicBezTo>
                  <a:pt x="32133" y="25244"/>
                  <a:pt x="32749" y="25024"/>
                  <a:pt x="33318" y="24686"/>
                </a:cubicBezTo>
                <a:lnTo>
                  <a:pt x="47407" y="16632"/>
                </a:lnTo>
                <a:lnTo>
                  <a:pt x="53303" y="24889"/>
                </a:lnTo>
                <a:lnTo>
                  <a:pt x="36929" y="37857"/>
                </a:lnTo>
                <a:cubicBezTo>
                  <a:pt x="34052" y="39579"/>
                  <a:pt x="32099" y="42699"/>
                  <a:pt x="32099" y="46296"/>
                </a:cubicBezTo>
                <a:cubicBezTo>
                  <a:pt x="32099" y="48833"/>
                  <a:pt x="33092" y="51122"/>
                  <a:pt x="34655" y="52871"/>
                </a:cubicBezTo>
                <a:lnTo>
                  <a:pt x="34632" y="52901"/>
                </a:lnTo>
                <a:lnTo>
                  <a:pt x="34892" y="53160"/>
                </a:lnTo>
                <a:cubicBezTo>
                  <a:pt x="34964" y="53234"/>
                  <a:pt x="35035" y="53302"/>
                  <a:pt x="35117" y="53372"/>
                </a:cubicBezTo>
                <a:lnTo>
                  <a:pt x="45335" y="63564"/>
                </a:lnTo>
                <a:lnTo>
                  <a:pt x="29636" y="63564"/>
                </a:lnTo>
                <a:cubicBezTo>
                  <a:pt x="28984" y="63556"/>
                  <a:pt x="28333" y="63677"/>
                  <a:pt x="27729" y="63921"/>
                </a:cubicBezTo>
                <a:cubicBezTo>
                  <a:pt x="27114" y="64164"/>
                  <a:pt x="26569" y="64526"/>
                  <a:pt x="26107" y="64986"/>
                </a:cubicBezTo>
                <a:cubicBezTo>
                  <a:pt x="25633" y="65443"/>
                  <a:pt x="25267" y="65990"/>
                  <a:pt x="25018" y="66594"/>
                </a:cubicBezTo>
                <a:cubicBezTo>
                  <a:pt x="24757" y="67196"/>
                  <a:pt x="24627" y="67844"/>
                  <a:pt x="24627" y="68498"/>
                </a:cubicBezTo>
                <a:cubicBezTo>
                  <a:pt x="24627" y="69151"/>
                  <a:pt x="24757" y="69799"/>
                  <a:pt x="25018" y="70401"/>
                </a:cubicBezTo>
                <a:cubicBezTo>
                  <a:pt x="25267" y="71005"/>
                  <a:pt x="25633" y="71552"/>
                  <a:pt x="26107" y="72010"/>
                </a:cubicBezTo>
                <a:cubicBezTo>
                  <a:pt x="26569" y="72469"/>
                  <a:pt x="27114" y="72831"/>
                  <a:pt x="27729" y="73076"/>
                </a:cubicBezTo>
                <a:cubicBezTo>
                  <a:pt x="28333" y="73319"/>
                  <a:pt x="28984" y="73440"/>
                  <a:pt x="29636" y="73431"/>
                </a:cubicBezTo>
                <a:lnTo>
                  <a:pt x="58004" y="73431"/>
                </a:lnTo>
                <a:cubicBezTo>
                  <a:pt x="58868" y="73430"/>
                  <a:pt x="59709" y="73204"/>
                  <a:pt x="60455" y="72772"/>
                </a:cubicBezTo>
                <a:cubicBezTo>
                  <a:pt x="61212" y="72343"/>
                  <a:pt x="61828" y="71723"/>
                  <a:pt x="62267" y="70977"/>
                </a:cubicBezTo>
                <a:cubicBezTo>
                  <a:pt x="62693" y="70232"/>
                  <a:pt x="62929" y="69386"/>
                  <a:pt x="62929" y="68522"/>
                </a:cubicBezTo>
                <a:cubicBezTo>
                  <a:pt x="62941" y="67659"/>
                  <a:pt x="62716" y="66811"/>
                  <a:pt x="62290" y="66060"/>
                </a:cubicBezTo>
                <a:lnTo>
                  <a:pt x="53019" y="49760"/>
                </a:lnTo>
                <a:lnTo>
                  <a:pt x="65534" y="41315"/>
                </a:lnTo>
                <a:lnTo>
                  <a:pt x="73088" y="51721"/>
                </a:lnTo>
                <a:lnTo>
                  <a:pt x="73289" y="52149"/>
                </a:lnTo>
                <a:cubicBezTo>
                  <a:pt x="73691" y="52984"/>
                  <a:pt x="74331" y="53687"/>
                  <a:pt x="75113" y="54179"/>
                </a:cubicBezTo>
                <a:cubicBezTo>
                  <a:pt x="75894" y="54671"/>
                  <a:pt x="76806" y="54933"/>
                  <a:pt x="77729" y="54933"/>
                </a:cubicBezTo>
                <a:lnTo>
                  <a:pt x="95004" y="54933"/>
                </a:lnTo>
                <a:cubicBezTo>
                  <a:pt x="95655" y="54943"/>
                  <a:pt x="96306" y="54822"/>
                  <a:pt x="96910" y="54578"/>
                </a:cubicBezTo>
                <a:cubicBezTo>
                  <a:pt x="97514" y="54335"/>
                  <a:pt x="98070" y="53972"/>
                  <a:pt x="98532" y="53513"/>
                </a:cubicBezTo>
                <a:cubicBezTo>
                  <a:pt x="99006" y="53055"/>
                  <a:pt x="99372" y="52508"/>
                  <a:pt x="99621" y="51904"/>
                </a:cubicBezTo>
                <a:cubicBezTo>
                  <a:pt x="99870" y="51301"/>
                  <a:pt x="100000" y="50654"/>
                  <a:pt x="100000" y="50000"/>
                </a:cubicBezTo>
                <a:cubicBezTo>
                  <a:pt x="100000" y="49347"/>
                  <a:pt x="99870" y="48699"/>
                  <a:pt x="99621" y="48096"/>
                </a:cubicBezTo>
                <a:cubicBezTo>
                  <a:pt x="99372" y="47493"/>
                  <a:pt x="99006" y="46946"/>
                  <a:pt x="98532" y="46488"/>
                </a:cubicBezTo>
                <a:cubicBezTo>
                  <a:pt x="98070" y="46029"/>
                  <a:pt x="97514" y="45666"/>
                  <a:pt x="96910" y="45423"/>
                </a:cubicBezTo>
                <a:cubicBezTo>
                  <a:pt x="96306" y="45180"/>
                  <a:pt x="95655" y="45059"/>
                  <a:pt x="95004" y="45067"/>
                </a:cubicBezTo>
                <a:lnTo>
                  <a:pt x="80832" y="45067"/>
                </a:lnTo>
                <a:lnTo>
                  <a:pt x="71703" y="26233"/>
                </a:lnTo>
                <a:cubicBezTo>
                  <a:pt x="71643" y="26103"/>
                  <a:pt x="71572" y="25977"/>
                  <a:pt x="71501" y="25853"/>
                </a:cubicBezTo>
                <a:cubicBezTo>
                  <a:pt x="70247" y="23745"/>
                  <a:pt x="68743" y="22377"/>
                  <a:pt x="66742" y="20428"/>
                </a:cubicBezTo>
                <a:cubicBezTo>
                  <a:pt x="64752" y="18481"/>
                  <a:pt x="62385" y="16335"/>
                  <a:pt x="60100" y="14316"/>
                </a:cubicBezTo>
                <a:cubicBezTo>
                  <a:pt x="55541" y="10278"/>
                  <a:pt x="51291" y="6743"/>
                  <a:pt x="51291" y="6743"/>
                </a:cubicBezTo>
                <a:cubicBezTo>
                  <a:pt x="50391" y="6001"/>
                  <a:pt x="49266" y="5598"/>
                  <a:pt x="48105" y="5606"/>
                </a:cubicBezTo>
                <a:close/>
                <a:moveTo>
                  <a:pt x="81435" y="6840"/>
                </a:moveTo>
                <a:cubicBezTo>
                  <a:pt x="75989" y="6840"/>
                  <a:pt x="71572" y="11259"/>
                  <a:pt x="71572" y="16700"/>
                </a:cubicBezTo>
                <a:cubicBezTo>
                  <a:pt x="71572" y="22150"/>
                  <a:pt x="75989" y="26569"/>
                  <a:pt x="81435" y="26569"/>
                </a:cubicBezTo>
                <a:cubicBezTo>
                  <a:pt x="86893" y="26569"/>
                  <a:pt x="91298" y="22150"/>
                  <a:pt x="91298" y="16700"/>
                </a:cubicBezTo>
                <a:cubicBezTo>
                  <a:pt x="91298" y="11259"/>
                  <a:pt x="86893" y="6840"/>
                  <a:pt x="81435" y="6840"/>
                </a:cubicBezTo>
                <a:close/>
                <a:moveTo>
                  <a:pt x="9898" y="29037"/>
                </a:moveTo>
                <a:cubicBezTo>
                  <a:pt x="9579" y="29032"/>
                  <a:pt x="9247" y="29092"/>
                  <a:pt x="8951" y="29215"/>
                </a:cubicBezTo>
                <a:cubicBezTo>
                  <a:pt x="8643" y="29336"/>
                  <a:pt x="8371" y="29517"/>
                  <a:pt x="8134" y="29746"/>
                </a:cubicBezTo>
                <a:cubicBezTo>
                  <a:pt x="7897" y="29976"/>
                  <a:pt x="7720" y="30249"/>
                  <a:pt x="7589" y="30551"/>
                </a:cubicBezTo>
                <a:cubicBezTo>
                  <a:pt x="7460" y="30853"/>
                  <a:pt x="7400" y="31176"/>
                  <a:pt x="7400" y="31503"/>
                </a:cubicBezTo>
                <a:cubicBezTo>
                  <a:pt x="7400" y="31829"/>
                  <a:pt x="7460" y="32154"/>
                  <a:pt x="7589" y="32455"/>
                </a:cubicBezTo>
                <a:cubicBezTo>
                  <a:pt x="7720" y="32756"/>
                  <a:pt x="7897" y="33030"/>
                  <a:pt x="8134" y="33259"/>
                </a:cubicBezTo>
                <a:cubicBezTo>
                  <a:pt x="8371" y="33489"/>
                  <a:pt x="8643" y="33669"/>
                  <a:pt x="8951" y="33791"/>
                </a:cubicBezTo>
                <a:cubicBezTo>
                  <a:pt x="9247" y="33913"/>
                  <a:pt x="9579" y="33973"/>
                  <a:pt x="9898" y="33968"/>
                </a:cubicBezTo>
                <a:lnTo>
                  <a:pt x="27173" y="33968"/>
                </a:lnTo>
                <a:cubicBezTo>
                  <a:pt x="27492" y="33973"/>
                  <a:pt x="27824" y="33913"/>
                  <a:pt x="28120" y="33791"/>
                </a:cubicBezTo>
                <a:cubicBezTo>
                  <a:pt x="28428" y="33669"/>
                  <a:pt x="28700" y="33489"/>
                  <a:pt x="28937" y="33259"/>
                </a:cubicBezTo>
                <a:cubicBezTo>
                  <a:pt x="29174" y="33030"/>
                  <a:pt x="29351" y="32756"/>
                  <a:pt x="29481" y="32455"/>
                </a:cubicBezTo>
                <a:cubicBezTo>
                  <a:pt x="29600" y="32154"/>
                  <a:pt x="29671" y="31829"/>
                  <a:pt x="29671" y="31503"/>
                </a:cubicBezTo>
                <a:cubicBezTo>
                  <a:pt x="29671" y="31176"/>
                  <a:pt x="29600" y="30853"/>
                  <a:pt x="29481" y="30551"/>
                </a:cubicBezTo>
                <a:cubicBezTo>
                  <a:pt x="29351" y="30249"/>
                  <a:pt x="29174" y="29976"/>
                  <a:pt x="28937" y="29746"/>
                </a:cubicBezTo>
                <a:cubicBezTo>
                  <a:pt x="28700" y="29517"/>
                  <a:pt x="28428" y="29336"/>
                  <a:pt x="28120" y="29215"/>
                </a:cubicBezTo>
                <a:cubicBezTo>
                  <a:pt x="27824" y="29092"/>
                  <a:pt x="27492" y="29032"/>
                  <a:pt x="27173" y="29037"/>
                </a:cubicBezTo>
                <a:lnTo>
                  <a:pt x="9898" y="29037"/>
                </a:lnTo>
                <a:close/>
                <a:moveTo>
                  <a:pt x="2498" y="41367"/>
                </a:moveTo>
                <a:cubicBezTo>
                  <a:pt x="2179" y="41364"/>
                  <a:pt x="1847" y="41425"/>
                  <a:pt x="1551" y="41545"/>
                </a:cubicBezTo>
                <a:cubicBezTo>
                  <a:pt x="1243" y="41667"/>
                  <a:pt x="971" y="41848"/>
                  <a:pt x="734" y="42078"/>
                </a:cubicBezTo>
                <a:cubicBezTo>
                  <a:pt x="497" y="42308"/>
                  <a:pt x="319" y="42581"/>
                  <a:pt x="189" y="42883"/>
                </a:cubicBezTo>
                <a:cubicBezTo>
                  <a:pt x="59" y="43184"/>
                  <a:pt x="0" y="43508"/>
                  <a:pt x="0" y="43835"/>
                </a:cubicBezTo>
                <a:cubicBezTo>
                  <a:pt x="0" y="44162"/>
                  <a:pt x="59" y="44484"/>
                  <a:pt x="189" y="44787"/>
                </a:cubicBezTo>
                <a:cubicBezTo>
                  <a:pt x="319" y="45089"/>
                  <a:pt x="497" y="45362"/>
                  <a:pt x="734" y="45590"/>
                </a:cubicBezTo>
                <a:cubicBezTo>
                  <a:pt x="971" y="45820"/>
                  <a:pt x="1243" y="46001"/>
                  <a:pt x="1551" y="46123"/>
                </a:cubicBezTo>
                <a:cubicBezTo>
                  <a:pt x="1847" y="46245"/>
                  <a:pt x="2179" y="46306"/>
                  <a:pt x="2498" y="46301"/>
                </a:cubicBezTo>
                <a:lnTo>
                  <a:pt x="19772" y="46301"/>
                </a:lnTo>
                <a:cubicBezTo>
                  <a:pt x="20093" y="46306"/>
                  <a:pt x="20424" y="46245"/>
                  <a:pt x="20720" y="46123"/>
                </a:cubicBezTo>
                <a:cubicBezTo>
                  <a:pt x="21028" y="46001"/>
                  <a:pt x="21300" y="45820"/>
                  <a:pt x="21537" y="45590"/>
                </a:cubicBezTo>
                <a:cubicBezTo>
                  <a:pt x="21773" y="45362"/>
                  <a:pt x="21951" y="45089"/>
                  <a:pt x="22081" y="44787"/>
                </a:cubicBezTo>
                <a:cubicBezTo>
                  <a:pt x="22200" y="44484"/>
                  <a:pt x="22271" y="44162"/>
                  <a:pt x="22271" y="43835"/>
                </a:cubicBezTo>
                <a:cubicBezTo>
                  <a:pt x="22271" y="43508"/>
                  <a:pt x="22200" y="43184"/>
                  <a:pt x="22081" y="42883"/>
                </a:cubicBezTo>
                <a:cubicBezTo>
                  <a:pt x="21951" y="42581"/>
                  <a:pt x="21773" y="42308"/>
                  <a:pt x="21537" y="42078"/>
                </a:cubicBezTo>
                <a:cubicBezTo>
                  <a:pt x="21300" y="41848"/>
                  <a:pt x="21028" y="41667"/>
                  <a:pt x="20720" y="41545"/>
                </a:cubicBezTo>
                <a:cubicBezTo>
                  <a:pt x="20424" y="41425"/>
                  <a:pt x="20093" y="41364"/>
                  <a:pt x="19772" y="41367"/>
                </a:cubicBezTo>
                <a:lnTo>
                  <a:pt x="2498" y="41367"/>
                </a:lnTo>
                <a:close/>
                <a:moveTo>
                  <a:pt x="4973" y="53700"/>
                </a:moveTo>
                <a:cubicBezTo>
                  <a:pt x="4641" y="53695"/>
                  <a:pt x="4322" y="53756"/>
                  <a:pt x="4013" y="53877"/>
                </a:cubicBezTo>
                <a:cubicBezTo>
                  <a:pt x="3706" y="53999"/>
                  <a:pt x="3434" y="54180"/>
                  <a:pt x="3197" y="54410"/>
                </a:cubicBezTo>
                <a:cubicBezTo>
                  <a:pt x="2972" y="54639"/>
                  <a:pt x="2782" y="54913"/>
                  <a:pt x="2652" y="55214"/>
                </a:cubicBezTo>
                <a:cubicBezTo>
                  <a:pt x="2534" y="55516"/>
                  <a:pt x="2463" y="55839"/>
                  <a:pt x="2463" y="56165"/>
                </a:cubicBezTo>
                <a:cubicBezTo>
                  <a:pt x="2463" y="56493"/>
                  <a:pt x="2534" y="56817"/>
                  <a:pt x="2652" y="57119"/>
                </a:cubicBezTo>
                <a:cubicBezTo>
                  <a:pt x="2782" y="57420"/>
                  <a:pt x="2972" y="57693"/>
                  <a:pt x="3197" y="57923"/>
                </a:cubicBezTo>
                <a:cubicBezTo>
                  <a:pt x="3434" y="58152"/>
                  <a:pt x="3706" y="58333"/>
                  <a:pt x="4013" y="58455"/>
                </a:cubicBezTo>
                <a:cubicBezTo>
                  <a:pt x="4322" y="58577"/>
                  <a:pt x="4641" y="58637"/>
                  <a:pt x="4973" y="58633"/>
                </a:cubicBezTo>
                <a:lnTo>
                  <a:pt x="22235" y="58633"/>
                </a:lnTo>
                <a:cubicBezTo>
                  <a:pt x="22567" y="58637"/>
                  <a:pt x="22887" y="58577"/>
                  <a:pt x="23194" y="58455"/>
                </a:cubicBezTo>
                <a:cubicBezTo>
                  <a:pt x="23491" y="58333"/>
                  <a:pt x="23775" y="58152"/>
                  <a:pt x="23999" y="57923"/>
                </a:cubicBezTo>
                <a:cubicBezTo>
                  <a:pt x="24236" y="57693"/>
                  <a:pt x="24414" y="57420"/>
                  <a:pt x="24544" y="57119"/>
                </a:cubicBezTo>
                <a:cubicBezTo>
                  <a:pt x="24674" y="56817"/>
                  <a:pt x="24734" y="56493"/>
                  <a:pt x="24734" y="56165"/>
                </a:cubicBezTo>
                <a:cubicBezTo>
                  <a:pt x="24734" y="55839"/>
                  <a:pt x="24674" y="55516"/>
                  <a:pt x="24544" y="55214"/>
                </a:cubicBezTo>
                <a:cubicBezTo>
                  <a:pt x="24414" y="54913"/>
                  <a:pt x="24236" y="54639"/>
                  <a:pt x="23999" y="54410"/>
                </a:cubicBezTo>
                <a:cubicBezTo>
                  <a:pt x="23775" y="54180"/>
                  <a:pt x="23491" y="53999"/>
                  <a:pt x="23194" y="53877"/>
                </a:cubicBezTo>
                <a:cubicBezTo>
                  <a:pt x="22887" y="53756"/>
                  <a:pt x="22567" y="53695"/>
                  <a:pt x="22235" y="53700"/>
                </a:cubicBezTo>
                <a:lnTo>
                  <a:pt x="4973" y="53700"/>
                </a:lnTo>
                <a:close/>
                <a:moveTo>
                  <a:pt x="42896" y="78363"/>
                </a:moveTo>
                <a:lnTo>
                  <a:pt x="36787" y="86504"/>
                </a:lnTo>
                <a:cubicBezTo>
                  <a:pt x="35153" y="88684"/>
                  <a:pt x="35602" y="91774"/>
                  <a:pt x="37781" y="93407"/>
                </a:cubicBezTo>
                <a:cubicBezTo>
                  <a:pt x="38669" y="94076"/>
                  <a:pt x="39699" y="94394"/>
                  <a:pt x="40729" y="94394"/>
                </a:cubicBezTo>
                <a:cubicBezTo>
                  <a:pt x="42233" y="94394"/>
                  <a:pt x="43713" y="93711"/>
                  <a:pt x="44684" y="92419"/>
                </a:cubicBezTo>
                <a:lnTo>
                  <a:pt x="55233" y="78363"/>
                </a:lnTo>
                <a:lnTo>
                  <a:pt x="42896" y="7836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1" name="Чёрный — SVG 34">
            <a:extLst>
              <a:ext uri="{FF2B5EF4-FFF2-40B4-BE49-F238E27FC236}">
                <a16:creationId xmlns:a16="http://schemas.microsoft.com/office/drawing/2014/main" id="{1F646857-8AD1-AC4D-AA5D-E5E3658CBBFA}"/>
              </a:ext>
            </a:extLst>
          </p:cNvPr>
          <p:cNvSpPr>
            <a:spLocks noGrp="1"/>
          </p:cNvSpPr>
          <p:nvPr/>
        </p:nvSpPr>
        <p:spPr>
          <a:xfrm>
            <a:off x="9420000" y="3210000"/>
            <a:ext cx="220000" cy="220000"/>
          </a:xfrm>
          <a:custGeom>
            <a:avLst/>
            <a:gdLst>
              <a:gd name="csX0" fmla="*/ 24806 w 127629"/>
              <a:gd name="csY0" fmla="*/ 143533 h 143532"/>
              <a:gd name="csX1" fmla="*/ 14172 w 127629"/>
              <a:gd name="csY1" fmla="*/ 143533 h 143532"/>
              <a:gd name="csX2" fmla="*/ 0 w 127629"/>
              <a:gd name="csY2" fmla="*/ 129356 h 143532"/>
              <a:gd name="csX3" fmla="*/ 0 w 127629"/>
              <a:gd name="csY3" fmla="*/ 69109 h 143532"/>
              <a:gd name="csX4" fmla="*/ 14172 w 127629"/>
              <a:gd name="csY4" fmla="*/ 54932 h 143532"/>
              <a:gd name="csX5" fmla="*/ 38995 w 127629"/>
              <a:gd name="csY5" fmla="*/ 54932 h 143532"/>
              <a:gd name="csX6" fmla="*/ 38995 w 127629"/>
              <a:gd name="csY6" fmla="*/ 129356 h 143532"/>
              <a:gd name="csX7" fmla="*/ 24806 w 127629"/>
              <a:gd name="csY7" fmla="*/ 143533 h 143532"/>
              <a:gd name="csX8" fmla="*/ 122854 w 127629"/>
              <a:gd name="csY8" fmla="*/ 64037 h 143532"/>
              <a:gd name="csX9" fmla="*/ 109685 w 127629"/>
              <a:gd name="csY9" fmla="*/ 58477 h 143532"/>
              <a:gd name="csX10" fmla="*/ 83298 w 127629"/>
              <a:gd name="csY10" fmla="*/ 58477 h 143532"/>
              <a:gd name="csX11" fmla="*/ 88487 w 127629"/>
              <a:gd name="csY11" fmla="*/ 37763 h 143532"/>
              <a:gd name="csX12" fmla="*/ 89746 w 127629"/>
              <a:gd name="csY12" fmla="*/ 16916 h 143532"/>
              <a:gd name="csX13" fmla="*/ 85169 w 127629"/>
              <a:gd name="csY13" fmla="*/ 5566 h 143532"/>
              <a:gd name="csX14" fmla="*/ 77462 w 127629"/>
              <a:gd name="csY14" fmla="*/ 366 h 143532"/>
              <a:gd name="csX15" fmla="*/ 68564 w 127629"/>
              <a:gd name="csY15" fmla="*/ 5233 h 143532"/>
              <a:gd name="csX16" fmla="*/ 62729 w 127629"/>
              <a:gd name="csY16" fmla="*/ 25666 h 143532"/>
              <a:gd name="csX17" fmla="*/ 61197 w 127629"/>
              <a:gd name="csY17" fmla="*/ 29530 h 143532"/>
              <a:gd name="csX18" fmla="*/ 46072 w 127629"/>
              <a:gd name="csY18" fmla="*/ 48982 h 143532"/>
              <a:gd name="csX19" fmla="*/ 46072 w 127629"/>
              <a:gd name="csY19" fmla="*/ 134595 h 143532"/>
              <a:gd name="csX20" fmla="*/ 87279 w 127629"/>
              <a:gd name="csY20" fmla="*/ 143399 h 143532"/>
              <a:gd name="csX21" fmla="*/ 90018 w 127629"/>
              <a:gd name="csY21" fmla="*/ 143533 h 143532"/>
              <a:gd name="csX22" fmla="*/ 117341 w 127629"/>
              <a:gd name="csY22" fmla="*/ 122204 h 143532"/>
              <a:gd name="csX23" fmla="*/ 126427 w 127629"/>
              <a:gd name="csY23" fmla="*/ 83285 h 143532"/>
              <a:gd name="csX24" fmla="*/ 127601 w 127629"/>
              <a:gd name="csY24" fmla="*/ 77183 h 143532"/>
              <a:gd name="csX25" fmla="*/ 122854 w 127629"/>
              <a:gd name="csY25" fmla="*/ 64037 h 143532"/>
            </a:gdLst>
            <a:ahLst/>
            <a:cxnLst/>
            <a:rect l="l" t="t" r="r" b="b"/>
            <a:pathLst>
              <a:path w="100000" h="100000">
                <a:moveTo>
                  <a:pt x="22822" y="100001"/>
                </a:moveTo>
                <a:lnTo>
                  <a:pt x="15414" y="100001"/>
                </a:lnTo>
                <a:cubicBezTo>
                  <a:pt x="9961" y="100001"/>
                  <a:pt x="5540" y="95577"/>
                  <a:pt x="5540" y="90123"/>
                </a:cubicBezTo>
                <a:lnTo>
                  <a:pt x="5540" y="48149"/>
                </a:lnTo>
                <a:cubicBezTo>
                  <a:pt x="5540" y="42695"/>
                  <a:pt x="9961" y="38272"/>
                  <a:pt x="15414" y="38272"/>
                </a:cubicBezTo>
                <a:lnTo>
                  <a:pt x="32708" y="38272"/>
                </a:lnTo>
                <a:lnTo>
                  <a:pt x="32708" y="90123"/>
                </a:lnTo>
                <a:cubicBezTo>
                  <a:pt x="32708" y="95577"/>
                  <a:pt x="28287" y="100001"/>
                  <a:pt x="22822" y="100001"/>
                </a:cubicBezTo>
                <a:close/>
                <a:moveTo>
                  <a:pt x="91133" y="44615"/>
                </a:moveTo>
                <a:cubicBezTo>
                  <a:pt x="88774" y="42124"/>
                  <a:pt x="85526" y="40749"/>
                  <a:pt x="81958" y="40741"/>
                </a:cubicBezTo>
                <a:lnTo>
                  <a:pt x="63574" y="40741"/>
                </a:lnTo>
                <a:cubicBezTo>
                  <a:pt x="63574" y="40741"/>
                  <a:pt x="66265" y="29934"/>
                  <a:pt x="67190" y="26310"/>
                </a:cubicBezTo>
                <a:cubicBezTo>
                  <a:pt x="68588" y="20826"/>
                  <a:pt x="68873" y="16211"/>
                  <a:pt x="68067" y="11786"/>
                </a:cubicBezTo>
                <a:cubicBezTo>
                  <a:pt x="67651" y="9487"/>
                  <a:pt x="66916" y="6511"/>
                  <a:pt x="64878" y="3878"/>
                </a:cubicBezTo>
                <a:cubicBezTo>
                  <a:pt x="63432" y="2005"/>
                  <a:pt x="61631" y="788"/>
                  <a:pt x="59508" y="255"/>
                </a:cubicBezTo>
                <a:cubicBezTo>
                  <a:pt x="56344" y="-532"/>
                  <a:pt x="54447" y="478"/>
                  <a:pt x="53309" y="3646"/>
                </a:cubicBezTo>
                <a:cubicBezTo>
                  <a:pt x="53214" y="3902"/>
                  <a:pt x="49244" y="17882"/>
                  <a:pt x="49244" y="17882"/>
                </a:cubicBezTo>
                <a:cubicBezTo>
                  <a:pt x="48935" y="18985"/>
                  <a:pt x="48639" y="19865"/>
                  <a:pt x="48176" y="20574"/>
                </a:cubicBezTo>
                <a:cubicBezTo>
                  <a:pt x="45249" y="25146"/>
                  <a:pt x="41705" y="29593"/>
                  <a:pt x="37639" y="34126"/>
                </a:cubicBezTo>
                <a:lnTo>
                  <a:pt x="37639" y="93774"/>
                </a:lnTo>
                <a:cubicBezTo>
                  <a:pt x="48651" y="96919"/>
                  <a:pt x="65210" y="99800"/>
                  <a:pt x="66348" y="99907"/>
                </a:cubicBezTo>
                <a:cubicBezTo>
                  <a:pt x="66988" y="99971"/>
                  <a:pt x="67616" y="100001"/>
                  <a:pt x="68256" y="100001"/>
                </a:cubicBezTo>
                <a:cubicBezTo>
                  <a:pt x="77158" y="100001"/>
                  <a:pt x="85005" y="93998"/>
                  <a:pt x="87292" y="85141"/>
                </a:cubicBezTo>
                <a:cubicBezTo>
                  <a:pt x="89367" y="77146"/>
                  <a:pt x="93623" y="58025"/>
                  <a:pt x="93623" y="58025"/>
                </a:cubicBezTo>
                <a:cubicBezTo>
                  <a:pt x="93966" y="56763"/>
                  <a:pt x="94357" y="55333"/>
                  <a:pt x="94441" y="53774"/>
                </a:cubicBezTo>
                <a:cubicBezTo>
                  <a:pt x="94630" y="50314"/>
                  <a:pt x="93456" y="47065"/>
                  <a:pt x="91133" y="4461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2" name="Чёрный — SVG 35">
            <a:extLst>
              <a:ext uri="{FF2B5EF4-FFF2-40B4-BE49-F238E27FC236}">
                <a16:creationId xmlns:a16="http://schemas.microsoft.com/office/drawing/2014/main" id="{6EADDB78-24BE-814F-9ACC-91602ABA43E1}"/>
              </a:ext>
            </a:extLst>
          </p:cNvPr>
          <p:cNvSpPr>
            <a:spLocks noGrp="1"/>
          </p:cNvSpPr>
          <p:nvPr/>
        </p:nvSpPr>
        <p:spPr>
          <a:xfrm>
            <a:off x="10020000" y="3210000"/>
            <a:ext cx="220000" cy="220000"/>
          </a:xfrm>
          <a:custGeom>
            <a:avLst/>
            <a:gdLst>
              <a:gd name="csX0" fmla="*/ 42209 w 127275"/>
              <a:gd name="csY0" fmla="*/ 10632 h 138215"/>
              <a:gd name="csX1" fmla="*/ 42209 w 127275"/>
              <a:gd name="csY1" fmla="*/ 88847 h 138215"/>
              <a:gd name="csX2" fmla="*/ 36657 w 127275"/>
              <a:gd name="csY2" fmla="*/ 91768 h 138215"/>
              <a:gd name="csX3" fmla="*/ 17373 w 127275"/>
              <a:gd name="csY3" fmla="*/ 79835 h 138215"/>
              <a:gd name="csX4" fmla="*/ 10996 w 127275"/>
              <a:gd name="csY4" fmla="*/ 78408 h 138215"/>
              <a:gd name="csX5" fmla="*/ 1788 w 127275"/>
              <a:gd name="csY5" fmla="*/ 81954 h 138215"/>
              <a:gd name="csX6" fmla="*/ 2384 w 127275"/>
              <a:gd name="csY6" fmla="*/ 91880 h 138215"/>
              <a:gd name="csX7" fmla="*/ 36297 w 127275"/>
              <a:gd name="csY7" fmla="*/ 127240 h 138215"/>
              <a:gd name="csX8" fmla="*/ 59726 w 127275"/>
              <a:gd name="csY8" fmla="*/ 138215 h 138215"/>
              <a:gd name="csX9" fmla="*/ 91832 w 127275"/>
              <a:gd name="csY9" fmla="*/ 138215 h 138215"/>
              <a:gd name="csX10" fmla="*/ 127276 w 127275"/>
              <a:gd name="csY10" fmla="*/ 102776 h 138215"/>
              <a:gd name="csX11" fmla="*/ 127276 w 127275"/>
              <a:gd name="csY11" fmla="*/ 72329 h 138215"/>
              <a:gd name="csX12" fmla="*/ 108178 w 127275"/>
              <a:gd name="csY12" fmla="*/ 51175 h 138215"/>
              <a:gd name="csX13" fmla="*/ 63475 w 127275"/>
              <a:gd name="csY13" fmla="*/ 46908 h 138215"/>
              <a:gd name="csX14" fmla="*/ 63475 w 127275"/>
              <a:gd name="csY14" fmla="*/ 10632 h 138215"/>
              <a:gd name="csX15" fmla="*/ 52842 w 127275"/>
              <a:gd name="csY15" fmla="*/ 0 h 138215"/>
              <a:gd name="csX16" fmla="*/ 42209 w 127275"/>
              <a:gd name="csY16" fmla="*/ 10632 h 138215"/>
            </a:gdLst>
            <a:ahLst/>
            <a:cxnLst/>
            <a:rect l="l" t="t" r="r" b="b"/>
            <a:pathLst>
              <a:path w="100000" h="100000">
                <a:moveTo>
                  <a:pt x="34496" y="7692"/>
                </a:moveTo>
                <a:lnTo>
                  <a:pt x="34496" y="64282"/>
                </a:lnTo>
                <a:cubicBezTo>
                  <a:pt x="34496" y="66348"/>
                  <a:pt x="32180" y="67574"/>
                  <a:pt x="30479" y="66395"/>
                </a:cubicBezTo>
                <a:cubicBezTo>
                  <a:pt x="26310" y="63505"/>
                  <a:pt x="19931" y="59243"/>
                  <a:pt x="16527" y="57761"/>
                </a:cubicBezTo>
                <a:cubicBezTo>
                  <a:pt x="15040" y="57112"/>
                  <a:pt x="13488" y="56729"/>
                  <a:pt x="11913" y="56729"/>
                </a:cubicBezTo>
                <a:cubicBezTo>
                  <a:pt x="8642" y="56729"/>
                  <a:pt x="6564" y="57892"/>
                  <a:pt x="5251" y="59295"/>
                </a:cubicBezTo>
                <a:cubicBezTo>
                  <a:pt x="3338" y="61338"/>
                  <a:pt x="3602" y="64603"/>
                  <a:pt x="5682" y="66476"/>
                </a:cubicBezTo>
                <a:cubicBezTo>
                  <a:pt x="11552" y="71769"/>
                  <a:pt x="25172" y="86720"/>
                  <a:pt x="30219" y="92059"/>
                </a:cubicBezTo>
                <a:cubicBezTo>
                  <a:pt x="34716" y="96819"/>
                  <a:pt x="40620" y="100000"/>
                  <a:pt x="47170" y="100000"/>
                </a:cubicBezTo>
                <a:lnTo>
                  <a:pt x="70399" y="100000"/>
                </a:lnTo>
                <a:cubicBezTo>
                  <a:pt x="84562" y="100000"/>
                  <a:pt x="96043" y="88521"/>
                  <a:pt x="96043" y="74360"/>
                </a:cubicBezTo>
                <a:lnTo>
                  <a:pt x="96043" y="52331"/>
                </a:lnTo>
                <a:cubicBezTo>
                  <a:pt x="96043" y="44441"/>
                  <a:pt x="90076" y="37828"/>
                  <a:pt x="82226" y="37026"/>
                </a:cubicBezTo>
                <a:cubicBezTo>
                  <a:pt x="71976" y="35979"/>
                  <a:pt x="58376" y="34628"/>
                  <a:pt x="49882" y="33938"/>
                </a:cubicBezTo>
                <a:lnTo>
                  <a:pt x="49882" y="7692"/>
                </a:lnTo>
                <a:cubicBezTo>
                  <a:pt x="49882" y="3444"/>
                  <a:pt x="46439" y="0"/>
                  <a:pt x="42189" y="0"/>
                </a:cubicBezTo>
                <a:cubicBezTo>
                  <a:pt x="37940" y="0"/>
                  <a:pt x="34496" y="3444"/>
                  <a:pt x="34496" y="769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3" name="Чёрный — SVG 36">
            <a:extLst>
              <a:ext uri="{FF2B5EF4-FFF2-40B4-BE49-F238E27FC236}">
                <a16:creationId xmlns:a16="http://schemas.microsoft.com/office/drawing/2014/main" id="{48DEADC1-0546-A443-8893-0789990309F0}"/>
              </a:ext>
            </a:extLst>
          </p:cNvPr>
          <p:cNvSpPr>
            <a:spLocks noGrp="1"/>
          </p:cNvSpPr>
          <p:nvPr/>
        </p:nvSpPr>
        <p:spPr>
          <a:xfrm>
            <a:off x="10620000" y="3210000"/>
            <a:ext cx="220000" cy="220000"/>
          </a:xfrm>
          <a:custGeom>
            <a:avLst/>
            <a:gdLst>
              <a:gd name="csX0" fmla="*/ 93806 w 156104"/>
              <a:gd name="csY0" fmla="*/ 27 h 129104"/>
              <a:gd name="csX1" fmla="*/ 83388 w 156104"/>
              <a:gd name="csY1" fmla="*/ 2761 h 129104"/>
              <a:gd name="csX2" fmla="*/ 83104 w 156104"/>
              <a:gd name="csY2" fmla="*/ 2914 h 129104"/>
              <a:gd name="csX3" fmla="*/ 73052 w 156104"/>
              <a:gd name="csY3" fmla="*/ 8722 h 129104"/>
              <a:gd name="csX4" fmla="*/ 72734 w 156104"/>
              <a:gd name="csY4" fmla="*/ 8715 h 129104"/>
              <a:gd name="csX5" fmla="*/ 5389 w 156104"/>
              <a:gd name="csY5" fmla="*/ 8715 h 129104"/>
              <a:gd name="csX6" fmla="*/ 3136 w 156104"/>
              <a:gd name="csY6" fmla="*/ 9183 h 129104"/>
              <a:gd name="csX7" fmla="*/ 1293 w 156104"/>
              <a:gd name="csY7" fmla="*/ 10559 h 129104"/>
              <a:gd name="csX8" fmla="*/ 204 w 156104"/>
              <a:gd name="csY8" fmla="*/ 12585 h 129104"/>
              <a:gd name="csX9" fmla="*/ 72 w 156104"/>
              <a:gd name="csY9" fmla="*/ 14881 h 129104"/>
              <a:gd name="csX10" fmla="*/ 72 w 156104"/>
              <a:gd name="csY10" fmla="*/ 80493 h 129104"/>
              <a:gd name="csX11" fmla="*/ 196 w 156104"/>
              <a:gd name="csY11" fmla="*/ 82797 h 129104"/>
              <a:gd name="csX12" fmla="*/ 1284 w 156104"/>
              <a:gd name="csY12" fmla="*/ 84829 h 129104"/>
              <a:gd name="csX13" fmla="*/ 3131 w 156104"/>
              <a:gd name="csY13" fmla="*/ 86212 h 129104"/>
              <a:gd name="csX14" fmla="*/ 5389 w 156104"/>
              <a:gd name="csY14" fmla="*/ 86682 h 129104"/>
              <a:gd name="csX15" fmla="*/ 10062 w 156104"/>
              <a:gd name="csY15" fmla="*/ 86682 h 129104"/>
              <a:gd name="csX16" fmla="*/ 16382 w 156104"/>
              <a:gd name="csY16" fmla="*/ 89332 h 129104"/>
              <a:gd name="csX17" fmla="*/ 48095 w 156104"/>
              <a:gd name="csY17" fmla="*/ 121519 h 129104"/>
              <a:gd name="csX18" fmla="*/ 69196 w 156104"/>
              <a:gd name="csY18" fmla="*/ 128767 h 129104"/>
              <a:gd name="csX19" fmla="*/ 82515 w 156104"/>
              <a:gd name="csY19" fmla="*/ 117969 h 129104"/>
              <a:gd name="csX20" fmla="*/ 96049 w 156104"/>
              <a:gd name="csY20" fmla="*/ 111358 h 129104"/>
              <a:gd name="csX21" fmla="*/ 96264 w 156104"/>
              <a:gd name="csY21" fmla="*/ 111365 h 129104"/>
              <a:gd name="csX22" fmla="*/ 121165 w 156104"/>
              <a:gd name="csY22" fmla="*/ 111365 h 129104"/>
              <a:gd name="csX23" fmla="*/ 139109 w 156104"/>
              <a:gd name="csY23" fmla="*/ 104242 h 129104"/>
              <a:gd name="csX24" fmla="*/ 147624 w 156104"/>
              <a:gd name="csY24" fmla="*/ 100850 h 129104"/>
              <a:gd name="csX25" fmla="*/ 150712 w 156104"/>
              <a:gd name="csY25" fmla="*/ 100850 h 129104"/>
              <a:gd name="csX26" fmla="*/ 152770 w 156104"/>
              <a:gd name="csY26" fmla="*/ 100468 h 129104"/>
              <a:gd name="csX27" fmla="*/ 154519 w 156104"/>
              <a:gd name="csY27" fmla="*/ 99321 h 129104"/>
              <a:gd name="csX28" fmla="*/ 155691 w 156104"/>
              <a:gd name="csY28" fmla="*/ 97586 h 129104"/>
              <a:gd name="csX29" fmla="*/ 156105 w 156104"/>
              <a:gd name="csY29" fmla="*/ 95534 h 129104"/>
              <a:gd name="csX30" fmla="*/ 155691 w 156104"/>
              <a:gd name="csY30" fmla="*/ 93483 h 129104"/>
              <a:gd name="csX31" fmla="*/ 154519 w 156104"/>
              <a:gd name="csY31" fmla="*/ 91749 h 129104"/>
              <a:gd name="csX32" fmla="*/ 152770 w 156104"/>
              <a:gd name="csY32" fmla="*/ 90601 h 129104"/>
              <a:gd name="csX33" fmla="*/ 150712 w 156104"/>
              <a:gd name="csY33" fmla="*/ 90218 h 129104"/>
              <a:gd name="csX34" fmla="*/ 147624 w 156104"/>
              <a:gd name="csY34" fmla="*/ 90218 h 129104"/>
              <a:gd name="csX35" fmla="*/ 132103 w 156104"/>
              <a:gd name="csY35" fmla="*/ 96247 h 129104"/>
              <a:gd name="csX36" fmla="*/ 120840 w 156104"/>
              <a:gd name="csY36" fmla="*/ 100740 h 129104"/>
              <a:gd name="csX37" fmla="*/ 120833 w 156104"/>
              <a:gd name="csY37" fmla="*/ 100740 h 129104"/>
              <a:gd name="csX38" fmla="*/ 110082 w 156104"/>
              <a:gd name="csY38" fmla="*/ 100810 h 129104"/>
              <a:gd name="csX39" fmla="*/ 116728 w 156104"/>
              <a:gd name="csY39" fmla="*/ 90981 h 129104"/>
              <a:gd name="csX40" fmla="*/ 130026 w 156104"/>
              <a:gd name="csY40" fmla="*/ 80750 h 129104"/>
              <a:gd name="csX41" fmla="*/ 124654 w 156104"/>
              <a:gd name="csY41" fmla="*/ 60046 h 129104"/>
              <a:gd name="csX42" fmla="*/ 100307 w 156104"/>
              <a:gd name="csY42" fmla="*/ 33328 h 129104"/>
              <a:gd name="csX43" fmla="*/ 97688 w 156104"/>
              <a:gd name="csY43" fmla="*/ 31733 h 129104"/>
              <a:gd name="csX44" fmla="*/ 94623 w 156104"/>
              <a:gd name="csY44" fmla="*/ 31847 h 129104"/>
              <a:gd name="csX45" fmla="*/ 59456 w 156104"/>
              <a:gd name="csY45" fmla="*/ 38588 h 129104"/>
              <a:gd name="csX46" fmla="*/ 53640 w 156104"/>
              <a:gd name="csY46" fmla="*/ 37911 h 129104"/>
              <a:gd name="csX47" fmla="*/ 50532 w 156104"/>
              <a:gd name="csY47" fmla="*/ 34228 h 129104"/>
              <a:gd name="csX48" fmla="*/ 52713 w 156104"/>
              <a:gd name="csY48" fmla="*/ 29992 h 129104"/>
              <a:gd name="csX49" fmla="*/ 69355 w 156104"/>
              <a:gd name="csY49" fmla="*/ 23084 h 129104"/>
              <a:gd name="csX50" fmla="*/ 69978 w 156104"/>
              <a:gd name="csY50" fmla="*/ 22773 h 129104"/>
              <a:gd name="csX51" fmla="*/ 88171 w 156104"/>
              <a:gd name="csY51" fmla="*/ 12258 h 129104"/>
              <a:gd name="csX52" fmla="*/ 100335 w 156104"/>
              <a:gd name="csY52" fmla="*/ 11656 h 129104"/>
              <a:gd name="csX53" fmla="*/ 124294 w 156104"/>
              <a:gd name="csY53" fmla="*/ 21235 h 129104"/>
              <a:gd name="csX54" fmla="*/ 132851 w 156104"/>
              <a:gd name="csY54" fmla="*/ 22883 h 129104"/>
              <a:gd name="csX55" fmla="*/ 150712 w 156104"/>
              <a:gd name="csY55" fmla="*/ 22890 h 129104"/>
              <a:gd name="csX56" fmla="*/ 152770 w 156104"/>
              <a:gd name="csY56" fmla="*/ 22507 h 129104"/>
              <a:gd name="csX57" fmla="*/ 154519 w 156104"/>
              <a:gd name="csY57" fmla="*/ 21359 h 129104"/>
              <a:gd name="csX58" fmla="*/ 155691 w 156104"/>
              <a:gd name="csY58" fmla="*/ 19626 h 129104"/>
              <a:gd name="csX59" fmla="*/ 156105 w 156104"/>
              <a:gd name="csY59" fmla="*/ 17574 h 129104"/>
              <a:gd name="csX60" fmla="*/ 155691 w 156104"/>
              <a:gd name="csY60" fmla="*/ 15523 h 129104"/>
              <a:gd name="csX61" fmla="*/ 154519 w 156104"/>
              <a:gd name="csY61" fmla="*/ 13788 h 129104"/>
              <a:gd name="csX62" fmla="*/ 152770 w 156104"/>
              <a:gd name="csY62" fmla="*/ 12641 h 129104"/>
              <a:gd name="csX63" fmla="*/ 150712 w 156104"/>
              <a:gd name="csY63" fmla="*/ 12258 h 129104"/>
              <a:gd name="csX64" fmla="*/ 132858 w 156104"/>
              <a:gd name="csY64" fmla="*/ 12252 h 129104"/>
              <a:gd name="csX65" fmla="*/ 128261 w 156104"/>
              <a:gd name="csY65" fmla="*/ 11372 h 129104"/>
              <a:gd name="csX66" fmla="*/ 128247 w 156104"/>
              <a:gd name="csY66" fmla="*/ 11365 h 129104"/>
              <a:gd name="csX67" fmla="*/ 104287 w 156104"/>
              <a:gd name="csY67" fmla="*/ 1786 h 129104"/>
              <a:gd name="csX68" fmla="*/ 93806 w 156104"/>
              <a:gd name="csY68" fmla="*/ 27 h 129104"/>
            </a:gdLst>
            <a:ahLst/>
            <a:cxnLst/>
            <a:rect l="l" t="t" r="r" b="b"/>
            <a:pathLst>
              <a:path w="100000" h="100000">
                <a:moveTo>
                  <a:pt x="60092" y="8665"/>
                </a:moveTo>
                <a:cubicBezTo>
                  <a:pt x="57811" y="8771"/>
                  <a:pt x="55538" y="9357"/>
                  <a:pt x="53418" y="10417"/>
                </a:cubicBezTo>
                <a:cubicBezTo>
                  <a:pt x="53357" y="10448"/>
                  <a:pt x="53296" y="10480"/>
                  <a:pt x="53236" y="10515"/>
                </a:cubicBezTo>
                <a:lnTo>
                  <a:pt x="46797" y="14235"/>
                </a:lnTo>
                <a:cubicBezTo>
                  <a:pt x="46729" y="14231"/>
                  <a:pt x="46661" y="14230"/>
                  <a:pt x="46593" y="14231"/>
                </a:cubicBezTo>
                <a:lnTo>
                  <a:pt x="3452" y="14231"/>
                </a:lnTo>
                <a:cubicBezTo>
                  <a:pt x="2955" y="14224"/>
                  <a:pt x="2462" y="14327"/>
                  <a:pt x="2009" y="14531"/>
                </a:cubicBezTo>
                <a:cubicBezTo>
                  <a:pt x="1556" y="14735"/>
                  <a:pt x="1153" y="15036"/>
                  <a:pt x="828" y="15412"/>
                </a:cubicBezTo>
                <a:cubicBezTo>
                  <a:pt x="504" y="15789"/>
                  <a:pt x="266" y="16231"/>
                  <a:pt x="131" y="16710"/>
                </a:cubicBezTo>
                <a:cubicBezTo>
                  <a:pt x="-4" y="17189"/>
                  <a:pt x="-33" y="17691"/>
                  <a:pt x="46" y="18181"/>
                </a:cubicBezTo>
                <a:lnTo>
                  <a:pt x="46" y="60212"/>
                </a:lnTo>
                <a:cubicBezTo>
                  <a:pt x="-36" y="60703"/>
                  <a:pt x="-8" y="61208"/>
                  <a:pt x="126" y="61688"/>
                </a:cubicBezTo>
                <a:cubicBezTo>
                  <a:pt x="260" y="62167"/>
                  <a:pt x="498" y="62613"/>
                  <a:pt x="823" y="62989"/>
                </a:cubicBezTo>
                <a:cubicBezTo>
                  <a:pt x="1147" y="63368"/>
                  <a:pt x="1551" y="63671"/>
                  <a:pt x="2006" y="63875"/>
                </a:cubicBezTo>
                <a:cubicBezTo>
                  <a:pt x="2460" y="64080"/>
                  <a:pt x="2954" y="64183"/>
                  <a:pt x="3452" y="64176"/>
                </a:cubicBezTo>
                <a:lnTo>
                  <a:pt x="6446" y="64176"/>
                </a:lnTo>
                <a:cubicBezTo>
                  <a:pt x="7983" y="64176"/>
                  <a:pt x="9424" y="64781"/>
                  <a:pt x="10494" y="65874"/>
                </a:cubicBezTo>
                <a:cubicBezTo>
                  <a:pt x="15802" y="71293"/>
                  <a:pt x="27412" y="83136"/>
                  <a:pt x="30810" y="86493"/>
                </a:cubicBezTo>
                <a:cubicBezTo>
                  <a:pt x="34727" y="90366"/>
                  <a:pt x="39779" y="91973"/>
                  <a:pt x="44327" y="91136"/>
                </a:cubicBezTo>
                <a:cubicBezTo>
                  <a:pt x="48015" y="90456"/>
                  <a:pt x="51245" y="87886"/>
                  <a:pt x="52859" y="84219"/>
                </a:cubicBezTo>
                <a:cubicBezTo>
                  <a:pt x="56743" y="83895"/>
                  <a:pt x="59727" y="82111"/>
                  <a:pt x="61529" y="79984"/>
                </a:cubicBezTo>
                <a:cubicBezTo>
                  <a:pt x="61575" y="79986"/>
                  <a:pt x="61620" y="79988"/>
                  <a:pt x="61667" y="79988"/>
                </a:cubicBezTo>
                <a:cubicBezTo>
                  <a:pt x="61667" y="79988"/>
                  <a:pt x="71916" y="80167"/>
                  <a:pt x="77618" y="79988"/>
                </a:cubicBezTo>
                <a:cubicBezTo>
                  <a:pt x="81585" y="79865"/>
                  <a:pt x="85585" y="78519"/>
                  <a:pt x="89113" y="75425"/>
                </a:cubicBezTo>
                <a:cubicBezTo>
                  <a:pt x="90705" y="74031"/>
                  <a:pt x="92620" y="73252"/>
                  <a:pt x="94568" y="73252"/>
                </a:cubicBezTo>
                <a:lnTo>
                  <a:pt x="96546" y="73252"/>
                </a:lnTo>
                <a:cubicBezTo>
                  <a:pt x="96997" y="73259"/>
                  <a:pt x="97445" y="73176"/>
                  <a:pt x="97864" y="73008"/>
                </a:cubicBezTo>
                <a:cubicBezTo>
                  <a:pt x="98283" y="72840"/>
                  <a:pt x="98664" y="72589"/>
                  <a:pt x="98985" y="72273"/>
                </a:cubicBezTo>
                <a:cubicBezTo>
                  <a:pt x="99306" y="71956"/>
                  <a:pt x="99562" y="71578"/>
                  <a:pt x="99735" y="71162"/>
                </a:cubicBezTo>
                <a:cubicBezTo>
                  <a:pt x="99910" y="70745"/>
                  <a:pt x="100001" y="70299"/>
                  <a:pt x="100001" y="69847"/>
                </a:cubicBezTo>
                <a:cubicBezTo>
                  <a:pt x="100001" y="69396"/>
                  <a:pt x="99910" y="68950"/>
                  <a:pt x="99735" y="68533"/>
                </a:cubicBezTo>
                <a:cubicBezTo>
                  <a:pt x="99562" y="68117"/>
                  <a:pt x="99306" y="67739"/>
                  <a:pt x="98985" y="67422"/>
                </a:cubicBezTo>
                <a:cubicBezTo>
                  <a:pt x="98664" y="67105"/>
                  <a:pt x="98283" y="66856"/>
                  <a:pt x="97864" y="66687"/>
                </a:cubicBezTo>
                <a:cubicBezTo>
                  <a:pt x="97445" y="66519"/>
                  <a:pt x="96997" y="66435"/>
                  <a:pt x="96546" y="66442"/>
                </a:cubicBezTo>
                <a:lnTo>
                  <a:pt x="94568" y="66442"/>
                </a:lnTo>
                <a:cubicBezTo>
                  <a:pt x="90812" y="66442"/>
                  <a:pt x="87324" y="67939"/>
                  <a:pt x="84625" y="70304"/>
                </a:cubicBezTo>
                <a:cubicBezTo>
                  <a:pt x="82146" y="72478"/>
                  <a:pt x="80177" y="73096"/>
                  <a:pt x="77410" y="73182"/>
                </a:cubicBezTo>
                <a:lnTo>
                  <a:pt x="77405" y="73182"/>
                </a:lnTo>
                <a:cubicBezTo>
                  <a:pt x="75546" y="73241"/>
                  <a:pt x="72956" y="73229"/>
                  <a:pt x="70518" y="73227"/>
                </a:cubicBezTo>
                <a:cubicBezTo>
                  <a:pt x="72256" y="71794"/>
                  <a:pt x="73814" y="69712"/>
                  <a:pt x="74776" y="66930"/>
                </a:cubicBezTo>
                <a:cubicBezTo>
                  <a:pt x="78710" y="66030"/>
                  <a:pt x="82045" y="63821"/>
                  <a:pt x="83294" y="60376"/>
                </a:cubicBezTo>
                <a:cubicBezTo>
                  <a:pt x="84836" y="56124"/>
                  <a:pt x="83637" y="50985"/>
                  <a:pt x="79853" y="47113"/>
                </a:cubicBezTo>
                <a:cubicBezTo>
                  <a:pt x="76986" y="44179"/>
                  <a:pt x="64257" y="29998"/>
                  <a:pt x="64257" y="29998"/>
                </a:cubicBezTo>
                <a:cubicBezTo>
                  <a:pt x="63810" y="29500"/>
                  <a:pt x="63226" y="29144"/>
                  <a:pt x="62579" y="28976"/>
                </a:cubicBezTo>
                <a:cubicBezTo>
                  <a:pt x="61931" y="28807"/>
                  <a:pt x="61248" y="28832"/>
                  <a:pt x="60615" y="29049"/>
                </a:cubicBezTo>
                <a:cubicBezTo>
                  <a:pt x="60615" y="29049"/>
                  <a:pt x="47645" y="33367"/>
                  <a:pt x="38087" y="33367"/>
                </a:cubicBezTo>
                <a:cubicBezTo>
                  <a:pt x="36672" y="33367"/>
                  <a:pt x="35441" y="33202"/>
                  <a:pt x="34362" y="32934"/>
                </a:cubicBezTo>
                <a:cubicBezTo>
                  <a:pt x="33003" y="32594"/>
                  <a:pt x="32489" y="31714"/>
                  <a:pt x="32371" y="30574"/>
                </a:cubicBezTo>
                <a:cubicBezTo>
                  <a:pt x="32253" y="29441"/>
                  <a:pt x="32626" y="28441"/>
                  <a:pt x="33768" y="27861"/>
                </a:cubicBezTo>
                <a:lnTo>
                  <a:pt x="44429" y="23436"/>
                </a:lnTo>
                <a:cubicBezTo>
                  <a:pt x="44566" y="23378"/>
                  <a:pt x="44700" y="23311"/>
                  <a:pt x="44828" y="23236"/>
                </a:cubicBezTo>
                <a:lnTo>
                  <a:pt x="56482" y="16501"/>
                </a:lnTo>
                <a:cubicBezTo>
                  <a:pt x="59057" y="15219"/>
                  <a:pt x="61793" y="15122"/>
                  <a:pt x="64274" y="16115"/>
                </a:cubicBezTo>
                <a:lnTo>
                  <a:pt x="79623" y="22251"/>
                </a:lnTo>
                <a:cubicBezTo>
                  <a:pt x="81367" y="22952"/>
                  <a:pt x="83230" y="23306"/>
                  <a:pt x="85104" y="23307"/>
                </a:cubicBezTo>
                <a:lnTo>
                  <a:pt x="96546" y="23311"/>
                </a:lnTo>
                <a:cubicBezTo>
                  <a:pt x="96997" y="23318"/>
                  <a:pt x="97445" y="23234"/>
                  <a:pt x="97864" y="23066"/>
                </a:cubicBezTo>
                <a:cubicBezTo>
                  <a:pt x="98283" y="22898"/>
                  <a:pt x="98664" y="22648"/>
                  <a:pt x="98985" y="22331"/>
                </a:cubicBezTo>
                <a:cubicBezTo>
                  <a:pt x="99306" y="22015"/>
                  <a:pt x="99562" y="21637"/>
                  <a:pt x="99735" y="21220"/>
                </a:cubicBezTo>
                <a:cubicBezTo>
                  <a:pt x="99910" y="20804"/>
                  <a:pt x="100001" y="20357"/>
                  <a:pt x="100001" y="19906"/>
                </a:cubicBezTo>
                <a:cubicBezTo>
                  <a:pt x="100001" y="19455"/>
                  <a:pt x="99910" y="19008"/>
                  <a:pt x="99735" y="18592"/>
                </a:cubicBezTo>
                <a:cubicBezTo>
                  <a:pt x="99562" y="18176"/>
                  <a:pt x="99306" y="17798"/>
                  <a:pt x="98985" y="17481"/>
                </a:cubicBezTo>
                <a:cubicBezTo>
                  <a:pt x="98664" y="17164"/>
                  <a:pt x="98283" y="16914"/>
                  <a:pt x="97864" y="16746"/>
                </a:cubicBezTo>
                <a:cubicBezTo>
                  <a:pt x="97445" y="16578"/>
                  <a:pt x="96997" y="16494"/>
                  <a:pt x="96546" y="16501"/>
                </a:cubicBezTo>
                <a:lnTo>
                  <a:pt x="85109" y="16497"/>
                </a:lnTo>
                <a:cubicBezTo>
                  <a:pt x="84096" y="16497"/>
                  <a:pt x="83097" y="16308"/>
                  <a:pt x="82164" y="15933"/>
                </a:cubicBezTo>
                <a:lnTo>
                  <a:pt x="82155" y="15928"/>
                </a:lnTo>
                <a:lnTo>
                  <a:pt x="66806" y="9792"/>
                </a:lnTo>
                <a:cubicBezTo>
                  <a:pt x="64662" y="8934"/>
                  <a:pt x="62373" y="8560"/>
                  <a:pt x="60092" y="866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4" name="Чёрный — SVG 37">
            <a:extLst>
              <a:ext uri="{FF2B5EF4-FFF2-40B4-BE49-F238E27FC236}">
                <a16:creationId xmlns:a16="http://schemas.microsoft.com/office/drawing/2014/main" id="{CE6301FB-CFFD-0445-9805-1295CFC8B008}"/>
              </a:ext>
            </a:extLst>
          </p:cNvPr>
          <p:cNvSpPr>
            <a:spLocks noGrp="1"/>
          </p:cNvSpPr>
          <p:nvPr/>
        </p:nvSpPr>
        <p:spPr>
          <a:xfrm>
            <a:off x="420000" y="3470000"/>
            <a:ext cx="220000" cy="220000"/>
          </a:xfrm>
          <a:custGeom>
            <a:avLst/>
            <a:gdLst>
              <a:gd name="csX0" fmla="*/ 146486 w 159521"/>
              <a:gd name="csY0" fmla="*/ 2 h 141762"/>
              <a:gd name="csX1" fmla="*/ 142742 w 159521"/>
              <a:gd name="csY1" fmla="*/ 1712 h 141762"/>
              <a:gd name="csX2" fmla="*/ 125593 w 159521"/>
              <a:gd name="csY2" fmla="*/ 20332 h 141762"/>
              <a:gd name="csX3" fmla="*/ 98286 w 159521"/>
              <a:gd name="csY3" fmla="*/ 27877 h 141762"/>
              <a:gd name="csX4" fmla="*/ 105415 w 159521"/>
              <a:gd name="csY4" fmla="*/ 36938 h 141762"/>
              <a:gd name="csX5" fmla="*/ 128417 w 159521"/>
              <a:gd name="csY5" fmla="*/ 30576 h 141762"/>
              <a:gd name="csX6" fmla="*/ 152695 w 159521"/>
              <a:gd name="csY6" fmla="*/ 37741 h 141762"/>
              <a:gd name="csX7" fmla="*/ 154210 w 159521"/>
              <a:gd name="csY7" fmla="*/ 37962 h 141762"/>
              <a:gd name="csX8" fmla="*/ 157936 w 159521"/>
              <a:gd name="csY8" fmla="*/ 36440 h 141762"/>
              <a:gd name="csX9" fmla="*/ 159330 w 159521"/>
              <a:gd name="csY9" fmla="*/ 31235 h 141762"/>
              <a:gd name="csX10" fmla="*/ 151777 w 159521"/>
              <a:gd name="csY10" fmla="*/ 3906 h 141762"/>
              <a:gd name="csX11" fmla="*/ 147898 w 159521"/>
              <a:gd name="csY11" fmla="*/ 155 h 141762"/>
              <a:gd name="csX12" fmla="*/ 146486 w 159521"/>
              <a:gd name="csY12" fmla="*/ 2 h 141762"/>
              <a:gd name="csX13" fmla="*/ 33670 w 159521"/>
              <a:gd name="csY13" fmla="*/ 10634 h 141762"/>
              <a:gd name="csX14" fmla="*/ 12369 w 159521"/>
              <a:gd name="csY14" fmla="*/ 19458 h 141762"/>
              <a:gd name="csX15" fmla="*/ 3539 w 159521"/>
              <a:gd name="csY15" fmla="*/ 40759 h 141762"/>
              <a:gd name="csX16" fmla="*/ 12369 w 159521"/>
              <a:gd name="csY16" fmla="*/ 62059 h 141762"/>
              <a:gd name="csX17" fmla="*/ 33670 w 159521"/>
              <a:gd name="csY17" fmla="*/ 70882 h 141762"/>
              <a:gd name="csX18" fmla="*/ 51942 w 159521"/>
              <a:gd name="csY18" fmla="*/ 64714 h 141762"/>
              <a:gd name="csX19" fmla="*/ 62729 w 159521"/>
              <a:gd name="csY19" fmla="*/ 48739 h 141762"/>
              <a:gd name="csX20" fmla="*/ 75012 w 159521"/>
              <a:gd name="csY20" fmla="*/ 45340 h 141762"/>
              <a:gd name="csX21" fmla="*/ 75318 w 159521"/>
              <a:gd name="csY21" fmla="*/ 47169 h 141762"/>
              <a:gd name="csX22" fmla="*/ 82974 w 159521"/>
              <a:gd name="csY22" fmla="*/ 74856 h 141762"/>
              <a:gd name="csX23" fmla="*/ 60432 w 159521"/>
              <a:gd name="csY23" fmla="*/ 84124 h 141762"/>
              <a:gd name="csX24" fmla="*/ 55719 w 159521"/>
              <a:gd name="csY24" fmla="*/ 85058 h 141762"/>
              <a:gd name="csX25" fmla="*/ 37209 w 159521"/>
              <a:gd name="csY25" fmla="*/ 85058 h 141762"/>
              <a:gd name="csX26" fmla="*/ 0 w 159521"/>
              <a:gd name="csY26" fmla="*/ 122269 h 141762"/>
              <a:gd name="csX27" fmla="*/ 0 w 159521"/>
              <a:gd name="csY27" fmla="*/ 136447 h 141762"/>
              <a:gd name="csX28" fmla="*/ 5308 w 159521"/>
              <a:gd name="csY28" fmla="*/ 141763 h 141762"/>
              <a:gd name="csX29" fmla="*/ 65570 w 159521"/>
              <a:gd name="csY29" fmla="*/ 141763 h 141762"/>
              <a:gd name="csX30" fmla="*/ 70895 w 159521"/>
              <a:gd name="csY30" fmla="*/ 136447 h 141762"/>
              <a:gd name="csX31" fmla="*/ 70895 w 159521"/>
              <a:gd name="csY31" fmla="*/ 116435 h 141762"/>
              <a:gd name="csX32" fmla="*/ 103459 w 159521"/>
              <a:gd name="csY32" fmla="*/ 93385 h 141762"/>
              <a:gd name="csX33" fmla="*/ 109311 w 159521"/>
              <a:gd name="csY33" fmla="*/ 76994 h 141762"/>
              <a:gd name="csX34" fmla="*/ 99239 w 159521"/>
              <a:gd name="csY34" fmla="*/ 40558 h 141762"/>
              <a:gd name="csX35" fmla="*/ 93387 w 159521"/>
              <a:gd name="csY35" fmla="*/ 33062 h 141762"/>
              <a:gd name="csX36" fmla="*/ 83995 w 159521"/>
              <a:gd name="csY36" fmla="*/ 31905 h 141762"/>
              <a:gd name="csX37" fmla="*/ 83978 w 159521"/>
              <a:gd name="csY37" fmla="*/ 31913 h 141762"/>
              <a:gd name="csX38" fmla="*/ 63596 w 159521"/>
              <a:gd name="csY38" fmla="*/ 37491 h 141762"/>
              <a:gd name="csX39" fmla="*/ 53779 w 159521"/>
              <a:gd name="csY39" fmla="*/ 18340 h 141762"/>
              <a:gd name="csX40" fmla="*/ 33670 w 159521"/>
              <a:gd name="csY40" fmla="*/ 10634 h 141762"/>
              <a:gd name="csX41" fmla="*/ 130169 w 159521"/>
              <a:gd name="csY41" fmla="*/ 37450 h 141762"/>
              <a:gd name="csX42" fmla="*/ 107474 w 159521"/>
              <a:gd name="csY42" fmla="*/ 43728 h 141762"/>
              <a:gd name="csX43" fmla="*/ 116151 w 159521"/>
              <a:gd name="csY43" fmla="*/ 75105 h 141762"/>
              <a:gd name="csX44" fmla="*/ 107559 w 159521"/>
              <a:gd name="csY44" fmla="*/ 99172 h 141762"/>
              <a:gd name="csX45" fmla="*/ 92757 w 159521"/>
              <a:gd name="csY45" fmla="*/ 109652 h 141762"/>
              <a:gd name="csX46" fmla="*/ 100549 w 159521"/>
              <a:gd name="csY46" fmla="*/ 137865 h 141762"/>
              <a:gd name="csX47" fmla="*/ 104735 w 159521"/>
              <a:gd name="csY47" fmla="*/ 141679 h 141762"/>
              <a:gd name="csX48" fmla="*/ 105670 w 159521"/>
              <a:gd name="csY48" fmla="*/ 141763 h 141762"/>
              <a:gd name="csX49" fmla="*/ 109975 w 159521"/>
              <a:gd name="csY49" fmla="*/ 139582 h 141762"/>
              <a:gd name="csX50" fmla="*/ 124300 w 159521"/>
              <a:gd name="csY50" fmla="*/ 119964 h 141762"/>
              <a:gd name="csX51" fmla="*/ 146656 w 159521"/>
              <a:gd name="csY51" fmla="*/ 129455 h 141762"/>
              <a:gd name="csX52" fmla="*/ 152236 w 159521"/>
              <a:gd name="csY52" fmla="*/ 128562 h 141762"/>
              <a:gd name="csX53" fmla="*/ 153853 w 159521"/>
              <a:gd name="csY53" fmla="*/ 123142 h 141762"/>
              <a:gd name="csX54" fmla="*/ 130169 w 159521"/>
              <a:gd name="csY54" fmla="*/ 37450 h 141762"/>
            </a:gdLst>
            <a:ahLst/>
            <a:cxnLst/>
            <a:rect l="l" t="t" r="r" b="b"/>
            <a:pathLst>
              <a:path w="100000" h="100000">
                <a:moveTo>
                  <a:pt x="91829" y="5568"/>
                </a:moveTo>
                <a:cubicBezTo>
                  <a:pt x="90954" y="5595"/>
                  <a:pt x="90100" y="5975"/>
                  <a:pt x="89482" y="6640"/>
                </a:cubicBezTo>
                <a:lnTo>
                  <a:pt x="78731" y="18312"/>
                </a:lnTo>
                <a:lnTo>
                  <a:pt x="61613" y="23042"/>
                </a:lnTo>
                <a:cubicBezTo>
                  <a:pt x="63661" y="24448"/>
                  <a:pt x="65197" y="26405"/>
                  <a:pt x="66082" y="28722"/>
                </a:cubicBezTo>
                <a:lnTo>
                  <a:pt x="80502" y="24734"/>
                </a:lnTo>
                <a:lnTo>
                  <a:pt x="95721" y="29225"/>
                </a:lnTo>
                <a:cubicBezTo>
                  <a:pt x="96041" y="29316"/>
                  <a:pt x="96361" y="29364"/>
                  <a:pt x="96671" y="29364"/>
                </a:cubicBezTo>
                <a:cubicBezTo>
                  <a:pt x="97534" y="29364"/>
                  <a:pt x="98377" y="29032"/>
                  <a:pt x="99006" y="28410"/>
                </a:cubicBezTo>
                <a:cubicBezTo>
                  <a:pt x="99870" y="27558"/>
                  <a:pt x="100201" y="26310"/>
                  <a:pt x="99880" y="25147"/>
                </a:cubicBezTo>
                <a:lnTo>
                  <a:pt x="95145" y="8015"/>
                </a:lnTo>
                <a:cubicBezTo>
                  <a:pt x="94825" y="6850"/>
                  <a:pt x="93897" y="5948"/>
                  <a:pt x="92714" y="5664"/>
                </a:cubicBezTo>
                <a:cubicBezTo>
                  <a:pt x="92425" y="5592"/>
                  <a:pt x="92127" y="5559"/>
                  <a:pt x="91829" y="5568"/>
                </a:cubicBezTo>
                <a:close/>
                <a:moveTo>
                  <a:pt x="21107" y="12233"/>
                </a:moveTo>
                <a:cubicBezTo>
                  <a:pt x="16104" y="12233"/>
                  <a:pt x="11294" y="14222"/>
                  <a:pt x="7754" y="17764"/>
                </a:cubicBezTo>
                <a:cubicBezTo>
                  <a:pt x="4213" y="21305"/>
                  <a:pt x="2219" y="26108"/>
                  <a:pt x="2219" y="31117"/>
                </a:cubicBezTo>
                <a:cubicBezTo>
                  <a:pt x="2219" y="36125"/>
                  <a:pt x="4213" y="40928"/>
                  <a:pt x="7754" y="44470"/>
                </a:cubicBezTo>
                <a:cubicBezTo>
                  <a:pt x="11294" y="48011"/>
                  <a:pt x="16104" y="50001"/>
                  <a:pt x="21107" y="50001"/>
                </a:cubicBezTo>
                <a:cubicBezTo>
                  <a:pt x="25245" y="50001"/>
                  <a:pt x="29266" y="48642"/>
                  <a:pt x="32561" y="46134"/>
                </a:cubicBezTo>
                <a:cubicBezTo>
                  <a:pt x="35846" y="43627"/>
                  <a:pt x="38224" y="40108"/>
                  <a:pt x="39323" y="36120"/>
                </a:cubicBezTo>
                <a:lnTo>
                  <a:pt x="47023" y="33989"/>
                </a:lnTo>
                <a:cubicBezTo>
                  <a:pt x="47066" y="34372"/>
                  <a:pt x="47120" y="34757"/>
                  <a:pt x="47215" y="35135"/>
                </a:cubicBezTo>
                <a:lnTo>
                  <a:pt x="52014" y="52492"/>
                </a:lnTo>
                <a:lnTo>
                  <a:pt x="37883" y="58302"/>
                </a:lnTo>
                <a:cubicBezTo>
                  <a:pt x="36934" y="58689"/>
                  <a:pt x="35943" y="58887"/>
                  <a:pt x="34929" y="58887"/>
                </a:cubicBezTo>
                <a:lnTo>
                  <a:pt x="23325" y="58887"/>
                </a:lnTo>
                <a:cubicBezTo>
                  <a:pt x="10463" y="58887"/>
                  <a:pt x="0" y="69352"/>
                  <a:pt x="0" y="82214"/>
                </a:cubicBezTo>
                <a:lnTo>
                  <a:pt x="0" y="91102"/>
                </a:lnTo>
                <a:cubicBezTo>
                  <a:pt x="0" y="92941"/>
                  <a:pt x="1493" y="94434"/>
                  <a:pt x="3327" y="94434"/>
                </a:cubicBezTo>
                <a:lnTo>
                  <a:pt x="41104" y="94434"/>
                </a:lnTo>
                <a:cubicBezTo>
                  <a:pt x="42949" y="94434"/>
                  <a:pt x="44442" y="92941"/>
                  <a:pt x="44442" y="91102"/>
                </a:cubicBezTo>
                <a:lnTo>
                  <a:pt x="44442" y="78557"/>
                </a:lnTo>
                <a:lnTo>
                  <a:pt x="64856" y="64107"/>
                </a:lnTo>
                <a:cubicBezTo>
                  <a:pt x="68108" y="61803"/>
                  <a:pt x="69591" y="57674"/>
                  <a:pt x="68525" y="53832"/>
                </a:cubicBezTo>
                <a:lnTo>
                  <a:pt x="62211" y="30991"/>
                </a:lnTo>
                <a:cubicBezTo>
                  <a:pt x="61656" y="28985"/>
                  <a:pt x="60355" y="27316"/>
                  <a:pt x="58542" y="26292"/>
                </a:cubicBezTo>
                <a:cubicBezTo>
                  <a:pt x="56761" y="25282"/>
                  <a:pt x="54564" y="25033"/>
                  <a:pt x="52655" y="25567"/>
                </a:cubicBezTo>
                <a:cubicBezTo>
                  <a:pt x="52644" y="25567"/>
                  <a:pt x="52644" y="25571"/>
                  <a:pt x="52644" y="25572"/>
                </a:cubicBezTo>
                <a:lnTo>
                  <a:pt x="39867" y="29069"/>
                </a:lnTo>
                <a:cubicBezTo>
                  <a:pt x="39366" y="24445"/>
                  <a:pt x="37169" y="20169"/>
                  <a:pt x="33713" y="17063"/>
                </a:cubicBezTo>
                <a:cubicBezTo>
                  <a:pt x="30247" y="13957"/>
                  <a:pt x="25756" y="12237"/>
                  <a:pt x="21107" y="12233"/>
                </a:cubicBezTo>
                <a:close/>
                <a:moveTo>
                  <a:pt x="81600" y="29043"/>
                </a:moveTo>
                <a:lnTo>
                  <a:pt x="67373" y="32978"/>
                </a:lnTo>
                <a:lnTo>
                  <a:pt x="72812" y="52648"/>
                </a:lnTo>
                <a:cubicBezTo>
                  <a:pt x="74369" y="58289"/>
                  <a:pt x="72204" y="64354"/>
                  <a:pt x="67426" y="67735"/>
                </a:cubicBezTo>
                <a:lnTo>
                  <a:pt x="58147" y="74305"/>
                </a:lnTo>
                <a:lnTo>
                  <a:pt x="63032" y="91991"/>
                </a:lnTo>
                <a:cubicBezTo>
                  <a:pt x="63373" y="93224"/>
                  <a:pt x="64387" y="94152"/>
                  <a:pt x="65656" y="94382"/>
                </a:cubicBezTo>
                <a:cubicBezTo>
                  <a:pt x="65848" y="94419"/>
                  <a:pt x="66050" y="94434"/>
                  <a:pt x="66242" y="94434"/>
                </a:cubicBezTo>
                <a:cubicBezTo>
                  <a:pt x="67298" y="94434"/>
                  <a:pt x="68301" y="93934"/>
                  <a:pt x="68941" y="93067"/>
                </a:cubicBezTo>
                <a:lnTo>
                  <a:pt x="77921" y="80769"/>
                </a:lnTo>
                <a:lnTo>
                  <a:pt x="91935" y="86719"/>
                </a:lnTo>
                <a:cubicBezTo>
                  <a:pt x="93119" y="87221"/>
                  <a:pt x="94473" y="87001"/>
                  <a:pt x="95433" y="86159"/>
                </a:cubicBezTo>
                <a:cubicBezTo>
                  <a:pt x="96393" y="85318"/>
                  <a:pt x="96788" y="83994"/>
                  <a:pt x="96447" y="82761"/>
                </a:cubicBezTo>
                <a:lnTo>
                  <a:pt x="81600" y="2904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5" name="Чёрный — SVG 38">
            <a:extLst>
              <a:ext uri="{FF2B5EF4-FFF2-40B4-BE49-F238E27FC236}">
                <a16:creationId xmlns:a16="http://schemas.microsoft.com/office/drawing/2014/main" id="{3FAF2502-B615-FA44-BE01-F4CD8F4C06EC}"/>
              </a:ext>
            </a:extLst>
          </p:cNvPr>
          <p:cNvSpPr>
            <a:spLocks noGrp="1"/>
          </p:cNvSpPr>
          <p:nvPr/>
        </p:nvSpPr>
        <p:spPr>
          <a:xfrm>
            <a:off x="1020000" y="3470000"/>
            <a:ext cx="220000" cy="220000"/>
          </a:xfrm>
          <a:custGeom>
            <a:avLst/>
            <a:gdLst>
              <a:gd name="csX0" fmla="*/ 54936 w 155961"/>
              <a:gd name="csY0" fmla="*/ 0 h 141758"/>
              <a:gd name="csX1" fmla="*/ 51176 w 155961"/>
              <a:gd name="csY1" fmla="*/ 1556 h 141758"/>
              <a:gd name="csX2" fmla="*/ 49628 w 155961"/>
              <a:gd name="csY2" fmla="*/ 5316 h 141758"/>
              <a:gd name="csX3" fmla="*/ 51176 w 155961"/>
              <a:gd name="csY3" fmla="*/ 9075 h 141758"/>
              <a:gd name="csX4" fmla="*/ 54936 w 155961"/>
              <a:gd name="csY4" fmla="*/ 10632 h 141758"/>
              <a:gd name="csX5" fmla="*/ 58696 w 155961"/>
              <a:gd name="csY5" fmla="*/ 9075 h 141758"/>
              <a:gd name="csX6" fmla="*/ 60261 w 155961"/>
              <a:gd name="csY6" fmla="*/ 5316 h 141758"/>
              <a:gd name="csX7" fmla="*/ 58696 w 155961"/>
              <a:gd name="csY7" fmla="*/ 1556 h 141758"/>
              <a:gd name="csX8" fmla="*/ 54936 w 155961"/>
              <a:gd name="csY8" fmla="*/ 0 h 141758"/>
              <a:gd name="csX9" fmla="*/ 118736 w 155961"/>
              <a:gd name="csY9" fmla="*/ 0 h 141758"/>
              <a:gd name="csX10" fmla="*/ 114976 w 155961"/>
              <a:gd name="csY10" fmla="*/ 1556 h 141758"/>
              <a:gd name="csX11" fmla="*/ 113428 w 155961"/>
              <a:gd name="csY11" fmla="*/ 5316 h 141758"/>
              <a:gd name="csX12" fmla="*/ 114976 w 155961"/>
              <a:gd name="csY12" fmla="*/ 9075 h 141758"/>
              <a:gd name="csX13" fmla="*/ 118736 w 155961"/>
              <a:gd name="csY13" fmla="*/ 10632 h 141758"/>
              <a:gd name="csX14" fmla="*/ 122496 w 155961"/>
              <a:gd name="csY14" fmla="*/ 9075 h 141758"/>
              <a:gd name="csX15" fmla="*/ 124062 w 155961"/>
              <a:gd name="csY15" fmla="*/ 5316 h 141758"/>
              <a:gd name="csX16" fmla="*/ 122496 w 155961"/>
              <a:gd name="csY16" fmla="*/ 1556 h 141758"/>
              <a:gd name="csX17" fmla="*/ 118736 w 155961"/>
              <a:gd name="csY17" fmla="*/ 0 h 141758"/>
              <a:gd name="csX18" fmla="*/ 86598 w 155961"/>
              <a:gd name="csY18" fmla="*/ 27 h 141758"/>
              <a:gd name="csX19" fmla="*/ 63562 w 155961"/>
              <a:gd name="csY19" fmla="*/ 23043 h 141758"/>
              <a:gd name="csX20" fmla="*/ 70792 w 155961"/>
              <a:gd name="csY20" fmla="*/ 39780 h 141758"/>
              <a:gd name="csX21" fmla="*/ 70792 w 155961"/>
              <a:gd name="csY21" fmla="*/ 39862 h 141758"/>
              <a:gd name="csX22" fmla="*/ 74280 w 155961"/>
              <a:gd name="csY22" fmla="*/ 56274 h 141758"/>
              <a:gd name="csX23" fmla="*/ 74297 w 155961"/>
              <a:gd name="csY23" fmla="*/ 56302 h 141758"/>
              <a:gd name="csX24" fmla="*/ 83638 w 155961"/>
              <a:gd name="csY24" fmla="*/ 63798 h 141758"/>
              <a:gd name="csX25" fmla="*/ 86598 w 155961"/>
              <a:gd name="csY25" fmla="*/ 63798 h 141758"/>
              <a:gd name="csX26" fmla="*/ 89575 w 155961"/>
              <a:gd name="csY26" fmla="*/ 63798 h 141758"/>
              <a:gd name="csX27" fmla="*/ 98916 w 155961"/>
              <a:gd name="csY27" fmla="*/ 56302 h 141758"/>
              <a:gd name="csX28" fmla="*/ 98916 w 155961"/>
              <a:gd name="csY28" fmla="*/ 56274 h 141758"/>
              <a:gd name="csX29" fmla="*/ 102420 w 155961"/>
              <a:gd name="csY29" fmla="*/ 39808 h 141758"/>
              <a:gd name="csX30" fmla="*/ 102420 w 155961"/>
              <a:gd name="csY30" fmla="*/ 39774 h 141758"/>
              <a:gd name="csX31" fmla="*/ 102420 w 155961"/>
              <a:gd name="csY31" fmla="*/ 39774 h 141758"/>
              <a:gd name="csX32" fmla="*/ 109651 w 155961"/>
              <a:gd name="csY32" fmla="*/ 23043 h 141758"/>
              <a:gd name="csX33" fmla="*/ 86598 w 155961"/>
              <a:gd name="csY33" fmla="*/ 27 h 141758"/>
              <a:gd name="csX34" fmla="*/ 86598 w 155961"/>
              <a:gd name="csY34" fmla="*/ 27 h 141758"/>
              <a:gd name="csX35" fmla="*/ 86598 w 155961"/>
              <a:gd name="csY35" fmla="*/ 10659 h 141758"/>
              <a:gd name="csX36" fmla="*/ 86598 w 155961"/>
              <a:gd name="csY36" fmla="*/ 10659 h 141758"/>
              <a:gd name="csX37" fmla="*/ 99018 w 155961"/>
              <a:gd name="csY37" fmla="*/ 23043 h 141758"/>
              <a:gd name="csX38" fmla="*/ 95105 w 155961"/>
              <a:gd name="csY38" fmla="*/ 32049 h 141758"/>
              <a:gd name="csX39" fmla="*/ 92025 w 155961"/>
              <a:gd name="csY39" fmla="*/ 37544 h 141758"/>
              <a:gd name="csX40" fmla="*/ 92025 w 155961"/>
              <a:gd name="csY40" fmla="*/ 37572 h 141758"/>
              <a:gd name="csX41" fmla="*/ 90222 w 155961"/>
              <a:gd name="csY41" fmla="*/ 46071 h 141758"/>
              <a:gd name="csX42" fmla="*/ 82991 w 155961"/>
              <a:gd name="csY42" fmla="*/ 46071 h 141758"/>
              <a:gd name="csX43" fmla="*/ 81188 w 155961"/>
              <a:gd name="csY43" fmla="*/ 37572 h 141758"/>
              <a:gd name="csX44" fmla="*/ 81171 w 155961"/>
              <a:gd name="csY44" fmla="*/ 37544 h 141758"/>
              <a:gd name="csX45" fmla="*/ 78091 w 155961"/>
              <a:gd name="csY45" fmla="*/ 32049 h 141758"/>
              <a:gd name="csX46" fmla="*/ 74195 w 155961"/>
              <a:gd name="csY46" fmla="*/ 23043 h 141758"/>
              <a:gd name="csX47" fmla="*/ 86598 w 155961"/>
              <a:gd name="csY47" fmla="*/ 10659 h 141758"/>
              <a:gd name="csX48" fmla="*/ 47858 w 155961"/>
              <a:gd name="csY48" fmla="*/ 17720 h 141758"/>
              <a:gd name="csX49" fmla="*/ 44099 w 155961"/>
              <a:gd name="csY49" fmla="*/ 19277 h 141758"/>
              <a:gd name="csX50" fmla="*/ 42533 w 155961"/>
              <a:gd name="csY50" fmla="*/ 23036 h 141758"/>
              <a:gd name="csX51" fmla="*/ 44099 w 155961"/>
              <a:gd name="csY51" fmla="*/ 26794 h 141758"/>
              <a:gd name="csX52" fmla="*/ 47858 w 155961"/>
              <a:gd name="csY52" fmla="*/ 28352 h 141758"/>
              <a:gd name="csX53" fmla="*/ 51618 w 155961"/>
              <a:gd name="csY53" fmla="*/ 26794 h 141758"/>
              <a:gd name="csX54" fmla="*/ 53167 w 155961"/>
              <a:gd name="csY54" fmla="*/ 23036 h 141758"/>
              <a:gd name="csX55" fmla="*/ 51618 w 155961"/>
              <a:gd name="csY55" fmla="*/ 19277 h 141758"/>
              <a:gd name="csX56" fmla="*/ 47858 w 155961"/>
              <a:gd name="csY56" fmla="*/ 17720 h 141758"/>
              <a:gd name="csX57" fmla="*/ 125831 w 155961"/>
              <a:gd name="csY57" fmla="*/ 17720 h 141758"/>
              <a:gd name="csX58" fmla="*/ 122071 w 155961"/>
              <a:gd name="csY58" fmla="*/ 19277 h 141758"/>
              <a:gd name="csX59" fmla="*/ 120506 w 155961"/>
              <a:gd name="csY59" fmla="*/ 23036 h 141758"/>
              <a:gd name="csX60" fmla="*/ 122071 w 155961"/>
              <a:gd name="csY60" fmla="*/ 26794 h 141758"/>
              <a:gd name="csX61" fmla="*/ 125831 w 155961"/>
              <a:gd name="csY61" fmla="*/ 28352 h 141758"/>
              <a:gd name="csX62" fmla="*/ 129591 w 155961"/>
              <a:gd name="csY62" fmla="*/ 26794 h 141758"/>
              <a:gd name="csX63" fmla="*/ 131139 w 155961"/>
              <a:gd name="csY63" fmla="*/ 23036 h 141758"/>
              <a:gd name="csX64" fmla="*/ 129591 w 155961"/>
              <a:gd name="csY64" fmla="*/ 19277 h 141758"/>
              <a:gd name="csX65" fmla="*/ 125831 w 155961"/>
              <a:gd name="csY65" fmla="*/ 17720 h 141758"/>
              <a:gd name="csX66" fmla="*/ 54936 w 155961"/>
              <a:gd name="csY66" fmla="*/ 35439 h 141758"/>
              <a:gd name="csX67" fmla="*/ 51176 w 155961"/>
              <a:gd name="csY67" fmla="*/ 36997 h 141758"/>
              <a:gd name="csX68" fmla="*/ 49628 w 155961"/>
              <a:gd name="csY68" fmla="*/ 40755 h 141758"/>
              <a:gd name="csX69" fmla="*/ 51176 w 155961"/>
              <a:gd name="csY69" fmla="*/ 44515 h 141758"/>
              <a:gd name="csX70" fmla="*/ 54936 w 155961"/>
              <a:gd name="csY70" fmla="*/ 46071 h 141758"/>
              <a:gd name="csX71" fmla="*/ 58696 w 155961"/>
              <a:gd name="csY71" fmla="*/ 44515 h 141758"/>
              <a:gd name="csX72" fmla="*/ 60261 w 155961"/>
              <a:gd name="csY72" fmla="*/ 40755 h 141758"/>
              <a:gd name="csX73" fmla="*/ 58696 w 155961"/>
              <a:gd name="csY73" fmla="*/ 36997 h 141758"/>
              <a:gd name="csX74" fmla="*/ 54936 w 155961"/>
              <a:gd name="csY74" fmla="*/ 35439 h 141758"/>
              <a:gd name="csX75" fmla="*/ 118736 w 155961"/>
              <a:gd name="csY75" fmla="*/ 35439 h 141758"/>
              <a:gd name="csX76" fmla="*/ 114976 w 155961"/>
              <a:gd name="csY76" fmla="*/ 36997 h 141758"/>
              <a:gd name="csX77" fmla="*/ 113428 w 155961"/>
              <a:gd name="csY77" fmla="*/ 40755 h 141758"/>
              <a:gd name="csX78" fmla="*/ 114976 w 155961"/>
              <a:gd name="csY78" fmla="*/ 44515 h 141758"/>
              <a:gd name="csX79" fmla="*/ 118736 w 155961"/>
              <a:gd name="csY79" fmla="*/ 46071 h 141758"/>
              <a:gd name="csX80" fmla="*/ 122496 w 155961"/>
              <a:gd name="csY80" fmla="*/ 44515 h 141758"/>
              <a:gd name="csX81" fmla="*/ 124062 w 155961"/>
              <a:gd name="csY81" fmla="*/ 40755 h 141758"/>
              <a:gd name="csX82" fmla="*/ 122496 w 155961"/>
              <a:gd name="csY82" fmla="*/ 36997 h 141758"/>
              <a:gd name="csX83" fmla="*/ 118736 w 155961"/>
              <a:gd name="csY83" fmla="*/ 35439 h 141758"/>
              <a:gd name="csX84" fmla="*/ 146621 w 155961"/>
              <a:gd name="csY84" fmla="*/ 60269 h 141758"/>
              <a:gd name="csX85" fmla="*/ 130509 w 155961"/>
              <a:gd name="csY85" fmla="*/ 67060 h 141758"/>
              <a:gd name="csX86" fmla="*/ 112850 w 155961"/>
              <a:gd name="csY86" fmla="*/ 76708 h 141758"/>
              <a:gd name="csX87" fmla="*/ 113428 w 155961"/>
              <a:gd name="csY87" fmla="*/ 81533 h 141758"/>
              <a:gd name="csX88" fmla="*/ 92161 w 155961"/>
              <a:gd name="csY88" fmla="*/ 102796 h 141758"/>
              <a:gd name="csX89" fmla="*/ 65569 w 155961"/>
              <a:gd name="csY89" fmla="*/ 102796 h 141758"/>
              <a:gd name="csX90" fmla="*/ 60261 w 155961"/>
              <a:gd name="csY90" fmla="*/ 97480 h 141758"/>
              <a:gd name="csX91" fmla="*/ 65569 w 155961"/>
              <a:gd name="csY91" fmla="*/ 92164 h 141758"/>
              <a:gd name="csX92" fmla="*/ 92161 w 155961"/>
              <a:gd name="csY92" fmla="*/ 92164 h 141758"/>
              <a:gd name="csX93" fmla="*/ 102795 w 155961"/>
              <a:gd name="csY93" fmla="*/ 81533 h 141758"/>
              <a:gd name="csX94" fmla="*/ 99137 w 155961"/>
              <a:gd name="csY94" fmla="*/ 73573 h 141758"/>
              <a:gd name="csX95" fmla="*/ 90392 w 155961"/>
              <a:gd name="csY95" fmla="*/ 70901 h 141758"/>
              <a:gd name="csX96" fmla="*/ 74808 w 155961"/>
              <a:gd name="csY96" fmla="*/ 70901 h 141758"/>
              <a:gd name="csX97" fmla="*/ 72664 w 155961"/>
              <a:gd name="csY97" fmla="*/ 70901 h 141758"/>
              <a:gd name="csX98" fmla="*/ 72358 w 155961"/>
              <a:gd name="csY98" fmla="*/ 70867 h 141758"/>
              <a:gd name="csX99" fmla="*/ 54579 w 155961"/>
              <a:gd name="csY99" fmla="*/ 68886 h 141758"/>
              <a:gd name="csX100" fmla="*/ 41921 w 155961"/>
              <a:gd name="csY100" fmla="*/ 67357 h 141758"/>
              <a:gd name="csX101" fmla="*/ 476 w 155961"/>
              <a:gd name="csY101" fmla="*/ 100609 h 141758"/>
              <a:gd name="csX102" fmla="*/ 1037 w 155961"/>
              <a:gd name="csY102" fmla="*/ 105966 h 141758"/>
              <a:gd name="csX103" fmla="*/ 25843 w 155961"/>
              <a:gd name="csY103" fmla="*/ 139614 h 141758"/>
              <a:gd name="csX104" fmla="*/ 30113 w 155961"/>
              <a:gd name="csY104" fmla="*/ 141759 h 141758"/>
              <a:gd name="csX105" fmla="*/ 31117 w 155961"/>
              <a:gd name="csY105" fmla="*/ 141662 h 141758"/>
              <a:gd name="csX106" fmla="*/ 35268 w 155961"/>
              <a:gd name="csY106" fmla="*/ 137793 h 141758"/>
              <a:gd name="csX107" fmla="*/ 47858 w 155961"/>
              <a:gd name="csY107" fmla="*/ 127604 h 141758"/>
              <a:gd name="csX108" fmla="*/ 68853 w 155961"/>
              <a:gd name="csY108" fmla="*/ 129356 h 141758"/>
              <a:gd name="csX109" fmla="*/ 90392 w 155961"/>
              <a:gd name="csY109" fmla="*/ 131149 h 141758"/>
              <a:gd name="csX110" fmla="*/ 127600 w 155961"/>
              <a:gd name="csY110" fmla="*/ 102796 h 141758"/>
              <a:gd name="csX111" fmla="*/ 155962 w 155961"/>
              <a:gd name="csY111" fmla="*/ 68754 h 141758"/>
              <a:gd name="csX112" fmla="*/ 146621 w 155961"/>
              <a:gd name="csY112" fmla="*/ 60269 h 141758"/>
            </a:gdLst>
            <a:ahLst/>
            <a:cxnLst/>
            <a:rect l="l" t="t" r="r" b="b"/>
            <a:pathLst>
              <a:path w="100000" h="100000">
                <a:moveTo>
                  <a:pt x="35224" y="4553"/>
                </a:moveTo>
                <a:cubicBezTo>
                  <a:pt x="34319" y="4553"/>
                  <a:pt x="33457" y="4912"/>
                  <a:pt x="32813" y="5551"/>
                </a:cubicBezTo>
                <a:cubicBezTo>
                  <a:pt x="32180" y="6190"/>
                  <a:pt x="31821" y="7058"/>
                  <a:pt x="31821" y="7962"/>
                </a:cubicBezTo>
                <a:cubicBezTo>
                  <a:pt x="31821" y="8866"/>
                  <a:pt x="32180" y="9734"/>
                  <a:pt x="32813" y="10372"/>
                </a:cubicBezTo>
                <a:cubicBezTo>
                  <a:pt x="33457" y="11011"/>
                  <a:pt x="34319" y="11370"/>
                  <a:pt x="35224" y="11370"/>
                </a:cubicBezTo>
                <a:cubicBezTo>
                  <a:pt x="36130" y="11370"/>
                  <a:pt x="37002" y="11011"/>
                  <a:pt x="37635" y="10372"/>
                </a:cubicBezTo>
                <a:cubicBezTo>
                  <a:pt x="38279" y="9734"/>
                  <a:pt x="38639" y="8866"/>
                  <a:pt x="38639" y="7962"/>
                </a:cubicBezTo>
                <a:cubicBezTo>
                  <a:pt x="38639" y="7058"/>
                  <a:pt x="38279" y="6190"/>
                  <a:pt x="37635" y="5551"/>
                </a:cubicBezTo>
                <a:cubicBezTo>
                  <a:pt x="37002" y="4912"/>
                  <a:pt x="36130" y="4553"/>
                  <a:pt x="35224" y="4553"/>
                </a:cubicBezTo>
                <a:close/>
                <a:moveTo>
                  <a:pt x="76132" y="4553"/>
                </a:moveTo>
                <a:cubicBezTo>
                  <a:pt x="75226" y="4553"/>
                  <a:pt x="74365" y="4912"/>
                  <a:pt x="73721" y="5551"/>
                </a:cubicBezTo>
                <a:cubicBezTo>
                  <a:pt x="73089" y="6190"/>
                  <a:pt x="72728" y="7058"/>
                  <a:pt x="72728" y="7962"/>
                </a:cubicBezTo>
                <a:cubicBezTo>
                  <a:pt x="72728" y="8866"/>
                  <a:pt x="73089" y="9734"/>
                  <a:pt x="73721" y="10372"/>
                </a:cubicBezTo>
                <a:cubicBezTo>
                  <a:pt x="74365" y="11011"/>
                  <a:pt x="75226" y="11370"/>
                  <a:pt x="76132" y="11370"/>
                </a:cubicBezTo>
                <a:cubicBezTo>
                  <a:pt x="77037" y="11370"/>
                  <a:pt x="77911" y="11011"/>
                  <a:pt x="78543" y="10372"/>
                </a:cubicBezTo>
                <a:cubicBezTo>
                  <a:pt x="79186" y="9734"/>
                  <a:pt x="79547" y="8866"/>
                  <a:pt x="79547" y="7962"/>
                </a:cubicBezTo>
                <a:cubicBezTo>
                  <a:pt x="79547" y="7058"/>
                  <a:pt x="79186" y="6190"/>
                  <a:pt x="78543" y="5551"/>
                </a:cubicBezTo>
                <a:cubicBezTo>
                  <a:pt x="77911" y="4912"/>
                  <a:pt x="77037" y="4553"/>
                  <a:pt x="76132" y="4553"/>
                </a:cubicBezTo>
                <a:close/>
                <a:moveTo>
                  <a:pt x="55525" y="4571"/>
                </a:moveTo>
                <a:cubicBezTo>
                  <a:pt x="47409" y="4574"/>
                  <a:pt x="40755" y="11211"/>
                  <a:pt x="40755" y="19328"/>
                </a:cubicBezTo>
                <a:cubicBezTo>
                  <a:pt x="40755" y="23538"/>
                  <a:pt x="42544" y="27374"/>
                  <a:pt x="45391" y="30060"/>
                </a:cubicBezTo>
                <a:cubicBezTo>
                  <a:pt x="45369" y="30037"/>
                  <a:pt x="45380" y="30037"/>
                  <a:pt x="45391" y="30112"/>
                </a:cubicBezTo>
                <a:lnTo>
                  <a:pt x="47627" y="40635"/>
                </a:lnTo>
                <a:lnTo>
                  <a:pt x="47638" y="40653"/>
                </a:lnTo>
                <a:cubicBezTo>
                  <a:pt x="48260" y="43442"/>
                  <a:pt x="50769" y="45460"/>
                  <a:pt x="53628" y="45460"/>
                </a:cubicBezTo>
                <a:lnTo>
                  <a:pt x="55525" y="45460"/>
                </a:lnTo>
                <a:lnTo>
                  <a:pt x="57434" y="45460"/>
                </a:lnTo>
                <a:cubicBezTo>
                  <a:pt x="60293" y="45460"/>
                  <a:pt x="62802" y="43442"/>
                  <a:pt x="63424" y="40653"/>
                </a:cubicBezTo>
                <a:lnTo>
                  <a:pt x="63424" y="40635"/>
                </a:lnTo>
                <a:lnTo>
                  <a:pt x="65670" y="30078"/>
                </a:lnTo>
                <a:cubicBezTo>
                  <a:pt x="65670" y="30075"/>
                  <a:pt x="65681" y="30042"/>
                  <a:pt x="65670" y="30056"/>
                </a:cubicBezTo>
                <a:lnTo>
                  <a:pt x="65670" y="30056"/>
                </a:lnTo>
                <a:cubicBezTo>
                  <a:pt x="68507" y="27371"/>
                  <a:pt x="70307" y="23539"/>
                  <a:pt x="70307" y="19328"/>
                </a:cubicBezTo>
                <a:cubicBezTo>
                  <a:pt x="70307" y="11211"/>
                  <a:pt x="63642" y="4574"/>
                  <a:pt x="55525" y="4571"/>
                </a:cubicBezTo>
                <a:lnTo>
                  <a:pt x="55525" y="4571"/>
                </a:lnTo>
                <a:close/>
                <a:moveTo>
                  <a:pt x="55525" y="11388"/>
                </a:moveTo>
                <a:lnTo>
                  <a:pt x="55525" y="11388"/>
                </a:lnTo>
                <a:cubicBezTo>
                  <a:pt x="59965" y="11392"/>
                  <a:pt x="63489" y="14898"/>
                  <a:pt x="63489" y="19328"/>
                </a:cubicBezTo>
                <a:cubicBezTo>
                  <a:pt x="63489" y="21621"/>
                  <a:pt x="62528" y="23647"/>
                  <a:pt x="60980" y="25103"/>
                </a:cubicBezTo>
                <a:cubicBezTo>
                  <a:pt x="59932" y="26095"/>
                  <a:pt x="59300" y="27348"/>
                  <a:pt x="59005" y="28626"/>
                </a:cubicBezTo>
                <a:lnTo>
                  <a:pt x="59005" y="28644"/>
                </a:lnTo>
                <a:lnTo>
                  <a:pt x="57849" y="34093"/>
                </a:lnTo>
                <a:lnTo>
                  <a:pt x="53213" y="34093"/>
                </a:lnTo>
                <a:lnTo>
                  <a:pt x="52057" y="28644"/>
                </a:lnTo>
                <a:lnTo>
                  <a:pt x="52046" y="28626"/>
                </a:lnTo>
                <a:cubicBezTo>
                  <a:pt x="51762" y="27345"/>
                  <a:pt x="51119" y="26091"/>
                  <a:pt x="50071" y="25103"/>
                </a:cubicBezTo>
                <a:cubicBezTo>
                  <a:pt x="48533" y="23648"/>
                  <a:pt x="47573" y="21622"/>
                  <a:pt x="47573" y="19328"/>
                </a:cubicBezTo>
                <a:cubicBezTo>
                  <a:pt x="47573" y="14898"/>
                  <a:pt x="51085" y="11392"/>
                  <a:pt x="55525" y="11388"/>
                </a:cubicBezTo>
                <a:close/>
                <a:moveTo>
                  <a:pt x="30686" y="15915"/>
                </a:moveTo>
                <a:cubicBezTo>
                  <a:pt x="29781" y="15915"/>
                  <a:pt x="28908" y="16274"/>
                  <a:pt x="28276" y="16914"/>
                </a:cubicBezTo>
                <a:cubicBezTo>
                  <a:pt x="27632" y="17553"/>
                  <a:pt x="27272" y="18420"/>
                  <a:pt x="27272" y="19324"/>
                </a:cubicBezTo>
                <a:cubicBezTo>
                  <a:pt x="27272" y="20227"/>
                  <a:pt x="27632" y="21094"/>
                  <a:pt x="28276" y="21733"/>
                </a:cubicBezTo>
                <a:cubicBezTo>
                  <a:pt x="28908" y="22373"/>
                  <a:pt x="29781" y="22732"/>
                  <a:pt x="30686" y="22732"/>
                </a:cubicBezTo>
                <a:cubicBezTo>
                  <a:pt x="31580" y="22732"/>
                  <a:pt x="32454" y="22373"/>
                  <a:pt x="33097" y="21733"/>
                </a:cubicBezTo>
                <a:cubicBezTo>
                  <a:pt x="33730" y="21094"/>
                  <a:pt x="34090" y="20227"/>
                  <a:pt x="34090" y="19324"/>
                </a:cubicBezTo>
                <a:cubicBezTo>
                  <a:pt x="34090" y="18420"/>
                  <a:pt x="33730" y="17553"/>
                  <a:pt x="33097" y="16914"/>
                </a:cubicBezTo>
                <a:cubicBezTo>
                  <a:pt x="32454" y="16274"/>
                  <a:pt x="31580" y="15915"/>
                  <a:pt x="30686" y="15915"/>
                </a:cubicBezTo>
                <a:close/>
                <a:moveTo>
                  <a:pt x="80681" y="15915"/>
                </a:moveTo>
                <a:cubicBezTo>
                  <a:pt x="79776" y="15915"/>
                  <a:pt x="78914" y="16274"/>
                  <a:pt x="78270" y="16914"/>
                </a:cubicBezTo>
                <a:cubicBezTo>
                  <a:pt x="77626" y="17553"/>
                  <a:pt x="77267" y="18420"/>
                  <a:pt x="77267" y="19324"/>
                </a:cubicBezTo>
                <a:cubicBezTo>
                  <a:pt x="77267" y="20227"/>
                  <a:pt x="77626" y="21094"/>
                  <a:pt x="78270" y="21733"/>
                </a:cubicBezTo>
                <a:cubicBezTo>
                  <a:pt x="78914" y="22373"/>
                  <a:pt x="79776" y="22732"/>
                  <a:pt x="80681" y="22732"/>
                </a:cubicBezTo>
                <a:cubicBezTo>
                  <a:pt x="81586" y="22732"/>
                  <a:pt x="82448" y="22373"/>
                  <a:pt x="83092" y="21733"/>
                </a:cubicBezTo>
                <a:cubicBezTo>
                  <a:pt x="83725" y="21094"/>
                  <a:pt x="84084" y="20227"/>
                  <a:pt x="84084" y="19324"/>
                </a:cubicBezTo>
                <a:cubicBezTo>
                  <a:pt x="84084" y="18420"/>
                  <a:pt x="83725" y="17553"/>
                  <a:pt x="83092" y="16914"/>
                </a:cubicBezTo>
                <a:cubicBezTo>
                  <a:pt x="82448" y="16274"/>
                  <a:pt x="81586" y="15915"/>
                  <a:pt x="80681" y="15915"/>
                </a:cubicBezTo>
                <a:close/>
                <a:moveTo>
                  <a:pt x="35224" y="27276"/>
                </a:moveTo>
                <a:cubicBezTo>
                  <a:pt x="34319" y="27276"/>
                  <a:pt x="33457" y="27637"/>
                  <a:pt x="32813" y="28275"/>
                </a:cubicBezTo>
                <a:cubicBezTo>
                  <a:pt x="32180" y="28915"/>
                  <a:pt x="31821" y="29782"/>
                  <a:pt x="31821" y="30685"/>
                </a:cubicBezTo>
                <a:cubicBezTo>
                  <a:pt x="31821" y="31589"/>
                  <a:pt x="32180" y="32457"/>
                  <a:pt x="32813" y="33096"/>
                </a:cubicBezTo>
                <a:cubicBezTo>
                  <a:pt x="33457" y="33735"/>
                  <a:pt x="34319" y="34093"/>
                  <a:pt x="35224" y="34093"/>
                </a:cubicBezTo>
                <a:cubicBezTo>
                  <a:pt x="36130" y="34093"/>
                  <a:pt x="37002" y="33735"/>
                  <a:pt x="37635" y="33096"/>
                </a:cubicBezTo>
                <a:cubicBezTo>
                  <a:pt x="38279" y="32457"/>
                  <a:pt x="38639" y="31589"/>
                  <a:pt x="38639" y="30685"/>
                </a:cubicBezTo>
                <a:cubicBezTo>
                  <a:pt x="38639" y="29782"/>
                  <a:pt x="38279" y="28915"/>
                  <a:pt x="37635" y="28275"/>
                </a:cubicBezTo>
                <a:cubicBezTo>
                  <a:pt x="37002" y="27637"/>
                  <a:pt x="36130" y="27276"/>
                  <a:pt x="35224" y="27276"/>
                </a:cubicBezTo>
                <a:close/>
                <a:moveTo>
                  <a:pt x="76132" y="27276"/>
                </a:moveTo>
                <a:cubicBezTo>
                  <a:pt x="75226" y="27276"/>
                  <a:pt x="74365" y="27637"/>
                  <a:pt x="73721" y="28275"/>
                </a:cubicBezTo>
                <a:cubicBezTo>
                  <a:pt x="73089" y="28915"/>
                  <a:pt x="72728" y="29782"/>
                  <a:pt x="72728" y="30685"/>
                </a:cubicBezTo>
                <a:cubicBezTo>
                  <a:pt x="72728" y="31589"/>
                  <a:pt x="73089" y="32457"/>
                  <a:pt x="73721" y="33096"/>
                </a:cubicBezTo>
                <a:cubicBezTo>
                  <a:pt x="74365" y="33735"/>
                  <a:pt x="75226" y="34093"/>
                  <a:pt x="76132" y="34093"/>
                </a:cubicBezTo>
                <a:cubicBezTo>
                  <a:pt x="77037" y="34093"/>
                  <a:pt x="77911" y="33735"/>
                  <a:pt x="78543" y="33096"/>
                </a:cubicBezTo>
                <a:cubicBezTo>
                  <a:pt x="79186" y="32457"/>
                  <a:pt x="79547" y="31589"/>
                  <a:pt x="79547" y="30685"/>
                </a:cubicBezTo>
                <a:cubicBezTo>
                  <a:pt x="79547" y="29782"/>
                  <a:pt x="79186" y="28915"/>
                  <a:pt x="78543" y="28275"/>
                </a:cubicBezTo>
                <a:cubicBezTo>
                  <a:pt x="77911" y="27637"/>
                  <a:pt x="77037" y="27276"/>
                  <a:pt x="76132" y="27276"/>
                </a:cubicBezTo>
                <a:close/>
                <a:moveTo>
                  <a:pt x="94011" y="43197"/>
                </a:moveTo>
                <a:cubicBezTo>
                  <a:pt x="91677" y="43197"/>
                  <a:pt x="89124" y="44728"/>
                  <a:pt x="83681" y="47551"/>
                </a:cubicBezTo>
                <a:cubicBezTo>
                  <a:pt x="79176" y="49890"/>
                  <a:pt x="75008" y="52115"/>
                  <a:pt x="72358" y="53737"/>
                </a:cubicBezTo>
                <a:cubicBezTo>
                  <a:pt x="72587" y="54733"/>
                  <a:pt x="72728" y="55767"/>
                  <a:pt x="72728" y="56831"/>
                </a:cubicBezTo>
                <a:cubicBezTo>
                  <a:pt x="72728" y="64350"/>
                  <a:pt x="66609" y="70465"/>
                  <a:pt x="59092" y="70465"/>
                </a:cubicBezTo>
                <a:lnTo>
                  <a:pt x="42042" y="70465"/>
                </a:lnTo>
                <a:cubicBezTo>
                  <a:pt x="40166" y="70465"/>
                  <a:pt x="38639" y="68940"/>
                  <a:pt x="38639" y="67056"/>
                </a:cubicBezTo>
                <a:cubicBezTo>
                  <a:pt x="38639" y="65173"/>
                  <a:pt x="40166" y="63648"/>
                  <a:pt x="42042" y="63648"/>
                </a:cubicBezTo>
                <a:lnTo>
                  <a:pt x="59092" y="63648"/>
                </a:lnTo>
                <a:cubicBezTo>
                  <a:pt x="62845" y="63648"/>
                  <a:pt x="65911" y="60590"/>
                  <a:pt x="65911" y="56831"/>
                </a:cubicBezTo>
                <a:cubicBezTo>
                  <a:pt x="65911" y="54792"/>
                  <a:pt x="64994" y="52978"/>
                  <a:pt x="63565" y="51727"/>
                </a:cubicBezTo>
                <a:cubicBezTo>
                  <a:pt x="61951" y="50658"/>
                  <a:pt x="60031" y="50014"/>
                  <a:pt x="57958" y="50014"/>
                </a:cubicBezTo>
                <a:lnTo>
                  <a:pt x="47966" y="50014"/>
                </a:lnTo>
                <a:lnTo>
                  <a:pt x="46591" y="50014"/>
                </a:lnTo>
                <a:cubicBezTo>
                  <a:pt x="46526" y="50014"/>
                  <a:pt x="46460" y="49996"/>
                  <a:pt x="46395" y="49992"/>
                </a:cubicBezTo>
                <a:cubicBezTo>
                  <a:pt x="40406" y="49898"/>
                  <a:pt x="37526" y="49279"/>
                  <a:pt x="34995" y="48722"/>
                </a:cubicBezTo>
                <a:cubicBezTo>
                  <a:pt x="32704" y="48216"/>
                  <a:pt x="30522" y="47742"/>
                  <a:pt x="26879" y="47742"/>
                </a:cubicBezTo>
                <a:cubicBezTo>
                  <a:pt x="10210" y="47742"/>
                  <a:pt x="698" y="68192"/>
                  <a:pt x="305" y="69062"/>
                </a:cubicBezTo>
                <a:cubicBezTo>
                  <a:pt x="-207" y="70189"/>
                  <a:pt x="-65" y="71502"/>
                  <a:pt x="665" y="72497"/>
                </a:cubicBezTo>
                <a:lnTo>
                  <a:pt x="16570" y="94072"/>
                </a:lnTo>
                <a:cubicBezTo>
                  <a:pt x="17225" y="94951"/>
                  <a:pt x="18239" y="95447"/>
                  <a:pt x="19308" y="95447"/>
                </a:cubicBezTo>
                <a:cubicBezTo>
                  <a:pt x="19527" y="95447"/>
                  <a:pt x="19745" y="95426"/>
                  <a:pt x="19952" y="95385"/>
                </a:cubicBezTo>
                <a:cubicBezTo>
                  <a:pt x="21239" y="95139"/>
                  <a:pt x="22286" y="94170"/>
                  <a:pt x="22613" y="92904"/>
                </a:cubicBezTo>
                <a:cubicBezTo>
                  <a:pt x="22799" y="92234"/>
                  <a:pt x="24534" y="86371"/>
                  <a:pt x="30686" y="86371"/>
                </a:cubicBezTo>
                <a:cubicBezTo>
                  <a:pt x="35115" y="86371"/>
                  <a:pt x="39708" y="86941"/>
                  <a:pt x="44148" y="87495"/>
                </a:cubicBezTo>
                <a:cubicBezTo>
                  <a:pt x="48663" y="88060"/>
                  <a:pt x="53343" y="88644"/>
                  <a:pt x="57958" y="88644"/>
                </a:cubicBezTo>
                <a:cubicBezTo>
                  <a:pt x="64231" y="88644"/>
                  <a:pt x="68758" y="83828"/>
                  <a:pt x="81815" y="70465"/>
                </a:cubicBezTo>
                <a:cubicBezTo>
                  <a:pt x="98408" y="53488"/>
                  <a:pt x="100001" y="52003"/>
                  <a:pt x="100001" y="48637"/>
                </a:cubicBezTo>
                <a:cubicBezTo>
                  <a:pt x="100001" y="45725"/>
                  <a:pt x="97437" y="43197"/>
                  <a:pt x="94011" y="4319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6" name="Чёрный — SVG 39">
            <a:extLst>
              <a:ext uri="{FF2B5EF4-FFF2-40B4-BE49-F238E27FC236}">
                <a16:creationId xmlns:a16="http://schemas.microsoft.com/office/drawing/2014/main" id="{E411BAE0-A10A-514C-9981-D62656D9EB52}"/>
              </a:ext>
            </a:extLst>
          </p:cNvPr>
          <p:cNvSpPr>
            <a:spLocks noGrp="1"/>
          </p:cNvSpPr>
          <p:nvPr/>
        </p:nvSpPr>
        <p:spPr>
          <a:xfrm>
            <a:off x="1620000" y="3470000"/>
            <a:ext cx="220000" cy="220000"/>
          </a:xfrm>
          <a:custGeom>
            <a:avLst/>
            <a:gdLst>
              <a:gd name="csX0" fmla="*/ 146554 w 148873"/>
              <a:gd name="csY0" fmla="*/ 79399 h 148847"/>
              <a:gd name="csX1" fmla="*/ 130544 w 148873"/>
              <a:gd name="csY1" fmla="*/ 59408 h 148847"/>
              <a:gd name="csX2" fmla="*/ 65570 w 148873"/>
              <a:gd name="csY2" fmla="*/ 0 h 148847"/>
              <a:gd name="csX3" fmla="*/ 0 w 148873"/>
              <a:gd name="csY3" fmla="*/ 67335 h 148847"/>
              <a:gd name="csX4" fmla="*/ 21080 w 148873"/>
              <a:gd name="csY4" fmla="*/ 116725 h 148847"/>
              <a:gd name="csX5" fmla="*/ 28361 w 148873"/>
              <a:gd name="csY5" fmla="*/ 132785 h 148847"/>
              <a:gd name="csX6" fmla="*/ 28361 w 148873"/>
              <a:gd name="csY6" fmla="*/ 143531 h 148847"/>
              <a:gd name="csX7" fmla="*/ 33670 w 148873"/>
              <a:gd name="csY7" fmla="*/ 148847 h 148847"/>
              <a:gd name="csX8" fmla="*/ 93931 w 148873"/>
              <a:gd name="csY8" fmla="*/ 148847 h 148847"/>
              <a:gd name="csX9" fmla="*/ 99239 w 148873"/>
              <a:gd name="csY9" fmla="*/ 143531 h 148847"/>
              <a:gd name="csX10" fmla="*/ 99239 w 148873"/>
              <a:gd name="csY10" fmla="*/ 141549 h 148847"/>
              <a:gd name="csX11" fmla="*/ 100464 w 148873"/>
              <a:gd name="csY11" fmla="*/ 139867 h 148847"/>
              <a:gd name="csX12" fmla="*/ 120234 w 148873"/>
              <a:gd name="csY12" fmla="*/ 133275 h 148847"/>
              <a:gd name="csX13" fmla="*/ 131139 w 148873"/>
              <a:gd name="csY13" fmla="*/ 118149 h 148847"/>
              <a:gd name="csX14" fmla="*/ 131139 w 148873"/>
              <a:gd name="csY14" fmla="*/ 99813 h 148847"/>
              <a:gd name="csX15" fmla="*/ 141756 w 148873"/>
              <a:gd name="csY15" fmla="*/ 96103 h 148847"/>
              <a:gd name="csX16" fmla="*/ 148459 w 148873"/>
              <a:gd name="csY16" fmla="*/ 88989 h 148847"/>
              <a:gd name="csX17" fmla="*/ 146554 w 148873"/>
              <a:gd name="csY17" fmla="*/ 79399 h 148847"/>
              <a:gd name="csX18" fmla="*/ 70384 w 148873"/>
              <a:gd name="csY18" fmla="*/ 102776 h 148847"/>
              <a:gd name="csX19" fmla="*/ 64294 w 148873"/>
              <a:gd name="csY19" fmla="*/ 102776 h 148847"/>
              <a:gd name="csX20" fmla="*/ 55600 w 148873"/>
              <a:gd name="csY20" fmla="*/ 95652 h 148847"/>
              <a:gd name="csX21" fmla="*/ 54902 w 148873"/>
              <a:gd name="csY21" fmla="*/ 92144 h 148847"/>
              <a:gd name="csX22" fmla="*/ 79776 w 148873"/>
              <a:gd name="csY22" fmla="*/ 92144 h 148847"/>
              <a:gd name="csX23" fmla="*/ 79078 w 148873"/>
              <a:gd name="csY23" fmla="*/ 95652 h 148847"/>
              <a:gd name="csX24" fmla="*/ 70384 w 148873"/>
              <a:gd name="csY24" fmla="*/ 102776 h 148847"/>
              <a:gd name="csX25" fmla="*/ 84710 w 148873"/>
              <a:gd name="csY25" fmla="*/ 74401 h 148847"/>
              <a:gd name="csX26" fmla="*/ 82600 w 148873"/>
              <a:gd name="csY26" fmla="*/ 78078 h 148847"/>
              <a:gd name="csX27" fmla="*/ 81920 w 148873"/>
              <a:gd name="csY27" fmla="*/ 81512 h 148847"/>
              <a:gd name="csX28" fmla="*/ 52776 w 148873"/>
              <a:gd name="csY28" fmla="*/ 81512 h 148847"/>
              <a:gd name="csX29" fmla="*/ 52095 w 148873"/>
              <a:gd name="csY29" fmla="*/ 78081 h 148847"/>
              <a:gd name="csX30" fmla="*/ 49985 w 148873"/>
              <a:gd name="csY30" fmla="*/ 74407 h 148847"/>
              <a:gd name="csX31" fmla="*/ 42534 w 148873"/>
              <a:gd name="csY31" fmla="*/ 56703 h 148847"/>
              <a:gd name="csX32" fmla="*/ 51568 w 148873"/>
              <a:gd name="csY32" fmla="*/ 37559 h 148847"/>
              <a:gd name="csX33" fmla="*/ 67339 w 148873"/>
              <a:gd name="csY33" fmla="*/ 31949 h 148847"/>
              <a:gd name="csX34" fmla="*/ 83127 w 148873"/>
              <a:gd name="csY34" fmla="*/ 37559 h 148847"/>
              <a:gd name="csX35" fmla="*/ 92162 w 148873"/>
              <a:gd name="csY35" fmla="*/ 56703 h 148847"/>
              <a:gd name="csX36" fmla="*/ 84710 w 148873"/>
              <a:gd name="csY36" fmla="*/ 74401 h 148847"/>
            </a:gdLst>
            <a:ahLst/>
            <a:cxnLst/>
            <a:rect l="l" t="t" r="r" b="b"/>
            <a:pathLst>
              <a:path w="100000" h="100000">
                <a:moveTo>
                  <a:pt x="98442" y="53342"/>
                </a:moveTo>
                <a:lnTo>
                  <a:pt x="87688" y="39914"/>
                </a:lnTo>
                <a:cubicBezTo>
                  <a:pt x="85094" y="17089"/>
                  <a:pt x="66512" y="9"/>
                  <a:pt x="44044" y="9"/>
                </a:cubicBezTo>
                <a:cubicBezTo>
                  <a:pt x="19759" y="9"/>
                  <a:pt x="0" y="20298"/>
                  <a:pt x="0" y="45239"/>
                </a:cubicBezTo>
                <a:cubicBezTo>
                  <a:pt x="0" y="57788"/>
                  <a:pt x="5165" y="69880"/>
                  <a:pt x="14160" y="78414"/>
                </a:cubicBezTo>
                <a:cubicBezTo>
                  <a:pt x="17313" y="81399"/>
                  <a:pt x="19050" y="85232"/>
                  <a:pt x="19050" y="89202"/>
                </a:cubicBezTo>
                <a:lnTo>
                  <a:pt x="19050" y="96420"/>
                </a:lnTo>
                <a:cubicBezTo>
                  <a:pt x="19050" y="98392"/>
                  <a:pt x="20650" y="99991"/>
                  <a:pt x="22617" y="99991"/>
                </a:cubicBezTo>
                <a:cubicBezTo>
                  <a:pt x="24593" y="99991"/>
                  <a:pt x="61118" y="99991"/>
                  <a:pt x="63095" y="99991"/>
                </a:cubicBezTo>
                <a:cubicBezTo>
                  <a:pt x="65060" y="99991"/>
                  <a:pt x="66660" y="98392"/>
                  <a:pt x="66660" y="96420"/>
                </a:cubicBezTo>
                <a:lnTo>
                  <a:pt x="66660" y="95089"/>
                </a:lnTo>
                <a:cubicBezTo>
                  <a:pt x="66660" y="94575"/>
                  <a:pt x="66992" y="94124"/>
                  <a:pt x="67483" y="93959"/>
                </a:cubicBezTo>
                <a:lnTo>
                  <a:pt x="80763" y="89531"/>
                </a:lnTo>
                <a:cubicBezTo>
                  <a:pt x="85151" y="88072"/>
                  <a:pt x="88088" y="83990"/>
                  <a:pt x="88088" y="79371"/>
                </a:cubicBezTo>
                <a:lnTo>
                  <a:pt x="88088" y="67054"/>
                </a:lnTo>
                <a:lnTo>
                  <a:pt x="95219" y="64562"/>
                </a:lnTo>
                <a:cubicBezTo>
                  <a:pt x="97402" y="63795"/>
                  <a:pt x="99082" y="62009"/>
                  <a:pt x="99722" y="59784"/>
                </a:cubicBezTo>
                <a:cubicBezTo>
                  <a:pt x="100362" y="57558"/>
                  <a:pt x="99882" y="55151"/>
                  <a:pt x="98442" y="53342"/>
                </a:cubicBezTo>
                <a:close/>
                <a:moveTo>
                  <a:pt x="47278" y="69045"/>
                </a:moveTo>
                <a:lnTo>
                  <a:pt x="43187" y="69045"/>
                </a:lnTo>
                <a:cubicBezTo>
                  <a:pt x="40353" y="69045"/>
                  <a:pt x="37907" y="67043"/>
                  <a:pt x="37347" y="64259"/>
                </a:cubicBezTo>
                <a:lnTo>
                  <a:pt x="36878" y="61903"/>
                </a:lnTo>
                <a:lnTo>
                  <a:pt x="53587" y="61903"/>
                </a:lnTo>
                <a:lnTo>
                  <a:pt x="53118" y="64259"/>
                </a:lnTo>
                <a:cubicBezTo>
                  <a:pt x="52570" y="67043"/>
                  <a:pt x="50124" y="69045"/>
                  <a:pt x="47278" y="69045"/>
                </a:cubicBezTo>
                <a:close/>
                <a:moveTo>
                  <a:pt x="56901" y="49985"/>
                </a:moveTo>
                <a:cubicBezTo>
                  <a:pt x="56192" y="50666"/>
                  <a:pt x="55678" y="51499"/>
                  <a:pt x="55484" y="52455"/>
                </a:cubicBezTo>
                <a:lnTo>
                  <a:pt x="55027" y="54761"/>
                </a:lnTo>
                <a:lnTo>
                  <a:pt x="35450" y="54761"/>
                </a:lnTo>
                <a:lnTo>
                  <a:pt x="34993" y="52457"/>
                </a:lnTo>
                <a:cubicBezTo>
                  <a:pt x="34799" y="51503"/>
                  <a:pt x="34273" y="50666"/>
                  <a:pt x="33576" y="49989"/>
                </a:cubicBezTo>
                <a:cubicBezTo>
                  <a:pt x="30376" y="46862"/>
                  <a:pt x="28571" y="42628"/>
                  <a:pt x="28571" y="38097"/>
                </a:cubicBezTo>
                <a:cubicBezTo>
                  <a:pt x="28571" y="33103"/>
                  <a:pt x="30787" y="28418"/>
                  <a:pt x="34639" y="25238"/>
                </a:cubicBezTo>
                <a:cubicBezTo>
                  <a:pt x="37633" y="22767"/>
                  <a:pt x="41381" y="21479"/>
                  <a:pt x="45233" y="21469"/>
                </a:cubicBezTo>
                <a:cubicBezTo>
                  <a:pt x="49096" y="21479"/>
                  <a:pt x="52844" y="22767"/>
                  <a:pt x="55838" y="25238"/>
                </a:cubicBezTo>
                <a:cubicBezTo>
                  <a:pt x="59689" y="28418"/>
                  <a:pt x="61906" y="33103"/>
                  <a:pt x="61906" y="38097"/>
                </a:cubicBezTo>
                <a:cubicBezTo>
                  <a:pt x="61906" y="42628"/>
                  <a:pt x="60100" y="46862"/>
                  <a:pt x="56901" y="4998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7" name="Чёрный — SVG 40">
            <a:extLst>
              <a:ext uri="{FF2B5EF4-FFF2-40B4-BE49-F238E27FC236}">
                <a16:creationId xmlns:a16="http://schemas.microsoft.com/office/drawing/2014/main" id="{C6F13A24-90D3-0F4B-848B-3A1A73BE6E83}"/>
              </a:ext>
            </a:extLst>
          </p:cNvPr>
          <p:cNvSpPr>
            <a:spLocks noGrp="1"/>
          </p:cNvSpPr>
          <p:nvPr/>
        </p:nvSpPr>
        <p:spPr>
          <a:xfrm>
            <a:off x="2220000" y="3470000"/>
            <a:ext cx="220000" cy="220000"/>
          </a:xfrm>
          <a:custGeom>
            <a:avLst/>
            <a:gdLst>
              <a:gd name="csX0" fmla="*/ 81524 w 163048"/>
              <a:gd name="csY0" fmla="*/ 0 h 92144"/>
              <a:gd name="csX1" fmla="*/ 956 w 163048"/>
              <a:gd name="csY1" fmla="*/ 42992 h 92144"/>
              <a:gd name="csX2" fmla="*/ 956 w 163048"/>
              <a:gd name="csY2" fmla="*/ 49152 h 92144"/>
              <a:gd name="csX3" fmla="*/ 78969 w 163048"/>
              <a:gd name="csY3" fmla="*/ 92074 h 92144"/>
              <a:gd name="csX4" fmla="*/ 81524 w 163048"/>
              <a:gd name="csY4" fmla="*/ 92144 h 92144"/>
              <a:gd name="csX5" fmla="*/ 84078 w 163048"/>
              <a:gd name="csY5" fmla="*/ 92074 h 92144"/>
              <a:gd name="csX6" fmla="*/ 162091 w 163048"/>
              <a:gd name="csY6" fmla="*/ 49152 h 92144"/>
              <a:gd name="csX7" fmla="*/ 162091 w 163048"/>
              <a:gd name="csY7" fmla="*/ 42992 h 92144"/>
              <a:gd name="csX8" fmla="*/ 81524 w 163048"/>
              <a:gd name="csY8" fmla="*/ 0 h 92144"/>
              <a:gd name="csX9" fmla="*/ 81524 w 163048"/>
              <a:gd name="csY9" fmla="*/ 10632 h 92144"/>
              <a:gd name="csX10" fmla="*/ 110869 w 163048"/>
              <a:gd name="csY10" fmla="*/ 16446 h 92144"/>
              <a:gd name="csX11" fmla="*/ 120512 w 163048"/>
              <a:gd name="csY11" fmla="*/ 42528 h 92144"/>
              <a:gd name="csX12" fmla="*/ 83649 w 163048"/>
              <a:gd name="csY12" fmla="*/ 81476 h 92144"/>
              <a:gd name="csX13" fmla="*/ 81524 w 163048"/>
              <a:gd name="csY13" fmla="*/ 81512 h 92144"/>
              <a:gd name="csX14" fmla="*/ 79398 w 163048"/>
              <a:gd name="csY14" fmla="*/ 81476 h 92144"/>
              <a:gd name="csX15" fmla="*/ 42535 w 163048"/>
              <a:gd name="csY15" fmla="*/ 42528 h 92144"/>
              <a:gd name="csX16" fmla="*/ 52178 w 163048"/>
              <a:gd name="csY16" fmla="*/ 16446 h 92144"/>
              <a:gd name="csX17" fmla="*/ 81524 w 163048"/>
              <a:gd name="csY17" fmla="*/ 10632 h 92144"/>
              <a:gd name="csX18" fmla="*/ 81524 w 163048"/>
              <a:gd name="csY18" fmla="*/ 17720 h 92144"/>
              <a:gd name="csX19" fmla="*/ 56712 w 163048"/>
              <a:gd name="csY19" fmla="*/ 42528 h 92144"/>
              <a:gd name="csX20" fmla="*/ 81524 w 163048"/>
              <a:gd name="csY20" fmla="*/ 67335 h 92144"/>
              <a:gd name="csX21" fmla="*/ 106335 w 163048"/>
              <a:gd name="csY21" fmla="*/ 42528 h 92144"/>
              <a:gd name="csX22" fmla="*/ 81524 w 163048"/>
              <a:gd name="csY22" fmla="*/ 17720 h 92144"/>
              <a:gd name="csX23" fmla="*/ 81524 w 163048"/>
              <a:gd name="csY23" fmla="*/ 28352 h 92144"/>
              <a:gd name="csX24" fmla="*/ 91576 w 163048"/>
              <a:gd name="csY24" fmla="*/ 32478 h 92144"/>
              <a:gd name="csX25" fmla="*/ 71471 w 163048"/>
              <a:gd name="csY25" fmla="*/ 52578 h 92144"/>
              <a:gd name="csX26" fmla="*/ 67345 w 163048"/>
              <a:gd name="csY26" fmla="*/ 42528 h 92144"/>
              <a:gd name="csX27" fmla="*/ 81524 w 163048"/>
              <a:gd name="csY27" fmla="*/ 28352 h 92144"/>
            </a:gdLst>
            <a:ahLst/>
            <a:cxnLst/>
            <a:rect l="l" t="t" r="r" b="b"/>
            <a:pathLst>
              <a:path w="100000" h="100000">
                <a:moveTo>
                  <a:pt x="50000" y="21743"/>
                </a:moveTo>
                <a:cubicBezTo>
                  <a:pt x="19587" y="21743"/>
                  <a:pt x="1348" y="47046"/>
                  <a:pt x="586" y="48111"/>
                </a:cubicBezTo>
                <a:cubicBezTo>
                  <a:pt x="-196" y="49241"/>
                  <a:pt x="-196" y="50759"/>
                  <a:pt x="586" y="51889"/>
                </a:cubicBezTo>
                <a:cubicBezTo>
                  <a:pt x="1326" y="52932"/>
                  <a:pt x="18955" y="77388"/>
                  <a:pt x="48433" y="78214"/>
                </a:cubicBezTo>
                <a:cubicBezTo>
                  <a:pt x="48955" y="78258"/>
                  <a:pt x="49479" y="78257"/>
                  <a:pt x="50000" y="78257"/>
                </a:cubicBezTo>
                <a:cubicBezTo>
                  <a:pt x="50522" y="78257"/>
                  <a:pt x="51044" y="78258"/>
                  <a:pt x="51566" y="78214"/>
                </a:cubicBezTo>
                <a:cubicBezTo>
                  <a:pt x="81044" y="77388"/>
                  <a:pt x="98673" y="52932"/>
                  <a:pt x="99413" y="51889"/>
                </a:cubicBezTo>
                <a:cubicBezTo>
                  <a:pt x="100196" y="50759"/>
                  <a:pt x="100196" y="49241"/>
                  <a:pt x="99413" y="48111"/>
                </a:cubicBezTo>
                <a:cubicBezTo>
                  <a:pt x="98653" y="47046"/>
                  <a:pt x="80412" y="21743"/>
                  <a:pt x="50000" y="21743"/>
                </a:cubicBezTo>
                <a:close/>
                <a:moveTo>
                  <a:pt x="50000" y="28264"/>
                </a:moveTo>
                <a:cubicBezTo>
                  <a:pt x="56652" y="28264"/>
                  <a:pt x="62672" y="29678"/>
                  <a:pt x="67998" y="31830"/>
                </a:cubicBezTo>
                <a:cubicBezTo>
                  <a:pt x="71802" y="36199"/>
                  <a:pt x="73912" y="42023"/>
                  <a:pt x="73912" y="47826"/>
                </a:cubicBezTo>
                <a:cubicBezTo>
                  <a:pt x="73912" y="60585"/>
                  <a:pt x="63890" y="71019"/>
                  <a:pt x="51303" y="71714"/>
                </a:cubicBezTo>
                <a:cubicBezTo>
                  <a:pt x="50868" y="71736"/>
                  <a:pt x="50434" y="71736"/>
                  <a:pt x="50000" y="71736"/>
                </a:cubicBezTo>
                <a:cubicBezTo>
                  <a:pt x="49565" y="71736"/>
                  <a:pt x="49131" y="71736"/>
                  <a:pt x="48696" y="71714"/>
                </a:cubicBezTo>
                <a:cubicBezTo>
                  <a:pt x="36110" y="71019"/>
                  <a:pt x="26087" y="60585"/>
                  <a:pt x="26087" y="47826"/>
                </a:cubicBezTo>
                <a:cubicBezTo>
                  <a:pt x="26087" y="41980"/>
                  <a:pt x="28154" y="36199"/>
                  <a:pt x="32002" y="31830"/>
                </a:cubicBezTo>
                <a:cubicBezTo>
                  <a:pt x="37328" y="29678"/>
                  <a:pt x="43348" y="28264"/>
                  <a:pt x="50000" y="28264"/>
                </a:cubicBezTo>
                <a:close/>
                <a:moveTo>
                  <a:pt x="50000" y="32611"/>
                </a:moveTo>
                <a:cubicBezTo>
                  <a:pt x="41635" y="32611"/>
                  <a:pt x="34782" y="39462"/>
                  <a:pt x="34782" y="47826"/>
                </a:cubicBezTo>
                <a:cubicBezTo>
                  <a:pt x="34782" y="56191"/>
                  <a:pt x="41635" y="63041"/>
                  <a:pt x="50000" y="63041"/>
                </a:cubicBezTo>
                <a:cubicBezTo>
                  <a:pt x="58366" y="63041"/>
                  <a:pt x="65217" y="56191"/>
                  <a:pt x="65217" y="47826"/>
                </a:cubicBezTo>
                <a:cubicBezTo>
                  <a:pt x="65217" y="39462"/>
                  <a:pt x="58366" y="32611"/>
                  <a:pt x="50000" y="32611"/>
                </a:cubicBezTo>
                <a:close/>
                <a:moveTo>
                  <a:pt x="50000" y="39132"/>
                </a:moveTo>
                <a:cubicBezTo>
                  <a:pt x="52420" y="39132"/>
                  <a:pt x="54596" y="40093"/>
                  <a:pt x="56165" y="41663"/>
                </a:cubicBezTo>
                <a:lnTo>
                  <a:pt x="43834" y="53990"/>
                </a:lnTo>
                <a:cubicBezTo>
                  <a:pt x="42266" y="52422"/>
                  <a:pt x="41304" y="50247"/>
                  <a:pt x="41304" y="47826"/>
                </a:cubicBezTo>
                <a:cubicBezTo>
                  <a:pt x="41304" y="42986"/>
                  <a:pt x="45158" y="39132"/>
                  <a:pt x="50000" y="3913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8" name="Чёрный — SVG 41">
            <a:extLst>
              <a:ext uri="{FF2B5EF4-FFF2-40B4-BE49-F238E27FC236}">
                <a16:creationId xmlns:a16="http://schemas.microsoft.com/office/drawing/2014/main" id="{99E10E30-A1D2-9644-B649-FF6A52AE961C}"/>
              </a:ext>
            </a:extLst>
          </p:cNvPr>
          <p:cNvSpPr>
            <a:spLocks noGrp="1"/>
          </p:cNvSpPr>
          <p:nvPr/>
        </p:nvSpPr>
        <p:spPr>
          <a:xfrm>
            <a:off x="2820000" y="3470000"/>
            <a:ext cx="220000" cy="220000"/>
          </a:xfrm>
          <a:custGeom>
            <a:avLst/>
            <a:gdLst>
              <a:gd name="csX0" fmla="*/ 83317 w 148885"/>
              <a:gd name="csY0" fmla="*/ 0 h 148847"/>
              <a:gd name="csX1" fmla="*/ 18325 w 148885"/>
              <a:gd name="csY1" fmla="*/ 59411 h 148847"/>
              <a:gd name="csX2" fmla="*/ 2333 w 148885"/>
              <a:gd name="csY2" fmla="*/ 79403 h 148847"/>
              <a:gd name="csX3" fmla="*/ 411 w 148885"/>
              <a:gd name="csY3" fmla="*/ 88994 h 148847"/>
              <a:gd name="csX4" fmla="*/ 7131 w 148885"/>
              <a:gd name="csY4" fmla="*/ 96106 h 148847"/>
              <a:gd name="csX5" fmla="*/ 17730 w 148885"/>
              <a:gd name="csY5" fmla="*/ 99813 h 148847"/>
              <a:gd name="csX6" fmla="*/ 17730 w 148885"/>
              <a:gd name="csY6" fmla="*/ 118149 h 148847"/>
              <a:gd name="csX7" fmla="*/ 28652 w 148885"/>
              <a:gd name="csY7" fmla="*/ 133279 h 148847"/>
              <a:gd name="csX8" fmla="*/ 48422 w 148885"/>
              <a:gd name="csY8" fmla="*/ 139870 h 148847"/>
              <a:gd name="csX9" fmla="*/ 49630 w 148885"/>
              <a:gd name="csY9" fmla="*/ 141549 h 148847"/>
              <a:gd name="csX10" fmla="*/ 49630 w 148885"/>
              <a:gd name="csY10" fmla="*/ 143531 h 148847"/>
              <a:gd name="csX11" fmla="*/ 54955 w 148885"/>
              <a:gd name="csY11" fmla="*/ 148847 h 148847"/>
              <a:gd name="csX12" fmla="*/ 115217 w 148885"/>
              <a:gd name="csY12" fmla="*/ 148847 h 148847"/>
              <a:gd name="csX13" fmla="*/ 120525 w 148885"/>
              <a:gd name="csY13" fmla="*/ 143531 h 148847"/>
              <a:gd name="csX14" fmla="*/ 120525 w 148885"/>
              <a:gd name="csY14" fmla="*/ 132785 h 148847"/>
              <a:gd name="csX15" fmla="*/ 127790 w 148885"/>
              <a:gd name="csY15" fmla="*/ 116725 h 148847"/>
              <a:gd name="csX16" fmla="*/ 148886 w 148885"/>
              <a:gd name="csY16" fmla="*/ 67335 h 148847"/>
              <a:gd name="csX17" fmla="*/ 83317 w 148885"/>
              <a:gd name="csY17" fmla="*/ 0 h 148847"/>
              <a:gd name="csX18" fmla="*/ 54955 w 148885"/>
              <a:gd name="csY18" fmla="*/ 74424 h 148847"/>
              <a:gd name="csX19" fmla="*/ 46109 w 148885"/>
              <a:gd name="csY19" fmla="*/ 65564 h 148847"/>
              <a:gd name="csX20" fmla="*/ 54955 w 148885"/>
              <a:gd name="csY20" fmla="*/ 56703 h 148847"/>
              <a:gd name="csX21" fmla="*/ 63819 w 148885"/>
              <a:gd name="csY21" fmla="*/ 65564 h 148847"/>
              <a:gd name="csX22" fmla="*/ 54955 w 148885"/>
              <a:gd name="csY22" fmla="*/ 74424 h 148847"/>
              <a:gd name="csX23" fmla="*/ 83317 w 148885"/>
              <a:gd name="csY23" fmla="*/ 74424 h 148847"/>
              <a:gd name="csX24" fmla="*/ 74452 w 148885"/>
              <a:gd name="csY24" fmla="*/ 65564 h 148847"/>
              <a:gd name="csX25" fmla="*/ 83317 w 148885"/>
              <a:gd name="csY25" fmla="*/ 56703 h 148847"/>
              <a:gd name="csX26" fmla="*/ 92181 w 148885"/>
              <a:gd name="csY26" fmla="*/ 65564 h 148847"/>
              <a:gd name="csX27" fmla="*/ 83317 w 148885"/>
              <a:gd name="csY27" fmla="*/ 74424 h 148847"/>
              <a:gd name="csX28" fmla="*/ 111678 w 148885"/>
              <a:gd name="csY28" fmla="*/ 74424 h 148847"/>
              <a:gd name="csX29" fmla="*/ 102814 w 148885"/>
              <a:gd name="csY29" fmla="*/ 65564 h 148847"/>
              <a:gd name="csX30" fmla="*/ 111678 w 148885"/>
              <a:gd name="csY30" fmla="*/ 56703 h 148847"/>
              <a:gd name="csX31" fmla="*/ 120542 w 148885"/>
              <a:gd name="csY31" fmla="*/ 65564 h 148847"/>
              <a:gd name="csX32" fmla="*/ 111678 w 148885"/>
              <a:gd name="csY32" fmla="*/ 74424 h 148847"/>
            </a:gdLst>
            <a:ahLst/>
            <a:cxnLst/>
            <a:rect l="l" t="t" r="r" b="b"/>
            <a:pathLst>
              <a:path w="100000" h="100000">
                <a:moveTo>
                  <a:pt x="55961" y="13"/>
                </a:moveTo>
                <a:cubicBezTo>
                  <a:pt x="33494" y="13"/>
                  <a:pt x="14914" y="17092"/>
                  <a:pt x="12308" y="39917"/>
                </a:cubicBezTo>
                <a:lnTo>
                  <a:pt x="1567" y="53345"/>
                </a:lnTo>
                <a:cubicBezTo>
                  <a:pt x="127" y="55153"/>
                  <a:pt x="-364" y="57561"/>
                  <a:pt x="276" y="59786"/>
                </a:cubicBezTo>
                <a:cubicBezTo>
                  <a:pt x="915" y="62011"/>
                  <a:pt x="2607" y="63797"/>
                  <a:pt x="4790" y="64563"/>
                </a:cubicBezTo>
                <a:lnTo>
                  <a:pt x="11909" y="67053"/>
                </a:lnTo>
                <a:lnTo>
                  <a:pt x="11909" y="79369"/>
                </a:lnTo>
                <a:cubicBezTo>
                  <a:pt x="11909" y="83987"/>
                  <a:pt x="14856" y="88069"/>
                  <a:pt x="19244" y="89531"/>
                </a:cubicBezTo>
                <a:lnTo>
                  <a:pt x="32523" y="93958"/>
                </a:lnTo>
                <a:cubicBezTo>
                  <a:pt x="33015" y="94120"/>
                  <a:pt x="33334" y="94575"/>
                  <a:pt x="33334" y="95085"/>
                </a:cubicBezTo>
                <a:lnTo>
                  <a:pt x="33334" y="96417"/>
                </a:lnTo>
                <a:cubicBezTo>
                  <a:pt x="33334" y="98388"/>
                  <a:pt x="34934" y="99987"/>
                  <a:pt x="36911" y="99987"/>
                </a:cubicBezTo>
                <a:cubicBezTo>
                  <a:pt x="38877" y="99987"/>
                  <a:pt x="75410" y="99987"/>
                  <a:pt x="77387" y="99987"/>
                </a:cubicBezTo>
                <a:cubicBezTo>
                  <a:pt x="79352" y="99987"/>
                  <a:pt x="80952" y="98388"/>
                  <a:pt x="80952" y="96417"/>
                </a:cubicBezTo>
                <a:lnTo>
                  <a:pt x="80952" y="89199"/>
                </a:lnTo>
                <a:cubicBezTo>
                  <a:pt x="80952" y="85229"/>
                  <a:pt x="82689" y="81399"/>
                  <a:pt x="85831" y="78412"/>
                </a:cubicBezTo>
                <a:cubicBezTo>
                  <a:pt x="94836" y="69879"/>
                  <a:pt x="100001" y="57787"/>
                  <a:pt x="100001" y="45239"/>
                </a:cubicBezTo>
                <a:cubicBezTo>
                  <a:pt x="100001" y="20300"/>
                  <a:pt x="80244" y="13"/>
                  <a:pt x="55961" y="13"/>
                </a:cubicBezTo>
                <a:close/>
                <a:moveTo>
                  <a:pt x="36911" y="50000"/>
                </a:moveTo>
                <a:cubicBezTo>
                  <a:pt x="33632" y="50000"/>
                  <a:pt x="30970" y="47332"/>
                  <a:pt x="30970" y="44049"/>
                </a:cubicBezTo>
                <a:cubicBezTo>
                  <a:pt x="30970" y="40767"/>
                  <a:pt x="33632" y="38098"/>
                  <a:pt x="36911" y="38098"/>
                </a:cubicBezTo>
                <a:cubicBezTo>
                  <a:pt x="40202" y="38098"/>
                  <a:pt x="42865" y="40767"/>
                  <a:pt x="42865" y="44049"/>
                </a:cubicBezTo>
                <a:cubicBezTo>
                  <a:pt x="42865" y="47332"/>
                  <a:pt x="40202" y="50000"/>
                  <a:pt x="36911" y="50000"/>
                </a:cubicBezTo>
                <a:close/>
                <a:moveTo>
                  <a:pt x="55961" y="50000"/>
                </a:moveTo>
                <a:cubicBezTo>
                  <a:pt x="52681" y="50000"/>
                  <a:pt x="50006" y="47332"/>
                  <a:pt x="50006" y="44049"/>
                </a:cubicBezTo>
                <a:cubicBezTo>
                  <a:pt x="50006" y="40767"/>
                  <a:pt x="52681" y="38098"/>
                  <a:pt x="55961" y="38098"/>
                </a:cubicBezTo>
                <a:cubicBezTo>
                  <a:pt x="59240" y="38098"/>
                  <a:pt x="61914" y="40767"/>
                  <a:pt x="61914" y="44049"/>
                </a:cubicBezTo>
                <a:cubicBezTo>
                  <a:pt x="61914" y="47332"/>
                  <a:pt x="59240" y="50000"/>
                  <a:pt x="55961" y="50000"/>
                </a:cubicBezTo>
                <a:close/>
                <a:moveTo>
                  <a:pt x="75010" y="50000"/>
                </a:moveTo>
                <a:cubicBezTo>
                  <a:pt x="71730" y="50000"/>
                  <a:pt x="69056" y="47332"/>
                  <a:pt x="69056" y="44049"/>
                </a:cubicBezTo>
                <a:cubicBezTo>
                  <a:pt x="69056" y="40767"/>
                  <a:pt x="71730" y="38098"/>
                  <a:pt x="75010" y="38098"/>
                </a:cubicBezTo>
                <a:cubicBezTo>
                  <a:pt x="78289" y="38098"/>
                  <a:pt x="80963" y="40767"/>
                  <a:pt x="80963" y="44049"/>
                </a:cubicBezTo>
                <a:cubicBezTo>
                  <a:pt x="80963" y="47332"/>
                  <a:pt x="78289" y="50000"/>
                  <a:pt x="75010" y="500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49" name="Чёрный — SVG 42">
            <a:extLst>
              <a:ext uri="{FF2B5EF4-FFF2-40B4-BE49-F238E27FC236}">
                <a16:creationId xmlns:a16="http://schemas.microsoft.com/office/drawing/2014/main" id="{B6EF0D73-20D5-1444-AEE6-1EE4556132EF}"/>
              </a:ext>
            </a:extLst>
          </p:cNvPr>
          <p:cNvSpPr>
            <a:spLocks noGrp="1"/>
          </p:cNvSpPr>
          <p:nvPr/>
        </p:nvSpPr>
        <p:spPr>
          <a:xfrm>
            <a:off x="3420000" y="3470000"/>
            <a:ext cx="220000" cy="220000"/>
          </a:xfrm>
          <a:custGeom>
            <a:avLst/>
            <a:gdLst>
              <a:gd name="csX0" fmla="*/ 70895 w 141772"/>
              <a:gd name="csY0" fmla="*/ 0 h 141758"/>
              <a:gd name="csX1" fmla="*/ 0 w 141772"/>
              <a:gd name="csY1" fmla="*/ 70880 h 141758"/>
              <a:gd name="csX2" fmla="*/ 70895 w 141772"/>
              <a:gd name="csY2" fmla="*/ 141759 h 141758"/>
              <a:gd name="csX3" fmla="*/ 141773 w 141772"/>
              <a:gd name="csY3" fmla="*/ 70880 h 141758"/>
              <a:gd name="csX4" fmla="*/ 70895 w 141772"/>
              <a:gd name="csY4" fmla="*/ 0 h 141758"/>
              <a:gd name="csX5" fmla="*/ 70895 w 141772"/>
              <a:gd name="csY5" fmla="*/ 31896 h 141758"/>
              <a:gd name="csX6" fmla="*/ 88606 w 141772"/>
              <a:gd name="csY6" fmla="*/ 49616 h 141758"/>
              <a:gd name="csX7" fmla="*/ 70895 w 141772"/>
              <a:gd name="csY7" fmla="*/ 67335 h 141758"/>
              <a:gd name="csX8" fmla="*/ 53167 w 141772"/>
              <a:gd name="csY8" fmla="*/ 49616 h 141758"/>
              <a:gd name="csX9" fmla="*/ 70895 w 141772"/>
              <a:gd name="csY9" fmla="*/ 31896 h 141758"/>
              <a:gd name="csX10" fmla="*/ 102795 w 141772"/>
              <a:gd name="csY10" fmla="*/ 90506 h 141758"/>
              <a:gd name="csX11" fmla="*/ 70895 w 141772"/>
              <a:gd name="csY11" fmla="*/ 109863 h 141758"/>
              <a:gd name="csX12" fmla="*/ 38995 w 141772"/>
              <a:gd name="csY12" fmla="*/ 90506 h 141758"/>
              <a:gd name="csX13" fmla="*/ 38995 w 141772"/>
              <a:gd name="csY13" fmla="*/ 88111 h 141758"/>
              <a:gd name="csX14" fmla="*/ 45596 w 141772"/>
              <a:gd name="csY14" fmla="*/ 81512 h 141758"/>
              <a:gd name="csX15" fmla="*/ 96194 w 141772"/>
              <a:gd name="csY15" fmla="*/ 81512 h 141758"/>
              <a:gd name="csX16" fmla="*/ 102795 w 141772"/>
              <a:gd name="csY16" fmla="*/ 88111 h 141758"/>
              <a:gd name="csX17" fmla="*/ 102795 w 141772"/>
              <a:gd name="csY17" fmla="*/ 90506 h 141758"/>
            </a:gdLst>
            <a:ahLst/>
            <a:cxnLst/>
            <a:rect l="l" t="t" r="r" b="b"/>
            <a:pathLst>
              <a:path w="100000" h="100000">
                <a:moveTo>
                  <a:pt x="50006" y="5"/>
                </a:moveTo>
                <a:cubicBezTo>
                  <a:pt x="22429" y="5"/>
                  <a:pt x="0" y="22433"/>
                  <a:pt x="0" y="50001"/>
                </a:cubicBezTo>
                <a:cubicBezTo>
                  <a:pt x="0" y="77568"/>
                  <a:pt x="22429" y="99996"/>
                  <a:pt x="50006" y="99996"/>
                </a:cubicBezTo>
                <a:cubicBezTo>
                  <a:pt x="77572" y="99996"/>
                  <a:pt x="100001" y="77568"/>
                  <a:pt x="100001" y="50001"/>
                </a:cubicBezTo>
                <a:cubicBezTo>
                  <a:pt x="100001" y="22433"/>
                  <a:pt x="77572" y="5"/>
                  <a:pt x="50006" y="5"/>
                </a:cubicBezTo>
                <a:close/>
                <a:moveTo>
                  <a:pt x="50006" y="22503"/>
                </a:moveTo>
                <a:cubicBezTo>
                  <a:pt x="56906" y="22503"/>
                  <a:pt x="62499" y="28100"/>
                  <a:pt x="62499" y="35002"/>
                </a:cubicBezTo>
                <a:cubicBezTo>
                  <a:pt x="62499" y="41904"/>
                  <a:pt x="56906" y="47500"/>
                  <a:pt x="50006" y="47500"/>
                </a:cubicBezTo>
                <a:cubicBezTo>
                  <a:pt x="43094" y="47500"/>
                  <a:pt x="37502" y="41904"/>
                  <a:pt x="37502" y="35002"/>
                </a:cubicBezTo>
                <a:cubicBezTo>
                  <a:pt x="37502" y="28100"/>
                  <a:pt x="43094" y="22503"/>
                  <a:pt x="50006" y="22503"/>
                </a:cubicBezTo>
                <a:close/>
                <a:moveTo>
                  <a:pt x="72507" y="63844"/>
                </a:moveTo>
                <a:cubicBezTo>
                  <a:pt x="72507" y="70991"/>
                  <a:pt x="63387" y="77498"/>
                  <a:pt x="50006" y="77498"/>
                </a:cubicBezTo>
                <a:cubicBezTo>
                  <a:pt x="36614" y="77498"/>
                  <a:pt x="27505" y="70991"/>
                  <a:pt x="27505" y="63844"/>
                </a:cubicBezTo>
                <a:lnTo>
                  <a:pt x="27505" y="62155"/>
                </a:lnTo>
                <a:cubicBezTo>
                  <a:pt x="27505" y="59584"/>
                  <a:pt x="29581" y="57500"/>
                  <a:pt x="32161" y="57500"/>
                </a:cubicBezTo>
                <a:lnTo>
                  <a:pt x="67851" y="57500"/>
                </a:lnTo>
                <a:cubicBezTo>
                  <a:pt x="70419" y="57500"/>
                  <a:pt x="72507" y="59584"/>
                  <a:pt x="72507" y="62155"/>
                </a:cubicBezTo>
                <a:lnTo>
                  <a:pt x="72507" y="6384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50" name="Чёрный — SVG 43">
            <a:extLst>
              <a:ext uri="{FF2B5EF4-FFF2-40B4-BE49-F238E27FC236}">
                <a16:creationId xmlns:a16="http://schemas.microsoft.com/office/drawing/2014/main" id="{B38D95C1-9431-AB40-A0F7-1B11D415B41D}"/>
              </a:ext>
            </a:extLst>
          </p:cNvPr>
          <p:cNvSpPr>
            <a:spLocks noGrp="1"/>
          </p:cNvSpPr>
          <p:nvPr/>
        </p:nvSpPr>
        <p:spPr>
          <a:xfrm>
            <a:off x="4020000" y="3470000"/>
            <a:ext cx="220000" cy="220000"/>
          </a:xfrm>
          <a:custGeom>
            <a:avLst/>
            <a:gdLst>
              <a:gd name="csX0" fmla="*/ 101009 w 155961"/>
              <a:gd name="csY0" fmla="*/ 67112 h 141500"/>
              <a:gd name="csX1" fmla="*/ 58475 w 155961"/>
              <a:gd name="csY1" fmla="*/ 67112 h 141500"/>
              <a:gd name="csX2" fmla="*/ 46072 w 155961"/>
              <a:gd name="csY2" fmla="*/ 54708 h 141500"/>
              <a:gd name="csX3" fmla="*/ 46072 w 155961"/>
              <a:gd name="csY3" fmla="*/ 29795 h 141500"/>
              <a:gd name="csX4" fmla="*/ 52163 w 155961"/>
              <a:gd name="csY4" fmla="*/ 17266 h 141500"/>
              <a:gd name="csX5" fmla="*/ 69874 w 155961"/>
              <a:gd name="csY5" fmla="*/ 3307 h 141500"/>
              <a:gd name="csX6" fmla="*/ 89627 w 155961"/>
              <a:gd name="csY6" fmla="*/ 3307 h 141500"/>
              <a:gd name="csX7" fmla="*/ 107338 w 155961"/>
              <a:gd name="csY7" fmla="*/ 17266 h 141500"/>
              <a:gd name="csX8" fmla="*/ 113428 w 155961"/>
              <a:gd name="csY8" fmla="*/ 29790 h 141500"/>
              <a:gd name="csX9" fmla="*/ 113428 w 155961"/>
              <a:gd name="csY9" fmla="*/ 54704 h 141500"/>
              <a:gd name="csX10" fmla="*/ 101009 w 155961"/>
              <a:gd name="csY10" fmla="*/ 67112 h 141500"/>
              <a:gd name="csX11" fmla="*/ 149395 w 155961"/>
              <a:gd name="csY11" fmla="*/ 38726 h 141500"/>
              <a:gd name="csX12" fmla="*/ 138047 w 155961"/>
              <a:gd name="csY12" fmla="*/ 49783 h 141500"/>
              <a:gd name="csX13" fmla="*/ 131888 w 155961"/>
              <a:gd name="csY13" fmla="*/ 65836 h 141500"/>
              <a:gd name="csX14" fmla="*/ 132824 w 155961"/>
              <a:gd name="csY14" fmla="*/ 66530 h 141500"/>
              <a:gd name="csX15" fmla="*/ 134083 w 155961"/>
              <a:gd name="csY15" fmla="*/ 90924 h 141500"/>
              <a:gd name="csX16" fmla="*/ 121595 w 155961"/>
              <a:gd name="csY16" fmla="*/ 104867 h 141500"/>
              <a:gd name="csX17" fmla="*/ 118294 w 155961"/>
              <a:gd name="csY17" fmla="*/ 106348 h 141500"/>
              <a:gd name="csX18" fmla="*/ 115351 w 155961"/>
              <a:gd name="csY18" fmla="*/ 105224 h 141500"/>
              <a:gd name="csX19" fmla="*/ 114994 w 155961"/>
              <a:gd name="csY19" fmla="*/ 98969 h 141500"/>
              <a:gd name="csX20" fmla="*/ 127175 w 155961"/>
              <a:gd name="csY20" fmla="*/ 85367 h 141500"/>
              <a:gd name="csX21" fmla="*/ 127771 w 155961"/>
              <a:gd name="csY21" fmla="*/ 74055 h 141500"/>
              <a:gd name="csX22" fmla="*/ 115555 w 155961"/>
              <a:gd name="csY22" fmla="*/ 72945 h 141500"/>
              <a:gd name="csX23" fmla="*/ 104939 w 155961"/>
              <a:gd name="csY23" fmla="*/ 82618 h 141500"/>
              <a:gd name="csX24" fmla="*/ 91991 w 155961"/>
              <a:gd name="csY24" fmla="*/ 91630 h 141500"/>
              <a:gd name="csX25" fmla="*/ 91141 w 155961"/>
              <a:gd name="csY25" fmla="*/ 92079 h 141500"/>
              <a:gd name="csX26" fmla="*/ 81528 w 155961"/>
              <a:gd name="csY26" fmla="*/ 108992 h 141500"/>
              <a:gd name="csX27" fmla="*/ 81528 w 155961"/>
              <a:gd name="csY27" fmla="*/ 136184 h 141500"/>
              <a:gd name="csX28" fmla="*/ 86837 w 155961"/>
              <a:gd name="csY28" fmla="*/ 141500 h 141500"/>
              <a:gd name="csX29" fmla="*/ 115198 w 155961"/>
              <a:gd name="csY29" fmla="*/ 141500 h 141500"/>
              <a:gd name="csX30" fmla="*/ 120506 w 155961"/>
              <a:gd name="csY30" fmla="*/ 136184 h 141500"/>
              <a:gd name="csX31" fmla="*/ 126988 w 155961"/>
              <a:gd name="csY31" fmla="*/ 121197 h 141500"/>
              <a:gd name="csX32" fmla="*/ 143338 w 155961"/>
              <a:gd name="csY32" fmla="*/ 107206 h 141500"/>
              <a:gd name="csX33" fmla="*/ 154261 w 155961"/>
              <a:gd name="csY33" fmla="*/ 72821 h 141500"/>
              <a:gd name="csX34" fmla="*/ 155962 w 155961"/>
              <a:gd name="csY34" fmla="*/ 45125 h 141500"/>
              <a:gd name="csX35" fmla="*/ 149395 w 155961"/>
              <a:gd name="csY35" fmla="*/ 38726 h 141500"/>
              <a:gd name="csX36" fmla="*/ 6550 w 155961"/>
              <a:gd name="csY36" fmla="*/ 38726 h 141500"/>
              <a:gd name="csX37" fmla="*/ 17915 w 155961"/>
              <a:gd name="csY37" fmla="*/ 49783 h 141500"/>
              <a:gd name="csX38" fmla="*/ 24057 w 155961"/>
              <a:gd name="csY38" fmla="*/ 65836 h 141500"/>
              <a:gd name="csX39" fmla="*/ 23138 w 155961"/>
              <a:gd name="csY39" fmla="*/ 66530 h 141500"/>
              <a:gd name="csX40" fmla="*/ 21862 w 155961"/>
              <a:gd name="csY40" fmla="*/ 90924 h 141500"/>
              <a:gd name="csX41" fmla="*/ 34350 w 155961"/>
              <a:gd name="csY41" fmla="*/ 104867 h 141500"/>
              <a:gd name="csX42" fmla="*/ 37668 w 155961"/>
              <a:gd name="csY42" fmla="*/ 106348 h 141500"/>
              <a:gd name="csX43" fmla="*/ 40611 w 155961"/>
              <a:gd name="csY43" fmla="*/ 105224 h 141500"/>
              <a:gd name="csX44" fmla="*/ 40968 w 155961"/>
              <a:gd name="csY44" fmla="*/ 98969 h 141500"/>
              <a:gd name="csX45" fmla="*/ 28787 w 155961"/>
              <a:gd name="csY45" fmla="*/ 85367 h 141500"/>
              <a:gd name="csX46" fmla="*/ 28191 w 155961"/>
              <a:gd name="csY46" fmla="*/ 74055 h 141500"/>
              <a:gd name="csX47" fmla="*/ 40407 w 155961"/>
              <a:gd name="csY47" fmla="*/ 72945 h 141500"/>
              <a:gd name="csX48" fmla="*/ 51023 w 155961"/>
              <a:gd name="csY48" fmla="*/ 82618 h 141500"/>
              <a:gd name="csX49" fmla="*/ 63970 w 155961"/>
              <a:gd name="csY49" fmla="*/ 91630 h 141500"/>
              <a:gd name="csX50" fmla="*/ 64821 w 155961"/>
              <a:gd name="csY50" fmla="*/ 92079 h 141500"/>
              <a:gd name="csX51" fmla="*/ 74434 w 155961"/>
              <a:gd name="csY51" fmla="*/ 108992 h 141500"/>
              <a:gd name="csX52" fmla="*/ 74434 w 155961"/>
              <a:gd name="csY52" fmla="*/ 136184 h 141500"/>
              <a:gd name="csX53" fmla="*/ 69108 w 155961"/>
              <a:gd name="csY53" fmla="*/ 141500 h 141500"/>
              <a:gd name="csX54" fmla="*/ 40764 w 155961"/>
              <a:gd name="csY54" fmla="*/ 141500 h 141500"/>
              <a:gd name="csX55" fmla="*/ 35439 w 155961"/>
              <a:gd name="csY55" fmla="*/ 136184 h 141500"/>
              <a:gd name="csX56" fmla="*/ 28974 w 155961"/>
              <a:gd name="csY56" fmla="*/ 121197 h 141500"/>
              <a:gd name="csX57" fmla="*/ 12624 w 155961"/>
              <a:gd name="csY57" fmla="*/ 107206 h 141500"/>
              <a:gd name="csX58" fmla="*/ 1684 w 155961"/>
              <a:gd name="csY58" fmla="*/ 72821 h 141500"/>
              <a:gd name="csX59" fmla="*/ 0 w 155961"/>
              <a:gd name="csY59" fmla="*/ 45125 h 141500"/>
              <a:gd name="csX60" fmla="*/ 6550 w 155961"/>
              <a:gd name="csY60" fmla="*/ 38726 h 141500"/>
            </a:gdLst>
            <a:ahLst/>
            <a:cxnLst/>
            <a:rect l="l" t="t" r="r" b="b"/>
            <a:pathLst>
              <a:path w="100000" h="100000">
                <a:moveTo>
                  <a:pt x="64766" y="47667"/>
                </a:moveTo>
                <a:lnTo>
                  <a:pt x="37493" y="47667"/>
                </a:lnTo>
                <a:cubicBezTo>
                  <a:pt x="33108" y="47667"/>
                  <a:pt x="29541" y="44100"/>
                  <a:pt x="29541" y="39714"/>
                </a:cubicBezTo>
                <a:lnTo>
                  <a:pt x="29541" y="23740"/>
                </a:lnTo>
                <a:cubicBezTo>
                  <a:pt x="29541" y="20584"/>
                  <a:pt x="30970" y="17656"/>
                  <a:pt x="33446" y="15707"/>
                </a:cubicBezTo>
                <a:lnTo>
                  <a:pt x="44802" y="6756"/>
                </a:lnTo>
                <a:cubicBezTo>
                  <a:pt x="48402" y="3930"/>
                  <a:pt x="53867" y="3930"/>
                  <a:pt x="57468" y="6756"/>
                </a:cubicBezTo>
                <a:lnTo>
                  <a:pt x="68824" y="15707"/>
                </a:lnTo>
                <a:cubicBezTo>
                  <a:pt x="71300" y="17656"/>
                  <a:pt x="72728" y="20584"/>
                  <a:pt x="72728" y="23737"/>
                </a:cubicBezTo>
                <a:lnTo>
                  <a:pt x="72728" y="39712"/>
                </a:lnTo>
                <a:cubicBezTo>
                  <a:pt x="72728" y="44098"/>
                  <a:pt x="69162" y="47667"/>
                  <a:pt x="64766" y="47667"/>
                </a:cubicBezTo>
                <a:close/>
                <a:moveTo>
                  <a:pt x="95790" y="29467"/>
                </a:moveTo>
                <a:cubicBezTo>
                  <a:pt x="92386" y="29467"/>
                  <a:pt x="90553" y="31405"/>
                  <a:pt x="88514" y="36556"/>
                </a:cubicBezTo>
                <a:cubicBezTo>
                  <a:pt x="87117" y="40085"/>
                  <a:pt x="85786" y="43722"/>
                  <a:pt x="84565" y="46849"/>
                </a:cubicBezTo>
                <a:cubicBezTo>
                  <a:pt x="84761" y="47004"/>
                  <a:pt x="84980" y="47126"/>
                  <a:pt x="85165" y="47294"/>
                </a:cubicBezTo>
                <a:cubicBezTo>
                  <a:pt x="89659" y="51382"/>
                  <a:pt x="90019" y="58400"/>
                  <a:pt x="85972" y="62935"/>
                </a:cubicBezTo>
                <a:lnTo>
                  <a:pt x="77965" y="71875"/>
                </a:lnTo>
                <a:cubicBezTo>
                  <a:pt x="77408" y="72504"/>
                  <a:pt x="76634" y="72825"/>
                  <a:pt x="75848" y="72825"/>
                </a:cubicBezTo>
                <a:cubicBezTo>
                  <a:pt x="75172" y="72825"/>
                  <a:pt x="74496" y="72588"/>
                  <a:pt x="73961" y="72104"/>
                </a:cubicBezTo>
                <a:cubicBezTo>
                  <a:pt x="72783" y="71062"/>
                  <a:pt x="72685" y="69264"/>
                  <a:pt x="73733" y="68094"/>
                </a:cubicBezTo>
                <a:lnTo>
                  <a:pt x="81543" y="59372"/>
                </a:lnTo>
                <a:cubicBezTo>
                  <a:pt x="83354" y="57344"/>
                  <a:pt x="83627" y="54232"/>
                  <a:pt x="81925" y="52119"/>
                </a:cubicBezTo>
                <a:cubicBezTo>
                  <a:pt x="79928" y="49660"/>
                  <a:pt x="76383" y="49415"/>
                  <a:pt x="74092" y="51407"/>
                </a:cubicBezTo>
                <a:lnTo>
                  <a:pt x="67285" y="57610"/>
                </a:lnTo>
                <a:cubicBezTo>
                  <a:pt x="63783" y="61107"/>
                  <a:pt x="61351" y="62265"/>
                  <a:pt x="58983" y="63388"/>
                </a:cubicBezTo>
                <a:cubicBezTo>
                  <a:pt x="58820" y="63467"/>
                  <a:pt x="58635" y="63563"/>
                  <a:pt x="58438" y="63676"/>
                </a:cubicBezTo>
                <a:cubicBezTo>
                  <a:pt x="54566" y="65864"/>
                  <a:pt x="52275" y="70073"/>
                  <a:pt x="52275" y="74520"/>
                </a:cubicBezTo>
                <a:lnTo>
                  <a:pt x="52275" y="91955"/>
                </a:lnTo>
                <a:cubicBezTo>
                  <a:pt x="52275" y="93837"/>
                  <a:pt x="53802" y="95364"/>
                  <a:pt x="55679" y="95364"/>
                </a:cubicBezTo>
                <a:lnTo>
                  <a:pt x="73863" y="95364"/>
                </a:lnTo>
                <a:cubicBezTo>
                  <a:pt x="75739" y="95364"/>
                  <a:pt x="77267" y="93839"/>
                  <a:pt x="77267" y="91955"/>
                </a:cubicBezTo>
                <a:cubicBezTo>
                  <a:pt x="77267" y="90238"/>
                  <a:pt x="78052" y="84450"/>
                  <a:pt x="81423" y="82346"/>
                </a:cubicBezTo>
                <a:cubicBezTo>
                  <a:pt x="84358" y="79833"/>
                  <a:pt x="87259" y="76796"/>
                  <a:pt x="91906" y="73375"/>
                </a:cubicBezTo>
                <a:cubicBezTo>
                  <a:pt x="95277" y="70889"/>
                  <a:pt x="97840" y="65348"/>
                  <a:pt x="98910" y="51328"/>
                </a:cubicBezTo>
                <a:cubicBezTo>
                  <a:pt x="99182" y="47754"/>
                  <a:pt x="100001" y="36483"/>
                  <a:pt x="100001" y="33570"/>
                </a:cubicBezTo>
                <a:cubicBezTo>
                  <a:pt x="100001" y="31516"/>
                  <a:pt x="98037" y="29467"/>
                  <a:pt x="95790" y="29467"/>
                </a:cubicBezTo>
                <a:close/>
                <a:moveTo>
                  <a:pt x="4200" y="29467"/>
                </a:moveTo>
                <a:cubicBezTo>
                  <a:pt x="7603" y="29467"/>
                  <a:pt x="9436" y="31405"/>
                  <a:pt x="11487" y="36556"/>
                </a:cubicBezTo>
                <a:cubicBezTo>
                  <a:pt x="12883" y="40085"/>
                  <a:pt x="14214" y="43722"/>
                  <a:pt x="15425" y="46849"/>
                </a:cubicBezTo>
                <a:cubicBezTo>
                  <a:pt x="15229" y="47004"/>
                  <a:pt x="15021" y="47126"/>
                  <a:pt x="14836" y="47294"/>
                </a:cubicBezTo>
                <a:cubicBezTo>
                  <a:pt x="10342" y="51382"/>
                  <a:pt x="9981" y="58400"/>
                  <a:pt x="14018" y="62935"/>
                </a:cubicBezTo>
                <a:lnTo>
                  <a:pt x="22025" y="71875"/>
                </a:lnTo>
                <a:cubicBezTo>
                  <a:pt x="22592" y="72504"/>
                  <a:pt x="23367" y="72825"/>
                  <a:pt x="24152" y="72825"/>
                </a:cubicBezTo>
                <a:cubicBezTo>
                  <a:pt x="24829" y="72825"/>
                  <a:pt x="25494" y="72588"/>
                  <a:pt x="26039" y="72104"/>
                </a:cubicBezTo>
                <a:cubicBezTo>
                  <a:pt x="27206" y="71062"/>
                  <a:pt x="27316" y="69264"/>
                  <a:pt x="26268" y="68094"/>
                </a:cubicBezTo>
                <a:lnTo>
                  <a:pt x="18458" y="59372"/>
                </a:lnTo>
                <a:cubicBezTo>
                  <a:pt x="16646" y="57344"/>
                  <a:pt x="16363" y="54232"/>
                  <a:pt x="18076" y="52119"/>
                </a:cubicBezTo>
                <a:cubicBezTo>
                  <a:pt x="20061" y="49660"/>
                  <a:pt x="23617" y="49415"/>
                  <a:pt x="25908" y="51407"/>
                </a:cubicBezTo>
                <a:lnTo>
                  <a:pt x="32715" y="57610"/>
                </a:lnTo>
                <a:cubicBezTo>
                  <a:pt x="36206" y="61107"/>
                  <a:pt x="38650" y="62265"/>
                  <a:pt x="41017" y="63388"/>
                </a:cubicBezTo>
                <a:cubicBezTo>
                  <a:pt x="41181" y="63467"/>
                  <a:pt x="41366" y="63563"/>
                  <a:pt x="41562" y="63676"/>
                </a:cubicBezTo>
                <a:cubicBezTo>
                  <a:pt x="45435" y="65864"/>
                  <a:pt x="47726" y="70073"/>
                  <a:pt x="47726" y="74520"/>
                </a:cubicBezTo>
                <a:lnTo>
                  <a:pt x="47726" y="91955"/>
                </a:lnTo>
                <a:cubicBezTo>
                  <a:pt x="47726" y="93837"/>
                  <a:pt x="46199" y="95364"/>
                  <a:pt x="44311" y="95364"/>
                </a:cubicBezTo>
                <a:lnTo>
                  <a:pt x="26137" y="95364"/>
                </a:lnTo>
                <a:cubicBezTo>
                  <a:pt x="24250" y="95364"/>
                  <a:pt x="22723" y="93839"/>
                  <a:pt x="22723" y="91955"/>
                </a:cubicBezTo>
                <a:cubicBezTo>
                  <a:pt x="22723" y="90238"/>
                  <a:pt x="21948" y="84450"/>
                  <a:pt x="18578" y="82346"/>
                </a:cubicBezTo>
                <a:cubicBezTo>
                  <a:pt x="15643" y="79833"/>
                  <a:pt x="12742" y="76796"/>
                  <a:pt x="8094" y="73375"/>
                </a:cubicBezTo>
                <a:cubicBezTo>
                  <a:pt x="4713" y="70889"/>
                  <a:pt x="2160" y="65348"/>
                  <a:pt x="1080" y="51328"/>
                </a:cubicBezTo>
                <a:cubicBezTo>
                  <a:pt x="807" y="47754"/>
                  <a:pt x="0" y="36483"/>
                  <a:pt x="0" y="33570"/>
                </a:cubicBezTo>
                <a:cubicBezTo>
                  <a:pt x="0" y="31516"/>
                  <a:pt x="1963" y="29467"/>
                  <a:pt x="4200" y="2946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51" name="Чёрный — SVG 44">
            <a:extLst>
              <a:ext uri="{FF2B5EF4-FFF2-40B4-BE49-F238E27FC236}">
                <a16:creationId xmlns:a16="http://schemas.microsoft.com/office/drawing/2014/main" id="{7B4AD117-ACC2-0A49-A505-9F36C0694C77}"/>
              </a:ext>
            </a:extLst>
          </p:cNvPr>
          <p:cNvSpPr>
            <a:spLocks noGrp="1"/>
          </p:cNvSpPr>
          <p:nvPr/>
        </p:nvSpPr>
        <p:spPr>
          <a:xfrm>
            <a:off x="4620000" y="3470000"/>
            <a:ext cx="220000" cy="220000"/>
          </a:xfrm>
          <a:custGeom>
            <a:avLst/>
            <a:gdLst>
              <a:gd name="csX0" fmla="*/ 146621 w 155961"/>
              <a:gd name="csY0" fmla="*/ 63809 h 145303"/>
              <a:gd name="csX1" fmla="*/ 130509 w 155961"/>
              <a:gd name="csY1" fmla="*/ 70603 h 145303"/>
              <a:gd name="csX2" fmla="*/ 112850 w 155961"/>
              <a:gd name="csY2" fmla="*/ 80253 h 145303"/>
              <a:gd name="csX3" fmla="*/ 113428 w 155961"/>
              <a:gd name="csY3" fmla="*/ 85073 h 145303"/>
              <a:gd name="csX4" fmla="*/ 92161 w 155961"/>
              <a:gd name="csY4" fmla="*/ 106336 h 145303"/>
              <a:gd name="csX5" fmla="*/ 65569 w 155961"/>
              <a:gd name="csY5" fmla="*/ 106336 h 145303"/>
              <a:gd name="csX6" fmla="*/ 60261 w 155961"/>
              <a:gd name="csY6" fmla="*/ 101020 h 145303"/>
              <a:gd name="csX7" fmla="*/ 65569 w 155961"/>
              <a:gd name="csY7" fmla="*/ 95704 h 145303"/>
              <a:gd name="csX8" fmla="*/ 92161 w 155961"/>
              <a:gd name="csY8" fmla="*/ 95704 h 145303"/>
              <a:gd name="csX9" fmla="*/ 102795 w 155961"/>
              <a:gd name="csY9" fmla="*/ 85073 h 145303"/>
              <a:gd name="csX10" fmla="*/ 99137 w 155961"/>
              <a:gd name="csY10" fmla="*/ 77116 h 145303"/>
              <a:gd name="csX11" fmla="*/ 90392 w 155961"/>
              <a:gd name="csY11" fmla="*/ 74441 h 145303"/>
              <a:gd name="csX12" fmla="*/ 74808 w 155961"/>
              <a:gd name="csY12" fmla="*/ 74441 h 145303"/>
              <a:gd name="csX13" fmla="*/ 72664 w 155961"/>
              <a:gd name="csY13" fmla="*/ 74441 h 145303"/>
              <a:gd name="csX14" fmla="*/ 72358 w 155961"/>
              <a:gd name="csY14" fmla="*/ 74410 h 145303"/>
              <a:gd name="csX15" fmla="*/ 54579 w 155961"/>
              <a:gd name="csY15" fmla="*/ 72432 h 145303"/>
              <a:gd name="csX16" fmla="*/ 41921 w 155961"/>
              <a:gd name="csY16" fmla="*/ 70897 h 145303"/>
              <a:gd name="csX17" fmla="*/ 476 w 155961"/>
              <a:gd name="csY17" fmla="*/ 104154 h 145303"/>
              <a:gd name="csX18" fmla="*/ 1037 w 155961"/>
              <a:gd name="csY18" fmla="*/ 109512 h 145303"/>
              <a:gd name="csX19" fmla="*/ 25843 w 155961"/>
              <a:gd name="csY19" fmla="*/ 143159 h 145303"/>
              <a:gd name="csX20" fmla="*/ 30113 w 155961"/>
              <a:gd name="csY20" fmla="*/ 145304 h 145303"/>
              <a:gd name="csX21" fmla="*/ 31117 w 155961"/>
              <a:gd name="csY21" fmla="*/ 145207 h 145303"/>
              <a:gd name="csX22" fmla="*/ 35268 w 155961"/>
              <a:gd name="csY22" fmla="*/ 141333 h 145303"/>
              <a:gd name="csX23" fmla="*/ 47858 w 155961"/>
              <a:gd name="csY23" fmla="*/ 131145 h 145303"/>
              <a:gd name="csX24" fmla="*/ 68853 w 155961"/>
              <a:gd name="csY24" fmla="*/ 132899 h 145303"/>
              <a:gd name="csX25" fmla="*/ 90392 w 155961"/>
              <a:gd name="csY25" fmla="*/ 134689 h 145303"/>
              <a:gd name="csX26" fmla="*/ 127600 w 155961"/>
              <a:gd name="csY26" fmla="*/ 106336 h 145303"/>
              <a:gd name="csX27" fmla="*/ 155962 w 155961"/>
              <a:gd name="csY27" fmla="*/ 72297 h 145303"/>
              <a:gd name="csX28" fmla="*/ 146621 w 155961"/>
              <a:gd name="csY28" fmla="*/ 63809 h 145303"/>
              <a:gd name="csX29" fmla="*/ 124062 w 155961"/>
              <a:gd name="csY29" fmla="*/ 17720 h 145303"/>
              <a:gd name="csX30" fmla="*/ 112714 w 155961"/>
              <a:gd name="csY30" fmla="*/ 34271 h 145303"/>
              <a:gd name="csX31" fmla="*/ 89779 w 155961"/>
              <a:gd name="csY31" fmla="*/ 11341 h 145303"/>
              <a:gd name="csX32" fmla="*/ 106334 w 155961"/>
              <a:gd name="csY32" fmla="*/ 0 h 145303"/>
              <a:gd name="csX33" fmla="*/ 124062 w 155961"/>
              <a:gd name="csY33" fmla="*/ 17720 h 145303"/>
              <a:gd name="csX34" fmla="*/ 83297 w 155961"/>
              <a:gd name="csY34" fmla="*/ 17720 h 145303"/>
              <a:gd name="csX35" fmla="*/ 66999 w 155961"/>
              <a:gd name="csY35" fmla="*/ 24467 h 145303"/>
              <a:gd name="csX36" fmla="*/ 60261 w 155961"/>
              <a:gd name="csY36" fmla="*/ 40755 h 145303"/>
              <a:gd name="csX37" fmla="*/ 66999 w 155961"/>
              <a:gd name="csY37" fmla="*/ 57045 h 145303"/>
              <a:gd name="csX38" fmla="*/ 83297 w 155961"/>
              <a:gd name="csY38" fmla="*/ 63792 h 145303"/>
              <a:gd name="csX39" fmla="*/ 99579 w 155961"/>
              <a:gd name="csY39" fmla="*/ 57045 h 145303"/>
              <a:gd name="csX40" fmla="*/ 106334 w 155961"/>
              <a:gd name="csY40" fmla="*/ 40755 h 145303"/>
              <a:gd name="csX41" fmla="*/ 99579 w 155961"/>
              <a:gd name="csY41" fmla="*/ 24467 h 145303"/>
              <a:gd name="csX42" fmla="*/ 83297 w 155961"/>
              <a:gd name="csY42" fmla="*/ 17720 h 145303"/>
            </a:gdLst>
            <a:ahLst/>
            <a:cxnLst/>
            <a:rect l="l" t="t" r="r" b="b"/>
            <a:pathLst>
              <a:path w="100000" h="100000">
                <a:moveTo>
                  <a:pt x="94011" y="44330"/>
                </a:moveTo>
                <a:cubicBezTo>
                  <a:pt x="91677" y="44330"/>
                  <a:pt x="89124" y="45865"/>
                  <a:pt x="83681" y="48687"/>
                </a:cubicBezTo>
                <a:cubicBezTo>
                  <a:pt x="79176" y="51028"/>
                  <a:pt x="75008" y="53252"/>
                  <a:pt x="72358" y="54874"/>
                </a:cubicBezTo>
                <a:cubicBezTo>
                  <a:pt x="72587" y="55870"/>
                  <a:pt x="72728" y="56901"/>
                  <a:pt x="72728" y="57964"/>
                </a:cubicBezTo>
                <a:cubicBezTo>
                  <a:pt x="72728" y="65484"/>
                  <a:pt x="66609" y="71598"/>
                  <a:pt x="59092" y="71598"/>
                </a:cubicBezTo>
                <a:lnTo>
                  <a:pt x="42042" y="71598"/>
                </a:lnTo>
                <a:cubicBezTo>
                  <a:pt x="40166" y="71598"/>
                  <a:pt x="38639" y="70073"/>
                  <a:pt x="38639" y="68189"/>
                </a:cubicBezTo>
                <a:cubicBezTo>
                  <a:pt x="38639" y="66306"/>
                  <a:pt x="40166" y="64781"/>
                  <a:pt x="42042" y="64781"/>
                </a:cubicBezTo>
                <a:lnTo>
                  <a:pt x="59092" y="64781"/>
                </a:lnTo>
                <a:cubicBezTo>
                  <a:pt x="62845" y="64781"/>
                  <a:pt x="65911" y="61723"/>
                  <a:pt x="65911" y="57964"/>
                </a:cubicBezTo>
                <a:cubicBezTo>
                  <a:pt x="65911" y="55927"/>
                  <a:pt x="64994" y="54115"/>
                  <a:pt x="63565" y="52863"/>
                </a:cubicBezTo>
                <a:cubicBezTo>
                  <a:pt x="61951" y="51795"/>
                  <a:pt x="60031" y="51147"/>
                  <a:pt x="57958" y="51147"/>
                </a:cubicBezTo>
                <a:lnTo>
                  <a:pt x="47966" y="51147"/>
                </a:lnTo>
                <a:lnTo>
                  <a:pt x="46591" y="51147"/>
                </a:lnTo>
                <a:cubicBezTo>
                  <a:pt x="46526" y="51147"/>
                  <a:pt x="46460" y="51132"/>
                  <a:pt x="46395" y="51128"/>
                </a:cubicBezTo>
                <a:cubicBezTo>
                  <a:pt x="40406" y="51034"/>
                  <a:pt x="37526" y="50416"/>
                  <a:pt x="34995" y="49859"/>
                </a:cubicBezTo>
                <a:cubicBezTo>
                  <a:pt x="32704" y="49353"/>
                  <a:pt x="30522" y="48875"/>
                  <a:pt x="26879" y="48875"/>
                </a:cubicBezTo>
                <a:cubicBezTo>
                  <a:pt x="10210" y="48875"/>
                  <a:pt x="698" y="69328"/>
                  <a:pt x="305" y="70199"/>
                </a:cubicBezTo>
                <a:cubicBezTo>
                  <a:pt x="-207" y="71326"/>
                  <a:pt x="-65" y="72640"/>
                  <a:pt x="665" y="73634"/>
                </a:cubicBezTo>
                <a:lnTo>
                  <a:pt x="16570" y="95208"/>
                </a:lnTo>
                <a:cubicBezTo>
                  <a:pt x="17225" y="96087"/>
                  <a:pt x="18239" y="96584"/>
                  <a:pt x="19308" y="96584"/>
                </a:cubicBezTo>
                <a:cubicBezTo>
                  <a:pt x="19527" y="96584"/>
                  <a:pt x="19745" y="96563"/>
                  <a:pt x="19952" y="96522"/>
                </a:cubicBezTo>
                <a:cubicBezTo>
                  <a:pt x="21239" y="96276"/>
                  <a:pt x="22286" y="95304"/>
                  <a:pt x="22613" y="94038"/>
                </a:cubicBezTo>
                <a:cubicBezTo>
                  <a:pt x="22799" y="93368"/>
                  <a:pt x="24534" y="87505"/>
                  <a:pt x="30686" y="87505"/>
                </a:cubicBezTo>
                <a:cubicBezTo>
                  <a:pt x="35115" y="87505"/>
                  <a:pt x="39708" y="88078"/>
                  <a:pt x="44148" y="88630"/>
                </a:cubicBezTo>
                <a:cubicBezTo>
                  <a:pt x="48663" y="89196"/>
                  <a:pt x="53343" y="89778"/>
                  <a:pt x="57958" y="89778"/>
                </a:cubicBezTo>
                <a:cubicBezTo>
                  <a:pt x="64231" y="89778"/>
                  <a:pt x="68758" y="84962"/>
                  <a:pt x="81815" y="71598"/>
                </a:cubicBezTo>
                <a:cubicBezTo>
                  <a:pt x="98408" y="54622"/>
                  <a:pt x="100001" y="53138"/>
                  <a:pt x="100001" y="49773"/>
                </a:cubicBezTo>
                <a:cubicBezTo>
                  <a:pt x="100001" y="46859"/>
                  <a:pt x="97437" y="44330"/>
                  <a:pt x="94011" y="44330"/>
                </a:cubicBezTo>
                <a:close/>
                <a:moveTo>
                  <a:pt x="79547" y="14779"/>
                </a:moveTo>
                <a:cubicBezTo>
                  <a:pt x="79547" y="19618"/>
                  <a:pt x="76525" y="23732"/>
                  <a:pt x="72271" y="25391"/>
                </a:cubicBezTo>
                <a:cubicBezTo>
                  <a:pt x="70656" y="18073"/>
                  <a:pt x="64885" y="12302"/>
                  <a:pt x="57565" y="10689"/>
                </a:cubicBezTo>
                <a:cubicBezTo>
                  <a:pt x="59224" y="6439"/>
                  <a:pt x="63336" y="3417"/>
                  <a:pt x="68180" y="3417"/>
                </a:cubicBezTo>
                <a:cubicBezTo>
                  <a:pt x="74452" y="3417"/>
                  <a:pt x="79547" y="8507"/>
                  <a:pt x="79547" y="14779"/>
                </a:cubicBezTo>
                <a:close/>
                <a:moveTo>
                  <a:pt x="53409" y="14779"/>
                </a:moveTo>
                <a:cubicBezTo>
                  <a:pt x="49493" y="14779"/>
                  <a:pt x="45729" y="16334"/>
                  <a:pt x="42959" y="19105"/>
                </a:cubicBezTo>
                <a:cubicBezTo>
                  <a:pt x="40188" y="21874"/>
                  <a:pt x="38639" y="25632"/>
                  <a:pt x="38639" y="29548"/>
                </a:cubicBezTo>
                <a:cubicBezTo>
                  <a:pt x="38639" y="33467"/>
                  <a:pt x="40188" y="37223"/>
                  <a:pt x="42959" y="39993"/>
                </a:cubicBezTo>
                <a:cubicBezTo>
                  <a:pt x="45729" y="42763"/>
                  <a:pt x="49493" y="44319"/>
                  <a:pt x="53409" y="44319"/>
                </a:cubicBezTo>
                <a:cubicBezTo>
                  <a:pt x="57325" y="44319"/>
                  <a:pt x="61078" y="42763"/>
                  <a:pt x="63849" y="39993"/>
                </a:cubicBezTo>
                <a:cubicBezTo>
                  <a:pt x="66620" y="37223"/>
                  <a:pt x="68180" y="33467"/>
                  <a:pt x="68180" y="29548"/>
                </a:cubicBezTo>
                <a:cubicBezTo>
                  <a:pt x="68180" y="25632"/>
                  <a:pt x="66620" y="21874"/>
                  <a:pt x="63849" y="19105"/>
                </a:cubicBezTo>
                <a:cubicBezTo>
                  <a:pt x="61078" y="16334"/>
                  <a:pt x="57325" y="14779"/>
                  <a:pt x="53409" y="1477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52" name="Чёрный — SVG 45">
            <a:extLst>
              <a:ext uri="{FF2B5EF4-FFF2-40B4-BE49-F238E27FC236}">
                <a16:creationId xmlns:a16="http://schemas.microsoft.com/office/drawing/2014/main" id="{BB5594DE-D17A-8045-8AD2-73905265EE11}"/>
              </a:ext>
            </a:extLst>
          </p:cNvPr>
          <p:cNvSpPr>
            <a:spLocks noGrp="1"/>
          </p:cNvSpPr>
          <p:nvPr/>
        </p:nvSpPr>
        <p:spPr>
          <a:xfrm>
            <a:off x="5220000" y="3470000"/>
            <a:ext cx="220000" cy="220000"/>
          </a:xfrm>
          <a:custGeom>
            <a:avLst/>
            <a:gdLst>
              <a:gd name="csX0" fmla="*/ 146621 w 155961"/>
              <a:gd name="csY0" fmla="*/ 67335 h 148830"/>
              <a:gd name="csX1" fmla="*/ 130509 w 155961"/>
              <a:gd name="csY1" fmla="*/ 74129 h 148830"/>
              <a:gd name="csX2" fmla="*/ 112850 w 155961"/>
              <a:gd name="csY2" fmla="*/ 83780 h 148830"/>
              <a:gd name="csX3" fmla="*/ 113428 w 155961"/>
              <a:gd name="csY3" fmla="*/ 88599 h 148830"/>
              <a:gd name="csX4" fmla="*/ 92161 w 155961"/>
              <a:gd name="csY4" fmla="*/ 109863 h 148830"/>
              <a:gd name="csX5" fmla="*/ 65569 w 155961"/>
              <a:gd name="csY5" fmla="*/ 109863 h 148830"/>
              <a:gd name="csX6" fmla="*/ 60261 w 155961"/>
              <a:gd name="csY6" fmla="*/ 104547 h 148830"/>
              <a:gd name="csX7" fmla="*/ 65569 w 155961"/>
              <a:gd name="csY7" fmla="*/ 99231 h 148830"/>
              <a:gd name="csX8" fmla="*/ 92161 w 155961"/>
              <a:gd name="csY8" fmla="*/ 99231 h 148830"/>
              <a:gd name="csX9" fmla="*/ 102795 w 155961"/>
              <a:gd name="csY9" fmla="*/ 88599 h 148830"/>
              <a:gd name="csX10" fmla="*/ 99137 w 155961"/>
              <a:gd name="csY10" fmla="*/ 80643 h 148830"/>
              <a:gd name="csX11" fmla="*/ 90392 w 155961"/>
              <a:gd name="csY11" fmla="*/ 77967 h 148830"/>
              <a:gd name="csX12" fmla="*/ 74808 w 155961"/>
              <a:gd name="csY12" fmla="*/ 77967 h 148830"/>
              <a:gd name="csX13" fmla="*/ 72664 w 155961"/>
              <a:gd name="csY13" fmla="*/ 77967 h 148830"/>
              <a:gd name="csX14" fmla="*/ 72358 w 155961"/>
              <a:gd name="csY14" fmla="*/ 77936 h 148830"/>
              <a:gd name="csX15" fmla="*/ 54579 w 155961"/>
              <a:gd name="csY15" fmla="*/ 75958 h 148830"/>
              <a:gd name="csX16" fmla="*/ 41921 w 155961"/>
              <a:gd name="csY16" fmla="*/ 74424 h 148830"/>
              <a:gd name="csX17" fmla="*/ 476 w 155961"/>
              <a:gd name="csY17" fmla="*/ 107680 h 148830"/>
              <a:gd name="csX18" fmla="*/ 1037 w 155961"/>
              <a:gd name="csY18" fmla="*/ 113039 h 148830"/>
              <a:gd name="csX19" fmla="*/ 25843 w 155961"/>
              <a:gd name="csY19" fmla="*/ 146685 h 148830"/>
              <a:gd name="csX20" fmla="*/ 30113 w 155961"/>
              <a:gd name="csY20" fmla="*/ 148830 h 148830"/>
              <a:gd name="csX21" fmla="*/ 31117 w 155961"/>
              <a:gd name="csY21" fmla="*/ 148733 h 148830"/>
              <a:gd name="csX22" fmla="*/ 35268 w 155961"/>
              <a:gd name="csY22" fmla="*/ 144860 h 148830"/>
              <a:gd name="csX23" fmla="*/ 47858 w 155961"/>
              <a:gd name="csY23" fmla="*/ 134672 h 148830"/>
              <a:gd name="csX24" fmla="*/ 68853 w 155961"/>
              <a:gd name="csY24" fmla="*/ 136426 h 148830"/>
              <a:gd name="csX25" fmla="*/ 90392 w 155961"/>
              <a:gd name="csY25" fmla="*/ 138215 h 148830"/>
              <a:gd name="csX26" fmla="*/ 127600 w 155961"/>
              <a:gd name="csY26" fmla="*/ 109863 h 148830"/>
              <a:gd name="csX27" fmla="*/ 155962 w 155961"/>
              <a:gd name="csY27" fmla="*/ 75824 h 148830"/>
              <a:gd name="csX28" fmla="*/ 146621 w 155961"/>
              <a:gd name="csY28" fmla="*/ 67335 h 148830"/>
              <a:gd name="csX29" fmla="*/ 115861 w 155961"/>
              <a:gd name="csY29" fmla="*/ 37709 h 148830"/>
              <a:gd name="csX30" fmla="*/ 113836 w 155961"/>
              <a:gd name="csY30" fmla="*/ 33668 h 148830"/>
              <a:gd name="csX31" fmla="*/ 115861 w 155961"/>
              <a:gd name="csY31" fmla="*/ 29628 h 148830"/>
              <a:gd name="csX32" fmla="*/ 118039 w 155961"/>
              <a:gd name="csY32" fmla="*/ 27997 h 148830"/>
              <a:gd name="csX33" fmla="*/ 119281 w 155961"/>
              <a:gd name="csY33" fmla="*/ 24467 h 148830"/>
              <a:gd name="csX34" fmla="*/ 111029 w 155961"/>
              <a:gd name="csY34" fmla="*/ 10236 h 148830"/>
              <a:gd name="csX35" fmla="*/ 107354 w 155961"/>
              <a:gd name="csY35" fmla="*/ 9562 h 148830"/>
              <a:gd name="csX36" fmla="*/ 104887 w 155961"/>
              <a:gd name="csY36" fmla="*/ 10615 h 148830"/>
              <a:gd name="csX37" fmla="*/ 100362 w 155961"/>
              <a:gd name="csY37" fmla="*/ 10344 h 148830"/>
              <a:gd name="csX38" fmla="*/ 97878 w 155961"/>
              <a:gd name="csY38" fmla="*/ 6575 h 148830"/>
              <a:gd name="csX39" fmla="*/ 97555 w 155961"/>
              <a:gd name="csY39" fmla="*/ 3877 h 148830"/>
              <a:gd name="csX40" fmla="*/ 95139 w 155961"/>
              <a:gd name="csY40" fmla="*/ 1031 h 148830"/>
              <a:gd name="csX41" fmla="*/ 86904 w 155961"/>
              <a:gd name="csY41" fmla="*/ 0 h 148830"/>
              <a:gd name="csX42" fmla="*/ 78670 w 155961"/>
              <a:gd name="csY42" fmla="*/ 1027 h 148830"/>
              <a:gd name="csX43" fmla="*/ 76237 w 155961"/>
              <a:gd name="csY43" fmla="*/ 3873 h 148830"/>
              <a:gd name="csX44" fmla="*/ 75931 w 155961"/>
              <a:gd name="csY44" fmla="*/ 6571 h 148830"/>
              <a:gd name="csX45" fmla="*/ 73430 w 155961"/>
              <a:gd name="csY45" fmla="*/ 10341 h 148830"/>
              <a:gd name="csX46" fmla="*/ 68921 w 155961"/>
              <a:gd name="csY46" fmla="*/ 10610 h 148830"/>
              <a:gd name="csX47" fmla="*/ 66454 w 155961"/>
              <a:gd name="csY47" fmla="*/ 9559 h 148830"/>
              <a:gd name="csX48" fmla="*/ 62779 w 155961"/>
              <a:gd name="csY48" fmla="*/ 10232 h 148830"/>
              <a:gd name="csX49" fmla="*/ 54511 w 155961"/>
              <a:gd name="csY49" fmla="*/ 24464 h 148830"/>
              <a:gd name="csX50" fmla="*/ 55770 w 155961"/>
              <a:gd name="csY50" fmla="*/ 27993 h 148830"/>
              <a:gd name="csX51" fmla="*/ 57947 w 155961"/>
              <a:gd name="csY51" fmla="*/ 29625 h 148830"/>
              <a:gd name="csX52" fmla="*/ 59972 w 155961"/>
              <a:gd name="csY52" fmla="*/ 33665 h 148830"/>
              <a:gd name="csX53" fmla="*/ 57947 w 155961"/>
              <a:gd name="csY53" fmla="*/ 37705 h 148830"/>
              <a:gd name="csX54" fmla="*/ 55770 w 155961"/>
              <a:gd name="csY54" fmla="*/ 39335 h 148830"/>
              <a:gd name="csX55" fmla="*/ 54511 w 155961"/>
              <a:gd name="csY55" fmla="*/ 42865 h 148830"/>
              <a:gd name="csX56" fmla="*/ 62779 w 155961"/>
              <a:gd name="csY56" fmla="*/ 57098 h 148830"/>
              <a:gd name="csX57" fmla="*/ 66454 w 155961"/>
              <a:gd name="csY57" fmla="*/ 57770 h 148830"/>
              <a:gd name="csX58" fmla="*/ 68921 w 155961"/>
              <a:gd name="csY58" fmla="*/ 56718 h 148830"/>
              <a:gd name="csX59" fmla="*/ 73430 w 155961"/>
              <a:gd name="csY59" fmla="*/ 56987 h 148830"/>
              <a:gd name="csX60" fmla="*/ 75931 w 155961"/>
              <a:gd name="csY60" fmla="*/ 60759 h 148830"/>
              <a:gd name="csX61" fmla="*/ 76254 w 155961"/>
              <a:gd name="csY61" fmla="*/ 63455 h 148830"/>
              <a:gd name="csX62" fmla="*/ 78670 w 155961"/>
              <a:gd name="csY62" fmla="*/ 66304 h 148830"/>
              <a:gd name="csX63" fmla="*/ 86904 w 155961"/>
              <a:gd name="csY63" fmla="*/ 67332 h 148830"/>
              <a:gd name="csX64" fmla="*/ 95139 w 155961"/>
              <a:gd name="csY64" fmla="*/ 66304 h 148830"/>
              <a:gd name="csX65" fmla="*/ 97555 w 155961"/>
              <a:gd name="csY65" fmla="*/ 63455 h 148830"/>
              <a:gd name="csX66" fmla="*/ 97878 w 155961"/>
              <a:gd name="csY66" fmla="*/ 60759 h 148830"/>
              <a:gd name="csX67" fmla="*/ 100379 w 155961"/>
              <a:gd name="csY67" fmla="*/ 56987 h 148830"/>
              <a:gd name="csX68" fmla="*/ 104887 w 155961"/>
              <a:gd name="csY68" fmla="*/ 56718 h 148830"/>
              <a:gd name="csX69" fmla="*/ 107354 w 155961"/>
              <a:gd name="csY69" fmla="*/ 57770 h 148830"/>
              <a:gd name="csX70" fmla="*/ 111029 w 155961"/>
              <a:gd name="csY70" fmla="*/ 57098 h 148830"/>
              <a:gd name="csX71" fmla="*/ 119298 w 155961"/>
              <a:gd name="csY71" fmla="*/ 42865 h 148830"/>
              <a:gd name="csX72" fmla="*/ 118039 w 155961"/>
              <a:gd name="csY72" fmla="*/ 39335 h 148830"/>
              <a:gd name="csX73" fmla="*/ 115861 w 155961"/>
              <a:gd name="csY73" fmla="*/ 37709 h 148830"/>
              <a:gd name="csX74" fmla="*/ 86904 w 155961"/>
              <a:gd name="csY74" fmla="*/ 42528 h 148830"/>
              <a:gd name="csX75" fmla="*/ 78040 w 155961"/>
              <a:gd name="csY75" fmla="*/ 33668 h 148830"/>
              <a:gd name="csX76" fmla="*/ 86904 w 155961"/>
              <a:gd name="csY76" fmla="*/ 24807 h 148830"/>
              <a:gd name="csX77" fmla="*/ 95768 w 155961"/>
              <a:gd name="csY77" fmla="*/ 33668 h 148830"/>
              <a:gd name="csX78" fmla="*/ 86904 w 155961"/>
              <a:gd name="csY78" fmla="*/ 42528 h 148830"/>
            </a:gdLst>
            <a:ahLst/>
            <a:cxnLst/>
            <a:rect l="l" t="t" r="r" b="b"/>
            <a:pathLst>
              <a:path w="100000" h="100000">
                <a:moveTo>
                  <a:pt x="94011" y="45460"/>
                </a:moveTo>
                <a:cubicBezTo>
                  <a:pt x="91677" y="45460"/>
                  <a:pt x="89124" y="46995"/>
                  <a:pt x="83681" y="49817"/>
                </a:cubicBezTo>
                <a:cubicBezTo>
                  <a:pt x="79176" y="52158"/>
                  <a:pt x="75008" y="54381"/>
                  <a:pt x="72358" y="56005"/>
                </a:cubicBezTo>
                <a:cubicBezTo>
                  <a:pt x="72587" y="56999"/>
                  <a:pt x="72728" y="58031"/>
                  <a:pt x="72728" y="59095"/>
                </a:cubicBezTo>
                <a:cubicBezTo>
                  <a:pt x="72728" y="66614"/>
                  <a:pt x="66609" y="72729"/>
                  <a:pt x="59092" y="72729"/>
                </a:cubicBezTo>
                <a:lnTo>
                  <a:pt x="42042" y="72729"/>
                </a:lnTo>
                <a:cubicBezTo>
                  <a:pt x="40166" y="72729"/>
                  <a:pt x="38639" y="71204"/>
                  <a:pt x="38639" y="69320"/>
                </a:cubicBezTo>
                <a:cubicBezTo>
                  <a:pt x="38639" y="67436"/>
                  <a:pt x="40166" y="65912"/>
                  <a:pt x="42042" y="65912"/>
                </a:cubicBezTo>
                <a:lnTo>
                  <a:pt x="59092" y="65912"/>
                </a:lnTo>
                <a:cubicBezTo>
                  <a:pt x="62845" y="65912"/>
                  <a:pt x="65911" y="62853"/>
                  <a:pt x="65911" y="59095"/>
                </a:cubicBezTo>
                <a:cubicBezTo>
                  <a:pt x="65911" y="57057"/>
                  <a:pt x="64994" y="55246"/>
                  <a:pt x="63565" y="53993"/>
                </a:cubicBezTo>
                <a:cubicBezTo>
                  <a:pt x="61951" y="52925"/>
                  <a:pt x="60031" y="52277"/>
                  <a:pt x="57958" y="52277"/>
                </a:cubicBezTo>
                <a:lnTo>
                  <a:pt x="47966" y="52277"/>
                </a:lnTo>
                <a:lnTo>
                  <a:pt x="46591" y="52277"/>
                </a:lnTo>
                <a:cubicBezTo>
                  <a:pt x="46526" y="52277"/>
                  <a:pt x="46460" y="52262"/>
                  <a:pt x="46395" y="52258"/>
                </a:cubicBezTo>
                <a:cubicBezTo>
                  <a:pt x="40406" y="52164"/>
                  <a:pt x="37526" y="51546"/>
                  <a:pt x="34995" y="50989"/>
                </a:cubicBezTo>
                <a:cubicBezTo>
                  <a:pt x="32704" y="50482"/>
                  <a:pt x="30522" y="50006"/>
                  <a:pt x="26879" y="50006"/>
                </a:cubicBezTo>
                <a:cubicBezTo>
                  <a:pt x="10210" y="50006"/>
                  <a:pt x="698" y="70459"/>
                  <a:pt x="305" y="71329"/>
                </a:cubicBezTo>
                <a:cubicBezTo>
                  <a:pt x="-207" y="72456"/>
                  <a:pt x="-65" y="73769"/>
                  <a:pt x="665" y="74765"/>
                </a:cubicBezTo>
                <a:lnTo>
                  <a:pt x="16570" y="96339"/>
                </a:lnTo>
                <a:cubicBezTo>
                  <a:pt x="17225" y="97218"/>
                  <a:pt x="18239" y="97714"/>
                  <a:pt x="19308" y="97714"/>
                </a:cubicBezTo>
                <a:cubicBezTo>
                  <a:pt x="19527" y="97714"/>
                  <a:pt x="19745" y="97693"/>
                  <a:pt x="19952" y="97652"/>
                </a:cubicBezTo>
                <a:cubicBezTo>
                  <a:pt x="21239" y="97406"/>
                  <a:pt x="22286" y="96435"/>
                  <a:pt x="22613" y="95168"/>
                </a:cubicBezTo>
                <a:cubicBezTo>
                  <a:pt x="22799" y="94498"/>
                  <a:pt x="24534" y="88636"/>
                  <a:pt x="30686" y="88636"/>
                </a:cubicBezTo>
                <a:cubicBezTo>
                  <a:pt x="35115" y="88636"/>
                  <a:pt x="39708" y="89209"/>
                  <a:pt x="44148" y="89761"/>
                </a:cubicBezTo>
                <a:cubicBezTo>
                  <a:pt x="48663" y="90327"/>
                  <a:pt x="53343" y="90908"/>
                  <a:pt x="57958" y="90908"/>
                </a:cubicBezTo>
                <a:cubicBezTo>
                  <a:pt x="64231" y="90908"/>
                  <a:pt x="68758" y="86092"/>
                  <a:pt x="81815" y="72729"/>
                </a:cubicBezTo>
                <a:cubicBezTo>
                  <a:pt x="98408" y="55753"/>
                  <a:pt x="100001" y="54268"/>
                  <a:pt x="100001" y="50903"/>
                </a:cubicBezTo>
                <a:cubicBezTo>
                  <a:pt x="100001" y="47990"/>
                  <a:pt x="97437" y="45460"/>
                  <a:pt x="94011" y="45460"/>
                </a:cubicBezTo>
                <a:close/>
                <a:moveTo>
                  <a:pt x="74288" y="26465"/>
                </a:moveTo>
                <a:cubicBezTo>
                  <a:pt x="73470" y="25852"/>
                  <a:pt x="72990" y="24891"/>
                  <a:pt x="72990" y="23874"/>
                </a:cubicBezTo>
                <a:cubicBezTo>
                  <a:pt x="72990" y="22855"/>
                  <a:pt x="73470" y="21894"/>
                  <a:pt x="74288" y="21283"/>
                </a:cubicBezTo>
                <a:lnTo>
                  <a:pt x="75685" y="20237"/>
                </a:lnTo>
                <a:cubicBezTo>
                  <a:pt x="76372" y="19715"/>
                  <a:pt x="76721" y="18813"/>
                  <a:pt x="76481" y="17974"/>
                </a:cubicBezTo>
                <a:cubicBezTo>
                  <a:pt x="75499" y="14491"/>
                  <a:pt x="73645" y="11373"/>
                  <a:pt x="71190" y="8849"/>
                </a:cubicBezTo>
                <a:cubicBezTo>
                  <a:pt x="70579" y="8224"/>
                  <a:pt x="69630" y="8073"/>
                  <a:pt x="68834" y="8417"/>
                </a:cubicBezTo>
                <a:lnTo>
                  <a:pt x="67252" y="9092"/>
                </a:lnTo>
                <a:cubicBezTo>
                  <a:pt x="66314" y="9492"/>
                  <a:pt x="65234" y="9428"/>
                  <a:pt x="64351" y="8919"/>
                </a:cubicBezTo>
                <a:cubicBezTo>
                  <a:pt x="63478" y="8411"/>
                  <a:pt x="62878" y="7515"/>
                  <a:pt x="62758" y="6502"/>
                </a:cubicBezTo>
                <a:lnTo>
                  <a:pt x="62551" y="4772"/>
                </a:lnTo>
                <a:cubicBezTo>
                  <a:pt x="62441" y="3908"/>
                  <a:pt x="61842" y="3161"/>
                  <a:pt x="61002" y="2947"/>
                </a:cubicBezTo>
                <a:cubicBezTo>
                  <a:pt x="59311" y="2518"/>
                  <a:pt x="57543" y="2286"/>
                  <a:pt x="55722" y="2286"/>
                </a:cubicBezTo>
                <a:cubicBezTo>
                  <a:pt x="53900" y="2286"/>
                  <a:pt x="52133" y="2518"/>
                  <a:pt x="50442" y="2945"/>
                </a:cubicBezTo>
                <a:cubicBezTo>
                  <a:pt x="49591" y="3159"/>
                  <a:pt x="48991" y="3906"/>
                  <a:pt x="48882" y="4769"/>
                </a:cubicBezTo>
                <a:lnTo>
                  <a:pt x="48686" y="6499"/>
                </a:lnTo>
                <a:cubicBezTo>
                  <a:pt x="48554" y="7511"/>
                  <a:pt x="47966" y="8408"/>
                  <a:pt x="47082" y="8917"/>
                </a:cubicBezTo>
                <a:cubicBezTo>
                  <a:pt x="46198" y="9426"/>
                  <a:pt x="45129" y="9492"/>
                  <a:pt x="44191" y="9089"/>
                </a:cubicBezTo>
                <a:lnTo>
                  <a:pt x="42609" y="8415"/>
                </a:lnTo>
                <a:cubicBezTo>
                  <a:pt x="41813" y="8072"/>
                  <a:pt x="40853" y="8224"/>
                  <a:pt x="40253" y="8847"/>
                </a:cubicBezTo>
                <a:cubicBezTo>
                  <a:pt x="37788" y="11371"/>
                  <a:pt x="35944" y="14488"/>
                  <a:pt x="34952" y="17972"/>
                </a:cubicBezTo>
                <a:cubicBezTo>
                  <a:pt x="34711" y="18811"/>
                  <a:pt x="35061" y="19713"/>
                  <a:pt x="35759" y="20235"/>
                </a:cubicBezTo>
                <a:lnTo>
                  <a:pt x="37155" y="21281"/>
                </a:lnTo>
                <a:cubicBezTo>
                  <a:pt x="37973" y="21892"/>
                  <a:pt x="38453" y="22853"/>
                  <a:pt x="38453" y="23872"/>
                </a:cubicBezTo>
                <a:cubicBezTo>
                  <a:pt x="38453" y="24889"/>
                  <a:pt x="37973" y="25850"/>
                  <a:pt x="37155" y="26462"/>
                </a:cubicBezTo>
                <a:lnTo>
                  <a:pt x="35759" y="27507"/>
                </a:lnTo>
                <a:cubicBezTo>
                  <a:pt x="35061" y="28030"/>
                  <a:pt x="34722" y="28931"/>
                  <a:pt x="34952" y="29771"/>
                </a:cubicBezTo>
                <a:cubicBezTo>
                  <a:pt x="35944" y="33254"/>
                  <a:pt x="37788" y="36372"/>
                  <a:pt x="40253" y="38897"/>
                </a:cubicBezTo>
                <a:cubicBezTo>
                  <a:pt x="40853" y="39520"/>
                  <a:pt x="41813" y="39671"/>
                  <a:pt x="42609" y="39327"/>
                </a:cubicBezTo>
                <a:lnTo>
                  <a:pt x="44191" y="38653"/>
                </a:lnTo>
                <a:cubicBezTo>
                  <a:pt x="45129" y="38253"/>
                  <a:pt x="46198" y="38316"/>
                  <a:pt x="47082" y="38825"/>
                </a:cubicBezTo>
                <a:cubicBezTo>
                  <a:pt x="47966" y="39335"/>
                  <a:pt x="48554" y="40230"/>
                  <a:pt x="48686" y="41244"/>
                </a:cubicBezTo>
                <a:lnTo>
                  <a:pt x="48893" y="42973"/>
                </a:lnTo>
                <a:cubicBezTo>
                  <a:pt x="48991" y="43836"/>
                  <a:pt x="49602" y="44583"/>
                  <a:pt x="50442" y="44799"/>
                </a:cubicBezTo>
                <a:cubicBezTo>
                  <a:pt x="52133" y="45227"/>
                  <a:pt x="53900" y="45458"/>
                  <a:pt x="55722" y="45458"/>
                </a:cubicBezTo>
                <a:cubicBezTo>
                  <a:pt x="57543" y="45458"/>
                  <a:pt x="59311" y="45227"/>
                  <a:pt x="61002" y="44799"/>
                </a:cubicBezTo>
                <a:cubicBezTo>
                  <a:pt x="61842" y="44586"/>
                  <a:pt x="62452" y="43839"/>
                  <a:pt x="62551" y="42973"/>
                </a:cubicBezTo>
                <a:lnTo>
                  <a:pt x="62758" y="41244"/>
                </a:lnTo>
                <a:cubicBezTo>
                  <a:pt x="62889" y="40233"/>
                  <a:pt x="63478" y="39335"/>
                  <a:pt x="64362" y="38825"/>
                </a:cubicBezTo>
                <a:cubicBezTo>
                  <a:pt x="65234" y="38316"/>
                  <a:pt x="66314" y="38251"/>
                  <a:pt x="67252" y="38653"/>
                </a:cubicBezTo>
                <a:lnTo>
                  <a:pt x="68834" y="39327"/>
                </a:lnTo>
                <a:cubicBezTo>
                  <a:pt x="69630" y="39671"/>
                  <a:pt x="70579" y="39518"/>
                  <a:pt x="71190" y="38897"/>
                </a:cubicBezTo>
                <a:cubicBezTo>
                  <a:pt x="73645" y="36372"/>
                  <a:pt x="75499" y="33254"/>
                  <a:pt x="76492" y="29771"/>
                </a:cubicBezTo>
                <a:cubicBezTo>
                  <a:pt x="76732" y="28931"/>
                  <a:pt x="76383" y="28030"/>
                  <a:pt x="75685" y="27507"/>
                </a:cubicBezTo>
                <a:lnTo>
                  <a:pt x="74288" y="26465"/>
                </a:lnTo>
                <a:close/>
                <a:moveTo>
                  <a:pt x="55722" y="29555"/>
                </a:moveTo>
                <a:cubicBezTo>
                  <a:pt x="52580" y="29555"/>
                  <a:pt x="50038" y="27012"/>
                  <a:pt x="50038" y="23874"/>
                </a:cubicBezTo>
                <a:cubicBezTo>
                  <a:pt x="50038" y="20736"/>
                  <a:pt x="52580" y="18192"/>
                  <a:pt x="55722" y="18192"/>
                </a:cubicBezTo>
                <a:cubicBezTo>
                  <a:pt x="58853" y="18192"/>
                  <a:pt x="61405" y="20736"/>
                  <a:pt x="61405" y="23874"/>
                </a:cubicBezTo>
                <a:cubicBezTo>
                  <a:pt x="61405" y="27012"/>
                  <a:pt x="58853" y="29555"/>
                  <a:pt x="55722" y="2955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53" name="Чёрный — SVG 46">
            <a:extLst>
              <a:ext uri="{FF2B5EF4-FFF2-40B4-BE49-F238E27FC236}">
                <a16:creationId xmlns:a16="http://schemas.microsoft.com/office/drawing/2014/main" id="{A101E0E1-1A03-BB4F-9104-BF605667CBBD}"/>
              </a:ext>
            </a:extLst>
          </p:cNvPr>
          <p:cNvSpPr>
            <a:spLocks noGrp="1"/>
          </p:cNvSpPr>
          <p:nvPr/>
        </p:nvSpPr>
        <p:spPr>
          <a:xfrm>
            <a:off x="5820000" y="3470000"/>
            <a:ext cx="220000" cy="220000"/>
          </a:xfrm>
          <a:custGeom>
            <a:avLst/>
            <a:gdLst>
              <a:gd name="csX0" fmla="*/ 37923 w 156098"/>
              <a:gd name="csY0" fmla="*/ 6 h 152390"/>
              <a:gd name="csX1" fmla="*/ 28327 w 156098"/>
              <a:gd name="csY1" fmla="*/ 1238 h 152390"/>
              <a:gd name="csX2" fmla="*/ 0 w 156098"/>
              <a:gd name="csY2" fmla="*/ 41003 h 152390"/>
              <a:gd name="csX3" fmla="*/ 2807 w 156098"/>
              <a:gd name="csY3" fmla="*/ 45683 h 152390"/>
              <a:gd name="csX4" fmla="*/ 8217 w 156098"/>
              <a:gd name="csY4" fmla="*/ 45435 h 152390"/>
              <a:gd name="csX5" fmla="*/ 25163 w 156098"/>
              <a:gd name="csY5" fmla="*/ 46921 h 152390"/>
              <a:gd name="csX6" fmla="*/ 37566 w 156098"/>
              <a:gd name="csY6" fmla="*/ 49864 h 152390"/>
              <a:gd name="csX7" fmla="*/ 61112 w 156098"/>
              <a:gd name="csY7" fmla="*/ 36961 h 152390"/>
              <a:gd name="csX8" fmla="*/ 61588 w 156098"/>
              <a:gd name="csY8" fmla="*/ 35992 h 152390"/>
              <a:gd name="csX9" fmla="*/ 55889 w 156098"/>
              <a:gd name="csY9" fmla="*/ 30912 h 152390"/>
              <a:gd name="csX10" fmla="*/ 34401 w 156098"/>
              <a:gd name="csY10" fmla="*/ 34650 h 152390"/>
              <a:gd name="csX11" fmla="*/ 29399 w 156098"/>
              <a:gd name="csY11" fmla="*/ 34650 h 152390"/>
              <a:gd name="csX12" fmla="*/ 29399 w 156098"/>
              <a:gd name="csY12" fmla="*/ 29638 h 152390"/>
              <a:gd name="csX13" fmla="*/ 58611 w 156098"/>
              <a:gd name="csY13" fmla="*/ 24371 h 152390"/>
              <a:gd name="csX14" fmla="*/ 63307 w 156098"/>
              <a:gd name="csY14" fmla="*/ 27250 h 152390"/>
              <a:gd name="csX15" fmla="*/ 67968 w 156098"/>
              <a:gd name="csY15" fmla="*/ 34282 h 152390"/>
              <a:gd name="csX16" fmla="*/ 71031 w 156098"/>
              <a:gd name="csY16" fmla="*/ 46319 h 152390"/>
              <a:gd name="csX17" fmla="*/ 71031 w 156098"/>
              <a:gd name="csY17" fmla="*/ 49864 h 152390"/>
              <a:gd name="csX18" fmla="*/ 71031 w 156098"/>
              <a:gd name="csY18" fmla="*/ 49948 h 152390"/>
              <a:gd name="csX19" fmla="*/ 43384 w 156098"/>
              <a:gd name="csY19" fmla="*/ 67404 h 152390"/>
              <a:gd name="csX20" fmla="*/ 56995 w 156098"/>
              <a:gd name="csY20" fmla="*/ 69141 h 152390"/>
              <a:gd name="csX21" fmla="*/ 72664 w 156098"/>
              <a:gd name="csY21" fmla="*/ 70878 h 152390"/>
              <a:gd name="csX22" fmla="*/ 73226 w 156098"/>
              <a:gd name="csY22" fmla="*/ 70878 h 152390"/>
              <a:gd name="csX23" fmla="*/ 73328 w 156098"/>
              <a:gd name="csY23" fmla="*/ 70914 h 152390"/>
              <a:gd name="csX24" fmla="*/ 90528 w 156098"/>
              <a:gd name="csY24" fmla="*/ 70914 h 152390"/>
              <a:gd name="csX25" fmla="*/ 104735 w 156098"/>
              <a:gd name="csY25" fmla="*/ 75093 h 152390"/>
              <a:gd name="csX26" fmla="*/ 114262 w 156098"/>
              <a:gd name="csY26" fmla="*/ 74353 h 152390"/>
              <a:gd name="csX27" fmla="*/ 125746 w 156098"/>
              <a:gd name="csY27" fmla="*/ 68255 h 152390"/>
              <a:gd name="csX28" fmla="*/ 128945 w 156098"/>
              <a:gd name="csY28" fmla="*/ 66586 h 152390"/>
              <a:gd name="csX29" fmla="*/ 136499 w 156098"/>
              <a:gd name="csY29" fmla="*/ 62835 h 152390"/>
              <a:gd name="csX30" fmla="*/ 113735 w 156098"/>
              <a:gd name="csY30" fmla="*/ 54930 h 152390"/>
              <a:gd name="csX31" fmla="*/ 100124 w 156098"/>
              <a:gd name="csY31" fmla="*/ 58121 h 152390"/>
              <a:gd name="csX32" fmla="*/ 81664 w 156098"/>
              <a:gd name="csY32" fmla="*/ 50009 h 152390"/>
              <a:gd name="csX33" fmla="*/ 81664 w 156098"/>
              <a:gd name="csY33" fmla="*/ 49864 h 152390"/>
              <a:gd name="csX34" fmla="*/ 81664 w 156098"/>
              <a:gd name="csY34" fmla="*/ 46319 h 152390"/>
              <a:gd name="csX35" fmla="*/ 77632 w 156098"/>
              <a:gd name="csY35" fmla="*/ 29846 h 152390"/>
              <a:gd name="csX36" fmla="*/ 60415 w 156098"/>
              <a:gd name="csY36" fmla="*/ 12964 h 152390"/>
              <a:gd name="csX37" fmla="*/ 60125 w 156098"/>
              <a:gd name="csY37" fmla="*/ 12874 h 152390"/>
              <a:gd name="csX38" fmla="*/ 59751 w 156098"/>
              <a:gd name="csY38" fmla="*/ 12188 h 152390"/>
              <a:gd name="csX39" fmla="*/ 37923 w 156098"/>
              <a:gd name="csY39" fmla="*/ 6 h 152390"/>
              <a:gd name="csX40" fmla="*/ 146758 w 156098"/>
              <a:gd name="csY40" fmla="*/ 70898 h 152390"/>
              <a:gd name="csX41" fmla="*/ 130646 w 156098"/>
              <a:gd name="csY41" fmla="*/ 77689 h 152390"/>
              <a:gd name="csX42" fmla="*/ 112986 w 156098"/>
              <a:gd name="csY42" fmla="*/ 87338 h 152390"/>
              <a:gd name="csX43" fmla="*/ 113565 w 156098"/>
              <a:gd name="csY43" fmla="*/ 92162 h 152390"/>
              <a:gd name="csX44" fmla="*/ 92298 w 156098"/>
              <a:gd name="csY44" fmla="*/ 113426 h 152390"/>
              <a:gd name="csX45" fmla="*/ 65706 w 156098"/>
              <a:gd name="csY45" fmla="*/ 113426 h 152390"/>
              <a:gd name="csX46" fmla="*/ 60398 w 156098"/>
              <a:gd name="csY46" fmla="*/ 108110 h 152390"/>
              <a:gd name="csX47" fmla="*/ 65706 w 156098"/>
              <a:gd name="csY47" fmla="*/ 102794 h 152390"/>
              <a:gd name="csX48" fmla="*/ 92298 w 156098"/>
              <a:gd name="csY48" fmla="*/ 102794 h 152390"/>
              <a:gd name="csX49" fmla="*/ 102931 w 156098"/>
              <a:gd name="csY49" fmla="*/ 92162 h 152390"/>
              <a:gd name="csX50" fmla="*/ 99273 w 156098"/>
              <a:gd name="csY50" fmla="*/ 84203 h 152390"/>
              <a:gd name="csX51" fmla="*/ 90528 w 156098"/>
              <a:gd name="csY51" fmla="*/ 81530 h 152390"/>
              <a:gd name="csX52" fmla="*/ 74961 w 156098"/>
              <a:gd name="csY52" fmla="*/ 81530 h 152390"/>
              <a:gd name="csX53" fmla="*/ 72800 w 156098"/>
              <a:gd name="csY53" fmla="*/ 81530 h 152390"/>
              <a:gd name="csX54" fmla="*/ 72494 w 156098"/>
              <a:gd name="csY54" fmla="*/ 81496 h 152390"/>
              <a:gd name="csX55" fmla="*/ 54732 w 156098"/>
              <a:gd name="csY55" fmla="*/ 79516 h 152390"/>
              <a:gd name="csX56" fmla="*/ 42057 w 156098"/>
              <a:gd name="csY56" fmla="*/ 77987 h 152390"/>
              <a:gd name="csX57" fmla="*/ 612 w 156098"/>
              <a:gd name="csY57" fmla="*/ 111240 h 152390"/>
              <a:gd name="csX58" fmla="*/ 1174 w 156098"/>
              <a:gd name="csY58" fmla="*/ 116597 h 152390"/>
              <a:gd name="csX59" fmla="*/ 25997 w 156098"/>
              <a:gd name="csY59" fmla="*/ 150243 h 152390"/>
              <a:gd name="csX60" fmla="*/ 30250 w 156098"/>
              <a:gd name="csY60" fmla="*/ 152390 h 152390"/>
              <a:gd name="csX61" fmla="*/ 31271 w 156098"/>
              <a:gd name="csY61" fmla="*/ 152293 h 152390"/>
              <a:gd name="csX62" fmla="*/ 35405 w 156098"/>
              <a:gd name="csY62" fmla="*/ 148423 h 152390"/>
              <a:gd name="csX63" fmla="*/ 47995 w 156098"/>
              <a:gd name="csY63" fmla="*/ 138235 h 152390"/>
              <a:gd name="csX64" fmla="*/ 68989 w 156098"/>
              <a:gd name="csY64" fmla="*/ 139986 h 152390"/>
              <a:gd name="csX65" fmla="*/ 90528 w 156098"/>
              <a:gd name="csY65" fmla="*/ 141779 h 152390"/>
              <a:gd name="csX66" fmla="*/ 127737 w 156098"/>
              <a:gd name="csY66" fmla="*/ 113426 h 152390"/>
              <a:gd name="csX67" fmla="*/ 156098 w 156098"/>
              <a:gd name="csY67" fmla="*/ 79385 h 152390"/>
              <a:gd name="csX68" fmla="*/ 146758 w 156098"/>
              <a:gd name="csY68" fmla="*/ 70898 h 152390"/>
            </a:gdLst>
            <a:ahLst/>
            <a:cxnLst/>
            <a:rect l="l" t="t" r="r" b="b"/>
            <a:pathLst>
              <a:path w="100000" h="100000">
                <a:moveTo>
                  <a:pt x="24294" y="1192"/>
                </a:moveTo>
                <a:cubicBezTo>
                  <a:pt x="22310" y="1151"/>
                  <a:pt x="20240" y="1407"/>
                  <a:pt x="18147" y="1981"/>
                </a:cubicBezTo>
                <a:cubicBezTo>
                  <a:pt x="9766" y="4251"/>
                  <a:pt x="0" y="12290"/>
                  <a:pt x="0" y="27455"/>
                </a:cubicBezTo>
                <a:cubicBezTo>
                  <a:pt x="0" y="28704"/>
                  <a:pt x="687" y="29863"/>
                  <a:pt x="1798" y="30453"/>
                </a:cubicBezTo>
                <a:cubicBezTo>
                  <a:pt x="2889" y="31044"/>
                  <a:pt x="4229" y="30997"/>
                  <a:pt x="5264" y="30294"/>
                </a:cubicBezTo>
                <a:cubicBezTo>
                  <a:pt x="7924" y="28568"/>
                  <a:pt x="11281" y="29544"/>
                  <a:pt x="16120" y="31246"/>
                </a:cubicBezTo>
                <a:cubicBezTo>
                  <a:pt x="18888" y="32223"/>
                  <a:pt x="21504" y="33132"/>
                  <a:pt x="24066" y="33132"/>
                </a:cubicBezTo>
                <a:cubicBezTo>
                  <a:pt x="30245" y="33132"/>
                  <a:pt x="36305" y="29818"/>
                  <a:pt x="39150" y="24866"/>
                </a:cubicBezTo>
                <a:cubicBezTo>
                  <a:pt x="39259" y="24667"/>
                  <a:pt x="39357" y="24452"/>
                  <a:pt x="39455" y="24245"/>
                </a:cubicBezTo>
                <a:cubicBezTo>
                  <a:pt x="38616" y="22749"/>
                  <a:pt x="37406" y="21651"/>
                  <a:pt x="35804" y="20991"/>
                </a:cubicBezTo>
                <a:cubicBezTo>
                  <a:pt x="30823" y="18925"/>
                  <a:pt x="24066" y="21369"/>
                  <a:pt x="22038" y="23385"/>
                </a:cubicBezTo>
                <a:cubicBezTo>
                  <a:pt x="21155" y="24273"/>
                  <a:pt x="19716" y="24273"/>
                  <a:pt x="18834" y="23385"/>
                </a:cubicBezTo>
                <a:cubicBezTo>
                  <a:pt x="17940" y="22497"/>
                  <a:pt x="17940" y="21062"/>
                  <a:pt x="18834" y="20175"/>
                </a:cubicBezTo>
                <a:cubicBezTo>
                  <a:pt x="22114" y="16892"/>
                  <a:pt x="30823" y="14022"/>
                  <a:pt x="37548" y="16800"/>
                </a:cubicBezTo>
                <a:cubicBezTo>
                  <a:pt x="38539" y="17209"/>
                  <a:pt x="39564" y="17838"/>
                  <a:pt x="40556" y="18645"/>
                </a:cubicBezTo>
                <a:cubicBezTo>
                  <a:pt x="41798" y="19936"/>
                  <a:pt x="42780" y="21494"/>
                  <a:pt x="43542" y="23150"/>
                </a:cubicBezTo>
                <a:cubicBezTo>
                  <a:pt x="45002" y="26332"/>
                  <a:pt x="45504" y="29915"/>
                  <a:pt x="45504" y="30861"/>
                </a:cubicBezTo>
                <a:lnTo>
                  <a:pt x="45504" y="33132"/>
                </a:lnTo>
                <a:cubicBezTo>
                  <a:pt x="45504" y="33149"/>
                  <a:pt x="45504" y="33167"/>
                  <a:pt x="45504" y="33186"/>
                </a:cubicBezTo>
                <a:cubicBezTo>
                  <a:pt x="37777" y="34140"/>
                  <a:pt x="31335" y="38283"/>
                  <a:pt x="27793" y="44368"/>
                </a:cubicBezTo>
                <a:cubicBezTo>
                  <a:pt x="31695" y="44413"/>
                  <a:pt x="34256" y="44982"/>
                  <a:pt x="36512" y="45481"/>
                </a:cubicBezTo>
                <a:cubicBezTo>
                  <a:pt x="38801" y="45980"/>
                  <a:pt x="41188" y="46503"/>
                  <a:pt x="46550" y="46594"/>
                </a:cubicBezTo>
                <a:lnTo>
                  <a:pt x="46910" y="46594"/>
                </a:lnTo>
                <a:cubicBezTo>
                  <a:pt x="46932" y="46594"/>
                  <a:pt x="46954" y="46594"/>
                  <a:pt x="46976" y="46617"/>
                </a:cubicBezTo>
                <a:lnTo>
                  <a:pt x="57994" y="46617"/>
                </a:lnTo>
                <a:cubicBezTo>
                  <a:pt x="61210" y="46617"/>
                  <a:pt x="64370" y="47546"/>
                  <a:pt x="67096" y="49294"/>
                </a:cubicBezTo>
                <a:lnTo>
                  <a:pt x="73199" y="48820"/>
                </a:lnTo>
                <a:cubicBezTo>
                  <a:pt x="75150" y="47753"/>
                  <a:pt x="77581" y="46457"/>
                  <a:pt x="80556" y="44913"/>
                </a:cubicBezTo>
                <a:lnTo>
                  <a:pt x="82605" y="43844"/>
                </a:lnTo>
                <a:cubicBezTo>
                  <a:pt x="84425" y="42891"/>
                  <a:pt x="85995" y="42077"/>
                  <a:pt x="87444" y="41441"/>
                </a:cubicBezTo>
                <a:cubicBezTo>
                  <a:pt x="84218" y="38082"/>
                  <a:pt x="79335" y="36377"/>
                  <a:pt x="72861" y="36377"/>
                </a:cubicBezTo>
                <a:cubicBezTo>
                  <a:pt x="69798" y="36377"/>
                  <a:pt x="66823" y="37082"/>
                  <a:pt x="64142" y="38421"/>
                </a:cubicBezTo>
                <a:cubicBezTo>
                  <a:pt x="60741" y="35615"/>
                  <a:pt x="56665" y="33837"/>
                  <a:pt x="52316" y="33225"/>
                </a:cubicBezTo>
                <a:cubicBezTo>
                  <a:pt x="52316" y="33194"/>
                  <a:pt x="52316" y="33163"/>
                  <a:pt x="52316" y="33132"/>
                </a:cubicBezTo>
                <a:lnTo>
                  <a:pt x="52316" y="30861"/>
                </a:lnTo>
                <a:cubicBezTo>
                  <a:pt x="52316" y="28401"/>
                  <a:pt x="51673" y="24540"/>
                  <a:pt x="49733" y="20308"/>
                </a:cubicBezTo>
                <a:cubicBezTo>
                  <a:pt x="47793" y="16076"/>
                  <a:pt x="44359" y="11526"/>
                  <a:pt x="38703" y="9493"/>
                </a:cubicBezTo>
                <a:cubicBezTo>
                  <a:pt x="38648" y="9472"/>
                  <a:pt x="38583" y="9452"/>
                  <a:pt x="38517" y="9435"/>
                </a:cubicBezTo>
                <a:cubicBezTo>
                  <a:pt x="38441" y="9289"/>
                  <a:pt x="38365" y="9142"/>
                  <a:pt x="38278" y="8996"/>
                </a:cubicBezTo>
                <a:cubicBezTo>
                  <a:pt x="35401" y="4092"/>
                  <a:pt x="30245" y="1309"/>
                  <a:pt x="24294" y="1192"/>
                </a:cubicBezTo>
                <a:close/>
                <a:moveTo>
                  <a:pt x="94017" y="46607"/>
                </a:moveTo>
                <a:cubicBezTo>
                  <a:pt x="91695" y="46607"/>
                  <a:pt x="89134" y="48138"/>
                  <a:pt x="83695" y="50957"/>
                </a:cubicBezTo>
                <a:cubicBezTo>
                  <a:pt x="79193" y="53296"/>
                  <a:pt x="75030" y="55518"/>
                  <a:pt x="72381" y="57138"/>
                </a:cubicBezTo>
                <a:cubicBezTo>
                  <a:pt x="72610" y="58133"/>
                  <a:pt x="72752" y="59167"/>
                  <a:pt x="72752" y="60229"/>
                </a:cubicBezTo>
                <a:cubicBezTo>
                  <a:pt x="72752" y="67742"/>
                  <a:pt x="66638" y="73851"/>
                  <a:pt x="59128" y="73851"/>
                </a:cubicBezTo>
                <a:lnTo>
                  <a:pt x="42093" y="73851"/>
                </a:lnTo>
                <a:cubicBezTo>
                  <a:pt x="40218" y="73851"/>
                  <a:pt x="38692" y="72328"/>
                  <a:pt x="38692" y="70445"/>
                </a:cubicBezTo>
                <a:cubicBezTo>
                  <a:pt x="38692" y="68563"/>
                  <a:pt x="40218" y="67040"/>
                  <a:pt x="42093" y="67040"/>
                </a:cubicBezTo>
                <a:lnTo>
                  <a:pt x="59128" y="67040"/>
                </a:lnTo>
                <a:cubicBezTo>
                  <a:pt x="62877" y="67040"/>
                  <a:pt x="65940" y="63984"/>
                  <a:pt x="65940" y="60229"/>
                </a:cubicBezTo>
                <a:cubicBezTo>
                  <a:pt x="65940" y="58194"/>
                  <a:pt x="65025" y="56381"/>
                  <a:pt x="63597" y="55130"/>
                </a:cubicBezTo>
                <a:cubicBezTo>
                  <a:pt x="61983" y="54063"/>
                  <a:pt x="60065" y="53418"/>
                  <a:pt x="57994" y="53418"/>
                </a:cubicBezTo>
                <a:lnTo>
                  <a:pt x="48022" y="53418"/>
                </a:lnTo>
                <a:lnTo>
                  <a:pt x="46637" y="53418"/>
                </a:lnTo>
                <a:cubicBezTo>
                  <a:pt x="46572" y="53418"/>
                  <a:pt x="46507" y="53400"/>
                  <a:pt x="46441" y="53396"/>
                </a:cubicBezTo>
                <a:cubicBezTo>
                  <a:pt x="40458" y="53304"/>
                  <a:pt x="37580" y="52685"/>
                  <a:pt x="35063" y="52128"/>
                </a:cubicBezTo>
                <a:cubicBezTo>
                  <a:pt x="32763" y="51622"/>
                  <a:pt x="30583" y="51148"/>
                  <a:pt x="26943" y="51148"/>
                </a:cubicBezTo>
                <a:cubicBezTo>
                  <a:pt x="10289" y="51148"/>
                  <a:pt x="785" y="71581"/>
                  <a:pt x="392" y="72451"/>
                </a:cubicBezTo>
                <a:cubicBezTo>
                  <a:pt x="-120" y="73577"/>
                  <a:pt x="22" y="74889"/>
                  <a:pt x="752" y="75882"/>
                </a:cubicBezTo>
                <a:lnTo>
                  <a:pt x="16654" y="97437"/>
                </a:lnTo>
                <a:cubicBezTo>
                  <a:pt x="17297" y="98316"/>
                  <a:pt x="18311" y="98812"/>
                  <a:pt x="19379" y="98812"/>
                </a:cubicBezTo>
                <a:cubicBezTo>
                  <a:pt x="19597" y="98812"/>
                  <a:pt x="19814" y="98791"/>
                  <a:pt x="20033" y="98750"/>
                </a:cubicBezTo>
                <a:cubicBezTo>
                  <a:pt x="21308" y="98505"/>
                  <a:pt x="22355" y="97536"/>
                  <a:pt x="22681" y="96271"/>
                </a:cubicBezTo>
                <a:cubicBezTo>
                  <a:pt x="22866" y="95602"/>
                  <a:pt x="24599" y="89744"/>
                  <a:pt x="30747" y="89744"/>
                </a:cubicBezTo>
                <a:cubicBezTo>
                  <a:pt x="35171" y="89744"/>
                  <a:pt x="39760" y="90314"/>
                  <a:pt x="44196" y="90866"/>
                </a:cubicBezTo>
                <a:cubicBezTo>
                  <a:pt x="48709" y="91432"/>
                  <a:pt x="53384" y="92015"/>
                  <a:pt x="57994" y="92015"/>
                </a:cubicBezTo>
                <a:cubicBezTo>
                  <a:pt x="64262" y="92015"/>
                  <a:pt x="68785" y="87204"/>
                  <a:pt x="81831" y="73851"/>
                </a:cubicBezTo>
                <a:cubicBezTo>
                  <a:pt x="98409" y="56890"/>
                  <a:pt x="100000" y="55406"/>
                  <a:pt x="100000" y="52044"/>
                </a:cubicBezTo>
                <a:cubicBezTo>
                  <a:pt x="100000" y="49133"/>
                  <a:pt x="97439" y="46607"/>
                  <a:pt x="94017" y="4660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54" name="Чёрный — SVG 47">
            <a:extLst>
              <a:ext uri="{FF2B5EF4-FFF2-40B4-BE49-F238E27FC236}">
                <a16:creationId xmlns:a16="http://schemas.microsoft.com/office/drawing/2014/main" id="{B30C0EDC-6011-1343-818D-D054CD95DACD}"/>
              </a:ext>
            </a:extLst>
          </p:cNvPr>
          <p:cNvSpPr>
            <a:spLocks noGrp="1"/>
          </p:cNvSpPr>
          <p:nvPr/>
        </p:nvSpPr>
        <p:spPr>
          <a:xfrm>
            <a:off x="6420000" y="3470000"/>
            <a:ext cx="220000" cy="220000"/>
          </a:xfrm>
          <a:custGeom>
            <a:avLst/>
            <a:gdLst>
              <a:gd name="csX0" fmla="*/ 146623 w 155956"/>
              <a:gd name="csY0" fmla="*/ 60247 h 141740"/>
              <a:gd name="csX1" fmla="*/ 130509 w 155956"/>
              <a:gd name="csY1" fmla="*/ 67039 h 141740"/>
              <a:gd name="csX2" fmla="*/ 112851 w 155956"/>
              <a:gd name="csY2" fmla="*/ 76690 h 141740"/>
              <a:gd name="csX3" fmla="*/ 113423 w 155956"/>
              <a:gd name="csY3" fmla="*/ 81511 h 141740"/>
              <a:gd name="csX4" fmla="*/ 92156 w 155956"/>
              <a:gd name="csY4" fmla="*/ 102775 h 141740"/>
              <a:gd name="csX5" fmla="*/ 65573 w 155956"/>
              <a:gd name="csY5" fmla="*/ 102775 h 141740"/>
              <a:gd name="csX6" fmla="*/ 60256 w 155956"/>
              <a:gd name="csY6" fmla="*/ 97459 h 141740"/>
              <a:gd name="csX7" fmla="*/ 65573 w 155956"/>
              <a:gd name="csY7" fmla="*/ 92143 h 141740"/>
              <a:gd name="csX8" fmla="*/ 92156 w 155956"/>
              <a:gd name="csY8" fmla="*/ 92143 h 141740"/>
              <a:gd name="csX9" fmla="*/ 102789 w 155956"/>
              <a:gd name="csY9" fmla="*/ 81511 h 141740"/>
              <a:gd name="csX10" fmla="*/ 99138 w 155956"/>
              <a:gd name="csY10" fmla="*/ 73555 h 141740"/>
              <a:gd name="csX11" fmla="*/ 90383 w 155956"/>
              <a:gd name="csY11" fmla="*/ 70879 h 141740"/>
              <a:gd name="csX12" fmla="*/ 74813 w 155956"/>
              <a:gd name="csY12" fmla="*/ 70879 h 141740"/>
              <a:gd name="csX13" fmla="*/ 72660 w 155956"/>
              <a:gd name="csY13" fmla="*/ 70879 h 141740"/>
              <a:gd name="csX14" fmla="*/ 72359 w 155956"/>
              <a:gd name="csY14" fmla="*/ 70847 h 141740"/>
              <a:gd name="csX15" fmla="*/ 54584 w 155956"/>
              <a:gd name="csY15" fmla="*/ 68868 h 141740"/>
              <a:gd name="csX16" fmla="*/ 41921 w 155956"/>
              <a:gd name="csY16" fmla="*/ 67334 h 141740"/>
              <a:gd name="csX17" fmla="*/ 478 w 155956"/>
              <a:gd name="csY17" fmla="*/ 100591 h 141740"/>
              <a:gd name="csX18" fmla="*/ 1039 w 155956"/>
              <a:gd name="csY18" fmla="*/ 105949 h 141740"/>
              <a:gd name="csX19" fmla="*/ 25850 w 155956"/>
              <a:gd name="csY19" fmla="*/ 139595 h 141740"/>
              <a:gd name="csX20" fmla="*/ 30117 w 155956"/>
              <a:gd name="csY20" fmla="*/ 141740 h 141740"/>
              <a:gd name="csX21" fmla="*/ 31124 w 155956"/>
              <a:gd name="csY21" fmla="*/ 141645 h 141740"/>
              <a:gd name="csX22" fmla="*/ 35273 w 155956"/>
              <a:gd name="csY22" fmla="*/ 137772 h 141740"/>
              <a:gd name="csX23" fmla="*/ 47850 w 155956"/>
              <a:gd name="csY23" fmla="*/ 127582 h 141740"/>
              <a:gd name="csX24" fmla="*/ 68848 w 155956"/>
              <a:gd name="csY24" fmla="*/ 129336 h 141740"/>
              <a:gd name="csX25" fmla="*/ 90383 w 155956"/>
              <a:gd name="csY25" fmla="*/ 131125 h 141740"/>
              <a:gd name="csX26" fmla="*/ 127600 w 155956"/>
              <a:gd name="csY26" fmla="*/ 102775 h 141740"/>
              <a:gd name="csX27" fmla="*/ 155956 w 155956"/>
              <a:gd name="csY27" fmla="*/ 68734 h 141740"/>
              <a:gd name="csX28" fmla="*/ 146623 w 155956"/>
              <a:gd name="csY28" fmla="*/ 60247 h 141740"/>
              <a:gd name="csX29" fmla="*/ 118864 w 155956"/>
              <a:gd name="csY29" fmla="*/ 30239 h 141740"/>
              <a:gd name="csX30" fmla="*/ 92500 w 155956"/>
              <a:gd name="csY30" fmla="*/ 58542 h 141740"/>
              <a:gd name="csX31" fmla="*/ 88607 w 155956"/>
              <a:gd name="csY31" fmla="*/ 60235 h 141740"/>
              <a:gd name="csX32" fmla="*/ 84716 w 155956"/>
              <a:gd name="csY32" fmla="*/ 58542 h 141740"/>
              <a:gd name="csX33" fmla="*/ 58221 w 155956"/>
              <a:gd name="csY33" fmla="*/ 30102 h 141740"/>
              <a:gd name="csX34" fmla="*/ 53166 w 155956"/>
              <a:gd name="csY34" fmla="*/ 17707 h 141740"/>
              <a:gd name="csX35" fmla="*/ 58359 w 155956"/>
              <a:gd name="csY35" fmla="*/ 5177 h 141740"/>
              <a:gd name="csX36" fmla="*/ 83418 w 155956"/>
              <a:gd name="csY36" fmla="*/ 5180 h 141740"/>
              <a:gd name="csX37" fmla="*/ 88610 w 155956"/>
              <a:gd name="csY37" fmla="*/ 10372 h 141740"/>
              <a:gd name="csX38" fmla="*/ 93803 w 155956"/>
              <a:gd name="csY38" fmla="*/ 5180 h 141740"/>
              <a:gd name="csX39" fmla="*/ 118864 w 155956"/>
              <a:gd name="csY39" fmla="*/ 5177 h 141740"/>
              <a:gd name="csX40" fmla="*/ 124056 w 155956"/>
              <a:gd name="csY40" fmla="*/ 17707 h 141740"/>
              <a:gd name="csX41" fmla="*/ 118864 w 155956"/>
              <a:gd name="csY41" fmla="*/ 30239 h 141740"/>
            </a:gdLst>
            <a:ahLst/>
            <a:cxnLst/>
            <a:rect l="l" t="t" r="r" b="b"/>
            <a:pathLst>
              <a:path w="100000" h="100000">
                <a:moveTo>
                  <a:pt x="94016" y="43188"/>
                </a:moveTo>
                <a:cubicBezTo>
                  <a:pt x="91684" y="43188"/>
                  <a:pt x="89125" y="44722"/>
                  <a:pt x="83683" y="47544"/>
                </a:cubicBezTo>
                <a:cubicBezTo>
                  <a:pt x="79177" y="49885"/>
                  <a:pt x="75008" y="52110"/>
                  <a:pt x="72361" y="53732"/>
                </a:cubicBezTo>
                <a:cubicBezTo>
                  <a:pt x="72591" y="54728"/>
                  <a:pt x="72728" y="55759"/>
                  <a:pt x="72728" y="56823"/>
                </a:cubicBezTo>
                <a:cubicBezTo>
                  <a:pt x="72728" y="64342"/>
                  <a:pt x="66609" y="70458"/>
                  <a:pt x="59091" y="70458"/>
                </a:cubicBezTo>
                <a:lnTo>
                  <a:pt x="42046" y="70458"/>
                </a:lnTo>
                <a:cubicBezTo>
                  <a:pt x="40164" y="70458"/>
                  <a:pt x="38637" y="68933"/>
                  <a:pt x="38637" y="67049"/>
                </a:cubicBezTo>
                <a:cubicBezTo>
                  <a:pt x="38637" y="65165"/>
                  <a:pt x="40164" y="63640"/>
                  <a:pt x="42046" y="63640"/>
                </a:cubicBezTo>
                <a:lnTo>
                  <a:pt x="59091" y="63640"/>
                </a:lnTo>
                <a:cubicBezTo>
                  <a:pt x="62850" y="63640"/>
                  <a:pt x="65909" y="60581"/>
                  <a:pt x="65909" y="56823"/>
                </a:cubicBezTo>
                <a:cubicBezTo>
                  <a:pt x="65909" y="54784"/>
                  <a:pt x="64991" y="52973"/>
                  <a:pt x="63568" y="51722"/>
                </a:cubicBezTo>
                <a:cubicBezTo>
                  <a:pt x="61953" y="50653"/>
                  <a:pt x="60034" y="50006"/>
                  <a:pt x="57954" y="50006"/>
                </a:cubicBezTo>
                <a:lnTo>
                  <a:pt x="47971" y="50006"/>
                </a:lnTo>
                <a:lnTo>
                  <a:pt x="46590" y="50006"/>
                </a:lnTo>
                <a:cubicBezTo>
                  <a:pt x="46525" y="50006"/>
                  <a:pt x="46464" y="49989"/>
                  <a:pt x="46397" y="49985"/>
                </a:cubicBezTo>
                <a:cubicBezTo>
                  <a:pt x="40407" y="49891"/>
                  <a:pt x="37529" y="49274"/>
                  <a:pt x="35000" y="48716"/>
                </a:cubicBezTo>
                <a:cubicBezTo>
                  <a:pt x="32700" y="48210"/>
                  <a:pt x="30527" y="47733"/>
                  <a:pt x="26880" y="47733"/>
                </a:cubicBezTo>
                <a:cubicBezTo>
                  <a:pt x="10216" y="47733"/>
                  <a:pt x="702" y="68187"/>
                  <a:pt x="306" y="69057"/>
                </a:cubicBezTo>
                <a:cubicBezTo>
                  <a:pt x="-206" y="70185"/>
                  <a:pt x="-68" y="71498"/>
                  <a:pt x="666" y="72493"/>
                </a:cubicBezTo>
                <a:lnTo>
                  <a:pt x="16575" y="94067"/>
                </a:lnTo>
                <a:cubicBezTo>
                  <a:pt x="17223" y="94947"/>
                  <a:pt x="18243" y="95442"/>
                  <a:pt x="19311" y="95442"/>
                </a:cubicBezTo>
                <a:cubicBezTo>
                  <a:pt x="19527" y="95442"/>
                  <a:pt x="19741" y="95422"/>
                  <a:pt x="19957" y="95381"/>
                </a:cubicBezTo>
                <a:cubicBezTo>
                  <a:pt x="21243" y="95136"/>
                  <a:pt x="22284" y="94163"/>
                  <a:pt x="22617" y="92898"/>
                </a:cubicBezTo>
                <a:cubicBezTo>
                  <a:pt x="22797" y="92227"/>
                  <a:pt x="24534" y="86364"/>
                  <a:pt x="30682" y="86364"/>
                </a:cubicBezTo>
                <a:cubicBezTo>
                  <a:pt x="35118" y="86364"/>
                  <a:pt x="39707" y="86937"/>
                  <a:pt x="44146" y="87489"/>
                </a:cubicBezTo>
                <a:cubicBezTo>
                  <a:pt x="48665" y="88055"/>
                  <a:pt x="53343" y="88636"/>
                  <a:pt x="57954" y="88636"/>
                </a:cubicBezTo>
                <a:cubicBezTo>
                  <a:pt x="64234" y="88636"/>
                  <a:pt x="68755" y="83822"/>
                  <a:pt x="81818" y="70458"/>
                </a:cubicBezTo>
                <a:cubicBezTo>
                  <a:pt x="98414" y="53480"/>
                  <a:pt x="100000" y="51996"/>
                  <a:pt x="100000" y="48630"/>
                </a:cubicBezTo>
                <a:cubicBezTo>
                  <a:pt x="100000" y="45717"/>
                  <a:pt x="97443" y="43188"/>
                  <a:pt x="94016" y="43188"/>
                </a:cubicBezTo>
                <a:close/>
                <a:moveTo>
                  <a:pt x="76216" y="23947"/>
                </a:moveTo>
                <a:lnTo>
                  <a:pt x="59312" y="42095"/>
                </a:lnTo>
                <a:cubicBezTo>
                  <a:pt x="58665" y="42788"/>
                  <a:pt x="57761" y="43181"/>
                  <a:pt x="56815" y="43181"/>
                </a:cubicBezTo>
                <a:cubicBezTo>
                  <a:pt x="55871" y="43181"/>
                  <a:pt x="54969" y="42788"/>
                  <a:pt x="54320" y="42095"/>
                </a:cubicBezTo>
                <a:lnTo>
                  <a:pt x="37332" y="23859"/>
                </a:lnTo>
                <a:cubicBezTo>
                  <a:pt x="35275" y="21802"/>
                  <a:pt x="34090" y="18948"/>
                  <a:pt x="34090" y="15912"/>
                </a:cubicBezTo>
                <a:cubicBezTo>
                  <a:pt x="34090" y="12876"/>
                  <a:pt x="35274" y="10021"/>
                  <a:pt x="37420" y="7877"/>
                </a:cubicBezTo>
                <a:cubicBezTo>
                  <a:pt x="41850" y="3452"/>
                  <a:pt x="49059" y="3450"/>
                  <a:pt x="53488" y="7879"/>
                </a:cubicBezTo>
                <a:lnTo>
                  <a:pt x="56817" y="11208"/>
                </a:lnTo>
                <a:lnTo>
                  <a:pt x="60147" y="7879"/>
                </a:lnTo>
                <a:cubicBezTo>
                  <a:pt x="64577" y="3450"/>
                  <a:pt x="71786" y="3452"/>
                  <a:pt x="76216" y="7877"/>
                </a:cubicBezTo>
                <a:cubicBezTo>
                  <a:pt x="78361" y="10021"/>
                  <a:pt x="79546" y="12876"/>
                  <a:pt x="79546" y="15912"/>
                </a:cubicBezTo>
                <a:cubicBezTo>
                  <a:pt x="79546" y="18948"/>
                  <a:pt x="78361" y="21802"/>
                  <a:pt x="76216" y="2394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55" name="Чёрный — SVG 48">
            <a:extLst>
              <a:ext uri="{FF2B5EF4-FFF2-40B4-BE49-F238E27FC236}">
                <a16:creationId xmlns:a16="http://schemas.microsoft.com/office/drawing/2014/main" id="{72CA8F6D-0D71-9C42-8FBB-D371140B07D9}"/>
              </a:ext>
            </a:extLst>
          </p:cNvPr>
          <p:cNvSpPr>
            <a:spLocks noGrp="1"/>
          </p:cNvSpPr>
          <p:nvPr/>
        </p:nvSpPr>
        <p:spPr>
          <a:xfrm>
            <a:off x="7020000" y="3470000"/>
            <a:ext cx="220000" cy="220000"/>
          </a:xfrm>
          <a:custGeom>
            <a:avLst/>
            <a:gdLst>
              <a:gd name="csX0" fmla="*/ 69109 w 97472"/>
              <a:gd name="csY0" fmla="*/ 0 h 125810"/>
              <a:gd name="csX1" fmla="*/ 54936 w 97472"/>
              <a:gd name="csY1" fmla="*/ 14169 h 125810"/>
              <a:gd name="csX2" fmla="*/ 69109 w 97472"/>
              <a:gd name="csY2" fmla="*/ 28352 h 125810"/>
              <a:gd name="csX3" fmla="*/ 83298 w 97472"/>
              <a:gd name="csY3" fmla="*/ 14169 h 125810"/>
              <a:gd name="csX4" fmla="*/ 69109 w 97472"/>
              <a:gd name="csY4" fmla="*/ 0 h 125810"/>
              <a:gd name="csX5" fmla="*/ 50496 w 97472"/>
              <a:gd name="csY5" fmla="*/ 27507 h 125810"/>
              <a:gd name="csX6" fmla="*/ 50190 w 97472"/>
              <a:gd name="csY6" fmla="*/ 27536 h 125810"/>
              <a:gd name="csX7" fmla="*/ 24721 w 97472"/>
              <a:gd name="csY7" fmla="*/ 29113 h 125810"/>
              <a:gd name="csX8" fmla="*/ 14598 w 97472"/>
              <a:gd name="csY8" fmla="*/ 37004 h 125810"/>
              <a:gd name="csX9" fmla="*/ 7435 w 97472"/>
              <a:gd name="csY9" fmla="*/ 55735 h 125810"/>
              <a:gd name="csX10" fmla="*/ 9494 w 97472"/>
              <a:gd name="csY10" fmla="*/ 62062 h 125810"/>
              <a:gd name="csX11" fmla="*/ 18153 w 97472"/>
              <a:gd name="csY11" fmla="*/ 57479 h 125810"/>
              <a:gd name="csX12" fmla="*/ 24533 w 97472"/>
              <a:gd name="csY12" fmla="*/ 40791 h 125810"/>
              <a:gd name="csX13" fmla="*/ 25571 w 97472"/>
              <a:gd name="csY13" fmla="*/ 39821 h 125810"/>
              <a:gd name="csX14" fmla="*/ 33670 w 97472"/>
              <a:gd name="csY14" fmla="*/ 42528 h 125810"/>
              <a:gd name="csX15" fmla="*/ 33210 w 97472"/>
              <a:gd name="csY15" fmla="*/ 55000 h 125810"/>
              <a:gd name="csX16" fmla="*/ 61197 w 97472"/>
              <a:gd name="csY16" fmla="*/ 68284 h 125810"/>
              <a:gd name="csX17" fmla="*/ 64787 w 97472"/>
              <a:gd name="csY17" fmla="*/ 47117 h 125810"/>
              <a:gd name="csX18" fmla="*/ 65570 w 97472"/>
              <a:gd name="csY18" fmla="*/ 42555 h 125810"/>
              <a:gd name="csX19" fmla="*/ 65570 w 97472"/>
              <a:gd name="csY19" fmla="*/ 42541 h 125810"/>
              <a:gd name="csX20" fmla="*/ 65570 w 97472"/>
              <a:gd name="csY20" fmla="*/ 42535 h 125810"/>
              <a:gd name="csX21" fmla="*/ 65570 w 97472"/>
              <a:gd name="csY21" fmla="*/ 42535 h 125810"/>
              <a:gd name="csX22" fmla="*/ 52912 w 97472"/>
              <a:gd name="csY22" fmla="*/ 27743 h 125810"/>
              <a:gd name="csX23" fmla="*/ 50972 w 97472"/>
              <a:gd name="csY23" fmla="*/ 27507 h 125810"/>
              <a:gd name="csX24" fmla="*/ 50649 w 97472"/>
              <a:gd name="csY24" fmla="*/ 27521 h 125810"/>
              <a:gd name="csX25" fmla="*/ 50496 w 97472"/>
              <a:gd name="csY25" fmla="*/ 27507 h 125810"/>
              <a:gd name="csX26" fmla="*/ 31900 w 97472"/>
              <a:gd name="csY26" fmla="*/ 62019 h 125810"/>
              <a:gd name="csX27" fmla="*/ 0 w 97472"/>
              <a:gd name="csY27" fmla="*/ 93915 h 125810"/>
              <a:gd name="csX28" fmla="*/ 31900 w 97472"/>
              <a:gd name="csY28" fmla="*/ 125811 h 125810"/>
              <a:gd name="csX29" fmla="*/ 63800 w 97472"/>
              <a:gd name="csY29" fmla="*/ 93915 h 125810"/>
              <a:gd name="csX30" fmla="*/ 31900 w 97472"/>
              <a:gd name="csY30" fmla="*/ 62019 h 125810"/>
              <a:gd name="csX31" fmla="*/ 64005 w 97472"/>
              <a:gd name="csY31" fmla="*/ 71855 h 125810"/>
              <a:gd name="csX32" fmla="*/ 70486 w 97472"/>
              <a:gd name="csY32" fmla="*/ 88599 h 125810"/>
              <a:gd name="csX33" fmla="*/ 76203 w 97472"/>
              <a:gd name="csY33" fmla="*/ 88599 h 125810"/>
              <a:gd name="csX34" fmla="*/ 86837 w 97472"/>
              <a:gd name="csY34" fmla="*/ 109863 h 125810"/>
              <a:gd name="csX35" fmla="*/ 87075 w 97472"/>
              <a:gd name="csY35" fmla="*/ 109773 h 125810"/>
              <a:gd name="csX36" fmla="*/ 87364 w 97472"/>
              <a:gd name="csY36" fmla="*/ 110404 h 125810"/>
              <a:gd name="csX37" fmla="*/ 92162 w 97472"/>
              <a:gd name="csY37" fmla="*/ 113408 h 125810"/>
              <a:gd name="csX38" fmla="*/ 94476 w 97472"/>
              <a:gd name="csY38" fmla="*/ 112881 h 125810"/>
              <a:gd name="csX39" fmla="*/ 96942 w 97472"/>
              <a:gd name="csY39" fmla="*/ 105780 h 125810"/>
              <a:gd name="csX40" fmla="*/ 84540 w 97472"/>
              <a:gd name="csY40" fmla="*/ 80121 h 125810"/>
              <a:gd name="csX41" fmla="*/ 81494 w 97472"/>
              <a:gd name="csY41" fmla="*/ 77448 h 125810"/>
              <a:gd name="csX42" fmla="*/ 81477 w 97472"/>
              <a:gd name="csY42" fmla="*/ 77428 h 125810"/>
              <a:gd name="csX43" fmla="*/ 64005 w 97472"/>
              <a:gd name="csY43" fmla="*/ 71855 h 125810"/>
              <a:gd name="csX44" fmla="*/ 31900 w 97472"/>
              <a:gd name="csY44" fmla="*/ 88599 h 125810"/>
              <a:gd name="csX45" fmla="*/ 37209 w 97472"/>
              <a:gd name="csY45" fmla="*/ 93915 h 125810"/>
              <a:gd name="csX46" fmla="*/ 31900 w 97472"/>
              <a:gd name="csY46" fmla="*/ 99231 h 125810"/>
              <a:gd name="csX47" fmla="*/ 26575 w 97472"/>
              <a:gd name="csY47" fmla="*/ 93915 h 125810"/>
              <a:gd name="csX48" fmla="*/ 31900 w 97472"/>
              <a:gd name="csY48" fmla="*/ 88599 h 125810"/>
              <a:gd name="csX49" fmla="*/ 69024 w 97472"/>
              <a:gd name="csY49" fmla="*/ 105780 h 125810"/>
              <a:gd name="csX50" fmla="*/ 66063 w 97472"/>
              <a:gd name="csY50" fmla="*/ 112680 h 125810"/>
              <a:gd name="csX51" fmla="*/ 77343 w 97472"/>
              <a:gd name="csY51" fmla="*/ 123097 h 125810"/>
              <a:gd name="csX52" fmla="*/ 79742 w 97472"/>
              <a:gd name="csY52" fmla="*/ 124040 h 125810"/>
              <a:gd name="csX53" fmla="*/ 93931 w 97472"/>
              <a:gd name="csY53" fmla="*/ 124040 h 125810"/>
              <a:gd name="csX54" fmla="*/ 97470 w 97472"/>
              <a:gd name="csY54" fmla="*/ 120495 h 125810"/>
              <a:gd name="csX55" fmla="*/ 93931 w 97472"/>
              <a:gd name="csY55" fmla="*/ 116951 h 125810"/>
              <a:gd name="csX56" fmla="*/ 81137 w 97472"/>
              <a:gd name="csY56" fmla="*/ 116951 h 125810"/>
              <a:gd name="csX57" fmla="*/ 69024 w 97472"/>
              <a:gd name="csY57" fmla="*/ 105780 h 125810"/>
            </a:gdLst>
            <a:ahLst/>
            <a:cxnLst/>
            <a:rect l="l" t="t" r="r" b="b"/>
            <a:pathLst>
              <a:path w="100000" h="100000">
                <a:moveTo>
                  <a:pt x="66193" y="0"/>
                </a:moveTo>
                <a:cubicBezTo>
                  <a:pt x="59972" y="0"/>
                  <a:pt x="54928" y="5047"/>
                  <a:pt x="54928" y="11262"/>
                </a:cubicBezTo>
                <a:cubicBezTo>
                  <a:pt x="54928" y="17487"/>
                  <a:pt x="59972" y="22536"/>
                  <a:pt x="66193" y="22536"/>
                </a:cubicBezTo>
                <a:cubicBezTo>
                  <a:pt x="72427" y="22536"/>
                  <a:pt x="77472" y="17487"/>
                  <a:pt x="77472" y="11262"/>
                </a:cubicBezTo>
                <a:cubicBezTo>
                  <a:pt x="77472" y="5047"/>
                  <a:pt x="72427" y="0"/>
                  <a:pt x="66193" y="0"/>
                </a:cubicBezTo>
                <a:close/>
                <a:moveTo>
                  <a:pt x="51399" y="21864"/>
                </a:moveTo>
                <a:cubicBezTo>
                  <a:pt x="51318" y="21864"/>
                  <a:pt x="51237" y="21883"/>
                  <a:pt x="51156" y="21887"/>
                </a:cubicBezTo>
                <a:cubicBezTo>
                  <a:pt x="48397" y="21982"/>
                  <a:pt x="36997" y="22414"/>
                  <a:pt x="30912" y="23140"/>
                </a:cubicBezTo>
                <a:cubicBezTo>
                  <a:pt x="27260" y="23577"/>
                  <a:pt x="24177" y="25978"/>
                  <a:pt x="22865" y="29413"/>
                </a:cubicBezTo>
                <a:lnTo>
                  <a:pt x="17172" y="44301"/>
                </a:lnTo>
                <a:cubicBezTo>
                  <a:pt x="16455" y="46179"/>
                  <a:pt x="17185" y="48264"/>
                  <a:pt x="18809" y="49330"/>
                </a:cubicBezTo>
                <a:cubicBezTo>
                  <a:pt x="20931" y="47837"/>
                  <a:pt x="23230" y="46617"/>
                  <a:pt x="25691" y="45687"/>
                </a:cubicBezTo>
                <a:lnTo>
                  <a:pt x="30762" y="32423"/>
                </a:lnTo>
                <a:cubicBezTo>
                  <a:pt x="30898" y="32045"/>
                  <a:pt x="31222" y="31798"/>
                  <a:pt x="31587" y="31652"/>
                </a:cubicBezTo>
                <a:lnTo>
                  <a:pt x="38025" y="33803"/>
                </a:lnTo>
                <a:lnTo>
                  <a:pt x="37659" y="43717"/>
                </a:lnTo>
                <a:cubicBezTo>
                  <a:pt x="46517" y="44013"/>
                  <a:pt x="54442" y="48033"/>
                  <a:pt x="59905" y="54275"/>
                </a:cubicBezTo>
                <a:lnTo>
                  <a:pt x="62758" y="37451"/>
                </a:lnTo>
                <a:cubicBezTo>
                  <a:pt x="63124" y="36302"/>
                  <a:pt x="63380" y="35098"/>
                  <a:pt x="63380" y="33825"/>
                </a:cubicBezTo>
                <a:lnTo>
                  <a:pt x="63380" y="33814"/>
                </a:lnTo>
                <a:lnTo>
                  <a:pt x="63380" y="33809"/>
                </a:lnTo>
                <a:lnTo>
                  <a:pt x="63380" y="33809"/>
                </a:lnTo>
                <a:cubicBezTo>
                  <a:pt x="63367" y="27867"/>
                  <a:pt x="59012" y="22967"/>
                  <a:pt x="53319" y="22052"/>
                </a:cubicBezTo>
                <a:cubicBezTo>
                  <a:pt x="52832" y="21891"/>
                  <a:pt x="52319" y="21816"/>
                  <a:pt x="51777" y="21864"/>
                </a:cubicBezTo>
                <a:cubicBezTo>
                  <a:pt x="51737" y="21864"/>
                  <a:pt x="51642" y="21869"/>
                  <a:pt x="51521" y="21875"/>
                </a:cubicBezTo>
                <a:cubicBezTo>
                  <a:pt x="51480" y="21875"/>
                  <a:pt x="51439" y="21864"/>
                  <a:pt x="51399" y="21864"/>
                </a:cubicBezTo>
                <a:close/>
                <a:moveTo>
                  <a:pt x="36618" y="49296"/>
                </a:moveTo>
                <a:cubicBezTo>
                  <a:pt x="22608" y="49296"/>
                  <a:pt x="11262" y="60645"/>
                  <a:pt x="11262" y="74648"/>
                </a:cubicBezTo>
                <a:cubicBezTo>
                  <a:pt x="11262" y="88652"/>
                  <a:pt x="22608" y="100001"/>
                  <a:pt x="36618" y="100001"/>
                </a:cubicBezTo>
                <a:cubicBezTo>
                  <a:pt x="50628" y="100001"/>
                  <a:pt x="61974" y="88652"/>
                  <a:pt x="61974" y="74648"/>
                </a:cubicBezTo>
                <a:cubicBezTo>
                  <a:pt x="61974" y="60645"/>
                  <a:pt x="50614" y="49296"/>
                  <a:pt x="36618" y="49296"/>
                </a:cubicBezTo>
                <a:close/>
                <a:moveTo>
                  <a:pt x="62137" y="57114"/>
                </a:moveTo>
                <a:cubicBezTo>
                  <a:pt x="64827" y="60998"/>
                  <a:pt x="66612" y="65534"/>
                  <a:pt x="67288" y="70423"/>
                </a:cubicBezTo>
                <a:lnTo>
                  <a:pt x="71832" y="70423"/>
                </a:lnTo>
                <a:lnTo>
                  <a:pt x="80285" y="87325"/>
                </a:lnTo>
                <a:lnTo>
                  <a:pt x="80474" y="87253"/>
                </a:lnTo>
                <a:lnTo>
                  <a:pt x="80703" y="87755"/>
                </a:lnTo>
                <a:cubicBezTo>
                  <a:pt x="81433" y="89261"/>
                  <a:pt x="82948" y="90142"/>
                  <a:pt x="84517" y="90142"/>
                </a:cubicBezTo>
                <a:cubicBezTo>
                  <a:pt x="85139" y="90142"/>
                  <a:pt x="85761" y="90009"/>
                  <a:pt x="86356" y="89723"/>
                </a:cubicBezTo>
                <a:cubicBezTo>
                  <a:pt x="88452" y="88709"/>
                  <a:pt x="89331" y="86178"/>
                  <a:pt x="88317" y="84079"/>
                </a:cubicBezTo>
                <a:lnTo>
                  <a:pt x="78459" y="63684"/>
                </a:lnTo>
                <a:cubicBezTo>
                  <a:pt x="77972" y="62670"/>
                  <a:pt x="77092" y="61926"/>
                  <a:pt x="76038" y="61559"/>
                </a:cubicBezTo>
                <a:lnTo>
                  <a:pt x="76024" y="61544"/>
                </a:lnTo>
                <a:lnTo>
                  <a:pt x="62137" y="57114"/>
                </a:lnTo>
                <a:close/>
                <a:moveTo>
                  <a:pt x="36618" y="70423"/>
                </a:moveTo>
                <a:cubicBezTo>
                  <a:pt x="38944" y="70423"/>
                  <a:pt x="40838" y="72315"/>
                  <a:pt x="40838" y="74648"/>
                </a:cubicBezTo>
                <a:cubicBezTo>
                  <a:pt x="40838" y="76980"/>
                  <a:pt x="38944" y="78874"/>
                  <a:pt x="36618" y="78874"/>
                </a:cubicBezTo>
                <a:cubicBezTo>
                  <a:pt x="34279" y="78874"/>
                  <a:pt x="32385" y="76980"/>
                  <a:pt x="32385" y="74648"/>
                </a:cubicBezTo>
                <a:cubicBezTo>
                  <a:pt x="32385" y="72315"/>
                  <a:pt x="34279" y="70423"/>
                  <a:pt x="36618" y="70423"/>
                </a:cubicBezTo>
                <a:close/>
                <a:moveTo>
                  <a:pt x="66126" y="84079"/>
                </a:moveTo>
                <a:cubicBezTo>
                  <a:pt x="65517" y="85994"/>
                  <a:pt x="64719" y="87832"/>
                  <a:pt x="63772" y="89564"/>
                </a:cubicBezTo>
                <a:lnTo>
                  <a:pt x="72738" y="97844"/>
                </a:lnTo>
                <a:cubicBezTo>
                  <a:pt x="73266" y="98323"/>
                  <a:pt x="73942" y="98593"/>
                  <a:pt x="74645" y="98593"/>
                </a:cubicBezTo>
                <a:lnTo>
                  <a:pt x="85923" y="98593"/>
                </a:lnTo>
                <a:cubicBezTo>
                  <a:pt x="87479" y="98593"/>
                  <a:pt x="88736" y="97332"/>
                  <a:pt x="88736" y="95775"/>
                </a:cubicBezTo>
                <a:cubicBezTo>
                  <a:pt x="88736" y="94217"/>
                  <a:pt x="87479" y="92958"/>
                  <a:pt x="85923" y="92958"/>
                </a:cubicBezTo>
                <a:lnTo>
                  <a:pt x="75754" y="92958"/>
                </a:lnTo>
                <a:lnTo>
                  <a:pt x="66126" y="8407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56" name="Чёрный — SVG 49">
            <a:extLst>
              <a:ext uri="{FF2B5EF4-FFF2-40B4-BE49-F238E27FC236}">
                <a16:creationId xmlns:a16="http://schemas.microsoft.com/office/drawing/2014/main" id="{A2E69D0A-9D7A-BD41-8C73-40D638135C54}"/>
              </a:ext>
            </a:extLst>
          </p:cNvPr>
          <p:cNvSpPr>
            <a:spLocks noGrp="1"/>
          </p:cNvSpPr>
          <p:nvPr/>
        </p:nvSpPr>
        <p:spPr>
          <a:xfrm>
            <a:off x="7620000" y="3470000"/>
            <a:ext cx="220000" cy="220000"/>
          </a:xfrm>
          <a:custGeom>
            <a:avLst/>
            <a:gdLst>
              <a:gd name="csX0" fmla="*/ 23819 w 47637"/>
              <a:gd name="csY0" fmla="*/ 0 h 136185"/>
              <a:gd name="csX1" fmla="*/ 14189 w 47637"/>
              <a:gd name="csY1" fmla="*/ 3986 h 136185"/>
              <a:gd name="csX2" fmla="*/ 10208 w 47637"/>
              <a:gd name="csY2" fmla="*/ 13609 h 136185"/>
              <a:gd name="csX3" fmla="*/ 14189 w 47637"/>
              <a:gd name="csY3" fmla="*/ 23232 h 136185"/>
              <a:gd name="csX4" fmla="*/ 23819 w 47637"/>
              <a:gd name="csY4" fmla="*/ 27218 h 136185"/>
              <a:gd name="csX5" fmla="*/ 33449 w 47637"/>
              <a:gd name="csY5" fmla="*/ 23232 h 136185"/>
              <a:gd name="csX6" fmla="*/ 37430 w 47637"/>
              <a:gd name="csY6" fmla="*/ 13609 h 136185"/>
              <a:gd name="csX7" fmla="*/ 33449 w 47637"/>
              <a:gd name="csY7" fmla="*/ 3986 h 136185"/>
              <a:gd name="csX8" fmla="*/ 23819 w 47637"/>
              <a:gd name="csY8" fmla="*/ 0 h 136185"/>
              <a:gd name="csX9" fmla="*/ 17200 w 47637"/>
              <a:gd name="csY9" fmla="*/ 34301 h 136185"/>
              <a:gd name="csX10" fmla="*/ 0 w 47637"/>
              <a:gd name="csY10" fmla="*/ 54436 h 136185"/>
              <a:gd name="csX11" fmla="*/ 0 w 47637"/>
              <a:gd name="csY11" fmla="*/ 91860 h 136185"/>
              <a:gd name="csX12" fmla="*/ 6805 w 47637"/>
              <a:gd name="csY12" fmla="*/ 98664 h 136185"/>
              <a:gd name="csX13" fmla="*/ 6805 w 47637"/>
              <a:gd name="csY13" fmla="*/ 129284 h 136185"/>
              <a:gd name="csX14" fmla="*/ 7299 w 47637"/>
              <a:gd name="csY14" fmla="*/ 131918 h 136185"/>
              <a:gd name="csX15" fmla="*/ 8762 w 47637"/>
              <a:gd name="csY15" fmla="*/ 134158 h 136185"/>
              <a:gd name="csX16" fmla="*/ 10991 w 47637"/>
              <a:gd name="csY16" fmla="*/ 135658 h 136185"/>
              <a:gd name="csX17" fmla="*/ 13611 w 47637"/>
              <a:gd name="csY17" fmla="*/ 136186 h 136185"/>
              <a:gd name="csX18" fmla="*/ 16231 w 47637"/>
              <a:gd name="csY18" fmla="*/ 135658 h 136185"/>
              <a:gd name="csX19" fmla="*/ 18460 w 47637"/>
              <a:gd name="csY19" fmla="*/ 134158 h 136185"/>
              <a:gd name="csX20" fmla="*/ 19923 w 47637"/>
              <a:gd name="csY20" fmla="*/ 131918 h 136185"/>
              <a:gd name="csX21" fmla="*/ 20416 w 47637"/>
              <a:gd name="csY21" fmla="*/ 129284 h 136185"/>
              <a:gd name="csX22" fmla="*/ 20416 w 47637"/>
              <a:gd name="csY22" fmla="*/ 95262 h 136185"/>
              <a:gd name="csX23" fmla="*/ 27221 w 47637"/>
              <a:gd name="csY23" fmla="*/ 95262 h 136185"/>
              <a:gd name="csX24" fmla="*/ 27221 w 47637"/>
              <a:gd name="csY24" fmla="*/ 129284 h 136185"/>
              <a:gd name="csX25" fmla="*/ 27715 w 47637"/>
              <a:gd name="csY25" fmla="*/ 131918 h 136185"/>
              <a:gd name="csX26" fmla="*/ 29178 w 47637"/>
              <a:gd name="csY26" fmla="*/ 134158 h 136185"/>
              <a:gd name="csX27" fmla="*/ 31407 w 47637"/>
              <a:gd name="csY27" fmla="*/ 135658 h 136185"/>
              <a:gd name="csX28" fmla="*/ 34027 w 47637"/>
              <a:gd name="csY28" fmla="*/ 136186 h 136185"/>
              <a:gd name="csX29" fmla="*/ 36647 w 47637"/>
              <a:gd name="csY29" fmla="*/ 135658 h 136185"/>
              <a:gd name="csX30" fmla="*/ 38876 w 47637"/>
              <a:gd name="csY30" fmla="*/ 134158 h 136185"/>
              <a:gd name="csX31" fmla="*/ 40339 w 47637"/>
              <a:gd name="csY31" fmla="*/ 131918 h 136185"/>
              <a:gd name="csX32" fmla="*/ 40832 w 47637"/>
              <a:gd name="csY32" fmla="*/ 129284 h 136185"/>
              <a:gd name="csX33" fmla="*/ 40832 w 47637"/>
              <a:gd name="csY33" fmla="*/ 98664 h 136185"/>
              <a:gd name="csX34" fmla="*/ 40832 w 47637"/>
              <a:gd name="csY34" fmla="*/ 98664 h 136185"/>
              <a:gd name="csX35" fmla="*/ 47638 w 47637"/>
              <a:gd name="csY35" fmla="*/ 91860 h 136185"/>
              <a:gd name="csX36" fmla="*/ 47638 w 47637"/>
              <a:gd name="csY36" fmla="*/ 54436 h 136185"/>
              <a:gd name="csX37" fmla="*/ 30437 w 47637"/>
              <a:gd name="csY37" fmla="*/ 34301 h 136185"/>
              <a:gd name="csX38" fmla="*/ 25520 w 47637"/>
              <a:gd name="csY38" fmla="*/ 41677 h 136185"/>
              <a:gd name="csX39" fmla="*/ 30624 w 47637"/>
              <a:gd name="csY39" fmla="*/ 64642 h 136185"/>
              <a:gd name="csX40" fmla="*/ 23819 w 47637"/>
              <a:gd name="csY40" fmla="*/ 71447 h 136185"/>
              <a:gd name="csX41" fmla="*/ 17013 w 47637"/>
              <a:gd name="csY41" fmla="*/ 64642 h 136185"/>
              <a:gd name="csX42" fmla="*/ 22117 w 47637"/>
              <a:gd name="csY42" fmla="*/ 41677 h 136185"/>
              <a:gd name="csX43" fmla="*/ 17200 w 47637"/>
              <a:gd name="csY43" fmla="*/ 34301 h 136185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47352" y="0"/>
                  <a:pt x="44803" y="1053"/>
                  <a:pt x="42929" y="2927"/>
                </a:cubicBezTo>
                <a:cubicBezTo>
                  <a:pt x="41055" y="4800"/>
                  <a:pt x="40006" y="7342"/>
                  <a:pt x="40006" y="9993"/>
                </a:cubicBezTo>
                <a:cubicBezTo>
                  <a:pt x="40006" y="12644"/>
                  <a:pt x="41055" y="15185"/>
                  <a:pt x="42929" y="17059"/>
                </a:cubicBezTo>
                <a:cubicBezTo>
                  <a:pt x="44803" y="18933"/>
                  <a:pt x="47352" y="19986"/>
                  <a:pt x="50000" y="19986"/>
                </a:cubicBezTo>
                <a:cubicBezTo>
                  <a:pt x="52649" y="19986"/>
                  <a:pt x="55198" y="18933"/>
                  <a:pt x="57072" y="17059"/>
                </a:cubicBezTo>
                <a:cubicBezTo>
                  <a:pt x="58946" y="15185"/>
                  <a:pt x="59995" y="12644"/>
                  <a:pt x="59995" y="9993"/>
                </a:cubicBezTo>
                <a:cubicBezTo>
                  <a:pt x="59995" y="7342"/>
                  <a:pt x="58946" y="4800"/>
                  <a:pt x="57072" y="2927"/>
                </a:cubicBezTo>
                <a:cubicBezTo>
                  <a:pt x="55198" y="1053"/>
                  <a:pt x="52649" y="0"/>
                  <a:pt x="50000" y="0"/>
                </a:cubicBezTo>
                <a:close/>
                <a:moveTo>
                  <a:pt x="45140" y="25187"/>
                </a:moveTo>
                <a:cubicBezTo>
                  <a:pt x="37995" y="26327"/>
                  <a:pt x="32510" y="32512"/>
                  <a:pt x="32510" y="39972"/>
                </a:cubicBezTo>
                <a:lnTo>
                  <a:pt x="32510" y="67452"/>
                </a:lnTo>
                <a:cubicBezTo>
                  <a:pt x="32510" y="70210"/>
                  <a:pt x="34746" y="72449"/>
                  <a:pt x="37507" y="72449"/>
                </a:cubicBezTo>
                <a:lnTo>
                  <a:pt x="37507" y="94933"/>
                </a:lnTo>
                <a:cubicBezTo>
                  <a:pt x="37495" y="95595"/>
                  <a:pt x="37619" y="96252"/>
                  <a:pt x="37870" y="96867"/>
                </a:cubicBezTo>
                <a:cubicBezTo>
                  <a:pt x="38119" y="97481"/>
                  <a:pt x="38481" y="98041"/>
                  <a:pt x="38944" y="98512"/>
                </a:cubicBezTo>
                <a:cubicBezTo>
                  <a:pt x="39406" y="98984"/>
                  <a:pt x="39968" y="99357"/>
                  <a:pt x="40581" y="99613"/>
                </a:cubicBezTo>
                <a:cubicBezTo>
                  <a:pt x="41193" y="99869"/>
                  <a:pt x="41842" y="100001"/>
                  <a:pt x="42505" y="100001"/>
                </a:cubicBezTo>
                <a:cubicBezTo>
                  <a:pt x="43166" y="100001"/>
                  <a:pt x="43816" y="99869"/>
                  <a:pt x="44429" y="99613"/>
                </a:cubicBezTo>
                <a:cubicBezTo>
                  <a:pt x="45040" y="99357"/>
                  <a:pt x="45603" y="98984"/>
                  <a:pt x="46065" y="98512"/>
                </a:cubicBezTo>
                <a:cubicBezTo>
                  <a:pt x="46527" y="98041"/>
                  <a:pt x="46889" y="97481"/>
                  <a:pt x="47140" y="96867"/>
                </a:cubicBezTo>
                <a:cubicBezTo>
                  <a:pt x="47389" y="96252"/>
                  <a:pt x="47514" y="95595"/>
                  <a:pt x="47502" y="94933"/>
                </a:cubicBezTo>
                <a:lnTo>
                  <a:pt x="47502" y="69950"/>
                </a:lnTo>
                <a:lnTo>
                  <a:pt x="52498" y="69950"/>
                </a:lnTo>
                <a:lnTo>
                  <a:pt x="52498" y="94933"/>
                </a:lnTo>
                <a:cubicBezTo>
                  <a:pt x="52487" y="95595"/>
                  <a:pt x="52611" y="96252"/>
                  <a:pt x="52861" y="96867"/>
                </a:cubicBezTo>
                <a:cubicBezTo>
                  <a:pt x="53112" y="97481"/>
                  <a:pt x="53473" y="98041"/>
                  <a:pt x="53935" y="98512"/>
                </a:cubicBezTo>
                <a:cubicBezTo>
                  <a:pt x="54398" y="98984"/>
                  <a:pt x="54960" y="99357"/>
                  <a:pt x="55572" y="99613"/>
                </a:cubicBezTo>
                <a:cubicBezTo>
                  <a:pt x="56185" y="99869"/>
                  <a:pt x="56834" y="100001"/>
                  <a:pt x="57496" y="100001"/>
                </a:cubicBezTo>
                <a:cubicBezTo>
                  <a:pt x="58158" y="100001"/>
                  <a:pt x="58808" y="99869"/>
                  <a:pt x="59420" y="99613"/>
                </a:cubicBezTo>
                <a:cubicBezTo>
                  <a:pt x="60032" y="99357"/>
                  <a:pt x="60594" y="98984"/>
                  <a:pt x="61057" y="98512"/>
                </a:cubicBezTo>
                <a:cubicBezTo>
                  <a:pt x="61519" y="98041"/>
                  <a:pt x="61881" y="97481"/>
                  <a:pt x="62131" y="96867"/>
                </a:cubicBezTo>
                <a:cubicBezTo>
                  <a:pt x="62381" y="96252"/>
                  <a:pt x="62505" y="95595"/>
                  <a:pt x="62493" y="94933"/>
                </a:cubicBezTo>
                <a:lnTo>
                  <a:pt x="62493" y="72449"/>
                </a:lnTo>
                <a:lnTo>
                  <a:pt x="62493" y="72449"/>
                </a:lnTo>
                <a:cubicBezTo>
                  <a:pt x="65254" y="72449"/>
                  <a:pt x="67491" y="70210"/>
                  <a:pt x="67491" y="67452"/>
                </a:cubicBezTo>
                <a:lnTo>
                  <a:pt x="67491" y="39972"/>
                </a:lnTo>
                <a:cubicBezTo>
                  <a:pt x="67491" y="32512"/>
                  <a:pt x="62005" y="26327"/>
                  <a:pt x="54860" y="25187"/>
                </a:cubicBezTo>
                <a:lnTo>
                  <a:pt x="51249" y="30603"/>
                </a:lnTo>
                <a:lnTo>
                  <a:pt x="54997" y="47466"/>
                </a:lnTo>
                <a:lnTo>
                  <a:pt x="50000" y="52463"/>
                </a:lnTo>
                <a:lnTo>
                  <a:pt x="45003" y="47466"/>
                </a:lnTo>
                <a:lnTo>
                  <a:pt x="48751" y="30603"/>
                </a:lnTo>
                <a:lnTo>
                  <a:pt x="45140" y="2518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457" name="Чёрный — SVG 50">
            <a:extLst>
              <a:ext uri="{FF2B5EF4-FFF2-40B4-BE49-F238E27FC236}">
                <a16:creationId xmlns:a16="http://schemas.microsoft.com/office/drawing/2014/main" id="{7A86E123-5BB1-C54A-A7D0-DE7FABFB0F6F}"/>
              </a:ext>
            </a:extLst>
          </p:cNvPr>
          <p:cNvSpPr>
            <a:spLocks noGrp="1"/>
          </p:cNvSpPr>
          <p:nvPr/>
        </p:nvSpPr>
        <p:spPr>
          <a:xfrm>
            <a:off x="8220000" y="3470000"/>
            <a:ext cx="220000" cy="220000"/>
          </a:xfrm>
          <a:custGeom>
            <a:avLst/>
            <a:gdLst>
              <a:gd name="csX0" fmla="*/ 67337 w 163037"/>
              <a:gd name="csY0" fmla="*/ 0 h 148847"/>
              <a:gd name="csX1" fmla="*/ 57316 w 163037"/>
              <a:gd name="csY1" fmla="*/ 4152 h 148847"/>
              <a:gd name="csX2" fmla="*/ 53165 w 163037"/>
              <a:gd name="csY2" fmla="*/ 14175 h 148847"/>
              <a:gd name="csX3" fmla="*/ 57316 w 163037"/>
              <a:gd name="csY3" fmla="*/ 24200 h 148847"/>
              <a:gd name="csX4" fmla="*/ 67337 w 163037"/>
              <a:gd name="csY4" fmla="*/ 28352 h 148847"/>
              <a:gd name="csX5" fmla="*/ 77358 w 163037"/>
              <a:gd name="csY5" fmla="*/ 24200 h 148847"/>
              <a:gd name="csX6" fmla="*/ 81526 w 163037"/>
              <a:gd name="csY6" fmla="*/ 14175 h 148847"/>
              <a:gd name="csX7" fmla="*/ 77358 w 163037"/>
              <a:gd name="csY7" fmla="*/ 4152 h 148847"/>
              <a:gd name="csX8" fmla="*/ 67337 w 163037"/>
              <a:gd name="csY8" fmla="*/ 0 h 148847"/>
              <a:gd name="csX9" fmla="*/ 19495 w 163037"/>
              <a:gd name="csY9" fmla="*/ 21264 h 148847"/>
              <a:gd name="csX10" fmla="*/ 16297 w 163037"/>
              <a:gd name="csY10" fmla="*/ 22331 h 148847"/>
              <a:gd name="csX11" fmla="*/ 2124 w 163037"/>
              <a:gd name="csY11" fmla="*/ 32962 h 148847"/>
              <a:gd name="csX12" fmla="*/ 1069 w 163037"/>
              <a:gd name="csY12" fmla="*/ 40403 h 148847"/>
              <a:gd name="csX13" fmla="*/ 8504 w 163037"/>
              <a:gd name="csY13" fmla="*/ 41468 h 148847"/>
              <a:gd name="csX14" fmla="*/ 20652 w 163037"/>
              <a:gd name="csY14" fmla="*/ 32360 h 148847"/>
              <a:gd name="csX15" fmla="*/ 33480 w 163037"/>
              <a:gd name="csY15" fmla="*/ 33917 h 148847"/>
              <a:gd name="csX16" fmla="*/ 19393 w 163037"/>
              <a:gd name="csY16" fmla="*/ 64338 h 148847"/>
              <a:gd name="csX17" fmla="*/ 17419 w 163037"/>
              <a:gd name="csY17" fmla="*/ 71239 h 148847"/>
              <a:gd name="csX18" fmla="*/ 14850 w 163037"/>
              <a:gd name="csY18" fmla="*/ 92372 h 148847"/>
              <a:gd name="csX19" fmla="*/ 4149 w 163037"/>
              <a:gd name="csY19" fmla="*/ 112702 h 148847"/>
              <a:gd name="csX20" fmla="*/ 6140 w 163037"/>
              <a:gd name="csY20" fmla="*/ 119741 h 148847"/>
              <a:gd name="csX21" fmla="*/ 8845 w 163037"/>
              <a:gd name="csY21" fmla="*/ 120495 h 148847"/>
              <a:gd name="csX22" fmla="*/ 3537 w 163037"/>
              <a:gd name="csY22" fmla="*/ 125811 h 148847"/>
              <a:gd name="csX23" fmla="*/ 3537 w 163037"/>
              <a:gd name="csY23" fmla="*/ 143531 h 148847"/>
              <a:gd name="csX24" fmla="*/ 8862 w 163037"/>
              <a:gd name="csY24" fmla="*/ 148847 h 148847"/>
              <a:gd name="csX25" fmla="*/ 79740 w 163037"/>
              <a:gd name="csY25" fmla="*/ 148847 h 148847"/>
              <a:gd name="csX26" fmla="*/ 85065 w 163037"/>
              <a:gd name="csY26" fmla="*/ 143531 h 148847"/>
              <a:gd name="csX27" fmla="*/ 85065 w 163037"/>
              <a:gd name="csY27" fmla="*/ 132899 h 148847"/>
              <a:gd name="csX28" fmla="*/ 75571 w 163037"/>
              <a:gd name="csY28" fmla="*/ 120876 h 148847"/>
              <a:gd name="csX29" fmla="*/ 79586 w 163037"/>
              <a:gd name="csY29" fmla="*/ 119721 h 148847"/>
              <a:gd name="csX30" fmla="*/ 95834 w 163037"/>
              <a:gd name="csY30" fmla="*/ 106319 h 148847"/>
              <a:gd name="csX31" fmla="*/ 122358 w 163037"/>
              <a:gd name="csY31" fmla="*/ 106319 h 148847"/>
              <a:gd name="csX32" fmla="*/ 128279 w 163037"/>
              <a:gd name="csY32" fmla="*/ 125188 h 148847"/>
              <a:gd name="csX33" fmla="*/ 128976 w 163037"/>
              <a:gd name="csY33" fmla="*/ 126607 h 148847"/>
              <a:gd name="csX34" fmla="*/ 142706 w 163037"/>
              <a:gd name="csY34" fmla="*/ 146542 h 148847"/>
              <a:gd name="csX35" fmla="*/ 147096 w 163037"/>
              <a:gd name="csY35" fmla="*/ 148847 h 148847"/>
              <a:gd name="csX36" fmla="*/ 149852 w 163037"/>
              <a:gd name="csY36" fmla="*/ 148065 h 148847"/>
              <a:gd name="csX37" fmla="*/ 151774 w 163037"/>
              <a:gd name="csY37" fmla="*/ 141012 h 148847"/>
              <a:gd name="csX38" fmla="*/ 141056 w 163037"/>
              <a:gd name="csY38" fmla="*/ 121056 h 148847"/>
              <a:gd name="csX39" fmla="*/ 133995 w 163037"/>
              <a:gd name="csY39" fmla="*/ 75849 h 148847"/>
              <a:gd name="csX40" fmla="*/ 145275 w 163037"/>
              <a:gd name="csY40" fmla="*/ 80085 h 148847"/>
              <a:gd name="csX41" fmla="*/ 153169 w 163037"/>
              <a:gd name="csY41" fmla="*/ 93126 h 148847"/>
              <a:gd name="csX42" fmla="*/ 157729 w 163037"/>
              <a:gd name="csY42" fmla="*/ 95687 h 148847"/>
              <a:gd name="csX43" fmla="*/ 160485 w 163037"/>
              <a:gd name="csY43" fmla="*/ 94919 h 148847"/>
              <a:gd name="csX44" fmla="*/ 162271 w 163037"/>
              <a:gd name="csY44" fmla="*/ 87617 h 148847"/>
              <a:gd name="csX45" fmla="*/ 153407 w 163037"/>
              <a:gd name="csY45" fmla="*/ 72998 h 148847"/>
              <a:gd name="csX46" fmla="*/ 151468 w 163037"/>
              <a:gd name="csY46" fmla="*/ 71122 h 148847"/>
              <a:gd name="csX47" fmla="*/ 137143 w 163037"/>
              <a:gd name="csY47" fmla="*/ 63045 h 148847"/>
              <a:gd name="csX48" fmla="*/ 129317 w 163037"/>
              <a:gd name="csY48" fmla="*/ 60138 h 148847"/>
              <a:gd name="csX49" fmla="*/ 113750 w 163037"/>
              <a:gd name="csY49" fmla="*/ 57001 h 148847"/>
              <a:gd name="csX50" fmla="*/ 102827 w 163037"/>
              <a:gd name="csY50" fmla="*/ 58918 h 148847"/>
              <a:gd name="csX51" fmla="*/ 90628 w 163037"/>
              <a:gd name="csY51" fmla="*/ 66325 h 148847"/>
              <a:gd name="csX52" fmla="*/ 71896 w 163037"/>
              <a:gd name="csY52" fmla="*/ 52751 h 148847"/>
              <a:gd name="csX53" fmla="*/ 66724 w 163037"/>
              <a:gd name="csY53" fmla="*/ 41966 h 148847"/>
              <a:gd name="csX54" fmla="*/ 59970 w 163037"/>
              <a:gd name="csY54" fmla="*/ 34180 h 148847"/>
              <a:gd name="csX55" fmla="*/ 45509 w 163037"/>
              <a:gd name="csY55" fmla="*/ 24545 h 148847"/>
              <a:gd name="csX56" fmla="*/ 34688 w 163037"/>
              <a:gd name="csY56" fmla="*/ 21264 h 148847"/>
              <a:gd name="csX57" fmla="*/ 19495 w 163037"/>
              <a:gd name="csY57" fmla="*/ 21264 h 148847"/>
              <a:gd name="csX58" fmla="*/ 120504 w 163037"/>
              <a:gd name="csY58" fmla="*/ 24807 h 148847"/>
              <a:gd name="csX59" fmla="*/ 110483 w 163037"/>
              <a:gd name="csY59" fmla="*/ 28960 h 148847"/>
              <a:gd name="csX60" fmla="*/ 106314 w 163037"/>
              <a:gd name="csY60" fmla="*/ 38984 h 148847"/>
              <a:gd name="csX61" fmla="*/ 110483 w 163037"/>
              <a:gd name="csY61" fmla="*/ 49007 h 148847"/>
              <a:gd name="csX62" fmla="*/ 120504 w 163037"/>
              <a:gd name="csY62" fmla="*/ 53160 h 148847"/>
              <a:gd name="csX63" fmla="*/ 130525 w 163037"/>
              <a:gd name="csY63" fmla="*/ 49007 h 148847"/>
              <a:gd name="csX64" fmla="*/ 134676 w 163037"/>
              <a:gd name="csY64" fmla="*/ 38984 h 148847"/>
              <a:gd name="csX65" fmla="*/ 130525 w 163037"/>
              <a:gd name="csY65" fmla="*/ 28960 h 148847"/>
              <a:gd name="csX66" fmla="*/ 120504 w 163037"/>
              <a:gd name="csY66" fmla="*/ 24807 h 148847"/>
              <a:gd name="csX67" fmla="*/ 56907 w 163037"/>
              <a:gd name="csY67" fmla="*/ 51008 h 148847"/>
              <a:gd name="csX68" fmla="*/ 63509 w 163037"/>
              <a:gd name="csY68" fmla="*/ 59513 h 148847"/>
              <a:gd name="csX69" fmla="*/ 63543 w 163037"/>
              <a:gd name="csY69" fmla="*/ 59535 h 148847"/>
              <a:gd name="csX70" fmla="*/ 64581 w 163037"/>
              <a:gd name="csY70" fmla="*/ 60566 h 148847"/>
              <a:gd name="csX71" fmla="*/ 87260 w 163037"/>
              <a:gd name="csY71" fmla="*/ 77006 h 148847"/>
              <a:gd name="csX72" fmla="*/ 87311 w 163037"/>
              <a:gd name="csY72" fmla="*/ 77006 h 148847"/>
              <a:gd name="csX73" fmla="*/ 90390 w 163037"/>
              <a:gd name="csY73" fmla="*/ 78016 h 148847"/>
              <a:gd name="csX74" fmla="*/ 92415 w 163037"/>
              <a:gd name="csY74" fmla="*/ 77615 h 148847"/>
              <a:gd name="csX75" fmla="*/ 106400 w 163037"/>
              <a:gd name="csY75" fmla="*/ 71855 h 148847"/>
              <a:gd name="csX76" fmla="*/ 109530 w 163037"/>
              <a:gd name="csY76" fmla="*/ 91914 h 148847"/>
              <a:gd name="csX77" fmla="*/ 91564 w 163037"/>
              <a:gd name="csY77" fmla="*/ 93951 h 148847"/>
              <a:gd name="csX78" fmla="*/ 88348 w 163037"/>
              <a:gd name="csY78" fmla="*/ 95521 h 148847"/>
              <a:gd name="csX79" fmla="*/ 72390 w 163037"/>
              <a:gd name="csY79" fmla="*/ 111913 h 148847"/>
              <a:gd name="csX80" fmla="*/ 72305 w 163037"/>
              <a:gd name="csY80" fmla="*/ 119222 h 148847"/>
              <a:gd name="csX81" fmla="*/ 74686 w 163037"/>
              <a:gd name="csY81" fmla="*/ 120695 h 148847"/>
              <a:gd name="csX82" fmla="*/ 72662 w 163037"/>
              <a:gd name="csY82" fmla="*/ 120495 h 148847"/>
              <a:gd name="csX83" fmla="*/ 8862 w 163037"/>
              <a:gd name="csY83" fmla="*/ 120495 h 148847"/>
              <a:gd name="csX84" fmla="*/ 13285 w 163037"/>
              <a:gd name="csY84" fmla="*/ 118129 h 148847"/>
              <a:gd name="csX85" fmla="*/ 27457 w 163037"/>
              <a:gd name="csY85" fmla="*/ 96865 h 148847"/>
              <a:gd name="csX86" fmla="*/ 27917 w 163037"/>
              <a:gd name="csY86" fmla="*/ 96012 h 148847"/>
              <a:gd name="csX87" fmla="*/ 35130 w 163037"/>
              <a:gd name="csY87" fmla="*/ 79178 h 148847"/>
              <a:gd name="csX88" fmla="*/ 46342 w 163037"/>
              <a:gd name="csY88" fmla="*/ 92620 h 148847"/>
              <a:gd name="csX89" fmla="*/ 49660 w 163037"/>
              <a:gd name="csY89" fmla="*/ 115934 h 148847"/>
              <a:gd name="csX90" fmla="*/ 55308 w 163037"/>
              <a:gd name="csY90" fmla="*/ 120481 h 148847"/>
              <a:gd name="csX91" fmla="*/ 60259 w 163037"/>
              <a:gd name="csY91" fmla="*/ 115179 h 148847"/>
              <a:gd name="csX92" fmla="*/ 60259 w 163037"/>
              <a:gd name="csY92" fmla="*/ 90371 h 148847"/>
              <a:gd name="csX93" fmla="*/ 59817 w 163037"/>
              <a:gd name="csY93" fmla="*/ 88274 h 148847"/>
              <a:gd name="csX94" fmla="*/ 50119 w 163037"/>
              <a:gd name="csY94" fmla="*/ 65646 h 148847"/>
              <a:gd name="csX95" fmla="*/ 56907 w 163037"/>
              <a:gd name="csY95" fmla="*/ 51008 h 148847"/>
            </a:gdLst>
            <a:ahLst/>
            <a:cxnLst/>
            <a:rect l="l" t="t" r="r" b="b"/>
            <a:pathLst>
              <a:path w="100000" h="100000">
                <a:moveTo>
                  <a:pt x="41302" y="4352"/>
                </a:moveTo>
                <a:cubicBezTo>
                  <a:pt x="38995" y="4352"/>
                  <a:pt x="36783" y="5268"/>
                  <a:pt x="35155" y="6898"/>
                </a:cubicBezTo>
                <a:cubicBezTo>
                  <a:pt x="33527" y="8529"/>
                  <a:pt x="32609" y="10741"/>
                  <a:pt x="32609" y="13046"/>
                </a:cubicBezTo>
                <a:cubicBezTo>
                  <a:pt x="32609" y="15352"/>
                  <a:pt x="33527" y="17564"/>
                  <a:pt x="35155" y="19195"/>
                </a:cubicBezTo>
                <a:cubicBezTo>
                  <a:pt x="36783" y="20826"/>
                  <a:pt x="38995" y="21742"/>
                  <a:pt x="41302" y="21742"/>
                </a:cubicBezTo>
                <a:cubicBezTo>
                  <a:pt x="43608" y="21742"/>
                  <a:pt x="45820" y="20826"/>
                  <a:pt x="47448" y="19195"/>
                </a:cubicBezTo>
                <a:cubicBezTo>
                  <a:pt x="49086" y="17564"/>
                  <a:pt x="50005" y="15352"/>
                  <a:pt x="50005" y="13046"/>
                </a:cubicBezTo>
                <a:cubicBezTo>
                  <a:pt x="50005" y="10741"/>
                  <a:pt x="49086" y="8529"/>
                  <a:pt x="47448" y="6898"/>
                </a:cubicBezTo>
                <a:cubicBezTo>
                  <a:pt x="45820" y="5268"/>
                  <a:pt x="43608" y="4352"/>
                  <a:pt x="41302" y="4352"/>
                </a:cubicBezTo>
                <a:close/>
                <a:moveTo>
                  <a:pt x="11957" y="17394"/>
                </a:moveTo>
                <a:cubicBezTo>
                  <a:pt x="11248" y="17394"/>
                  <a:pt x="10559" y="17624"/>
                  <a:pt x="9996" y="18049"/>
                </a:cubicBezTo>
                <a:lnTo>
                  <a:pt x="1303" y="24569"/>
                </a:lnTo>
                <a:cubicBezTo>
                  <a:pt x="-137" y="25649"/>
                  <a:pt x="-429" y="27692"/>
                  <a:pt x="656" y="29133"/>
                </a:cubicBezTo>
                <a:cubicBezTo>
                  <a:pt x="1731" y="30574"/>
                  <a:pt x="3776" y="30867"/>
                  <a:pt x="5216" y="29786"/>
                </a:cubicBezTo>
                <a:lnTo>
                  <a:pt x="12667" y="24200"/>
                </a:lnTo>
                <a:lnTo>
                  <a:pt x="20535" y="25155"/>
                </a:lnTo>
                <a:lnTo>
                  <a:pt x="11895" y="43814"/>
                </a:lnTo>
                <a:cubicBezTo>
                  <a:pt x="11269" y="45158"/>
                  <a:pt x="10862" y="46582"/>
                  <a:pt x="10684" y="48047"/>
                </a:cubicBezTo>
                <a:lnTo>
                  <a:pt x="9108" y="61009"/>
                </a:lnTo>
                <a:lnTo>
                  <a:pt x="2545" y="73478"/>
                </a:lnTo>
                <a:cubicBezTo>
                  <a:pt x="1741" y="75012"/>
                  <a:pt x="2274" y="76911"/>
                  <a:pt x="3766" y="77796"/>
                </a:cubicBezTo>
                <a:cubicBezTo>
                  <a:pt x="4287" y="78109"/>
                  <a:pt x="4861" y="78258"/>
                  <a:pt x="5425" y="78258"/>
                </a:cubicBezTo>
                <a:cubicBezTo>
                  <a:pt x="3630" y="78261"/>
                  <a:pt x="2169" y="79721"/>
                  <a:pt x="2169" y="81519"/>
                </a:cubicBezTo>
                <a:lnTo>
                  <a:pt x="2169" y="92388"/>
                </a:lnTo>
                <a:cubicBezTo>
                  <a:pt x="2169" y="94188"/>
                  <a:pt x="3630" y="95648"/>
                  <a:pt x="5436" y="95648"/>
                </a:cubicBezTo>
                <a:lnTo>
                  <a:pt x="48909" y="95648"/>
                </a:lnTo>
                <a:cubicBezTo>
                  <a:pt x="50714" y="95648"/>
                  <a:pt x="52175" y="94188"/>
                  <a:pt x="52175" y="92388"/>
                </a:cubicBezTo>
                <a:lnTo>
                  <a:pt x="52175" y="85866"/>
                </a:lnTo>
                <a:cubicBezTo>
                  <a:pt x="52175" y="82291"/>
                  <a:pt x="49692" y="79303"/>
                  <a:pt x="46352" y="78492"/>
                </a:cubicBezTo>
                <a:cubicBezTo>
                  <a:pt x="47208" y="78594"/>
                  <a:pt x="48106" y="78370"/>
                  <a:pt x="48815" y="77784"/>
                </a:cubicBezTo>
                <a:lnTo>
                  <a:pt x="58781" y="69563"/>
                </a:lnTo>
                <a:lnTo>
                  <a:pt x="75049" y="69563"/>
                </a:lnTo>
                <a:lnTo>
                  <a:pt x="78681" y="81137"/>
                </a:lnTo>
                <a:cubicBezTo>
                  <a:pt x="78785" y="81448"/>
                  <a:pt x="78921" y="81740"/>
                  <a:pt x="79108" y="82007"/>
                </a:cubicBezTo>
                <a:lnTo>
                  <a:pt x="87530" y="94234"/>
                </a:lnTo>
                <a:cubicBezTo>
                  <a:pt x="88166" y="95150"/>
                  <a:pt x="89189" y="95648"/>
                  <a:pt x="90222" y="95648"/>
                </a:cubicBezTo>
                <a:cubicBezTo>
                  <a:pt x="90806" y="95648"/>
                  <a:pt x="91391" y="95493"/>
                  <a:pt x="91913" y="95169"/>
                </a:cubicBezTo>
                <a:cubicBezTo>
                  <a:pt x="93395" y="94267"/>
                  <a:pt x="93906" y="92366"/>
                  <a:pt x="93092" y="90843"/>
                </a:cubicBezTo>
                <a:lnTo>
                  <a:pt x="86518" y="78602"/>
                </a:lnTo>
                <a:lnTo>
                  <a:pt x="82187" y="50874"/>
                </a:lnTo>
                <a:lnTo>
                  <a:pt x="89106" y="53473"/>
                </a:lnTo>
                <a:lnTo>
                  <a:pt x="93947" y="61471"/>
                </a:lnTo>
                <a:cubicBezTo>
                  <a:pt x="94563" y="62482"/>
                  <a:pt x="95648" y="63042"/>
                  <a:pt x="96744" y="63042"/>
                </a:cubicBezTo>
                <a:cubicBezTo>
                  <a:pt x="97329" y="63042"/>
                  <a:pt x="97903" y="62891"/>
                  <a:pt x="98435" y="62571"/>
                </a:cubicBezTo>
                <a:cubicBezTo>
                  <a:pt x="99969" y="61639"/>
                  <a:pt x="100459" y="59632"/>
                  <a:pt x="99530" y="58092"/>
                </a:cubicBezTo>
                <a:lnTo>
                  <a:pt x="94093" y="49126"/>
                </a:lnTo>
                <a:cubicBezTo>
                  <a:pt x="93801" y="48645"/>
                  <a:pt x="93395" y="48251"/>
                  <a:pt x="92904" y="47975"/>
                </a:cubicBezTo>
                <a:lnTo>
                  <a:pt x="84118" y="43021"/>
                </a:lnTo>
                <a:cubicBezTo>
                  <a:pt x="82615" y="42173"/>
                  <a:pt x="80998" y="41573"/>
                  <a:pt x="79318" y="41238"/>
                </a:cubicBezTo>
                <a:lnTo>
                  <a:pt x="69769" y="39314"/>
                </a:lnTo>
                <a:cubicBezTo>
                  <a:pt x="67463" y="38846"/>
                  <a:pt x="65084" y="39269"/>
                  <a:pt x="63070" y="40490"/>
                </a:cubicBezTo>
                <a:lnTo>
                  <a:pt x="55587" y="45033"/>
                </a:lnTo>
                <a:lnTo>
                  <a:pt x="44098" y="36707"/>
                </a:lnTo>
                <a:lnTo>
                  <a:pt x="40926" y="30092"/>
                </a:lnTo>
                <a:cubicBezTo>
                  <a:pt x="39997" y="28160"/>
                  <a:pt x="38567" y="26510"/>
                  <a:pt x="36783" y="25316"/>
                </a:cubicBezTo>
                <a:lnTo>
                  <a:pt x="27913" y="19407"/>
                </a:lnTo>
                <a:cubicBezTo>
                  <a:pt x="25951" y="18089"/>
                  <a:pt x="23645" y="17394"/>
                  <a:pt x="21276" y="17394"/>
                </a:cubicBezTo>
                <a:lnTo>
                  <a:pt x="11957" y="17394"/>
                </a:lnTo>
                <a:close/>
                <a:moveTo>
                  <a:pt x="73912" y="19567"/>
                </a:moveTo>
                <a:cubicBezTo>
                  <a:pt x="71606" y="19567"/>
                  <a:pt x="69393" y="20484"/>
                  <a:pt x="67766" y="22115"/>
                </a:cubicBezTo>
                <a:cubicBezTo>
                  <a:pt x="66127" y="23745"/>
                  <a:pt x="65209" y="25957"/>
                  <a:pt x="65209" y="28263"/>
                </a:cubicBezTo>
                <a:cubicBezTo>
                  <a:pt x="65209" y="30569"/>
                  <a:pt x="66127" y="32780"/>
                  <a:pt x="67766" y="34411"/>
                </a:cubicBezTo>
                <a:cubicBezTo>
                  <a:pt x="69393" y="36042"/>
                  <a:pt x="71606" y="36958"/>
                  <a:pt x="73912" y="36958"/>
                </a:cubicBezTo>
                <a:cubicBezTo>
                  <a:pt x="76218" y="36958"/>
                  <a:pt x="78430" y="36042"/>
                  <a:pt x="80059" y="34411"/>
                </a:cubicBezTo>
                <a:cubicBezTo>
                  <a:pt x="81686" y="32780"/>
                  <a:pt x="82605" y="30569"/>
                  <a:pt x="82605" y="28263"/>
                </a:cubicBezTo>
                <a:cubicBezTo>
                  <a:pt x="82605" y="25957"/>
                  <a:pt x="81686" y="23745"/>
                  <a:pt x="80059" y="22115"/>
                </a:cubicBezTo>
                <a:cubicBezTo>
                  <a:pt x="78430" y="20484"/>
                  <a:pt x="76218" y="19567"/>
                  <a:pt x="73912" y="19567"/>
                </a:cubicBezTo>
                <a:close/>
                <a:moveTo>
                  <a:pt x="34904" y="35638"/>
                </a:moveTo>
                <a:lnTo>
                  <a:pt x="38954" y="40855"/>
                </a:lnTo>
                <a:lnTo>
                  <a:pt x="38975" y="40868"/>
                </a:lnTo>
                <a:cubicBezTo>
                  <a:pt x="39162" y="41105"/>
                  <a:pt x="39371" y="41322"/>
                  <a:pt x="39611" y="41500"/>
                </a:cubicBezTo>
                <a:lnTo>
                  <a:pt x="53522" y="51584"/>
                </a:lnTo>
                <a:lnTo>
                  <a:pt x="53553" y="51584"/>
                </a:lnTo>
                <a:cubicBezTo>
                  <a:pt x="54106" y="51975"/>
                  <a:pt x="54753" y="52203"/>
                  <a:pt x="55441" y="52203"/>
                </a:cubicBezTo>
                <a:cubicBezTo>
                  <a:pt x="55849" y="52203"/>
                  <a:pt x="56276" y="52124"/>
                  <a:pt x="56683" y="51958"/>
                </a:cubicBezTo>
                <a:lnTo>
                  <a:pt x="65261" y="48425"/>
                </a:lnTo>
                <a:lnTo>
                  <a:pt x="67181" y="60728"/>
                </a:lnTo>
                <a:lnTo>
                  <a:pt x="56161" y="61977"/>
                </a:lnTo>
                <a:cubicBezTo>
                  <a:pt x="55410" y="62061"/>
                  <a:pt x="54711" y="62400"/>
                  <a:pt x="54189" y="62940"/>
                </a:cubicBezTo>
                <a:lnTo>
                  <a:pt x="44401" y="72994"/>
                </a:lnTo>
                <a:cubicBezTo>
                  <a:pt x="43190" y="74235"/>
                  <a:pt x="43169" y="76206"/>
                  <a:pt x="44349" y="77478"/>
                </a:cubicBezTo>
                <a:cubicBezTo>
                  <a:pt x="44755" y="77921"/>
                  <a:pt x="45257" y="78220"/>
                  <a:pt x="45809" y="78381"/>
                </a:cubicBezTo>
                <a:cubicBezTo>
                  <a:pt x="45403" y="78315"/>
                  <a:pt x="44985" y="78258"/>
                  <a:pt x="44568" y="78258"/>
                </a:cubicBezTo>
                <a:lnTo>
                  <a:pt x="5436" y="78258"/>
                </a:lnTo>
                <a:cubicBezTo>
                  <a:pt x="6489" y="78257"/>
                  <a:pt x="7522" y="77745"/>
                  <a:pt x="8148" y="76807"/>
                </a:cubicBezTo>
                <a:lnTo>
                  <a:pt x="16841" y="63765"/>
                </a:lnTo>
                <a:cubicBezTo>
                  <a:pt x="16956" y="63598"/>
                  <a:pt x="17050" y="63424"/>
                  <a:pt x="17123" y="63241"/>
                </a:cubicBezTo>
                <a:lnTo>
                  <a:pt x="21547" y="52916"/>
                </a:lnTo>
                <a:lnTo>
                  <a:pt x="28424" y="61161"/>
                </a:lnTo>
                <a:lnTo>
                  <a:pt x="30459" y="75461"/>
                </a:lnTo>
                <a:cubicBezTo>
                  <a:pt x="30710" y="77154"/>
                  <a:pt x="32181" y="78374"/>
                  <a:pt x="33924" y="78250"/>
                </a:cubicBezTo>
                <a:cubicBezTo>
                  <a:pt x="35635" y="78129"/>
                  <a:pt x="36960" y="76709"/>
                  <a:pt x="36960" y="74998"/>
                </a:cubicBezTo>
                <a:lnTo>
                  <a:pt x="36960" y="59782"/>
                </a:lnTo>
                <a:cubicBezTo>
                  <a:pt x="36960" y="59341"/>
                  <a:pt x="36866" y="58902"/>
                  <a:pt x="36689" y="58495"/>
                </a:cubicBezTo>
                <a:lnTo>
                  <a:pt x="30741" y="44616"/>
                </a:lnTo>
                <a:lnTo>
                  <a:pt x="34904" y="3563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6095416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E259371B-C1D4-7147-B537-D938F687AC4C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12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BBA16687-6A4A-6B40-B2C2-156B630046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Навигация</a:t>
            </a:r>
          </a:p>
        </p:txBody>
      </p:sp>
      <p:sp>
        <p:nvSpPr>
          <p:cNvPr id="262" name="Красный — SVG 1">
            <a:extLst>
              <a:ext uri="{FF2B5EF4-FFF2-40B4-BE49-F238E27FC236}">
                <a16:creationId xmlns:a16="http://schemas.microsoft.com/office/drawing/2014/main" id="{64922FB0-A929-7742-8DF3-1508A6BC29B3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77973 w 156166"/>
              <a:gd name="csY0" fmla="*/ 1 h 156129"/>
              <a:gd name="csX1" fmla="*/ 72987 w 156166"/>
              <a:gd name="csY1" fmla="*/ 2144 h 156129"/>
              <a:gd name="csX2" fmla="*/ 70997 w 156166"/>
              <a:gd name="csY2" fmla="*/ 7180 h 156129"/>
              <a:gd name="csX3" fmla="*/ 70997 w 156166"/>
              <a:gd name="csY3" fmla="*/ 11109 h 156129"/>
              <a:gd name="csX4" fmla="*/ 11110 w 156166"/>
              <a:gd name="csY4" fmla="*/ 70971 h 156129"/>
              <a:gd name="csX5" fmla="*/ 7197 w 156166"/>
              <a:gd name="csY5" fmla="*/ 70971 h 156129"/>
              <a:gd name="csX6" fmla="*/ 4441 w 156166"/>
              <a:gd name="csY6" fmla="*/ 71482 h 156129"/>
              <a:gd name="csX7" fmla="*/ 2110 w 156166"/>
              <a:gd name="csY7" fmla="*/ 73013 h 156129"/>
              <a:gd name="csX8" fmla="*/ 545 w 156166"/>
              <a:gd name="csY8" fmla="*/ 75326 h 156129"/>
              <a:gd name="csX9" fmla="*/ 0 w 156166"/>
              <a:gd name="csY9" fmla="*/ 78065 h 156129"/>
              <a:gd name="csX10" fmla="*/ 545 w 156166"/>
              <a:gd name="csY10" fmla="*/ 80804 h 156129"/>
              <a:gd name="csX11" fmla="*/ 2110 w 156166"/>
              <a:gd name="csY11" fmla="*/ 83118 h 156129"/>
              <a:gd name="csX12" fmla="*/ 4441 w 156166"/>
              <a:gd name="csY12" fmla="*/ 84648 h 156129"/>
              <a:gd name="csX13" fmla="*/ 7197 w 156166"/>
              <a:gd name="csY13" fmla="*/ 85159 h 156129"/>
              <a:gd name="csX14" fmla="*/ 11110 w 156166"/>
              <a:gd name="csY14" fmla="*/ 85159 h 156129"/>
              <a:gd name="csX15" fmla="*/ 70997 w 156166"/>
              <a:gd name="csY15" fmla="*/ 145021 h 156129"/>
              <a:gd name="csX16" fmla="*/ 70997 w 156166"/>
              <a:gd name="csY16" fmla="*/ 148950 h 156129"/>
              <a:gd name="csX17" fmla="*/ 71507 w 156166"/>
              <a:gd name="csY17" fmla="*/ 151689 h 156129"/>
              <a:gd name="csX18" fmla="*/ 73038 w 156166"/>
              <a:gd name="csY18" fmla="*/ 154020 h 156129"/>
              <a:gd name="csX19" fmla="*/ 75335 w 156166"/>
              <a:gd name="csY19" fmla="*/ 155585 h 156129"/>
              <a:gd name="csX20" fmla="*/ 78074 w 156166"/>
              <a:gd name="csY20" fmla="*/ 156129 h 156129"/>
              <a:gd name="csX21" fmla="*/ 80814 w 156166"/>
              <a:gd name="csY21" fmla="*/ 155585 h 156129"/>
              <a:gd name="csX22" fmla="*/ 83128 w 156166"/>
              <a:gd name="csY22" fmla="*/ 154020 h 156129"/>
              <a:gd name="csX23" fmla="*/ 84659 w 156166"/>
              <a:gd name="csY23" fmla="*/ 151689 h 156129"/>
              <a:gd name="csX24" fmla="*/ 85169 w 156166"/>
              <a:gd name="csY24" fmla="*/ 148950 h 156129"/>
              <a:gd name="csX25" fmla="*/ 85169 w 156166"/>
              <a:gd name="csY25" fmla="*/ 145021 h 156129"/>
              <a:gd name="csX26" fmla="*/ 145039 w 156166"/>
              <a:gd name="csY26" fmla="*/ 85159 h 156129"/>
              <a:gd name="csX27" fmla="*/ 148970 w 156166"/>
              <a:gd name="csY27" fmla="*/ 85159 h 156129"/>
              <a:gd name="csX28" fmla="*/ 151708 w 156166"/>
              <a:gd name="csY28" fmla="*/ 84648 h 156129"/>
              <a:gd name="csX29" fmla="*/ 154039 w 156166"/>
              <a:gd name="csY29" fmla="*/ 83118 h 156129"/>
              <a:gd name="csX30" fmla="*/ 155605 w 156166"/>
              <a:gd name="csY30" fmla="*/ 80804 h 156129"/>
              <a:gd name="csX31" fmla="*/ 156166 w 156166"/>
              <a:gd name="csY31" fmla="*/ 78065 h 156129"/>
              <a:gd name="csX32" fmla="*/ 155605 w 156166"/>
              <a:gd name="csY32" fmla="*/ 75326 h 156129"/>
              <a:gd name="csX33" fmla="*/ 154039 w 156166"/>
              <a:gd name="csY33" fmla="*/ 73013 h 156129"/>
              <a:gd name="csX34" fmla="*/ 151708 w 156166"/>
              <a:gd name="csY34" fmla="*/ 71482 h 156129"/>
              <a:gd name="csX35" fmla="*/ 148970 w 156166"/>
              <a:gd name="csY35" fmla="*/ 70971 h 156129"/>
              <a:gd name="csX36" fmla="*/ 145039 w 156166"/>
              <a:gd name="csY36" fmla="*/ 70971 h 156129"/>
              <a:gd name="csX37" fmla="*/ 85169 w 156166"/>
              <a:gd name="csY37" fmla="*/ 11109 h 156129"/>
              <a:gd name="csX38" fmla="*/ 85169 w 156166"/>
              <a:gd name="csY38" fmla="*/ 7180 h 156129"/>
              <a:gd name="csX39" fmla="*/ 84642 w 156166"/>
              <a:gd name="csY39" fmla="*/ 4424 h 156129"/>
              <a:gd name="csX40" fmla="*/ 83094 w 156166"/>
              <a:gd name="csY40" fmla="*/ 2076 h 156129"/>
              <a:gd name="csX41" fmla="*/ 80746 w 156166"/>
              <a:gd name="csY41" fmla="*/ 529 h 156129"/>
              <a:gd name="csX42" fmla="*/ 77973 w 156166"/>
              <a:gd name="csY42" fmla="*/ 1 h 156129"/>
              <a:gd name="csX43" fmla="*/ 70997 w 156166"/>
              <a:gd name="csY43" fmla="*/ 25433 h 156129"/>
              <a:gd name="csX44" fmla="*/ 70997 w 156166"/>
              <a:gd name="csY44" fmla="*/ 32594 h 156129"/>
              <a:gd name="csX45" fmla="*/ 32598 w 156166"/>
              <a:gd name="csY45" fmla="*/ 70971 h 156129"/>
              <a:gd name="csX46" fmla="*/ 25435 w 156166"/>
              <a:gd name="csY46" fmla="*/ 70971 h 156129"/>
              <a:gd name="csX47" fmla="*/ 70997 w 156166"/>
              <a:gd name="csY47" fmla="*/ 25433 h 156129"/>
              <a:gd name="csX48" fmla="*/ 85169 w 156166"/>
              <a:gd name="csY48" fmla="*/ 25433 h 156129"/>
              <a:gd name="csX49" fmla="*/ 130714 w 156166"/>
              <a:gd name="csY49" fmla="*/ 70971 h 156129"/>
              <a:gd name="csX50" fmla="*/ 123552 w 156166"/>
              <a:gd name="csY50" fmla="*/ 70971 h 156129"/>
              <a:gd name="csX51" fmla="*/ 85169 w 156166"/>
              <a:gd name="csY51" fmla="*/ 32594 h 156129"/>
              <a:gd name="csX52" fmla="*/ 85169 w 156166"/>
              <a:gd name="csY52" fmla="*/ 25433 h 156129"/>
              <a:gd name="csX53" fmla="*/ 70997 w 156166"/>
              <a:gd name="csY53" fmla="*/ 46969 h 156129"/>
              <a:gd name="csX54" fmla="*/ 70997 w 156166"/>
              <a:gd name="csY54" fmla="*/ 49707 h 156129"/>
              <a:gd name="csX55" fmla="*/ 71507 w 156166"/>
              <a:gd name="csY55" fmla="*/ 52463 h 156129"/>
              <a:gd name="csX56" fmla="*/ 73038 w 156166"/>
              <a:gd name="csY56" fmla="*/ 54794 h 156129"/>
              <a:gd name="csX57" fmla="*/ 75335 w 156166"/>
              <a:gd name="csY57" fmla="*/ 56359 h 156129"/>
              <a:gd name="csX58" fmla="*/ 78074 w 156166"/>
              <a:gd name="csY58" fmla="*/ 56903 h 156129"/>
              <a:gd name="csX59" fmla="*/ 80814 w 156166"/>
              <a:gd name="csY59" fmla="*/ 56359 h 156129"/>
              <a:gd name="csX60" fmla="*/ 83128 w 156166"/>
              <a:gd name="csY60" fmla="*/ 54794 h 156129"/>
              <a:gd name="csX61" fmla="*/ 84659 w 156166"/>
              <a:gd name="csY61" fmla="*/ 52463 h 156129"/>
              <a:gd name="csX62" fmla="*/ 85169 w 156166"/>
              <a:gd name="csY62" fmla="*/ 49707 h 156129"/>
              <a:gd name="csX63" fmla="*/ 85169 w 156166"/>
              <a:gd name="csY63" fmla="*/ 46969 h 156129"/>
              <a:gd name="csX64" fmla="*/ 109175 w 156166"/>
              <a:gd name="csY64" fmla="*/ 70971 h 156129"/>
              <a:gd name="csX65" fmla="*/ 106436 w 156166"/>
              <a:gd name="csY65" fmla="*/ 70971 h 156129"/>
              <a:gd name="csX66" fmla="*/ 103697 w 156166"/>
              <a:gd name="csY66" fmla="*/ 71482 h 156129"/>
              <a:gd name="csX67" fmla="*/ 101349 w 156166"/>
              <a:gd name="csY67" fmla="*/ 73013 h 156129"/>
              <a:gd name="csX68" fmla="*/ 99801 w 156166"/>
              <a:gd name="csY68" fmla="*/ 75326 h 156129"/>
              <a:gd name="csX69" fmla="*/ 99239 w 156166"/>
              <a:gd name="csY69" fmla="*/ 78065 h 156129"/>
              <a:gd name="csX70" fmla="*/ 99801 w 156166"/>
              <a:gd name="csY70" fmla="*/ 80804 h 156129"/>
              <a:gd name="csX71" fmla="*/ 101349 w 156166"/>
              <a:gd name="csY71" fmla="*/ 83118 h 156129"/>
              <a:gd name="csX72" fmla="*/ 103697 w 156166"/>
              <a:gd name="csY72" fmla="*/ 84648 h 156129"/>
              <a:gd name="csX73" fmla="*/ 106436 w 156166"/>
              <a:gd name="csY73" fmla="*/ 85159 h 156129"/>
              <a:gd name="csX74" fmla="*/ 109175 w 156166"/>
              <a:gd name="csY74" fmla="*/ 85159 h 156129"/>
              <a:gd name="csX75" fmla="*/ 85169 w 156166"/>
              <a:gd name="csY75" fmla="*/ 109161 h 156129"/>
              <a:gd name="csX76" fmla="*/ 85169 w 156166"/>
              <a:gd name="csY76" fmla="*/ 106423 h 156129"/>
              <a:gd name="csX77" fmla="*/ 84642 w 156166"/>
              <a:gd name="csY77" fmla="*/ 103650 h 156129"/>
              <a:gd name="csX78" fmla="*/ 83094 w 156166"/>
              <a:gd name="csY78" fmla="*/ 101302 h 156129"/>
              <a:gd name="csX79" fmla="*/ 80746 w 156166"/>
              <a:gd name="csY79" fmla="*/ 99754 h 156129"/>
              <a:gd name="csX80" fmla="*/ 77973 w 156166"/>
              <a:gd name="csY80" fmla="*/ 99227 h 156129"/>
              <a:gd name="csX81" fmla="*/ 72987 w 156166"/>
              <a:gd name="csY81" fmla="*/ 101387 h 156129"/>
              <a:gd name="csX82" fmla="*/ 70997 w 156166"/>
              <a:gd name="csY82" fmla="*/ 106423 h 156129"/>
              <a:gd name="csX83" fmla="*/ 70997 w 156166"/>
              <a:gd name="csY83" fmla="*/ 109161 h 156129"/>
              <a:gd name="csX84" fmla="*/ 46974 w 156166"/>
              <a:gd name="csY84" fmla="*/ 85159 h 156129"/>
              <a:gd name="csX85" fmla="*/ 49730 w 156166"/>
              <a:gd name="csY85" fmla="*/ 85159 h 156129"/>
              <a:gd name="csX86" fmla="*/ 52470 w 156166"/>
              <a:gd name="csY86" fmla="*/ 84648 h 156129"/>
              <a:gd name="csX87" fmla="*/ 54800 w 156166"/>
              <a:gd name="csY87" fmla="*/ 83118 h 156129"/>
              <a:gd name="csX88" fmla="*/ 56365 w 156166"/>
              <a:gd name="csY88" fmla="*/ 80804 h 156129"/>
              <a:gd name="csX89" fmla="*/ 56910 w 156166"/>
              <a:gd name="csY89" fmla="*/ 78065 h 156129"/>
              <a:gd name="csX90" fmla="*/ 56365 w 156166"/>
              <a:gd name="csY90" fmla="*/ 75326 h 156129"/>
              <a:gd name="csX91" fmla="*/ 54800 w 156166"/>
              <a:gd name="csY91" fmla="*/ 73013 h 156129"/>
              <a:gd name="csX92" fmla="*/ 52470 w 156166"/>
              <a:gd name="csY92" fmla="*/ 71482 h 156129"/>
              <a:gd name="csX93" fmla="*/ 49730 w 156166"/>
              <a:gd name="csY93" fmla="*/ 70971 h 156129"/>
              <a:gd name="csX94" fmla="*/ 46974 w 156166"/>
              <a:gd name="csY94" fmla="*/ 70971 h 156129"/>
              <a:gd name="csX95" fmla="*/ 70997 w 156166"/>
              <a:gd name="csY95" fmla="*/ 46969 h 156129"/>
              <a:gd name="csX96" fmla="*/ 78074 w 156166"/>
              <a:gd name="csY96" fmla="*/ 63895 h 156129"/>
              <a:gd name="csX97" fmla="*/ 63902 w 156166"/>
              <a:gd name="csY97" fmla="*/ 78065 h 156129"/>
              <a:gd name="csX98" fmla="*/ 78074 w 156166"/>
              <a:gd name="csY98" fmla="*/ 92235 h 156129"/>
              <a:gd name="csX99" fmla="*/ 92264 w 156166"/>
              <a:gd name="csY99" fmla="*/ 78065 h 156129"/>
              <a:gd name="csX100" fmla="*/ 78074 w 156166"/>
              <a:gd name="csY100" fmla="*/ 63895 h 156129"/>
              <a:gd name="csX101" fmla="*/ 25435 w 156166"/>
              <a:gd name="csY101" fmla="*/ 85159 h 156129"/>
              <a:gd name="csX102" fmla="*/ 32598 w 156166"/>
              <a:gd name="csY102" fmla="*/ 85159 h 156129"/>
              <a:gd name="csX103" fmla="*/ 70997 w 156166"/>
              <a:gd name="csY103" fmla="*/ 123536 h 156129"/>
              <a:gd name="csX104" fmla="*/ 70997 w 156166"/>
              <a:gd name="csY104" fmla="*/ 130698 h 156129"/>
              <a:gd name="csX105" fmla="*/ 25435 w 156166"/>
              <a:gd name="csY105" fmla="*/ 85159 h 156129"/>
              <a:gd name="csX106" fmla="*/ 123552 w 156166"/>
              <a:gd name="csY106" fmla="*/ 85159 h 156129"/>
              <a:gd name="csX107" fmla="*/ 130714 w 156166"/>
              <a:gd name="csY107" fmla="*/ 85159 h 156129"/>
              <a:gd name="csX108" fmla="*/ 85169 w 156166"/>
              <a:gd name="csY108" fmla="*/ 130698 h 156129"/>
              <a:gd name="csX109" fmla="*/ 85169 w 156166"/>
              <a:gd name="csY109" fmla="*/ 123536 h 156129"/>
              <a:gd name="csX110" fmla="*/ 123552 w 156166"/>
              <a:gd name="csY110" fmla="*/ 85159 h 156129"/>
            </a:gdLst>
            <a:ahLst/>
            <a:cxnLst/>
            <a:rect l="l" t="t" r="r" b="b"/>
            <a:pathLst>
              <a:path w="100000" h="100000">
                <a:moveTo>
                  <a:pt x="49930" y="12"/>
                </a:moveTo>
                <a:cubicBezTo>
                  <a:pt x="48731" y="34"/>
                  <a:pt x="47576" y="525"/>
                  <a:pt x="46737" y="1385"/>
                </a:cubicBezTo>
                <a:cubicBezTo>
                  <a:pt x="45898" y="2245"/>
                  <a:pt x="45441" y="3411"/>
                  <a:pt x="45463" y="4610"/>
                </a:cubicBezTo>
                <a:lnTo>
                  <a:pt x="45463" y="7125"/>
                </a:lnTo>
                <a:cubicBezTo>
                  <a:pt x="25308" y="9249"/>
                  <a:pt x="9238" y="25317"/>
                  <a:pt x="7114" y="45458"/>
                </a:cubicBezTo>
                <a:lnTo>
                  <a:pt x="4609" y="45458"/>
                </a:lnTo>
                <a:cubicBezTo>
                  <a:pt x="3998" y="45458"/>
                  <a:pt x="3410" y="45567"/>
                  <a:pt x="2844" y="45785"/>
                </a:cubicBezTo>
                <a:cubicBezTo>
                  <a:pt x="2288" y="46014"/>
                  <a:pt x="1776" y="46351"/>
                  <a:pt x="1351" y="46765"/>
                </a:cubicBezTo>
                <a:cubicBezTo>
                  <a:pt x="926" y="47190"/>
                  <a:pt x="588" y="47691"/>
                  <a:pt x="349" y="48246"/>
                </a:cubicBezTo>
                <a:cubicBezTo>
                  <a:pt x="120" y="48802"/>
                  <a:pt x="0" y="49402"/>
                  <a:pt x="0" y="50000"/>
                </a:cubicBezTo>
                <a:cubicBezTo>
                  <a:pt x="0" y="50600"/>
                  <a:pt x="120" y="51198"/>
                  <a:pt x="349" y="51754"/>
                </a:cubicBezTo>
                <a:cubicBezTo>
                  <a:pt x="588" y="52309"/>
                  <a:pt x="926" y="52811"/>
                  <a:pt x="1351" y="53236"/>
                </a:cubicBezTo>
                <a:cubicBezTo>
                  <a:pt x="1776" y="53661"/>
                  <a:pt x="2288" y="53987"/>
                  <a:pt x="2844" y="54216"/>
                </a:cubicBezTo>
                <a:cubicBezTo>
                  <a:pt x="3410" y="54433"/>
                  <a:pt x="3998" y="54554"/>
                  <a:pt x="4609" y="54543"/>
                </a:cubicBezTo>
                <a:lnTo>
                  <a:pt x="7114" y="54543"/>
                </a:lnTo>
                <a:cubicBezTo>
                  <a:pt x="9238" y="74684"/>
                  <a:pt x="25308" y="90751"/>
                  <a:pt x="45463" y="92875"/>
                </a:cubicBezTo>
                <a:lnTo>
                  <a:pt x="45463" y="95391"/>
                </a:lnTo>
                <a:cubicBezTo>
                  <a:pt x="45452" y="95990"/>
                  <a:pt x="45560" y="96589"/>
                  <a:pt x="45789" y="97145"/>
                </a:cubicBezTo>
                <a:cubicBezTo>
                  <a:pt x="46007" y="97701"/>
                  <a:pt x="46345" y="98212"/>
                  <a:pt x="46769" y="98638"/>
                </a:cubicBezTo>
                <a:cubicBezTo>
                  <a:pt x="47184" y="99073"/>
                  <a:pt x="47685" y="99411"/>
                  <a:pt x="48240" y="99640"/>
                </a:cubicBezTo>
                <a:cubicBezTo>
                  <a:pt x="48796" y="99868"/>
                  <a:pt x="49396" y="99988"/>
                  <a:pt x="49994" y="99988"/>
                </a:cubicBezTo>
                <a:cubicBezTo>
                  <a:pt x="50594" y="99988"/>
                  <a:pt x="51193" y="99868"/>
                  <a:pt x="51749" y="99640"/>
                </a:cubicBezTo>
                <a:cubicBezTo>
                  <a:pt x="52304" y="99411"/>
                  <a:pt x="52805" y="99073"/>
                  <a:pt x="53231" y="98638"/>
                </a:cubicBezTo>
                <a:cubicBezTo>
                  <a:pt x="53655" y="98212"/>
                  <a:pt x="53982" y="97701"/>
                  <a:pt x="54211" y="97145"/>
                </a:cubicBezTo>
                <a:cubicBezTo>
                  <a:pt x="54440" y="96589"/>
                  <a:pt x="54548" y="95990"/>
                  <a:pt x="54537" y="95391"/>
                </a:cubicBezTo>
                <a:lnTo>
                  <a:pt x="54537" y="92875"/>
                </a:lnTo>
                <a:cubicBezTo>
                  <a:pt x="74681" y="90751"/>
                  <a:pt x="90751" y="74684"/>
                  <a:pt x="92875" y="54543"/>
                </a:cubicBezTo>
                <a:lnTo>
                  <a:pt x="95392" y="54543"/>
                </a:lnTo>
                <a:cubicBezTo>
                  <a:pt x="95991" y="54554"/>
                  <a:pt x="96590" y="54433"/>
                  <a:pt x="97145" y="54216"/>
                </a:cubicBezTo>
                <a:cubicBezTo>
                  <a:pt x="97701" y="53987"/>
                  <a:pt x="98213" y="53661"/>
                  <a:pt x="98638" y="53236"/>
                </a:cubicBezTo>
                <a:cubicBezTo>
                  <a:pt x="99074" y="52811"/>
                  <a:pt x="99412" y="52309"/>
                  <a:pt x="99641" y="51754"/>
                </a:cubicBezTo>
                <a:cubicBezTo>
                  <a:pt x="99880" y="51198"/>
                  <a:pt x="100000" y="50600"/>
                  <a:pt x="100000" y="50000"/>
                </a:cubicBezTo>
                <a:cubicBezTo>
                  <a:pt x="100000" y="49402"/>
                  <a:pt x="99880" y="48802"/>
                  <a:pt x="99641" y="48246"/>
                </a:cubicBezTo>
                <a:cubicBezTo>
                  <a:pt x="99412" y="47691"/>
                  <a:pt x="99074" y="47190"/>
                  <a:pt x="98638" y="46765"/>
                </a:cubicBezTo>
                <a:cubicBezTo>
                  <a:pt x="98213" y="46351"/>
                  <a:pt x="97701" y="46014"/>
                  <a:pt x="97145" y="45785"/>
                </a:cubicBezTo>
                <a:cubicBezTo>
                  <a:pt x="96590" y="45567"/>
                  <a:pt x="95991" y="45458"/>
                  <a:pt x="95392" y="45458"/>
                </a:cubicBezTo>
                <a:lnTo>
                  <a:pt x="92875" y="45458"/>
                </a:lnTo>
                <a:cubicBezTo>
                  <a:pt x="90751" y="25317"/>
                  <a:pt x="74681" y="9249"/>
                  <a:pt x="54537" y="7125"/>
                </a:cubicBezTo>
                <a:lnTo>
                  <a:pt x="54537" y="4610"/>
                </a:lnTo>
                <a:cubicBezTo>
                  <a:pt x="54548" y="4010"/>
                  <a:pt x="54429" y="3401"/>
                  <a:pt x="54200" y="2845"/>
                </a:cubicBezTo>
                <a:cubicBezTo>
                  <a:pt x="53971" y="2279"/>
                  <a:pt x="53633" y="1766"/>
                  <a:pt x="53209" y="1341"/>
                </a:cubicBezTo>
                <a:cubicBezTo>
                  <a:pt x="52773" y="917"/>
                  <a:pt x="52260" y="568"/>
                  <a:pt x="51705" y="351"/>
                </a:cubicBezTo>
                <a:cubicBezTo>
                  <a:pt x="51139" y="121"/>
                  <a:pt x="50539" y="2"/>
                  <a:pt x="49930" y="12"/>
                </a:cubicBezTo>
                <a:close/>
                <a:moveTo>
                  <a:pt x="45463" y="16298"/>
                </a:moveTo>
                <a:lnTo>
                  <a:pt x="45463" y="20883"/>
                </a:lnTo>
                <a:cubicBezTo>
                  <a:pt x="32846" y="22855"/>
                  <a:pt x="22846" y="32854"/>
                  <a:pt x="20874" y="45458"/>
                </a:cubicBezTo>
                <a:lnTo>
                  <a:pt x="16287" y="45458"/>
                </a:lnTo>
                <a:cubicBezTo>
                  <a:pt x="18303" y="30262"/>
                  <a:pt x="30254" y="18313"/>
                  <a:pt x="45463" y="16298"/>
                </a:cubicBezTo>
                <a:close/>
                <a:moveTo>
                  <a:pt x="54537" y="16298"/>
                </a:moveTo>
                <a:cubicBezTo>
                  <a:pt x="69735" y="18313"/>
                  <a:pt x="81687" y="30262"/>
                  <a:pt x="83702" y="45458"/>
                </a:cubicBezTo>
                <a:lnTo>
                  <a:pt x="79116" y="45458"/>
                </a:lnTo>
                <a:cubicBezTo>
                  <a:pt x="77144" y="32854"/>
                  <a:pt x="67153" y="22855"/>
                  <a:pt x="54537" y="20883"/>
                </a:cubicBezTo>
                <a:lnTo>
                  <a:pt x="54537" y="16298"/>
                </a:lnTo>
                <a:close/>
                <a:moveTo>
                  <a:pt x="45463" y="30088"/>
                </a:moveTo>
                <a:lnTo>
                  <a:pt x="45463" y="31841"/>
                </a:lnTo>
                <a:cubicBezTo>
                  <a:pt x="45452" y="32452"/>
                  <a:pt x="45560" y="33040"/>
                  <a:pt x="45789" y="33606"/>
                </a:cubicBezTo>
                <a:cubicBezTo>
                  <a:pt x="46007" y="34162"/>
                  <a:pt x="46345" y="34674"/>
                  <a:pt x="46769" y="35099"/>
                </a:cubicBezTo>
                <a:cubicBezTo>
                  <a:pt x="47184" y="35523"/>
                  <a:pt x="47685" y="35861"/>
                  <a:pt x="48240" y="36101"/>
                </a:cubicBezTo>
                <a:cubicBezTo>
                  <a:pt x="48796" y="36330"/>
                  <a:pt x="49396" y="36449"/>
                  <a:pt x="49994" y="36449"/>
                </a:cubicBezTo>
                <a:cubicBezTo>
                  <a:pt x="50594" y="36449"/>
                  <a:pt x="51193" y="36330"/>
                  <a:pt x="51749" y="36101"/>
                </a:cubicBezTo>
                <a:cubicBezTo>
                  <a:pt x="52304" y="35861"/>
                  <a:pt x="52805" y="35523"/>
                  <a:pt x="53231" y="35099"/>
                </a:cubicBezTo>
                <a:cubicBezTo>
                  <a:pt x="53655" y="34674"/>
                  <a:pt x="53982" y="34162"/>
                  <a:pt x="54211" y="33606"/>
                </a:cubicBezTo>
                <a:cubicBezTo>
                  <a:pt x="54440" y="33040"/>
                  <a:pt x="54548" y="32452"/>
                  <a:pt x="54537" y="31841"/>
                </a:cubicBezTo>
                <a:lnTo>
                  <a:pt x="54537" y="30088"/>
                </a:lnTo>
                <a:cubicBezTo>
                  <a:pt x="62197" y="31809"/>
                  <a:pt x="68188" y="37800"/>
                  <a:pt x="69910" y="45458"/>
                </a:cubicBezTo>
                <a:lnTo>
                  <a:pt x="68156" y="45458"/>
                </a:lnTo>
                <a:cubicBezTo>
                  <a:pt x="67556" y="45458"/>
                  <a:pt x="66957" y="45567"/>
                  <a:pt x="66402" y="45785"/>
                </a:cubicBezTo>
                <a:cubicBezTo>
                  <a:pt x="65835" y="46014"/>
                  <a:pt x="65334" y="46351"/>
                  <a:pt x="64898" y="46765"/>
                </a:cubicBezTo>
                <a:cubicBezTo>
                  <a:pt x="64473" y="47190"/>
                  <a:pt x="64136" y="47691"/>
                  <a:pt x="63907" y="48246"/>
                </a:cubicBezTo>
                <a:cubicBezTo>
                  <a:pt x="63667" y="48802"/>
                  <a:pt x="63547" y="49402"/>
                  <a:pt x="63547" y="50000"/>
                </a:cubicBezTo>
                <a:cubicBezTo>
                  <a:pt x="63547" y="50600"/>
                  <a:pt x="63667" y="51198"/>
                  <a:pt x="63907" y="51754"/>
                </a:cubicBezTo>
                <a:cubicBezTo>
                  <a:pt x="64136" y="52309"/>
                  <a:pt x="64473" y="52811"/>
                  <a:pt x="64898" y="53236"/>
                </a:cubicBezTo>
                <a:cubicBezTo>
                  <a:pt x="65334" y="53661"/>
                  <a:pt x="65835" y="53987"/>
                  <a:pt x="66402" y="54216"/>
                </a:cubicBezTo>
                <a:cubicBezTo>
                  <a:pt x="66957" y="54433"/>
                  <a:pt x="67556" y="54554"/>
                  <a:pt x="68156" y="54543"/>
                </a:cubicBezTo>
                <a:lnTo>
                  <a:pt x="69910" y="54543"/>
                </a:lnTo>
                <a:cubicBezTo>
                  <a:pt x="68188" y="62201"/>
                  <a:pt x="62197" y="68192"/>
                  <a:pt x="54537" y="69912"/>
                </a:cubicBezTo>
                <a:lnTo>
                  <a:pt x="54537" y="68159"/>
                </a:lnTo>
                <a:cubicBezTo>
                  <a:pt x="54548" y="67549"/>
                  <a:pt x="54429" y="66950"/>
                  <a:pt x="54200" y="66384"/>
                </a:cubicBezTo>
                <a:cubicBezTo>
                  <a:pt x="53971" y="65828"/>
                  <a:pt x="53633" y="65316"/>
                  <a:pt x="53209" y="64880"/>
                </a:cubicBezTo>
                <a:cubicBezTo>
                  <a:pt x="52773" y="64455"/>
                  <a:pt x="52260" y="64118"/>
                  <a:pt x="51705" y="63889"/>
                </a:cubicBezTo>
                <a:cubicBezTo>
                  <a:pt x="51139" y="63660"/>
                  <a:pt x="50539" y="63551"/>
                  <a:pt x="49930" y="63551"/>
                </a:cubicBezTo>
                <a:cubicBezTo>
                  <a:pt x="48731" y="63573"/>
                  <a:pt x="47576" y="64063"/>
                  <a:pt x="46737" y="64934"/>
                </a:cubicBezTo>
                <a:cubicBezTo>
                  <a:pt x="45898" y="65795"/>
                  <a:pt x="45441" y="66950"/>
                  <a:pt x="45463" y="68159"/>
                </a:cubicBezTo>
                <a:lnTo>
                  <a:pt x="45463" y="69912"/>
                </a:lnTo>
                <a:cubicBezTo>
                  <a:pt x="37792" y="68192"/>
                  <a:pt x="31812" y="62201"/>
                  <a:pt x="30080" y="54543"/>
                </a:cubicBezTo>
                <a:lnTo>
                  <a:pt x="31844" y="54543"/>
                </a:lnTo>
                <a:cubicBezTo>
                  <a:pt x="32444" y="54554"/>
                  <a:pt x="33043" y="54433"/>
                  <a:pt x="33599" y="54216"/>
                </a:cubicBezTo>
                <a:cubicBezTo>
                  <a:pt x="34154" y="53987"/>
                  <a:pt x="34666" y="53661"/>
                  <a:pt x="35091" y="53236"/>
                </a:cubicBezTo>
                <a:cubicBezTo>
                  <a:pt x="35516" y="52811"/>
                  <a:pt x="35864" y="52309"/>
                  <a:pt x="36093" y="51754"/>
                </a:cubicBezTo>
                <a:cubicBezTo>
                  <a:pt x="36322" y="51198"/>
                  <a:pt x="36442" y="50600"/>
                  <a:pt x="36442" y="50000"/>
                </a:cubicBezTo>
                <a:cubicBezTo>
                  <a:pt x="36442" y="49402"/>
                  <a:pt x="36322" y="48802"/>
                  <a:pt x="36093" y="48246"/>
                </a:cubicBezTo>
                <a:cubicBezTo>
                  <a:pt x="35864" y="47691"/>
                  <a:pt x="35516" y="47190"/>
                  <a:pt x="35091" y="46765"/>
                </a:cubicBezTo>
                <a:cubicBezTo>
                  <a:pt x="34666" y="46351"/>
                  <a:pt x="34154" y="46014"/>
                  <a:pt x="33599" y="45785"/>
                </a:cubicBezTo>
                <a:cubicBezTo>
                  <a:pt x="33043" y="45567"/>
                  <a:pt x="32444" y="45458"/>
                  <a:pt x="31844" y="45458"/>
                </a:cubicBezTo>
                <a:lnTo>
                  <a:pt x="30080" y="45458"/>
                </a:lnTo>
                <a:cubicBezTo>
                  <a:pt x="31812" y="37800"/>
                  <a:pt x="37792" y="31809"/>
                  <a:pt x="45463" y="30088"/>
                </a:cubicBezTo>
                <a:close/>
                <a:moveTo>
                  <a:pt x="49994" y="40927"/>
                </a:moveTo>
                <a:cubicBezTo>
                  <a:pt x="44983" y="40927"/>
                  <a:pt x="40919" y="44990"/>
                  <a:pt x="40919" y="50000"/>
                </a:cubicBezTo>
                <a:cubicBezTo>
                  <a:pt x="40919" y="55011"/>
                  <a:pt x="44983" y="59074"/>
                  <a:pt x="49994" y="59074"/>
                </a:cubicBezTo>
                <a:cubicBezTo>
                  <a:pt x="55006" y="59074"/>
                  <a:pt x="59081" y="55011"/>
                  <a:pt x="59081" y="50000"/>
                </a:cubicBezTo>
                <a:cubicBezTo>
                  <a:pt x="59081" y="44990"/>
                  <a:pt x="55006" y="40927"/>
                  <a:pt x="49994" y="40927"/>
                </a:cubicBezTo>
                <a:close/>
                <a:moveTo>
                  <a:pt x="16287" y="54543"/>
                </a:moveTo>
                <a:lnTo>
                  <a:pt x="20874" y="54543"/>
                </a:lnTo>
                <a:cubicBezTo>
                  <a:pt x="22846" y="67156"/>
                  <a:pt x="32846" y="77146"/>
                  <a:pt x="45463" y="79117"/>
                </a:cubicBezTo>
                <a:lnTo>
                  <a:pt x="45463" y="83704"/>
                </a:lnTo>
                <a:cubicBezTo>
                  <a:pt x="30254" y="81688"/>
                  <a:pt x="18303" y="69738"/>
                  <a:pt x="16287" y="54543"/>
                </a:cubicBezTo>
                <a:close/>
                <a:moveTo>
                  <a:pt x="79116" y="54543"/>
                </a:moveTo>
                <a:lnTo>
                  <a:pt x="83702" y="54543"/>
                </a:lnTo>
                <a:cubicBezTo>
                  <a:pt x="81687" y="69738"/>
                  <a:pt x="69735" y="81688"/>
                  <a:pt x="54537" y="83704"/>
                </a:cubicBezTo>
                <a:lnTo>
                  <a:pt x="54537" y="79117"/>
                </a:lnTo>
                <a:cubicBezTo>
                  <a:pt x="67153" y="77146"/>
                  <a:pt x="77144" y="67156"/>
                  <a:pt x="79116" y="5454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3" name="Красный — SVG 2">
            <a:extLst>
              <a:ext uri="{FF2B5EF4-FFF2-40B4-BE49-F238E27FC236}">
                <a16:creationId xmlns:a16="http://schemas.microsoft.com/office/drawing/2014/main" id="{DAB130F0-5F3B-BD43-BEB9-9B55BA6862BA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5317 w 127602"/>
              <a:gd name="csY0" fmla="*/ 70871 h 99229"/>
              <a:gd name="csX1" fmla="*/ 74434 w 127602"/>
              <a:gd name="csY1" fmla="*/ 70871 h 99229"/>
              <a:gd name="csX2" fmla="*/ 74434 w 127602"/>
              <a:gd name="csY2" fmla="*/ 93921 h 99229"/>
              <a:gd name="csX3" fmla="*/ 77815 w 127602"/>
              <a:gd name="csY3" fmla="*/ 98872 h 99229"/>
              <a:gd name="csX4" fmla="*/ 79750 w 127602"/>
              <a:gd name="csY4" fmla="*/ 99229 h 99229"/>
              <a:gd name="csX5" fmla="*/ 83660 w 127602"/>
              <a:gd name="csY5" fmla="*/ 97528 h 99229"/>
              <a:gd name="csX6" fmla="*/ 126193 w 127602"/>
              <a:gd name="csY6" fmla="*/ 51445 h 99229"/>
              <a:gd name="csX7" fmla="*/ 126045 w 127602"/>
              <a:gd name="csY7" fmla="*/ 44079 h 99229"/>
              <a:gd name="csX8" fmla="*/ 83511 w 127602"/>
              <a:gd name="csY8" fmla="*/ 1551 h 99229"/>
              <a:gd name="csX9" fmla="*/ 77716 w 127602"/>
              <a:gd name="csY9" fmla="*/ 411 h 99229"/>
              <a:gd name="csX10" fmla="*/ 74434 w 127602"/>
              <a:gd name="csY10" fmla="*/ 5311 h 99229"/>
              <a:gd name="csX11" fmla="*/ 74434 w 127602"/>
              <a:gd name="csY11" fmla="*/ 28344 h 99229"/>
              <a:gd name="csX12" fmla="*/ 5317 w 127602"/>
              <a:gd name="csY12" fmla="*/ 28344 h 99229"/>
              <a:gd name="csX13" fmla="*/ 0 w 127602"/>
              <a:gd name="csY13" fmla="*/ 33668 h 99229"/>
              <a:gd name="csX14" fmla="*/ 0 w 127602"/>
              <a:gd name="csY14" fmla="*/ 65564 h 99229"/>
              <a:gd name="csX15" fmla="*/ 5317 w 127602"/>
              <a:gd name="csY15" fmla="*/ 70871 h 99229"/>
            </a:gdLst>
            <a:ahLst/>
            <a:cxnLst/>
            <a:rect l="l" t="t" r="r" b="b"/>
            <a:pathLst>
              <a:path w="100000" h="100000">
                <a:moveTo>
                  <a:pt x="4167" y="66658"/>
                </a:moveTo>
                <a:lnTo>
                  <a:pt x="58333" y="66658"/>
                </a:lnTo>
                <a:lnTo>
                  <a:pt x="58333" y="84722"/>
                </a:lnTo>
                <a:cubicBezTo>
                  <a:pt x="58333" y="86429"/>
                  <a:pt x="59385" y="87976"/>
                  <a:pt x="60983" y="88602"/>
                </a:cubicBezTo>
                <a:cubicBezTo>
                  <a:pt x="61474" y="88789"/>
                  <a:pt x="61988" y="88882"/>
                  <a:pt x="62499" y="88882"/>
                </a:cubicBezTo>
                <a:cubicBezTo>
                  <a:pt x="63639" y="88882"/>
                  <a:pt x="64758" y="88416"/>
                  <a:pt x="65563" y="87549"/>
                </a:cubicBezTo>
                <a:lnTo>
                  <a:pt x="98896" y="51435"/>
                </a:lnTo>
                <a:cubicBezTo>
                  <a:pt x="100413" y="49794"/>
                  <a:pt x="100360" y="47248"/>
                  <a:pt x="98780" y="45662"/>
                </a:cubicBezTo>
                <a:lnTo>
                  <a:pt x="65446" y="12333"/>
                </a:lnTo>
                <a:cubicBezTo>
                  <a:pt x="64255" y="11147"/>
                  <a:pt x="62461" y="10787"/>
                  <a:pt x="60905" y="11440"/>
                </a:cubicBezTo>
                <a:cubicBezTo>
                  <a:pt x="59346" y="12080"/>
                  <a:pt x="58333" y="13600"/>
                  <a:pt x="58333" y="15280"/>
                </a:cubicBezTo>
                <a:lnTo>
                  <a:pt x="58333" y="33331"/>
                </a:lnTo>
                <a:lnTo>
                  <a:pt x="4167" y="33331"/>
                </a:lnTo>
                <a:cubicBezTo>
                  <a:pt x="1867" y="33331"/>
                  <a:pt x="0" y="35197"/>
                  <a:pt x="0" y="37503"/>
                </a:cubicBezTo>
                <a:lnTo>
                  <a:pt x="0" y="62499"/>
                </a:lnTo>
                <a:cubicBezTo>
                  <a:pt x="0" y="64806"/>
                  <a:pt x="1867" y="66658"/>
                  <a:pt x="4167" y="6665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4" name="Красный — SVG 3">
            <a:extLst>
              <a:ext uri="{FF2B5EF4-FFF2-40B4-BE49-F238E27FC236}">
                <a16:creationId xmlns:a16="http://schemas.microsoft.com/office/drawing/2014/main" id="{2487E76A-821E-434B-8FE9-8393F543CA6B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28208 w 141772"/>
              <a:gd name="csY0" fmla="*/ 2 h 131310"/>
              <a:gd name="csX1" fmla="*/ 23342 w 141772"/>
              <a:gd name="csY1" fmla="*/ 2145 h 131310"/>
              <a:gd name="csX2" fmla="*/ 2076 w 141772"/>
              <a:gd name="csY2" fmla="*/ 23409 h 131310"/>
              <a:gd name="csX3" fmla="*/ 0 w 141772"/>
              <a:gd name="csY3" fmla="*/ 28428 h 131310"/>
              <a:gd name="csX4" fmla="*/ 2076 w 141772"/>
              <a:gd name="csY4" fmla="*/ 33446 h 131310"/>
              <a:gd name="csX5" fmla="*/ 23342 w 141772"/>
              <a:gd name="csY5" fmla="*/ 54710 h 131310"/>
              <a:gd name="csX6" fmla="*/ 25639 w 141772"/>
              <a:gd name="csY6" fmla="*/ 56292 h 131310"/>
              <a:gd name="csX7" fmla="*/ 28378 w 141772"/>
              <a:gd name="csY7" fmla="*/ 56887 h 131310"/>
              <a:gd name="csX8" fmla="*/ 31135 w 141772"/>
              <a:gd name="csY8" fmla="*/ 56360 h 131310"/>
              <a:gd name="csX9" fmla="*/ 33465 w 141772"/>
              <a:gd name="csY9" fmla="*/ 54812 h 131310"/>
              <a:gd name="csX10" fmla="*/ 35014 w 141772"/>
              <a:gd name="csY10" fmla="*/ 52464 h 131310"/>
              <a:gd name="csX11" fmla="*/ 35541 w 141772"/>
              <a:gd name="csY11" fmla="*/ 49725 h 131310"/>
              <a:gd name="csX12" fmla="*/ 34963 w 141772"/>
              <a:gd name="csY12" fmla="*/ 46987 h 131310"/>
              <a:gd name="csX13" fmla="*/ 33363 w 141772"/>
              <a:gd name="csY13" fmla="*/ 44673 h 131310"/>
              <a:gd name="csX14" fmla="*/ 24380 w 141772"/>
              <a:gd name="csY14" fmla="*/ 35691 h 131310"/>
              <a:gd name="csX15" fmla="*/ 51329 w 141772"/>
              <a:gd name="csY15" fmla="*/ 42173 h 131310"/>
              <a:gd name="csX16" fmla="*/ 64005 w 141772"/>
              <a:gd name="csY16" fmla="*/ 32629 h 131310"/>
              <a:gd name="csX17" fmla="*/ 24040 w 141772"/>
              <a:gd name="csY17" fmla="*/ 21487 h 131310"/>
              <a:gd name="csX18" fmla="*/ 33363 w 141772"/>
              <a:gd name="csY18" fmla="*/ 12182 h 131310"/>
              <a:gd name="csX19" fmla="*/ 35371 w 141772"/>
              <a:gd name="csY19" fmla="*/ 8491 h 131310"/>
              <a:gd name="csX20" fmla="*/ 34946 w 141772"/>
              <a:gd name="csY20" fmla="*/ 4323 h 131310"/>
              <a:gd name="csX21" fmla="*/ 32257 w 141772"/>
              <a:gd name="csY21" fmla="*/ 1125 h 131310"/>
              <a:gd name="csX22" fmla="*/ 28208 w 141772"/>
              <a:gd name="csY22" fmla="*/ 2 h 131310"/>
              <a:gd name="csX23" fmla="*/ 113344 w 141772"/>
              <a:gd name="csY23" fmla="*/ 2 h 131310"/>
              <a:gd name="csX24" fmla="*/ 109396 w 141772"/>
              <a:gd name="csY24" fmla="*/ 1210 h 131310"/>
              <a:gd name="csX25" fmla="*/ 106776 w 141772"/>
              <a:gd name="csY25" fmla="*/ 4425 h 131310"/>
              <a:gd name="csX26" fmla="*/ 106419 w 141772"/>
              <a:gd name="csY26" fmla="*/ 8542 h 131310"/>
              <a:gd name="csX27" fmla="*/ 108409 w 141772"/>
              <a:gd name="csY27" fmla="*/ 12182 h 131310"/>
              <a:gd name="csX28" fmla="*/ 117699 w 141772"/>
              <a:gd name="csY28" fmla="*/ 21470 h 131310"/>
              <a:gd name="csX29" fmla="*/ 17728 w 141772"/>
              <a:gd name="csY29" fmla="*/ 124115 h 131310"/>
              <a:gd name="csX30" fmla="*/ 18238 w 141772"/>
              <a:gd name="csY30" fmla="*/ 126854 h 131310"/>
              <a:gd name="csX31" fmla="*/ 19770 w 141772"/>
              <a:gd name="csY31" fmla="*/ 129184 h 131310"/>
              <a:gd name="csX32" fmla="*/ 22066 w 141772"/>
              <a:gd name="csY32" fmla="*/ 130750 h 131310"/>
              <a:gd name="csX33" fmla="*/ 24806 w 141772"/>
              <a:gd name="csY33" fmla="*/ 131311 h 131310"/>
              <a:gd name="csX34" fmla="*/ 27545 w 141772"/>
              <a:gd name="csY34" fmla="*/ 130750 h 131310"/>
              <a:gd name="csX35" fmla="*/ 29859 w 141772"/>
              <a:gd name="csY35" fmla="*/ 129184 h 131310"/>
              <a:gd name="csX36" fmla="*/ 31390 w 141772"/>
              <a:gd name="csY36" fmla="*/ 126854 h 131310"/>
              <a:gd name="csX37" fmla="*/ 31900 w 141772"/>
              <a:gd name="csY37" fmla="*/ 124115 h 131310"/>
              <a:gd name="csX38" fmla="*/ 117393 w 141772"/>
              <a:gd name="csY38" fmla="*/ 35691 h 131310"/>
              <a:gd name="csX39" fmla="*/ 108409 w 141772"/>
              <a:gd name="csY39" fmla="*/ 44673 h 131310"/>
              <a:gd name="csX40" fmla="*/ 106810 w 141772"/>
              <a:gd name="csY40" fmla="*/ 46987 h 131310"/>
              <a:gd name="csX41" fmla="*/ 106232 w 141772"/>
              <a:gd name="csY41" fmla="*/ 49725 h 131310"/>
              <a:gd name="csX42" fmla="*/ 106759 w 141772"/>
              <a:gd name="csY42" fmla="*/ 52464 h 131310"/>
              <a:gd name="csX43" fmla="*/ 108307 w 141772"/>
              <a:gd name="csY43" fmla="*/ 54812 h 131310"/>
              <a:gd name="csX44" fmla="*/ 110638 w 141772"/>
              <a:gd name="csY44" fmla="*/ 56360 h 131310"/>
              <a:gd name="csX45" fmla="*/ 113394 w 141772"/>
              <a:gd name="csY45" fmla="*/ 56887 h 131310"/>
              <a:gd name="csX46" fmla="*/ 116134 w 141772"/>
              <a:gd name="csY46" fmla="*/ 56292 h 131310"/>
              <a:gd name="csX47" fmla="*/ 118431 w 141772"/>
              <a:gd name="csY47" fmla="*/ 54710 h 131310"/>
              <a:gd name="csX48" fmla="*/ 139697 w 141772"/>
              <a:gd name="csY48" fmla="*/ 33446 h 131310"/>
              <a:gd name="csX49" fmla="*/ 141773 w 141772"/>
              <a:gd name="csY49" fmla="*/ 28428 h 131310"/>
              <a:gd name="csX50" fmla="*/ 139697 w 141772"/>
              <a:gd name="csY50" fmla="*/ 23409 h 131310"/>
              <a:gd name="csX51" fmla="*/ 118431 w 141772"/>
              <a:gd name="csY51" fmla="*/ 2145 h 131310"/>
              <a:gd name="csX52" fmla="*/ 116099 w 141772"/>
              <a:gd name="csY52" fmla="*/ 564 h 131310"/>
              <a:gd name="csX53" fmla="*/ 113344 w 141772"/>
              <a:gd name="csY53" fmla="*/ 2 h 131310"/>
              <a:gd name="csX54" fmla="*/ 89235 w 141772"/>
              <a:gd name="csY54" fmla="*/ 50372 h 131310"/>
              <a:gd name="csX55" fmla="*/ 76577 w 141772"/>
              <a:gd name="csY55" fmla="*/ 57721 h 131310"/>
              <a:gd name="csX56" fmla="*/ 109873 w 141772"/>
              <a:gd name="csY56" fmla="*/ 124115 h 131310"/>
              <a:gd name="csX57" fmla="*/ 116967 w 141772"/>
              <a:gd name="csY57" fmla="*/ 131209 h 131310"/>
              <a:gd name="csX58" fmla="*/ 124062 w 141772"/>
              <a:gd name="csY58" fmla="*/ 124115 h 131310"/>
              <a:gd name="csX59" fmla="*/ 89235 w 141772"/>
              <a:gd name="csY59" fmla="*/ 50372 h 131310"/>
            </a:gdLst>
            <a:ahLst/>
            <a:cxnLst/>
            <a:rect l="l" t="t" r="r" b="b"/>
            <a:pathLst>
              <a:path w="100000" h="100000">
                <a:moveTo>
                  <a:pt x="19897" y="3691"/>
                </a:moveTo>
                <a:cubicBezTo>
                  <a:pt x="18601" y="3727"/>
                  <a:pt x="17365" y="4279"/>
                  <a:pt x="16464" y="5203"/>
                </a:cubicBezTo>
                <a:lnTo>
                  <a:pt x="1464" y="20201"/>
                </a:lnTo>
                <a:cubicBezTo>
                  <a:pt x="528" y="21137"/>
                  <a:pt x="0" y="22410"/>
                  <a:pt x="0" y="23742"/>
                </a:cubicBezTo>
                <a:cubicBezTo>
                  <a:pt x="0" y="25061"/>
                  <a:pt x="528" y="26333"/>
                  <a:pt x="1464" y="27281"/>
                </a:cubicBezTo>
                <a:lnTo>
                  <a:pt x="16464" y="42280"/>
                </a:lnTo>
                <a:cubicBezTo>
                  <a:pt x="16921" y="42760"/>
                  <a:pt x="17473" y="43132"/>
                  <a:pt x="18085" y="43396"/>
                </a:cubicBezTo>
                <a:cubicBezTo>
                  <a:pt x="18697" y="43660"/>
                  <a:pt x="19356" y="43803"/>
                  <a:pt x="20017" y="43815"/>
                </a:cubicBezTo>
                <a:cubicBezTo>
                  <a:pt x="20689" y="43815"/>
                  <a:pt x="21349" y="43696"/>
                  <a:pt x="21961" y="43444"/>
                </a:cubicBezTo>
                <a:cubicBezTo>
                  <a:pt x="22573" y="43191"/>
                  <a:pt x="23137" y="42819"/>
                  <a:pt x="23605" y="42352"/>
                </a:cubicBezTo>
                <a:cubicBezTo>
                  <a:pt x="24073" y="41872"/>
                  <a:pt x="24446" y="41320"/>
                  <a:pt x="24697" y="40696"/>
                </a:cubicBezTo>
                <a:cubicBezTo>
                  <a:pt x="24949" y="40084"/>
                  <a:pt x="25081" y="39424"/>
                  <a:pt x="25069" y="38764"/>
                </a:cubicBezTo>
                <a:cubicBezTo>
                  <a:pt x="25069" y="38092"/>
                  <a:pt x="24925" y="37432"/>
                  <a:pt x="24661" y="36832"/>
                </a:cubicBezTo>
                <a:cubicBezTo>
                  <a:pt x="24397" y="36220"/>
                  <a:pt x="24013" y="35668"/>
                  <a:pt x="23533" y="35200"/>
                </a:cubicBezTo>
                <a:lnTo>
                  <a:pt x="17197" y="28865"/>
                </a:lnTo>
                <a:cubicBezTo>
                  <a:pt x="23725" y="29285"/>
                  <a:pt x="30134" y="30881"/>
                  <a:pt x="36205" y="33437"/>
                </a:cubicBezTo>
                <a:cubicBezTo>
                  <a:pt x="39038" y="31000"/>
                  <a:pt x="42026" y="28757"/>
                  <a:pt x="45146" y="26705"/>
                </a:cubicBezTo>
                <a:cubicBezTo>
                  <a:pt x="36350" y="22169"/>
                  <a:pt x="26761" y="19362"/>
                  <a:pt x="16957" y="18846"/>
                </a:cubicBezTo>
                <a:lnTo>
                  <a:pt x="23533" y="12282"/>
                </a:lnTo>
                <a:cubicBezTo>
                  <a:pt x="24253" y="11574"/>
                  <a:pt x="24757" y="10675"/>
                  <a:pt x="24949" y="9679"/>
                </a:cubicBezTo>
                <a:cubicBezTo>
                  <a:pt x="25153" y="8695"/>
                  <a:pt x="25045" y="7675"/>
                  <a:pt x="24649" y="6739"/>
                </a:cubicBezTo>
                <a:cubicBezTo>
                  <a:pt x="24265" y="5815"/>
                  <a:pt x="23593" y="5023"/>
                  <a:pt x="22753" y="4483"/>
                </a:cubicBezTo>
                <a:cubicBezTo>
                  <a:pt x="21901" y="3943"/>
                  <a:pt x="20905" y="3667"/>
                  <a:pt x="19897" y="3691"/>
                </a:cubicBezTo>
                <a:close/>
                <a:moveTo>
                  <a:pt x="79948" y="3691"/>
                </a:moveTo>
                <a:cubicBezTo>
                  <a:pt x="78951" y="3691"/>
                  <a:pt x="77979" y="3991"/>
                  <a:pt x="77163" y="4543"/>
                </a:cubicBezTo>
                <a:cubicBezTo>
                  <a:pt x="76335" y="5107"/>
                  <a:pt x="75700" y="5887"/>
                  <a:pt x="75315" y="6811"/>
                </a:cubicBezTo>
                <a:cubicBezTo>
                  <a:pt x="74944" y="7735"/>
                  <a:pt x="74859" y="8743"/>
                  <a:pt x="75063" y="9715"/>
                </a:cubicBezTo>
                <a:cubicBezTo>
                  <a:pt x="75267" y="10699"/>
                  <a:pt x="75759" y="11586"/>
                  <a:pt x="76467" y="12282"/>
                </a:cubicBezTo>
                <a:lnTo>
                  <a:pt x="83020" y="18834"/>
                </a:lnTo>
                <a:cubicBezTo>
                  <a:pt x="46202" y="20694"/>
                  <a:pt x="12505" y="54027"/>
                  <a:pt x="12505" y="91235"/>
                </a:cubicBezTo>
                <a:cubicBezTo>
                  <a:pt x="12493" y="91895"/>
                  <a:pt x="12613" y="92555"/>
                  <a:pt x="12864" y="93167"/>
                </a:cubicBezTo>
                <a:cubicBezTo>
                  <a:pt x="13105" y="93779"/>
                  <a:pt x="13477" y="94343"/>
                  <a:pt x="13945" y="94811"/>
                </a:cubicBezTo>
                <a:cubicBezTo>
                  <a:pt x="14401" y="95291"/>
                  <a:pt x="14953" y="95663"/>
                  <a:pt x="15564" y="95915"/>
                </a:cubicBezTo>
                <a:cubicBezTo>
                  <a:pt x="16177" y="96179"/>
                  <a:pt x="16837" y="96311"/>
                  <a:pt x="17497" y="96311"/>
                </a:cubicBezTo>
                <a:cubicBezTo>
                  <a:pt x="18157" y="96311"/>
                  <a:pt x="18817" y="96179"/>
                  <a:pt x="19429" y="95915"/>
                </a:cubicBezTo>
                <a:cubicBezTo>
                  <a:pt x="20041" y="95663"/>
                  <a:pt x="20593" y="95291"/>
                  <a:pt x="21061" y="94811"/>
                </a:cubicBezTo>
                <a:cubicBezTo>
                  <a:pt x="21529" y="94343"/>
                  <a:pt x="21889" y="93779"/>
                  <a:pt x="22141" y="93167"/>
                </a:cubicBezTo>
                <a:cubicBezTo>
                  <a:pt x="22381" y="92555"/>
                  <a:pt x="22513" y="91895"/>
                  <a:pt x="22501" y="91235"/>
                </a:cubicBezTo>
                <a:cubicBezTo>
                  <a:pt x="22501" y="60506"/>
                  <a:pt x="52118" y="30953"/>
                  <a:pt x="82804" y="28865"/>
                </a:cubicBezTo>
                <a:lnTo>
                  <a:pt x="76467" y="35200"/>
                </a:lnTo>
                <a:cubicBezTo>
                  <a:pt x="75988" y="35668"/>
                  <a:pt x="75603" y="36220"/>
                  <a:pt x="75339" y="36832"/>
                </a:cubicBezTo>
                <a:cubicBezTo>
                  <a:pt x="75075" y="37432"/>
                  <a:pt x="74932" y="38092"/>
                  <a:pt x="74932" y="38764"/>
                </a:cubicBezTo>
                <a:cubicBezTo>
                  <a:pt x="74920" y="39424"/>
                  <a:pt x="75051" y="40084"/>
                  <a:pt x="75303" y="40696"/>
                </a:cubicBezTo>
                <a:cubicBezTo>
                  <a:pt x="75555" y="41320"/>
                  <a:pt x="75928" y="41872"/>
                  <a:pt x="76395" y="42352"/>
                </a:cubicBezTo>
                <a:cubicBezTo>
                  <a:pt x="76864" y="42819"/>
                  <a:pt x="77428" y="43191"/>
                  <a:pt x="78039" y="43444"/>
                </a:cubicBezTo>
                <a:cubicBezTo>
                  <a:pt x="78652" y="43696"/>
                  <a:pt x="79312" y="43815"/>
                  <a:pt x="79983" y="43815"/>
                </a:cubicBezTo>
                <a:cubicBezTo>
                  <a:pt x="80644" y="43803"/>
                  <a:pt x="81304" y="43660"/>
                  <a:pt x="81916" y="43396"/>
                </a:cubicBezTo>
                <a:cubicBezTo>
                  <a:pt x="82528" y="43132"/>
                  <a:pt x="83080" y="42760"/>
                  <a:pt x="83536" y="42280"/>
                </a:cubicBezTo>
                <a:lnTo>
                  <a:pt x="98536" y="27281"/>
                </a:lnTo>
                <a:cubicBezTo>
                  <a:pt x="99472" y="26333"/>
                  <a:pt x="100001" y="25061"/>
                  <a:pt x="100001" y="23742"/>
                </a:cubicBezTo>
                <a:cubicBezTo>
                  <a:pt x="100001" y="22410"/>
                  <a:pt x="99472" y="21137"/>
                  <a:pt x="98536" y="20201"/>
                </a:cubicBezTo>
                <a:lnTo>
                  <a:pt x="83536" y="5203"/>
                </a:lnTo>
                <a:cubicBezTo>
                  <a:pt x="83068" y="4723"/>
                  <a:pt x="82516" y="4351"/>
                  <a:pt x="81891" y="4088"/>
                </a:cubicBezTo>
                <a:cubicBezTo>
                  <a:pt x="81280" y="3823"/>
                  <a:pt x="80620" y="3691"/>
                  <a:pt x="79948" y="3691"/>
                </a:cubicBezTo>
                <a:close/>
                <a:moveTo>
                  <a:pt x="62943" y="39220"/>
                </a:moveTo>
                <a:cubicBezTo>
                  <a:pt x="59847" y="40696"/>
                  <a:pt x="56847" y="42436"/>
                  <a:pt x="54014" y="44404"/>
                </a:cubicBezTo>
                <a:cubicBezTo>
                  <a:pt x="68019" y="56259"/>
                  <a:pt x="77500" y="73476"/>
                  <a:pt x="77500" y="91235"/>
                </a:cubicBezTo>
                <a:cubicBezTo>
                  <a:pt x="77500" y="93995"/>
                  <a:pt x="79744" y="96239"/>
                  <a:pt x="82504" y="96239"/>
                </a:cubicBezTo>
                <a:cubicBezTo>
                  <a:pt x="85264" y="96239"/>
                  <a:pt x="87508" y="93995"/>
                  <a:pt x="87508" y="91235"/>
                </a:cubicBezTo>
                <a:cubicBezTo>
                  <a:pt x="87508" y="71761"/>
                  <a:pt x="77704" y="52850"/>
                  <a:pt x="62943" y="3922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5" name="Красный — SVG 4">
            <a:extLst>
              <a:ext uri="{FF2B5EF4-FFF2-40B4-BE49-F238E27FC236}">
                <a16:creationId xmlns:a16="http://schemas.microsoft.com/office/drawing/2014/main" id="{8D76F804-D554-D448-BE1D-80ED0046F5AE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65570 w 141772"/>
              <a:gd name="csY5" fmla="*/ 37203 h 141753"/>
              <a:gd name="csX6" fmla="*/ 70895 w 141772"/>
              <a:gd name="csY6" fmla="*/ 31896 h 141753"/>
              <a:gd name="csX7" fmla="*/ 76203 w 141772"/>
              <a:gd name="csY7" fmla="*/ 37203 h 141753"/>
              <a:gd name="csX8" fmla="*/ 76203 w 141772"/>
              <a:gd name="csY8" fmla="*/ 79731 h 141753"/>
              <a:gd name="csX9" fmla="*/ 70895 w 141772"/>
              <a:gd name="csY9" fmla="*/ 85056 h 141753"/>
              <a:gd name="csX10" fmla="*/ 65570 w 141772"/>
              <a:gd name="csY10" fmla="*/ 79731 h 141753"/>
              <a:gd name="csX11" fmla="*/ 65570 w 141772"/>
              <a:gd name="csY11" fmla="*/ 37203 h 141753"/>
              <a:gd name="csX12" fmla="*/ 70895 w 141772"/>
              <a:gd name="csY12" fmla="*/ 109858 h 141753"/>
              <a:gd name="csX13" fmla="*/ 63800 w 141772"/>
              <a:gd name="csY13" fmla="*/ 102781 h 141753"/>
              <a:gd name="csX14" fmla="*/ 70895 w 141772"/>
              <a:gd name="csY14" fmla="*/ 95687 h 141753"/>
              <a:gd name="csX15" fmla="*/ 77973 w 141772"/>
              <a:gd name="csY15" fmla="*/ 102781 h 141753"/>
              <a:gd name="csX16" fmla="*/ 70895 w 141772"/>
              <a:gd name="csY16" fmla="*/ 109858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1" y="99994"/>
                  <a:pt x="100001" y="77568"/>
                  <a:pt x="100001" y="50006"/>
                </a:cubicBezTo>
                <a:cubicBezTo>
                  <a:pt x="100001" y="22433"/>
                  <a:pt x="77571" y="7"/>
                  <a:pt x="50006" y="7"/>
                </a:cubicBezTo>
                <a:close/>
                <a:moveTo>
                  <a:pt x="46250" y="26248"/>
                </a:moveTo>
                <a:cubicBezTo>
                  <a:pt x="46250" y="24184"/>
                  <a:pt x="47930" y="22505"/>
                  <a:pt x="50006" y="22505"/>
                </a:cubicBezTo>
                <a:cubicBezTo>
                  <a:pt x="52070" y="22505"/>
                  <a:pt x="53750" y="24184"/>
                  <a:pt x="53750" y="26248"/>
                </a:cubicBezTo>
                <a:lnTo>
                  <a:pt x="53750" y="56246"/>
                </a:lnTo>
                <a:cubicBezTo>
                  <a:pt x="53750" y="58321"/>
                  <a:pt x="52070" y="60002"/>
                  <a:pt x="50006" y="60002"/>
                </a:cubicBezTo>
                <a:cubicBezTo>
                  <a:pt x="47930" y="60002"/>
                  <a:pt x="46250" y="58321"/>
                  <a:pt x="46250" y="56246"/>
                </a:cubicBezTo>
                <a:lnTo>
                  <a:pt x="46250" y="26248"/>
                </a:lnTo>
                <a:close/>
                <a:moveTo>
                  <a:pt x="50006" y="77496"/>
                </a:moveTo>
                <a:cubicBezTo>
                  <a:pt x="47234" y="77496"/>
                  <a:pt x="45002" y="75264"/>
                  <a:pt x="45002" y="72504"/>
                </a:cubicBezTo>
                <a:cubicBezTo>
                  <a:pt x="45002" y="69733"/>
                  <a:pt x="47234" y="67500"/>
                  <a:pt x="50006" y="67500"/>
                </a:cubicBezTo>
                <a:cubicBezTo>
                  <a:pt x="52766" y="67500"/>
                  <a:pt x="54999" y="69733"/>
                  <a:pt x="54999" y="72504"/>
                </a:cubicBezTo>
                <a:cubicBezTo>
                  <a:pt x="54999" y="75264"/>
                  <a:pt x="52766" y="77496"/>
                  <a:pt x="50006" y="7749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6" name="Красный — SVG 5">
            <a:extLst>
              <a:ext uri="{FF2B5EF4-FFF2-40B4-BE49-F238E27FC236}">
                <a16:creationId xmlns:a16="http://schemas.microsoft.com/office/drawing/2014/main" id="{FEB98B6D-CC80-2048-B008-6D905E0EECB9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97691 w 141772"/>
              <a:gd name="csY5" fmla="*/ 90159 h 141753"/>
              <a:gd name="csX6" fmla="*/ 97691 w 141772"/>
              <a:gd name="csY6" fmla="*/ 97678 h 141753"/>
              <a:gd name="csX7" fmla="*/ 93931 w 141772"/>
              <a:gd name="csY7" fmla="*/ 99226 h 141753"/>
              <a:gd name="csX8" fmla="*/ 90171 w 141772"/>
              <a:gd name="csY8" fmla="*/ 97678 h 141753"/>
              <a:gd name="csX9" fmla="*/ 70895 w 141772"/>
              <a:gd name="csY9" fmla="*/ 78404 h 141753"/>
              <a:gd name="csX10" fmla="*/ 51619 w 141772"/>
              <a:gd name="csY10" fmla="*/ 97678 h 141753"/>
              <a:gd name="csX11" fmla="*/ 47842 w 141772"/>
              <a:gd name="csY11" fmla="*/ 99226 h 141753"/>
              <a:gd name="csX12" fmla="*/ 44082 w 141772"/>
              <a:gd name="csY12" fmla="*/ 97678 h 141753"/>
              <a:gd name="csX13" fmla="*/ 44082 w 141772"/>
              <a:gd name="csY13" fmla="*/ 90159 h 141753"/>
              <a:gd name="csX14" fmla="*/ 63375 w 141772"/>
              <a:gd name="csY14" fmla="*/ 70885 h 141753"/>
              <a:gd name="csX15" fmla="*/ 44099 w 141772"/>
              <a:gd name="csY15" fmla="*/ 51612 h 141753"/>
              <a:gd name="csX16" fmla="*/ 44099 w 141772"/>
              <a:gd name="csY16" fmla="*/ 44093 h 141753"/>
              <a:gd name="csX17" fmla="*/ 51619 w 141772"/>
              <a:gd name="csY17" fmla="*/ 44093 h 141753"/>
              <a:gd name="csX18" fmla="*/ 70895 w 141772"/>
              <a:gd name="csY18" fmla="*/ 63366 h 141753"/>
              <a:gd name="csX19" fmla="*/ 90171 w 141772"/>
              <a:gd name="csY19" fmla="*/ 44093 h 141753"/>
              <a:gd name="csX20" fmla="*/ 97691 w 141772"/>
              <a:gd name="csY20" fmla="*/ 44093 h 141753"/>
              <a:gd name="csX21" fmla="*/ 97691 w 141772"/>
              <a:gd name="csY21" fmla="*/ 51612 h 141753"/>
              <a:gd name="csX22" fmla="*/ 78415 w 141772"/>
              <a:gd name="csY22" fmla="*/ 70885 h 141753"/>
              <a:gd name="csX23" fmla="*/ 97691 w 141772"/>
              <a:gd name="csY23" fmla="*/ 90159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381" y="7"/>
                  <a:pt x="0" y="22385"/>
                  <a:pt x="0" y="50006"/>
                </a:cubicBezTo>
                <a:cubicBezTo>
                  <a:pt x="0" y="77616"/>
                  <a:pt x="22381" y="99994"/>
                  <a:pt x="50006" y="99994"/>
                </a:cubicBezTo>
                <a:cubicBezTo>
                  <a:pt x="77620" y="99994"/>
                  <a:pt x="100001" y="77616"/>
                  <a:pt x="100001" y="50006"/>
                </a:cubicBezTo>
                <a:cubicBezTo>
                  <a:pt x="100001" y="22385"/>
                  <a:pt x="77620" y="7"/>
                  <a:pt x="50006" y="7"/>
                </a:cubicBezTo>
                <a:close/>
                <a:moveTo>
                  <a:pt x="68907" y="63601"/>
                </a:moveTo>
                <a:cubicBezTo>
                  <a:pt x="70371" y="65065"/>
                  <a:pt x="70371" y="67440"/>
                  <a:pt x="68907" y="68905"/>
                </a:cubicBezTo>
                <a:cubicBezTo>
                  <a:pt x="68175" y="69636"/>
                  <a:pt x="67215" y="69997"/>
                  <a:pt x="66255" y="69997"/>
                </a:cubicBezTo>
                <a:cubicBezTo>
                  <a:pt x="65295" y="69997"/>
                  <a:pt x="64335" y="69636"/>
                  <a:pt x="63603" y="68905"/>
                </a:cubicBezTo>
                <a:lnTo>
                  <a:pt x="50006" y="55310"/>
                </a:lnTo>
                <a:lnTo>
                  <a:pt x="36410" y="68905"/>
                </a:lnTo>
                <a:cubicBezTo>
                  <a:pt x="35678" y="69636"/>
                  <a:pt x="34706" y="69997"/>
                  <a:pt x="33746" y="69997"/>
                </a:cubicBezTo>
                <a:cubicBezTo>
                  <a:pt x="32786" y="69997"/>
                  <a:pt x="31826" y="69636"/>
                  <a:pt x="31094" y="68905"/>
                </a:cubicBezTo>
                <a:cubicBezTo>
                  <a:pt x="29629" y="67440"/>
                  <a:pt x="29629" y="65065"/>
                  <a:pt x="31094" y="63601"/>
                </a:cubicBezTo>
                <a:lnTo>
                  <a:pt x="44702" y="50006"/>
                </a:lnTo>
                <a:lnTo>
                  <a:pt x="31106" y="36412"/>
                </a:lnTo>
                <a:cubicBezTo>
                  <a:pt x="29641" y="34936"/>
                  <a:pt x="29641" y="32572"/>
                  <a:pt x="31106" y="31108"/>
                </a:cubicBezTo>
                <a:cubicBezTo>
                  <a:pt x="32569" y="29644"/>
                  <a:pt x="34934" y="29644"/>
                  <a:pt x="36410" y="31108"/>
                </a:cubicBezTo>
                <a:lnTo>
                  <a:pt x="50006" y="44702"/>
                </a:lnTo>
                <a:lnTo>
                  <a:pt x="63603" y="31108"/>
                </a:lnTo>
                <a:cubicBezTo>
                  <a:pt x="65067" y="29644"/>
                  <a:pt x="67443" y="29644"/>
                  <a:pt x="68907" y="31108"/>
                </a:cubicBezTo>
                <a:cubicBezTo>
                  <a:pt x="70371" y="32572"/>
                  <a:pt x="70371" y="34936"/>
                  <a:pt x="68907" y="36412"/>
                </a:cubicBezTo>
                <a:lnTo>
                  <a:pt x="55311" y="50006"/>
                </a:lnTo>
                <a:lnTo>
                  <a:pt x="68907" y="6360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7" name="Красный — SVG 6">
            <a:extLst>
              <a:ext uri="{FF2B5EF4-FFF2-40B4-BE49-F238E27FC236}">
                <a16:creationId xmlns:a16="http://schemas.microsoft.com/office/drawing/2014/main" id="{FA0B9288-DCAA-B743-9658-7B9AD6E70BC9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108089 h 127583"/>
              <a:gd name="csX4" fmla="*/ 19497 w 127600"/>
              <a:gd name="csY4" fmla="*/ 127583 h 127583"/>
              <a:gd name="csX5" fmla="*/ 108103 w 127600"/>
              <a:gd name="csY5" fmla="*/ 127583 h 127583"/>
              <a:gd name="csX6" fmla="*/ 127601 w 127600"/>
              <a:gd name="csY6" fmla="*/ 108089 h 127583"/>
              <a:gd name="csX7" fmla="*/ 127601 w 127600"/>
              <a:gd name="csY7" fmla="*/ 19495 h 127583"/>
              <a:gd name="csX8" fmla="*/ 108103 w 127600"/>
              <a:gd name="csY8" fmla="*/ 0 h 127583"/>
              <a:gd name="csX9" fmla="*/ 104786 w 127600"/>
              <a:gd name="csY9" fmla="*/ 44518 h 127583"/>
              <a:gd name="csX10" fmla="*/ 55157 w 127600"/>
              <a:gd name="csY10" fmla="*/ 94140 h 127583"/>
              <a:gd name="csX11" fmla="*/ 51397 w 127600"/>
              <a:gd name="csY11" fmla="*/ 95687 h 127583"/>
              <a:gd name="csX12" fmla="*/ 47638 w 127600"/>
              <a:gd name="csY12" fmla="*/ 94140 h 127583"/>
              <a:gd name="csX13" fmla="*/ 26371 w 127600"/>
              <a:gd name="csY13" fmla="*/ 72876 h 127583"/>
              <a:gd name="csX14" fmla="*/ 26371 w 127600"/>
              <a:gd name="csY14" fmla="*/ 65357 h 127583"/>
              <a:gd name="csX15" fmla="*/ 33891 w 127600"/>
              <a:gd name="csY15" fmla="*/ 65357 h 127583"/>
              <a:gd name="csX16" fmla="*/ 51397 w 127600"/>
              <a:gd name="csY16" fmla="*/ 82861 h 127583"/>
              <a:gd name="csX17" fmla="*/ 97248 w 127600"/>
              <a:gd name="csY17" fmla="*/ 36999 h 127583"/>
              <a:gd name="csX18" fmla="*/ 104769 w 127600"/>
              <a:gd name="csY18" fmla="*/ 36999 h 127583"/>
              <a:gd name="csX19" fmla="*/ 104786 w 127600"/>
              <a:gd name="csY19" fmla="*/ 44518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  <a:moveTo>
                  <a:pt x="82121" y="34895"/>
                </a:moveTo>
                <a:lnTo>
                  <a:pt x="43226" y="73784"/>
                </a:lnTo>
                <a:cubicBezTo>
                  <a:pt x="42414" y="74597"/>
                  <a:pt x="41347" y="74996"/>
                  <a:pt x="40280" y="74996"/>
                </a:cubicBezTo>
                <a:cubicBezTo>
                  <a:pt x="39213" y="74996"/>
                  <a:pt x="38147" y="74597"/>
                  <a:pt x="37334" y="73784"/>
                </a:cubicBezTo>
                <a:lnTo>
                  <a:pt x="20667" y="57120"/>
                </a:lnTo>
                <a:cubicBezTo>
                  <a:pt x="19040" y="55479"/>
                  <a:pt x="19040" y="52853"/>
                  <a:pt x="20667" y="51227"/>
                </a:cubicBezTo>
                <a:cubicBezTo>
                  <a:pt x="22293" y="49600"/>
                  <a:pt x="24933" y="49600"/>
                  <a:pt x="26560" y="51227"/>
                </a:cubicBezTo>
                <a:lnTo>
                  <a:pt x="40280" y="64945"/>
                </a:lnTo>
                <a:lnTo>
                  <a:pt x="76213" y="29003"/>
                </a:lnTo>
                <a:cubicBezTo>
                  <a:pt x="77840" y="27377"/>
                  <a:pt x="80480" y="27377"/>
                  <a:pt x="82107" y="29003"/>
                </a:cubicBezTo>
                <a:cubicBezTo>
                  <a:pt x="83734" y="30629"/>
                  <a:pt x="83734" y="33269"/>
                  <a:pt x="82121" y="3489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8" name="Красный — SVG 7">
            <a:extLst>
              <a:ext uri="{FF2B5EF4-FFF2-40B4-BE49-F238E27FC236}">
                <a16:creationId xmlns:a16="http://schemas.microsoft.com/office/drawing/2014/main" id="{045A18D9-AB45-4A4C-A888-1CCA78C6F3D4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104775 w 106332"/>
              <a:gd name="csY0" fmla="*/ 24602 h 155945"/>
              <a:gd name="csX1" fmla="*/ 81737 w 106332"/>
              <a:gd name="csY1" fmla="*/ 1569 h 155945"/>
              <a:gd name="csX2" fmla="*/ 74219 w 106332"/>
              <a:gd name="csY2" fmla="*/ 1569 h 155945"/>
              <a:gd name="csX3" fmla="*/ 1558 w 106332"/>
              <a:gd name="csY3" fmla="*/ 74207 h 155945"/>
              <a:gd name="csX4" fmla="*/ 1558 w 106332"/>
              <a:gd name="csY4" fmla="*/ 81726 h 155945"/>
              <a:gd name="csX5" fmla="*/ 74219 w 106332"/>
              <a:gd name="csY5" fmla="*/ 154380 h 155945"/>
              <a:gd name="csX6" fmla="*/ 77975 w 106332"/>
              <a:gd name="csY6" fmla="*/ 155945 h 155945"/>
              <a:gd name="csX7" fmla="*/ 81737 w 106332"/>
              <a:gd name="csY7" fmla="*/ 154380 h 155945"/>
              <a:gd name="csX8" fmla="*/ 104775 w 106332"/>
              <a:gd name="csY8" fmla="*/ 131347 h 155945"/>
              <a:gd name="csX9" fmla="*/ 104775 w 106332"/>
              <a:gd name="csY9" fmla="*/ 123828 h 155945"/>
              <a:gd name="csX10" fmla="*/ 58910 w 106332"/>
              <a:gd name="csY10" fmla="*/ 77966 h 155945"/>
              <a:gd name="csX11" fmla="*/ 104772 w 106332"/>
              <a:gd name="csY11" fmla="*/ 32121 h 155945"/>
              <a:gd name="csX12" fmla="*/ 104775 w 106332"/>
              <a:gd name="csY12" fmla="*/ 24602 h 155945"/>
            </a:gdLst>
            <a:ahLst/>
            <a:cxnLst/>
            <a:rect l="l" t="t" r="r" b="b"/>
            <a:pathLst>
              <a:path w="100000" h="100000">
                <a:moveTo>
                  <a:pt x="83094" y="15776"/>
                </a:moveTo>
                <a:lnTo>
                  <a:pt x="68321" y="1006"/>
                </a:lnTo>
                <a:cubicBezTo>
                  <a:pt x="66989" y="-335"/>
                  <a:pt x="64832" y="-335"/>
                  <a:pt x="63500" y="1006"/>
                </a:cubicBezTo>
                <a:lnTo>
                  <a:pt x="16906" y="47585"/>
                </a:lnTo>
                <a:cubicBezTo>
                  <a:pt x="15574" y="48916"/>
                  <a:pt x="15574" y="51076"/>
                  <a:pt x="16906" y="52407"/>
                </a:cubicBezTo>
                <a:lnTo>
                  <a:pt x="63500" y="98996"/>
                </a:lnTo>
                <a:cubicBezTo>
                  <a:pt x="64163" y="99662"/>
                  <a:pt x="65036" y="100000"/>
                  <a:pt x="65909" y="100000"/>
                </a:cubicBezTo>
                <a:cubicBezTo>
                  <a:pt x="66782" y="100000"/>
                  <a:pt x="67655" y="99662"/>
                  <a:pt x="68321" y="98996"/>
                </a:cubicBezTo>
                <a:lnTo>
                  <a:pt x="83094" y="84226"/>
                </a:lnTo>
                <a:cubicBezTo>
                  <a:pt x="84426" y="82896"/>
                  <a:pt x="84426" y="80736"/>
                  <a:pt x="83094" y="79405"/>
                </a:cubicBezTo>
                <a:lnTo>
                  <a:pt x="53683" y="49996"/>
                </a:lnTo>
                <a:lnTo>
                  <a:pt x="83092" y="20598"/>
                </a:lnTo>
                <a:cubicBezTo>
                  <a:pt x="84424" y="19267"/>
                  <a:pt x="84424" y="17107"/>
                  <a:pt x="83094" y="1577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9" name="Красный — SVG 8">
            <a:extLst>
              <a:ext uri="{FF2B5EF4-FFF2-40B4-BE49-F238E27FC236}">
                <a16:creationId xmlns:a16="http://schemas.microsoft.com/office/drawing/2014/main" id="{2CCA9A33-22D5-1F42-A8D7-BFD419634D8C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124079 w 148969"/>
              <a:gd name="csY0" fmla="*/ 0 h 127652"/>
              <a:gd name="csX1" fmla="*/ 120132 w 148969"/>
              <a:gd name="csY1" fmla="*/ 1208 h 127652"/>
              <a:gd name="csX2" fmla="*/ 117512 w 148969"/>
              <a:gd name="csY2" fmla="*/ 4423 h 127652"/>
              <a:gd name="csX3" fmla="*/ 117154 w 148969"/>
              <a:gd name="csY3" fmla="*/ 8540 h 127652"/>
              <a:gd name="csX4" fmla="*/ 119145 w 148969"/>
              <a:gd name="csY4" fmla="*/ 12163 h 127652"/>
              <a:gd name="csX5" fmla="*/ 124759 w 148969"/>
              <a:gd name="csY5" fmla="*/ 17794 h 127652"/>
              <a:gd name="csX6" fmla="*/ 95803 w 148969"/>
              <a:gd name="csY6" fmla="*/ 17794 h 127652"/>
              <a:gd name="csX7" fmla="*/ 90784 w 148969"/>
              <a:gd name="csY7" fmla="*/ 19869 h 127652"/>
              <a:gd name="csX8" fmla="*/ 88708 w 148969"/>
              <a:gd name="csY8" fmla="*/ 24870 h 127652"/>
              <a:gd name="csX9" fmla="*/ 88708 w 148969"/>
              <a:gd name="csY9" fmla="*/ 49689 h 127652"/>
              <a:gd name="csX10" fmla="*/ 63902 w 148969"/>
              <a:gd name="csY10" fmla="*/ 49689 h 127652"/>
              <a:gd name="csX11" fmla="*/ 58883 w 148969"/>
              <a:gd name="csY11" fmla="*/ 51765 h 127652"/>
              <a:gd name="csX12" fmla="*/ 56808 w 148969"/>
              <a:gd name="csY12" fmla="*/ 56766 h 127652"/>
              <a:gd name="csX13" fmla="*/ 56808 w 148969"/>
              <a:gd name="csY13" fmla="*/ 81585 h 127652"/>
              <a:gd name="csX14" fmla="*/ 32002 w 148969"/>
              <a:gd name="csY14" fmla="*/ 81585 h 127652"/>
              <a:gd name="csX15" fmla="*/ 26983 w 148969"/>
              <a:gd name="csY15" fmla="*/ 83660 h 127652"/>
              <a:gd name="csX16" fmla="*/ 24908 w 148969"/>
              <a:gd name="csY16" fmla="*/ 88662 h 127652"/>
              <a:gd name="csX17" fmla="*/ 24908 w 148969"/>
              <a:gd name="csY17" fmla="*/ 113481 h 127652"/>
              <a:gd name="csX18" fmla="*/ 7197 w 148969"/>
              <a:gd name="csY18" fmla="*/ 113481 h 127652"/>
              <a:gd name="csX19" fmla="*/ 4440 w 148969"/>
              <a:gd name="csY19" fmla="*/ 113991 h 127652"/>
              <a:gd name="csX20" fmla="*/ 2110 w 148969"/>
              <a:gd name="csY20" fmla="*/ 115522 h 127652"/>
              <a:gd name="csX21" fmla="*/ 544 w 148969"/>
              <a:gd name="csY21" fmla="*/ 117836 h 127652"/>
              <a:gd name="csX22" fmla="*/ 0 w 148969"/>
              <a:gd name="csY22" fmla="*/ 120558 h 127652"/>
              <a:gd name="csX23" fmla="*/ 544 w 148969"/>
              <a:gd name="csY23" fmla="*/ 123296 h 127652"/>
              <a:gd name="csX24" fmla="*/ 2110 w 148969"/>
              <a:gd name="csY24" fmla="*/ 125610 h 127652"/>
              <a:gd name="csX25" fmla="*/ 4440 w 148969"/>
              <a:gd name="csY25" fmla="*/ 127141 h 127652"/>
              <a:gd name="csX26" fmla="*/ 7197 w 148969"/>
              <a:gd name="csY26" fmla="*/ 127651 h 127652"/>
              <a:gd name="csX27" fmla="*/ 32002 w 148969"/>
              <a:gd name="csY27" fmla="*/ 127651 h 127652"/>
              <a:gd name="csX28" fmla="*/ 37021 w 148969"/>
              <a:gd name="csY28" fmla="*/ 125576 h 127652"/>
              <a:gd name="csX29" fmla="*/ 39097 w 148969"/>
              <a:gd name="csY29" fmla="*/ 120558 h 127652"/>
              <a:gd name="csX30" fmla="*/ 39097 w 148969"/>
              <a:gd name="csY30" fmla="*/ 95756 h 127652"/>
              <a:gd name="csX31" fmla="*/ 63902 w 148969"/>
              <a:gd name="csY31" fmla="*/ 95756 h 127652"/>
              <a:gd name="csX32" fmla="*/ 68921 w 148969"/>
              <a:gd name="csY32" fmla="*/ 93680 h 127652"/>
              <a:gd name="csX33" fmla="*/ 70997 w 148969"/>
              <a:gd name="csY33" fmla="*/ 88662 h 127652"/>
              <a:gd name="csX34" fmla="*/ 70997 w 148969"/>
              <a:gd name="csY34" fmla="*/ 63860 h 127652"/>
              <a:gd name="csX35" fmla="*/ 95803 w 148969"/>
              <a:gd name="csY35" fmla="*/ 63860 h 127652"/>
              <a:gd name="csX36" fmla="*/ 100821 w 148969"/>
              <a:gd name="csY36" fmla="*/ 61784 h 127652"/>
              <a:gd name="csX37" fmla="*/ 102897 w 148969"/>
              <a:gd name="csY37" fmla="*/ 56766 h 127652"/>
              <a:gd name="csX38" fmla="*/ 102897 w 148969"/>
              <a:gd name="csY38" fmla="*/ 31964 h 127652"/>
              <a:gd name="csX39" fmla="*/ 124759 w 148969"/>
              <a:gd name="csY39" fmla="*/ 31964 h 127652"/>
              <a:gd name="csX40" fmla="*/ 119145 w 148969"/>
              <a:gd name="csY40" fmla="*/ 37578 h 127652"/>
              <a:gd name="csX41" fmla="*/ 117546 w 148969"/>
              <a:gd name="csY41" fmla="*/ 39891 h 127652"/>
              <a:gd name="csX42" fmla="*/ 116967 w 148969"/>
              <a:gd name="csY42" fmla="*/ 42630 h 127652"/>
              <a:gd name="csX43" fmla="*/ 117495 w 148969"/>
              <a:gd name="csY43" fmla="*/ 45386 h 127652"/>
              <a:gd name="csX44" fmla="*/ 119043 w 148969"/>
              <a:gd name="csY44" fmla="*/ 47716 h 127652"/>
              <a:gd name="csX45" fmla="*/ 121374 w 148969"/>
              <a:gd name="csY45" fmla="*/ 49264 h 127652"/>
              <a:gd name="csX46" fmla="*/ 124130 w 148969"/>
              <a:gd name="csY46" fmla="*/ 49792 h 127652"/>
              <a:gd name="csX47" fmla="*/ 126869 w 148969"/>
              <a:gd name="csY47" fmla="*/ 49213 h 127652"/>
              <a:gd name="csX48" fmla="*/ 129166 w 148969"/>
              <a:gd name="csY48" fmla="*/ 47614 h 127652"/>
              <a:gd name="csX49" fmla="*/ 146894 w 148969"/>
              <a:gd name="csY49" fmla="*/ 29889 h 127652"/>
              <a:gd name="csX50" fmla="*/ 148970 w 148969"/>
              <a:gd name="csY50" fmla="*/ 24870 h 127652"/>
              <a:gd name="csX51" fmla="*/ 146894 w 148969"/>
              <a:gd name="csY51" fmla="*/ 19869 h 127652"/>
              <a:gd name="csX52" fmla="*/ 129166 w 148969"/>
              <a:gd name="csY52" fmla="*/ 2143 h 127652"/>
              <a:gd name="csX53" fmla="*/ 126835 w 148969"/>
              <a:gd name="csY53" fmla="*/ 561 h 127652"/>
              <a:gd name="csX54" fmla="*/ 124079 w 148969"/>
              <a:gd name="csY54" fmla="*/ 0 h 127652"/>
            </a:gdLst>
            <a:ahLst/>
            <a:cxnLst/>
            <a:rect l="l" t="t" r="r" b="b"/>
            <a:pathLst>
              <a:path w="100000" h="100000">
                <a:moveTo>
                  <a:pt x="83292" y="7155"/>
                </a:moveTo>
                <a:cubicBezTo>
                  <a:pt x="82344" y="7155"/>
                  <a:pt x="81419" y="7440"/>
                  <a:pt x="80642" y="7966"/>
                </a:cubicBezTo>
                <a:cubicBezTo>
                  <a:pt x="79854" y="8502"/>
                  <a:pt x="79249" y="9245"/>
                  <a:pt x="78884" y="10124"/>
                </a:cubicBezTo>
                <a:cubicBezTo>
                  <a:pt x="78529" y="11003"/>
                  <a:pt x="78449" y="11963"/>
                  <a:pt x="78643" y="12888"/>
                </a:cubicBezTo>
                <a:cubicBezTo>
                  <a:pt x="78838" y="13813"/>
                  <a:pt x="79306" y="14668"/>
                  <a:pt x="79980" y="15320"/>
                </a:cubicBezTo>
                <a:lnTo>
                  <a:pt x="83748" y="19100"/>
                </a:lnTo>
                <a:lnTo>
                  <a:pt x="64311" y="19100"/>
                </a:lnTo>
                <a:cubicBezTo>
                  <a:pt x="63043" y="19100"/>
                  <a:pt x="61832" y="19602"/>
                  <a:pt x="60942" y="20493"/>
                </a:cubicBezTo>
                <a:cubicBezTo>
                  <a:pt x="60050" y="21383"/>
                  <a:pt x="59548" y="22594"/>
                  <a:pt x="59548" y="23850"/>
                </a:cubicBezTo>
                <a:lnTo>
                  <a:pt x="59548" y="40510"/>
                </a:lnTo>
                <a:lnTo>
                  <a:pt x="42896" y="40510"/>
                </a:lnTo>
                <a:cubicBezTo>
                  <a:pt x="41629" y="40510"/>
                  <a:pt x="40418" y="41013"/>
                  <a:pt x="39527" y="41904"/>
                </a:cubicBezTo>
                <a:cubicBezTo>
                  <a:pt x="38636" y="42794"/>
                  <a:pt x="38134" y="44005"/>
                  <a:pt x="38134" y="45261"/>
                </a:cubicBezTo>
                <a:lnTo>
                  <a:pt x="38134" y="61921"/>
                </a:lnTo>
                <a:lnTo>
                  <a:pt x="21482" y="61921"/>
                </a:lnTo>
                <a:cubicBezTo>
                  <a:pt x="20215" y="61921"/>
                  <a:pt x="19004" y="62424"/>
                  <a:pt x="18113" y="63314"/>
                </a:cubicBezTo>
                <a:cubicBezTo>
                  <a:pt x="17222" y="64205"/>
                  <a:pt x="16720" y="65416"/>
                  <a:pt x="16720" y="66672"/>
                </a:cubicBezTo>
                <a:lnTo>
                  <a:pt x="16720" y="83332"/>
                </a:lnTo>
                <a:lnTo>
                  <a:pt x="4831" y="83332"/>
                </a:lnTo>
                <a:cubicBezTo>
                  <a:pt x="4191" y="83321"/>
                  <a:pt x="3575" y="83435"/>
                  <a:pt x="2980" y="83675"/>
                </a:cubicBezTo>
                <a:cubicBezTo>
                  <a:pt x="2398" y="83904"/>
                  <a:pt x="1861" y="84257"/>
                  <a:pt x="1416" y="84703"/>
                </a:cubicBezTo>
                <a:cubicBezTo>
                  <a:pt x="971" y="85137"/>
                  <a:pt x="617" y="85673"/>
                  <a:pt x="365" y="86256"/>
                </a:cubicBezTo>
                <a:cubicBezTo>
                  <a:pt x="126" y="86839"/>
                  <a:pt x="0" y="87455"/>
                  <a:pt x="0" y="88083"/>
                </a:cubicBezTo>
                <a:cubicBezTo>
                  <a:pt x="0" y="88722"/>
                  <a:pt x="126" y="89339"/>
                  <a:pt x="365" y="89921"/>
                </a:cubicBezTo>
                <a:cubicBezTo>
                  <a:pt x="617" y="90504"/>
                  <a:pt x="971" y="91029"/>
                  <a:pt x="1416" y="91474"/>
                </a:cubicBezTo>
                <a:cubicBezTo>
                  <a:pt x="1861" y="91919"/>
                  <a:pt x="2398" y="92262"/>
                  <a:pt x="2980" y="92502"/>
                </a:cubicBezTo>
                <a:cubicBezTo>
                  <a:pt x="3575" y="92742"/>
                  <a:pt x="4191" y="92856"/>
                  <a:pt x="4831" y="92844"/>
                </a:cubicBezTo>
                <a:lnTo>
                  <a:pt x="21482" y="92844"/>
                </a:lnTo>
                <a:cubicBezTo>
                  <a:pt x="22739" y="92844"/>
                  <a:pt x="23949" y="92342"/>
                  <a:pt x="24851" y="91452"/>
                </a:cubicBezTo>
                <a:cubicBezTo>
                  <a:pt x="25742" y="90561"/>
                  <a:pt x="26245" y="89350"/>
                  <a:pt x="26245" y="88083"/>
                </a:cubicBezTo>
                <a:lnTo>
                  <a:pt x="26245" y="71434"/>
                </a:lnTo>
                <a:lnTo>
                  <a:pt x="42896" y="71434"/>
                </a:lnTo>
                <a:cubicBezTo>
                  <a:pt x="44153" y="71434"/>
                  <a:pt x="45363" y="70931"/>
                  <a:pt x="46265" y="70040"/>
                </a:cubicBezTo>
                <a:cubicBezTo>
                  <a:pt x="47156" y="69150"/>
                  <a:pt x="47659" y="67939"/>
                  <a:pt x="47659" y="66672"/>
                </a:cubicBezTo>
                <a:lnTo>
                  <a:pt x="47659" y="50023"/>
                </a:lnTo>
                <a:lnTo>
                  <a:pt x="64311" y="50023"/>
                </a:lnTo>
                <a:cubicBezTo>
                  <a:pt x="65567" y="50023"/>
                  <a:pt x="66777" y="49520"/>
                  <a:pt x="67679" y="48629"/>
                </a:cubicBezTo>
                <a:cubicBezTo>
                  <a:pt x="68571" y="47739"/>
                  <a:pt x="69073" y="46528"/>
                  <a:pt x="69073" y="45261"/>
                </a:cubicBezTo>
                <a:lnTo>
                  <a:pt x="69073" y="28612"/>
                </a:lnTo>
                <a:lnTo>
                  <a:pt x="83748" y="28612"/>
                </a:lnTo>
                <a:lnTo>
                  <a:pt x="79980" y="32380"/>
                </a:lnTo>
                <a:cubicBezTo>
                  <a:pt x="79523" y="32825"/>
                  <a:pt x="79157" y="33350"/>
                  <a:pt x="78906" y="33933"/>
                </a:cubicBezTo>
                <a:cubicBezTo>
                  <a:pt x="78655" y="34516"/>
                  <a:pt x="78518" y="35132"/>
                  <a:pt x="78518" y="35772"/>
                </a:cubicBezTo>
                <a:cubicBezTo>
                  <a:pt x="78506" y="36400"/>
                  <a:pt x="78632" y="37028"/>
                  <a:pt x="78872" y="37622"/>
                </a:cubicBezTo>
                <a:cubicBezTo>
                  <a:pt x="79112" y="38204"/>
                  <a:pt x="79466" y="38741"/>
                  <a:pt x="79911" y="39186"/>
                </a:cubicBezTo>
                <a:cubicBezTo>
                  <a:pt x="80356" y="39631"/>
                  <a:pt x="80893" y="39985"/>
                  <a:pt x="81476" y="40225"/>
                </a:cubicBezTo>
                <a:cubicBezTo>
                  <a:pt x="82058" y="40464"/>
                  <a:pt x="82686" y="40579"/>
                  <a:pt x="83326" y="40579"/>
                </a:cubicBezTo>
                <a:cubicBezTo>
                  <a:pt x="83954" y="40568"/>
                  <a:pt x="84582" y="40442"/>
                  <a:pt x="85165" y="40191"/>
                </a:cubicBezTo>
                <a:cubicBezTo>
                  <a:pt x="85747" y="39940"/>
                  <a:pt x="86272" y="39574"/>
                  <a:pt x="86707" y="39117"/>
                </a:cubicBezTo>
                <a:lnTo>
                  <a:pt x="98607" y="27219"/>
                </a:lnTo>
                <a:cubicBezTo>
                  <a:pt x="99498" y="26328"/>
                  <a:pt x="100001" y="25117"/>
                  <a:pt x="100001" y="23850"/>
                </a:cubicBezTo>
                <a:cubicBezTo>
                  <a:pt x="100001" y="22594"/>
                  <a:pt x="99498" y="21383"/>
                  <a:pt x="98607" y="20493"/>
                </a:cubicBezTo>
                <a:lnTo>
                  <a:pt x="86707" y="8593"/>
                </a:lnTo>
                <a:cubicBezTo>
                  <a:pt x="86261" y="8137"/>
                  <a:pt x="85736" y="7772"/>
                  <a:pt x="85142" y="7531"/>
                </a:cubicBezTo>
                <a:cubicBezTo>
                  <a:pt x="84559" y="7280"/>
                  <a:pt x="83932" y="7155"/>
                  <a:pt x="83292" y="715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0" name="Красный — SVG 9">
            <a:extLst>
              <a:ext uri="{FF2B5EF4-FFF2-40B4-BE49-F238E27FC236}">
                <a16:creationId xmlns:a16="http://schemas.microsoft.com/office/drawing/2014/main" id="{AA84884C-F26A-6D47-AE7E-5CA61CBB796C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70878 w 141976"/>
              <a:gd name="csY0" fmla="*/ 1 h 141958"/>
              <a:gd name="csX1" fmla="*/ 65910 w 141976"/>
              <a:gd name="csY1" fmla="*/ 2144 h 141958"/>
              <a:gd name="csX2" fmla="*/ 63902 w 141976"/>
              <a:gd name="csY2" fmla="*/ 7180 h 141958"/>
              <a:gd name="csX3" fmla="*/ 63902 w 141976"/>
              <a:gd name="csY3" fmla="*/ 29056 h 141958"/>
              <a:gd name="csX4" fmla="*/ 58288 w 141976"/>
              <a:gd name="csY4" fmla="*/ 23442 h 141958"/>
              <a:gd name="csX5" fmla="*/ 55974 w 141976"/>
              <a:gd name="csY5" fmla="*/ 21843 h 141958"/>
              <a:gd name="csX6" fmla="*/ 53235 w 141976"/>
              <a:gd name="csY6" fmla="*/ 21265 h 141958"/>
              <a:gd name="csX7" fmla="*/ 50479 w 141976"/>
              <a:gd name="csY7" fmla="*/ 21792 h 141958"/>
              <a:gd name="csX8" fmla="*/ 48148 w 141976"/>
              <a:gd name="csY8" fmla="*/ 23340 h 141958"/>
              <a:gd name="csX9" fmla="*/ 46600 w 141976"/>
              <a:gd name="csY9" fmla="*/ 25671 h 141958"/>
              <a:gd name="csX10" fmla="*/ 46072 w 141976"/>
              <a:gd name="csY10" fmla="*/ 28427 h 141958"/>
              <a:gd name="csX11" fmla="*/ 46651 w 141976"/>
              <a:gd name="csY11" fmla="*/ 31166 h 141958"/>
              <a:gd name="csX12" fmla="*/ 48250 w 141976"/>
              <a:gd name="csY12" fmla="*/ 33462 h 141958"/>
              <a:gd name="csX13" fmla="*/ 65978 w 141976"/>
              <a:gd name="csY13" fmla="*/ 51188 h 141958"/>
              <a:gd name="csX14" fmla="*/ 70997 w 141976"/>
              <a:gd name="csY14" fmla="*/ 53263 h 141958"/>
              <a:gd name="csX15" fmla="*/ 75999 w 141976"/>
              <a:gd name="csY15" fmla="*/ 51188 h 141958"/>
              <a:gd name="csX16" fmla="*/ 93727 w 141976"/>
              <a:gd name="csY16" fmla="*/ 33462 h 141958"/>
              <a:gd name="csX17" fmla="*/ 95326 w 141976"/>
              <a:gd name="csY17" fmla="*/ 31166 h 141958"/>
              <a:gd name="csX18" fmla="*/ 95905 w 141976"/>
              <a:gd name="csY18" fmla="*/ 28427 h 141958"/>
              <a:gd name="csX19" fmla="*/ 95377 w 141976"/>
              <a:gd name="csY19" fmla="*/ 25671 h 141958"/>
              <a:gd name="csX20" fmla="*/ 93829 w 141976"/>
              <a:gd name="csY20" fmla="*/ 23340 h 141958"/>
              <a:gd name="csX21" fmla="*/ 91498 w 141976"/>
              <a:gd name="csY21" fmla="*/ 21792 h 141958"/>
              <a:gd name="csX22" fmla="*/ 88742 w 141976"/>
              <a:gd name="csY22" fmla="*/ 21265 h 141958"/>
              <a:gd name="csX23" fmla="*/ 86003 w 141976"/>
              <a:gd name="csY23" fmla="*/ 21843 h 141958"/>
              <a:gd name="csX24" fmla="*/ 83706 w 141976"/>
              <a:gd name="csY24" fmla="*/ 23442 h 141958"/>
              <a:gd name="csX25" fmla="*/ 78074 w 141976"/>
              <a:gd name="csY25" fmla="*/ 29056 h 141958"/>
              <a:gd name="csX26" fmla="*/ 78074 w 141976"/>
              <a:gd name="csY26" fmla="*/ 7180 h 141958"/>
              <a:gd name="csX27" fmla="*/ 77564 w 141976"/>
              <a:gd name="csY27" fmla="*/ 4424 h 141958"/>
              <a:gd name="csX28" fmla="*/ 75999 w 141976"/>
              <a:gd name="csY28" fmla="*/ 2076 h 141958"/>
              <a:gd name="csX29" fmla="*/ 73651 w 141976"/>
              <a:gd name="csY29" fmla="*/ 529 h 141958"/>
              <a:gd name="csX30" fmla="*/ 70878 w 141976"/>
              <a:gd name="csY30" fmla="*/ 1 h 141958"/>
              <a:gd name="csX31" fmla="*/ 28378 w 141976"/>
              <a:gd name="csY31" fmla="*/ 46101 h 141958"/>
              <a:gd name="csX32" fmla="*/ 24431 w 141976"/>
              <a:gd name="csY32" fmla="*/ 47309 h 141958"/>
              <a:gd name="csX33" fmla="*/ 21811 w 141976"/>
              <a:gd name="csY33" fmla="*/ 50524 h 141958"/>
              <a:gd name="csX34" fmla="*/ 21454 w 141976"/>
              <a:gd name="csY34" fmla="*/ 54641 h 141958"/>
              <a:gd name="csX35" fmla="*/ 23445 w 141976"/>
              <a:gd name="csY35" fmla="*/ 58264 h 141958"/>
              <a:gd name="csX36" fmla="*/ 29059 w 141976"/>
              <a:gd name="csY36" fmla="*/ 63895 h 141958"/>
              <a:gd name="csX37" fmla="*/ 7197 w 141976"/>
              <a:gd name="csY37" fmla="*/ 63895 h 141958"/>
              <a:gd name="csX38" fmla="*/ 4441 w 141976"/>
              <a:gd name="csY38" fmla="*/ 64405 h 141958"/>
              <a:gd name="csX39" fmla="*/ 2110 w 141976"/>
              <a:gd name="csY39" fmla="*/ 65936 h 141958"/>
              <a:gd name="csX40" fmla="*/ 545 w 141976"/>
              <a:gd name="csY40" fmla="*/ 68250 h 141958"/>
              <a:gd name="csX41" fmla="*/ 0 w 141976"/>
              <a:gd name="csY41" fmla="*/ 70971 h 141958"/>
              <a:gd name="csX42" fmla="*/ 545 w 141976"/>
              <a:gd name="csY42" fmla="*/ 73710 h 141958"/>
              <a:gd name="csX43" fmla="*/ 2110 w 141976"/>
              <a:gd name="csY43" fmla="*/ 76024 h 141958"/>
              <a:gd name="csX44" fmla="*/ 4441 w 141976"/>
              <a:gd name="csY44" fmla="*/ 77555 h 141958"/>
              <a:gd name="csX45" fmla="*/ 7197 w 141976"/>
              <a:gd name="csY45" fmla="*/ 78065 h 141958"/>
              <a:gd name="csX46" fmla="*/ 29059 w 141976"/>
              <a:gd name="csY46" fmla="*/ 78065 h 141958"/>
              <a:gd name="csX47" fmla="*/ 23445 w 141976"/>
              <a:gd name="csY47" fmla="*/ 83679 h 141958"/>
              <a:gd name="csX48" fmla="*/ 21845 w 141976"/>
              <a:gd name="csY48" fmla="*/ 85992 h 141958"/>
              <a:gd name="csX49" fmla="*/ 21267 w 141976"/>
              <a:gd name="csY49" fmla="*/ 88731 h 141958"/>
              <a:gd name="csX50" fmla="*/ 21794 w 141976"/>
              <a:gd name="csY50" fmla="*/ 91487 h 141958"/>
              <a:gd name="csX51" fmla="*/ 23342 w 141976"/>
              <a:gd name="csY51" fmla="*/ 93817 h 141958"/>
              <a:gd name="csX52" fmla="*/ 25673 w 141976"/>
              <a:gd name="csY52" fmla="*/ 95365 h 141958"/>
              <a:gd name="csX53" fmla="*/ 28429 w 141976"/>
              <a:gd name="csY53" fmla="*/ 95893 h 141958"/>
              <a:gd name="csX54" fmla="*/ 31169 w 141976"/>
              <a:gd name="csY54" fmla="*/ 95314 h 141958"/>
              <a:gd name="csX55" fmla="*/ 33465 w 141976"/>
              <a:gd name="csY55" fmla="*/ 93715 h 141958"/>
              <a:gd name="csX56" fmla="*/ 51193 w 141976"/>
              <a:gd name="csY56" fmla="*/ 75990 h 141958"/>
              <a:gd name="csX57" fmla="*/ 53269 w 141976"/>
              <a:gd name="csY57" fmla="*/ 70971 h 141958"/>
              <a:gd name="csX58" fmla="*/ 51193 w 141976"/>
              <a:gd name="csY58" fmla="*/ 65970 h 141958"/>
              <a:gd name="csX59" fmla="*/ 33465 w 141976"/>
              <a:gd name="csY59" fmla="*/ 48245 h 141958"/>
              <a:gd name="csX60" fmla="*/ 31135 w 141976"/>
              <a:gd name="csY60" fmla="*/ 46662 h 141958"/>
              <a:gd name="csX61" fmla="*/ 28378 w 141976"/>
              <a:gd name="csY61" fmla="*/ 46101 h 141958"/>
              <a:gd name="csX62" fmla="*/ 113377 w 141976"/>
              <a:gd name="csY62" fmla="*/ 46101 h 141958"/>
              <a:gd name="csX63" fmla="*/ 108512 w 141976"/>
              <a:gd name="csY63" fmla="*/ 48245 h 141958"/>
              <a:gd name="csX64" fmla="*/ 90784 w 141976"/>
              <a:gd name="csY64" fmla="*/ 65970 h 141958"/>
              <a:gd name="csX65" fmla="*/ 88708 w 141976"/>
              <a:gd name="csY65" fmla="*/ 70971 h 141958"/>
              <a:gd name="csX66" fmla="*/ 90784 w 141976"/>
              <a:gd name="csY66" fmla="*/ 75990 h 141958"/>
              <a:gd name="csX67" fmla="*/ 108512 w 141976"/>
              <a:gd name="csY67" fmla="*/ 93715 h 141958"/>
              <a:gd name="csX68" fmla="*/ 110808 w 141976"/>
              <a:gd name="csY68" fmla="*/ 95314 h 141958"/>
              <a:gd name="csX69" fmla="*/ 113547 w 141976"/>
              <a:gd name="csY69" fmla="*/ 95893 h 141958"/>
              <a:gd name="csX70" fmla="*/ 116304 w 141976"/>
              <a:gd name="csY70" fmla="*/ 95365 h 141958"/>
              <a:gd name="csX71" fmla="*/ 118634 w 141976"/>
              <a:gd name="csY71" fmla="*/ 93817 h 141958"/>
              <a:gd name="csX72" fmla="*/ 120183 w 141976"/>
              <a:gd name="csY72" fmla="*/ 91487 h 141958"/>
              <a:gd name="csX73" fmla="*/ 120710 w 141976"/>
              <a:gd name="csY73" fmla="*/ 88731 h 141958"/>
              <a:gd name="csX74" fmla="*/ 120132 w 141976"/>
              <a:gd name="csY74" fmla="*/ 85992 h 141958"/>
              <a:gd name="csX75" fmla="*/ 118532 w 141976"/>
              <a:gd name="csY75" fmla="*/ 83679 h 141958"/>
              <a:gd name="csX76" fmla="*/ 112918 w 141976"/>
              <a:gd name="csY76" fmla="*/ 78065 h 141958"/>
              <a:gd name="csX77" fmla="*/ 134797 w 141976"/>
              <a:gd name="csY77" fmla="*/ 78065 h 141958"/>
              <a:gd name="csX78" fmla="*/ 137537 w 141976"/>
              <a:gd name="csY78" fmla="*/ 77555 h 141958"/>
              <a:gd name="csX79" fmla="*/ 139867 w 141976"/>
              <a:gd name="csY79" fmla="*/ 76024 h 141958"/>
              <a:gd name="csX80" fmla="*/ 141432 w 141976"/>
              <a:gd name="csY80" fmla="*/ 73710 h 141958"/>
              <a:gd name="csX81" fmla="*/ 141977 w 141976"/>
              <a:gd name="csY81" fmla="*/ 70971 h 141958"/>
              <a:gd name="csX82" fmla="*/ 141432 w 141976"/>
              <a:gd name="csY82" fmla="*/ 68250 h 141958"/>
              <a:gd name="csX83" fmla="*/ 139867 w 141976"/>
              <a:gd name="csY83" fmla="*/ 65936 h 141958"/>
              <a:gd name="csX84" fmla="*/ 137537 w 141976"/>
              <a:gd name="csY84" fmla="*/ 64405 h 141958"/>
              <a:gd name="csX85" fmla="*/ 134797 w 141976"/>
              <a:gd name="csY85" fmla="*/ 63895 h 141958"/>
              <a:gd name="csX86" fmla="*/ 112918 w 141976"/>
              <a:gd name="csY86" fmla="*/ 63895 h 141958"/>
              <a:gd name="csX87" fmla="*/ 118532 w 141976"/>
              <a:gd name="csY87" fmla="*/ 58264 h 141958"/>
              <a:gd name="csX88" fmla="*/ 120540 w 141976"/>
              <a:gd name="csY88" fmla="*/ 54590 h 141958"/>
              <a:gd name="csX89" fmla="*/ 120132 w 141976"/>
              <a:gd name="csY89" fmla="*/ 50422 h 141958"/>
              <a:gd name="csX90" fmla="*/ 117427 w 141976"/>
              <a:gd name="csY90" fmla="*/ 47224 h 141958"/>
              <a:gd name="csX91" fmla="*/ 113377 w 141976"/>
              <a:gd name="csY91" fmla="*/ 46101 h 141958"/>
              <a:gd name="csX92" fmla="*/ 70997 w 141976"/>
              <a:gd name="csY92" fmla="*/ 63895 h 141958"/>
              <a:gd name="csX93" fmla="*/ 65978 w 141976"/>
              <a:gd name="csY93" fmla="*/ 65970 h 141958"/>
              <a:gd name="csX94" fmla="*/ 63902 w 141976"/>
              <a:gd name="csY94" fmla="*/ 70971 h 141958"/>
              <a:gd name="csX95" fmla="*/ 65978 w 141976"/>
              <a:gd name="csY95" fmla="*/ 75990 h 141958"/>
              <a:gd name="csX96" fmla="*/ 70997 w 141976"/>
              <a:gd name="csY96" fmla="*/ 78065 h 141958"/>
              <a:gd name="csX97" fmla="*/ 75999 w 141976"/>
              <a:gd name="csY97" fmla="*/ 75990 h 141958"/>
              <a:gd name="csX98" fmla="*/ 78074 w 141976"/>
              <a:gd name="csY98" fmla="*/ 70971 h 141958"/>
              <a:gd name="csX99" fmla="*/ 75999 w 141976"/>
              <a:gd name="csY99" fmla="*/ 65970 h 141958"/>
              <a:gd name="csX100" fmla="*/ 70997 w 141976"/>
              <a:gd name="csY100" fmla="*/ 63895 h 141958"/>
              <a:gd name="csX101" fmla="*/ 70878 w 141976"/>
              <a:gd name="csY101" fmla="*/ 88697 h 141958"/>
              <a:gd name="csX102" fmla="*/ 65978 w 141976"/>
              <a:gd name="csY102" fmla="*/ 90773 h 141958"/>
              <a:gd name="csX103" fmla="*/ 48250 w 141976"/>
              <a:gd name="csY103" fmla="*/ 108498 h 141958"/>
              <a:gd name="csX104" fmla="*/ 46651 w 141976"/>
              <a:gd name="csY104" fmla="*/ 110794 h 141958"/>
              <a:gd name="csX105" fmla="*/ 46072 w 141976"/>
              <a:gd name="csY105" fmla="*/ 113533 h 141958"/>
              <a:gd name="csX106" fmla="*/ 46600 w 141976"/>
              <a:gd name="csY106" fmla="*/ 116289 h 141958"/>
              <a:gd name="csX107" fmla="*/ 48148 w 141976"/>
              <a:gd name="csY107" fmla="*/ 118619 h 141958"/>
              <a:gd name="csX108" fmla="*/ 50479 w 141976"/>
              <a:gd name="csY108" fmla="*/ 120167 h 141958"/>
              <a:gd name="csX109" fmla="*/ 53235 w 141976"/>
              <a:gd name="csY109" fmla="*/ 120695 h 141958"/>
              <a:gd name="csX110" fmla="*/ 55974 w 141976"/>
              <a:gd name="csY110" fmla="*/ 120117 h 141958"/>
              <a:gd name="csX111" fmla="*/ 58288 w 141976"/>
              <a:gd name="csY111" fmla="*/ 118517 h 141958"/>
              <a:gd name="csX112" fmla="*/ 63902 w 141976"/>
              <a:gd name="csY112" fmla="*/ 112904 h 141958"/>
              <a:gd name="csX113" fmla="*/ 63902 w 141976"/>
              <a:gd name="csY113" fmla="*/ 134763 h 141958"/>
              <a:gd name="csX114" fmla="*/ 64413 w 141976"/>
              <a:gd name="csY114" fmla="*/ 137519 h 141958"/>
              <a:gd name="csX115" fmla="*/ 65944 w 141976"/>
              <a:gd name="csY115" fmla="*/ 139849 h 141958"/>
              <a:gd name="csX116" fmla="*/ 68258 w 141976"/>
              <a:gd name="csY116" fmla="*/ 141414 h 141958"/>
              <a:gd name="csX117" fmla="*/ 70997 w 141976"/>
              <a:gd name="csY117" fmla="*/ 141959 h 141958"/>
              <a:gd name="csX118" fmla="*/ 73719 w 141976"/>
              <a:gd name="csY118" fmla="*/ 141414 h 141958"/>
              <a:gd name="csX119" fmla="*/ 76033 w 141976"/>
              <a:gd name="csY119" fmla="*/ 139849 h 141958"/>
              <a:gd name="csX120" fmla="*/ 77564 w 141976"/>
              <a:gd name="csY120" fmla="*/ 137519 h 141958"/>
              <a:gd name="csX121" fmla="*/ 78074 w 141976"/>
              <a:gd name="csY121" fmla="*/ 134763 h 141958"/>
              <a:gd name="csX122" fmla="*/ 78074 w 141976"/>
              <a:gd name="csY122" fmla="*/ 112904 h 141958"/>
              <a:gd name="csX123" fmla="*/ 83706 w 141976"/>
              <a:gd name="csY123" fmla="*/ 118517 h 141958"/>
              <a:gd name="csX124" fmla="*/ 86003 w 141976"/>
              <a:gd name="csY124" fmla="*/ 120117 h 141958"/>
              <a:gd name="csX125" fmla="*/ 88742 w 141976"/>
              <a:gd name="csY125" fmla="*/ 120695 h 141958"/>
              <a:gd name="csX126" fmla="*/ 91498 w 141976"/>
              <a:gd name="csY126" fmla="*/ 120167 h 141958"/>
              <a:gd name="csX127" fmla="*/ 93829 w 141976"/>
              <a:gd name="csY127" fmla="*/ 118619 h 141958"/>
              <a:gd name="csX128" fmla="*/ 95377 w 141976"/>
              <a:gd name="csY128" fmla="*/ 116289 h 141958"/>
              <a:gd name="csX129" fmla="*/ 95905 w 141976"/>
              <a:gd name="csY129" fmla="*/ 113533 h 141958"/>
              <a:gd name="csX130" fmla="*/ 95326 w 141976"/>
              <a:gd name="csY130" fmla="*/ 110794 h 141958"/>
              <a:gd name="csX131" fmla="*/ 93727 w 141976"/>
              <a:gd name="csY131" fmla="*/ 108498 h 141958"/>
              <a:gd name="csX132" fmla="*/ 75999 w 141976"/>
              <a:gd name="csY132" fmla="*/ 90773 h 141958"/>
              <a:gd name="csX133" fmla="*/ 73651 w 141976"/>
              <a:gd name="csY133" fmla="*/ 89224 h 141958"/>
              <a:gd name="csX134" fmla="*/ 70878 w 141976"/>
              <a:gd name="csY134" fmla="*/ 88697 h 141958"/>
            </a:gdLst>
            <a:ahLst/>
            <a:cxnLst/>
            <a:rect l="l" t="t" r="r" b="b"/>
            <a:pathLst>
              <a:path w="100000" h="100000">
                <a:moveTo>
                  <a:pt x="49923" y="7"/>
                </a:moveTo>
                <a:cubicBezTo>
                  <a:pt x="48604" y="31"/>
                  <a:pt x="47346" y="571"/>
                  <a:pt x="46423" y="1516"/>
                </a:cubicBezTo>
                <a:cubicBezTo>
                  <a:pt x="45501" y="2463"/>
                  <a:pt x="44985" y="3746"/>
                  <a:pt x="45009" y="5064"/>
                </a:cubicBezTo>
                <a:lnTo>
                  <a:pt x="45009" y="20472"/>
                </a:lnTo>
                <a:lnTo>
                  <a:pt x="41055" y="16518"/>
                </a:lnTo>
                <a:cubicBezTo>
                  <a:pt x="40588" y="16039"/>
                  <a:pt x="40036" y="15655"/>
                  <a:pt x="39425" y="15391"/>
                </a:cubicBezTo>
                <a:cubicBezTo>
                  <a:pt x="38814" y="15128"/>
                  <a:pt x="38167" y="14984"/>
                  <a:pt x="37496" y="14984"/>
                </a:cubicBezTo>
                <a:cubicBezTo>
                  <a:pt x="36837" y="14972"/>
                  <a:pt x="36177" y="15104"/>
                  <a:pt x="35555" y="15355"/>
                </a:cubicBezTo>
                <a:cubicBezTo>
                  <a:pt x="34943" y="15608"/>
                  <a:pt x="34380" y="15979"/>
                  <a:pt x="33913" y="16446"/>
                </a:cubicBezTo>
                <a:cubicBezTo>
                  <a:pt x="33445" y="16913"/>
                  <a:pt x="33074" y="17476"/>
                  <a:pt x="32822" y="18088"/>
                </a:cubicBezTo>
                <a:cubicBezTo>
                  <a:pt x="32570" y="18699"/>
                  <a:pt x="32451" y="19357"/>
                  <a:pt x="32451" y="20029"/>
                </a:cubicBezTo>
                <a:cubicBezTo>
                  <a:pt x="32463" y="20687"/>
                  <a:pt x="32594" y="21347"/>
                  <a:pt x="32858" y="21958"/>
                </a:cubicBezTo>
                <a:cubicBezTo>
                  <a:pt x="33122" y="22569"/>
                  <a:pt x="33505" y="23120"/>
                  <a:pt x="33985" y="23575"/>
                </a:cubicBezTo>
                <a:lnTo>
                  <a:pt x="46471" y="36060"/>
                </a:lnTo>
                <a:cubicBezTo>
                  <a:pt x="47406" y="36995"/>
                  <a:pt x="48677" y="37522"/>
                  <a:pt x="50006" y="37522"/>
                </a:cubicBezTo>
                <a:cubicBezTo>
                  <a:pt x="51325" y="37522"/>
                  <a:pt x="52595" y="36995"/>
                  <a:pt x="53529" y="36060"/>
                </a:cubicBezTo>
                <a:lnTo>
                  <a:pt x="66016" y="23575"/>
                </a:lnTo>
                <a:cubicBezTo>
                  <a:pt x="66495" y="23120"/>
                  <a:pt x="66879" y="22569"/>
                  <a:pt x="67142" y="21958"/>
                </a:cubicBezTo>
                <a:cubicBezTo>
                  <a:pt x="67406" y="21347"/>
                  <a:pt x="67538" y="20687"/>
                  <a:pt x="67550" y="20029"/>
                </a:cubicBezTo>
                <a:cubicBezTo>
                  <a:pt x="67561" y="19357"/>
                  <a:pt x="67430" y="18699"/>
                  <a:pt x="67178" y="18088"/>
                </a:cubicBezTo>
                <a:cubicBezTo>
                  <a:pt x="66927" y="17476"/>
                  <a:pt x="66556" y="16913"/>
                  <a:pt x="66088" y="16446"/>
                </a:cubicBezTo>
                <a:cubicBezTo>
                  <a:pt x="65620" y="15979"/>
                  <a:pt x="65057" y="15608"/>
                  <a:pt x="64446" y="15355"/>
                </a:cubicBezTo>
                <a:cubicBezTo>
                  <a:pt x="63823" y="15104"/>
                  <a:pt x="63164" y="14972"/>
                  <a:pt x="62505" y="14984"/>
                </a:cubicBezTo>
                <a:cubicBezTo>
                  <a:pt x="61846" y="14984"/>
                  <a:pt x="61187" y="15128"/>
                  <a:pt x="60576" y="15391"/>
                </a:cubicBezTo>
                <a:cubicBezTo>
                  <a:pt x="59964" y="15655"/>
                  <a:pt x="59414" y="16039"/>
                  <a:pt x="58958" y="16518"/>
                </a:cubicBezTo>
                <a:lnTo>
                  <a:pt x="54991" y="20472"/>
                </a:lnTo>
                <a:lnTo>
                  <a:pt x="54991" y="5064"/>
                </a:lnTo>
                <a:cubicBezTo>
                  <a:pt x="55003" y="4404"/>
                  <a:pt x="54883" y="3734"/>
                  <a:pt x="54632" y="3122"/>
                </a:cubicBezTo>
                <a:cubicBezTo>
                  <a:pt x="54380" y="2500"/>
                  <a:pt x="54009" y="1936"/>
                  <a:pt x="53529" y="1469"/>
                </a:cubicBezTo>
                <a:cubicBezTo>
                  <a:pt x="53062" y="1002"/>
                  <a:pt x="52499" y="618"/>
                  <a:pt x="51876" y="379"/>
                </a:cubicBezTo>
                <a:cubicBezTo>
                  <a:pt x="51264" y="127"/>
                  <a:pt x="50594" y="-5"/>
                  <a:pt x="49923" y="7"/>
                </a:cubicBezTo>
                <a:close/>
                <a:moveTo>
                  <a:pt x="19988" y="32477"/>
                </a:moveTo>
                <a:cubicBezTo>
                  <a:pt x="18993" y="32477"/>
                  <a:pt x="18023" y="32777"/>
                  <a:pt x="17208" y="33328"/>
                </a:cubicBezTo>
                <a:cubicBezTo>
                  <a:pt x="16381" y="33892"/>
                  <a:pt x="15746" y="34670"/>
                  <a:pt x="15362" y="35593"/>
                </a:cubicBezTo>
                <a:cubicBezTo>
                  <a:pt x="14991" y="36515"/>
                  <a:pt x="14907" y="37522"/>
                  <a:pt x="15111" y="38492"/>
                </a:cubicBezTo>
                <a:cubicBezTo>
                  <a:pt x="15315" y="39463"/>
                  <a:pt x="15806" y="40361"/>
                  <a:pt x="16513" y="41044"/>
                </a:cubicBezTo>
                <a:lnTo>
                  <a:pt x="20468" y="45010"/>
                </a:lnTo>
                <a:lnTo>
                  <a:pt x="5069" y="45010"/>
                </a:lnTo>
                <a:cubicBezTo>
                  <a:pt x="4398" y="44998"/>
                  <a:pt x="3751" y="45118"/>
                  <a:pt x="3128" y="45370"/>
                </a:cubicBezTo>
                <a:cubicBezTo>
                  <a:pt x="2517" y="45609"/>
                  <a:pt x="1953" y="45981"/>
                  <a:pt x="1486" y="46448"/>
                </a:cubicBezTo>
                <a:cubicBezTo>
                  <a:pt x="1018" y="46903"/>
                  <a:pt x="647" y="47466"/>
                  <a:pt x="384" y="48078"/>
                </a:cubicBezTo>
                <a:cubicBezTo>
                  <a:pt x="132" y="48689"/>
                  <a:pt x="0" y="49336"/>
                  <a:pt x="0" y="49994"/>
                </a:cubicBezTo>
                <a:cubicBezTo>
                  <a:pt x="0" y="50666"/>
                  <a:pt x="132" y="51313"/>
                  <a:pt x="384" y="51924"/>
                </a:cubicBezTo>
                <a:cubicBezTo>
                  <a:pt x="647" y="52535"/>
                  <a:pt x="1018" y="53086"/>
                  <a:pt x="1486" y="53553"/>
                </a:cubicBezTo>
                <a:cubicBezTo>
                  <a:pt x="1953" y="54020"/>
                  <a:pt x="2517" y="54380"/>
                  <a:pt x="3128" y="54632"/>
                </a:cubicBezTo>
                <a:cubicBezTo>
                  <a:pt x="3751" y="54883"/>
                  <a:pt x="4398" y="55003"/>
                  <a:pt x="5069" y="54991"/>
                </a:cubicBezTo>
                <a:lnTo>
                  <a:pt x="20468" y="54991"/>
                </a:lnTo>
                <a:lnTo>
                  <a:pt x="16513" y="58945"/>
                </a:lnTo>
                <a:cubicBezTo>
                  <a:pt x="16034" y="59412"/>
                  <a:pt x="15651" y="59964"/>
                  <a:pt x="15386" y="60574"/>
                </a:cubicBezTo>
                <a:cubicBezTo>
                  <a:pt x="15123" y="61186"/>
                  <a:pt x="14979" y="61833"/>
                  <a:pt x="14979" y="62504"/>
                </a:cubicBezTo>
                <a:cubicBezTo>
                  <a:pt x="14967" y="63163"/>
                  <a:pt x="15099" y="63821"/>
                  <a:pt x="15350" y="64445"/>
                </a:cubicBezTo>
                <a:cubicBezTo>
                  <a:pt x="15602" y="65055"/>
                  <a:pt x="15974" y="65619"/>
                  <a:pt x="16441" y="66086"/>
                </a:cubicBezTo>
                <a:cubicBezTo>
                  <a:pt x="16908" y="66554"/>
                  <a:pt x="17472" y="66925"/>
                  <a:pt x="18083" y="67176"/>
                </a:cubicBezTo>
                <a:cubicBezTo>
                  <a:pt x="18694" y="67428"/>
                  <a:pt x="19353" y="67548"/>
                  <a:pt x="20024" y="67548"/>
                </a:cubicBezTo>
                <a:cubicBezTo>
                  <a:pt x="20683" y="67536"/>
                  <a:pt x="21342" y="67404"/>
                  <a:pt x="21954" y="67140"/>
                </a:cubicBezTo>
                <a:cubicBezTo>
                  <a:pt x="22564" y="66877"/>
                  <a:pt x="23116" y="66494"/>
                  <a:pt x="23571" y="66014"/>
                </a:cubicBezTo>
                <a:lnTo>
                  <a:pt x="36058" y="53529"/>
                </a:lnTo>
                <a:cubicBezTo>
                  <a:pt x="36993" y="52595"/>
                  <a:pt x="37520" y="51325"/>
                  <a:pt x="37520" y="49994"/>
                </a:cubicBezTo>
                <a:cubicBezTo>
                  <a:pt x="37520" y="48677"/>
                  <a:pt x="36993" y="47407"/>
                  <a:pt x="36058" y="46472"/>
                </a:cubicBezTo>
                <a:lnTo>
                  <a:pt x="23571" y="33987"/>
                </a:lnTo>
                <a:cubicBezTo>
                  <a:pt x="23104" y="33508"/>
                  <a:pt x="22552" y="33125"/>
                  <a:pt x="21930" y="32872"/>
                </a:cubicBezTo>
                <a:cubicBezTo>
                  <a:pt x="21318" y="32609"/>
                  <a:pt x="20659" y="32477"/>
                  <a:pt x="19988" y="32477"/>
                </a:cubicBezTo>
                <a:close/>
                <a:moveTo>
                  <a:pt x="79856" y="32477"/>
                </a:moveTo>
                <a:cubicBezTo>
                  <a:pt x="78563" y="32513"/>
                  <a:pt x="77329" y="33053"/>
                  <a:pt x="76430" y="33987"/>
                </a:cubicBezTo>
                <a:lnTo>
                  <a:pt x="63943" y="46472"/>
                </a:lnTo>
                <a:cubicBezTo>
                  <a:pt x="63009" y="47407"/>
                  <a:pt x="62481" y="48677"/>
                  <a:pt x="62481" y="49994"/>
                </a:cubicBezTo>
                <a:cubicBezTo>
                  <a:pt x="62481" y="51325"/>
                  <a:pt x="63009" y="52595"/>
                  <a:pt x="63943" y="53529"/>
                </a:cubicBezTo>
                <a:lnTo>
                  <a:pt x="76430" y="66014"/>
                </a:lnTo>
                <a:cubicBezTo>
                  <a:pt x="76885" y="66494"/>
                  <a:pt x="77436" y="66877"/>
                  <a:pt x="78047" y="67140"/>
                </a:cubicBezTo>
                <a:cubicBezTo>
                  <a:pt x="78658" y="67404"/>
                  <a:pt x="79318" y="67536"/>
                  <a:pt x="79976" y="67548"/>
                </a:cubicBezTo>
                <a:cubicBezTo>
                  <a:pt x="80647" y="67548"/>
                  <a:pt x="81307" y="67428"/>
                  <a:pt x="81918" y="67176"/>
                </a:cubicBezTo>
                <a:cubicBezTo>
                  <a:pt x="82529" y="66925"/>
                  <a:pt x="83092" y="66554"/>
                  <a:pt x="83559" y="66086"/>
                </a:cubicBezTo>
                <a:cubicBezTo>
                  <a:pt x="84027" y="65619"/>
                  <a:pt x="84398" y="65055"/>
                  <a:pt x="84650" y="64445"/>
                </a:cubicBezTo>
                <a:cubicBezTo>
                  <a:pt x="84902" y="63821"/>
                  <a:pt x="85033" y="63163"/>
                  <a:pt x="85021" y="62504"/>
                </a:cubicBezTo>
                <a:cubicBezTo>
                  <a:pt x="85021" y="61833"/>
                  <a:pt x="84878" y="61186"/>
                  <a:pt x="84614" y="60574"/>
                </a:cubicBezTo>
                <a:cubicBezTo>
                  <a:pt x="84350" y="59964"/>
                  <a:pt x="83967" y="59412"/>
                  <a:pt x="83487" y="58945"/>
                </a:cubicBezTo>
                <a:lnTo>
                  <a:pt x="79533" y="54991"/>
                </a:lnTo>
                <a:lnTo>
                  <a:pt x="94944" y="54991"/>
                </a:lnTo>
                <a:cubicBezTo>
                  <a:pt x="95603" y="55003"/>
                  <a:pt x="96262" y="54883"/>
                  <a:pt x="96873" y="54632"/>
                </a:cubicBezTo>
                <a:cubicBezTo>
                  <a:pt x="97484" y="54380"/>
                  <a:pt x="98048" y="54020"/>
                  <a:pt x="98515" y="53553"/>
                </a:cubicBezTo>
                <a:cubicBezTo>
                  <a:pt x="98982" y="53086"/>
                  <a:pt x="99365" y="52535"/>
                  <a:pt x="99617" y="51924"/>
                </a:cubicBezTo>
                <a:cubicBezTo>
                  <a:pt x="99869" y="51313"/>
                  <a:pt x="100001" y="50666"/>
                  <a:pt x="100001" y="49994"/>
                </a:cubicBezTo>
                <a:cubicBezTo>
                  <a:pt x="100001" y="49336"/>
                  <a:pt x="99869" y="48689"/>
                  <a:pt x="99617" y="48078"/>
                </a:cubicBezTo>
                <a:cubicBezTo>
                  <a:pt x="99365" y="47466"/>
                  <a:pt x="98982" y="46903"/>
                  <a:pt x="98515" y="46448"/>
                </a:cubicBezTo>
                <a:cubicBezTo>
                  <a:pt x="98048" y="45981"/>
                  <a:pt x="97484" y="45609"/>
                  <a:pt x="96873" y="45370"/>
                </a:cubicBezTo>
                <a:cubicBezTo>
                  <a:pt x="96262" y="45118"/>
                  <a:pt x="95603" y="44998"/>
                  <a:pt x="94944" y="45010"/>
                </a:cubicBezTo>
                <a:lnTo>
                  <a:pt x="79533" y="45010"/>
                </a:lnTo>
                <a:lnTo>
                  <a:pt x="83487" y="41044"/>
                </a:lnTo>
                <a:cubicBezTo>
                  <a:pt x="84206" y="40349"/>
                  <a:pt x="84710" y="39438"/>
                  <a:pt x="84902" y="38456"/>
                </a:cubicBezTo>
                <a:cubicBezTo>
                  <a:pt x="85105" y="37474"/>
                  <a:pt x="84997" y="36443"/>
                  <a:pt x="84614" y="35521"/>
                </a:cubicBezTo>
                <a:cubicBezTo>
                  <a:pt x="84218" y="34598"/>
                  <a:pt x="83547" y="33807"/>
                  <a:pt x="82709" y="33268"/>
                </a:cubicBezTo>
                <a:cubicBezTo>
                  <a:pt x="81858" y="32717"/>
                  <a:pt x="80863" y="32453"/>
                  <a:pt x="79856" y="32477"/>
                </a:cubicBezTo>
                <a:close/>
                <a:moveTo>
                  <a:pt x="50006" y="45010"/>
                </a:moveTo>
                <a:cubicBezTo>
                  <a:pt x="48677" y="45010"/>
                  <a:pt x="47406" y="45537"/>
                  <a:pt x="46471" y="46472"/>
                </a:cubicBezTo>
                <a:cubicBezTo>
                  <a:pt x="45537" y="47407"/>
                  <a:pt x="45009" y="48677"/>
                  <a:pt x="45009" y="49994"/>
                </a:cubicBezTo>
                <a:cubicBezTo>
                  <a:pt x="45009" y="51325"/>
                  <a:pt x="45537" y="52595"/>
                  <a:pt x="46471" y="53529"/>
                </a:cubicBezTo>
                <a:cubicBezTo>
                  <a:pt x="47406" y="54463"/>
                  <a:pt x="48677" y="54991"/>
                  <a:pt x="50006" y="54991"/>
                </a:cubicBezTo>
                <a:cubicBezTo>
                  <a:pt x="51325" y="54991"/>
                  <a:pt x="52595" y="54463"/>
                  <a:pt x="53529" y="53529"/>
                </a:cubicBezTo>
                <a:cubicBezTo>
                  <a:pt x="54464" y="52595"/>
                  <a:pt x="54991" y="51325"/>
                  <a:pt x="54991" y="49994"/>
                </a:cubicBezTo>
                <a:cubicBezTo>
                  <a:pt x="54991" y="48677"/>
                  <a:pt x="54464" y="47407"/>
                  <a:pt x="53529" y="46472"/>
                </a:cubicBezTo>
                <a:cubicBezTo>
                  <a:pt x="52595" y="45537"/>
                  <a:pt x="51325" y="45010"/>
                  <a:pt x="50006" y="45010"/>
                </a:cubicBezTo>
                <a:close/>
                <a:moveTo>
                  <a:pt x="49923" y="62480"/>
                </a:moveTo>
                <a:cubicBezTo>
                  <a:pt x="48629" y="62504"/>
                  <a:pt x="47394" y="63019"/>
                  <a:pt x="46471" y="63942"/>
                </a:cubicBezTo>
                <a:lnTo>
                  <a:pt x="33985" y="76426"/>
                </a:lnTo>
                <a:cubicBezTo>
                  <a:pt x="33505" y="76881"/>
                  <a:pt x="33122" y="77433"/>
                  <a:pt x="32858" y="78043"/>
                </a:cubicBezTo>
                <a:cubicBezTo>
                  <a:pt x="32594" y="78655"/>
                  <a:pt x="32463" y="79313"/>
                  <a:pt x="32451" y="79973"/>
                </a:cubicBezTo>
                <a:cubicBezTo>
                  <a:pt x="32451" y="80644"/>
                  <a:pt x="32570" y="81303"/>
                  <a:pt x="32822" y="81914"/>
                </a:cubicBezTo>
                <a:cubicBezTo>
                  <a:pt x="33074" y="82525"/>
                  <a:pt x="33445" y="83088"/>
                  <a:pt x="33913" y="83555"/>
                </a:cubicBezTo>
                <a:cubicBezTo>
                  <a:pt x="34380" y="84023"/>
                  <a:pt x="34943" y="84394"/>
                  <a:pt x="35555" y="84645"/>
                </a:cubicBezTo>
                <a:cubicBezTo>
                  <a:pt x="36177" y="84897"/>
                  <a:pt x="36837" y="85029"/>
                  <a:pt x="37496" y="85017"/>
                </a:cubicBezTo>
                <a:cubicBezTo>
                  <a:pt x="38167" y="85017"/>
                  <a:pt x="38814" y="84873"/>
                  <a:pt x="39425" y="84610"/>
                </a:cubicBezTo>
                <a:cubicBezTo>
                  <a:pt x="40036" y="84346"/>
                  <a:pt x="40588" y="83963"/>
                  <a:pt x="41055" y="83483"/>
                </a:cubicBezTo>
                <a:lnTo>
                  <a:pt x="45009" y="79530"/>
                </a:lnTo>
                <a:lnTo>
                  <a:pt x="45009" y="94926"/>
                </a:lnTo>
                <a:cubicBezTo>
                  <a:pt x="44997" y="95597"/>
                  <a:pt x="45117" y="96244"/>
                  <a:pt x="45369" y="96867"/>
                </a:cubicBezTo>
                <a:cubicBezTo>
                  <a:pt x="45620" y="97478"/>
                  <a:pt x="45980" y="98041"/>
                  <a:pt x="46447" y="98508"/>
                </a:cubicBezTo>
                <a:cubicBezTo>
                  <a:pt x="46914" y="98976"/>
                  <a:pt x="47466" y="99347"/>
                  <a:pt x="48077" y="99610"/>
                </a:cubicBezTo>
                <a:cubicBezTo>
                  <a:pt x="48688" y="99863"/>
                  <a:pt x="49335" y="99994"/>
                  <a:pt x="50006" y="99994"/>
                </a:cubicBezTo>
                <a:cubicBezTo>
                  <a:pt x="50666" y="99994"/>
                  <a:pt x="51313" y="99863"/>
                  <a:pt x="51924" y="99610"/>
                </a:cubicBezTo>
                <a:cubicBezTo>
                  <a:pt x="52535" y="99347"/>
                  <a:pt x="53098" y="98976"/>
                  <a:pt x="53553" y="98508"/>
                </a:cubicBezTo>
                <a:cubicBezTo>
                  <a:pt x="54021" y="98041"/>
                  <a:pt x="54392" y="97478"/>
                  <a:pt x="54632" y="96867"/>
                </a:cubicBezTo>
                <a:cubicBezTo>
                  <a:pt x="54883" y="96244"/>
                  <a:pt x="55003" y="95597"/>
                  <a:pt x="54991" y="94926"/>
                </a:cubicBezTo>
                <a:lnTo>
                  <a:pt x="54991" y="79530"/>
                </a:lnTo>
                <a:lnTo>
                  <a:pt x="58958" y="83483"/>
                </a:lnTo>
                <a:cubicBezTo>
                  <a:pt x="59414" y="83963"/>
                  <a:pt x="59964" y="84346"/>
                  <a:pt x="60576" y="84610"/>
                </a:cubicBezTo>
                <a:cubicBezTo>
                  <a:pt x="61187" y="84873"/>
                  <a:pt x="61846" y="85017"/>
                  <a:pt x="62505" y="85017"/>
                </a:cubicBezTo>
                <a:cubicBezTo>
                  <a:pt x="63164" y="85029"/>
                  <a:pt x="63823" y="84897"/>
                  <a:pt x="64446" y="84645"/>
                </a:cubicBezTo>
                <a:cubicBezTo>
                  <a:pt x="65057" y="84394"/>
                  <a:pt x="65620" y="84023"/>
                  <a:pt x="66088" y="83555"/>
                </a:cubicBezTo>
                <a:cubicBezTo>
                  <a:pt x="66556" y="83088"/>
                  <a:pt x="66927" y="82525"/>
                  <a:pt x="67178" y="81914"/>
                </a:cubicBezTo>
                <a:cubicBezTo>
                  <a:pt x="67430" y="81303"/>
                  <a:pt x="67561" y="80644"/>
                  <a:pt x="67550" y="79973"/>
                </a:cubicBezTo>
                <a:cubicBezTo>
                  <a:pt x="67538" y="79313"/>
                  <a:pt x="67406" y="78655"/>
                  <a:pt x="67142" y="78043"/>
                </a:cubicBezTo>
                <a:cubicBezTo>
                  <a:pt x="66879" y="77433"/>
                  <a:pt x="66495" y="76881"/>
                  <a:pt x="66016" y="76426"/>
                </a:cubicBezTo>
                <a:lnTo>
                  <a:pt x="53529" y="63942"/>
                </a:lnTo>
                <a:cubicBezTo>
                  <a:pt x="53062" y="63474"/>
                  <a:pt x="52499" y="63102"/>
                  <a:pt x="51876" y="62851"/>
                </a:cubicBezTo>
                <a:cubicBezTo>
                  <a:pt x="51264" y="62599"/>
                  <a:pt x="50594" y="62468"/>
                  <a:pt x="49923" y="6248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1" name="Красный — SVG 10">
            <a:extLst>
              <a:ext uri="{FF2B5EF4-FFF2-40B4-BE49-F238E27FC236}">
                <a16:creationId xmlns:a16="http://schemas.microsoft.com/office/drawing/2014/main" id="{95E24D5A-5734-8942-B56E-804B8C4D42D4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87384 w 89070"/>
              <a:gd name="csY0" fmla="*/ 74749 h 148801"/>
              <a:gd name="csX1" fmla="*/ 8946 w 89070"/>
              <a:gd name="csY1" fmla="*/ 1432 h 148801"/>
              <a:gd name="csX2" fmla="*/ 3197 w 89070"/>
              <a:gd name="csY2" fmla="*/ 445 h 148801"/>
              <a:gd name="csX3" fmla="*/ 0 w 89070"/>
              <a:gd name="csY3" fmla="*/ 5310 h 148801"/>
              <a:gd name="csX4" fmla="*/ 0 w 89070"/>
              <a:gd name="csY4" fmla="*/ 111630 h 148801"/>
              <a:gd name="csX5" fmla="*/ 3016 w 89070"/>
              <a:gd name="csY5" fmla="*/ 116426 h 148801"/>
              <a:gd name="csX6" fmla="*/ 8641 w 89070"/>
              <a:gd name="csY6" fmla="*/ 115780 h 148801"/>
              <a:gd name="csX7" fmla="*/ 30304 w 89070"/>
              <a:gd name="csY7" fmla="*/ 98446 h 148801"/>
              <a:gd name="csX8" fmla="*/ 50782 w 89070"/>
              <a:gd name="csY8" fmla="*/ 145601 h 148801"/>
              <a:gd name="csX9" fmla="*/ 57774 w 89070"/>
              <a:gd name="csY9" fmla="*/ 148356 h 148801"/>
              <a:gd name="csX10" fmla="*/ 74029 w 89070"/>
              <a:gd name="csY10" fmla="*/ 141297 h 148801"/>
              <a:gd name="csX11" fmla="*/ 76787 w 89070"/>
              <a:gd name="csY11" fmla="*/ 134305 h 148801"/>
              <a:gd name="csX12" fmla="*/ 65998 w 89070"/>
              <a:gd name="csY12" fmla="*/ 109469 h 148801"/>
              <a:gd name="csX13" fmla="*/ 56311 w 89070"/>
              <a:gd name="csY13" fmla="*/ 87150 h 148801"/>
              <a:gd name="csX14" fmla="*/ 84361 w 89070"/>
              <a:gd name="csY14" fmla="*/ 83918 h 148801"/>
              <a:gd name="csX15" fmla="*/ 88803 w 89070"/>
              <a:gd name="csY15" fmla="*/ 80295 h 148801"/>
              <a:gd name="csX16" fmla="*/ 87384 w 89070"/>
              <a:gd name="csY16" fmla="*/ 74749 h 148801"/>
            </a:gdLst>
            <a:ahLst/>
            <a:cxnLst/>
            <a:rect l="l" t="t" r="r" b="b"/>
            <a:pathLst>
              <a:path w="100000" h="100000">
                <a:moveTo>
                  <a:pt x="78796" y="50234"/>
                </a:moveTo>
                <a:lnTo>
                  <a:pt x="26083" y="962"/>
                </a:lnTo>
                <a:cubicBezTo>
                  <a:pt x="25042" y="-10"/>
                  <a:pt x="23525" y="-273"/>
                  <a:pt x="22219" y="299"/>
                </a:cubicBezTo>
                <a:cubicBezTo>
                  <a:pt x="20915" y="859"/>
                  <a:pt x="20071" y="2151"/>
                  <a:pt x="20071" y="3569"/>
                </a:cubicBezTo>
                <a:lnTo>
                  <a:pt x="20071" y="75020"/>
                </a:lnTo>
                <a:cubicBezTo>
                  <a:pt x="20071" y="76403"/>
                  <a:pt x="20860" y="77649"/>
                  <a:pt x="22098" y="78243"/>
                </a:cubicBezTo>
                <a:cubicBezTo>
                  <a:pt x="23334" y="78838"/>
                  <a:pt x="24807" y="78678"/>
                  <a:pt x="25878" y="77809"/>
                </a:cubicBezTo>
                <a:lnTo>
                  <a:pt x="40436" y="66160"/>
                </a:lnTo>
                <a:lnTo>
                  <a:pt x="54198" y="97849"/>
                </a:lnTo>
                <a:cubicBezTo>
                  <a:pt x="54983" y="99667"/>
                  <a:pt x="57089" y="100490"/>
                  <a:pt x="58897" y="99701"/>
                </a:cubicBezTo>
                <a:lnTo>
                  <a:pt x="69821" y="94957"/>
                </a:lnTo>
                <a:cubicBezTo>
                  <a:pt x="71632" y="94179"/>
                  <a:pt x="72461" y="92076"/>
                  <a:pt x="71675" y="90258"/>
                </a:cubicBezTo>
                <a:lnTo>
                  <a:pt x="64424" y="73567"/>
                </a:lnTo>
                <a:lnTo>
                  <a:pt x="57914" y="58568"/>
                </a:lnTo>
                <a:lnTo>
                  <a:pt x="76765" y="56396"/>
                </a:lnTo>
                <a:cubicBezTo>
                  <a:pt x="78149" y="56236"/>
                  <a:pt x="79314" y="55287"/>
                  <a:pt x="79750" y="53961"/>
                </a:cubicBezTo>
                <a:cubicBezTo>
                  <a:pt x="80185" y="52635"/>
                  <a:pt x="79814" y="51183"/>
                  <a:pt x="78796" y="5023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2" name="Красный — SVG 11">
            <a:extLst>
              <a:ext uri="{FF2B5EF4-FFF2-40B4-BE49-F238E27FC236}">
                <a16:creationId xmlns:a16="http://schemas.microsoft.com/office/drawing/2014/main" id="{D2CCBDA1-A30C-2E4F-B238-BF9790090A3E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123977 w 148867"/>
              <a:gd name="csY0" fmla="*/ 0 h 127754"/>
              <a:gd name="csX1" fmla="*/ 120030 w 148867"/>
              <a:gd name="csY1" fmla="*/ 1208 h 127754"/>
              <a:gd name="csX2" fmla="*/ 117410 w 148867"/>
              <a:gd name="csY2" fmla="*/ 4423 h 127754"/>
              <a:gd name="csX3" fmla="*/ 117052 w 148867"/>
              <a:gd name="csY3" fmla="*/ 8540 h 127754"/>
              <a:gd name="csX4" fmla="*/ 119043 w 148867"/>
              <a:gd name="csY4" fmla="*/ 12163 h 127754"/>
              <a:gd name="csX5" fmla="*/ 124657 w 148867"/>
              <a:gd name="csY5" fmla="*/ 17794 h 127754"/>
              <a:gd name="csX6" fmla="*/ 88606 w 148867"/>
              <a:gd name="csY6" fmla="*/ 17794 h 127754"/>
              <a:gd name="csX7" fmla="*/ 67339 w 148867"/>
              <a:gd name="csY7" fmla="*/ 39057 h 127754"/>
              <a:gd name="csX8" fmla="*/ 67339 w 148867"/>
              <a:gd name="csY8" fmla="*/ 88662 h 127754"/>
              <a:gd name="csX9" fmla="*/ 60262 w 148867"/>
              <a:gd name="csY9" fmla="*/ 95756 h 127754"/>
              <a:gd name="csX10" fmla="*/ 24193 w 148867"/>
              <a:gd name="csY10" fmla="*/ 95756 h 127754"/>
              <a:gd name="csX11" fmla="*/ 29825 w 148867"/>
              <a:gd name="csY11" fmla="*/ 90142 h 127754"/>
              <a:gd name="csX12" fmla="*/ 31832 w 148867"/>
              <a:gd name="csY12" fmla="*/ 86451 h 127754"/>
              <a:gd name="csX13" fmla="*/ 31407 w 148867"/>
              <a:gd name="csY13" fmla="*/ 82283 h 127754"/>
              <a:gd name="csX14" fmla="*/ 28702 w 148867"/>
              <a:gd name="csY14" fmla="*/ 79085 h 127754"/>
              <a:gd name="csX15" fmla="*/ 24669 w 148867"/>
              <a:gd name="csY15" fmla="*/ 77962 h 127754"/>
              <a:gd name="csX16" fmla="*/ 19804 w 148867"/>
              <a:gd name="csY16" fmla="*/ 80105 h 127754"/>
              <a:gd name="csX17" fmla="*/ 2076 w 148867"/>
              <a:gd name="csY17" fmla="*/ 97831 h 127754"/>
              <a:gd name="csX18" fmla="*/ 0 w 148867"/>
              <a:gd name="csY18" fmla="*/ 102849 h 127754"/>
              <a:gd name="csX19" fmla="*/ 2076 w 148867"/>
              <a:gd name="csY19" fmla="*/ 107850 h 127754"/>
              <a:gd name="csX20" fmla="*/ 19804 w 148867"/>
              <a:gd name="csY20" fmla="*/ 125576 h 127754"/>
              <a:gd name="csX21" fmla="*/ 22100 w 148867"/>
              <a:gd name="csY21" fmla="*/ 127175 h 127754"/>
              <a:gd name="csX22" fmla="*/ 24840 w 148867"/>
              <a:gd name="csY22" fmla="*/ 127754 h 127754"/>
              <a:gd name="csX23" fmla="*/ 27596 w 148867"/>
              <a:gd name="csY23" fmla="*/ 127226 h 127754"/>
              <a:gd name="csX24" fmla="*/ 29927 w 148867"/>
              <a:gd name="csY24" fmla="*/ 125678 h 127754"/>
              <a:gd name="csX25" fmla="*/ 31475 w 148867"/>
              <a:gd name="csY25" fmla="*/ 123348 h 127754"/>
              <a:gd name="csX26" fmla="*/ 32002 w 148867"/>
              <a:gd name="csY26" fmla="*/ 120592 h 127754"/>
              <a:gd name="csX27" fmla="*/ 31424 w 148867"/>
              <a:gd name="csY27" fmla="*/ 117853 h 127754"/>
              <a:gd name="csX28" fmla="*/ 29825 w 148867"/>
              <a:gd name="csY28" fmla="*/ 115556 h 127754"/>
              <a:gd name="csX29" fmla="*/ 24193 w 148867"/>
              <a:gd name="csY29" fmla="*/ 109926 h 127754"/>
              <a:gd name="csX30" fmla="*/ 60262 w 148867"/>
              <a:gd name="csY30" fmla="*/ 109926 h 127754"/>
              <a:gd name="csX31" fmla="*/ 81528 w 148867"/>
              <a:gd name="csY31" fmla="*/ 88662 h 127754"/>
              <a:gd name="csX32" fmla="*/ 81528 w 148867"/>
              <a:gd name="csY32" fmla="*/ 39057 h 127754"/>
              <a:gd name="csX33" fmla="*/ 88606 w 148867"/>
              <a:gd name="csY33" fmla="*/ 31964 h 127754"/>
              <a:gd name="csX34" fmla="*/ 124657 w 148867"/>
              <a:gd name="csY34" fmla="*/ 31964 h 127754"/>
              <a:gd name="csX35" fmla="*/ 119043 w 148867"/>
              <a:gd name="csY35" fmla="*/ 37578 h 127754"/>
              <a:gd name="csX36" fmla="*/ 117444 w 148867"/>
              <a:gd name="csY36" fmla="*/ 39891 h 127754"/>
              <a:gd name="csX37" fmla="*/ 116865 w 148867"/>
              <a:gd name="csY37" fmla="*/ 42630 h 127754"/>
              <a:gd name="csX38" fmla="*/ 117393 w 148867"/>
              <a:gd name="csY38" fmla="*/ 45386 h 127754"/>
              <a:gd name="csX39" fmla="*/ 118941 w 148867"/>
              <a:gd name="csY39" fmla="*/ 47716 h 127754"/>
              <a:gd name="csX40" fmla="*/ 121272 w 148867"/>
              <a:gd name="csY40" fmla="*/ 49264 h 127754"/>
              <a:gd name="csX41" fmla="*/ 124028 w 148867"/>
              <a:gd name="csY41" fmla="*/ 49792 h 127754"/>
              <a:gd name="csX42" fmla="*/ 126767 w 148867"/>
              <a:gd name="csY42" fmla="*/ 49213 h 127754"/>
              <a:gd name="csX43" fmla="*/ 129064 w 148867"/>
              <a:gd name="csY43" fmla="*/ 47614 h 127754"/>
              <a:gd name="csX44" fmla="*/ 146792 w 148867"/>
              <a:gd name="csY44" fmla="*/ 29889 h 127754"/>
              <a:gd name="csX45" fmla="*/ 148867 w 148867"/>
              <a:gd name="csY45" fmla="*/ 24870 h 127754"/>
              <a:gd name="csX46" fmla="*/ 146792 w 148867"/>
              <a:gd name="csY46" fmla="*/ 19869 h 127754"/>
              <a:gd name="csX47" fmla="*/ 129064 w 148867"/>
              <a:gd name="csY47" fmla="*/ 2143 h 127754"/>
              <a:gd name="csX48" fmla="*/ 126733 w 148867"/>
              <a:gd name="csY48" fmla="*/ 561 h 127754"/>
              <a:gd name="csX49" fmla="*/ 123977 w 148867"/>
              <a:gd name="csY49" fmla="*/ 0 h 127754"/>
            </a:gdLst>
            <a:ahLst/>
            <a:cxnLst/>
            <a:rect l="l" t="t" r="r" b="b"/>
            <a:pathLst>
              <a:path w="100000" h="100000">
                <a:moveTo>
                  <a:pt x="83280" y="7091"/>
                </a:moveTo>
                <a:cubicBezTo>
                  <a:pt x="82332" y="7091"/>
                  <a:pt x="81406" y="7377"/>
                  <a:pt x="80629" y="7903"/>
                </a:cubicBezTo>
                <a:cubicBezTo>
                  <a:pt x="79840" y="8439"/>
                  <a:pt x="79234" y="9182"/>
                  <a:pt x="78869" y="10062"/>
                </a:cubicBezTo>
                <a:cubicBezTo>
                  <a:pt x="78514" y="10942"/>
                  <a:pt x="78434" y="11902"/>
                  <a:pt x="78629" y="12828"/>
                </a:cubicBezTo>
                <a:cubicBezTo>
                  <a:pt x="78823" y="13754"/>
                  <a:pt x="79292" y="14610"/>
                  <a:pt x="79966" y="15262"/>
                </a:cubicBezTo>
                <a:lnTo>
                  <a:pt x="83737" y="19044"/>
                </a:lnTo>
                <a:lnTo>
                  <a:pt x="59520" y="19044"/>
                </a:lnTo>
                <a:cubicBezTo>
                  <a:pt x="51692" y="19044"/>
                  <a:pt x="45234" y="25489"/>
                  <a:pt x="45234" y="33327"/>
                </a:cubicBezTo>
                <a:lnTo>
                  <a:pt x="45234" y="66649"/>
                </a:lnTo>
                <a:cubicBezTo>
                  <a:pt x="45234" y="69334"/>
                  <a:pt x="43166" y="71414"/>
                  <a:pt x="40480" y="71414"/>
                </a:cubicBezTo>
                <a:lnTo>
                  <a:pt x="16251" y="71414"/>
                </a:lnTo>
                <a:lnTo>
                  <a:pt x="20035" y="67643"/>
                </a:lnTo>
                <a:cubicBezTo>
                  <a:pt x="20720" y="66969"/>
                  <a:pt x="21189" y="66112"/>
                  <a:pt x="21383" y="65164"/>
                </a:cubicBezTo>
                <a:cubicBezTo>
                  <a:pt x="21566" y="64227"/>
                  <a:pt x="21474" y="63255"/>
                  <a:pt x="21097" y="62364"/>
                </a:cubicBezTo>
                <a:cubicBezTo>
                  <a:pt x="20720" y="61484"/>
                  <a:pt x="20091" y="60730"/>
                  <a:pt x="19280" y="60216"/>
                </a:cubicBezTo>
                <a:cubicBezTo>
                  <a:pt x="18480" y="59701"/>
                  <a:pt x="17532" y="59439"/>
                  <a:pt x="16571" y="59461"/>
                </a:cubicBezTo>
                <a:cubicBezTo>
                  <a:pt x="15337" y="59507"/>
                  <a:pt x="14160" y="60022"/>
                  <a:pt x="13303" y="60901"/>
                </a:cubicBezTo>
                <a:lnTo>
                  <a:pt x="1395" y="72808"/>
                </a:lnTo>
                <a:cubicBezTo>
                  <a:pt x="502" y="73700"/>
                  <a:pt x="0" y="74911"/>
                  <a:pt x="0" y="76179"/>
                </a:cubicBezTo>
                <a:cubicBezTo>
                  <a:pt x="0" y="77436"/>
                  <a:pt x="502" y="78648"/>
                  <a:pt x="1395" y="79538"/>
                </a:cubicBezTo>
                <a:lnTo>
                  <a:pt x="13303" y="91446"/>
                </a:lnTo>
                <a:cubicBezTo>
                  <a:pt x="13737" y="91903"/>
                  <a:pt x="14263" y="92269"/>
                  <a:pt x="14845" y="92520"/>
                </a:cubicBezTo>
                <a:cubicBezTo>
                  <a:pt x="15429" y="92771"/>
                  <a:pt x="16057" y="92909"/>
                  <a:pt x="16686" y="92909"/>
                </a:cubicBezTo>
                <a:cubicBezTo>
                  <a:pt x="17314" y="92920"/>
                  <a:pt x="17943" y="92794"/>
                  <a:pt x="18537" y="92554"/>
                </a:cubicBezTo>
                <a:cubicBezTo>
                  <a:pt x="19120" y="92314"/>
                  <a:pt x="19657" y="91960"/>
                  <a:pt x="20103" y="91514"/>
                </a:cubicBezTo>
                <a:cubicBezTo>
                  <a:pt x="20549" y="91069"/>
                  <a:pt x="20903" y="90531"/>
                  <a:pt x="21143" y="89949"/>
                </a:cubicBezTo>
                <a:cubicBezTo>
                  <a:pt x="21383" y="89366"/>
                  <a:pt x="21497" y="88737"/>
                  <a:pt x="21497" y="88098"/>
                </a:cubicBezTo>
                <a:cubicBezTo>
                  <a:pt x="21486" y="87469"/>
                  <a:pt x="21360" y="86841"/>
                  <a:pt x="21109" y="86258"/>
                </a:cubicBezTo>
                <a:cubicBezTo>
                  <a:pt x="20857" y="85675"/>
                  <a:pt x="20491" y="85149"/>
                  <a:pt x="20035" y="84715"/>
                </a:cubicBezTo>
                <a:lnTo>
                  <a:pt x="16251" y="80933"/>
                </a:lnTo>
                <a:lnTo>
                  <a:pt x="40480" y="80933"/>
                </a:lnTo>
                <a:cubicBezTo>
                  <a:pt x="48309" y="80933"/>
                  <a:pt x="54766" y="74488"/>
                  <a:pt x="54766" y="66649"/>
                </a:cubicBezTo>
                <a:lnTo>
                  <a:pt x="54766" y="33327"/>
                </a:lnTo>
                <a:cubicBezTo>
                  <a:pt x="54766" y="30642"/>
                  <a:pt x="56835" y="28563"/>
                  <a:pt x="59520" y="28563"/>
                </a:cubicBezTo>
                <a:lnTo>
                  <a:pt x="83737" y="28563"/>
                </a:lnTo>
                <a:lnTo>
                  <a:pt x="79966" y="32334"/>
                </a:lnTo>
                <a:cubicBezTo>
                  <a:pt x="79509" y="32779"/>
                  <a:pt x="79143" y="33305"/>
                  <a:pt x="78892" y="33888"/>
                </a:cubicBezTo>
                <a:cubicBezTo>
                  <a:pt x="78640" y="34471"/>
                  <a:pt x="78503" y="35087"/>
                  <a:pt x="78503" y="35728"/>
                </a:cubicBezTo>
                <a:cubicBezTo>
                  <a:pt x="78492" y="36356"/>
                  <a:pt x="78617" y="36984"/>
                  <a:pt x="78858" y="37579"/>
                </a:cubicBezTo>
                <a:cubicBezTo>
                  <a:pt x="79097" y="38161"/>
                  <a:pt x="79451" y="38699"/>
                  <a:pt x="79897" y="39144"/>
                </a:cubicBezTo>
                <a:cubicBezTo>
                  <a:pt x="80343" y="39589"/>
                  <a:pt x="80880" y="39944"/>
                  <a:pt x="81463" y="40184"/>
                </a:cubicBezTo>
                <a:cubicBezTo>
                  <a:pt x="82046" y="40424"/>
                  <a:pt x="82674" y="40539"/>
                  <a:pt x="83315" y="40539"/>
                </a:cubicBezTo>
                <a:cubicBezTo>
                  <a:pt x="83943" y="40527"/>
                  <a:pt x="84571" y="40401"/>
                  <a:pt x="85155" y="40150"/>
                </a:cubicBezTo>
                <a:cubicBezTo>
                  <a:pt x="85738" y="39898"/>
                  <a:pt x="86263" y="39532"/>
                  <a:pt x="86698" y="39075"/>
                </a:cubicBezTo>
                <a:lnTo>
                  <a:pt x="98606" y="27169"/>
                </a:lnTo>
                <a:cubicBezTo>
                  <a:pt x="99498" y="26277"/>
                  <a:pt x="100000" y="25066"/>
                  <a:pt x="100000" y="23797"/>
                </a:cubicBezTo>
                <a:cubicBezTo>
                  <a:pt x="100000" y="22541"/>
                  <a:pt x="99498" y="21329"/>
                  <a:pt x="98606" y="20438"/>
                </a:cubicBezTo>
                <a:lnTo>
                  <a:pt x="86698" y="8531"/>
                </a:lnTo>
                <a:cubicBezTo>
                  <a:pt x="86251" y="8074"/>
                  <a:pt x="85726" y="7709"/>
                  <a:pt x="85132" y="7468"/>
                </a:cubicBezTo>
                <a:cubicBezTo>
                  <a:pt x="84549" y="7217"/>
                  <a:pt x="83921" y="7091"/>
                  <a:pt x="83280" y="709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3" name="Красный — SVG 12">
            <a:extLst>
              <a:ext uri="{FF2B5EF4-FFF2-40B4-BE49-F238E27FC236}">
                <a16:creationId xmlns:a16="http://schemas.microsoft.com/office/drawing/2014/main" id="{E3F029F8-7AF6-D244-B5F1-DBD6ACC1B84A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139762 w 141792"/>
              <a:gd name="csY0" fmla="*/ 107357 h 131121"/>
              <a:gd name="csX1" fmla="*/ 84894 w 141792"/>
              <a:gd name="csY1" fmla="*/ 8251 h 131121"/>
              <a:gd name="csX2" fmla="*/ 70892 w 141792"/>
              <a:gd name="csY2" fmla="*/ 0 h 131121"/>
              <a:gd name="csX3" fmla="*/ 56907 w 141792"/>
              <a:gd name="csY3" fmla="*/ 8251 h 131121"/>
              <a:gd name="csX4" fmla="*/ 2022 w 141792"/>
              <a:gd name="csY4" fmla="*/ 107357 h 131121"/>
              <a:gd name="csX5" fmla="*/ 2243 w 141792"/>
              <a:gd name="csY5" fmla="*/ 123245 h 131121"/>
              <a:gd name="csX6" fmla="*/ 16024 w 141792"/>
              <a:gd name="csY6" fmla="*/ 131122 h 131121"/>
              <a:gd name="csX7" fmla="*/ 125777 w 141792"/>
              <a:gd name="csY7" fmla="*/ 131122 h 131121"/>
              <a:gd name="csX8" fmla="*/ 139558 w 141792"/>
              <a:gd name="csY8" fmla="*/ 123245 h 131121"/>
              <a:gd name="csX9" fmla="*/ 139762 w 141792"/>
              <a:gd name="csY9" fmla="*/ 107357 h 131121"/>
              <a:gd name="csX10" fmla="*/ 65584 w 141792"/>
              <a:gd name="csY10" fmla="*/ 44297 h 131121"/>
              <a:gd name="csX11" fmla="*/ 70892 w 141792"/>
              <a:gd name="csY11" fmla="*/ 38989 h 131121"/>
              <a:gd name="csX12" fmla="*/ 76217 w 141792"/>
              <a:gd name="csY12" fmla="*/ 44297 h 131121"/>
              <a:gd name="csX13" fmla="*/ 76217 w 141792"/>
              <a:gd name="csY13" fmla="*/ 79731 h 131121"/>
              <a:gd name="csX14" fmla="*/ 70892 w 141792"/>
              <a:gd name="csY14" fmla="*/ 85056 h 131121"/>
              <a:gd name="csX15" fmla="*/ 65584 w 141792"/>
              <a:gd name="csY15" fmla="*/ 79731 h 131121"/>
              <a:gd name="csX16" fmla="*/ 65584 w 141792"/>
              <a:gd name="csY16" fmla="*/ 44297 h 131121"/>
              <a:gd name="csX17" fmla="*/ 70892 w 141792"/>
              <a:gd name="csY17" fmla="*/ 109858 h 131121"/>
              <a:gd name="csX18" fmla="*/ 63815 w 141792"/>
              <a:gd name="csY18" fmla="*/ 102781 h 131121"/>
              <a:gd name="csX19" fmla="*/ 70892 w 141792"/>
              <a:gd name="csY19" fmla="*/ 95687 h 131121"/>
              <a:gd name="csX20" fmla="*/ 77987 w 141792"/>
              <a:gd name="csY20" fmla="*/ 102781 h 131121"/>
              <a:gd name="csX21" fmla="*/ 70892 w 141792"/>
              <a:gd name="csY21" fmla="*/ 109858 h 131121"/>
            </a:gdLst>
            <a:ahLst/>
            <a:cxnLst/>
            <a:rect l="l" t="t" r="r" b="b"/>
            <a:pathLst>
              <a:path w="100000" h="100000">
                <a:moveTo>
                  <a:pt x="98568" y="79477"/>
                </a:moveTo>
                <a:lnTo>
                  <a:pt x="59872" y="9582"/>
                </a:lnTo>
                <a:cubicBezTo>
                  <a:pt x="57857" y="5934"/>
                  <a:pt x="54161" y="3763"/>
                  <a:pt x="49997" y="3763"/>
                </a:cubicBezTo>
                <a:cubicBezTo>
                  <a:pt x="45833" y="3763"/>
                  <a:pt x="42150" y="5934"/>
                  <a:pt x="40134" y="9582"/>
                </a:cubicBezTo>
                <a:lnTo>
                  <a:pt x="1426" y="79477"/>
                </a:lnTo>
                <a:cubicBezTo>
                  <a:pt x="-530" y="83016"/>
                  <a:pt x="-470" y="87203"/>
                  <a:pt x="1582" y="90682"/>
                </a:cubicBezTo>
                <a:cubicBezTo>
                  <a:pt x="3633" y="94162"/>
                  <a:pt x="7269" y="96238"/>
                  <a:pt x="11301" y="96238"/>
                </a:cubicBezTo>
                <a:lnTo>
                  <a:pt x="88705" y="96238"/>
                </a:lnTo>
                <a:cubicBezTo>
                  <a:pt x="92737" y="96238"/>
                  <a:pt x="96373" y="94162"/>
                  <a:pt x="98424" y="90682"/>
                </a:cubicBezTo>
                <a:cubicBezTo>
                  <a:pt x="100476" y="87203"/>
                  <a:pt x="100525" y="83016"/>
                  <a:pt x="98568" y="79477"/>
                </a:cubicBezTo>
                <a:close/>
                <a:moveTo>
                  <a:pt x="46254" y="35004"/>
                </a:moveTo>
                <a:cubicBezTo>
                  <a:pt x="46254" y="32928"/>
                  <a:pt x="47934" y="31260"/>
                  <a:pt x="49997" y="31260"/>
                </a:cubicBezTo>
                <a:cubicBezTo>
                  <a:pt x="52073" y="31260"/>
                  <a:pt x="53753" y="32928"/>
                  <a:pt x="53753" y="35004"/>
                </a:cubicBezTo>
                <a:lnTo>
                  <a:pt x="53753" y="59994"/>
                </a:lnTo>
                <a:cubicBezTo>
                  <a:pt x="53753" y="62069"/>
                  <a:pt x="52073" y="63749"/>
                  <a:pt x="49997" y="63749"/>
                </a:cubicBezTo>
                <a:cubicBezTo>
                  <a:pt x="47934" y="63749"/>
                  <a:pt x="46254" y="62069"/>
                  <a:pt x="46254" y="59994"/>
                </a:cubicBezTo>
                <a:lnTo>
                  <a:pt x="46254" y="35004"/>
                </a:lnTo>
                <a:close/>
                <a:moveTo>
                  <a:pt x="49997" y="81241"/>
                </a:moveTo>
                <a:cubicBezTo>
                  <a:pt x="47238" y="81241"/>
                  <a:pt x="45006" y="79010"/>
                  <a:pt x="45006" y="76250"/>
                </a:cubicBezTo>
                <a:cubicBezTo>
                  <a:pt x="45006" y="73479"/>
                  <a:pt x="47238" y="71247"/>
                  <a:pt x="49997" y="71247"/>
                </a:cubicBezTo>
                <a:cubicBezTo>
                  <a:pt x="52757" y="71247"/>
                  <a:pt x="55001" y="73479"/>
                  <a:pt x="55001" y="76250"/>
                </a:cubicBezTo>
                <a:cubicBezTo>
                  <a:pt x="55001" y="79010"/>
                  <a:pt x="52757" y="81241"/>
                  <a:pt x="49997" y="8124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4" name="Красный — SVG 13">
            <a:extLst>
              <a:ext uri="{FF2B5EF4-FFF2-40B4-BE49-F238E27FC236}">
                <a16:creationId xmlns:a16="http://schemas.microsoft.com/office/drawing/2014/main" id="{E50BD6B6-B3E0-174A-B194-45E0E6545E62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7077 w 127737"/>
              <a:gd name="csY0" fmla="*/ 4 h 127724"/>
              <a:gd name="csX1" fmla="*/ 4151 w 127737"/>
              <a:gd name="csY1" fmla="*/ 650 h 127724"/>
              <a:gd name="csX2" fmla="*/ 1735 w 127737"/>
              <a:gd name="csY2" fmla="*/ 2453 h 127724"/>
              <a:gd name="csX3" fmla="*/ 288 w 127737"/>
              <a:gd name="csY3" fmla="*/ 5090 h 127724"/>
              <a:gd name="csX4" fmla="*/ 68 w 127737"/>
              <a:gd name="csY4" fmla="*/ 8084 h 127724"/>
              <a:gd name="csX5" fmla="*/ 68 w 127737"/>
              <a:gd name="csY5" fmla="*/ 35523 h 127724"/>
              <a:gd name="csX6" fmla="*/ 578 w 127737"/>
              <a:gd name="csY6" fmla="*/ 38262 h 127724"/>
              <a:gd name="csX7" fmla="*/ 2109 w 127737"/>
              <a:gd name="csY7" fmla="*/ 40592 h 127724"/>
              <a:gd name="csX8" fmla="*/ 4423 w 127737"/>
              <a:gd name="csY8" fmla="*/ 42157 h 127724"/>
              <a:gd name="csX9" fmla="*/ 7162 w 127737"/>
              <a:gd name="csY9" fmla="*/ 42702 h 127724"/>
              <a:gd name="csX10" fmla="*/ 9901 w 127737"/>
              <a:gd name="csY10" fmla="*/ 42157 h 127724"/>
              <a:gd name="csX11" fmla="*/ 12198 w 127737"/>
              <a:gd name="csY11" fmla="*/ 40592 h 127724"/>
              <a:gd name="csX12" fmla="*/ 13729 w 127737"/>
              <a:gd name="csY12" fmla="*/ 38262 h 127724"/>
              <a:gd name="csX13" fmla="*/ 14240 w 127737"/>
              <a:gd name="csY13" fmla="*/ 35523 h 127724"/>
              <a:gd name="csX14" fmla="*/ 14240 w 127737"/>
              <a:gd name="csY14" fmla="*/ 24279 h 127724"/>
              <a:gd name="csX15" fmla="*/ 41138 w 127737"/>
              <a:gd name="csY15" fmla="*/ 51156 h 127724"/>
              <a:gd name="csX16" fmla="*/ 43435 w 127737"/>
              <a:gd name="csY16" fmla="*/ 52755 h 127724"/>
              <a:gd name="csX17" fmla="*/ 46174 w 127737"/>
              <a:gd name="csY17" fmla="*/ 53334 h 127724"/>
              <a:gd name="csX18" fmla="*/ 48930 w 127737"/>
              <a:gd name="csY18" fmla="*/ 52806 h 127724"/>
              <a:gd name="csX19" fmla="*/ 51261 w 127737"/>
              <a:gd name="csY19" fmla="*/ 51258 h 127724"/>
              <a:gd name="csX20" fmla="*/ 52809 w 127737"/>
              <a:gd name="csY20" fmla="*/ 48928 h 127724"/>
              <a:gd name="csX21" fmla="*/ 53337 w 127737"/>
              <a:gd name="csY21" fmla="*/ 46172 h 127724"/>
              <a:gd name="csX22" fmla="*/ 52758 w 127737"/>
              <a:gd name="csY22" fmla="*/ 43433 h 127724"/>
              <a:gd name="csX23" fmla="*/ 51159 w 127737"/>
              <a:gd name="csY23" fmla="*/ 41136 h 127724"/>
              <a:gd name="csX24" fmla="*/ 24278 w 127737"/>
              <a:gd name="csY24" fmla="*/ 14259 h 127724"/>
              <a:gd name="csX25" fmla="*/ 35507 w 127737"/>
              <a:gd name="csY25" fmla="*/ 14259 h 127724"/>
              <a:gd name="csX26" fmla="*/ 38263 w 127737"/>
              <a:gd name="csY26" fmla="*/ 13749 h 127724"/>
              <a:gd name="csX27" fmla="*/ 40594 w 127737"/>
              <a:gd name="csY27" fmla="*/ 12218 h 127724"/>
              <a:gd name="csX28" fmla="*/ 42159 w 127737"/>
              <a:gd name="csY28" fmla="*/ 9904 h 127724"/>
              <a:gd name="csX29" fmla="*/ 42703 w 127737"/>
              <a:gd name="csY29" fmla="*/ 7165 h 127724"/>
              <a:gd name="csX30" fmla="*/ 42159 w 127737"/>
              <a:gd name="csY30" fmla="*/ 4427 h 127724"/>
              <a:gd name="csX31" fmla="*/ 40594 w 127737"/>
              <a:gd name="csY31" fmla="*/ 2113 h 127724"/>
              <a:gd name="csX32" fmla="*/ 38263 w 127737"/>
              <a:gd name="csY32" fmla="*/ 582 h 127724"/>
              <a:gd name="csX33" fmla="*/ 35507 w 127737"/>
              <a:gd name="csY33" fmla="*/ 72 h 127724"/>
              <a:gd name="csX34" fmla="*/ 8030 w 127737"/>
              <a:gd name="csY34" fmla="*/ 72 h 127724"/>
              <a:gd name="csX35" fmla="*/ 7077 w 127737"/>
              <a:gd name="csY35" fmla="*/ 4 h 127724"/>
              <a:gd name="csX36" fmla="*/ 120437 w 127737"/>
              <a:gd name="csY36" fmla="*/ 4 h 127724"/>
              <a:gd name="csX37" fmla="*/ 119655 w 127737"/>
              <a:gd name="csY37" fmla="*/ 72 h 127724"/>
              <a:gd name="csX38" fmla="*/ 92229 w 127737"/>
              <a:gd name="csY38" fmla="*/ 72 h 127724"/>
              <a:gd name="csX39" fmla="*/ 89473 w 127737"/>
              <a:gd name="csY39" fmla="*/ 582 h 127724"/>
              <a:gd name="csX40" fmla="*/ 87142 w 127737"/>
              <a:gd name="csY40" fmla="*/ 2113 h 127724"/>
              <a:gd name="csX41" fmla="*/ 85577 w 127737"/>
              <a:gd name="csY41" fmla="*/ 4427 h 127724"/>
              <a:gd name="csX42" fmla="*/ 85032 w 127737"/>
              <a:gd name="csY42" fmla="*/ 7165 h 127724"/>
              <a:gd name="csX43" fmla="*/ 85577 w 127737"/>
              <a:gd name="csY43" fmla="*/ 9904 h 127724"/>
              <a:gd name="csX44" fmla="*/ 87142 w 127737"/>
              <a:gd name="csY44" fmla="*/ 12218 h 127724"/>
              <a:gd name="csX45" fmla="*/ 89473 w 127737"/>
              <a:gd name="csY45" fmla="*/ 13749 h 127724"/>
              <a:gd name="csX46" fmla="*/ 92229 w 127737"/>
              <a:gd name="csY46" fmla="*/ 14259 h 127724"/>
              <a:gd name="csX47" fmla="*/ 103475 w 127737"/>
              <a:gd name="csY47" fmla="*/ 14259 h 127724"/>
              <a:gd name="csX48" fmla="*/ 76577 w 127737"/>
              <a:gd name="csY48" fmla="*/ 41136 h 127724"/>
              <a:gd name="csX49" fmla="*/ 74978 w 127737"/>
              <a:gd name="csY49" fmla="*/ 43433 h 127724"/>
              <a:gd name="csX50" fmla="*/ 74399 w 127737"/>
              <a:gd name="csY50" fmla="*/ 46172 h 127724"/>
              <a:gd name="csX51" fmla="*/ 74927 w 127737"/>
              <a:gd name="csY51" fmla="*/ 48928 h 127724"/>
              <a:gd name="csX52" fmla="*/ 76475 w 127737"/>
              <a:gd name="csY52" fmla="*/ 51258 h 127724"/>
              <a:gd name="csX53" fmla="*/ 78806 w 127737"/>
              <a:gd name="csY53" fmla="*/ 52806 h 127724"/>
              <a:gd name="csX54" fmla="*/ 81562 w 127737"/>
              <a:gd name="csY54" fmla="*/ 53334 h 127724"/>
              <a:gd name="csX55" fmla="*/ 84301 w 127737"/>
              <a:gd name="csY55" fmla="*/ 52755 h 127724"/>
              <a:gd name="csX56" fmla="*/ 86597 w 127737"/>
              <a:gd name="csY56" fmla="*/ 51156 h 127724"/>
              <a:gd name="csX57" fmla="*/ 113496 w 127737"/>
              <a:gd name="csY57" fmla="*/ 24279 h 127724"/>
              <a:gd name="csX58" fmla="*/ 113496 w 127737"/>
              <a:gd name="csY58" fmla="*/ 35523 h 127724"/>
              <a:gd name="csX59" fmla="*/ 114006 w 127737"/>
              <a:gd name="csY59" fmla="*/ 38262 h 127724"/>
              <a:gd name="csX60" fmla="*/ 115537 w 127737"/>
              <a:gd name="csY60" fmla="*/ 40592 h 127724"/>
              <a:gd name="csX61" fmla="*/ 117851 w 127737"/>
              <a:gd name="csY61" fmla="*/ 42157 h 127724"/>
              <a:gd name="csX62" fmla="*/ 120574 w 127737"/>
              <a:gd name="csY62" fmla="*/ 42702 h 127724"/>
              <a:gd name="csX63" fmla="*/ 123313 w 127737"/>
              <a:gd name="csY63" fmla="*/ 42157 h 127724"/>
              <a:gd name="csX64" fmla="*/ 125627 w 127737"/>
              <a:gd name="csY64" fmla="*/ 40592 h 127724"/>
              <a:gd name="csX65" fmla="*/ 127158 w 127737"/>
              <a:gd name="csY65" fmla="*/ 38262 h 127724"/>
              <a:gd name="csX66" fmla="*/ 127668 w 127737"/>
              <a:gd name="csY66" fmla="*/ 35523 h 127724"/>
              <a:gd name="csX67" fmla="*/ 127668 w 127737"/>
              <a:gd name="csY67" fmla="*/ 8033 h 127724"/>
              <a:gd name="csX68" fmla="*/ 127413 w 127737"/>
              <a:gd name="csY68" fmla="*/ 5005 h 127724"/>
              <a:gd name="csX69" fmla="*/ 125916 w 127737"/>
              <a:gd name="csY69" fmla="*/ 2351 h 127724"/>
              <a:gd name="csX70" fmla="*/ 123432 w 127737"/>
              <a:gd name="csY70" fmla="*/ 582 h 127724"/>
              <a:gd name="csX71" fmla="*/ 120437 w 127737"/>
              <a:gd name="csY71" fmla="*/ 4 h 127724"/>
              <a:gd name="csX72" fmla="*/ 46004 w 127737"/>
              <a:gd name="csY72" fmla="*/ 74427 h 127724"/>
              <a:gd name="csX73" fmla="*/ 41138 w 127737"/>
              <a:gd name="csY73" fmla="*/ 76571 h 127724"/>
              <a:gd name="csX74" fmla="*/ 14240 w 127737"/>
              <a:gd name="csY74" fmla="*/ 103465 h 127724"/>
              <a:gd name="csX75" fmla="*/ 14240 w 127737"/>
              <a:gd name="csY75" fmla="*/ 92221 h 127724"/>
              <a:gd name="csX76" fmla="*/ 13729 w 127737"/>
              <a:gd name="csY76" fmla="*/ 89482 h 127724"/>
              <a:gd name="csX77" fmla="*/ 12198 w 127737"/>
              <a:gd name="csY77" fmla="*/ 87134 h 127724"/>
              <a:gd name="csX78" fmla="*/ 9901 w 127737"/>
              <a:gd name="csY78" fmla="*/ 85587 h 127724"/>
              <a:gd name="csX79" fmla="*/ 7162 w 127737"/>
              <a:gd name="csY79" fmla="*/ 85025 h 127724"/>
              <a:gd name="csX80" fmla="*/ 4423 w 127737"/>
              <a:gd name="csY80" fmla="*/ 85587 h 127724"/>
              <a:gd name="csX81" fmla="*/ 2109 w 127737"/>
              <a:gd name="csY81" fmla="*/ 87134 h 127724"/>
              <a:gd name="csX82" fmla="*/ 578 w 127737"/>
              <a:gd name="csY82" fmla="*/ 89482 h 127724"/>
              <a:gd name="csX83" fmla="*/ 68 w 127737"/>
              <a:gd name="csY83" fmla="*/ 92221 h 127724"/>
              <a:gd name="csX84" fmla="*/ 68 w 127737"/>
              <a:gd name="csY84" fmla="*/ 119694 h 127724"/>
              <a:gd name="csX85" fmla="*/ 391 w 127737"/>
              <a:gd name="csY85" fmla="*/ 122926 h 127724"/>
              <a:gd name="csX86" fmla="*/ 2092 w 127737"/>
              <a:gd name="csY86" fmla="*/ 125665 h 127724"/>
              <a:gd name="csX87" fmla="*/ 4848 w 127737"/>
              <a:gd name="csY87" fmla="*/ 127366 h 127724"/>
              <a:gd name="csX88" fmla="*/ 8081 w 127737"/>
              <a:gd name="csY88" fmla="*/ 127655 h 127724"/>
              <a:gd name="csX89" fmla="*/ 35507 w 127737"/>
              <a:gd name="csY89" fmla="*/ 127655 h 127724"/>
              <a:gd name="csX90" fmla="*/ 38263 w 127737"/>
              <a:gd name="csY90" fmla="*/ 127145 h 127724"/>
              <a:gd name="csX91" fmla="*/ 40594 w 127737"/>
              <a:gd name="csY91" fmla="*/ 125614 h 127724"/>
              <a:gd name="csX92" fmla="*/ 42159 w 127737"/>
              <a:gd name="csY92" fmla="*/ 123300 h 127724"/>
              <a:gd name="csX93" fmla="*/ 42703 w 127737"/>
              <a:gd name="csY93" fmla="*/ 120578 h 127724"/>
              <a:gd name="csX94" fmla="*/ 42159 w 127737"/>
              <a:gd name="csY94" fmla="*/ 117840 h 127724"/>
              <a:gd name="csX95" fmla="*/ 40594 w 127737"/>
              <a:gd name="csY95" fmla="*/ 115526 h 127724"/>
              <a:gd name="csX96" fmla="*/ 38263 w 127737"/>
              <a:gd name="csY96" fmla="*/ 113995 h 127724"/>
              <a:gd name="csX97" fmla="*/ 35507 w 127737"/>
              <a:gd name="csY97" fmla="*/ 113485 h 127724"/>
              <a:gd name="csX98" fmla="*/ 24278 w 127737"/>
              <a:gd name="csY98" fmla="*/ 113485 h 127724"/>
              <a:gd name="csX99" fmla="*/ 51159 w 127737"/>
              <a:gd name="csY99" fmla="*/ 86590 h 127724"/>
              <a:gd name="csX100" fmla="*/ 53166 w 127737"/>
              <a:gd name="csY100" fmla="*/ 82916 h 127724"/>
              <a:gd name="csX101" fmla="*/ 52741 w 127737"/>
              <a:gd name="csY101" fmla="*/ 78748 h 127724"/>
              <a:gd name="csX102" fmla="*/ 50053 w 127737"/>
              <a:gd name="csY102" fmla="*/ 75550 h 127724"/>
              <a:gd name="csX103" fmla="*/ 46004 w 127737"/>
              <a:gd name="csY103" fmla="*/ 74427 h 127724"/>
              <a:gd name="csX104" fmla="*/ 81510 w 127737"/>
              <a:gd name="csY104" fmla="*/ 74427 h 127724"/>
              <a:gd name="csX105" fmla="*/ 77564 w 127737"/>
              <a:gd name="csY105" fmla="*/ 75635 h 127724"/>
              <a:gd name="csX106" fmla="*/ 74961 w 127737"/>
              <a:gd name="csY106" fmla="*/ 78850 h 127724"/>
              <a:gd name="csX107" fmla="*/ 74586 w 127737"/>
              <a:gd name="csY107" fmla="*/ 82967 h 127724"/>
              <a:gd name="csX108" fmla="*/ 76577 w 127737"/>
              <a:gd name="csY108" fmla="*/ 86590 h 127724"/>
              <a:gd name="csX109" fmla="*/ 103475 w 127737"/>
              <a:gd name="csY109" fmla="*/ 113485 h 127724"/>
              <a:gd name="csX110" fmla="*/ 92229 w 127737"/>
              <a:gd name="csY110" fmla="*/ 113485 h 127724"/>
              <a:gd name="csX111" fmla="*/ 89473 w 127737"/>
              <a:gd name="csY111" fmla="*/ 113995 h 127724"/>
              <a:gd name="csX112" fmla="*/ 87142 w 127737"/>
              <a:gd name="csY112" fmla="*/ 115526 h 127724"/>
              <a:gd name="csX113" fmla="*/ 85577 w 127737"/>
              <a:gd name="csY113" fmla="*/ 117840 h 127724"/>
              <a:gd name="csX114" fmla="*/ 85032 w 127737"/>
              <a:gd name="csY114" fmla="*/ 120578 h 127724"/>
              <a:gd name="csX115" fmla="*/ 85577 w 127737"/>
              <a:gd name="csY115" fmla="*/ 123300 h 127724"/>
              <a:gd name="csX116" fmla="*/ 87142 w 127737"/>
              <a:gd name="csY116" fmla="*/ 125614 h 127724"/>
              <a:gd name="csX117" fmla="*/ 89473 w 127737"/>
              <a:gd name="csY117" fmla="*/ 127145 h 127724"/>
              <a:gd name="csX118" fmla="*/ 92229 w 127737"/>
              <a:gd name="csY118" fmla="*/ 127655 h 127724"/>
              <a:gd name="csX119" fmla="*/ 119706 w 127737"/>
              <a:gd name="csY119" fmla="*/ 127655 h 127724"/>
              <a:gd name="csX120" fmla="*/ 122938 w 127737"/>
              <a:gd name="csY120" fmla="*/ 127349 h 127724"/>
              <a:gd name="csX121" fmla="*/ 125678 w 127737"/>
              <a:gd name="csY121" fmla="*/ 125631 h 127724"/>
              <a:gd name="csX122" fmla="*/ 127379 w 127737"/>
              <a:gd name="csY122" fmla="*/ 122875 h 127724"/>
              <a:gd name="csX123" fmla="*/ 127668 w 127737"/>
              <a:gd name="csY123" fmla="*/ 119643 h 127724"/>
              <a:gd name="csX124" fmla="*/ 127668 w 127737"/>
              <a:gd name="csY124" fmla="*/ 92221 h 127724"/>
              <a:gd name="csX125" fmla="*/ 127158 w 127737"/>
              <a:gd name="csY125" fmla="*/ 89482 h 127724"/>
              <a:gd name="csX126" fmla="*/ 125627 w 127737"/>
              <a:gd name="csY126" fmla="*/ 87134 h 127724"/>
              <a:gd name="csX127" fmla="*/ 123313 w 127737"/>
              <a:gd name="csY127" fmla="*/ 85587 h 127724"/>
              <a:gd name="csX128" fmla="*/ 120574 w 127737"/>
              <a:gd name="csY128" fmla="*/ 85025 h 127724"/>
              <a:gd name="csX129" fmla="*/ 117851 w 127737"/>
              <a:gd name="csY129" fmla="*/ 85587 h 127724"/>
              <a:gd name="csX130" fmla="*/ 115537 w 127737"/>
              <a:gd name="csY130" fmla="*/ 87134 h 127724"/>
              <a:gd name="csX131" fmla="*/ 114006 w 127737"/>
              <a:gd name="csY131" fmla="*/ 89482 h 127724"/>
              <a:gd name="csX132" fmla="*/ 113496 w 127737"/>
              <a:gd name="csY132" fmla="*/ 92221 h 127724"/>
              <a:gd name="csX133" fmla="*/ 113496 w 127737"/>
              <a:gd name="csY133" fmla="*/ 103465 h 127724"/>
              <a:gd name="csX134" fmla="*/ 86597 w 127737"/>
              <a:gd name="csY134" fmla="*/ 76571 h 127724"/>
              <a:gd name="csX135" fmla="*/ 84284 w 127737"/>
              <a:gd name="csY135" fmla="*/ 74989 h 127724"/>
              <a:gd name="csX136" fmla="*/ 81510 w 127737"/>
              <a:gd name="csY136" fmla="*/ 74427 h 127724"/>
            </a:gdLst>
            <a:ahLst/>
            <a:cxnLst/>
            <a:rect l="l" t="t" r="r" b="b"/>
            <a:pathLst>
              <a:path w="100000" h="100000">
                <a:moveTo>
                  <a:pt x="5540" y="8"/>
                </a:moveTo>
                <a:cubicBezTo>
                  <a:pt x="4754" y="8"/>
                  <a:pt x="3968" y="181"/>
                  <a:pt x="3250" y="514"/>
                </a:cubicBezTo>
                <a:cubicBezTo>
                  <a:pt x="2517" y="847"/>
                  <a:pt x="1877" y="1327"/>
                  <a:pt x="1358" y="1925"/>
                </a:cubicBezTo>
                <a:cubicBezTo>
                  <a:pt x="838" y="2525"/>
                  <a:pt x="452" y="3230"/>
                  <a:pt x="225" y="3990"/>
                </a:cubicBezTo>
                <a:cubicBezTo>
                  <a:pt x="-1" y="4749"/>
                  <a:pt x="-54" y="5548"/>
                  <a:pt x="53" y="6334"/>
                </a:cubicBezTo>
                <a:lnTo>
                  <a:pt x="53" y="27815"/>
                </a:lnTo>
                <a:cubicBezTo>
                  <a:pt x="39" y="28547"/>
                  <a:pt x="172" y="29279"/>
                  <a:pt x="452" y="29959"/>
                </a:cubicBezTo>
                <a:cubicBezTo>
                  <a:pt x="732" y="30638"/>
                  <a:pt x="1132" y="31264"/>
                  <a:pt x="1651" y="31783"/>
                </a:cubicBezTo>
                <a:cubicBezTo>
                  <a:pt x="2170" y="32303"/>
                  <a:pt x="2783" y="32729"/>
                  <a:pt x="3463" y="33008"/>
                </a:cubicBezTo>
                <a:cubicBezTo>
                  <a:pt x="4142" y="33288"/>
                  <a:pt x="4874" y="33435"/>
                  <a:pt x="5607" y="33435"/>
                </a:cubicBezTo>
                <a:cubicBezTo>
                  <a:pt x="6340" y="33435"/>
                  <a:pt x="7072" y="33288"/>
                  <a:pt x="7751" y="33008"/>
                </a:cubicBezTo>
                <a:cubicBezTo>
                  <a:pt x="8431" y="32729"/>
                  <a:pt x="9044" y="32303"/>
                  <a:pt x="9549" y="31783"/>
                </a:cubicBezTo>
                <a:cubicBezTo>
                  <a:pt x="10069" y="31264"/>
                  <a:pt x="10482" y="30638"/>
                  <a:pt x="10748" y="29959"/>
                </a:cubicBezTo>
                <a:cubicBezTo>
                  <a:pt x="11028" y="29279"/>
                  <a:pt x="11160" y="28547"/>
                  <a:pt x="11148" y="27815"/>
                </a:cubicBezTo>
                <a:lnTo>
                  <a:pt x="11148" y="19012"/>
                </a:lnTo>
                <a:lnTo>
                  <a:pt x="32205" y="40053"/>
                </a:lnTo>
                <a:cubicBezTo>
                  <a:pt x="32711" y="40585"/>
                  <a:pt x="33324" y="41012"/>
                  <a:pt x="34003" y="41305"/>
                </a:cubicBezTo>
                <a:cubicBezTo>
                  <a:pt x="34682" y="41598"/>
                  <a:pt x="35415" y="41758"/>
                  <a:pt x="36148" y="41758"/>
                </a:cubicBezTo>
                <a:cubicBezTo>
                  <a:pt x="36893" y="41771"/>
                  <a:pt x="37626" y="41624"/>
                  <a:pt x="38305" y="41345"/>
                </a:cubicBezTo>
                <a:cubicBezTo>
                  <a:pt x="38985" y="41065"/>
                  <a:pt x="39610" y="40653"/>
                  <a:pt x="40130" y="40133"/>
                </a:cubicBezTo>
                <a:cubicBezTo>
                  <a:pt x="40649" y="39614"/>
                  <a:pt x="41062" y="38988"/>
                  <a:pt x="41342" y="38309"/>
                </a:cubicBezTo>
                <a:cubicBezTo>
                  <a:pt x="41621" y="37629"/>
                  <a:pt x="41769" y="36897"/>
                  <a:pt x="41755" y="36151"/>
                </a:cubicBezTo>
                <a:cubicBezTo>
                  <a:pt x="41755" y="35418"/>
                  <a:pt x="41595" y="34687"/>
                  <a:pt x="41302" y="34007"/>
                </a:cubicBezTo>
                <a:cubicBezTo>
                  <a:pt x="41009" y="33327"/>
                  <a:pt x="40583" y="32715"/>
                  <a:pt x="40050" y="32209"/>
                </a:cubicBezTo>
                <a:lnTo>
                  <a:pt x="19006" y="11168"/>
                </a:lnTo>
                <a:lnTo>
                  <a:pt x="27797" y="11168"/>
                </a:lnTo>
                <a:cubicBezTo>
                  <a:pt x="28542" y="11168"/>
                  <a:pt x="29262" y="11035"/>
                  <a:pt x="29955" y="10769"/>
                </a:cubicBezTo>
                <a:cubicBezTo>
                  <a:pt x="30633" y="10489"/>
                  <a:pt x="31260" y="10076"/>
                  <a:pt x="31779" y="9570"/>
                </a:cubicBezTo>
                <a:cubicBezTo>
                  <a:pt x="32298" y="9050"/>
                  <a:pt x="32711" y="8438"/>
                  <a:pt x="33005" y="7759"/>
                </a:cubicBezTo>
                <a:cubicBezTo>
                  <a:pt x="33284" y="7080"/>
                  <a:pt x="33430" y="6347"/>
                  <a:pt x="33430" y="5614"/>
                </a:cubicBezTo>
                <a:cubicBezTo>
                  <a:pt x="33430" y="4882"/>
                  <a:pt x="33284" y="4150"/>
                  <a:pt x="33005" y="3471"/>
                </a:cubicBezTo>
                <a:cubicBezTo>
                  <a:pt x="32711" y="2791"/>
                  <a:pt x="32298" y="2178"/>
                  <a:pt x="31779" y="1659"/>
                </a:cubicBezTo>
                <a:cubicBezTo>
                  <a:pt x="31260" y="1140"/>
                  <a:pt x="30633" y="740"/>
                  <a:pt x="29955" y="461"/>
                </a:cubicBezTo>
                <a:cubicBezTo>
                  <a:pt x="29262" y="195"/>
                  <a:pt x="28542" y="48"/>
                  <a:pt x="27797" y="61"/>
                </a:cubicBezTo>
                <a:lnTo>
                  <a:pt x="6286" y="61"/>
                </a:lnTo>
                <a:cubicBezTo>
                  <a:pt x="6047" y="35"/>
                  <a:pt x="5793" y="8"/>
                  <a:pt x="5540" y="8"/>
                </a:cubicBezTo>
                <a:close/>
                <a:moveTo>
                  <a:pt x="94285" y="8"/>
                </a:moveTo>
                <a:cubicBezTo>
                  <a:pt x="94086" y="22"/>
                  <a:pt x="93886" y="35"/>
                  <a:pt x="93673" y="61"/>
                </a:cubicBezTo>
                <a:lnTo>
                  <a:pt x="72202" y="61"/>
                </a:lnTo>
                <a:cubicBezTo>
                  <a:pt x="71470" y="48"/>
                  <a:pt x="70738" y="195"/>
                  <a:pt x="70045" y="461"/>
                </a:cubicBezTo>
                <a:cubicBezTo>
                  <a:pt x="69365" y="740"/>
                  <a:pt x="68753" y="1140"/>
                  <a:pt x="68220" y="1659"/>
                </a:cubicBezTo>
                <a:cubicBezTo>
                  <a:pt x="67701" y="2178"/>
                  <a:pt x="67287" y="2791"/>
                  <a:pt x="66995" y="3471"/>
                </a:cubicBezTo>
                <a:cubicBezTo>
                  <a:pt x="66715" y="4150"/>
                  <a:pt x="66568" y="4882"/>
                  <a:pt x="66568" y="5614"/>
                </a:cubicBezTo>
                <a:cubicBezTo>
                  <a:pt x="66568" y="6347"/>
                  <a:pt x="66715" y="7080"/>
                  <a:pt x="66995" y="7759"/>
                </a:cubicBezTo>
                <a:cubicBezTo>
                  <a:pt x="67287" y="8438"/>
                  <a:pt x="67701" y="9050"/>
                  <a:pt x="68220" y="9570"/>
                </a:cubicBezTo>
                <a:cubicBezTo>
                  <a:pt x="68753" y="10076"/>
                  <a:pt x="69365" y="10489"/>
                  <a:pt x="70045" y="10769"/>
                </a:cubicBezTo>
                <a:cubicBezTo>
                  <a:pt x="70738" y="11035"/>
                  <a:pt x="71470" y="11168"/>
                  <a:pt x="72202" y="11168"/>
                </a:cubicBezTo>
                <a:lnTo>
                  <a:pt x="81006" y="11168"/>
                </a:lnTo>
                <a:lnTo>
                  <a:pt x="59949" y="32209"/>
                </a:lnTo>
                <a:cubicBezTo>
                  <a:pt x="59416" y="32715"/>
                  <a:pt x="58990" y="33327"/>
                  <a:pt x="58697" y="34007"/>
                </a:cubicBezTo>
                <a:cubicBezTo>
                  <a:pt x="58404" y="34687"/>
                  <a:pt x="58257" y="35418"/>
                  <a:pt x="58244" y="36151"/>
                </a:cubicBezTo>
                <a:cubicBezTo>
                  <a:pt x="58231" y="36897"/>
                  <a:pt x="58377" y="37629"/>
                  <a:pt x="58657" y="38309"/>
                </a:cubicBezTo>
                <a:cubicBezTo>
                  <a:pt x="58937" y="38988"/>
                  <a:pt x="59349" y="39614"/>
                  <a:pt x="59869" y="40133"/>
                </a:cubicBezTo>
                <a:cubicBezTo>
                  <a:pt x="60388" y="40653"/>
                  <a:pt x="61014" y="41065"/>
                  <a:pt x="61694" y="41345"/>
                </a:cubicBezTo>
                <a:cubicBezTo>
                  <a:pt x="62386" y="41624"/>
                  <a:pt x="63119" y="41771"/>
                  <a:pt x="63852" y="41758"/>
                </a:cubicBezTo>
                <a:cubicBezTo>
                  <a:pt x="64583" y="41758"/>
                  <a:pt x="65316" y="41598"/>
                  <a:pt x="65996" y="41305"/>
                </a:cubicBezTo>
                <a:cubicBezTo>
                  <a:pt x="66675" y="41012"/>
                  <a:pt x="67287" y="40585"/>
                  <a:pt x="67793" y="40053"/>
                </a:cubicBezTo>
                <a:lnTo>
                  <a:pt x="88851" y="19012"/>
                </a:lnTo>
                <a:lnTo>
                  <a:pt x="88851" y="27815"/>
                </a:lnTo>
                <a:cubicBezTo>
                  <a:pt x="88838" y="28547"/>
                  <a:pt x="88971" y="29279"/>
                  <a:pt x="89251" y="29959"/>
                </a:cubicBezTo>
                <a:cubicBezTo>
                  <a:pt x="89517" y="30638"/>
                  <a:pt x="89930" y="31264"/>
                  <a:pt x="90449" y="31783"/>
                </a:cubicBezTo>
                <a:cubicBezTo>
                  <a:pt x="90956" y="32303"/>
                  <a:pt x="91582" y="32729"/>
                  <a:pt x="92261" y="33008"/>
                </a:cubicBezTo>
                <a:cubicBezTo>
                  <a:pt x="92940" y="33288"/>
                  <a:pt x="93660" y="33435"/>
                  <a:pt x="94392" y="33435"/>
                </a:cubicBezTo>
                <a:cubicBezTo>
                  <a:pt x="95138" y="33435"/>
                  <a:pt x="95857" y="33288"/>
                  <a:pt x="96537" y="33008"/>
                </a:cubicBezTo>
                <a:cubicBezTo>
                  <a:pt x="97215" y="32729"/>
                  <a:pt x="97828" y="32303"/>
                  <a:pt x="98348" y="31783"/>
                </a:cubicBezTo>
                <a:cubicBezTo>
                  <a:pt x="98867" y="31264"/>
                  <a:pt x="99266" y="30638"/>
                  <a:pt x="99547" y="29959"/>
                </a:cubicBezTo>
                <a:cubicBezTo>
                  <a:pt x="99826" y="29279"/>
                  <a:pt x="99959" y="28547"/>
                  <a:pt x="99946" y="27815"/>
                </a:cubicBezTo>
                <a:lnTo>
                  <a:pt x="99946" y="6294"/>
                </a:lnTo>
                <a:cubicBezTo>
                  <a:pt x="100052" y="5494"/>
                  <a:pt x="99986" y="4683"/>
                  <a:pt x="99746" y="3923"/>
                </a:cubicBezTo>
                <a:cubicBezTo>
                  <a:pt x="99507" y="3151"/>
                  <a:pt x="99107" y="2445"/>
                  <a:pt x="98574" y="1846"/>
                </a:cubicBezTo>
                <a:cubicBezTo>
                  <a:pt x="98028" y="1247"/>
                  <a:pt x="97376" y="767"/>
                  <a:pt x="96630" y="461"/>
                </a:cubicBezTo>
                <a:cubicBezTo>
                  <a:pt x="95897" y="141"/>
                  <a:pt x="95098" y="-18"/>
                  <a:pt x="94285" y="8"/>
                </a:cubicBezTo>
                <a:close/>
                <a:moveTo>
                  <a:pt x="36015" y="58271"/>
                </a:moveTo>
                <a:cubicBezTo>
                  <a:pt x="34576" y="58311"/>
                  <a:pt x="33204" y="58924"/>
                  <a:pt x="32205" y="59949"/>
                </a:cubicBezTo>
                <a:lnTo>
                  <a:pt x="11148" y="81004"/>
                </a:lnTo>
                <a:lnTo>
                  <a:pt x="11148" y="72201"/>
                </a:lnTo>
                <a:cubicBezTo>
                  <a:pt x="11160" y="71468"/>
                  <a:pt x="11028" y="70736"/>
                  <a:pt x="10748" y="70057"/>
                </a:cubicBezTo>
                <a:cubicBezTo>
                  <a:pt x="10482" y="69365"/>
                  <a:pt x="10069" y="68752"/>
                  <a:pt x="9549" y="68219"/>
                </a:cubicBezTo>
                <a:cubicBezTo>
                  <a:pt x="9044" y="67700"/>
                  <a:pt x="8431" y="67287"/>
                  <a:pt x="7751" y="67008"/>
                </a:cubicBezTo>
                <a:cubicBezTo>
                  <a:pt x="7072" y="66714"/>
                  <a:pt x="6340" y="66568"/>
                  <a:pt x="5607" y="66568"/>
                </a:cubicBezTo>
                <a:cubicBezTo>
                  <a:pt x="4874" y="66568"/>
                  <a:pt x="4142" y="66714"/>
                  <a:pt x="3463" y="67008"/>
                </a:cubicBezTo>
                <a:cubicBezTo>
                  <a:pt x="2783" y="67287"/>
                  <a:pt x="2170" y="67700"/>
                  <a:pt x="1651" y="68219"/>
                </a:cubicBezTo>
                <a:cubicBezTo>
                  <a:pt x="1132" y="68752"/>
                  <a:pt x="732" y="69365"/>
                  <a:pt x="452" y="70057"/>
                </a:cubicBezTo>
                <a:cubicBezTo>
                  <a:pt x="172" y="70736"/>
                  <a:pt x="39" y="71468"/>
                  <a:pt x="53" y="72201"/>
                </a:cubicBezTo>
                <a:lnTo>
                  <a:pt x="53" y="93709"/>
                </a:lnTo>
                <a:cubicBezTo>
                  <a:pt x="-54" y="94561"/>
                  <a:pt x="26" y="95426"/>
                  <a:pt x="306" y="96239"/>
                </a:cubicBezTo>
                <a:cubicBezTo>
                  <a:pt x="572" y="97051"/>
                  <a:pt x="1038" y="97783"/>
                  <a:pt x="1638" y="98383"/>
                </a:cubicBezTo>
                <a:cubicBezTo>
                  <a:pt x="2251" y="98982"/>
                  <a:pt x="2983" y="99448"/>
                  <a:pt x="3795" y="99715"/>
                </a:cubicBezTo>
                <a:cubicBezTo>
                  <a:pt x="4608" y="99981"/>
                  <a:pt x="5474" y="100061"/>
                  <a:pt x="6326" y="99941"/>
                </a:cubicBezTo>
                <a:lnTo>
                  <a:pt x="27797" y="99941"/>
                </a:lnTo>
                <a:cubicBezTo>
                  <a:pt x="28542" y="99954"/>
                  <a:pt x="29262" y="99821"/>
                  <a:pt x="29955" y="99542"/>
                </a:cubicBezTo>
                <a:cubicBezTo>
                  <a:pt x="30633" y="99275"/>
                  <a:pt x="31260" y="98862"/>
                  <a:pt x="31779" y="98343"/>
                </a:cubicBezTo>
                <a:cubicBezTo>
                  <a:pt x="32298" y="97837"/>
                  <a:pt x="32711" y="97211"/>
                  <a:pt x="33005" y="96532"/>
                </a:cubicBezTo>
                <a:cubicBezTo>
                  <a:pt x="33284" y="95853"/>
                  <a:pt x="33430" y="95133"/>
                  <a:pt x="33430" y="94401"/>
                </a:cubicBezTo>
                <a:cubicBezTo>
                  <a:pt x="33430" y="93655"/>
                  <a:pt x="33284" y="92936"/>
                  <a:pt x="33005" y="92257"/>
                </a:cubicBezTo>
                <a:cubicBezTo>
                  <a:pt x="32711" y="91578"/>
                  <a:pt x="32298" y="90965"/>
                  <a:pt x="31779" y="90446"/>
                </a:cubicBezTo>
                <a:cubicBezTo>
                  <a:pt x="31260" y="89927"/>
                  <a:pt x="30633" y="89527"/>
                  <a:pt x="29955" y="89247"/>
                </a:cubicBezTo>
                <a:cubicBezTo>
                  <a:pt x="29262" y="88968"/>
                  <a:pt x="28542" y="88834"/>
                  <a:pt x="27797" y="88848"/>
                </a:cubicBezTo>
                <a:lnTo>
                  <a:pt x="19006" y="88848"/>
                </a:lnTo>
                <a:lnTo>
                  <a:pt x="40050" y="67793"/>
                </a:lnTo>
                <a:cubicBezTo>
                  <a:pt x="40849" y="67021"/>
                  <a:pt x="41395" y="66022"/>
                  <a:pt x="41621" y="64917"/>
                </a:cubicBezTo>
                <a:cubicBezTo>
                  <a:pt x="41848" y="63824"/>
                  <a:pt x="41729" y="62692"/>
                  <a:pt x="41289" y="61654"/>
                </a:cubicBezTo>
                <a:cubicBezTo>
                  <a:pt x="40862" y="60628"/>
                  <a:pt x="40117" y="59750"/>
                  <a:pt x="39184" y="59150"/>
                </a:cubicBezTo>
                <a:cubicBezTo>
                  <a:pt x="38239" y="58550"/>
                  <a:pt x="37133" y="58244"/>
                  <a:pt x="36015" y="58271"/>
                </a:cubicBezTo>
                <a:close/>
                <a:moveTo>
                  <a:pt x="63811" y="58271"/>
                </a:moveTo>
                <a:cubicBezTo>
                  <a:pt x="62706" y="58271"/>
                  <a:pt x="61627" y="58604"/>
                  <a:pt x="60722" y="59217"/>
                </a:cubicBezTo>
                <a:cubicBezTo>
                  <a:pt x="59802" y="59842"/>
                  <a:pt x="59096" y="60708"/>
                  <a:pt x="58684" y="61733"/>
                </a:cubicBezTo>
                <a:cubicBezTo>
                  <a:pt x="58257" y="62759"/>
                  <a:pt x="58164" y="63878"/>
                  <a:pt x="58390" y="64957"/>
                </a:cubicBezTo>
                <a:cubicBezTo>
                  <a:pt x="58617" y="66049"/>
                  <a:pt x="59163" y="67034"/>
                  <a:pt x="59949" y="67793"/>
                </a:cubicBezTo>
                <a:lnTo>
                  <a:pt x="81006" y="88848"/>
                </a:lnTo>
                <a:lnTo>
                  <a:pt x="72202" y="88848"/>
                </a:lnTo>
                <a:cubicBezTo>
                  <a:pt x="71470" y="88834"/>
                  <a:pt x="70738" y="88968"/>
                  <a:pt x="70045" y="89247"/>
                </a:cubicBezTo>
                <a:cubicBezTo>
                  <a:pt x="69365" y="89527"/>
                  <a:pt x="68753" y="89927"/>
                  <a:pt x="68220" y="90446"/>
                </a:cubicBezTo>
                <a:cubicBezTo>
                  <a:pt x="67701" y="90965"/>
                  <a:pt x="67287" y="91578"/>
                  <a:pt x="66995" y="92257"/>
                </a:cubicBezTo>
                <a:cubicBezTo>
                  <a:pt x="66715" y="92936"/>
                  <a:pt x="66568" y="93655"/>
                  <a:pt x="66568" y="94401"/>
                </a:cubicBezTo>
                <a:cubicBezTo>
                  <a:pt x="66568" y="95133"/>
                  <a:pt x="66715" y="95853"/>
                  <a:pt x="66995" y="96532"/>
                </a:cubicBezTo>
                <a:cubicBezTo>
                  <a:pt x="67287" y="97211"/>
                  <a:pt x="67701" y="97837"/>
                  <a:pt x="68220" y="98343"/>
                </a:cubicBezTo>
                <a:cubicBezTo>
                  <a:pt x="68753" y="98862"/>
                  <a:pt x="69365" y="99275"/>
                  <a:pt x="70045" y="99542"/>
                </a:cubicBezTo>
                <a:cubicBezTo>
                  <a:pt x="70738" y="99821"/>
                  <a:pt x="71470" y="99954"/>
                  <a:pt x="72202" y="99941"/>
                </a:cubicBezTo>
                <a:lnTo>
                  <a:pt x="93713" y="99941"/>
                </a:lnTo>
                <a:cubicBezTo>
                  <a:pt x="94565" y="100061"/>
                  <a:pt x="95430" y="99968"/>
                  <a:pt x="96243" y="99701"/>
                </a:cubicBezTo>
                <a:cubicBezTo>
                  <a:pt x="97042" y="99421"/>
                  <a:pt x="97788" y="98969"/>
                  <a:pt x="98388" y="98356"/>
                </a:cubicBezTo>
                <a:cubicBezTo>
                  <a:pt x="98987" y="97743"/>
                  <a:pt x="99439" y="97011"/>
                  <a:pt x="99720" y="96199"/>
                </a:cubicBezTo>
                <a:cubicBezTo>
                  <a:pt x="99986" y="95386"/>
                  <a:pt x="100066" y="94520"/>
                  <a:pt x="99946" y="93669"/>
                </a:cubicBezTo>
                <a:lnTo>
                  <a:pt x="99946" y="72201"/>
                </a:lnTo>
                <a:cubicBezTo>
                  <a:pt x="99959" y="71468"/>
                  <a:pt x="99826" y="70736"/>
                  <a:pt x="99547" y="70057"/>
                </a:cubicBezTo>
                <a:cubicBezTo>
                  <a:pt x="99266" y="69365"/>
                  <a:pt x="98867" y="68752"/>
                  <a:pt x="98348" y="68219"/>
                </a:cubicBezTo>
                <a:cubicBezTo>
                  <a:pt x="97828" y="67700"/>
                  <a:pt x="97215" y="67287"/>
                  <a:pt x="96537" y="67008"/>
                </a:cubicBezTo>
                <a:cubicBezTo>
                  <a:pt x="95857" y="66714"/>
                  <a:pt x="95138" y="66568"/>
                  <a:pt x="94392" y="66568"/>
                </a:cubicBezTo>
                <a:cubicBezTo>
                  <a:pt x="93660" y="66568"/>
                  <a:pt x="92940" y="66714"/>
                  <a:pt x="92261" y="67008"/>
                </a:cubicBezTo>
                <a:cubicBezTo>
                  <a:pt x="91582" y="67287"/>
                  <a:pt x="90956" y="67700"/>
                  <a:pt x="90449" y="68219"/>
                </a:cubicBezTo>
                <a:cubicBezTo>
                  <a:pt x="89930" y="68752"/>
                  <a:pt x="89517" y="69365"/>
                  <a:pt x="89251" y="70057"/>
                </a:cubicBezTo>
                <a:cubicBezTo>
                  <a:pt x="88971" y="70736"/>
                  <a:pt x="88838" y="71468"/>
                  <a:pt x="88851" y="72201"/>
                </a:cubicBezTo>
                <a:lnTo>
                  <a:pt x="88851" y="81004"/>
                </a:lnTo>
                <a:lnTo>
                  <a:pt x="67793" y="59949"/>
                </a:lnTo>
                <a:cubicBezTo>
                  <a:pt x="67274" y="59416"/>
                  <a:pt x="66662" y="59004"/>
                  <a:pt x="65982" y="58711"/>
                </a:cubicBezTo>
                <a:cubicBezTo>
                  <a:pt x="65290" y="58418"/>
                  <a:pt x="64557" y="58271"/>
                  <a:pt x="63811" y="5827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5" name="Красный — SVG 14">
            <a:extLst>
              <a:ext uri="{FF2B5EF4-FFF2-40B4-BE49-F238E27FC236}">
                <a16:creationId xmlns:a16="http://schemas.microsoft.com/office/drawing/2014/main" id="{9D327375-EB2E-BB40-916D-81039791AE03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4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101233 w 141777"/>
              <a:gd name="csY5" fmla="*/ 74645 h 141753"/>
              <a:gd name="csX6" fmla="*/ 79966 w 141777"/>
              <a:gd name="csY6" fmla="*/ 95908 h 141753"/>
              <a:gd name="csX7" fmla="*/ 76206 w 141777"/>
              <a:gd name="csY7" fmla="*/ 97457 h 141753"/>
              <a:gd name="csX8" fmla="*/ 72445 w 141777"/>
              <a:gd name="csY8" fmla="*/ 95908 h 141753"/>
              <a:gd name="csX9" fmla="*/ 72445 w 141777"/>
              <a:gd name="csY9" fmla="*/ 88390 h 141753"/>
              <a:gd name="csX10" fmla="*/ 84635 w 141777"/>
              <a:gd name="csY10" fmla="*/ 76193 h 141753"/>
              <a:gd name="csX11" fmla="*/ 44306 w 141777"/>
              <a:gd name="csY11" fmla="*/ 76193 h 141753"/>
              <a:gd name="csX12" fmla="*/ 38990 w 141777"/>
              <a:gd name="csY12" fmla="*/ 70885 h 141753"/>
              <a:gd name="csX13" fmla="*/ 44306 w 141777"/>
              <a:gd name="csY13" fmla="*/ 65561 h 141753"/>
              <a:gd name="csX14" fmla="*/ 84638 w 141777"/>
              <a:gd name="csY14" fmla="*/ 65561 h 141753"/>
              <a:gd name="csX15" fmla="*/ 72448 w 141777"/>
              <a:gd name="csY15" fmla="*/ 53381 h 141753"/>
              <a:gd name="csX16" fmla="*/ 72448 w 141777"/>
              <a:gd name="csY16" fmla="*/ 45862 h 141753"/>
              <a:gd name="csX17" fmla="*/ 79966 w 141777"/>
              <a:gd name="csY17" fmla="*/ 45862 h 141753"/>
              <a:gd name="csX18" fmla="*/ 101233 w 141777"/>
              <a:gd name="csY18" fmla="*/ 67126 h 141753"/>
              <a:gd name="csX19" fmla="*/ 101233 w 141777"/>
              <a:gd name="csY19" fmla="*/ 74645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71403" y="52658"/>
                </a:moveTo>
                <a:lnTo>
                  <a:pt x="56403" y="67656"/>
                </a:lnTo>
                <a:cubicBezTo>
                  <a:pt x="55671" y="68388"/>
                  <a:pt x="54711" y="68748"/>
                  <a:pt x="53751" y="68748"/>
                </a:cubicBezTo>
                <a:cubicBezTo>
                  <a:pt x="52791" y="68748"/>
                  <a:pt x="51831" y="68388"/>
                  <a:pt x="51098" y="67656"/>
                </a:cubicBezTo>
                <a:cubicBezTo>
                  <a:pt x="49632" y="66192"/>
                  <a:pt x="49632" y="63816"/>
                  <a:pt x="51098" y="62353"/>
                </a:cubicBezTo>
                <a:lnTo>
                  <a:pt x="59696" y="53750"/>
                </a:lnTo>
                <a:lnTo>
                  <a:pt x="31250" y="53750"/>
                </a:lnTo>
                <a:cubicBezTo>
                  <a:pt x="29178" y="53750"/>
                  <a:pt x="27501" y="52082"/>
                  <a:pt x="27501" y="50006"/>
                </a:cubicBezTo>
                <a:cubicBezTo>
                  <a:pt x="27501" y="47930"/>
                  <a:pt x="29178" y="46251"/>
                  <a:pt x="31250" y="46251"/>
                </a:cubicBezTo>
                <a:lnTo>
                  <a:pt x="59698" y="46251"/>
                </a:lnTo>
                <a:lnTo>
                  <a:pt x="51100" y="37660"/>
                </a:lnTo>
                <a:cubicBezTo>
                  <a:pt x="49635" y="36196"/>
                  <a:pt x="49635" y="33820"/>
                  <a:pt x="51100" y="32356"/>
                </a:cubicBezTo>
                <a:cubicBezTo>
                  <a:pt x="52566" y="30893"/>
                  <a:pt x="54938" y="30893"/>
                  <a:pt x="56403" y="32356"/>
                </a:cubicBezTo>
                <a:lnTo>
                  <a:pt x="71403" y="47355"/>
                </a:lnTo>
                <a:cubicBezTo>
                  <a:pt x="72866" y="48818"/>
                  <a:pt x="72866" y="51194"/>
                  <a:pt x="71403" y="5265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6" name="Красный — SVG 15">
            <a:extLst>
              <a:ext uri="{FF2B5EF4-FFF2-40B4-BE49-F238E27FC236}">
                <a16:creationId xmlns:a16="http://schemas.microsoft.com/office/drawing/2014/main" id="{A8FBAE4B-34C8-644C-907A-A13354F7EDEF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58467 h 127583"/>
              <a:gd name="csX4" fmla="*/ 17728 w 127600"/>
              <a:gd name="csY4" fmla="*/ 58467 h 127583"/>
              <a:gd name="csX5" fmla="*/ 21267 w 127600"/>
              <a:gd name="csY5" fmla="*/ 54929 h 127583"/>
              <a:gd name="csX6" fmla="*/ 21267 w 127600"/>
              <a:gd name="csY6" fmla="*/ 42528 h 127583"/>
              <a:gd name="csX7" fmla="*/ 35439 w 127600"/>
              <a:gd name="csY7" fmla="*/ 28357 h 127583"/>
              <a:gd name="csX8" fmla="*/ 49628 w 127600"/>
              <a:gd name="csY8" fmla="*/ 42528 h 127583"/>
              <a:gd name="csX9" fmla="*/ 49628 w 127600"/>
              <a:gd name="csY9" fmla="*/ 85056 h 127583"/>
              <a:gd name="csX10" fmla="*/ 53167 w 127600"/>
              <a:gd name="csY10" fmla="*/ 88594 h 127583"/>
              <a:gd name="csX11" fmla="*/ 56706 w 127600"/>
              <a:gd name="csY11" fmla="*/ 85056 h 127583"/>
              <a:gd name="csX12" fmla="*/ 56706 w 127600"/>
              <a:gd name="csY12" fmla="*/ 72654 h 127583"/>
              <a:gd name="csX13" fmla="*/ 70895 w 127600"/>
              <a:gd name="csY13" fmla="*/ 58467 h 127583"/>
              <a:gd name="csX14" fmla="*/ 91719 w 127600"/>
              <a:gd name="csY14" fmla="*/ 58467 h 127583"/>
              <a:gd name="csX15" fmla="*/ 83077 w 127600"/>
              <a:gd name="csY15" fmla="*/ 49826 h 127583"/>
              <a:gd name="csX16" fmla="*/ 83077 w 127600"/>
              <a:gd name="csY16" fmla="*/ 42323 h 127583"/>
              <a:gd name="csX17" fmla="*/ 90596 w 127600"/>
              <a:gd name="csY17" fmla="*/ 42323 h 127583"/>
              <a:gd name="csX18" fmla="*/ 108324 w 127600"/>
              <a:gd name="csY18" fmla="*/ 60032 h 127583"/>
              <a:gd name="csX19" fmla="*/ 108324 w 127600"/>
              <a:gd name="csY19" fmla="*/ 67551 h 127583"/>
              <a:gd name="csX20" fmla="*/ 90596 w 127600"/>
              <a:gd name="csY20" fmla="*/ 85276 h 127583"/>
              <a:gd name="csX21" fmla="*/ 86837 w 127600"/>
              <a:gd name="csY21" fmla="*/ 86825 h 127583"/>
              <a:gd name="csX22" fmla="*/ 83077 w 127600"/>
              <a:gd name="csY22" fmla="*/ 85276 h 127583"/>
              <a:gd name="csX23" fmla="*/ 83077 w 127600"/>
              <a:gd name="csY23" fmla="*/ 77758 h 127583"/>
              <a:gd name="csX24" fmla="*/ 91719 w 127600"/>
              <a:gd name="csY24" fmla="*/ 69116 h 127583"/>
              <a:gd name="csX25" fmla="*/ 70895 w 127600"/>
              <a:gd name="csY25" fmla="*/ 69116 h 127583"/>
              <a:gd name="csX26" fmla="*/ 67339 w 127600"/>
              <a:gd name="csY26" fmla="*/ 72654 h 127583"/>
              <a:gd name="csX27" fmla="*/ 67339 w 127600"/>
              <a:gd name="csY27" fmla="*/ 85056 h 127583"/>
              <a:gd name="csX28" fmla="*/ 53167 w 127600"/>
              <a:gd name="csY28" fmla="*/ 99226 h 127583"/>
              <a:gd name="csX29" fmla="*/ 38995 w 127600"/>
              <a:gd name="csY29" fmla="*/ 85056 h 127583"/>
              <a:gd name="csX30" fmla="*/ 38995 w 127600"/>
              <a:gd name="csY30" fmla="*/ 42528 h 127583"/>
              <a:gd name="csX31" fmla="*/ 35439 w 127600"/>
              <a:gd name="csY31" fmla="*/ 38989 h 127583"/>
              <a:gd name="csX32" fmla="*/ 31900 w 127600"/>
              <a:gd name="csY32" fmla="*/ 42528 h 127583"/>
              <a:gd name="csX33" fmla="*/ 31900 w 127600"/>
              <a:gd name="csY33" fmla="*/ 54929 h 127583"/>
              <a:gd name="csX34" fmla="*/ 17728 w 127600"/>
              <a:gd name="csY34" fmla="*/ 69099 h 127583"/>
              <a:gd name="csX35" fmla="*/ 0 w 127600"/>
              <a:gd name="csY35" fmla="*/ 69099 h 127583"/>
              <a:gd name="csX36" fmla="*/ 0 w 127600"/>
              <a:gd name="csY36" fmla="*/ 108089 h 127583"/>
              <a:gd name="csX37" fmla="*/ 19497 w 127600"/>
              <a:gd name="csY37" fmla="*/ 127583 h 127583"/>
              <a:gd name="csX38" fmla="*/ 108103 w 127600"/>
              <a:gd name="csY38" fmla="*/ 127583 h 127583"/>
              <a:gd name="csX39" fmla="*/ 127601 w 127600"/>
              <a:gd name="csY39" fmla="*/ 108089 h 127583"/>
              <a:gd name="csX40" fmla="*/ 127601 w 127600"/>
              <a:gd name="csY40" fmla="*/ 19495 h 127583"/>
              <a:gd name="csX41" fmla="*/ 108103 w 127600"/>
              <a:gd name="csY41" fmla="*/ 0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45827"/>
                </a:lnTo>
                <a:lnTo>
                  <a:pt x="13893" y="45827"/>
                </a:lnTo>
                <a:cubicBezTo>
                  <a:pt x="15427" y="45827"/>
                  <a:pt x="16667" y="44587"/>
                  <a:pt x="16667" y="43054"/>
                </a:cubicBezTo>
                <a:lnTo>
                  <a:pt x="16667" y="33336"/>
                </a:lnTo>
                <a:cubicBezTo>
                  <a:pt x="16667" y="27203"/>
                  <a:pt x="21654" y="22230"/>
                  <a:pt x="27774" y="22230"/>
                </a:cubicBezTo>
                <a:cubicBezTo>
                  <a:pt x="33907" y="22230"/>
                  <a:pt x="38893" y="27203"/>
                  <a:pt x="38893" y="33336"/>
                </a:cubicBezTo>
                <a:lnTo>
                  <a:pt x="38893" y="66665"/>
                </a:lnTo>
                <a:cubicBezTo>
                  <a:pt x="38893" y="68198"/>
                  <a:pt x="40134" y="69438"/>
                  <a:pt x="41667" y="69438"/>
                </a:cubicBezTo>
                <a:cubicBezTo>
                  <a:pt x="43200" y="69438"/>
                  <a:pt x="44440" y="68198"/>
                  <a:pt x="44440" y="66665"/>
                </a:cubicBezTo>
                <a:lnTo>
                  <a:pt x="44440" y="56946"/>
                </a:lnTo>
                <a:cubicBezTo>
                  <a:pt x="44440" y="50814"/>
                  <a:pt x="49427" y="45827"/>
                  <a:pt x="55560" y="45827"/>
                </a:cubicBezTo>
                <a:lnTo>
                  <a:pt x="71880" y="45827"/>
                </a:lnTo>
                <a:lnTo>
                  <a:pt x="65107" y="39055"/>
                </a:lnTo>
                <a:cubicBezTo>
                  <a:pt x="63480" y="37442"/>
                  <a:pt x="63480" y="34789"/>
                  <a:pt x="65107" y="33175"/>
                </a:cubicBezTo>
                <a:cubicBezTo>
                  <a:pt x="66734" y="31536"/>
                  <a:pt x="69374" y="31536"/>
                  <a:pt x="71000" y="33175"/>
                </a:cubicBezTo>
                <a:lnTo>
                  <a:pt x="84893" y="47054"/>
                </a:lnTo>
                <a:cubicBezTo>
                  <a:pt x="86520" y="48681"/>
                  <a:pt x="86520" y="51320"/>
                  <a:pt x="84893" y="52946"/>
                </a:cubicBezTo>
                <a:lnTo>
                  <a:pt x="71000" y="66837"/>
                </a:lnTo>
                <a:cubicBezTo>
                  <a:pt x="70187" y="67651"/>
                  <a:pt x="69121" y="68051"/>
                  <a:pt x="68054" y="68051"/>
                </a:cubicBezTo>
                <a:cubicBezTo>
                  <a:pt x="66987" y="68051"/>
                  <a:pt x="65920" y="67651"/>
                  <a:pt x="65107" y="66837"/>
                </a:cubicBezTo>
                <a:cubicBezTo>
                  <a:pt x="63480" y="65211"/>
                  <a:pt x="63480" y="62572"/>
                  <a:pt x="65107" y="60946"/>
                </a:cubicBezTo>
                <a:lnTo>
                  <a:pt x="71880" y="54173"/>
                </a:lnTo>
                <a:lnTo>
                  <a:pt x="55560" y="54173"/>
                </a:lnTo>
                <a:cubicBezTo>
                  <a:pt x="54027" y="54173"/>
                  <a:pt x="52774" y="55413"/>
                  <a:pt x="52774" y="56946"/>
                </a:cubicBezTo>
                <a:lnTo>
                  <a:pt x="52774" y="66665"/>
                </a:lnTo>
                <a:cubicBezTo>
                  <a:pt x="52774" y="72797"/>
                  <a:pt x="47800" y="77770"/>
                  <a:pt x="41667" y="77770"/>
                </a:cubicBezTo>
                <a:cubicBezTo>
                  <a:pt x="35534" y="77770"/>
                  <a:pt x="30560" y="72797"/>
                  <a:pt x="30560" y="66665"/>
                </a:cubicBezTo>
                <a:lnTo>
                  <a:pt x="30560" y="33336"/>
                </a:lnTo>
                <a:cubicBezTo>
                  <a:pt x="30560" y="31803"/>
                  <a:pt x="29306" y="30562"/>
                  <a:pt x="27774" y="30562"/>
                </a:cubicBezTo>
                <a:cubicBezTo>
                  <a:pt x="26240" y="30562"/>
                  <a:pt x="25000" y="31803"/>
                  <a:pt x="25000" y="33336"/>
                </a:cubicBezTo>
                <a:lnTo>
                  <a:pt x="25000" y="43054"/>
                </a:lnTo>
                <a:cubicBezTo>
                  <a:pt x="25000" y="49187"/>
                  <a:pt x="20013" y="54159"/>
                  <a:pt x="13893" y="54159"/>
                </a:cubicBezTo>
                <a:lnTo>
                  <a:pt x="0" y="54159"/>
                </a:ln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7" name="Красный — SVG 16">
            <a:extLst>
              <a:ext uri="{FF2B5EF4-FFF2-40B4-BE49-F238E27FC236}">
                <a16:creationId xmlns:a16="http://schemas.microsoft.com/office/drawing/2014/main" id="{3F1BCB63-1505-2844-8FAD-1805E030DF8B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15950 w 138233"/>
              <a:gd name="csY0" fmla="*/ 0 h 148847"/>
              <a:gd name="csX1" fmla="*/ 0 w 138233"/>
              <a:gd name="csY1" fmla="*/ 15940 h 148847"/>
              <a:gd name="csX2" fmla="*/ 0 w 138233"/>
              <a:gd name="csY2" fmla="*/ 125814 h 148847"/>
              <a:gd name="csX3" fmla="*/ 15950 w 138233"/>
              <a:gd name="csY3" fmla="*/ 141754 h 148847"/>
              <a:gd name="csX4" fmla="*/ 97473 w 138233"/>
              <a:gd name="csY4" fmla="*/ 141754 h 148847"/>
              <a:gd name="csX5" fmla="*/ 102790 w 138233"/>
              <a:gd name="csY5" fmla="*/ 140852 h 148847"/>
              <a:gd name="csX6" fmla="*/ 102790 w 138233"/>
              <a:gd name="csY6" fmla="*/ 122837 h 148847"/>
              <a:gd name="csX7" fmla="*/ 88701 w 138233"/>
              <a:gd name="csY7" fmla="*/ 120405 h 148847"/>
              <a:gd name="csX8" fmla="*/ 85067 w 138233"/>
              <a:gd name="csY8" fmla="*/ 111627 h 148847"/>
              <a:gd name="csX9" fmla="*/ 88701 w 138233"/>
              <a:gd name="csY9" fmla="*/ 102866 h 148847"/>
              <a:gd name="csX10" fmla="*/ 106424 w 138233"/>
              <a:gd name="csY10" fmla="*/ 85141 h 148847"/>
              <a:gd name="csX11" fmla="*/ 113423 w 138233"/>
              <a:gd name="csY11" fmla="*/ 81755 h 148847"/>
              <a:gd name="csX12" fmla="*/ 113423 w 138233"/>
              <a:gd name="csY12" fmla="*/ 56698 h 148847"/>
              <a:gd name="csX13" fmla="*/ 72661 w 138233"/>
              <a:gd name="csY13" fmla="*/ 56698 h 148847"/>
              <a:gd name="csX14" fmla="*/ 56711 w 138233"/>
              <a:gd name="csY14" fmla="*/ 40759 h 148847"/>
              <a:gd name="csX15" fmla="*/ 56711 w 138233"/>
              <a:gd name="csY15" fmla="*/ 0 h 148847"/>
              <a:gd name="csX16" fmla="*/ 15950 w 138233"/>
              <a:gd name="csY16" fmla="*/ 0 h 148847"/>
              <a:gd name="csX17" fmla="*/ 67344 w 138233"/>
              <a:gd name="csY17" fmla="*/ 3113 h 148847"/>
              <a:gd name="csX18" fmla="*/ 67344 w 138233"/>
              <a:gd name="csY18" fmla="*/ 40759 h 148847"/>
              <a:gd name="csX19" fmla="*/ 72661 w 138233"/>
              <a:gd name="csY19" fmla="*/ 46066 h 148847"/>
              <a:gd name="csX20" fmla="*/ 110308 w 138233"/>
              <a:gd name="csY20" fmla="*/ 46066 h 148847"/>
              <a:gd name="csX21" fmla="*/ 67344 w 138233"/>
              <a:gd name="csY21" fmla="*/ 3113 h 148847"/>
              <a:gd name="csX22" fmla="*/ 115194 w 138233"/>
              <a:gd name="csY22" fmla="*/ 88594 h 148847"/>
              <a:gd name="csX23" fmla="*/ 111436 w 138233"/>
              <a:gd name="csY23" fmla="*/ 90159 h 148847"/>
              <a:gd name="csX24" fmla="*/ 93713 w 138233"/>
              <a:gd name="csY24" fmla="*/ 107884 h 148847"/>
              <a:gd name="csX25" fmla="*/ 93713 w 138233"/>
              <a:gd name="csY25" fmla="*/ 115386 h 148847"/>
              <a:gd name="csX26" fmla="*/ 101231 w 138233"/>
              <a:gd name="csY26" fmla="*/ 115386 h 148847"/>
              <a:gd name="csX27" fmla="*/ 109878 w 138233"/>
              <a:gd name="csY27" fmla="*/ 106745 h 148847"/>
              <a:gd name="csX28" fmla="*/ 109878 w 138233"/>
              <a:gd name="csY28" fmla="*/ 143523 h 148847"/>
              <a:gd name="csX29" fmla="*/ 115194 w 138233"/>
              <a:gd name="csY29" fmla="*/ 148847 h 148847"/>
              <a:gd name="csX30" fmla="*/ 120511 w 138233"/>
              <a:gd name="csY30" fmla="*/ 143523 h 148847"/>
              <a:gd name="csX31" fmla="*/ 120511 w 138233"/>
              <a:gd name="csY31" fmla="*/ 106745 h 148847"/>
              <a:gd name="csX32" fmla="*/ 129159 w 138233"/>
              <a:gd name="csY32" fmla="*/ 115386 h 148847"/>
              <a:gd name="csX33" fmla="*/ 136675 w 138233"/>
              <a:gd name="csY33" fmla="*/ 115386 h 148847"/>
              <a:gd name="csX34" fmla="*/ 136675 w 138233"/>
              <a:gd name="csY34" fmla="*/ 107884 h 148847"/>
              <a:gd name="csX35" fmla="*/ 118954 w 138233"/>
              <a:gd name="csY35" fmla="*/ 90159 h 148847"/>
              <a:gd name="csX36" fmla="*/ 115194 w 138233"/>
              <a:gd name="csY36" fmla="*/ 88594 h 148847"/>
            </a:gdLst>
            <a:ahLst/>
            <a:cxnLst/>
            <a:rect l="l" t="t" r="r" b="b"/>
            <a:pathLst>
              <a:path w="100000" h="100000">
                <a:moveTo>
                  <a:pt x="14281" y="0"/>
                </a:moveTo>
                <a:cubicBezTo>
                  <a:pt x="8364" y="0"/>
                  <a:pt x="3565" y="4800"/>
                  <a:pt x="3565" y="10709"/>
                </a:cubicBezTo>
                <a:lnTo>
                  <a:pt x="3565" y="84526"/>
                </a:lnTo>
                <a:cubicBezTo>
                  <a:pt x="3565" y="90446"/>
                  <a:pt x="8364" y="95235"/>
                  <a:pt x="14281" y="95235"/>
                </a:cubicBezTo>
                <a:lnTo>
                  <a:pt x="69051" y="95235"/>
                </a:lnTo>
                <a:cubicBezTo>
                  <a:pt x="70302" y="95235"/>
                  <a:pt x="71506" y="95017"/>
                  <a:pt x="72623" y="94629"/>
                </a:cubicBezTo>
                <a:lnTo>
                  <a:pt x="72623" y="82526"/>
                </a:lnTo>
                <a:cubicBezTo>
                  <a:pt x="69526" y="83989"/>
                  <a:pt x="65716" y="83451"/>
                  <a:pt x="63157" y="80892"/>
                </a:cubicBezTo>
                <a:cubicBezTo>
                  <a:pt x="61583" y="79314"/>
                  <a:pt x="60716" y="77223"/>
                  <a:pt x="60716" y="74994"/>
                </a:cubicBezTo>
                <a:cubicBezTo>
                  <a:pt x="60716" y="72777"/>
                  <a:pt x="61583" y="70675"/>
                  <a:pt x="63157" y="69109"/>
                </a:cubicBezTo>
                <a:lnTo>
                  <a:pt x="75064" y="57200"/>
                </a:lnTo>
                <a:cubicBezTo>
                  <a:pt x="76348" y="55920"/>
                  <a:pt x="78021" y="55155"/>
                  <a:pt x="79766" y="54926"/>
                </a:cubicBezTo>
                <a:lnTo>
                  <a:pt x="79766" y="38091"/>
                </a:lnTo>
                <a:lnTo>
                  <a:pt x="52381" y="38091"/>
                </a:lnTo>
                <a:cubicBezTo>
                  <a:pt x="46464" y="38091"/>
                  <a:pt x="41666" y="33303"/>
                  <a:pt x="41666" y="27383"/>
                </a:cubicBezTo>
                <a:lnTo>
                  <a:pt x="41666" y="0"/>
                </a:lnTo>
                <a:lnTo>
                  <a:pt x="14281" y="0"/>
                </a:lnTo>
                <a:close/>
                <a:moveTo>
                  <a:pt x="48809" y="2091"/>
                </a:moveTo>
                <a:lnTo>
                  <a:pt x="48809" y="27383"/>
                </a:lnTo>
                <a:cubicBezTo>
                  <a:pt x="48809" y="29348"/>
                  <a:pt x="50411" y="30949"/>
                  <a:pt x="52381" y="30949"/>
                </a:cubicBezTo>
                <a:lnTo>
                  <a:pt x="77674" y="30949"/>
                </a:lnTo>
                <a:lnTo>
                  <a:pt x="48809" y="2091"/>
                </a:lnTo>
                <a:close/>
                <a:moveTo>
                  <a:pt x="80956" y="59520"/>
                </a:moveTo>
                <a:cubicBezTo>
                  <a:pt x="80042" y="59520"/>
                  <a:pt x="79129" y="59874"/>
                  <a:pt x="78432" y="60572"/>
                </a:cubicBezTo>
                <a:lnTo>
                  <a:pt x="66525" y="72480"/>
                </a:lnTo>
                <a:cubicBezTo>
                  <a:pt x="65131" y="73875"/>
                  <a:pt x="65131" y="76126"/>
                  <a:pt x="66525" y="77520"/>
                </a:cubicBezTo>
                <a:cubicBezTo>
                  <a:pt x="67921" y="78926"/>
                  <a:pt x="70180" y="78926"/>
                  <a:pt x="71576" y="77520"/>
                </a:cubicBezTo>
                <a:lnTo>
                  <a:pt x="77385" y="71715"/>
                </a:lnTo>
                <a:lnTo>
                  <a:pt x="77385" y="96423"/>
                </a:lnTo>
                <a:cubicBezTo>
                  <a:pt x="77385" y="98400"/>
                  <a:pt x="78982" y="100000"/>
                  <a:pt x="80956" y="100000"/>
                </a:cubicBezTo>
                <a:cubicBezTo>
                  <a:pt x="82931" y="100000"/>
                  <a:pt x="84528" y="98400"/>
                  <a:pt x="84528" y="96423"/>
                </a:cubicBezTo>
                <a:lnTo>
                  <a:pt x="84528" y="71715"/>
                </a:lnTo>
                <a:lnTo>
                  <a:pt x="90338" y="77520"/>
                </a:lnTo>
                <a:cubicBezTo>
                  <a:pt x="91733" y="78926"/>
                  <a:pt x="93994" y="78926"/>
                  <a:pt x="95388" y="77520"/>
                </a:cubicBezTo>
                <a:cubicBezTo>
                  <a:pt x="96784" y="76137"/>
                  <a:pt x="96784" y="73863"/>
                  <a:pt x="95388" y="72480"/>
                </a:cubicBezTo>
                <a:lnTo>
                  <a:pt x="83482" y="60572"/>
                </a:lnTo>
                <a:cubicBezTo>
                  <a:pt x="82786" y="59874"/>
                  <a:pt x="81871" y="59520"/>
                  <a:pt x="80956" y="5952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8" name="Красный — SVG 17">
            <a:extLst>
              <a:ext uri="{FF2B5EF4-FFF2-40B4-BE49-F238E27FC236}">
                <a16:creationId xmlns:a16="http://schemas.microsoft.com/office/drawing/2014/main" id="{180E5570-5257-E64E-B533-B58EB5E8EC5D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1 w 148868"/>
              <a:gd name="csY0" fmla="*/ 56800 h 113578"/>
              <a:gd name="csX1" fmla="*/ 21268 w 148868"/>
              <a:gd name="csY1" fmla="*/ 78064 h 113578"/>
              <a:gd name="csX2" fmla="*/ 124675 w 148868"/>
              <a:gd name="csY2" fmla="*/ 78064 h 113578"/>
              <a:gd name="csX3" fmla="*/ 101316 w 148868"/>
              <a:gd name="csY3" fmla="*/ 101403 h 113578"/>
              <a:gd name="csX4" fmla="*/ 99734 w 148868"/>
              <a:gd name="csY4" fmla="*/ 103734 h 113578"/>
              <a:gd name="csX5" fmla="*/ 99172 w 148868"/>
              <a:gd name="csY5" fmla="*/ 106490 h 113578"/>
              <a:gd name="csX6" fmla="*/ 100397 w 148868"/>
              <a:gd name="csY6" fmla="*/ 110453 h 113578"/>
              <a:gd name="csX7" fmla="*/ 103596 w 148868"/>
              <a:gd name="csY7" fmla="*/ 113056 h 113578"/>
              <a:gd name="csX8" fmla="*/ 107730 w 148868"/>
              <a:gd name="csY8" fmla="*/ 113430 h 113578"/>
              <a:gd name="csX9" fmla="*/ 111354 w 148868"/>
              <a:gd name="csY9" fmla="*/ 111440 h 113578"/>
              <a:gd name="csX10" fmla="*/ 146793 w 148868"/>
              <a:gd name="csY10" fmla="*/ 75988 h 113578"/>
              <a:gd name="csX11" fmla="*/ 148868 w 148868"/>
              <a:gd name="csY11" fmla="*/ 70987 h 113578"/>
              <a:gd name="csX12" fmla="*/ 146793 w 148868"/>
              <a:gd name="csY12" fmla="*/ 65969 h 113578"/>
              <a:gd name="csX13" fmla="*/ 111354 w 148868"/>
              <a:gd name="csY13" fmla="*/ 30535 h 113578"/>
              <a:gd name="csX14" fmla="*/ 109040 w 148868"/>
              <a:gd name="csY14" fmla="*/ 28936 h 113578"/>
              <a:gd name="csX15" fmla="*/ 106301 w 148868"/>
              <a:gd name="csY15" fmla="*/ 28357 h 113578"/>
              <a:gd name="csX16" fmla="*/ 103562 w 148868"/>
              <a:gd name="csY16" fmla="*/ 28868 h 113578"/>
              <a:gd name="csX17" fmla="*/ 101214 w 148868"/>
              <a:gd name="csY17" fmla="*/ 30433 h 113578"/>
              <a:gd name="csX18" fmla="*/ 99666 w 148868"/>
              <a:gd name="csY18" fmla="*/ 32763 h 113578"/>
              <a:gd name="csX19" fmla="*/ 99138 w 148868"/>
              <a:gd name="csY19" fmla="*/ 35519 h 113578"/>
              <a:gd name="csX20" fmla="*/ 99734 w 148868"/>
              <a:gd name="csY20" fmla="*/ 38258 h 113578"/>
              <a:gd name="csX21" fmla="*/ 101316 w 148868"/>
              <a:gd name="csY21" fmla="*/ 40555 h 113578"/>
              <a:gd name="csX22" fmla="*/ 124675 w 148868"/>
              <a:gd name="csY22" fmla="*/ 63894 h 113578"/>
              <a:gd name="csX23" fmla="*/ 21268 w 148868"/>
              <a:gd name="csY23" fmla="*/ 63894 h 113578"/>
              <a:gd name="csX24" fmla="*/ 14173 w 148868"/>
              <a:gd name="csY24" fmla="*/ 56800 h 113578"/>
              <a:gd name="csX25" fmla="*/ 14173 w 148868"/>
              <a:gd name="csY25" fmla="*/ 7196 h 113578"/>
              <a:gd name="csX26" fmla="*/ 13663 w 148868"/>
              <a:gd name="csY26" fmla="*/ 4440 h 113578"/>
              <a:gd name="csX27" fmla="*/ 12132 w 148868"/>
              <a:gd name="csY27" fmla="*/ 2109 h 113578"/>
              <a:gd name="csX28" fmla="*/ 9835 w 148868"/>
              <a:gd name="csY28" fmla="*/ 544 h 113578"/>
              <a:gd name="csX29" fmla="*/ 7096 w 148868"/>
              <a:gd name="csY29" fmla="*/ 0 h 113578"/>
              <a:gd name="csX30" fmla="*/ 4357 w 148868"/>
              <a:gd name="csY30" fmla="*/ 544 h 113578"/>
              <a:gd name="csX31" fmla="*/ 2043 w 148868"/>
              <a:gd name="csY31" fmla="*/ 2109 h 113578"/>
              <a:gd name="csX32" fmla="*/ 512 w 148868"/>
              <a:gd name="csY32" fmla="*/ 4440 h 113578"/>
              <a:gd name="csX33" fmla="*/ 1 w 148868"/>
              <a:gd name="csY33" fmla="*/ 7196 h 113578"/>
              <a:gd name="csX34" fmla="*/ 1 w 148868"/>
              <a:gd name="csY34" fmla="*/ 56800 h 113578"/>
            </a:gdLst>
            <a:ahLst/>
            <a:cxnLst/>
            <a:rect l="l" t="t" r="r" b="b"/>
            <a:pathLst>
              <a:path w="100000" h="100000">
                <a:moveTo>
                  <a:pt x="1" y="50007"/>
                </a:moveTo>
                <a:cubicBezTo>
                  <a:pt x="1" y="57847"/>
                  <a:pt x="6458" y="64291"/>
                  <a:pt x="14286" y="64291"/>
                </a:cubicBezTo>
                <a:lnTo>
                  <a:pt x="83749" y="64291"/>
                </a:lnTo>
                <a:lnTo>
                  <a:pt x="68058" y="79969"/>
                </a:lnTo>
                <a:cubicBezTo>
                  <a:pt x="67601" y="80415"/>
                  <a:pt x="67246" y="80952"/>
                  <a:pt x="66995" y="81535"/>
                </a:cubicBezTo>
                <a:cubicBezTo>
                  <a:pt x="66744" y="82117"/>
                  <a:pt x="66617" y="82757"/>
                  <a:pt x="66617" y="83386"/>
                </a:cubicBezTo>
                <a:cubicBezTo>
                  <a:pt x="66617" y="84334"/>
                  <a:pt x="66904" y="85259"/>
                  <a:pt x="67440" y="86048"/>
                </a:cubicBezTo>
                <a:cubicBezTo>
                  <a:pt x="67966" y="86837"/>
                  <a:pt x="68721" y="87442"/>
                  <a:pt x="69589" y="87797"/>
                </a:cubicBezTo>
                <a:cubicBezTo>
                  <a:pt x="70469" y="88151"/>
                  <a:pt x="71429" y="88242"/>
                  <a:pt x="72366" y="88048"/>
                </a:cubicBezTo>
                <a:cubicBezTo>
                  <a:pt x="73292" y="87854"/>
                  <a:pt x="74137" y="87385"/>
                  <a:pt x="74800" y="86711"/>
                </a:cubicBezTo>
                <a:lnTo>
                  <a:pt x="98606" y="62897"/>
                </a:lnTo>
                <a:cubicBezTo>
                  <a:pt x="99498" y="62006"/>
                  <a:pt x="100000" y="60795"/>
                  <a:pt x="100000" y="59537"/>
                </a:cubicBezTo>
                <a:cubicBezTo>
                  <a:pt x="100000" y="58269"/>
                  <a:pt x="99498" y="57058"/>
                  <a:pt x="98606" y="56167"/>
                </a:cubicBezTo>
                <a:lnTo>
                  <a:pt x="74800" y="32364"/>
                </a:lnTo>
                <a:cubicBezTo>
                  <a:pt x="74355" y="31907"/>
                  <a:pt x="73829" y="31541"/>
                  <a:pt x="73246" y="31290"/>
                </a:cubicBezTo>
                <a:cubicBezTo>
                  <a:pt x="72663" y="31039"/>
                  <a:pt x="72046" y="30901"/>
                  <a:pt x="71406" y="30901"/>
                </a:cubicBezTo>
                <a:cubicBezTo>
                  <a:pt x="70777" y="30890"/>
                  <a:pt x="70149" y="31016"/>
                  <a:pt x="69566" y="31244"/>
                </a:cubicBezTo>
                <a:cubicBezTo>
                  <a:pt x="68972" y="31484"/>
                  <a:pt x="68446" y="31838"/>
                  <a:pt x="67989" y="32296"/>
                </a:cubicBezTo>
                <a:cubicBezTo>
                  <a:pt x="67543" y="32741"/>
                  <a:pt x="67189" y="33267"/>
                  <a:pt x="66949" y="33861"/>
                </a:cubicBezTo>
                <a:cubicBezTo>
                  <a:pt x="66709" y="34444"/>
                  <a:pt x="66595" y="35073"/>
                  <a:pt x="66595" y="35712"/>
                </a:cubicBezTo>
                <a:cubicBezTo>
                  <a:pt x="66606" y="36341"/>
                  <a:pt x="66744" y="36969"/>
                  <a:pt x="66995" y="37552"/>
                </a:cubicBezTo>
                <a:cubicBezTo>
                  <a:pt x="67246" y="38124"/>
                  <a:pt x="67601" y="38649"/>
                  <a:pt x="68058" y="39095"/>
                </a:cubicBezTo>
                <a:lnTo>
                  <a:pt x="83749" y="54773"/>
                </a:lnTo>
                <a:lnTo>
                  <a:pt x="14286" y="54773"/>
                </a:lnTo>
                <a:cubicBezTo>
                  <a:pt x="11601" y="54773"/>
                  <a:pt x="9521" y="52693"/>
                  <a:pt x="9521" y="50007"/>
                </a:cubicBezTo>
                <a:lnTo>
                  <a:pt x="9521" y="16687"/>
                </a:lnTo>
                <a:cubicBezTo>
                  <a:pt x="9532" y="16046"/>
                  <a:pt x="9418" y="15429"/>
                  <a:pt x="9178" y="14835"/>
                </a:cubicBezTo>
                <a:cubicBezTo>
                  <a:pt x="8950" y="14252"/>
                  <a:pt x="8595" y="13716"/>
                  <a:pt x="8150" y="13269"/>
                </a:cubicBezTo>
                <a:cubicBezTo>
                  <a:pt x="7715" y="12824"/>
                  <a:pt x="7178" y="12470"/>
                  <a:pt x="6607" y="12218"/>
                </a:cubicBezTo>
                <a:cubicBezTo>
                  <a:pt x="6023" y="11978"/>
                  <a:pt x="5395" y="11853"/>
                  <a:pt x="4767" y="11853"/>
                </a:cubicBezTo>
                <a:cubicBezTo>
                  <a:pt x="4126" y="11853"/>
                  <a:pt x="3509" y="11978"/>
                  <a:pt x="2927" y="12218"/>
                </a:cubicBezTo>
                <a:cubicBezTo>
                  <a:pt x="2344" y="12470"/>
                  <a:pt x="1818" y="12824"/>
                  <a:pt x="1372" y="13269"/>
                </a:cubicBezTo>
                <a:cubicBezTo>
                  <a:pt x="926" y="13716"/>
                  <a:pt x="584" y="14252"/>
                  <a:pt x="344" y="14835"/>
                </a:cubicBezTo>
                <a:cubicBezTo>
                  <a:pt x="103" y="15429"/>
                  <a:pt x="-11" y="16046"/>
                  <a:pt x="1" y="16687"/>
                </a:cubicBezTo>
                <a:lnTo>
                  <a:pt x="1" y="5000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9" name="Красный — SVG 18">
            <a:extLst>
              <a:ext uri="{FF2B5EF4-FFF2-40B4-BE49-F238E27FC236}">
                <a16:creationId xmlns:a16="http://schemas.microsoft.com/office/drawing/2014/main" id="{5BB7EA4C-C7D5-F343-A9AA-DB86D63F701D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46720 w 156030"/>
              <a:gd name="csY0" fmla="*/ 2 h 85057"/>
              <a:gd name="csX1" fmla="*/ 42552 w 156030"/>
              <a:gd name="csY1" fmla="*/ 1210 h 85057"/>
              <a:gd name="csX2" fmla="*/ 39880 w 156030"/>
              <a:gd name="csY2" fmla="*/ 4629 h 85057"/>
              <a:gd name="csX3" fmla="*/ 20298 w 156030"/>
              <a:gd name="csY3" fmla="*/ 57551 h 85057"/>
              <a:gd name="csX4" fmla="*/ 13816 w 156030"/>
              <a:gd name="csY4" fmla="*/ 40063 h 85057"/>
              <a:gd name="csX5" fmla="*/ 12404 w 156030"/>
              <a:gd name="csY5" fmla="*/ 37614 h 85057"/>
              <a:gd name="csX6" fmla="*/ 10158 w 156030"/>
              <a:gd name="csY6" fmla="*/ 35913 h 85057"/>
              <a:gd name="csX7" fmla="*/ 7419 w 156030"/>
              <a:gd name="csY7" fmla="*/ 35215 h 85057"/>
              <a:gd name="csX8" fmla="*/ 4629 w 156030"/>
              <a:gd name="csY8" fmla="*/ 35657 h 85057"/>
              <a:gd name="csX9" fmla="*/ 2230 w 156030"/>
              <a:gd name="csY9" fmla="*/ 37137 h 85057"/>
              <a:gd name="csX10" fmla="*/ 596 w 156030"/>
              <a:gd name="csY10" fmla="*/ 39451 h 85057"/>
              <a:gd name="csX11" fmla="*/ 1 w 156030"/>
              <a:gd name="csY11" fmla="*/ 42207 h 85057"/>
              <a:gd name="csX12" fmla="*/ 529 w 156030"/>
              <a:gd name="csY12" fmla="*/ 44979 h 85057"/>
              <a:gd name="csX13" fmla="*/ 13646 w 156030"/>
              <a:gd name="csY13" fmla="*/ 80430 h 85057"/>
              <a:gd name="csX14" fmla="*/ 16249 w 156030"/>
              <a:gd name="csY14" fmla="*/ 83782 h 85057"/>
              <a:gd name="csX15" fmla="*/ 20298 w 156030"/>
              <a:gd name="csY15" fmla="*/ 85040 h 85057"/>
              <a:gd name="csX16" fmla="*/ 24330 w 156030"/>
              <a:gd name="csY16" fmla="*/ 83782 h 85057"/>
              <a:gd name="csX17" fmla="*/ 26933 w 156030"/>
              <a:gd name="csY17" fmla="*/ 80430 h 85057"/>
              <a:gd name="csX18" fmla="*/ 46414 w 156030"/>
              <a:gd name="csY18" fmla="*/ 27815 h 85057"/>
              <a:gd name="csX19" fmla="*/ 65213 w 156030"/>
              <a:gd name="csY19" fmla="*/ 80345 h 85057"/>
              <a:gd name="csX20" fmla="*/ 67782 w 156030"/>
              <a:gd name="csY20" fmla="*/ 83748 h 85057"/>
              <a:gd name="csX21" fmla="*/ 71849 w 156030"/>
              <a:gd name="csY21" fmla="*/ 85057 h 85057"/>
              <a:gd name="csX22" fmla="*/ 75915 w 156030"/>
              <a:gd name="csY22" fmla="*/ 83799 h 85057"/>
              <a:gd name="csX23" fmla="*/ 78535 w 156030"/>
              <a:gd name="csY23" fmla="*/ 80430 h 85057"/>
              <a:gd name="csX24" fmla="*/ 97879 w 156030"/>
              <a:gd name="csY24" fmla="*/ 28121 h 85057"/>
              <a:gd name="csX25" fmla="*/ 103647 w 156030"/>
              <a:gd name="csY25" fmla="*/ 44843 h 85057"/>
              <a:gd name="csX26" fmla="*/ 106250 w 156030"/>
              <a:gd name="csY26" fmla="*/ 48296 h 85057"/>
              <a:gd name="csX27" fmla="*/ 110350 w 156030"/>
              <a:gd name="csY27" fmla="*/ 49606 h 85057"/>
              <a:gd name="csX28" fmla="*/ 131838 w 156030"/>
              <a:gd name="csY28" fmla="*/ 49606 h 85057"/>
              <a:gd name="csX29" fmla="*/ 122668 w 156030"/>
              <a:gd name="csY29" fmla="*/ 58775 h 85057"/>
              <a:gd name="csX30" fmla="*/ 121069 w 156030"/>
              <a:gd name="csY30" fmla="*/ 61072 h 85057"/>
              <a:gd name="csX31" fmla="*/ 120490 w 156030"/>
              <a:gd name="csY31" fmla="*/ 63828 h 85057"/>
              <a:gd name="csX32" fmla="*/ 121017 w 156030"/>
              <a:gd name="csY32" fmla="*/ 66566 h 85057"/>
              <a:gd name="csX33" fmla="*/ 122566 w 156030"/>
              <a:gd name="csY33" fmla="*/ 68897 h 85057"/>
              <a:gd name="csX34" fmla="*/ 124897 w 156030"/>
              <a:gd name="csY34" fmla="*/ 70462 h 85057"/>
              <a:gd name="csX35" fmla="*/ 127653 w 156030"/>
              <a:gd name="csY35" fmla="*/ 70972 h 85057"/>
              <a:gd name="csX36" fmla="*/ 130392 w 156030"/>
              <a:gd name="csY36" fmla="*/ 70394 h 85057"/>
              <a:gd name="csX37" fmla="*/ 132689 w 156030"/>
              <a:gd name="csY37" fmla="*/ 68795 h 85057"/>
              <a:gd name="csX38" fmla="*/ 153955 w 156030"/>
              <a:gd name="csY38" fmla="*/ 47531 h 85057"/>
              <a:gd name="csX39" fmla="*/ 156031 w 156030"/>
              <a:gd name="csY39" fmla="*/ 42530 h 85057"/>
              <a:gd name="csX40" fmla="*/ 153955 w 156030"/>
              <a:gd name="csY40" fmla="*/ 37511 h 85057"/>
              <a:gd name="csX41" fmla="*/ 132689 w 156030"/>
              <a:gd name="csY41" fmla="*/ 16248 h 85057"/>
              <a:gd name="csX42" fmla="*/ 130375 w 156030"/>
              <a:gd name="csY42" fmla="*/ 14666 h 85057"/>
              <a:gd name="csX43" fmla="*/ 127602 w 156030"/>
              <a:gd name="csY43" fmla="*/ 14104 h 85057"/>
              <a:gd name="csX44" fmla="*/ 123655 w 156030"/>
              <a:gd name="csY44" fmla="*/ 15312 h 85057"/>
              <a:gd name="csX45" fmla="*/ 121052 w 156030"/>
              <a:gd name="csY45" fmla="*/ 18527 h 85057"/>
              <a:gd name="csX46" fmla="*/ 120677 w 156030"/>
              <a:gd name="csY46" fmla="*/ 22644 h 85057"/>
              <a:gd name="csX47" fmla="*/ 122668 w 156030"/>
              <a:gd name="csY47" fmla="*/ 26267 h 85057"/>
              <a:gd name="csX48" fmla="*/ 131838 w 156030"/>
              <a:gd name="csY48" fmla="*/ 35436 h 85057"/>
              <a:gd name="csX49" fmla="*/ 115403 w 156030"/>
              <a:gd name="csY49" fmla="*/ 35436 h 85057"/>
              <a:gd name="csX50" fmla="*/ 104821 w 156030"/>
              <a:gd name="csY50" fmla="*/ 4782 h 85057"/>
              <a:gd name="csX51" fmla="*/ 102269 w 156030"/>
              <a:gd name="csY51" fmla="*/ 1346 h 85057"/>
              <a:gd name="csX52" fmla="*/ 98202 w 156030"/>
              <a:gd name="csY52" fmla="*/ 2 h 85057"/>
              <a:gd name="csX53" fmla="*/ 94102 w 156030"/>
              <a:gd name="csY53" fmla="*/ 1244 h 85057"/>
              <a:gd name="csX54" fmla="*/ 91465 w 156030"/>
              <a:gd name="csY54" fmla="*/ 4629 h 85057"/>
              <a:gd name="csX55" fmla="*/ 72002 w 156030"/>
              <a:gd name="csY55" fmla="*/ 57227 h 85057"/>
              <a:gd name="csX56" fmla="*/ 53202 w 156030"/>
              <a:gd name="csY56" fmla="*/ 4697 h 85057"/>
              <a:gd name="csX57" fmla="*/ 50684 w 156030"/>
              <a:gd name="csY57" fmla="*/ 1346 h 85057"/>
              <a:gd name="csX58" fmla="*/ 46720 w 156030"/>
              <a:gd name="csY58" fmla="*/ 2 h 85057"/>
            </a:gdLst>
            <a:ahLst/>
            <a:cxnLst/>
            <a:rect l="l" t="t" r="r" b="b"/>
            <a:pathLst>
              <a:path w="100000" h="100000">
                <a:moveTo>
                  <a:pt x="29943" y="22745"/>
                </a:moveTo>
                <a:cubicBezTo>
                  <a:pt x="28994" y="22723"/>
                  <a:pt x="28057" y="22995"/>
                  <a:pt x="27272" y="23519"/>
                </a:cubicBezTo>
                <a:cubicBezTo>
                  <a:pt x="26487" y="24053"/>
                  <a:pt x="25887" y="24816"/>
                  <a:pt x="25559" y="25710"/>
                </a:cubicBezTo>
                <a:lnTo>
                  <a:pt x="13009" y="59628"/>
                </a:lnTo>
                <a:lnTo>
                  <a:pt x="8855" y="48420"/>
                </a:lnTo>
                <a:cubicBezTo>
                  <a:pt x="8669" y="47842"/>
                  <a:pt x="8353" y="47308"/>
                  <a:pt x="7950" y="46850"/>
                </a:cubicBezTo>
                <a:cubicBezTo>
                  <a:pt x="7557" y="46392"/>
                  <a:pt x="7067" y="46022"/>
                  <a:pt x="6510" y="45760"/>
                </a:cubicBezTo>
                <a:cubicBezTo>
                  <a:pt x="5965" y="45498"/>
                  <a:pt x="5366" y="45345"/>
                  <a:pt x="4755" y="45313"/>
                </a:cubicBezTo>
                <a:cubicBezTo>
                  <a:pt x="4144" y="45291"/>
                  <a:pt x="3544" y="45389"/>
                  <a:pt x="2967" y="45596"/>
                </a:cubicBezTo>
                <a:cubicBezTo>
                  <a:pt x="2400" y="45803"/>
                  <a:pt x="1876" y="46131"/>
                  <a:pt x="1429" y="46545"/>
                </a:cubicBezTo>
                <a:cubicBezTo>
                  <a:pt x="982" y="46970"/>
                  <a:pt x="633" y="47471"/>
                  <a:pt x="382" y="48028"/>
                </a:cubicBezTo>
                <a:cubicBezTo>
                  <a:pt x="142" y="48583"/>
                  <a:pt x="12" y="49183"/>
                  <a:pt x="1" y="49794"/>
                </a:cubicBezTo>
                <a:cubicBezTo>
                  <a:pt x="-10" y="50404"/>
                  <a:pt x="110" y="51004"/>
                  <a:pt x="339" y="51571"/>
                </a:cubicBezTo>
                <a:lnTo>
                  <a:pt x="8746" y="74291"/>
                </a:lnTo>
                <a:cubicBezTo>
                  <a:pt x="9073" y="75153"/>
                  <a:pt x="9651" y="75905"/>
                  <a:pt x="10414" y="76439"/>
                </a:cubicBezTo>
                <a:cubicBezTo>
                  <a:pt x="11177" y="76962"/>
                  <a:pt x="12082" y="77246"/>
                  <a:pt x="13009" y="77246"/>
                </a:cubicBezTo>
                <a:cubicBezTo>
                  <a:pt x="13936" y="77246"/>
                  <a:pt x="14841" y="76962"/>
                  <a:pt x="15593" y="76439"/>
                </a:cubicBezTo>
                <a:cubicBezTo>
                  <a:pt x="16356" y="75905"/>
                  <a:pt x="16945" y="75153"/>
                  <a:pt x="17261" y="74291"/>
                </a:cubicBezTo>
                <a:lnTo>
                  <a:pt x="29747" y="40570"/>
                </a:lnTo>
                <a:lnTo>
                  <a:pt x="41795" y="74237"/>
                </a:lnTo>
                <a:cubicBezTo>
                  <a:pt x="42101" y="75120"/>
                  <a:pt x="42679" y="75883"/>
                  <a:pt x="43442" y="76418"/>
                </a:cubicBezTo>
                <a:cubicBezTo>
                  <a:pt x="44205" y="76962"/>
                  <a:pt x="45111" y="77246"/>
                  <a:pt x="46048" y="77257"/>
                </a:cubicBezTo>
                <a:cubicBezTo>
                  <a:pt x="46975" y="77257"/>
                  <a:pt x="47891" y="76973"/>
                  <a:pt x="48654" y="76450"/>
                </a:cubicBezTo>
                <a:cubicBezTo>
                  <a:pt x="49428" y="75916"/>
                  <a:pt x="50006" y="75163"/>
                  <a:pt x="50333" y="74291"/>
                </a:cubicBezTo>
                <a:lnTo>
                  <a:pt x="62731" y="40766"/>
                </a:lnTo>
                <a:lnTo>
                  <a:pt x="66428" y="51483"/>
                </a:lnTo>
                <a:cubicBezTo>
                  <a:pt x="66744" y="52377"/>
                  <a:pt x="67322" y="53152"/>
                  <a:pt x="68096" y="53696"/>
                </a:cubicBezTo>
                <a:cubicBezTo>
                  <a:pt x="68859" y="54242"/>
                  <a:pt x="69786" y="54536"/>
                  <a:pt x="70724" y="54536"/>
                </a:cubicBezTo>
                <a:lnTo>
                  <a:pt x="84495" y="54536"/>
                </a:lnTo>
                <a:lnTo>
                  <a:pt x="78618" y="60412"/>
                </a:lnTo>
                <a:cubicBezTo>
                  <a:pt x="78182" y="60838"/>
                  <a:pt x="77833" y="61339"/>
                  <a:pt x="77593" y="61885"/>
                </a:cubicBezTo>
                <a:cubicBezTo>
                  <a:pt x="77353" y="62440"/>
                  <a:pt x="77233" y="63040"/>
                  <a:pt x="77222" y="63651"/>
                </a:cubicBezTo>
                <a:cubicBezTo>
                  <a:pt x="77222" y="64250"/>
                  <a:pt x="77331" y="64850"/>
                  <a:pt x="77560" y="65406"/>
                </a:cubicBezTo>
                <a:cubicBezTo>
                  <a:pt x="77790" y="65973"/>
                  <a:pt x="78127" y="66475"/>
                  <a:pt x="78553" y="66900"/>
                </a:cubicBezTo>
                <a:cubicBezTo>
                  <a:pt x="78978" y="67335"/>
                  <a:pt x="79490" y="67674"/>
                  <a:pt x="80047" y="67903"/>
                </a:cubicBezTo>
                <a:cubicBezTo>
                  <a:pt x="80613" y="68121"/>
                  <a:pt x="81213" y="68240"/>
                  <a:pt x="81813" y="68230"/>
                </a:cubicBezTo>
                <a:cubicBezTo>
                  <a:pt x="82423" y="68230"/>
                  <a:pt x="83012" y="68099"/>
                  <a:pt x="83569" y="67859"/>
                </a:cubicBezTo>
                <a:cubicBezTo>
                  <a:pt x="84125" y="67619"/>
                  <a:pt x="84626" y="67270"/>
                  <a:pt x="85041" y="66834"/>
                </a:cubicBezTo>
                <a:lnTo>
                  <a:pt x="98670" y="53206"/>
                </a:lnTo>
                <a:cubicBezTo>
                  <a:pt x="99532" y="52356"/>
                  <a:pt x="100001" y="51200"/>
                  <a:pt x="100001" y="50001"/>
                </a:cubicBezTo>
                <a:cubicBezTo>
                  <a:pt x="100001" y="48790"/>
                  <a:pt x="99532" y="47635"/>
                  <a:pt x="98670" y="46784"/>
                </a:cubicBezTo>
                <a:lnTo>
                  <a:pt x="85041" y="33157"/>
                </a:lnTo>
                <a:cubicBezTo>
                  <a:pt x="84626" y="32720"/>
                  <a:pt x="84114" y="32372"/>
                  <a:pt x="83558" y="32143"/>
                </a:cubicBezTo>
                <a:cubicBezTo>
                  <a:pt x="82990" y="31903"/>
                  <a:pt x="82391" y="31783"/>
                  <a:pt x="81780" y="31783"/>
                </a:cubicBezTo>
                <a:cubicBezTo>
                  <a:pt x="80886" y="31783"/>
                  <a:pt x="80003" y="32055"/>
                  <a:pt x="79251" y="32557"/>
                </a:cubicBezTo>
                <a:cubicBezTo>
                  <a:pt x="78498" y="33069"/>
                  <a:pt x="77920" y="33778"/>
                  <a:pt x="77583" y="34617"/>
                </a:cubicBezTo>
                <a:cubicBezTo>
                  <a:pt x="77244" y="35457"/>
                  <a:pt x="77157" y="36373"/>
                  <a:pt x="77342" y="37256"/>
                </a:cubicBezTo>
                <a:cubicBezTo>
                  <a:pt x="77527" y="38139"/>
                  <a:pt x="77975" y="38957"/>
                  <a:pt x="78618" y="39578"/>
                </a:cubicBezTo>
                <a:lnTo>
                  <a:pt x="84495" y="45454"/>
                </a:lnTo>
                <a:lnTo>
                  <a:pt x="73962" y="45454"/>
                </a:lnTo>
                <a:lnTo>
                  <a:pt x="67180" y="25808"/>
                </a:lnTo>
                <a:cubicBezTo>
                  <a:pt x="66874" y="24914"/>
                  <a:pt x="66297" y="24151"/>
                  <a:pt x="65544" y="23606"/>
                </a:cubicBezTo>
                <a:cubicBezTo>
                  <a:pt x="64781" y="23061"/>
                  <a:pt x="63865" y="22756"/>
                  <a:pt x="62938" y="22745"/>
                </a:cubicBezTo>
                <a:cubicBezTo>
                  <a:pt x="62000" y="22734"/>
                  <a:pt x="61084" y="23017"/>
                  <a:pt x="60310" y="23541"/>
                </a:cubicBezTo>
                <a:cubicBezTo>
                  <a:pt x="59536" y="24075"/>
                  <a:pt x="58948" y="24827"/>
                  <a:pt x="58620" y="25710"/>
                </a:cubicBezTo>
                <a:lnTo>
                  <a:pt x="46146" y="59420"/>
                </a:lnTo>
                <a:lnTo>
                  <a:pt x="34097" y="25754"/>
                </a:lnTo>
                <a:cubicBezTo>
                  <a:pt x="33781" y="24892"/>
                  <a:pt x="33225" y="24140"/>
                  <a:pt x="32483" y="23606"/>
                </a:cubicBezTo>
                <a:cubicBezTo>
                  <a:pt x="31742" y="23072"/>
                  <a:pt x="30859" y="22766"/>
                  <a:pt x="29943" y="2274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0" name="Красный — SVG 19">
            <a:extLst>
              <a:ext uri="{FF2B5EF4-FFF2-40B4-BE49-F238E27FC236}">
                <a16:creationId xmlns:a16="http://schemas.microsoft.com/office/drawing/2014/main" id="{1379AA9B-BC01-DC4D-B225-48CAA8A708A8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69702 w 139576"/>
              <a:gd name="csY0" fmla="*/ 1 h 138308"/>
              <a:gd name="csX1" fmla="*/ 67371 w 139576"/>
              <a:gd name="csY1" fmla="*/ 580 h 138308"/>
              <a:gd name="csX2" fmla="*/ 65534 w 139576"/>
              <a:gd name="csY2" fmla="*/ 2127 h 138308"/>
              <a:gd name="csX3" fmla="*/ 42991 w 139576"/>
              <a:gd name="csY3" fmla="*/ 24667 h 138308"/>
              <a:gd name="csX4" fmla="*/ 41783 w 139576"/>
              <a:gd name="csY4" fmla="*/ 26402 h 138308"/>
              <a:gd name="csX5" fmla="*/ 41358 w 139576"/>
              <a:gd name="csY5" fmla="*/ 28444 h 138308"/>
              <a:gd name="csX6" fmla="*/ 41749 w 139576"/>
              <a:gd name="csY6" fmla="*/ 30519 h 138308"/>
              <a:gd name="csX7" fmla="*/ 42906 w 139576"/>
              <a:gd name="csY7" fmla="*/ 32271 h 138308"/>
              <a:gd name="csX8" fmla="*/ 44658 w 139576"/>
              <a:gd name="csY8" fmla="*/ 33428 h 138308"/>
              <a:gd name="csX9" fmla="*/ 46717 w 139576"/>
              <a:gd name="csY9" fmla="*/ 33819 h 138308"/>
              <a:gd name="csX10" fmla="*/ 48775 w 139576"/>
              <a:gd name="csY10" fmla="*/ 33394 h 138308"/>
              <a:gd name="csX11" fmla="*/ 50511 w 139576"/>
              <a:gd name="csY11" fmla="*/ 32186 h 138308"/>
              <a:gd name="csX12" fmla="*/ 64462 w 139576"/>
              <a:gd name="csY12" fmla="*/ 18220 h 138308"/>
              <a:gd name="csX13" fmla="*/ 64462 w 139576"/>
              <a:gd name="csY13" fmla="*/ 51460 h 138308"/>
              <a:gd name="csX14" fmla="*/ 64853 w 139576"/>
              <a:gd name="csY14" fmla="*/ 53518 h 138308"/>
              <a:gd name="csX15" fmla="*/ 65993 w 139576"/>
              <a:gd name="csY15" fmla="*/ 55270 h 138308"/>
              <a:gd name="csX16" fmla="*/ 67729 w 139576"/>
              <a:gd name="csY16" fmla="*/ 56444 h 138308"/>
              <a:gd name="csX17" fmla="*/ 69787 w 139576"/>
              <a:gd name="csY17" fmla="*/ 56852 h 138308"/>
              <a:gd name="csX18" fmla="*/ 71846 w 139576"/>
              <a:gd name="csY18" fmla="*/ 56444 h 138308"/>
              <a:gd name="csX19" fmla="*/ 73564 w 139576"/>
              <a:gd name="csY19" fmla="*/ 55270 h 138308"/>
              <a:gd name="csX20" fmla="*/ 74721 w 139576"/>
              <a:gd name="csY20" fmla="*/ 53518 h 138308"/>
              <a:gd name="csX21" fmla="*/ 75095 w 139576"/>
              <a:gd name="csY21" fmla="*/ 51460 h 138308"/>
              <a:gd name="csX22" fmla="*/ 75095 w 139576"/>
              <a:gd name="csY22" fmla="*/ 18220 h 138308"/>
              <a:gd name="csX23" fmla="*/ 89064 w 139576"/>
              <a:gd name="csY23" fmla="*/ 32186 h 138308"/>
              <a:gd name="csX24" fmla="*/ 90799 w 139576"/>
              <a:gd name="csY24" fmla="*/ 33394 h 138308"/>
              <a:gd name="csX25" fmla="*/ 92840 w 139576"/>
              <a:gd name="csY25" fmla="*/ 33819 h 138308"/>
              <a:gd name="csX26" fmla="*/ 94916 w 139576"/>
              <a:gd name="csY26" fmla="*/ 33428 h 138308"/>
              <a:gd name="csX27" fmla="*/ 96668 w 139576"/>
              <a:gd name="csY27" fmla="*/ 32271 h 138308"/>
              <a:gd name="csX28" fmla="*/ 97825 w 139576"/>
              <a:gd name="csY28" fmla="*/ 30519 h 138308"/>
              <a:gd name="csX29" fmla="*/ 98217 w 139576"/>
              <a:gd name="csY29" fmla="*/ 28444 h 138308"/>
              <a:gd name="csX30" fmla="*/ 97774 w 139576"/>
              <a:gd name="csY30" fmla="*/ 26402 h 138308"/>
              <a:gd name="csX31" fmla="*/ 96583 w 139576"/>
              <a:gd name="csY31" fmla="*/ 24667 h 138308"/>
              <a:gd name="csX32" fmla="*/ 74006 w 139576"/>
              <a:gd name="csY32" fmla="*/ 2093 h 138308"/>
              <a:gd name="csX33" fmla="*/ 72101 w 139576"/>
              <a:gd name="csY33" fmla="*/ 529 h 138308"/>
              <a:gd name="csX34" fmla="*/ 69702 w 139576"/>
              <a:gd name="csY34" fmla="*/ 1 h 138308"/>
              <a:gd name="csX35" fmla="*/ 69787 w 139576"/>
              <a:gd name="csY35" fmla="*/ 63878 h 138308"/>
              <a:gd name="csX36" fmla="*/ 52059 w 139576"/>
              <a:gd name="csY36" fmla="*/ 81586 h 138308"/>
              <a:gd name="csX37" fmla="*/ 69787 w 139576"/>
              <a:gd name="csY37" fmla="*/ 99312 h 138308"/>
              <a:gd name="csX38" fmla="*/ 87515 w 139576"/>
              <a:gd name="csY38" fmla="*/ 81586 h 138308"/>
              <a:gd name="csX39" fmla="*/ 69787 w 139576"/>
              <a:gd name="csY39" fmla="*/ 63878 h 138308"/>
              <a:gd name="csX40" fmla="*/ 11397 w 139576"/>
              <a:gd name="csY40" fmla="*/ 90483 h 138308"/>
              <a:gd name="csX41" fmla="*/ 8045 w 139576"/>
              <a:gd name="csY41" fmla="*/ 91742 h 138308"/>
              <a:gd name="csX42" fmla="*/ 6259 w 139576"/>
              <a:gd name="csY42" fmla="*/ 94838 h 138308"/>
              <a:gd name="csX43" fmla="*/ 100 w 139576"/>
              <a:gd name="csY43" fmla="*/ 125645 h 138308"/>
              <a:gd name="csX44" fmla="*/ 883 w 139576"/>
              <a:gd name="csY44" fmla="*/ 129626 h 138308"/>
              <a:gd name="csX45" fmla="*/ 4269 w 139576"/>
              <a:gd name="csY45" fmla="*/ 131888 h 138308"/>
              <a:gd name="csX46" fmla="*/ 35063 w 139576"/>
              <a:gd name="csY46" fmla="*/ 138046 h 138308"/>
              <a:gd name="csX47" fmla="*/ 39061 w 139576"/>
              <a:gd name="csY47" fmla="*/ 137264 h 138308"/>
              <a:gd name="csX48" fmla="*/ 41324 w 139576"/>
              <a:gd name="csY48" fmla="*/ 133878 h 138308"/>
              <a:gd name="csX49" fmla="*/ 40541 w 139576"/>
              <a:gd name="csY49" fmla="*/ 129881 h 138308"/>
              <a:gd name="csX50" fmla="*/ 37156 w 139576"/>
              <a:gd name="csY50" fmla="*/ 127618 h 138308"/>
              <a:gd name="csX51" fmla="*/ 18117 w 139576"/>
              <a:gd name="csY51" fmla="*/ 123825 h 138308"/>
              <a:gd name="csX52" fmla="*/ 46223 w 139576"/>
              <a:gd name="csY52" fmla="*/ 104364 h 138308"/>
              <a:gd name="csX53" fmla="*/ 47704 w 139576"/>
              <a:gd name="csY53" fmla="*/ 102884 h 138308"/>
              <a:gd name="csX54" fmla="*/ 48503 w 139576"/>
              <a:gd name="csY54" fmla="*/ 100928 h 138308"/>
              <a:gd name="csX55" fmla="*/ 48486 w 139576"/>
              <a:gd name="csY55" fmla="*/ 98836 h 138308"/>
              <a:gd name="csX56" fmla="*/ 47653 w 139576"/>
              <a:gd name="csY56" fmla="*/ 96913 h 138308"/>
              <a:gd name="csX57" fmla="*/ 46139 w 139576"/>
              <a:gd name="csY57" fmla="*/ 95451 h 138308"/>
              <a:gd name="csX58" fmla="*/ 44182 w 139576"/>
              <a:gd name="csY58" fmla="*/ 94702 h 138308"/>
              <a:gd name="csX59" fmla="*/ 42089 w 139576"/>
              <a:gd name="csY59" fmla="*/ 94753 h 138308"/>
              <a:gd name="csX60" fmla="*/ 40184 w 139576"/>
              <a:gd name="csY60" fmla="*/ 95620 h 138308"/>
              <a:gd name="csX61" fmla="*/ 13218 w 139576"/>
              <a:gd name="csY61" fmla="*/ 114282 h 138308"/>
              <a:gd name="csX62" fmla="*/ 16688 w 139576"/>
              <a:gd name="csY62" fmla="*/ 96913 h 138308"/>
              <a:gd name="csX63" fmla="*/ 16654 w 139576"/>
              <a:gd name="csY63" fmla="*/ 94549 h 138308"/>
              <a:gd name="csX64" fmla="*/ 15582 w 139576"/>
              <a:gd name="csY64" fmla="*/ 92423 h 138308"/>
              <a:gd name="csX65" fmla="*/ 13711 w 139576"/>
              <a:gd name="csY65" fmla="*/ 90976 h 138308"/>
              <a:gd name="csX66" fmla="*/ 11397 w 139576"/>
              <a:gd name="csY66" fmla="*/ 90483 h 138308"/>
              <a:gd name="csX67" fmla="*/ 128024 w 139576"/>
              <a:gd name="csY67" fmla="*/ 90636 h 138308"/>
              <a:gd name="csX68" fmla="*/ 125761 w 139576"/>
              <a:gd name="csY68" fmla="*/ 91181 h 138308"/>
              <a:gd name="csX69" fmla="*/ 123941 w 139576"/>
              <a:gd name="csY69" fmla="*/ 92626 h 138308"/>
              <a:gd name="csX70" fmla="*/ 122920 w 139576"/>
              <a:gd name="csY70" fmla="*/ 94736 h 138308"/>
              <a:gd name="csX71" fmla="*/ 122886 w 139576"/>
              <a:gd name="csY71" fmla="*/ 97067 h 138308"/>
              <a:gd name="csX72" fmla="*/ 126323 w 139576"/>
              <a:gd name="csY72" fmla="*/ 114265 h 138308"/>
              <a:gd name="csX73" fmla="*/ 99390 w 139576"/>
              <a:gd name="csY73" fmla="*/ 95620 h 138308"/>
              <a:gd name="csX74" fmla="*/ 97485 w 139576"/>
              <a:gd name="csY74" fmla="*/ 94753 h 138308"/>
              <a:gd name="csX75" fmla="*/ 95392 w 139576"/>
              <a:gd name="csY75" fmla="*/ 94702 h 138308"/>
              <a:gd name="csX76" fmla="*/ 93436 w 139576"/>
              <a:gd name="csY76" fmla="*/ 95451 h 138308"/>
              <a:gd name="csX77" fmla="*/ 91922 w 139576"/>
              <a:gd name="csY77" fmla="*/ 96913 h 138308"/>
              <a:gd name="csX78" fmla="*/ 91088 w 139576"/>
              <a:gd name="csY78" fmla="*/ 98836 h 138308"/>
              <a:gd name="csX79" fmla="*/ 91071 w 139576"/>
              <a:gd name="csY79" fmla="*/ 100928 h 138308"/>
              <a:gd name="csX80" fmla="*/ 91854 w 139576"/>
              <a:gd name="csY80" fmla="*/ 102884 h 138308"/>
              <a:gd name="csX81" fmla="*/ 93351 w 139576"/>
              <a:gd name="csY81" fmla="*/ 104364 h 138308"/>
              <a:gd name="csX82" fmla="*/ 121610 w 139576"/>
              <a:gd name="csY82" fmla="*/ 123927 h 138308"/>
              <a:gd name="csX83" fmla="*/ 102419 w 139576"/>
              <a:gd name="csY83" fmla="*/ 127772 h 138308"/>
              <a:gd name="csX84" fmla="*/ 100462 w 139576"/>
              <a:gd name="csY84" fmla="*/ 128537 h 138308"/>
              <a:gd name="csX85" fmla="*/ 98982 w 139576"/>
              <a:gd name="csY85" fmla="*/ 130017 h 138308"/>
              <a:gd name="csX86" fmla="*/ 98165 w 139576"/>
              <a:gd name="csY86" fmla="*/ 131939 h 138308"/>
              <a:gd name="csX87" fmla="*/ 98165 w 139576"/>
              <a:gd name="csY87" fmla="*/ 134032 h 138308"/>
              <a:gd name="csX88" fmla="*/ 98982 w 139576"/>
              <a:gd name="csY88" fmla="*/ 135971 h 138308"/>
              <a:gd name="csX89" fmla="*/ 100462 w 139576"/>
              <a:gd name="csY89" fmla="*/ 137434 h 138308"/>
              <a:gd name="csX90" fmla="*/ 102402 w 139576"/>
              <a:gd name="csY90" fmla="*/ 138216 h 138308"/>
              <a:gd name="csX91" fmla="*/ 104494 w 139576"/>
              <a:gd name="csY91" fmla="*/ 138182 h 138308"/>
              <a:gd name="csX92" fmla="*/ 135306 w 139576"/>
              <a:gd name="csY92" fmla="*/ 132041 h 138308"/>
              <a:gd name="csX93" fmla="*/ 137211 w 139576"/>
              <a:gd name="csY93" fmla="*/ 131242 h 138308"/>
              <a:gd name="csX94" fmla="*/ 138692 w 139576"/>
              <a:gd name="csY94" fmla="*/ 129779 h 138308"/>
              <a:gd name="csX95" fmla="*/ 139474 w 139576"/>
              <a:gd name="csY95" fmla="*/ 127856 h 138308"/>
              <a:gd name="csX96" fmla="*/ 139474 w 139576"/>
              <a:gd name="csY96" fmla="*/ 125781 h 138308"/>
              <a:gd name="csX97" fmla="*/ 133315 w 139576"/>
              <a:gd name="csY97" fmla="*/ 94991 h 138308"/>
              <a:gd name="csX98" fmla="*/ 131461 w 139576"/>
              <a:gd name="csY98" fmla="*/ 91844 h 138308"/>
              <a:gd name="csX99" fmla="*/ 128024 w 139576"/>
              <a:gd name="csY99" fmla="*/ 90636 h 138308"/>
            </a:gdLst>
            <a:ahLst/>
            <a:cxnLst/>
            <a:rect l="l" t="t" r="r" b="b"/>
            <a:pathLst>
              <a:path w="100000" h="100000">
                <a:moveTo>
                  <a:pt x="49938" y="455"/>
                </a:moveTo>
                <a:cubicBezTo>
                  <a:pt x="49353" y="467"/>
                  <a:pt x="48793" y="601"/>
                  <a:pt x="48268" y="870"/>
                </a:cubicBezTo>
                <a:cubicBezTo>
                  <a:pt x="47757" y="1138"/>
                  <a:pt x="47305" y="1515"/>
                  <a:pt x="46952" y="1978"/>
                </a:cubicBezTo>
                <a:lnTo>
                  <a:pt x="30801" y="18127"/>
                </a:lnTo>
                <a:cubicBezTo>
                  <a:pt x="30436" y="18481"/>
                  <a:pt x="30143" y="18907"/>
                  <a:pt x="29936" y="19370"/>
                </a:cubicBezTo>
                <a:cubicBezTo>
                  <a:pt x="29741" y="19834"/>
                  <a:pt x="29631" y="20333"/>
                  <a:pt x="29631" y="20833"/>
                </a:cubicBezTo>
                <a:cubicBezTo>
                  <a:pt x="29619" y="21345"/>
                  <a:pt x="29716" y="21845"/>
                  <a:pt x="29911" y="22320"/>
                </a:cubicBezTo>
                <a:cubicBezTo>
                  <a:pt x="30106" y="22783"/>
                  <a:pt x="30386" y="23210"/>
                  <a:pt x="30740" y="23575"/>
                </a:cubicBezTo>
                <a:cubicBezTo>
                  <a:pt x="31106" y="23928"/>
                  <a:pt x="31533" y="24209"/>
                  <a:pt x="31995" y="24404"/>
                </a:cubicBezTo>
                <a:cubicBezTo>
                  <a:pt x="32471" y="24599"/>
                  <a:pt x="32971" y="24696"/>
                  <a:pt x="33471" y="24684"/>
                </a:cubicBezTo>
                <a:cubicBezTo>
                  <a:pt x="33982" y="24684"/>
                  <a:pt x="34482" y="24574"/>
                  <a:pt x="34945" y="24380"/>
                </a:cubicBezTo>
                <a:cubicBezTo>
                  <a:pt x="35409" y="24172"/>
                  <a:pt x="35835" y="23879"/>
                  <a:pt x="36189" y="23514"/>
                </a:cubicBezTo>
                <a:lnTo>
                  <a:pt x="46184" y="13508"/>
                </a:lnTo>
                <a:lnTo>
                  <a:pt x="46184" y="37323"/>
                </a:lnTo>
                <a:cubicBezTo>
                  <a:pt x="46184" y="37835"/>
                  <a:pt x="46269" y="38335"/>
                  <a:pt x="46464" y="38798"/>
                </a:cubicBezTo>
                <a:cubicBezTo>
                  <a:pt x="46648" y="39273"/>
                  <a:pt x="46928" y="39700"/>
                  <a:pt x="47281" y="40053"/>
                </a:cubicBezTo>
                <a:cubicBezTo>
                  <a:pt x="47635" y="40419"/>
                  <a:pt x="48061" y="40699"/>
                  <a:pt x="48525" y="40894"/>
                </a:cubicBezTo>
                <a:cubicBezTo>
                  <a:pt x="48988" y="41089"/>
                  <a:pt x="49488" y="41186"/>
                  <a:pt x="49999" y="41186"/>
                </a:cubicBezTo>
                <a:cubicBezTo>
                  <a:pt x="50499" y="41186"/>
                  <a:pt x="50999" y="41089"/>
                  <a:pt x="51474" y="40894"/>
                </a:cubicBezTo>
                <a:cubicBezTo>
                  <a:pt x="51937" y="40699"/>
                  <a:pt x="52352" y="40419"/>
                  <a:pt x="52705" y="40053"/>
                </a:cubicBezTo>
                <a:cubicBezTo>
                  <a:pt x="53071" y="39700"/>
                  <a:pt x="53339" y="39273"/>
                  <a:pt x="53534" y="38798"/>
                </a:cubicBezTo>
                <a:cubicBezTo>
                  <a:pt x="53717" y="38335"/>
                  <a:pt x="53814" y="37835"/>
                  <a:pt x="53802" y="37323"/>
                </a:cubicBezTo>
                <a:lnTo>
                  <a:pt x="53802" y="13508"/>
                </a:lnTo>
                <a:lnTo>
                  <a:pt x="63810" y="23514"/>
                </a:lnTo>
                <a:cubicBezTo>
                  <a:pt x="64164" y="23879"/>
                  <a:pt x="64578" y="24172"/>
                  <a:pt x="65053" y="24380"/>
                </a:cubicBezTo>
                <a:cubicBezTo>
                  <a:pt x="65516" y="24574"/>
                  <a:pt x="66016" y="24684"/>
                  <a:pt x="66516" y="24684"/>
                </a:cubicBezTo>
                <a:cubicBezTo>
                  <a:pt x="67028" y="24696"/>
                  <a:pt x="67527" y="24599"/>
                  <a:pt x="68003" y="24404"/>
                </a:cubicBezTo>
                <a:cubicBezTo>
                  <a:pt x="68466" y="24209"/>
                  <a:pt x="68893" y="23928"/>
                  <a:pt x="69258" y="23575"/>
                </a:cubicBezTo>
                <a:cubicBezTo>
                  <a:pt x="69612" y="23210"/>
                  <a:pt x="69892" y="22783"/>
                  <a:pt x="70087" y="22320"/>
                </a:cubicBezTo>
                <a:cubicBezTo>
                  <a:pt x="70282" y="21845"/>
                  <a:pt x="70368" y="21345"/>
                  <a:pt x="70368" y="20833"/>
                </a:cubicBezTo>
                <a:cubicBezTo>
                  <a:pt x="70368" y="20333"/>
                  <a:pt x="70258" y="19834"/>
                  <a:pt x="70051" y="19370"/>
                </a:cubicBezTo>
                <a:cubicBezTo>
                  <a:pt x="69856" y="18907"/>
                  <a:pt x="69564" y="18481"/>
                  <a:pt x="69197" y="18127"/>
                </a:cubicBezTo>
                <a:lnTo>
                  <a:pt x="53022" y="1954"/>
                </a:lnTo>
                <a:cubicBezTo>
                  <a:pt x="52657" y="1479"/>
                  <a:pt x="52194" y="1101"/>
                  <a:pt x="51657" y="833"/>
                </a:cubicBezTo>
                <a:cubicBezTo>
                  <a:pt x="51121" y="577"/>
                  <a:pt x="50536" y="443"/>
                  <a:pt x="49938" y="455"/>
                </a:cubicBezTo>
                <a:close/>
                <a:moveTo>
                  <a:pt x="49999" y="46220"/>
                </a:moveTo>
                <a:cubicBezTo>
                  <a:pt x="43003" y="46220"/>
                  <a:pt x="37298" y="51912"/>
                  <a:pt x="37298" y="58907"/>
                </a:cubicBezTo>
                <a:cubicBezTo>
                  <a:pt x="37298" y="65915"/>
                  <a:pt x="43003" y="71607"/>
                  <a:pt x="49999" y="71607"/>
                </a:cubicBezTo>
                <a:cubicBezTo>
                  <a:pt x="56996" y="71607"/>
                  <a:pt x="62701" y="65915"/>
                  <a:pt x="62701" y="58907"/>
                </a:cubicBezTo>
                <a:cubicBezTo>
                  <a:pt x="62701" y="51912"/>
                  <a:pt x="56996" y="46220"/>
                  <a:pt x="49999" y="46220"/>
                </a:cubicBezTo>
                <a:close/>
                <a:moveTo>
                  <a:pt x="8165" y="65281"/>
                </a:moveTo>
                <a:cubicBezTo>
                  <a:pt x="7288" y="65306"/>
                  <a:pt x="6434" y="65622"/>
                  <a:pt x="5764" y="66183"/>
                </a:cubicBezTo>
                <a:cubicBezTo>
                  <a:pt x="5094" y="66756"/>
                  <a:pt x="4643" y="67536"/>
                  <a:pt x="4484" y="68401"/>
                </a:cubicBezTo>
                <a:lnTo>
                  <a:pt x="72" y="90473"/>
                </a:lnTo>
                <a:cubicBezTo>
                  <a:pt x="-123" y="91461"/>
                  <a:pt x="84" y="92484"/>
                  <a:pt x="633" y="93326"/>
                </a:cubicBezTo>
                <a:cubicBezTo>
                  <a:pt x="1193" y="94166"/>
                  <a:pt x="2071" y="94751"/>
                  <a:pt x="3059" y="94946"/>
                </a:cubicBezTo>
                <a:lnTo>
                  <a:pt x="25121" y="99358"/>
                </a:lnTo>
                <a:cubicBezTo>
                  <a:pt x="26121" y="99565"/>
                  <a:pt x="27144" y="99358"/>
                  <a:pt x="27985" y="98798"/>
                </a:cubicBezTo>
                <a:cubicBezTo>
                  <a:pt x="28827" y="98237"/>
                  <a:pt x="29411" y="97359"/>
                  <a:pt x="29607" y="96372"/>
                </a:cubicBezTo>
                <a:cubicBezTo>
                  <a:pt x="29814" y="95385"/>
                  <a:pt x="29607" y="94349"/>
                  <a:pt x="29046" y="93508"/>
                </a:cubicBezTo>
                <a:cubicBezTo>
                  <a:pt x="28486" y="92667"/>
                  <a:pt x="27607" y="92082"/>
                  <a:pt x="26621" y="91887"/>
                </a:cubicBezTo>
                <a:lnTo>
                  <a:pt x="12980" y="89169"/>
                </a:lnTo>
                <a:lnTo>
                  <a:pt x="33117" y="75226"/>
                </a:lnTo>
                <a:cubicBezTo>
                  <a:pt x="33544" y="74946"/>
                  <a:pt x="33898" y="74581"/>
                  <a:pt x="34178" y="74166"/>
                </a:cubicBezTo>
                <a:cubicBezTo>
                  <a:pt x="34458" y="73740"/>
                  <a:pt x="34653" y="73264"/>
                  <a:pt x="34750" y="72765"/>
                </a:cubicBezTo>
                <a:cubicBezTo>
                  <a:pt x="34848" y="72277"/>
                  <a:pt x="34836" y="71765"/>
                  <a:pt x="34738" y="71266"/>
                </a:cubicBezTo>
                <a:cubicBezTo>
                  <a:pt x="34628" y="70778"/>
                  <a:pt x="34421" y="70303"/>
                  <a:pt x="34141" y="69888"/>
                </a:cubicBezTo>
                <a:cubicBezTo>
                  <a:pt x="33848" y="69474"/>
                  <a:pt x="33483" y="69121"/>
                  <a:pt x="33057" y="68841"/>
                </a:cubicBezTo>
                <a:cubicBezTo>
                  <a:pt x="32630" y="68572"/>
                  <a:pt x="32154" y="68389"/>
                  <a:pt x="31654" y="68304"/>
                </a:cubicBezTo>
                <a:cubicBezTo>
                  <a:pt x="31155" y="68219"/>
                  <a:pt x="30643" y="68231"/>
                  <a:pt x="30155" y="68341"/>
                </a:cubicBezTo>
                <a:cubicBezTo>
                  <a:pt x="29656" y="68450"/>
                  <a:pt x="29192" y="68669"/>
                  <a:pt x="28790" y="68962"/>
                </a:cubicBezTo>
                <a:lnTo>
                  <a:pt x="9470" y="82332"/>
                </a:lnTo>
                <a:lnTo>
                  <a:pt x="11956" y="69888"/>
                </a:lnTo>
                <a:cubicBezTo>
                  <a:pt x="12066" y="69328"/>
                  <a:pt x="12066" y="68755"/>
                  <a:pt x="11932" y="68194"/>
                </a:cubicBezTo>
                <a:cubicBezTo>
                  <a:pt x="11798" y="67633"/>
                  <a:pt x="11530" y="67122"/>
                  <a:pt x="11164" y="66671"/>
                </a:cubicBezTo>
                <a:cubicBezTo>
                  <a:pt x="10798" y="66232"/>
                  <a:pt x="10348" y="65879"/>
                  <a:pt x="9823" y="65634"/>
                </a:cubicBezTo>
                <a:cubicBezTo>
                  <a:pt x="9299" y="65391"/>
                  <a:pt x="8739" y="65281"/>
                  <a:pt x="8165" y="65281"/>
                </a:cubicBezTo>
                <a:close/>
                <a:moveTo>
                  <a:pt x="91724" y="65391"/>
                </a:moveTo>
                <a:cubicBezTo>
                  <a:pt x="91163" y="65403"/>
                  <a:pt x="90602" y="65525"/>
                  <a:pt x="90102" y="65781"/>
                </a:cubicBezTo>
                <a:cubicBezTo>
                  <a:pt x="89591" y="66025"/>
                  <a:pt x="89151" y="66378"/>
                  <a:pt x="88798" y="66817"/>
                </a:cubicBezTo>
                <a:cubicBezTo>
                  <a:pt x="88445" y="67268"/>
                  <a:pt x="88189" y="67780"/>
                  <a:pt x="88067" y="68328"/>
                </a:cubicBezTo>
                <a:cubicBezTo>
                  <a:pt x="87933" y="68876"/>
                  <a:pt x="87933" y="69450"/>
                  <a:pt x="88042" y="69998"/>
                </a:cubicBezTo>
                <a:lnTo>
                  <a:pt x="90505" y="82320"/>
                </a:lnTo>
                <a:lnTo>
                  <a:pt x="71209" y="68962"/>
                </a:lnTo>
                <a:cubicBezTo>
                  <a:pt x="70794" y="68669"/>
                  <a:pt x="70331" y="68450"/>
                  <a:pt x="69844" y="68341"/>
                </a:cubicBezTo>
                <a:cubicBezTo>
                  <a:pt x="69344" y="68231"/>
                  <a:pt x="68844" y="68219"/>
                  <a:pt x="68344" y="68304"/>
                </a:cubicBezTo>
                <a:cubicBezTo>
                  <a:pt x="67845" y="68389"/>
                  <a:pt x="67369" y="68572"/>
                  <a:pt x="66943" y="68841"/>
                </a:cubicBezTo>
                <a:cubicBezTo>
                  <a:pt x="66516" y="69121"/>
                  <a:pt x="66150" y="69474"/>
                  <a:pt x="65858" y="69888"/>
                </a:cubicBezTo>
                <a:cubicBezTo>
                  <a:pt x="65565" y="70303"/>
                  <a:pt x="65370" y="70778"/>
                  <a:pt x="65261" y="71266"/>
                </a:cubicBezTo>
                <a:cubicBezTo>
                  <a:pt x="65163" y="71765"/>
                  <a:pt x="65151" y="72277"/>
                  <a:pt x="65248" y="72765"/>
                </a:cubicBezTo>
                <a:cubicBezTo>
                  <a:pt x="65346" y="73264"/>
                  <a:pt x="65541" y="73740"/>
                  <a:pt x="65809" y="74166"/>
                </a:cubicBezTo>
                <a:cubicBezTo>
                  <a:pt x="66089" y="74581"/>
                  <a:pt x="66455" y="74946"/>
                  <a:pt x="66882" y="75226"/>
                </a:cubicBezTo>
                <a:lnTo>
                  <a:pt x="87128" y="89242"/>
                </a:lnTo>
                <a:lnTo>
                  <a:pt x="73379" y="91997"/>
                </a:lnTo>
                <a:cubicBezTo>
                  <a:pt x="72879" y="92082"/>
                  <a:pt x="72404" y="92277"/>
                  <a:pt x="71977" y="92545"/>
                </a:cubicBezTo>
                <a:cubicBezTo>
                  <a:pt x="71562" y="92825"/>
                  <a:pt x="71196" y="93179"/>
                  <a:pt x="70916" y="93606"/>
                </a:cubicBezTo>
                <a:cubicBezTo>
                  <a:pt x="70624" y="94020"/>
                  <a:pt x="70429" y="94495"/>
                  <a:pt x="70331" y="94983"/>
                </a:cubicBezTo>
                <a:cubicBezTo>
                  <a:pt x="70234" y="95483"/>
                  <a:pt x="70234" y="95994"/>
                  <a:pt x="70331" y="96482"/>
                </a:cubicBezTo>
                <a:cubicBezTo>
                  <a:pt x="70429" y="96982"/>
                  <a:pt x="70624" y="97457"/>
                  <a:pt x="70916" y="97871"/>
                </a:cubicBezTo>
                <a:cubicBezTo>
                  <a:pt x="71196" y="98286"/>
                  <a:pt x="71562" y="98652"/>
                  <a:pt x="71977" y="98920"/>
                </a:cubicBezTo>
                <a:cubicBezTo>
                  <a:pt x="72404" y="99200"/>
                  <a:pt x="72879" y="99395"/>
                  <a:pt x="73366" y="99480"/>
                </a:cubicBezTo>
                <a:cubicBezTo>
                  <a:pt x="73867" y="99578"/>
                  <a:pt x="74378" y="99565"/>
                  <a:pt x="74865" y="99455"/>
                </a:cubicBezTo>
                <a:lnTo>
                  <a:pt x="96941" y="95056"/>
                </a:lnTo>
                <a:cubicBezTo>
                  <a:pt x="97428" y="94958"/>
                  <a:pt x="97891" y="94763"/>
                  <a:pt x="98306" y="94483"/>
                </a:cubicBezTo>
                <a:cubicBezTo>
                  <a:pt x="98733" y="94202"/>
                  <a:pt x="99086" y="93849"/>
                  <a:pt x="99367" y="93435"/>
                </a:cubicBezTo>
                <a:cubicBezTo>
                  <a:pt x="99635" y="93008"/>
                  <a:pt x="99829" y="92545"/>
                  <a:pt x="99927" y="92057"/>
                </a:cubicBezTo>
                <a:cubicBezTo>
                  <a:pt x="100024" y="91570"/>
                  <a:pt x="100024" y="91059"/>
                  <a:pt x="99927" y="90571"/>
                </a:cubicBezTo>
                <a:lnTo>
                  <a:pt x="95514" y="68511"/>
                </a:lnTo>
                <a:cubicBezTo>
                  <a:pt x="95356" y="67621"/>
                  <a:pt x="94881" y="66829"/>
                  <a:pt x="94186" y="66256"/>
                </a:cubicBezTo>
                <a:cubicBezTo>
                  <a:pt x="93491" y="65684"/>
                  <a:pt x="92626" y="65379"/>
                  <a:pt x="91724" y="6539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1" name="Красный — SVG 20">
            <a:extLst>
              <a:ext uri="{FF2B5EF4-FFF2-40B4-BE49-F238E27FC236}">
                <a16:creationId xmlns:a16="http://schemas.microsoft.com/office/drawing/2014/main" id="{BE969771-ED09-864D-B8F0-7139A9561DAF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60256 w 120511"/>
              <a:gd name="csY0" fmla="*/ 0 h 141753"/>
              <a:gd name="csX1" fmla="*/ 0 w 120511"/>
              <a:gd name="csY1" fmla="*/ 60253 h 141753"/>
              <a:gd name="csX2" fmla="*/ 14507 w 120511"/>
              <a:gd name="csY2" fmla="*/ 99396 h 141753"/>
              <a:gd name="csX3" fmla="*/ 49267 w 120511"/>
              <a:gd name="csY3" fmla="*/ 137348 h 141753"/>
              <a:gd name="csX4" fmla="*/ 60256 w 120511"/>
              <a:gd name="csY4" fmla="*/ 141754 h 141753"/>
              <a:gd name="csX5" fmla="*/ 71247 w 120511"/>
              <a:gd name="csY5" fmla="*/ 137348 h 141753"/>
              <a:gd name="csX6" fmla="*/ 106053 w 120511"/>
              <a:gd name="csY6" fmla="*/ 99345 h 141753"/>
              <a:gd name="csX7" fmla="*/ 120511 w 120511"/>
              <a:gd name="csY7" fmla="*/ 60253 h 141753"/>
              <a:gd name="csX8" fmla="*/ 60256 w 120511"/>
              <a:gd name="csY8" fmla="*/ 0 h 141753"/>
              <a:gd name="csX9" fmla="*/ 87056 w 120511"/>
              <a:gd name="csY9" fmla="*/ 62244 h 141753"/>
              <a:gd name="csX10" fmla="*/ 69333 w 120511"/>
              <a:gd name="csY10" fmla="*/ 79952 h 141753"/>
              <a:gd name="csX11" fmla="*/ 65573 w 120511"/>
              <a:gd name="csY11" fmla="*/ 81517 h 141753"/>
              <a:gd name="csX12" fmla="*/ 61811 w 120511"/>
              <a:gd name="csY12" fmla="*/ 79952 h 141753"/>
              <a:gd name="csX13" fmla="*/ 61811 w 120511"/>
              <a:gd name="csY13" fmla="*/ 72433 h 141753"/>
              <a:gd name="csX14" fmla="*/ 70461 w 120511"/>
              <a:gd name="csY14" fmla="*/ 63792 h 141753"/>
              <a:gd name="csX15" fmla="*/ 37217 w 120511"/>
              <a:gd name="csY15" fmla="*/ 63792 h 141753"/>
              <a:gd name="csX16" fmla="*/ 31900 w 120511"/>
              <a:gd name="csY16" fmla="*/ 58467 h 141753"/>
              <a:gd name="csX17" fmla="*/ 37217 w 120511"/>
              <a:gd name="csY17" fmla="*/ 53160 h 141753"/>
              <a:gd name="csX18" fmla="*/ 70461 w 120511"/>
              <a:gd name="csY18" fmla="*/ 53160 h 141753"/>
              <a:gd name="csX19" fmla="*/ 61815 w 120511"/>
              <a:gd name="csY19" fmla="*/ 44518 h 141753"/>
              <a:gd name="csX20" fmla="*/ 61815 w 120511"/>
              <a:gd name="csY20" fmla="*/ 36999 h 141753"/>
              <a:gd name="csX21" fmla="*/ 69333 w 120511"/>
              <a:gd name="csY21" fmla="*/ 36999 h 141753"/>
              <a:gd name="csX22" fmla="*/ 87056 w 120511"/>
              <a:gd name="csY22" fmla="*/ 54725 h 141753"/>
              <a:gd name="csX23" fmla="*/ 87056 w 120511"/>
              <a:gd name="csY23" fmla="*/ 62244 h 141753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26562" y="0"/>
                  <a:pt x="7493" y="19068"/>
                  <a:pt x="7493" y="42506"/>
                </a:cubicBezTo>
                <a:cubicBezTo>
                  <a:pt x="7493" y="52587"/>
                  <a:pt x="11116" y="62391"/>
                  <a:pt x="17727" y="70119"/>
                </a:cubicBezTo>
                <a:cubicBezTo>
                  <a:pt x="18481" y="70983"/>
                  <a:pt x="36298" y="91216"/>
                  <a:pt x="42248" y="96892"/>
                </a:cubicBezTo>
                <a:cubicBezTo>
                  <a:pt x="44422" y="98969"/>
                  <a:pt x="47210" y="100001"/>
                  <a:pt x="50000" y="100001"/>
                </a:cubicBezTo>
                <a:cubicBezTo>
                  <a:pt x="52791" y="100001"/>
                  <a:pt x="55579" y="98969"/>
                  <a:pt x="57754" y="96892"/>
                </a:cubicBezTo>
                <a:cubicBezTo>
                  <a:pt x="64673" y="90292"/>
                  <a:pt x="81569" y="70935"/>
                  <a:pt x="82308" y="70083"/>
                </a:cubicBezTo>
                <a:cubicBezTo>
                  <a:pt x="88885" y="62391"/>
                  <a:pt x="92507" y="52587"/>
                  <a:pt x="92507" y="42506"/>
                </a:cubicBezTo>
                <a:cubicBezTo>
                  <a:pt x="92507" y="19068"/>
                  <a:pt x="73440" y="0"/>
                  <a:pt x="50000" y="0"/>
                </a:cubicBezTo>
                <a:close/>
                <a:moveTo>
                  <a:pt x="68906" y="43910"/>
                </a:moveTo>
                <a:lnTo>
                  <a:pt x="56404" y="56402"/>
                </a:lnTo>
                <a:cubicBezTo>
                  <a:pt x="55671" y="57135"/>
                  <a:pt x="54711" y="57506"/>
                  <a:pt x="53751" y="57506"/>
                </a:cubicBezTo>
                <a:cubicBezTo>
                  <a:pt x="52791" y="57506"/>
                  <a:pt x="51831" y="57135"/>
                  <a:pt x="51097" y="56402"/>
                </a:cubicBezTo>
                <a:cubicBezTo>
                  <a:pt x="49632" y="54939"/>
                  <a:pt x="49632" y="52563"/>
                  <a:pt x="51097" y="51098"/>
                </a:cubicBezTo>
                <a:lnTo>
                  <a:pt x="57199" y="45002"/>
                </a:lnTo>
                <a:lnTo>
                  <a:pt x="33747" y="45002"/>
                </a:lnTo>
                <a:cubicBezTo>
                  <a:pt x="31675" y="45002"/>
                  <a:pt x="29997" y="43322"/>
                  <a:pt x="29997" y="41246"/>
                </a:cubicBezTo>
                <a:cubicBezTo>
                  <a:pt x="29997" y="39182"/>
                  <a:pt x="31675" y="37502"/>
                  <a:pt x="33747" y="37502"/>
                </a:cubicBezTo>
                <a:lnTo>
                  <a:pt x="57199" y="37502"/>
                </a:lnTo>
                <a:lnTo>
                  <a:pt x="51100" y="31405"/>
                </a:lnTo>
                <a:cubicBezTo>
                  <a:pt x="49634" y="29942"/>
                  <a:pt x="49634" y="27565"/>
                  <a:pt x="51100" y="26101"/>
                </a:cubicBezTo>
                <a:cubicBezTo>
                  <a:pt x="52565" y="24637"/>
                  <a:pt x="54939" y="24637"/>
                  <a:pt x="56404" y="26101"/>
                </a:cubicBezTo>
                <a:lnTo>
                  <a:pt x="68906" y="38606"/>
                </a:lnTo>
                <a:cubicBezTo>
                  <a:pt x="70368" y="40070"/>
                  <a:pt x="70368" y="42434"/>
                  <a:pt x="68906" y="4391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2" name="Красный — SVG 21">
            <a:extLst>
              <a:ext uri="{FF2B5EF4-FFF2-40B4-BE49-F238E27FC236}">
                <a16:creationId xmlns:a16="http://schemas.microsoft.com/office/drawing/2014/main" id="{EF9059D4-5062-D243-B489-E4D3C44660F1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109873 w 141772"/>
              <a:gd name="csY5" fmla="*/ 63792 h 141753"/>
              <a:gd name="csX6" fmla="*/ 109873 w 141772"/>
              <a:gd name="csY6" fmla="*/ 77962 h 141753"/>
              <a:gd name="csX7" fmla="*/ 102795 w 141772"/>
              <a:gd name="csY7" fmla="*/ 85056 h 141753"/>
              <a:gd name="csX8" fmla="*/ 38995 w 141772"/>
              <a:gd name="csY8" fmla="*/ 85056 h 141753"/>
              <a:gd name="csX9" fmla="*/ 31900 w 141772"/>
              <a:gd name="csY9" fmla="*/ 77962 h 141753"/>
              <a:gd name="csX10" fmla="*/ 31900 w 141772"/>
              <a:gd name="csY10" fmla="*/ 63792 h 141753"/>
              <a:gd name="csX11" fmla="*/ 38995 w 141772"/>
              <a:gd name="csY11" fmla="*/ 56698 h 141753"/>
              <a:gd name="csX12" fmla="*/ 102795 w 141772"/>
              <a:gd name="csY12" fmla="*/ 56698 h 141753"/>
              <a:gd name="csX13" fmla="*/ 109873 w 141772"/>
              <a:gd name="csY13" fmla="*/ 63792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1" y="99994"/>
                  <a:pt x="100001" y="77568"/>
                  <a:pt x="100001" y="50006"/>
                </a:cubicBezTo>
                <a:cubicBezTo>
                  <a:pt x="100001" y="22433"/>
                  <a:pt x="77571" y="7"/>
                  <a:pt x="50006" y="7"/>
                </a:cubicBezTo>
                <a:close/>
                <a:moveTo>
                  <a:pt x="77500" y="45003"/>
                </a:moveTo>
                <a:lnTo>
                  <a:pt x="77500" y="54998"/>
                </a:lnTo>
                <a:cubicBezTo>
                  <a:pt x="77500" y="57769"/>
                  <a:pt x="75267" y="60002"/>
                  <a:pt x="72507" y="60002"/>
                </a:cubicBezTo>
                <a:lnTo>
                  <a:pt x="27505" y="60002"/>
                </a:lnTo>
                <a:cubicBezTo>
                  <a:pt x="24733" y="60002"/>
                  <a:pt x="22501" y="57769"/>
                  <a:pt x="22501" y="54998"/>
                </a:cubicBezTo>
                <a:lnTo>
                  <a:pt x="22501" y="45003"/>
                </a:lnTo>
                <a:cubicBezTo>
                  <a:pt x="22501" y="42243"/>
                  <a:pt x="24733" y="39999"/>
                  <a:pt x="27505" y="39999"/>
                </a:cubicBezTo>
                <a:lnTo>
                  <a:pt x="72507" y="39999"/>
                </a:lnTo>
                <a:cubicBezTo>
                  <a:pt x="75267" y="39999"/>
                  <a:pt x="77500" y="42243"/>
                  <a:pt x="77500" y="450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3" name="Красный — SVG 22">
            <a:extLst>
              <a:ext uri="{FF2B5EF4-FFF2-40B4-BE49-F238E27FC236}">
                <a16:creationId xmlns:a16="http://schemas.microsoft.com/office/drawing/2014/main" id="{65CF967A-B5BE-0642-9803-F12916C1211E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31798 w 60363"/>
              <a:gd name="csY0" fmla="*/ 1 h 156043"/>
              <a:gd name="csX1" fmla="*/ 26881 w 60363"/>
              <a:gd name="csY1" fmla="*/ 2076 h 156043"/>
              <a:gd name="csX2" fmla="*/ 5615 w 60363"/>
              <a:gd name="csY2" fmla="*/ 23340 h 156043"/>
              <a:gd name="csX3" fmla="*/ 4015 w 60363"/>
              <a:gd name="csY3" fmla="*/ 25637 h 156043"/>
              <a:gd name="csX4" fmla="*/ 3437 w 60363"/>
              <a:gd name="csY4" fmla="*/ 28375 h 156043"/>
              <a:gd name="csX5" fmla="*/ 3964 w 60363"/>
              <a:gd name="csY5" fmla="*/ 31131 h 156043"/>
              <a:gd name="csX6" fmla="*/ 5512 w 60363"/>
              <a:gd name="csY6" fmla="*/ 33462 h 156043"/>
              <a:gd name="csX7" fmla="*/ 7843 w 60363"/>
              <a:gd name="csY7" fmla="*/ 35010 h 156043"/>
              <a:gd name="csX8" fmla="*/ 10599 w 60363"/>
              <a:gd name="csY8" fmla="*/ 35537 h 156043"/>
              <a:gd name="csX9" fmla="*/ 13339 w 60363"/>
              <a:gd name="csY9" fmla="*/ 34959 h 156043"/>
              <a:gd name="csX10" fmla="*/ 15652 w 60363"/>
              <a:gd name="csY10" fmla="*/ 33360 h 156043"/>
              <a:gd name="csX11" fmla="*/ 24806 w 60363"/>
              <a:gd name="csY11" fmla="*/ 24208 h 156043"/>
              <a:gd name="csX12" fmla="*/ 24806 w 60363"/>
              <a:gd name="csY12" fmla="*/ 56699 h 156043"/>
              <a:gd name="csX13" fmla="*/ 7094 w 60363"/>
              <a:gd name="csY13" fmla="*/ 56699 h 156043"/>
              <a:gd name="csX14" fmla="*/ 2076 w 60363"/>
              <a:gd name="csY14" fmla="*/ 58775 h 156043"/>
              <a:gd name="csX15" fmla="*/ 0 w 60363"/>
              <a:gd name="csY15" fmla="*/ 63793 h 156043"/>
              <a:gd name="csX16" fmla="*/ 0 w 60363"/>
              <a:gd name="csY16" fmla="*/ 113414 h 156043"/>
              <a:gd name="csX17" fmla="*/ 2076 w 60363"/>
              <a:gd name="csY17" fmla="*/ 118416 h 156043"/>
              <a:gd name="csX18" fmla="*/ 7094 w 60363"/>
              <a:gd name="csY18" fmla="*/ 120491 h 156043"/>
              <a:gd name="csX19" fmla="*/ 24806 w 60363"/>
              <a:gd name="csY19" fmla="*/ 120491 h 156043"/>
              <a:gd name="csX20" fmla="*/ 24806 w 60363"/>
              <a:gd name="csY20" fmla="*/ 148848 h 156043"/>
              <a:gd name="csX21" fmla="*/ 25316 w 60363"/>
              <a:gd name="csY21" fmla="*/ 151587 h 156043"/>
              <a:gd name="csX22" fmla="*/ 26847 w 60363"/>
              <a:gd name="csY22" fmla="*/ 153935 h 156043"/>
              <a:gd name="csX23" fmla="*/ 29161 w 60363"/>
              <a:gd name="csY23" fmla="*/ 155482 h 156043"/>
              <a:gd name="csX24" fmla="*/ 31900 w 60363"/>
              <a:gd name="csY24" fmla="*/ 156044 h 156043"/>
              <a:gd name="csX25" fmla="*/ 34639 w 60363"/>
              <a:gd name="csY25" fmla="*/ 155482 h 156043"/>
              <a:gd name="csX26" fmla="*/ 36953 w 60363"/>
              <a:gd name="csY26" fmla="*/ 153935 h 156043"/>
              <a:gd name="csX27" fmla="*/ 38485 w 60363"/>
              <a:gd name="csY27" fmla="*/ 151587 h 156043"/>
              <a:gd name="csX28" fmla="*/ 38995 w 60363"/>
              <a:gd name="csY28" fmla="*/ 148848 h 156043"/>
              <a:gd name="csX29" fmla="*/ 38995 w 60363"/>
              <a:gd name="csY29" fmla="*/ 113414 h 156043"/>
              <a:gd name="csX30" fmla="*/ 36919 w 60363"/>
              <a:gd name="csY30" fmla="*/ 108396 h 156043"/>
              <a:gd name="csX31" fmla="*/ 31900 w 60363"/>
              <a:gd name="csY31" fmla="*/ 106320 h 156043"/>
              <a:gd name="csX32" fmla="*/ 14172 w 60363"/>
              <a:gd name="csY32" fmla="*/ 106320 h 156043"/>
              <a:gd name="csX33" fmla="*/ 14172 w 60363"/>
              <a:gd name="csY33" fmla="*/ 70886 h 156043"/>
              <a:gd name="csX34" fmla="*/ 31900 w 60363"/>
              <a:gd name="csY34" fmla="*/ 70886 h 156043"/>
              <a:gd name="csX35" fmla="*/ 36919 w 60363"/>
              <a:gd name="csY35" fmla="*/ 68811 h 156043"/>
              <a:gd name="csX36" fmla="*/ 38995 w 60363"/>
              <a:gd name="csY36" fmla="*/ 63793 h 156043"/>
              <a:gd name="csX37" fmla="*/ 38995 w 60363"/>
              <a:gd name="csY37" fmla="*/ 24208 h 156043"/>
              <a:gd name="csX38" fmla="*/ 48148 w 60363"/>
              <a:gd name="csY38" fmla="*/ 33360 h 156043"/>
              <a:gd name="csX39" fmla="*/ 50462 w 60363"/>
              <a:gd name="csY39" fmla="*/ 34959 h 156043"/>
              <a:gd name="csX40" fmla="*/ 53201 w 60363"/>
              <a:gd name="csY40" fmla="*/ 35537 h 156043"/>
              <a:gd name="csX41" fmla="*/ 55957 w 60363"/>
              <a:gd name="csY41" fmla="*/ 35010 h 156043"/>
              <a:gd name="csX42" fmla="*/ 58288 w 60363"/>
              <a:gd name="csY42" fmla="*/ 33462 h 156043"/>
              <a:gd name="csX43" fmla="*/ 59836 w 60363"/>
              <a:gd name="csY43" fmla="*/ 31131 h 156043"/>
              <a:gd name="csX44" fmla="*/ 60364 w 60363"/>
              <a:gd name="csY44" fmla="*/ 28375 h 156043"/>
              <a:gd name="csX45" fmla="*/ 59785 w 60363"/>
              <a:gd name="csY45" fmla="*/ 25637 h 156043"/>
              <a:gd name="csX46" fmla="*/ 58186 w 60363"/>
              <a:gd name="csY46" fmla="*/ 23340 h 156043"/>
              <a:gd name="csX47" fmla="*/ 36919 w 60363"/>
              <a:gd name="csY47" fmla="*/ 2076 h 156043"/>
              <a:gd name="csX48" fmla="*/ 34571 w 60363"/>
              <a:gd name="csY48" fmla="*/ 529 h 156043"/>
              <a:gd name="csX49" fmla="*/ 31798 w 60363"/>
              <a:gd name="csY49" fmla="*/ 1 h 156043"/>
              <a:gd name="csX50" fmla="*/ 31900 w 60363"/>
              <a:gd name="csY50" fmla="*/ 81518 h 156043"/>
              <a:gd name="csX51" fmla="*/ 26881 w 60363"/>
              <a:gd name="csY51" fmla="*/ 83593 h 156043"/>
              <a:gd name="csX52" fmla="*/ 24806 w 60363"/>
              <a:gd name="csY52" fmla="*/ 88595 h 156043"/>
              <a:gd name="csX53" fmla="*/ 26881 w 60363"/>
              <a:gd name="csY53" fmla="*/ 93613 h 156043"/>
              <a:gd name="csX54" fmla="*/ 31900 w 60363"/>
              <a:gd name="csY54" fmla="*/ 95689 h 156043"/>
              <a:gd name="csX55" fmla="*/ 36919 w 60363"/>
              <a:gd name="csY55" fmla="*/ 93613 h 156043"/>
              <a:gd name="csX56" fmla="*/ 38995 w 60363"/>
              <a:gd name="csY56" fmla="*/ 88595 h 156043"/>
              <a:gd name="csX57" fmla="*/ 36919 w 60363"/>
              <a:gd name="csY57" fmla="*/ 83593 h 156043"/>
              <a:gd name="csX58" fmla="*/ 31900 w 60363"/>
              <a:gd name="csY58" fmla="*/ 81518 h 156043"/>
            </a:gdLst>
            <a:ahLst/>
            <a:cxnLst/>
            <a:rect l="l" t="t" r="r" b="b"/>
            <a:pathLst>
              <a:path w="100000" h="100000">
                <a:moveTo>
                  <a:pt x="51036" y="1"/>
                </a:moveTo>
                <a:cubicBezTo>
                  <a:pt x="49859" y="22"/>
                  <a:pt x="48724" y="491"/>
                  <a:pt x="47885" y="1330"/>
                </a:cubicBezTo>
                <a:lnTo>
                  <a:pt x="34257" y="14957"/>
                </a:lnTo>
                <a:cubicBezTo>
                  <a:pt x="33820" y="15383"/>
                  <a:pt x="33472" y="15873"/>
                  <a:pt x="33231" y="16429"/>
                </a:cubicBezTo>
                <a:cubicBezTo>
                  <a:pt x="33002" y="16986"/>
                  <a:pt x="32872" y="17585"/>
                  <a:pt x="32861" y="18184"/>
                </a:cubicBezTo>
                <a:cubicBezTo>
                  <a:pt x="32861" y="18795"/>
                  <a:pt x="32970" y="19395"/>
                  <a:pt x="33199" y="19950"/>
                </a:cubicBezTo>
                <a:cubicBezTo>
                  <a:pt x="33427" y="20517"/>
                  <a:pt x="33766" y="21019"/>
                  <a:pt x="34191" y="21444"/>
                </a:cubicBezTo>
                <a:cubicBezTo>
                  <a:pt x="34627" y="21880"/>
                  <a:pt x="35129" y="22218"/>
                  <a:pt x="35684" y="22436"/>
                </a:cubicBezTo>
                <a:cubicBezTo>
                  <a:pt x="36252" y="22665"/>
                  <a:pt x="36851" y="22785"/>
                  <a:pt x="37451" y="22774"/>
                </a:cubicBezTo>
                <a:cubicBezTo>
                  <a:pt x="38061" y="22774"/>
                  <a:pt x="38650" y="22643"/>
                  <a:pt x="39207" y="22403"/>
                </a:cubicBezTo>
                <a:cubicBezTo>
                  <a:pt x="39762" y="22164"/>
                  <a:pt x="40264" y="21814"/>
                  <a:pt x="40689" y="21379"/>
                </a:cubicBezTo>
                <a:lnTo>
                  <a:pt x="46555" y="15514"/>
                </a:lnTo>
                <a:lnTo>
                  <a:pt x="46555" y="36335"/>
                </a:lnTo>
                <a:lnTo>
                  <a:pt x="35204" y="36335"/>
                </a:lnTo>
                <a:cubicBezTo>
                  <a:pt x="33994" y="36335"/>
                  <a:pt x="32839" y="36815"/>
                  <a:pt x="31989" y="37666"/>
                </a:cubicBezTo>
                <a:cubicBezTo>
                  <a:pt x="31138" y="38527"/>
                  <a:pt x="30658" y="39682"/>
                  <a:pt x="30658" y="40882"/>
                </a:cubicBezTo>
                <a:lnTo>
                  <a:pt x="30658" y="72681"/>
                </a:lnTo>
                <a:cubicBezTo>
                  <a:pt x="30658" y="73880"/>
                  <a:pt x="31138" y="75036"/>
                  <a:pt x="31989" y="75887"/>
                </a:cubicBezTo>
                <a:cubicBezTo>
                  <a:pt x="32839" y="76737"/>
                  <a:pt x="33994" y="77217"/>
                  <a:pt x="35204" y="77217"/>
                </a:cubicBezTo>
                <a:lnTo>
                  <a:pt x="46555" y="77217"/>
                </a:lnTo>
                <a:lnTo>
                  <a:pt x="46555" y="95389"/>
                </a:lnTo>
                <a:cubicBezTo>
                  <a:pt x="46555" y="95989"/>
                  <a:pt x="46664" y="96589"/>
                  <a:pt x="46882" y="97144"/>
                </a:cubicBezTo>
                <a:cubicBezTo>
                  <a:pt x="47111" y="97711"/>
                  <a:pt x="47438" y="98213"/>
                  <a:pt x="47863" y="98649"/>
                </a:cubicBezTo>
                <a:cubicBezTo>
                  <a:pt x="48289" y="99074"/>
                  <a:pt x="48790" y="99412"/>
                  <a:pt x="49346" y="99640"/>
                </a:cubicBezTo>
                <a:cubicBezTo>
                  <a:pt x="49902" y="99881"/>
                  <a:pt x="50501" y="100001"/>
                  <a:pt x="51101" y="100001"/>
                </a:cubicBezTo>
                <a:cubicBezTo>
                  <a:pt x="51701" y="100001"/>
                  <a:pt x="52301" y="99881"/>
                  <a:pt x="52857" y="99640"/>
                </a:cubicBezTo>
                <a:cubicBezTo>
                  <a:pt x="53413" y="99412"/>
                  <a:pt x="53915" y="99074"/>
                  <a:pt x="54340" y="98649"/>
                </a:cubicBezTo>
                <a:cubicBezTo>
                  <a:pt x="54765" y="98213"/>
                  <a:pt x="55092" y="97711"/>
                  <a:pt x="55321" y="97144"/>
                </a:cubicBezTo>
                <a:cubicBezTo>
                  <a:pt x="55539" y="96589"/>
                  <a:pt x="55648" y="95989"/>
                  <a:pt x="55648" y="95389"/>
                </a:cubicBezTo>
                <a:lnTo>
                  <a:pt x="55648" y="72681"/>
                </a:lnTo>
                <a:cubicBezTo>
                  <a:pt x="55648" y="71471"/>
                  <a:pt x="55168" y="70316"/>
                  <a:pt x="54318" y="69465"/>
                </a:cubicBezTo>
                <a:cubicBezTo>
                  <a:pt x="53456" y="68615"/>
                  <a:pt x="52312" y="68135"/>
                  <a:pt x="51101" y="68135"/>
                </a:cubicBezTo>
                <a:lnTo>
                  <a:pt x="39740" y="68135"/>
                </a:lnTo>
                <a:lnTo>
                  <a:pt x="39740" y="45427"/>
                </a:lnTo>
                <a:lnTo>
                  <a:pt x="51101" y="45427"/>
                </a:lnTo>
                <a:cubicBezTo>
                  <a:pt x="52312" y="45427"/>
                  <a:pt x="53456" y="44948"/>
                  <a:pt x="54318" y="44097"/>
                </a:cubicBezTo>
                <a:cubicBezTo>
                  <a:pt x="55168" y="43247"/>
                  <a:pt x="55648" y="42092"/>
                  <a:pt x="55648" y="40882"/>
                </a:cubicBezTo>
                <a:lnTo>
                  <a:pt x="55648" y="15514"/>
                </a:lnTo>
                <a:lnTo>
                  <a:pt x="61514" y="21379"/>
                </a:lnTo>
                <a:cubicBezTo>
                  <a:pt x="61939" y="21814"/>
                  <a:pt x="62440" y="22164"/>
                  <a:pt x="62997" y="22403"/>
                </a:cubicBezTo>
                <a:cubicBezTo>
                  <a:pt x="63552" y="22643"/>
                  <a:pt x="64141" y="22774"/>
                  <a:pt x="64752" y="22774"/>
                </a:cubicBezTo>
                <a:cubicBezTo>
                  <a:pt x="65352" y="22785"/>
                  <a:pt x="65952" y="22665"/>
                  <a:pt x="66518" y="22436"/>
                </a:cubicBezTo>
                <a:cubicBezTo>
                  <a:pt x="67074" y="22218"/>
                  <a:pt x="67576" y="21880"/>
                  <a:pt x="68012" y="21444"/>
                </a:cubicBezTo>
                <a:cubicBezTo>
                  <a:pt x="68437" y="21019"/>
                  <a:pt x="68775" y="20517"/>
                  <a:pt x="69004" y="19950"/>
                </a:cubicBezTo>
                <a:cubicBezTo>
                  <a:pt x="69233" y="19395"/>
                  <a:pt x="69342" y="18795"/>
                  <a:pt x="69342" y="18184"/>
                </a:cubicBezTo>
                <a:cubicBezTo>
                  <a:pt x="69332" y="17585"/>
                  <a:pt x="69201" y="16986"/>
                  <a:pt x="68971" y="16429"/>
                </a:cubicBezTo>
                <a:cubicBezTo>
                  <a:pt x="68732" y="15873"/>
                  <a:pt x="68383" y="15383"/>
                  <a:pt x="67947" y="14957"/>
                </a:cubicBezTo>
                <a:lnTo>
                  <a:pt x="54318" y="1330"/>
                </a:lnTo>
                <a:cubicBezTo>
                  <a:pt x="53882" y="906"/>
                  <a:pt x="53369" y="568"/>
                  <a:pt x="52813" y="339"/>
                </a:cubicBezTo>
                <a:cubicBezTo>
                  <a:pt x="52246" y="110"/>
                  <a:pt x="51647" y="-10"/>
                  <a:pt x="51036" y="1"/>
                </a:cubicBezTo>
                <a:close/>
                <a:moveTo>
                  <a:pt x="51101" y="52241"/>
                </a:moveTo>
                <a:cubicBezTo>
                  <a:pt x="49891" y="52241"/>
                  <a:pt x="48746" y="52721"/>
                  <a:pt x="47885" y="53570"/>
                </a:cubicBezTo>
                <a:cubicBezTo>
                  <a:pt x="47034" y="54421"/>
                  <a:pt x="46555" y="55577"/>
                  <a:pt x="46555" y="56776"/>
                </a:cubicBezTo>
                <a:cubicBezTo>
                  <a:pt x="46555" y="57986"/>
                  <a:pt x="47034" y="59141"/>
                  <a:pt x="47885" y="59992"/>
                </a:cubicBezTo>
                <a:cubicBezTo>
                  <a:pt x="48746" y="60842"/>
                  <a:pt x="49891" y="61322"/>
                  <a:pt x="51101" y="61322"/>
                </a:cubicBezTo>
                <a:cubicBezTo>
                  <a:pt x="52312" y="61322"/>
                  <a:pt x="53456" y="60842"/>
                  <a:pt x="54318" y="59992"/>
                </a:cubicBezTo>
                <a:cubicBezTo>
                  <a:pt x="55168" y="59141"/>
                  <a:pt x="55648" y="57986"/>
                  <a:pt x="55648" y="56776"/>
                </a:cubicBezTo>
                <a:cubicBezTo>
                  <a:pt x="55648" y="55577"/>
                  <a:pt x="55168" y="54421"/>
                  <a:pt x="54318" y="53570"/>
                </a:cubicBezTo>
                <a:cubicBezTo>
                  <a:pt x="53456" y="52721"/>
                  <a:pt x="52312" y="52241"/>
                  <a:pt x="51101" y="5224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4" name="Красный — SVG 23">
            <a:extLst>
              <a:ext uri="{FF2B5EF4-FFF2-40B4-BE49-F238E27FC236}">
                <a16:creationId xmlns:a16="http://schemas.microsoft.com/office/drawing/2014/main" id="{1C840774-E4A5-914F-8A0A-C2E12BFD6D7F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53456 w 141772"/>
              <a:gd name="csY5" fmla="*/ 42528 h 141753"/>
              <a:gd name="csX6" fmla="*/ 60534 w 141772"/>
              <a:gd name="csY6" fmla="*/ 49621 h 141753"/>
              <a:gd name="csX7" fmla="*/ 60534 w 141772"/>
              <a:gd name="csY7" fmla="*/ 92149 h 141753"/>
              <a:gd name="csX8" fmla="*/ 53456 w 141772"/>
              <a:gd name="csY8" fmla="*/ 99226 h 141753"/>
              <a:gd name="csX9" fmla="*/ 46362 w 141772"/>
              <a:gd name="csY9" fmla="*/ 92149 h 141753"/>
              <a:gd name="csX10" fmla="*/ 46362 w 141772"/>
              <a:gd name="csY10" fmla="*/ 49621 h 141753"/>
              <a:gd name="csX11" fmla="*/ 53456 w 141772"/>
              <a:gd name="csY11" fmla="*/ 42528 h 141753"/>
              <a:gd name="csX12" fmla="*/ 88895 w 141772"/>
              <a:gd name="csY12" fmla="*/ 42528 h 141753"/>
              <a:gd name="csX13" fmla="*/ 95990 w 141772"/>
              <a:gd name="csY13" fmla="*/ 49621 h 141753"/>
              <a:gd name="csX14" fmla="*/ 95990 w 141772"/>
              <a:gd name="csY14" fmla="*/ 92149 h 141753"/>
              <a:gd name="csX15" fmla="*/ 88895 w 141772"/>
              <a:gd name="csY15" fmla="*/ 99226 h 141753"/>
              <a:gd name="csX16" fmla="*/ 81801 w 141772"/>
              <a:gd name="csY16" fmla="*/ 92149 h 141753"/>
              <a:gd name="csX17" fmla="*/ 81801 w 141772"/>
              <a:gd name="csY17" fmla="*/ 49621 h 141753"/>
              <a:gd name="csX18" fmla="*/ 88895 w 141772"/>
              <a:gd name="csY18" fmla="*/ 42528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381" y="7"/>
                  <a:pt x="0" y="22385"/>
                  <a:pt x="0" y="50006"/>
                </a:cubicBezTo>
                <a:cubicBezTo>
                  <a:pt x="0" y="77616"/>
                  <a:pt x="22381" y="99994"/>
                  <a:pt x="50006" y="99994"/>
                </a:cubicBezTo>
                <a:cubicBezTo>
                  <a:pt x="77620" y="99994"/>
                  <a:pt x="100001" y="77616"/>
                  <a:pt x="100001" y="50006"/>
                </a:cubicBezTo>
                <a:cubicBezTo>
                  <a:pt x="100001" y="22385"/>
                  <a:pt x="77620" y="7"/>
                  <a:pt x="50006" y="7"/>
                </a:cubicBezTo>
                <a:close/>
                <a:moveTo>
                  <a:pt x="37706" y="30004"/>
                </a:moveTo>
                <a:cubicBezTo>
                  <a:pt x="40466" y="30004"/>
                  <a:pt x="42698" y="32236"/>
                  <a:pt x="42698" y="35007"/>
                </a:cubicBezTo>
                <a:lnTo>
                  <a:pt x="42698" y="65005"/>
                </a:lnTo>
                <a:cubicBezTo>
                  <a:pt x="42698" y="67765"/>
                  <a:pt x="40466" y="69997"/>
                  <a:pt x="37706" y="69997"/>
                </a:cubicBezTo>
                <a:cubicBezTo>
                  <a:pt x="34934" y="69997"/>
                  <a:pt x="32702" y="67765"/>
                  <a:pt x="32702" y="65005"/>
                </a:cubicBezTo>
                <a:lnTo>
                  <a:pt x="32702" y="35007"/>
                </a:lnTo>
                <a:cubicBezTo>
                  <a:pt x="32702" y="32236"/>
                  <a:pt x="34934" y="30004"/>
                  <a:pt x="37706" y="30004"/>
                </a:cubicBezTo>
                <a:close/>
                <a:moveTo>
                  <a:pt x="62703" y="30004"/>
                </a:moveTo>
                <a:cubicBezTo>
                  <a:pt x="65463" y="30004"/>
                  <a:pt x="67707" y="32236"/>
                  <a:pt x="67707" y="35007"/>
                </a:cubicBezTo>
                <a:lnTo>
                  <a:pt x="67707" y="65005"/>
                </a:lnTo>
                <a:cubicBezTo>
                  <a:pt x="67707" y="67765"/>
                  <a:pt x="65463" y="69997"/>
                  <a:pt x="62703" y="69997"/>
                </a:cubicBezTo>
                <a:cubicBezTo>
                  <a:pt x="59943" y="69997"/>
                  <a:pt x="57699" y="67765"/>
                  <a:pt x="57699" y="65005"/>
                </a:cubicBezTo>
                <a:lnTo>
                  <a:pt x="57699" y="35007"/>
                </a:lnTo>
                <a:cubicBezTo>
                  <a:pt x="57699" y="32236"/>
                  <a:pt x="59943" y="30004"/>
                  <a:pt x="62703" y="300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5" name="Красный — SVG 24">
            <a:extLst>
              <a:ext uri="{FF2B5EF4-FFF2-40B4-BE49-F238E27FC236}">
                <a16:creationId xmlns:a16="http://schemas.microsoft.com/office/drawing/2014/main" id="{543FCC5C-AA30-6449-973C-3A3799B51E77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70896 w 141773"/>
              <a:gd name="csY0" fmla="*/ 0 h 141753"/>
              <a:gd name="csX1" fmla="*/ 44253 w 141773"/>
              <a:gd name="csY1" fmla="*/ 5188 h 141753"/>
              <a:gd name="csX2" fmla="*/ 44253 w 141773"/>
              <a:gd name="csY2" fmla="*/ 5171 h 141753"/>
              <a:gd name="csX3" fmla="*/ 17134 w 141773"/>
              <a:gd name="csY3" fmla="*/ 24768 h 141753"/>
              <a:gd name="csX4" fmla="*/ 16998 w 141773"/>
              <a:gd name="csY4" fmla="*/ 21026 h 141753"/>
              <a:gd name="csX5" fmla="*/ 16385 w 141773"/>
              <a:gd name="csY5" fmla="*/ 18287 h 141753"/>
              <a:gd name="csX6" fmla="*/ 14735 w 141773"/>
              <a:gd name="csY6" fmla="*/ 15990 h 141753"/>
              <a:gd name="csX7" fmla="*/ 12336 w 141773"/>
              <a:gd name="csY7" fmla="*/ 14528 h 141753"/>
              <a:gd name="csX8" fmla="*/ 9563 w 141773"/>
              <a:gd name="csY8" fmla="*/ 14102 h 141753"/>
              <a:gd name="csX9" fmla="*/ 4663 w 141773"/>
              <a:gd name="csY9" fmla="*/ 16416 h 141753"/>
              <a:gd name="csX10" fmla="*/ 2825 w 141773"/>
              <a:gd name="csY10" fmla="*/ 21519 h 141753"/>
              <a:gd name="csX11" fmla="*/ 3574 w 141773"/>
              <a:gd name="csY11" fmla="*/ 42783 h 141753"/>
              <a:gd name="csX12" fmla="*/ 5820 w 141773"/>
              <a:gd name="csY12" fmla="*/ 47716 h 141753"/>
              <a:gd name="csX13" fmla="*/ 10907 w 141773"/>
              <a:gd name="csY13" fmla="*/ 49604 h 141753"/>
              <a:gd name="csX14" fmla="*/ 32157 w 141773"/>
              <a:gd name="csY14" fmla="*/ 48873 h 141753"/>
              <a:gd name="csX15" fmla="*/ 34913 w 141773"/>
              <a:gd name="csY15" fmla="*/ 48294 h 141753"/>
              <a:gd name="csX16" fmla="*/ 37244 w 141773"/>
              <a:gd name="csY16" fmla="*/ 46695 h 141753"/>
              <a:gd name="csX17" fmla="*/ 38758 w 141773"/>
              <a:gd name="csY17" fmla="*/ 44314 h 141753"/>
              <a:gd name="csX18" fmla="*/ 39217 w 141773"/>
              <a:gd name="csY18" fmla="*/ 41541 h 141753"/>
              <a:gd name="csX19" fmla="*/ 38554 w 141773"/>
              <a:gd name="csY19" fmla="*/ 38785 h 141753"/>
              <a:gd name="csX20" fmla="*/ 36886 w 141773"/>
              <a:gd name="csY20" fmla="*/ 36523 h 141753"/>
              <a:gd name="csX21" fmla="*/ 34453 w 141773"/>
              <a:gd name="csY21" fmla="*/ 35077 h 141753"/>
              <a:gd name="csX22" fmla="*/ 31663 w 141773"/>
              <a:gd name="csY22" fmla="*/ 34702 h 141753"/>
              <a:gd name="csX23" fmla="*/ 27120 w 141773"/>
              <a:gd name="csY23" fmla="*/ 34873 h 141753"/>
              <a:gd name="csX24" fmla="*/ 49578 w 141773"/>
              <a:gd name="csY24" fmla="*/ 18321 h 141753"/>
              <a:gd name="csX25" fmla="*/ 49578 w 141773"/>
              <a:gd name="csY25" fmla="*/ 18321 h 141753"/>
              <a:gd name="csX26" fmla="*/ 70896 w 141773"/>
              <a:gd name="csY26" fmla="*/ 14170 h 141753"/>
              <a:gd name="csX27" fmla="*/ 127602 w 141773"/>
              <a:gd name="csY27" fmla="*/ 70885 h 141753"/>
              <a:gd name="csX28" fmla="*/ 70896 w 141773"/>
              <a:gd name="csY28" fmla="*/ 127583 h 141753"/>
              <a:gd name="csX29" fmla="*/ 14173 w 141773"/>
              <a:gd name="csY29" fmla="*/ 70885 h 141753"/>
              <a:gd name="csX30" fmla="*/ 13663 w 141773"/>
              <a:gd name="csY30" fmla="*/ 68130 h 141753"/>
              <a:gd name="csX31" fmla="*/ 12132 w 141773"/>
              <a:gd name="csY31" fmla="*/ 65799 h 141753"/>
              <a:gd name="csX32" fmla="*/ 9835 w 141773"/>
              <a:gd name="csY32" fmla="*/ 64234 h 141753"/>
              <a:gd name="csX33" fmla="*/ 7096 w 141773"/>
              <a:gd name="csY33" fmla="*/ 63689 h 141753"/>
              <a:gd name="csX34" fmla="*/ 4357 w 141773"/>
              <a:gd name="csY34" fmla="*/ 64234 h 141753"/>
              <a:gd name="csX35" fmla="*/ 2043 w 141773"/>
              <a:gd name="csY35" fmla="*/ 65799 h 141753"/>
              <a:gd name="csX36" fmla="*/ 512 w 141773"/>
              <a:gd name="csY36" fmla="*/ 68130 h 141753"/>
              <a:gd name="csX37" fmla="*/ 1 w 141773"/>
              <a:gd name="csY37" fmla="*/ 70885 h 141753"/>
              <a:gd name="csX38" fmla="*/ 70896 w 141773"/>
              <a:gd name="csY38" fmla="*/ 141754 h 141753"/>
              <a:gd name="csX39" fmla="*/ 141774 w 141773"/>
              <a:gd name="csY39" fmla="*/ 70885 h 141753"/>
              <a:gd name="csX40" fmla="*/ 70896 w 141773"/>
              <a:gd name="csY40" fmla="*/ 0 h 141753"/>
            </a:gdLst>
            <a:ahLst/>
            <a:cxnLst/>
            <a:rect l="l" t="t" r="r" b="b"/>
            <a:pathLst>
              <a:path w="100000" h="100000">
                <a:moveTo>
                  <a:pt x="50007" y="7"/>
                </a:moveTo>
                <a:cubicBezTo>
                  <a:pt x="43371" y="7"/>
                  <a:pt x="37010" y="1303"/>
                  <a:pt x="31214" y="3666"/>
                </a:cubicBezTo>
                <a:lnTo>
                  <a:pt x="31214" y="3654"/>
                </a:lnTo>
                <a:cubicBezTo>
                  <a:pt x="23750" y="6678"/>
                  <a:pt x="17233" y="11478"/>
                  <a:pt x="12086" y="17477"/>
                </a:cubicBezTo>
                <a:lnTo>
                  <a:pt x="11990" y="14838"/>
                </a:lnTo>
                <a:cubicBezTo>
                  <a:pt x="11978" y="14166"/>
                  <a:pt x="11821" y="13518"/>
                  <a:pt x="11557" y="12906"/>
                </a:cubicBezTo>
                <a:cubicBezTo>
                  <a:pt x="11281" y="12294"/>
                  <a:pt x="10885" y="11742"/>
                  <a:pt x="10393" y="11286"/>
                </a:cubicBezTo>
                <a:cubicBezTo>
                  <a:pt x="9913" y="10830"/>
                  <a:pt x="9337" y="10482"/>
                  <a:pt x="8701" y="10254"/>
                </a:cubicBezTo>
                <a:cubicBezTo>
                  <a:pt x="8077" y="10014"/>
                  <a:pt x="7406" y="9918"/>
                  <a:pt x="6745" y="9954"/>
                </a:cubicBezTo>
                <a:cubicBezTo>
                  <a:pt x="5413" y="10014"/>
                  <a:pt x="4177" y="10614"/>
                  <a:pt x="3289" y="11586"/>
                </a:cubicBezTo>
                <a:cubicBezTo>
                  <a:pt x="2401" y="12570"/>
                  <a:pt x="1933" y="13866"/>
                  <a:pt x="1993" y="15186"/>
                </a:cubicBezTo>
                <a:lnTo>
                  <a:pt x="2521" y="30184"/>
                </a:lnTo>
                <a:cubicBezTo>
                  <a:pt x="2569" y="31504"/>
                  <a:pt x="3145" y="32752"/>
                  <a:pt x="4105" y="33664"/>
                </a:cubicBezTo>
                <a:cubicBezTo>
                  <a:pt x="5077" y="34564"/>
                  <a:pt x="6373" y="35043"/>
                  <a:pt x="7693" y="34995"/>
                </a:cubicBezTo>
                <a:lnTo>
                  <a:pt x="22682" y="34480"/>
                </a:lnTo>
                <a:cubicBezTo>
                  <a:pt x="23354" y="34480"/>
                  <a:pt x="24014" y="34336"/>
                  <a:pt x="24626" y="34071"/>
                </a:cubicBezTo>
                <a:cubicBezTo>
                  <a:pt x="25250" y="33808"/>
                  <a:pt x="25802" y="33424"/>
                  <a:pt x="26270" y="32944"/>
                </a:cubicBezTo>
                <a:cubicBezTo>
                  <a:pt x="26726" y="32464"/>
                  <a:pt x="27098" y="31888"/>
                  <a:pt x="27338" y="31264"/>
                </a:cubicBezTo>
                <a:cubicBezTo>
                  <a:pt x="27578" y="30640"/>
                  <a:pt x="27686" y="29968"/>
                  <a:pt x="27662" y="29308"/>
                </a:cubicBezTo>
                <a:cubicBezTo>
                  <a:pt x="27638" y="28637"/>
                  <a:pt x="27482" y="27976"/>
                  <a:pt x="27194" y="27364"/>
                </a:cubicBezTo>
                <a:cubicBezTo>
                  <a:pt x="26918" y="26765"/>
                  <a:pt x="26510" y="26212"/>
                  <a:pt x="26018" y="25769"/>
                </a:cubicBezTo>
                <a:cubicBezTo>
                  <a:pt x="25526" y="25325"/>
                  <a:pt x="24938" y="24977"/>
                  <a:pt x="24302" y="24749"/>
                </a:cubicBezTo>
                <a:cubicBezTo>
                  <a:pt x="23678" y="24533"/>
                  <a:pt x="23006" y="24449"/>
                  <a:pt x="22334" y="24484"/>
                </a:cubicBezTo>
                <a:lnTo>
                  <a:pt x="19129" y="24605"/>
                </a:lnTo>
                <a:cubicBezTo>
                  <a:pt x="23330" y="19505"/>
                  <a:pt x="28754" y="15449"/>
                  <a:pt x="34970" y="12930"/>
                </a:cubicBezTo>
                <a:lnTo>
                  <a:pt x="34970" y="12930"/>
                </a:lnTo>
                <a:cubicBezTo>
                  <a:pt x="39614" y="11046"/>
                  <a:pt x="44666" y="10002"/>
                  <a:pt x="50007" y="10002"/>
                </a:cubicBezTo>
                <a:cubicBezTo>
                  <a:pt x="72160" y="10002"/>
                  <a:pt x="90004" y="27857"/>
                  <a:pt x="90004" y="50006"/>
                </a:cubicBezTo>
                <a:cubicBezTo>
                  <a:pt x="90004" y="72156"/>
                  <a:pt x="72160" y="89998"/>
                  <a:pt x="50007" y="89998"/>
                </a:cubicBezTo>
                <a:cubicBezTo>
                  <a:pt x="27854" y="89998"/>
                  <a:pt x="9997" y="72156"/>
                  <a:pt x="9997" y="50006"/>
                </a:cubicBezTo>
                <a:cubicBezTo>
                  <a:pt x="10009" y="49334"/>
                  <a:pt x="9889" y="48686"/>
                  <a:pt x="9637" y="48063"/>
                </a:cubicBezTo>
                <a:cubicBezTo>
                  <a:pt x="9397" y="47451"/>
                  <a:pt x="9025" y="46899"/>
                  <a:pt x="8557" y="46419"/>
                </a:cubicBezTo>
                <a:cubicBezTo>
                  <a:pt x="8101" y="45951"/>
                  <a:pt x="7537" y="45578"/>
                  <a:pt x="6937" y="45315"/>
                </a:cubicBezTo>
                <a:cubicBezTo>
                  <a:pt x="6325" y="45063"/>
                  <a:pt x="5665" y="44930"/>
                  <a:pt x="5005" y="44930"/>
                </a:cubicBezTo>
                <a:cubicBezTo>
                  <a:pt x="4333" y="44930"/>
                  <a:pt x="3685" y="45063"/>
                  <a:pt x="3073" y="45315"/>
                </a:cubicBezTo>
                <a:cubicBezTo>
                  <a:pt x="2461" y="45578"/>
                  <a:pt x="1909" y="45951"/>
                  <a:pt x="1441" y="46419"/>
                </a:cubicBezTo>
                <a:cubicBezTo>
                  <a:pt x="973" y="46899"/>
                  <a:pt x="613" y="47451"/>
                  <a:pt x="361" y="48063"/>
                </a:cubicBezTo>
                <a:cubicBezTo>
                  <a:pt x="109" y="48686"/>
                  <a:pt x="-11" y="49334"/>
                  <a:pt x="1" y="50006"/>
                </a:cubicBezTo>
                <a:cubicBezTo>
                  <a:pt x="1" y="77556"/>
                  <a:pt x="22442" y="99994"/>
                  <a:pt x="50007" y="99994"/>
                </a:cubicBezTo>
                <a:cubicBezTo>
                  <a:pt x="77560" y="99994"/>
                  <a:pt x="100001" y="77556"/>
                  <a:pt x="100001" y="50006"/>
                </a:cubicBezTo>
                <a:cubicBezTo>
                  <a:pt x="100001" y="22445"/>
                  <a:pt x="77560" y="7"/>
                  <a:pt x="50007" y="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6" name="Красный — SVG 25">
            <a:extLst>
              <a:ext uri="{FF2B5EF4-FFF2-40B4-BE49-F238E27FC236}">
                <a16:creationId xmlns:a16="http://schemas.microsoft.com/office/drawing/2014/main" id="{F05088E9-B7D6-0048-B6AB-72E1016F5D98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136218 w 148443"/>
              <a:gd name="csY0" fmla="*/ 17 h 119462"/>
              <a:gd name="csX1" fmla="*/ 128041 w 148443"/>
              <a:gd name="csY1" fmla="*/ 2773 h 119462"/>
              <a:gd name="csX2" fmla="*/ 81098 w 148443"/>
              <a:gd name="csY2" fmla="*/ 42324 h 119462"/>
              <a:gd name="csX3" fmla="*/ 81098 w 148443"/>
              <a:gd name="csY3" fmla="*/ 12248 h 119462"/>
              <a:gd name="csX4" fmla="*/ 67169 w 148443"/>
              <a:gd name="csY4" fmla="*/ 52 h 119462"/>
              <a:gd name="csX5" fmla="*/ 60697 w 148443"/>
              <a:gd name="csY5" fmla="*/ 2773 h 119462"/>
              <a:gd name="csX6" fmla="*/ 4352 w 148443"/>
              <a:gd name="csY6" fmla="*/ 50251 h 119462"/>
              <a:gd name="csX7" fmla="*/ 4345 w 148443"/>
              <a:gd name="csY7" fmla="*/ 50251 h 119462"/>
              <a:gd name="csX8" fmla="*/ 4352 w 148443"/>
              <a:gd name="csY8" fmla="*/ 69219 h 119462"/>
              <a:gd name="csX9" fmla="*/ 60697 w 148443"/>
              <a:gd name="csY9" fmla="*/ 116697 h 119462"/>
              <a:gd name="csX10" fmla="*/ 81098 w 148443"/>
              <a:gd name="csY10" fmla="*/ 107221 h 119462"/>
              <a:gd name="csX11" fmla="*/ 81098 w 148443"/>
              <a:gd name="csY11" fmla="*/ 77146 h 119462"/>
              <a:gd name="csX12" fmla="*/ 128041 w 148443"/>
              <a:gd name="csY12" fmla="*/ 116697 h 119462"/>
              <a:gd name="csX13" fmla="*/ 148444 w 148443"/>
              <a:gd name="csY13" fmla="*/ 107221 h 119462"/>
              <a:gd name="csX14" fmla="*/ 148444 w 148443"/>
              <a:gd name="csY14" fmla="*/ 12248 h 119462"/>
              <a:gd name="csX15" fmla="*/ 136218 w 148443"/>
              <a:gd name="csY15" fmla="*/ 17 h 119462"/>
            </a:gdLst>
            <a:ahLst/>
            <a:cxnLst/>
            <a:rect l="l" t="t" r="r" b="b"/>
            <a:pathLst>
              <a:path w="100000" h="100000">
                <a:moveTo>
                  <a:pt x="91765" y="9773"/>
                </a:moveTo>
                <a:cubicBezTo>
                  <a:pt x="89848" y="9681"/>
                  <a:pt x="87894" y="10243"/>
                  <a:pt x="86256" y="11630"/>
                </a:cubicBezTo>
                <a:lnTo>
                  <a:pt x="54632" y="38274"/>
                </a:lnTo>
                <a:lnTo>
                  <a:pt x="54632" y="18013"/>
                </a:lnTo>
                <a:cubicBezTo>
                  <a:pt x="54632" y="12879"/>
                  <a:pt x="49852" y="9372"/>
                  <a:pt x="45249" y="9797"/>
                </a:cubicBezTo>
                <a:cubicBezTo>
                  <a:pt x="43716" y="9945"/>
                  <a:pt x="42199" y="10518"/>
                  <a:pt x="40889" y="11630"/>
                </a:cubicBezTo>
                <a:lnTo>
                  <a:pt x="2932" y="43614"/>
                </a:lnTo>
                <a:lnTo>
                  <a:pt x="2927" y="43614"/>
                </a:lnTo>
                <a:cubicBezTo>
                  <a:pt x="-977" y="46914"/>
                  <a:pt x="-975" y="53103"/>
                  <a:pt x="2932" y="56392"/>
                </a:cubicBezTo>
                <a:lnTo>
                  <a:pt x="40889" y="88376"/>
                </a:lnTo>
                <a:cubicBezTo>
                  <a:pt x="46129" y="92787"/>
                  <a:pt x="54632" y="88845"/>
                  <a:pt x="54632" y="81992"/>
                </a:cubicBezTo>
                <a:lnTo>
                  <a:pt x="54632" y="61732"/>
                </a:lnTo>
                <a:lnTo>
                  <a:pt x="86256" y="88376"/>
                </a:lnTo>
                <a:cubicBezTo>
                  <a:pt x="91496" y="92787"/>
                  <a:pt x="100001" y="88845"/>
                  <a:pt x="100001" y="81992"/>
                </a:cubicBezTo>
                <a:lnTo>
                  <a:pt x="100001" y="18013"/>
                </a:lnTo>
                <a:cubicBezTo>
                  <a:pt x="100001" y="13303"/>
                  <a:pt x="95979" y="9968"/>
                  <a:pt x="91765" y="977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7" name="Красный — SVG 26">
            <a:extLst>
              <a:ext uri="{FF2B5EF4-FFF2-40B4-BE49-F238E27FC236}">
                <a16:creationId xmlns:a16="http://schemas.microsoft.com/office/drawing/2014/main" id="{7A63689B-F16E-B34D-BA7B-6F819D777D0C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5 h 127583"/>
              <a:gd name="csX2" fmla="*/ 0 w 127600"/>
              <a:gd name="csY2" fmla="*/ 108089 h 127583"/>
              <a:gd name="csX3" fmla="*/ 19497 w 127600"/>
              <a:gd name="csY3" fmla="*/ 127583 h 127583"/>
              <a:gd name="csX4" fmla="*/ 108103 w 127600"/>
              <a:gd name="csY4" fmla="*/ 127583 h 127583"/>
              <a:gd name="csX5" fmla="*/ 127601 w 127600"/>
              <a:gd name="csY5" fmla="*/ 108089 h 127583"/>
              <a:gd name="csX6" fmla="*/ 127601 w 127600"/>
              <a:gd name="csY6" fmla="*/ 19495 h 127583"/>
              <a:gd name="csX7" fmla="*/ 108103 w 127600"/>
              <a:gd name="csY7" fmla="*/ 0 h 127583"/>
              <a:gd name="csX8" fmla="*/ 19497 w 127600"/>
              <a:gd name="csY8" fmla="*/ 0 h 127583"/>
              <a:gd name="csX9" fmla="*/ 44150 w 127600"/>
              <a:gd name="csY9" fmla="*/ 35978 h 127583"/>
              <a:gd name="csX10" fmla="*/ 46770 w 127600"/>
              <a:gd name="csY10" fmla="*/ 36608 h 127583"/>
              <a:gd name="csX11" fmla="*/ 89508 w 127600"/>
              <a:gd name="csY11" fmla="*/ 59097 h 127583"/>
              <a:gd name="csX12" fmla="*/ 92349 w 127600"/>
              <a:gd name="csY12" fmla="*/ 63792 h 127583"/>
              <a:gd name="csX13" fmla="*/ 89508 w 127600"/>
              <a:gd name="csY13" fmla="*/ 68487 h 127583"/>
              <a:gd name="csX14" fmla="*/ 46770 w 127600"/>
              <a:gd name="csY14" fmla="*/ 90975 h 127583"/>
              <a:gd name="csX15" fmla="*/ 44303 w 127600"/>
              <a:gd name="csY15" fmla="*/ 91605 h 127583"/>
              <a:gd name="csX16" fmla="*/ 41564 w 127600"/>
              <a:gd name="csY16" fmla="*/ 90822 h 127583"/>
              <a:gd name="csX17" fmla="*/ 38995 w 127600"/>
              <a:gd name="csY17" fmla="*/ 86280 h 127583"/>
              <a:gd name="csX18" fmla="*/ 38995 w 127600"/>
              <a:gd name="csY18" fmla="*/ 41303 h 127583"/>
              <a:gd name="csX19" fmla="*/ 41564 w 127600"/>
              <a:gd name="csY19" fmla="*/ 36761 h 127583"/>
              <a:gd name="csX20" fmla="*/ 44150 w 127600"/>
              <a:gd name="csY20" fmla="*/ 35978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93" y="7"/>
                  <a:pt x="0" y="6899"/>
                  <a:pt x="0" y="15285"/>
                </a:cubicBezTo>
                <a:lnTo>
                  <a:pt x="0" y="84716"/>
                </a:lnTo>
                <a:cubicBezTo>
                  <a:pt x="0" y="93101"/>
                  <a:pt x="6893" y="99993"/>
                  <a:pt x="15280" y="99993"/>
                </a:cubicBezTo>
                <a:lnTo>
                  <a:pt x="84720" y="99993"/>
                </a:lnTo>
                <a:cubicBezTo>
                  <a:pt x="93107" y="99993"/>
                  <a:pt x="100001" y="93101"/>
                  <a:pt x="100001" y="84716"/>
                </a:cubicBezTo>
                <a:lnTo>
                  <a:pt x="100001" y="15285"/>
                </a:lnTo>
                <a:cubicBezTo>
                  <a:pt x="100001" y="6899"/>
                  <a:pt x="93107" y="7"/>
                  <a:pt x="84720" y="7"/>
                </a:cubicBezTo>
                <a:lnTo>
                  <a:pt x="15280" y="7"/>
                </a:lnTo>
                <a:close/>
                <a:moveTo>
                  <a:pt x="34600" y="28203"/>
                </a:moveTo>
                <a:cubicBezTo>
                  <a:pt x="35306" y="28189"/>
                  <a:pt x="36013" y="28350"/>
                  <a:pt x="36654" y="28696"/>
                </a:cubicBezTo>
                <a:lnTo>
                  <a:pt x="70147" y="46321"/>
                </a:lnTo>
                <a:cubicBezTo>
                  <a:pt x="71520" y="47040"/>
                  <a:pt x="72374" y="48454"/>
                  <a:pt x="72374" y="50000"/>
                </a:cubicBezTo>
                <a:cubicBezTo>
                  <a:pt x="72374" y="51547"/>
                  <a:pt x="71520" y="52960"/>
                  <a:pt x="70147" y="53680"/>
                </a:cubicBezTo>
                <a:lnTo>
                  <a:pt x="36654" y="71304"/>
                </a:lnTo>
                <a:cubicBezTo>
                  <a:pt x="36053" y="71624"/>
                  <a:pt x="35387" y="71797"/>
                  <a:pt x="34720" y="71797"/>
                </a:cubicBezTo>
                <a:cubicBezTo>
                  <a:pt x="33973" y="71797"/>
                  <a:pt x="33240" y="71598"/>
                  <a:pt x="32574" y="71184"/>
                </a:cubicBezTo>
                <a:cubicBezTo>
                  <a:pt x="31306" y="70424"/>
                  <a:pt x="30560" y="69091"/>
                  <a:pt x="30560" y="67624"/>
                </a:cubicBezTo>
                <a:lnTo>
                  <a:pt x="30560" y="32376"/>
                </a:lnTo>
                <a:cubicBezTo>
                  <a:pt x="30560" y="30909"/>
                  <a:pt x="31306" y="29576"/>
                  <a:pt x="32574" y="28816"/>
                </a:cubicBezTo>
                <a:cubicBezTo>
                  <a:pt x="33200" y="28430"/>
                  <a:pt x="33893" y="28229"/>
                  <a:pt x="34600" y="282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8" name="Красный — SVG 27">
            <a:extLst>
              <a:ext uri="{FF2B5EF4-FFF2-40B4-BE49-F238E27FC236}">
                <a16:creationId xmlns:a16="http://schemas.microsoft.com/office/drawing/2014/main" id="{44953BAE-3292-9547-9969-1F4E27ECD1F7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113433 w 120510"/>
              <a:gd name="csY0" fmla="*/ 63792 h 120489"/>
              <a:gd name="csX1" fmla="*/ 120510 w 120510"/>
              <a:gd name="csY1" fmla="*/ 56698 h 120489"/>
              <a:gd name="csX2" fmla="*/ 120510 w 120510"/>
              <a:gd name="csY2" fmla="*/ 7093 h 120489"/>
              <a:gd name="csX3" fmla="*/ 120374 w 120510"/>
              <a:gd name="csY3" fmla="*/ 5699 h 120489"/>
              <a:gd name="csX4" fmla="*/ 120204 w 120510"/>
              <a:gd name="csY4" fmla="*/ 5086 h 120489"/>
              <a:gd name="csX5" fmla="*/ 119983 w 120510"/>
              <a:gd name="csY5" fmla="*/ 4372 h 120489"/>
              <a:gd name="csX6" fmla="*/ 119609 w 120510"/>
              <a:gd name="csY6" fmla="*/ 3674 h 120489"/>
              <a:gd name="csX7" fmla="*/ 119319 w 120510"/>
              <a:gd name="csY7" fmla="*/ 3164 h 120489"/>
              <a:gd name="csX8" fmla="*/ 117363 w 120510"/>
              <a:gd name="csY8" fmla="*/ 1191 h 120489"/>
              <a:gd name="csX9" fmla="*/ 116835 w 120510"/>
              <a:gd name="csY9" fmla="*/ 902 h 120489"/>
              <a:gd name="csX10" fmla="*/ 116138 w 120510"/>
              <a:gd name="csY10" fmla="*/ 544 h 120489"/>
              <a:gd name="csX11" fmla="*/ 115423 w 120510"/>
              <a:gd name="csY11" fmla="*/ 323 h 120489"/>
              <a:gd name="csX12" fmla="*/ 114811 w 120510"/>
              <a:gd name="csY12" fmla="*/ 136 h 120489"/>
              <a:gd name="csX13" fmla="*/ 113433 w 120510"/>
              <a:gd name="csY13" fmla="*/ 0 h 120489"/>
              <a:gd name="csX14" fmla="*/ 63805 w 120510"/>
              <a:gd name="csY14" fmla="*/ 0 h 120489"/>
              <a:gd name="csX15" fmla="*/ 56710 w 120510"/>
              <a:gd name="csY15" fmla="*/ 7093 h 120489"/>
              <a:gd name="csX16" fmla="*/ 63805 w 120510"/>
              <a:gd name="csY16" fmla="*/ 14170 h 120489"/>
              <a:gd name="csX17" fmla="*/ 96317 w 120510"/>
              <a:gd name="csY17" fmla="*/ 14170 h 120489"/>
              <a:gd name="csX18" fmla="*/ 2080 w 120510"/>
              <a:gd name="csY18" fmla="*/ 108395 h 120489"/>
              <a:gd name="csX19" fmla="*/ 2080 w 120510"/>
              <a:gd name="csY19" fmla="*/ 118414 h 120489"/>
              <a:gd name="csX20" fmla="*/ 7099 w 120510"/>
              <a:gd name="csY20" fmla="*/ 120490 h 120489"/>
              <a:gd name="csX21" fmla="*/ 12101 w 120510"/>
              <a:gd name="csY21" fmla="*/ 118414 h 120489"/>
              <a:gd name="csX22" fmla="*/ 106338 w 120510"/>
              <a:gd name="csY22" fmla="*/ 24190 h 120489"/>
              <a:gd name="csX23" fmla="*/ 106338 w 120510"/>
              <a:gd name="csY23" fmla="*/ 56698 h 120489"/>
              <a:gd name="csX24" fmla="*/ 113433 w 120510"/>
              <a:gd name="csY24" fmla="*/ 63792 h 120489"/>
            </a:gdLst>
            <a:ahLst/>
            <a:cxnLst/>
            <a:rect l="l" t="t" r="r" b="b"/>
            <a:pathLst>
              <a:path w="100000" h="100000">
                <a:moveTo>
                  <a:pt x="94127" y="52944"/>
                </a:moveTo>
                <a:cubicBezTo>
                  <a:pt x="97374" y="52944"/>
                  <a:pt x="100000" y="50303"/>
                  <a:pt x="100000" y="47057"/>
                </a:cubicBezTo>
                <a:lnTo>
                  <a:pt x="100000" y="5895"/>
                </a:lnTo>
                <a:cubicBezTo>
                  <a:pt x="100000" y="5500"/>
                  <a:pt x="99958" y="5119"/>
                  <a:pt x="99887" y="4738"/>
                </a:cubicBezTo>
                <a:cubicBezTo>
                  <a:pt x="99859" y="4554"/>
                  <a:pt x="99788" y="4399"/>
                  <a:pt x="99746" y="4229"/>
                </a:cubicBezTo>
                <a:cubicBezTo>
                  <a:pt x="99676" y="4032"/>
                  <a:pt x="99633" y="3834"/>
                  <a:pt x="99563" y="3637"/>
                </a:cubicBezTo>
                <a:cubicBezTo>
                  <a:pt x="99478" y="3439"/>
                  <a:pt x="99365" y="3256"/>
                  <a:pt x="99252" y="3057"/>
                </a:cubicBezTo>
                <a:cubicBezTo>
                  <a:pt x="99182" y="2916"/>
                  <a:pt x="99110" y="2761"/>
                  <a:pt x="99012" y="2634"/>
                </a:cubicBezTo>
                <a:cubicBezTo>
                  <a:pt x="98588" y="1984"/>
                  <a:pt x="98024" y="1434"/>
                  <a:pt x="97389" y="997"/>
                </a:cubicBezTo>
                <a:cubicBezTo>
                  <a:pt x="97248" y="898"/>
                  <a:pt x="97092" y="842"/>
                  <a:pt x="96950" y="757"/>
                </a:cubicBezTo>
                <a:cubicBezTo>
                  <a:pt x="96753" y="658"/>
                  <a:pt x="96570" y="531"/>
                  <a:pt x="96372" y="460"/>
                </a:cubicBezTo>
                <a:cubicBezTo>
                  <a:pt x="96175" y="375"/>
                  <a:pt x="95976" y="333"/>
                  <a:pt x="95779" y="277"/>
                </a:cubicBezTo>
                <a:cubicBezTo>
                  <a:pt x="95609" y="220"/>
                  <a:pt x="95454" y="164"/>
                  <a:pt x="95271" y="122"/>
                </a:cubicBezTo>
                <a:cubicBezTo>
                  <a:pt x="94889" y="51"/>
                  <a:pt x="94508" y="9"/>
                  <a:pt x="94127" y="9"/>
                </a:cubicBezTo>
                <a:lnTo>
                  <a:pt x="52946" y="9"/>
                </a:lnTo>
                <a:cubicBezTo>
                  <a:pt x="49698" y="9"/>
                  <a:pt x="47058" y="2648"/>
                  <a:pt x="47058" y="5895"/>
                </a:cubicBezTo>
                <a:cubicBezTo>
                  <a:pt x="47058" y="9142"/>
                  <a:pt x="49698" y="11767"/>
                  <a:pt x="52946" y="11767"/>
                </a:cubicBezTo>
                <a:lnTo>
                  <a:pt x="79924" y="11767"/>
                </a:lnTo>
                <a:lnTo>
                  <a:pt x="1726" y="89956"/>
                </a:lnTo>
                <a:cubicBezTo>
                  <a:pt x="-575" y="92257"/>
                  <a:pt x="-575" y="95982"/>
                  <a:pt x="1726" y="98269"/>
                </a:cubicBezTo>
                <a:cubicBezTo>
                  <a:pt x="2869" y="99427"/>
                  <a:pt x="4380" y="99992"/>
                  <a:pt x="5891" y="99992"/>
                </a:cubicBezTo>
                <a:cubicBezTo>
                  <a:pt x="7387" y="99992"/>
                  <a:pt x="8898" y="99427"/>
                  <a:pt x="10041" y="98269"/>
                </a:cubicBezTo>
                <a:lnTo>
                  <a:pt x="88240" y="20082"/>
                </a:lnTo>
                <a:lnTo>
                  <a:pt x="88240" y="47057"/>
                </a:lnTo>
                <a:cubicBezTo>
                  <a:pt x="88240" y="50303"/>
                  <a:pt x="90880" y="52944"/>
                  <a:pt x="94127" y="5294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9" name="Красный — SVG 28">
            <a:extLst>
              <a:ext uri="{FF2B5EF4-FFF2-40B4-BE49-F238E27FC236}">
                <a16:creationId xmlns:a16="http://schemas.microsoft.com/office/drawing/2014/main" id="{9519FFA2-3287-ED4E-B4FB-8F247FA42061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31901 w 134798"/>
              <a:gd name="csY0" fmla="*/ 1 h 127686"/>
              <a:gd name="csX1" fmla="*/ 1 w 134798"/>
              <a:gd name="csY1" fmla="*/ 31897 h 127686"/>
              <a:gd name="csX2" fmla="*/ 1 w 134798"/>
              <a:gd name="csY2" fmla="*/ 120491 h 127686"/>
              <a:gd name="csX3" fmla="*/ 512 w 134798"/>
              <a:gd name="csY3" fmla="*/ 123246 h 127686"/>
              <a:gd name="csX4" fmla="*/ 2043 w 134798"/>
              <a:gd name="csY4" fmla="*/ 125577 h 127686"/>
              <a:gd name="csX5" fmla="*/ 4357 w 134798"/>
              <a:gd name="csY5" fmla="*/ 127142 h 127686"/>
              <a:gd name="csX6" fmla="*/ 7096 w 134798"/>
              <a:gd name="csY6" fmla="*/ 127687 h 127686"/>
              <a:gd name="csX7" fmla="*/ 9835 w 134798"/>
              <a:gd name="csY7" fmla="*/ 127142 h 127686"/>
              <a:gd name="csX8" fmla="*/ 12132 w 134798"/>
              <a:gd name="csY8" fmla="*/ 125577 h 127686"/>
              <a:gd name="csX9" fmla="*/ 13663 w 134798"/>
              <a:gd name="csY9" fmla="*/ 123246 h 127686"/>
              <a:gd name="csX10" fmla="*/ 14173 w 134798"/>
              <a:gd name="csY10" fmla="*/ 120491 h 127686"/>
              <a:gd name="csX11" fmla="*/ 14173 w 134798"/>
              <a:gd name="csY11" fmla="*/ 31897 h 127686"/>
              <a:gd name="csX12" fmla="*/ 31901 w 134798"/>
              <a:gd name="csY12" fmla="*/ 14171 h 127686"/>
              <a:gd name="csX13" fmla="*/ 49629 w 134798"/>
              <a:gd name="csY13" fmla="*/ 31897 h 127686"/>
              <a:gd name="csX14" fmla="*/ 49629 w 134798"/>
              <a:gd name="csY14" fmla="*/ 95689 h 127686"/>
              <a:gd name="csX15" fmla="*/ 81529 w 134798"/>
              <a:gd name="csY15" fmla="*/ 127584 h 127686"/>
              <a:gd name="csX16" fmla="*/ 113430 w 134798"/>
              <a:gd name="csY16" fmla="*/ 95689 h 127686"/>
              <a:gd name="csX17" fmla="*/ 113430 w 134798"/>
              <a:gd name="csY17" fmla="*/ 24208 h 127686"/>
              <a:gd name="csX18" fmla="*/ 122583 w 134798"/>
              <a:gd name="csY18" fmla="*/ 33360 h 127686"/>
              <a:gd name="csX19" fmla="*/ 124897 w 134798"/>
              <a:gd name="csY19" fmla="*/ 34959 h 127686"/>
              <a:gd name="csX20" fmla="*/ 127636 w 134798"/>
              <a:gd name="csY20" fmla="*/ 35537 h 127686"/>
              <a:gd name="csX21" fmla="*/ 130392 w 134798"/>
              <a:gd name="csY21" fmla="*/ 35027 h 127686"/>
              <a:gd name="csX22" fmla="*/ 132723 w 134798"/>
              <a:gd name="csY22" fmla="*/ 33462 h 127686"/>
              <a:gd name="csX23" fmla="*/ 134271 w 134798"/>
              <a:gd name="csY23" fmla="*/ 31131 h 127686"/>
              <a:gd name="csX24" fmla="*/ 134798 w 134798"/>
              <a:gd name="csY24" fmla="*/ 28375 h 127686"/>
              <a:gd name="csX25" fmla="*/ 134220 w 134798"/>
              <a:gd name="csY25" fmla="*/ 25637 h 127686"/>
              <a:gd name="csX26" fmla="*/ 132621 w 134798"/>
              <a:gd name="csY26" fmla="*/ 23340 h 127686"/>
              <a:gd name="csX27" fmla="*/ 111354 w 134798"/>
              <a:gd name="csY27" fmla="*/ 2076 h 127686"/>
              <a:gd name="csX28" fmla="*/ 109006 w 134798"/>
              <a:gd name="csY28" fmla="*/ 529 h 127686"/>
              <a:gd name="csX29" fmla="*/ 106233 w 134798"/>
              <a:gd name="csY29" fmla="*/ 1 h 127686"/>
              <a:gd name="csX30" fmla="*/ 101316 w 134798"/>
              <a:gd name="csY30" fmla="*/ 2076 h 127686"/>
              <a:gd name="csX31" fmla="*/ 80049 w 134798"/>
              <a:gd name="csY31" fmla="*/ 23340 h 127686"/>
              <a:gd name="csX32" fmla="*/ 78467 w 134798"/>
              <a:gd name="csY32" fmla="*/ 25637 h 127686"/>
              <a:gd name="csX33" fmla="*/ 77872 w 134798"/>
              <a:gd name="csY33" fmla="*/ 28375 h 127686"/>
              <a:gd name="csX34" fmla="*/ 78399 w 134798"/>
              <a:gd name="csY34" fmla="*/ 31131 h 127686"/>
              <a:gd name="csX35" fmla="*/ 79947 w 134798"/>
              <a:gd name="csY35" fmla="*/ 33462 h 127686"/>
              <a:gd name="csX36" fmla="*/ 82295 w 134798"/>
              <a:gd name="csY36" fmla="*/ 35027 h 127686"/>
              <a:gd name="csX37" fmla="*/ 85034 w 134798"/>
              <a:gd name="csY37" fmla="*/ 35537 h 127686"/>
              <a:gd name="csX38" fmla="*/ 87773 w 134798"/>
              <a:gd name="csY38" fmla="*/ 34959 h 127686"/>
              <a:gd name="csX39" fmla="*/ 90087 w 134798"/>
              <a:gd name="csY39" fmla="*/ 33360 h 127686"/>
              <a:gd name="csX40" fmla="*/ 99240 w 134798"/>
              <a:gd name="csY40" fmla="*/ 24208 h 127686"/>
              <a:gd name="csX41" fmla="*/ 99240 w 134798"/>
              <a:gd name="csY41" fmla="*/ 95689 h 127686"/>
              <a:gd name="csX42" fmla="*/ 81529 w 134798"/>
              <a:gd name="csY42" fmla="*/ 113414 h 127686"/>
              <a:gd name="csX43" fmla="*/ 63801 w 134798"/>
              <a:gd name="csY43" fmla="*/ 95689 h 127686"/>
              <a:gd name="csX44" fmla="*/ 63801 w 134798"/>
              <a:gd name="csY44" fmla="*/ 31897 h 127686"/>
              <a:gd name="csX45" fmla="*/ 31901 w 134798"/>
              <a:gd name="csY45" fmla="*/ 1 h 127686"/>
            </a:gdLst>
            <a:ahLst/>
            <a:cxnLst/>
            <a:rect l="l" t="t" r="r" b="b"/>
            <a:pathLst>
              <a:path w="100000" h="100000">
                <a:moveTo>
                  <a:pt x="23666" y="2639"/>
                </a:moveTo>
                <a:cubicBezTo>
                  <a:pt x="10653" y="2639"/>
                  <a:pt x="1" y="13290"/>
                  <a:pt x="1" y="26301"/>
                </a:cubicBezTo>
                <a:lnTo>
                  <a:pt x="1" y="92024"/>
                </a:lnTo>
                <a:cubicBezTo>
                  <a:pt x="-12" y="92731"/>
                  <a:pt x="114" y="93412"/>
                  <a:pt x="380" y="94068"/>
                </a:cubicBezTo>
                <a:cubicBezTo>
                  <a:pt x="645" y="94712"/>
                  <a:pt x="1023" y="95305"/>
                  <a:pt x="1516" y="95797"/>
                </a:cubicBezTo>
                <a:cubicBezTo>
                  <a:pt x="2007" y="96289"/>
                  <a:pt x="2588" y="96681"/>
                  <a:pt x="3232" y="96958"/>
                </a:cubicBezTo>
                <a:cubicBezTo>
                  <a:pt x="3875" y="97223"/>
                  <a:pt x="4557" y="97363"/>
                  <a:pt x="5264" y="97363"/>
                </a:cubicBezTo>
                <a:cubicBezTo>
                  <a:pt x="5958" y="97363"/>
                  <a:pt x="6652" y="97223"/>
                  <a:pt x="7296" y="96958"/>
                </a:cubicBezTo>
                <a:cubicBezTo>
                  <a:pt x="7927" y="96681"/>
                  <a:pt x="8520" y="96289"/>
                  <a:pt x="9000" y="95797"/>
                </a:cubicBezTo>
                <a:cubicBezTo>
                  <a:pt x="9492" y="95305"/>
                  <a:pt x="9884" y="94712"/>
                  <a:pt x="10136" y="94068"/>
                </a:cubicBezTo>
                <a:cubicBezTo>
                  <a:pt x="10401" y="93412"/>
                  <a:pt x="10527" y="92731"/>
                  <a:pt x="10514" y="92024"/>
                </a:cubicBezTo>
                <a:lnTo>
                  <a:pt x="10514" y="26301"/>
                </a:lnTo>
                <a:cubicBezTo>
                  <a:pt x="10514" y="18981"/>
                  <a:pt x="16345" y="13151"/>
                  <a:pt x="23666" y="13151"/>
                </a:cubicBezTo>
                <a:cubicBezTo>
                  <a:pt x="30986" y="13151"/>
                  <a:pt x="36817" y="18981"/>
                  <a:pt x="36817" y="26301"/>
                </a:cubicBezTo>
                <a:lnTo>
                  <a:pt x="36817" y="73625"/>
                </a:lnTo>
                <a:cubicBezTo>
                  <a:pt x="36817" y="86636"/>
                  <a:pt x="47470" y="97286"/>
                  <a:pt x="60482" y="97286"/>
                </a:cubicBezTo>
                <a:cubicBezTo>
                  <a:pt x="73483" y="97286"/>
                  <a:pt x="84148" y="86636"/>
                  <a:pt x="84148" y="73625"/>
                </a:cubicBezTo>
                <a:lnTo>
                  <a:pt x="84148" y="20597"/>
                </a:lnTo>
                <a:lnTo>
                  <a:pt x="90938" y="27386"/>
                </a:lnTo>
                <a:cubicBezTo>
                  <a:pt x="91430" y="27891"/>
                  <a:pt x="92011" y="28295"/>
                  <a:pt x="92655" y="28572"/>
                </a:cubicBezTo>
                <a:cubicBezTo>
                  <a:pt x="93298" y="28850"/>
                  <a:pt x="93980" y="29001"/>
                  <a:pt x="94687" y="29001"/>
                </a:cubicBezTo>
                <a:cubicBezTo>
                  <a:pt x="95380" y="29014"/>
                  <a:pt x="96075" y="28875"/>
                  <a:pt x="96731" y="28623"/>
                </a:cubicBezTo>
                <a:cubicBezTo>
                  <a:pt x="97375" y="28358"/>
                  <a:pt x="97955" y="27966"/>
                  <a:pt x="98461" y="27462"/>
                </a:cubicBezTo>
                <a:cubicBezTo>
                  <a:pt x="98953" y="26970"/>
                  <a:pt x="99344" y="26389"/>
                  <a:pt x="99609" y="25733"/>
                </a:cubicBezTo>
                <a:cubicBezTo>
                  <a:pt x="99874" y="25089"/>
                  <a:pt x="100000" y="24395"/>
                  <a:pt x="100000" y="23688"/>
                </a:cubicBezTo>
                <a:cubicBezTo>
                  <a:pt x="99987" y="22994"/>
                  <a:pt x="99849" y="22301"/>
                  <a:pt x="99571" y="21657"/>
                </a:cubicBezTo>
                <a:cubicBezTo>
                  <a:pt x="99294" y="21013"/>
                  <a:pt x="98889" y="20445"/>
                  <a:pt x="98385" y="19953"/>
                </a:cubicBezTo>
                <a:lnTo>
                  <a:pt x="82608" y="4178"/>
                </a:lnTo>
                <a:cubicBezTo>
                  <a:pt x="82103" y="3686"/>
                  <a:pt x="81510" y="3295"/>
                  <a:pt x="80866" y="3030"/>
                </a:cubicBezTo>
                <a:cubicBezTo>
                  <a:pt x="80210" y="2765"/>
                  <a:pt x="79516" y="2626"/>
                  <a:pt x="78809" y="2639"/>
                </a:cubicBezTo>
                <a:cubicBezTo>
                  <a:pt x="77446" y="2664"/>
                  <a:pt x="76133" y="3206"/>
                  <a:pt x="75161" y="4178"/>
                </a:cubicBezTo>
                <a:lnTo>
                  <a:pt x="59384" y="19953"/>
                </a:lnTo>
                <a:cubicBezTo>
                  <a:pt x="58880" y="20445"/>
                  <a:pt x="58488" y="21013"/>
                  <a:pt x="58211" y="21657"/>
                </a:cubicBezTo>
                <a:cubicBezTo>
                  <a:pt x="57933" y="22301"/>
                  <a:pt x="57782" y="22994"/>
                  <a:pt x="57769" y="23688"/>
                </a:cubicBezTo>
                <a:cubicBezTo>
                  <a:pt x="57769" y="24395"/>
                  <a:pt x="57896" y="25089"/>
                  <a:pt x="58160" y="25733"/>
                </a:cubicBezTo>
                <a:cubicBezTo>
                  <a:pt x="58425" y="26389"/>
                  <a:pt x="58817" y="26970"/>
                  <a:pt x="59309" y="27462"/>
                </a:cubicBezTo>
                <a:cubicBezTo>
                  <a:pt x="59814" y="27966"/>
                  <a:pt x="60394" y="28358"/>
                  <a:pt x="61051" y="28623"/>
                </a:cubicBezTo>
                <a:cubicBezTo>
                  <a:pt x="61695" y="28875"/>
                  <a:pt x="62389" y="29014"/>
                  <a:pt x="63083" y="29001"/>
                </a:cubicBezTo>
                <a:cubicBezTo>
                  <a:pt x="63790" y="29001"/>
                  <a:pt x="64471" y="28850"/>
                  <a:pt x="65114" y="28572"/>
                </a:cubicBezTo>
                <a:cubicBezTo>
                  <a:pt x="65758" y="28295"/>
                  <a:pt x="66339" y="27891"/>
                  <a:pt x="66831" y="27386"/>
                </a:cubicBezTo>
                <a:lnTo>
                  <a:pt x="73621" y="20597"/>
                </a:lnTo>
                <a:lnTo>
                  <a:pt x="73621" y="73625"/>
                </a:lnTo>
                <a:cubicBezTo>
                  <a:pt x="73621" y="80944"/>
                  <a:pt x="67803" y="86774"/>
                  <a:pt x="60482" y="86774"/>
                </a:cubicBezTo>
                <a:cubicBezTo>
                  <a:pt x="53150" y="86774"/>
                  <a:pt x="47331" y="80944"/>
                  <a:pt x="47331" y="73625"/>
                </a:cubicBezTo>
                <a:lnTo>
                  <a:pt x="47331" y="26301"/>
                </a:lnTo>
                <a:cubicBezTo>
                  <a:pt x="47331" y="13290"/>
                  <a:pt x="36679" y="2639"/>
                  <a:pt x="23666" y="263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0" name="Белый — SVG 1">
            <a:extLst>
              <a:ext uri="{FF2B5EF4-FFF2-40B4-BE49-F238E27FC236}">
                <a16:creationId xmlns:a16="http://schemas.microsoft.com/office/drawing/2014/main" id="{64922FB0-A929-7742-8DF3-1508A6BC29B3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77973 w 156166"/>
              <a:gd name="csY0" fmla="*/ 1 h 156129"/>
              <a:gd name="csX1" fmla="*/ 72987 w 156166"/>
              <a:gd name="csY1" fmla="*/ 2144 h 156129"/>
              <a:gd name="csX2" fmla="*/ 70997 w 156166"/>
              <a:gd name="csY2" fmla="*/ 7180 h 156129"/>
              <a:gd name="csX3" fmla="*/ 70997 w 156166"/>
              <a:gd name="csY3" fmla="*/ 11109 h 156129"/>
              <a:gd name="csX4" fmla="*/ 11110 w 156166"/>
              <a:gd name="csY4" fmla="*/ 70971 h 156129"/>
              <a:gd name="csX5" fmla="*/ 7197 w 156166"/>
              <a:gd name="csY5" fmla="*/ 70971 h 156129"/>
              <a:gd name="csX6" fmla="*/ 4441 w 156166"/>
              <a:gd name="csY6" fmla="*/ 71482 h 156129"/>
              <a:gd name="csX7" fmla="*/ 2110 w 156166"/>
              <a:gd name="csY7" fmla="*/ 73013 h 156129"/>
              <a:gd name="csX8" fmla="*/ 545 w 156166"/>
              <a:gd name="csY8" fmla="*/ 75326 h 156129"/>
              <a:gd name="csX9" fmla="*/ 0 w 156166"/>
              <a:gd name="csY9" fmla="*/ 78065 h 156129"/>
              <a:gd name="csX10" fmla="*/ 545 w 156166"/>
              <a:gd name="csY10" fmla="*/ 80804 h 156129"/>
              <a:gd name="csX11" fmla="*/ 2110 w 156166"/>
              <a:gd name="csY11" fmla="*/ 83118 h 156129"/>
              <a:gd name="csX12" fmla="*/ 4441 w 156166"/>
              <a:gd name="csY12" fmla="*/ 84648 h 156129"/>
              <a:gd name="csX13" fmla="*/ 7197 w 156166"/>
              <a:gd name="csY13" fmla="*/ 85159 h 156129"/>
              <a:gd name="csX14" fmla="*/ 11110 w 156166"/>
              <a:gd name="csY14" fmla="*/ 85159 h 156129"/>
              <a:gd name="csX15" fmla="*/ 70997 w 156166"/>
              <a:gd name="csY15" fmla="*/ 145021 h 156129"/>
              <a:gd name="csX16" fmla="*/ 70997 w 156166"/>
              <a:gd name="csY16" fmla="*/ 148950 h 156129"/>
              <a:gd name="csX17" fmla="*/ 71507 w 156166"/>
              <a:gd name="csY17" fmla="*/ 151689 h 156129"/>
              <a:gd name="csX18" fmla="*/ 73038 w 156166"/>
              <a:gd name="csY18" fmla="*/ 154020 h 156129"/>
              <a:gd name="csX19" fmla="*/ 75335 w 156166"/>
              <a:gd name="csY19" fmla="*/ 155585 h 156129"/>
              <a:gd name="csX20" fmla="*/ 78074 w 156166"/>
              <a:gd name="csY20" fmla="*/ 156129 h 156129"/>
              <a:gd name="csX21" fmla="*/ 80814 w 156166"/>
              <a:gd name="csY21" fmla="*/ 155585 h 156129"/>
              <a:gd name="csX22" fmla="*/ 83128 w 156166"/>
              <a:gd name="csY22" fmla="*/ 154020 h 156129"/>
              <a:gd name="csX23" fmla="*/ 84659 w 156166"/>
              <a:gd name="csY23" fmla="*/ 151689 h 156129"/>
              <a:gd name="csX24" fmla="*/ 85169 w 156166"/>
              <a:gd name="csY24" fmla="*/ 148950 h 156129"/>
              <a:gd name="csX25" fmla="*/ 85169 w 156166"/>
              <a:gd name="csY25" fmla="*/ 145021 h 156129"/>
              <a:gd name="csX26" fmla="*/ 145039 w 156166"/>
              <a:gd name="csY26" fmla="*/ 85159 h 156129"/>
              <a:gd name="csX27" fmla="*/ 148970 w 156166"/>
              <a:gd name="csY27" fmla="*/ 85159 h 156129"/>
              <a:gd name="csX28" fmla="*/ 151708 w 156166"/>
              <a:gd name="csY28" fmla="*/ 84648 h 156129"/>
              <a:gd name="csX29" fmla="*/ 154039 w 156166"/>
              <a:gd name="csY29" fmla="*/ 83118 h 156129"/>
              <a:gd name="csX30" fmla="*/ 155605 w 156166"/>
              <a:gd name="csY30" fmla="*/ 80804 h 156129"/>
              <a:gd name="csX31" fmla="*/ 156166 w 156166"/>
              <a:gd name="csY31" fmla="*/ 78065 h 156129"/>
              <a:gd name="csX32" fmla="*/ 155605 w 156166"/>
              <a:gd name="csY32" fmla="*/ 75326 h 156129"/>
              <a:gd name="csX33" fmla="*/ 154039 w 156166"/>
              <a:gd name="csY33" fmla="*/ 73013 h 156129"/>
              <a:gd name="csX34" fmla="*/ 151708 w 156166"/>
              <a:gd name="csY34" fmla="*/ 71482 h 156129"/>
              <a:gd name="csX35" fmla="*/ 148970 w 156166"/>
              <a:gd name="csY35" fmla="*/ 70971 h 156129"/>
              <a:gd name="csX36" fmla="*/ 145039 w 156166"/>
              <a:gd name="csY36" fmla="*/ 70971 h 156129"/>
              <a:gd name="csX37" fmla="*/ 85169 w 156166"/>
              <a:gd name="csY37" fmla="*/ 11109 h 156129"/>
              <a:gd name="csX38" fmla="*/ 85169 w 156166"/>
              <a:gd name="csY38" fmla="*/ 7180 h 156129"/>
              <a:gd name="csX39" fmla="*/ 84642 w 156166"/>
              <a:gd name="csY39" fmla="*/ 4424 h 156129"/>
              <a:gd name="csX40" fmla="*/ 83094 w 156166"/>
              <a:gd name="csY40" fmla="*/ 2076 h 156129"/>
              <a:gd name="csX41" fmla="*/ 80746 w 156166"/>
              <a:gd name="csY41" fmla="*/ 529 h 156129"/>
              <a:gd name="csX42" fmla="*/ 77973 w 156166"/>
              <a:gd name="csY42" fmla="*/ 1 h 156129"/>
              <a:gd name="csX43" fmla="*/ 70997 w 156166"/>
              <a:gd name="csY43" fmla="*/ 25433 h 156129"/>
              <a:gd name="csX44" fmla="*/ 70997 w 156166"/>
              <a:gd name="csY44" fmla="*/ 32594 h 156129"/>
              <a:gd name="csX45" fmla="*/ 32598 w 156166"/>
              <a:gd name="csY45" fmla="*/ 70971 h 156129"/>
              <a:gd name="csX46" fmla="*/ 25435 w 156166"/>
              <a:gd name="csY46" fmla="*/ 70971 h 156129"/>
              <a:gd name="csX47" fmla="*/ 70997 w 156166"/>
              <a:gd name="csY47" fmla="*/ 25433 h 156129"/>
              <a:gd name="csX48" fmla="*/ 85169 w 156166"/>
              <a:gd name="csY48" fmla="*/ 25433 h 156129"/>
              <a:gd name="csX49" fmla="*/ 130714 w 156166"/>
              <a:gd name="csY49" fmla="*/ 70971 h 156129"/>
              <a:gd name="csX50" fmla="*/ 123552 w 156166"/>
              <a:gd name="csY50" fmla="*/ 70971 h 156129"/>
              <a:gd name="csX51" fmla="*/ 85169 w 156166"/>
              <a:gd name="csY51" fmla="*/ 32594 h 156129"/>
              <a:gd name="csX52" fmla="*/ 85169 w 156166"/>
              <a:gd name="csY52" fmla="*/ 25433 h 156129"/>
              <a:gd name="csX53" fmla="*/ 70997 w 156166"/>
              <a:gd name="csY53" fmla="*/ 46969 h 156129"/>
              <a:gd name="csX54" fmla="*/ 70997 w 156166"/>
              <a:gd name="csY54" fmla="*/ 49707 h 156129"/>
              <a:gd name="csX55" fmla="*/ 71507 w 156166"/>
              <a:gd name="csY55" fmla="*/ 52463 h 156129"/>
              <a:gd name="csX56" fmla="*/ 73038 w 156166"/>
              <a:gd name="csY56" fmla="*/ 54794 h 156129"/>
              <a:gd name="csX57" fmla="*/ 75335 w 156166"/>
              <a:gd name="csY57" fmla="*/ 56359 h 156129"/>
              <a:gd name="csX58" fmla="*/ 78074 w 156166"/>
              <a:gd name="csY58" fmla="*/ 56903 h 156129"/>
              <a:gd name="csX59" fmla="*/ 80814 w 156166"/>
              <a:gd name="csY59" fmla="*/ 56359 h 156129"/>
              <a:gd name="csX60" fmla="*/ 83128 w 156166"/>
              <a:gd name="csY60" fmla="*/ 54794 h 156129"/>
              <a:gd name="csX61" fmla="*/ 84659 w 156166"/>
              <a:gd name="csY61" fmla="*/ 52463 h 156129"/>
              <a:gd name="csX62" fmla="*/ 85169 w 156166"/>
              <a:gd name="csY62" fmla="*/ 49707 h 156129"/>
              <a:gd name="csX63" fmla="*/ 85169 w 156166"/>
              <a:gd name="csY63" fmla="*/ 46969 h 156129"/>
              <a:gd name="csX64" fmla="*/ 109175 w 156166"/>
              <a:gd name="csY64" fmla="*/ 70971 h 156129"/>
              <a:gd name="csX65" fmla="*/ 106436 w 156166"/>
              <a:gd name="csY65" fmla="*/ 70971 h 156129"/>
              <a:gd name="csX66" fmla="*/ 103697 w 156166"/>
              <a:gd name="csY66" fmla="*/ 71482 h 156129"/>
              <a:gd name="csX67" fmla="*/ 101349 w 156166"/>
              <a:gd name="csY67" fmla="*/ 73013 h 156129"/>
              <a:gd name="csX68" fmla="*/ 99801 w 156166"/>
              <a:gd name="csY68" fmla="*/ 75326 h 156129"/>
              <a:gd name="csX69" fmla="*/ 99239 w 156166"/>
              <a:gd name="csY69" fmla="*/ 78065 h 156129"/>
              <a:gd name="csX70" fmla="*/ 99801 w 156166"/>
              <a:gd name="csY70" fmla="*/ 80804 h 156129"/>
              <a:gd name="csX71" fmla="*/ 101349 w 156166"/>
              <a:gd name="csY71" fmla="*/ 83118 h 156129"/>
              <a:gd name="csX72" fmla="*/ 103697 w 156166"/>
              <a:gd name="csY72" fmla="*/ 84648 h 156129"/>
              <a:gd name="csX73" fmla="*/ 106436 w 156166"/>
              <a:gd name="csY73" fmla="*/ 85159 h 156129"/>
              <a:gd name="csX74" fmla="*/ 109175 w 156166"/>
              <a:gd name="csY74" fmla="*/ 85159 h 156129"/>
              <a:gd name="csX75" fmla="*/ 85169 w 156166"/>
              <a:gd name="csY75" fmla="*/ 109161 h 156129"/>
              <a:gd name="csX76" fmla="*/ 85169 w 156166"/>
              <a:gd name="csY76" fmla="*/ 106423 h 156129"/>
              <a:gd name="csX77" fmla="*/ 84642 w 156166"/>
              <a:gd name="csY77" fmla="*/ 103650 h 156129"/>
              <a:gd name="csX78" fmla="*/ 83094 w 156166"/>
              <a:gd name="csY78" fmla="*/ 101302 h 156129"/>
              <a:gd name="csX79" fmla="*/ 80746 w 156166"/>
              <a:gd name="csY79" fmla="*/ 99754 h 156129"/>
              <a:gd name="csX80" fmla="*/ 77973 w 156166"/>
              <a:gd name="csY80" fmla="*/ 99227 h 156129"/>
              <a:gd name="csX81" fmla="*/ 72987 w 156166"/>
              <a:gd name="csY81" fmla="*/ 101387 h 156129"/>
              <a:gd name="csX82" fmla="*/ 70997 w 156166"/>
              <a:gd name="csY82" fmla="*/ 106423 h 156129"/>
              <a:gd name="csX83" fmla="*/ 70997 w 156166"/>
              <a:gd name="csY83" fmla="*/ 109161 h 156129"/>
              <a:gd name="csX84" fmla="*/ 46974 w 156166"/>
              <a:gd name="csY84" fmla="*/ 85159 h 156129"/>
              <a:gd name="csX85" fmla="*/ 49730 w 156166"/>
              <a:gd name="csY85" fmla="*/ 85159 h 156129"/>
              <a:gd name="csX86" fmla="*/ 52470 w 156166"/>
              <a:gd name="csY86" fmla="*/ 84648 h 156129"/>
              <a:gd name="csX87" fmla="*/ 54800 w 156166"/>
              <a:gd name="csY87" fmla="*/ 83118 h 156129"/>
              <a:gd name="csX88" fmla="*/ 56365 w 156166"/>
              <a:gd name="csY88" fmla="*/ 80804 h 156129"/>
              <a:gd name="csX89" fmla="*/ 56910 w 156166"/>
              <a:gd name="csY89" fmla="*/ 78065 h 156129"/>
              <a:gd name="csX90" fmla="*/ 56365 w 156166"/>
              <a:gd name="csY90" fmla="*/ 75326 h 156129"/>
              <a:gd name="csX91" fmla="*/ 54800 w 156166"/>
              <a:gd name="csY91" fmla="*/ 73013 h 156129"/>
              <a:gd name="csX92" fmla="*/ 52470 w 156166"/>
              <a:gd name="csY92" fmla="*/ 71482 h 156129"/>
              <a:gd name="csX93" fmla="*/ 49730 w 156166"/>
              <a:gd name="csY93" fmla="*/ 70971 h 156129"/>
              <a:gd name="csX94" fmla="*/ 46974 w 156166"/>
              <a:gd name="csY94" fmla="*/ 70971 h 156129"/>
              <a:gd name="csX95" fmla="*/ 70997 w 156166"/>
              <a:gd name="csY95" fmla="*/ 46969 h 156129"/>
              <a:gd name="csX96" fmla="*/ 78074 w 156166"/>
              <a:gd name="csY96" fmla="*/ 63895 h 156129"/>
              <a:gd name="csX97" fmla="*/ 63902 w 156166"/>
              <a:gd name="csY97" fmla="*/ 78065 h 156129"/>
              <a:gd name="csX98" fmla="*/ 78074 w 156166"/>
              <a:gd name="csY98" fmla="*/ 92235 h 156129"/>
              <a:gd name="csX99" fmla="*/ 92264 w 156166"/>
              <a:gd name="csY99" fmla="*/ 78065 h 156129"/>
              <a:gd name="csX100" fmla="*/ 78074 w 156166"/>
              <a:gd name="csY100" fmla="*/ 63895 h 156129"/>
              <a:gd name="csX101" fmla="*/ 25435 w 156166"/>
              <a:gd name="csY101" fmla="*/ 85159 h 156129"/>
              <a:gd name="csX102" fmla="*/ 32598 w 156166"/>
              <a:gd name="csY102" fmla="*/ 85159 h 156129"/>
              <a:gd name="csX103" fmla="*/ 70997 w 156166"/>
              <a:gd name="csY103" fmla="*/ 123536 h 156129"/>
              <a:gd name="csX104" fmla="*/ 70997 w 156166"/>
              <a:gd name="csY104" fmla="*/ 130698 h 156129"/>
              <a:gd name="csX105" fmla="*/ 25435 w 156166"/>
              <a:gd name="csY105" fmla="*/ 85159 h 156129"/>
              <a:gd name="csX106" fmla="*/ 123552 w 156166"/>
              <a:gd name="csY106" fmla="*/ 85159 h 156129"/>
              <a:gd name="csX107" fmla="*/ 130714 w 156166"/>
              <a:gd name="csY107" fmla="*/ 85159 h 156129"/>
              <a:gd name="csX108" fmla="*/ 85169 w 156166"/>
              <a:gd name="csY108" fmla="*/ 130698 h 156129"/>
              <a:gd name="csX109" fmla="*/ 85169 w 156166"/>
              <a:gd name="csY109" fmla="*/ 123536 h 156129"/>
              <a:gd name="csX110" fmla="*/ 123552 w 156166"/>
              <a:gd name="csY110" fmla="*/ 85159 h 156129"/>
            </a:gdLst>
            <a:ahLst/>
            <a:cxnLst/>
            <a:rect l="l" t="t" r="r" b="b"/>
            <a:pathLst>
              <a:path w="100000" h="100000">
                <a:moveTo>
                  <a:pt x="49930" y="12"/>
                </a:moveTo>
                <a:cubicBezTo>
                  <a:pt x="48731" y="34"/>
                  <a:pt x="47576" y="525"/>
                  <a:pt x="46737" y="1385"/>
                </a:cubicBezTo>
                <a:cubicBezTo>
                  <a:pt x="45898" y="2245"/>
                  <a:pt x="45441" y="3411"/>
                  <a:pt x="45463" y="4610"/>
                </a:cubicBezTo>
                <a:lnTo>
                  <a:pt x="45463" y="7125"/>
                </a:lnTo>
                <a:cubicBezTo>
                  <a:pt x="25308" y="9249"/>
                  <a:pt x="9238" y="25317"/>
                  <a:pt x="7114" y="45458"/>
                </a:cubicBezTo>
                <a:lnTo>
                  <a:pt x="4609" y="45458"/>
                </a:lnTo>
                <a:cubicBezTo>
                  <a:pt x="3998" y="45458"/>
                  <a:pt x="3410" y="45567"/>
                  <a:pt x="2844" y="45785"/>
                </a:cubicBezTo>
                <a:cubicBezTo>
                  <a:pt x="2288" y="46014"/>
                  <a:pt x="1776" y="46351"/>
                  <a:pt x="1351" y="46765"/>
                </a:cubicBezTo>
                <a:cubicBezTo>
                  <a:pt x="926" y="47190"/>
                  <a:pt x="588" y="47691"/>
                  <a:pt x="349" y="48246"/>
                </a:cubicBezTo>
                <a:cubicBezTo>
                  <a:pt x="120" y="48802"/>
                  <a:pt x="0" y="49402"/>
                  <a:pt x="0" y="50000"/>
                </a:cubicBezTo>
                <a:cubicBezTo>
                  <a:pt x="0" y="50600"/>
                  <a:pt x="120" y="51198"/>
                  <a:pt x="349" y="51754"/>
                </a:cubicBezTo>
                <a:cubicBezTo>
                  <a:pt x="588" y="52309"/>
                  <a:pt x="926" y="52811"/>
                  <a:pt x="1351" y="53236"/>
                </a:cubicBezTo>
                <a:cubicBezTo>
                  <a:pt x="1776" y="53661"/>
                  <a:pt x="2288" y="53987"/>
                  <a:pt x="2844" y="54216"/>
                </a:cubicBezTo>
                <a:cubicBezTo>
                  <a:pt x="3410" y="54433"/>
                  <a:pt x="3998" y="54554"/>
                  <a:pt x="4609" y="54543"/>
                </a:cubicBezTo>
                <a:lnTo>
                  <a:pt x="7114" y="54543"/>
                </a:lnTo>
                <a:cubicBezTo>
                  <a:pt x="9238" y="74684"/>
                  <a:pt x="25308" y="90751"/>
                  <a:pt x="45463" y="92875"/>
                </a:cubicBezTo>
                <a:lnTo>
                  <a:pt x="45463" y="95391"/>
                </a:lnTo>
                <a:cubicBezTo>
                  <a:pt x="45452" y="95990"/>
                  <a:pt x="45560" y="96589"/>
                  <a:pt x="45789" y="97145"/>
                </a:cubicBezTo>
                <a:cubicBezTo>
                  <a:pt x="46007" y="97701"/>
                  <a:pt x="46345" y="98212"/>
                  <a:pt x="46769" y="98638"/>
                </a:cubicBezTo>
                <a:cubicBezTo>
                  <a:pt x="47184" y="99073"/>
                  <a:pt x="47685" y="99411"/>
                  <a:pt x="48240" y="99640"/>
                </a:cubicBezTo>
                <a:cubicBezTo>
                  <a:pt x="48796" y="99868"/>
                  <a:pt x="49396" y="99988"/>
                  <a:pt x="49994" y="99988"/>
                </a:cubicBezTo>
                <a:cubicBezTo>
                  <a:pt x="50594" y="99988"/>
                  <a:pt x="51193" y="99868"/>
                  <a:pt x="51749" y="99640"/>
                </a:cubicBezTo>
                <a:cubicBezTo>
                  <a:pt x="52304" y="99411"/>
                  <a:pt x="52805" y="99073"/>
                  <a:pt x="53231" y="98638"/>
                </a:cubicBezTo>
                <a:cubicBezTo>
                  <a:pt x="53655" y="98212"/>
                  <a:pt x="53982" y="97701"/>
                  <a:pt x="54211" y="97145"/>
                </a:cubicBezTo>
                <a:cubicBezTo>
                  <a:pt x="54440" y="96589"/>
                  <a:pt x="54548" y="95990"/>
                  <a:pt x="54537" y="95391"/>
                </a:cubicBezTo>
                <a:lnTo>
                  <a:pt x="54537" y="92875"/>
                </a:lnTo>
                <a:cubicBezTo>
                  <a:pt x="74681" y="90751"/>
                  <a:pt x="90751" y="74684"/>
                  <a:pt x="92875" y="54543"/>
                </a:cubicBezTo>
                <a:lnTo>
                  <a:pt x="95392" y="54543"/>
                </a:lnTo>
                <a:cubicBezTo>
                  <a:pt x="95991" y="54554"/>
                  <a:pt x="96590" y="54433"/>
                  <a:pt x="97145" y="54216"/>
                </a:cubicBezTo>
                <a:cubicBezTo>
                  <a:pt x="97701" y="53987"/>
                  <a:pt x="98213" y="53661"/>
                  <a:pt x="98638" y="53236"/>
                </a:cubicBezTo>
                <a:cubicBezTo>
                  <a:pt x="99074" y="52811"/>
                  <a:pt x="99412" y="52309"/>
                  <a:pt x="99641" y="51754"/>
                </a:cubicBezTo>
                <a:cubicBezTo>
                  <a:pt x="99880" y="51198"/>
                  <a:pt x="100000" y="50600"/>
                  <a:pt x="100000" y="50000"/>
                </a:cubicBezTo>
                <a:cubicBezTo>
                  <a:pt x="100000" y="49402"/>
                  <a:pt x="99880" y="48802"/>
                  <a:pt x="99641" y="48246"/>
                </a:cubicBezTo>
                <a:cubicBezTo>
                  <a:pt x="99412" y="47691"/>
                  <a:pt x="99074" y="47190"/>
                  <a:pt x="98638" y="46765"/>
                </a:cubicBezTo>
                <a:cubicBezTo>
                  <a:pt x="98213" y="46351"/>
                  <a:pt x="97701" y="46014"/>
                  <a:pt x="97145" y="45785"/>
                </a:cubicBezTo>
                <a:cubicBezTo>
                  <a:pt x="96590" y="45567"/>
                  <a:pt x="95991" y="45458"/>
                  <a:pt x="95392" y="45458"/>
                </a:cubicBezTo>
                <a:lnTo>
                  <a:pt x="92875" y="45458"/>
                </a:lnTo>
                <a:cubicBezTo>
                  <a:pt x="90751" y="25317"/>
                  <a:pt x="74681" y="9249"/>
                  <a:pt x="54537" y="7125"/>
                </a:cubicBezTo>
                <a:lnTo>
                  <a:pt x="54537" y="4610"/>
                </a:lnTo>
                <a:cubicBezTo>
                  <a:pt x="54548" y="4010"/>
                  <a:pt x="54429" y="3401"/>
                  <a:pt x="54200" y="2845"/>
                </a:cubicBezTo>
                <a:cubicBezTo>
                  <a:pt x="53971" y="2279"/>
                  <a:pt x="53633" y="1766"/>
                  <a:pt x="53209" y="1341"/>
                </a:cubicBezTo>
                <a:cubicBezTo>
                  <a:pt x="52773" y="917"/>
                  <a:pt x="52260" y="568"/>
                  <a:pt x="51705" y="351"/>
                </a:cubicBezTo>
                <a:cubicBezTo>
                  <a:pt x="51139" y="121"/>
                  <a:pt x="50539" y="2"/>
                  <a:pt x="49930" y="12"/>
                </a:cubicBezTo>
                <a:close/>
                <a:moveTo>
                  <a:pt x="45463" y="16298"/>
                </a:moveTo>
                <a:lnTo>
                  <a:pt x="45463" y="20883"/>
                </a:lnTo>
                <a:cubicBezTo>
                  <a:pt x="32846" y="22855"/>
                  <a:pt x="22846" y="32854"/>
                  <a:pt x="20874" y="45458"/>
                </a:cubicBezTo>
                <a:lnTo>
                  <a:pt x="16287" y="45458"/>
                </a:lnTo>
                <a:cubicBezTo>
                  <a:pt x="18303" y="30262"/>
                  <a:pt x="30254" y="18313"/>
                  <a:pt x="45463" y="16298"/>
                </a:cubicBezTo>
                <a:close/>
                <a:moveTo>
                  <a:pt x="54537" y="16298"/>
                </a:moveTo>
                <a:cubicBezTo>
                  <a:pt x="69735" y="18313"/>
                  <a:pt x="81687" y="30262"/>
                  <a:pt x="83702" y="45458"/>
                </a:cubicBezTo>
                <a:lnTo>
                  <a:pt x="79116" y="45458"/>
                </a:lnTo>
                <a:cubicBezTo>
                  <a:pt x="77144" y="32854"/>
                  <a:pt x="67153" y="22855"/>
                  <a:pt x="54537" y="20883"/>
                </a:cubicBezTo>
                <a:lnTo>
                  <a:pt x="54537" y="16298"/>
                </a:lnTo>
                <a:close/>
                <a:moveTo>
                  <a:pt x="45463" y="30088"/>
                </a:moveTo>
                <a:lnTo>
                  <a:pt x="45463" y="31841"/>
                </a:lnTo>
                <a:cubicBezTo>
                  <a:pt x="45452" y="32452"/>
                  <a:pt x="45560" y="33040"/>
                  <a:pt x="45789" y="33606"/>
                </a:cubicBezTo>
                <a:cubicBezTo>
                  <a:pt x="46007" y="34162"/>
                  <a:pt x="46345" y="34674"/>
                  <a:pt x="46769" y="35099"/>
                </a:cubicBezTo>
                <a:cubicBezTo>
                  <a:pt x="47184" y="35523"/>
                  <a:pt x="47685" y="35861"/>
                  <a:pt x="48240" y="36101"/>
                </a:cubicBezTo>
                <a:cubicBezTo>
                  <a:pt x="48796" y="36330"/>
                  <a:pt x="49396" y="36449"/>
                  <a:pt x="49994" y="36449"/>
                </a:cubicBezTo>
                <a:cubicBezTo>
                  <a:pt x="50594" y="36449"/>
                  <a:pt x="51193" y="36330"/>
                  <a:pt x="51749" y="36101"/>
                </a:cubicBezTo>
                <a:cubicBezTo>
                  <a:pt x="52304" y="35861"/>
                  <a:pt x="52805" y="35523"/>
                  <a:pt x="53231" y="35099"/>
                </a:cubicBezTo>
                <a:cubicBezTo>
                  <a:pt x="53655" y="34674"/>
                  <a:pt x="53982" y="34162"/>
                  <a:pt x="54211" y="33606"/>
                </a:cubicBezTo>
                <a:cubicBezTo>
                  <a:pt x="54440" y="33040"/>
                  <a:pt x="54548" y="32452"/>
                  <a:pt x="54537" y="31841"/>
                </a:cubicBezTo>
                <a:lnTo>
                  <a:pt x="54537" y="30088"/>
                </a:lnTo>
                <a:cubicBezTo>
                  <a:pt x="62197" y="31809"/>
                  <a:pt x="68188" y="37800"/>
                  <a:pt x="69910" y="45458"/>
                </a:cubicBezTo>
                <a:lnTo>
                  <a:pt x="68156" y="45458"/>
                </a:lnTo>
                <a:cubicBezTo>
                  <a:pt x="67556" y="45458"/>
                  <a:pt x="66957" y="45567"/>
                  <a:pt x="66402" y="45785"/>
                </a:cubicBezTo>
                <a:cubicBezTo>
                  <a:pt x="65835" y="46014"/>
                  <a:pt x="65334" y="46351"/>
                  <a:pt x="64898" y="46765"/>
                </a:cubicBezTo>
                <a:cubicBezTo>
                  <a:pt x="64473" y="47190"/>
                  <a:pt x="64136" y="47691"/>
                  <a:pt x="63907" y="48246"/>
                </a:cubicBezTo>
                <a:cubicBezTo>
                  <a:pt x="63667" y="48802"/>
                  <a:pt x="63547" y="49402"/>
                  <a:pt x="63547" y="50000"/>
                </a:cubicBezTo>
                <a:cubicBezTo>
                  <a:pt x="63547" y="50600"/>
                  <a:pt x="63667" y="51198"/>
                  <a:pt x="63907" y="51754"/>
                </a:cubicBezTo>
                <a:cubicBezTo>
                  <a:pt x="64136" y="52309"/>
                  <a:pt x="64473" y="52811"/>
                  <a:pt x="64898" y="53236"/>
                </a:cubicBezTo>
                <a:cubicBezTo>
                  <a:pt x="65334" y="53661"/>
                  <a:pt x="65835" y="53987"/>
                  <a:pt x="66402" y="54216"/>
                </a:cubicBezTo>
                <a:cubicBezTo>
                  <a:pt x="66957" y="54433"/>
                  <a:pt x="67556" y="54554"/>
                  <a:pt x="68156" y="54543"/>
                </a:cubicBezTo>
                <a:lnTo>
                  <a:pt x="69910" y="54543"/>
                </a:lnTo>
                <a:cubicBezTo>
                  <a:pt x="68188" y="62201"/>
                  <a:pt x="62197" y="68192"/>
                  <a:pt x="54537" y="69912"/>
                </a:cubicBezTo>
                <a:lnTo>
                  <a:pt x="54537" y="68159"/>
                </a:lnTo>
                <a:cubicBezTo>
                  <a:pt x="54548" y="67549"/>
                  <a:pt x="54429" y="66950"/>
                  <a:pt x="54200" y="66384"/>
                </a:cubicBezTo>
                <a:cubicBezTo>
                  <a:pt x="53971" y="65828"/>
                  <a:pt x="53633" y="65316"/>
                  <a:pt x="53209" y="64880"/>
                </a:cubicBezTo>
                <a:cubicBezTo>
                  <a:pt x="52773" y="64455"/>
                  <a:pt x="52260" y="64118"/>
                  <a:pt x="51705" y="63889"/>
                </a:cubicBezTo>
                <a:cubicBezTo>
                  <a:pt x="51139" y="63660"/>
                  <a:pt x="50539" y="63551"/>
                  <a:pt x="49930" y="63551"/>
                </a:cubicBezTo>
                <a:cubicBezTo>
                  <a:pt x="48731" y="63573"/>
                  <a:pt x="47576" y="64063"/>
                  <a:pt x="46737" y="64934"/>
                </a:cubicBezTo>
                <a:cubicBezTo>
                  <a:pt x="45898" y="65795"/>
                  <a:pt x="45441" y="66950"/>
                  <a:pt x="45463" y="68159"/>
                </a:cubicBezTo>
                <a:lnTo>
                  <a:pt x="45463" y="69912"/>
                </a:lnTo>
                <a:cubicBezTo>
                  <a:pt x="37792" y="68192"/>
                  <a:pt x="31812" y="62201"/>
                  <a:pt x="30080" y="54543"/>
                </a:cubicBezTo>
                <a:lnTo>
                  <a:pt x="31844" y="54543"/>
                </a:lnTo>
                <a:cubicBezTo>
                  <a:pt x="32444" y="54554"/>
                  <a:pt x="33043" y="54433"/>
                  <a:pt x="33599" y="54216"/>
                </a:cubicBezTo>
                <a:cubicBezTo>
                  <a:pt x="34154" y="53987"/>
                  <a:pt x="34666" y="53661"/>
                  <a:pt x="35091" y="53236"/>
                </a:cubicBezTo>
                <a:cubicBezTo>
                  <a:pt x="35516" y="52811"/>
                  <a:pt x="35864" y="52309"/>
                  <a:pt x="36093" y="51754"/>
                </a:cubicBezTo>
                <a:cubicBezTo>
                  <a:pt x="36322" y="51198"/>
                  <a:pt x="36442" y="50600"/>
                  <a:pt x="36442" y="50000"/>
                </a:cubicBezTo>
                <a:cubicBezTo>
                  <a:pt x="36442" y="49402"/>
                  <a:pt x="36322" y="48802"/>
                  <a:pt x="36093" y="48246"/>
                </a:cubicBezTo>
                <a:cubicBezTo>
                  <a:pt x="35864" y="47691"/>
                  <a:pt x="35516" y="47190"/>
                  <a:pt x="35091" y="46765"/>
                </a:cubicBezTo>
                <a:cubicBezTo>
                  <a:pt x="34666" y="46351"/>
                  <a:pt x="34154" y="46014"/>
                  <a:pt x="33599" y="45785"/>
                </a:cubicBezTo>
                <a:cubicBezTo>
                  <a:pt x="33043" y="45567"/>
                  <a:pt x="32444" y="45458"/>
                  <a:pt x="31844" y="45458"/>
                </a:cubicBezTo>
                <a:lnTo>
                  <a:pt x="30080" y="45458"/>
                </a:lnTo>
                <a:cubicBezTo>
                  <a:pt x="31812" y="37800"/>
                  <a:pt x="37792" y="31809"/>
                  <a:pt x="45463" y="30088"/>
                </a:cubicBezTo>
                <a:close/>
                <a:moveTo>
                  <a:pt x="49994" y="40927"/>
                </a:moveTo>
                <a:cubicBezTo>
                  <a:pt x="44983" y="40927"/>
                  <a:pt x="40919" y="44990"/>
                  <a:pt x="40919" y="50000"/>
                </a:cubicBezTo>
                <a:cubicBezTo>
                  <a:pt x="40919" y="55011"/>
                  <a:pt x="44983" y="59074"/>
                  <a:pt x="49994" y="59074"/>
                </a:cubicBezTo>
                <a:cubicBezTo>
                  <a:pt x="55006" y="59074"/>
                  <a:pt x="59081" y="55011"/>
                  <a:pt x="59081" y="50000"/>
                </a:cubicBezTo>
                <a:cubicBezTo>
                  <a:pt x="59081" y="44990"/>
                  <a:pt x="55006" y="40927"/>
                  <a:pt x="49994" y="40927"/>
                </a:cubicBezTo>
                <a:close/>
                <a:moveTo>
                  <a:pt x="16287" y="54543"/>
                </a:moveTo>
                <a:lnTo>
                  <a:pt x="20874" y="54543"/>
                </a:lnTo>
                <a:cubicBezTo>
                  <a:pt x="22846" y="67156"/>
                  <a:pt x="32846" y="77146"/>
                  <a:pt x="45463" y="79117"/>
                </a:cubicBezTo>
                <a:lnTo>
                  <a:pt x="45463" y="83704"/>
                </a:lnTo>
                <a:cubicBezTo>
                  <a:pt x="30254" y="81688"/>
                  <a:pt x="18303" y="69738"/>
                  <a:pt x="16287" y="54543"/>
                </a:cubicBezTo>
                <a:close/>
                <a:moveTo>
                  <a:pt x="79116" y="54543"/>
                </a:moveTo>
                <a:lnTo>
                  <a:pt x="83702" y="54543"/>
                </a:lnTo>
                <a:cubicBezTo>
                  <a:pt x="81687" y="69738"/>
                  <a:pt x="69735" y="81688"/>
                  <a:pt x="54537" y="83704"/>
                </a:cubicBezTo>
                <a:lnTo>
                  <a:pt x="54537" y="79117"/>
                </a:lnTo>
                <a:cubicBezTo>
                  <a:pt x="67153" y="77146"/>
                  <a:pt x="77144" y="67156"/>
                  <a:pt x="79116" y="5454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1" name="Белый — SVG 2">
            <a:extLst>
              <a:ext uri="{FF2B5EF4-FFF2-40B4-BE49-F238E27FC236}">
                <a16:creationId xmlns:a16="http://schemas.microsoft.com/office/drawing/2014/main" id="{DAB130F0-5F3B-BD43-BEB9-9B55BA6862BA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5317 w 127602"/>
              <a:gd name="csY0" fmla="*/ 70871 h 99229"/>
              <a:gd name="csX1" fmla="*/ 74434 w 127602"/>
              <a:gd name="csY1" fmla="*/ 70871 h 99229"/>
              <a:gd name="csX2" fmla="*/ 74434 w 127602"/>
              <a:gd name="csY2" fmla="*/ 93921 h 99229"/>
              <a:gd name="csX3" fmla="*/ 77815 w 127602"/>
              <a:gd name="csY3" fmla="*/ 98872 h 99229"/>
              <a:gd name="csX4" fmla="*/ 79750 w 127602"/>
              <a:gd name="csY4" fmla="*/ 99229 h 99229"/>
              <a:gd name="csX5" fmla="*/ 83660 w 127602"/>
              <a:gd name="csY5" fmla="*/ 97528 h 99229"/>
              <a:gd name="csX6" fmla="*/ 126193 w 127602"/>
              <a:gd name="csY6" fmla="*/ 51445 h 99229"/>
              <a:gd name="csX7" fmla="*/ 126045 w 127602"/>
              <a:gd name="csY7" fmla="*/ 44079 h 99229"/>
              <a:gd name="csX8" fmla="*/ 83511 w 127602"/>
              <a:gd name="csY8" fmla="*/ 1551 h 99229"/>
              <a:gd name="csX9" fmla="*/ 77716 w 127602"/>
              <a:gd name="csY9" fmla="*/ 411 h 99229"/>
              <a:gd name="csX10" fmla="*/ 74434 w 127602"/>
              <a:gd name="csY10" fmla="*/ 5311 h 99229"/>
              <a:gd name="csX11" fmla="*/ 74434 w 127602"/>
              <a:gd name="csY11" fmla="*/ 28344 h 99229"/>
              <a:gd name="csX12" fmla="*/ 5317 w 127602"/>
              <a:gd name="csY12" fmla="*/ 28344 h 99229"/>
              <a:gd name="csX13" fmla="*/ 0 w 127602"/>
              <a:gd name="csY13" fmla="*/ 33668 h 99229"/>
              <a:gd name="csX14" fmla="*/ 0 w 127602"/>
              <a:gd name="csY14" fmla="*/ 65564 h 99229"/>
              <a:gd name="csX15" fmla="*/ 5317 w 127602"/>
              <a:gd name="csY15" fmla="*/ 70871 h 99229"/>
            </a:gdLst>
            <a:ahLst/>
            <a:cxnLst/>
            <a:rect l="l" t="t" r="r" b="b"/>
            <a:pathLst>
              <a:path w="100000" h="100000">
                <a:moveTo>
                  <a:pt x="4167" y="66658"/>
                </a:moveTo>
                <a:lnTo>
                  <a:pt x="58333" y="66658"/>
                </a:lnTo>
                <a:lnTo>
                  <a:pt x="58333" y="84722"/>
                </a:lnTo>
                <a:cubicBezTo>
                  <a:pt x="58333" y="86429"/>
                  <a:pt x="59385" y="87976"/>
                  <a:pt x="60983" y="88602"/>
                </a:cubicBezTo>
                <a:cubicBezTo>
                  <a:pt x="61474" y="88789"/>
                  <a:pt x="61988" y="88882"/>
                  <a:pt x="62499" y="88882"/>
                </a:cubicBezTo>
                <a:cubicBezTo>
                  <a:pt x="63639" y="88882"/>
                  <a:pt x="64758" y="88416"/>
                  <a:pt x="65563" y="87549"/>
                </a:cubicBezTo>
                <a:lnTo>
                  <a:pt x="98896" y="51435"/>
                </a:lnTo>
                <a:cubicBezTo>
                  <a:pt x="100413" y="49794"/>
                  <a:pt x="100360" y="47248"/>
                  <a:pt x="98780" y="45662"/>
                </a:cubicBezTo>
                <a:lnTo>
                  <a:pt x="65446" y="12333"/>
                </a:lnTo>
                <a:cubicBezTo>
                  <a:pt x="64255" y="11147"/>
                  <a:pt x="62461" y="10787"/>
                  <a:pt x="60905" y="11440"/>
                </a:cubicBezTo>
                <a:cubicBezTo>
                  <a:pt x="59346" y="12080"/>
                  <a:pt x="58333" y="13600"/>
                  <a:pt x="58333" y="15280"/>
                </a:cubicBezTo>
                <a:lnTo>
                  <a:pt x="58333" y="33331"/>
                </a:lnTo>
                <a:lnTo>
                  <a:pt x="4167" y="33331"/>
                </a:lnTo>
                <a:cubicBezTo>
                  <a:pt x="1867" y="33331"/>
                  <a:pt x="0" y="35197"/>
                  <a:pt x="0" y="37503"/>
                </a:cubicBezTo>
                <a:lnTo>
                  <a:pt x="0" y="62499"/>
                </a:lnTo>
                <a:cubicBezTo>
                  <a:pt x="0" y="64806"/>
                  <a:pt x="1867" y="66658"/>
                  <a:pt x="4167" y="6665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2" name="Белый — SVG 3">
            <a:extLst>
              <a:ext uri="{FF2B5EF4-FFF2-40B4-BE49-F238E27FC236}">
                <a16:creationId xmlns:a16="http://schemas.microsoft.com/office/drawing/2014/main" id="{2487E76A-821E-434B-8FE9-8393F543CA6B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28208 w 141772"/>
              <a:gd name="csY0" fmla="*/ 2 h 131310"/>
              <a:gd name="csX1" fmla="*/ 23342 w 141772"/>
              <a:gd name="csY1" fmla="*/ 2145 h 131310"/>
              <a:gd name="csX2" fmla="*/ 2076 w 141772"/>
              <a:gd name="csY2" fmla="*/ 23409 h 131310"/>
              <a:gd name="csX3" fmla="*/ 0 w 141772"/>
              <a:gd name="csY3" fmla="*/ 28428 h 131310"/>
              <a:gd name="csX4" fmla="*/ 2076 w 141772"/>
              <a:gd name="csY4" fmla="*/ 33446 h 131310"/>
              <a:gd name="csX5" fmla="*/ 23342 w 141772"/>
              <a:gd name="csY5" fmla="*/ 54710 h 131310"/>
              <a:gd name="csX6" fmla="*/ 25639 w 141772"/>
              <a:gd name="csY6" fmla="*/ 56292 h 131310"/>
              <a:gd name="csX7" fmla="*/ 28378 w 141772"/>
              <a:gd name="csY7" fmla="*/ 56887 h 131310"/>
              <a:gd name="csX8" fmla="*/ 31135 w 141772"/>
              <a:gd name="csY8" fmla="*/ 56360 h 131310"/>
              <a:gd name="csX9" fmla="*/ 33465 w 141772"/>
              <a:gd name="csY9" fmla="*/ 54812 h 131310"/>
              <a:gd name="csX10" fmla="*/ 35014 w 141772"/>
              <a:gd name="csY10" fmla="*/ 52464 h 131310"/>
              <a:gd name="csX11" fmla="*/ 35541 w 141772"/>
              <a:gd name="csY11" fmla="*/ 49725 h 131310"/>
              <a:gd name="csX12" fmla="*/ 34963 w 141772"/>
              <a:gd name="csY12" fmla="*/ 46987 h 131310"/>
              <a:gd name="csX13" fmla="*/ 33363 w 141772"/>
              <a:gd name="csY13" fmla="*/ 44673 h 131310"/>
              <a:gd name="csX14" fmla="*/ 24380 w 141772"/>
              <a:gd name="csY14" fmla="*/ 35691 h 131310"/>
              <a:gd name="csX15" fmla="*/ 51329 w 141772"/>
              <a:gd name="csY15" fmla="*/ 42173 h 131310"/>
              <a:gd name="csX16" fmla="*/ 64005 w 141772"/>
              <a:gd name="csY16" fmla="*/ 32629 h 131310"/>
              <a:gd name="csX17" fmla="*/ 24040 w 141772"/>
              <a:gd name="csY17" fmla="*/ 21487 h 131310"/>
              <a:gd name="csX18" fmla="*/ 33363 w 141772"/>
              <a:gd name="csY18" fmla="*/ 12182 h 131310"/>
              <a:gd name="csX19" fmla="*/ 35371 w 141772"/>
              <a:gd name="csY19" fmla="*/ 8491 h 131310"/>
              <a:gd name="csX20" fmla="*/ 34946 w 141772"/>
              <a:gd name="csY20" fmla="*/ 4323 h 131310"/>
              <a:gd name="csX21" fmla="*/ 32257 w 141772"/>
              <a:gd name="csY21" fmla="*/ 1125 h 131310"/>
              <a:gd name="csX22" fmla="*/ 28208 w 141772"/>
              <a:gd name="csY22" fmla="*/ 2 h 131310"/>
              <a:gd name="csX23" fmla="*/ 113344 w 141772"/>
              <a:gd name="csY23" fmla="*/ 2 h 131310"/>
              <a:gd name="csX24" fmla="*/ 109396 w 141772"/>
              <a:gd name="csY24" fmla="*/ 1210 h 131310"/>
              <a:gd name="csX25" fmla="*/ 106776 w 141772"/>
              <a:gd name="csY25" fmla="*/ 4425 h 131310"/>
              <a:gd name="csX26" fmla="*/ 106419 w 141772"/>
              <a:gd name="csY26" fmla="*/ 8542 h 131310"/>
              <a:gd name="csX27" fmla="*/ 108409 w 141772"/>
              <a:gd name="csY27" fmla="*/ 12182 h 131310"/>
              <a:gd name="csX28" fmla="*/ 117699 w 141772"/>
              <a:gd name="csY28" fmla="*/ 21470 h 131310"/>
              <a:gd name="csX29" fmla="*/ 17728 w 141772"/>
              <a:gd name="csY29" fmla="*/ 124115 h 131310"/>
              <a:gd name="csX30" fmla="*/ 18238 w 141772"/>
              <a:gd name="csY30" fmla="*/ 126854 h 131310"/>
              <a:gd name="csX31" fmla="*/ 19770 w 141772"/>
              <a:gd name="csY31" fmla="*/ 129184 h 131310"/>
              <a:gd name="csX32" fmla="*/ 22066 w 141772"/>
              <a:gd name="csY32" fmla="*/ 130750 h 131310"/>
              <a:gd name="csX33" fmla="*/ 24806 w 141772"/>
              <a:gd name="csY33" fmla="*/ 131311 h 131310"/>
              <a:gd name="csX34" fmla="*/ 27545 w 141772"/>
              <a:gd name="csY34" fmla="*/ 130750 h 131310"/>
              <a:gd name="csX35" fmla="*/ 29859 w 141772"/>
              <a:gd name="csY35" fmla="*/ 129184 h 131310"/>
              <a:gd name="csX36" fmla="*/ 31390 w 141772"/>
              <a:gd name="csY36" fmla="*/ 126854 h 131310"/>
              <a:gd name="csX37" fmla="*/ 31900 w 141772"/>
              <a:gd name="csY37" fmla="*/ 124115 h 131310"/>
              <a:gd name="csX38" fmla="*/ 117393 w 141772"/>
              <a:gd name="csY38" fmla="*/ 35691 h 131310"/>
              <a:gd name="csX39" fmla="*/ 108409 w 141772"/>
              <a:gd name="csY39" fmla="*/ 44673 h 131310"/>
              <a:gd name="csX40" fmla="*/ 106810 w 141772"/>
              <a:gd name="csY40" fmla="*/ 46987 h 131310"/>
              <a:gd name="csX41" fmla="*/ 106232 w 141772"/>
              <a:gd name="csY41" fmla="*/ 49725 h 131310"/>
              <a:gd name="csX42" fmla="*/ 106759 w 141772"/>
              <a:gd name="csY42" fmla="*/ 52464 h 131310"/>
              <a:gd name="csX43" fmla="*/ 108307 w 141772"/>
              <a:gd name="csY43" fmla="*/ 54812 h 131310"/>
              <a:gd name="csX44" fmla="*/ 110638 w 141772"/>
              <a:gd name="csY44" fmla="*/ 56360 h 131310"/>
              <a:gd name="csX45" fmla="*/ 113394 w 141772"/>
              <a:gd name="csY45" fmla="*/ 56887 h 131310"/>
              <a:gd name="csX46" fmla="*/ 116134 w 141772"/>
              <a:gd name="csY46" fmla="*/ 56292 h 131310"/>
              <a:gd name="csX47" fmla="*/ 118431 w 141772"/>
              <a:gd name="csY47" fmla="*/ 54710 h 131310"/>
              <a:gd name="csX48" fmla="*/ 139697 w 141772"/>
              <a:gd name="csY48" fmla="*/ 33446 h 131310"/>
              <a:gd name="csX49" fmla="*/ 141773 w 141772"/>
              <a:gd name="csY49" fmla="*/ 28428 h 131310"/>
              <a:gd name="csX50" fmla="*/ 139697 w 141772"/>
              <a:gd name="csY50" fmla="*/ 23409 h 131310"/>
              <a:gd name="csX51" fmla="*/ 118431 w 141772"/>
              <a:gd name="csY51" fmla="*/ 2145 h 131310"/>
              <a:gd name="csX52" fmla="*/ 116099 w 141772"/>
              <a:gd name="csY52" fmla="*/ 564 h 131310"/>
              <a:gd name="csX53" fmla="*/ 113344 w 141772"/>
              <a:gd name="csY53" fmla="*/ 2 h 131310"/>
              <a:gd name="csX54" fmla="*/ 89235 w 141772"/>
              <a:gd name="csY54" fmla="*/ 50372 h 131310"/>
              <a:gd name="csX55" fmla="*/ 76577 w 141772"/>
              <a:gd name="csY55" fmla="*/ 57721 h 131310"/>
              <a:gd name="csX56" fmla="*/ 109873 w 141772"/>
              <a:gd name="csY56" fmla="*/ 124115 h 131310"/>
              <a:gd name="csX57" fmla="*/ 116967 w 141772"/>
              <a:gd name="csY57" fmla="*/ 131209 h 131310"/>
              <a:gd name="csX58" fmla="*/ 124062 w 141772"/>
              <a:gd name="csY58" fmla="*/ 124115 h 131310"/>
              <a:gd name="csX59" fmla="*/ 89235 w 141772"/>
              <a:gd name="csY59" fmla="*/ 50372 h 131310"/>
            </a:gdLst>
            <a:ahLst/>
            <a:cxnLst/>
            <a:rect l="l" t="t" r="r" b="b"/>
            <a:pathLst>
              <a:path w="100000" h="100000">
                <a:moveTo>
                  <a:pt x="19897" y="3691"/>
                </a:moveTo>
                <a:cubicBezTo>
                  <a:pt x="18601" y="3727"/>
                  <a:pt x="17365" y="4279"/>
                  <a:pt x="16464" y="5203"/>
                </a:cubicBezTo>
                <a:lnTo>
                  <a:pt x="1464" y="20201"/>
                </a:lnTo>
                <a:cubicBezTo>
                  <a:pt x="528" y="21137"/>
                  <a:pt x="0" y="22410"/>
                  <a:pt x="0" y="23742"/>
                </a:cubicBezTo>
                <a:cubicBezTo>
                  <a:pt x="0" y="25061"/>
                  <a:pt x="528" y="26333"/>
                  <a:pt x="1464" y="27281"/>
                </a:cubicBezTo>
                <a:lnTo>
                  <a:pt x="16464" y="42280"/>
                </a:lnTo>
                <a:cubicBezTo>
                  <a:pt x="16921" y="42760"/>
                  <a:pt x="17473" y="43132"/>
                  <a:pt x="18085" y="43396"/>
                </a:cubicBezTo>
                <a:cubicBezTo>
                  <a:pt x="18697" y="43660"/>
                  <a:pt x="19356" y="43803"/>
                  <a:pt x="20017" y="43815"/>
                </a:cubicBezTo>
                <a:cubicBezTo>
                  <a:pt x="20689" y="43815"/>
                  <a:pt x="21349" y="43696"/>
                  <a:pt x="21961" y="43444"/>
                </a:cubicBezTo>
                <a:cubicBezTo>
                  <a:pt x="22573" y="43191"/>
                  <a:pt x="23137" y="42819"/>
                  <a:pt x="23605" y="42352"/>
                </a:cubicBezTo>
                <a:cubicBezTo>
                  <a:pt x="24073" y="41872"/>
                  <a:pt x="24446" y="41320"/>
                  <a:pt x="24697" y="40696"/>
                </a:cubicBezTo>
                <a:cubicBezTo>
                  <a:pt x="24949" y="40084"/>
                  <a:pt x="25081" y="39424"/>
                  <a:pt x="25069" y="38764"/>
                </a:cubicBezTo>
                <a:cubicBezTo>
                  <a:pt x="25069" y="38092"/>
                  <a:pt x="24925" y="37432"/>
                  <a:pt x="24661" y="36832"/>
                </a:cubicBezTo>
                <a:cubicBezTo>
                  <a:pt x="24397" y="36220"/>
                  <a:pt x="24013" y="35668"/>
                  <a:pt x="23533" y="35200"/>
                </a:cubicBezTo>
                <a:lnTo>
                  <a:pt x="17197" y="28865"/>
                </a:lnTo>
                <a:cubicBezTo>
                  <a:pt x="23725" y="29285"/>
                  <a:pt x="30134" y="30881"/>
                  <a:pt x="36205" y="33437"/>
                </a:cubicBezTo>
                <a:cubicBezTo>
                  <a:pt x="39038" y="31000"/>
                  <a:pt x="42026" y="28757"/>
                  <a:pt x="45146" y="26705"/>
                </a:cubicBezTo>
                <a:cubicBezTo>
                  <a:pt x="36350" y="22169"/>
                  <a:pt x="26761" y="19362"/>
                  <a:pt x="16957" y="18846"/>
                </a:cubicBezTo>
                <a:lnTo>
                  <a:pt x="23533" y="12282"/>
                </a:lnTo>
                <a:cubicBezTo>
                  <a:pt x="24253" y="11574"/>
                  <a:pt x="24757" y="10675"/>
                  <a:pt x="24949" y="9679"/>
                </a:cubicBezTo>
                <a:cubicBezTo>
                  <a:pt x="25153" y="8695"/>
                  <a:pt x="25045" y="7675"/>
                  <a:pt x="24649" y="6739"/>
                </a:cubicBezTo>
                <a:cubicBezTo>
                  <a:pt x="24265" y="5815"/>
                  <a:pt x="23593" y="5023"/>
                  <a:pt x="22753" y="4483"/>
                </a:cubicBezTo>
                <a:cubicBezTo>
                  <a:pt x="21901" y="3943"/>
                  <a:pt x="20905" y="3667"/>
                  <a:pt x="19897" y="3691"/>
                </a:cubicBezTo>
                <a:close/>
                <a:moveTo>
                  <a:pt x="79948" y="3691"/>
                </a:moveTo>
                <a:cubicBezTo>
                  <a:pt x="78951" y="3691"/>
                  <a:pt x="77979" y="3991"/>
                  <a:pt x="77163" y="4543"/>
                </a:cubicBezTo>
                <a:cubicBezTo>
                  <a:pt x="76335" y="5107"/>
                  <a:pt x="75700" y="5887"/>
                  <a:pt x="75315" y="6811"/>
                </a:cubicBezTo>
                <a:cubicBezTo>
                  <a:pt x="74944" y="7735"/>
                  <a:pt x="74859" y="8743"/>
                  <a:pt x="75063" y="9715"/>
                </a:cubicBezTo>
                <a:cubicBezTo>
                  <a:pt x="75267" y="10699"/>
                  <a:pt x="75759" y="11586"/>
                  <a:pt x="76467" y="12282"/>
                </a:cubicBezTo>
                <a:lnTo>
                  <a:pt x="83020" y="18834"/>
                </a:lnTo>
                <a:cubicBezTo>
                  <a:pt x="46202" y="20694"/>
                  <a:pt x="12505" y="54027"/>
                  <a:pt x="12505" y="91235"/>
                </a:cubicBezTo>
                <a:cubicBezTo>
                  <a:pt x="12493" y="91895"/>
                  <a:pt x="12613" y="92555"/>
                  <a:pt x="12864" y="93167"/>
                </a:cubicBezTo>
                <a:cubicBezTo>
                  <a:pt x="13105" y="93779"/>
                  <a:pt x="13477" y="94343"/>
                  <a:pt x="13945" y="94811"/>
                </a:cubicBezTo>
                <a:cubicBezTo>
                  <a:pt x="14401" y="95291"/>
                  <a:pt x="14953" y="95663"/>
                  <a:pt x="15564" y="95915"/>
                </a:cubicBezTo>
                <a:cubicBezTo>
                  <a:pt x="16177" y="96179"/>
                  <a:pt x="16837" y="96311"/>
                  <a:pt x="17497" y="96311"/>
                </a:cubicBezTo>
                <a:cubicBezTo>
                  <a:pt x="18157" y="96311"/>
                  <a:pt x="18817" y="96179"/>
                  <a:pt x="19429" y="95915"/>
                </a:cubicBezTo>
                <a:cubicBezTo>
                  <a:pt x="20041" y="95663"/>
                  <a:pt x="20593" y="95291"/>
                  <a:pt x="21061" y="94811"/>
                </a:cubicBezTo>
                <a:cubicBezTo>
                  <a:pt x="21529" y="94343"/>
                  <a:pt x="21889" y="93779"/>
                  <a:pt x="22141" y="93167"/>
                </a:cubicBezTo>
                <a:cubicBezTo>
                  <a:pt x="22381" y="92555"/>
                  <a:pt x="22513" y="91895"/>
                  <a:pt x="22501" y="91235"/>
                </a:cubicBezTo>
                <a:cubicBezTo>
                  <a:pt x="22501" y="60506"/>
                  <a:pt x="52118" y="30953"/>
                  <a:pt x="82804" y="28865"/>
                </a:cubicBezTo>
                <a:lnTo>
                  <a:pt x="76467" y="35200"/>
                </a:lnTo>
                <a:cubicBezTo>
                  <a:pt x="75988" y="35668"/>
                  <a:pt x="75603" y="36220"/>
                  <a:pt x="75339" y="36832"/>
                </a:cubicBezTo>
                <a:cubicBezTo>
                  <a:pt x="75075" y="37432"/>
                  <a:pt x="74932" y="38092"/>
                  <a:pt x="74932" y="38764"/>
                </a:cubicBezTo>
                <a:cubicBezTo>
                  <a:pt x="74920" y="39424"/>
                  <a:pt x="75051" y="40084"/>
                  <a:pt x="75303" y="40696"/>
                </a:cubicBezTo>
                <a:cubicBezTo>
                  <a:pt x="75555" y="41320"/>
                  <a:pt x="75928" y="41872"/>
                  <a:pt x="76395" y="42352"/>
                </a:cubicBezTo>
                <a:cubicBezTo>
                  <a:pt x="76864" y="42819"/>
                  <a:pt x="77428" y="43191"/>
                  <a:pt x="78039" y="43444"/>
                </a:cubicBezTo>
                <a:cubicBezTo>
                  <a:pt x="78652" y="43696"/>
                  <a:pt x="79312" y="43815"/>
                  <a:pt x="79983" y="43815"/>
                </a:cubicBezTo>
                <a:cubicBezTo>
                  <a:pt x="80644" y="43803"/>
                  <a:pt x="81304" y="43660"/>
                  <a:pt x="81916" y="43396"/>
                </a:cubicBezTo>
                <a:cubicBezTo>
                  <a:pt x="82528" y="43132"/>
                  <a:pt x="83080" y="42760"/>
                  <a:pt x="83536" y="42280"/>
                </a:cubicBezTo>
                <a:lnTo>
                  <a:pt x="98536" y="27281"/>
                </a:lnTo>
                <a:cubicBezTo>
                  <a:pt x="99472" y="26333"/>
                  <a:pt x="100001" y="25061"/>
                  <a:pt x="100001" y="23742"/>
                </a:cubicBezTo>
                <a:cubicBezTo>
                  <a:pt x="100001" y="22410"/>
                  <a:pt x="99472" y="21137"/>
                  <a:pt x="98536" y="20201"/>
                </a:cubicBezTo>
                <a:lnTo>
                  <a:pt x="83536" y="5203"/>
                </a:lnTo>
                <a:cubicBezTo>
                  <a:pt x="83068" y="4723"/>
                  <a:pt x="82516" y="4351"/>
                  <a:pt x="81891" y="4088"/>
                </a:cubicBezTo>
                <a:cubicBezTo>
                  <a:pt x="81280" y="3823"/>
                  <a:pt x="80620" y="3691"/>
                  <a:pt x="79948" y="3691"/>
                </a:cubicBezTo>
                <a:close/>
                <a:moveTo>
                  <a:pt x="62943" y="39220"/>
                </a:moveTo>
                <a:cubicBezTo>
                  <a:pt x="59847" y="40696"/>
                  <a:pt x="56847" y="42436"/>
                  <a:pt x="54014" y="44404"/>
                </a:cubicBezTo>
                <a:cubicBezTo>
                  <a:pt x="68019" y="56259"/>
                  <a:pt x="77500" y="73476"/>
                  <a:pt x="77500" y="91235"/>
                </a:cubicBezTo>
                <a:cubicBezTo>
                  <a:pt x="77500" y="93995"/>
                  <a:pt x="79744" y="96239"/>
                  <a:pt x="82504" y="96239"/>
                </a:cubicBezTo>
                <a:cubicBezTo>
                  <a:pt x="85264" y="96239"/>
                  <a:pt x="87508" y="93995"/>
                  <a:pt x="87508" y="91235"/>
                </a:cubicBezTo>
                <a:cubicBezTo>
                  <a:pt x="87508" y="71761"/>
                  <a:pt x="77704" y="52850"/>
                  <a:pt x="62943" y="3922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3" name="Белый — SVG 4">
            <a:extLst>
              <a:ext uri="{FF2B5EF4-FFF2-40B4-BE49-F238E27FC236}">
                <a16:creationId xmlns:a16="http://schemas.microsoft.com/office/drawing/2014/main" id="{8D76F804-D554-D448-BE1D-80ED0046F5AE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65570 w 141772"/>
              <a:gd name="csY5" fmla="*/ 37203 h 141753"/>
              <a:gd name="csX6" fmla="*/ 70895 w 141772"/>
              <a:gd name="csY6" fmla="*/ 31896 h 141753"/>
              <a:gd name="csX7" fmla="*/ 76203 w 141772"/>
              <a:gd name="csY7" fmla="*/ 37203 h 141753"/>
              <a:gd name="csX8" fmla="*/ 76203 w 141772"/>
              <a:gd name="csY8" fmla="*/ 79731 h 141753"/>
              <a:gd name="csX9" fmla="*/ 70895 w 141772"/>
              <a:gd name="csY9" fmla="*/ 85056 h 141753"/>
              <a:gd name="csX10" fmla="*/ 65570 w 141772"/>
              <a:gd name="csY10" fmla="*/ 79731 h 141753"/>
              <a:gd name="csX11" fmla="*/ 65570 w 141772"/>
              <a:gd name="csY11" fmla="*/ 37203 h 141753"/>
              <a:gd name="csX12" fmla="*/ 70895 w 141772"/>
              <a:gd name="csY12" fmla="*/ 109858 h 141753"/>
              <a:gd name="csX13" fmla="*/ 63800 w 141772"/>
              <a:gd name="csY13" fmla="*/ 102781 h 141753"/>
              <a:gd name="csX14" fmla="*/ 70895 w 141772"/>
              <a:gd name="csY14" fmla="*/ 95687 h 141753"/>
              <a:gd name="csX15" fmla="*/ 77973 w 141772"/>
              <a:gd name="csY15" fmla="*/ 102781 h 141753"/>
              <a:gd name="csX16" fmla="*/ 70895 w 141772"/>
              <a:gd name="csY16" fmla="*/ 109858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1" y="99994"/>
                  <a:pt x="100001" y="77568"/>
                  <a:pt x="100001" y="50006"/>
                </a:cubicBezTo>
                <a:cubicBezTo>
                  <a:pt x="100001" y="22433"/>
                  <a:pt x="77571" y="7"/>
                  <a:pt x="50006" y="7"/>
                </a:cubicBezTo>
                <a:close/>
                <a:moveTo>
                  <a:pt x="46250" y="26248"/>
                </a:moveTo>
                <a:cubicBezTo>
                  <a:pt x="46250" y="24184"/>
                  <a:pt x="47930" y="22505"/>
                  <a:pt x="50006" y="22505"/>
                </a:cubicBezTo>
                <a:cubicBezTo>
                  <a:pt x="52070" y="22505"/>
                  <a:pt x="53750" y="24184"/>
                  <a:pt x="53750" y="26248"/>
                </a:cubicBezTo>
                <a:lnTo>
                  <a:pt x="53750" y="56246"/>
                </a:lnTo>
                <a:cubicBezTo>
                  <a:pt x="53750" y="58321"/>
                  <a:pt x="52070" y="60002"/>
                  <a:pt x="50006" y="60002"/>
                </a:cubicBezTo>
                <a:cubicBezTo>
                  <a:pt x="47930" y="60002"/>
                  <a:pt x="46250" y="58321"/>
                  <a:pt x="46250" y="56246"/>
                </a:cubicBezTo>
                <a:lnTo>
                  <a:pt x="46250" y="26248"/>
                </a:lnTo>
                <a:close/>
                <a:moveTo>
                  <a:pt x="50006" y="77496"/>
                </a:moveTo>
                <a:cubicBezTo>
                  <a:pt x="47234" y="77496"/>
                  <a:pt x="45002" y="75264"/>
                  <a:pt x="45002" y="72504"/>
                </a:cubicBezTo>
                <a:cubicBezTo>
                  <a:pt x="45002" y="69733"/>
                  <a:pt x="47234" y="67500"/>
                  <a:pt x="50006" y="67500"/>
                </a:cubicBezTo>
                <a:cubicBezTo>
                  <a:pt x="52766" y="67500"/>
                  <a:pt x="54999" y="69733"/>
                  <a:pt x="54999" y="72504"/>
                </a:cubicBezTo>
                <a:cubicBezTo>
                  <a:pt x="54999" y="75264"/>
                  <a:pt x="52766" y="77496"/>
                  <a:pt x="50006" y="7749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4" name="Белый — SVG 5">
            <a:extLst>
              <a:ext uri="{FF2B5EF4-FFF2-40B4-BE49-F238E27FC236}">
                <a16:creationId xmlns:a16="http://schemas.microsoft.com/office/drawing/2014/main" id="{FEB98B6D-CC80-2048-B008-6D905E0EECB9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97691 w 141772"/>
              <a:gd name="csY5" fmla="*/ 90159 h 141753"/>
              <a:gd name="csX6" fmla="*/ 97691 w 141772"/>
              <a:gd name="csY6" fmla="*/ 97678 h 141753"/>
              <a:gd name="csX7" fmla="*/ 93931 w 141772"/>
              <a:gd name="csY7" fmla="*/ 99226 h 141753"/>
              <a:gd name="csX8" fmla="*/ 90171 w 141772"/>
              <a:gd name="csY8" fmla="*/ 97678 h 141753"/>
              <a:gd name="csX9" fmla="*/ 70895 w 141772"/>
              <a:gd name="csY9" fmla="*/ 78404 h 141753"/>
              <a:gd name="csX10" fmla="*/ 51619 w 141772"/>
              <a:gd name="csY10" fmla="*/ 97678 h 141753"/>
              <a:gd name="csX11" fmla="*/ 47842 w 141772"/>
              <a:gd name="csY11" fmla="*/ 99226 h 141753"/>
              <a:gd name="csX12" fmla="*/ 44082 w 141772"/>
              <a:gd name="csY12" fmla="*/ 97678 h 141753"/>
              <a:gd name="csX13" fmla="*/ 44082 w 141772"/>
              <a:gd name="csY13" fmla="*/ 90159 h 141753"/>
              <a:gd name="csX14" fmla="*/ 63375 w 141772"/>
              <a:gd name="csY14" fmla="*/ 70885 h 141753"/>
              <a:gd name="csX15" fmla="*/ 44099 w 141772"/>
              <a:gd name="csY15" fmla="*/ 51612 h 141753"/>
              <a:gd name="csX16" fmla="*/ 44099 w 141772"/>
              <a:gd name="csY16" fmla="*/ 44093 h 141753"/>
              <a:gd name="csX17" fmla="*/ 51619 w 141772"/>
              <a:gd name="csY17" fmla="*/ 44093 h 141753"/>
              <a:gd name="csX18" fmla="*/ 70895 w 141772"/>
              <a:gd name="csY18" fmla="*/ 63366 h 141753"/>
              <a:gd name="csX19" fmla="*/ 90171 w 141772"/>
              <a:gd name="csY19" fmla="*/ 44093 h 141753"/>
              <a:gd name="csX20" fmla="*/ 97691 w 141772"/>
              <a:gd name="csY20" fmla="*/ 44093 h 141753"/>
              <a:gd name="csX21" fmla="*/ 97691 w 141772"/>
              <a:gd name="csY21" fmla="*/ 51612 h 141753"/>
              <a:gd name="csX22" fmla="*/ 78415 w 141772"/>
              <a:gd name="csY22" fmla="*/ 70885 h 141753"/>
              <a:gd name="csX23" fmla="*/ 97691 w 141772"/>
              <a:gd name="csY23" fmla="*/ 90159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381" y="7"/>
                  <a:pt x="0" y="22385"/>
                  <a:pt x="0" y="50006"/>
                </a:cubicBezTo>
                <a:cubicBezTo>
                  <a:pt x="0" y="77616"/>
                  <a:pt x="22381" y="99994"/>
                  <a:pt x="50006" y="99994"/>
                </a:cubicBezTo>
                <a:cubicBezTo>
                  <a:pt x="77620" y="99994"/>
                  <a:pt x="100001" y="77616"/>
                  <a:pt x="100001" y="50006"/>
                </a:cubicBezTo>
                <a:cubicBezTo>
                  <a:pt x="100001" y="22385"/>
                  <a:pt x="77620" y="7"/>
                  <a:pt x="50006" y="7"/>
                </a:cubicBezTo>
                <a:close/>
                <a:moveTo>
                  <a:pt x="68907" y="63601"/>
                </a:moveTo>
                <a:cubicBezTo>
                  <a:pt x="70371" y="65065"/>
                  <a:pt x="70371" y="67440"/>
                  <a:pt x="68907" y="68905"/>
                </a:cubicBezTo>
                <a:cubicBezTo>
                  <a:pt x="68175" y="69636"/>
                  <a:pt x="67215" y="69997"/>
                  <a:pt x="66255" y="69997"/>
                </a:cubicBezTo>
                <a:cubicBezTo>
                  <a:pt x="65295" y="69997"/>
                  <a:pt x="64335" y="69636"/>
                  <a:pt x="63603" y="68905"/>
                </a:cubicBezTo>
                <a:lnTo>
                  <a:pt x="50006" y="55310"/>
                </a:lnTo>
                <a:lnTo>
                  <a:pt x="36410" y="68905"/>
                </a:lnTo>
                <a:cubicBezTo>
                  <a:pt x="35678" y="69636"/>
                  <a:pt x="34706" y="69997"/>
                  <a:pt x="33746" y="69997"/>
                </a:cubicBezTo>
                <a:cubicBezTo>
                  <a:pt x="32786" y="69997"/>
                  <a:pt x="31826" y="69636"/>
                  <a:pt x="31094" y="68905"/>
                </a:cubicBezTo>
                <a:cubicBezTo>
                  <a:pt x="29629" y="67440"/>
                  <a:pt x="29629" y="65065"/>
                  <a:pt x="31094" y="63601"/>
                </a:cubicBezTo>
                <a:lnTo>
                  <a:pt x="44702" y="50006"/>
                </a:lnTo>
                <a:lnTo>
                  <a:pt x="31106" y="36412"/>
                </a:lnTo>
                <a:cubicBezTo>
                  <a:pt x="29641" y="34936"/>
                  <a:pt x="29641" y="32572"/>
                  <a:pt x="31106" y="31108"/>
                </a:cubicBezTo>
                <a:cubicBezTo>
                  <a:pt x="32569" y="29644"/>
                  <a:pt x="34934" y="29644"/>
                  <a:pt x="36410" y="31108"/>
                </a:cubicBezTo>
                <a:lnTo>
                  <a:pt x="50006" y="44702"/>
                </a:lnTo>
                <a:lnTo>
                  <a:pt x="63603" y="31108"/>
                </a:lnTo>
                <a:cubicBezTo>
                  <a:pt x="65067" y="29644"/>
                  <a:pt x="67443" y="29644"/>
                  <a:pt x="68907" y="31108"/>
                </a:cubicBezTo>
                <a:cubicBezTo>
                  <a:pt x="70371" y="32572"/>
                  <a:pt x="70371" y="34936"/>
                  <a:pt x="68907" y="36412"/>
                </a:cubicBezTo>
                <a:lnTo>
                  <a:pt x="55311" y="50006"/>
                </a:lnTo>
                <a:lnTo>
                  <a:pt x="68907" y="6360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5" name="Белый — SVG 6">
            <a:extLst>
              <a:ext uri="{FF2B5EF4-FFF2-40B4-BE49-F238E27FC236}">
                <a16:creationId xmlns:a16="http://schemas.microsoft.com/office/drawing/2014/main" id="{FA0B9288-DCAA-B743-9658-7B9AD6E70BC9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108089 h 127583"/>
              <a:gd name="csX4" fmla="*/ 19497 w 127600"/>
              <a:gd name="csY4" fmla="*/ 127583 h 127583"/>
              <a:gd name="csX5" fmla="*/ 108103 w 127600"/>
              <a:gd name="csY5" fmla="*/ 127583 h 127583"/>
              <a:gd name="csX6" fmla="*/ 127601 w 127600"/>
              <a:gd name="csY6" fmla="*/ 108089 h 127583"/>
              <a:gd name="csX7" fmla="*/ 127601 w 127600"/>
              <a:gd name="csY7" fmla="*/ 19495 h 127583"/>
              <a:gd name="csX8" fmla="*/ 108103 w 127600"/>
              <a:gd name="csY8" fmla="*/ 0 h 127583"/>
              <a:gd name="csX9" fmla="*/ 104786 w 127600"/>
              <a:gd name="csY9" fmla="*/ 44518 h 127583"/>
              <a:gd name="csX10" fmla="*/ 55157 w 127600"/>
              <a:gd name="csY10" fmla="*/ 94140 h 127583"/>
              <a:gd name="csX11" fmla="*/ 51397 w 127600"/>
              <a:gd name="csY11" fmla="*/ 95687 h 127583"/>
              <a:gd name="csX12" fmla="*/ 47638 w 127600"/>
              <a:gd name="csY12" fmla="*/ 94140 h 127583"/>
              <a:gd name="csX13" fmla="*/ 26371 w 127600"/>
              <a:gd name="csY13" fmla="*/ 72876 h 127583"/>
              <a:gd name="csX14" fmla="*/ 26371 w 127600"/>
              <a:gd name="csY14" fmla="*/ 65357 h 127583"/>
              <a:gd name="csX15" fmla="*/ 33891 w 127600"/>
              <a:gd name="csY15" fmla="*/ 65357 h 127583"/>
              <a:gd name="csX16" fmla="*/ 51397 w 127600"/>
              <a:gd name="csY16" fmla="*/ 82861 h 127583"/>
              <a:gd name="csX17" fmla="*/ 97248 w 127600"/>
              <a:gd name="csY17" fmla="*/ 36999 h 127583"/>
              <a:gd name="csX18" fmla="*/ 104769 w 127600"/>
              <a:gd name="csY18" fmla="*/ 36999 h 127583"/>
              <a:gd name="csX19" fmla="*/ 104786 w 127600"/>
              <a:gd name="csY19" fmla="*/ 44518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  <a:moveTo>
                  <a:pt x="82121" y="34895"/>
                </a:moveTo>
                <a:lnTo>
                  <a:pt x="43226" y="73784"/>
                </a:lnTo>
                <a:cubicBezTo>
                  <a:pt x="42414" y="74597"/>
                  <a:pt x="41347" y="74996"/>
                  <a:pt x="40280" y="74996"/>
                </a:cubicBezTo>
                <a:cubicBezTo>
                  <a:pt x="39213" y="74996"/>
                  <a:pt x="38147" y="74597"/>
                  <a:pt x="37334" y="73784"/>
                </a:cubicBezTo>
                <a:lnTo>
                  <a:pt x="20667" y="57120"/>
                </a:lnTo>
                <a:cubicBezTo>
                  <a:pt x="19040" y="55479"/>
                  <a:pt x="19040" y="52853"/>
                  <a:pt x="20667" y="51227"/>
                </a:cubicBezTo>
                <a:cubicBezTo>
                  <a:pt x="22293" y="49600"/>
                  <a:pt x="24933" y="49600"/>
                  <a:pt x="26560" y="51227"/>
                </a:cubicBezTo>
                <a:lnTo>
                  <a:pt x="40280" y="64945"/>
                </a:lnTo>
                <a:lnTo>
                  <a:pt x="76213" y="29003"/>
                </a:lnTo>
                <a:cubicBezTo>
                  <a:pt x="77840" y="27377"/>
                  <a:pt x="80480" y="27377"/>
                  <a:pt x="82107" y="29003"/>
                </a:cubicBezTo>
                <a:cubicBezTo>
                  <a:pt x="83734" y="30629"/>
                  <a:pt x="83734" y="33269"/>
                  <a:pt x="82121" y="3489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6" name="Белый — SVG 7">
            <a:extLst>
              <a:ext uri="{FF2B5EF4-FFF2-40B4-BE49-F238E27FC236}">
                <a16:creationId xmlns:a16="http://schemas.microsoft.com/office/drawing/2014/main" id="{045A18D9-AB45-4A4C-A888-1CCA78C6F3D4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104775 w 106332"/>
              <a:gd name="csY0" fmla="*/ 24602 h 155945"/>
              <a:gd name="csX1" fmla="*/ 81737 w 106332"/>
              <a:gd name="csY1" fmla="*/ 1569 h 155945"/>
              <a:gd name="csX2" fmla="*/ 74219 w 106332"/>
              <a:gd name="csY2" fmla="*/ 1569 h 155945"/>
              <a:gd name="csX3" fmla="*/ 1558 w 106332"/>
              <a:gd name="csY3" fmla="*/ 74207 h 155945"/>
              <a:gd name="csX4" fmla="*/ 1558 w 106332"/>
              <a:gd name="csY4" fmla="*/ 81726 h 155945"/>
              <a:gd name="csX5" fmla="*/ 74219 w 106332"/>
              <a:gd name="csY5" fmla="*/ 154380 h 155945"/>
              <a:gd name="csX6" fmla="*/ 77975 w 106332"/>
              <a:gd name="csY6" fmla="*/ 155945 h 155945"/>
              <a:gd name="csX7" fmla="*/ 81737 w 106332"/>
              <a:gd name="csY7" fmla="*/ 154380 h 155945"/>
              <a:gd name="csX8" fmla="*/ 104775 w 106332"/>
              <a:gd name="csY8" fmla="*/ 131347 h 155945"/>
              <a:gd name="csX9" fmla="*/ 104775 w 106332"/>
              <a:gd name="csY9" fmla="*/ 123828 h 155945"/>
              <a:gd name="csX10" fmla="*/ 58910 w 106332"/>
              <a:gd name="csY10" fmla="*/ 77966 h 155945"/>
              <a:gd name="csX11" fmla="*/ 104772 w 106332"/>
              <a:gd name="csY11" fmla="*/ 32121 h 155945"/>
              <a:gd name="csX12" fmla="*/ 104775 w 106332"/>
              <a:gd name="csY12" fmla="*/ 24602 h 155945"/>
            </a:gdLst>
            <a:ahLst/>
            <a:cxnLst/>
            <a:rect l="l" t="t" r="r" b="b"/>
            <a:pathLst>
              <a:path w="100000" h="100000">
                <a:moveTo>
                  <a:pt x="83094" y="15776"/>
                </a:moveTo>
                <a:lnTo>
                  <a:pt x="68321" y="1006"/>
                </a:lnTo>
                <a:cubicBezTo>
                  <a:pt x="66989" y="-335"/>
                  <a:pt x="64832" y="-335"/>
                  <a:pt x="63500" y="1006"/>
                </a:cubicBezTo>
                <a:lnTo>
                  <a:pt x="16906" y="47585"/>
                </a:lnTo>
                <a:cubicBezTo>
                  <a:pt x="15574" y="48916"/>
                  <a:pt x="15574" y="51076"/>
                  <a:pt x="16906" y="52407"/>
                </a:cubicBezTo>
                <a:lnTo>
                  <a:pt x="63500" y="98996"/>
                </a:lnTo>
                <a:cubicBezTo>
                  <a:pt x="64163" y="99662"/>
                  <a:pt x="65036" y="100000"/>
                  <a:pt x="65909" y="100000"/>
                </a:cubicBezTo>
                <a:cubicBezTo>
                  <a:pt x="66782" y="100000"/>
                  <a:pt x="67655" y="99662"/>
                  <a:pt x="68321" y="98996"/>
                </a:cubicBezTo>
                <a:lnTo>
                  <a:pt x="83094" y="84226"/>
                </a:lnTo>
                <a:cubicBezTo>
                  <a:pt x="84426" y="82896"/>
                  <a:pt x="84426" y="80736"/>
                  <a:pt x="83094" y="79405"/>
                </a:cubicBezTo>
                <a:lnTo>
                  <a:pt x="53683" y="49996"/>
                </a:lnTo>
                <a:lnTo>
                  <a:pt x="83092" y="20598"/>
                </a:lnTo>
                <a:cubicBezTo>
                  <a:pt x="84424" y="19267"/>
                  <a:pt x="84424" y="17107"/>
                  <a:pt x="83094" y="1577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7" name="Белый — SVG 8">
            <a:extLst>
              <a:ext uri="{FF2B5EF4-FFF2-40B4-BE49-F238E27FC236}">
                <a16:creationId xmlns:a16="http://schemas.microsoft.com/office/drawing/2014/main" id="{2CCA9A33-22D5-1F42-A8D7-BFD419634D8C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124079 w 148969"/>
              <a:gd name="csY0" fmla="*/ 0 h 127652"/>
              <a:gd name="csX1" fmla="*/ 120132 w 148969"/>
              <a:gd name="csY1" fmla="*/ 1208 h 127652"/>
              <a:gd name="csX2" fmla="*/ 117512 w 148969"/>
              <a:gd name="csY2" fmla="*/ 4423 h 127652"/>
              <a:gd name="csX3" fmla="*/ 117154 w 148969"/>
              <a:gd name="csY3" fmla="*/ 8540 h 127652"/>
              <a:gd name="csX4" fmla="*/ 119145 w 148969"/>
              <a:gd name="csY4" fmla="*/ 12163 h 127652"/>
              <a:gd name="csX5" fmla="*/ 124759 w 148969"/>
              <a:gd name="csY5" fmla="*/ 17794 h 127652"/>
              <a:gd name="csX6" fmla="*/ 95803 w 148969"/>
              <a:gd name="csY6" fmla="*/ 17794 h 127652"/>
              <a:gd name="csX7" fmla="*/ 90784 w 148969"/>
              <a:gd name="csY7" fmla="*/ 19869 h 127652"/>
              <a:gd name="csX8" fmla="*/ 88708 w 148969"/>
              <a:gd name="csY8" fmla="*/ 24870 h 127652"/>
              <a:gd name="csX9" fmla="*/ 88708 w 148969"/>
              <a:gd name="csY9" fmla="*/ 49689 h 127652"/>
              <a:gd name="csX10" fmla="*/ 63902 w 148969"/>
              <a:gd name="csY10" fmla="*/ 49689 h 127652"/>
              <a:gd name="csX11" fmla="*/ 58883 w 148969"/>
              <a:gd name="csY11" fmla="*/ 51765 h 127652"/>
              <a:gd name="csX12" fmla="*/ 56808 w 148969"/>
              <a:gd name="csY12" fmla="*/ 56766 h 127652"/>
              <a:gd name="csX13" fmla="*/ 56808 w 148969"/>
              <a:gd name="csY13" fmla="*/ 81585 h 127652"/>
              <a:gd name="csX14" fmla="*/ 32002 w 148969"/>
              <a:gd name="csY14" fmla="*/ 81585 h 127652"/>
              <a:gd name="csX15" fmla="*/ 26983 w 148969"/>
              <a:gd name="csY15" fmla="*/ 83660 h 127652"/>
              <a:gd name="csX16" fmla="*/ 24908 w 148969"/>
              <a:gd name="csY16" fmla="*/ 88662 h 127652"/>
              <a:gd name="csX17" fmla="*/ 24908 w 148969"/>
              <a:gd name="csY17" fmla="*/ 113481 h 127652"/>
              <a:gd name="csX18" fmla="*/ 7197 w 148969"/>
              <a:gd name="csY18" fmla="*/ 113481 h 127652"/>
              <a:gd name="csX19" fmla="*/ 4440 w 148969"/>
              <a:gd name="csY19" fmla="*/ 113991 h 127652"/>
              <a:gd name="csX20" fmla="*/ 2110 w 148969"/>
              <a:gd name="csY20" fmla="*/ 115522 h 127652"/>
              <a:gd name="csX21" fmla="*/ 544 w 148969"/>
              <a:gd name="csY21" fmla="*/ 117836 h 127652"/>
              <a:gd name="csX22" fmla="*/ 0 w 148969"/>
              <a:gd name="csY22" fmla="*/ 120558 h 127652"/>
              <a:gd name="csX23" fmla="*/ 544 w 148969"/>
              <a:gd name="csY23" fmla="*/ 123296 h 127652"/>
              <a:gd name="csX24" fmla="*/ 2110 w 148969"/>
              <a:gd name="csY24" fmla="*/ 125610 h 127652"/>
              <a:gd name="csX25" fmla="*/ 4440 w 148969"/>
              <a:gd name="csY25" fmla="*/ 127141 h 127652"/>
              <a:gd name="csX26" fmla="*/ 7197 w 148969"/>
              <a:gd name="csY26" fmla="*/ 127651 h 127652"/>
              <a:gd name="csX27" fmla="*/ 32002 w 148969"/>
              <a:gd name="csY27" fmla="*/ 127651 h 127652"/>
              <a:gd name="csX28" fmla="*/ 37021 w 148969"/>
              <a:gd name="csY28" fmla="*/ 125576 h 127652"/>
              <a:gd name="csX29" fmla="*/ 39097 w 148969"/>
              <a:gd name="csY29" fmla="*/ 120558 h 127652"/>
              <a:gd name="csX30" fmla="*/ 39097 w 148969"/>
              <a:gd name="csY30" fmla="*/ 95756 h 127652"/>
              <a:gd name="csX31" fmla="*/ 63902 w 148969"/>
              <a:gd name="csY31" fmla="*/ 95756 h 127652"/>
              <a:gd name="csX32" fmla="*/ 68921 w 148969"/>
              <a:gd name="csY32" fmla="*/ 93680 h 127652"/>
              <a:gd name="csX33" fmla="*/ 70997 w 148969"/>
              <a:gd name="csY33" fmla="*/ 88662 h 127652"/>
              <a:gd name="csX34" fmla="*/ 70997 w 148969"/>
              <a:gd name="csY34" fmla="*/ 63860 h 127652"/>
              <a:gd name="csX35" fmla="*/ 95803 w 148969"/>
              <a:gd name="csY35" fmla="*/ 63860 h 127652"/>
              <a:gd name="csX36" fmla="*/ 100821 w 148969"/>
              <a:gd name="csY36" fmla="*/ 61784 h 127652"/>
              <a:gd name="csX37" fmla="*/ 102897 w 148969"/>
              <a:gd name="csY37" fmla="*/ 56766 h 127652"/>
              <a:gd name="csX38" fmla="*/ 102897 w 148969"/>
              <a:gd name="csY38" fmla="*/ 31964 h 127652"/>
              <a:gd name="csX39" fmla="*/ 124759 w 148969"/>
              <a:gd name="csY39" fmla="*/ 31964 h 127652"/>
              <a:gd name="csX40" fmla="*/ 119145 w 148969"/>
              <a:gd name="csY40" fmla="*/ 37578 h 127652"/>
              <a:gd name="csX41" fmla="*/ 117546 w 148969"/>
              <a:gd name="csY41" fmla="*/ 39891 h 127652"/>
              <a:gd name="csX42" fmla="*/ 116967 w 148969"/>
              <a:gd name="csY42" fmla="*/ 42630 h 127652"/>
              <a:gd name="csX43" fmla="*/ 117495 w 148969"/>
              <a:gd name="csY43" fmla="*/ 45386 h 127652"/>
              <a:gd name="csX44" fmla="*/ 119043 w 148969"/>
              <a:gd name="csY44" fmla="*/ 47716 h 127652"/>
              <a:gd name="csX45" fmla="*/ 121374 w 148969"/>
              <a:gd name="csY45" fmla="*/ 49264 h 127652"/>
              <a:gd name="csX46" fmla="*/ 124130 w 148969"/>
              <a:gd name="csY46" fmla="*/ 49792 h 127652"/>
              <a:gd name="csX47" fmla="*/ 126869 w 148969"/>
              <a:gd name="csY47" fmla="*/ 49213 h 127652"/>
              <a:gd name="csX48" fmla="*/ 129166 w 148969"/>
              <a:gd name="csY48" fmla="*/ 47614 h 127652"/>
              <a:gd name="csX49" fmla="*/ 146894 w 148969"/>
              <a:gd name="csY49" fmla="*/ 29889 h 127652"/>
              <a:gd name="csX50" fmla="*/ 148970 w 148969"/>
              <a:gd name="csY50" fmla="*/ 24870 h 127652"/>
              <a:gd name="csX51" fmla="*/ 146894 w 148969"/>
              <a:gd name="csY51" fmla="*/ 19869 h 127652"/>
              <a:gd name="csX52" fmla="*/ 129166 w 148969"/>
              <a:gd name="csY52" fmla="*/ 2143 h 127652"/>
              <a:gd name="csX53" fmla="*/ 126835 w 148969"/>
              <a:gd name="csY53" fmla="*/ 561 h 127652"/>
              <a:gd name="csX54" fmla="*/ 124079 w 148969"/>
              <a:gd name="csY54" fmla="*/ 0 h 127652"/>
            </a:gdLst>
            <a:ahLst/>
            <a:cxnLst/>
            <a:rect l="l" t="t" r="r" b="b"/>
            <a:pathLst>
              <a:path w="100000" h="100000">
                <a:moveTo>
                  <a:pt x="83292" y="7155"/>
                </a:moveTo>
                <a:cubicBezTo>
                  <a:pt x="82344" y="7155"/>
                  <a:pt x="81419" y="7440"/>
                  <a:pt x="80642" y="7966"/>
                </a:cubicBezTo>
                <a:cubicBezTo>
                  <a:pt x="79854" y="8502"/>
                  <a:pt x="79249" y="9245"/>
                  <a:pt x="78884" y="10124"/>
                </a:cubicBezTo>
                <a:cubicBezTo>
                  <a:pt x="78529" y="11003"/>
                  <a:pt x="78449" y="11963"/>
                  <a:pt x="78643" y="12888"/>
                </a:cubicBezTo>
                <a:cubicBezTo>
                  <a:pt x="78838" y="13813"/>
                  <a:pt x="79306" y="14668"/>
                  <a:pt x="79980" y="15320"/>
                </a:cubicBezTo>
                <a:lnTo>
                  <a:pt x="83748" y="19100"/>
                </a:lnTo>
                <a:lnTo>
                  <a:pt x="64311" y="19100"/>
                </a:lnTo>
                <a:cubicBezTo>
                  <a:pt x="63043" y="19100"/>
                  <a:pt x="61832" y="19602"/>
                  <a:pt x="60942" y="20493"/>
                </a:cubicBezTo>
                <a:cubicBezTo>
                  <a:pt x="60050" y="21383"/>
                  <a:pt x="59548" y="22594"/>
                  <a:pt x="59548" y="23850"/>
                </a:cubicBezTo>
                <a:lnTo>
                  <a:pt x="59548" y="40510"/>
                </a:lnTo>
                <a:lnTo>
                  <a:pt x="42896" y="40510"/>
                </a:lnTo>
                <a:cubicBezTo>
                  <a:pt x="41629" y="40510"/>
                  <a:pt x="40418" y="41013"/>
                  <a:pt x="39527" y="41904"/>
                </a:cubicBezTo>
                <a:cubicBezTo>
                  <a:pt x="38636" y="42794"/>
                  <a:pt x="38134" y="44005"/>
                  <a:pt x="38134" y="45261"/>
                </a:cubicBezTo>
                <a:lnTo>
                  <a:pt x="38134" y="61921"/>
                </a:lnTo>
                <a:lnTo>
                  <a:pt x="21482" y="61921"/>
                </a:lnTo>
                <a:cubicBezTo>
                  <a:pt x="20215" y="61921"/>
                  <a:pt x="19004" y="62424"/>
                  <a:pt x="18113" y="63314"/>
                </a:cubicBezTo>
                <a:cubicBezTo>
                  <a:pt x="17222" y="64205"/>
                  <a:pt x="16720" y="65416"/>
                  <a:pt x="16720" y="66672"/>
                </a:cubicBezTo>
                <a:lnTo>
                  <a:pt x="16720" y="83332"/>
                </a:lnTo>
                <a:lnTo>
                  <a:pt x="4831" y="83332"/>
                </a:lnTo>
                <a:cubicBezTo>
                  <a:pt x="4191" y="83321"/>
                  <a:pt x="3575" y="83435"/>
                  <a:pt x="2980" y="83675"/>
                </a:cubicBezTo>
                <a:cubicBezTo>
                  <a:pt x="2398" y="83904"/>
                  <a:pt x="1861" y="84257"/>
                  <a:pt x="1416" y="84703"/>
                </a:cubicBezTo>
                <a:cubicBezTo>
                  <a:pt x="971" y="85137"/>
                  <a:pt x="617" y="85673"/>
                  <a:pt x="365" y="86256"/>
                </a:cubicBezTo>
                <a:cubicBezTo>
                  <a:pt x="126" y="86839"/>
                  <a:pt x="0" y="87455"/>
                  <a:pt x="0" y="88083"/>
                </a:cubicBezTo>
                <a:cubicBezTo>
                  <a:pt x="0" y="88722"/>
                  <a:pt x="126" y="89339"/>
                  <a:pt x="365" y="89921"/>
                </a:cubicBezTo>
                <a:cubicBezTo>
                  <a:pt x="617" y="90504"/>
                  <a:pt x="971" y="91029"/>
                  <a:pt x="1416" y="91474"/>
                </a:cubicBezTo>
                <a:cubicBezTo>
                  <a:pt x="1861" y="91919"/>
                  <a:pt x="2398" y="92262"/>
                  <a:pt x="2980" y="92502"/>
                </a:cubicBezTo>
                <a:cubicBezTo>
                  <a:pt x="3575" y="92742"/>
                  <a:pt x="4191" y="92856"/>
                  <a:pt x="4831" y="92844"/>
                </a:cubicBezTo>
                <a:lnTo>
                  <a:pt x="21482" y="92844"/>
                </a:lnTo>
                <a:cubicBezTo>
                  <a:pt x="22739" y="92844"/>
                  <a:pt x="23949" y="92342"/>
                  <a:pt x="24851" y="91452"/>
                </a:cubicBezTo>
                <a:cubicBezTo>
                  <a:pt x="25742" y="90561"/>
                  <a:pt x="26245" y="89350"/>
                  <a:pt x="26245" y="88083"/>
                </a:cubicBezTo>
                <a:lnTo>
                  <a:pt x="26245" y="71434"/>
                </a:lnTo>
                <a:lnTo>
                  <a:pt x="42896" y="71434"/>
                </a:lnTo>
                <a:cubicBezTo>
                  <a:pt x="44153" y="71434"/>
                  <a:pt x="45363" y="70931"/>
                  <a:pt x="46265" y="70040"/>
                </a:cubicBezTo>
                <a:cubicBezTo>
                  <a:pt x="47156" y="69150"/>
                  <a:pt x="47659" y="67939"/>
                  <a:pt x="47659" y="66672"/>
                </a:cubicBezTo>
                <a:lnTo>
                  <a:pt x="47659" y="50023"/>
                </a:lnTo>
                <a:lnTo>
                  <a:pt x="64311" y="50023"/>
                </a:lnTo>
                <a:cubicBezTo>
                  <a:pt x="65567" y="50023"/>
                  <a:pt x="66777" y="49520"/>
                  <a:pt x="67679" y="48629"/>
                </a:cubicBezTo>
                <a:cubicBezTo>
                  <a:pt x="68571" y="47739"/>
                  <a:pt x="69073" y="46528"/>
                  <a:pt x="69073" y="45261"/>
                </a:cubicBezTo>
                <a:lnTo>
                  <a:pt x="69073" y="28612"/>
                </a:lnTo>
                <a:lnTo>
                  <a:pt x="83748" y="28612"/>
                </a:lnTo>
                <a:lnTo>
                  <a:pt x="79980" y="32380"/>
                </a:lnTo>
                <a:cubicBezTo>
                  <a:pt x="79523" y="32825"/>
                  <a:pt x="79157" y="33350"/>
                  <a:pt x="78906" y="33933"/>
                </a:cubicBezTo>
                <a:cubicBezTo>
                  <a:pt x="78655" y="34516"/>
                  <a:pt x="78518" y="35132"/>
                  <a:pt x="78518" y="35772"/>
                </a:cubicBezTo>
                <a:cubicBezTo>
                  <a:pt x="78506" y="36400"/>
                  <a:pt x="78632" y="37028"/>
                  <a:pt x="78872" y="37622"/>
                </a:cubicBezTo>
                <a:cubicBezTo>
                  <a:pt x="79112" y="38204"/>
                  <a:pt x="79466" y="38741"/>
                  <a:pt x="79911" y="39186"/>
                </a:cubicBezTo>
                <a:cubicBezTo>
                  <a:pt x="80356" y="39631"/>
                  <a:pt x="80893" y="39985"/>
                  <a:pt x="81476" y="40225"/>
                </a:cubicBezTo>
                <a:cubicBezTo>
                  <a:pt x="82058" y="40464"/>
                  <a:pt x="82686" y="40579"/>
                  <a:pt x="83326" y="40579"/>
                </a:cubicBezTo>
                <a:cubicBezTo>
                  <a:pt x="83954" y="40568"/>
                  <a:pt x="84582" y="40442"/>
                  <a:pt x="85165" y="40191"/>
                </a:cubicBezTo>
                <a:cubicBezTo>
                  <a:pt x="85747" y="39940"/>
                  <a:pt x="86272" y="39574"/>
                  <a:pt x="86707" y="39117"/>
                </a:cubicBezTo>
                <a:lnTo>
                  <a:pt x="98607" y="27219"/>
                </a:lnTo>
                <a:cubicBezTo>
                  <a:pt x="99498" y="26328"/>
                  <a:pt x="100001" y="25117"/>
                  <a:pt x="100001" y="23850"/>
                </a:cubicBezTo>
                <a:cubicBezTo>
                  <a:pt x="100001" y="22594"/>
                  <a:pt x="99498" y="21383"/>
                  <a:pt x="98607" y="20493"/>
                </a:cubicBezTo>
                <a:lnTo>
                  <a:pt x="86707" y="8593"/>
                </a:lnTo>
                <a:cubicBezTo>
                  <a:pt x="86261" y="8137"/>
                  <a:pt x="85736" y="7772"/>
                  <a:pt x="85142" y="7531"/>
                </a:cubicBezTo>
                <a:cubicBezTo>
                  <a:pt x="84559" y="7280"/>
                  <a:pt x="83932" y="7155"/>
                  <a:pt x="83292" y="715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8" name="Белый — SVG 9">
            <a:extLst>
              <a:ext uri="{FF2B5EF4-FFF2-40B4-BE49-F238E27FC236}">
                <a16:creationId xmlns:a16="http://schemas.microsoft.com/office/drawing/2014/main" id="{AA84884C-F26A-6D47-AE7E-5CA61CBB796C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70878 w 141976"/>
              <a:gd name="csY0" fmla="*/ 1 h 141958"/>
              <a:gd name="csX1" fmla="*/ 65910 w 141976"/>
              <a:gd name="csY1" fmla="*/ 2144 h 141958"/>
              <a:gd name="csX2" fmla="*/ 63902 w 141976"/>
              <a:gd name="csY2" fmla="*/ 7180 h 141958"/>
              <a:gd name="csX3" fmla="*/ 63902 w 141976"/>
              <a:gd name="csY3" fmla="*/ 29056 h 141958"/>
              <a:gd name="csX4" fmla="*/ 58288 w 141976"/>
              <a:gd name="csY4" fmla="*/ 23442 h 141958"/>
              <a:gd name="csX5" fmla="*/ 55974 w 141976"/>
              <a:gd name="csY5" fmla="*/ 21843 h 141958"/>
              <a:gd name="csX6" fmla="*/ 53235 w 141976"/>
              <a:gd name="csY6" fmla="*/ 21265 h 141958"/>
              <a:gd name="csX7" fmla="*/ 50479 w 141976"/>
              <a:gd name="csY7" fmla="*/ 21792 h 141958"/>
              <a:gd name="csX8" fmla="*/ 48148 w 141976"/>
              <a:gd name="csY8" fmla="*/ 23340 h 141958"/>
              <a:gd name="csX9" fmla="*/ 46600 w 141976"/>
              <a:gd name="csY9" fmla="*/ 25671 h 141958"/>
              <a:gd name="csX10" fmla="*/ 46072 w 141976"/>
              <a:gd name="csY10" fmla="*/ 28427 h 141958"/>
              <a:gd name="csX11" fmla="*/ 46651 w 141976"/>
              <a:gd name="csY11" fmla="*/ 31166 h 141958"/>
              <a:gd name="csX12" fmla="*/ 48250 w 141976"/>
              <a:gd name="csY12" fmla="*/ 33462 h 141958"/>
              <a:gd name="csX13" fmla="*/ 65978 w 141976"/>
              <a:gd name="csY13" fmla="*/ 51188 h 141958"/>
              <a:gd name="csX14" fmla="*/ 70997 w 141976"/>
              <a:gd name="csY14" fmla="*/ 53263 h 141958"/>
              <a:gd name="csX15" fmla="*/ 75999 w 141976"/>
              <a:gd name="csY15" fmla="*/ 51188 h 141958"/>
              <a:gd name="csX16" fmla="*/ 93727 w 141976"/>
              <a:gd name="csY16" fmla="*/ 33462 h 141958"/>
              <a:gd name="csX17" fmla="*/ 95326 w 141976"/>
              <a:gd name="csY17" fmla="*/ 31166 h 141958"/>
              <a:gd name="csX18" fmla="*/ 95905 w 141976"/>
              <a:gd name="csY18" fmla="*/ 28427 h 141958"/>
              <a:gd name="csX19" fmla="*/ 95377 w 141976"/>
              <a:gd name="csY19" fmla="*/ 25671 h 141958"/>
              <a:gd name="csX20" fmla="*/ 93829 w 141976"/>
              <a:gd name="csY20" fmla="*/ 23340 h 141958"/>
              <a:gd name="csX21" fmla="*/ 91498 w 141976"/>
              <a:gd name="csY21" fmla="*/ 21792 h 141958"/>
              <a:gd name="csX22" fmla="*/ 88742 w 141976"/>
              <a:gd name="csY22" fmla="*/ 21265 h 141958"/>
              <a:gd name="csX23" fmla="*/ 86003 w 141976"/>
              <a:gd name="csY23" fmla="*/ 21843 h 141958"/>
              <a:gd name="csX24" fmla="*/ 83706 w 141976"/>
              <a:gd name="csY24" fmla="*/ 23442 h 141958"/>
              <a:gd name="csX25" fmla="*/ 78074 w 141976"/>
              <a:gd name="csY25" fmla="*/ 29056 h 141958"/>
              <a:gd name="csX26" fmla="*/ 78074 w 141976"/>
              <a:gd name="csY26" fmla="*/ 7180 h 141958"/>
              <a:gd name="csX27" fmla="*/ 77564 w 141976"/>
              <a:gd name="csY27" fmla="*/ 4424 h 141958"/>
              <a:gd name="csX28" fmla="*/ 75999 w 141976"/>
              <a:gd name="csY28" fmla="*/ 2076 h 141958"/>
              <a:gd name="csX29" fmla="*/ 73651 w 141976"/>
              <a:gd name="csY29" fmla="*/ 529 h 141958"/>
              <a:gd name="csX30" fmla="*/ 70878 w 141976"/>
              <a:gd name="csY30" fmla="*/ 1 h 141958"/>
              <a:gd name="csX31" fmla="*/ 28378 w 141976"/>
              <a:gd name="csY31" fmla="*/ 46101 h 141958"/>
              <a:gd name="csX32" fmla="*/ 24431 w 141976"/>
              <a:gd name="csY32" fmla="*/ 47309 h 141958"/>
              <a:gd name="csX33" fmla="*/ 21811 w 141976"/>
              <a:gd name="csY33" fmla="*/ 50524 h 141958"/>
              <a:gd name="csX34" fmla="*/ 21454 w 141976"/>
              <a:gd name="csY34" fmla="*/ 54641 h 141958"/>
              <a:gd name="csX35" fmla="*/ 23445 w 141976"/>
              <a:gd name="csY35" fmla="*/ 58264 h 141958"/>
              <a:gd name="csX36" fmla="*/ 29059 w 141976"/>
              <a:gd name="csY36" fmla="*/ 63895 h 141958"/>
              <a:gd name="csX37" fmla="*/ 7197 w 141976"/>
              <a:gd name="csY37" fmla="*/ 63895 h 141958"/>
              <a:gd name="csX38" fmla="*/ 4441 w 141976"/>
              <a:gd name="csY38" fmla="*/ 64405 h 141958"/>
              <a:gd name="csX39" fmla="*/ 2110 w 141976"/>
              <a:gd name="csY39" fmla="*/ 65936 h 141958"/>
              <a:gd name="csX40" fmla="*/ 545 w 141976"/>
              <a:gd name="csY40" fmla="*/ 68250 h 141958"/>
              <a:gd name="csX41" fmla="*/ 0 w 141976"/>
              <a:gd name="csY41" fmla="*/ 70971 h 141958"/>
              <a:gd name="csX42" fmla="*/ 545 w 141976"/>
              <a:gd name="csY42" fmla="*/ 73710 h 141958"/>
              <a:gd name="csX43" fmla="*/ 2110 w 141976"/>
              <a:gd name="csY43" fmla="*/ 76024 h 141958"/>
              <a:gd name="csX44" fmla="*/ 4441 w 141976"/>
              <a:gd name="csY44" fmla="*/ 77555 h 141958"/>
              <a:gd name="csX45" fmla="*/ 7197 w 141976"/>
              <a:gd name="csY45" fmla="*/ 78065 h 141958"/>
              <a:gd name="csX46" fmla="*/ 29059 w 141976"/>
              <a:gd name="csY46" fmla="*/ 78065 h 141958"/>
              <a:gd name="csX47" fmla="*/ 23445 w 141976"/>
              <a:gd name="csY47" fmla="*/ 83679 h 141958"/>
              <a:gd name="csX48" fmla="*/ 21845 w 141976"/>
              <a:gd name="csY48" fmla="*/ 85992 h 141958"/>
              <a:gd name="csX49" fmla="*/ 21267 w 141976"/>
              <a:gd name="csY49" fmla="*/ 88731 h 141958"/>
              <a:gd name="csX50" fmla="*/ 21794 w 141976"/>
              <a:gd name="csY50" fmla="*/ 91487 h 141958"/>
              <a:gd name="csX51" fmla="*/ 23342 w 141976"/>
              <a:gd name="csY51" fmla="*/ 93817 h 141958"/>
              <a:gd name="csX52" fmla="*/ 25673 w 141976"/>
              <a:gd name="csY52" fmla="*/ 95365 h 141958"/>
              <a:gd name="csX53" fmla="*/ 28429 w 141976"/>
              <a:gd name="csY53" fmla="*/ 95893 h 141958"/>
              <a:gd name="csX54" fmla="*/ 31169 w 141976"/>
              <a:gd name="csY54" fmla="*/ 95314 h 141958"/>
              <a:gd name="csX55" fmla="*/ 33465 w 141976"/>
              <a:gd name="csY55" fmla="*/ 93715 h 141958"/>
              <a:gd name="csX56" fmla="*/ 51193 w 141976"/>
              <a:gd name="csY56" fmla="*/ 75990 h 141958"/>
              <a:gd name="csX57" fmla="*/ 53269 w 141976"/>
              <a:gd name="csY57" fmla="*/ 70971 h 141958"/>
              <a:gd name="csX58" fmla="*/ 51193 w 141976"/>
              <a:gd name="csY58" fmla="*/ 65970 h 141958"/>
              <a:gd name="csX59" fmla="*/ 33465 w 141976"/>
              <a:gd name="csY59" fmla="*/ 48245 h 141958"/>
              <a:gd name="csX60" fmla="*/ 31135 w 141976"/>
              <a:gd name="csY60" fmla="*/ 46662 h 141958"/>
              <a:gd name="csX61" fmla="*/ 28378 w 141976"/>
              <a:gd name="csY61" fmla="*/ 46101 h 141958"/>
              <a:gd name="csX62" fmla="*/ 113377 w 141976"/>
              <a:gd name="csY62" fmla="*/ 46101 h 141958"/>
              <a:gd name="csX63" fmla="*/ 108512 w 141976"/>
              <a:gd name="csY63" fmla="*/ 48245 h 141958"/>
              <a:gd name="csX64" fmla="*/ 90784 w 141976"/>
              <a:gd name="csY64" fmla="*/ 65970 h 141958"/>
              <a:gd name="csX65" fmla="*/ 88708 w 141976"/>
              <a:gd name="csY65" fmla="*/ 70971 h 141958"/>
              <a:gd name="csX66" fmla="*/ 90784 w 141976"/>
              <a:gd name="csY66" fmla="*/ 75990 h 141958"/>
              <a:gd name="csX67" fmla="*/ 108512 w 141976"/>
              <a:gd name="csY67" fmla="*/ 93715 h 141958"/>
              <a:gd name="csX68" fmla="*/ 110808 w 141976"/>
              <a:gd name="csY68" fmla="*/ 95314 h 141958"/>
              <a:gd name="csX69" fmla="*/ 113547 w 141976"/>
              <a:gd name="csY69" fmla="*/ 95893 h 141958"/>
              <a:gd name="csX70" fmla="*/ 116304 w 141976"/>
              <a:gd name="csY70" fmla="*/ 95365 h 141958"/>
              <a:gd name="csX71" fmla="*/ 118634 w 141976"/>
              <a:gd name="csY71" fmla="*/ 93817 h 141958"/>
              <a:gd name="csX72" fmla="*/ 120183 w 141976"/>
              <a:gd name="csY72" fmla="*/ 91487 h 141958"/>
              <a:gd name="csX73" fmla="*/ 120710 w 141976"/>
              <a:gd name="csY73" fmla="*/ 88731 h 141958"/>
              <a:gd name="csX74" fmla="*/ 120132 w 141976"/>
              <a:gd name="csY74" fmla="*/ 85992 h 141958"/>
              <a:gd name="csX75" fmla="*/ 118532 w 141976"/>
              <a:gd name="csY75" fmla="*/ 83679 h 141958"/>
              <a:gd name="csX76" fmla="*/ 112918 w 141976"/>
              <a:gd name="csY76" fmla="*/ 78065 h 141958"/>
              <a:gd name="csX77" fmla="*/ 134797 w 141976"/>
              <a:gd name="csY77" fmla="*/ 78065 h 141958"/>
              <a:gd name="csX78" fmla="*/ 137537 w 141976"/>
              <a:gd name="csY78" fmla="*/ 77555 h 141958"/>
              <a:gd name="csX79" fmla="*/ 139867 w 141976"/>
              <a:gd name="csY79" fmla="*/ 76024 h 141958"/>
              <a:gd name="csX80" fmla="*/ 141432 w 141976"/>
              <a:gd name="csY80" fmla="*/ 73710 h 141958"/>
              <a:gd name="csX81" fmla="*/ 141977 w 141976"/>
              <a:gd name="csY81" fmla="*/ 70971 h 141958"/>
              <a:gd name="csX82" fmla="*/ 141432 w 141976"/>
              <a:gd name="csY82" fmla="*/ 68250 h 141958"/>
              <a:gd name="csX83" fmla="*/ 139867 w 141976"/>
              <a:gd name="csY83" fmla="*/ 65936 h 141958"/>
              <a:gd name="csX84" fmla="*/ 137537 w 141976"/>
              <a:gd name="csY84" fmla="*/ 64405 h 141958"/>
              <a:gd name="csX85" fmla="*/ 134797 w 141976"/>
              <a:gd name="csY85" fmla="*/ 63895 h 141958"/>
              <a:gd name="csX86" fmla="*/ 112918 w 141976"/>
              <a:gd name="csY86" fmla="*/ 63895 h 141958"/>
              <a:gd name="csX87" fmla="*/ 118532 w 141976"/>
              <a:gd name="csY87" fmla="*/ 58264 h 141958"/>
              <a:gd name="csX88" fmla="*/ 120540 w 141976"/>
              <a:gd name="csY88" fmla="*/ 54590 h 141958"/>
              <a:gd name="csX89" fmla="*/ 120132 w 141976"/>
              <a:gd name="csY89" fmla="*/ 50422 h 141958"/>
              <a:gd name="csX90" fmla="*/ 117427 w 141976"/>
              <a:gd name="csY90" fmla="*/ 47224 h 141958"/>
              <a:gd name="csX91" fmla="*/ 113377 w 141976"/>
              <a:gd name="csY91" fmla="*/ 46101 h 141958"/>
              <a:gd name="csX92" fmla="*/ 70997 w 141976"/>
              <a:gd name="csY92" fmla="*/ 63895 h 141958"/>
              <a:gd name="csX93" fmla="*/ 65978 w 141976"/>
              <a:gd name="csY93" fmla="*/ 65970 h 141958"/>
              <a:gd name="csX94" fmla="*/ 63902 w 141976"/>
              <a:gd name="csY94" fmla="*/ 70971 h 141958"/>
              <a:gd name="csX95" fmla="*/ 65978 w 141976"/>
              <a:gd name="csY95" fmla="*/ 75990 h 141958"/>
              <a:gd name="csX96" fmla="*/ 70997 w 141976"/>
              <a:gd name="csY96" fmla="*/ 78065 h 141958"/>
              <a:gd name="csX97" fmla="*/ 75999 w 141976"/>
              <a:gd name="csY97" fmla="*/ 75990 h 141958"/>
              <a:gd name="csX98" fmla="*/ 78074 w 141976"/>
              <a:gd name="csY98" fmla="*/ 70971 h 141958"/>
              <a:gd name="csX99" fmla="*/ 75999 w 141976"/>
              <a:gd name="csY99" fmla="*/ 65970 h 141958"/>
              <a:gd name="csX100" fmla="*/ 70997 w 141976"/>
              <a:gd name="csY100" fmla="*/ 63895 h 141958"/>
              <a:gd name="csX101" fmla="*/ 70878 w 141976"/>
              <a:gd name="csY101" fmla="*/ 88697 h 141958"/>
              <a:gd name="csX102" fmla="*/ 65978 w 141976"/>
              <a:gd name="csY102" fmla="*/ 90773 h 141958"/>
              <a:gd name="csX103" fmla="*/ 48250 w 141976"/>
              <a:gd name="csY103" fmla="*/ 108498 h 141958"/>
              <a:gd name="csX104" fmla="*/ 46651 w 141976"/>
              <a:gd name="csY104" fmla="*/ 110794 h 141958"/>
              <a:gd name="csX105" fmla="*/ 46072 w 141976"/>
              <a:gd name="csY105" fmla="*/ 113533 h 141958"/>
              <a:gd name="csX106" fmla="*/ 46600 w 141976"/>
              <a:gd name="csY106" fmla="*/ 116289 h 141958"/>
              <a:gd name="csX107" fmla="*/ 48148 w 141976"/>
              <a:gd name="csY107" fmla="*/ 118619 h 141958"/>
              <a:gd name="csX108" fmla="*/ 50479 w 141976"/>
              <a:gd name="csY108" fmla="*/ 120167 h 141958"/>
              <a:gd name="csX109" fmla="*/ 53235 w 141976"/>
              <a:gd name="csY109" fmla="*/ 120695 h 141958"/>
              <a:gd name="csX110" fmla="*/ 55974 w 141976"/>
              <a:gd name="csY110" fmla="*/ 120117 h 141958"/>
              <a:gd name="csX111" fmla="*/ 58288 w 141976"/>
              <a:gd name="csY111" fmla="*/ 118517 h 141958"/>
              <a:gd name="csX112" fmla="*/ 63902 w 141976"/>
              <a:gd name="csY112" fmla="*/ 112904 h 141958"/>
              <a:gd name="csX113" fmla="*/ 63902 w 141976"/>
              <a:gd name="csY113" fmla="*/ 134763 h 141958"/>
              <a:gd name="csX114" fmla="*/ 64413 w 141976"/>
              <a:gd name="csY114" fmla="*/ 137519 h 141958"/>
              <a:gd name="csX115" fmla="*/ 65944 w 141976"/>
              <a:gd name="csY115" fmla="*/ 139849 h 141958"/>
              <a:gd name="csX116" fmla="*/ 68258 w 141976"/>
              <a:gd name="csY116" fmla="*/ 141414 h 141958"/>
              <a:gd name="csX117" fmla="*/ 70997 w 141976"/>
              <a:gd name="csY117" fmla="*/ 141959 h 141958"/>
              <a:gd name="csX118" fmla="*/ 73719 w 141976"/>
              <a:gd name="csY118" fmla="*/ 141414 h 141958"/>
              <a:gd name="csX119" fmla="*/ 76033 w 141976"/>
              <a:gd name="csY119" fmla="*/ 139849 h 141958"/>
              <a:gd name="csX120" fmla="*/ 77564 w 141976"/>
              <a:gd name="csY120" fmla="*/ 137519 h 141958"/>
              <a:gd name="csX121" fmla="*/ 78074 w 141976"/>
              <a:gd name="csY121" fmla="*/ 134763 h 141958"/>
              <a:gd name="csX122" fmla="*/ 78074 w 141976"/>
              <a:gd name="csY122" fmla="*/ 112904 h 141958"/>
              <a:gd name="csX123" fmla="*/ 83706 w 141976"/>
              <a:gd name="csY123" fmla="*/ 118517 h 141958"/>
              <a:gd name="csX124" fmla="*/ 86003 w 141976"/>
              <a:gd name="csY124" fmla="*/ 120117 h 141958"/>
              <a:gd name="csX125" fmla="*/ 88742 w 141976"/>
              <a:gd name="csY125" fmla="*/ 120695 h 141958"/>
              <a:gd name="csX126" fmla="*/ 91498 w 141976"/>
              <a:gd name="csY126" fmla="*/ 120167 h 141958"/>
              <a:gd name="csX127" fmla="*/ 93829 w 141976"/>
              <a:gd name="csY127" fmla="*/ 118619 h 141958"/>
              <a:gd name="csX128" fmla="*/ 95377 w 141976"/>
              <a:gd name="csY128" fmla="*/ 116289 h 141958"/>
              <a:gd name="csX129" fmla="*/ 95905 w 141976"/>
              <a:gd name="csY129" fmla="*/ 113533 h 141958"/>
              <a:gd name="csX130" fmla="*/ 95326 w 141976"/>
              <a:gd name="csY130" fmla="*/ 110794 h 141958"/>
              <a:gd name="csX131" fmla="*/ 93727 w 141976"/>
              <a:gd name="csY131" fmla="*/ 108498 h 141958"/>
              <a:gd name="csX132" fmla="*/ 75999 w 141976"/>
              <a:gd name="csY132" fmla="*/ 90773 h 141958"/>
              <a:gd name="csX133" fmla="*/ 73651 w 141976"/>
              <a:gd name="csY133" fmla="*/ 89224 h 141958"/>
              <a:gd name="csX134" fmla="*/ 70878 w 141976"/>
              <a:gd name="csY134" fmla="*/ 88697 h 141958"/>
            </a:gdLst>
            <a:ahLst/>
            <a:cxnLst/>
            <a:rect l="l" t="t" r="r" b="b"/>
            <a:pathLst>
              <a:path w="100000" h="100000">
                <a:moveTo>
                  <a:pt x="49923" y="7"/>
                </a:moveTo>
                <a:cubicBezTo>
                  <a:pt x="48604" y="31"/>
                  <a:pt x="47346" y="571"/>
                  <a:pt x="46423" y="1516"/>
                </a:cubicBezTo>
                <a:cubicBezTo>
                  <a:pt x="45501" y="2463"/>
                  <a:pt x="44985" y="3746"/>
                  <a:pt x="45009" y="5064"/>
                </a:cubicBezTo>
                <a:lnTo>
                  <a:pt x="45009" y="20472"/>
                </a:lnTo>
                <a:lnTo>
                  <a:pt x="41055" y="16518"/>
                </a:lnTo>
                <a:cubicBezTo>
                  <a:pt x="40588" y="16039"/>
                  <a:pt x="40036" y="15655"/>
                  <a:pt x="39425" y="15391"/>
                </a:cubicBezTo>
                <a:cubicBezTo>
                  <a:pt x="38814" y="15128"/>
                  <a:pt x="38167" y="14984"/>
                  <a:pt x="37496" y="14984"/>
                </a:cubicBezTo>
                <a:cubicBezTo>
                  <a:pt x="36837" y="14972"/>
                  <a:pt x="36177" y="15104"/>
                  <a:pt x="35555" y="15355"/>
                </a:cubicBezTo>
                <a:cubicBezTo>
                  <a:pt x="34943" y="15608"/>
                  <a:pt x="34380" y="15979"/>
                  <a:pt x="33913" y="16446"/>
                </a:cubicBezTo>
                <a:cubicBezTo>
                  <a:pt x="33445" y="16913"/>
                  <a:pt x="33074" y="17476"/>
                  <a:pt x="32822" y="18088"/>
                </a:cubicBezTo>
                <a:cubicBezTo>
                  <a:pt x="32570" y="18699"/>
                  <a:pt x="32451" y="19357"/>
                  <a:pt x="32451" y="20029"/>
                </a:cubicBezTo>
                <a:cubicBezTo>
                  <a:pt x="32463" y="20687"/>
                  <a:pt x="32594" y="21347"/>
                  <a:pt x="32858" y="21958"/>
                </a:cubicBezTo>
                <a:cubicBezTo>
                  <a:pt x="33122" y="22569"/>
                  <a:pt x="33505" y="23120"/>
                  <a:pt x="33985" y="23575"/>
                </a:cubicBezTo>
                <a:lnTo>
                  <a:pt x="46471" y="36060"/>
                </a:lnTo>
                <a:cubicBezTo>
                  <a:pt x="47406" y="36995"/>
                  <a:pt x="48677" y="37522"/>
                  <a:pt x="50006" y="37522"/>
                </a:cubicBezTo>
                <a:cubicBezTo>
                  <a:pt x="51325" y="37522"/>
                  <a:pt x="52595" y="36995"/>
                  <a:pt x="53529" y="36060"/>
                </a:cubicBezTo>
                <a:lnTo>
                  <a:pt x="66016" y="23575"/>
                </a:lnTo>
                <a:cubicBezTo>
                  <a:pt x="66495" y="23120"/>
                  <a:pt x="66879" y="22569"/>
                  <a:pt x="67142" y="21958"/>
                </a:cubicBezTo>
                <a:cubicBezTo>
                  <a:pt x="67406" y="21347"/>
                  <a:pt x="67538" y="20687"/>
                  <a:pt x="67550" y="20029"/>
                </a:cubicBezTo>
                <a:cubicBezTo>
                  <a:pt x="67561" y="19357"/>
                  <a:pt x="67430" y="18699"/>
                  <a:pt x="67178" y="18088"/>
                </a:cubicBezTo>
                <a:cubicBezTo>
                  <a:pt x="66927" y="17476"/>
                  <a:pt x="66556" y="16913"/>
                  <a:pt x="66088" y="16446"/>
                </a:cubicBezTo>
                <a:cubicBezTo>
                  <a:pt x="65620" y="15979"/>
                  <a:pt x="65057" y="15608"/>
                  <a:pt x="64446" y="15355"/>
                </a:cubicBezTo>
                <a:cubicBezTo>
                  <a:pt x="63823" y="15104"/>
                  <a:pt x="63164" y="14972"/>
                  <a:pt x="62505" y="14984"/>
                </a:cubicBezTo>
                <a:cubicBezTo>
                  <a:pt x="61846" y="14984"/>
                  <a:pt x="61187" y="15128"/>
                  <a:pt x="60576" y="15391"/>
                </a:cubicBezTo>
                <a:cubicBezTo>
                  <a:pt x="59964" y="15655"/>
                  <a:pt x="59414" y="16039"/>
                  <a:pt x="58958" y="16518"/>
                </a:cubicBezTo>
                <a:lnTo>
                  <a:pt x="54991" y="20472"/>
                </a:lnTo>
                <a:lnTo>
                  <a:pt x="54991" y="5064"/>
                </a:lnTo>
                <a:cubicBezTo>
                  <a:pt x="55003" y="4404"/>
                  <a:pt x="54883" y="3734"/>
                  <a:pt x="54632" y="3122"/>
                </a:cubicBezTo>
                <a:cubicBezTo>
                  <a:pt x="54380" y="2500"/>
                  <a:pt x="54009" y="1936"/>
                  <a:pt x="53529" y="1469"/>
                </a:cubicBezTo>
                <a:cubicBezTo>
                  <a:pt x="53062" y="1002"/>
                  <a:pt x="52499" y="618"/>
                  <a:pt x="51876" y="379"/>
                </a:cubicBezTo>
                <a:cubicBezTo>
                  <a:pt x="51264" y="127"/>
                  <a:pt x="50594" y="-5"/>
                  <a:pt x="49923" y="7"/>
                </a:cubicBezTo>
                <a:close/>
                <a:moveTo>
                  <a:pt x="19988" y="32477"/>
                </a:moveTo>
                <a:cubicBezTo>
                  <a:pt x="18993" y="32477"/>
                  <a:pt x="18023" y="32777"/>
                  <a:pt x="17208" y="33328"/>
                </a:cubicBezTo>
                <a:cubicBezTo>
                  <a:pt x="16381" y="33892"/>
                  <a:pt x="15746" y="34670"/>
                  <a:pt x="15362" y="35593"/>
                </a:cubicBezTo>
                <a:cubicBezTo>
                  <a:pt x="14991" y="36515"/>
                  <a:pt x="14907" y="37522"/>
                  <a:pt x="15111" y="38492"/>
                </a:cubicBezTo>
                <a:cubicBezTo>
                  <a:pt x="15315" y="39463"/>
                  <a:pt x="15806" y="40361"/>
                  <a:pt x="16513" y="41044"/>
                </a:cubicBezTo>
                <a:lnTo>
                  <a:pt x="20468" y="45010"/>
                </a:lnTo>
                <a:lnTo>
                  <a:pt x="5069" y="45010"/>
                </a:lnTo>
                <a:cubicBezTo>
                  <a:pt x="4398" y="44998"/>
                  <a:pt x="3751" y="45118"/>
                  <a:pt x="3128" y="45370"/>
                </a:cubicBezTo>
                <a:cubicBezTo>
                  <a:pt x="2517" y="45609"/>
                  <a:pt x="1953" y="45981"/>
                  <a:pt x="1486" y="46448"/>
                </a:cubicBezTo>
                <a:cubicBezTo>
                  <a:pt x="1018" y="46903"/>
                  <a:pt x="647" y="47466"/>
                  <a:pt x="384" y="48078"/>
                </a:cubicBezTo>
                <a:cubicBezTo>
                  <a:pt x="132" y="48689"/>
                  <a:pt x="0" y="49336"/>
                  <a:pt x="0" y="49994"/>
                </a:cubicBezTo>
                <a:cubicBezTo>
                  <a:pt x="0" y="50666"/>
                  <a:pt x="132" y="51313"/>
                  <a:pt x="384" y="51924"/>
                </a:cubicBezTo>
                <a:cubicBezTo>
                  <a:pt x="647" y="52535"/>
                  <a:pt x="1018" y="53086"/>
                  <a:pt x="1486" y="53553"/>
                </a:cubicBezTo>
                <a:cubicBezTo>
                  <a:pt x="1953" y="54020"/>
                  <a:pt x="2517" y="54380"/>
                  <a:pt x="3128" y="54632"/>
                </a:cubicBezTo>
                <a:cubicBezTo>
                  <a:pt x="3751" y="54883"/>
                  <a:pt x="4398" y="55003"/>
                  <a:pt x="5069" y="54991"/>
                </a:cubicBezTo>
                <a:lnTo>
                  <a:pt x="20468" y="54991"/>
                </a:lnTo>
                <a:lnTo>
                  <a:pt x="16513" y="58945"/>
                </a:lnTo>
                <a:cubicBezTo>
                  <a:pt x="16034" y="59412"/>
                  <a:pt x="15651" y="59964"/>
                  <a:pt x="15386" y="60574"/>
                </a:cubicBezTo>
                <a:cubicBezTo>
                  <a:pt x="15123" y="61186"/>
                  <a:pt x="14979" y="61833"/>
                  <a:pt x="14979" y="62504"/>
                </a:cubicBezTo>
                <a:cubicBezTo>
                  <a:pt x="14967" y="63163"/>
                  <a:pt x="15099" y="63821"/>
                  <a:pt x="15350" y="64445"/>
                </a:cubicBezTo>
                <a:cubicBezTo>
                  <a:pt x="15602" y="65055"/>
                  <a:pt x="15974" y="65619"/>
                  <a:pt x="16441" y="66086"/>
                </a:cubicBezTo>
                <a:cubicBezTo>
                  <a:pt x="16908" y="66554"/>
                  <a:pt x="17472" y="66925"/>
                  <a:pt x="18083" y="67176"/>
                </a:cubicBezTo>
                <a:cubicBezTo>
                  <a:pt x="18694" y="67428"/>
                  <a:pt x="19353" y="67548"/>
                  <a:pt x="20024" y="67548"/>
                </a:cubicBezTo>
                <a:cubicBezTo>
                  <a:pt x="20683" y="67536"/>
                  <a:pt x="21342" y="67404"/>
                  <a:pt x="21954" y="67140"/>
                </a:cubicBezTo>
                <a:cubicBezTo>
                  <a:pt x="22564" y="66877"/>
                  <a:pt x="23116" y="66494"/>
                  <a:pt x="23571" y="66014"/>
                </a:cubicBezTo>
                <a:lnTo>
                  <a:pt x="36058" y="53529"/>
                </a:lnTo>
                <a:cubicBezTo>
                  <a:pt x="36993" y="52595"/>
                  <a:pt x="37520" y="51325"/>
                  <a:pt x="37520" y="49994"/>
                </a:cubicBezTo>
                <a:cubicBezTo>
                  <a:pt x="37520" y="48677"/>
                  <a:pt x="36993" y="47407"/>
                  <a:pt x="36058" y="46472"/>
                </a:cubicBezTo>
                <a:lnTo>
                  <a:pt x="23571" y="33987"/>
                </a:lnTo>
                <a:cubicBezTo>
                  <a:pt x="23104" y="33508"/>
                  <a:pt x="22552" y="33125"/>
                  <a:pt x="21930" y="32872"/>
                </a:cubicBezTo>
                <a:cubicBezTo>
                  <a:pt x="21318" y="32609"/>
                  <a:pt x="20659" y="32477"/>
                  <a:pt x="19988" y="32477"/>
                </a:cubicBezTo>
                <a:close/>
                <a:moveTo>
                  <a:pt x="79856" y="32477"/>
                </a:moveTo>
                <a:cubicBezTo>
                  <a:pt x="78563" y="32513"/>
                  <a:pt x="77329" y="33053"/>
                  <a:pt x="76430" y="33987"/>
                </a:cubicBezTo>
                <a:lnTo>
                  <a:pt x="63943" y="46472"/>
                </a:lnTo>
                <a:cubicBezTo>
                  <a:pt x="63009" y="47407"/>
                  <a:pt x="62481" y="48677"/>
                  <a:pt x="62481" y="49994"/>
                </a:cubicBezTo>
                <a:cubicBezTo>
                  <a:pt x="62481" y="51325"/>
                  <a:pt x="63009" y="52595"/>
                  <a:pt x="63943" y="53529"/>
                </a:cubicBezTo>
                <a:lnTo>
                  <a:pt x="76430" y="66014"/>
                </a:lnTo>
                <a:cubicBezTo>
                  <a:pt x="76885" y="66494"/>
                  <a:pt x="77436" y="66877"/>
                  <a:pt x="78047" y="67140"/>
                </a:cubicBezTo>
                <a:cubicBezTo>
                  <a:pt x="78658" y="67404"/>
                  <a:pt x="79318" y="67536"/>
                  <a:pt x="79976" y="67548"/>
                </a:cubicBezTo>
                <a:cubicBezTo>
                  <a:pt x="80647" y="67548"/>
                  <a:pt x="81307" y="67428"/>
                  <a:pt x="81918" y="67176"/>
                </a:cubicBezTo>
                <a:cubicBezTo>
                  <a:pt x="82529" y="66925"/>
                  <a:pt x="83092" y="66554"/>
                  <a:pt x="83559" y="66086"/>
                </a:cubicBezTo>
                <a:cubicBezTo>
                  <a:pt x="84027" y="65619"/>
                  <a:pt x="84398" y="65055"/>
                  <a:pt x="84650" y="64445"/>
                </a:cubicBezTo>
                <a:cubicBezTo>
                  <a:pt x="84902" y="63821"/>
                  <a:pt x="85033" y="63163"/>
                  <a:pt x="85021" y="62504"/>
                </a:cubicBezTo>
                <a:cubicBezTo>
                  <a:pt x="85021" y="61833"/>
                  <a:pt x="84878" y="61186"/>
                  <a:pt x="84614" y="60574"/>
                </a:cubicBezTo>
                <a:cubicBezTo>
                  <a:pt x="84350" y="59964"/>
                  <a:pt x="83967" y="59412"/>
                  <a:pt x="83487" y="58945"/>
                </a:cubicBezTo>
                <a:lnTo>
                  <a:pt x="79533" y="54991"/>
                </a:lnTo>
                <a:lnTo>
                  <a:pt x="94944" y="54991"/>
                </a:lnTo>
                <a:cubicBezTo>
                  <a:pt x="95603" y="55003"/>
                  <a:pt x="96262" y="54883"/>
                  <a:pt x="96873" y="54632"/>
                </a:cubicBezTo>
                <a:cubicBezTo>
                  <a:pt x="97484" y="54380"/>
                  <a:pt x="98048" y="54020"/>
                  <a:pt x="98515" y="53553"/>
                </a:cubicBezTo>
                <a:cubicBezTo>
                  <a:pt x="98982" y="53086"/>
                  <a:pt x="99365" y="52535"/>
                  <a:pt x="99617" y="51924"/>
                </a:cubicBezTo>
                <a:cubicBezTo>
                  <a:pt x="99869" y="51313"/>
                  <a:pt x="100001" y="50666"/>
                  <a:pt x="100001" y="49994"/>
                </a:cubicBezTo>
                <a:cubicBezTo>
                  <a:pt x="100001" y="49336"/>
                  <a:pt x="99869" y="48689"/>
                  <a:pt x="99617" y="48078"/>
                </a:cubicBezTo>
                <a:cubicBezTo>
                  <a:pt x="99365" y="47466"/>
                  <a:pt x="98982" y="46903"/>
                  <a:pt x="98515" y="46448"/>
                </a:cubicBezTo>
                <a:cubicBezTo>
                  <a:pt x="98048" y="45981"/>
                  <a:pt x="97484" y="45609"/>
                  <a:pt x="96873" y="45370"/>
                </a:cubicBezTo>
                <a:cubicBezTo>
                  <a:pt x="96262" y="45118"/>
                  <a:pt x="95603" y="44998"/>
                  <a:pt x="94944" y="45010"/>
                </a:cubicBezTo>
                <a:lnTo>
                  <a:pt x="79533" y="45010"/>
                </a:lnTo>
                <a:lnTo>
                  <a:pt x="83487" y="41044"/>
                </a:lnTo>
                <a:cubicBezTo>
                  <a:pt x="84206" y="40349"/>
                  <a:pt x="84710" y="39438"/>
                  <a:pt x="84902" y="38456"/>
                </a:cubicBezTo>
                <a:cubicBezTo>
                  <a:pt x="85105" y="37474"/>
                  <a:pt x="84997" y="36443"/>
                  <a:pt x="84614" y="35521"/>
                </a:cubicBezTo>
                <a:cubicBezTo>
                  <a:pt x="84218" y="34598"/>
                  <a:pt x="83547" y="33807"/>
                  <a:pt x="82709" y="33268"/>
                </a:cubicBezTo>
                <a:cubicBezTo>
                  <a:pt x="81858" y="32717"/>
                  <a:pt x="80863" y="32453"/>
                  <a:pt x="79856" y="32477"/>
                </a:cubicBezTo>
                <a:close/>
                <a:moveTo>
                  <a:pt x="50006" y="45010"/>
                </a:moveTo>
                <a:cubicBezTo>
                  <a:pt x="48677" y="45010"/>
                  <a:pt x="47406" y="45537"/>
                  <a:pt x="46471" y="46472"/>
                </a:cubicBezTo>
                <a:cubicBezTo>
                  <a:pt x="45537" y="47407"/>
                  <a:pt x="45009" y="48677"/>
                  <a:pt x="45009" y="49994"/>
                </a:cubicBezTo>
                <a:cubicBezTo>
                  <a:pt x="45009" y="51325"/>
                  <a:pt x="45537" y="52595"/>
                  <a:pt x="46471" y="53529"/>
                </a:cubicBezTo>
                <a:cubicBezTo>
                  <a:pt x="47406" y="54463"/>
                  <a:pt x="48677" y="54991"/>
                  <a:pt x="50006" y="54991"/>
                </a:cubicBezTo>
                <a:cubicBezTo>
                  <a:pt x="51325" y="54991"/>
                  <a:pt x="52595" y="54463"/>
                  <a:pt x="53529" y="53529"/>
                </a:cubicBezTo>
                <a:cubicBezTo>
                  <a:pt x="54464" y="52595"/>
                  <a:pt x="54991" y="51325"/>
                  <a:pt x="54991" y="49994"/>
                </a:cubicBezTo>
                <a:cubicBezTo>
                  <a:pt x="54991" y="48677"/>
                  <a:pt x="54464" y="47407"/>
                  <a:pt x="53529" y="46472"/>
                </a:cubicBezTo>
                <a:cubicBezTo>
                  <a:pt x="52595" y="45537"/>
                  <a:pt x="51325" y="45010"/>
                  <a:pt x="50006" y="45010"/>
                </a:cubicBezTo>
                <a:close/>
                <a:moveTo>
                  <a:pt x="49923" y="62480"/>
                </a:moveTo>
                <a:cubicBezTo>
                  <a:pt x="48629" y="62504"/>
                  <a:pt x="47394" y="63019"/>
                  <a:pt x="46471" y="63942"/>
                </a:cubicBezTo>
                <a:lnTo>
                  <a:pt x="33985" y="76426"/>
                </a:lnTo>
                <a:cubicBezTo>
                  <a:pt x="33505" y="76881"/>
                  <a:pt x="33122" y="77433"/>
                  <a:pt x="32858" y="78043"/>
                </a:cubicBezTo>
                <a:cubicBezTo>
                  <a:pt x="32594" y="78655"/>
                  <a:pt x="32463" y="79313"/>
                  <a:pt x="32451" y="79973"/>
                </a:cubicBezTo>
                <a:cubicBezTo>
                  <a:pt x="32451" y="80644"/>
                  <a:pt x="32570" y="81303"/>
                  <a:pt x="32822" y="81914"/>
                </a:cubicBezTo>
                <a:cubicBezTo>
                  <a:pt x="33074" y="82525"/>
                  <a:pt x="33445" y="83088"/>
                  <a:pt x="33913" y="83555"/>
                </a:cubicBezTo>
                <a:cubicBezTo>
                  <a:pt x="34380" y="84023"/>
                  <a:pt x="34943" y="84394"/>
                  <a:pt x="35555" y="84645"/>
                </a:cubicBezTo>
                <a:cubicBezTo>
                  <a:pt x="36177" y="84897"/>
                  <a:pt x="36837" y="85029"/>
                  <a:pt x="37496" y="85017"/>
                </a:cubicBezTo>
                <a:cubicBezTo>
                  <a:pt x="38167" y="85017"/>
                  <a:pt x="38814" y="84873"/>
                  <a:pt x="39425" y="84610"/>
                </a:cubicBezTo>
                <a:cubicBezTo>
                  <a:pt x="40036" y="84346"/>
                  <a:pt x="40588" y="83963"/>
                  <a:pt x="41055" y="83483"/>
                </a:cubicBezTo>
                <a:lnTo>
                  <a:pt x="45009" y="79530"/>
                </a:lnTo>
                <a:lnTo>
                  <a:pt x="45009" y="94926"/>
                </a:lnTo>
                <a:cubicBezTo>
                  <a:pt x="44997" y="95597"/>
                  <a:pt x="45117" y="96244"/>
                  <a:pt x="45369" y="96867"/>
                </a:cubicBezTo>
                <a:cubicBezTo>
                  <a:pt x="45620" y="97478"/>
                  <a:pt x="45980" y="98041"/>
                  <a:pt x="46447" y="98508"/>
                </a:cubicBezTo>
                <a:cubicBezTo>
                  <a:pt x="46914" y="98976"/>
                  <a:pt x="47466" y="99347"/>
                  <a:pt x="48077" y="99610"/>
                </a:cubicBezTo>
                <a:cubicBezTo>
                  <a:pt x="48688" y="99863"/>
                  <a:pt x="49335" y="99994"/>
                  <a:pt x="50006" y="99994"/>
                </a:cubicBezTo>
                <a:cubicBezTo>
                  <a:pt x="50666" y="99994"/>
                  <a:pt x="51313" y="99863"/>
                  <a:pt x="51924" y="99610"/>
                </a:cubicBezTo>
                <a:cubicBezTo>
                  <a:pt x="52535" y="99347"/>
                  <a:pt x="53098" y="98976"/>
                  <a:pt x="53553" y="98508"/>
                </a:cubicBezTo>
                <a:cubicBezTo>
                  <a:pt x="54021" y="98041"/>
                  <a:pt x="54392" y="97478"/>
                  <a:pt x="54632" y="96867"/>
                </a:cubicBezTo>
                <a:cubicBezTo>
                  <a:pt x="54883" y="96244"/>
                  <a:pt x="55003" y="95597"/>
                  <a:pt x="54991" y="94926"/>
                </a:cubicBezTo>
                <a:lnTo>
                  <a:pt x="54991" y="79530"/>
                </a:lnTo>
                <a:lnTo>
                  <a:pt x="58958" y="83483"/>
                </a:lnTo>
                <a:cubicBezTo>
                  <a:pt x="59414" y="83963"/>
                  <a:pt x="59964" y="84346"/>
                  <a:pt x="60576" y="84610"/>
                </a:cubicBezTo>
                <a:cubicBezTo>
                  <a:pt x="61187" y="84873"/>
                  <a:pt x="61846" y="85017"/>
                  <a:pt x="62505" y="85017"/>
                </a:cubicBezTo>
                <a:cubicBezTo>
                  <a:pt x="63164" y="85029"/>
                  <a:pt x="63823" y="84897"/>
                  <a:pt x="64446" y="84645"/>
                </a:cubicBezTo>
                <a:cubicBezTo>
                  <a:pt x="65057" y="84394"/>
                  <a:pt x="65620" y="84023"/>
                  <a:pt x="66088" y="83555"/>
                </a:cubicBezTo>
                <a:cubicBezTo>
                  <a:pt x="66556" y="83088"/>
                  <a:pt x="66927" y="82525"/>
                  <a:pt x="67178" y="81914"/>
                </a:cubicBezTo>
                <a:cubicBezTo>
                  <a:pt x="67430" y="81303"/>
                  <a:pt x="67561" y="80644"/>
                  <a:pt x="67550" y="79973"/>
                </a:cubicBezTo>
                <a:cubicBezTo>
                  <a:pt x="67538" y="79313"/>
                  <a:pt x="67406" y="78655"/>
                  <a:pt x="67142" y="78043"/>
                </a:cubicBezTo>
                <a:cubicBezTo>
                  <a:pt x="66879" y="77433"/>
                  <a:pt x="66495" y="76881"/>
                  <a:pt x="66016" y="76426"/>
                </a:cubicBezTo>
                <a:lnTo>
                  <a:pt x="53529" y="63942"/>
                </a:lnTo>
                <a:cubicBezTo>
                  <a:pt x="53062" y="63474"/>
                  <a:pt x="52499" y="63102"/>
                  <a:pt x="51876" y="62851"/>
                </a:cubicBezTo>
                <a:cubicBezTo>
                  <a:pt x="51264" y="62599"/>
                  <a:pt x="50594" y="62468"/>
                  <a:pt x="49923" y="6248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9" name="Белый — SVG 10">
            <a:extLst>
              <a:ext uri="{FF2B5EF4-FFF2-40B4-BE49-F238E27FC236}">
                <a16:creationId xmlns:a16="http://schemas.microsoft.com/office/drawing/2014/main" id="{95E24D5A-5734-8942-B56E-804B8C4D42D4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87384 w 89070"/>
              <a:gd name="csY0" fmla="*/ 74749 h 148801"/>
              <a:gd name="csX1" fmla="*/ 8946 w 89070"/>
              <a:gd name="csY1" fmla="*/ 1432 h 148801"/>
              <a:gd name="csX2" fmla="*/ 3197 w 89070"/>
              <a:gd name="csY2" fmla="*/ 445 h 148801"/>
              <a:gd name="csX3" fmla="*/ 0 w 89070"/>
              <a:gd name="csY3" fmla="*/ 5310 h 148801"/>
              <a:gd name="csX4" fmla="*/ 0 w 89070"/>
              <a:gd name="csY4" fmla="*/ 111630 h 148801"/>
              <a:gd name="csX5" fmla="*/ 3016 w 89070"/>
              <a:gd name="csY5" fmla="*/ 116426 h 148801"/>
              <a:gd name="csX6" fmla="*/ 8641 w 89070"/>
              <a:gd name="csY6" fmla="*/ 115780 h 148801"/>
              <a:gd name="csX7" fmla="*/ 30304 w 89070"/>
              <a:gd name="csY7" fmla="*/ 98446 h 148801"/>
              <a:gd name="csX8" fmla="*/ 50782 w 89070"/>
              <a:gd name="csY8" fmla="*/ 145601 h 148801"/>
              <a:gd name="csX9" fmla="*/ 57774 w 89070"/>
              <a:gd name="csY9" fmla="*/ 148356 h 148801"/>
              <a:gd name="csX10" fmla="*/ 74029 w 89070"/>
              <a:gd name="csY10" fmla="*/ 141297 h 148801"/>
              <a:gd name="csX11" fmla="*/ 76787 w 89070"/>
              <a:gd name="csY11" fmla="*/ 134305 h 148801"/>
              <a:gd name="csX12" fmla="*/ 65998 w 89070"/>
              <a:gd name="csY12" fmla="*/ 109469 h 148801"/>
              <a:gd name="csX13" fmla="*/ 56311 w 89070"/>
              <a:gd name="csY13" fmla="*/ 87150 h 148801"/>
              <a:gd name="csX14" fmla="*/ 84361 w 89070"/>
              <a:gd name="csY14" fmla="*/ 83918 h 148801"/>
              <a:gd name="csX15" fmla="*/ 88803 w 89070"/>
              <a:gd name="csY15" fmla="*/ 80295 h 148801"/>
              <a:gd name="csX16" fmla="*/ 87384 w 89070"/>
              <a:gd name="csY16" fmla="*/ 74749 h 148801"/>
            </a:gdLst>
            <a:ahLst/>
            <a:cxnLst/>
            <a:rect l="l" t="t" r="r" b="b"/>
            <a:pathLst>
              <a:path w="100000" h="100000">
                <a:moveTo>
                  <a:pt x="78796" y="50234"/>
                </a:moveTo>
                <a:lnTo>
                  <a:pt x="26083" y="962"/>
                </a:lnTo>
                <a:cubicBezTo>
                  <a:pt x="25042" y="-10"/>
                  <a:pt x="23525" y="-273"/>
                  <a:pt x="22219" y="299"/>
                </a:cubicBezTo>
                <a:cubicBezTo>
                  <a:pt x="20915" y="859"/>
                  <a:pt x="20071" y="2151"/>
                  <a:pt x="20071" y="3569"/>
                </a:cubicBezTo>
                <a:lnTo>
                  <a:pt x="20071" y="75020"/>
                </a:lnTo>
                <a:cubicBezTo>
                  <a:pt x="20071" y="76403"/>
                  <a:pt x="20860" y="77649"/>
                  <a:pt x="22098" y="78243"/>
                </a:cubicBezTo>
                <a:cubicBezTo>
                  <a:pt x="23334" y="78838"/>
                  <a:pt x="24807" y="78678"/>
                  <a:pt x="25878" y="77809"/>
                </a:cubicBezTo>
                <a:lnTo>
                  <a:pt x="40436" y="66160"/>
                </a:lnTo>
                <a:lnTo>
                  <a:pt x="54198" y="97849"/>
                </a:lnTo>
                <a:cubicBezTo>
                  <a:pt x="54983" y="99667"/>
                  <a:pt x="57089" y="100490"/>
                  <a:pt x="58897" y="99701"/>
                </a:cubicBezTo>
                <a:lnTo>
                  <a:pt x="69821" y="94957"/>
                </a:lnTo>
                <a:cubicBezTo>
                  <a:pt x="71632" y="94179"/>
                  <a:pt x="72461" y="92076"/>
                  <a:pt x="71675" y="90258"/>
                </a:cubicBezTo>
                <a:lnTo>
                  <a:pt x="64424" y="73567"/>
                </a:lnTo>
                <a:lnTo>
                  <a:pt x="57914" y="58568"/>
                </a:lnTo>
                <a:lnTo>
                  <a:pt x="76765" y="56396"/>
                </a:lnTo>
                <a:cubicBezTo>
                  <a:pt x="78149" y="56236"/>
                  <a:pt x="79314" y="55287"/>
                  <a:pt x="79750" y="53961"/>
                </a:cubicBezTo>
                <a:cubicBezTo>
                  <a:pt x="80185" y="52635"/>
                  <a:pt x="79814" y="51183"/>
                  <a:pt x="78796" y="5023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0" name="Белый — SVG 11">
            <a:extLst>
              <a:ext uri="{FF2B5EF4-FFF2-40B4-BE49-F238E27FC236}">
                <a16:creationId xmlns:a16="http://schemas.microsoft.com/office/drawing/2014/main" id="{D2CCBDA1-A30C-2E4F-B238-BF9790090A3E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123977 w 148867"/>
              <a:gd name="csY0" fmla="*/ 0 h 127754"/>
              <a:gd name="csX1" fmla="*/ 120030 w 148867"/>
              <a:gd name="csY1" fmla="*/ 1208 h 127754"/>
              <a:gd name="csX2" fmla="*/ 117410 w 148867"/>
              <a:gd name="csY2" fmla="*/ 4423 h 127754"/>
              <a:gd name="csX3" fmla="*/ 117052 w 148867"/>
              <a:gd name="csY3" fmla="*/ 8540 h 127754"/>
              <a:gd name="csX4" fmla="*/ 119043 w 148867"/>
              <a:gd name="csY4" fmla="*/ 12163 h 127754"/>
              <a:gd name="csX5" fmla="*/ 124657 w 148867"/>
              <a:gd name="csY5" fmla="*/ 17794 h 127754"/>
              <a:gd name="csX6" fmla="*/ 88606 w 148867"/>
              <a:gd name="csY6" fmla="*/ 17794 h 127754"/>
              <a:gd name="csX7" fmla="*/ 67339 w 148867"/>
              <a:gd name="csY7" fmla="*/ 39057 h 127754"/>
              <a:gd name="csX8" fmla="*/ 67339 w 148867"/>
              <a:gd name="csY8" fmla="*/ 88662 h 127754"/>
              <a:gd name="csX9" fmla="*/ 60262 w 148867"/>
              <a:gd name="csY9" fmla="*/ 95756 h 127754"/>
              <a:gd name="csX10" fmla="*/ 24193 w 148867"/>
              <a:gd name="csY10" fmla="*/ 95756 h 127754"/>
              <a:gd name="csX11" fmla="*/ 29825 w 148867"/>
              <a:gd name="csY11" fmla="*/ 90142 h 127754"/>
              <a:gd name="csX12" fmla="*/ 31832 w 148867"/>
              <a:gd name="csY12" fmla="*/ 86451 h 127754"/>
              <a:gd name="csX13" fmla="*/ 31407 w 148867"/>
              <a:gd name="csY13" fmla="*/ 82283 h 127754"/>
              <a:gd name="csX14" fmla="*/ 28702 w 148867"/>
              <a:gd name="csY14" fmla="*/ 79085 h 127754"/>
              <a:gd name="csX15" fmla="*/ 24669 w 148867"/>
              <a:gd name="csY15" fmla="*/ 77962 h 127754"/>
              <a:gd name="csX16" fmla="*/ 19804 w 148867"/>
              <a:gd name="csY16" fmla="*/ 80105 h 127754"/>
              <a:gd name="csX17" fmla="*/ 2076 w 148867"/>
              <a:gd name="csY17" fmla="*/ 97831 h 127754"/>
              <a:gd name="csX18" fmla="*/ 0 w 148867"/>
              <a:gd name="csY18" fmla="*/ 102849 h 127754"/>
              <a:gd name="csX19" fmla="*/ 2076 w 148867"/>
              <a:gd name="csY19" fmla="*/ 107850 h 127754"/>
              <a:gd name="csX20" fmla="*/ 19804 w 148867"/>
              <a:gd name="csY20" fmla="*/ 125576 h 127754"/>
              <a:gd name="csX21" fmla="*/ 22100 w 148867"/>
              <a:gd name="csY21" fmla="*/ 127175 h 127754"/>
              <a:gd name="csX22" fmla="*/ 24840 w 148867"/>
              <a:gd name="csY22" fmla="*/ 127754 h 127754"/>
              <a:gd name="csX23" fmla="*/ 27596 w 148867"/>
              <a:gd name="csY23" fmla="*/ 127226 h 127754"/>
              <a:gd name="csX24" fmla="*/ 29927 w 148867"/>
              <a:gd name="csY24" fmla="*/ 125678 h 127754"/>
              <a:gd name="csX25" fmla="*/ 31475 w 148867"/>
              <a:gd name="csY25" fmla="*/ 123348 h 127754"/>
              <a:gd name="csX26" fmla="*/ 32002 w 148867"/>
              <a:gd name="csY26" fmla="*/ 120592 h 127754"/>
              <a:gd name="csX27" fmla="*/ 31424 w 148867"/>
              <a:gd name="csY27" fmla="*/ 117853 h 127754"/>
              <a:gd name="csX28" fmla="*/ 29825 w 148867"/>
              <a:gd name="csY28" fmla="*/ 115556 h 127754"/>
              <a:gd name="csX29" fmla="*/ 24193 w 148867"/>
              <a:gd name="csY29" fmla="*/ 109926 h 127754"/>
              <a:gd name="csX30" fmla="*/ 60262 w 148867"/>
              <a:gd name="csY30" fmla="*/ 109926 h 127754"/>
              <a:gd name="csX31" fmla="*/ 81528 w 148867"/>
              <a:gd name="csY31" fmla="*/ 88662 h 127754"/>
              <a:gd name="csX32" fmla="*/ 81528 w 148867"/>
              <a:gd name="csY32" fmla="*/ 39057 h 127754"/>
              <a:gd name="csX33" fmla="*/ 88606 w 148867"/>
              <a:gd name="csY33" fmla="*/ 31964 h 127754"/>
              <a:gd name="csX34" fmla="*/ 124657 w 148867"/>
              <a:gd name="csY34" fmla="*/ 31964 h 127754"/>
              <a:gd name="csX35" fmla="*/ 119043 w 148867"/>
              <a:gd name="csY35" fmla="*/ 37578 h 127754"/>
              <a:gd name="csX36" fmla="*/ 117444 w 148867"/>
              <a:gd name="csY36" fmla="*/ 39891 h 127754"/>
              <a:gd name="csX37" fmla="*/ 116865 w 148867"/>
              <a:gd name="csY37" fmla="*/ 42630 h 127754"/>
              <a:gd name="csX38" fmla="*/ 117393 w 148867"/>
              <a:gd name="csY38" fmla="*/ 45386 h 127754"/>
              <a:gd name="csX39" fmla="*/ 118941 w 148867"/>
              <a:gd name="csY39" fmla="*/ 47716 h 127754"/>
              <a:gd name="csX40" fmla="*/ 121272 w 148867"/>
              <a:gd name="csY40" fmla="*/ 49264 h 127754"/>
              <a:gd name="csX41" fmla="*/ 124028 w 148867"/>
              <a:gd name="csY41" fmla="*/ 49792 h 127754"/>
              <a:gd name="csX42" fmla="*/ 126767 w 148867"/>
              <a:gd name="csY42" fmla="*/ 49213 h 127754"/>
              <a:gd name="csX43" fmla="*/ 129064 w 148867"/>
              <a:gd name="csY43" fmla="*/ 47614 h 127754"/>
              <a:gd name="csX44" fmla="*/ 146792 w 148867"/>
              <a:gd name="csY44" fmla="*/ 29889 h 127754"/>
              <a:gd name="csX45" fmla="*/ 148867 w 148867"/>
              <a:gd name="csY45" fmla="*/ 24870 h 127754"/>
              <a:gd name="csX46" fmla="*/ 146792 w 148867"/>
              <a:gd name="csY46" fmla="*/ 19869 h 127754"/>
              <a:gd name="csX47" fmla="*/ 129064 w 148867"/>
              <a:gd name="csY47" fmla="*/ 2143 h 127754"/>
              <a:gd name="csX48" fmla="*/ 126733 w 148867"/>
              <a:gd name="csY48" fmla="*/ 561 h 127754"/>
              <a:gd name="csX49" fmla="*/ 123977 w 148867"/>
              <a:gd name="csY49" fmla="*/ 0 h 127754"/>
            </a:gdLst>
            <a:ahLst/>
            <a:cxnLst/>
            <a:rect l="l" t="t" r="r" b="b"/>
            <a:pathLst>
              <a:path w="100000" h="100000">
                <a:moveTo>
                  <a:pt x="83280" y="7091"/>
                </a:moveTo>
                <a:cubicBezTo>
                  <a:pt x="82332" y="7091"/>
                  <a:pt x="81406" y="7377"/>
                  <a:pt x="80629" y="7903"/>
                </a:cubicBezTo>
                <a:cubicBezTo>
                  <a:pt x="79840" y="8439"/>
                  <a:pt x="79234" y="9182"/>
                  <a:pt x="78869" y="10062"/>
                </a:cubicBezTo>
                <a:cubicBezTo>
                  <a:pt x="78514" y="10942"/>
                  <a:pt x="78434" y="11902"/>
                  <a:pt x="78629" y="12828"/>
                </a:cubicBezTo>
                <a:cubicBezTo>
                  <a:pt x="78823" y="13754"/>
                  <a:pt x="79292" y="14610"/>
                  <a:pt x="79966" y="15262"/>
                </a:cubicBezTo>
                <a:lnTo>
                  <a:pt x="83737" y="19044"/>
                </a:lnTo>
                <a:lnTo>
                  <a:pt x="59520" y="19044"/>
                </a:lnTo>
                <a:cubicBezTo>
                  <a:pt x="51692" y="19044"/>
                  <a:pt x="45234" y="25489"/>
                  <a:pt x="45234" y="33327"/>
                </a:cubicBezTo>
                <a:lnTo>
                  <a:pt x="45234" y="66649"/>
                </a:lnTo>
                <a:cubicBezTo>
                  <a:pt x="45234" y="69334"/>
                  <a:pt x="43166" y="71414"/>
                  <a:pt x="40480" y="71414"/>
                </a:cubicBezTo>
                <a:lnTo>
                  <a:pt x="16251" y="71414"/>
                </a:lnTo>
                <a:lnTo>
                  <a:pt x="20035" y="67643"/>
                </a:lnTo>
                <a:cubicBezTo>
                  <a:pt x="20720" y="66969"/>
                  <a:pt x="21189" y="66112"/>
                  <a:pt x="21383" y="65164"/>
                </a:cubicBezTo>
                <a:cubicBezTo>
                  <a:pt x="21566" y="64227"/>
                  <a:pt x="21474" y="63255"/>
                  <a:pt x="21097" y="62364"/>
                </a:cubicBezTo>
                <a:cubicBezTo>
                  <a:pt x="20720" y="61484"/>
                  <a:pt x="20091" y="60730"/>
                  <a:pt x="19280" y="60216"/>
                </a:cubicBezTo>
                <a:cubicBezTo>
                  <a:pt x="18480" y="59701"/>
                  <a:pt x="17532" y="59439"/>
                  <a:pt x="16571" y="59461"/>
                </a:cubicBezTo>
                <a:cubicBezTo>
                  <a:pt x="15337" y="59507"/>
                  <a:pt x="14160" y="60022"/>
                  <a:pt x="13303" y="60901"/>
                </a:cubicBezTo>
                <a:lnTo>
                  <a:pt x="1395" y="72808"/>
                </a:lnTo>
                <a:cubicBezTo>
                  <a:pt x="502" y="73700"/>
                  <a:pt x="0" y="74911"/>
                  <a:pt x="0" y="76179"/>
                </a:cubicBezTo>
                <a:cubicBezTo>
                  <a:pt x="0" y="77436"/>
                  <a:pt x="502" y="78648"/>
                  <a:pt x="1395" y="79538"/>
                </a:cubicBezTo>
                <a:lnTo>
                  <a:pt x="13303" y="91446"/>
                </a:lnTo>
                <a:cubicBezTo>
                  <a:pt x="13737" y="91903"/>
                  <a:pt x="14263" y="92269"/>
                  <a:pt x="14845" y="92520"/>
                </a:cubicBezTo>
                <a:cubicBezTo>
                  <a:pt x="15429" y="92771"/>
                  <a:pt x="16057" y="92909"/>
                  <a:pt x="16686" y="92909"/>
                </a:cubicBezTo>
                <a:cubicBezTo>
                  <a:pt x="17314" y="92920"/>
                  <a:pt x="17943" y="92794"/>
                  <a:pt x="18537" y="92554"/>
                </a:cubicBezTo>
                <a:cubicBezTo>
                  <a:pt x="19120" y="92314"/>
                  <a:pt x="19657" y="91960"/>
                  <a:pt x="20103" y="91514"/>
                </a:cubicBezTo>
                <a:cubicBezTo>
                  <a:pt x="20549" y="91069"/>
                  <a:pt x="20903" y="90531"/>
                  <a:pt x="21143" y="89949"/>
                </a:cubicBezTo>
                <a:cubicBezTo>
                  <a:pt x="21383" y="89366"/>
                  <a:pt x="21497" y="88737"/>
                  <a:pt x="21497" y="88098"/>
                </a:cubicBezTo>
                <a:cubicBezTo>
                  <a:pt x="21486" y="87469"/>
                  <a:pt x="21360" y="86841"/>
                  <a:pt x="21109" y="86258"/>
                </a:cubicBezTo>
                <a:cubicBezTo>
                  <a:pt x="20857" y="85675"/>
                  <a:pt x="20491" y="85149"/>
                  <a:pt x="20035" y="84715"/>
                </a:cubicBezTo>
                <a:lnTo>
                  <a:pt x="16251" y="80933"/>
                </a:lnTo>
                <a:lnTo>
                  <a:pt x="40480" y="80933"/>
                </a:lnTo>
                <a:cubicBezTo>
                  <a:pt x="48309" y="80933"/>
                  <a:pt x="54766" y="74488"/>
                  <a:pt x="54766" y="66649"/>
                </a:cubicBezTo>
                <a:lnTo>
                  <a:pt x="54766" y="33327"/>
                </a:lnTo>
                <a:cubicBezTo>
                  <a:pt x="54766" y="30642"/>
                  <a:pt x="56835" y="28563"/>
                  <a:pt x="59520" y="28563"/>
                </a:cubicBezTo>
                <a:lnTo>
                  <a:pt x="83737" y="28563"/>
                </a:lnTo>
                <a:lnTo>
                  <a:pt x="79966" y="32334"/>
                </a:lnTo>
                <a:cubicBezTo>
                  <a:pt x="79509" y="32779"/>
                  <a:pt x="79143" y="33305"/>
                  <a:pt x="78892" y="33888"/>
                </a:cubicBezTo>
                <a:cubicBezTo>
                  <a:pt x="78640" y="34471"/>
                  <a:pt x="78503" y="35087"/>
                  <a:pt x="78503" y="35728"/>
                </a:cubicBezTo>
                <a:cubicBezTo>
                  <a:pt x="78492" y="36356"/>
                  <a:pt x="78617" y="36984"/>
                  <a:pt x="78858" y="37579"/>
                </a:cubicBezTo>
                <a:cubicBezTo>
                  <a:pt x="79097" y="38161"/>
                  <a:pt x="79451" y="38699"/>
                  <a:pt x="79897" y="39144"/>
                </a:cubicBezTo>
                <a:cubicBezTo>
                  <a:pt x="80343" y="39589"/>
                  <a:pt x="80880" y="39944"/>
                  <a:pt x="81463" y="40184"/>
                </a:cubicBezTo>
                <a:cubicBezTo>
                  <a:pt x="82046" y="40424"/>
                  <a:pt x="82674" y="40539"/>
                  <a:pt x="83315" y="40539"/>
                </a:cubicBezTo>
                <a:cubicBezTo>
                  <a:pt x="83943" y="40527"/>
                  <a:pt x="84571" y="40401"/>
                  <a:pt x="85155" y="40150"/>
                </a:cubicBezTo>
                <a:cubicBezTo>
                  <a:pt x="85738" y="39898"/>
                  <a:pt x="86263" y="39532"/>
                  <a:pt x="86698" y="39075"/>
                </a:cubicBezTo>
                <a:lnTo>
                  <a:pt x="98606" y="27169"/>
                </a:lnTo>
                <a:cubicBezTo>
                  <a:pt x="99498" y="26277"/>
                  <a:pt x="100000" y="25066"/>
                  <a:pt x="100000" y="23797"/>
                </a:cubicBezTo>
                <a:cubicBezTo>
                  <a:pt x="100000" y="22541"/>
                  <a:pt x="99498" y="21329"/>
                  <a:pt x="98606" y="20438"/>
                </a:cubicBezTo>
                <a:lnTo>
                  <a:pt x="86698" y="8531"/>
                </a:lnTo>
                <a:cubicBezTo>
                  <a:pt x="86251" y="8074"/>
                  <a:pt x="85726" y="7709"/>
                  <a:pt x="85132" y="7468"/>
                </a:cubicBezTo>
                <a:cubicBezTo>
                  <a:pt x="84549" y="7217"/>
                  <a:pt x="83921" y="7091"/>
                  <a:pt x="83280" y="709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1" name="Белый — SVG 12">
            <a:extLst>
              <a:ext uri="{FF2B5EF4-FFF2-40B4-BE49-F238E27FC236}">
                <a16:creationId xmlns:a16="http://schemas.microsoft.com/office/drawing/2014/main" id="{E3F029F8-7AF6-D244-B5F1-DBD6ACC1B84A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139762 w 141792"/>
              <a:gd name="csY0" fmla="*/ 107357 h 131121"/>
              <a:gd name="csX1" fmla="*/ 84894 w 141792"/>
              <a:gd name="csY1" fmla="*/ 8251 h 131121"/>
              <a:gd name="csX2" fmla="*/ 70892 w 141792"/>
              <a:gd name="csY2" fmla="*/ 0 h 131121"/>
              <a:gd name="csX3" fmla="*/ 56907 w 141792"/>
              <a:gd name="csY3" fmla="*/ 8251 h 131121"/>
              <a:gd name="csX4" fmla="*/ 2022 w 141792"/>
              <a:gd name="csY4" fmla="*/ 107357 h 131121"/>
              <a:gd name="csX5" fmla="*/ 2243 w 141792"/>
              <a:gd name="csY5" fmla="*/ 123245 h 131121"/>
              <a:gd name="csX6" fmla="*/ 16024 w 141792"/>
              <a:gd name="csY6" fmla="*/ 131122 h 131121"/>
              <a:gd name="csX7" fmla="*/ 125777 w 141792"/>
              <a:gd name="csY7" fmla="*/ 131122 h 131121"/>
              <a:gd name="csX8" fmla="*/ 139558 w 141792"/>
              <a:gd name="csY8" fmla="*/ 123245 h 131121"/>
              <a:gd name="csX9" fmla="*/ 139762 w 141792"/>
              <a:gd name="csY9" fmla="*/ 107357 h 131121"/>
              <a:gd name="csX10" fmla="*/ 65584 w 141792"/>
              <a:gd name="csY10" fmla="*/ 44297 h 131121"/>
              <a:gd name="csX11" fmla="*/ 70892 w 141792"/>
              <a:gd name="csY11" fmla="*/ 38989 h 131121"/>
              <a:gd name="csX12" fmla="*/ 76217 w 141792"/>
              <a:gd name="csY12" fmla="*/ 44297 h 131121"/>
              <a:gd name="csX13" fmla="*/ 76217 w 141792"/>
              <a:gd name="csY13" fmla="*/ 79731 h 131121"/>
              <a:gd name="csX14" fmla="*/ 70892 w 141792"/>
              <a:gd name="csY14" fmla="*/ 85056 h 131121"/>
              <a:gd name="csX15" fmla="*/ 65584 w 141792"/>
              <a:gd name="csY15" fmla="*/ 79731 h 131121"/>
              <a:gd name="csX16" fmla="*/ 65584 w 141792"/>
              <a:gd name="csY16" fmla="*/ 44297 h 131121"/>
              <a:gd name="csX17" fmla="*/ 70892 w 141792"/>
              <a:gd name="csY17" fmla="*/ 109858 h 131121"/>
              <a:gd name="csX18" fmla="*/ 63815 w 141792"/>
              <a:gd name="csY18" fmla="*/ 102781 h 131121"/>
              <a:gd name="csX19" fmla="*/ 70892 w 141792"/>
              <a:gd name="csY19" fmla="*/ 95687 h 131121"/>
              <a:gd name="csX20" fmla="*/ 77987 w 141792"/>
              <a:gd name="csY20" fmla="*/ 102781 h 131121"/>
              <a:gd name="csX21" fmla="*/ 70892 w 141792"/>
              <a:gd name="csY21" fmla="*/ 109858 h 131121"/>
            </a:gdLst>
            <a:ahLst/>
            <a:cxnLst/>
            <a:rect l="l" t="t" r="r" b="b"/>
            <a:pathLst>
              <a:path w="100000" h="100000">
                <a:moveTo>
                  <a:pt x="98568" y="79477"/>
                </a:moveTo>
                <a:lnTo>
                  <a:pt x="59872" y="9582"/>
                </a:lnTo>
                <a:cubicBezTo>
                  <a:pt x="57857" y="5934"/>
                  <a:pt x="54161" y="3763"/>
                  <a:pt x="49997" y="3763"/>
                </a:cubicBezTo>
                <a:cubicBezTo>
                  <a:pt x="45833" y="3763"/>
                  <a:pt x="42150" y="5934"/>
                  <a:pt x="40134" y="9582"/>
                </a:cubicBezTo>
                <a:lnTo>
                  <a:pt x="1426" y="79477"/>
                </a:lnTo>
                <a:cubicBezTo>
                  <a:pt x="-530" y="83016"/>
                  <a:pt x="-470" y="87203"/>
                  <a:pt x="1582" y="90682"/>
                </a:cubicBezTo>
                <a:cubicBezTo>
                  <a:pt x="3633" y="94162"/>
                  <a:pt x="7269" y="96238"/>
                  <a:pt x="11301" y="96238"/>
                </a:cubicBezTo>
                <a:lnTo>
                  <a:pt x="88705" y="96238"/>
                </a:lnTo>
                <a:cubicBezTo>
                  <a:pt x="92737" y="96238"/>
                  <a:pt x="96373" y="94162"/>
                  <a:pt x="98424" y="90682"/>
                </a:cubicBezTo>
                <a:cubicBezTo>
                  <a:pt x="100476" y="87203"/>
                  <a:pt x="100525" y="83016"/>
                  <a:pt x="98568" y="79477"/>
                </a:cubicBezTo>
                <a:close/>
                <a:moveTo>
                  <a:pt x="46254" y="35004"/>
                </a:moveTo>
                <a:cubicBezTo>
                  <a:pt x="46254" y="32928"/>
                  <a:pt x="47934" y="31260"/>
                  <a:pt x="49997" y="31260"/>
                </a:cubicBezTo>
                <a:cubicBezTo>
                  <a:pt x="52073" y="31260"/>
                  <a:pt x="53753" y="32928"/>
                  <a:pt x="53753" y="35004"/>
                </a:cubicBezTo>
                <a:lnTo>
                  <a:pt x="53753" y="59994"/>
                </a:lnTo>
                <a:cubicBezTo>
                  <a:pt x="53753" y="62069"/>
                  <a:pt x="52073" y="63749"/>
                  <a:pt x="49997" y="63749"/>
                </a:cubicBezTo>
                <a:cubicBezTo>
                  <a:pt x="47934" y="63749"/>
                  <a:pt x="46254" y="62069"/>
                  <a:pt x="46254" y="59994"/>
                </a:cubicBezTo>
                <a:lnTo>
                  <a:pt x="46254" y="35004"/>
                </a:lnTo>
                <a:close/>
                <a:moveTo>
                  <a:pt x="49997" y="81241"/>
                </a:moveTo>
                <a:cubicBezTo>
                  <a:pt x="47238" y="81241"/>
                  <a:pt x="45006" y="79010"/>
                  <a:pt x="45006" y="76250"/>
                </a:cubicBezTo>
                <a:cubicBezTo>
                  <a:pt x="45006" y="73479"/>
                  <a:pt x="47238" y="71247"/>
                  <a:pt x="49997" y="71247"/>
                </a:cubicBezTo>
                <a:cubicBezTo>
                  <a:pt x="52757" y="71247"/>
                  <a:pt x="55001" y="73479"/>
                  <a:pt x="55001" y="76250"/>
                </a:cubicBezTo>
                <a:cubicBezTo>
                  <a:pt x="55001" y="79010"/>
                  <a:pt x="52757" y="81241"/>
                  <a:pt x="49997" y="8124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2" name="Белый — SVG 13">
            <a:extLst>
              <a:ext uri="{FF2B5EF4-FFF2-40B4-BE49-F238E27FC236}">
                <a16:creationId xmlns:a16="http://schemas.microsoft.com/office/drawing/2014/main" id="{E50BD6B6-B3E0-174A-B194-45E0E6545E62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7077 w 127737"/>
              <a:gd name="csY0" fmla="*/ 4 h 127724"/>
              <a:gd name="csX1" fmla="*/ 4151 w 127737"/>
              <a:gd name="csY1" fmla="*/ 650 h 127724"/>
              <a:gd name="csX2" fmla="*/ 1735 w 127737"/>
              <a:gd name="csY2" fmla="*/ 2453 h 127724"/>
              <a:gd name="csX3" fmla="*/ 288 w 127737"/>
              <a:gd name="csY3" fmla="*/ 5090 h 127724"/>
              <a:gd name="csX4" fmla="*/ 68 w 127737"/>
              <a:gd name="csY4" fmla="*/ 8084 h 127724"/>
              <a:gd name="csX5" fmla="*/ 68 w 127737"/>
              <a:gd name="csY5" fmla="*/ 35523 h 127724"/>
              <a:gd name="csX6" fmla="*/ 578 w 127737"/>
              <a:gd name="csY6" fmla="*/ 38262 h 127724"/>
              <a:gd name="csX7" fmla="*/ 2109 w 127737"/>
              <a:gd name="csY7" fmla="*/ 40592 h 127724"/>
              <a:gd name="csX8" fmla="*/ 4423 w 127737"/>
              <a:gd name="csY8" fmla="*/ 42157 h 127724"/>
              <a:gd name="csX9" fmla="*/ 7162 w 127737"/>
              <a:gd name="csY9" fmla="*/ 42702 h 127724"/>
              <a:gd name="csX10" fmla="*/ 9901 w 127737"/>
              <a:gd name="csY10" fmla="*/ 42157 h 127724"/>
              <a:gd name="csX11" fmla="*/ 12198 w 127737"/>
              <a:gd name="csY11" fmla="*/ 40592 h 127724"/>
              <a:gd name="csX12" fmla="*/ 13729 w 127737"/>
              <a:gd name="csY12" fmla="*/ 38262 h 127724"/>
              <a:gd name="csX13" fmla="*/ 14240 w 127737"/>
              <a:gd name="csY13" fmla="*/ 35523 h 127724"/>
              <a:gd name="csX14" fmla="*/ 14240 w 127737"/>
              <a:gd name="csY14" fmla="*/ 24279 h 127724"/>
              <a:gd name="csX15" fmla="*/ 41138 w 127737"/>
              <a:gd name="csY15" fmla="*/ 51156 h 127724"/>
              <a:gd name="csX16" fmla="*/ 43435 w 127737"/>
              <a:gd name="csY16" fmla="*/ 52755 h 127724"/>
              <a:gd name="csX17" fmla="*/ 46174 w 127737"/>
              <a:gd name="csY17" fmla="*/ 53334 h 127724"/>
              <a:gd name="csX18" fmla="*/ 48930 w 127737"/>
              <a:gd name="csY18" fmla="*/ 52806 h 127724"/>
              <a:gd name="csX19" fmla="*/ 51261 w 127737"/>
              <a:gd name="csY19" fmla="*/ 51258 h 127724"/>
              <a:gd name="csX20" fmla="*/ 52809 w 127737"/>
              <a:gd name="csY20" fmla="*/ 48928 h 127724"/>
              <a:gd name="csX21" fmla="*/ 53337 w 127737"/>
              <a:gd name="csY21" fmla="*/ 46172 h 127724"/>
              <a:gd name="csX22" fmla="*/ 52758 w 127737"/>
              <a:gd name="csY22" fmla="*/ 43433 h 127724"/>
              <a:gd name="csX23" fmla="*/ 51159 w 127737"/>
              <a:gd name="csY23" fmla="*/ 41136 h 127724"/>
              <a:gd name="csX24" fmla="*/ 24278 w 127737"/>
              <a:gd name="csY24" fmla="*/ 14259 h 127724"/>
              <a:gd name="csX25" fmla="*/ 35507 w 127737"/>
              <a:gd name="csY25" fmla="*/ 14259 h 127724"/>
              <a:gd name="csX26" fmla="*/ 38263 w 127737"/>
              <a:gd name="csY26" fmla="*/ 13749 h 127724"/>
              <a:gd name="csX27" fmla="*/ 40594 w 127737"/>
              <a:gd name="csY27" fmla="*/ 12218 h 127724"/>
              <a:gd name="csX28" fmla="*/ 42159 w 127737"/>
              <a:gd name="csY28" fmla="*/ 9904 h 127724"/>
              <a:gd name="csX29" fmla="*/ 42703 w 127737"/>
              <a:gd name="csY29" fmla="*/ 7165 h 127724"/>
              <a:gd name="csX30" fmla="*/ 42159 w 127737"/>
              <a:gd name="csY30" fmla="*/ 4427 h 127724"/>
              <a:gd name="csX31" fmla="*/ 40594 w 127737"/>
              <a:gd name="csY31" fmla="*/ 2113 h 127724"/>
              <a:gd name="csX32" fmla="*/ 38263 w 127737"/>
              <a:gd name="csY32" fmla="*/ 582 h 127724"/>
              <a:gd name="csX33" fmla="*/ 35507 w 127737"/>
              <a:gd name="csY33" fmla="*/ 72 h 127724"/>
              <a:gd name="csX34" fmla="*/ 8030 w 127737"/>
              <a:gd name="csY34" fmla="*/ 72 h 127724"/>
              <a:gd name="csX35" fmla="*/ 7077 w 127737"/>
              <a:gd name="csY35" fmla="*/ 4 h 127724"/>
              <a:gd name="csX36" fmla="*/ 120437 w 127737"/>
              <a:gd name="csY36" fmla="*/ 4 h 127724"/>
              <a:gd name="csX37" fmla="*/ 119655 w 127737"/>
              <a:gd name="csY37" fmla="*/ 72 h 127724"/>
              <a:gd name="csX38" fmla="*/ 92229 w 127737"/>
              <a:gd name="csY38" fmla="*/ 72 h 127724"/>
              <a:gd name="csX39" fmla="*/ 89473 w 127737"/>
              <a:gd name="csY39" fmla="*/ 582 h 127724"/>
              <a:gd name="csX40" fmla="*/ 87142 w 127737"/>
              <a:gd name="csY40" fmla="*/ 2113 h 127724"/>
              <a:gd name="csX41" fmla="*/ 85577 w 127737"/>
              <a:gd name="csY41" fmla="*/ 4427 h 127724"/>
              <a:gd name="csX42" fmla="*/ 85032 w 127737"/>
              <a:gd name="csY42" fmla="*/ 7165 h 127724"/>
              <a:gd name="csX43" fmla="*/ 85577 w 127737"/>
              <a:gd name="csY43" fmla="*/ 9904 h 127724"/>
              <a:gd name="csX44" fmla="*/ 87142 w 127737"/>
              <a:gd name="csY44" fmla="*/ 12218 h 127724"/>
              <a:gd name="csX45" fmla="*/ 89473 w 127737"/>
              <a:gd name="csY45" fmla="*/ 13749 h 127724"/>
              <a:gd name="csX46" fmla="*/ 92229 w 127737"/>
              <a:gd name="csY46" fmla="*/ 14259 h 127724"/>
              <a:gd name="csX47" fmla="*/ 103475 w 127737"/>
              <a:gd name="csY47" fmla="*/ 14259 h 127724"/>
              <a:gd name="csX48" fmla="*/ 76577 w 127737"/>
              <a:gd name="csY48" fmla="*/ 41136 h 127724"/>
              <a:gd name="csX49" fmla="*/ 74978 w 127737"/>
              <a:gd name="csY49" fmla="*/ 43433 h 127724"/>
              <a:gd name="csX50" fmla="*/ 74399 w 127737"/>
              <a:gd name="csY50" fmla="*/ 46172 h 127724"/>
              <a:gd name="csX51" fmla="*/ 74927 w 127737"/>
              <a:gd name="csY51" fmla="*/ 48928 h 127724"/>
              <a:gd name="csX52" fmla="*/ 76475 w 127737"/>
              <a:gd name="csY52" fmla="*/ 51258 h 127724"/>
              <a:gd name="csX53" fmla="*/ 78806 w 127737"/>
              <a:gd name="csY53" fmla="*/ 52806 h 127724"/>
              <a:gd name="csX54" fmla="*/ 81562 w 127737"/>
              <a:gd name="csY54" fmla="*/ 53334 h 127724"/>
              <a:gd name="csX55" fmla="*/ 84301 w 127737"/>
              <a:gd name="csY55" fmla="*/ 52755 h 127724"/>
              <a:gd name="csX56" fmla="*/ 86597 w 127737"/>
              <a:gd name="csY56" fmla="*/ 51156 h 127724"/>
              <a:gd name="csX57" fmla="*/ 113496 w 127737"/>
              <a:gd name="csY57" fmla="*/ 24279 h 127724"/>
              <a:gd name="csX58" fmla="*/ 113496 w 127737"/>
              <a:gd name="csY58" fmla="*/ 35523 h 127724"/>
              <a:gd name="csX59" fmla="*/ 114006 w 127737"/>
              <a:gd name="csY59" fmla="*/ 38262 h 127724"/>
              <a:gd name="csX60" fmla="*/ 115537 w 127737"/>
              <a:gd name="csY60" fmla="*/ 40592 h 127724"/>
              <a:gd name="csX61" fmla="*/ 117851 w 127737"/>
              <a:gd name="csY61" fmla="*/ 42157 h 127724"/>
              <a:gd name="csX62" fmla="*/ 120574 w 127737"/>
              <a:gd name="csY62" fmla="*/ 42702 h 127724"/>
              <a:gd name="csX63" fmla="*/ 123313 w 127737"/>
              <a:gd name="csY63" fmla="*/ 42157 h 127724"/>
              <a:gd name="csX64" fmla="*/ 125627 w 127737"/>
              <a:gd name="csY64" fmla="*/ 40592 h 127724"/>
              <a:gd name="csX65" fmla="*/ 127158 w 127737"/>
              <a:gd name="csY65" fmla="*/ 38262 h 127724"/>
              <a:gd name="csX66" fmla="*/ 127668 w 127737"/>
              <a:gd name="csY66" fmla="*/ 35523 h 127724"/>
              <a:gd name="csX67" fmla="*/ 127668 w 127737"/>
              <a:gd name="csY67" fmla="*/ 8033 h 127724"/>
              <a:gd name="csX68" fmla="*/ 127413 w 127737"/>
              <a:gd name="csY68" fmla="*/ 5005 h 127724"/>
              <a:gd name="csX69" fmla="*/ 125916 w 127737"/>
              <a:gd name="csY69" fmla="*/ 2351 h 127724"/>
              <a:gd name="csX70" fmla="*/ 123432 w 127737"/>
              <a:gd name="csY70" fmla="*/ 582 h 127724"/>
              <a:gd name="csX71" fmla="*/ 120437 w 127737"/>
              <a:gd name="csY71" fmla="*/ 4 h 127724"/>
              <a:gd name="csX72" fmla="*/ 46004 w 127737"/>
              <a:gd name="csY72" fmla="*/ 74427 h 127724"/>
              <a:gd name="csX73" fmla="*/ 41138 w 127737"/>
              <a:gd name="csY73" fmla="*/ 76571 h 127724"/>
              <a:gd name="csX74" fmla="*/ 14240 w 127737"/>
              <a:gd name="csY74" fmla="*/ 103465 h 127724"/>
              <a:gd name="csX75" fmla="*/ 14240 w 127737"/>
              <a:gd name="csY75" fmla="*/ 92221 h 127724"/>
              <a:gd name="csX76" fmla="*/ 13729 w 127737"/>
              <a:gd name="csY76" fmla="*/ 89482 h 127724"/>
              <a:gd name="csX77" fmla="*/ 12198 w 127737"/>
              <a:gd name="csY77" fmla="*/ 87134 h 127724"/>
              <a:gd name="csX78" fmla="*/ 9901 w 127737"/>
              <a:gd name="csY78" fmla="*/ 85587 h 127724"/>
              <a:gd name="csX79" fmla="*/ 7162 w 127737"/>
              <a:gd name="csY79" fmla="*/ 85025 h 127724"/>
              <a:gd name="csX80" fmla="*/ 4423 w 127737"/>
              <a:gd name="csY80" fmla="*/ 85587 h 127724"/>
              <a:gd name="csX81" fmla="*/ 2109 w 127737"/>
              <a:gd name="csY81" fmla="*/ 87134 h 127724"/>
              <a:gd name="csX82" fmla="*/ 578 w 127737"/>
              <a:gd name="csY82" fmla="*/ 89482 h 127724"/>
              <a:gd name="csX83" fmla="*/ 68 w 127737"/>
              <a:gd name="csY83" fmla="*/ 92221 h 127724"/>
              <a:gd name="csX84" fmla="*/ 68 w 127737"/>
              <a:gd name="csY84" fmla="*/ 119694 h 127724"/>
              <a:gd name="csX85" fmla="*/ 391 w 127737"/>
              <a:gd name="csY85" fmla="*/ 122926 h 127724"/>
              <a:gd name="csX86" fmla="*/ 2092 w 127737"/>
              <a:gd name="csY86" fmla="*/ 125665 h 127724"/>
              <a:gd name="csX87" fmla="*/ 4848 w 127737"/>
              <a:gd name="csY87" fmla="*/ 127366 h 127724"/>
              <a:gd name="csX88" fmla="*/ 8081 w 127737"/>
              <a:gd name="csY88" fmla="*/ 127655 h 127724"/>
              <a:gd name="csX89" fmla="*/ 35507 w 127737"/>
              <a:gd name="csY89" fmla="*/ 127655 h 127724"/>
              <a:gd name="csX90" fmla="*/ 38263 w 127737"/>
              <a:gd name="csY90" fmla="*/ 127145 h 127724"/>
              <a:gd name="csX91" fmla="*/ 40594 w 127737"/>
              <a:gd name="csY91" fmla="*/ 125614 h 127724"/>
              <a:gd name="csX92" fmla="*/ 42159 w 127737"/>
              <a:gd name="csY92" fmla="*/ 123300 h 127724"/>
              <a:gd name="csX93" fmla="*/ 42703 w 127737"/>
              <a:gd name="csY93" fmla="*/ 120578 h 127724"/>
              <a:gd name="csX94" fmla="*/ 42159 w 127737"/>
              <a:gd name="csY94" fmla="*/ 117840 h 127724"/>
              <a:gd name="csX95" fmla="*/ 40594 w 127737"/>
              <a:gd name="csY95" fmla="*/ 115526 h 127724"/>
              <a:gd name="csX96" fmla="*/ 38263 w 127737"/>
              <a:gd name="csY96" fmla="*/ 113995 h 127724"/>
              <a:gd name="csX97" fmla="*/ 35507 w 127737"/>
              <a:gd name="csY97" fmla="*/ 113485 h 127724"/>
              <a:gd name="csX98" fmla="*/ 24278 w 127737"/>
              <a:gd name="csY98" fmla="*/ 113485 h 127724"/>
              <a:gd name="csX99" fmla="*/ 51159 w 127737"/>
              <a:gd name="csY99" fmla="*/ 86590 h 127724"/>
              <a:gd name="csX100" fmla="*/ 53166 w 127737"/>
              <a:gd name="csY100" fmla="*/ 82916 h 127724"/>
              <a:gd name="csX101" fmla="*/ 52741 w 127737"/>
              <a:gd name="csY101" fmla="*/ 78748 h 127724"/>
              <a:gd name="csX102" fmla="*/ 50053 w 127737"/>
              <a:gd name="csY102" fmla="*/ 75550 h 127724"/>
              <a:gd name="csX103" fmla="*/ 46004 w 127737"/>
              <a:gd name="csY103" fmla="*/ 74427 h 127724"/>
              <a:gd name="csX104" fmla="*/ 81510 w 127737"/>
              <a:gd name="csY104" fmla="*/ 74427 h 127724"/>
              <a:gd name="csX105" fmla="*/ 77564 w 127737"/>
              <a:gd name="csY105" fmla="*/ 75635 h 127724"/>
              <a:gd name="csX106" fmla="*/ 74961 w 127737"/>
              <a:gd name="csY106" fmla="*/ 78850 h 127724"/>
              <a:gd name="csX107" fmla="*/ 74586 w 127737"/>
              <a:gd name="csY107" fmla="*/ 82967 h 127724"/>
              <a:gd name="csX108" fmla="*/ 76577 w 127737"/>
              <a:gd name="csY108" fmla="*/ 86590 h 127724"/>
              <a:gd name="csX109" fmla="*/ 103475 w 127737"/>
              <a:gd name="csY109" fmla="*/ 113485 h 127724"/>
              <a:gd name="csX110" fmla="*/ 92229 w 127737"/>
              <a:gd name="csY110" fmla="*/ 113485 h 127724"/>
              <a:gd name="csX111" fmla="*/ 89473 w 127737"/>
              <a:gd name="csY111" fmla="*/ 113995 h 127724"/>
              <a:gd name="csX112" fmla="*/ 87142 w 127737"/>
              <a:gd name="csY112" fmla="*/ 115526 h 127724"/>
              <a:gd name="csX113" fmla="*/ 85577 w 127737"/>
              <a:gd name="csY113" fmla="*/ 117840 h 127724"/>
              <a:gd name="csX114" fmla="*/ 85032 w 127737"/>
              <a:gd name="csY114" fmla="*/ 120578 h 127724"/>
              <a:gd name="csX115" fmla="*/ 85577 w 127737"/>
              <a:gd name="csY115" fmla="*/ 123300 h 127724"/>
              <a:gd name="csX116" fmla="*/ 87142 w 127737"/>
              <a:gd name="csY116" fmla="*/ 125614 h 127724"/>
              <a:gd name="csX117" fmla="*/ 89473 w 127737"/>
              <a:gd name="csY117" fmla="*/ 127145 h 127724"/>
              <a:gd name="csX118" fmla="*/ 92229 w 127737"/>
              <a:gd name="csY118" fmla="*/ 127655 h 127724"/>
              <a:gd name="csX119" fmla="*/ 119706 w 127737"/>
              <a:gd name="csY119" fmla="*/ 127655 h 127724"/>
              <a:gd name="csX120" fmla="*/ 122938 w 127737"/>
              <a:gd name="csY120" fmla="*/ 127349 h 127724"/>
              <a:gd name="csX121" fmla="*/ 125678 w 127737"/>
              <a:gd name="csY121" fmla="*/ 125631 h 127724"/>
              <a:gd name="csX122" fmla="*/ 127379 w 127737"/>
              <a:gd name="csY122" fmla="*/ 122875 h 127724"/>
              <a:gd name="csX123" fmla="*/ 127668 w 127737"/>
              <a:gd name="csY123" fmla="*/ 119643 h 127724"/>
              <a:gd name="csX124" fmla="*/ 127668 w 127737"/>
              <a:gd name="csY124" fmla="*/ 92221 h 127724"/>
              <a:gd name="csX125" fmla="*/ 127158 w 127737"/>
              <a:gd name="csY125" fmla="*/ 89482 h 127724"/>
              <a:gd name="csX126" fmla="*/ 125627 w 127737"/>
              <a:gd name="csY126" fmla="*/ 87134 h 127724"/>
              <a:gd name="csX127" fmla="*/ 123313 w 127737"/>
              <a:gd name="csY127" fmla="*/ 85587 h 127724"/>
              <a:gd name="csX128" fmla="*/ 120574 w 127737"/>
              <a:gd name="csY128" fmla="*/ 85025 h 127724"/>
              <a:gd name="csX129" fmla="*/ 117851 w 127737"/>
              <a:gd name="csY129" fmla="*/ 85587 h 127724"/>
              <a:gd name="csX130" fmla="*/ 115537 w 127737"/>
              <a:gd name="csY130" fmla="*/ 87134 h 127724"/>
              <a:gd name="csX131" fmla="*/ 114006 w 127737"/>
              <a:gd name="csY131" fmla="*/ 89482 h 127724"/>
              <a:gd name="csX132" fmla="*/ 113496 w 127737"/>
              <a:gd name="csY132" fmla="*/ 92221 h 127724"/>
              <a:gd name="csX133" fmla="*/ 113496 w 127737"/>
              <a:gd name="csY133" fmla="*/ 103465 h 127724"/>
              <a:gd name="csX134" fmla="*/ 86597 w 127737"/>
              <a:gd name="csY134" fmla="*/ 76571 h 127724"/>
              <a:gd name="csX135" fmla="*/ 84284 w 127737"/>
              <a:gd name="csY135" fmla="*/ 74989 h 127724"/>
              <a:gd name="csX136" fmla="*/ 81510 w 127737"/>
              <a:gd name="csY136" fmla="*/ 74427 h 127724"/>
            </a:gdLst>
            <a:ahLst/>
            <a:cxnLst/>
            <a:rect l="l" t="t" r="r" b="b"/>
            <a:pathLst>
              <a:path w="100000" h="100000">
                <a:moveTo>
                  <a:pt x="5540" y="8"/>
                </a:moveTo>
                <a:cubicBezTo>
                  <a:pt x="4754" y="8"/>
                  <a:pt x="3968" y="181"/>
                  <a:pt x="3250" y="514"/>
                </a:cubicBezTo>
                <a:cubicBezTo>
                  <a:pt x="2517" y="847"/>
                  <a:pt x="1877" y="1327"/>
                  <a:pt x="1358" y="1925"/>
                </a:cubicBezTo>
                <a:cubicBezTo>
                  <a:pt x="838" y="2525"/>
                  <a:pt x="452" y="3230"/>
                  <a:pt x="225" y="3990"/>
                </a:cubicBezTo>
                <a:cubicBezTo>
                  <a:pt x="-1" y="4749"/>
                  <a:pt x="-54" y="5548"/>
                  <a:pt x="53" y="6334"/>
                </a:cubicBezTo>
                <a:lnTo>
                  <a:pt x="53" y="27815"/>
                </a:lnTo>
                <a:cubicBezTo>
                  <a:pt x="39" y="28547"/>
                  <a:pt x="172" y="29279"/>
                  <a:pt x="452" y="29959"/>
                </a:cubicBezTo>
                <a:cubicBezTo>
                  <a:pt x="732" y="30638"/>
                  <a:pt x="1132" y="31264"/>
                  <a:pt x="1651" y="31783"/>
                </a:cubicBezTo>
                <a:cubicBezTo>
                  <a:pt x="2170" y="32303"/>
                  <a:pt x="2783" y="32729"/>
                  <a:pt x="3463" y="33008"/>
                </a:cubicBezTo>
                <a:cubicBezTo>
                  <a:pt x="4142" y="33288"/>
                  <a:pt x="4874" y="33435"/>
                  <a:pt x="5607" y="33435"/>
                </a:cubicBezTo>
                <a:cubicBezTo>
                  <a:pt x="6340" y="33435"/>
                  <a:pt x="7072" y="33288"/>
                  <a:pt x="7751" y="33008"/>
                </a:cubicBezTo>
                <a:cubicBezTo>
                  <a:pt x="8431" y="32729"/>
                  <a:pt x="9044" y="32303"/>
                  <a:pt x="9549" y="31783"/>
                </a:cubicBezTo>
                <a:cubicBezTo>
                  <a:pt x="10069" y="31264"/>
                  <a:pt x="10482" y="30638"/>
                  <a:pt x="10748" y="29959"/>
                </a:cubicBezTo>
                <a:cubicBezTo>
                  <a:pt x="11028" y="29279"/>
                  <a:pt x="11160" y="28547"/>
                  <a:pt x="11148" y="27815"/>
                </a:cubicBezTo>
                <a:lnTo>
                  <a:pt x="11148" y="19012"/>
                </a:lnTo>
                <a:lnTo>
                  <a:pt x="32205" y="40053"/>
                </a:lnTo>
                <a:cubicBezTo>
                  <a:pt x="32711" y="40585"/>
                  <a:pt x="33324" y="41012"/>
                  <a:pt x="34003" y="41305"/>
                </a:cubicBezTo>
                <a:cubicBezTo>
                  <a:pt x="34682" y="41598"/>
                  <a:pt x="35415" y="41758"/>
                  <a:pt x="36148" y="41758"/>
                </a:cubicBezTo>
                <a:cubicBezTo>
                  <a:pt x="36893" y="41771"/>
                  <a:pt x="37626" y="41624"/>
                  <a:pt x="38305" y="41345"/>
                </a:cubicBezTo>
                <a:cubicBezTo>
                  <a:pt x="38985" y="41065"/>
                  <a:pt x="39610" y="40653"/>
                  <a:pt x="40130" y="40133"/>
                </a:cubicBezTo>
                <a:cubicBezTo>
                  <a:pt x="40649" y="39614"/>
                  <a:pt x="41062" y="38988"/>
                  <a:pt x="41342" y="38309"/>
                </a:cubicBezTo>
                <a:cubicBezTo>
                  <a:pt x="41621" y="37629"/>
                  <a:pt x="41769" y="36897"/>
                  <a:pt x="41755" y="36151"/>
                </a:cubicBezTo>
                <a:cubicBezTo>
                  <a:pt x="41755" y="35418"/>
                  <a:pt x="41595" y="34687"/>
                  <a:pt x="41302" y="34007"/>
                </a:cubicBezTo>
                <a:cubicBezTo>
                  <a:pt x="41009" y="33327"/>
                  <a:pt x="40583" y="32715"/>
                  <a:pt x="40050" y="32209"/>
                </a:cubicBezTo>
                <a:lnTo>
                  <a:pt x="19006" y="11168"/>
                </a:lnTo>
                <a:lnTo>
                  <a:pt x="27797" y="11168"/>
                </a:lnTo>
                <a:cubicBezTo>
                  <a:pt x="28542" y="11168"/>
                  <a:pt x="29262" y="11035"/>
                  <a:pt x="29955" y="10769"/>
                </a:cubicBezTo>
                <a:cubicBezTo>
                  <a:pt x="30633" y="10489"/>
                  <a:pt x="31260" y="10076"/>
                  <a:pt x="31779" y="9570"/>
                </a:cubicBezTo>
                <a:cubicBezTo>
                  <a:pt x="32298" y="9050"/>
                  <a:pt x="32711" y="8438"/>
                  <a:pt x="33005" y="7759"/>
                </a:cubicBezTo>
                <a:cubicBezTo>
                  <a:pt x="33284" y="7080"/>
                  <a:pt x="33430" y="6347"/>
                  <a:pt x="33430" y="5614"/>
                </a:cubicBezTo>
                <a:cubicBezTo>
                  <a:pt x="33430" y="4882"/>
                  <a:pt x="33284" y="4150"/>
                  <a:pt x="33005" y="3471"/>
                </a:cubicBezTo>
                <a:cubicBezTo>
                  <a:pt x="32711" y="2791"/>
                  <a:pt x="32298" y="2178"/>
                  <a:pt x="31779" y="1659"/>
                </a:cubicBezTo>
                <a:cubicBezTo>
                  <a:pt x="31260" y="1140"/>
                  <a:pt x="30633" y="740"/>
                  <a:pt x="29955" y="461"/>
                </a:cubicBezTo>
                <a:cubicBezTo>
                  <a:pt x="29262" y="195"/>
                  <a:pt x="28542" y="48"/>
                  <a:pt x="27797" y="61"/>
                </a:cubicBezTo>
                <a:lnTo>
                  <a:pt x="6286" y="61"/>
                </a:lnTo>
                <a:cubicBezTo>
                  <a:pt x="6047" y="35"/>
                  <a:pt x="5793" y="8"/>
                  <a:pt x="5540" y="8"/>
                </a:cubicBezTo>
                <a:close/>
                <a:moveTo>
                  <a:pt x="94285" y="8"/>
                </a:moveTo>
                <a:cubicBezTo>
                  <a:pt x="94086" y="22"/>
                  <a:pt x="93886" y="35"/>
                  <a:pt x="93673" y="61"/>
                </a:cubicBezTo>
                <a:lnTo>
                  <a:pt x="72202" y="61"/>
                </a:lnTo>
                <a:cubicBezTo>
                  <a:pt x="71470" y="48"/>
                  <a:pt x="70738" y="195"/>
                  <a:pt x="70045" y="461"/>
                </a:cubicBezTo>
                <a:cubicBezTo>
                  <a:pt x="69365" y="740"/>
                  <a:pt x="68753" y="1140"/>
                  <a:pt x="68220" y="1659"/>
                </a:cubicBezTo>
                <a:cubicBezTo>
                  <a:pt x="67701" y="2178"/>
                  <a:pt x="67287" y="2791"/>
                  <a:pt x="66995" y="3471"/>
                </a:cubicBezTo>
                <a:cubicBezTo>
                  <a:pt x="66715" y="4150"/>
                  <a:pt x="66568" y="4882"/>
                  <a:pt x="66568" y="5614"/>
                </a:cubicBezTo>
                <a:cubicBezTo>
                  <a:pt x="66568" y="6347"/>
                  <a:pt x="66715" y="7080"/>
                  <a:pt x="66995" y="7759"/>
                </a:cubicBezTo>
                <a:cubicBezTo>
                  <a:pt x="67287" y="8438"/>
                  <a:pt x="67701" y="9050"/>
                  <a:pt x="68220" y="9570"/>
                </a:cubicBezTo>
                <a:cubicBezTo>
                  <a:pt x="68753" y="10076"/>
                  <a:pt x="69365" y="10489"/>
                  <a:pt x="70045" y="10769"/>
                </a:cubicBezTo>
                <a:cubicBezTo>
                  <a:pt x="70738" y="11035"/>
                  <a:pt x="71470" y="11168"/>
                  <a:pt x="72202" y="11168"/>
                </a:cubicBezTo>
                <a:lnTo>
                  <a:pt x="81006" y="11168"/>
                </a:lnTo>
                <a:lnTo>
                  <a:pt x="59949" y="32209"/>
                </a:lnTo>
                <a:cubicBezTo>
                  <a:pt x="59416" y="32715"/>
                  <a:pt x="58990" y="33327"/>
                  <a:pt x="58697" y="34007"/>
                </a:cubicBezTo>
                <a:cubicBezTo>
                  <a:pt x="58404" y="34687"/>
                  <a:pt x="58257" y="35418"/>
                  <a:pt x="58244" y="36151"/>
                </a:cubicBezTo>
                <a:cubicBezTo>
                  <a:pt x="58231" y="36897"/>
                  <a:pt x="58377" y="37629"/>
                  <a:pt x="58657" y="38309"/>
                </a:cubicBezTo>
                <a:cubicBezTo>
                  <a:pt x="58937" y="38988"/>
                  <a:pt x="59349" y="39614"/>
                  <a:pt x="59869" y="40133"/>
                </a:cubicBezTo>
                <a:cubicBezTo>
                  <a:pt x="60388" y="40653"/>
                  <a:pt x="61014" y="41065"/>
                  <a:pt x="61694" y="41345"/>
                </a:cubicBezTo>
                <a:cubicBezTo>
                  <a:pt x="62386" y="41624"/>
                  <a:pt x="63119" y="41771"/>
                  <a:pt x="63852" y="41758"/>
                </a:cubicBezTo>
                <a:cubicBezTo>
                  <a:pt x="64583" y="41758"/>
                  <a:pt x="65316" y="41598"/>
                  <a:pt x="65996" y="41305"/>
                </a:cubicBezTo>
                <a:cubicBezTo>
                  <a:pt x="66675" y="41012"/>
                  <a:pt x="67287" y="40585"/>
                  <a:pt x="67793" y="40053"/>
                </a:cubicBezTo>
                <a:lnTo>
                  <a:pt x="88851" y="19012"/>
                </a:lnTo>
                <a:lnTo>
                  <a:pt x="88851" y="27815"/>
                </a:lnTo>
                <a:cubicBezTo>
                  <a:pt x="88838" y="28547"/>
                  <a:pt x="88971" y="29279"/>
                  <a:pt x="89251" y="29959"/>
                </a:cubicBezTo>
                <a:cubicBezTo>
                  <a:pt x="89517" y="30638"/>
                  <a:pt x="89930" y="31264"/>
                  <a:pt x="90449" y="31783"/>
                </a:cubicBezTo>
                <a:cubicBezTo>
                  <a:pt x="90956" y="32303"/>
                  <a:pt x="91582" y="32729"/>
                  <a:pt x="92261" y="33008"/>
                </a:cubicBezTo>
                <a:cubicBezTo>
                  <a:pt x="92940" y="33288"/>
                  <a:pt x="93660" y="33435"/>
                  <a:pt x="94392" y="33435"/>
                </a:cubicBezTo>
                <a:cubicBezTo>
                  <a:pt x="95138" y="33435"/>
                  <a:pt x="95857" y="33288"/>
                  <a:pt x="96537" y="33008"/>
                </a:cubicBezTo>
                <a:cubicBezTo>
                  <a:pt x="97215" y="32729"/>
                  <a:pt x="97828" y="32303"/>
                  <a:pt x="98348" y="31783"/>
                </a:cubicBezTo>
                <a:cubicBezTo>
                  <a:pt x="98867" y="31264"/>
                  <a:pt x="99266" y="30638"/>
                  <a:pt x="99547" y="29959"/>
                </a:cubicBezTo>
                <a:cubicBezTo>
                  <a:pt x="99826" y="29279"/>
                  <a:pt x="99959" y="28547"/>
                  <a:pt x="99946" y="27815"/>
                </a:cubicBezTo>
                <a:lnTo>
                  <a:pt x="99946" y="6294"/>
                </a:lnTo>
                <a:cubicBezTo>
                  <a:pt x="100052" y="5494"/>
                  <a:pt x="99986" y="4683"/>
                  <a:pt x="99746" y="3923"/>
                </a:cubicBezTo>
                <a:cubicBezTo>
                  <a:pt x="99507" y="3151"/>
                  <a:pt x="99107" y="2445"/>
                  <a:pt x="98574" y="1846"/>
                </a:cubicBezTo>
                <a:cubicBezTo>
                  <a:pt x="98028" y="1247"/>
                  <a:pt x="97376" y="767"/>
                  <a:pt x="96630" y="461"/>
                </a:cubicBezTo>
                <a:cubicBezTo>
                  <a:pt x="95897" y="141"/>
                  <a:pt x="95098" y="-18"/>
                  <a:pt x="94285" y="8"/>
                </a:cubicBezTo>
                <a:close/>
                <a:moveTo>
                  <a:pt x="36015" y="58271"/>
                </a:moveTo>
                <a:cubicBezTo>
                  <a:pt x="34576" y="58311"/>
                  <a:pt x="33204" y="58924"/>
                  <a:pt x="32205" y="59949"/>
                </a:cubicBezTo>
                <a:lnTo>
                  <a:pt x="11148" y="81004"/>
                </a:lnTo>
                <a:lnTo>
                  <a:pt x="11148" y="72201"/>
                </a:lnTo>
                <a:cubicBezTo>
                  <a:pt x="11160" y="71468"/>
                  <a:pt x="11028" y="70736"/>
                  <a:pt x="10748" y="70057"/>
                </a:cubicBezTo>
                <a:cubicBezTo>
                  <a:pt x="10482" y="69365"/>
                  <a:pt x="10069" y="68752"/>
                  <a:pt x="9549" y="68219"/>
                </a:cubicBezTo>
                <a:cubicBezTo>
                  <a:pt x="9044" y="67700"/>
                  <a:pt x="8431" y="67287"/>
                  <a:pt x="7751" y="67008"/>
                </a:cubicBezTo>
                <a:cubicBezTo>
                  <a:pt x="7072" y="66714"/>
                  <a:pt x="6340" y="66568"/>
                  <a:pt x="5607" y="66568"/>
                </a:cubicBezTo>
                <a:cubicBezTo>
                  <a:pt x="4874" y="66568"/>
                  <a:pt x="4142" y="66714"/>
                  <a:pt x="3463" y="67008"/>
                </a:cubicBezTo>
                <a:cubicBezTo>
                  <a:pt x="2783" y="67287"/>
                  <a:pt x="2170" y="67700"/>
                  <a:pt x="1651" y="68219"/>
                </a:cubicBezTo>
                <a:cubicBezTo>
                  <a:pt x="1132" y="68752"/>
                  <a:pt x="732" y="69365"/>
                  <a:pt x="452" y="70057"/>
                </a:cubicBezTo>
                <a:cubicBezTo>
                  <a:pt x="172" y="70736"/>
                  <a:pt x="39" y="71468"/>
                  <a:pt x="53" y="72201"/>
                </a:cubicBezTo>
                <a:lnTo>
                  <a:pt x="53" y="93709"/>
                </a:lnTo>
                <a:cubicBezTo>
                  <a:pt x="-54" y="94561"/>
                  <a:pt x="26" y="95426"/>
                  <a:pt x="306" y="96239"/>
                </a:cubicBezTo>
                <a:cubicBezTo>
                  <a:pt x="572" y="97051"/>
                  <a:pt x="1038" y="97783"/>
                  <a:pt x="1638" y="98383"/>
                </a:cubicBezTo>
                <a:cubicBezTo>
                  <a:pt x="2251" y="98982"/>
                  <a:pt x="2983" y="99448"/>
                  <a:pt x="3795" y="99715"/>
                </a:cubicBezTo>
                <a:cubicBezTo>
                  <a:pt x="4608" y="99981"/>
                  <a:pt x="5474" y="100061"/>
                  <a:pt x="6326" y="99941"/>
                </a:cubicBezTo>
                <a:lnTo>
                  <a:pt x="27797" y="99941"/>
                </a:lnTo>
                <a:cubicBezTo>
                  <a:pt x="28542" y="99954"/>
                  <a:pt x="29262" y="99821"/>
                  <a:pt x="29955" y="99542"/>
                </a:cubicBezTo>
                <a:cubicBezTo>
                  <a:pt x="30633" y="99275"/>
                  <a:pt x="31260" y="98862"/>
                  <a:pt x="31779" y="98343"/>
                </a:cubicBezTo>
                <a:cubicBezTo>
                  <a:pt x="32298" y="97837"/>
                  <a:pt x="32711" y="97211"/>
                  <a:pt x="33005" y="96532"/>
                </a:cubicBezTo>
                <a:cubicBezTo>
                  <a:pt x="33284" y="95853"/>
                  <a:pt x="33430" y="95133"/>
                  <a:pt x="33430" y="94401"/>
                </a:cubicBezTo>
                <a:cubicBezTo>
                  <a:pt x="33430" y="93655"/>
                  <a:pt x="33284" y="92936"/>
                  <a:pt x="33005" y="92257"/>
                </a:cubicBezTo>
                <a:cubicBezTo>
                  <a:pt x="32711" y="91578"/>
                  <a:pt x="32298" y="90965"/>
                  <a:pt x="31779" y="90446"/>
                </a:cubicBezTo>
                <a:cubicBezTo>
                  <a:pt x="31260" y="89927"/>
                  <a:pt x="30633" y="89527"/>
                  <a:pt x="29955" y="89247"/>
                </a:cubicBezTo>
                <a:cubicBezTo>
                  <a:pt x="29262" y="88968"/>
                  <a:pt x="28542" y="88834"/>
                  <a:pt x="27797" y="88848"/>
                </a:cubicBezTo>
                <a:lnTo>
                  <a:pt x="19006" y="88848"/>
                </a:lnTo>
                <a:lnTo>
                  <a:pt x="40050" y="67793"/>
                </a:lnTo>
                <a:cubicBezTo>
                  <a:pt x="40849" y="67021"/>
                  <a:pt x="41395" y="66022"/>
                  <a:pt x="41621" y="64917"/>
                </a:cubicBezTo>
                <a:cubicBezTo>
                  <a:pt x="41848" y="63824"/>
                  <a:pt x="41729" y="62692"/>
                  <a:pt x="41289" y="61654"/>
                </a:cubicBezTo>
                <a:cubicBezTo>
                  <a:pt x="40862" y="60628"/>
                  <a:pt x="40117" y="59750"/>
                  <a:pt x="39184" y="59150"/>
                </a:cubicBezTo>
                <a:cubicBezTo>
                  <a:pt x="38239" y="58550"/>
                  <a:pt x="37133" y="58244"/>
                  <a:pt x="36015" y="58271"/>
                </a:cubicBezTo>
                <a:close/>
                <a:moveTo>
                  <a:pt x="63811" y="58271"/>
                </a:moveTo>
                <a:cubicBezTo>
                  <a:pt x="62706" y="58271"/>
                  <a:pt x="61627" y="58604"/>
                  <a:pt x="60722" y="59217"/>
                </a:cubicBezTo>
                <a:cubicBezTo>
                  <a:pt x="59802" y="59842"/>
                  <a:pt x="59096" y="60708"/>
                  <a:pt x="58684" y="61733"/>
                </a:cubicBezTo>
                <a:cubicBezTo>
                  <a:pt x="58257" y="62759"/>
                  <a:pt x="58164" y="63878"/>
                  <a:pt x="58390" y="64957"/>
                </a:cubicBezTo>
                <a:cubicBezTo>
                  <a:pt x="58617" y="66049"/>
                  <a:pt x="59163" y="67034"/>
                  <a:pt x="59949" y="67793"/>
                </a:cubicBezTo>
                <a:lnTo>
                  <a:pt x="81006" y="88848"/>
                </a:lnTo>
                <a:lnTo>
                  <a:pt x="72202" y="88848"/>
                </a:lnTo>
                <a:cubicBezTo>
                  <a:pt x="71470" y="88834"/>
                  <a:pt x="70738" y="88968"/>
                  <a:pt x="70045" y="89247"/>
                </a:cubicBezTo>
                <a:cubicBezTo>
                  <a:pt x="69365" y="89527"/>
                  <a:pt x="68753" y="89927"/>
                  <a:pt x="68220" y="90446"/>
                </a:cubicBezTo>
                <a:cubicBezTo>
                  <a:pt x="67701" y="90965"/>
                  <a:pt x="67287" y="91578"/>
                  <a:pt x="66995" y="92257"/>
                </a:cubicBezTo>
                <a:cubicBezTo>
                  <a:pt x="66715" y="92936"/>
                  <a:pt x="66568" y="93655"/>
                  <a:pt x="66568" y="94401"/>
                </a:cubicBezTo>
                <a:cubicBezTo>
                  <a:pt x="66568" y="95133"/>
                  <a:pt x="66715" y="95853"/>
                  <a:pt x="66995" y="96532"/>
                </a:cubicBezTo>
                <a:cubicBezTo>
                  <a:pt x="67287" y="97211"/>
                  <a:pt x="67701" y="97837"/>
                  <a:pt x="68220" y="98343"/>
                </a:cubicBezTo>
                <a:cubicBezTo>
                  <a:pt x="68753" y="98862"/>
                  <a:pt x="69365" y="99275"/>
                  <a:pt x="70045" y="99542"/>
                </a:cubicBezTo>
                <a:cubicBezTo>
                  <a:pt x="70738" y="99821"/>
                  <a:pt x="71470" y="99954"/>
                  <a:pt x="72202" y="99941"/>
                </a:cubicBezTo>
                <a:lnTo>
                  <a:pt x="93713" y="99941"/>
                </a:lnTo>
                <a:cubicBezTo>
                  <a:pt x="94565" y="100061"/>
                  <a:pt x="95430" y="99968"/>
                  <a:pt x="96243" y="99701"/>
                </a:cubicBezTo>
                <a:cubicBezTo>
                  <a:pt x="97042" y="99421"/>
                  <a:pt x="97788" y="98969"/>
                  <a:pt x="98388" y="98356"/>
                </a:cubicBezTo>
                <a:cubicBezTo>
                  <a:pt x="98987" y="97743"/>
                  <a:pt x="99439" y="97011"/>
                  <a:pt x="99720" y="96199"/>
                </a:cubicBezTo>
                <a:cubicBezTo>
                  <a:pt x="99986" y="95386"/>
                  <a:pt x="100066" y="94520"/>
                  <a:pt x="99946" y="93669"/>
                </a:cubicBezTo>
                <a:lnTo>
                  <a:pt x="99946" y="72201"/>
                </a:lnTo>
                <a:cubicBezTo>
                  <a:pt x="99959" y="71468"/>
                  <a:pt x="99826" y="70736"/>
                  <a:pt x="99547" y="70057"/>
                </a:cubicBezTo>
                <a:cubicBezTo>
                  <a:pt x="99266" y="69365"/>
                  <a:pt x="98867" y="68752"/>
                  <a:pt x="98348" y="68219"/>
                </a:cubicBezTo>
                <a:cubicBezTo>
                  <a:pt x="97828" y="67700"/>
                  <a:pt x="97215" y="67287"/>
                  <a:pt x="96537" y="67008"/>
                </a:cubicBezTo>
                <a:cubicBezTo>
                  <a:pt x="95857" y="66714"/>
                  <a:pt x="95138" y="66568"/>
                  <a:pt x="94392" y="66568"/>
                </a:cubicBezTo>
                <a:cubicBezTo>
                  <a:pt x="93660" y="66568"/>
                  <a:pt x="92940" y="66714"/>
                  <a:pt x="92261" y="67008"/>
                </a:cubicBezTo>
                <a:cubicBezTo>
                  <a:pt x="91582" y="67287"/>
                  <a:pt x="90956" y="67700"/>
                  <a:pt x="90449" y="68219"/>
                </a:cubicBezTo>
                <a:cubicBezTo>
                  <a:pt x="89930" y="68752"/>
                  <a:pt x="89517" y="69365"/>
                  <a:pt x="89251" y="70057"/>
                </a:cubicBezTo>
                <a:cubicBezTo>
                  <a:pt x="88971" y="70736"/>
                  <a:pt x="88838" y="71468"/>
                  <a:pt x="88851" y="72201"/>
                </a:cubicBezTo>
                <a:lnTo>
                  <a:pt x="88851" y="81004"/>
                </a:lnTo>
                <a:lnTo>
                  <a:pt x="67793" y="59949"/>
                </a:lnTo>
                <a:cubicBezTo>
                  <a:pt x="67274" y="59416"/>
                  <a:pt x="66662" y="59004"/>
                  <a:pt x="65982" y="58711"/>
                </a:cubicBezTo>
                <a:cubicBezTo>
                  <a:pt x="65290" y="58418"/>
                  <a:pt x="64557" y="58271"/>
                  <a:pt x="63811" y="5827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3" name="Белый — SVG 14">
            <a:extLst>
              <a:ext uri="{FF2B5EF4-FFF2-40B4-BE49-F238E27FC236}">
                <a16:creationId xmlns:a16="http://schemas.microsoft.com/office/drawing/2014/main" id="{9D327375-EB2E-BB40-916D-81039791AE03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4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101233 w 141777"/>
              <a:gd name="csY5" fmla="*/ 74645 h 141753"/>
              <a:gd name="csX6" fmla="*/ 79966 w 141777"/>
              <a:gd name="csY6" fmla="*/ 95908 h 141753"/>
              <a:gd name="csX7" fmla="*/ 76206 w 141777"/>
              <a:gd name="csY7" fmla="*/ 97457 h 141753"/>
              <a:gd name="csX8" fmla="*/ 72445 w 141777"/>
              <a:gd name="csY8" fmla="*/ 95908 h 141753"/>
              <a:gd name="csX9" fmla="*/ 72445 w 141777"/>
              <a:gd name="csY9" fmla="*/ 88390 h 141753"/>
              <a:gd name="csX10" fmla="*/ 84635 w 141777"/>
              <a:gd name="csY10" fmla="*/ 76193 h 141753"/>
              <a:gd name="csX11" fmla="*/ 44306 w 141777"/>
              <a:gd name="csY11" fmla="*/ 76193 h 141753"/>
              <a:gd name="csX12" fmla="*/ 38990 w 141777"/>
              <a:gd name="csY12" fmla="*/ 70885 h 141753"/>
              <a:gd name="csX13" fmla="*/ 44306 w 141777"/>
              <a:gd name="csY13" fmla="*/ 65561 h 141753"/>
              <a:gd name="csX14" fmla="*/ 84638 w 141777"/>
              <a:gd name="csY14" fmla="*/ 65561 h 141753"/>
              <a:gd name="csX15" fmla="*/ 72448 w 141777"/>
              <a:gd name="csY15" fmla="*/ 53381 h 141753"/>
              <a:gd name="csX16" fmla="*/ 72448 w 141777"/>
              <a:gd name="csY16" fmla="*/ 45862 h 141753"/>
              <a:gd name="csX17" fmla="*/ 79966 w 141777"/>
              <a:gd name="csY17" fmla="*/ 45862 h 141753"/>
              <a:gd name="csX18" fmla="*/ 101233 w 141777"/>
              <a:gd name="csY18" fmla="*/ 67126 h 141753"/>
              <a:gd name="csX19" fmla="*/ 101233 w 141777"/>
              <a:gd name="csY19" fmla="*/ 74645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71403" y="52658"/>
                </a:moveTo>
                <a:lnTo>
                  <a:pt x="56403" y="67656"/>
                </a:lnTo>
                <a:cubicBezTo>
                  <a:pt x="55671" y="68388"/>
                  <a:pt x="54711" y="68748"/>
                  <a:pt x="53751" y="68748"/>
                </a:cubicBezTo>
                <a:cubicBezTo>
                  <a:pt x="52791" y="68748"/>
                  <a:pt x="51831" y="68388"/>
                  <a:pt x="51098" y="67656"/>
                </a:cubicBezTo>
                <a:cubicBezTo>
                  <a:pt x="49632" y="66192"/>
                  <a:pt x="49632" y="63816"/>
                  <a:pt x="51098" y="62353"/>
                </a:cubicBezTo>
                <a:lnTo>
                  <a:pt x="59696" y="53750"/>
                </a:lnTo>
                <a:lnTo>
                  <a:pt x="31250" y="53750"/>
                </a:lnTo>
                <a:cubicBezTo>
                  <a:pt x="29178" y="53750"/>
                  <a:pt x="27501" y="52082"/>
                  <a:pt x="27501" y="50006"/>
                </a:cubicBezTo>
                <a:cubicBezTo>
                  <a:pt x="27501" y="47930"/>
                  <a:pt x="29178" y="46251"/>
                  <a:pt x="31250" y="46251"/>
                </a:cubicBezTo>
                <a:lnTo>
                  <a:pt x="59698" y="46251"/>
                </a:lnTo>
                <a:lnTo>
                  <a:pt x="51100" y="37660"/>
                </a:lnTo>
                <a:cubicBezTo>
                  <a:pt x="49635" y="36196"/>
                  <a:pt x="49635" y="33820"/>
                  <a:pt x="51100" y="32356"/>
                </a:cubicBezTo>
                <a:cubicBezTo>
                  <a:pt x="52566" y="30893"/>
                  <a:pt x="54938" y="30893"/>
                  <a:pt x="56403" y="32356"/>
                </a:cubicBezTo>
                <a:lnTo>
                  <a:pt x="71403" y="47355"/>
                </a:lnTo>
                <a:cubicBezTo>
                  <a:pt x="72866" y="48818"/>
                  <a:pt x="72866" y="51194"/>
                  <a:pt x="71403" y="5265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4" name="Белый — SVG 15">
            <a:extLst>
              <a:ext uri="{FF2B5EF4-FFF2-40B4-BE49-F238E27FC236}">
                <a16:creationId xmlns:a16="http://schemas.microsoft.com/office/drawing/2014/main" id="{A8FBAE4B-34C8-644C-907A-A13354F7EDEF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58467 h 127583"/>
              <a:gd name="csX4" fmla="*/ 17728 w 127600"/>
              <a:gd name="csY4" fmla="*/ 58467 h 127583"/>
              <a:gd name="csX5" fmla="*/ 21267 w 127600"/>
              <a:gd name="csY5" fmla="*/ 54929 h 127583"/>
              <a:gd name="csX6" fmla="*/ 21267 w 127600"/>
              <a:gd name="csY6" fmla="*/ 42528 h 127583"/>
              <a:gd name="csX7" fmla="*/ 35439 w 127600"/>
              <a:gd name="csY7" fmla="*/ 28357 h 127583"/>
              <a:gd name="csX8" fmla="*/ 49628 w 127600"/>
              <a:gd name="csY8" fmla="*/ 42528 h 127583"/>
              <a:gd name="csX9" fmla="*/ 49628 w 127600"/>
              <a:gd name="csY9" fmla="*/ 85056 h 127583"/>
              <a:gd name="csX10" fmla="*/ 53167 w 127600"/>
              <a:gd name="csY10" fmla="*/ 88594 h 127583"/>
              <a:gd name="csX11" fmla="*/ 56706 w 127600"/>
              <a:gd name="csY11" fmla="*/ 85056 h 127583"/>
              <a:gd name="csX12" fmla="*/ 56706 w 127600"/>
              <a:gd name="csY12" fmla="*/ 72654 h 127583"/>
              <a:gd name="csX13" fmla="*/ 70895 w 127600"/>
              <a:gd name="csY13" fmla="*/ 58467 h 127583"/>
              <a:gd name="csX14" fmla="*/ 91719 w 127600"/>
              <a:gd name="csY14" fmla="*/ 58467 h 127583"/>
              <a:gd name="csX15" fmla="*/ 83077 w 127600"/>
              <a:gd name="csY15" fmla="*/ 49826 h 127583"/>
              <a:gd name="csX16" fmla="*/ 83077 w 127600"/>
              <a:gd name="csY16" fmla="*/ 42323 h 127583"/>
              <a:gd name="csX17" fmla="*/ 90596 w 127600"/>
              <a:gd name="csY17" fmla="*/ 42323 h 127583"/>
              <a:gd name="csX18" fmla="*/ 108324 w 127600"/>
              <a:gd name="csY18" fmla="*/ 60032 h 127583"/>
              <a:gd name="csX19" fmla="*/ 108324 w 127600"/>
              <a:gd name="csY19" fmla="*/ 67551 h 127583"/>
              <a:gd name="csX20" fmla="*/ 90596 w 127600"/>
              <a:gd name="csY20" fmla="*/ 85276 h 127583"/>
              <a:gd name="csX21" fmla="*/ 86837 w 127600"/>
              <a:gd name="csY21" fmla="*/ 86825 h 127583"/>
              <a:gd name="csX22" fmla="*/ 83077 w 127600"/>
              <a:gd name="csY22" fmla="*/ 85276 h 127583"/>
              <a:gd name="csX23" fmla="*/ 83077 w 127600"/>
              <a:gd name="csY23" fmla="*/ 77758 h 127583"/>
              <a:gd name="csX24" fmla="*/ 91719 w 127600"/>
              <a:gd name="csY24" fmla="*/ 69116 h 127583"/>
              <a:gd name="csX25" fmla="*/ 70895 w 127600"/>
              <a:gd name="csY25" fmla="*/ 69116 h 127583"/>
              <a:gd name="csX26" fmla="*/ 67339 w 127600"/>
              <a:gd name="csY26" fmla="*/ 72654 h 127583"/>
              <a:gd name="csX27" fmla="*/ 67339 w 127600"/>
              <a:gd name="csY27" fmla="*/ 85056 h 127583"/>
              <a:gd name="csX28" fmla="*/ 53167 w 127600"/>
              <a:gd name="csY28" fmla="*/ 99226 h 127583"/>
              <a:gd name="csX29" fmla="*/ 38995 w 127600"/>
              <a:gd name="csY29" fmla="*/ 85056 h 127583"/>
              <a:gd name="csX30" fmla="*/ 38995 w 127600"/>
              <a:gd name="csY30" fmla="*/ 42528 h 127583"/>
              <a:gd name="csX31" fmla="*/ 35439 w 127600"/>
              <a:gd name="csY31" fmla="*/ 38989 h 127583"/>
              <a:gd name="csX32" fmla="*/ 31900 w 127600"/>
              <a:gd name="csY32" fmla="*/ 42528 h 127583"/>
              <a:gd name="csX33" fmla="*/ 31900 w 127600"/>
              <a:gd name="csY33" fmla="*/ 54929 h 127583"/>
              <a:gd name="csX34" fmla="*/ 17728 w 127600"/>
              <a:gd name="csY34" fmla="*/ 69099 h 127583"/>
              <a:gd name="csX35" fmla="*/ 0 w 127600"/>
              <a:gd name="csY35" fmla="*/ 69099 h 127583"/>
              <a:gd name="csX36" fmla="*/ 0 w 127600"/>
              <a:gd name="csY36" fmla="*/ 108089 h 127583"/>
              <a:gd name="csX37" fmla="*/ 19497 w 127600"/>
              <a:gd name="csY37" fmla="*/ 127583 h 127583"/>
              <a:gd name="csX38" fmla="*/ 108103 w 127600"/>
              <a:gd name="csY38" fmla="*/ 127583 h 127583"/>
              <a:gd name="csX39" fmla="*/ 127601 w 127600"/>
              <a:gd name="csY39" fmla="*/ 108089 h 127583"/>
              <a:gd name="csX40" fmla="*/ 127601 w 127600"/>
              <a:gd name="csY40" fmla="*/ 19495 h 127583"/>
              <a:gd name="csX41" fmla="*/ 108103 w 127600"/>
              <a:gd name="csY41" fmla="*/ 0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45827"/>
                </a:lnTo>
                <a:lnTo>
                  <a:pt x="13893" y="45827"/>
                </a:lnTo>
                <a:cubicBezTo>
                  <a:pt x="15427" y="45827"/>
                  <a:pt x="16667" y="44587"/>
                  <a:pt x="16667" y="43054"/>
                </a:cubicBezTo>
                <a:lnTo>
                  <a:pt x="16667" y="33336"/>
                </a:lnTo>
                <a:cubicBezTo>
                  <a:pt x="16667" y="27203"/>
                  <a:pt x="21654" y="22230"/>
                  <a:pt x="27774" y="22230"/>
                </a:cubicBezTo>
                <a:cubicBezTo>
                  <a:pt x="33907" y="22230"/>
                  <a:pt x="38893" y="27203"/>
                  <a:pt x="38893" y="33336"/>
                </a:cubicBezTo>
                <a:lnTo>
                  <a:pt x="38893" y="66665"/>
                </a:lnTo>
                <a:cubicBezTo>
                  <a:pt x="38893" y="68198"/>
                  <a:pt x="40134" y="69438"/>
                  <a:pt x="41667" y="69438"/>
                </a:cubicBezTo>
                <a:cubicBezTo>
                  <a:pt x="43200" y="69438"/>
                  <a:pt x="44440" y="68198"/>
                  <a:pt x="44440" y="66665"/>
                </a:cubicBezTo>
                <a:lnTo>
                  <a:pt x="44440" y="56946"/>
                </a:lnTo>
                <a:cubicBezTo>
                  <a:pt x="44440" y="50814"/>
                  <a:pt x="49427" y="45827"/>
                  <a:pt x="55560" y="45827"/>
                </a:cubicBezTo>
                <a:lnTo>
                  <a:pt x="71880" y="45827"/>
                </a:lnTo>
                <a:lnTo>
                  <a:pt x="65107" y="39055"/>
                </a:lnTo>
                <a:cubicBezTo>
                  <a:pt x="63480" y="37442"/>
                  <a:pt x="63480" y="34789"/>
                  <a:pt x="65107" y="33175"/>
                </a:cubicBezTo>
                <a:cubicBezTo>
                  <a:pt x="66734" y="31536"/>
                  <a:pt x="69374" y="31536"/>
                  <a:pt x="71000" y="33175"/>
                </a:cubicBezTo>
                <a:lnTo>
                  <a:pt x="84893" y="47054"/>
                </a:lnTo>
                <a:cubicBezTo>
                  <a:pt x="86520" y="48681"/>
                  <a:pt x="86520" y="51320"/>
                  <a:pt x="84893" y="52946"/>
                </a:cubicBezTo>
                <a:lnTo>
                  <a:pt x="71000" y="66837"/>
                </a:lnTo>
                <a:cubicBezTo>
                  <a:pt x="70187" y="67651"/>
                  <a:pt x="69121" y="68051"/>
                  <a:pt x="68054" y="68051"/>
                </a:cubicBezTo>
                <a:cubicBezTo>
                  <a:pt x="66987" y="68051"/>
                  <a:pt x="65920" y="67651"/>
                  <a:pt x="65107" y="66837"/>
                </a:cubicBezTo>
                <a:cubicBezTo>
                  <a:pt x="63480" y="65211"/>
                  <a:pt x="63480" y="62572"/>
                  <a:pt x="65107" y="60946"/>
                </a:cubicBezTo>
                <a:lnTo>
                  <a:pt x="71880" y="54173"/>
                </a:lnTo>
                <a:lnTo>
                  <a:pt x="55560" y="54173"/>
                </a:lnTo>
                <a:cubicBezTo>
                  <a:pt x="54027" y="54173"/>
                  <a:pt x="52774" y="55413"/>
                  <a:pt x="52774" y="56946"/>
                </a:cubicBezTo>
                <a:lnTo>
                  <a:pt x="52774" y="66665"/>
                </a:lnTo>
                <a:cubicBezTo>
                  <a:pt x="52774" y="72797"/>
                  <a:pt x="47800" y="77770"/>
                  <a:pt x="41667" y="77770"/>
                </a:cubicBezTo>
                <a:cubicBezTo>
                  <a:pt x="35534" y="77770"/>
                  <a:pt x="30560" y="72797"/>
                  <a:pt x="30560" y="66665"/>
                </a:cubicBezTo>
                <a:lnTo>
                  <a:pt x="30560" y="33336"/>
                </a:lnTo>
                <a:cubicBezTo>
                  <a:pt x="30560" y="31803"/>
                  <a:pt x="29306" y="30562"/>
                  <a:pt x="27774" y="30562"/>
                </a:cubicBezTo>
                <a:cubicBezTo>
                  <a:pt x="26240" y="30562"/>
                  <a:pt x="25000" y="31803"/>
                  <a:pt x="25000" y="33336"/>
                </a:cubicBezTo>
                <a:lnTo>
                  <a:pt x="25000" y="43054"/>
                </a:lnTo>
                <a:cubicBezTo>
                  <a:pt x="25000" y="49187"/>
                  <a:pt x="20013" y="54159"/>
                  <a:pt x="13893" y="54159"/>
                </a:cubicBezTo>
                <a:lnTo>
                  <a:pt x="0" y="54159"/>
                </a:ln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5" name="Белый — SVG 16">
            <a:extLst>
              <a:ext uri="{FF2B5EF4-FFF2-40B4-BE49-F238E27FC236}">
                <a16:creationId xmlns:a16="http://schemas.microsoft.com/office/drawing/2014/main" id="{3F1BCB63-1505-2844-8FAD-1805E030DF8B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15950 w 138233"/>
              <a:gd name="csY0" fmla="*/ 0 h 148847"/>
              <a:gd name="csX1" fmla="*/ 0 w 138233"/>
              <a:gd name="csY1" fmla="*/ 15940 h 148847"/>
              <a:gd name="csX2" fmla="*/ 0 w 138233"/>
              <a:gd name="csY2" fmla="*/ 125814 h 148847"/>
              <a:gd name="csX3" fmla="*/ 15950 w 138233"/>
              <a:gd name="csY3" fmla="*/ 141754 h 148847"/>
              <a:gd name="csX4" fmla="*/ 97473 w 138233"/>
              <a:gd name="csY4" fmla="*/ 141754 h 148847"/>
              <a:gd name="csX5" fmla="*/ 102790 w 138233"/>
              <a:gd name="csY5" fmla="*/ 140852 h 148847"/>
              <a:gd name="csX6" fmla="*/ 102790 w 138233"/>
              <a:gd name="csY6" fmla="*/ 122837 h 148847"/>
              <a:gd name="csX7" fmla="*/ 88701 w 138233"/>
              <a:gd name="csY7" fmla="*/ 120405 h 148847"/>
              <a:gd name="csX8" fmla="*/ 85067 w 138233"/>
              <a:gd name="csY8" fmla="*/ 111627 h 148847"/>
              <a:gd name="csX9" fmla="*/ 88701 w 138233"/>
              <a:gd name="csY9" fmla="*/ 102866 h 148847"/>
              <a:gd name="csX10" fmla="*/ 106424 w 138233"/>
              <a:gd name="csY10" fmla="*/ 85141 h 148847"/>
              <a:gd name="csX11" fmla="*/ 113423 w 138233"/>
              <a:gd name="csY11" fmla="*/ 81755 h 148847"/>
              <a:gd name="csX12" fmla="*/ 113423 w 138233"/>
              <a:gd name="csY12" fmla="*/ 56698 h 148847"/>
              <a:gd name="csX13" fmla="*/ 72661 w 138233"/>
              <a:gd name="csY13" fmla="*/ 56698 h 148847"/>
              <a:gd name="csX14" fmla="*/ 56711 w 138233"/>
              <a:gd name="csY14" fmla="*/ 40759 h 148847"/>
              <a:gd name="csX15" fmla="*/ 56711 w 138233"/>
              <a:gd name="csY15" fmla="*/ 0 h 148847"/>
              <a:gd name="csX16" fmla="*/ 15950 w 138233"/>
              <a:gd name="csY16" fmla="*/ 0 h 148847"/>
              <a:gd name="csX17" fmla="*/ 67344 w 138233"/>
              <a:gd name="csY17" fmla="*/ 3113 h 148847"/>
              <a:gd name="csX18" fmla="*/ 67344 w 138233"/>
              <a:gd name="csY18" fmla="*/ 40759 h 148847"/>
              <a:gd name="csX19" fmla="*/ 72661 w 138233"/>
              <a:gd name="csY19" fmla="*/ 46066 h 148847"/>
              <a:gd name="csX20" fmla="*/ 110308 w 138233"/>
              <a:gd name="csY20" fmla="*/ 46066 h 148847"/>
              <a:gd name="csX21" fmla="*/ 67344 w 138233"/>
              <a:gd name="csY21" fmla="*/ 3113 h 148847"/>
              <a:gd name="csX22" fmla="*/ 115194 w 138233"/>
              <a:gd name="csY22" fmla="*/ 88594 h 148847"/>
              <a:gd name="csX23" fmla="*/ 111436 w 138233"/>
              <a:gd name="csY23" fmla="*/ 90159 h 148847"/>
              <a:gd name="csX24" fmla="*/ 93713 w 138233"/>
              <a:gd name="csY24" fmla="*/ 107884 h 148847"/>
              <a:gd name="csX25" fmla="*/ 93713 w 138233"/>
              <a:gd name="csY25" fmla="*/ 115386 h 148847"/>
              <a:gd name="csX26" fmla="*/ 101231 w 138233"/>
              <a:gd name="csY26" fmla="*/ 115386 h 148847"/>
              <a:gd name="csX27" fmla="*/ 109878 w 138233"/>
              <a:gd name="csY27" fmla="*/ 106745 h 148847"/>
              <a:gd name="csX28" fmla="*/ 109878 w 138233"/>
              <a:gd name="csY28" fmla="*/ 143523 h 148847"/>
              <a:gd name="csX29" fmla="*/ 115194 w 138233"/>
              <a:gd name="csY29" fmla="*/ 148847 h 148847"/>
              <a:gd name="csX30" fmla="*/ 120511 w 138233"/>
              <a:gd name="csY30" fmla="*/ 143523 h 148847"/>
              <a:gd name="csX31" fmla="*/ 120511 w 138233"/>
              <a:gd name="csY31" fmla="*/ 106745 h 148847"/>
              <a:gd name="csX32" fmla="*/ 129159 w 138233"/>
              <a:gd name="csY32" fmla="*/ 115386 h 148847"/>
              <a:gd name="csX33" fmla="*/ 136675 w 138233"/>
              <a:gd name="csY33" fmla="*/ 115386 h 148847"/>
              <a:gd name="csX34" fmla="*/ 136675 w 138233"/>
              <a:gd name="csY34" fmla="*/ 107884 h 148847"/>
              <a:gd name="csX35" fmla="*/ 118954 w 138233"/>
              <a:gd name="csY35" fmla="*/ 90159 h 148847"/>
              <a:gd name="csX36" fmla="*/ 115194 w 138233"/>
              <a:gd name="csY36" fmla="*/ 88594 h 148847"/>
            </a:gdLst>
            <a:ahLst/>
            <a:cxnLst/>
            <a:rect l="l" t="t" r="r" b="b"/>
            <a:pathLst>
              <a:path w="100000" h="100000">
                <a:moveTo>
                  <a:pt x="14281" y="0"/>
                </a:moveTo>
                <a:cubicBezTo>
                  <a:pt x="8364" y="0"/>
                  <a:pt x="3565" y="4800"/>
                  <a:pt x="3565" y="10709"/>
                </a:cubicBezTo>
                <a:lnTo>
                  <a:pt x="3565" y="84526"/>
                </a:lnTo>
                <a:cubicBezTo>
                  <a:pt x="3565" y="90446"/>
                  <a:pt x="8364" y="95235"/>
                  <a:pt x="14281" y="95235"/>
                </a:cubicBezTo>
                <a:lnTo>
                  <a:pt x="69051" y="95235"/>
                </a:lnTo>
                <a:cubicBezTo>
                  <a:pt x="70302" y="95235"/>
                  <a:pt x="71506" y="95017"/>
                  <a:pt x="72623" y="94629"/>
                </a:cubicBezTo>
                <a:lnTo>
                  <a:pt x="72623" y="82526"/>
                </a:lnTo>
                <a:cubicBezTo>
                  <a:pt x="69526" y="83989"/>
                  <a:pt x="65716" y="83451"/>
                  <a:pt x="63157" y="80892"/>
                </a:cubicBezTo>
                <a:cubicBezTo>
                  <a:pt x="61583" y="79314"/>
                  <a:pt x="60716" y="77223"/>
                  <a:pt x="60716" y="74994"/>
                </a:cubicBezTo>
                <a:cubicBezTo>
                  <a:pt x="60716" y="72777"/>
                  <a:pt x="61583" y="70675"/>
                  <a:pt x="63157" y="69109"/>
                </a:cubicBezTo>
                <a:lnTo>
                  <a:pt x="75064" y="57200"/>
                </a:lnTo>
                <a:cubicBezTo>
                  <a:pt x="76348" y="55920"/>
                  <a:pt x="78021" y="55155"/>
                  <a:pt x="79766" y="54926"/>
                </a:cubicBezTo>
                <a:lnTo>
                  <a:pt x="79766" y="38091"/>
                </a:lnTo>
                <a:lnTo>
                  <a:pt x="52381" y="38091"/>
                </a:lnTo>
                <a:cubicBezTo>
                  <a:pt x="46464" y="38091"/>
                  <a:pt x="41666" y="33303"/>
                  <a:pt x="41666" y="27383"/>
                </a:cubicBezTo>
                <a:lnTo>
                  <a:pt x="41666" y="0"/>
                </a:lnTo>
                <a:lnTo>
                  <a:pt x="14281" y="0"/>
                </a:lnTo>
                <a:close/>
                <a:moveTo>
                  <a:pt x="48809" y="2091"/>
                </a:moveTo>
                <a:lnTo>
                  <a:pt x="48809" y="27383"/>
                </a:lnTo>
                <a:cubicBezTo>
                  <a:pt x="48809" y="29348"/>
                  <a:pt x="50411" y="30949"/>
                  <a:pt x="52381" y="30949"/>
                </a:cubicBezTo>
                <a:lnTo>
                  <a:pt x="77674" y="30949"/>
                </a:lnTo>
                <a:lnTo>
                  <a:pt x="48809" y="2091"/>
                </a:lnTo>
                <a:close/>
                <a:moveTo>
                  <a:pt x="80956" y="59520"/>
                </a:moveTo>
                <a:cubicBezTo>
                  <a:pt x="80042" y="59520"/>
                  <a:pt x="79129" y="59874"/>
                  <a:pt x="78432" y="60572"/>
                </a:cubicBezTo>
                <a:lnTo>
                  <a:pt x="66525" y="72480"/>
                </a:lnTo>
                <a:cubicBezTo>
                  <a:pt x="65131" y="73875"/>
                  <a:pt x="65131" y="76126"/>
                  <a:pt x="66525" y="77520"/>
                </a:cubicBezTo>
                <a:cubicBezTo>
                  <a:pt x="67921" y="78926"/>
                  <a:pt x="70180" y="78926"/>
                  <a:pt x="71576" y="77520"/>
                </a:cubicBezTo>
                <a:lnTo>
                  <a:pt x="77385" y="71715"/>
                </a:lnTo>
                <a:lnTo>
                  <a:pt x="77385" y="96423"/>
                </a:lnTo>
                <a:cubicBezTo>
                  <a:pt x="77385" y="98400"/>
                  <a:pt x="78982" y="100000"/>
                  <a:pt x="80956" y="100000"/>
                </a:cubicBezTo>
                <a:cubicBezTo>
                  <a:pt x="82931" y="100000"/>
                  <a:pt x="84528" y="98400"/>
                  <a:pt x="84528" y="96423"/>
                </a:cubicBezTo>
                <a:lnTo>
                  <a:pt x="84528" y="71715"/>
                </a:lnTo>
                <a:lnTo>
                  <a:pt x="90338" y="77520"/>
                </a:lnTo>
                <a:cubicBezTo>
                  <a:pt x="91733" y="78926"/>
                  <a:pt x="93994" y="78926"/>
                  <a:pt x="95388" y="77520"/>
                </a:cubicBezTo>
                <a:cubicBezTo>
                  <a:pt x="96784" y="76137"/>
                  <a:pt x="96784" y="73863"/>
                  <a:pt x="95388" y="72480"/>
                </a:cubicBezTo>
                <a:lnTo>
                  <a:pt x="83482" y="60572"/>
                </a:lnTo>
                <a:cubicBezTo>
                  <a:pt x="82786" y="59874"/>
                  <a:pt x="81871" y="59520"/>
                  <a:pt x="80956" y="5952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6" name="Белый — SVG 17">
            <a:extLst>
              <a:ext uri="{FF2B5EF4-FFF2-40B4-BE49-F238E27FC236}">
                <a16:creationId xmlns:a16="http://schemas.microsoft.com/office/drawing/2014/main" id="{180E5570-5257-E64E-B533-B58EB5E8EC5D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1 w 148868"/>
              <a:gd name="csY0" fmla="*/ 56800 h 113578"/>
              <a:gd name="csX1" fmla="*/ 21268 w 148868"/>
              <a:gd name="csY1" fmla="*/ 78064 h 113578"/>
              <a:gd name="csX2" fmla="*/ 124675 w 148868"/>
              <a:gd name="csY2" fmla="*/ 78064 h 113578"/>
              <a:gd name="csX3" fmla="*/ 101316 w 148868"/>
              <a:gd name="csY3" fmla="*/ 101403 h 113578"/>
              <a:gd name="csX4" fmla="*/ 99734 w 148868"/>
              <a:gd name="csY4" fmla="*/ 103734 h 113578"/>
              <a:gd name="csX5" fmla="*/ 99172 w 148868"/>
              <a:gd name="csY5" fmla="*/ 106490 h 113578"/>
              <a:gd name="csX6" fmla="*/ 100397 w 148868"/>
              <a:gd name="csY6" fmla="*/ 110453 h 113578"/>
              <a:gd name="csX7" fmla="*/ 103596 w 148868"/>
              <a:gd name="csY7" fmla="*/ 113056 h 113578"/>
              <a:gd name="csX8" fmla="*/ 107730 w 148868"/>
              <a:gd name="csY8" fmla="*/ 113430 h 113578"/>
              <a:gd name="csX9" fmla="*/ 111354 w 148868"/>
              <a:gd name="csY9" fmla="*/ 111440 h 113578"/>
              <a:gd name="csX10" fmla="*/ 146793 w 148868"/>
              <a:gd name="csY10" fmla="*/ 75988 h 113578"/>
              <a:gd name="csX11" fmla="*/ 148868 w 148868"/>
              <a:gd name="csY11" fmla="*/ 70987 h 113578"/>
              <a:gd name="csX12" fmla="*/ 146793 w 148868"/>
              <a:gd name="csY12" fmla="*/ 65969 h 113578"/>
              <a:gd name="csX13" fmla="*/ 111354 w 148868"/>
              <a:gd name="csY13" fmla="*/ 30535 h 113578"/>
              <a:gd name="csX14" fmla="*/ 109040 w 148868"/>
              <a:gd name="csY14" fmla="*/ 28936 h 113578"/>
              <a:gd name="csX15" fmla="*/ 106301 w 148868"/>
              <a:gd name="csY15" fmla="*/ 28357 h 113578"/>
              <a:gd name="csX16" fmla="*/ 103562 w 148868"/>
              <a:gd name="csY16" fmla="*/ 28868 h 113578"/>
              <a:gd name="csX17" fmla="*/ 101214 w 148868"/>
              <a:gd name="csY17" fmla="*/ 30433 h 113578"/>
              <a:gd name="csX18" fmla="*/ 99666 w 148868"/>
              <a:gd name="csY18" fmla="*/ 32763 h 113578"/>
              <a:gd name="csX19" fmla="*/ 99138 w 148868"/>
              <a:gd name="csY19" fmla="*/ 35519 h 113578"/>
              <a:gd name="csX20" fmla="*/ 99734 w 148868"/>
              <a:gd name="csY20" fmla="*/ 38258 h 113578"/>
              <a:gd name="csX21" fmla="*/ 101316 w 148868"/>
              <a:gd name="csY21" fmla="*/ 40555 h 113578"/>
              <a:gd name="csX22" fmla="*/ 124675 w 148868"/>
              <a:gd name="csY22" fmla="*/ 63894 h 113578"/>
              <a:gd name="csX23" fmla="*/ 21268 w 148868"/>
              <a:gd name="csY23" fmla="*/ 63894 h 113578"/>
              <a:gd name="csX24" fmla="*/ 14173 w 148868"/>
              <a:gd name="csY24" fmla="*/ 56800 h 113578"/>
              <a:gd name="csX25" fmla="*/ 14173 w 148868"/>
              <a:gd name="csY25" fmla="*/ 7196 h 113578"/>
              <a:gd name="csX26" fmla="*/ 13663 w 148868"/>
              <a:gd name="csY26" fmla="*/ 4440 h 113578"/>
              <a:gd name="csX27" fmla="*/ 12132 w 148868"/>
              <a:gd name="csY27" fmla="*/ 2109 h 113578"/>
              <a:gd name="csX28" fmla="*/ 9835 w 148868"/>
              <a:gd name="csY28" fmla="*/ 544 h 113578"/>
              <a:gd name="csX29" fmla="*/ 7096 w 148868"/>
              <a:gd name="csY29" fmla="*/ 0 h 113578"/>
              <a:gd name="csX30" fmla="*/ 4357 w 148868"/>
              <a:gd name="csY30" fmla="*/ 544 h 113578"/>
              <a:gd name="csX31" fmla="*/ 2043 w 148868"/>
              <a:gd name="csY31" fmla="*/ 2109 h 113578"/>
              <a:gd name="csX32" fmla="*/ 512 w 148868"/>
              <a:gd name="csY32" fmla="*/ 4440 h 113578"/>
              <a:gd name="csX33" fmla="*/ 1 w 148868"/>
              <a:gd name="csY33" fmla="*/ 7196 h 113578"/>
              <a:gd name="csX34" fmla="*/ 1 w 148868"/>
              <a:gd name="csY34" fmla="*/ 56800 h 113578"/>
            </a:gdLst>
            <a:ahLst/>
            <a:cxnLst/>
            <a:rect l="l" t="t" r="r" b="b"/>
            <a:pathLst>
              <a:path w="100000" h="100000">
                <a:moveTo>
                  <a:pt x="1" y="50007"/>
                </a:moveTo>
                <a:cubicBezTo>
                  <a:pt x="1" y="57847"/>
                  <a:pt x="6458" y="64291"/>
                  <a:pt x="14286" y="64291"/>
                </a:cubicBezTo>
                <a:lnTo>
                  <a:pt x="83749" y="64291"/>
                </a:lnTo>
                <a:lnTo>
                  <a:pt x="68058" y="79969"/>
                </a:lnTo>
                <a:cubicBezTo>
                  <a:pt x="67601" y="80415"/>
                  <a:pt x="67246" y="80952"/>
                  <a:pt x="66995" y="81535"/>
                </a:cubicBezTo>
                <a:cubicBezTo>
                  <a:pt x="66744" y="82117"/>
                  <a:pt x="66617" y="82757"/>
                  <a:pt x="66617" y="83386"/>
                </a:cubicBezTo>
                <a:cubicBezTo>
                  <a:pt x="66617" y="84334"/>
                  <a:pt x="66904" y="85259"/>
                  <a:pt x="67440" y="86048"/>
                </a:cubicBezTo>
                <a:cubicBezTo>
                  <a:pt x="67966" y="86837"/>
                  <a:pt x="68721" y="87442"/>
                  <a:pt x="69589" y="87797"/>
                </a:cubicBezTo>
                <a:cubicBezTo>
                  <a:pt x="70469" y="88151"/>
                  <a:pt x="71429" y="88242"/>
                  <a:pt x="72366" y="88048"/>
                </a:cubicBezTo>
                <a:cubicBezTo>
                  <a:pt x="73292" y="87854"/>
                  <a:pt x="74137" y="87385"/>
                  <a:pt x="74800" y="86711"/>
                </a:cubicBezTo>
                <a:lnTo>
                  <a:pt x="98606" y="62897"/>
                </a:lnTo>
                <a:cubicBezTo>
                  <a:pt x="99498" y="62006"/>
                  <a:pt x="100000" y="60795"/>
                  <a:pt x="100000" y="59537"/>
                </a:cubicBezTo>
                <a:cubicBezTo>
                  <a:pt x="100000" y="58269"/>
                  <a:pt x="99498" y="57058"/>
                  <a:pt x="98606" y="56167"/>
                </a:cubicBezTo>
                <a:lnTo>
                  <a:pt x="74800" y="32364"/>
                </a:lnTo>
                <a:cubicBezTo>
                  <a:pt x="74355" y="31907"/>
                  <a:pt x="73829" y="31541"/>
                  <a:pt x="73246" y="31290"/>
                </a:cubicBezTo>
                <a:cubicBezTo>
                  <a:pt x="72663" y="31039"/>
                  <a:pt x="72046" y="30901"/>
                  <a:pt x="71406" y="30901"/>
                </a:cubicBezTo>
                <a:cubicBezTo>
                  <a:pt x="70777" y="30890"/>
                  <a:pt x="70149" y="31016"/>
                  <a:pt x="69566" y="31244"/>
                </a:cubicBezTo>
                <a:cubicBezTo>
                  <a:pt x="68972" y="31484"/>
                  <a:pt x="68446" y="31838"/>
                  <a:pt x="67989" y="32296"/>
                </a:cubicBezTo>
                <a:cubicBezTo>
                  <a:pt x="67543" y="32741"/>
                  <a:pt x="67189" y="33267"/>
                  <a:pt x="66949" y="33861"/>
                </a:cubicBezTo>
                <a:cubicBezTo>
                  <a:pt x="66709" y="34444"/>
                  <a:pt x="66595" y="35073"/>
                  <a:pt x="66595" y="35712"/>
                </a:cubicBezTo>
                <a:cubicBezTo>
                  <a:pt x="66606" y="36341"/>
                  <a:pt x="66744" y="36969"/>
                  <a:pt x="66995" y="37552"/>
                </a:cubicBezTo>
                <a:cubicBezTo>
                  <a:pt x="67246" y="38124"/>
                  <a:pt x="67601" y="38649"/>
                  <a:pt x="68058" y="39095"/>
                </a:cubicBezTo>
                <a:lnTo>
                  <a:pt x="83749" y="54773"/>
                </a:lnTo>
                <a:lnTo>
                  <a:pt x="14286" y="54773"/>
                </a:lnTo>
                <a:cubicBezTo>
                  <a:pt x="11601" y="54773"/>
                  <a:pt x="9521" y="52693"/>
                  <a:pt x="9521" y="50007"/>
                </a:cubicBezTo>
                <a:lnTo>
                  <a:pt x="9521" y="16687"/>
                </a:lnTo>
                <a:cubicBezTo>
                  <a:pt x="9532" y="16046"/>
                  <a:pt x="9418" y="15429"/>
                  <a:pt x="9178" y="14835"/>
                </a:cubicBezTo>
                <a:cubicBezTo>
                  <a:pt x="8950" y="14252"/>
                  <a:pt x="8595" y="13716"/>
                  <a:pt x="8150" y="13269"/>
                </a:cubicBezTo>
                <a:cubicBezTo>
                  <a:pt x="7715" y="12824"/>
                  <a:pt x="7178" y="12470"/>
                  <a:pt x="6607" y="12218"/>
                </a:cubicBezTo>
                <a:cubicBezTo>
                  <a:pt x="6023" y="11978"/>
                  <a:pt x="5395" y="11853"/>
                  <a:pt x="4767" y="11853"/>
                </a:cubicBezTo>
                <a:cubicBezTo>
                  <a:pt x="4126" y="11853"/>
                  <a:pt x="3509" y="11978"/>
                  <a:pt x="2927" y="12218"/>
                </a:cubicBezTo>
                <a:cubicBezTo>
                  <a:pt x="2344" y="12470"/>
                  <a:pt x="1818" y="12824"/>
                  <a:pt x="1372" y="13269"/>
                </a:cubicBezTo>
                <a:cubicBezTo>
                  <a:pt x="926" y="13716"/>
                  <a:pt x="584" y="14252"/>
                  <a:pt x="344" y="14835"/>
                </a:cubicBezTo>
                <a:cubicBezTo>
                  <a:pt x="103" y="15429"/>
                  <a:pt x="-11" y="16046"/>
                  <a:pt x="1" y="16687"/>
                </a:cubicBezTo>
                <a:lnTo>
                  <a:pt x="1" y="5000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7" name="Белый — SVG 18">
            <a:extLst>
              <a:ext uri="{FF2B5EF4-FFF2-40B4-BE49-F238E27FC236}">
                <a16:creationId xmlns:a16="http://schemas.microsoft.com/office/drawing/2014/main" id="{5BB7EA4C-C7D5-F343-A9AA-DB86D63F701D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46720 w 156030"/>
              <a:gd name="csY0" fmla="*/ 2 h 85057"/>
              <a:gd name="csX1" fmla="*/ 42552 w 156030"/>
              <a:gd name="csY1" fmla="*/ 1210 h 85057"/>
              <a:gd name="csX2" fmla="*/ 39880 w 156030"/>
              <a:gd name="csY2" fmla="*/ 4629 h 85057"/>
              <a:gd name="csX3" fmla="*/ 20298 w 156030"/>
              <a:gd name="csY3" fmla="*/ 57551 h 85057"/>
              <a:gd name="csX4" fmla="*/ 13816 w 156030"/>
              <a:gd name="csY4" fmla="*/ 40063 h 85057"/>
              <a:gd name="csX5" fmla="*/ 12404 w 156030"/>
              <a:gd name="csY5" fmla="*/ 37614 h 85057"/>
              <a:gd name="csX6" fmla="*/ 10158 w 156030"/>
              <a:gd name="csY6" fmla="*/ 35913 h 85057"/>
              <a:gd name="csX7" fmla="*/ 7419 w 156030"/>
              <a:gd name="csY7" fmla="*/ 35215 h 85057"/>
              <a:gd name="csX8" fmla="*/ 4629 w 156030"/>
              <a:gd name="csY8" fmla="*/ 35657 h 85057"/>
              <a:gd name="csX9" fmla="*/ 2230 w 156030"/>
              <a:gd name="csY9" fmla="*/ 37137 h 85057"/>
              <a:gd name="csX10" fmla="*/ 596 w 156030"/>
              <a:gd name="csY10" fmla="*/ 39451 h 85057"/>
              <a:gd name="csX11" fmla="*/ 1 w 156030"/>
              <a:gd name="csY11" fmla="*/ 42207 h 85057"/>
              <a:gd name="csX12" fmla="*/ 529 w 156030"/>
              <a:gd name="csY12" fmla="*/ 44979 h 85057"/>
              <a:gd name="csX13" fmla="*/ 13646 w 156030"/>
              <a:gd name="csY13" fmla="*/ 80430 h 85057"/>
              <a:gd name="csX14" fmla="*/ 16249 w 156030"/>
              <a:gd name="csY14" fmla="*/ 83782 h 85057"/>
              <a:gd name="csX15" fmla="*/ 20298 w 156030"/>
              <a:gd name="csY15" fmla="*/ 85040 h 85057"/>
              <a:gd name="csX16" fmla="*/ 24330 w 156030"/>
              <a:gd name="csY16" fmla="*/ 83782 h 85057"/>
              <a:gd name="csX17" fmla="*/ 26933 w 156030"/>
              <a:gd name="csY17" fmla="*/ 80430 h 85057"/>
              <a:gd name="csX18" fmla="*/ 46414 w 156030"/>
              <a:gd name="csY18" fmla="*/ 27815 h 85057"/>
              <a:gd name="csX19" fmla="*/ 65213 w 156030"/>
              <a:gd name="csY19" fmla="*/ 80345 h 85057"/>
              <a:gd name="csX20" fmla="*/ 67782 w 156030"/>
              <a:gd name="csY20" fmla="*/ 83748 h 85057"/>
              <a:gd name="csX21" fmla="*/ 71849 w 156030"/>
              <a:gd name="csY21" fmla="*/ 85057 h 85057"/>
              <a:gd name="csX22" fmla="*/ 75915 w 156030"/>
              <a:gd name="csY22" fmla="*/ 83799 h 85057"/>
              <a:gd name="csX23" fmla="*/ 78535 w 156030"/>
              <a:gd name="csY23" fmla="*/ 80430 h 85057"/>
              <a:gd name="csX24" fmla="*/ 97879 w 156030"/>
              <a:gd name="csY24" fmla="*/ 28121 h 85057"/>
              <a:gd name="csX25" fmla="*/ 103647 w 156030"/>
              <a:gd name="csY25" fmla="*/ 44843 h 85057"/>
              <a:gd name="csX26" fmla="*/ 106250 w 156030"/>
              <a:gd name="csY26" fmla="*/ 48296 h 85057"/>
              <a:gd name="csX27" fmla="*/ 110350 w 156030"/>
              <a:gd name="csY27" fmla="*/ 49606 h 85057"/>
              <a:gd name="csX28" fmla="*/ 131838 w 156030"/>
              <a:gd name="csY28" fmla="*/ 49606 h 85057"/>
              <a:gd name="csX29" fmla="*/ 122668 w 156030"/>
              <a:gd name="csY29" fmla="*/ 58775 h 85057"/>
              <a:gd name="csX30" fmla="*/ 121069 w 156030"/>
              <a:gd name="csY30" fmla="*/ 61072 h 85057"/>
              <a:gd name="csX31" fmla="*/ 120490 w 156030"/>
              <a:gd name="csY31" fmla="*/ 63828 h 85057"/>
              <a:gd name="csX32" fmla="*/ 121017 w 156030"/>
              <a:gd name="csY32" fmla="*/ 66566 h 85057"/>
              <a:gd name="csX33" fmla="*/ 122566 w 156030"/>
              <a:gd name="csY33" fmla="*/ 68897 h 85057"/>
              <a:gd name="csX34" fmla="*/ 124897 w 156030"/>
              <a:gd name="csY34" fmla="*/ 70462 h 85057"/>
              <a:gd name="csX35" fmla="*/ 127653 w 156030"/>
              <a:gd name="csY35" fmla="*/ 70972 h 85057"/>
              <a:gd name="csX36" fmla="*/ 130392 w 156030"/>
              <a:gd name="csY36" fmla="*/ 70394 h 85057"/>
              <a:gd name="csX37" fmla="*/ 132689 w 156030"/>
              <a:gd name="csY37" fmla="*/ 68795 h 85057"/>
              <a:gd name="csX38" fmla="*/ 153955 w 156030"/>
              <a:gd name="csY38" fmla="*/ 47531 h 85057"/>
              <a:gd name="csX39" fmla="*/ 156031 w 156030"/>
              <a:gd name="csY39" fmla="*/ 42530 h 85057"/>
              <a:gd name="csX40" fmla="*/ 153955 w 156030"/>
              <a:gd name="csY40" fmla="*/ 37511 h 85057"/>
              <a:gd name="csX41" fmla="*/ 132689 w 156030"/>
              <a:gd name="csY41" fmla="*/ 16248 h 85057"/>
              <a:gd name="csX42" fmla="*/ 130375 w 156030"/>
              <a:gd name="csY42" fmla="*/ 14666 h 85057"/>
              <a:gd name="csX43" fmla="*/ 127602 w 156030"/>
              <a:gd name="csY43" fmla="*/ 14104 h 85057"/>
              <a:gd name="csX44" fmla="*/ 123655 w 156030"/>
              <a:gd name="csY44" fmla="*/ 15312 h 85057"/>
              <a:gd name="csX45" fmla="*/ 121052 w 156030"/>
              <a:gd name="csY45" fmla="*/ 18527 h 85057"/>
              <a:gd name="csX46" fmla="*/ 120677 w 156030"/>
              <a:gd name="csY46" fmla="*/ 22644 h 85057"/>
              <a:gd name="csX47" fmla="*/ 122668 w 156030"/>
              <a:gd name="csY47" fmla="*/ 26267 h 85057"/>
              <a:gd name="csX48" fmla="*/ 131838 w 156030"/>
              <a:gd name="csY48" fmla="*/ 35436 h 85057"/>
              <a:gd name="csX49" fmla="*/ 115403 w 156030"/>
              <a:gd name="csY49" fmla="*/ 35436 h 85057"/>
              <a:gd name="csX50" fmla="*/ 104821 w 156030"/>
              <a:gd name="csY50" fmla="*/ 4782 h 85057"/>
              <a:gd name="csX51" fmla="*/ 102269 w 156030"/>
              <a:gd name="csY51" fmla="*/ 1346 h 85057"/>
              <a:gd name="csX52" fmla="*/ 98202 w 156030"/>
              <a:gd name="csY52" fmla="*/ 2 h 85057"/>
              <a:gd name="csX53" fmla="*/ 94102 w 156030"/>
              <a:gd name="csY53" fmla="*/ 1244 h 85057"/>
              <a:gd name="csX54" fmla="*/ 91465 w 156030"/>
              <a:gd name="csY54" fmla="*/ 4629 h 85057"/>
              <a:gd name="csX55" fmla="*/ 72002 w 156030"/>
              <a:gd name="csY55" fmla="*/ 57227 h 85057"/>
              <a:gd name="csX56" fmla="*/ 53202 w 156030"/>
              <a:gd name="csY56" fmla="*/ 4697 h 85057"/>
              <a:gd name="csX57" fmla="*/ 50684 w 156030"/>
              <a:gd name="csY57" fmla="*/ 1346 h 85057"/>
              <a:gd name="csX58" fmla="*/ 46720 w 156030"/>
              <a:gd name="csY58" fmla="*/ 2 h 85057"/>
            </a:gdLst>
            <a:ahLst/>
            <a:cxnLst/>
            <a:rect l="l" t="t" r="r" b="b"/>
            <a:pathLst>
              <a:path w="100000" h="100000">
                <a:moveTo>
                  <a:pt x="29943" y="22745"/>
                </a:moveTo>
                <a:cubicBezTo>
                  <a:pt x="28994" y="22723"/>
                  <a:pt x="28057" y="22995"/>
                  <a:pt x="27272" y="23519"/>
                </a:cubicBezTo>
                <a:cubicBezTo>
                  <a:pt x="26487" y="24053"/>
                  <a:pt x="25887" y="24816"/>
                  <a:pt x="25559" y="25710"/>
                </a:cubicBezTo>
                <a:lnTo>
                  <a:pt x="13009" y="59628"/>
                </a:lnTo>
                <a:lnTo>
                  <a:pt x="8855" y="48420"/>
                </a:lnTo>
                <a:cubicBezTo>
                  <a:pt x="8669" y="47842"/>
                  <a:pt x="8353" y="47308"/>
                  <a:pt x="7950" y="46850"/>
                </a:cubicBezTo>
                <a:cubicBezTo>
                  <a:pt x="7557" y="46392"/>
                  <a:pt x="7067" y="46022"/>
                  <a:pt x="6510" y="45760"/>
                </a:cubicBezTo>
                <a:cubicBezTo>
                  <a:pt x="5965" y="45498"/>
                  <a:pt x="5366" y="45345"/>
                  <a:pt x="4755" y="45313"/>
                </a:cubicBezTo>
                <a:cubicBezTo>
                  <a:pt x="4144" y="45291"/>
                  <a:pt x="3544" y="45389"/>
                  <a:pt x="2967" y="45596"/>
                </a:cubicBezTo>
                <a:cubicBezTo>
                  <a:pt x="2400" y="45803"/>
                  <a:pt x="1876" y="46131"/>
                  <a:pt x="1429" y="46545"/>
                </a:cubicBezTo>
                <a:cubicBezTo>
                  <a:pt x="982" y="46970"/>
                  <a:pt x="633" y="47471"/>
                  <a:pt x="382" y="48028"/>
                </a:cubicBezTo>
                <a:cubicBezTo>
                  <a:pt x="142" y="48583"/>
                  <a:pt x="12" y="49183"/>
                  <a:pt x="1" y="49794"/>
                </a:cubicBezTo>
                <a:cubicBezTo>
                  <a:pt x="-10" y="50404"/>
                  <a:pt x="110" y="51004"/>
                  <a:pt x="339" y="51571"/>
                </a:cubicBezTo>
                <a:lnTo>
                  <a:pt x="8746" y="74291"/>
                </a:lnTo>
                <a:cubicBezTo>
                  <a:pt x="9073" y="75153"/>
                  <a:pt x="9651" y="75905"/>
                  <a:pt x="10414" y="76439"/>
                </a:cubicBezTo>
                <a:cubicBezTo>
                  <a:pt x="11177" y="76962"/>
                  <a:pt x="12082" y="77246"/>
                  <a:pt x="13009" y="77246"/>
                </a:cubicBezTo>
                <a:cubicBezTo>
                  <a:pt x="13936" y="77246"/>
                  <a:pt x="14841" y="76962"/>
                  <a:pt x="15593" y="76439"/>
                </a:cubicBezTo>
                <a:cubicBezTo>
                  <a:pt x="16356" y="75905"/>
                  <a:pt x="16945" y="75153"/>
                  <a:pt x="17261" y="74291"/>
                </a:cubicBezTo>
                <a:lnTo>
                  <a:pt x="29747" y="40570"/>
                </a:lnTo>
                <a:lnTo>
                  <a:pt x="41795" y="74237"/>
                </a:lnTo>
                <a:cubicBezTo>
                  <a:pt x="42101" y="75120"/>
                  <a:pt x="42679" y="75883"/>
                  <a:pt x="43442" y="76418"/>
                </a:cubicBezTo>
                <a:cubicBezTo>
                  <a:pt x="44205" y="76962"/>
                  <a:pt x="45111" y="77246"/>
                  <a:pt x="46048" y="77257"/>
                </a:cubicBezTo>
                <a:cubicBezTo>
                  <a:pt x="46975" y="77257"/>
                  <a:pt x="47891" y="76973"/>
                  <a:pt x="48654" y="76450"/>
                </a:cubicBezTo>
                <a:cubicBezTo>
                  <a:pt x="49428" y="75916"/>
                  <a:pt x="50006" y="75163"/>
                  <a:pt x="50333" y="74291"/>
                </a:cubicBezTo>
                <a:lnTo>
                  <a:pt x="62731" y="40766"/>
                </a:lnTo>
                <a:lnTo>
                  <a:pt x="66428" y="51483"/>
                </a:lnTo>
                <a:cubicBezTo>
                  <a:pt x="66744" y="52377"/>
                  <a:pt x="67322" y="53152"/>
                  <a:pt x="68096" y="53696"/>
                </a:cubicBezTo>
                <a:cubicBezTo>
                  <a:pt x="68859" y="54242"/>
                  <a:pt x="69786" y="54536"/>
                  <a:pt x="70724" y="54536"/>
                </a:cubicBezTo>
                <a:lnTo>
                  <a:pt x="84495" y="54536"/>
                </a:lnTo>
                <a:lnTo>
                  <a:pt x="78618" y="60412"/>
                </a:lnTo>
                <a:cubicBezTo>
                  <a:pt x="78182" y="60838"/>
                  <a:pt x="77833" y="61339"/>
                  <a:pt x="77593" y="61885"/>
                </a:cubicBezTo>
                <a:cubicBezTo>
                  <a:pt x="77353" y="62440"/>
                  <a:pt x="77233" y="63040"/>
                  <a:pt x="77222" y="63651"/>
                </a:cubicBezTo>
                <a:cubicBezTo>
                  <a:pt x="77222" y="64250"/>
                  <a:pt x="77331" y="64850"/>
                  <a:pt x="77560" y="65406"/>
                </a:cubicBezTo>
                <a:cubicBezTo>
                  <a:pt x="77790" y="65973"/>
                  <a:pt x="78127" y="66475"/>
                  <a:pt x="78553" y="66900"/>
                </a:cubicBezTo>
                <a:cubicBezTo>
                  <a:pt x="78978" y="67335"/>
                  <a:pt x="79490" y="67674"/>
                  <a:pt x="80047" y="67903"/>
                </a:cubicBezTo>
                <a:cubicBezTo>
                  <a:pt x="80613" y="68121"/>
                  <a:pt x="81213" y="68240"/>
                  <a:pt x="81813" y="68230"/>
                </a:cubicBezTo>
                <a:cubicBezTo>
                  <a:pt x="82423" y="68230"/>
                  <a:pt x="83012" y="68099"/>
                  <a:pt x="83569" y="67859"/>
                </a:cubicBezTo>
                <a:cubicBezTo>
                  <a:pt x="84125" y="67619"/>
                  <a:pt x="84626" y="67270"/>
                  <a:pt x="85041" y="66834"/>
                </a:cubicBezTo>
                <a:lnTo>
                  <a:pt x="98670" y="53206"/>
                </a:lnTo>
                <a:cubicBezTo>
                  <a:pt x="99532" y="52356"/>
                  <a:pt x="100001" y="51200"/>
                  <a:pt x="100001" y="50001"/>
                </a:cubicBezTo>
                <a:cubicBezTo>
                  <a:pt x="100001" y="48790"/>
                  <a:pt x="99532" y="47635"/>
                  <a:pt x="98670" y="46784"/>
                </a:cubicBezTo>
                <a:lnTo>
                  <a:pt x="85041" y="33157"/>
                </a:lnTo>
                <a:cubicBezTo>
                  <a:pt x="84626" y="32720"/>
                  <a:pt x="84114" y="32372"/>
                  <a:pt x="83558" y="32143"/>
                </a:cubicBezTo>
                <a:cubicBezTo>
                  <a:pt x="82990" y="31903"/>
                  <a:pt x="82391" y="31783"/>
                  <a:pt x="81780" y="31783"/>
                </a:cubicBezTo>
                <a:cubicBezTo>
                  <a:pt x="80886" y="31783"/>
                  <a:pt x="80003" y="32055"/>
                  <a:pt x="79251" y="32557"/>
                </a:cubicBezTo>
                <a:cubicBezTo>
                  <a:pt x="78498" y="33069"/>
                  <a:pt x="77920" y="33778"/>
                  <a:pt x="77583" y="34617"/>
                </a:cubicBezTo>
                <a:cubicBezTo>
                  <a:pt x="77244" y="35457"/>
                  <a:pt x="77157" y="36373"/>
                  <a:pt x="77342" y="37256"/>
                </a:cubicBezTo>
                <a:cubicBezTo>
                  <a:pt x="77527" y="38139"/>
                  <a:pt x="77975" y="38957"/>
                  <a:pt x="78618" y="39578"/>
                </a:cubicBezTo>
                <a:lnTo>
                  <a:pt x="84495" y="45454"/>
                </a:lnTo>
                <a:lnTo>
                  <a:pt x="73962" y="45454"/>
                </a:lnTo>
                <a:lnTo>
                  <a:pt x="67180" y="25808"/>
                </a:lnTo>
                <a:cubicBezTo>
                  <a:pt x="66874" y="24914"/>
                  <a:pt x="66297" y="24151"/>
                  <a:pt x="65544" y="23606"/>
                </a:cubicBezTo>
                <a:cubicBezTo>
                  <a:pt x="64781" y="23061"/>
                  <a:pt x="63865" y="22756"/>
                  <a:pt x="62938" y="22745"/>
                </a:cubicBezTo>
                <a:cubicBezTo>
                  <a:pt x="62000" y="22734"/>
                  <a:pt x="61084" y="23017"/>
                  <a:pt x="60310" y="23541"/>
                </a:cubicBezTo>
                <a:cubicBezTo>
                  <a:pt x="59536" y="24075"/>
                  <a:pt x="58948" y="24827"/>
                  <a:pt x="58620" y="25710"/>
                </a:cubicBezTo>
                <a:lnTo>
                  <a:pt x="46146" y="59420"/>
                </a:lnTo>
                <a:lnTo>
                  <a:pt x="34097" y="25754"/>
                </a:lnTo>
                <a:cubicBezTo>
                  <a:pt x="33781" y="24892"/>
                  <a:pt x="33225" y="24140"/>
                  <a:pt x="32483" y="23606"/>
                </a:cubicBezTo>
                <a:cubicBezTo>
                  <a:pt x="31742" y="23072"/>
                  <a:pt x="30859" y="22766"/>
                  <a:pt x="29943" y="2274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8" name="Белый — SVG 19">
            <a:extLst>
              <a:ext uri="{FF2B5EF4-FFF2-40B4-BE49-F238E27FC236}">
                <a16:creationId xmlns:a16="http://schemas.microsoft.com/office/drawing/2014/main" id="{1379AA9B-BC01-DC4D-B225-48CAA8A708A8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69702 w 139576"/>
              <a:gd name="csY0" fmla="*/ 1 h 138308"/>
              <a:gd name="csX1" fmla="*/ 67371 w 139576"/>
              <a:gd name="csY1" fmla="*/ 580 h 138308"/>
              <a:gd name="csX2" fmla="*/ 65534 w 139576"/>
              <a:gd name="csY2" fmla="*/ 2127 h 138308"/>
              <a:gd name="csX3" fmla="*/ 42991 w 139576"/>
              <a:gd name="csY3" fmla="*/ 24667 h 138308"/>
              <a:gd name="csX4" fmla="*/ 41783 w 139576"/>
              <a:gd name="csY4" fmla="*/ 26402 h 138308"/>
              <a:gd name="csX5" fmla="*/ 41358 w 139576"/>
              <a:gd name="csY5" fmla="*/ 28444 h 138308"/>
              <a:gd name="csX6" fmla="*/ 41749 w 139576"/>
              <a:gd name="csY6" fmla="*/ 30519 h 138308"/>
              <a:gd name="csX7" fmla="*/ 42906 w 139576"/>
              <a:gd name="csY7" fmla="*/ 32271 h 138308"/>
              <a:gd name="csX8" fmla="*/ 44658 w 139576"/>
              <a:gd name="csY8" fmla="*/ 33428 h 138308"/>
              <a:gd name="csX9" fmla="*/ 46717 w 139576"/>
              <a:gd name="csY9" fmla="*/ 33819 h 138308"/>
              <a:gd name="csX10" fmla="*/ 48775 w 139576"/>
              <a:gd name="csY10" fmla="*/ 33394 h 138308"/>
              <a:gd name="csX11" fmla="*/ 50511 w 139576"/>
              <a:gd name="csY11" fmla="*/ 32186 h 138308"/>
              <a:gd name="csX12" fmla="*/ 64462 w 139576"/>
              <a:gd name="csY12" fmla="*/ 18220 h 138308"/>
              <a:gd name="csX13" fmla="*/ 64462 w 139576"/>
              <a:gd name="csY13" fmla="*/ 51460 h 138308"/>
              <a:gd name="csX14" fmla="*/ 64853 w 139576"/>
              <a:gd name="csY14" fmla="*/ 53518 h 138308"/>
              <a:gd name="csX15" fmla="*/ 65993 w 139576"/>
              <a:gd name="csY15" fmla="*/ 55270 h 138308"/>
              <a:gd name="csX16" fmla="*/ 67729 w 139576"/>
              <a:gd name="csY16" fmla="*/ 56444 h 138308"/>
              <a:gd name="csX17" fmla="*/ 69787 w 139576"/>
              <a:gd name="csY17" fmla="*/ 56852 h 138308"/>
              <a:gd name="csX18" fmla="*/ 71846 w 139576"/>
              <a:gd name="csY18" fmla="*/ 56444 h 138308"/>
              <a:gd name="csX19" fmla="*/ 73564 w 139576"/>
              <a:gd name="csY19" fmla="*/ 55270 h 138308"/>
              <a:gd name="csX20" fmla="*/ 74721 w 139576"/>
              <a:gd name="csY20" fmla="*/ 53518 h 138308"/>
              <a:gd name="csX21" fmla="*/ 75095 w 139576"/>
              <a:gd name="csY21" fmla="*/ 51460 h 138308"/>
              <a:gd name="csX22" fmla="*/ 75095 w 139576"/>
              <a:gd name="csY22" fmla="*/ 18220 h 138308"/>
              <a:gd name="csX23" fmla="*/ 89064 w 139576"/>
              <a:gd name="csY23" fmla="*/ 32186 h 138308"/>
              <a:gd name="csX24" fmla="*/ 90799 w 139576"/>
              <a:gd name="csY24" fmla="*/ 33394 h 138308"/>
              <a:gd name="csX25" fmla="*/ 92840 w 139576"/>
              <a:gd name="csY25" fmla="*/ 33819 h 138308"/>
              <a:gd name="csX26" fmla="*/ 94916 w 139576"/>
              <a:gd name="csY26" fmla="*/ 33428 h 138308"/>
              <a:gd name="csX27" fmla="*/ 96668 w 139576"/>
              <a:gd name="csY27" fmla="*/ 32271 h 138308"/>
              <a:gd name="csX28" fmla="*/ 97825 w 139576"/>
              <a:gd name="csY28" fmla="*/ 30519 h 138308"/>
              <a:gd name="csX29" fmla="*/ 98217 w 139576"/>
              <a:gd name="csY29" fmla="*/ 28444 h 138308"/>
              <a:gd name="csX30" fmla="*/ 97774 w 139576"/>
              <a:gd name="csY30" fmla="*/ 26402 h 138308"/>
              <a:gd name="csX31" fmla="*/ 96583 w 139576"/>
              <a:gd name="csY31" fmla="*/ 24667 h 138308"/>
              <a:gd name="csX32" fmla="*/ 74006 w 139576"/>
              <a:gd name="csY32" fmla="*/ 2093 h 138308"/>
              <a:gd name="csX33" fmla="*/ 72101 w 139576"/>
              <a:gd name="csY33" fmla="*/ 529 h 138308"/>
              <a:gd name="csX34" fmla="*/ 69702 w 139576"/>
              <a:gd name="csY34" fmla="*/ 1 h 138308"/>
              <a:gd name="csX35" fmla="*/ 69787 w 139576"/>
              <a:gd name="csY35" fmla="*/ 63878 h 138308"/>
              <a:gd name="csX36" fmla="*/ 52059 w 139576"/>
              <a:gd name="csY36" fmla="*/ 81586 h 138308"/>
              <a:gd name="csX37" fmla="*/ 69787 w 139576"/>
              <a:gd name="csY37" fmla="*/ 99312 h 138308"/>
              <a:gd name="csX38" fmla="*/ 87515 w 139576"/>
              <a:gd name="csY38" fmla="*/ 81586 h 138308"/>
              <a:gd name="csX39" fmla="*/ 69787 w 139576"/>
              <a:gd name="csY39" fmla="*/ 63878 h 138308"/>
              <a:gd name="csX40" fmla="*/ 11397 w 139576"/>
              <a:gd name="csY40" fmla="*/ 90483 h 138308"/>
              <a:gd name="csX41" fmla="*/ 8045 w 139576"/>
              <a:gd name="csY41" fmla="*/ 91742 h 138308"/>
              <a:gd name="csX42" fmla="*/ 6259 w 139576"/>
              <a:gd name="csY42" fmla="*/ 94838 h 138308"/>
              <a:gd name="csX43" fmla="*/ 100 w 139576"/>
              <a:gd name="csY43" fmla="*/ 125645 h 138308"/>
              <a:gd name="csX44" fmla="*/ 883 w 139576"/>
              <a:gd name="csY44" fmla="*/ 129626 h 138308"/>
              <a:gd name="csX45" fmla="*/ 4269 w 139576"/>
              <a:gd name="csY45" fmla="*/ 131888 h 138308"/>
              <a:gd name="csX46" fmla="*/ 35063 w 139576"/>
              <a:gd name="csY46" fmla="*/ 138046 h 138308"/>
              <a:gd name="csX47" fmla="*/ 39061 w 139576"/>
              <a:gd name="csY47" fmla="*/ 137264 h 138308"/>
              <a:gd name="csX48" fmla="*/ 41324 w 139576"/>
              <a:gd name="csY48" fmla="*/ 133878 h 138308"/>
              <a:gd name="csX49" fmla="*/ 40541 w 139576"/>
              <a:gd name="csY49" fmla="*/ 129881 h 138308"/>
              <a:gd name="csX50" fmla="*/ 37156 w 139576"/>
              <a:gd name="csY50" fmla="*/ 127618 h 138308"/>
              <a:gd name="csX51" fmla="*/ 18117 w 139576"/>
              <a:gd name="csY51" fmla="*/ 123825 h 138308"/>
              <a:gd name="csX52" fmla="*/ 46223 w 139576"/>
              <a:gd name="csY52" fmla="*/ 104364 h 138308"/>
              <a:gd name="csX53" fmla="*/ 47704 w 139576"/>
              <a:gd name="csY53" fmla="*/ 102884 h 138308"/>
              <a:gd name="csX54" fmla="*/ 48503 w 139576"/>
              <a:gd name="csY54" fmla="*/ 100928 h 138308"/>
              <a:gd name="csX55" fmla="*/ 48486 w 139576"/>
              <a:gd name="csY55" fmla="*/ 98836 h 138308"/>
              <a:gd name="csX56" fmla="*/ 47653 w 139576"/>
              <a:gd name="csY56" fmla="*/ 96913 h 138308"/>
              <a:gd name="csX57" fmla="*/ 46139 w 139576"/>
              <a:gd name="csY57" fmla="*/ 95451 h 138308"/>
              <a:gd name="csX58" fmla="*/ 44182 w 139576"/>
              <a:gd name="csY58" fmla="*/ 94702 h 138308"/>
              <a:gd name="csX59" fmla="*/ 42089 w 139576"/>
              <a:gd name="csY59" fmla="*/ 94753 h 138308"/>
              <a:gd name="csX60" fmla="*/ 40184 w 139576"/>
              <a:gd name="csY60" fmla="*/ 95620 h 138308"/>
              <a:gd name="csX61" fmla="*/ 13218 w 139576"/>
              <a:gd name="csY61" fmla="*/ 114282 h 138308"/>
              <a:gd name="csX62" fmla="*/ 16688 w 139576"/>
              <a:gd name="csY62" fmla="*/ 96913 h 138308"/>
              <a:gd name="csX63" fmla="*/ 16654 w 139576"/>
              <a:gd name="csY63" fmla="*/ 94549 h 138308"/>
              <a:gd name="csX64" fmla="*/ 15582 w 139576"/>
              <a:gd name="csY64" fmla="*/ 92423 h 138308"/>
              <a:gd name="csX65" fmla="*/ 13711 w 139576"/>
              <a:gd name="csY65" fmla="*/ 90976 h 138308"/>
              <a:gd name="csX66" fmla="*/ 11397 w 139576"/>
              <a:gd name="csY66" fmla="*/ 90483 h 138308"/>
              <a:gd name="csX67" fmla="*/ 128024 w 139576"/>
              <a:gd name="csY67" fmla="*/ 90636 h 138308"/>
              <a:gd name="csX68" fmla="*/ 125761 w 139576"/>
              <a:gd name="csY68" fmla="*/ 91181 h 138308"/>
              <a:gd name="csX69" fmla="*/ 123941 w 139576"/>
              <a:gd name="csY69" fmla="*/ 92626 h 138308"/>
              <a:gd name="csX70" fmla="*/ 122920 w 139576"/>
              <a:gd name="csY70" fmla="*/ 94736 h 138308"/>
              <a:gd name="csX71" fmla="*/ 122886 w 139576"/>
              <a:gd name="csY71" fmla="*/ 97067 h 138308"/>
              <a:gd name="csX72" fmla="*/ 126323 w 139576"/>
              <a:gd name="csY72" fmla="*/ 114265 h 138308"/>
              <a:gd name="csX73" fmla="*/ 99390 w 139576"/>
              <a:gd name="csY73" fmla="*/ 95620 h 138308"/>
              <a:gd name="csX74" fmla="*/ 97485 w 139576"/>
              <a:gd name="csY74" fmla="*/ 94753 h 138308"/>
              <a:gd name="csX75" fmla="*/ 95392 w 139576"/>
              <a:gd name="csY75" fmla="*/ 94702 h 138308"/>
              <a:gd name="csX76" fmla="*/ 93436 w 139576"/>
              <a:gd name="csY76" fmla="*/ 95451 h 138308"/>
              <a:gd name="csX77" fmla="*/ 91922 w 139576"/>
              <a:gd name="csY77" fmla="*/ 96913 h 138308"/>
              <a:gd name="csX78" fmla="*/ 91088 w 139576"/>
              <a:gd name="csY78" fmla="*/ 98836 h 138308"/>
              <a:gd name="csX79" fmla="*/ 91071 w 139576"/>
              <a:gd name="csY79" fmla="*/ 100928 h 138308"/>
              <a:gd name="csX80" fmla="*/ 91854 w 139576"/>
              <a:gd name="csY80" fmla="*/ 102884 h 138308"/>
              <a:gd name="csX81" fmla="*/ 93351 w 139576"/>
              <a:gd name="csY81" fmla="*/ 104364 h 138308"/>
              <a:gd name="csX82" fmla="*/ 121610 w 139576"/>
              <a:gd name="csY82" fmla="*/ 123927 h 138308"/>
              <a:gd name="csX83" fmla="*/ 102419 w 139576"/>
              <a:gd name="csY83" fmla="*/ 127772 h 138308"/>
              <a:gd name="csX84" fmla="*/ 100462 w 139576"/>
              <a:gd name="csY84" fmla="*/ 128537 h 138308"/>
              <a:gd name="csX85" fmla="*/ 98982 w 139576"/>
              <a:gd name="csY85" fmla="*/ 130017 h 138308"/>
              <a:gd name="csX86" fmla="*/ 98165 w 139576"/>
              <a:gd name="csY86" fmla="*/ 131939 h 138308"/>
              <a:gd name="csX87" fmla="*/ 98165 w 139576"/>
              <a:gd name="csY87" fmla="*/ 134032 h 138308"/>
              <a:gd name="csX88" fmla="*/ 98982 w 139576"/>
              <a:gd name="csY88" fmla="*/ 135971 h 138308"/>
              <a:gd name="csX89" fmla="*/ 100462 w 139576"/>
              <a:gd name="csY89" fmla="*/ 137434 h 138308"/>
              <a:gd name="csX90" fmla="*/ 102402 w 139576"/>
              <a:gd name="csY90" fmla="*/ 138216 h 138308"/>
              <a:gd name="csX91" fmla="*/ 104494 w 139576"/>
              <a:gd name="csY91" fmla="*/ 138182 h 138308"/>
              <a:gd name="csX92" fmla="*/ 135306 w 139576"/>
              <a:gd name="csY92" fmla="*/ 132041 h 138308"/>
              <a:gd name="csX93" fmla="*/ 137211 w 139576"/>
              <a:gd name="csY93" fmla="*/ 131242 h 138308"/>
              <a:gd name="csX94" fmla="*/ 138692 w 139576"/>
              <a:gd name="csY94" fmla="*/ 129779 h 138308"/>
              <a:gd name="csX95" fmla="*/ 139474 w 139576"/>
              <a:gd name="csY95" fmla="*/ 127856 h 138308"/>
              <a:gd name="csX96" fmla="*/ 139474 w 139576"/>
              <a:gd name="csY96" fmla="*/ 125781 h 138308"/>
              <a:gd name="csX97" fmla="*/ 133315 w 139576"/>
              <a:gd name="csY97" fmla="*/ 94991 h 138308"/>
              <a:gd name="csX98" fmla="*/ 131461 w 139576"/>
              <a:gd name="csY98" fmla="*/ 91844 h 138308"/>
              <a:gd name="csX99" fmla="*/ 128024 w 139576"/>
              <a:gd name="csY99" fmla="*/ 90636 h 138308"/>
            </a:gdLst>
            <a:ahLst/>
            <a:cxnLst/>
            <a:rect l="l" t="t" r="r" b="b"/>
            <a:pathLst>
              <a:path w="100000" h="100000">
                <a:moveTo>
                  <a:pt x="49938" y="455"/>
                </a:moveTo>
                <a:cubicBezTo>
                  <a:pt x="49353" y="467"/>
                  <a:pt x="48793" y="601"/>
                  <a:pt x="48268" y="870"/>
                </a:cubicBezTo>
                <a:cubicBezTo>
                  <a:pt x="47757" y="1138"/>
                  <a:pt x="47305" y="1515"/>
                  <a:pt x="46952" y="1978"/>
                </a:cubicBezTo>
                <a:lnTo>
                  <a:pt x="30801" y="18127"/>
                </a:lnTo>
                <a:cubicBezTo>
                  <a:pt x="30436" y="18481"/>
                  <a:pt x="30143" y="18907"/>
                  <a:pt x="29936" y="19370"/>
                </a:cubicBezTo>
                <a:cubicBezTo>
                  <a:pt x="29741" y="19834"/>
                  <a:pt x="29631" y="20333"/>
                  <a:pt x="29631" y="20833"/>
                </a:cubicBezTo>
                <a:cubicBezTo>
                  <a:pt x="29619" y="21345"/>
                  <a:pt x="29716" y="21845"/>
                  <a:pt x="29911" y="22320"/>
                </a:cubicBezTo>
                <a:cubicBezTo>
                  <a:pt x="30106" y="22783"/>
                  <a:pt x="30386" y="23210"/>
                  <a:pt x="30740" y="23575"/>
                </a:cubicBezTo>
                <a:cubicBezTo>
                  <a:pt x="31106" y="23928"/>
                  <a:pt x="31533" y="24209"/>
                  <a:pt x="31995" y="24404"/>
                </a:cubicBezTo>
                <a:cubicBezTo>
                  <a:pt x="32471" y="24599"/>
                  <a:pt x="32971" y="24696"/>
                  <a:pt x="33471" y="24684"/>
                </a:cubicBezTo>
                <a:cubicBezTo>
                  <a:pt x="33982" y="24684"/>
                  <a:pt x="34482" y="24574"/>
                  <a:pt x="34945" y="24380"/>
                </a:cubicBezTo>
                <a:cubicBezTo>
                  <a:pt x="35409" y="24172"/>
                  <a:pt x="35835" y="23879"/>
                  <a:pt x="36189" y="23514"/>
                </a:cubicBezTo>
                <a:lnTo>
                  <a:pt x="46184" y="13508"/>
                </a:lnTo>
                <a:lnTo>
                  <a:pt x="46184" y="37323"/>
                </a:lnTo>
                <a:cubicBezTo>
                  <a:pt x="46184" y="37835"/>
                  <a:pt x="46269" y="38335"/>
                  <a:pt x="46464" y="38798"/>
                </a:cubicBezTo>
                <a:cubicBezTo>
                  <a:pt x="46648" y="39273"/>
                  <a:pt x="46928" y="39700"/>
                  <a:pt x="47281" y="40053"/>
                </a:cubicBezTo>
                <a:cubicBezTo>
                  <a:pt x="47635" y="40419"/>
                  <a:pt x="48061" y="40699"/>
                  <a:pt x="48525" y="40894"/>
                </a:cubicBezTo>
                <a:cubicBezTo>
                  <a:pt x="48988" y="41089"/>
                  <a:pt x="49488" y="41186"/>
                  <a:pt x="49999" y="41186"/>
                </a:cubicBezTo>
                <a:cubicBezTo>
                  <a:pt x="50499" y="41186"/>
                  <a:pt x="50999" y="41089"/>
                  <a:pt x="51474" y="40894"/>
                </a:cubicBezTo>
                <a:cubicBezTo>
                  <a:pt x="51937" y="40699"/>
                  <a:pt x="52352" y="40419"/>
                  <a:pt x="52705" y="40053"/>
                </a:cubicBezTo>
                <a:cubicBezTo>
                  <a:pt x="53071" y="39700"/>
                  <a:pt x="53339" y="39273"/>
                  <a:pt x="53534" y="38798"/>
                </a:cubicBezTo>
                <a:cubicBezTo>
                  <a:pt x="53717" y="38335"/>
                  <a:pt x="53814" y="37835"/>
                  <a:pt x="53802" y="37323"/>
                </a:cubicBezTo>
                <a:lnTo>
                  <a:pt x="53802" y="13508"/>
                </a:lnTo>
                <a:lnTo>
                  <a:pt x="63810" y="23514"/>
                </a:lnTo>
                <a:cubicBezTo>
                  <a:pt x="64164" y="23879"/>
                  <a:pt x="64578" y="24172"/>
                  <a:pt x="65053" y="24380"/>
                </a:cubicBezTo>
                <a:cubicBezTo>
                  <a:pt x="65516" y="24574"/>
                  <a:pt x="66016" y="24684"/>
                  <a:pt x="66516" y="24684"/>
                </a:cubicBezTo>
                <a:cubicBezTo>
                  <a:pt x="67028" y="24696"/>
                  <a:pt x="67527" y="24599"/>
                  <a:pt x="68003" y="24404"/>
                </a:cubicBezTo>
                <a:cubicBezTo>
                  <a:pt x="68466" y="24209"/>
                  <a:pt x="68893" y="23928"/>
                  <a:pt x="69258" y="23575"/>
                </a:cubicBezTo>
                <a:cubicBezTo>
                  <a:pt x="69612" y="23210"/>
                  <a:pt x="69892" y="22783"/>
                  <a:pt x="70087" y="22320"/>
                </a:cubicBezTo>
                <a:cubicBezTo>
                  <a:pt x="70282" y="21845"/>
                  <a:pt x="70368" y="21345"/>
                  <a:pt x="70368" y="20833"/>
                </a:cubicBezTo>
                <a:cubicBezTo>
                  <a:pt x="70368" y="20333"/>
                  <a:pt x="70258" y="19834"/>
                  <a:pt x="70051" y="19370"/>
                </a:cubicBezTo>
                <a:cubicBezTo>
                  <a:pt x="69856" y="18907"/>
                  <a:pt x="69564" y="18481"/>
                  <a:pt x="69197" y="18127"/>
                </a:cubicBezTo>
                <a:lnTo>
                  <a:pt x="53022" y="1954"/>
                </a:lnTo>
                <a:cubicBezTo>
                  <a:pt x="52657" y="1479"/>
                  <a:pt x="52194" y="1101"/>
                  <a:pt x="51657" y="833"/>
                </a:cubicBezTo>
                <a:cubicBezTo>
                  <a:pt x="51121" y="577"/>
                  <a:pt x="50536" y="443"/>
                  <a:pt x="49938" y="455"/>
                </a:cubicBezTo>
                <a:close/>
                <a:moveTo>
                  <a:pt x="49999" y="46220"/>
                </a:moveTo>
                <a:cubicBezTo>
                  <a:pt x="43003" y="46220"/>
                  <a:pt x="37298" y="51912"/>
                  <a:pt x="37298" y="58907"/>
                </a:cubicBezTo>
                <a:cubicBezTo>
                  <a:pt x="37298" y="65915"/>
                  <a:pt x="43003" y="71607"/>
                  <a:pt x="49999" y="71607"/>
                </a:cubicBezTo>
                <a:cubicBezTo>
                  <a:pt x="56996" y="71607"/>
                  <a:pt x="62701" y="65915"/>
                  <a:pt x="62701" y="58907"/>
                </a:cubicBezTo>
                <a:cubicBezTo>
                  <a:pt x="62701" y="51912"/>
                  <a:pt x="56996" y="46220"/>
                  <a:pt x="49999" y="46220"/>
                </a:cubicBezTo>
                <a:close/>
                <a:moveTo>
                  <a:pt x="8165" y="65281"/>
                </a:moveTo>
                <a:cubicBezTo>
                  <a:pt x="7288" y="65306"/>
                  <a:pt x="6434" y="65622"/>
                  <a:pt x="5764" y="66183"/>
                </a:cubicBezTo>
                <a:cubicBezTo>
                  <a:pt x="5094" y="66756"/>
                  <a:pt x="4643" y="67536"/>
                  <a:pt x="4484" y="68401"/>
                </a:cubicBezTo>
                <a:lnTo>
                  <a:pt x="72" y="90473"/>
                </a:lnTo>
                <a:cubicBezTo>
                  <a:pt x="-123" y="91461"/>
                  <a:pt x="84" y="92484"/>
                  <a:pt x="633" y="93326"/>
                </a:cubicBezTo>
                <a:cubicBezTo>
                  <a:pt x="1193" y="94166"/>
                  <a:pt x="2071" y="94751"/>
                  <a:pt x="3059" y="94946"/>
                </a:cubicBezTo>
                <a:lnTo>
                  <a:pt x="25121" y="99358"/>
                </a:lnTo>
                <a:cubicBezTo>
                  <a:pt x="26121" y="99565"/>
                  <a:pt x="27144" y="99358"/>
                  <a:pt x="27985" y="98798"/>
                </a:cubicBezTo>
                <a:cubicBezTo>
                  <a:pt x="28827" y="98237"/>
                  <a:pt x="29411" y="97359"/>
                  <a:pt x="29607" y="96372"/>
                </a:cubicBezTo>
                <a:cubicBezTo>
                  <a:pt x="29814" y="95385"/>
                  <a:pt x="29607" y="94349"/>
                  <a:pt x="29046" y="93508"/>
                </a:cubicBezTo>
                <a:cubicBezTo>
                  <a:pt x="28486" y="92667"/>
                  <a:pt x="27607" y="92082"/>
                  <a:pt x="26621" y="91887"/>
                </a:cubicBezTo>
                <a:lnTo>
                  <a:pt x="12980" y="89169"/>
                </a:lnTo>
                <a:lnTo>
                  <a:pt x="33117" y="75226"/>
                </a:lnTo>
                <a:cubicBezTo>
                  <a:pt x="33544" y="74946"/>
                  <a:pt x="33898" y="74581"/>
                  <a:pt x="34178" y="74166"/>
                </a:cubicBezTo>
                <a:cubicBezTo>
                  <a:pt x="34458" y="73740"/>
                  <a:pt x="34653" y="73264"/>
                  <a:pt x="34750" y="72765"/>
                </a:cubicBezTo>
                <a:cubicBezTo>
                  <a:pt x="34848" y="72277"/>
                  <a:pt x="34836" y="71765"/>
                  <a:pt x="34738" y="71266"/>
                </a:cubicBezTo>
                <a:cubicBezTo>
                  <a:pt x="34628" y="70778"/>
                  <a:pt x="34421" y="70303"/>
                  <a:pt x="34141" y="69888"/>
                </a:cubicBezTo>
                <a:cubicBezTo>
                  <a:pt x="33848" y="69474"/>
                  <a:pt x="33483" y="69121"/>
                  <a:pt x="33057" y="68841"/>
                </a:cubicBezTo>
                <a:cubicBezTo>
                  <a:pt x="32630" y="68572"/>
                  <a:pt x="32154" y="68389"/>
                  <a:pt x="31654" y="68304"/>
                </a:cubicBezTo>
                <a:cubicBezTo>
                  <a:pt x="31155" y="68219"/>
                  <a:pt x="30643" y="68231"/>
                  <a:pt x="30155" y="68341"/>
                </a:cubicBezTo>
                <a:cubicBezTo>
                  <a:pt x="29656" y="68450"/>
                  <a:pt x="29192" y="68669"/>
                  <a:pt x="28790" y="68962"/>
                </a:cubicBezTo>
                <a:lnTo>
                  <a:pt x="9470" y="82332"/>
                </a:lnTo>
                <a:lnTo>
                  <a:pt x="11956" y="69888"/>
                </a:lnTo>
                <a:cubicBezTo>
                  <a:pt x="12066" y="69328"/>
                  <a:pt x="12066" y="68755"/>
                  <a:pt x="11932" y="68194"/>
                </a:cubicBezTo>
                <a:cubicBezTo>
                  <a:pt x="11798" y="67633"/>
                  <a:pt x="11530" y="67122"/>
                  <a:pt x="11164" y="66671"/>
                </a:cubicBezTo>
                <a:cubicBezTo>
                  <a:pt x="10798" y="66232"/>
                  <a:pt x="10348" y="65879"/>
                  <a:pt x="9823" y="65634"/>
                </a:cubicBezTo>
                <a:cubicBezTo>
                  <a:pt x="9299" y="65391"/>
                  <a:pt x="8739" y="65281"/>
                  <a:pt x="8165" y="65281"/>
                </a:cubicBezTo>
                <a:close/>
                <a:moveTo>
                  <a:pt x="91724" y="65391"/>
                </a:moveTo>
                <a:cubicBezTo>
                  <a:pt x="91163" y="65403"/>
                  <a:pt x="90602" y="65525"/>
                  <a:pt x="90102" y="65781"/>
                </a:cubicBezTo>
                <a:cubicBezTo>
                  <a:pt x="89591" y="66025"/>
                  <a:pt x="89151" y="66378"/>
                  <a:pt x="88798" y="66817"/>
                </a:cubicBezTo>
                <a:cubicBezTo>
                  <a:pt x="88445" y="67268"/>
                  <a:pt x="88189" y="67780"/>
                  <a:pt x="88067" y="68328"/>
                </a:cubicBezTo>
                <a:cubicBezTo>
                  <a:pt x="87933" y="68876"/>
                  <a:pt x="87933" y="69450"/>
                  <a:pt x="88042" y="69998"/>
                </a:cubicBezTo>
                <a:lnTo>
                  <a:pt x="90505" y="82320"/>
                </a:lnTo>
                <a:lnTo>
                  <a:pt x="71209" y="68962"/>
                </a:lnTo>
                <a:cubicBezTo>
                  <a:pt x="70794" y="68669"/>
                  <a:pt x="70331" y="68450"/>
                  <a:pt x="69844" y="68341"/>
                </a:cubicBezTo>
                <a:cubicBezTo>
                  <a:pt x="69344" y="68231"/>
                  <a:pt x="68844" y="68219"/>
                  <a:pt x="68344" y="68304"/>
                </a:cubicBezTo>
                <a:cubicBezTo>
                  <a:pt x="67845" y="68389"/>
                  <a:pt x="67369" y="68572"/>
                  <a:pt x="66943" y="68841"/>
                </a:cubicBezTo>
                <a:cubicBezTo>
                  <a:pt x="66516" y="69121"/>
                  <a:pt x="66150" y="69474"/>
                  <a:pt x="65858" y="69888"/>
                </a:cubicBezTo>
                <a:cubicBezTo>
                  <a:pt x="65565" y="70303"/>
                  <a:pt x="65370" y="70778"/>
                  <a:pt x="65261" y="71266"/>
                </a:cubicBezTo>
                <a:cubicBezTo>
                  <a:pt x="65163" y="71765"/>
                  <a:pt x="65151" y="72277"/>
                  <a:pt x="65248" y="72765"/>
                </a:cubicBezTo>
                <a:cubicBezTo>
                  <a:pt x="65346" y="73264"/>
                  <a:pt x="65541" y="73740"/>
                  <a:pt x="65809" y="74166"/>
                </a:cubicBezTo>
                <a:cubicBezTo>
                  <a:pt x="66089" y="74581"/>
                  <a:pt x="66455" y="74946"/>
                  <a:pt x="66882" y="75226"/>
                </a:cubicBezTo>
                <a:lnTo>
                  <a:pt x="87128" y="89242"/>
                </a:lnTo>
                <a:lnTo>
                  <a:pt x="73379" y="91997"/>
                </a:lnTo>
                <a:cubicBezTo>
                  <a:pt x="72879" y="92082"/>
                  <a:pt x="72404" y="92277"/>
                  <a:pt x="71977" y="92545"/>
                </a:cubicBezTo>
                <a:cubicBezTo>
                  <a:pt x="71562" y="92825"/>
                  <a:pt x="71196" y="93179"/>
                  <a:pt x="70916" y="93606"/>
                </a:cubicBezTo>
                <a:cubicBezTo>
                  <a:pt x="70624" y="94020"/>
                  <a:pt x="70429" y="94495"/>
                  <a:pt x="70331" y="94983"/>
                </a:cubicBezTo>
                <a:cubicBezTo>
                  <a:pt x="70234" y="95483"/>
                  <a:pt x="70234" y="95994"/>
                  <a:pt x="70331" y="96482"/>
                </a:cubicBezTo>
                <a:cubicBezTo>
                  <a:pt x="70429" y="96982"/>
                  <a:pt x="70624" y="97457"/>
                  <a:pt x="70916" y="97871"/>
                </a:cubicBezTo>
                <a:cubicBezTo>
                  <a:pt x="71196" y="98286"/>
                  <a:pt x="71562" y="98652"/>
                  <a:pt x="71977" y="98920"/>
                </a:cubicBezTo>
                <a:cubicBezTo>
                  <a:pt x="72404" y="99200"/>
                  <a:pt x="72879" y="99395"/>
                  <a:pt x="73366" y="99480"/>
                </a:cubicBezTo>
                <a:cubicBezTo>
                  <a:pt x="73867" y="99578"/>
                  <a:pt x="74378" y="99565"/>
                  <a:pt x="74865" y="99455"/>
                </a:cubicBezTo>
                <a:lnTo>
                  <a:pt x="96941" y="95056"/>
                </a:lnTo>
                <a:cubicBezTo>
                  <a:pt x="97428" y="94958"/>
                  <a:pt x="97891" y="94763"/>
                  <a:pt x="98306" y="94483"/>
                </a:cubicBezTo>
                <a:cubicBezTo>
                  <a:pt x="98733" y="94202"/>
                  <a:pt x="99086" y="93849"/>
                  <a:pt x="99367" y="93435"/>
                </a:cubicBezTo>
                <a:cubicBezTo>
                  <a:pt x="99635" y="93008"/>
                  <a:pt x="99829" y="92545"/>
                  <a:pt x="99927" y="92057"/>
                </a:cubicBezTo>
                <a:cubicBezTo>
                  <a:pt x="100024" y="91570"/>
                  <a:pt x="100024" y="91059"/>
                  <a:pt x="99927" y="90571"/>
                </a:cubicBezTo>
                <a:lnTo>
                  <a:pt x="95514" y="68511"/>
                </a:lnTo>
                <a:cubicBezTo>
                  <a:pt x="95356" y="67621"/>
                  <a:pt x="94881" y="66829"/>
                  <a:pt x="94186" y="66256"/>
                </a:cubicBezTo>
                <a:cubicBezTo>
                  <a:pt x="93491" y="65684"/>
                  <a:pt x="92626" y="65379"/>
                  <a:pt x="91724" y="6539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09" name="Белый — SVG 20">
            <a:extLst>
              <a:ext uri="{FF2B5EF4-FFF2-40B4-BE49-F238E27FC236}">
                <a16:creationId xmlns:a16="http://schemas.microsoft.com/office/drawing/2014/main" id="{BE969771-ED09-864D-B8F0-7139A9561DAF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60256 w 120511"/>
              <a:gd name="csY0" fmla="*/ 0 h 141753"/>
              <a:gd name="csX1" fmla="*/ 0 w 120511"/>
              <a:gd name="csY1" fmla="*/ 60253 h 141753"/>
              <a:gd name="csX2" fmla="*/ 14507 w 120511"/>
              <a:gd name="csY2" fmla="*/ 99396 h 141753"/>
              <a:gd name="csX3" fmla="*/ 49267 w 120511"/>
              <a:gd name="csY3" fmla="*/ 137348 h 141753"/>
              <a:gd name="csX4" fmla="*/ 60256 w 120511"/>
              <a:gd name="csY4" fmla="*/ 141754 h 141753"/>
              <a:gd name="csX5" fmla="*/ 71247 w 120511"/>
              <a:gd name="csY5" fmla="*/ 137348 h 141753"/>
              <a:gd name="csX6" fmla="*/ 106053 w 120511"/>
              <a:gd name="csY6" fmla="*/ 99345 h 141753"/>
              <a:gd name="csX7" fmla="*/ 120511 w 120511"/>
              <a:gd name="csY7" fmla="*/ 60253 h 141753"/>
              <a:gd name="csX8" fmla="*/ 60256 w 120511"/>
              <a:gd name="csY8" fmla="*/ 0 h 141753"/>
              <a:gd name="csX9" fmla="*/ 87056 w 120511"/>
              <a:gd name="csY9" fmla="*/ 62244 h 141753"/>
              <a:gd name="csX10" fmla="*/ 69333 w 120511"/>
              <a:gd name="csY10" fmla="*/ 79952 h 141753"/>
              <a:gd name="csX11" fmla="*/ 65573 w 120511"/>
              <a:gd name="csY11" fmla="*/ 81517 h 141753"/>
              <a:gd name="csX12" fmla="*/ 61811 w 120511"/>
              <a:gd name="csY12" fmla="*/ 79952 h 141753"/>
              <a:gd name="csX13" fmla="*/ 61811 w 120511"/>
              <a:gd name="csY13" fmla="*/ 72433 h 141753"/>
              <a:gd name="csX14" fmla="*/ 70461 w 120511"/>
              <a:gd name="csY14" fmla="*/ 63792 h 141753"/>
              <a:gd name="csX15" fmla="*/ 37217 w 120511"/>
              <a:gd name="csY15" fmla="*/ 63792 h 141753"/>
              <a:gd name="csX16" fmla="*/ 31900 w 120511"/>
              <a:gd name="csY16" fmla="*/ 58467 h 141753"/>
              <a:gd name="csX17" fmla="*/ 37217 w 120511"/>
              <a:gd name="csY17" fmla="*/ 53160 h 141753"/>
              <a:gd name="csX18" fmla="*/ 70461 w 120511"/>
              <a:gd name="csY18" fmla="*/ 53160 h 141753"/>
              <a:gd name="csX19" fmla="*/ 61815 w 120511"/>
              <a:gd name="csY19" fmla="*/ 44518 h 141753"/>
              <a:gd name="csX20" fmla="*/ 61815 w 120511"/>
              <a:gd name="csY20" fmla="*/ 36999 h 141753"/>
              <a:gd name="csX21" fmla="*/ 69333 w 120511"/>
              <a:gd name="csY21" fmla="*/ 36999 h 141753"/>
              <a:gd name="csX22" fmla="*/ 87056 w 120511"/>
              <a:gd name="csY22" fmla="*/ 54725 h 141753"/>
              <a:gd name="csX23" fmla="*/ 87056 w 120511"/>
              <a:gd name="csY23" fmla="*/ 62244 h 141753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26562" y="0"/>
                  <a:pt x="7493" y="19068"/>
                  <a:pt x="7493" y="42506"/>
                </a:cubicBezTo>
                <a:cubicBezTo>
                  <a:pt x="7493" y="52587"/>
                  <a:pt x="11116" y="62391"/>
                  <a:pt x="17727" y="70119"/>
                </a:cubicBezTo>
                <a:cubicBezTo>
                  <a:pt x="18481" y="70983"/>
                  <a:pt x="36298" y="91216"/>
                  <a:pt x="42248" y="96892"/>
                </a:cubicBezTo>
                <a:cubicBezTo>
                  <a:pt x="44422" y="98969"/>
                  <a:pt x="47210" y="100001"/>
                  <a:pt x="50000" y="100001"/>
                </a:cubicBezTo>
                <a:cubicBezTo>
                  <a:pt x="52791" y="100001"/>
                  <a:pt x="55579" y="98969"/>
                  <a:pt x="57754" y="96892"/>
                </a:cubicBezTo>
                <a:cubicBezTo>
                  <a:pt x="64673" y="90292"/>
                  <a:pt x="81569" y="70935"/>
                  <a:pt x="82308" y="70083"/>
                </a:cubicBezTo>
                <a:cubicBezTo>
                  <a:pt x="88885" y="62391"/>
                  <a:pt x="92507" y="52587"/>
                  <a:pt x="92507" y="42506"/>
                </a:cubicBezTo>
                <a:cubicBezTo>
                  <a:pt x="92507" y="19068"/>
                  <a:pt x="73440" y="0"/>
                  <a:pt x="50000" y="0"/>
                </a:cubicBezTo>
                <a:close/>
                <a:moveTo>
                  <a:pt x="68906" y="43910"/>
                </a:moveTo>
                <a:lnTo>
                  <a:pt x="56404" y="56402"/>
                </a:lnTo>
                <a:cubicBezTo>
                  <a:pt x="55671" y="57135"/>
                  <a:pt x="54711" y="57506"/>
                  <a:pt x="53751" y="57506"/>
                </a:cubicBezTo>
                <a:cubicBezTo>
                  <a:pt x="52791" y="57506"/>
                  <a:pt x="51831" y="57135"/>
                  <a:pt x="51097" y="56402"/>
                </a:cubicBezTo>
                <a:cubicBezTo>
                  <a:pt x="49632" y="54939"/>
                  <a:pt x="49632" y="52563"/>
                  <a:pt x="51097" y="51098"/>
                </a:cubicBezTo>
                <a:lnTo>
                  <a:pt x="57199" y="45002"/>
                </a:lnTo>
                <a:lnTo>
                  <a:pt x="33747" y="45002"/>
                </a:lnTo>
                <a:cubicBezTo>
                  <a:pt x="31675" y="45002"/>
                  <a:pt x="29997" y="43322"/>
                  <a:pt x="29997" y="41246"/>
                </a:cubicBezTo>
                <a:cubicBezTo>
                  <a:pt x="29997" y="39182"/>
                  <a:pt x="31675" y="37502"/>
                  <a:pt x="33747" y="37502"/>
                </a:cubicBezTo>
                <a:lnTo>
                  <a:pt x="57199" y="37502"/>
                </a:lnTo>
                <a:lnTo>
                  <a:pt x="51100" y="31405"/>
                </a:lnTo>
                <a:cubicBezTo>
                  <a:pt x="49634" y="29942"/>
                  <a:pt x="49634" y="27565"/>
                  <a:pt x="51100" y="26101"/>
                </a:cubicBezTo>
                <a:cubicBezTo>
                  <a:pt x="52565" y="24637"/>
                  <a:pt x="54939" y="24637"/>
                  <a:pt x="56404" y="26101"/>
                </a:cubicBezTo>
                <a:lnTo>
                  <a:pt x="68906" y="38606"/>
                </a:lnTo>
                <a:cubicBezTo>
                  <a:pt x="70368" y="40070"/>
                  <a:pt x="70368" y="42434"/>
                  <a:pt x="68906" y="4391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0" name="Белый — SVG 21">
            <a:extLst>
              <a:ext uri="{FF2B5EF4-FFF2-40B4-BE49-F238E27FC236}">
                <a16:creationId xmlns:a16="http://schemas.microsoft.com/office/drawing/2014/main" id="{EF9059D4-5062-D243-B489-E4D3C44660F1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109873 w 141772"/>
              <a:gd name="csY5" fmla="*/ 63792 h 141753"/>
              <a:gd name="csX6" fmla="*/ 109873 w 141772"/>
              <a:gd name="csY6" fmla="*/ 77962 h 141753"/>
              <a:gd name="csX7" fmla="*/ 102795 w 141772"/>
              <a:gd name="csY7" fmla="*/ 85056 h 141753"/>
              <a:gd name="csX8" fmla="*/ 38995 w 141772"/>
              <a:gd name="csY8" fmla="*/ 85056 h 141753"/>
              <a:gd name="csX9" fmla="*/ 31900 w 141772"/>
              <a:gd name="csY9" fmla="*/ 77962 h 141753"/>
              <a:gd name="csX10" fmla="*/ 31900 w 141772"/>
              <a:gd name="csY10" fmla="*/ 63792 h 141753"/>
              <a:gd name="csX11" fmla="*/ 38995 w 141772"/>
              <a:gd name="csY11" fmla="*/ 56698 h 141753"/>
              <a:gd name="csX12" fmla="*/ 102795 w 141772"/>
              <a:gd name="csY12" fmla="*/ 56698 h 141753"/>
              <a:gd name="csX13" fmla="*/ 109873 w 141772"/>
              <a:gd name="csY13" fmla="*/ 63792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1" y="99994"/>
                  <a:pt x="100001" y="77568"/>
                  <a:pt x="100001" y="50006"/>
                </a:cubicBezTo>
                <a:cubicBezTo>
                  <a:pt x="100001" y="22433"/>
                  <a:pt x="77571" y="7"/>
                  <a:pt x="50006" y="7"/>
                </a:cubicBezTo>
                <a:close/>
                <a:moveTo>
                  <a:pt x="77500" y="45003"/>
                </a:moveTo>
                <a:lnTo>
                  <a:pt x="77500" y="54998"/>
                </a:lnTo>
                <a:cubicBezTo>
                  <a:pt x="77500" y="57769"/>
                  <a:pt x="75267" y="60002"/>
                  <a:pt x="72507" y="60002"/>
                </a:cubicBezTo>
                <a:lnTo>
                  <a:pt x="27505" y="60002"/>
                </a:lnTo>
                <a:cubicBezTo>
                  <a:pt x="24733" y="60002"/>
                  <a:pt x="22501" y="57769"/>
                  <a:pt x="22501" y="54998"/>
                </a:cubicBezTo>
                <a:lnTo>
                  <a:pt x="22501" y="45003"/>
                </a:lnTo>
                <a:cubicBezTo>
                  <a:pt x="22501" y="42243"/>
                  <a:pt x="24733" y="39999"/>
                  <a:pt x="27505" y="39999"/>
                </a:cubicBezTo>
                <a:lnTo>
                  <a:pt x="72507" y="39999"/>
                </a:lnTo>
                <a:cubicBezTo>
                  <a:pt x="75267" y="39999"/>
                  <a:pt x="77500" y="42243"/>
                  <a:pt x="77500" y="450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1" name="Белый — SVG 22">
            <a:extLst>
              <a:ext uri="{FF2B5EF4-FFF2-40B4-BE49-F238E27FC236}">
                <a16:creationId xmlns:a16="http://schemas.microsoft.com/office/drawing/2014/main" id="{65CF967A-B5BE-0642-9803-F12916C1211E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31798 w 60363"/>
              <a:gd name="csY0" fmla="*/ 1 h 156043"/>
              <a:gd name="csX1" fmla="*/ 26881 w 60363"/>
              <a:gd name="csY1" fmla="*/ 2076 h 156043"/>
              <a:gd name="csX2" fmla="*/ 5615 w 60363"/>
              <a:gd name="csY2" fmla="*/ 23340 h 156043"/>
              <a:gd name="csX3" fmla="*/ 4015 w 60363"/>
              <a:gd name="csY3" fmla="*/ 25637 h 156043"/>
              <a:gd name="csX4" fmla="*/ 3437 w 60363"/>
              <a:gd name="csY4" fmla="*/ 28375 h 156043"/>
              <a:gd name="csX5" fmla="*/ 3964 w 60363"/>
              <a:gd name="csY5" fmla="*/ 31131 h 156043"/>
              <a:gd name="csX6" fmla="*/ 5512 w 60363"/>
              <a:gd name="csY6" fmla="*/ 33462 h 156043"/>
              <a:gd name="csX7" fmla="*/ 7843 w 60363"/>
              <a:gd name="csY7" fmla="*/ 35010 h 156043"/>
              <a:gd name="csX8" fmla="*/ 10599 w 60363"/>
              <a:gd name="csY8" fmla="*/ 35537 h 156043"/>
              <a:gd name="csX9" fmla="*/ 13339 w 60363"/>
              <a:gd name="csY9" fmla="*/ 34959 h 156043"/>
              <a:gd name="csX10" fmla="*/ 15652 w 60363"/>
              <a:gd name="csY10" fmla="*/ 33360 h 156043"/>
              <a:gd name="csX11" fmla="*/ 24806 w 60363"/>
              <a:gd name="csY11" fmla="*/ 24208 h 156043"/>
              <a:gd name="csX12" fmla="*/ 24806 w 60363"/>
              <a:gd name="csY12" fmla="*/ 56699 h 156043"/>
              <a:gd name="csX13" fmla="*/ 7094 w 60363"/>
              <a:gd name="csY13" fmla="*/ 56699 h 156043"/>
              <a:gd name="csX14" fmla="*/ 2076 w 60363"/>
              <a:gd name="csY14" fmla="*/ 58775 h 156043"/>
              <a:gd name="csX15" fmla="*/ 0 w 60363"/>
              <a:gd name="csY15" fmla="*/ 63793 h 156043"/>
              <a:gd name="csX16" fmla="*/ 0 w 60363"/>
              <a:gd name="csY16" fmla="*/ 113414 h 156043"/>
              <a:gd name="csX17" fmla="*/ 2076 w 60363"/>
              <a:gd name="csY17" fmla="*/ 118416 h 156043"/>
              <a:gd name="csX18" fmla="*/ 7094 w 60363"/>
              <a:gd name="csY18" fmla="*/ 120491 h 156043"/>
              <a:gd name="csX19" fmla="*/ 24806 w 60363"/>
              <a:gd name="csY19" fmla="*/ 120491 h 156043"/>
              <a:gd name="csX20" fmla="*/ 24806 w 60363"/>
              <a:gd name="csY20" fmla="*/ 148848 h 156043"/>
              <a:gd name="csX21" fmla="*/ 25316 w 60363"/>
              <a:gd name="csY21" fmla="*/ 151587 h 156043"/>
              <a:gd name="csX22" fmla="*/ 26847 w 60363"/>
              <a:gd name="csY22" fmla="*/ 153935 h 156043"/>
              <a:gd name="csX23" fmla="*/ 29161 w 60363"/>
              <a:gd name="csY23" fmla="*/ 155482 h 156043"/>
              <a:gd name="csX24" fmla="*/ 31900 w 60363"/>
              <a:gd name="csY24" fmla="*/ 156044 h 156043"/>
              <a:gd name="csX25" fmla="*/ 34639 w 60363"/>
              <a:gd name="csY25" fmla="*/ 155482 h 156043"/>
              <a:gd name="csX26" fmla="*/ 36953 w 60363"/>
              <a:gd name="csY26" fmla="*/ 153935 h 156043"/>
              <a:gd name="csX27" fmla="*/ 38485 w 60363"/>
              <a:gd name="csY27" fmla="*/ 151587 h 156043"/>
              <a:gd name="csX28" fmla="*/ 38995 w 60363"/>
              <a:gd name="csY28" fmla="*/ 148848 h 156043"/>
              <a:gd name="csX29" fmla="*/ 38995 w 60363"/>
              <a:gd name="csY29" fmla="*/ 113414 h 156043"/>
              <a:gd name="csX30" fmla="*/ 36919 w 60363"/>
              <a:gd name="csY30" fmla="*/ 108396 h 156043"/>
              <a:gd name="csX31" fmla="*/ 31900 w 60363"/>
              <a:gd name="csY31" fmla="*/ 106320 h 156043"/>
              <a:gd name="csX32" fmla="*/ 14172 w 60363"/>
              <a:gd name="csY32" fmla="*/ 106320 h 156043"/>
              <a:gd name="csX33" fmla="*/ 14172 w 60363"/>
              <a:gd name="csY33" fmla="*/ 70886 h 156043"/>
              <a:gd name="csX34" fmla="*/ 31900 w 60363"/>
              <a:gd name="csY34" fmla="*/ 70886 h 156043"/>
              <a:gd name="csX35" fmla="*/ 36919 w 60363"/>
              <a:gd name="csY35" fmla="*/ 68811 h 156043"/>
              <a:gd name="csX36" fmla="*/ 38995 w 60363"/>
              <a:gd name="csY36" fmla="*/ 63793 h 156043"/>
              <a:gd name="csX37" fmla="*/ 38995 w 60363"/>
              <a:gd name="csY37" fmla="*/ 24208 h 156043"/>
              <a:gd name="csX38" fmla="*/ 48148 w 60363"/>
              <a:gd name="csY38" fmla="*/ 33360 h 156043"/>
              <a:gd name="csX39" fmla="*/ 50462 w 60363"/>
              <a:gd name="csY39" fmla="*/ 34959 h 156043"/>
              <a:gd name="csX40" fmla="*/ 53201 w 60363"/>
              <a:gd name="csY40" fmla="*/ 35537 h 156043"/>
              <a:gd name="csX41" fmla="*/ 55957 w 60363"/>
              <a:gd name="csY41" fmla="*/ 35010 h 156043"/>
              <a:gd name="csX42" fmla="*/ 58288 w 60363"/>
              <a:gd name="csY42" fmla="*/ 33462 h 156043"/>
              <a:gd name="csX43" fmla="*/ 59836 w 60363"/>
              <a:gd name="csY43" fmla="*/ 31131 h 156043"/>
              <a:gd name="csX44" fmla="*/ 60364 w 60363"/>
              <a:gd name="csY44" fmla="*/ 28375 h 156043"/>
              <a:gd name="csX45" fmla="*/ 59785 w 60363"/>
              <a:gd name="csY45" fmla="*/ 25637 h 156043"/>
              <a:gd name="csX46" fmla="*/ 58186 w 60363"/>
              <a:gd name="csY46" fmla="*/ 23340 h 156043"/>
              <a:gd name="csX47" fmla="*/ 36919 w 60363"/>
              <a:gd name="csY47" fmla="*/ 2076 h 156043"/>
              <a:gd name="csX48" fmla="*/ 34571 w 60363"/>
              <a:gd name="csY48" fmla="*/ 529 h 156043"/>
              <a:gd name="csX49" fmla="*/ 31798 w 60363"/>
              <a:gd name="csY49" fmla="*/ 1 h 156043"/>
              <a:gd name="csX50" fmla="*/ 31900 w 60363"/>
              <a:gd name="csY50" fmla="*/ 81518 h 156043"/>
              <a:gd name="csX51" fmla="*/ 26881 w 60363"/>
              <a:gd name="csY51" fmla="*/ 83593 h 156043"/>
              <a:gd name="csX52" fmla="*/ 24806 w 60363"/>
              <a:gd name="csY52" fmla="*/ 88595 h 156043"/>
              <a:gd name="csX53" fmla="*/ 26881 w 60363"/>
              <a:gd name="csY53" fmla="*/ 93613 h 156043"/>
              <a:gd name="csX54" fmla="*/ 31900 w 60363"/>
              <a:gd name="csY54" fmla="*/ 95689 h 156043"/>
              <a:gd name="csX55" fmla="*/ 36919 w 60363"/>
              <a:gd name="csY55" fmla="*/ 93613 h 156043"/>
              <a:gd name="csX56" fmla="*/ 38995 w 60363"/>
              <a:gd name="csY56" fmla="*/ 88595 h 156043"/>
              <a:gd name="csX57" fmla="*/ 36919 w 60363"/>
              <a:gd name="csY57" fmla="*/ 83593 h 156043"/>
              <a:gd name="csX58" fmla="*/ 31900 w 60363"/>
              <a:gd name="csY58" fmla="*/ 81518 h 156043"/>
            </a:gdLst>
            <a:ahLst/>
            <a:cxnLst/>
            <a:rect l="l" t="t" r="r" b="b"/>
            <a:pathLst>
              <a:path w="100000" h="100000">
                <a:moveTo>
                  <a:pt x="51036" y="1"/>
                </a:moveTo>
                <a:cubicBezTo>
                  <a:pt x="49859" y="22"/>
                  <a:pt x="48724" y="491"/>
                  <a:pt x="47885" y="1330"/>
                </a:cubicBezTo>
                <a:lnTo>
                  <a:pt x="34257" y="14957"/>
                </a:lnTo>
                <a:cubicBezTo>
                  <a:pt x="33820" y="15383"/>
                  <a:pt x="33472" y="15873"/>
                  <a:pt x="33231" y="16429"/>
                </a:cubicBezTo>
                <a:cubicBezTo>
                  <a:pt x="33002" y="16986"/>
                  <a:pt x="32872" y="17585"/>
                  <a:pt x="32861" y="18184"/>
                </a:cubicBezTo>
                <a:cubicBezTo>
                  <a:pt x="32861" y="18795"/>
                  <a:pt x="32970" y="19395"/>
                  <a:pt x="33199" y="19950"/>
                </a:cubicBezTo>
                <a:cubicBezTo>
                  <a:pt x="33427" y="20517"/>
                  <a:pt x="33766" y="21019"/>
                  <a:pt x="34191" y="21444"/>
                </a:cubicBezTo>
                <a:cubicBezTo>
                  <a:pt x="34627" y="21880"/>
                  <a:pt x="35129" y="22218"/>
                  <a:pt x="35684" y="22436"/>
                </a:cubicBezTo>
                <a:cubicBezTo>
                  <a:pt x="36252" y="22665"/>
                  <a:pt x="36851" y="22785"/>
                  <a:pt x="37451" y="22774"/>
                </a:cubicBezTo>
                <a:cubicBezTo>
                  <a:pt x="38061" y="22774"/>
                  <a:pt x="38650" y="22643"/>
                  <a:pt x="39207" y="22403"/>
                </a:cubicBezTo>
                <a:cubicBezTo>
                  <a:pt x="39762" y="22164"/>
                  <a:pt x="40264" y="21814"/>
                  <a:pt x="40689" y="21379"/>
                </a:cubicBezTo>
                <a:lnTo>
                  <a:pt x="46555" y="15514"/>
                </a:lnTo>
                <a:lnTo>
                  <a:pt x="46555" y="36335"/>
                </a:lnTo>
                <a:lnTo>
                  <a:pt x="35204" y="36335"/>
                </a:lnTo>
                <a:cubicBezTo>
                  <a:pt x="33994" y="36335"/>
                  <a:pt x="32839" y="36815"/>
                  <a:pt x="31989" y="37666"/>
                </a:cubicBezTo>
                <a:cubicBezTo>
                  <a:pt x="31138" y="38527"/>
                  <a:pt x="30658" y="39682"/>
                  <a:pt x="30658" y="40882"/>
                </a:cubicBezTo>
                <a:lnTo>
                  <a:pt x="30658" y="72681"/>
                </a:lnTo>
                <a:cubicBezTo>
                  <a:pt x="30658" y="73880"/>
                  <a:pt x="31138" y="75036"/>
                  <a:pt x="31989" y="75887"/>
                </a:cubicBezTo>
                <a:cubicBezTo>
                  <a:pt x="32839" y="76737"/>
                  <a:pt x="33994" y="77217"/>
                  <a:pt x="35204" y="77217"/>
                </a:cubicBezTo>
                <a:lnTo>
                  <a:pt x="46555" y="77217"/>
                </a:lnTo>
                <a:lnTo>
                  <a:pt x="46555" y="95389"/>
                </a:lnTo>
                <a:cubicBezTo>
                  <a:pt x="46555" y="95989"/>
                  <a:pt x="46664" y="96589"/>
                  <a:pt x="46882" y="97144"/>
                </a:cubicBezTo>
                <a:cubicBezTo>
                  <a:pt x="47111" y="97711"/>
                  <a:pt x="47438" y="98213"/>
                  <a:pt x="47863" y="98649"/>
                </a:cubicBezTo>
                <a:cubicBezTo>
                  <a:pt x="48289" y="99074"/>
                  <a:pt x="48790" y="99412"/>
                  <a:pt x="49346" y="99640"/>
                </a:cubicBezTo>
                <a:cubicBezTo>
                  <a:pt x="49902" y="99881"/>
                  <a:pt x="50501" y="100001"/>
                  <a:pt x="51101" y="100001"/>
                </a:cubicBezTo>
                <a:cubicBezTo>
                  <a:pt x="51701" y="100001"/>
                  <a:pt x="52301" y="99881"/>
                  <a:pt x="52857" y="99640"/>
                </a:cubicBezTo>
                <a:cubicBezTo>
                  <a:pt x="53413" y="99412"/>
                  <a:pt x="53915" y="99074"/>
                  <a:pt x="54340" y="98649"/>
                </a:cubicBezTo>
                <a:cubicBezTo>
                  <a:pt x="54765" y="98213"/>
                  <a:pt x="55092" y="97711"/>
                  <a:pt x="55321" y="97144"/>
                </a:cubicBezTo>
                <a:cubicBezTo>
                  <a:pt x="55539" y="96589"/>
                  <a:pt x="55648" y="95989"/>
                  <a:pt x="55648" y="95389"/>
                </a:cubicBezTo>
                <a:lnTo>
                  <a:pt x="55648" y="72681"/>
                </a:lnTo>
                <a:cubicBezTo>
                  <a:pt x="55648" y="71471"/>
                  <a:pt x="55168" y="70316"/>
                  <a:pt x="54318" y="69465"/>
                </a:cubicBezTo>
                <a:cubicBezTo>
                  <a:pt x="53456" y="68615"/>
                  <a:pt x="52312" y="68135"/>
                  <a:pt x="51101" y="68135"/>
                </a:cubicBezTo>
                <a:lnTo>
                  <a:pt x="39740" y="68135"/>
                </a:lnTo>
                <a:lnTo>
                  <a:pt x="39740" y="45427"/>
                </a:lnTo>
                <a:lnTo>
                  <a:pt x="51101" y="45427"/>
                </a:lnTo>
                <a:cubicBezTo>
                  <a:pt x="52312" y="45427"/>
                  <a:pt x="53456" y="44948"/>
                  <a:pt x="54318" y="44097"/>
                </a:cubicBezTo>
                <a:cubicBezTo>
                  <a:pt x="55168" y="43247"/>
                  <a:pt x="55648" y="42092"/>
                  <a:pt x="55648" y="40882"/>
                </a:cubicBezTo>
                <a:lnTo>
                  <a:pt x="55648" y="15514"/>
                </a:lnTo>
                <a:lnTo>
                  <a:pt x="61514" y="21379"/>
                </a:lnTo>
                <a:cubicBezTo>
                  <a:pt x="61939" y="21814"/>
                  <a:pt x="62440" y="22164"/>
                  <a:pt x="62997" y="22403"/>
                </a:cubicBezTo>
                <a:cubicBezTo>
                  <a:pt x="63552" y="22643"/>
                  <a:pt x="64141" y="22774"/>
                  <a:pt x="64752" y="22774"/>
                </a:cubicBezTo>
                <a:cubicBezTo>
                  <a:pt x="65352" y="22785"/>
                  <a:pt x="65952" y="22665"/>
                  <a:pt x="66518" y="22436"/>
                </a:cubicBezTo>
                <a:cubicBezTo>
                  <a:pt x="67074" y="22218"/>
                  <a:pt x="67576" y="21880"/>
                  <a:pt x="68012" y="21444"/>
                </a:cubicBezTo>
                <a:cubicBezTo>
                  <a:pt x="68437" y="21019"/>
                  <a:pt x="68775" y="20517"/>
                  <a:pt x="69004" y="19950"/>
                </a:cubicBezTo>
                <a:cubicBezTo>
                  <a:pt x="69233" y="19395"/>
                  <a:pt x="69342" y="18795"/>
                  <a:pt x="69342" y="18184"/>
                </a:cubicBezTo>
                <a:cubicBezTo>
                  <a:pt x="69332" y="17585"/>
                  <a:pt x="69201" y="16986"/>
                  <a:pt x="68971" y="16429"/>
                </a:cubicBezTo>
                <a:cubicBezTo>
                  <a:pt x="68732" y="15873"/>
                  <a:pt x="68383" y="15383"/>
                  <a:pt x="67947" y="14957"/>
                </a:cubicBezTo>
                <a:lnTo>
                  <a:pt x="54318" y="1330"/>
                </a:lnTo>
                <a:cubicBezTo>
                  <a:pt x="53882" y="906"/>
                  <a:pt x="53369" y="568"/>
                  <a:pt x="52813" y="339"/>
                </a:cubicBezTo>
                <a:cubicBezTo>
                  <a:pt x="52246" y="110"/>
                  <a:pt x="51647" y="-10"/>
                  <a:pt x="51036" y="1"/>
                </a:cubicBezTo>
                <a:close/>
                <a:moveTo>
                  <a:pt x="51101" y="52241"/>
                </a:moveTo>
                <a:cubicBezTo>
                  <a:pt x="49891" y="52241"/>
                  <a:pt x="48746" y="52721"/>
                  <a:pt x="47885" y="53570"/>
                </a:cubicBezTo>
                <a:cubicBezTo>
                  <a:pt x="47034" y="54421"/>
                  <a:pt x="46555" y="55577"/>
                  <a:pt x="46555" y="56776"/>
                </a:cubicBezTo>
                <a:cubicBezTo>
                  <a:pt x="46555" y="57986"/>
                  <a:pt x="47034" y="59141"/>
                  <a:pt x="47885" y="59992"/>
                </a:cubicBezTo>
                <a:cubicBezTo>
                  <a:pt x="48746" y="60842"/>
                  <a:pt x="49891" y="61322"/>
                  <a:pt x="51101" y="61322"/>
                </a:cubicBezTo>
                <a:cubicBezTo>
                  <a:pt x="52312" y="61322"/>
                  <a:pt x="53456" y="60842"/>
                  <a:pt x="54318" y="59992"/>
                </a:cubicBezTo>
                <a:cubicBezTo>
                  <a:pt x="55168" y="59141"/>
                  <a:pt x="55648" y="57986"/>
                  <a:pt x="55648" y="56776"/>
                </a:cubicBezTo>
                <a:cubicBezTo>
                  <a:pt x="55648" y="55577"/>
                  <a:pt x="55168" y="54421"/>
                  <a:pt x="54318" y="53570"/>
                </a:cubicBezTo>
                <a:cubicBezTo>
                  <a:pt x="53456" y="52721"/>
                  <a:pt x="52312" y="52241"/>
                  <a:pt x="51101" y="5224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2" name="Белый — SVG 23">
            <a:extLst>
              <a:ext uri="{FF2B5EF4-FFF2-40B4-BE49-F238E27FC236}">
                <a16:creationId xmlns:a16="http://schemas.microsoft.com/office/drawing/2014/main" id="{1C840774-E4A5-914F-8A0A-C2E12BFD6D7F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53456 w 141772"/>
              <a:gd name="csY5" fmla="*/ 42528 h 141753"/>
              <a:gd name="csX6" fmla="*/ 60534 w 141772"/>
              <a:gd name="csY6" fmla="*/ 49621 h 141753"/>
              <a:gd name="csX7" fmla="*/ 60534 w 141772"/>
              <a:gd name="csY7" fmla="*/ 92149 h 141753"/>
              <a:gd name="csX8" fmla="*/ 53456 w 141772"/>
              <a:gd name="csY8" fmla="*/ 99226 h 141753"/>
              <a:gd name="csX9" fmla="*/ 46362 w 141772"/>
              <a:gd name="csY9" fmla="*/ 92149 h 141753"/>
              <a:gd name="csX10" fmla="*/ 46362 w 141772"/>
              <a:gd name="csY10" fmla="*/ 49621 h 141753"/>
              <a:gd name="csX11" fmla="*/ 53456 w 141772"/>
              <a:gd name="csY11" fmla="*/ 42528 h 141753"/>
              <a:gd name="csX12" fmla="*/ 88895 w 141772"/>
              <a:gd name="csY12" fmla="*/ 42528 h 141753"/>
              <a:gd name="csX13" fmla="*/ 95990 w 141772"/>
              <a:gd name="csY13" fmla="*/ 49621 h 141753"/>
              <a:gd name="csX14" fmla="*/ 95990 w 141772"/>
              <a:gd name="csY14" fmla="*/ 92149 h 141753"/>
              <a:gd name="csX15" fmla="*/ 88895 w 141772"/>
              <a:gd name="csY15" fmla="*/ 99226 h 141753"/>
              <a:gd name="csX16" fmla="*/ 81801 w 141772"/>
              <a:gd name="csY16" fmla="*/ 92149 h 141753"/>
              <a:gd name="csX17" fmla="*/ 81801 w 141772"/>
              <a:gd name="csY17" fmla="*/ 49621 h 141753"/>
              <a:gd name="csX18" fmla="*/ 88895 w 141772"/>
              <a:gd name="csY18" fmla="*/ 42528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381" y="7"/>
                  <a:pt x="0" y="22385"/>
                  <a:pt x="0" y="50006"/>
                </a:cubicBezTo>
                <a:cubicBezTo>
                  <a:pt x="0" y="77616"/>
                  <a:pt x="22381" y="99994"/>
                  <a:pt x="50006" y="99994"/>
                </a:cubicBezTo>
                <a:cubicBezTo>
                  <a:pt x="77620" y="99994"/>
                  <a:pt x="100001" y="77616"/>
                  <a:pt x="100001" y="50006"/>
                </a:cubicBezTo>
                <a:cubicBezTo>
                  <a:pt x="100001" y="22385"/>
                  <a:pt x="77620" y="7"/>
                  <a:pt x="50006" y="7"/>
                </a:cubicBezTo>
                <a:close/>
                <a:moveTo>
                  <a:pt x="37706" y="30004"/>
                </a:moveTo>
                <a:cubicBezTo>
                  <a:pt x="40466" y="30004"/>
                  <a:pt x="42698" y="32236"/>
                  <a:pt x="42698" y="35007"/>
                </a:cubicBezTo>
                <a:lnTo>
                  <a:pt x="42698" y="65005"/>
                </a:lnTo>
                <a:cubicBezTo>
                  <a:pt x="42698" y="67765"/>
                  <a:pt x="40466" y="69997"/>
                  <a:pt x="37706" y="69997"/>
                </a:cubicBezTo>
                <a:cubicBezTo>
                  <a:pt x="34934" y="69997"/>
                  <a:pt x="32702" y="67765"/>
                  <a:pt x="32702" y="65005"/>
                </a:cubicBezTo>
                <a:lnTo>
                  <a:pt x="32702" y="35007"/>
                </a:lnTo>
                <a:cubicBezTo>
                  <a:pt x="32702" y="32236"/>
                  <a:pt x="34934" y="30004"/>
                  <a:pt x="37706" y="30004"/>
                </a:cubicBezTo>
                <a:close/>
                <a:moveTo>
                  <a:pt x="62703" y="30004"/>
                </a:moveTo>
                <a:cubicBezTo>
                  <a:pt x="65463" y="30004"/>
                  <a:pt x="67707" y="32236"/>
                  <a:pt x="67707" y="35007"/>
                </a:cubicBezTo>
                <a:lnTo>
                  <a:pt x="67707" y="65005"/>
                </a:lnTo>
                <a:cubicBezTo>
                  <a:pt x="67707" y="67765"/>
                  <a:pt x="65463" y="69997"/>
                  <a:pt x="62703" y="69997"/>
                </a:cubicBezTo>
                <a:cubicBezTo>
                  <a:pt x="59943" y="69997"/>
                  <a:pt x="57699" y="67765"/>
                  <a:pt x="57699" y="65005"/>
                </a:cubicBezTo>
                <a:lnTo>
                  <a:pt x="57699" y="35007"/>
                </a:lnTo>
                <a:cubicBezTo>
                  <a:pt x="57699" y="32236"/>
                  <a:pt x="59943" y="30004"/>
                  <a:pt x="62703" y="300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3" name="Белый — SVG 24">
            <a:extLst>
              <a:ext uri="{FF2B5EF4-FFF2-40B4-BE49-F238E27FC236}">
                <a16:creationId xmlns:a16="http://schemas.microsoft.com/office/drawing/2014/main" id="{543FCC5C-AA30-6449-973C-3A3799B51E77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70896 w 141773"/>
              <a:gd name="csY0" fmla="*/ 0 h 141753"/>
              <a:gd name="csX1" fmla="*/ 44253 w 141773"/>
              <a:gd name="csY1" fmla="*/ 5188 h 141753"/>
              <a:gd name="csX2" fmla="*/ 44253 w 141773"/>
              <a:gd name="csY2" fmla="*/ 5171 h 141753"/>
              <a:gd name="csX3" fmla="*/ 17134 w 141773"/>
              <a:gd name="csY3" fmla="*/ 24768 h 141753"/>
              <a:gd name="csX4" fmla="*/ 16998 w 141773"/>
              <a:gd name="csY4" fmla="*/ 21026 h 141753"/>
              <a:gd name="csX5" fmla="*/ 16385 w 141773"/>
              <a:gd name="csY5" fmla="*/ 18287 h 141753"/>
              <a:gd name="csX6" fmla="*/ 14735 w 141773"/>
              <a:gd name="csY6" fmla="*/ 15990 h 141753"/>
              <a:gd name="csX7" fmla="*/ 12336 w 141773"/>
              <a:gd name="csY7" fmla="*/ 14528 h 141753"/>
              <a:gd name="csX8" fmla="*/ 9563 w 141773"/>
              <a:gd name="csY8" fmla="*/ 14102 h 141753"/>
              <a:gd name="csX9" fmla="*/ 4663 w 141773"/>
              <a:gd name="csY9" fmla="*/ 16416 h 141753"/>
              <a:gd name="csX10" fmla="*/ 2825 w 141773"/>
              <a:gd name="csY10" fmla="*/ 21519 h 141753"/>
              <a:gd name="csX11" fmla="*/ 3574 w 141773"/>
              <a:gd name="csY11" fmla="*/ 42783 h 141753"/>
              <a:gd name="csX12" fmla="*/ 5820 w 141773"/>
              <a:gd name="csY12" fmla="*/ 47716 h 141753"/>
              <a:gd name="csX13" fmla="*/ 10907 w 141773"/>
              <a:gd name="csY13" fmla="*/ 49604 h 141753"/>
              <a:gd name="csX14" fmla="*/ 32157 w 141773"/>
              <a:gd name="csY14" fmla="*/ 48873 h 141753"/>
              <a:gd name="csX15" fmla="*/ 34913 w 141773"/>
              <a:gd name="csY15" fmla="*/ 48294 h 141753"/>
              <a:gd name="csX16" fmla="*/ 37244 w 141773"/>
              <a:gd name="csY16" fmla="*/ 46695 h 141753"/>
              <a:gd name="csX17" fmla="*/ 38758 w 141773"/>
              <a:gd name="csY17" fmla="*/ 44314 h 141753"/>
              <a:gd name="csX18" fmla="*/ 39217 w 141773"/>
              <a:gd name="csY18" fmla="*/ 41541 h 141753"/>
              <a:gd name="csX19" fmla="*/ 38554 w 141773"/>
              <a:gd name="csY19" fmla="*/ 38785 h 141753"/>
              <a:gd name="csX20" fmla="*/ 36886 w 141773"/>
              <a:gd name="csY20" fmla="*/ 36523 h 141753"/>
              <a:gd name="csX21" fmla="*/ 34453 w 141773"/>
              <a:gd name="csY21" fmla="*/ 35077 h 141753"/>
              <a:gd name="csX22" fmla="*/ 31663 w 141773"/>
              <a:gd name="csY22" fmla="*/ 34702 h 141753"/>
              <a:gd name="csX23" fmla="*/ 27120 w 141773"/>
              <a:gd name="csY23" fmla="*/ 34873 h 141753"/>
              <a:gd name="csX24" fmla="*/ 49578 w 141773"/>
              <a:gd name="csY24" fmla="*/ 18321 h 141753"/>
              <a:gd name="csX25" fmla="*/ 49578 w 141773"/>
              <a:gd name="csY25" fmla="*/ 18321 h 141753"/>
              <a:gd name="csX26" fmla="*/ 70896 w 141773"/>
              <a:gd name="csY26" fmla="*/ 14170 h 141753"/>
              <a:gd name="csX27" fmla="*/ 127602 w 141773"/>
              <a:gd name="csY27" fmla="*/ 70885 h 141753"/>
              <a:gd name="csX28" fmla="*/ 70896 w 141773"/>
              <a:gd name="csY28" fmla="*/ 127583 h 141753"/>
              <a:gd name="csX29" fmla="*/ 14173 w 141773"/>
              <a:gd name="csY29" fmla="*/ 70885 h 141753"/>
              <a:gd name="csX30" fmla="*/ 13663 w 141773"/>
              <a:gd name="csY30" fmla="*/ 68130 h 141753"/>
              <a:gd name="csX31" fmla="*/ 12132 w 141773"/>
              <a:gd name="csY31" fmla="*/ 65799 h 141753"/>
              <a:gd name="csX32" fmla="*/ 9835 w 141773"/>
              <a:gd name="csY32" fmla="*/ 64234 h 141753"/>
              <a:gd name="csX33" fmla="*/ 7096 w 141773"/>
              <a:gd name="csY33" fmla="*/ 63689 h 141753"/>
              <a:gd name="csX34" fmla="*/ 4357 w 141773"/>
              <a:gd name="csY34" fmla="*/ 64234 h 141753"/>
              <a:gd name="csX35" fmla="*/ 2043 w 141773"/>
              <a:gd name="csY35" fmla="*/ 65799 h 141753"/>
              <a:gd name="csX36" fmla="*/ 512 w 141773"/>
              <a:gd name="csY36" fmla="*/ 68130 h 141753"/>
              <a:gd name="csX37" fmla="*/ 1 w 141773"/>
              <a:gd name="csY37" fmla="*/ 70885 h 141753"/>
              <a:gd name="csX38" fmla="*/ 70896 w 141773"/>
              <a:gd name="csY38" fmla="*/ 141754 h 141753"/>
              <a:gd name="csX39" fmla="*/ 141774 w 141773"/>
              <a:gd name="csY39" fmla="*/ 70885 h 141753"/>
              <a:gd name="csX40" fmla="*/ 70896 w 141773"/>
              <a:gd name="csY40" fmla="*/ 0 h 141753"/>
            </a:gdLst>
            <a:ahLst/>
            <a:cxnLst/>
            <a:rect l="l" t="t" r="r" b="b"/>
            <a:pathLst>
              <a:path w="100000" h="100000">
                <a:moveTo>
                  <a:pt x="50007" y="7"/>
                </a:moveTo>
                <a:cubicBezTo>
                  <a:pt x="43371" y="7"/>
                  <a:pt x="37010" y="1303"/>
                  <a:pt x="31214" y="3666"/>
                </a:cubicBezTo>
                <a:lnTo>
                  <a:pt x="31214" y="3654"/>
                </a:lnTo>
                <a:cubicBezTo>
                  <a:pt x="23750" y="6678"/>
                  <a:pt x="17233" y="11478"/>
                  <a:pt x="12086" y="17477"/>
                </a:cubicBezTo>
                <a:lnTo>
                  <a:pt x="11990" y="14838"/>
                </a:lnTo>
                <a:cubicBezTo>
                  <a:pt x="11978" y="14166"/>
                  <a:pt x="11821" y="13518"/>
                  <a:pt x="11557" y="12906"/>
                </a:cubicBezTo>
                <a:cubicBezTo>
                  <a:pt x="11281" y="12294"/>
                  <a:pt x="10885" y="11742"/>
                  <a:pt x="10393" y="11286"/>
                </a:cubicBezTo>
                <a:cubicBezTo>
                  <a:pt x="9913" y="10830"/>
                  <a:pt x="9337" y="10482"/>
                  <a:pt x="8701" y="10254"/>
                </a:cubicBezTo>
                <a:cubicBezTo>
                  <a:pt x="8077" y="10014"/>
                  <a:pt x="7406" y="9918"/>
                  <a:pt x="6745" y="9954"/>
                </a:cubicBezTo>
                <a:cubicBezTo>
                  <a:pt x="5413" y="10014"/>
                  <a:pt x="4177" y="10614"/>
                  <a:pt x="3289" y="11586"/>
                </a:cubicBezTo>
                <a:cubicBezTo>
                  <a:pt x="2401" y="12570"/>
                  <a:pt x="1933" y="13866"/>
                  <a:pt x="1993" y="15186"/>
                </a:cubicBezTo>
                <a:lnTo>
                  <a:pt x="2521" y="30184"/>
                </a:lnTo>
                <a:cubicBezTo>
                  <a:pt x="2569" y="31504"/>
                  <a:pt x="3145" y="32752"/>
                  <a:pt x="4105" y="33664"/>
                </a:cubicBezTo>
                <a:cubicBezTo>
                  <a:pt x="5077" y="34564"/>
                  <a:pt x="6373" y="35043"/>
                  <a:pt x="7693" y="34995"/>
                </a:cubicBezTo>
                <a:lnTo>
                  <a:pt x="22682" y="34480"/>
                </a:lnTo>
                <a:cubicBezTo>
                  <a:pt x="23354" y="34480"/>
                  <a:pt x="24014" y="34336"/>
                  <a:pt x="24626" y="34071"/>
                </a:cubicBezTo>
                <a:cubicBezTo>
                  <a:pt x="25250" y="33808"/>
                  <a:pt x="25802" y="33424"/>
                  <a:pt x="26270" y="32944"/>
                </a:cubicBezTo>
                <a:cubicBezTo>
                  <a:pt x="26726" y="32464"/>
                  <a:pt x="27098" y="31888"/>
                  <a:pt x="27338" y="31264"/>
                </a:cubicBezTo>
                <a:cubicBezTo>
                  <a:pt x="27578" y="30640"/>
                  <a:pt x="27686" y="29968"/>
                  <a:pt x="27662" y="29308"/>
                </a:cubicBezTo>
                <a:cubicBezTo>
                  <a:pt x="27638" y="28637"/>
                  <a:pt x="27482" y="27976"/>
                  <a:pt x="27194" y="27364"/>
                </a:cubicBezTo>
                <a:cubicBezTo>
                  <a:pt x="26918" y="26765"/>
                  <a:pt x="26510" y="26212"/>
                  <a:pt x="26018" y="25769"/>
                </a:cubicBezTo>
                <a:cubicBezTo>
                  <a:pt x="25526" y="25325"/>
                  <a:pt x="24938" y="24977"/>
                  <a:pt x="24302" y="24749"/>
                </a:cubicBezTo>
                <a:cubicBezTo>
                  <a:pt x="23678" y="24533"/>
                  <a:pt x="23006" y="24449"/>
                  <a:pt x="22334" y="24484"/>
                </a:cubicBezTo>
                <a:lnTo>
                  <a:pt x="19129" y="24605"/>
                </a:lnTo>
                <a:cubicBezTo>
                  <a:pt x="23330" y="19505"/>
                  <a:pt x="28754" y="15449"/>
                  <a:pt x="34970" y="12930"/>
                </a:cubicBezTo>
                <a:lnTo>
                  <a:pt x="34970" y="12930"/>
                </a:lnTo>
                <a:cubicBezTo>
                  <a:pt x="39614" y="11046"/>
                  <a:pt x="44666" y="10002"/>
                  <a:pt x="50007" y="10002"/>
                </a:cubicBezTo>
                <a:cubicBezTo>
                  <a:pt x="72160" y="10002"/>
                  <a:pt x="90004" y="27857"/>
                  <a:pt x="90004" y="50006"/>
                </a:cubicBezTo>
                <a:cubicBezTo>
                  <a:pt x="90004" y="72156"/>
                  <a:pt x="72160" y="89998"/>
                  <a:pt x="50007" y="89998"/>
                </a:cubicBezTo>
                <a:cubicBezTo>
                  <a:pt x="27854" y="89998"/>
                  <a:pt x="9997" y="72156"/>
                  <a:pt x="9997" y="50006"/>
                </a:cubicBezTo>
                <a:cubicBezTo>
                  <a:pt x="10009" y="49334"/>
                  <a:pt x="9889" y="48686"/>
                  <a:pt x="9637" y="48063"/>
                </a:cubicBezTo>
                <a:cubicBezTo>
                  <a:pt x="9397" y="47451"/>
                  <a:pt x="9025" y="46899"/>
                  <a:pt x="8557" y="46419"/>
                </a:cubicBezTo>
                <a:cubicBezTo>
                  <a:pt x="8101" y="45951"/>
                  <a:pt x="7537" y="45578"/>
                  <a:pt x="6937" y="45315"/>
                </a:cubicBezTo>
                <a:cubicBezTo>
                  <a:pt x="6325" y="45063"/>
                  <a:pt x="5665" y="44930"/>
                  <a:pt x="5005" y="44930"/>
                </a:cubicBezTo>
                <a:cubicBezTo>
                  <a:pt x="4333" y="44930"/>
                  <a:pt x="3685" y="45063"/>
                  <a:pt x="3073" y="45315"/>
                </a:cubicBezTo>
                <a:cubicBezTo>
                  <a:pt x="2461" y="45578"/>
                  <a:pt x="1909" y="45951"/>
                  <a:pt x="1441" y="46419"/>
                </a:cubicBezTo>
                <a:cubicBezTo>
                  <a:pt x="973" y="46899"/>
                  <a:pt x="613" y="47451"/>
                  <a:pt x="361" y="48063"/>
                </a:cubicBezTo>
                <a:cubicBezTo>
                  <a:pt x="109" y="48686"/>
                  <a:pt x="-11" y="49334"/>
                  <a:pt x="1" y="50006"/>
                </a:cubicBezTo>
                <a:cubicBezTo>
                  <a:pt x="1" y="77556"/>
                  <a:pt x="22442" y="99994"/>
                  <a:pt x="50007" y="99994"/>
                </a:cubicBezTo>
                <a:cubicBezTo>
                  <a:pt x="77560" y="99994"/>
                  <a:pt x="100001" y="77556"/>
                  <a:pt x="100001" y="50006"/>
                </a:cubicBezTo>
                <a:cubicBezTo>
                  <a:pt x="100001" y="22445"/>
                  <a:pt x="77560" y="7"/>
                  <a:pt x="50007" y="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4" name="Белый — SVG 25">
            <a:extLst>
              <a:ext uri="{FF2B5EF4-FFF2-40B4-BE49-F238E27FC236}">
                <a16:creationId xmlns:a16="http://schemas.microsoft.com/office/drawing/2014/main" id="{F05088E9-B7D6-0048-B6AB-72E1016F5D98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136218 w 148443"/>
              <a:gd name="csY0" fmla="*/ 17 h 119462"/>
              <a:gd name="csX1" fmla="*/ 128041 w 148443"/>
              <a:gd name="csY1" fmla="*/ 2773 h 119462"/>
              <a:gd name="csX2" fmla="*/ 81098 w 148443"/>
              <a:gd name="csY2" fmla="*/ 42324 h 119462"/>
              <a:gd name="csX3" fmla="*/ 81098 w 148443"/>
              <a:gd name="csY3" fmla="*/ 12248 h 119462"/>
              <a:gd name="csX4" fmla="*/ 67169 w 148443"/>
              <a:gd name="csY4" fmla="*/ 52 h 119462"/>
              <a:gd name="csX5" fmla="*/ 60697 w 148443"/>
              <a:gd name="csY5" fmla="*/ 2773 h 119462"/>
              <a:gd name="csX6" fmla="*/ 4352 w 148443"/>
              <a:gd name="csY6" fmla="*/ 50251 h 119462"/>
              <a:gd name="csX7" fmla="*/ 4345 w 148443"/>
              <a:gd name="csY7" fmla="*/ 50251 h 119462"/>
              <a:gd name="csX8" fmla="*/ 4352 w 148443"/>
              <a:gd name="csY8" fmla="*/ 69219 h 119462"/>
              <a:gd name="csX9" fmla="*/ 60697 w 148443"/>
              <a:gd name="csY9" fmla="*/ 116697 h 119462"/>
              <a:gd name="csX10" fmla="*/ 81098 w 148443"/>
              <a:gd name="csY10" fmla="*/ 107221 h 119462"/>
              <a:gd name="csX11" fmla="*/ 81098 w 148443"/>
              <a:gd name="csY11" fmla="*/ 77146 h 119462"/>
              <a:gd name="csX12" fmla="*/ 128041 w 148443"/>
              <a:gd name="csY12" fmla="*/ 116697 h 119462"/>
              <a:gd name="csX13" fmla="*/ 148444 w 148443"/>
              <a:gd name="csY13" fmla="*/ 107221 h 119462"/>
              <a:gd name="csX14" fmla="*/ 148444 w 148443"/>
              <a:gd name="csY14" fmla="*/ 12248 h 119462"/>
              <a:gd name="csX15" fmla="*/ 136218 w 148443"/>
              <a:gd name="csY15" fmla="*/ 17 h 119462"/>
            </a:gdLst>
            <a:ahLst/>
            <a:cxnLst/>
            <a:rect l="l" t="t" r="r" b="b"/>
            <a:pathLst>
              <a:path w="100000" h="100000">
                <a:moveTo>
                  <a:pt x="91765" y="9773"/>
                </a:moveTo>
                <a:cubicBezTo>
                  <a:pt x="89848" y="9681"/>
                  <a:pt x="87894" y="10243"/>
                  <a:pt x="86256" y="11630"/>
                </a:cubicBezTo>
                <a:lnTo>
                  <a:pt x="54632" y="38274"/>
                </a:lnTo>
                <a:lnTo>
                  <a:pt x="54632" y="18013"/>
                </a:lnTo>
                <a:cubicBezTo>
                  <a:pt x="54632" y="12879"/>
                  <a:pt x="49852" y="9372"/>
                  <a:pt x="45249" y="9797"/>
                </a:cubicBezTo>
                <a:cubicBezTo>
                  <a:pt x="43716" y="9945"/>
                  <a:pt x="42199" y="10518"/>
                  <a:pt x="40889" y="11630"/>
                </a:cubicBezTo>
                <a:lnTo>
                  <a:pt x="2932" y="43614"/>
                </a:lnTo>
                <a:lnTo>
                  <a:pt x="2927" y="43614"/>
                </a:lnTo>
                <a:cubicBezTo>
                  <a:pt x="-977" y="46914"/>
                  <a:pt x="-975" y="53103"/>
                  <a:pt x="2932" y="56392"/>
                </a:cubicBezTo>
                <a:lnTo>
                  <a:pt x="40889" y="88376"/>
                </a:lnTo>
                <a:cubicBezTo>
                  <a:pt x="46129" y="92787"/>
                  <a:pt x="54632" y="88845"/>
                  <a:pt x="54632" y="81992"/>
                </a:cubicBezTo>
                <a:lnTo>
                  <a:pt x="54632" y="61732"/>
                </a:lnTo>
                <a:lnTo>
                  <a:pt x="86256" y="88376"/>
                </a:lnTo>
                <a:cubicBezTo>
                  <a:pt x="91496" y="92787"/>
                  <a:pt x="100001" y="88845"/>
                  <a:pt x="100001" y="81992"/>
                </a:cubicBezTo>
                <a:lnTo>
                  <a:pt x="100001" y="18013"/>
                </a:lnTo>
                <a:cubicBezTo>
                  <a:pt x="100001" y="13303"/>
                  <a:pt x="95979" y="9968"/>
                  <a:pt x="91765" y="977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5" name="Белый — SVG 26">
            <a:extLst>
              <a:ext uri="{FF2B5EF4-FFF2-40B4-BE49-F238E27FC236}">
                <a16:creationId xmlns:a16="http://schemas.microsoft.com/office/drawing/2014/main" id="{7A63689B-F16E-B34D-BA7B-6F819D777D0C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5 h 127583"/>
              <a:gd name="csX2" fmla="*/ 0 w 127600"/>
              <a:gd name="csY2" fmla="*/ 108089 h 127583"/>
              <a:gd name="csX3" fmla="*/ 19497 w 127600"/>
              <a:gd name="csY3" fmla="*/ 127583 h 127583"/>
              <a:gd name="csX4" fmla="*/ 108103 w 127600"/>
              <a:gd name="csY4" fmla="*/ 127583 h 127583"/>
              <a:gd name="csX5" fmla="*/ 127601 w 127600"/>
              <a:gd name="csY5" fmla="*/ 108089 h 127583"/>
              <a:gd name="csX6" fmla="*/ 127601 w 127600"/>
              <a:gd name="csY6" fmla="*/ 19495 h 127583"/>
              <a:gd name="csX7" fmla="*/ 108103 w 127600"/>
              <a:gd name="csY7" fmla="*/ 0 h 127583"/>
              <a:gd name="csX8" fmla="*/ 19497 w 127600"/>
              <a:gd name="csY8" fmla="*/ 0 h 127583"/>
              <a:gd name="csX9" fmla="*/ 44150 w 127600"/>
              <a:gd name="csY9" fmla="*/ 35978 h 127583"/>
              <a:gd name="csX10" fmla="*/ 46770 w 127600"/>
              <a:gd name="csY10" fmla="*/ 36608 h 127583"/>
              <a:gd name="csX11" fmla="*/ 89508 w 127600"/>
              <a:gd name="csY11" fmla="*/ 59097 h 127583"/>
              <a:gd name="csX12" fmla="*/ 92349 w 127600"/>
              <a:gd name="csY12" fmla="*/ 63792 h 127583"/>
              <a:gd name="csX13" fmla="*/ 89508 w 127600"/>
              <a:gd name="csY13" fmla="*/ 68487 h 127583"/>
              <a:gd name="csX14" fmla="*/ 46770 w 127600"/>
              <a:gd name="csY14" fmla="*/ 90975 h 127583"/>
              <a:gd name="csX15" fmla="*/ 44303 w 127600"/>
              <a:gd name="csY15" fmla="*/ 91605 h 127583"/>
              <a:gd name="csX16" fmla="*/ 41564 w 127600"/>
              <a:gd name="csY16" fmla="*/ 90822 h 127583"/>
              <a:gd name="csX17" fmla="*/ 38995 w 127600"/>
              <a:gd name="csY17" fmla="*/ 86280 h 127583"/>
              <a:gd name="csX18" fmla="*/ 38995 w 127600"/>
              <a:gd name="csY18" fmla="*/ 41303 h 127583"/>
              <a:gd name="csX19" fmla="*/ 41564 w 127600"/>
              <a:gd name="csY19" fmla="*/ 36761 h 127583"/>
              <a:gd name="csX20" fmla="*/ 44150 w 127600"/>
              <a:gd name="csY20" fmla="*/ 35978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93" y="7"/>
                  <a:pt x="0" y="6899"/>
                  <a:pt x="0" y="15285"/>
                </a:cubicBezTo>
                <a:lnTo>
                  <a:pt x="0" y="84716"/>
                </a:lnTo>
                <a:cubicBezTo>
                  <a:pt x="0" y="93101"/>
                  <a:pt x="6893" y="99993"/>
                  <a:pt x="15280" y="99993"/>
                </a:cubicBezTo>
                <a:lnTo>
                  <a:pt x="84720" y="99993"/>
                </a:lnTo>
                <a:cubicBezTo>
                  <a:pt x="93107" y="99993"/>
                  <a:pt x="100001" y="93101"/>
                  <a:pt x="100001" y="84716"/>
                </a:cubicBezTo>
                <a:lnTo>
                  <a:pt x="100001" y="15285"/>
                </a:lnTo>
                <a:cubicBezTo>
                  <a:pt x="100001" y="6899"/>
                  <a:pt x="93107" y="7"/>
                  <a:pt x="84720" y="7"/>
                </a:cubicBezTo>
                <a:lnTo>
                  <a:pt x="15280" y="7"/>
                </a:lnTo>
                <a:close/>
                <a:moveTo>
                  <a:pt x="34600" y="28203"/>
                </a:moveTo>
                <a:cubicBezTo>
                  <a:pt x="35306" y="28189"/>
                  <a:pt x="36013" y="28350"/>
                  <a:pt x="36654" y="28696"/>
                </a:cubicBezTo>
                <a:lnTo>
                  <a:pt x="70147" y="46321"/>
                </a:lnTo>
                <a:cubicBezTo>
                  <a:pt x="71520" y="47040"/>
                  <a:pt x="72374" y="48454"/>
                  <a:pt x="72374" y="50000"/>
                </a:cubicBezTo>
                <a:cubicBezTo>
                  <a:pt x="72374" y="51547"/>
                  <a:pt x="71520" y="52960"/>
                  <a:pt x="70147" y="53680"/>
                </a:cubicBezTo>
                <a:lnTo>
                  <a:pt x="36654" y="71304"/>
                </a:lnTo>
                <a:cubicBezTo>
                  <a:pt x="36053" y="71624"/>
                  <a:pt x="35387" y="71797"/>
                  <a:pt x="34720" y="71797"/>
                </a:cubicBezTo>
                <a:cubicBezTo>
                  <a:pt x="33973" y="71797"/>
                  <a:pt x="33240" y="71598"/>
                  <a:pt x="32574" y="71184"/>
                </a:cubicBezTo>
                <a:cubicBezTo>
                  <a:pt x="31306" y="70424"/>
                  <a:pt x="30560" y="69091"/>
                  <a:pt x="30560" y="67624"/>
                </a:cubicBezTo>
                <a:lnTo>
                  <a:pt x="30560" y="32376"/>
                </a:lnTo>
                <a:cubicBezTo>
                  <a:pt x="30560" y="30909"/>
                  <a:pt x="31306" y="29576"/>
                  <a:pt x="32574" y="28816"/>
                </a:cubicBezTo>
                <a:cubicBezTo>
                  <a:pt x="33200" y="28430"/>
                  <a:pt x="33893" y="28229"/>
                  <a:pt x="34600" y="282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6" name="Белый — SVG 27">
            <a:extLst>
              <a:ext uri="{FF2B5EF4-FFF2-40B4-BE49-F238E27FC236}">
                <a16:creationId xmlns:a16="http://schemas.microsoft.com/office/drawing/2014/main" id="{44953BAE-3292-9547-9969-1F4E27ECD1F7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113433 w 120510"/>
              <a:gd name="csY0" fmla="*/ 63792 h 120489"/>
              <a:gd name="csX1" fmla="*/ 120510 w 120510"/>
              <a:gd name="csY1" fmla="*/ 56698 h 120489"/>
              <a:gd name="csX2" fmla="*/ 120510 w 120510"/>
              <a:gd name="csY2" fmla="*/ 7093 h 120489"/>
              <a:gd name="csX3" fmla="*/ 120374 w 120510"/>
              <a:gd name="csY3" fmla="*/ 5699 h 120489"/>
              <a:gd name="csX4" fmla="*/ 120204 w 120510"/>
              <a:gd name="csY4" fmla="*/ 5086 h 120489"/>
              <a:gd name="csX5" fmla="*/ 119983 w 120510"/>
              <a:gd name="csY5" fmla="*/ 4372 h 120489"/>
              <a:gd name="csX6" fmla="*/ 119609 w 120510"/>
              <a:gd name="csY6" fmla="*/ 3674 h 120489"/>
              <a:gd name="csX7" fmla="*/ 119319 w 120510"/>
              <a:gd name="csY7" fmla="*/ 3164 h 120489"/>
              <a:gd name="csX8" fmla="*/ 117363 w 120510"/>
              <a:gd name="csY8" fmla="*/ 1191 h 120489"/>
              <a:gd name="csX9" fmla="*/ 116835 w 120510"/>
              <a:gd name="csY9" fmla="*/ 902 h 120489"/>
              <a:gd name="csX10" fmla="*/ 116138 w 120510"/>
              <a:gd name="csY10" fmla="*/ 544 h 120489"/>
              <a:gd name="csX11" fmla="*/ 115423 w 120510"/>
              <a:gd name="csY11" fmla="*/ 323 h 120489"/>
              <a:gd name="csX12" fmla="*/ 114811 w 120510"/>
              <a:gd name="csY12" fmla="*/ 136 h 120489"/>
              <a:gd name="csX13" fmla="*/ 113433 w 120510"/>
              <a:gd name="csY13" fmla="*/ 0 h 120489"/>
              <a:gd name="csX14" fmla="*/ 63805 w 120510"/>
              <a:gd name="csY14" fmla="*/ 0 h 120489"/>
              <a:gd name="csX15" fmla="*/ 56710 w 120510"/>
              <a:gd name="csY15" fmla="*/ 7093 h 120489"/>
              <a:gd name="csX16" fmla="*/ 63805 w 120510"/>
              <a:gd name="csY16" fmla="*/ 14170 h 120489"/>
              <a:gd name="csX17" fmla="*/ 96317 w 120510"/>
              <a:gd name="csY17" fmla="*/ 14170 h 120489"/>
              <a:gd name="csX18" fmla="*/ 2080 w 120510"/>
              <a:gd name="csY18" fmla="*/ 108395 h 120489"/>
              <a:gd name="csX19" fmla="*/ 2080 w 120510"/>
              <a:gd name="csY19" fmla="*/ 118414 h 120489"/>
              <a:gd name="csX20" fmla="*/ 7099 w 120510"/>
              <a:gd name="csY20" fmla="*/ 120490 h 120489"/>
              <a:gd name="csX21" fmla="*/ 12101 w 120510"/>
              <a:gd name="csY21" fmla="*/ 118414 h 120489"/>
              <a:gd name="csX22" fmla="*/ 106338 w 120510"/>
              <a:gd name="csY22" fmla="*/ 24190 h 120489"/>
              <a:gd name="csX23" fmla="*/ 106338 w 120510"/>
              <a:gd name="csY23" fmla="*/ 56698 h 120489"/>
              <a:gd name="csX24" fmla="*/ 113433 w 120510"/>
              <a:gd name="csY24" fmla="*/ 63792 h 120489"/>
            </a:gdLst>
            <a:ahLst/>
            <a:cxnLst/>
            <a:rect l="l" t="t" r="r" b="b"/>
            <a:pathLst>
              <a:path w="100000" h="100000">
                <a:moveTo>
                  <a:pt x="94127" y="52944"/>
                </a:moveTo>
                <a:cubicBezTo>
                  <a:pt x="97374" y="52944"/>
                  <a:pt x="100000" y="50303"/>
                  <a:pt x="100000" y="47057"/>
                </a:cubicBezTo>
                <a:lnTo>
                  <a:pt x="100000" y="5895"/>
                </a:lnTo>
                <a:cubicBezTo>
                  <a:pt x="100000" y="5500"/>
                  <a:pt x="99958" y="5119"/>
                  <a:pt x="99887" y="4738"/>
                </a:cubicBezTo>
                <a:cubicBezTo>
                  <a:pt x="99859" y="4554"/>
                  <a:pt x="99788" y="4399"/>
                  <a:pt x="99746" y="4229"/>
                </a:cubicBezTo>
                <a:cubicBezTo>
                  <a:pt x="99676" y="4032"/>
                  <a:pt x="99633" y="3834"/>
                  <a:pt x="99563" y="3637"/>
                </a:cubicBezTo>
                <a:cubicBezTo>
                  <a:pt x="99478" y="3439"/>
                  <a:pt x="99365" y="3256"/>
                  <a:pt x="99252" y="3057"/>
                </a:cubicBezTo>
                <a:cubicBezTo>
                  <a:pt x="99182" y="2916"/>
                  <a:pt x="99110" y="2761"/>
                  <a:pt x="99012" y="2634"/>
                </a:cubicBezTo>
                <a:cubicBezTo>
                  <a:pt x="98588" y="1984"/>
                  <a:pt x="98024" y="1434"/>
                  <a:pt x="97389" y="997"/>
                </a:cubicBezTo>
                <a:cubicBezTo>
                  <a:pt x="97248" y="898"/>
                  <a:pt x="97092" y="842"/>
                  <a:pt x="96950" y="757"/>
                </a:cubicBezTo>
                <a:cubicBezTo>
                  <a:pt x="96753" y="658"/>
                  <a:pt x="96570" y="531"/>
                  <a:pt x="96372" y="460"/>
                </a:cubicBezTo>
                <a:cubicBezTo>
                  <a:pt x="96175" y="375"/>
                  <a:pt x="95976" y="333"/>
                  <a:pt x="95779" y="277"/>
                </a:cubicBezTo>
                <a:cubicBezTo>
                  <a:pt x="95609" y="220"/>
                  <a:pt x="95454" y="164"/>
                  <a:pt x="95271" y="122"/>
                </a:cubicBezTo>
                <a:cubicBezTo>
                  <a:pt x="94889" y="51"/>
                  <a:pt x="94508" y="9"/>
                  <a:pt x="94127" y="9"/>
                </a:cubicBezTo>
                <a:lnTo>
                  <a:pt x="52946" y="9"/>
                </a:lnTo>
                <a:cubicBezTo>
                  <a:pt x="49698" y="9"/>
                  <a:pt x="47058" y="2648"/>
                  <a:pt x="47058" y="5895"/>
                </a:cubicBezTo>
                <a:cubicBezTo>
                  <a:pt x="47058" y="9142"/>
                  <a:pt x="49698" y="11767"/>
                  <a:pt x="52946" y="11767"/>
                </a:cubicBezTo>
                <a:lnTo>
                  <a:pt x="79924" y="11767"/>
                </a:lnTo>
                <a:lnTo>
                  <a:pt x="1726" y="89956"/>
                </a:lnTo>
                <a:cubicBezTo>
                  <a:pt x="-575" y="92257"/>
                  <a:pt x="-575" y="95982"/>
                  <a:pt x="1726" y="98269"/>
                </a:cubicBezTo>
                <a:cubicBezTo>
                  <a:pt x="2869" y="99427"/>
                  <a:pt x="4380" y="99992"/>
                  <a:pt x="5891" y="99992"/>
                </a:cubicBezTo>
                <a:cubicBezTo>
                  <a:pt x="7387" y="99992"/>
                  <a:pt x="8898" y="99427"/>
                  <a:pt x="10041" y="98269"/>
                </a:cubicBezTo>
                <a:lnTo>
                  <a:pt x="88240" y="20082"/>
                </a:lnTo>
                <a:lnTo>
                  <a:pt x="88240" y="47057"/>
                </a:lnTo>
                <a:cubicBezTo>
                  <a:pt x="88240" y="50303"/>
                  <a:pt x="90880" y="52944"/>
                  <a:pt x="94127" y="5294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7" name="Белый — SVG 28">
            <a:extLst>
              <a:ext uri="{FF2B5EF4-FFF2-40B4-BE49-F238E27FC236}">
                <a16:creationId xmlns:a16="http://schemas.microsoft.com/office/drawing/2014/main" id="{9519FFA2-3287-ED4E-B4FB-8F247FA42061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31901 w 134798"/>
              <a:gd name="csY0" fmla="*/ 1 h 127686"/>
              <a:gd name="csX1" fmla="*/ 1 w 134798"/>
              <a:gd name="csY1" fmla="*/ 31897 h 127686"/>
              <a:gd name="csX2" fmla="*/ 1 w 134798"/>
              <a:gd name="csY2" fmla="*/ 120491 h 127686"/>
              <a:gd name="csX3" fmla="*/ 512 w 134798"/>
              <a:gd name="csY3" fmla="*/ 123246 h 127686"/>
              <a:gd name="csX4" fmla="*/ 2043 w 134798"/>
              <a:gd name="csY4" fmla="*/ 125577 h 127686"/>
              <a:gd name="csX5" fmla="*/ 4357 w 134798"/>
              <a:gd name="csY5" fmla="*/ 127142 h 127686"/>
              <a:gd name="csX6" fmla="*/ 7096 w 134798"/>
              <a:gd name="csY6" fmla="*/ 127687 h 127686"/>
              <a:gd name="csX7" fmla="*/ 9835 w 134798"/>
              <a:gd name="csY7" fmla="*/ 127142 h 127686"/>
              <a:gd name="csX8" fmla="*/ 12132 w 134798"/>
              <a:gd name="csY8" fmla="*/ 125577 h 127686"/>
              <a:gd name="csX9" fmla="*/ 13663 w 134798"/>
              <a:gd name="csY9" fmla="*/ 123246 h 127686"/>
              <a:gd name="csX10" fmla="*/ 14173 w 134798"/>
              <a:gd name="csY10" fmla="*/ 120491 h 127686"/>
              <a:gd name="csX11" fmla="*/ 14173 w 134798"/>
              <a:gd name="csY11" fmla="*/ 31897 h 127686"/>
              <a:gd name="csX12" fmla="*/ 31901 w 134798"/>
              <a:gd name="csY12" fmla="*/ 14171 h 127686"/>
              <a:gd name="csX13" fmla="*/ 49629 w 134798"/>
              <a:gd name="csY13" fmla="*/ 31897 h 127686"/>
              <a:gd name="csX14" fmla="*/ 49629 w 134798"/>
              <a:gd name="csY14" fmla="*/ 95689 h 127686"/>
              <a:gd name="csX15" fmla="*/ 81529 w 134798"/>
              <a:gd name="csY15" fmla="*/ 127584 h 127686"/>
              <a:gd name="csX16" fmla="*/ 113430 w 134798"/>
              <a:gd name="csY16" fmla="*/ 95689 h 127686"/>
              <a:gd name="csX17" fmla="*/ 113430 w 134798"/>
              <a:gd name="csY17" fmla="*/ 24208 h 127686"/>
              <a:gd name="csX18" fmla="*/ 122583 w 134798"/>
              <a:gd name="csY18" fmla="*/ 33360 h 127686"/>
              <a:gd name="csX19" fmla="*/ 124897 w 134798"/>
              <a:gd name="csY19" fmla="*/ 34959 h 127686"/>
              <a:gd name="csX20" fmla="*/ 127636 w 134798"/>
              <a:gd name="csY20" fmla="*/ 35537 h 127686"/>
              <a:gd name="csX21" fmla="*/ 130392 w 134798"/>
              <a:gd name="csY21" fmla="*/ 35027 h 127686"/>
              <a:gd name="csX22" fmla="*/ 132723 w 134798"/>
              <a:gd name="csY22" fmla="*/ 33462 h 127686"/>
              <a:gd name="csX23" fmla="*/ 134271 w 134798"/>
              <a:gd name="csY23" fmla="*/ 31131 h 127686"/>
              <a:gd name="csX24" fmla="*/ 134798 w 134798"/>
              <a:gd name="csY24" fmla="*/ 28375 h 127686"/>
              <a:gd name="csX25" fmla="*/ 134220 w 134798"/>
              <a:gd name="csY25" fmla="*/ 25637 h 127686"/>
              <a:gd name="csX26" fmla="*/ 132621 w 134798"/>
              <a:gd name="csY26" fmla="*/ 23340 h 127686"/>
              <a:gd name="csX27" fmla="*/ 111354 w 134798"/>
              <a:gd name="csY27" fmla="*/ 2076 h 127686"/>
              <a:gd name="csX28" fmla="*/ 109006 w 134798"/>
              <a:gd name="csY28" fmla="*/ 529 h 127686"/>
              <a:gd name="csX29" fmla="*/ 106233 w 134798"/>
              <a:gd name="csY29" fmla="*/ 1 h 127686"/>
              <a:gd name="csX30" fmla="*/ 101316 w 134798"/>
              <a:gd name="csY30" fmla="*/ 2076 h 127686"/>
              <a:gd name="csX31" fmla="*/ 80049 w 134798"/>
              <a:gd name="csY31" fmla="*/ 23340 h 127686"/>
              <a:gd name="csX32" fmla="*/ 78467 w 134798"/>
              <a:gd name="csY32" fmla="*/ 25637 h 127686"/>
              <a:gd name="csX33" fmla="*/ 77872 w 134798"/>
              <a:gd name="csY33" fmla="*/ 28375 h 127686"/>
              <a:gd name="csX34" fmla="*/ 78399 w 134798"/>
              <a:gd name="csY34" fmla="*/ 31131 h 127686"/>
              <a:gd name="csX35" fmla="*/ 79947 w 134798"/>
              <a:gd name="csY35" fmla="*/ 33462 h 127686"/>
              <a:gd name="csX36" fmla="*/ 82295 w 134798"/>
              <a:gd name="csY36" fmla="*/ 35027 h 127686"/>
              <a:gd name="csX37" fmla="*/ 85034 w 134798"/>
              <a:gd name="csY37" fmla="*/ 35537 h 127686"/>
              <a:gd name="csX38" fmla="*/ 87773 w 134798"/>
              <a:gd name="csY38" fmla="*/ 34959 h 127686"/>
              <a:gd name="csX39" fmla="*/ 90087 w 134798"/>
              <a:gd name="csY39" fmla="*/ 33360 h 127686"/>
              <a:gd name="csX40" fmla="*/ 99240 w 134798"/>
              <a:gd name="csY40" fmla="*/ 24208 h 127686"/>
              <a:gd name="csX41" fmla="*/ 99240 w 134798"/>
              <a:gd name="csY41" fmla="*/ 95689 h 127686"/>
              <a:gd name="csX42" fmla="*/ 81529 w 134798"/>
              <a:gd name="csY42" fmla="*/ 113414 h 127686"/>
              <a:gd name="csX43" fmla="*/ 63801 w 134798"/>
              <a:gd name="csY43" fmla="*/ 95689 h 127686"/>
              <a:gd name="csX44" fmla="*/ 63801 w 134798"/>
              <a:gd name="csY44" fmla="*/ 31897 h 127686"/>
              <a:gd name="csX45" fmla="*/ 31901 w 134798"/>
              <a:gd name="csY45" fmla="*/ 1 h 127686"/>
            </a:gdLst>
            <a:ahLst/>
            <a:cxnLst/>
            <a:rect l="l" t="t" r="r" b="b"/>
            <a:pathLst>
              <a:path w="100000" h="100000">
                <a:moveTo>
                  <a:pt x="23666" y="2639"/>
                </a:moveTo>
                <a:cubicBezTo>
                  <a:pt x="10653" y="2639"/>
                  <a:pt x="1" y="13290"/>
                  <a:pt x="1" y="26301"/>
                </a:cubicBezTo>
                <a:lnTo>
                  <a:pt x="1" y="92024"/>
                </a:lnTo>
                <a:cubicBezTo>
                  <a:pt x="-12" y="92731"/>
                  <a:pt x="114" y="93412"/>
                  <a:pt x="380" y="94068"/>
                </a:cubicBezTo>
                <a:cubicBezTo>
                  <a:pt x="645" y="94712"/>
                  <a:pt x="1023" y="95305"/>
                  <a:pt x="1516" y="95797"/>
                </a:cubicBezTo>
                <a:cubicBezTo>
                  <a:pt x="2007" y="96289"/>
                  <a:pt x="2588" y="96681"/>
                  <a:pt x="3232" y="96958"/>
                </a:cubicBezTo>
                <a:cubicBezTo>
                  <a:pt x="3875" y="97223"/>
                  <a:pt x="4557" y="97363"/>
                  <a:pt x="5264" y="97363"/>
                </a:cubicBezTo>
                <a:cubicBezTo>
                  <a:pt x="5958" y="97363"/>
                  <a:pt x="6652" y="97223"/>
                  <a:pt x="7296" y="96958"/>
                </a:cubicBezTo>
                <a:cubicBezTo>
                  <a:pt x="7927" y="96681"/>
                  <a:pt x="8520" y="96289"/>
                  <a:pt x="9000" y="95797"/>
                </a:cubicBezTo>
                <a:cubicBezTo>
                  <a:pt x="9492" y="95305"/>
                  <a:pt x="9884" y="94712"/>
                  <a:pt x="10136" y="94068"/>
                </a:cubicBezTo>
                <a:cubicBezTo>
                  <a:pt x="10401" y="93412"/>
                  <a:pt x="10527" y="92731"/>
                  <a:pt x="10514" y="92024"/>
                </a:cubicBezTo>
                <a:lnTo>
                  <a:pt x="10514" y="26301"/>
                </a:lnTo>
                <a:cubicBezTo>
                  <a:pt x="10514" y="18981"/>
                  <a:pt x="16345" y="13151"/>
                  <a:pt x="23666" y="13151"/>
                </a:cubicBezTo>
                <a:cubicBezTo>
                  <a:pt x="30986" y="13151"/>
                  <a:pt x="36817" y="18981"/>
                  <a:pt x="36817" y="26301"/>
                </a:cubicBezTo>
                <a:lnTo>
                  <a:pt x="36817" y="73625"/>
                </a:lnTo>
                <a:cubicBezTo>
                  <a:pt x="36817" y="86636"/>
                  <a:pt x="47470" y="97286"/>
                  <a:pt x="60482" y="97286"/>
                </a:cubicBezTo>
                <a:cubicBezTo>
                  <a:pt x="73483" y="97286"/>
                  <a:pt x="84148" y="86636"/>
                  <a:pt x="84148" y="73625"/>
                </a:cubicBezTo>
                <a:lnTo>
                  <a:pt x="84148" y="20597"/>
                </a:lnTo>
                <a:lnTo>
                  <a:pt x="90938" y="27386"/>
                </a:lnTo>
                <a:cubicBezTo>
                  <a:pt x="91430" y="27891"/>
                  <a:pt x="92011" y="28295"/>
                  <a:pt x="92655" y="28572"/>
                </a:cubicBezTo>
                <a:cubicBezTo>
                  <a:pt x="93298" y="28850"/>
                  <a:pt x="93980" y="29001"/>
                  <a:pt x="94687" y="29001"/>
                </a:cubicBezTo>
                <a:cubicBezTo>
                  <a:pt x="95380" y="29014"/>
                  <a:pt x="96075" y="28875"/>
                  <a:pt x="96731" y="28623"/>
                </a:cubicBezTo>
                <a:cubicBezTo>
                  <a:pt x="97375" y="28358"/>
                  <a:pt x="97955" y="27966"/>
                  <a:pt x="98461" y="27462"/>
                </a:cubicBezTo>
                <a:cubicBezTo>
                  <a:pt x="98953" y="26970"/>
                  <a:pt x="99344" y="26389"/>
                  <a:pt x="99609" y="25733"/>
                </a:cubicBezTo>
                <a:cubicBezTo>
                  <a:pt x="99874" y="25089"/>
                  <a:pt x="100000" y="24395"/>
                  <a:pt x="100000" y="23688"/>
                </a:cubicBezTo>
                <a:cubicBezTo>
                  <a:pt x="99987" y="22994"/>
                  <a:pt x="99849" y="22301"/>
                  <a:pt x="99571" y="21657"/>
                </a:cubicBezTo>
                <a:cubicBezTo>
                  <a:pt x="99294" y="21013"/>
                  <a:pt x="98889" y="20445"/>
                  <a:pt x="98385" y="19953"/>
                </a:cubicBezTo>
                <a:lnTo>
                  <a:pt x="82608" y="4178"/>
                </a:lnTo>
                <a:cubicBezTo>
                  <a:pt x="82103" y="3686"/>
                  <a:pt x="81510" y="3295"/>
                  <a:pt x="80866" y="3030"/>
                </a:cubicBezTo>
                <a:cubicBezTo>
                  <a:pt x="80210" y="2765"/>
                  <a:pt x="79516" y="2626"/>
                  <a:pt x="78809" y="2639"/>
                </a:cubicBezTo>
                <a:cubicBezTo>
                  <a:pt x="77446" y="2664"/>
                  <a:pt x="76133" y="3206"/>
                  <a:pt x="75161" y="4178"/>
                </a:cubicBezTo>
                <a:lnTo>
                  <a:pt x="59384" y="19953"/>
                </a:lnTo>
                <a:cubicBezTo>
                  <a:pt x="58880" y="20445"/>
                  <a:pt x="58488" y="21013"/>
                  <a:pt x="58211" y="21657"/>
                </a:cubicBezTo>
                <a:cubicBezTo>
                  <a:pt x="57933" y="22301"/>
                  <a:pt x="57782" y="22994"/>
                  <a:pt x="57769" y="23688"/>
                </a:cubicBezTo>
                <a:cubicBezTo>
                  <a:pt x="57769" y="24395"/>
                  <a:pt x="57896" y="25089"/>
                  <a:pt x="58160" y="25733"/>
                </a:cubicBezTo>
                <a:cubicBezTo>
                  <a:pt x="58425" y="26389"/>
                  <a:pt x="58817" y="26970"/>
                  <a:pt x="59309" y="27462"/>
                </a:cubicBezTo>
                <a:cubicBezTo>
                  <a:pt x="59814" y="27966"/>
                  <a:pt x="60394" y="28358"/>
                  <a:pt x="61051" y="28623"/>
                </a:cubicBezTo>
                <a:cubicBezTo>
                  <a:pt x="61695" y="28875"/>
                  <a:pt x="62389" y="29014"/>
                  <a:pt x="63083" y="29001"/>
                </a:cubicBezTo>
                <a:cubicBezTo>
                  <a:pt x="63790" y="29001"/>
                  <a:pt x="64471" y="28850"/>
                  <a:pt x="65114" y="28572"/>
                </a:cubicBezTo>
                <a:cubicBezTo>
                  <a:pt x="65758" y="28295"/>
                  <a:pt x="66339" y="27891"/>
                  <a:pt x="66831" y="27386"/>
                </a:cubicBezTo>
                <a:lnTo>
                  <a:pt x="73621" y="20597"/>
                </a:lnTo>
                <a:lnTo>
                  <a:pt x="73621" y="73625"/>
                </a:lnTo>
                <a:cubicBezTo>
                  <a:pt x="73621" y="80944"/>
                  <a:pt x="67803" y="86774"/>
                  <a:pt x="60482" y="86774"/>
                </a:cubicBezTo>
                <a:cubicBezTo>
                  <a:pt x="53150" y="86774"/>
                  <a:pt x="47331" y="80944"/>
                  <a:pt x="47331" y="73625"/>
                </a:cubicBezTo>
                <a:lnTo>
                  <a:pt x="47331" y="26301"/>
                </a:lnTo>
                <a:cubicBezTo>
                  <a:pt x="47331" y="13290"/>
                  <a:pt x="36679" y="2639"/>
                  <a:pt x="23666" y="263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8" name="Чёрный — SVG 1">
            <a:extLst>
              <a:ext uri="{FF2B5EF4-FFF2-40B4-BE49-F238E27FC236}">
                <a16:creationId xmlns:a16="http://schemas.microsoft.com/office/drawing/2014/main" id="{64922FB0-A929-7742-8DF3-1508A6BC29B3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77973 w 156166"/>
              <a:gd name="csY0" fmla="*/ 1 h 156129"/>
              <a:gd name="csX1" fmla="*/ 72987 w 156166"/>
              <a:gd name="csY1" fmla="*/ 2144 h 156129"/>
              <a:gd name="csX2" fmla="*/ 70997 w 156166"/>
              <a:gd name="csY2" fmla="*/ 7180 h 156129"/>
              <a:gd name="csX3" fmla="*/ 70997 w 156166"/>
              <a:gd name="csY3" fmla="*/ 11109 h 156129"/>
              <a:gd name="csX4" fmla="*/ 11110 w 156166"/>
              <a:gd name="csY4" fmla="*/ 70971 h 156129"/>
              <a:gd name="csX5" fmla="*/ 7197 w 156166"/>
              <a:gd name="csY5" fmla="*/ 70971 h 156129"/>
              <a:gd name="csX6" fmla="*/ 4441 w 156166"/>
              <a:gd name="csY6" fmla="*/ 71482 h 156129"/>
              <a:gd name="csX7" fmla="*/ 2110 w 156166"/>
              <a:gd name="csY7" fmla="*/ 73013 h 156129"/>
              <a:gd name="csX8" fmla="*/ 545 w 156166"/>
              <a:gd name="csY8" fmla="*/ 75326 h 156129"/>
              <a:gd name="csX9" fmla="*/ 0 w 156166"/>
              <a:gd name="csY9" fmla="*/ 78065 h 156129"/>
              <a:gd name="csX10" fmla="*/ 545 w 156166"/>
              <a:gd name="csY10" fmla="*/ 80804 h 156129"/>
              <a:gd name="csX11" fmla="*/ 2110 w 156166"/>
              <a:gd name="csY11" fmla="*/ 83118 h 156129"/>
              <a:gd name="csX12" fmla="*/ 4441 w 156166"/>
              <a:gd name="csY12" fmla="*/ 84648 h 156129"/>
              <a:gd name="csX13" fmla="*/ 7197 w 156166"/>
              <a:gd name="csY13" fmla="*/ 85159 h 156129"/>
              <a:gd name="csX14" fmla="*/ 11110 w 156166"/>
              <a:gd name="csY14" fmla="*/ 85159 h 156129"/>
              <a:gd name="csX15" fmla="*/ 70997 w 156166"/>
              <a:gd name="csY15" fmla="*/ 145021 h 156129"/>
              <a:gd name="csX16" fmla="*/ 70997 w 156166"/>
              <a:gd name="csY16" fmla="*/ 148950 h 156129"/>
              <a:gd name="csX17" fmla="*/ 71507 w 156166"/>
              <a:gd name="csY17" fmla="*/ 151689 h 156129"/>
              <a:gd name="csX18" fmla="*/ 73038 w 156166"/>
              <a:gd name="csY18" fmla="*/ 154020 h 156129"/>
              <a:gd name="csX19" fmla="*/ 75335 w 156166"/>
              <a:gd name="csY19" fmla="*/ 155585 h 156129"/>
              <a:gd name="csX20" fmla="*/ 78074 w 156166"/>
              <a:gd name="csY20" fmla="*/ 156129 h 156129"/>
              <a:gd name="csX21" fmla="*/ 80814 w 156166"/>
              <a:gd name="csY21" fmla="*/ 155585 h 156129"/>
              <a:gd name="csX22" fmla="*/ 83128 w 156166"/>
              <a:gd name="csY22" fmla="*/ 154020 h 156129"/>
              <a:gd name="csX23" fmla="*/ 84659 w 156166"/>
              <a:gd name="csY23" fmla="*/ 151689 h 156129"/>
              <a:gd name="csX24" fmla="*/ 85169 w 156166"/>
              <a:gd name="csY24" fmla="*/ 148950 h 156129"/>
              <a:gd name="csX25" fmla="*/ 85169 w 156166"/>
              <a:gd name="csY25" fmla="*/ 145021 h 156129"/>
              <a:gd name="csX26" fmla="*/ 145039 w 156166"/>
              <a:gd name="csY26" fmla="*/ 85159 h 156129"/>
              <a:gd name="csX27" fmla="*/ 148970 w 156166"/>
              <a:gd name="csY27" fmla="*/ 85159 h 156129"/>
              <a:gd name="csX28" fmla="*/ 151708 w 156166"/>
              <a:gd name="csY28" fmla="*/ 84648 h 156129"/>
              <a:gd name="csX29" fmla="*/ 154039 w 156166"/>
              <a:gd name="csY29" fmla="*/ 83118 h 156129"/>
              <a:gd name="csX30" fmla="*/ 155605 w 156166"/>
              <a:gd name="csY30" fmla="*/ 80804 h 156129"/>
              <a:gd name="csX31" fmla="*/ 156166 w 156166"/>
              <a:gd name="csY31" fmla="*/ 78065 h 156129"/>
              <a:gd name="csX32" fmla="*/ 155605 w 156166"/>
              <a:gd name="csY32" fmla="*/ 75326 h 156129"/>
              <a:gd name="csX33" fmla="*/ 154039 w 156166"/>
              <a:gd name="csY33" fmla="*/ 73013 h 156129"/>
              <a:gd name="csX34" fmla="*/ 151708 w 156166"/>
              <a:gd name="csY34" fmla="*/ 71482 h 156129"/>
              <a:gd name="csX35" fmla="*/ 148970 w 156166"/>
              <a:gd name="csY35" fmla="*/ 70971 h 156129"/>
              <a:gd name="csX36" fmla="*/ 145039 w 156166"/>
              <a:gd name="csY36" fmla="*/ 70971 h 156129"/>
              <a:gd name="csX37" fmla="*/ 85169 w 156166"/>
              <a:gd name="csY37" fmla="*/ 11109 h 156129"/>
              <a:gd name="csX38" fmla="*/ 85169 w 156166"/>
              <a:gd name="csY38" fmla="*/ 7180 h 156129"/>
              <a:gd name="csX39" fmla="*/ 84642 w 156166"/>
              <a:gd name="csY39" fmla="*/ 4424 h 156129"/>
              <a:gd name="csX40" fmla="*/ 83094 w 156166"/>
              <a:gd name="csY40" fmla="*/ 2076 h 156129"/>
              <a:gd name="csX41" fmla="*/ 80746 w 156166"/>
              <a:gd name="csY41" fmla="*/ 529 h 156129"/>
              <a:gd name="csX42" fmla="*/ 77973 w 156166"/>
              <a:gd name="csY42" fmla="*/ 1 h 156129"/>
              <a:gd name="csX43" fmla="*/ 70997 w 156166"/>
              <a:gd name="csY43" fmla="*/ 25433 h 156129"/>
              <a:gd name="csX44" fmla="*/ 70997 w 156166"/>
              <a:gd name="csY44" fmla="*/ 32594 h 156129"/>
              <a:gd name="csX45" fmla="*/ 32598 w 156166"/>
              <a:gd name="csY45" fmla="*/ 70971 h 156129"/>
              <a:gd name="csX46" fmla="*/ 25435 w 156166"/>
              <a:gd name="csY46" fmla="*/ 70971 h 156129"/>
              <a:gd name="csX47" fmla="*/ 70997 w 156166"/>
              <a:gd name="csY47" fmla="*/ 25433 h 156129"/>
              <a:gd name="csX48" fmla="*/ 85169 w 156166"/>
              <a:gd name="csY48" fmla="*/ 25433 h 156129"/>
              <a:gd name="csX49" fmla="*/ 130714 w 156166"/>
              <a:gd name="csY49" fmla="*/ 70971 h 156129"/>
              <a:gd name="csX50" fmla="*/ 123552 w 156166"/>
              <a:gd name="csY50" fmla="*/ 70971 h 156129"/>
              <a:gd name="csX51" fmla="*/ 85169 w 156166"/>
              <a:gd name="csY51" fmla="*/ 32594 h 156129"/>
              <a:gd name="csX52" fmla="*/ 85169 w 156166"/>
              <a:gd name="csY52" fmla="*/ 25433 h 156129"/>
              <a:gd name="csX53" fmla="*/ 70997 w 156166"/>
              <a:gd name="csY53" fmla="*/ 46969 h 156129"/>
              <a:gd name="csX54" fmla="*/ 70997 w 156166"/>
              <a:gd name="csY54" fmla="*/ 49707 h 156129"/>
              <a:gd name="csX55" fmla="*/ 71507 w 156166"/>
              <a:gd name="csY55" fmla="*/ 52463 h 156129"/>
              <a:gd name="csX56" fmla="*/ 73038 w 156166"/>
              <a:gd name="csY56" fmla="*/ 54794 h 156129"/>
              <a:gd name="csX57" fmla="*/ 75335 w 156166"/>
              <a:gd name="csY57" fmla="*/ 56359 h 156129"/>
              <a:gd name="csX58" fmla="*/ 78074 w 156166"/>
              <a:gd name="csY58" fmla="*/ 56903 h 156129"/>
              <a:gd name="csX59" fmla="*/ 80814 w 156166"/>
              <a:gd name="csY59" fmla="*/ 56359 h 156129"/>
              <a:gd name="csX60" fmla="*/ 83128 w 156166"/>
              <a:gd name="csY60" fmla="*/ 54794 h 156129"/>
              <a:gd name="csX61" fmla="*/ 84659 w 156166"/>
              <a:gd name="csY61" fmla="*/ 52463 h 156129"/>
              <a:gd name="csX62" fmla="*/ 85169 w 156166"/>
              <a:gd name="csY62" fmla="*/ 49707 h 156129"/>
              <a:gd name="csX63" fmla="*/ 85169 w 156166"/>
              <a:gd name="csY63" fmla="*/ 46969 h 156129"/>
              <a:gd name="csX64" fmla="*/ 109175 w 156166"/>
              <a:gd name="csY64" fmla="*/ 70971 h 156129"/>
              <a:gd name="csX65" fmla="*/ 106436 w 156166"/>
              <a:gd name="csY65" fmla="*/ 70971 h 156129"/>
              <a:gd name="csX66" fmla="*/ 103697 w 156166"/>
              <a:gd name="csY66" fmla="*/ 71482 h 156129"/>
              <a:gd name="csX67" fmla="*/ 101349 w 156166"/>
              <a:gd name="csY67" fmla="*/ 73013 h 156129"/>
              <a:gd name="csX68" fmla="*/ 99801 w 156166"/>
              <a:gd name="csY68" fmla="*/ 75326 h 156129"/>
              <a:gd name="csX69" fmla="*/ 99239 w 156166"/>
              <a:gd name="csY69" fmla="*/ 78065 h 156129"/>
              <a:gd name="csX70" fmla="*/ 99801 w 156166"/>
              <a:gd name="csY70" fmla="*/ 80804 h 156129"/>
              <a:gd name="csX71" fmla="*/ 101349 w 156166"/>
              <a:gd name="csY71" fmla="*/ 83118 h 156129"/>
              <a:gd name="csX72" fmla="*/ 103697 w 156166"/>
              <a:gd name="csY72" fmla="*/ 84648 h 156129"/>
              <a:gd name="csX73" fmla="*/ 106436 w 156166"/>
              <a:gd name="csY73" fmla="*/ 85159 h 156129"/>
              <a:gd name="csX74" fmla="*/ 109175 w 156166"/>
              <a:gd name="csY74" fmla="*/ 85159 h 156129"/>
              <a:gd name="csX75" fmla="*/ 85169 w 156166"/>
              <a:gd name="csY75" fmla="*/ 109161 h 156129"/>
              <a:gd name="csX76" fmla="*/ 85169 w 156166"/>
              <a:gd name="csY76" fmla="*/ 106423 h 156129"/>
              <a:gd name="csX77" fmla="*/ 84642 w 156166"/>
              <a:gd name="csY77" fmla="*/ 103650 h 156129"/>
              <a:gd name="csX78" fmla="*/ 83094 w 156166"/>
              <a:gd name="csY78" fmla="*/ 101302 h 156129"/>
              <a:gd name="csX79" fmla="*/ 80746 w 156166"/>
              <a:gd name="csY79" fmla="*/ 99754 h 156129"/>
              <a:gd name="csX80" fmla="*/ 77973 w 156166"/>
              <a:gd name="csY80" fmla="*/ 99227 h 156129"/>
              <a:gd name="csX81" fmla="*/ 72987 w 156166"/>
              <a:gd name="csY81" fmla="*/ 101387 h 156129"/>
              <a:gd name="csX82" fmla="*/ 70997 w 156166"/>
              <a:gd name="csY82" fmla="*/ 106423 h 156129"/>
              <a:gd name="csX83" fmla="*/ 70997 w 156166"/>
              <a:gd name="csY83" fmla="*/ 109161 h 156129"/>
              <a:gd name="csX84" fmla="*/ 46974 w 156166"/>
              <a:gd name="csY84" fmla="*/ 85159 h 156129"/>
              <a:gd name="csX85" fmla="*/ 49730 w 156166"/>
              <a:gd name="csY85" fmla="*/ 85159 h 156129"/>
              <a:gd name="csX86" fmla="*/ 52470 w 156166"/>
              <a:gd name="csY86" fmla="*/ 84648 h 156129"/>
              <a:gd name="csX87" fmla="*/ 54800 w 156166"/>
              <a:gd name="csY87" fmla="*/ 83118 h 156129"/>
              <a:gd name="csX88" fmla="*/ 56365 w 156166"/>
              <a:gd name="csY88" fmla="*/ 80804 h 156129"/>
              <a:gd name="csX89" fmla="*/ 56910 w 156166"/>
              <a:gd name="csY89" fmla="*/ 78065 h 156129"/>
              <a:gd name="csX90" fmla="*/ 56365 w 156166"/>
              <a:gd name="csY90" fmla="*/ 75326 h 156129"/>
              <a:gd name="csX91" fmla="*/ 54800 w 156166"/>
              <a:gd name="csY91" fmla="*/ 73013 h 156129"/>
              <a:gd name="csX92" fmla="*/ 52470 w 156166"/>
              <a:gd name="csY92" fmla="*/ 71482 h 156129"/>
              <a:gd name="csX93" fmla="*/ 49730 w 156166"/>
              <a:gd name="csY93" fmla="*/ 70971 h 156129"/>
              <a:gd name="csX94" fmla="*/ 46974 w 156166"/>
              <a:gd name="csY94" fmla="*/ 70971 h 156129"/>
              <a:gd name="csX95" fmla="*/ 70997 w 156166"/>
              <a:gd name="csY95" fmla="*/ 46969 h 156129"/>
              <a:gd name="csX96" fmla="*/ 78074 w 156166"/>
              <a:gd name="csY96" fmla="*/ 63895 h 156129"/>
              <a:gd name="csX97" fmla="*/ 63902 w 156166"/>
              <a:gd name="csY97" fmla="*/ 78065 h 156129"/>
              <a:gd name="csX98" fmla="*/ 78074 w 156166"/>
              <a:gd name="csY98" fmla="*/ 92235 h 156129"/>
              <a:gd name="csX99" fmla="*/ 92264 w 156166"/>
              <a:gd name="csY99" fmla="*/ 78065 h 156129"/>
              <a:gd name="csX100" fmla="*/ 78074 w 156166"/>
              <a:gd name="csY100" fmla="*/ 63895 h 156129"/>
              <a:gd name="csX101" fmla="*/ 25435 w 156166"/>
              <a:gd name="csY101" fmla="*/ 85159 h 156129"/>
              <a:gd name="csX102" fmla="*/ 32598 w 156166"/>
              <a:gd name="csY102" fmla="*/ 85159 h 156129"/>
              <a:gd name="csX103" fmla="*/ 70997 w 156166"/>
              <a:gd name="csY103" fmla="*/ 123536 h 156129"/>
              <a:gd name="csX104" fmla="*/ 70997 w 156166"/>
              <a:gd name="csY104" fmla="*/ 130698 h 156129"/>
              <a:gd name="csX105" fmla="*/ 25435 w 156166"/>
              <a:gd name="csY105" fmla="*/ 85159 h 156129"/>
              <a:gd name="csX106" fmla="*/ 123552 w 156166"/>
              <a:gd name="csY106" fmla="*/ 85159 h 156129"/>
              <a:gd name="csX107" fmla="*/ 130714 w 156166"/>
              <a:gd name="csY107" fmla="*/ 85159 h 156129"/>
              <a:gd name="csX108" fmla="*/ 85169 w 156166"/>
              <a:gd name="csY108" fmla="*/ 130698 h 156129"/>
              <a:gd name="csX109" fmla="*/ 85169 w 156166"/>
              <a:gd name="csY109" fmla="*/ 123536 h 156129"/>
              <a:gd name="csX110" fmla="*/ 123552 w 156166"/>
              <a:gd name="csY110" fmla="*/ 85159 h 156129"/>
            </a:gdLst>
            <a:ahLst/>
            <a:cxnLst/>
            <a:rect l="l" t="t" r="r" b="b"/>
            <a:pathLst>
              <a:path w="100000" h="100000">
                <a:moveTo>
                  <a:pt x="49930" y="12"/>
                </a:moveTo>
                <a:cubicBezTo>
                  <a:pt x="48731" y="34"/>
                  <a:pt x="47576" y="525"/>
                  <a:pt x="46737" y="1385"/>
                </a:cubicBezTo>
                <a:cubicBezTo>
                  <a:pt x="45898" y="2245"/>
                  <a:pt x="45441" y="3411"/>
                  <a:pt x="45463" y="4610"/>
                </a:cubicBezTo>
                <a:lnTo>
                  <a:pt x="45463" y="7125"/>
                </a:lnTo>
                <a:cubicBezTo>
                  <a:pt x="25308" y="9249"/>
                  <a:pt x="9238" y="25317"/>
                  <a:pt x="7114" y="45458"/>
                </a:cubicBezTo>
                <a:lnTo>
                  <a:pt x="4609" y="45458"/>
                </a:lnTo>
                <a:cubicBezTo>
                  <a:pt x="3998" y="45458"/>
                  <a:pt x="3410" y="45567"/>
                  <a:pt x="2844" y="45785"/>
                </a:cubicBezTo>
                <a:cubicBezTo>
                  <a:pt x="2288" y="46014"/>
                  <a:pt x="1776" y="46351"/>
                  <a:pt x="1351" y="46765"/>
                </a:cubicBezTo>
                <a:cubicBezTo>
                  <a:pt x="926" y="47190"/>
                  <a:pt x="588" y="47691"/>
                  <a:pt x="349" y="48246"/>
                </a:cubicBezTo>
                <a:cubicBezTo>
                  <a:pt x="120" y="48802"/>
                  <a:pt x="0" y="49402"/>
                  <a:pt x="0" y="50000"/>
                </a:cubicBezTo>
                <a:cubicBezTo>
                  <a:pt x="0" y="50600"/>
                  <a:pt x="120" y="51198"/>
                  <a:pt x="349" y="51754"/>
                </a:cubicBezTo>
                <a:cubicBezTo>
                  <a:pt x="588" y="52309"/>
                  <a:pt x="926" y="52811"/>
                  <a:pt x="1351" y="53236"/>
                </a:cubicBezTo>
                <a:cubicBezTo>
                  <a:pt x="1776" y="53661"/>
                  <a:pt x="2288" y="53987"/>
                  <a:pt x="2844" y="54216"/>
                </a:cubicBezTo>
                <a:cubicBezTo>
                  <a:pt x="3410" y="54433"/>
                  <a:pt x="3998" y="54554"/>
                  <a:pt x="4609" y="54543"/>
                </a:cubicBezTo>
                <a:lnTo>
                  <a:pt x="7114" y="54543"/>
                </a:lnTo>
                <a:cubicBezTo>
                  <a:pt x="9238" y="74684"/>
                  <a:pt x="25308" y="90751"/>
                  <a:pt x="45463" y="92875"/>
                </a:cubicBezTo>
                <a:lnTo>
                  <a:pt x="45463" y="95391"/>
                </a:lnTo>
                <a:cubicBezTo>
                  <a:pt x="45452" y="95990"/>
                  <a:pt x="45560" y="96589"/>
                  <a:pt x="45789" y="97145"/>
                </a:cubicBezTo>
                <a:cubicBezTo>
                  <a:pt x="46007" y="97701"/>
                  <a:pt x="46345" y="98212"/>
                  <a:pt x="46769" y="98638"/>
                </a:cubicBezTo>
                <a:cubicBezTo>
                  <a:pt x="47184" y="99073"/>
                  <a:pt x="47685" y="99411"/>
                  <a:pt x="48240" y="99640"/>
                </a:cubicBezTo>
                <a:cubicBezTo>
                  <a:pt x="48796" y="99868"/>
                  <a:pt x="49396" y="99988"/>
                  <a:pt x="49994" y="99988"/>
                </a:cubicBezTo>
                <a:cubicBezTo>
                  <a:pt x="50594" y="99988"/>
                  <a:pt x="51193" y="99868"/>
                  <a:pt x="51749" y="99640"/>
                </a:cubicBezTo>
                <a:cubicBezTo>
                  <a:pt x="52304" y="99411"/>
                  <a:pt x="52805" y="99073"/>
                  <a:pt x="53231" y="98638"/>
                </a:cubicBezTo>
                <a:cubicBezTo>
                  <a:pt x="53655" y="98212"/>
                  <a:pt x="53982" y="97701"/>
                  <a:pt x="54211" y="97145"/>
                </a:cubicBezTo>
                <a:cubicBezTo>
                  <a:pt x="54440" y="96589"/>
                  <a:pt x="54548" y="95990"/>
                  <a:pt x="54537" y="95391"/>
                </a:cubicBezTo>
                <a:lnTo>
                  <a:pt x="54537" y="92875"/>
                </a:lnTo>
                <a:cubicBezTo>
                  <a:pt x="74681" y="90751"/>
                  <a:pt x="90751" y="74684"/>
                  <a:pt x="92875" y="54543"/>
                </a:cubicBezTo>
                <a:lnTo>
                  <a:pt x="95392" y="54543"/>
                </a:lnTo>
                <a:cubicBezTo>
                  <a:pt x="95991" y="54554"/>
                  <a:pt x="96590" y="54433"/>
                  <a:pt x="97145" y="54216"/>
                </a:cubicBezTo>
                <a:cubicBezTo>
                  <a:pt x="97701" y="53987"/>
                  <a:pt x="98213" y="53661"/>
                  <a:pt x="98638" y="53236"/>
                </a:cubicBezTo>
                <a:cubicBezTo>
                  <a:pt x="99074" y="52811"/>
                  <a:pt x="99412" y="52309"/>
                  <a:pt x="99641" y="51754"/>
                </a:cubicBezTo>
                <a:cubicBezTo>
                  <a:pt x="99880" y="51198"/>
                  <a:pt x="100000" y="50600"/>
                  <a:pt x="100000" y="50000"/>
                </a:cubicBezTo>
                <a:cubicBezTo>
                  <a:pt x="100000" y="49402"/>
                  <a:pt x="99880" y="48802"/>
                  <a:pt x="99641" y="48246"/>
                </a:cubicBezTo>
                <a:cubicBezTo>
                  <a:pt x="99412" y="47691"/>
                  <a:pt x="99074" y="47190"/>
                  <a:pt x="98638" y="46765"/>
                </a:cubicBezTo>
                <a:cubicBezTo>
                  <a:pt x="98213" y="46351"/>
                  <a:pt x="97701" y="46014"/>
                  <a:pt x="97145" y="45785"/>
                </a:cubicBezTo>
                <a:cubicBezTo>
                  <a:pt x="96590" y="45567"/>
                  <a:pt x="95991" y="45458"/>
                  <a:pt x="95392" y="45458"/>
                </a:cubicBezTo>
                <a:lnTo>
                  <a:pt x="92875" y="45458"/>
                </a:lnTo>
                <a:cubicBezTo>
                  <a:pt x="90751" y="25317"/>
                  <a:pt x="74681" y="9249"/>
                  <a:pt x="54537" y="7125"/>
                </a:cubicBezTo>
                <a:lnTo>
                  <a:pt x="54537" y="4610"/>
                </a:lnTo>
                <a:cubicBezTo>
                  <a:pt x="54548" y="4010"/>
                  <a:pt x="54429" y="3401"/>
                  <a:pt x="54200" y="2845"/>
                </a:cubicBezTo>
                <a:cubicBezTo>
                  <a:pt x="53971" y="2279"/>
                  <a:pt x="53633" y="1766"/>
                  <a:pt x="53209" y="1341"/>
                </a:cubicBezTo>
                <a:cubicBezTo>
                  <a:pt x="52773" y="917"/>
                  <a:pt x="52260" y="568"/>
                  <a:pt x="51705" y="351"/>
                </a:cubicBezTo>
                <a:cubicBezTo>
                  <a:pt x="51139" y="121"/>
                  <a:pt x="50539" y="2"/>
                  <a:pt x="49930" y="12"/>
                </a:cubicBezTo>
                <a:close/>
                <a:moveTo>
                  <a:pt x="45463" y="16298"/>
                </a:moveTo>
                <a:lnTo>
                  <a:pt x="45463" y="20883"/>
                </a:lnTo>
                <a:cubicBezTo>
                  <a:pt x="32846" y="22855"/>
                  <a:pt x="22846" y="32854"/>
                  <a:pt x="20874" y="45458"/>
                </a:cubicBezTo>
                <a:lnTo>
                  <a:pt x="16287" y="45458"/>
                </a:lnTo>
                <a:cubicBezTo>
                  <a:pt x="18303" y="30262"/>
                  <a:pt x="30254" y="18313"/>
                  <a:pt x="45463" y="16298"/>
                </a:cubicBezTo>
                <a:close/>
                <a:moveTo>
                  <a:pt x="54537" y="16298"/>
                </a:moveTo>
                <a:cubicBezTo>
                  <a:pt x="69735" y="18313"/>
                  <a:pt x="81687" y="30262"/>
                  <a:pt x="83702" y="45458"/>
                </a:cubicBezTo>
                <a:lnTo>
                  <a:pt x="79116" y="45458"/>
                </a:lnTo>
                <a:cubicBezTo>
                  <a:pt x="77144" y="32854"/>
                  <a:pt x="67153" y="22855"/>
                  <a:pt x="54537" y="20883"/>
                </a:cubicBezTo>
                <a:lnTo>
                  <a:pt x="54537" y="16298"/>
                </a:lnTo>
                <a:close/>
                <a:moveTo>
                  <a:pt x="45463" y="30088"/>
                </a:moveTo>
                <a:lnTo>
                  <a:pt x="45463" y="31841"/>
                </a:lnTo>
                <a:cubicBezTo>
                  <a:pt x="45452" y="32452"/>
                  <a:pt x="45560" y="33040"/>
                  <a:pt x="45789" y="33606"/>
                </a:cubicBezTo>
                <a:cubicBezTo>
                  <a:pt x="46007" y="34162"/>
                  <a:pt x="46345" y="34674"/>
                  <a:pt x="46769" y="35099"/>
                </a:cubicBezTo>
                <a:cubicBezTo>
                  <a:pt x="47184" y="35523"/>
                  <a:pt x="47685" y="35861"/>
                  <a:pt x="48240" y="36101"/>
                </a:cubicBezTo>
                <a:cubicBezTo>
                  <a:pt x="48796" y="36330"/>
                  <a:pt x="49396" y="36449"/>
                  <a:pt x="49994" y="36449"/>
                </a:cubicBezTo>
                <a:cubicBezTo>
                  <a:pt x="50594" y="36449"/>
                  <a:pt x="51193" y="36330"/>
                  <a:pt x="51749" y="36101"/>
                </a:cubicBezTo>
                <a:cubicBezTo>
                  <a:pt x="52304" y="35861"/>
                  <a:pt x="52805" y="35523"/>
                  <a:pt x="53231" y="35099"/>
                </a:cubicBezTo>
                <a:cubicBezTo>
                  <a:pt x="53655" y="34674"/>
                  <a:pt x="53982" y="34162"/>
                  <a:pt x="54211" y="33606"/>
                </a:cubicBezTo>
                <a:cubicBezTo>
                  <a:pt x="54440" y="33040"/>
                  <a:pt x="54548" y="32452"/>
                  <a:pt x="54537" y="31841"/>
                </a:cubicBezTo>
                <a:lnTo>
                  <a:pt x="54537" y="30088"/>
                </a:lnTo>
                <a:cubicBezTo>
                  <a:pt x="62197" y="31809"/>
                  <a:pt x="68188" y="37800"/>
                  <a:pt x="69910" y="45458"/>
                </a:cubicBezTo>
                <a:lnTo>
                  <a:pt x="68156" y="45458"/>
                </a:lnTo>
                <a:cubicBezTo>
                  <a:pt x="67556" y="45458"/>
                  <a:pt x="66957" y="45567"/>
                  <a:pt x="66402" y="45785"/>
                </a:cubicBezTo>
                <a:cubicBezTo>
                  <a:pt x="65835" y="46014"/>
                  <a:pt x="65334" y="46351"/>
                  <a:pt x="64898" y="46765"/>
                </a:cubicBezTo>
                <a:cubicBezTo>
                  <a:pt x="64473" y="47190"/>
                  <a:pt x="64136" y="47691"/>
                  <a:pt x="63907" y="48246"/>
                </a:cubicBezTo>
                <a:cubicBezTo>
                  <a:pt x="63667" y="48802"/>
                  <a:pt x="63547" y="49402"/>
                  <a:pt x="63547" y="50000"/>
                </a:cubicBezTo>
                <a:cubicBezTo>
                  <a:pt x="63547" y="50600"/>
                  <a:pt x="63667" y="51198"/>
                  <a:pt x="63907" y="51754"/>
                </a:cubicBezTo>
                <a:cubicBezTo>
                  <a:pt x="64136" y="52309"/>
                  <a:pt x="64473" y="52811"/>
                  <a:pt x="64898" y="53236"/>
                </a:cubicBezTo>
                <a:cubicBezTo>
                  <a:pt x="65334" y="53661"/>
                  <a:pt x="65835" y="53987"/>
                  <a:pt x="66402" y="54216"/>
                </a:cubicBezTo>
                <a:cubicBezTo>
                  <a:pt x="66957" y="54433"/>
                  <a:pt x="67556" y="54554"/>
                  <a:pt x="68156" y="54543"/>
                </a:cubicBezTo>
                <a:lnTo>
                  <a:pt x="69910" y="54543"/>
                </a:lnTo>
                <a:cubicBezTo>
                  <a:pt x="68188" y="62201"/>
                  <a:pt x="62197" y="68192"/>
                  <a:pt x="54537" y="69912"/>
                </a:cubicBezTo>
                <a:lnTo>
                  <a:pt x="54537" y="68159"/>
                </a:lnTo>
                <a:cubicBezTo>
                  <a:pt x="54548" y="67549"/>
                  <a:pt x="54429" y="66950"/>
                  <a:pt x="54200" y="66384"/>
                </a:cubicBezTo>
                <a:cubicBezTo>
                  <a:pt x="53971" y="65828"/>
                  <a:pt x="53633" y="65316"/>
                  <a:pt x="53209" y="64880"/>
                </a:cubicBezTo>
                <a:cubicBezTo>
                  <a:pt x="52773" y="64455"/>
                  <a:pt x="52260" y="64118"/>
                  <a:pt x="51705" y="63889"/>
                </a:cubicBezTo>
                <a:cubicBezTo>
                  <a:pt x="51139" y="63660"/>
                  <a:pt x="50539" y="63551"/>
                  <a:pt x="49930" y="63551"/>
                </a:cubicBezTo>
                <a:cubicBezTo>
                  <a:pt x="48731" y="63573"/>
                  <a:pt x="47576" y="64063"/>
                  <a:pt x="46737" y="64934"/>
                </a:cubicBezTo>
                <a:cubicBezTo>
                  <a:pt x="45898" y="65795"/>
                  <a:pt x="45441" y="66950"/>
                  <a:pt x="45463" y="68159"/>
                </a:cubicBezTo>
                <a:lnTo>
                  <a:pt x="45463" y="69912"/>
                </a:lnTo>
                <a:cubicBezTo>
                  <a:pt x="37792" y="68192"/>
                  <a:pt x="31812" y="62201"/>
                  <a:pt x="30080" y="54543"/>
                </a:cubicBezTo>
                <a:lnTo>
                  <a:pt x="31844" y="54543"/>
                </a:lnTo>
                <a:cubicBezTo>
                  <a:pt x="32444" y="54554"/>
                  <a:pt x="33043" y="54433"/>
                  <a:pt x="33599" y="54216"/>
                </a:cubicBezTo>
                <a:cubicBezTo>
                  <a:pt x="34154" y="53987"/>
                  <a:pt x="34666" y="53661"/>
                  <a:pt x="35091" y="53236"/>
                </a:cubicBezTo>
                <a:cubicBezTo>
                  <a:pt x="35516" y="52811"/>
                  <a:pt x="35864" y="52309"/>
                  <a:pt x="36093" y="51754"/>
                </a:cubicBezTo>
                <a:cubicBezTo>
                  <a:pt x="36322" y="51198"/>
                  <a:pt x="36442" y="50600"/>
                  <a:pt x="36442" y="50000"/>
                </a:cubicBezTo>
                <a:cubicBezTo>
                  <a:pt x="36442" y="49402"/>
                  <a:pt x="36322" y="48802"/>
                  <a:pt x="36093" y="48246"/>
                </a:cubicBezTo>
                <a:cubicBezTo>
                  <a:pt x="35864" y="47691"/>
                  <a:pt x="35516" y="47190"/>
                  <a:pt x="35091" y="46765"/>
                </a:cubicBezTo>
                <a:cubicBezTo>
                  <a:pt x="34666" y="46351"/>
                  <a:pt x="34154" y="46014"/>
                  <a:pt x="33599" y="45785"/>
                </a:cubicBezTo>
                <a:cubicBezTo>
                  <a:pt x="33043" y="45567"/>
                  <a:pt x="32444" y="45458"/>
                  <a:pt x="31844" y="45458"/>
                </a:cubicBezTo>
                <a:lnTo>
                  <a:pt x="30080" y="45458"/>
                </a:lnTo>
                <a:cubicBezTo>
                  <a:pt x="31812" y="37800"/>
                  <a:pt x="37792" y="31809"/>
                  <a:pt x="45463" y="30088"/>
                </a:cubicBezTo>
                <a:close/>
                <a:moveTo>
                  <a:pt x="49994" y="40927"/>
                </a:moveTo>
                <a:cubicBezTo>
                  <a:pt x="44983" y="40927"/>
                  <a:pt x="40919" y="44990"/>
                  <a:pt x="40919" y="50000"/>
                </a:cubicBezTo>
                <a:cubicBezTo>
                  <a:pt x="40919" y="55011"/>
                  <a:pt x="44983" y="59074"/>
                  <a:pt x="49994" y="59074"/>
                </a:cubicBezTo>
                <a:cubicBezTo>
                  <a:pt x="55006" y="59074"/>
                  <a:pt x="59081" y="55011"/>
                  <a:pt x="59081" y="50000"/>
                </a:cubicBezTo>
                <a:cubicBezTo>
                  <a:pt x="59081" y="44990"/>
                  <a:pt x="55006" y="40927"/>
                  <a:pt x="49994" y="40927"/>
                </a:cubicBezTo>
                <a:close/>
                <a:moveTo>
                  <a:pt x="16287" y="54543"/>
                </a:moveTo>
                <a:lnTo>
                  <a:pt x="20874" y="54543"/>
                </a:lnTo>
                <a:cubicBezTo>
                  <a:pt x="22846" y="67156"/>
                  <a:pt x="32846" y="77146"/>
                  <a:pt x="45463" y="79117"/>
                </a:cubicBezTo>
                <a:lnTo>
                  <a:pt x="45463" y="83704"/>
                </a:lnTo>
                <a:cubicBezTo>
                  <a:pt x="30254" y="81688"/>
                  <a:pt x="18303" y="69738"/>
                  <a:pt x="16287" y="54543"/>
                </a:cubicBezTo>
                <a:close/>
                <a:moveTo>
                  <a:pt x="79116" y="54543"/>
                </a:moveTo>
                <a:lnTo>
                  <a:pt x="83702" y="54543"/>
                </a:lnTo>
                <a:cubicBezTo>
                  <a:pt x="81687" y="69738"/>
                  <a:pt x="69735" y="81688"/>
                  <a:pt x="54537" y="83704"/>
                </a:cubicBezTo>
                <a:lnTo>
                  <a:pt x="54537" y="79117"/>
                </a:lnTo>
                <a:cubicBezTo>
                  <a:pt x="67153" y="77146"/>
                  <a:pt x="77144" y="67156"/>
                  <a:pt x="79116" y="5454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19" name="Чёрный — SVG 2">
            <a:extLst>
              <a:ext uri="{FF2B5EF4-FFF2-40B4-BE49-F238E27FC236}">
                <a16:creationId xmlns:a16="http://schemas.microsoft.com/office/drawing/2014/main" id="{DAB130F0-5F3B-BD43-BEB9-9B55BA6862BA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5317 w 127602"/>
              <a:gd name="csY0" fmla="*/ 70871 h 99229"/>
              <a:gd name="csX1" fmla="*/ 74434 w 127602"/>
              <a:gd name="csY1" fmla="*/ 70871 h 99229"/>
              <a:gd name="csX2" fmla="*/ 74434 w 127602"/>
              <a:gd name="csY2" fmla="*/ 93921 h 99229"/>
              <a:gd name="csX3" fmla="*/ 77815 w 127602"/>
              <a:gd name="csY3" fmla="*/ 98872 h 99229"/>
              <a:gd name="csX4" fmla="*/ 79750 w 127602"/>
              <a:gd name="csY4" fmla="*/ 99229 h 99229"/>
              <a:gd name="csX5" fmla="*/ 83660 w 127602"/>
              <a:gd name="csY5" fmla="*/ 97528 h 99229"/>
              <a:gd name="csX6" fmla="*/ 126193 w 127602"/>
              <a:gd name="csY6" fmla="*/ 51445 h 99229"/>
              <a:gd name="csX7" fmla="*/ 126045 w 127602"/>
              <a:gd name="csY7" fmla="*/ 44079 h 99229"/>
              <a:gd name="csX8" fmla="*/ 83511 w 127602"/>
              <a:gd name="csY8" fmla="*/ 1551 h 99229"/>
              <a:gd name="csX9" fmla="*/ 77716 w 127602"/>
              <a:gd name="csY9" fmla="*/ 411 h 99229"/>
              <a:gd name="csX10" fmla="*/ 74434 w 127602"/>
              <a:gd name="csY10" fmla="*/ 5311 h 99229"/>
              <a:gd name="csX11" fmla="*/ 74434 w 127602"/>
              <a:gd name="csY11" fmla="*/ 28344 h 99229"/>
              <a:gd name="csX12" fmla="*/ 5317 w 127602"/>
              <a:gd name="csY12" fmla="*/ 28344 h 99229"/>
              <a:gd name="csX13" fmla="*/ 0 w 127602"/>
              <a:gd name="csY13" fmla="*/ 33668 h 99229"/>
              <a:gd name="csX14" fmla="*/ 0 w 127602"/>
              <a:gd name="csY14" fmla="*/ 65564 h 99229"/>
              <a:gd name="csX15" fmla="*/ 5317 w 127602"/>
              <a:gd name="csY15" fmla="*/ 70871 h 99229"/>
            </a:gdLst>
            <a:ahLst/>
            <a:cxnLst/>
            <a:rect l="l" t="t" r="r" b="b"/>
            <a:pathLst>
              <a:path w="100000" h="100000">
                <a:moveTo>
                  <a:pt x="4167" y="66658"/>
                </a:moveTo>
                <a:lnTo>
                  <a:pt x="58333" y="66658"/>
                </a:lnTo>
                <a:lnTo>
                  <a:pt x="58333" y="84722"/>
                </a:lnTo>
                <a:cubicBezTo>
                  <a:pt x="58333" y="86429"/>
                  <a:pt x="59385" y="87976"/>
                  <a:pt x="60983" y="88602"/>
                </a:cubicBezTo>
                <a:cubicBezTo>
                  <a:pt x="61474" y="88789"/>
                  <a:pt x="61988" y="88882"/>
                  <a:pt x="62499" y="88882"/>
                </a:cubicBezTo>
                <a:cubicBezTo>
                  <a:pt x="63639" y="88882"/>
                  <a:pt x="64758" y="88416"/>
                  <a:pt x="65563" y="87549"/>
                </a:cubicBezTo>
                <a:lnTo>
                  <a:pt x="98896" y="51435"/>
                </a:lnTo>
                <a:cubicBezTo>
                  <a:pt x="100413" y="49794"/>
                  <a:pt x="100360" y="47248"/>
                  <a:pt x="98780" y="45662"/>
                </a:cubicBezTo>
                <a:lnTo>
                  <a:pt x="65446" y="12333"/>
                </a:lnTo>
                <a:cubicBezTo>
                  <a:pt x="64255" y="11147"/>
                  <a:pt x="62461" y="10787"/>
                  <a:pt x="60905" y="11440"/>
                </a:cubicBezTo>
                <a:cubicBezTo>
                  <a:pt x="59346" y="12080"/>
                  <a:pt x="58333" y="13600"/>
                  <a:pt x="58333" y="15280"/>
                </a:cubicBezTo>
                <a:lnTo>
                  <a:pt x="58333" y="33331"/>
                </a:lnTo>
                <a:lnTo>
                  <a:pt x="4167" y="33331"/>
                </a:lnTo>
                <a:cubicBezTo>
                  <a:pt x="1867" y="33331"/>
                  <a:pt x="0" y="35197"/>
                  <a:pt x="0" y="37503"/>
                </a:cubicBezTo>
                <a:lnTo>
                  <a:pt x="0" y="62499"/>
                </a:lnTo>
                <a:cubicBezTo>
                  <a:pt x="0" y="64806"/>
                  <a:pt x="1867" y="66658"/>
                  <a:pt x="4167" y="6665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0" name="Чёрный — SVG 3">
            <a:extLst>
              <a:ext uri="{FF2B5EF4-FFF2-40B4-BE49-F238E27FC236}">
                <a16:creationId xmlns:a16="http://schemas.microsoft.com/office/drawing/2014/main" id="{2487E76A-821E-434B-8FE9-8393F543CA6B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28208 w 141772"/>
              <a:gd name="csY0" fmla="*/ 2 h 131310"/>
              <a:gd name="csX1" fmla="*/ 23342 w 141772"/>
              <a:gd name="csY1" fmla="*/ 2145 h 131310"/>
              <a:gd name="csX2" fmla="*/ 2076 w 141772"/>
              <a:gd name="csY2" fmla="*/ 23409 h 131310"/>
              <a:gd name="csX3" fmla="*/ 0 w 141772"/>
              <a:gd name="csY3" fmla="*/ 28428 h 131310"/>
              <a:gd name="csX4" fmla="*/ 2076 w 141772"/>
              <a:gd name="csY4" fmla="*/ 33446 h 131310"/>
              <a:gd name="csX5" fmla="*/ 23342 w 141772"/>
              <a:gd name="csY5" fmla="*/ 54710 h 131310"/>
              <a:gd name="csX6" fmla="*/ 25639 w 141772"/>
              <a:gd name="csY6" fmla="*/ 56292 h 131310"/>
              <a:gd name="csX7" fmla="*/ 28378 w 141772"/>
              <a:gd name="csY7" fmla="*/ 56887 h 131310"/>
              <a:gd name="csX8" fmla="*/ 31135 w 141772"/>
              <a:gd name="csY8" fmla="*/ 56360 h 131310"/>
              <a:gd name="csX9" fmla="*/ 33465 w 141772"/>
              <a:gd name="csY9" fmla="*/ 54812 h 131310"/>
              <a:gd name="csX10" fmla="*/ 35014 w 141772"/>
              <a:gd name="csY10" fmla="*/ 52464 h 131310"/>
              <a:gd name="csX11" fmla="*/ 35541 w 141772"/>
              <a:gd name="csY11" fmla="*/ 49725 h 131310"/>
              <a:gd name="csX12" fmla="*/ 34963 w 141772"/>
              <a:gd name="csY12" fmla="*/ 46987 h 131310"/>
              <a:gd name="csX13" fmla="*/ 33363 w 141772"/>
              <a:gd name="csY13" fmla="*/ 44673 h 131310"/>
              <a:gd name="csX14" fmla="*/ 24380 w 141772"/>
              <a:gd name="csY14" fmla="*/ 35691 h 131310"/>
              <a:gd name="csX15" fmla="*/ 51329 w 141772"/>
              <a:gd name="csY15" fmla="*/ 42173 h 131310"/>
              <a:gd name="csX16" fmla="*/ 64005 w 141772"/>
              <a:gd name="csY16" fmla="*/ 32629 h 131310"/>
              <a:gd name="csX17" fmla="*/ 24040 w 141772"/>
              <a:gd name="csY17" fmla="*/ 21487 h 131310"/>
              <a:gd name="csX18" fmla="*/ 33363 w 141772"/>
              <a:gd name="csY18" fmla="*/ 12182 h 131310"/>
              <a:gd name="csX19" fmla="*/ 35371 w 141772"/>
              <a:gd name="csY19" fmla="*/ 8491 h 131310"/>
              <a:gd name="csX20" fmla="*/ 34946 w 141772"/>
              <a:gd name="csY20" fmla="*/ 4323 h 131310"/>
              <a:gd name="csX21" fmla="*/ 32257 w 141772"/>
              <a:gd name="csY21" fmla="*/ 1125 h 131310"/>
              <a:gd name="csX22" fmla="*/ 28208 w 141772"/>
              <a:gd name="csY22" fmla="*/ 2 h 131310"/>
              <a:gd name="csX23" fmla="*/ 113344 w 141772"/>
              <a:gd name="csY23" fmla="*/ 2 h 131310"/>
              <a:gd name="csX24" fmla="*/ 109396 w 141772"/>
              <a:gd name="csY24" fmla="*/ 1210 h 131310"/>
              <a:gd name="csX25" fmla="*/ 106776 w 141772"/>
              <a:gd name="csY25" fmla="*/ 4425 h 131310"/>
              <a:gd name="csX26" fmla="*/ 106419 w 141772"/>
              <a:gd name="csY26" fmla="*/ 8542 h 131310"/>
              <a:gd name="csX27" fmla="*/ 108409 w 141772"/>
              <a:gd name="csY27" fmla="*/ 12182 h 131310"/>
              <a:gd name="csX28" fmla="*/ 117699 w 141772"/>
              <a:gd name="csY28" fmla="*/ 21470 h 131310"/>
              <a:gd name="csX29" fmla="*/ 17728 w 141772"/>
              <a:gd name="csY29" fmla="*/ 124115 h 131310"/>
              <a:gd name="csX30" fmla="*/ 18238 w 141772"/>
              <a:gd name="csY30" fmla="*/ 126854 h 131310"/>
              <a:gd name="csX31" fmla="*/ 19770 w 141772"/>
              <a:gd name="csY31" fmla="*/ 129184 h 131310"/>
              <a:gd name="csX32" fmla="*/ 22066 w 141772"/>
              <a:gd name="csY32" fmla="*/ 130750 h 131310"/>
              <a:gd name="csX33" fmla="*/ 24806 w 141772"/>
              <a:gd name="csY33" fmla="*/ 131311 h 131310"/>
              <a:gd name="csX34" fmla="*/ 27545 w 141772"/>
              <a:gd name="csY34" fmla="*/ 130750 h 131310"/>
              <a:gd name="csX35" fmla="*/ 29859 w 141772"/>
              <a:gd name="csY35" fmla="*/ 129184 h 131310"/>
              <a:gd name="csX36" fmla="*/ 31390 w 141772"/>
              <a:gd name="csY36" fmla="*/ 126854 h 131310"/>
              <a:gd name="csX37" fmla="*/ 31900 w 141772"/>
              <a:gd name="csY37" fmla="*/ 124115 h 131310"/>
              <a:gd name="csX38" fmla="*/ 117393 w 141772"/>
              <a:gd name="csY38" fmla="*/ 35691 h 131310"/>
              <a:gd name="csX39" fmla="*/ 108409 w 141772"/>
              <a:gd name="csY39" fmla="*/ 44673 h 131310"/>
              <a:gd name="csX40" fmla="*/ 106810 w 141772"/>
              <a:gd name="csY40" fmla="*/ 46987 h 131310"/>
              <a:gd name="csX41" fmla="*/ 106232 w 141772"/>
              <a:gd name="csY41" fmla="*/ 49725 h 131310"/>
              <a:gd name="csX42" fmla="*/ 106759 w 141772"/>
              <a:gd name="csY42" fmla="*/ 52464 h 131310"/>
              <a:gd name="csX43" fmla="*/ 108307 w 141772"/>
              <a:gd name="csY43" fmla="*/ 54812 h 131310"/>
              <a:gd name="csX44" fmla="*/ 110638 w 141772"/>
              <a:gd name="csY44" fmla="*/ 56360 h 131310"/>
              <a:gd name="csX45" fmla="*/ 113394 w 141772"/>
              <a:gd name="csY45" fmla="*/ 56887 h 131310"/>
              <a:gd name="csX46" fmla="*/ 116134 w 141772"/>
              <a:gd name="csY46" fmla="*/ 56292 h 131310"/>
              <a:gd name="csX47" fmla="*/ 118431 w 141772"/>
              <a:gd name="csY47" fmla="*/ 54710 h 131310"/>
              <a:gd name="csX48" fmla="*/ 139697 w 141772"/>
              <a:gd name="csY48" fmla="*/ 33446 h 131310"/>
              <a:gd name="csX49" fmla="*/ 141773 w 141772"/>
              <a:gd name="csY49" fmla="*/ 28428 h 131310"/>
              <a:gd name="csX50" fmla="*/ 139697 w 141772"/>
              <a:gd name="csY50" fmla="*/ 23409 h 131310"/>
              <a:gd name="csX51" fmla="*/ 118431 w 141772"/>
              <a:gd name="csY51" fmla="*/ 2145 h 131310"/>
              <a:gd name="csX52" fmla="*/ 116099 w 141772"/>
              <a:gd name="csY52" fmla="*/ 564 h 131310"/>
              <a:gd name="csX53" fmla="*/ 113344 w 141772"/>
              <a:gd name="csY53" fmla="*/ 2 h 131310"/>
              <a:gd name="csX54" fmla="*/ 89235 w 141772"/>
              <a:gd name="csY54" fmla="*/ 50372 h 131310"/>
              <a:gd name="csX55" fmla="*/ 76577 w 141772"/>
              <a:gd name="csY55" fmla="*/ 57721 h 131310"/>
              <a:gd name="csX56" fmla="*/ 109873 w 141772"/>
              <a:gd name="csY56" fmla="*/ 124115 h 131310"/>
              <a:gd name="csX57" fmla="*/ 116967 w 141772"/>
              <a:gd name="csY57" fmla="*/ 131209 h 131310"/>
              <a:gd name="csX58" fmla="*/ 124062 w 141772"/>
              <a:gd name="csY58" fmla="*/ 124115 h 131310"/>
              <a:gd name="csX59" fmla="*/ 89235 w 141772"/>
              <a:gd name="csY59" fmla="*/ 50372 h 131310"/>
            </a:gdLst>
            <a:ahLst/>
            <a:cxnLst/>
            <a:rect l="l" t="t" r="r" b="b"/>
            <a:pathLst>
              <a:path w="100000" h="100000">
                <a:moveTo>
                  <a:pt x="19897" y="3691"/>
                </a:moveTo>
                <a:cubicBezTo>
                  <a:pt x="18601" y="3727"/>
                  <a:pt x="17365" y="4279"/>
                  <a:pt x="16464" y="5203"/>
                </a:cubicBezTo>
                <a:lnTo>
                  <a:pt x="1464" y="20201"/>
                </a:lnTo>
                <a:cubicBezTo>
                  <a:pt x="528" y="21137"/>
                  <a:pt x="0" y="22410"/>
                  <a:pt x="0" y="23742"/>
                </a:cubicBezTo>
                <a:cubicBezTo>
                  <a:pt x="0" y="25061"/>
                  <a:pt x="528" y="26333"/>
                  <a:pt x="1464" y="27281"/>
                </a:cubicBezTo>
                <a:lnTo>
                  <a:pt x="16464" y="42280"/>
                </a:lnTo>
                <a:cubicBezTo>
                  <a:pt x="16921" y="42760"/>
                  <a:pt x="17473" y="43132"/>
                  <a:pt x="18085" y="43396"/>
                </a:cubicBezTo>
                <a:cubicBezTo>
                  <a:pt x="18697" y="43660"/>
                  <a:pt x="19356" y="43803"/>
                  <a:pt x="20017" y="43815"/>
                </a:cubicBezTo>
                <a:cubicBezTo>
                  <a:pt x="20689" y="43815"/>
                  <a:pt x="21349" y="43696"/>
                  <a:pt x="21961" y="43444"/>
                </a:cubicBezTo>
                <a:cubicBezTo>
                  <a:pt x="22573" y="43191"/>
                  <a:pt x="23137" y="42819"/>
                  <a:pt x="23605" y="42352"/>
                </a:cubicBezTo>
                <a:cubicBezTo>
                  <a:pt x="24073" y="41872"/>
                  <a:pt x="24446" y="41320"/>
                  <a:pt x="24697" y="40696"/>
                </a:cubicBezTo>
                <a:cubicBezTo>
                  <a:pt x="24949" y="40084"/>
                  <a:pt x="25081" y="39424"/>
                  <a:pt x="25069" y="38764"/>
                </a:cubicBezTo>
                <a:cubicBezTo>
                  <a:pt x="25069" y="38092"/>
                  <a:pt x="24925" y="37432"/>
                  <a:pt x="24661" y="36832"/>
                </a:cubicBezTo>
                <a:cubicBezTo>
                  <a:pt x="24397" y="36220"/>
                  <a:pt x="24013" y="35668"/>
                  <a:pt x="23533" y="35200"/>
                </a:cubicBezTo>
                <a:lnTo>
                  <a:pt x="17197" y="28865"/>
                </a:lnTo>
                <a:cubicBezTo>
                  <a:pt x="23725" y="29285"/>
                  <a:pt x="30134" y="30881"/>
                  <a:pt x="36205" y="33437"/>
                </a:cubicBezTo>
                <a:cubicBezTo>
                  <a:pt x="39038" y="31000"/>
                  <a:pt x="42026" y="28757"/>
                  <a:pt x="45146" y="26705"/>
                </a:cubicBezTo>
                <a:cubicBezTo>
                  <a:pt x="36350" y="22169"/>
                  <a:pt x="26761" y="19362"/>
                  <a:pt x="16957" y="18846"/>
                </a:cubicBezTo>
                <a:lnTo>
                  <a:pt x="23533" y="12282"/>
                </a:lnTo>
                <a:cubicBezTo>
                  <a:pt x="24253" y="11574"/>
                  <a:pt x="24757" y="10675"/>
                  <a:pt x="24949" y="9679"/>
                </a:cubicBezTo>
                <a:cubicBezTo>
                  <a:pt x="25153" y="8695"/>
                  <a:pt x="25045" y="7675"/>
                  <a:pt x="24649" y="6739"/>
                </a:cubicBezTo>
                <a:cubicBezTo>
                  <a:pt x="24265" y="5815"/>
                  <a:pt x="23593" y="5023"/>
                  <a:pt x="22753" y="4483"/>
                </a:cubicBezTo>
                <a:cubicBezTo>
                  <a:pt x="21901" y="3943"/>
                  <a:pt x="20905" y="3667"/>
                  <a:pt x="19897" y="3691"/>
                </a:cubicBezTo>
                <a:close/>
                <a:moveTo>
                  <a:pt x="79948" y="3691"/>
                </a:moveTo>
                <a:cubicBezTo>
                  <a:pt x="78951" y="3691"/>
                  <a:pt x="77979" y="3991"/>
                  <a:pt x="77163" y="4543"/>
                </a:cubicBezTo>
                <a:cubicBezTo>
                  <a:pt x="76335" y="5107"/>
                  <a:pt x="75700" y="5887"/>
                  <a:pt x="75315" y="6811"/>
                </a:cubicBezTo>
                <a:cubicBezTo>
                  <a:pt x="74944" y="7735"/>
                  <a:pt x="74859" y="8743"/>
                  <a:pt x="75063" y="9715"/>
                </a:cubicBezTo>
                <a:cubicBezTo>
                  <a:pt x="75267" y="10699"/>
                  <a:pt x="75759" y="11586"/>
                  <a:pt x="76467" y="12282"/>
                </a:cubicBezTo>
                <a:lnTo>
                  <a:pt x="83020" y="18834"/>
                </a:lnTo>
                <a:cubicBezTo>
                  <a:pt x="46202" y="20694"/>
                  <a:pt x="12505" y="54027"/>
                  <a:pt x="12505" y="91235"/>
                </a:cubicBezTo>
                <a:cubicBezTo>
                  <a:pt x="12493" y="91895"/>
                  <a:pt x="12613" y="92555"/>
                  <a:pt x="12864" y="93167"/>
                </a:cubicBezTo>
                <a:cubicBezTo>
                  <a:pt x="13105" y="93779"/>
                  <a:pt x="13477" y="94343"/>
                  <a:pt x="13945" y="94811"/>
                </a:cubicBezTo>
                <a:cubicBezTo>
                  <a:pt x="14401" y="95291"/>
                  <a:pt x="14953" y="95663"/>
                  <a:pt x="15564" y="95915"/>
                </a:cubicBezTo>
                <a:cubicBezTo>
                  <a:pt x="16177" y="96179"/>
                  <a:pt x="16837" y="96311"/>
                  <a:pt x="17497" y="96311"/>
                </a:cubicBezTo>
                <a:cubicBezTo>
                  <a:pt x="18157" y="96311"/>
                  <a:pt x="18817" y="96179"/>
                  <a:pt x="19429" y="95915"/>
                </a:cubicBezTo>
                <a:cubicBezTo>
                  <a:pt x="20041" y="95663"/>
                  <a:pt x="20593" y="95291"/>
                  <a:pt x="21061" y="94811"/>
                </a:cubicBezTo>
                <a:cubicBezTo>
                  <a:pt x="21529" y="94343"/>
                  <a:pt x="21889" y="93779"/>
                  <a:pt x="22141" y="93167"/>
                </a:cubicBezTo>
                <a:cubicBezTo>
                  <a:pt x="22381" y="92555"/>
                  <a:pt x="22513" y="91895"/>
                  <a:pt x="22501" y="91235"/>
                </a:cubicBezTo>
                <a:cubicBezTo>
                  <a:pt x="22501" y="60506"/>
                  <a:pt x="52118" y="30953"/>
                  <a:pt x="82804" y="28865"/>
                </a:cubicBezTo>
                <a:lnTo>
                  <a:pt x="76467" y="35200"/>
                </a:lnTo>
                <a:cubicBezTo>
                  <a:pt x="75988" y="35668"/>
                  <a:pt x="75603" y="36220"/>
                  <a:pt x="75339" y="36832"/>
                </a:cubicBezTo>
                <a:cubicBezTo>
                  <a:pt x="75075" y="37432"/>
                  <a:pt x="74932" y="38092"/>
                  <a:pt x="74932" y="38764"/>
                </a:cubicBezTo>
                <a:cubicBezTo>
                  <a:pt x="74920" y="39424"/>
                  <a:pt x="75051" y="40084"/>
                  <a:pt x="75303" y="40696"/>
                </a:cubicBezTo>
                <a:cubicBezTo>
                  <a:pt x="75555" y="41320"/>
                  <a:pt x="75928" y="41872"/>
                  <a:pt x="76395" y="42352"/>
                </a:cubicBezTo>
                <a:cubicBezTo>
                  <a:pt x="76864" y="42819"/>
                  <a:pt x="77428" y="43191"/>
                  <a:pt x="78039" y="43444"/>
                </a:cubicBezTo>
                <a:cubicBezTo>
                  <a:pt x="78652" y="43696"/>
                  <a:pt x="79312" y="43815"/>
                  <a:pt x="79983" y="43815"/>
                </a:cubicBezTo>
                <a:cubicBezTo>
                  <a:pt x="80644" y="43803"/>
                  <a:pt x="81304" y="43660"/>
                  <a:pt x="81916" y="43396"/>
                </a:cubicBezTo>
                <a:cubicBezTo>
                  <a:pt x="82528" y="43132"/>
                  <a:pt x="83080" y="42760"/>
                  <a:pt x="83536" y="42280"/>
                </a:cubicBezTo>
                <a:lnTo>
                  <a:pt x="98536" y="27281"/>
                </a:lnTo>
                <a:cubicBezTo>
                  <a:pt x="99472" y="26333"/>
                  <a:pt x="100001" y="25061"/>
                  <a:pt x="100001" y="23742"/>
                </a:cubicBezTo>
                <a:cubicBezTo>
                  <a:pt x="100001" y="22410"/>
                  <a:pt x="99472" y="21137"/>
                  <a:pt x="98536" y="20201"/>
                </a:cubicBezTo>
                <a:lnTo>
                  <a:pt x="83536" y="5203"/>
                </a:lnTo>
                <a:cubicBezTo>
                  <a:pt x="83068" y="4723"/>
                  <a:pt x="82516" y="4351"/>
                  <a:pt x="81891" y="4088"/>
                </a:cubicBezTo>
                <a:cubicBezTo>
                  <a:pt x="81280" y="3823"/>
                  <a:pt x="80620" y="3691"/>
                  <a:pt x="79948" y="3691"/>
                </a:cubicBezTo>
                <a:close/>
                <a:moveTo>
                  <a:pt x="62943" y="39220"/>
                </a:moveTo>
                <a:cubicBezTo>
                  <a:pt x="59847" y="40696"/>
                  <a:pt x="56847" y="42436"/>
                  <a:pt x="54014" y="44404"/>
                </a:cubicBezTo>
                <a:cubicBezTo>
                  <a:pt x="68019" y="56259"/>
                  <a:pt x="77500" y="73476"/>
                  <a:pt x="77500" y="91235"/>
                </a:cubicBezTo>
                <a:cubicBezTo>
                  <a:pt x="77500" y="93995"/>
                  <a:pt x="79744" y="96239"/>
                  <a:pt x="82504" y="96239"/>
                </a:cubicBezTo>
                <a:cubicBezTo>
                  <a:pt x="85264" y="96239"/>
                  <a:pt x="87508" y="93995"/>
                  <a:pt x="87508" y="91235"/>
                </a:cubicBezTo>
                <a:cubicBezTo>
                  <a:pt x="87508" y="71761"/>
                  <a:pt x="77704" y="52850"/>
                  <a:pt x="62943" y="3922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1" name="Чёрный — SVG 4">
            <a:extLst>
              <a:ext uri="{FF2B5EF4-FFF2-40B4-BE49-F238E27FC236}">
                <a16:creationId xmlns:a16="http://schemas.microsoft.com/office/drawing/2014/main" id="{8D76F804-D554-D448-BE1D-80ED0046F5AE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65570 w 141772"/>
              <a:gd name="csY5" fmla="*/ 37203 h 141753"/>
              <a:gd name="csX6" fmla="*/ 70895 w 141772"/>
              <a:gd name="csY6" fmla="*/ 31896 h 141753"/>
              <a:gd name="csX7" fmla="*/ 76203 w 141772"/>
              <a:gd name="csY7" fmla="*/ 37203 h 141753"/>
              <a:gd name="csX8" fmla="*/ 76203 w 141772"/>
              <a:gd name="csY8" fmla="*/ 79731 h 141753"/>
              <a:gd name="csX9" fmla="*/ 70895 w 141772"/>
              <a:gd name="csY9" fmla="*/ 85056 h 141753"/>
              <a:gd name="csX10" fmla="*/ 65570 w 141772"/>
              <a:gd name="csY10" fmla="*/ 79731 h 141753"/>
              <a:gd name="csX11" fmla="*/ 65570 w 141772"/>
              <a:gd name="csY11" fmla="*/ 37203 h 141753"/>
              <a:gd name="csX12" fmla="*/ 70895 w 141772"/>
              <a:gd name="csY12" fmla="*/ 109858 h 141753"/>
              <a:gd name="csX13" fmla="*/ 63800 w 141772"/>
              <a:gd name="csY13" fmla="*/ 102781 h 141753"/>
              <a:gd name="csX14" fmla="*/ 70895 w 141772"/>
              <a:gd name="csY14" fmla="*/ 95687 h 141753"/>
              <a:gd name="csX15" fmla="*/ 77973 w 141772"/>
              <a:gd name="csY15" fmla="*/ 102781 h 141753"/>
              <a:gd name="csX16" fmla="*/ 70895 w 141772"/>
              <a:gd name="csY16" fmla="*/ 109858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1" y="99994"/>
                  <a:pt x="100001" y="77568"/>
                  <a:pt x="100001" y="50006"/>
                </a:cubicBezTo>
                <a:cubicBezTo>
                  <a:pt x="100001" y="22433"/>
                  <a:pt x="77571" y="7"/>
                  <a:pt x="50006" y="7"/>
                </a:cubicBezTo>
                <a:close/>
                <a:moveTo>
                  <a:pt x="46250" y="26248"/>
                </a:moveTo>
                <a:cubicBezTo>
                  <a:pt x="46250" y="24184"/>
                  <a:pt x="47930" y="22505"/>
                  <a:pt x="50006" y="22505"/>
                </a:cubicBezTo>
                <a:cubicBezTo>
                  <a:pt x="52070" y="22505"/>
                  <a:pt x="53750" y="24184"/>
                  <a:pt x="53750" y="26248"/>
                </a:cubicBezTo>
                <a:lnTo>
                  <a:pt x="53750" y="56246"/>
                </a:lnTo>
                <a:cubicBezTo>
                  <a:pt x="53750" y="58321"/>
                  <a:pt x="52070" y="60002"/>
                  <a:pt x="50006" y="60002"/>
                </a:cubicBezTo>
                <a:cubicBezTo>
                  <a:pt x="47930" y="60002"/>
                  <a:pt x="46250" y="58321"/>
                  <a:pt x="46250" y="56246"/>
                </a:cubicBezTo>
                <a:lnTo>
                  <a:pt x="46250" y="26248"/>
                </a:lnTo>
                <a:close/>
                <a:moveTo>
                  <a:pt x="50006" y="77496"/>
                </a:moveTo>
                <a:cubicBezTo>
                  <a:pt x="47234" y="77496"/>
                  <a:pt x="45002" y="75264"/>
                  <a:pt x="45002" y="72504"/>
                </a:cubicBezTo>
                <a:cubicBezTo>
                  <a:pt x="45002" y="69733"/>
                  <a:pt x="47234" y="67500"/>
                  <a:pt x="50006" y="67500"/>
                </a:cubicBezTo>
                <a:cubicBezTo>
                  <a:pt x="52766" y="67500"/>
                  <a:pt x="54999" y="69733"/>
                  <a:pt x="54999" y="72504"/>
                </a:cubicBezTo>
                <a:cubicBezTo>
                  <a:pt x="54999" y="75264"/>
                  <a:pt x="52766" y="77496"/>
                  <a:pt x="50006" y="7749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2" name="Чёрный — SVG 5">
            <a:extLst>
              <a:ext uri="{FF2B5EF4-FFF2-40B4-BE49-F238E27FC236}">
                <a16:creationId xmlns:a16="http://schemas.microsoft.com/office/drawing/2014/main" id="{FEB98B6D-CC80-2048-B008-6D905E0EECB9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97691 w 141772"/>
              <a:gd name="csY5" fmla="*/ 90159 h 141753"/>
              <a:gd name="csX6" fmla="*/ 97691 w 141772"/>
              <a:gd name="csY6" fmla="*/ 97678 h 141753"/>
              <a:gd name="csX7" fmla="*/ 93931 w 141772"/>
              <a:gd name="csY7" fmla="*/ 99226 h 141753"/>
              <a:gd name="csX8" fmla="*/ 90171 w 141772"/>
              <a:gd name="csY8" fmla="*/ 97678 h 141753"/>
              <a:gd name="csX9" fmla="*/ 70895 w 141772"/>
              <a:gd name="csY9" fmla="*/ 78404 h 141753"/>
              <a:gd name="csX10" fmla="*/ 51619 w 141772"/>
              <a:gd name="csY10" fmla="*/ 97678 h 141753"/>
              <a:gd name="csX11" fmla="*/ 47842 w 141772"/>
              <a:gd name="csY11" fmla="*/ 99226 h 141753"/>
              <a:gd name="csX12" fmla="*/ 44082 w 141772"/>
              <a:gd name="csY12" fmla="*/ 97678 h 141753"/>
              <a:gd name="csX13" fmla="*/ 44082 w 141772"/>
              <a:gd name="csY13" fmla="*/ 90159 h 141753"/>
              <a:gd name="csX14" fmla="*/ 63375 w 141772"/>
              <a:gd name="csY14" fmla="*/ 70885 h 141753"/>
              <a:gd name="csX15" fmla="*/ 44099 w 141772"/>
              <a:gd name="csY15" fmla="*/ 51612 h 141753"/>
              <a:gd name="csX16" fmla="*/ 44099 w 141772"/>
              <a:gd name="csY16" fmla="*/ 44093 h 141753"/>
              <a:gd name="csX17" fmla="*/ 51619 w 141772"/>
              <a:gd name="csY17" fmla="*/ 44093 h 141753"/>
              <a:gd name="csX18" fmla="*/ 70895 w 141772"/>
              <a:gd name="csY18" fmla="*/ 63366 h 141753"/>
              <a:gd name="csX19" fmla="*/ 90171 w 141772"/>
              <a:gd name="csY19" fmla="*/ 44093 h 141753"/>
              <a:gd name="csX20" fmla="*/ 97691 w 141772"/>
              <a:gd name="csY20" fmla="*/ 44093 h 141753"/>
              <a:gd name="csX21" fmla="*/ 97691 w 141772"/>
              <a:gd name="csY21" fmla="*/ 51612 h 141753"/>
              <a:gd name="csX22" fmla="*/ 78415 w 141772"/>
              <a:gd name="csY22" fmla="*/ 70885 h 141753"/>
              <a:gd name="csX23" fmla="*/ 97691 w 141772"/>
              <a:gd name="csY23" fmla="*/ 90159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381" y="7"/>
                  <a:pt x="0" y="22385"/>
                  <a:pt x="0" y="50006"/>
                </a:cubicBezTo>
                <a:cubicBezTo>
                  <a:pt x="0" y="77616"/>
                  <a:pt x="22381" y="99994"/>
                  <a:pt x="50006" y="99994"/>
                </a:cubicBezTo>
                <a:cubicBezTo>
                  <a:pt x="77620" y="99994"/>
                  <a:pt x="100001" y="77616"/>
                  <a:pt x="100001" y="50006"/>
                </a:cubicBezTo>
                <a:cubicBezTo>
                  <a:pt x="100001" y="22385"/>
                  <a:pt x="77620" y="7"/>
                  <a:pt x="50006" y="7"/>
                </a:cubicBezTo>
                <a:close/>
                <a:moveTo>
                  <a:pt x="68907" y="63601"/>
                </a:moveTo>
                <a:cubicBezTo>
                  <a:pt x="70371" y="65065"/>
                  <a:pt x="70371" y="67440"/>
                  <a:pt x="68907" y="68905"/>
                </a:cubicBezTo>
                <a:cubicBezTo>
                  <a:pt x="68175" y="69636"/>
                  <a:pt x="67215" y="69997"/>
                  <a:pt x="66255" y="69997"/>
                </a:cubicBezTo>
                <a:cubicBezTo>
                  <a:pt x="65295" y="69997"/>
                  <a:pt x="64335" y="69636"/>
                  <a:pt x="63603" y="68905"/>
                </a:cubicBezTo>
                <a:lnTo>
                  <a:pt x="50006" y="55310"/>
                </a:lnTo>
                <a:lnTo>
                  <a:pt x="36410" y="68905"/>
                </a:lnTo>
                <a:cubicBezTo>
                  <a:pt x="35678" y="69636"/>
                  <a:pt x="34706" y="69997"/>
                  <a:pt x="33746" y="69997"/>
                </a:cubicBezTo>
                <a:cubicBezTo>
                  <a:pt x="32786" y="69997"/>
                  <a:pt x="31826" y="69636"/>
                  <a:pt x="31094" y="68905"/>
                </a:cubicBezTo>
                <a:cubicBezTo>
                  <a:pt x="29629" y="67440"/>
                  <a:pt x="29629" y="65065"/>
                  <a:pt x="31094" y="63601"/>
                </a:cubicBezTo>
                <a:lnTo>
                  <a:pt x="44702" y="50006"/>
                </a:lnTo>
                <a:lnTo>
                  <a:pt x="31106" y="36412"/>
                </a:lnTo>
                <a:cubicBezTo>
                  <a:pt x="29641" y="34936"/>
                  <a:pt x="29641" y="32572"/>
                  <a:pt x="31106" y="31108"/>
                </a:cubicBezTo>
                <a:cubicBezTo>
                  <a:pt x="32569" y="29644"/>
                  <a:pt x="34934" y="29644"/>
                  <a:pt x="36410" y="31108"/>
                </a:cubicBezTo>
                <a:lnTo>
                  <a:pt x="50006" y="44702"/>
                </a:lnTo>
                <a:lnTo>
                  <a:pt x="63603" y="31108"/>
                </a:lnTo>
                <a:cubicBezTo>
                  <a:pt x="65067" y="29644"/>
                  <a:pt x="67443" y="29644"/>
                  <a:pt x="68907" y="31108"/>
                </a:cubicBezTo>
                <a:cubicBezTo>
                  <a:pt x="70371" y="32572"/>
                  <a:pt x="70371" y="34936"/>
                  <a:pt x="68907" y="36412"/>
                </a:cubicBezTo>
                <a:lnTo>
                  <a:pt x="55311" y="50006"/>
                </a:lnTo>
                <a:lnTo>
                  <a:pt x="68907" y="6360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3" name="Чёрный — SVG 6">
            <a:extLst>
              <a:ext uri="{FF2B5EF4-FFF2-40B4-BE49-F238E27FC236}">
                <a16:creationId xmlns:a16="http://schemas.microsoft.com/office/drawing/2014/main" id="{FA0B9288-DCAA-B743-9658-7B9AD6E70BC9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108089 h 127583"/>
              <a:gd name="csX4" fmla="*/ 19497 w 127600"/>
              <a:gd name="csY4" fmla="*/ 127583 h 127583"/>
              <a:gd name="csX5" fmla="*/ 108103 w 127600"/>
              <a:gd name="csY5" fmla="*/ 127583 h 127583"/>
              <a:gd name="csX6" fmla="*/ 127601 w 127600"/>
              <a:gd name="csY6" fmla="*/ 108089 h 127583"/>
              <a:gd name="csX7" fmla="*/ 127601 w 127600"/>
              <a:gd name="csY7" fmla="*/ 19495 h 127583"/>
              <a:gd name="csX8" fmla="*/ 108103 w 127600"/>
              <a:gd name="csY8" fmla="*/ 0 h 127583"/>
              <a:gd name="csX9" fmla="*/ 104786 w 127600"/>
              <a:gd name="csY9" fmla="*/ 44518 h 127583"/>
              <a:gd name="csX10" fmla="*/ 55157 w 127600"/>
              <a:gd name="csY10" fmla="*/ 94140 h 127583"/>
              <a:gd name="csX11" fmla="*/ 51397 w 127600"/>
              <a:gd name="csY11" fmla="*/ 95687 h 127583"/>
              <a:gd name="csX12" fmla="*/ 47638 w 127600"/>
              <a:gd name="csY12" fmla="*/ 94140 h 127583"/>
              <a:gd name="csX13" fmla="*/ 26371 w 127600"/>
              <a:gd name="csY13" fmla="*/ 72876 h 127583"/>
              <a:gd name="csX14" fmla="*/ 26371 w 127600"/>
              <a:gd name="csY14" fmla="*/ 65357 h 127583"/>
              <a:gd name="csX15" fmla="*/ 33891 w 127600"/>
              <a:gd name="csY15" fmla="*/ 65357 h 127583"/>
              <a:gd name="csX16" fmla="*/ 51397 w 127600"/>
              <a:gd name="csY16" fmla="*/ 82861 h 127583"/>
              <a:gd name="csX17" fmla="*/ 97248 w 127600"/>
              <a:gd name="csY17" fmla="*/ 36999 h 127583"/>
              <a:gd name="csX18" fmla="*/ 104769 w 127600"/>
              <a:gd name="csY18" fmla="*/ 36999 h 127583"/>
              <a:gd name="csX19" fmla="*/ 104786 w 127600"/>
              <a:gd name="csY19" fmla="*/ 44518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  <a:moveTo>
                  <a:pt x="82121" y="34895"/>
                </a:moveTo>
                <a:lnTo>
                  <a:pt x="43226" y="73784"/>
                </a:lnTo>
                <a:cubicBezTo>
                  <a:pt x="42414" y="74597"/>
                  <a:pt x="41347" y="74996"/>
                  <a:pt x="40280" y="74996"/>
                </a:cubicBezTo>
                <a:cubicBezTo>
                  <a:pt x="39213" y="74996"/>
                  <a:pt x="38147" y="74597"/>
                  <a:pt x="37334" y="73784"/>
                </a:cubicBezTo>
                <a:lnTo>
                  <a:pt x="20667" y="57120"/>
                </a:lnTo>
                <a:cubicBezTo>
                  <a:pt x="19040" y="55479"/>
                  <a:pt x="19040" y="52853"/>
                  <a:pt x="20667" y="51227"/>
                </a:cubicBezTo>
                <a:cubicBezTo>
                  <a:pt x="22293" y="49600"/>
                  <a:pt x="24933" y="49600"/>
                  <a:pt x="26560" y="51227"/>
                </a:cubicBezTo>
                <a:lnTo>
                  <a:pt x="40280" y="64945"/>
                </a:lnTo>
                <a:lnTo>
                  <a:pt x="76213" y="29003"/>
                </a:lnTo>
                <a:cubicBezTo>
                  <a:pt x="77840" y="27377"/>
                  <a:pt x="80480" y="27377"/>
                  <a:pt x="82107" y="29003"/>
                </a:cubicBezTo>
                <a:cubicBezTo>
                  <a:pt x="83734" y="30629"/>
                  <a:pt x="83734" y="33269"/>
                  <a:pt x="82121" y="3489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4" name="Чёрный — SVG 7">
            <a:extLst>
              <a:ext uri="{FF2B5EF4-FFF2-40B4-BE49-F238E27FC236}">
                <a16:creationId xmlns:a16="http://schemas.microsoft.com/office/drawing/2014/main" id="{045A18D9-AB45-4A4C-A888-1CCA78C6F3D4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104775 w 106332"/>
              <a:gd name="csY0" fmla="*/ 24602 h 155945"/>
              <a:gd name="csX1" fmla="*/ 81737 w 106332"/>
              <a:gd name="csY1" fmla="*/ 1569 h 155945"/>
              <a:gd name="csX2" fmla="*/ 74219 w 106332"/>
              <a:gd name="csY2" fmla="*/ 1569 h 155945"/>
              <a:gd name="csX3" fmla="*/ 1558 w 106332"/>
              <a:gd name="csY3" fmla="*/ 74207 h 155945"/>
              <a:gd name="csX4" fmla="*/ 1558 w 106332"/>
              <a:gd name="csY4" fmla="*/ 81726 h 155945"/>
              <a:gd name="csX5" fmla="*/ 74219 w 106332"/>
              <a:gd name="csY5" fmla="*/ 154380 h 155945"/>
              <a:gd name="csX6" fmla="*/ 77975 w 106332"/>
              <a:gd name="csY6" fmla="*/ 155945 h 155945"/>
              <a:gd name="csX7" fmla="*/ 81737 w 106332"/>
              <a:gd name="csY7" fmla="*/ 154380 h 155945"/>
              <a:gd name="csX8" fmla="*/ 104775 w 106332"/>
              <a:gd name="csY8" fmla="*/ 131347 h 155945"/>
              <a:gd name="csX9" fmla="*/ 104775 w 106332"/>
              <a:gd name="csY9" fmla="*/ 123828 h 155945"/>
              <a:gd name="csX10" fmla="*/ 58910 w 106332"/>
              <a:gd name="csY10" fmla="*/ 77966 h 155945"/>
              <a:gd name="csX11" fmla="*/ 104772 w 106332"/>
              <a:gd name="csY11" fmla="*/ 32121 h 155945"/>
              <a:gd name="csX12" fmla="*/ 104775 w 106332"/>
              <a:gd name="csY12" fmla="*/ 24602 h 155945"/>
            </a:gdLst>
            <a:ahLst/>
            <a:cxnLst/>
            <a:rect l="l" t="t" r="r" b="b"/>
            <a:pathLst>
              <a:path w="100000" h="100000">
                <a:moveTo>
                  <a:pt x="83094" y="15776"/>
                </a:moveTo>
                <a:lnTo>
                  <a:pt x="68321" y="1006"/>
                </a:lnTo>
                <a:cubicBezTo>
                  <a:pt x="66989" y="-335"/>
                  <a:pt x="64832" y="-335"/>
                  <a:pt x="63500" y="1006"/>
                </a:cubicBezTo>
                <a:lnTo>
                  <a:pt x="16906" y="47585"/>
                </a:lnTo>
                <a:cubicBezTo>
                  <a:pt x="15574" y="48916"/>
                  <a:pt x="15574" y="51076"/>
                  <a:pt x="16906" y="52407"/>
                </a:cubicBezTo>
                <a:lnTo>
                  <a:pt x="63500" y="98996"/>
                </a:lnTo>
                <a:cubicBezTo>
                  <a:pt x="64163" y="99662"/>
                  <a:pt x="65036" y="100000"/>
                  <a:pt x="65909" y="100000"/>
                </a:cubicBezTo>
                <a:cubicBezTo>
                  <a:pt x="66782" y="100000"/>
                  <a:pt x="67655" y="99662"/>
                  <a:pt x="68321" y="98996"/>
                </a:cubicBezTo>
                <a:lnTo>
                  <a:pt x="83094" y="84226"/>
                </a:lnTo>
                <a:cubicBezTo>
                  <a:pt x="84426" y="82896"/>
                  <a:pt x="84426" y="80736"/>
                  <a:pt x="83094" y="79405"/>
                </a:cubicBezTo>
                <a:lnTo>
                  <a:pt x="53683" y="49996"/>
                </a:lnTo>
                <a:lnTo>
                  <a:pt x="83092" y="20598"/>
                </a:lnTo>
                <a:cubicBezTo>
                  <a:pt x="84424" y="19267"/>
                  <a:pt x="84424" y="17107"/>
                  <a:pt x="83094" y="1577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5" name="Чёрный — SVG 8">
            <a:extLst>
              <a:ext uri="{FF2B5EF4-FFF2-40B4-BE49-F238E27FC236}">
                <a16:creationId xmlns:a16="http://schemas.microsoft.com/office/drawing/2014/main" id="{2CCA9A33-22D5-1F42-A8D7-BFD419634D8C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124079 w 148969"/>
              <a:gd name="csY0" fmla="*/ 0 h 127652"/>
              <a:gd name="csX1" fmla="*/ 120132 w 148969"/>
              <a:gd name="csY1" fmla="*/ 1208 h 127652"/>
              <a:gd name="csX2" fmla="*/ 117512 w 148969"/>
              <a:gd name="csY2" fmla="*/ 4423 h 127652"/>
              <a:gd name="csX3" fmla="*/ 117154 w 148969"/>
              <a:gd name="csY3" fmla="*/ 8540 h 127652"/>
              <a:gd name="csX4" fmla="*/ 119145 w 148969"/>
              <a:gd name="csY4" fmla="*/ 12163 h 127652"/>
              <a:gd name="csX5" fmla="*/ 124759 w 148969"/>
              <a:gd name="csY5" fmla="*/ 17794 h 127652"/>
              <a:gd name="csX6" fmla="*/ 95803 w 148969"/>
              <a:gd name="csY6" fmla="*/ 17794 h 127652"/>
              <a:gd name="csX7" fmla="*/ 90784 w 148969"/>
              <a:gd name="csY7" fmla="*/ 19869 h 127652"/>
              <a:gd name="csX8" fmla="*/ 88708 w 148969"/>
              <a:gd name="csY8" fmla="*/ 24870 h 127652"/>
              <a:gd name="csX9" fmla="*/ 88708 w 148969"/>
              <a:gd name="csY9" fmla="*/ 49689 h 127652"/>
              <a:gd name="csX10" fmla="*/ 63902 w 148969"/>
              <a:gd name="csY10" fmla="*/ 49689 h 127652"/>
              <a:gd name="csX11" fmla="*/ 58883 w 148969"/>
              <a:gd name="csY11" fmla="*/ 51765 h 127652"/>
              <a:gd name="csX12" fmla="*/ 56808 w 148969"/>
              <a:gd name="csY12" fmla="*/ 56766 h 127652"/>
              <a:gd name="csX13" fmla="*/ 56808 w 148969"/>
              <a:gd name="csY13" fmla="*/ 81585 h 127652"/>
              <a:gd name="csX14" fmla="*/ 32002 w 148969"/>
              <a:gd name="csY14" fmla="*/ 81585 h 127652"/>
              <a:gd name="csX15" fmla="*/ 26983 w 148969"/>
              <a:gd name="csY15" fmla="*/ 83660 h 127652"/>
              <a:gd name="csX16" fmla="*/ 24908 w 148969"/>
              <a:gd name="csY16" fmla="*/ 88662 h 127652"/>
              <a:gd name="csX17" fmla="*/ 24908 w 148969"/>
              <a:gd name="csY17" fmla="*/ 113481 h 127652"/>
              <a:gd name="csX18" fmla="*/ 7197 w 148969"/>
              <a:gd name="csY18" fmla="*/ 113481 h 127652"/>
              <a:gd name="csX19" fmla="*/ 4440 w 148969"/>
              <a:gd name="csY19" fmla="*/ 113991 h 127652"/>
              <a:gd name="csX20" fmla="*/ 2110 w 148969"/>
              <a:gd name="csY20" fmla="*/ 115522 h 127652"/>
              <a:gd name="csX21" fmla="*/ 544 w 148969"/>
              <a:gd name="csY21" fmla="*/ 117836 h 127652"/>
              <a:gd name="csX22" fmla="*/ 0 w 148969"/>
              <a:gd name="csY22" fmla="*/ 120558 h 127652"/>
              <a:gd name="csX23" fmla="*/ 544 w 148969"/>
              <a:gd name="csY23" fmla="*/ 123296 h 127652"/>
              <a:gd name="csX24" fmla="*/ 2110 w 148969"/>
              <a:gd name="csY24" fmla="*/ 125610 h 127652"/>
              <a:gd name="csX25" fmla="*/ 4440 w 148969"/>
              <a:gd name="csY25" fmla="*/ 127141 h 127652"/>
              <a:gd name="csX26" fmla="*/ 7197 w 148969"/>
              <a:gd name="csY26" fmla="*/ 127651 h 127652"/>
              <a:gd name="csX27" fmla="*/ 32002 w 148969"/>
              <a:gd name="csY27" fmla="*/ 127651 h 127652"/>
              <a:gd name="csX28" fmla="*/ 37021 w 148969"/>
              <a:gd name="csY28" fmla="*/ 125576 h 127652"/>
              <a:gd name="csX29" fmla="*/ 39097 w 148969"/>
              <a:gd name="csY29" fmla="*/ 120558 h 127652"/>
              <a:gd name="csX30" fmla="*/ 39097 w 148969"/>
              <a:gd name="csY30" fmla="*/ 95756 h 127652"/>
              <a:gd name="csX31" fmla="*/ 63902 w 148969"/>
              <a:gd name="csY31" fmla="*/ 95756 h 127652"/>
              <a:gd name="csX32" fmla="*/ 68921 w 148969"/>
              <a:gd name="csY32" fmla="*/ 93680 h 127652"/>
              <a:gd name="csX33" fmla="*/ 70997 w 148969"/>
              <a:gd name="csY33" fmla="*/ 88662 h 127652"/>
              <a:gd name="csX34" fmla="*/ 70997 w 148969"/>
              <a:gd name="csY34" fmla="*/ 63860 h 127652"/>
              <a:gd name="csX35" fmla="*/ 95803 w 148969"/>
              <a:gd name="csY35" fmla="*/ 63860 h 127652"/>
              <a:gd name="csX36" fmla="*/ 100821 w 148969"/>
              <a:gd name="csY36" fmla="*/ 61784 h 127652"/>
              <a:gd name="csX37" fmla="*/ 102897 w 148969"/>
              <a:gd name="csY37" fmla="*/ 56766 h 127652"/>
              <a:gd name="csX38" fmla="*/ 102897 w 148969"/>
              <a:gd name="csY38" fmla="*/ 31964 h 127652"/>
              <a:gd name="csX39" fmla="*/ 124759 w 148969"/>
              <a:gd name="csY39" fmla="*/ 31964 h 127652"/>
              <a:gd name="csX40" fmla="*/ 119145 w 148969"/>
              <a:gd name="csY40" fmla="*/ 37578 h 127652"/>
              <a:gd name="csX41" fmla="*/ 117546 w 148969"/>
              <a:gd name="csY41" fmla="*/ 39891 h 127652"/>
              <a:gd name="csX42" fmla="*/ 116967 w 148969"/>
              <a:gd name="csY42" fmla="*/ 42630 h 127652"/>
              <a:gd name="csX43" fmla="*/ 117495 w 148969"/>
              <a:gd name="csY43" fmla="*/ 45386 h 127652"/>
              <a:gd name="csX44" fmla="*/ 119043 w 148969"/>
              <a:gd name="csY44" fmla="*/ 47716 h 127652"/>
              <a:gd name="csX45" fmla="*/ 121374 w 148969"/>
              <a:gd name="csY45" fmla="*/ 49264 h 127652"/>
              <a:gd name="csX46" fmla="*/ 124130 w 148969"/>
              <a:gd name="csY46" fmla="*/ 49792 h 127652"/>
              <a:gd name="csX47" fmla="*/ 126869 w 148969"/>
              <a:gd name="csY47" fmla="*/ 49213 h 127652"/>
              <a:gd name="csX48" fmla="*/ 129166 w 148969"/>
              <a:gd name="csY48" fmla="*/ 47614 h 127652"/>
              <a:gd name="csX49" fmla="*/ 146894 w 148969"/>
              <a:gd name="csY49" fmla="*/ 29889 h 127652"/>
              <a:gd name="csX50" fmla="*/ 148970 w 148969"/>
              <a:gd name="csY50" fmla="*/ 24870 h 127652"/>
              <a:gd name="csX51" fmla="*/ 146894 w 148969"/>
              <a:gd name="csY51" fmla="*/ 19869 h 127652"/>
              <a:gd name="csX52" fmla="*/ 129166 w 148969"/>
              <a:gd name="csY52" fmla="*/ 2143 h 127652"/>
              <a:gd name="csX53" fmla="*/ 126835 w 148969"/>
              <a:gd name="csY53" fmla="*/ 561 h 127652"/>
              <a:gd name="csX54" fmla="*/ 124079 w 148969"/>
              <a:gd name="csY54" fmla="*/ 0 h 127652"/>
            </a:gdLst>
            <a:ahLst/>
            <a:cxnLst/>
            <a:rect l="l" t="t" r="r" b="b"/>
            <a:pathLst>
              <a:path w="100000" h="100000">
                <a:moveTo>
                  <a:pt x="83292" y="7155"/>
                </a:moveTo>
                <a:cubicBezTo>
                  <a:pt x="82344" y="7155"/>
                  <a:pt x="81419" y="7440"/>
                  <a:pt x="80642" y="7966"/>
                </a:cubicBezTo>
                <a:cubicBezTo>
                  <a:pt x="79854" y="8502"/>
                  <a:pt x="79249" y="9245"/>
                  <a:pt x="78884" y="10124"/>
                </a:cubicBezTo>
                <a:cubicBezTo>
                  <a:pt x="78529" y="11003"/>
                  <a:pt x="78449" y="11963"/>
                  <a:pt x="78643" y="12888"/>
                </a:cubicBezTo>
                <a:cubicBezTo>
                  <a:pt x="78838" y="13813"/>
                  <a:pt x="79306" y="14668"/>
                  <a:pt x="79980" y="15320"/>
                </a:cubicBezTo>
                <a:lnTo>
                  <a:pt x="83748" y="19100"/>
                </a:lnTo>
                <a:lnTo>
                  <a:pt x="64311" y="19100"/>
                </a:lnTo>
                <a:cubicBezTo>
                  <a:pt x="63043" y="19100"/>
                  <a:pt x="61832" y="19602"/>
                  <a:pt x="60942" y="20493"/>
                </a:cubicBezTo>
                <a:cubicBezTo>
                  <a:pt x="60050" y="21383"/>
                  <a:pt x="59548" y="22594"/>
                  <a:pt x="59548" y="23850"/>
                </a:cubicBezTo>
                <a:lnTo>
                  <a:pt x="59548" y="40510"/>
                </a:lnTo>
                <a:lnTo>
                  <a:pt x="42896" y="40510"/>
                </a:lnTo>
                <a:cubicBezTo>
                  <a:pt x="41629" y="40510"/>
                  <a:pt x="40418" y="41013"/>
                  <a:pt x="39527" y="41904"/>
                </a:cubicBezTo>
                <a:cubicBezTo>
                  <a:pt x="38636" y="42794"/>
                  <a:pt x="38134" y="44005"/>
                  <a:pt x="38134" y="45261"/>
                </a:cubicBezTo>
                <a:lnTo>
                  <a:pt x="38134" y="61921"/>
                </a:lnTo>
                <a:lnTo>
                  <a:pt x="21482" y="61921"/>
                </a:lnTo>
                <a:cubicBezTo>
                  <a:pt x="20215" y="61921"/>
                  <a:pt x="19004" y="62424"/>
                  <a:pt x="18113" y="63314"/>
                </a:cubicBezTo>
                <a:cubicBezTo>
                  <a:pt x="17222" y="64205"/>
                  <a:pt x="16720" y="65416"/>
                  <a:pt x="16720" y="66672"/>
                </a:cubicBezTo>
                <a:lnTo>
                  <a:pt x="16720" y="83332"/>
                </a:lnTo>
                <a:lnTo>
                  <a:pt x="4831" y="83332"/>
                </a:lnTo>
                <a:cubicBezTo>
                  <a:pt x="4191" y="83321"/>
                  <a:pt x="3575" y="83435"/>
                  <a:pt x="2980" y="83675"/>
                </a:cubicBezTo>
                <a:cubicBezTo>
                  <a:pt x="2398" y="83904"/>
                  <a:pt x="1861" y="84257"/>
                  <a:pt x="1416" y="84703"/>
                </a:cubicBezTo>
                <a:cubicBezTo>
                  <a:pt x="971" y="85137"/>
                  <a:pt x="617" y="85673"/>
                  <a:pt x="365" y="86256"/>
                </a:cubicBezTo>
                <a:cubicBezTo>
                  <a:pt x="126" y="86839"/>
                  <a:pt x="0" y="87455"/>
                  <a:pt x="0" y="88083"/>
                </a:cubicBezTo>
                <a:cubicBezTo>
                  <a:pt x="0" y="88722"/>
                  <a:pt x="126" y="89339"/>
                  <a:pt x="365" y="89921"/>
                </a:cubicBezTo>
                <a:cubicBezTo>
                  <a:pt x="617" y="90504"/>
                  <a:pt x="971" y="91029"/>
                  <a:pt x="1416" y="91474"/>
                </a:cubicBezTo>
                <a:cubicBezTo>
                  <a:pt x="1861" y="91919"/>
                  <a:pt x="2398" y="92262"/>
                  <a:pt x="2980" y="92502"/>
                </a:cubicBezTo>
                <a:cubicBezTo>
                  <a:pt x="3575" y="92742"/>
                  <a:pt x="4191" y="92856"/>
                  <a:pt x="4831" y="92844"/>
                </a:cubicBezTo>
                <a:lnTo>
                  <a:pt x="21482" y="92844"/>
                </a:lnTo>
                <a:cubicBezTo>
                  <a:pt x="22739" y="92844"/>
                  <a:pt x="23949" y="92342"/>
                  <a:pt x="24851" y="91452"/>
                </a:cubicBezTo>
                <a:cubicBezTo>
                  <a:pt x="25742" y="90561"/>
                  <a:pt x="26245" y="89350"/>
                  <a:pt x="26245" y="88083"/>
                </a:cubicBezTo>
                <a:lnTo>
                  <a:pt x="26245" y="71434"/>
                </a:lnTo>
                <a:lnTo>
                  <a:pt x="42896" y="71434"/>
                </a:lnTo>
                <a:cubicBezTo>
                  <a:pt x="44153" y="71434"/>
                  <a:pt x="45363" y="70931"/>
                  <a:pt x="46265" y="70040"/>
                </a:cubicBezTo>
                <a:cubicBezTo>
                  <a:pt x="47156" y="69150"/>
                  <a:pt x="47659" y="67939"/>
                  <a:pt x="47659" y="66672"/>
                </a:cubicBezTo>
                <a:lnTo>
                  <a:pt x="47659" y="50023"/>
                </a:lnTo>
                <a:lnTo>
                  <a:pt x="64311" y="50023"/>
                </a:lnTo>
                <a:cubicBezTo>
                  <a:pt x="65567" y="50023"/>
                  <a:pt x="66777" y="49520"/>
                  <a:pt x="67679" y="48629"/>
                </a:cubicBezTo>
                <a:cubicBezTo>
                  <a:pt x="68571" y="47739"/>
                  <a:pt x="69073" y="46528"/>
                  <a:pt x="69073" y="45261"/>
                </a:cubicBezTo>
                <a:lnTo>
                  <a:pt x="69073" y="28612"/>
                </a:lnTo>
                <a:lnTo>
                  <a:pt x="83748" y="28612"/>
                </a:lnTo>
                <a:lnTo>
                  <a:pt x="79980" y="32380"/>
                </a:lnTo>
                <a:cubicBezTo>
                  <a:pt x="79523" y="32825"/>
                  <a:pt x="79157" y="33350"/>
                  <a:pt x="78906" y="33933"/>
                </a:cubicBezTo>
                <a:cubicBezTo>
                  <a:pt x="78655" y="34516"/>
                  <a:pt x="78518" y="35132"/>
                  <a:pt x="78518" y="35772"/>
                </a:cubicBezTo>
                <a:cubicBezTo>
                  <a:pt x="78506" y="36400"/>
                  <a:pt x="78632" y="37028"/>
                  <a:pt x="78872" y="37622"/>
                </a:cubicBezTo>
                <a:cubicBezTo>
                  <a:pt x="79112" y="38204"/>
                  <a:pt x="79466" y="38741"/>
                  <a:pt x="79911" y="39186"/>
                </a:cubicBezTo>
                <a:cubicBezTo>
                  <a:pt x="80356" y="39631"/>
                  <a:pt x="80893" y="39985"/>
                  <a:pt x="81476" y="40225"/>
                </a:cubicBezTo>
                <a:cubicBezTo>
                  <a:pt x="82058" y="40464"/>
                  <a:pt x="82686" y="40579"/>
                  <a:pt x="83326" y="40579"/>
                </a:cubicBezTo>
                <a:cubicBezTo>
                  <a:pt x="83954" y="40568"/>
                  <a:pt x="84582" y="40442"/>
                  <a:pt x="85165" y="40191"/>
                </a:cubicBezTo>
                <a:cubicBezTo>
                  <a:pt x="85747" y="39940"/>
                  <a:pt x="86272" y="39574"/>
                  <a:pt x="86707" y="39117"/>
                </a:cubicBezTo>
                <a:lnTo>
                  <a:pt x="98607" y="27219"/>
                </a:lnTo>
                <a:cubicBezTo>
                  <a:pt x="99498" y="26328"/>
                  <a:pt x="100001" y="25117"/>
                  <a:pt x="100001" y="23850"/>
                </a:cubicBezTo>
                <a:cubicBezTo>
                  <a:pt x="100001" y="22594"/>
                  <a:pt x="99498" y="21383"/>
                  <a:pt x="98607" y="20493"/>
                </a:cubicBezTo>
                <a:lnTo>
                  <a:pt x="86707" y="8593"/>
                </a:lnTo>
                <a:cubicBezTo>
                  <a:pt x="86261" y="8137"/>
                  <a:pt x="85736" y="7772"/>
                  <a:pt x="85142" y="7531"/>
                </a:cubicBezTo>
                <a:cubicBezTo>
                  <a:pt x="84559" y="7280"/>
                  <a:pt x="83932" y="7155"/>
                  <a:pt x="83292" y="715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6" name="Чёрный — SVG 9">
            <a:extLst>
              <a:ext uri="{FF2B5EF4-FFF2-40B4-BE49-F238E27FC236}">
                <a16:creationId xmlns:a16="http://schemas.microsoft.com/office/drawing/2014/main" id="{AA84884C-F26A-6D47-AE7E-5CA61CBB796C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70878 w 141976"/>
              <a:gd name="csY0" fmla="*/ 1 h 141958"/>
              <a:gd name="csX1" fmla="*/ 65910 w 141976"/>
              <a:gd name="csY1" fmla="*/ 2144 h 141958"/>
              <a:gd name="csX2" fmla="*/ 63902 w 141976"/>
              <a:gd name="csY2" fmla="*/ 7180 h 141958"/>
              <a:gd name="csX3" fmla="*/ 63902 w 141976"/>
              <a:gd name="csY3" fmla="*/ 29056 h 141958"/>
              <a:gd name="csX4" fmla="*/ 58288 w 141976"/>
              <a:gd name="csY4" fmla="*/ 23442 h 141958"/>
              <a:gd name="csX5" fmla="*/ 55974 w 141976"/>
              <a:gd name="csY5" fmla="*/ 21843 h 141958"/>
              <a:gd name="csX6" fmla="*/ 53235 w 141976"/>
              <a:gd name="csY6" fmla="*/ 21265 h 141958"/>
              <a:gd name="csX7" fmla="*/ 50479 w 141976"/>
              <a:gd name="csY7" fmla="*/ 21792 h 141958"/>
              <a:gd name="csX8" fmla="*/ 48148 w 141976"/>
              <a:gd name="csY8" fmla="*/ 23340 h 141958"/>
              <a:gd name="csX9" fmla="*/ 46600 w 141976"/>
              <a:gd name="csY9" fmla="*/ 25671 h 141958"/>
              <a:gd name="csX10" fmla="*/ 46072 w 141976"/>
              <a:gd name="csY10" fmla="*/ 28427 h 141958"/>
              <a:gd name="csX11" fmla="*/ 46651 w 141976"/>
              <a:gd name="csY11" fmla="*/ 31166 h 141958"/>
              <a:gd name="csX12" fmla="*/ 48250 w 141976"/>
              <a:gd name="csY12" fmla="*/ 33462 h 141958"/>
              <a:gd name="csX13" fmla="*/ 65978 w 141976"/>
              <a:gd name="csY13" fmla="*/ 51188 h 141958"/>
              <a:gd name="csX14" fmla="*/ 70997 w 141976"/>
              <a:gd name="csY14" fmla="*/ 53263 h 141958"/>
              <a:gd name="csX15" fmla="*/ 75999 w 141976"/>
              <a:gd name="csY15" fmla="*/ 51188 h 141958"/>
              <a:gd name="csX16" fmla="*/ 93727 w 141976"/>
              <a:gd name="csY16" fmla="*/ 33462 h 141958"/>
              <a:gd name="csX17" fmla="*/ 95326 w 141976"/>
              <a:gd name="csY17" fmla="*/ 31166 h 141958"/>
              <a:gd name="csX18" fmla="*/ 95905 w 141976"/>
              <a:gd name="csY18" fmla="*/ 28427 h 141958"/>
              <a:gd name="csX19" fmla="*/ 95377 w 141976"/>
              <a:gd name="csY19" fmla="*/ 25671 h 141958"/>
              <a:gd name="csX20" fmla="*/ 93829 w 141976"/>
              <a:gd name="csY20" fmla="*/ 23340 h 141958"/>
              <a:gd name="csX21" fmla="*/ 91498 w 141976"/>
              <a:gd name="csY21" fmla="*/ 21792 h 141958"/>
              <a:gd name="csX22" fmla="*/ 88742 w 141976"/>
              <a:gd name="csY22" fmla="*/ 21265 h 141958"/>
              <a:gd name="csX23" fmla="*/ 86003 w 141976"/>
              <a:gd name="csY23" fmla="*/ 21843 h 141958"/>
              <a:gd name="csX24" fmla="*/ 83706 w 141976"/>
              <a:gd name="csY24" fmla="*/ 23442 h 141958"/>
              <a:gd name="csX25" fmla="*/ 78074 w 141976"/>
              <a:gd name="csY25" fmla="*/ 29056 h 141958"/>
              <a:gd name="csX26" fmla="*/ 78074 w 141976"/>
              <a:gd name="csY26" fmla="*/ 7180 h 141958"/>
              <a:gd name="csX27" fmla="*/ 77564 w 141976"/>
              <a:gd name="csY27" fmla="*/ 4424 h 141958"/>
              <a:gd name="csX28" fmla="*/ 75999 w 141976"/>
              <a:gd name="csY28" fmla="*/ 2076 h 141958"/>
              <a:gd name="csX29" fmla="*/ 73651 w 141976"/>
              <a:gd name="csY29" fmla="*/ 529 h 141958"/>
              <a:gd name="csX30" fmla="*/ 70878 w 141976"/>
              <a:gd name="csY30" fmla="*/ 1 h 141958"/>
              <a:gd name="csX31" fmla="*/ 28378 w 141976"/>
              <a:gd name="csY31" fmla="*/ 46101 h 141958"/>
              <a:gd name="csX32" fmla="*/ 24431 w 141976"/>
              <a:gd name="csY32" fmla="*/ 47309 h 141958"/>
              <a:gd name="csX33" fmla="*/ 21811 w 141976"/>
              <a:gd name="csY33" fmla="*/ 50524 h 141958"/>
              <a:gd name="csX34" fmla="*/ 21454 w 141976"/>
              <a:gd name="csY34" fmla="*/ 54641 h 141958"/>
              <a:gd name="csX35" fmla="*/ 23445 w 141976"/>
              <a:gd name="csY35" fmla="*/ 58264 h 141958"/>
              <a:gd name="csX36" fmla="*/ 29059 w 141976"/>
              <a:gd name="csY36" fmla="*/ 63895 h 141958"/>
              <a:gd name="csX37" fmla="*/ 7197 w 141976"/>
              <a:gd name="csY37" fmla="*/ 63895 h 141958"/>
              <a:gd name="csX38" fmla="*/ 4441 w 141976"/>
              <a:gd name="csY38" fmla="*/ 64405 h 141958"/>
              <a:gd name="csX39" fmla="*/ 2110 w 141976"/>
              <a:gd name="csY39" fmla="*/ 65936 h 141958"/>
              <a:gd name="csX40" fmla="*/ 545 w 141976"/>
              <a:gd name="csY40" fmla="*/ 68250 h 141958"/>
              <a:gd name="csX41" fmla="*/ 0 w 141976"/>
              <a:gd name="csY41" fmla="*/ 70971 h 141958"/>
              <a:gd name="csX42" fmla="*/ 545 w 141976"/>
              <a:gd name="csY42" fmla="*/ 73710 h 141958"/>
              <a:gd name="csX43" fmla="*/ 2110 w 141976"/>
              <a:gd name="csY43" fmla="*/ 76024 h 141958"/>
              <a:gd name="csX44" fmla="*/ 4441 w 141976"/>
              <a:gd name="csY44" fmla="*/ 77555 h 141958"/>
              <a:gd name="csX45" fmla="*/ 7197 w 141976"/>
              <a:gd name="csY45" fmla="*/ 78065 h 141958"/>
              <a:gd name="csX46" fmla="*/ 29059 w 141976"/>
              <a:gd name="csY46" fmla="*/ 78065 h 141958"/>
              <a:gd name="csX47" fmla="*/ 23445 w 141976"/>
              <a:gd name="csY47" fmla="*/ 83679 h 141958"/>
              <a:gd name="csX48" fmla="*/ 21845 w 141976"/>
              <a:gd name="csY48" fmla="*/ 85992 h 141958"/>
              <a:gd name="csX49" fmla="*/ 21267 w 141976"/>
              <a:gd name="csY49" fmla="*/ 88731 h 141958"/>
              <a:gd name="csX50" fmla="*/ 21794 w 141976"/>
              <a:gd name="csY50" fmla="*/ 91487 h 141958"/>
              <a:gd name="csX51" fmla="*/ 23342 w 141976"/>
              <a:gd name="csY51" fmla="*/ 93817 h 141958"/>
              <a:gd name="csX52" fmla="*/ 25673 w 141976"/>
              <a:gd name="csY52" fmla="*/ 95365 h 141958"/>
              <a:gd name="csX53" fmla="*/ 28429 w 141976"/>
              <a:gd name="csY53" fmla="*/ 95893 h 141958"/>
              <a:gd name="csX54" fmla="*/ 31169 w 141976"/>
              <a:gd name="csY54" fmla="*/ 95314 h 141958"/>
              <a:gd name="csX55" fmla="*/ 33465 w 141976"/>
              <a:gd name="csY55" fmla="*/ 93715 h 141958"/>
              <a:gd name="csX56" fmla="*/ 51193 w 141976"/>
              <a:gd name="csY56" fmla="*/ 75990 h 141958"/>
              <a:gd name="csX57" fmla="*/ 53269 w 141976"/>
              <a:gd name="csY57" fmla="*/ 70971 h 141958"/>
              <a:gd name="csX58" fmla="*/ 51193 w 141976"/>
              <a:gd name="csY58" fmla="*/ 65970 h 141958"/>
              <a:gd name="csX59" fmla="*/ 33465 w 141976"/>
              <a:gd name="csY59" fmla="*/ 48245 h 141958"/>
              <a:gd name="csX60" fmla="*/ 31135 w 141976"/>
              <a:gd name="csY60" fmla="*/ 46662 h 141958"/>
              <a:gd name="csX61" fmla="*/ 28378 w 141976"/>
              <a:gd name="csY61" fmla="*/ 46101 h 141958"/>
              <a:gd name="csX62" fmla="*/ 113377 w 141976"/>
              <a:gd name="csY62" fmla="*/ 46101 h 141958"/>
              <a:gd name="csX63" fmla="*/ 108512 w 141976"/>
              <a:gd name="csY63" fmla="*/ 48245 h 141958"/>
              <a:gd name="csX64" fmla="*/ 90784 w 141976"/>
              <a:gd name="csY64" fmla="*/ 65970 h 141958"/>
              <a:gd name="csX65" fmla="*/ 88708 w 141976"/>
              <a:gd name="csY65" fmla="*/ 70971 h 141958"/>
              <a:gd name="csX66" fmla="*/ 90784 w 141976"/>
              <a:gd name="csY66" fmla="*/ 75990 h 141958"/>
              <a:gd name="csX67" fmla="*/ 108512 w 141976"/>
              <a:gd name="csY67" fmla="*/ 93715 h 141958"/>
              <a:gd name="csX68" fmla="*/ 110808 w 141976"/>
              <a:gd name="csY68" fmla="*/ 95314 h 141958"/>
              <a:gd name="csX69" fmla="*/ 113547 w 141976"/>
              <a:gd name="csY69" fmla="*/ 95893 h 141958"/>
              <a:gd name="csX70" fmla="*/ 116304 w 141976"/>
              <a:gd name="csY70" fmla="*/ 95365 h 141958"/>
              <a:gd name="csX71" fmla="*/ 118634 w 141976"/>
              <a:gd name="csY71" fmla="*/ 93817 h 141958"/>
              <a:gd name="csX72" fmla="*/ 120183 w 141976"/>
              <a:gd name="csY72" fmla="*/ 91487 h 141958"/>
              <a:gd name="csX73" fmla="*/ 120710 w 141976"/>
              <a:gd name="csY73" fmla="*/ 88731 h 141958"/>
              <a:gd name="csX74" fmla="*/ 120132 w 141976"/>
              <a:gd name="csY74" fmla="*/ 85992 h 141958"/>
              <a:gd name="csX75" fmla="*/ 118532 w 141976"/>
              <a:gd name="csY75" fmla="*/ 83679 h 141958"/>
              <a:gd name="csX76" fmla="*/ 112918 w 141976"/>
              <a:gd name="csY76" fmla="*/ 78065 h 141958"/>
              <a:gd name="csX77" fmla="*/ 134797 w 141976"/>
              <a:gd name="csY77" fmla="*/ 78065 h 141958"/>
              <a:gd name="csX78" fmla="*/ 137537 w 141976"/>
              <a:gd name="csY78" fmla="*/ 77555 h 141958"/>
              <a:gd name="csX79" fmla="*/ 139867 w 141976"/>
              <a:gd name="csY79" fmla="*/ 76024 h 141958"/>
              <a:gd name="csX80" fmla="*/ 141432 w 141976"/>
              <a:gd name="csY80" fmla="*/ 73710 h 141958"/>
              <a:gd name="csX81" fmla="*/ 141977 w 141976"/>
              <a:gd name="csY81" fmla="*/ 70971 h 141958"/>
              <a:gd name="csX82" fmla="*/ 141432 w 141976"/>
              <a:gd name="csY82" fmla="*/ 68250 h 141958"/>
              <a:gd name="csX83" fmla="*/ 139867 w 141976"/>
              <a:gd name="csY83" fmla="*/ 65936 h 141958"/>
              <a:gd name="csX84" fmla="*/ 137537 w 141976"/>
              <a:gd name="csY84" fmla="*/ 64405 h 141958"/>
              <a:gd name="csX85" fmla="*/ 134797 w 141976"/>
              <a:gd name="csY85" fmla="*/ 63895 h 141958"/>
              <a:gd name="csX86" fmla="*/ 112918 w 141976"/>
              <a:gd name="csY86" fmla="*/ 63895 h 141958"/>
              <a:gd name="csX87" fmla="*/ 118532 w 141976"/>
              <a:gd name="csY87" fmla="*/ 58264 h 141958"/>
              <a:gd name="csX88" fmla="*/ 120540 w 141976"/>
              <a:gd name="csY88" fmla="*/ 54590 h 141958"/>
              <a:gd name="csX89" fmla="*/ 120132 w 141976"/>
              <a:gd name="csY89" fmla="*/ 50422 h 141958"/>
              <a:gd name="csX90" fmla="*/ 117427 w 141976"/>
              <a:gd name="csY90" fmla="*/ 47224 h 141958"/>
              <a:gd name="csX91" fmla="*/ 113377 w 141976"/>
              <a:gd name="csY91" fmla="*/ 46101 h 141958"/>
              <a:gd name="csX92" fmla="*/ 70997 w 141976"/>
              <a:gd name="csY92" fmla="*/ 63895 h 141958"/>
              <a:gd name="csX93" fmla="*/ 65978 w 141976"/>
              <a:gd name="csY93" fmla="*/ 65970 h 141958"/>
              <a:gd name="csX94" fmla="*/ 63902 w 141976"/>
              <a:gd name="csY94" fmla="*/ 70971 h 141958"/>
              <a:gd name="csX95" fmla="*/ 65978 w 141976"/>
              <a:gd name="csY95" fmla="*/ 75990 h 141958"/>
              <a:gd name="csX96" fmla="*/ 70997 w 141976"/>
              <a:gd name="csY96" fmla="*/ 78065 h 141958"/>
              <a:gd name="csX97" fmla="*/ 75999 w 141976"/>
              <a:gd name="csY97" fmla="*/ 75990 h 141958"/>
              <a:gd name="csX98" fmla="*/ 78074 w 141976"/>
              <a:gd name="csY98" fmla="*/ 70971 h 141958"/>
              <a:gd name="csX99" fmla="*/ 75999 w 141976"/>
              <a:gd name="csY99" fmla="*/ 65970 h 141958"/>
              <a:gd name="csX100" fmla="*/ 70997 w 141976"/>
              <a:gd name="csY100" fmla="*/ 63895 h 141958"/>
              <a:gd name="csX101" fmla="*/ 70878 w 141976"/>
              <a:gd name="csY101" fmla="*/ 88697 h 141958"/>
              <a:gd name="csX102" fmla="*/ 65978 w 141976"/>
              <a:gd name="csY102" fmla="*/ 90773 h 141958"/>
              <a:gd name="csX103" fmla="*/ 48250 w 141976"/>
              <a:gd name="csY103" fmla="*/ 108498 h 141958"/>
              <a:gd name="csX104" fmla="*/ 46651 w 141976"/>
              <a:gd name="csY104" fmla="*/ 110794 h 141958"/>
              <a:gd name="csX105" fmla="*/ 46072 w 141976"/>
              <a:gd name="csY105" fmla="*/ 113533 h 141958"/>
              <a:gd name="csX106" fmla="*/ 46600 w 141976"/>
              <a:gd name="csY106" fmla="*/ 116289 h 141958"/>
              <a:gd name="csX107" fmla="*/ 48148 w 141976"/>
              <a:gd name="csY107" fmla="*/ 118619 h 141958"/>
              <a:gd name="csX108" fmla="*/ 50479 w 141976"/>
              <a:gd name="csY108" fmla="*/ 120167 h 141958"/>
              <a:gd name="csX109" fmla="*/ 53235 w 141976"/>
              <a:gd name="csY109" fmla="*/ 120695 h 141958"/>
              <a:gd name="csX110" fmla="*/ 55974 w 141976"/>
              <a:gd name="csY110" fmla="*/ 120117 h 141958"/>
              <a:gd name="csX111" fmla="*/ 58288 w 141976"/>
              <a:gd name="csY111" fmla="*/ 118517 h 141958"/>
              <a:gd name="csX112" fmla="*/ 63902 w 141976"/>
              <a:gd name="csY112" fmla="*/ 112904 h 141958"/>
              <a:gd name="csX113" fmla="*/ 63902 w 141976"/>
              <a:gd name="csY113" fmla="*/ 134763 h 141958"/>
              <a:gd name="csX114" fmla="*/ 64413 w 141976"/>
              <a:gd name="csY114" fmla="*/ 137519 h 141958"/>
              <a:gd name="csX115" fmla="*/ 65944 w 141976"/>
              <a:gd name="csY115" fmla="*/ 139849 h 141958"/>
              <a:gd name="csX116" fmla="*/ 68258 w 141976"/>
              <a:gd name="csY116" fmla="*/ 141414 h 141958"/>
              <a:gd name="csX117" fmla="*/ 70997 w 141976"/>
              <a:gd name="csY117" fmla="*/ 141959 h 141958"/>
              <a:gd name="csX118" fmla="*/ 73719 w 141976"/>
              <a:gd name="csY118" fmla="*/ 141414 h 141958"/>
              <a:gd name="csX119" fmla="*/ 76033 w 141976"/>
              <a:gd name="csY119" fmla="*/ 139849 h 141958"/>
              <a:gd name="csX120" fmla="*/ 77564 w 141976"/>
              <a:gd name="csY120" fmla="*/ 137519 h 141958"/>
              <a:gd name="csX121" fmla="*/ 78074 w 141976"/>
              <a:gd name="csY121" fmla="*/ 134763 h 141958"/>
              <a:gd name="csX122" fmla="*/ 78074 w 141976"/>
              <a:gd name="csY122" fmla="*/ 112904 h 141958"/>
              <a:gd name="csX123" fmla="*/ 83706 w 141976"/>
              <a:gd name="csY123" fmla="*/ 118517 h 141958"/>
              <a:gd name="csX124" fmla="*/ 86003 w 141976"/>
              <a:gd name="csY124" fmla="*/ 120117 h 141958"/>
              <a:gd name="csX125" fmla="*/ 88742 w 141976"/>
              <a:gd name="csY125" fmla="*/ 120695 h 141958"/>
              <a:gd name="csX126" fmla="*/ 91498 w 141976"/>
              <a:gd name="csY126" fmla="*/ 120167 h 141958"/>
              <a:gd name="csX127" fmla="*/ 93829 w 141976"/>
              <a:gd name="csY127" fmla="*/ 118619 h 141958"/>
              <a:gd name="csX128" fmla="*/ 95377 w 141976"/>
              <a:gd name="csY128" fmla="*/ 116289 h 141958"/>
              <a:gd name="csX129" fmla="*/ 95905 w 141976"/>
              <a:gd name="csY129" fmla="*/ 113533 h 141958"/>
              <a:gd name="csX130" fmla="*/ 95326 w 141976"/>
              <a:gd name="csY130" fmla="*/ 110794 h 141958"/>
              <a:gd name="csX131" fmla="*/ 93727 w 141976"/>
              <a:gd name="csY131" fmla="*/ 108498 h 141958"/>
              <a:gd name="csX132" fmla="*/ 75999 w 141976"/>
              <a:gd name="csY132" fmla="*/ 90773 h 141958"/>
              <a:gd name="csX133" fmla="*/ 73651 w 141976"/>
              <a:gd name="csY133" fmla="*/ 89224 h 141958"/>
              <a:gd name="csX134" fmla="*/ 70878 w 141976"/>
              <a:gd name="csY134" fmla="*/ 88697 h 141958"/>
            </a:gdLst>
            <a:ahLst/>
            <a:cxnLst/>
            <a:rect l="l" t="t" r="r" b="b"/>
            <a:pathLst>
              <a:path w="100000" h="100000">
                <a:moveTo>
                  <a:pt x="49923" y="7"/>
                </a:moveTo>
                <a:cubicBezTo>
                  <a:pt x="48604" y="31"/>
                  <a:pt x="47346" y="571"/>
                  <a:pt x="46423" y="1516"/>
                </a:cubicBezTo>
                <a:cubicBezTo>
                  <a:pt x="45501" y="2463"/>
                  <a:pt x="44985" y="3746"/>
                  <a:pt x="45009" y="5064"/>
                </a:cubicBezTo>
                <a:lnTo>
                  <a:pt x="45009" y="20472"/>
                </a:lnTo>
                <a:lnTo>
                  <a:pt x="41055" y="16518"/>
                </a:lnTo>
                <a:cubicBezTo>
                  <a:pt x="40588" y="16039"/>
                  <a:pt x="40036" y="15655"/>
                  <a:pt x="39425" y="15391"/>
                </a:cubicBezTo>
                <a:cubicBezTo>
                  <a:pt x="38814" y="15128"/>
                  <a:pt x="38167" y="14984"/>
                  <a:pt x="37496" y="14984"/>
                </a:cubicBezTo>
                <a:cubicBezTo>
                  <a:pt x="36837" y="14972"/>
                  <a:pt x="36177" y="15104"/>
                  <a:pt x="35555" y="15355"/>
                </a:cubicBezTo>
                <a:cubicBezTo>
                  <a:pt x="34943" y="15608"/>
                  <a:pt x="34380" y="15979"/>
                  <a:pt x="33913" y="16446"/>
                </a:cubicBezTo>
                <a:cubicBezTo>
                  <a:pt x="33445" y="16913"/>
                  <a:pt x="33074" y="17476"/>
                  <a:pt x="32822" y="18088"/>
                </a:cubicBezTo>
                <a:cubicBezTo>
                  <a:pt x="32570" y="18699"/>
                  <a:pt x="32451" y="19357"/>
                  <a:pt x="32451" y="20029"/>
                </a:cubicBezTo>
                <a:cubicBezTo>
                  <a:pt x="32463" y="20687"/>
                  <a:pt x="32594" y="21347"/>
                  <a:pt x="32858" y="21958"/>
                </a:cubicBezTo>
                <a:cubicBezTo>
                  <a:pt x="33122" y="22569"/>
                  <a:pt x="33505" y="23120"/>
                  <a:pt x="33985" y="23575"/>
                </a:cubicBezTo>
                <a:lnTo>
                  <a:pt x="46471" y="36060"/>
                </a:lnTo>
                <a:cubicBezTo>
                  <a:pt x="47406" y="36995"/>
                  <a:pt x="48677" y="37522"/>
                  <a:pt x="50006" y="37522"/>
                </a:cubicBezTo>
                <a:cubicBezTo>
                  <a:pt x="51325" y="37522"/>
                  <a:pt x="52595" y="36995"/>
                  <a:pt x="53529" y="36060"/>
                </a:cubicBezTo>
                <a:lnTo>
                  <a:pt x="66016" y="23575"/>
                </a:lnTo>
                <a:cubicBezTo>
                  <a:pt x="66495" y="23120"/>
                  <a:pt x="66879" y="22569"/>
                  <a:pt x="67142" y="21958"/>
                </a:cubicBezTo>
                <a:cubicBezTo>
                  <a:pt x="67406" y="21347"/>
                  <a:pt x="67538" y="20687"/>
                  <a:pt x="67550" y="20029"/>
                </a:cubicBezTo>
                <a:cubicBezTo>
                  <a:pt x="67561" y="19357"/>
                  <a:pt x="67430" y="18699"/>
                  <a:pt x="67178" y="18088"/>
                </a:cubicBezTo>
                <a:cubicBezTo>
                  <a:pt x="66927" y="17476"/>
                  <a:pt x="66556" y="16913"/>
                  <a:pt x="66088" y="16446"/>
                </a:cubicBezTo>
                <a:cubicBezTo>
                  <a:pt x="65620" y="15979"/>
                  <a:pt x="65057" y="15608"/>
                  <a:pt x="64446" y="15355"/>
                </a:cubicBezTo>
                <a:cubicBezTo>
                  <a:pt x="63823" y="15104"/>
                  <a:pt x="63164" y="14972"/>
                  <a:pt x="62505" y="14984"/>
                </a:cubicBezTo>
                <a:cubicBezTo>
                  <a:pt x="61846" y="14984"/>
                  <a:pt x="61187" y="15128"/>
                  <a:pt x="60576" y="15391"/>
                </a:cubicBezTo>
                <a:cubicBezTo>
                  <a:pt x="59964" y="15655"/>
                  <a:pt x="59414" y="16039"/>
                  <a:pt x="58958" y="16518"/>
                </a:cubicBezTo>
                <a:lnTo>
                  <a:pt x="54991" y="20472"/>
                </a:lnTo>
                <a:lnTo>
                  <a:pt x="54991" y="5064"/>
                </a:lnTo>
                <a:cubicBezTo>
                  <a:pt x="55003" y="4404"/>
                  <a:pt x="54883" y="3734"/>
                  <a:pt x="54632" y="3122"/>
                </a:cubicBezTo>
                <a:cubicBezTo>
                  <a:pt x="54380" y="2500"/>
                  <a:pt x="54009" y="1936"/>
                  <a:pt x="53529" y="1469"/>
                </a:cubicBezTo>
                <a:cubicBezTo>
                  <a:pt x="53062" y="1002"/>
                  <a:pt x="52499" y="618"/>
                  <a:pt x="51876" y="379"/>
                </a:cubicBezTo>
                <a:cubicBezTo>
                  <a:pt x="51264" y="127"/>
                  <a:pt x="50594" y="-5"/>
                  <a:pt x="49923" y="7"/>
                </a:cubicBezTo>
                <a:close/>
                <a:moveTo>
                  <a:pt x="19988" y="32477"/>
                </a:moveTo>
                <a:cubicBezTo>
                  <a:pt x="18993" y="32477"/>
                  <a:pt x="18023" y="32777"/>
                  <a:pt x="17208" y="33328"/>
                </a:cubicBezTo>
                <a:cubicBezTo>
                  <a:pt x="16381" y="33892"/>
                  <a:pt x="15746" y="34670"/>
                  <a:pt x="15362" y="35593"/>
                </a:cubicBezTo>
                <a:cubicBezTo>
                  <a:pt x="14991" y="36515"/>
                  <a:pt x="14907" y="37522"/>
                  <a:pt x="15111" y="38492"/>
                </a:cubicBezTo>
                <a:cubicBezTo>
                  <a:pt x="15315" y="39463"/>
                  <a:pt x="15806" y="40361"/>
                  <a:pt x="16513" y="41044"/>
                </a:cubicBezTo>
                <a:lnTo>
                  <a:pt x="20468" y="45010"/>
                </a:lnTo>
                <a:lnTo>
                  <a:pt x="5069" y="45010"/>
                </a:lnTo>
                <a:cubicBezTo>
                  <a:pt x="4398" y="44998"/>
                  <a:pt x="3751" y="45118"/>
                  <a:pt x="3128" y="45370"/>
                </a:cubicBezTo>
                <a:cubicBezTo>
                  <a:pt x="2517" y="45609"/>
                  <a:pt x="1953" y="45981"/>
                  <a:pt x="1486" y="46448"/>
                </a:cubicBezTo>
                <a:cubicBezTo>
                  <a:pt x="1018" y="46903"/>
                  <a:pt x="647" y="47466"/>
                  <a:pt x="384" y="48078"/>
                </a:cubicBezTo>
                <a:cubicBezTo>
                  <a:pt x="132" y="48689"/>
                  <a:pt x="0" y="49336"/>
                  <a:pt x="0" y="49994"/>
                </a:cubicBezTo>
                <a:cubicBezTo>
                  <a:pt x="0" y="50666"/>
                  <a:pt x="132" y="51313"/>
                  <a:pt x="384" y="51924"/>
                </a:cubicBezTo>
                <a:cubicBezTo>
                  <a:pt x="647" y="52535"/>
                  <a:pt x="1018" y="53086"/>
                  <a:pt x="1486" y="53553"/>
                </a:cubicBezTo>
                <a:cubicBezTo>
                  <a:pt x="1953" y="54020"/>
                  <a:pt x="2517" y="54380"/>
                  <a:pt x="3128" y="54632"/>
                </a:cubicBezTo>
                <a:cubicBezTo>
                  <a:pt x="3751" y="54883"/>
                  <a:pt x="4398" y="55003"/>
                  <a:pt x="5069" y="54991"/>
                </a:cubicBezTo>
                <a:lnTo>
                  <a:pt x="20468" y="54991"/>
                </a:lnTo>
                <a:lnTo>
                  <a:pt x="16513" y="58945"/>
                </a:lnTo>
                <a:cubicBezTo>
                  <a:pt x="16034" y="59412"/>
                  <a:pt x="15651" y="59964"/>
                  <a:pt x="15386" y="60574"/>
                </a:cubicBezTo>
                <a:cubicBezTo>
                  <a:pt x="15123" y="61186"/>
                  <a:pt x="14979" y="61833"/>
                  <a:pt x="14979" y="62504"/>
                </a:cubicBezTo>
                <a:cubicBezTo>
                  <a:pt x="14967" y="63163"/>
                  <a:pt x="15099" y="63821"/>
                  <a:pt x="15350" y="64445"/>
                </a:cubicBezTo>
                <a:cubicBezTo>
                  <a:pt x="15602" y="65055"/>
                  <a:pt x="15974" y="65619"/>
                  <a:pt x="16441" y="66086"/>
                </a:cubicBezTo>
                <a:cubicBezTo>
                  <a:pt x="16908" y="66554"/>
                  <a:pt x="17472" y="66925"/>
                  <a:pt x="18083" y="67176"/>
                </a:cubicBezTo>
                <a:cubicBezTo>
                  <a:pt x="18694" y="67428"/>
                  <a:pt x="19353" y="67548"/>
                  <a:pt x="20024" y="67548"/>
                </a:cubicBezTo>
                <a:cubicBezTo>
                  <a:pt x="20683" y="67536"/>
                  <a:pt x="21342" y="67404"/>
                  <a:pt x="21954" y="67140"/>
                </a:cubicBezTo>
                <a:cubicBezTo>
                  <a:pt x="22564" y="66877"/>
                  <a:pt x="23116" y="66494"/>
                  <a:pt x="23571" y="66014"/>
                </a:cubicBezTo>
                <a:lnTo>
                  <a:pt x="36058" y="53529"/>
                </a:lnTo>
                <a:cubicBezTo>
                  <a:pt x="36993" y="52595"/>
                  <a:pt x="37520" y="51325"/>
                  <a:pt x="37520" y="49994"/>
                </a:cubicBezTo>
                <a:cubicBezTo>
                  <a:pt x="37520" y="48677"/>
                  <a:pt x="36993" y="47407"/>
                  <a:pt x="36058" y="46472"/>
                </a:cubicBezTo>
                <a:lnTo>
                  <a:pt x="23571" y="33987"/>
                </a:lnTo>
                <a:cubicBezTo>
                  <a:pt x="23104" y="33508"/>
                  <a:pt x="22552" y="33125"/>
                  <a:pt x="21930" y="32872"/>
                </a:cubicBezTo>
                <a:cubicBezTo>
                  <a:pt x="21318" y="32609"/>
                  <a:pt x="20659" y="32477"/>
                  <a:pt x="19988" y="32477"/>
                </a:cubicBezTo>
                <a:close/>
                <a:moveTo>
                  <a:pt x="79856" y="32477"/>
                </a:moveTo>
                <a:cubicBezTo>
                  <a:pt x="78563" y="32513"/>
                  <a:pt x="77329" y="33053"/>
                  <a:pt x="76430" y="33987"/>
                </a:cubicBezTo>
                <a:lnTo>
                  <a:pt x="63943" y="46472"/>
                </a:lnTo>
                <a:cubicBezTo>
                  <a:pt x="63009" y="47407"/>
                  <a:pt x="62481" y="48677"/>
                  <a:pt x="62481" y="49994"/>
                </a:cubicBezTo>
                <a:cubicBezTo>
                  <a:pt x="62481" y="51325"/>
                  <a:pt x="63009" y="52595"/>
                  <a:pt x="63943" y="53529"/>
                </a:cubicBezTo>
                <a:lnTo>
                  <a:pt x="76430" y="66014"/>
                </a:lnTo>
                <a:cubicBezTo>
                  <a:pt x="76885" y="66494"/>
                  <a:pt x="77436" y="66877"/>
                  <a:pt x="78047" y="67140"/>
                </a:cubicBezTo>
                <a:cubicBezTo>
                  <a:pt x="78658" y="67404"/>
                  <a:pt x="79318" y="67536"/>
                  <a:pt x="79976" y="67548"/>
                </a:cubicBezTo>
                <a:cubicBezTo>
                  <a:pt x="80647" y="67548"/>
                  <a:pt x="81307" y="67428"/>
                  <a:pt x="81918" y="67176"/>
                </a:cubicBezTo>
                <a:cubicBezTo>
                  <a:pt x="82529" y="66925"/>
                  <a:pt x="83092" y="66554"/>
                  <a:pt x="83559" y="66086"/>
                </a:cubicBezTo>
                <a:cubicBezTo>
                  <a:pt x="84027" y="65619"/>
                  <a:pt x="84398" y="65055"/>
                  <a:pt x="84650" y="64445"/>
                </a:cubicBezTo>
                <a:cubicBezTo>
                  <a:pt x="84902" y="63821"/>
                  <a:pt x="85033" y="63163"/>
                  <a:pt x="85021" y="62504"/>
                </a:cubicBezTo>
                <a:cubicBezTo>
                  <a:pt x="85021" y="61833"/>
                  <a:pt x="84878" y="61186"/>
                  <a:pt x="84614" y="60574"/>
                </a:cubicBezTo>
                <a:cubicBezTo>
                  <a:pt x="84350" y="59964"/>
                  <a:pt x="83967" y="59412"/>
                  <a:pt x="83487" y="58945"/>
                </a:cubicBezTo>
                <a:lnTo>
                  <a:pt x="79533" y="54991"/>
                </a:lnTo>
                <a:lnTo>
                  <a:pt x="94944" y="54991"/>
                </a:lnTo>
                <a:cubicBezTo>
                  <a:pt x="95603" y="55003"/>
                  <a:pt x="96262" y="54883"/>
                  <a:pt x="96873" y="54632"/>
                </a:cubicBezTo>
                <a:cubicBezTo>
                  <a:pt x="97484" y="54380"/>
                  <a:pt x="98048" y="54020"/>
                  <a:pt x="98515" y="53553"/>
                </a:cubicBezTo>
                <a:cubicBezTo>
                  <a:pt x="98982" y="53086"/>
                  <a:pt x="99365" y="52535"/>
                  <a:pt x="99617" y="51924"/>
                </a:cubicBezTo>
                <a:cubicBezTo>
                  <a:pt x="99869" y="51313"/>
                  <a:pt x="100001" y="50666"/>
                  <a:pt x="100001" y="49994"/>
                </a:cubicBezTo>
                <a:cubicBezTo>
                  <a:pt x="100001" y="49336"/>
                  <a:pt x="99869" y="48689"/>
                  <a:pt x="99617" y="48078"/>
                </a:cubicBezTo>
                <a:cubicBezTo>
                  <a:pt x="99365" y="47466"/>
                  <a:pt x="98982" y="46903"/>
                  <a:pt x="98515" y="46448"/>
                </a:cubicBezTo>
                <a:cubicBezTo>
                  <a:pt x="98048" y="45981"/>
                  <a:pt x="97484" y="45609"/>
                  <a:pt x="96873" y="45370"/>
                </a:cubicBezTo>
                <a:cubicBezTo>
                  <a:pt x="96262" y="45118"/>
                  <a:pt x="95603" y="44998"/>
                  <a:pt x="94944" y="45010"/>
                </a:cubicBezTo>
                <a:lnTo>
                  <a:pt x="79533" y="45010"/>
                </a:lnTo>
                <a:lnTo>
                  <a:pt x="83487" y="41044"/>
                </a:lnTo>
                <a:cubicBezTo>
                  <a:pt x="84206" y="40349"/>
                  <a:pt x="84710" y="39438"/>
                  <a:pt x="84902" y="38456"/>
                </a:cubicBezTo>
                <a:cubicBezTo>
                  <a:pt x="85105" y="37474"/>
                  <a:pt x="84997" y="36443"/>
                  <a:pt x="84614" y="35521"/>
                </a:cubicBezTo>
                <a:cubicBezTo>
                  <a:pt x="84218" y="34598"/>
                  <a:pt x="83547" y="33807"/>
                  <a:pt x="82709" y="33268"/>
                </a:cubicBezTo>
                <a:cubicBezTo>
                  <a:pt x="81858" y="32717"/>
                  <a:pt x="80863" y="32453"/>
                  <a:pt x="79856" y="32477"/>
                </a:cubicBezTo>
                <a:close/>
                <a:moveTo>
                  <a:pt x="50006" y="45010"/>
                </a:moveTo>
                <a:cubicBezTo>
                  <a:pt x="48677" y="45010"/>
                  <a:pt x="47406" y="45537"/>
                  <a:pt x="46471" y="46472"/>
                </a:cubicBezTo>
                <a:cubicBezTo>
                  <a:pt x="45537" y="47407"/>
                  <a:pt x="45009" y="48677"/>
                  <a:pt x="45009" y="49994"/>
                </a:cubicBezTo>
                <a:cubicBezTo>
                  <a:pt x="45009" y="51325"/>
                  <a:pt x="45537" y="52595"/>
                  <a:pt x="46471" y="53529"/>
                </a:cubicBezTo>
                <a:cubicBezTo>
                  <a:pt x="47406" y="54463"/>
                  <a:pt x="48677" y="54991"/>
                  <a:pt x="50006" y="54991"/>
                </a:cubicBezTo>
                <a:cubicBezTo>
                  <a:pt x="51325" y="54991"/>
                  <a:pt x="52595" y="54463"/>
                  <a:pt x="53529" y="53529"/>
                </a:cubicBezTo>
                <a:cubicBezTo>
                  <a:pt x="54464" y="52595"/>
                  <a:pt x="54991" y="51325"/>
                  <a:pt x="54991" y="49994"/>
                </a:cubicBezTo>
                <a:cubicBezTo>
                  <a:pt x="54991" y="48677"/>
                  <a:pt x="54464" y="47407"/>
                  <a:pt x="53529" y="46472"/>
                </a:cubicBezTo>
                <a:cubicBezTo>
                  <a:pt x="52595" y="45537"/>
                  <a:pt x="51325" y="45010"/>
                  <a:pt x="50006" y="45010"/>
                </a:cubicBezTo>
                <a:close/>
                <a:moveTo>
                  <a:pt x="49923" y="62480"/>
                </a:moveTo>
                <a:cubicBezTo>
                  <a:pt x="48629" y="62504"/>
                  <a:pt x="47394" y="63019"/>
                  <a:pt x="46471" y="63942"/>
                </a:cubicBezTo>
                <a:lnTo>
                  <a:pt x="33985" y="76426"/>
                </a:lnTo>
                <a:cubicBezTo>
                  <a:pt x="33505" y="76881"/>
                  <a:pt x="33122" y="77433"/>
                  <a:pt x="32858" y="78043"/>
                </a:cubicBezTo>
                <a:cubicBezTo>
                  <a:pt x="32594" y="78655"/>
                  <a:pt x="32463" y="79313"/>
                  <a:pt x="32451" y="79973"/>
                </a:cubicBezTo>
                <a:cubicBezTo>
                  <a:pt x="32451" y="80644"/>
                  <a:pt x="32570" y="81303"/>
                  <a:pt x="32822" y="81914"/>
                </a:cubicBezTo>
                <a:cubicBezTo>
                  <a:pt x="33074" y="82525"/>
                  <a:pt x="33445" y="83088"/>
                  <a:pt x="33913" y="83555"/>
                </a:cubicBezTo>
                <a:cubicBezTo>
                  <a:pt x="34380" y="84023"/>
                  <a:pt x="34943" y="84394"/>
                  <a:pt x="35555" y="84645"/>
                </a:cubicBezTo>
                <a:cubicBezTo>
                  <a:pt x="36177" y="84897"/>
                  <a:pt x="36837" y="85029"/>
                  <a:pt x="37496" y="85017"/>
                </a:cubicBezTo>
                <a:cubicBezTo>
                  <a:pt x="38167" y="85017"/>
                  <a:pt x="38814" y="84873"/>
                  <a:pt x="39425" y="84610"/>
                </a:cubicBezTo>
                <a:cubicBezTo>
                  <a:pt x="40036" y="84346"/>
                  <a:pt x="40588" y="83963"/>
                  <a:pt x="41055" y="83483"/>
                </a:cubicBezTo>
                <a:lnTo>
                  <a:pt x="45009" y="79530"/>
                </a:lnTo>
                <a:lnTo>
                  <a:pt x="45009" y="94926"/>
                </a:lnTo>
                <a:cubicBezTo>
                  <a:pt x="44997" y="95597"/>
                  <a:pt x="45117" y="96244"/>
                  <a:pt x="45369" y="96867"/>
                </a:cubicBezTo>
                <a:cubicBezTo>
                  <a:pt x="45620" y="97478"/>
                  <a:pt x="45980" y="98041"/>
                  <a:pt x="46447" y="98508"/>
                </a:cubicBezTo>
                <a:cubicBezTo>
                  <a:pt x="46914" y="98976"/>
                  <a:pt x="47466" y="99347"/>
                  <a:pt x="48077" y="99610"/>
                </a:cubicBezTo>
                <a:cubicBezTo>
                  <a:pt x="48688" y="99863"/>
                  <a:pt x="49335" y="99994"/>
                  <a:pt x="50006" y="99994"/>
                </a:cubicBezTo>
                <a:cubicBezTo>
                  <a:pt x="50666" y="99994"/>
                  <a:pt x="51313" y="99863"/>
                  <a:pt x="51924" y="99610"/>
                </a:cubicBezTo>
                <a:cubicBezTo>
                  <a:pt x="52535" y="99347"/>
                  <a:pt x="53098" y="98976"/>
                  <a:pt x="53553" y="98508"/>
                </a:cubicBezTo>
                <a:cubicBezTo>
                  <a:pt x="54021" y="98041"/>
                  <a:pt x="54392" y="97478"/>
                  <a:pt x="54632" y="96867"/>
                </a:cubicBezTo>
                <a:cubicBezTo>
                  <a:pt x="54883" y="96244"/>
                  <a:pt x="55003" y="95597"/>
                  <a:pt x="54991" y="94926"/>
                </a:cubicBezTo>
                <a:lnTo>
                  <a:pt x="54991" y="79530"/>
                </a:lnTo>
                <a:lnTo>
                  <a:pt x="58958" y="83483"/>
                </a:lnTo>
                <a:cubicBezTo>
                  <a:pt x="59414" y="83963"/>
                  <a:pt x="59964" y="84346"/>
                  <a:pt x="60576" y="84610"/>
                </a:cubicBezTo>
                <a:cubicBezTo>
                  <a:pt x="61187" y="84873"/>
                  <a:pt x="61846" y="85017"/>
                  <a:pt x="62505" y="85017"/>
                </a:cubicBezTo>
                <a:cubicBezTo>
                  <a:pt x="63164" y="85029"/>
                  <a:pt x="63823" y="84897"/>
                  <a:pt x="64446" y="84645"/>
                </a:cubicBezTo>
                <a:cubicBezTo>
                  <a:pt x="65057" y="84394"/>
                  <a:pt x="65620" y="84023"/>
                  <a:pt x="66088" y="83555"/>
                </a:cubicBezTo>
                <a:cubicBezTo>
                  <a:pt x="66556" y="83088"/>
                  <a:pt x="66927" y="82525"/>
                  <a:pt x="67178" y="81914"/>
                </a:cubicBezTo>
                <a:cubicBezTo>
                  <a:pt x="67430" y="81303"/>
                  <a:pt x="67561" y="80644"/>
                  <a:pt x="67550" y="79973"/>
                </a:cubicBezTo>
                <a:cubicBezTo>
                  <a:pt x="67538" y="79313"/>
                  <a:pt x="67406" y="78655"/>
                  <a:pt x="67142" y="78043"/>
                </a:cubicBezTo>
                <a:cubicBezTo>
                  <a:pt x="66879" y="77433"/>
                  <a:pt x="66495" y="76881"/>
                  <a:pt x="66016" y="76426"/>
                </a:cubicBezTo>
                <a:lnTo>
                  <a:pt x="53529" y="63942"/>
                </a:lnTo>
                <a:cubicBezTo>
                  <a:pt x="53062" y="63474"/>
                  <a:pt x="52499" y="63102"/>
                  <a:pt x="51876" y="62851"/>
                </a:cubicBezTo>
                <a:cubicBezTo>
                  <a:pt x="51264" y="62599"/>
                  <a:pt x="50594" y="62468"/>
                  <a:pt x="49923" y="6248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7" name="Чёрный — SVG 10">
            <a:extLst>
              <a:ext uri="{FF2B5EF4-FFF2-40B4-BE49-F238E27FC236}">
                <a16:creationId xmlns:a16="http://schemas.microsoft.com/office/drawing/2014/main" id="{95E24D5A-5734-8942-B56E-804B8C4D42D4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87384 w 89070"/>
              <a:gd name="csY0" fmla="*/ 74749 h 148801"/>
              <a:gd name="csX1" fmla="*/ 8946 w 89070"/>
              <a:gd name="csY1" fmla="*/ 1432 h 148801"/>
              <a:gd name="csX2" fmla="*/ 3197 w 89070"/>
              <a:gd name="csY2" fmla="*/ 445 h 148801"/>
              <a:gd name="csX3" fmla="*/ 0 w 89070"/>
              <a:gd name="csY3" fmla="*/ 5310 h 148801"/>
              <a:gd name="csX4" fmla="*/ 0 w 89070"/>
              <a:gd name="csY4" fmla="*/ 111630 h 148801"/>
              <a:gd name="csX5" fmla="*/ 3016 w 89070"/>
              <a:gd name="csY5" fmla="*/ 116426 h 148801"/>
              <a:gd name="csX6" fmla="*/ 8641 w 89070"/>
              <a:gd name="csY6" fmla="*/ 115780 h 148801"/>
              <a:gd name="csX7" fmla="*/ 30304 w 89070"/>
              <a:gd name="csY7" fmla="*/ 98446 h 148801"/>
              <a:gd name="csX8" fmla="*/ 50782 w 89070"/>
              <a:gd name="csY8" fmla="*/ 145601 h 148801"/>
              <a:gd name="csX9" fmla="*/ 57774 w 89070"/>
              <a:gd name="csY9" fmla="*/ 148356 h 148801"/>
              <a:gd name="csX10" fmla="*/ 74029 w 89070"/>
              <a:gd name="csY10" fmla="*/ 141297 h 148801"/>
              <a:gd name="csX11" fmla="*/ 76787 w 89070"/>
              <a:gd name="csY11" fmla="*/ 134305 h 148801"/>
              <a:gd name="csX12" fmla="*/ 65998 w 89070"/>
              <a:gd name="csY12" fmla="*/ 109469 h 148801"/>
              <a:gd name="csX13" fmla="*/ 56311 w 89070"/>
              <a:gd name="csY13" fmla="*/ 87150 h 148801"/>
              <a:gd name="csX14" fmla="*/ 84361 w 89070"/>
              <a:gd name="csY14" fmla="*/ 83918 h 148801"/>
              <a:gd name="csX15" fmla="*/ 88803 w 89070"/>
              <a:gd name="csY15" fmla="*/ 80295 h 148801"/>
              <a:gd name="csX16" fmla="*/ 87384 w 89070"/>
              <a:gd name="csY16" fmla="*/ 74749 h 148801"/>
            </a:gdLst>
            <a:ahLst/>
            <a:cxnLst/>
            <a:rect l="l" t="t" r="r" b="b"/>
            <a:pathLst>
              <a:path w="100000" h="100000">
                <a:moveTo>
                  <a:pt x="78796" y="50234"/>
                </a:moveTo>
                <a:lnTo>
                  <a:pt x="26083" y="962"/>
                </a:lnTo>
                <a:cubicBezTo>
                  <a:pt x="25042" y="-10"/>
                  <a:pt x="23525" y="-273"/>
                  <a:pt x="22219" y="299"/>
                </a:cubicBezTo>
                <a:cubicBezTo>
                  <a:pt x="20915" y="859"/>
                  <a:pt x="20071" y="2151"/>
                  <a:pt x="20071" y="3569"/>
                </a:cubicBezTo>
                <a:lnTo>
                  <a:pt x="20071" y="75020"/>
                </a:lnTo>
                <a:cubicBezTo>
                  <a:pt x="20071" y="76403"/>
                  <a:pt x="20860" y="77649"/>
                  <a:pt x="22098" y="78243"/>
                </a:cubicBezTo>
                <a:cubicBezTo>
                  <a:pt x="23334" y="78838"/>
                  <a:pt x="24807" y="78678"/>
                  <a:pt x="25878" y="77809"/>
                </a:cubicBezTo>
                <a:lnTo>
                  <a:pt x="40436" y="66160"/>
                </a:lnTo>
                <a:lnTo>
                  <a:pt x="54198" y="97849"/>
                </a:lnTo>
                <a:cubicBezTo>
                  <a:pt x="54983" y="99667"/>
                  <a:pt x="57089" y="100490"/>
                  <a:pt x="58897" y="99701"/>
                </a:cubicBezTo>
                <a:lnTo>
                  <a:pt x="69821" y="94957"/>
                </a:lnTo>
                <a:cubicBezTo>
                  <a:pt x="71632" y="94179"/>
                  <a:pt x="72461" y="92076"/>
                  <a:pt x="71675" y="90258"/>
                </a:cubicBezTo>
                <a:lnTo>
                  <a:pt x="64424" y="73567"/>
                </a:lnTo>
                <a:lnTo>
                  <a:pt x="57914" y="58568"/>
                </a:lnTo>
                <a:lnTo>
                  <a:pt x="76765" y="56396"/>
                </a:lnTo>
                <a:cubicBezTo>
                  <a:pt x="78149" y="56236"/>
                  <a:pt x="79314" y="55287"/>
                  <a:pt x="79750" y="53961"/>
                </a:cubicBezTo>
                <a:cubicBezTo>
                  <a:pt x="80185" y="52635"/>
                  <a:pt x="79814" y="51183"/>
                  <a:pt x="78796" y="5023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8" name="Чёрный — SVG 11">
            <a:extLst>
              <a:ext uri="{FF2B5EF4-FFF2-40B4-BE49-F238E27FC236}">
                <a16:creationId xmlns:a16="http://schemas.microsoft.com/office/drawing/2014/main" id="{D2CCBDA1-A30C-2E4F-B238-BF9790090A3E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123977 w 148867"/>
              <a:gd name="csY0" fmla="*/ 0 h 127754"/>
              <a:gd name="csX1" fmla="*/ 120030 w 148867"/>
              <a:gd name="csY1" fmla="*/ 1208 h 127754"/>
              <a:gd name="csX2" fmla="*/ 117410 w 148867"/>
              <a:gd name="csY2" fmla="*/ 4423 h 127754"/>
              <a:gd name="csX3" fmla="*/ 117052 w 148867"/>
              <a:gd name="csY3" fmla="*/ 8540 h 127754"/>
              <a:gd name="csX4" fmla="*/ 119043 w 148867"/>
              <a:gd name="csY4" fmla="*/ 12163 h 127754"/>
              <a:gd name="csX5" fmla="*/ 124657 w 148867"/>
              <a:gd name="csY5" fmla="*/ 17794 h 127754"/>
              <a:gd name="csX6" fmla="*/ 88606 w 148867"/>
              <a:gd name="csY6" fmla="*/ 17794 h 127754"/>
              <a:gd name="csX7" fmla="*/ 67339 w 148867"/>
              <a:gd name="csY7" fmla="*/ 39057 h 127754"/>
              <a:gd name="csX8" fmla="*/ 67339 w 148867"/>
              <a:gd name="csY8" fmla="*/ 88662 h 127754"/>
              <a:gd name="csX9" fmla="*/ 60262 w 148867"/>
              <a:gd name="csY9" fmla="*/ 95756 h 127754"/>
              <a:gd name="csX10" fmla="*/ 24193 w 148867"/>
              <a:gd name="csY10" fmla="*/ 95756 h 127754"/>
              <a:gd name="csX11" fmla="*/ 29825 w 148867"/>
              <a:gd name="csY11" fmla="*/ 90142 h 127754"/>
              <a:gd name="csX12" fmla="*/ 31832 w 148867"/>
              <a:gd name="csY12" fmla="*/ 86451 h 127754"/>
              <a:gd name="csX13" fmla="*/ 31407 w 148867"/>
              <a:gd name="csY13" fmla="*/ 82283 h 127754"/>
              <a:gd name="csX14" fmla="*/ 28702 w 148867"/>
              <a:gd name="csY14" fmla="*/ 79085 h 127754"/>
              <a:gd name="csX15" fmla="*/ 24669 w 148867"/>
              <a:gd name="csY15" fmla="*/ 77962 h 127754"/>
              <a:gd name="csX16" fmla="*/ 19804 w 148867"/>
              <a:gd name="csY16" fmla="*/ 80105 h 127754"/>
              <a:gd name="csX17" fmla="*/ 2076 w 148867"/>
              <a:gd name="csY17" fmla="*/ 97831 h 127754"/>
              <a:gd name="csX18" fmla="*/ 0 w 148867"/>
              <a:gd name="csY18" fmla="*/ 102849 h 127754"/>
              <a:gd name="csX19" fmla="*/ 2076 w 148867"/>
              <a:gd name="csY19" fmla="*/ 107850 h 127754"/>
              <a:gd name="csX20" fmla="*/ 19804 w 148867"/>
              <a:gd name="csY20" fmla="*/ 125576 h 127754"/>
              <a:gd name="csX21" fmla="*/ 22100 w 148867"/>
              <a:gd name="csY21" fmla="*/ 127175 h 127754"/>
              <a:gd name="csX22" fmla="*/ 24840 w 148867"/>
              <a:gd name="csY22" fmla="*/ 127754 h 127754"/>
              <a:gd name="csX23" fmla="*/ 27596 w 148867"/>
              <a:gd name="csY23" fmla="*/ 127226 h 127754"/>
              <a:gd name="csX24" fmla="*/ 29927 w 148867"/>
              <a:gd name="csY24" fmla="*/ 125678 h 127754"/>
              <a:gd name="csX25" fmla="*/ 31475 w 148867"/>
              <a:gd name="csY25" fmla="*/ 123348 h 127754"/>
              <a:gd name="csX26" fmla="*/ 32002 w 148867"/>
              <a:gd name="csY26" fmla="*/ 120592 h 127754"/>
              <a:gd name="csX27" fmla="*/ 31424 w 148867"/>
              <a:gd name="csY27" fmla="*/ 117853 h 127754"/>
              <a:gd name="csX28" fmla="*/ 29825 w 148867"/>
              <a:gd name="csY28" fmla="*/ 115556 h 127754"/>
              <a:gd name="csX29" fmla="*/ 24193 w 148867"/>
              <a:gd name="csY29" fmla="*/ 109926 h 127754"/>
              <a:gd name="csX30" fmla="*/ 60262 w 148867"/>
              <a:gd name="csY30" fmla="*/ 109926 h 127754"/>
              <a:gd name="csX31" fmla="*/ 81528 w 148867"/>
              <a:gd name="csY31" fmla="*/ 88662 h 127754"/>
              <a:gd name="csX32" fmla="*/ 81528 w 148867"/>
              <a:gd name="csY32" fmla="*/ 39057 h 127754"/>
              <a:gd name="csX33" fmla="*/ 88606 w 148867"/>
              <a:gd name="csY33" fmla="*/ 31964 h 127754"/>
              <a:gd name="csX34" fmla="*/ 124657 w 148867"/>
              <a:gd name="csY34" fmla="*/ 31964 h 127754"/>
              <a:gd name="csX35" fmla="*/ 119043 w 148867"/>
              <a:gd name="csY35" fmla="*/ 37578 h 127754"/>
              <a:gd name="csX36" fmla="*/ 117444 w 148867"/>
              <a:gd name="csY36" fmla="*/ 39891 h 127754"/>
              <a:gd name="csX37" fmla="*/ 116865 w 148867"/>
              <a:gd name="csY37" fmla="*/ 42630 h 127754"/>
              <a:gd name="csX38" fmla="*/ 117393 w 148867"/>
              <a:gd name="csY38" fmla="*/ 45386 h 127754"/>
              <a:gd name="csX39" fmla="*/ 118941 w 148867"/>
              <a:gd name="csY39" fmla="*/ 47716 h 127754"/>
              <a:gd name="csX40" fmla="*/ 121272 w 148867"/>
              <a:gd name="csY40" fmla="*/ 49264 h 127754"/>
              <a:gd name="csX41" fmla="*/ 124028 w 148867"/>
              <a:gd name="csY41" fmla="*/ 49792 h 127754"/>
              <a:gd name="csX42" fmla="*/ 126767 w 148867"/>
              <a:gd name="csY42" fmla="*/ 49213 h 127754"/>
              <a:gd name="csX43" fmla="*/ 129064 w 148867"/>
              <a:gd name="csY43" fmla="*/ 47614 h 127754"/>
              <a:gd name="csX44" fmla="*/ 146792 w 148867"/>
              <a:gd name="csY44" fmla="*/ 29889 h 127754"/>
              <a:gd name="csX45" fmla="*/ 148867 w 148867"/>
              <a:gd name="csY45" fmla="*/ 24870 h 127754"/>
              <a:gd name="csX46" fmla="*/ 146792 w 148867"/>
              <a:gd name="csY46" fmla="*/ 19869 h 127754"/>
              <a:gd name="csX47" fmla="*/ 129064 w 148867"/>
              <a:gd name="csY47" fmla="*/ 2143 h 127754"/>
              <a:gd name="csX48" fmla="*/ 126733 w 148867"/>
              <a:gd name="csY48" fmla="*/ 561 h 127754"/>
              <a:gd name="csX49" fmla="*/ 123977 w 148867"/>
              <a:gd name="csY49" fmla="*/ 0 h 127754"/>
            </a:gdLst>
            <a:ahLst/>
            <a:cxnLst/>
            <a:rect l="l" t="t" r="r" b="b"/>
            <a:pathLst>
              <a:path w="100000" h="100000">
                <a:moveTo>
                  <a:pt x="83280" y="7091"/>
                </a:moveTo>
                <a:cubicBezTo>
                  <a:pt x="82332" y="7091"/>
                  <a:pt x="81406" y="7377"/>
                  <a:pt x="80629" y="7903"/>
                </a:cubicBezTo>
                <a:cubicBezTo>
                  <a:pt x="79840" y="8439"/>
                  <a:pt x="79234" y="9182"/>
                  <a:pt x="78869" y="10062"/>
                </a:cubicBezTo>
                <a:cubicBezTo>
                  <a:pt x="78514" y="10942"/>
                  <a:pt x="78434" y="11902"/>
                  <a:pt x="78629" y="12828"/>
                </a:cubicBezTo>
                <a:cubicBezTo>
                  <a:pt x="78823" y="13754"/>
                  <a:pt x="79292" y="14610"/>
                  <a:pt x="79966" y="15262"/>
                </a:cubicBezTo>
                <a:lnTo>
                  <a:pt x="83737" y="19044"/>
                </a:lnTo>
                <a:lnTo>
                  <a:pt x="59520" y="19044"/>
                </a:lnTo>
                <a:cubicBezTo>
                  <a:pt x="51692" y="19044"/>
                  <a:pt x="45234" y="25489"/>
                  <a:pt x="45234" y="33327"/>
                </a:cubicBezTo>
                <a:lnTo>
                  <a:pt x="45234" y="66649"/>
                </a:lnTo>
                <a:cubicBezTo>
                  <a:pt x="45234" y="69334"/>
                  <a:pt x="43166" y="71414"/>
                  <a:pt x="40480" y="71414"/>
                </a:cubicBezTo>
                <a:lnTo>
                  <a:pt x="16251" y="71414"/>
                </a:lnTo>
                <a:lnTo>
                  <a:pt x="20035" y="67643"/>
                </a:lnTo>
                <a:cubicBezTo>
                  <a:pt x="20720" y="66969"/>
                  <a:pt x="21189" y="66112"/>
                  <a:pt x="21383" y="65164"/>
                </a:cubicBezTo>
                <a:cubicBezTo>
                  <a:pt x="21566" y="64227"/>
                  <a:pt x="21474" y="63255"/>
                  <a:pt x="21097" y="62364"/>
                </a:cubicBezTo>
                <a:cubicBezTo>
                  <a:pt x="20720" y="61484"/>
                  <a:pt x="20091" y="60730"/>
                  <a:pt x="19280" y="60216"/>
                </a:cubicBezTo>
                <a:cubicBezTo>
                  <a:pt x="18480" y="59701"/>
                  <a:pt x="17532" y="59439"/>
                  <a:pt x="16571" y="59461"/>
                </a:cubicBezTo>
                <a:cubicBezTo>
                  <a:pt x="15337" y="59507"/>
                  <a:pt x="14160" y="60022"/>
                  <a:pt x="13303" y="60901"/>
                </a:cubicBezTo>
                <a:lnTo>
                  <a:pt x="1395" y="72808"/>
                </a:lnTo>
                <a:cubicBezTo>
                  <a:pt x="502" y="73700"/>
                  <a:pt x="0" y="74911"/>
                  <a:pt x="0" y="76179"/>
                </a:cubicBezTo>
                <a:cubicBezTo>
                  <a:pt x="0" y="77436"/>
                  <a:pt x="502" y="78648"/>
                  <a:pt x="1395" y="79538"/>
                </a:cubicBezTo>
                <a:lnTo>
                  <a:pt x="13303" y="91446"/>
                </a:lnTo>
                <a:cubicBezTo>
                  <a:pt x="13737" y="91903"/>
                  <a:pt x="14263" y="92269"/>
                  <a:pt x="14845" y="92520"/>
                </a:cubicBezTo>
                <a:cubicBezTo>
                  <a:pt x="15429" y="92771"/>
                  <a:pt x="16057" y="92909"/>
                  <a:pt x="16686" y="92909"/>
                </a:cubicBezTo>
                <a:cubicBezTo>
                  <a:pt x="17314" y="92920"/>
                  <a:pt x="17943" y="92794"/>
                  <a:pt x="18537" y="92554"/>
                </a:cubicBezTo>
                <a:cubicBezTo>
                  <a:pt x="19120" y="92314"/>
                  <a:pt x="19657" y="91960"/>
                  <a:pt x="20103" y="91514"/>
                </a:cubicBezTo>
                <a:cubicBezTo>
                  <a:pt x="20549" y="91069"/>
                  <a:pt x="20903" y="90531"/>
                  <a:pt x="21143" y="89949"/>
                </a:cubicBezTo>
                <a:cubicBezTo>
                  <a:pt x="21383" y="89366"/>
                  <a:pt x="21497" y="88737"/>
                  <a:pt x="21497" y="88098"/>
                </a:cubicBezTo>
                <a:cubicBezTo>
                  <a:pt x="21486" y="87469"/>
                  <a:pt x="21360" y="86841"/>
                  <a:pt x="21109" y="86258"/>
                </a:cubicBezTo>
                <a:cubicBezTo>
                  <a:pt x="20857" y="85675"/>
                  <a:pt x="20491" y="85149"/>
                  <a:pt x="20035" y="84715"/>
                </a:cubicBezTo>
                <a:lnTo>
                  <a:pt x="16251" y="80933"/>
                </a:lnTo>
                <a:lnTo>
                  <a:pt x="40480" y="80933"/>
                </a:lnTo>
                <a:cubicBezTo>
                  <a:pt x="48309" y="80933"/>
                  <a:pt x="54766" y="74488"/>
                  <a:pt x="54766" y="66649"/>
                </a:cubicBezTo>
                <a:lnTo>
                  <a:pt x="54766" y="33327"/>
                </a:lnTo>
                <a:cubicBezTo>
                  <a:pt x="54766" y="30642"/>
                  <a:pt x="56835" y="28563"/>
                  <a:pt x="59520" y="28563"/>
                </a:cubicBezTo>
                <a:lnTo>
                  <a:pt x="83737" y="28563"/>
                </a:lnTo>
                <a:lnTo>
                  <a:pt x="79966" y="32334"/>
                </a:lnTo>
                <a:cubicBezTo>
                  <a:pt x="79509" y="32779"/>
                  <a:pt x="79143" y="33305"/>
                  <a:pt x="78892" y="33888"/>
                </a:cubicBezTo>
                <a:cubicBezTo>
                  <a:pt x="78640" y="34471"/>
                  <a:pt x="78503" y="35087"/>
                  <a:pt x="78503" y="35728"/>
                </a:cubicBezTo>
                <a:cubicBezTo>
                  <a:pt x="78492" y="36356"/>
                  <a:pt x="78617" y="36984"/>
                  <a:pt x="78858" y="37579"/>
                </a:cubicBezTo>
                <a:cubicBezTo>
                  <a:pt x="79097" y="38161"/>
                  <a:pt x="79451" y="38699"/>
                  <a:pt x="79897" y="39144"/>
                </a:cubicBezTo>
                <a:cubicBezTo>
                  <a:pt x="80343" y="39589"/>
                  <a:pt x="80880" y="39944"/>
                  <a:pt x="81463" y="40184"/>
                </a:cubicBezTo>
                <a:cubicBezTo>
                  <a:pt x="82046" y="40424"/>
                  <a:pt x="82674" y="40539"/>
                  <a:pt x="83315" y="40539"/>
                </a:cubicBezTo>
                <a:cubicBezTo>
                  <a:pt x="83943" y="40527"/>
                  <a:pt x="84571" y="40401"/>
                  <a:pt x="85155" y="40150"/>
                </a:cubicBezTo>
                <a:cubicBezTo>
                  <a:pt x="85738" y="39898"/>
                  <a:pt x="86263" y="39532"/>
                  <a:pt x="86698" y="39075"/>
                </a:cubicBezTo>
                <a:lnTo>
                  <a:pt x="98606" y="27169"/>
                </a:lnTo>
                <a:cubicBezTo>
                  <a:pt x="99498" y="26277"/>
                  <a:pt x="100000" y="25066"/>
                  <a:pt x="100000" y="23797"/>
                </a:cubicBezTo>
                <a:cubicBezTo>
                  <a:pt x="100000" y="22541"/>
                  <a:pt x="99498" y="21329"/>
                  <a:pt x="98606" y="20438"/>
                </a:cubicBezTo>
                <a:lnTo>
                  <a:pt x="86698" y="8531"/>
                </a:lnTo>
                <a:cubicBezTo>
                  <a:pt x="86251" y="8074"/>
                  <a:pt x="85726" y="7709"/>
                  <a:pt x="85132" y="7468"/>
                </a:cubicBezTo>
                <a:cubicBezTo>
                  <a:pt x="84549" y="7217"/>
                  <a:pt x="83921" y="7091"/>
                  <a:pt x="83280" y="709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29" name="Чёрный — SVG 12">
            <a:extLst>
              <a:ext uri="{FF2B5EF4-FFF2-40B4-BE49-F238E27FC236}">
                <a16:creationId xmlns:a16="http://schemas.microsoft.com/office/drawing/2014/main" id="{E3F029F8-7AF6-D244-B5F1-DBD6ACC1B84A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139762 w 141792"/>
              <a:gd name="csY0" fmla="*/ 107357 h 131121"/>
              <a:gd name="csX1" fmla="*/ 84894 w 141792"/>
              <a:gd name="csY1" fmla="*/ 8251 h 131121"/>
              <a:gd name="csX2" fmla="*/ 70892 w 141792"/>
              <a:gd name="csY2" fmla="*/ 0 h 131121"/>
              <a:gd name="csX3" fmla="*/ 56907 w 141792"/>
              <a:gd name="csY3" fmla="*/ 8251 h 131121"/>
              <a:gd name="csX4" fmla="*/ 2022 w 141792"/>
              <a:gd name="csY4" fmla="*/ 107357 h 131121"/>
              <a:gd name="csX5" fmla="*/ 2243 w 141792"/>
              <a:gd name="csY5" fmla="*/ 123245 h 131121"/>
              <a:gd name="csX6" fmla="*/ 16024 w 141792"/>
              <a:gd name="csY6" fmla="*/ 131122 h 131121"/>
              <a:gd name="csX7" fmla="*/ 125777 w 141792"/>
              <a:gd name="csY7" fmla="*/ 131122 h 131121"/>
              <a:gd name="csX8" fmla="*/ 139558 w 141792"/>
              <a:gd name="csY8" fmla="*/ 123245 h 131121"/>
              <a:gd name="csX9" fmla="*/ 139762 w 141792"/>
              <a:gd name="csY9" fmla="*/ 107357 h 131121"/>
              <a:gd name="csX10" fmla="*/ 65584 w 141792"/>
              <a:gd name="csY10" fmla="*/ 44297 h 131121"/>
              <a:gd name="csX11" fmla="*/ 70892 w 141792"/>
              <a:gd name="csY11" fmla="*/ 38989 h 131121"/>
              <a:gd name="csX12" fmla="*/ 76217 w 141792"/>
              <a:gd name="csY12" fmla="*/ 44297 h 131121"/>
              <a:gd name="csX13" fmla="*/ 76217 w 141792"/>
              <a:gd name="csY13" fmla="*/ 79731 h 131121"/>
              <a:gd name="csX14" fmla="*/ 70892 w 141792"/>
              <a:gd name="csY14" fmla="*/ 85056 h 131121"/>
              <a:gd name="csX15" fmla="*/ 65584 w 141792"/>
              <a:gd name="csY15" fmla="*/ 79731 h 131121"/>
              <a:gd name="csX16" fmla="*/ 65584 w 141792"/>
              <a:gd name="csY16" fmla="*/ 44297 h 131121"/>
              <a:gd name="csX17" fmla="*/ 70892 w 141792"/>
              <a:gd name="csY17" fmla="*/ 109858 h 131121"/>
              <a:gd name="csX18" fmla="*/ 63815 w 141792"/>
              <a:gd name="csY18" fmla="*/ 102781 h 131121"/>
              <a:gd name="csX19" fmla="*/ 70892 w 141792"/>
              <a:gd name="csY19" fmla="*/ 95687 h 131121"/>
              <a:gd name="csX20" fmla="*/ 77987 w 141792"/>
              <a:gd name="csY20" fmla="*/ 102781 h 131121"/>
              <a:gd name="csX21" fmla="*/ 70892 w 141792"/>
              <a:gd name="csY21" fmla="*/ 109858 h 131121"/>
            </a:gdLst>
            <a:ahLst/>
            <a:cxnLst/>
            <a:rect l="l" t="t" r="r" b="b"/>
            <a:pathLst>
              <a:path w="100000" h="100000">
                <a:moveTo>
                  <a:pt x="98568" y="79477"/>
                </a:moveTo>
                <a:lnTo>
                  <a:pt x="59872" y="9582"/>
                </a:lnTo>
                <a:cubicBezTo>
                  <a:pt x="57857" y="5934"/>
                  <a:pt x="54161" y="3763"/>
                  <a:pt x="49997" y="3763"/>
                </a:cubicBezTo>
                <a:cubicBezTo>
                  <a:pt x="45833" y="3763"/>
                  <a:pt x="42150" y="5934"/>
                  <a:pt x="40134" y="9582"/>
                </a:cubicBezTo>
                <a:lnTo>
                  <a:pt x="1426" y="79477"/>
                </a:lnTo>
                <a:cubicBezTo>
                  <a:pt x="-530" y="83016"/>
                  <a:pt x="-470" y="87203"/>
                  <a:pt x="1582" y="90682"/>
                </a:cubicBezTo>
                <a:cubicBezTo>
                  <a:pt x="3633" y="94162"/>
                  <a:pt x="7269" y="96238"/>
                  <a:pt x="11301" y="96238"/>
                </a:cubicBezTo>
                <a:lnTo>
                  <a:pt x="88705" y="96238"/>
                </a:lnTo>
                <a:cubicBezTo>
                  <a:pt x="92737" y="96238"/>
                  <a:pt x="96373" y="94162"/>
                  <a:pt x="98424" y="90682"/>
                </a:cubicBezTo>
                <a:cubicBezTo>
                  <a:pt x="100476" y="87203"/>
                  <a:pt x="100525" y="83016"/>
                  <a:pt x="98568" y="79477"/>
                </a:cubicBezTo>
                <a:close/>
                <a:moveTo>
                  <a:pt x="46254" y="35004"/>
                </a:moveTo>
                <a:cubicBezTo>
                  <a:pt x="46254" y="32928"/>
                  <a:pt x="47934" y="31260"/>
                  <a:pt x="49997" y="31260"/>
                </a:cubicBezTo>
                <a:cubicBezTo>
                  <a:pt x="52073" y="31260"/>
                  <a:pt x="53753" y="32928"/>
                  <a:pt x="53753" y="35004"/>
                </a:cubicBezTo>
                <a:lnTo>
                  <a:pt x="53753" y="59994"/>
                </a:lnTo>
                <a:cubicBezTo>
                  <a:pt x="53753" y="62069"/>
                  <a:pt x="52073" y="63749"/>
                  <a:pt x="49997" y="63749"/>
                </a:cubicBezTo>
                <a:cubicBezTo>
                  <a:pt x="47934" y="63749"/>
                  <a:pt x="46254" y="62069"/>
                  <a:pt x="46254" y="59994"/>
                </a:cubicBezTo>
                <a:lnTo>
                  <a:pt x="46254" y="35004"/>
                </a:lnTo>
                <a:close/>
                <a:moveTo>
                  <a:pt x="49997" y="81241"/>
                </a:moveTo>
                <a:cubicBezTo>
                  <a:pt x="47238" y="81241"/>
                  <a:pt x="45006" y="79010"/>
                  <a:pt x="45006" y="76250"/>
                </a:cubicBezTo>
                <a:cubicBezTo>
                  <a:pt x="45006" y="73479"/>
                  <a:pt x="47238" y="71247"/>
                  <a:pt x="49997" y="71247"/>
                </a:cubicBezTo>
                <a:cubicBezTo>
                  <a:pt x="52757" y="71247"/>
                  <a:pt x="55001" y="73479"/>
                  <a:pt x="55001" y="76250"/>
                </a:cubicBezTo>
                <a:cubicBezTo>
                  <a:pt x="55001" y="79010"/>
                  <a:pt x="52757" y="81241"/>
                  <a:pt x="49997" y="8124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0" name="Чёрный — SVG 13">
            <a:extLst>
              <a:ext uri="{FF2B5EF4-FFF2-40B4-BE49-F238E27FC236}">
                <a16:creationId xmlns:a16="http://schemas.microsoft.com/office/drawing/2014/main" id="{E50BD6B6-B3E0-174A-B194-45E0E6545E62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7077 w 127737"/>
              <a:gd name="csY0" fmla="*/ 4 h 127724"/>
              <a:gd name="csX1" fmla="*/ 4151 w 127737"/>
              <a:gd name="csY1" fmla="*/ 650 h 127724"/>
              <a:gd name="csX2" fmla="*/ 1735 w 127737"/>
              <a:gd name="csY2" fmla="*/ 2453 h 127724"/>
              <a:gd name="csX3" fmla="*/ 288 w 127737"/>
              <a:gd name="csY3" fmla="*/ 5090 h 127724"/>
              <a:gd name="csX4" fmla="*/ 68 w 127737"/>
              <a:gd name="csY4" fmla="*/ 8084 h 127724"/>
              <a:gd name="csX5" fmla="*/ 68 w 127737"/>
              <a:gd name="csY5" fmla="*/ 35523 h 127724"/>
              <a:gd name="csX6" fmla="*/ 578 w 127737"/>
              <a:gd name="csY6" fmla="*/ 38262 h 127724"/>
              <a:gd name="csX7" fmla="*/ 2109 w 127737"/>
              <a:gd name="csY7" fmla="*/ 40592 h 127724"/>
              <a:gd name="csX8" fmla="*/ 4423 w 127737"/>
              <a:gd name="csY8" fmla="*/ 42157 h 127724"/>
              <a:gd name="csX9" fmla="*/ 7162 w 127737"/>
              <a:gd name="csY9" fmla="*/ 42702 h 127724"/>
              <a:gd name="csX10" fmla="*/ 9901 w 127737"/>
              <a:gd name="csY10" fmla="*/ 42157 h 127724"/>
              <a:gd name="csX11" fmla="*/ 12198 w 127737"/>
              <a:gd name="csY11" fmla="*/ 40592 h 127724"/>
              <a:gd name="csX12" fmla="*/ 13729 w 127737"/>
              <a:gd name="csY12" fmla="*/ 38262 h 127724"/>
              <a:gd name="csX13" fmla="*/ 14240 w 127737"/>
              <a:gd name="csY13" fmla="*/ 35523 h 127724"/>
              <a:gd name="csX14" fmla="*/ 14240 w 127737"/>
              <a:gd name="csY14" fmla="*/ 24279 h 127724"/>
              <a:gd name="csX15" fmla="*/ 41138 w 127737"/>
              <a:gd name="csY15" fmla="*/ 51156 h 127724"/>
              <a:gd name="csX16" fmla="*/ 43435 w 127737"/>
              <a:gd name="csY16" fmla="*/ 52755 h 127724"/>
              <a:gd name="csX17" fmla="*/ 46174 w 127737"/>
              <a:gd name="csY17" fmla="*/ 53334 h 127724"/>
              <a:gd name="csX18" fmla="*/ 48930 w 127737"/>
              <a:gd name="csY18" fmla="*/ 52806 h 127724"/>
              <a:gd name="csX19" fmla="*/ 51261 w 127737"/>
              <a:gd name="csY19" fmla="*/ 51258 h 127724"/>
              <a:gd name="csX20" fmla="*/ 52809 w 127737"/>
              <a:gd name="csY20" fmla="*/ 48928 h 127724"/>
              <a:gd name="csX21" fmla="*/ 53337 w 127737"/>
              <a:gd name="csY21" fmla="*/ 46172 h 127724"/>
              <a:gd name="csX22" fmla="*/ 52758 w 127737"/>
              <a:gd name="csY22" fmla="*/ 43433 h 127724"/>
              <a:gd name="csX23" fmla="*/ 51159 w 127737"/>
              <a:gd name="csY23" fmla="*/ 41136 h 127724"/>
              <a:gd name="csX24" fmla="*/ 24278 w 127737"/>
              <a:gd name="csY24" fmla="*/ 14259 h 127724"/>
              <a:gd name="csX25" fmla="*/ 35507 w 127737"/>
              <a:gd name="csY25" fmla="*/ 14259 h 127724"/>
              <a:gd name="csX26" fmla="*/ 38263 w 127737"/>
              <a:gd name="csY26" fmla="*/ 13749 h 127724"/>
              <a:gd name="csX27" fmla="*/ 40594 w 127737"/>
              <a:gd name="csY27" fmla="*/ 12218 h 127724"/>
              <a:gd name="csX28" fmla="*/ 42159 w 127737"/>
              <a:gd name="csY28" fmla="*/ 9904 h 127724"/>
              <a:gd name="csX29" fmla="*/ 42703 w 127737"/>
              <a:gd name="csY29" fmla="*/ 7165 h 127724"/>
              <a:gd name="csX30" fmla="*/ 42159 w 127737"/>
              <a:gd name="csY30" fmla="*/ 4427 h 127724"/>
              <a:gd name="csX31" fmla="*/ 40594 w 127737"/>
              <a:gd name="csY31" fmla="*/ 2113 h 127724"/>
              <a:gd name="csX32" fmla="*/ 38263 w 127737"/>
              <a:gd name="csY32" fmla="*/ 582 h 127724"/>
              <a:gd name="csX33" fmla="*/ 35507 w 127737"/>
              <a:gd name="csY33" fmla="*/ 72 h 127724"/>
              <a:gd name="csX34" fmla="*/ 8030 w 127737"/>
              <a:gd name="csY34" fmla="*/ 72 h 127724"/>
              <a:gd name="csX35" fmla="*/ 7077 w 127737"/>
              <a:gd name="csY35" fmla="*/ 4 h 127724"/>
              <a:gd name="csX36" fmla="*/ 120437 w 127737"/>
              <a:gd name="csY36" fmla="*/ 4 h 127724"/>
              <a:gd name="csX37" fmla="*/ 119655 w 127737"/>
              <a:gd name="csY37" fmla="*/ 72 h 127724"/>
              <a:gd name="csX38" fmla="*/ 92229 w 127737"/>
              <a:gd name="csY38" fmla="*/ 72 h 127724"/>
              <a:gd name="csX39" fmla="*/ 89473 w 127737"/>
              <a:gd name="csY39" fmla="*/ 582 h 127724"/>
              <a:gd name="csX40" fmla="*/ 87142 w 127737"/>
              <a:gd name="csY40" fmla="*/ 2113 h 127724"/>
              <a:gd name="csX41" fmla="*/ 85577 w 127737"/>
              <a:gd name="csY41" fmla="*/ 4427 h 127724"/>
              <a:gd name="csX42" fmla="*/ 85032 w 127737"/>
              <a:gd name="csY42" fmla="*/ 7165 h 127724"/>
              <a:gd name="csX43" fmla="*/ 85577 w 127737"/>
              <a:gd name="csY43" fmla="*/ 9904 h 127724"/>
              <a:gd name="csX44" fmla="*/ 87142 w 127737"/>
              <a:gd name="csY44" fmla="*/ 12218 h 127724"/>
              <a:gd name="csX45" fmla="*/ 89473 w 127737"/>
              <a:gd name="csY45" fmla="*/ 13749 h 127724"/>
              <a:gd name="csX46" fmla="*/ 92229 w 127737"/>
              <a:gd name="csY46" fmla="*/ 14259 h 127724"/>
              <a:gd name="csX47" fmla="*/ 103475 w 127737"/>
              <a:gd name="csY47" fmla="*/ 14259 h 127724"/>
              <a:gd name="csX48" fmla="*/ 76577 w 127737"/>
              <a:gd name="csY48" fmla="*/ 41136 h 127724"/>
              <a:gd name="csX49" fmla="*/ 74978 w 127737"/>
              <a:gd name="csY49" fmla="*/ 43433 h 127724"/>
              <a:gd name="csX50" fmla="*/ 74399 w 127737"/>
              <a:gd name="csY50" fmla="*/ 46172 h 127724"/>
              <a:gd name="csX51" fmla="*/ 74927 w 127737"/>
              <a:gd name="csY51" fmla="*/ 48928 h 127724"/>
              <a:gd name="csX52" fmla="*/ 76475 w 127737"/>
              <a:gd name="csY52" fmla="*/ 51258 h 127724"/>
              <a:gd name="csX53" fmla="*/ 78806 w 127737"/>
              <a:gd name="csY53" fmla="*/ 52806 h 127724"/>
              <a:gd name="csX54" fmla="*/ 81562 w 127737"/>
              <a:gd name="csY54" fmla="*/ 53334 h 127724"/>
              <a:gd name="csX55" fmla="*/ 84301 w 127737"/>
              <a:gd name="csY55" fmla="*/ 52755 h 127724"/>
              <a:gd name="csX56" fmla="*/ 86597 w 127737"/>
              <a:gd name="csY56" fmla="*/ 51156 h 127724"/>
              <a:gd name="csX57" fmla="*/ 113496 w 127737"/>
              <a:gd name="csY57" fmla="*/ 24279 h 127724"/>
              <a:gd name="csX58" fmla="*/ 113496 w 127737"/>
              <a:gd name="csY58" fmla="*/ 35523 h 127724"/>
              <a:gd name="csX59" fmla="*/ 114006 w 127737"/>
              <a:gd name="csY59" fmla="*/ 38262 h 127724"/>
              <a:gd name="csX60" fmla="*/ 115537 w 127737"/>
              <a:gd name="csY60" fmla="*/ 40592 h 127724"/>
              <a:gd name="csX61" fmla="*/ 117851 w 127737"/>
              <a:gd name="csY61" fmla="*/ 42157 h 127724"/>
              <a:gd name="csX62" fmla="*/ 120574 w 127737"/>
              <a:gd name="csY62" fmla="*/ 42702 h 127724"/>
              <a:gd name="csX63" fmla="*/ 123313 w 127737"/>
              <a:gd name="csY63" fmla="*/ 42157 h 127724"/>
              <a:gd name="csX64" fmla="*/ 125627 w 127737"/>
              <a:gd name="csY64" fmla="*/ 40592 h 127724"/>
              <a:gd name="csX65" fmla="*/ 127158 w 127737"/>
              <a:gd name="csY65" fmla="*/ 38262 h 127724"/>
              <a:gd name="csX66" fmla="*/ 127668 w 127737"/>
              <a:gd name="csY66" fmla="*/ 35523 h 127724"/>
              <a:gd name="csX67" fmla="*/ 127668 w 127737"/>
              <a:gd name="csY67" fmla="*/ 8033 h 127724"/>
              <a:gd name="csX68" fmla="*/ 127413 w 127737"/>
              <a:gd name="csY68" fmla="*/ 5005 h 127724"/>
              <a:gd name="csX69" fmla="*/ 125916 w 127737"/>
              <a:gd name="csY69" fmla="*/ 2351 h 127724"/>
              <a:gd name="csX70" fmla="*/ 123432 w 127737"/>
              <a:gd name="csY70" fmla="*/ 582 h 127724"/>
              <a:gd name="csX71" fmla="*/ 120437 w 127737"/>
              <a:gd name="csY71" fmla="*/ 4 h 127724"/>
              <a:gd name="csX72" fmla="*/ 46004 w 127737"/>
              <a:gd name="csY72" fmla="*/ 74427 h 127724"/>
              <a:gd name="csX73" fmla="*/ 41138 w 127737"/>
              <a:gd name="csY73" fmla="*/ 76571 h 127724"/>
              <a:gd name="csX74" fmla="*/ 14240 w 127737"/>
              <a:gd name="csY74" fmla="*/ 103465 h 127724"/>
              <a:gd name="csX75" fmla="*/ 14240 w 127737"/>
              <a:gd name="csY75" fmla="*/ 92221 h 127724"/>
              <a:gd name="csX76" fmla="*/ 13729 w 127737"/>
              <a:gd name="csY76" fmla="*/ 89482 h 127724"/>
              <a:gd name="csX77" fmla="*/ 12198 w 127737"/>
              <a:gd name="csY77" fmla="*/ 87134 h 127724"/>
              <a:gd name="csX78" fmla="*/ 9901 w 127737"/>
              <a:gd name="csY78" fmla="*/ 85587 h 127724"/>
              <a:gd name="csX79" fmla="*/ 7162 w 127737"/>
              <a:gd name="csY79" fmla="*/ 85025 h 127724"/>
              <a:gd name="csX80" fmla="*/ 4423 w 127737"/>
              <a:gd name="csY80" fmla="*/ 85587 h 127724"/>
              <a:gd name="csX81" fmla="*/ 2109 w 127737"/>
              <a:gd name="csY81" fmla="*/ 87134 h 127724"/>
              <a:gd name="csX82" fmla="*/ 578 w 127737"/>
              <a:gd name="csY82" fmla="*/ 89482 h 127724"/>
              <a:gd name="csX83" fmla="*/ 68 w 127737"/>
              <a:gd name="csY83" fmla="*/ 92221 h 127724"/>
              <a:gd name="csX84" fmla="*/ 68 w 127737"/>
              <a:gd name="csY84" fmla="*/ 119694 h 127724"/>
              <a:gd name="csX85" fmla="*/ 391 w 127737"/>
              <a:gd name="csY85" fmla="*/ 122926 h 127724"/>
              <a:gd name="csX86" fmla="*/ 2092 w 127737"/>
              <a:gd name="csY86" fmla="*/ 125665 h 127724"/>
              <a:gd name="csX87" fmla="*/ 4848 w 127737"/>
              <a:gd name="csY87" fmla="*/ 127366 h 127724"/>
              <a:gd name="csX88" fmla="*/ 8081 w 127737"/>
              <a:gd name="csY88" fmla="*/ 127655 h 127724"/>
              <a:gd name="csX89" fmla="*/ 35507 w 127737"/>
              <a:gd name="csY89" fmla="*/ 127655 h 127724"/>
              <a:gd name="csX90" fmla="*/ 38263 w 127737"/>
              <a:gd name="csY90" fmla="*/ 127145 h 127724"/>
              <a:gd name="csX91" fmla="*/ 40594 w 127737"/>
              <a:gd name="csY91" fmla="*/ 125614 h 127724"/>
              <a:gd name="csX92" fmla="*/ 42159 w 127737"/>
              <a:gd name="csY92" fmla="*/ 123300 h 127724"/>
              <a:gd name="csX93" fmla="*/ 42703 w 127737"/>
              <a:gd name="csY93" fmla="*/ 120578 h 127724"/>
              <a:gd name="csX94" fmla="*/ 42159 w 127737"/>
              <a:gd name="csY94" fmla="*/ 117840 h 127724"/>
              <a:gd name="csX95" fmla="*/ 40594 w 127737"/>
              <a:gd name="csY95" fmla="*/ 115526 h 127724"/>
              <a:gd name="csX96" fmla="*/ 38263 w 127737"/>
              <a:gd name="csY96" fmla="*/ 113995 h 127724"/>
              <a:gd name="csX97" fmla="*/ 35507 w 127737"/>
              <a:gd name="csY97" fmla="*/ 113485 h 127724"/>
              <a:gd name="csX98" fmla="*/ 24278 w 127737"/>
              <a:gd name="csY98" fmla="*/ 113485 h 127724"/>
              <a:gd name="csX99" fmla="*/ 51159 w 127737"/>
              <a:gd name="csY99" fmla="*/ 86590 h 127724"/>
              <a:gd name="csX100" fmla="*/ 53166 w 127737"/>
              <a:gd name="csY100" fmla="*/ 82916 h 127724"/>
              <a:gd name="csX101" fmla="*/ 52741 w 127737"/>
              <a:gd name="csY101" fmla="*/ 78748 h 127724"/>
              <a:gd name="csX102" fmla="*/ 50053 w 127737"/>
              <a:gd name="csY102" fmla="*/ 75550 h 127724"/>
              <a:gd name="csX103" fmla="*/ 46004 w 127737"/>
              <a:gd name="csY103" fmla="*/ 74427 h 127724"/>
              <a:gd name="csX104" fmla="*/ 81510 w 127737"/>
              <a:gd name="csY104" fmla="*/ 74427 h 127724"/>
              <a:gd name="csX105" fmla="*/ 77564 w 127737"/>
              <a:gd name="csY105" fmla="*/ 75635 h 127724"/>
              <a:gd name="csX106" fmla="*/ 74961 w 127737"/>
              <a:gd name="csY106" fmla="*/ 78850 h 127724"/>
              <a:gd name="csX107" fmla="*/ 74586 w 127737"/>
              <a:gd name="csY107" fmla="*/ 82967 h 127724"/>
              <a:gd name="csX108" fmla="*/ 76577 w 127737"/>
              <a:gd name="csY108" fmla="*/ 86590 h 127724"/>
              <a:gd name="csX109" fmla="*/ 103475 w 127737"/>
              <a:gd name="csY109" fmla="*/ 113485 h 127724"/>
              <a:gd name="csX110" fmla="*/ 92229 w 127737"/>
              <a:gd name="csY110" fmla="*/ 113485 h 127724"/>
              <a:gd name="csX111" fmla="*/ 89473 w 127737"/>
              <a:gd name="csY111" fmla="*/ 113995 h 127724"/>
              <a:gd name="csX112" fmla="*/ 87142 w 127737"/>
              <a:gd name="csY112" fmla="*/ 115526 h 127724"/>
              <a:gd name="csX113" fmla="*/ 85577 w 127737"/>
              <a:gd name="csY113" fmla="*/ 117840 h 127724"/>
              <a:gd name="csX114" fmla="*/ 85032 w 127737"/>
              <a:gd name="csY114" fmla="*/ 120578 h 127724"/>
              <a:gd name="csX115" fmla="*/ 85577 w 127737"/>
              <a:gd name="csY115" fmla="*/ 123300 h 127724"/>
              <a:gd name="csX116" fmla="*/ 87142 w 127737"/>
              <a:gd name="csY116" fmla="*/ 125614 h 127724"/>
              <a:gd name="csX117" fmla="*/ 89473 w 127737"/>
              <a:gd name="csY117" fmla="*/ 127145 h 127724"/>
              <a:gd name="csX118" fmla="*/ 92229 w 127737"/>
              <a:gd name="csY118" fmla="*/ 127655 h 127724"/>
              <a:gd name="csX119" fmla="*/ 119706 w 127737"/>
              <a:gd name="csY119" fmla="*/ 127655 h 127724"/>
              <a:gd name="csX120" fmla="*/ 122938 w 127737"/>
              <a:gd name="csY120" fmla="*/ 127349 h 127724"/>
              <a:gd name="csX121" fmla="*/ 125678 w 127737"/>
              <a:gd name="csY121" fmla="*/ 125631 h 127724"/>
              <a:gd name="csX122" fmla="*/ 127379 w 127737"/>
              <a:gd name="csY122" fmla="*/ 122875 h 127724"/>
              <a:gd name="csX123" fmla="*/ 127668 w 127737"/>
              <a:gd name="csY123" fmla="*/ 119643 h 127724"/>
              <a:gd name="csX124" fmla="*/ 127668 w 127737"/>
              <a:gd name="csY124" fmla="*/ 92221 h 127724"/>
              <a:gd name="csX125" fmla="*/ 127158 w 127737"/>
              <a:gd name="csY125" fmla="*/ 89482 h 127724"/>
              <a:gd name="csX126" fmla="*/ 125627 w 127737"/>
              <a:gd name="csY126" fmla="*/ 87134 h 127724"/>
              <a:gd name="csX127" fmla="*/ 123313 w 127737"/>
              <a:gd name="csY127" fmla="*/ 85587 h 127724"/>
              <a:gd name="csX128" fmla="*/ 120574 w 127737"/>
              <a:gd name="csY128" fmla="*/ 85025 h 127724"/>
              <a:gd name="csX129" fmla="*/ 117851 w 127737"/>
              <a:gd name="csY129" fmla="*/ 85587 h 127724"/>
              <a:gd name="csX130" fmla="*/ 115537 w 127737"/>
              <a:gd name="csY130" fmla="*/ 87134 h 127724"/>
              <a:gd name="csX131" fmla="*/ 114006 w 127737"/>
              <a:gd name="csY131" fmla="*/ 89482 h 127724"/>
              <a:gd name="csX132" fmla="*/ 113496 w 127737"/>
              <a:gd name="csY132" fmla="*/ 92221 h 127724"/>
              <a:gd name="csX133" fmla="*/ 113496 w 127737"/>
              <a:gd name="csY133" fmla="*/ 103465 h 127724"/>
              <a:gd name="csX134" fmla="*/ 86597 w 127737"/>
              <a:gd name="csY134" fmla="*/ 76571 h 127724"/>
              <a:gd name="csX135" fmla="*/ 84284 w 127737"/>
              <a:gd name="csY135" fmla="*/ 74989 h 127724"/>
              <a:gd name="csX136" fmla="*/ 81510 w 127737"/>
              <a:gd name="csY136" fmla="*/ 74427 h 127724"/>
            </a:gdLst>
            <a:ahLst/>
            <a:cxnLst/>
            <a:rect l="l" t="t" r="r" b="b"/>
            <a:pathLst>
              <a:path w="100000" h="100000">
                <a:moveTo>
                  <a:pt x="5540" y="8"/>
                </a:moveTo>
                <a:cubicBezTo>
                  <a:pt x="4754" y="8"/>
                  <a:pt x="3968" y="181"/>
                  <a:pt x="3250" y="514"/>
                </a:cubicBezTo>
                <a:cubicBezTo>
                  <a:pt x="2517" y="847"/>
                  <a:pt x="1877" y="1327"/>
                  <a:pt x="1358" y="1925"/>
                </a:cubicBezTo>
                <a:cubicBezTo>
                  <a:pt x="838" y="2525"/>
                  <a:pt x="452" y="3230"/>
                  <a:pt x="225" y="3990"/>
                </a:cubicBezTo>
                <a:cubicBezTo>
                  <a:pt x="-1" y="4749"/>
                  <a:pt x="-54" y="5548"/>
                  <a:pt x="53" y="6334"/>
                </a:cubicBezTo>
                <a:lnTo>
                  <a:pt x="53" y="27815"/>
                </a:lnTo>
                <a:cubicBezTo>
                  <a:pt x="39" y="28547"/>
                  <a:pt x="172" y="29279"/>
                  <a:pt x="452" y="29959"/>
                </a:cubicBezTo>
                <a:cubicBezTo>
                  <a:pt x="732" y="30638"/>
                  <a:pt x="1132" y="31264"/>
                  <a:pt x="1651" y="31783"/>
                </a:cubicBezTo>
                <a:cubicBezTo>
                  <a:pt x="2170" y="32303"/>
                  <a:pt x="2783" y="32729"/>
                  <a:pt x="3463" y="33008"/>
                </a:cubicBezTo>
                <a:cubicBezTo>
                  <a:pt x="4142" y="33288"/>
                  <a:pt x="4874" y="33435"/>
                  <a:pt x="5607" y="33435"/>
                </a:cubicBezTo>
                <a:cubicBezTo>
                  <a:pt x="6340" y="33435"/>
                  <a:pt x="7072" y="33288"/>
                  <a:pt x="7751" y="33008"/>
                </a:cubicBezTo>
                <a:cubicBezTo>
                  <a:pt x="8431" y="32729"/>
                  <a:pt x="9044" y="32303"/>
                  <a:pt x="9549" y="31783"/>
                </a:cubicBezTo>
                <a:cubicBezTo>
                  <a:pt x="10069" y="31264"/>
                  <a:pt x="10482" y="30638"/>
                  <a:pt x="10748" y="29959"/>
                </a:cubicBezTo>
                <a:cubicBezTo>
                  <a:pt x="11028" y="29279"/>
                  <a:pt x="11160" y="28547"/>
                  <a:pt x="11148" y="27815"/>
                </a:cubicBezTo>
                <a:lnTo>
                  <a:pt x="11148" y="19012"/>
                </a:lnTo>
                <a:lnTo>
                  <a:pt x="32205" y="40053"/>
                </a:lnTo>
                <a:cubicBezTo>
                  <a:pt x="32711" y="40585"/>
                  <a:pt x="33324" y="41012"/>
                  <a:pt x="34003" y="41305"/>
                </a:cubicBezTo>
                <a:cubicBezTo>
                  <a:pt x="34682" y="41598"/>
                  <a:pt x="35415" y="41758"/>
                  <a:pt x="36148" y="41758"/>
                </a:cubicBezTo>
                <a:cubicBezTo>
                  <a:pt x="36893" y="41771"/>
                  <a:pt x="37626" y="41624"/>
                  <a:pt x="38305" y="41345"/>
                </a:cubicBezTo>
                <a:cubicBezTo>
                  <a:pt x="38985" y="41065"/>
                  <a:pt x="39610" y="40653"/>
                  <a:pt x="40130" y="40133"/>
                </a:cubicBezTo>
                <a:cubicBezTo>
                  <a:pt x="40649" y="39614"/>
                  <a:pt x="41062" y="38988"/>
                  <a:pt x="41342" y="38309"/>
                </a:cubicBezTo>
                <a:cubicBezTo>
                  <a:pt x="41621" y="37629"/>
                  <a:pt x="41769" y="36897"/>
                  <a:pt x="41755" y="36151"/>
                </a:cubicBezTo>
                <a:cubicBezTo>
                  <a:pt x="41755" y="35418"/>
                  <a:pt x="41595" y="34687"/>
                  <a:pt x="41302" y="34007"/>
                </a:cubicBezTo>
                <a:cubicBezTo>
                  <a:pt x="41009" y="33327"/>
                  <a:pt x="40583" y="32715"/>
                  <a:pt x="40050" y="32209"/>
                </a:cubicBezTo>
                <a:lnTo>
                  <a:pt x="19006" y="11168"/>
                </a:lnTo>
                <a:lnTo>
                  <a:pt x="27797" y="11168"/>
                </a:lnTo>
                <a:cubicBezTo>
                  <a:pt x="28542" y="11168"/>
                  <a:pt x="29262" y="11035"/>
                  <a:pt x="29955" y="10769"/>
                </a:cubicBezTo>
                <a:cubicBezTo>
                  <a:pt x="30633" y="10489"/>
                  <a:pt x="31260" y="10076"/>
                  <a:pt x="31779" y="9570"/>
                </a:cubicBezTo>
                <a:cubicBezTo>
                  <a:pt x="32298" y="9050"/>
                  <a:pt x="32711" y="8438"/>
                  <a:pt x="33005" y="7759"/>
                </a:cubicBezTo>
                <a:cubicBezTo>
                  <a:pt x="33284" y="7080"/>
                  <a:pt x="33430" y="6347"/>
                  <a:pt x="33430" y="5614"/>
                </a:cubicBezTo>
                <a:cubicBezTo>
                  <a:pt x="33430" y="4882"/>
                  <a:pt x="33284" y="4150"/>
                  <a:pt x="33005" y="3471"/>
                </a:cubicBezTo>
                <a:cubicBezTo>
                  <a:pt x="32711" y="2791"/>
                  <a:pt x="32298" y="2178"/>
                  <a:pt x="31779" y="1659"/>
                </a:cubicBezTo>
                <a:cubicBezTo>
                  <a:pt x="31260" y="1140"/>
                  <a:pt x="30633" y="740"/>
                  <a:pt x="29955" y="461"/>
                </a:cubicBezTo>
                <a:cubicBezTo>
                  <a:pt x="29262" y="195"/>
                  <a:pt x="28542" y="48"/>
                  <a:pt x="27797" y="61"/>
                </a:cubicBezTo>
                <a:lnTo>
                  <a:pt x="6286" y="61"/>
                </a:lnTo>
                <a:cubicBezTo>
                  <a:pt x="6047" y="35"/>
                  <a:pt x="5793" y="8"/>
                  <a:pt x="5540" y="8"/>
                </a:cubicBezTo>
                <a:close/>
                <a:moveTo>
                  <a:pt x="94285" y="8"/>
                </a:moveTo>
                <a:cubicBezTo>
                  <a:pt x="94086" y="22"/>
                  <a:pt x="93886" y="35"/>
                  <a:pt x="93673" y="61"/>
                </a:cubicBezTo>
                <a:lnTo>
                  <a:pt x="72202" y="61"/>
                </a:lnTo>
                <a:cubicBezTo>
                  <a:pt x="71470" y="48"/>
                  <a:pt x="70738" y="195"/>
                  <a:pt x="70045" y="461"/>
                </a:cubicBezTo>
                <a:cubicBezTo>
                  <a:pt x="69365" y="740"/>
                  <a:pt x="68753" y="1140"/>
                  <a:pt x="68220" y="1659"/>
                </a:cubicBezTo>
                <a:cubicBezTo>
                  <a:pt x="67701" y="2178"/>
                  <a:pt x="67287" y="2791"/>
                  <a:pt x="66995" y="3471"/>
                </a:cubicBezTo>
                <a:cubicBezTo>
                  <a:pt x="66715" y="4150"/>
                  <a:pt x="66568" y="4882"/>
                  <a:pt x="66568" y="5614"/>
                </a:cubicBezTo>
                <a:cubicBezTo>
                  <a:pt x="66568" y="6347"/>
                  <a:pt x="66715" y="7080"/>
                  <a:pt x="66995" y="7759"/>
                </a:cubicBezTo>
                <a:cubicBezTo>
                  <a:pt x="67287" y="8438"/>
                  <a:pt x="67701" y="9050"/>
                  <a:pt x="68220" y="9570"/>
                </a:cubicBezTo>
                <a:cubicBezTo>
                  <a:pt x="68753" y="10076"/>
                  <a:pt x="69365" y="10489"/>
                  <a:pt x="70045" y="10769"/>
                </a:cubicBezTo>
                <a:cubicBezTo>
                  <a:pt x="70738" y="11035"/>
                  <a:pt x="71470" y="11168"/>
                  <a:pt x="72202" y="11168"/>
                </a:cubicBezTo>
                <a:lnTo>
                  <a:pt x="81006" y="11168"/>
                </a:lnTo>
                <a:lnTo>
                  <a:pt x="59949" y="32209"/>
                </a:lnTo>
                <a:cubicBezTo>
                  <a:pt x="59416" y="32715"/>
                  <a:pt x="58990" y="33327"/>
                  <a:pt x="58697" y="34007"/>
                </a:cubicBezTo>
                <a:cubicBezTo>
                  <a:pt x="58404" y="34687"/>
                  <a:pt x="58257" y="35418"/>
                  <a:pt x="58244" y="36151"/>
                </a:cubicBezTo>
                <a:cubicBezTo>
                  <a:pt x="58231" y="36897"/>
                  <a:pt x="58377" y="37629"/>
                  <a:pt x="58657" y="38309"/>
                </a:cubicBezTo>
                <a:cubicBezTo>
                  <a:pt x="58937" y="38988"/>
                  <a:pt x="59349" y="39614"/>
                  <a:pt x="59869" y="40133"/>
                </a:cubicBezTo>
                <a:cubicBezTo>
                  <a:pt x="60388" y="40653"/>
                  <a:pt x="61014" y="41065"/>
                  <a:pt x="61694" y="41345"/>
                </a:cubicBezTo>
                <a:cubicBezTo>
                  <a:pt x="62386" y="41624"/>
                  <a:pt x="63119" y="41771"/>
                  <a:pt x="63852" y="41758"/>
                </a:cubicBezTo>
                <a:cubicBezTo>
                  <a:pt x="64583" y="41758"/>
                  <a:pt x="65316" y="41598"/>
                  <a:pt x="65996" y="41305"/>
                </a:cubicBezTo>
                <a:cubicBezTo>
                  <a:pt x="66675" y="41012"/>
                  <a:pt x="67287" y="40585"/>
                  <a:pt x="67793" y="40053"/>
                </a:cubicBezTo>
                <a:lnTo>
                  <a:pt x="88851" y="19012"/>
                </a:lnTo>
                <a:lnTo>
                  <a:pt x="88851" y="27815"/>
                </a:lnTo>
                <a:cubicBezTo>
                  <a:pt x="88838" y="28547"/>
                  <a:pt x="88971" y="29279"/>
                  <a:pt x="89251" y="29959"/>
                </a:cubicBezTo>
                <a:cubicBezTo>
                  <a:pt x="89517" y="30638"/>
                  <a:pt x="89930" y="31264"/>
                  <a:pt x="90449" y="31783"/>
                </a:cubicBezTo>
                <a:cubicBezTo>
                  <a:pt x="90956" y="32303"/>
                  <a:pt x="91582" y="32729"/>
                  <a:pt x="92261" y="33008"/>
                </a:cubicBezTo>
                <a:cubicBezTo>
                  <a:pt x="92940" y="33288"/>
                  <a:pt x="93660" y="33435"/>
                  <a:pt x="94392" y="33435"/>
                </a:cubicBezTo>
                <a:cubicBezTo>
                  <a:pt x="95138" y="33435"/>
                  <a:pt x="95857" y="33288"/>
                  <a:pt x="96537" y="33008"/>
                </a:cubicBezTo>
                <a:cubicBezTo>
                  <a:pt x="97215" y="32729"/>
                  <a:pt x="97828" y="32303"/>
                  <a:pt x="98348" y="31783"/>
                </a:cubicBezTo>
                <a:cubicBezTo>
                  <a:pt x="98867" y="31264"/>
                  <a:pt x="99266" y="30638"/>
                  <a:pt x="99547" y="29959"/>
                </a:cubicBezTo>
                <a:cubicBezTo>
                  <a:pt x="99826" y="29279"/>
                  <a:pt x="99959" y="28547"/>
                  <a:pt x="99946" y="27815"/>
                </a:cubicBezTo>
                <a:lnTo>
                  <a:pt x="99946" y="6294"/>
                </a:lnTo>
                <a:cubicBezTo>
                  <a:pt x="100052" y="5494"/>
                  <a:pt x="99986" y="4683"/>
                  <a:pt x="99746" y="3923"/>
                </a:cubicBezTo>
                <a:cubicBezTo>
                  <a:pt x="99507" y="3151"/>
                  <a:pt x="99107" y="2445"/>
                  <a:pt x="98574" y="1846"/>
                </a:cubicBezTo>
                <a:cubicBezTo>
                  <a:pt x="98028" y="1247"/>
                  <a:pt x="97376" y="767"/>
                  <a:pt x="96630" y="461"/>
                </a:cubicBezTo>
                <a:cubicBezTo>
                  <a:pt x="95897" y="141"/>
                  <a:pt x="95098" y="-18"/>
                  <a:pt x="94285" y="8"/>
                </a:cubicBezTo>
                <a:close/>
                <a:moveTo>
                  <a:pt x="36015" y="58271"/>
                </a:moveTo>
                <a:cubicBezTo>
                  <a:pt x="34576" y="58311"/>
                  <a:pt x="33204" y="58924"/>
                  <a:pt x="32205" y="59949"/>
                </a:cubicBezTo>
                <a:lnTo>
                  <a:pt x="11148" y="81004"/>
                </a:lnTo>
                <a:lnTo>
                  <a:pt x="11148" y="72201"/>
                </a:lnTo>
                <a:cubicBezTo>
                  <a:pt x="11160" y="71468"/>
                  <a:pt x="11028" y="70736"/>
                  <a:pt x="10748" y="70057"/>
                </a:cubicBezTo>
                <a:cubicBezTo>
                  <a:pt x="10482" y="69365"/>
                  <a:pt x="10069" y="68752"/>
                  <a:pt x="9549" y="68219"/>
                </a:cubicBezTo>
                <a:cubicBezTo>
                  <a:pt x="9044" y="67700"/>
                  <a:pt x="8431" y="67287"/>
                  <a:pt x="7751" y="67008"/>
                </a:cubicBezTo>
                <a:cubicBezTo>
                  <a:pt x="7072" y="66714"/>
                  <a:pt x="6340" y="66568"/>
                  <a:pt x="5607" y="66568"/>
                </a:cubicBezTo>
                <a:cubicBezTo>
                  <a:pt x="4874" y="66568"/>
                  <a:pt x="4142" y="66714"/>
                  <a:pt x="3463" y="67008"/>
                </a:cubicBezTo>
                <a:cubicBezTo>
                  <a:pt x="2783" y="67287"/>
                  <a:pt x="2170" y="67700"/>
                  <a:pt x="1651" y="68219"/>
                </a:cubicBezTo>
                <a:cubicBezTo>
                  <a:pt x="1132" y="68752"/>
                  <a:pt x="732" y="69365"/>
                  <a:pt x="452" y="70057"/>
                </a:cubicBezTo>
                <a:cubicBezTo>
                  <a:pt x="172" y="70736"/>
                  <a:pt x="39" y="71468"/>
                  <a:pt x="53" y="72201"/>
                </a:cubicBezTo>
                <a:lnTo>
                  <a:pt x="53" y="93709"/>
                </a:lnTo>
                <a:cubicBezTo>
                  <a:pt x="-54" y="94561"/>
                  <a:pt x="26" y="95426"/>
                  <a:pt x="306" y="96239"/>
                </a:cubicBezTo>
                <a:cubicBezTo>
                  <a:pt x="572" y="97051"/>
                  <a:pt x="1038" y="97783"/>
                  <a:pt x="1638" y="98383"/>
                </a:cubicBezTo>
                <a:cubicBezTo>
                  <a:pt x="2251" y="98982"/>
                  <a:pt x="2983" y="99448"/>
                  <a:pt x="3795" y="99715"/>
                </a:cubicBezTo>
                <a:cubicBezTo>
                  <a:pt x="4608" y="99981"/>
                  <a:pt x="5474" y="100061"/>
                  <a:pt x="6326" y="99941"/>
                </a:cubicBezTo>
                <a:lnTo>
                  <a:pt x="27797" y="99941"/>
                </a:lnTo>
                <a:cubicBezTo>
                  <a:pt x="28542" y="99954"/>
                  <a:pt x="29262" y="99821"/>
                  <a:pt x="29955" y="99542"/>
                </a:cubicBezTo>
                <a:cubicBezTo>
                  <a:pt x="30633" y="99275"/>
                  <a:pt x="31260" y="98862"/>
                  <a:pt x="31779" y="98343"/>
                </a:cubicBezTo>
                <a:cubicBezTo>
                  <a:pt x="32298" y="97837"/>
                  <a:pt x="32711" y="97211"/>
                  <a:pt x="33005" y="96532"/>
                </a:cubicBezTo>
                <a:cubicBezTo>
                  <a:pt x="33284" y="95853"/>
                  <a:pt x="33430" y="95133"/>
                  <a:pt x="33430" y="94401"/>
                </a:cubicBezTo>
                <a:cubicBezTo>
                  <a:pt x="33430" y="93655"/>
                  <a:pt x="33284" y="92936"/>
                  <a:pt x="33005" y="92257"/>
                </a:cubicBezTo>
                <a:cubicBezTo>
                  <a:pt x="32711" y="91578"/>
                  <a:pt x="32298" y="90965"/>
                  <a:pt x="31779" y="90446"/>
                </a:cubicBezTo>
                <a:cubicBezTo>
                  <a:pt x="31260" y="89927"/>
                  <a:pt x="30633" y="89527"/>
                  <a:pt x="29955" y="89247"/>
                </a:cubicBezTo>
                <a:cubicBezTo>
                  <a:pt x="29262" y="88968"/>
                  <a:pt x="28542" y="88834"/>
                  <a:pt x="27797" y="88848"/>
                </a:cubicBezTo>
                <a:lnTo>
                  <a:pt x="19006" y="88848"/>
                </a:lnTo>
                <a:lnTo>
                  <a:pt x="40050" y="67793"/>
                </a:lnTo>
                <a:cubicBezTo>
                  <a:pt x="40849" y="67021"/>
                  <a:pt x="41395" y="66022"/>
                  <a:pt x="41621" y="64917"/>
                </a:cubicBezTo>
                <a:cubicBezTo>
                  <a:pt x="41848" y="63824"/>
                  <a:pt x="41729" y="62692"/>
                  <a:pt x="41289" y="61654"/>
                </a:cubicBezTo>
                <a:cubicBezTo>
                  <a:pt x="40862" y="60628"/>
                  <a:pt x="40117" y="59750"/>
                  <a:pt x="39184" y="59150"/>
                </a:cubicBezTo>
                <a:cubicBezTo>
                  <a:pt x="38239" y="58550"/>
                  <a:pt x="37133" y="58244"/>
                  <a:pt x="36015" y="58271"/>
                </a:cubicBezTo>
                <a:close/>
                <a:moveTo>
                  <a:pt x="63811" y="58271"/>
                </a:moveTo>
                <a:cubicBezTo>
                  <a:pt x="62706" y="58271"/>
                  <a:pt x="61627" y="58604"/>
                  <a:pt x="60722" y="59217"/>
                </a:cubicBezTo>
                <a:cubicBezTo>
                  <a:pt x="59802" y="59842"/>
                  <a:pt x="59096" y="60708"/>
                  <a:pt x="58684" y="61733"/>
                </a:cubicBezTo>
                <a:cubicBezTo>
                  <a:pt x="58257" y="62759"/>
                  <a:pt x="58164" y="63878"/>
                  <a:pt x="58390" y="64957"/>
                </a:cubicBezTo>
                <a:cubicBezTo>
                  <a:pt x="58617" y="66049"/>
                  <a:pt x="59163" y="67034"/>
                  <a:pt x="59949" y="67793"/>
                </a:cubicBezTo>
                <a:lnTo>
                  <a:pt x="81006" y="88848"/>
                </a:lnTo>
                <a:lnTo>
                  <a:pt x="72202" y="88848"/>
                </a:lnTo>
                <a:cubicBezTo>
                  <a:pt x="71470" y="88834"/>
                  <a:pt x="70738" y="88968"/>
                  <a:pt x="70045" y="89247"/>
                </a:cubicBezTo>
                <a:cubicBezTo>
                  <a:pt x="69365" y="89527"/>
                  <a:pt x="68753" y="89927"/>
                  <a:pt x="68220" y="90446"/>
                </a:cubicBezTo>
                <a:cubicBezTo>
                  <a:pt x="67701" y="90965"/>
                  <a:pt x="67287" y="91578"/>
                  <a:pt x="66995" y="92257"/>
                </a:cubicBezTo>
                <a:cubicBezTo>
                  <a:pt x="66715" y="92936"/>
                  <a:pt x="66568" y="93655"/>
                  <a:pt x="66568" y="94401"/>
                </a:cubicBezTo>
                <a:cubicBezTo>
                  <a:pt x="66568" y="95133"/>
                  <a:pt x="66715" y="95853"/>
                  <a:pt x="66995" y="96532"/>
                </a:cubicBezTo>
                <a:cubicBezTo>
                  <a:pt x="67287" y="97211"/>
                  <a:pt x="67701" y="97837"/>
                  <a:pt x="68220" y="98343"/>
                </a:cubicBezTo>
                <a:cubicBezTo>
                  <a:pt x="68753" y="98862"/>
                  <a:pt x="69365" y="99275"/>
                  <a:pt x="70045" y="99542"/>
                </a:cubicBezTo>
                <a:cubicBezTo>
                  <a:pt x="70738" y="99821"/>
                  <a:pt x="71470" y="99954"/>
                  <a:pt x="72202" y="99941"/>
                </a:cubicBezTo>
                <a:lnTo>
                  <a:pt x="93713" y="99941"/>
                </a:lnTo>
                <a:cubicBezTo>
                  <a:pt x="94565" y="100061"/>
                  <a:pt x="95430" y="99968"/>
                  <a:pt x="96243" y="99701"/>
                </a:cubicBezTo>
                <a:cubicBezTo>
                  <a:pt x="97042" y="99421"/>
                  <a:pt x="97788" y="98969"/>
                  <a:pt x="98388" y="98356"/>
                </a:cubicBezTo>
                <a:cubicBezTo>
                  <a:pt x="98987" y="97743"/>
                  <a:pt x="99439" y="97011"/>
                  <a:pt x="99720" y="96199"/>
                </a:cubicBezTo>
                <a:cubicBezTo>
                  <a:pt x="99986" y="95386"/>
                  <a:pt x="100066" y="94520"/>
                  <a:pt x="99946" y="93669"/>
                </a:cubicBezTo>
                <a:lnTo>
                  <a:pt x="99946" y="72201"/>
                </a:lnTo>
                <a:cubicBezTo>
                  <a:pt x="99959" y="71468"/>
                  <a:pt x="99826" y="70736"/>
                  <a:pt x="99547" y="70057"/>
                </a:cubicBezTo>
                <a:cubicBezTo>
                  <a:pt x="99266" y="69365"/>
                  <a:pt x="98867" y="68752"/>
                  <a:pt x="98348" y="68219"/>
                </a:cubicBezTo>
                <a:cubicBezTo>
                  <a:pt x="97828" y="67700"/>
                  <a:pt x="97215" y="67287"/>
                  <a:pt x="96537" y="67008"/>
                </a:cubicBezTo>
                <a:cubicBezTo>
                  <a:pt x="95857" y="66714"/>
                  <a:pt x="95138" y="66568"/>
                  <a:pt x="94392" y="66568"/>
                </a:cubicBezTo>
                <a:cubicBezTo>
                  <a:pt x="93660" y="66568"/>
                  <a:pt x="92940" y="66714"/>
                  <a:pt x="92261" y="67008"/>
                </a:cubicBezTo>
                <a:cubicBezTo>
                  <a:pt x="91582" y="67287"/>
                  <a:pt x="90956" y="67700"/>
                  <a:pt x="90449" y="68219"/>
                </a:cubicBezTo>
                <a:cubicBezTo>
                  <a:pt x="89930" y="68752"/>
                  <a:pt x="89517" y="69365"/>
                  <a:pt x="89251" y="70057"/>
                </a:cubicBezTo>
                <a:cubicBezTo>
                  <a:pt x="88971" y="70736"/>
                  <a:pt x="88838" y="71468"/>
                  <a:pt x="88851" y="72201"/>
                </a:cubicBezTo>
                <a:lnTo>
                  <a:pt x="88851" y="81004"/>
                </a:lnTo>
                <a:lnTo>
                  <a:pt x="67793" y="59949"/>
                </a:lnTo>
                <a:cubicBezTo>
                  <a:pt x="67274" y="59416"/>
                  <a:pt x="66662" y="59004"/>
                  <a:pt x="65982" y="58711"/>
                </a:cubicBezTo>
                <a:cubicBezTo>
                  <a:pt x="65290" y="58418"/>
                  <a:pt x="64557" y="58271"/>
                  <a:pt x="63811" y="5827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1" name="Чёрный — SVG 14">
            <a:extLst>
              <a:ext uri="{FF2B5EF4-FFF2-40B4-BE49-F238E27FC236}">
                <a16:creationId xmlns:a16="http://schemas.microsoft.com/office/drawing/2014/main" id="{9D327375-EB2E-BB40-916D-81039791AE03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70890 w 141777"/>
              <a:gd name="csY0" fmla="*/ 0 h 141753"/>
              <a:gd name="csX1" fmla="*/ 0 w 141777"/>
              <a:gd name="csY1" fmla="*/ 70885 h 141753"/>
              <a:gd name="csX2" fmla="*/ 70890 w 141777"/>
              <a:gd name="csY2" fmla="*/ 141754 h 141753"/>
              <a:gd name="csX3" fmla="*/ 141778 w 141777"/>
              <a:gd name="csY3" fmla="*/ 70885 h 141753"/>
              <a:gd name="csX4" fmla="*/ 70890 w 141777"/>
              <a:gd name="csY4" fmla="*/ 0 h 141753"/>
              <a:gd name="csX5" fmla="*/ 101233 w 141777"/>
              <a:gd name="csY5" fmla="*/ 74645 h 141753"/>
              <a:gd name="csX6" fmla="*/ 79966 w 141777"/>
              <a:gd name="csY6" fmla="*/ 95908 h 141753"/>
              <a:gd name="csX7" fmla="*/ 76206 w 141777"/>
              <a:gd name="csY7" fmla="*/ 97457 h 141753"/>
              <a:gd name="csX8" fmla="*/ 72445 w 141777"/>
              <a:gd name="csY8" fmla="*/ 95908 h 141753"/>
              <a:gd name="csX9" fmla="*/ 72445 w 141777"/>
              <a:gd name="csY9" fmla="*/ 88390 h 141753"/>
              <a:gd name="csX10" fmla="*/ 84635 w 141777"/>
              <a:gd name="csY10" fmla="*/ 76193 h 141753"/>
              <a:gd name="csX11" fmla="*/ 44306 w 141777"/>
              <a:gd name="csY11" fmla="*/ 76193 h 141753"/>
              <a:gd name="csX12" fmla="*/ 38990 w 141777"/>
              <a:gd name="csY12" fmla="*/ 70885 h 141753"/>
              <a:gd name="csX13" fmla="*/ 44306 w 141777"/>
              <a:gd name="csY13" fmla="*/ 65561 h 141753"/>
              <a:gd name="csX14" fmla="*/ 84638 w 141777"/>
              <a:gd name="csY14" fmla="*/ 65561 h 141753"/>
              <a:gd name="csX15" fmla="*/ 72448 w 141777"/>
              <a:gd name="csY15" fmla="*/ 53381 h 141753"/>
              <a:gd name="csX16" fmla="*/ 72448 w 141777"/>
              <a:gd name="csY16" fmla="*/ 45862 h 141753"/>
              <a:gd name="csX17" fmla="*/ 79966 w 141777"/>
              <a:gd name="csY17" fmla="*/ 45862 h 141753"/>
              <a:gd name="csX18" fmla="*/ 101233 w 141777"/>
              <a:gd name="csY18" fmla="*/ 67126 h 141753"/>
              <a:gd name="csX19" fmla="*/ 101233 w 141777"/>
              <a:gd name="csY19" fmla="*/ 74645 h 141753"/>
            </a:gdLst>
            <a:ahLst/>
            <a:cxnLst/>
            <a:rect l="l" t="t" r="r" b="b"/>
            <a:pathLst>
              <a:path w="100000" h="100000">
                <a:moveTo>
                  <a:pt x="50001" y="8"/>
                </a:moveTo>
                <a:cubicBezTo>
                  <a:pt x="22430" y="8"/>
                  <a:pt x="0" y="22434"/>
                  <a:pt x="0" y="50006"/>
                </a:cubicBezTo>
                <a:cubicBezTo>
                  <a:pt x="0" y="77567"/>
                  <a:pt x="22430" y="99992"/>
                  <a:pt x="50001" y="99992"/>
                </a:cubicBezTo>
                <a:cubicBezTo>
                  <a:pt x="77571" y="99992"/>
                  <a:pt x="100001" y="77567"/>
                  <a:pt x="100001" y="50006"/>
                </a:cubicBezTo>
                <a:cubicBezTo>
                  <a:pt x="100001" y="22434"/>
                  <a:pt x="77571" y="8"/>
                  <a:pt x="50001" y="8"/>
                </a:cubicBezTo>
                <a:close/>
                <a:moveTo>
                  <a:pt x="71403" y="52658"/>
                </a:moveTo>
                <a:lnTo>
                  <a:pt x="56403" y="67656"/>
                </a:lnTo>
                <a:cubicBezTo>
                  <a:pt x="55671" y="68388"/>
                  <a:pt x="54711" y="68748"/>
                  <a:pt x="53751" y="68748"/>
                </a:cubicBezTo>
                <a:cubicBezTo>
                  <a:pt x="52791" y="68748"/>
                  <a:pt x="51831" y="68388"/>
                  <a:pt x="51098" y="67656"/>
                </a:cubicBezTo>
                <a:cubicBezTo>
                  <a:pt x="49632" y="66192"/>
                  <a:pt x="49632" y="63816"/>
                  <a:pt x="51098" y="62353"/>
                </a:cubicBezTo>
                <a:lnTo>
                  <a:pt x="59696" y="53750"/>
                </a:lnTo>
                <a:lnTo>
                  <a:pt x="31250" y="53750"/>
                </a:lnTo>
                <a:cubicBezTo>
                  <a:pt x="29178" y="53750"/>
                  <a:pt x="27501" y="52082"/>
                  <a:pt x="27501" y="50006"/>
                </a:cubicBezTo>
                <a:cubicBezTo>
                  <a:pt x="27501" y="47930"/>
                  <a:pt x="29178" y="46251"/>
                  <a:pt x="31250" y="46251"/>
                </a:cubicBezTo>
                <a:lnTo>
                  <a:pt x="59698" y="46251"/>
                </a:lnTo>
                <a:lnTo>
                  <a:pt x="51100" y="37660"/>
                </a:lnTo>
                <a:cubicBezTo>
                  <a:pt x="49635" y="36196"/>
                  <a:pt x="49635" y="33820"/>
                  <a:pt x="51100" y="32356"/>
                </a:cubicBezTo>
                <a:cubicBezTo>
                  <a:pt x="52566" y="30893"/>
                  <a:pt x="54938" y="30893"/>
                  <a:pt x="56403" y="32356"/>
                </a:cubicBezTo>
                <a:lnTo>
                  <a:pt x="71403" y="47355"/>
                </a:lnTo>
                <a:cubicBezTo>
                  <a:pt x="72866" y="48818"/>
                  <a:pt x="72866" y="51194"/>
                  <a:pt x="71403" y="5265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2" name="Чёрный — SVG 15">
            <a:extLst>
              <a:ext uri="{FF2B5EF4-FFF2-40B4-BE49-F238E27FC236}">
                <a16:creationId xmlns:a16="http://schemas.microsoft.com/office/drawing/2014/main" id="{A8FBAE4B-34C8-644C-907A-A13354F7EDEF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108103 w 127600"/>
              <a:gd name="csY0" fmla="*/ 0 h 127583"/>
              <a:gd name="csX1" fmla="*/ 19497 w 127600"/>
              <a:gd name="csY1" fmla="*/ 0 h 127583"/>
              <a:gd name="csX2" fmla="*/ 0 w 127600"/>
              <a:gd name="csY2" fmla="*/ 19495 h 127583"/>
              <a:gd name="csX3" fmla="*/ 0 w 127600"/>
              <a:gd name="csY3" fmla="*/ 58467 h 127583"/>
              <a:gd name="csX4" fmla="*/ 17728 w 127600"/>
              <a:gd name="csY4" fmla="*/ 58467 h 127583"/>
              <a:gd name="csX5" fmla="*/ 21267 w 127600"/>
              <a:gd name="csY5" fmla="*/ 54929 h 127583"/>
              <a:gd name="csX6" fmla="*/ 21267 w 127600"/>
              <a:gd name="csY6" fmla="*/ 42528 h 127583"/>
              <a:gd name="csX7" fmla="*/ 35439 w 127600"/>
              <a:gd name="csY7" fmla="*/ 28357 h 127583"/>
              <a:gd name="csX8" fmla="*/ 49628 w 127600"/>
              <a:gd name="csY8" fmla="*/ 42528 h 127583"/>
              <a:gd name="csX9" fmla="*/ 49628 w 127600"/>
              <a:gd name="csY9" fmla="*/ 85056 h 127583"/>
              <a:gd name="csX10" fmla="*/ 53167 w 127600"/>
              <a:gd name="csY10" fmla="*/ 88594 h 127583"/>
              <a:gd name="csX11" fmla="*/ 56706 w 127600"/>
              <a:gd name="csY11" fmla="*/ 85056 h 127583"/>
              <a:gd name="csX12" fmla="*/ 56706 w 127600"/>
              <a:gd name="csY12" fmla="*/ 72654 h 127583"/>
              <a:gd name="csX13" fmla="*/ 70895 w 127600"/>
              <a:gd name="csY13" fmla="*/ 58467 h 127583"/>
              <a:gd name="csX14" fmla="*/ 91719 w 127600"/>
              <a:gd name="csY14" fmla="*/ 58467 h 127583"/>
              <a:gd name="csX15" fmla="*/ 83077 w 127600"/>
              <a:gd name="csY15" fmla="*/ 49826 h 127583"/>
              <a:gd name="csX16" fmla="*/ 83077 w 127600"/>
              <a:gd name="csY16" fmla="*/ 42323 h 127583"/>
              <a:gd name="csX17" fmla="*/ 90596 w 127600"/>
              <a:gd name="csY17" fmla="*/ 42323 h 127583"/>
              <a:gd name="csX18" fmla="*/ 108324 w 127600"/>
              <a:gd name="csY18" fmla="*/ 60032 h 127583"/>
              <a:gd name="csX19" fmla="*/ 108324 w 127600"/>
              <a:gd name="csY19" fmla="*/ 67551 h 127583"/>
              <a:gd name="csX20" fmla="*/ 90596 w 127600"/>
              <a:gd name="csY20" fmla="*/ 85276 h 127583"/>
              <a:gd name="csX21" fmla="*/ 86837 w 127600"/>
              <a:gd name="csY21" fmla="*/ 86825 h 127583"/>
              <a:gd name="csX22" fmla="*/ 83077 w 127600"/>
              <a:gd name="csY22" fmla="*/ 85276 h 127583"/>
              <a:gd name="csX23" fmla="*/ 83077 w 127600"/>
              <a:gd name="csY23" fmla="*/ 77758 h 127583"/>
              <a:gd name="csX24" fmla="*/ 91719 w 127600"/>
              <a:gd name="csY24" fmla="*/ 69116 h 127583"/>
              <a:gd name="csX25" fmla="*/ 70895 w 127600"/>
              <a:gd name="csY25" fmla="*/ 69116 h 127583"/>
              <a:gd name="csX26" fmla="*/ 67339 w 127600"/>
              <a:gd name="csY26" fmla="*/ 72654 h 127583"/>
              <a:gd name="csX27" fmla="*/ 67339 w 127600"/>
              <a:gd name="csY27" fmla="*/ 85056 h 127583"/>
              <a:gd name="csX28" fmla="*/ 53167 w 127600"/>
              <a:gd name="csY28" fmla="*/ 99226 h 127583"/>
              <a:gd name="csX29" fmla="*/ 38995 w 127600"/>
              <a:gd name="csY29" fmla="*/ 85056 h 127583"/>
              <a:gd name="csX30" fmla="*/ 38995 w 127600"/>
              <a:gd name="csY30" fmla="*/ 42528 h 127583"/>
              <a:gd name="csX31" fmla="*/ 35439 w 127600"/>
              <a:gd name="csY31" fmla="*/ 38989 h 127583"/>
              <a:gd name="csX32" fmla="*/ 31900 w 127600"/>
              <a:gd name="csY32" fmla="*/ 42528 h 127583"/>
              <a:gd name="csX33" fmla="*/ 31900 w 127600"/>
              <a:gd name="csY33" fmla="*/ 54929 h 127583"/>
              <a:gd name="csX34" fmla="*/ 17728 w 127600"/>
              <a:gd name="csY34" fmla="*/ 69099 h 127583"/>
              <a:gd name="csX35" fmla="*/ 0 w 127600"/>
              <a:gd name="csY35" fmla="*/ 69099 h 127583"/>
              <a:gd name="csX36" fmla="*/ 0 w 127600"/>
              <a:gd name="csY36" fmla="*/ 108089 h 127583"/>
              <a:gd name="csX37" fmla="*/ 19497 w 127600"/>
              <a:gd name="csY37" fmla="*/ 127583 h 127583"/>
              <a:gd name="csX38" fmla="*/ 108103 w 127600"/>
              <a:gd name="csY38" fmla="*/ 127583 h 127583"/>
              <a:gd name="csX39" fmla="*/ 127601 w 127600"/>
              <a:gd name="csY39" fmla="*/ 108089 h 127583"/>
              <a:gd name="csX40" fmla="*/ 127601 w 127600"/>
              <a:gd name="csY40" fmla="*/ 19495 h 127583"/>
              <a:gd name="csX41" fmla="*/ 108103 w 127600"/>
              <a:gd name="csY41" fmla="*/ 0 h 127583"/>
            </a:gdLst>
            <a:ahLst/>
            <a:cxnLst/>
            <a:rect l="l" t="t" r="r" b="b"/>
            <a:pathLst>
              <a:path w="100000" h="100000">
                <a:moveTo>
                  <a:pt x="84720" y="7"/>
                </a:moveTo>
                <a:lnTo>
                  <a:pt x="15280" y="7"/>
                </a:lnTo>
                <a:cubicBezTo>
                  <a:pt x="6853" y="7"/>
                  <a:pt x="0" y="6859"/>
                  <a:pt x="0" y="15285"/>
                </a:cubicBezTo>
                <a:lnTo>
                  <a:pt x="0" y="45827"/>
                </a:lnTo>
                <a:lnTo>
                  <a:pt x="13893" y="45827"/>
                </a:lnTo>
                <a:cubicBezTo>
                  <a:pt x="15427" y="45827"/>
                  <a:pt x="16667" y="44587"/>
                  <a:pt x="16667" y="43054"/>
                </a:cubicBezTo>
                <a:lnTo>
                  <a:pt x="16667" y="33336"/>
                </a:lnTo>
                <a:cubicBezTo>
                  <a:pt x="16667" y="27203"/>
                  <a:pt x="21654" y="22230"/>
                  <a:pt x="27774" y="22230"/>
                </a:cubicBezTo>
                <a:cubicBezTo>
                  <a:pt x="33907" y="22230"/>
                  <a:pt x="38893" y="27203"/>
                  <a:pt x="38893" y="33336"/>
                </a:cubicBezTo>
                <a:lnTo>
                  <a:pt x="38893" y="66665"/>
                </a:lnTo>
                <a:cubicBezTo>
                  <a:pt x="38893" y="68198"/>
                  <a:pt x="40134" y="69438"/>
                  <a:pt x="41667" y="69438"/>
                </a:cubicBezTo>
                <a:cubicBezTo>
                  <a:pt x="43200" y="69438"/>
                  <a:pt x="44440" y="68198"/>
                  <a:pt x="44440" y="66665"/>
                </a:cubicBezTo>
                <a:lnTo>
                  <a:pt x="44440" y="56946"/>
                </a:lnTo>
                <a:cubicBezTo>
                  <a:pt x="44440" y="50814"/>
                  <a:pt x="49427" y="45827"/>
                  <a:pt x="55560" y="45827"/>
                </a:cubicBezTo>
                <a:lnTo>
                  <a:pt x="71880" y="45827"/>
                </a:lnTo>
                <a:lnTo>
                  <a:pt x="65107" y="39055"/>
                </a:lnTo>
                <a:cubicBezTo>
                  <a:pt x="63480" y="37442"/>
                  <a:pt x="63480" y="34789"/>
                  <a:pt x="65107" y="33175"/>
                </a:cubicBezTo>
                <a:cubicBezTo>
                  <a:pt x="66734" y="31536"/>
                  <a:pt x="69374" y="31536"/>
                  <a:pt x="71000" y="33175"/>
                </a:cubicBezTo>
                <a:lnTo>
                  <a:pt x="84893" y="47054"/>
                </a:lnTo>
                <a:cubicBezTo>
                  <a:pt x="86520" y="48681"/>
                  <a:pt x="86520" y="51320"/>
                  <a:pt x="84893" y="52946"/>
                </a:cubicBezTo>
                <a:lnTo>
                  <a:pt x="71000" y="66837"/>
                </a:lnTo>
                <a:cubicBezTo>
                  <a:pt x="70187" y="67651"/>
                  <a:pt x="69121" y="68051"/>
                  <a:pt x="68054" y="68051"/>
                </a:cubicBezTo>
                <a:cubicBezTo>
                  <a:pt x="66987" y="68051"/>
                  <a:pt x="65920" y="67651"/>
                  <a:pt x="65107" y="66837"/>
                </a:cubicBezTo>
                <a:cubicBezTo>
                  <a:pt x="63480" y="65211"/>
                  <a:pt x="63480" y="62572"/>
                  <a:pt x="65107" y="60946"/>
                </a:cubicBezTo>
                <a:lnTo>
                  <a:pt x="71880" y="54173"/>
                </a:lnTo>
                <a:lnTo>
                  <a:pt x="55560" y="54173"/>
                </a:lnTo>
                <a:cubicBezTo>
                  <a:pt x="54027" y="54173"/>
                  <a:pt x="52774" y="55413"/>
                  <a:pt x="52774" y="56946"/>
                </a:cubicBezTo>
                <a:lnTo>
                  <a:pt x="52774" y="66665"/>
                </a:lnTo>
                <a:cubicBezTo>
                  <a:pt x="52774" y="72797"/>
                  <a:pt x="47800" y="77770"/>
                  <a:pt x="41667" y="77770"/>
                </a:cubicBezTo>
                <a:cubicBezTo>
                  <a:pt x="35534" y="77770"/>
                  <a:pt x="30560" y="72797"/>
                  <a:pt x="30560" y="66665"/>
                </a:cubicBezTo>
                <a:lnTo>
                  <a:pt x="30560" y="33336"/>
                </a:lnTo>
                <a:cubicBezTo>
                  <a:pt x="30560" y="31803"/>
                  <a:pt x="29306" y="30562"/>
                  <a:pt x="27774" y="30562"/>
                </a:cubicBezTo>
                <a:cubicBezTo>
                  <a:pt x="26240" y="30562"/>
                  <a:pt x="25000" y="31803"/>
                  <a:pt x="25000" y="33336"/>
                </a:cubicBezTo>
                <a:lnTo>
                  <a:pt x="25000" y="43054"/>
                </a:lnTo>
                <a:cubicBezTo>
                  <a:pt x="25000" y="49187"/>
                  <a:pt x="20013" y="54159"/>
                  <a:pt x="13893" y="54159"/>
                </a:cubicBezTo>
                <a:lnTo>
                  <a:pt x="0" y="54159"/>
                </a:lnTo>
                <a:lnTo>
                  <a:pt x="0" y="84716"/>
                </a:lnTo>
                <a:cubicBezTo>
                  <a:pt x="0" y="93141"/>
                  <a:pt x="6853" y="99993"/>
                  <a:pt x="15280" y="99993"/>
                </a:cubicBezTo>
                <a:lnTo>
                  <a:pt x="84720" y="99993"/>
                </a:lnTo>
                <a:cubicBezTo>
                  <a:pt x="93147" y="99993"/>
                  <a:pt x="100001" y="93141"/>
                  <a:pt x="100001" y="84716"/>
                </a:cubicBezTo>
                <a:lnTo>
                  <a:pt x="100001" y="15285"/>
                </a:lnTo>
                <a:cubicBezTo>
                  <a:pt x="100001" y="6859"/>
                  <a:pt x="93147" y="7"/>
                  <a:pt x="84720" y="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3" name="Чёрный — SVG 16">
            <a:extLst>
              <a:ext uri="{FF2B5EF4-FFF2-40B4-BE49-F238E27FC236}">
                <a16:creationId xmlns:a16="http://schemas.microsoft.com/office/drawing/2014/main" id="{3F1BCB63-1505-2844-8FAD-1805E030DF8B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15950 w 138233"/>
              <a:gd name="csY0" fmla="*/ 0 h 148847"/>
              <a:gd name="csX1" fmla="*/ 0 w 138233"/>
              <a:gd name="csY1" fmla="*/ 15940 h 148847"/>
              <a:gd name="csX2" fmla="*/ 0 w 138233"/>
              <a:gd name="csY2" fmla="*/ 125814 h 148847"/>
              <a:gd name="csX3" fmla="*/ 15950 w 138233"/>
              <a:gd name="csY3" fmla="*/ 141754 h 148847"/>
              <a:gd name="csX4" fmla="*/ 97473 w 138233"/>
              <a:gd name="csY4" fmla="*/ 141754 h 148847"/>
              <a:gd name="csX5" fmla="*/ 102790 w 138233"/>
              <a:gd name="csY5" fmla="*/ 140852 h 148847"/>
              <a:gd name="csX6" fmla="*/ 102790 w 138233"/>
              <a:gd name="csY6" fmla="*/ 122837 h 148847"/>
              <a:gd name="csX7" fmla="*/ 88701 w 138233"/>
              <a:gd name="csY7" fmla="*/ 120405 h 148847"/>
              <a:gd name="csX8" fmla="*/ 85067 w 138233"/>
              <a:gd name="csY8" fmla="*/ 111627 h 148847"/>
              <a:gd name="csX9" fmla="*/ 88701 w 138233"/>
              <a:gd name="csY9" fmla="*/ 102866 h 148847"/>
              <a:gd name="csX10" fmla="*/ 106424 w 138233"/>
              <a:gd name="csY10" fmla="*/ 85141 h 148847"/>
              <a:gd name="csX11" fmla="*/ 113423 w 138233"/>
              <a:gd name="csY11" fmla="*/ 81755 h 148847"/>
              <a:gd name="csX12" fmla="*/ 113423 w 138233"/>
              <a:gd name="csY12" fmla="*/ 56698 h 148847"/>
              <a:gd name="csX13" fmla="*/ 72661 w 138233"/>
              <a:gd name="csY13" fmla="*/ 56698 h 148847"/>
              <a:gd name="csX14" fmla="*/ 56711 w 138233"/>
              <a:gd name="csY14" fmla="*/ 40759 h 148847"/>
              <a:gd name="csX15" fmla="*/ 56711 w 138233"/>
              <a:gd name="csY15" fmla="*/ 0 h 148847"/>
              <a:gd name="csX16" fmla="*/ 15950 w 138233"/>
              <a:gd name="csY16" fmla="*/ 0 h 148847"/>
              <a:gd name="csX17" fmla="*/ 67344 w 138233"/>
              <a:gd name="csY17" fmla="*/ 3113 h 148847"/>
              <a:gd name="csX18" fmla="*/ 67344 w 138233"/>
              <a:gd name="csY18" fmla="*/ 40759 h 148847"/>
              <a:gd name="csX19" fmla="*/ 72661 w 138233"/>
              <a:gd name="csY19" fmla="*/ 46066 h 148847"/>
              <a:gd name="csX20" fmla="*/ 110308 w 138233"/>
              <a:gd name="csY20" fmla="*/ 46066 h 148847"/>
              <a:gd name="csX21" fmla="*/ 67344 w 138233"/>
              <a:gd name="csY21" fmla="*/ 3113 h 148847"/>
              <a:gd name="csX22" fmla="*/ 115194 w 138233"/>
              <a:gd name="csY22" fmla="*/ 88594 h 148847"/>
              <a:gd name="csX23" fmla="*/ 111436 w 138233"/>
              <a:gd name="csY23" fmla="*/ 90159 h 148847"/>
              <a:gd name="csX24" fmla="*/ 93713 w 138233"/>
              <a:gd name="csY24" fmla="*/ 107884 h 148847"/>
              <a:gd name="csX25" fmla="*/ 93713 w 138233"/>
              <a:gd name="csY25" fmla="*/ 115386 h 148847"/>
              <a:gd name="csX26" fmla="*/ 101231 w 138233"/>
              <a:gd name="csY26" fmla="*/ 115386 h 148847"/>
              <a:gd name="csX27" fmla="*/ 109878 w 138233"/>
              <a:gd name="csY27" fmla="*/ 106745 h 148847"/>
              <a:gd name="csX28" fmla="*/ 109878 w 138233"/>
              <a:gd name="csY28" fmla="*/ 143523 h 148847"/>
              <a:gd name="csX29" fmla="*/ 115194 w 138233"/>
              <a:gd name="csY29" fmla="*/ 148847 h 148847"/>
              <a:gd name="csX30" fmla="*/ 120511 w 138233"/>
              <a:gd name="csY30" fmla="*/ 143523 h 148847"/>
              <a:gd name="csX31" fmla="*/ 120511 w 138233"/>
              <a:gd name="csY31" fmla="*/ 106745 h 148847"/>
              <a:gd name="csX32" fmla="*/ 129159 w 138233"/>
              <a:gd name="csY32" fmla="*/ 115386 h 148847"/>
              <a:gd name="csX33" fmla="*/ 136675 w 138233"/>
              <a:gd name="csY33" fmla="*/ 115386 h 148847"/>
              <a:gd name="csX34" fmla="*/ 136675 w 138233"/>
              <a:gd name="csY34" fmla="*/ 107884 h 148847"/>
              <a:gd name="csX35" fmla="*/ 118954 w 138233"/>
              <a:gd name="csY35" fmla="*/ 90159 h 148847"/>
              <a:gd name="csX36" fmla="*/ 115194 w 138233"/>
              <a:gd name="csY36" fmla="*/ 88594 h 148847"/>
            </a:gdLst>
            <a:ahLst/>
            <a:cxnLst/>
            <a:rect l="l" t="t" r="r" b="b"/>
            <a:pathLst>
              <a:path w="100000" h="100000">
                <a:moveTo>
                  <a:pt x="14281" y="0"/>
                </a:moveTo>
                <a:cubicBezTo>
                  <a:pt x="8364" y="0"/>
                  <a:pt x="3565" y="4800"/>
                  <a:pt x="3565" y="10709"/>
                </a:cubicBezTo>
                <a:lnTo>
                  <a:pt x="3565" y="84526"/>
                </a:lnTo>
                <a:cubicBezTo>
                  <a:pt x="3565" y="90446"/>
                  <a:pt x="8364" y="95235"/>
                  <a:pt x="14281" y="95235"/>
                </a:cubicBezTo>
                <a:lnTo>
                  <a:pt x="69051" y="95235"/>
                </a:lnTo>
                <a:cubicBezTo>
                  <a:pt x="70302" y="95235"/>
                  <a:pt x="71506" y="95017"/>
                  <a:pt x="72623" y="94629"/>
                </a:cubicBezTo>
                <a:lnTo>
                  <a:pt x="72623" y="82526"/>
                </a:lnTo>
                <a:cubicBezTo>
                  <a:pt x="69526" y="83989"/>
                  <a:pt x="65716" y="83451"/>
                  <a:pt x="63157" y="80892"/>
                </a:cubicBezTo>
                <a:cubicBezTo>
                  <a:pt x="61583" y="79314"/>
                  <a:pt x="60716" y="77223"/>
                  <a:pt x="60716" y="74994"/>
                </a:cubicBezTo>
                <a:cubicBezTo>
                  <a:pt x="60716" y="72777"/>
                  <a:pt x="61583" y="70675"/>
                  <a:pt x="63157" y="69109"/>
                </a:cubicBezTo>
                <a:lnTo>
                  <a:pt x="75064" y="57200"/>
                </a:lnTo>
                <a:cubicBezTo>
                  <a:pt x="76348" y="55920"/>
                  <a:pt x="78021" y="55155"/>
                  <a:pt x="79766" y="54926"/>
                </a:cubicBezTo>
                <a:lnTo>
                  <a:pt x="79766" y="38091"/>
                </a:lnTo>
                <a:lnTo>
                  <a:pt x="52381" y="38091"/>
                </a:lnTo>
                <a:cubicBezTo>
                  <a:pt x="46464" y="38091"/>
                  <a:pt x="41666" y="33303"/>
                  <a:pt x="41666" y="27383"/>
                </a:cubicBezTo>
                <a:lnTo>
                  <a:pt x="41666" y="0"/>
                </a:lnTo>
                <a:lnTo>
                  <a:pt x="14281" y="0"/>
                </a:lnTo>
                <a:close/>
                <a:moveTo>
                  <a:pt x="48809" y="2091"/>
                </a:moveTo>
                <a:lnTo>
                  <a:pt x="48809" y="27383"/>
                </a:lnTo>
                <a:cubicBezTo>
                  <a:pt x="48809" y="29348"/>
                  <a:pt x="50411" y="30949"/>
                  <a:pt x="52381" y="30949"/>
                </a:cubicBezTo>
                <a:lnTo>
                  <a:pt x="77674" y="30949"/>
                </a:lnTo>
                <a:lnTo>
                  <a:pt x="48809" y="2091"/>
                </a:lnTo>
                <a:close/>
                <a:moveTo>
                  <a:pt x="80956" y="59520"/>
                </a:moveTo>
                <a:cubicBezTo>
                  <a:pt x="80042" y="59520"/>
                  <a:pt x="79129" y="59874"/>
                  <a:pt x="78432" y="60572"/>
                </a:cubicBezTo>
                <a:lnTo>
                  <a:pt x="66525" y="72480"/>
                </a:lnTo>
                <a:cubicBezTo>
                  <a:pt x="65131" y="73875"/>
                  <a:pt x="65131" y="76126"/>
                  <a:pt x="66525" y="77520"/>
                </a:cubicBezTo>
                <a:cubicBezTo>
                  <a:pt x="67921" y="78926"/>
                  <a:pt x="70180" y="78926"/>
                  <a:pt x="71576" y="77520"/>
                </a:cubicBezTo>
                <a:lnTo>
                  <a:pt x="77385" y="71715"/>
                </a:lnTo>
                <a:lnTo>
                  <a:pt x="77385" y="96423"/>
                </a:lnTo>
                <a:cubicBezTo>
                  <a:pt x="77385" y="98400"/>
                  <a:pt x="78982" y="100000"/>
                  <a:pt x="80956" y="100000"/>
                </a:cubicBezTo>
                <a:cubicBezTo>
                  <a:pt x="82931" y="100000"/>
                  <a:pt x="84528" y="98400"/>
                  <a:pt x="84528" y="96423"/>
                </a:cubicBezTo>
                <a:lnTo>
                  <a:pt x="84528" y="71715"/>
                </a:lnTo>
                <a:lnTo>
                  <a:pt x="90338" y="77520"/>
                </a:lnTo>
                <a:cubicBezTo>
                  <a:pt x="91733" y="78926"/>
                  <a:pt x="93994" y="78926"/>
                  <a:pt x="95388" y="77520"/>
                </a:cubicBezTo>
                <a:cubicBezTo>
                  <a:pt x="96784" y="76137"/>
                  <a:pt x="96784" y="73863"/>
                  <a:pt x="95388" y="72480"/>
                </a:cubicBezTo>
                <a:lnTo>
                  <a:pt x="83482" y="60572"/>
                </a:lnTo>
                <a:cubicBezTo>
                  <a:pt x="82786" y="59874"/>
                  <a:pt x="81871" y="59520"/>
                  <a:pt x="80956" y="5952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4" name="Чёрный — SVG 17">
            <a:extLst>
              <a:ext uri="{FF2B5EF4-FFF2-40B4-BE49-F238E27FC236}">
                <a16:creationId xmlns:a16="http://schemas.microsoft.com/office/drawing/2014/main" id="{180E5570-5257-E64E-B533-B58EB5E8EC5D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1 w 148868"/>
              <a:gd name="csY0" fmla="*/ 56800 h 113578"/>
              <a:gd name="csX1" fmla="*/ 21268 w 148868"/>
              <a:gd name="csY1" fmla="*/ 78064 h 113578"/>
              <a:gd name="csX2" fmla="*/ 124675 w 148868"/>
              <a:gd name="csY2" fmla="*/ 78064 h 113578"/>
              <a:gd name="csX3" fmla="*/ 101316 w 148868"/>
              <a:gd name="csY3" fmla="*/ 101403 h 113578"/>
              <a:gd name="csX4" fmla="*/ 99734 w 148868"/>
              <a:gd name="csY4" fmla="*/ 103734 h 113578"/>
              <a:gd name="csX5" fmla="*/ 99172 w 148868"/>
              <a:gd name="csY5" fmla="*/ 106490 h 113578"/>
              <a:gd name="csX6" fmla="*/ 100397 w 148868"/>
              <a:gd name="csY6" fmla="*/ 110453 h 113578"/>
              <a:gd name="csX7" fmla="*/ 103596 w 148868"/>
              <a:gd name="csY7" fmla="*/ 113056 h 113578"/>
              <a:gd name="csX8" fmla="*/ 107730 w 148868"/>
              <a:gd name="csY8" fmla="*/ 113430 h 113578"/>
              <a:gd name="csX9" fmla="*/ 111354 w 148868"/>
              <a:gd name="csY9" fmla="*/ 111440 h 113578"/>
              <a:gd name="csX10" fmla="*/ 146793 w 148868"/>
              <a:gd name="csY10" fmla="*/ 75988 h 113578"/>
              <a:gd name="csX11" fmla="*/ 148868 w 148868"/>
              <a:gd name="csY11" fmla="*/ 70987 h 113578"/>
              <a:gd name="csX12" fmla="*/ 146793 w 148868"/>
              <a:gd name="csY12" fmla="*/ 65969 h 113578"/>
              <a:gd name="csX13" fmla="*/ 111354 w 148868"/>
              <a:gd name="csY13" fmla="*/ 30535 h 113578"/>
              <a:gd name="csX14" fmla="*/ 109040 w 148868"/>
              <a:gd name="csY14" fmla="*/ 28936 h 113578"/>
              <a:gd name="csX15" fmla="*/ 106301 w 148868"/>
              <a:gd name="csY15" fmla="*/ 28357 h 113578"/>
              <a:gd name="csX16" fmla="*/ 103562 w 148868"/>
              <a:gd name="csY16" fmla="*/ 28868 h 113578"/>
              <a:gd name="csX17" fmla="*/ 101214 w 148868"/>
              <a:gd name="csY17" fmla="*/ 30433 h 113578"/>
              <a:gd name="csX18" fmla="*/ 99666 w 148868"/>
              <a:gd name="csY18" fmla="*/ 32763 h 113578"/>
              <a:gd name="csX19" fmla="*/ 99138 w 148868"/>
              <a:gd name="csY19" fmla="*/ 35519 h 113578"/>
              <a:gd name="csX20" fmla="*/ 99734 w 148868"/>
              <a:gd name="csY20" fmla="*/ 38258 h 113578"/>
              <a:gd name="csX21" fmla="*/ 101316 w 148868"/>
              <a:gd name="csY21" fmla="*/ 40555 h 113578"/>
              <a:gd name="csX22" fmla="*/ 124675 w 148868"/>
              <a:gd name="csY22" fmla="*/ 63894 h 113578"/>
              <a:gd name="csX23" fmla="*/ 21268 w 148868"/>
              <a:gd name="csY23" fmla="*/ 63894 h 113578"/>
              <a:gd name="csX24" fmla="*/ 14173 w 148868"/>
              <a:gd name="csY24" fmla="*/ 56800 h 113578"/>
              <a:gd name="csX25" fmla="*/ 14173 w 148868"/>
              <a:gd name="csY25" fmla="*/ 7196 h 113578"/>
              <a:gd name="csX26" fmla="*/ 13663 w 148868"/>
              <a:gd name="csY26" fmla="*/ 4440 h 113578"/>
              <a:gd name="csX27" fmla="*/ 12132 w 148868"/>
              <a:gd name="csY27" fmla="*/ 2109 h 113578"/>
              <a:gd name="csX28" fmla="*/ 9835 w 148868"/>
              <a:gd name="csY28" fmla="*/ 544 h 113578"/>
              <a:gd name="csX29" fmla="*/ 7096 w 148868"/>
              <a:gd name="csY29" fmla="*/ 0 h 113578"/>
              <a:gd name="csX30" fmla="*/ 4357 w 148868"/>
              <a:gd name="csY30" fmla="*/ 544 h 113578"/>
              <a:gd name="csX31" fmla="*/ 2043 w 148868"/>
              <a:gd name="csY31" fmla="*/ 2109 h 113578"/>
              <a:gd name="csX32" fmla="*/ 512 w 148868"/>
              <a:gd name="csY32" fmla="*/ 4440 h 113578"/>
              <a:gd name="csX33" fmla="*/ 1 w 148868"/>
              <a:gd name="csY33" fmla="*/ 7196 h 113578"/>
              <a:gd name="csX34" fmla="*/ 1 w 148868"/>
              <a:gd name="csY34" fmla="*/ 56800 h 113578"/>
            </a:gdLst>
            <a:ahLst/>
            <a:cxnLst/>
            <a:rect l="l" t="t" r="r" b="b"/>
            <a:pathLst>
              <a:path w="100000" h="100000">
                <a:moveTo>
                  <a:pt x="1" y="50007"/>
                </a:moveTo>
                <a:cubicBezTo>
                  <a:pt x="1" y="57847"/>
                  <a:pt x="6458" y="64291"/>
                  <a:pt x="14286" y="64291"/>
                </a:cubicBezTo>
                <a:lnTo>
                  <a:pt x="83749" y="64291"/>
                </a:lnTo>
                <a:lnTo>
                  <a:pt x="68058" y="79969"/>
                </a:lnTo>
                <a:cubicBezTo>
                  <a:pt x="67601" y="80415"/>
                  <a:pt x="67246" y="80952"/>
                  <a:pt x="66995" y="81535"/>
                </a:cubicBezTo>
                <a:cubicBezTo>
                  <a:pt x="66744" y="82117"/>
                  <a:pt x="66617" y="82757"/>
                  <a:pt x="66617" y="83386"/>
                </a:cubicBezTo>
                <a:cubicBezTo>
                  <a:pt x="66617" y="84334"/>
                  <a:pt x="66904" y="85259"/>
                  <a:pt x="67440" y="86048"/>
                </a:cubicBezTo>
                <a:cubicBezTo>
                  <a:pt x="67966" y="86837"/>
                  <a:pt x="68721" y="87442"/>
                  <a:pt x="69589" y="87797"/>
                </a:cubicBezTo>
                <a:cubicBezTo>
                  <a:pt x="70469" y="88151"/>
                  <a:pt x="71429" y="88242"/>
                  <a:pt x="72366" y="88048"/>
                </a:cubicBezTo>
                <a:cubicBezTo>
                  <a:pt x="73292" y="87854"/>
                  <a:pt x="74137" y="87385"/>
                  <a:pt x="74800" y="86711"/>
                </a:cubicBezTo>
                <a:lnTo>
                  <a:pt x="98606" y="62897"/>
                </a:lnTo>
                <a:cubicBezTo>
                  <a:pt x="99498" y="62006"/>
                  <a:pt x="100000" y="60795"/>
                  <a:pt x="100000" y="59537"/>
                </a:cubicBezTo>
                <a:cubicBezTo>
                  <a:pt x="100000" y="58269"/>
                  <a:pt x="99498" y="57058"/>
                  <a:pt x="98606" y="56167"/>
                </a:cubicBezTo>
                <a:lnTo>
                  <a:pt x="74800" y="32364"/>
                </a:lnTo>
                <a:cubicBezTo>
                  <a:pt x="74355" y="31907"/>
                  <a:pt x="73829" y="31541"/>
                  <a:pt x="73246" y="31290"/>
                </a:cubicBezTo>
                <a:cubicBezTo>
                  <a:pt x="72663" y="31039"/>
                  <a:pt x="72046" y="30901"/>
                  <a:pt x="71406" y="30901"/>
                </a:cubicBezTo>
                <a:cubicBezTo>
                  <a:pt x="70777" y="30890"/>
                  <a:pt x="70149" y="31016"/>
                  <a:pt x="69566" y="31244"/>
                </a:cubicBezTo>
                <a:cubicBezTo>
                  <a:pt x="68972" y="31484"/>
                  <a:pt x="68446" y="31838"/>
                  <a:pt x="67989" y="32296"/>
                </a:cubicBezTo>
                <a:cubicBezTo>
                  <a:pt x="67543" y="32741"/>
                  <a:pt x="67189" y="33267"/>
                  <a:pt x="66949" y="33861"/>
                </a:cubicBezTo>
                <a:cubicBezTo>
                  <a:pt x="66709" y="34444"/>
                  <a:pt x="66595" y="35073"/>
                  <a:pt x="66595" y="35712"/>
                </a:cubicBezTo>
                <a:cubicBezTo>
                  <a:pt x="66606" y="36341"/>
                  <a:pt x="66744" y="36969"/>
                  <a:pt x="66995" y="37552"/>
                </a:cubicBezTo>
                <a:cubicBezTo>
                  <a:pt x="67246" y="38124"/>
                  <a:pt x="67601" y="38649"/>
                  <a:pt x="68058" y="39095"/>
                </a:cubicBezTo>
                <a:lnTo>
                  <a:pt x="83749" y="54773"/>
                </a:lnTo>
                <a:lnTo>
                  <a:pt x="14286" y="54773"/>
                </a:lnTo>
                <a:cubicBezTo>
                  <a:pt x="11601" y="54773"/>
                  <a:pt x="9521" y="52693"/>
                  <a:pt x="9521" y="50007"/>
                </a:cubicBezTo>
                <a:lnTo>
                  <a:pt x="9521" y="16687"/>
                </a:lnTo>
                <a:cubicBezTo>
                  <a:pt x="9532" y="16046"/>
                  <a:pt x="9418" y="15429"/>
                  <a:pt x="9178" y="14835"/>
                </a:cubicBezTo>
                <a:cubicBezTo>
                  <a:pt x="8950" y="14252"/>
                  <a:pt x="8595" y="13716"/>
                  <a:pt x="8150" y="13269"/>
                </a:cubicBezTo>
                <a:cubicBezTo>
                  <a:pt x="7715" y="12824"/>
                  <a:pt x="7178" y="12470"/>
                  <a:pt x="6607" y="12218"/>
                </a:cubicBezTo>
                <a:cubicBezTo>
                  <a:pt x="6023" y="11978"/>
                  <a:pt x="5395" y="11853"/>
                  <a:pt x="4767" y="11853"/>
                </a:cubicBezTo>
                <a:cubicBezTo>
                  <a:pt x="4126" y="11853"/>
                  <a:pt x="3509" y="11978"/>
                  <a:pt x="2927" y="12218"/>
                </a:cubicBezTo>
                <a:cubicBezTo>
                  <a:pt x="2344" y="12470"/>
                  <a:pt x="1818" y="12824"/>
                  <a:pt x="1372" y="13269"/>
                </a:cubicBezTo>
                <a:cubicBezTo>
                  <a:pt x="926" y="13716"/>
                  <a:pt x="584" y="14252"/>
                  <a:pt x="344" y="14835"/>
                </a:cubicBezTo>
                <a:cubicBezTo>
                  <a:pt x="103" y="15429"/>
                  <a:pt x="-11" y="16046"/>
                  <a:pt x="1" y="16687"/>
                </a:cubicBezTo>
                <a:lnTo>
                  <a:pt x="1" y="5000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5" name="Чёрный — SVG 18">
            <a:extLst>
              <a:ext uri="{FF2B5EF4-FFF2-40B4-BE49-F238E27FC236}">
                <a16:creationId xmlns:a16="http://schemas.microsoft.com/office/drawing/2014/main" id="{5BB7EA4C-C7D5-F343-A9AA-DB86D63F701D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46720 w 156030"/>
              <a:gd name="csY0" fmla="*/ 2 h 85057"/>
              <a:gd name="csX1" fmla="*/ 42552 w 156030"/>
              <a:gd name="csY1" fmla="*/ 1210 h 85057"/>
              <a:gd name="csX2" fmla="*/ 39880 w 156030"/>
              <a:gd name="csY2" fmla="*/ 4629 h 85057"/>
              <a:gd name="csX3" fmla="*/ 20298 w 156030"/>
              <a:gd name="csY3" fmla="*/ 57551 h 85057"/>
              <a:gd name="csX4" fmla="*/ 13816 w 156030"/>
              <a:gd name="csY4" fmla="*/ 40063 h 85057"/>
              <a:gd name="csX5" fmla="*/ 12404 w 156030"/>
              <a:gd name="csY5" fmla="*/ 37614 h 85057"/>
              <a:gd name="csX6" fmla="*/ 10158 w 156030"/>
              <a:gd name="csY6" fmla="*/ 35913 h 85057"/>
              <a:gd name="csX7" fmla="*/ 7419 w 156030"/>
              <a:gd name="csY7" fmla="*/ 35215 h 85057"/>
              <a:gd name="csX8" fmla="*/ 4629 w 156030"/>
              <a:gd name="csY8" fmla="*/ 35657 h 85057"/>
              <a:gd name="csX9" fmla="*/ 2230 w 156030"/>
              <a:gd name="csY9" fmla="*/ 37137 h 85057"/>
              <a:gd name="csX10" fmla="*/ 596 w 156030"/>
              <a:gd name="csY10" fmla="*/ 39451 h 85057"/>
              <a:gd name="csX11" fmla="*/ 1 w 156030"/>
              <a:gd name="csY11" fmla="*/ 42207 h 85057"/>
              <a:gd name="csX12" fmla="*/ 529 w 156030"/>
              <a:gd name="csY12" fmla="*/ 44979 h 85057"/>
              <a:gd name="csX13" fmla="*/ 13646 w 156030"/>
              <a:gd name="csY13" fmla="*/ 80430 h 85057"/>
              <a:gd name="csX14" fmla="*/ 16249 w 156030"/>
              <a:gd name="csY14" fmla="*/ 83782 h 85057"/>
              <a:gd name="csX15" fmla="*/ 20298 w 156030"/>
              <a:gd name="csY15" fmla="*/ 85040 h 85057"/>
              <a:gd name="csX16" fmla="*/ 24330 w 156030"/>
              <a:gd name="csY16" fmla="*/ 83782 h 85057"/>
              <a:gd name="csX17" fmla="*/ 26933 w 156030"/>
              <a:gd name="csY17" fmla="*/ 80430 h 85057"/>
              <a:gd name="csX18" fmla="*/ 46414 w 156030"/>
              <a:gd name="csY18" fmla="*/ 27815 h 85057"/>
              <a:gd name="csX19" fmla="*/ 65213 w 156030"/>
              <a:gd name="csY19" fmla="*/ 80345 h 85057"/>
              <a:gd name="csX20" fmla="*/ 67782 w 156030"/>
              <a:gd name="csY20" fmla="*/ 83748 h 85057"/>
              <a:gd name="csX21" fmla="*/ 71849 w 156030"/>
              <a:gd name="csY21" fmla="*/ 85057 h 85057"/>
              <a:gd name="csX22" fmla="*/ 75915 w 156030"/>
              <a:gd name="csY22" fmla="*/ 83799 h 85057"/>
              <a:gd name="csX23" fmla="*/ 78535 w 156030"/>
              <a:gd name="csY23" fmla="*/ 80430 h 85057"/>
              <a:gd name="csX24" fmla="*/ 97879 w 156030"/>
              <a:gd name="csY24" fmla="*/ 28121 h 85057"/>
              <a:gd name="csX25" fmla="*/ 103647 w 156030"/>
              <a:gd name="csY25" fmla="*/ 44843 h 85057"/>
              <a:gd name="csX26" fmla="*/ 106250 w 156030"/>
              <a:gd name="csY26" fmla="*/ 48296 h 85057"/>
              <a:gd name="csX27" fmla="*/ 110350 w 156030"/>
              <a:gd name="csY27" fmla="*/ 49606 h 85057"/>
              <a:gd name="csX28" fmla="*/ 131838 w 156030"/>
              <a:gd name="csY28" fmla="*/ 49606 h 85057"/>
              <a:gd name="csX29" fmla="*/ 122668 w 156030"/>
              <a:gd name="csY29" fmla="*/ 58775 h 85057"/>
              <a:gd name="csX30" fmla="*/ 121069 w 156030"/>
              <a:gd name="csY30" fmla="*/ 61072 h 85057"/>
              <a:gd name="csX31" fmla="*/ 120490 w 156030"/>
              <a:gd name="csY31" fmla="*/ 63828 h 85057"/>
              <a:gd name="csX32" fmla="*/ 121017 w 156030"/>
              <a:gd name="csY32" fmla="*/ 66566 h 85057"/>
              <a:gd name="csX33" fmla="*/ 122566 w 156030"/>
              <a:gd name="csY33" fmla="*/ 68897 h 85057"/>
              <a:gd name="csX34" fmla="*/ 124897 w 156030"/>
              <a:gd name="csY34" fmla="*/ 70462 h 85057"/>
              <a:gd name="csX35" fmla="*/ 127653 w 156030"/>
              <a:gd name="csY35" fmla="*/ 70972 h 85057"/>
              <a:gd name="csX36" fmla="*/ 130392 w 156030"/>
              <a:gd name="csY36" fmla="*/ 70394 h 85057"/>
              <a:gd name="csX37" fmla="*/ 132689 w 156030"/>
              <a:gd name="csY37" fmla="*/ 68795 h 85057"/>
              <a:gd name="csX38" fmla="*/ 153955 w 156030"/>
              <a:gd name="csY38" fmla="*/ 47531 h 85057"/>
              <a:gd name="csX39" fmla="*/ 156031 w 156030"/>
              <a:gd name="csY39" fmla="*/ 42530 h 85057"/>
              <a:gd name="csX40" fmla="*/ 153955 w 156030"/>
              <a:gd name="csY40" fmla="*/ 37511 h 85057"/>
              <a:gd name="csX41" fmla="*/ 132689 w 156030"/>
              <a:gd name="csY41" fmla="*/ 16248 h 85057"/>
              <a:gd name="csX42" fmla="*/ 130375 w 156030"/>
              <a:gd name="csY42" fmla="*/ 14666 h 85057"/>
              <a:gd name="csX43" fmla="*/ 127602 w 156030"/>
              <a:gd name="csY43" fmla="*/ 14104 h 85057"/>
              <a:gd name="csX44" fmla="*/ 123655 w 156030"/>
              <a:gd name="csY44" fmla="*/ 15312 h 85057"/>
              <a:gd name="csX45" fmla="*/ 121052 w 156030"/>
              <a:gd name="csY45" fmla="*/ 18527 h 85057"/>
              <a:gd name="csX46" fmla="*/ 120677 w 156030"/>
              <a:gd name="csY46" fmla="*/ 22644 h 85057"/>
              <a:gd name="csX47" fmla="*/ 122668 w 156030"/>
              <a:gd name="csY47" fmla="*/ 26267 h 85057"/>
              <a:gd name="csX48" fmla="*/ 131838 w 156030"/>
              <a:gd name="csY48" fmla="*/ 35436 h 85057"/>
              <a:gd name="csX49" fmla="*/ 115403 w 156030"/>
              <a:gd name="csY49" fmla="*/ 35436 h 85057"/>
              <a:gd name="csX50" fmla="*/ 104821 w 156030"/>
              <a:gd name="csY50" fmla="*/ 4782 h 85057"/>
              <a:gd name="csX51" fmla="*/ 102269 w 156030"/>
              <a:gd name="csY51" fmla="*/ 1346 h 85057"/>
              <a:gd name="csX52" fmla="*/ 98202 w 156030"/>
              <a:gd name="csY52" fmla="*/ 2 h 85057"/>
              <a:gd name="csX53" fmla="*/ 94102 w 156030"/>
              <a:gd name="csY53" fmla="*/ 1244 h 85057"/>
              <a:gd name="csX54" fmla="*/ 91465 w 156030"/>
              <a:gd name="csY54" fmla="*/ 4629 h 85057"/>
              <a:gd name="csX55" fmla="*/ 72002 w 156030"/>
              <a:gd name="csY55" fmla="*/ 57227 h 85057"/>
              <a:gd name="csX56" fmla="*/ 53202 w 156030"/>
              <a:gd name="csY56" fmla="*/ 4697 h 85057"/>
              <a:gd name="csX57" fmla="*/ 50684 w 156030"/>
              <a:gd name="csY57" fmla="*/ 1346 h 85057"/>
              <a:gd name="csX58" fmla="*/ 46720 w 156030"/>
              <a:gd name="csY58" fmla="*/ 2 h 85057"/>
            </a:gdLst>
            <a:ahLst/>
            <a:cxnLst/>
            <a:rect l="l" t="t" r="r" b="b"/>
            <a:pathLst>
              <a:path w="100000" h="100000">
                <a:moveTo>
                  <a:pt x="29943" y="22745"/>
                </a:moveTo>
                <a:cubicBezTo>
                  <a:pt x="28994" y="22723"/>
                  <a:pt x="28057" y="22995"/>
                  <a:pt x="27272" y="23519"/>
                </a:cubicBezTo>
                <a:cubicBezTo>
                  <a:pt x="26487" y="24053"/>
                  <a:pt x="25887" y="24816"/>
                  <a:pt x="25559" y="25710"/>
                </a:cubicBezTo>
                <a:lnTo>
                  <a:pt x="13009" y="59628"/>
                </a:lnTo>
                <a:lnTo>
                  <a:pt x="8855" y="48420"/>
                </a:lnTo>
                <a:cubicBezTo>
                  <a:pt x="8669" y="47842"/>
                  <a:pt x="8353" y="47308"/>
                  <a:pt x="7950" y="46850"/>
                </a:cubicBezTo>
                <a:cubicBezTo>
                  <a:pt x="7557" y="46392"/>
                  <a:pt x="7067" y="46022"/>
                  <a:pt x="6510" y="45760"/>
                </a:cubicBezTo>
                <a:cubicBezTo>
                  <a:pt x="5965" y="45498"/>
                  <a:pt x="5366" y="45345"/>
                  <a:pt x="4755" y="45313"/>
                </a:cubicBezTo>
                <a:cubicBezTo>
                  <a:pt x="4144" y="45291"/>
                  <a:pt x="3544" y="45389"/>
                  <a:pt x="2967" y="45596"/>
                </a:cubicBezTo>
                <a:cubicBezTo>
                  <a:pt x="2400" y="45803"/>
                  <a:pt x="1876" y="46131"/>
                  <a:pt x="1429" y="46545"/>
                </a:cubicBezTo>
                <a:cubicBezTo>
                  <a:pt x="982" y="46970"/>
                  <a:pt x="633" y="47471"/>
                  <a:pt x="382" y="48028"/>
                </a:cubicBezTo>
                <a:cubicBezTo>
                  <a:pt x="142" y="48583"/>
                  <a:pt x="12" y="49183"/>
                  <a:pt x="1" y="49794"/>
                </a:cubicBezTo>
                <a:cubicBezTo>
                  <a:pt x="-10" y="50404"/>
                  <a:pt x="110" y="51004"/>
                  <a:pt x="339" y="51571"/>
                </a:cubicBezTo>
                <a:lnTo>
                  <a:pt x="8746" y="74291"/>
                </a:lnTo>
                <a:cubicBezTo>
                  <a:pt x="9073" y="75153"/>
                  <a:pt x="9651" y="75905"/>
                  <a:pt x="10414" y="76439"/>
                </a:cubicBezTo>
                <a:cubicBezTo>
                  <a:pt x="11177" y="76962"/>
                  <a:pt x="12082" y="77246"/>
                  <a:pt x="13009" y="77246"/>
                </a:cubicBezTo>
                <a:cubicBezTo>
                  <a:pt x="13936" y="77246"/>
                  <a:pt x="14841" y="76962"/>
                  <a:pt x="15593" y="76439"/>
                </a:cubicBezTo>
                <a:cubicBezTo>
                  <a:pt x="16356" y="75905"/>
                  <a:pt x="16945" y="75153"/>
                  <a:pt x="17261" y="74291"/>
                </a:cubicBezTo>
                <a:lnTo>
                  <a:pt x="29747" y="40570"/>
                </a:lnTo>
                <a:lnTo>
                  <a:pt x="41795" y="74237"/>
                </a:lnTo>
                <a:cubicBezTo>
                  <a:pt x="42101" y="75120"/>
                  <a:pt x="42679" y="75883"/>
                  <a:pt x="43442" y="76418"/>
                </a:cubicBezTo>
                <a:cubicBezTo>
                  <a:pt x="44205" y="76962"/>
                  <a:pt x="45111" y="77246"/>
                  <a:pt x="46048" y="77257"/>
                </a:cubicBezTo>
                <a:cubicBezTo>
                  <a:pt x="46975" y="77257"/>
                  <a:pt x="47891" y="76973"/>
                  <a:pt x="48654" y="76450"/>
                </a:cubicBezTo>
                <a:cubicBezTo>
                  <a:pt x="49428" y="75916"/>
                  <a:pt x="50006" y="75163"/>
                  <a:pt x="50333" y="74291"/>
                </a:cubicBezTo>
                <a:lnTo>
                  <a:pt x="62731" y="40766"/>
                </a:lnTo>
                <a:lnTo>
                  <a:pt x="66428" y="51483"/>
                </a:lnTo>
                <a:cubicBezTo>
                  <a:pt x="66744" y="52377"/>
                  <a:pt x="67322" y="53152"/>
                  <a:pt x="68096" y="53696"/>
                </a:cubicBezTo>
                <a:cubicBezTo>
                  <a:pt x="68859" y="54242"/>
                  <a:pt x="69786" y="54536"/>
                  <a:pt x="70724" y="54536"/>
                </a:cubicBezTo>
                <a:lnTo>
                  <a:pt x="84495" y="54536"/>
                </a:lnTo>
                <a:lnTo>
                  <a:pt x="78618" y="60412"/>
                </a:lnTo>
                <a:cubicBezTo>
                  <a:pt x="78182" y="60838"/>
                  <a:pt x="77833" y="61339"/>
                  <a:pt x="77593" y="61885"/>
                </a:cubicBezTo>
                <a:cubicBezTo>
                  <a:pt x="77353" y="62440"/>
                  <a:pt x="77233" y="63040"/>
                  <a:pt x="77222" y="63651"/>
                </a:cubicBezTo>
                <a:cubicBezTo>
                  <a:pt x="77222" y="64250"/>
                  <a:pt x="77331" y="64850"/>
                  <a:pt x="77560" y="65406"/>
                </a:cubicBezTo>
                <a:cubicBezTo>
                  <a:pt x="77790" y="65973"/>
                  <a:pt x="78127" y="66475"/>
                  <a:pt x="78553" y="66900"/>
                </a:cubicBezTo>
                <a:cubicBezTo>
                  <a:pt x="78978" y="67335"/>
                  <a:pt x="79490" y="67674"/>
                  <a:pt x="80047" y="67903"/>
                </a:cubicBezTo>
                <a:cubicBezTo>
                  <a:pt x="80613" y="68121"/>
                  <a:pt x="81213" y="68240"/>
                  <a:pt x="81813" y="68230"/>
                </a:cubicBezTo>
                <a:cubicBezTo>
                  <a:pt x="82423" y="68230"/>
                  <a:pt x="83012" y="68099"/>
                  <a:pt x="83569" y="67859"/>
                </a:cubicBezTo>
                <a:cubicBezTo>
                  <a:pt x="84125" y="67619"/>
                  <a:pt x="84626" y="67270"/>
                  <a:pt x="85041" y="66834"/>
                </a:cubicBezTo>
                <a:lnTo>
                  <a:pt x="98670" y="53206"/>
                </a:lnTo>
                <a:cubicBezTo>
                  <a:pt x="99532" y="52356"/>
                  <a:pt x="100001" y="51200"/>
                  <a:pt x="100001" y="50001"/>
                </a:cubicBezTo>
                <a:cubicBezTo>
                  <a:pt x="100001" y="48790"/>
                  <a:pt x="99532" y="47635"/>
                  <a:pt x="98670" y="46784"/>
                </a:cubicBezTo>
                <a:lnTo>
                  <a:pt x="85041" y="33157"/>
                </a:lnTo>
                <a:cubicBezTo>
                  <a:pt x="84626" y="32720"/>
                  <a:pt x="84114" y="32372"/>
                  <a:pt x="83558" y="32143"/>
                </a:cubicBezTo>
                <a:cubicBezTo>
                  <a:pt x="82990" y="31903"/>
                  <a:pt x="82391" y="31783"/>
                  <a:pt x="81780" y="31783"/>
                </a:cubicBezTo>
                <a:cubicBezTo>
                  <a:pt x="80886" y="31783"/>
                  <a:pt x="80003" y="32055"/>
                  <a:pt x="79251" y="32557"/>
                </a:cubicBezTo>
                <a:cubicBezTo>
                  <a:pt x="78498" y="33069"/>
                  <a:pt x="77920" y="33778"/>
                  <a:pt x="77583" y="34617"/>
                </a:cubicBezTo>
                <a:cubicBezTo>
                  <a:pt x="77244" y="35457"/>
                  <a:pt x="77157" y="36373"/>
                  <a:pt x="77342" y="37256"/>
                </a:cubicBezTo>
                <a:cubicBezTo>
                  <a:pt x="77527" y="38139"/>
                  <a:pt x="77975" y="38957"/>
                  <a:pt x="78618" y="39578"/>
                </a:cubicBezTo>
                <a:lnTo>
                  <a:pt x="84495" y="45454"/>
                </a:lnTo>
                <a:lnTo>
                  <a:pt x="73962" y="45454"/>
                </a:lnTo>
                <a:lnTo>
                  <a:pt x="67180" y="25808"/>
                </a:lnTo>
                <a:cubicBezTo>
                  <a:pt x="66874" y="24914"/>
                  <a:pt x="66297" y="24151"/>
                  <a:pt x="65544" y="23606"/>
                </a:cubicBezTo>
                <a:cubicBezTo>
                  <a:pt x="64781" y="23061"/>
                  <a:pt x="63865" y="22756"/>
                  <a:pt x="62938" y="22745"/>
                </a:cubicBezTo>
                <a:cubicBezTo>
                  <a:pt x="62000" y="22734"/>
                  <a:pt x="61084" y="23017"/>
                  <a:pt x="60310" y="23541"/>
                </a:cubicBezTo>
                <a:cubicBezTo>
                  <a:pt x="59536" y="24075"/>
                  <a:pt x="58948" y="24827"/>
                  <a:pt x="58620" y="25710"/>
                </a:cubicBezTo>
                <a:lnTo>
                  <a:pt x="46146" y="59420"/>
                </a:lnTo>
                <a:lnTo>
                  <a:pt x="34097" y="25754"/>
                </a:lnTo>
                <a:cubicBezTo>
                  <a:pt x="33781" y="24892"/>
                  <a:pt x="33225" y="24140"/>
                  <a:pt x="32483" y="23606"/>
                </a:cubicBezTo>
                <a:cubicBezTo>
                  <a:pt x="31742" y="23072"/>
                  <a:pt x="30859" y="22766"/>
                  <a:pt x="29943" y="2274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6" name="Чёрный — SVG 19">
            <a:extLst>
              <a:ext uri="{FF2B5EF4-FFF2-40B4-BE49-F238E27FC236}">
                <a16:creationId xmlns:a16="http://schemas.microsoft.com/office/drawing/2014/main" id="{1379AA9B-BC01-DC4D-B225-48CAA8A708A8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69702 w 139576"/>
              <a:gd name="csY0" fmla="*/ 1 h 138308"/>
              <a:gd name="csX1" fmla="*/ 67371 w 139576"/>
              <a:gd name="csY1" fmla="*/ 580 h 138308"/>
              <a:gd name="csX2" fmla="*/ 65534 w 139576"/>
              <a:gd name="csY2" fmla="*/ 2127 h 138308"/>
              <a:gd name="csX3" fmla="*/ 42991 w 139576"/>
              <a:gd name="csY3" fmla="*/ 24667 h 138308"/>
              <a:gd name="csX4" fmla="*/ 41783 w 139576"/>
              <a:gd name="csY4" fmla="*/ 26402 h 138308"/>
              <a:gd name="csX5" fmla="*/ 41358 w 139576"/>
              <a:gd name="csY5" fmla="*/ 28444 h 138308"/>
              <a:gd name="csX6" fmla="*/ 41749 w 139576"/>
              <a:gd name="csY6" fmla="*/ 30519 h 138308"/>
              <a:gd name="csX7" fmla="*/ 42906 w 139576"/>
              <a:gd name="csY7" fmla="*/ 32271 h 138308"/>
              <a:gd name="csX8" fmla="*/ 44658 w 139576"/>
              <a:gd name="csY8" fmla="*/ 33428 h 138308"/>
              <a:gd name="csX9" fmla="*/ 46717 w 139576"/>
              <a:gd name="csY9" fmla="*/ 33819 h 138308"/>
              <a:gd name="csX10" fmla="*/ 48775 w 139576"/>
              <a:gd name="csY10" fmla="*/ 33394 h 138308"/>
              <a:gd name="csX11" fmla="*/ 50511 w 139576"/>
              <a:gd name="csY11" fmla="*/ 32186 h 138308"/>
              <a:gd name="csX12" fmla="*/ 64462 w 139576"/>
              <a:gd name="csY12" fmla="*/ 18220 h 138308"/>
              <a:gd name="csX13" fmla="*/ 64462 w 139576"/>
              <a:gd name="csY13" fmla="*/ 51460 h 138308"/>
              <a:gd name="csX14" fmla="*/ 64853 w 139576"/>
              <a:gd name="csY14" fmla="*/ 53518 h 138308"/>
              <a:gd name="csX15" fmla="*/ 65993 w 139576"/>
              <a:gd name="csY15" fmla="*/ 55270 h 138308"/>
              <a:gd name="csX16" fmla="*/ 67729 w 139576"/>
              <a:gd name="csY16" fmla="*/ 56444 h 138308"/>
              <a:gd name="csX17" fmla="*/ 69787 w 139576"/>
              <a:gd name="csY17" fmla="*/ 56852 h 138308"/>
              <a:gd name="csX18" fmla="*/ 71846 w 139576"/>
              <a:gd name="csY18" fmla="*/ 56444 h 138308"/>
              <a:gd name="csX19" fmla="*/ 73564 w 139576"/>
              <a:gd name="csY19" fmla="*/ 55270 h 138308"/>
              <a:gd name="csX20" fmla="*/ 74721 w 139576"/>
              <a:gd name="csY20" fmla="*/ 53518 h 138308"/>
              <a:gd name="csX21" fmla="*/ 75095 w 139576"/>
              <a:gd name="csY21" fmla="*/ 51460 h 138308"/>
              <a:gd name="csX22" fmla="*/ 75095 w 139576"/>
              <a:gd name="csY22" fmla="*/ 18220 h 138308"/>
              <a:gd name="csX23" fmla="*/ 89064 w 139576"/>
              <a:gd name="csY23" fmla="*/ 32186 h 138308"/>
              <a:gd name="csX24" fmla="*/ 90799 w 139576"/>
              <a:gd name="csY24" fmla="*/ 33394 h 138308"/>
              <a:gd name="csX25" fmla="*/ 92840 w 139576"/>
              <a:gd name="csY25" fmla="*/ 33819 h 138308"/>
              <a:gd name="csX26" fmla="*/ 94916 w 139576"/>
              <a:gd name="csY26" fmla="*/ 33428 h 138308"/>
              <a:gd name="csX27" fmla="*/ 96668 w 139576"/>
              <a:gd name="csY27" fmla="*/ 32271 h 138308"/>
              <a:gd name="csX28" fmla="*/ 97825 w 139576"/>
              <a:gd name="csY28" fmla="*/ 30519 h 138308"/>
              <a:gd name="csX29" fmla="*/ 98217 w 139576"/>
              <a:gd name="csY29" fmla="*/ 28444 h 138308"/>
              <a:gd name="csX30" fmla="*/ 97774 w 139576"/>
              <a:gd name="csY30" fmla="*/ 26402 h 138308"/>
              <a:gd name="csX31" fmla="*/ 96583 w 139576"/>
              <a:gd name="csY31" fmla="*/ 24667 h 138308"/>
              <a:gd name="csX32" fmla="*/ 74006 w 139576"/>
              <a:gd name="csY32" fmla="*/ 2093 h 138308"/>
              <a:gd name="csX33" fmla="*/ 72101 w 139576"/>
              <a:gd name="csY33" fmla="*/ 529 h 138308"/>
              <a:gd name="csX34" fmla="*/ 69702 w 139576"/>
              <a:gd name="csY34" fmla="*/ 1 h 138308"/>
              <a:gd name="csX35" fmla="*/ 69787 w 139576"/>
              <a:gd name="csY35" fmla="*/ 63878 h 138308"/>
              <a:gd name="csX36" fmla="*/ 52059 w 139576"/>
              <a:gd name="csY36" fmla="*/ 81586 h 138308"/>
              <a:gd name="csX37" fmla="*/ 69787 w 139576"/>
              <a:gd name="csY37" fmla="*/ 99312 h 138308"/>
              <a:gd name="csX38" fmla="*/ 87515 w 139576"/>
              <a:gd name="csY38" fmla="*/ 81586 h 138308"/>
              <a:gd name="csX39" fmla="*/ 69787 w 139576"/>
              <a:gd name="csY39" fmla="*/ 63878 h 138308"/>
              <a:gd name="csX40" fmla="*/ 11397 w 139576"/>
              <a:gd name="csY40" fmla="*/ 90483 h 138308"/>
              <a:gd name="csX41" fmla="*/ 8045 w 139576"/>
              <a:gd name="csY41" fmla="*/ 91742 h 138308"/>
              <a:gd name="csX42" fmla="*/ 6259 w 139576"/>
              <a:gd name="csY42" fmla="*/ 94838 h 138308"/>
              <a:gd name="csX43" fmla="*/ 100 w 139576"/>
              <a:gd name="csY43" fmla="*/ 125645 h 138308"/>
              <a:gd name="csX44" fmla="*/ 883 w 139576"/>
              <a:gd name="csY44" fmla="*/ 129626 h 138308"/>
              <a:gd name="csX45" fmla="*/ 4269 w 139576"/>
              <a:gd name="csY45" fmla="*/ 131888 h 138308"/>
              <a:gd name="csX46" fmla="*/ 35063 w 139576"/>
              <a:gd name="csY46" fmla="*/ 138046 h 138308"/>
              <a:gd name="csX47" fmla="*/ 39061 w 139576"/>
              <a:gd name="csY47" fmla="*/ 137264 h 138308"/>
              <a:gd name="csX48" fmla="*/ 41324 w 139576"/>
              <a:gd name="csY48" fmla="*/ 133878 h 138308"/>
              <a:gd name="csX49" fmla="*/ 40541 w 139576"/>
              <a:gd name="csY49" fmla="*/ 129881 h 138308"/>
              <a:gd name="csX50" fmla="*/ 37156 w 139576"/>
              <a:gd name="csY50" fmla="*/ 127618 h 138308"/>
              <a:gd name="csX51" fmla="*/ 18117 w 139576"/>
              <a:gd name="csY51" fmla="*/ 123825 h 138308"/>
              <a:gd name="csX52" fmla="*/ 46223 w 139576"/>
              <a:gd name="csY52" fmla="*/ 104364 h 138308"/>
              <a:gd name="csX53" fmla="*/ 47704 w 139576"/>
              <a:gd name="csY53" fmla="*/ 102884 h 138308"/>
              <a:gd name="csX54" fmla="*/ 48503 w 139576"/>
              <a:gd name="csY54" fmla="*/ 100928 h 138308"/>
              <a:gd name="csX55" fmla="*/ 48486 w 139576"/>
              <a:gd name="csY55" fmla="*/ 98836 h 138308"/>
              <a:gd name="csX56" fmla="*/ 47653 w 139576"/>
              <a:gd name="csY56" fmla="*/ 96913 h 138308"/>
              <a:gd name="csX57" fmla="*/ 46139 w 139576"/>
              <a:gd name="csY57" fmla="*/ 95451 h 138308"/>
              <a:gd name="csX58" fmla="*/ 44182 w 139576"/>
              <a:gd name="csY58" fmla="*/ 94702 h 138308"/>
              <a:gd name="csX59" fmla="*/ 42089 w 139576"/>
              <a:gd name="csY59" fmla="*/ 94753 h 138308"/>
              <a:gd name="csX60" fmla="*/ 40184 w 139576"/>
              <a:gd name="csY60" fmla="*/ 95620 h 138308"/>
              <a:gd name="csX61" fmla="*/ 13218 w 139576"/>
              <a:gd name="csY61" fmla="*/ 114282 h 138308"/>
              <a:gd name="csX62" fmla="*/ 16688 w 139576"/>
              <a:gd name="csY62" fmla="*/ 96913 h 138308"/>
              <a:gd name="csX63" fmla="*/ 16654 w 139576"/>
              <a:gd name="csY63" fmla="*/ 94549 h 138308"/>
              <a:gd name="csX64" fmla="*/ 15582 w 139576"/>
              <a:gd name="csY64" fmla="*/ 92423 h 138308"/>
              <a:gd name="csX65" fmla="*/ 13711 w 139576"/>
              <a:gd name="csY65" fmla="*/ 90976 h 138308"/>
              <a:gd name="csX66" fmla="*/ 11397 w 139576"/>
              <a:gd name="csY66" fmla="*/ 90483 h 138308"/>
              <a:gd name="csX67" fmla="*/ 128024 w 139576"/>
              <a:gd name="csY67" fmla="*/ 90636 h 138308"/>
              <a:gd name="csX68" fmla="*/ 125761 w 139576"/>
              <a:gd name="csY68" fmla="*/ 91181 h 138308"/>
              <a:gd name="csX69" fmla="*/ 123941 w 139576"/>
              <a:gd name="csY69" fmla="*/ 92626 h 138308"/>
              <a:gd name="csX70" fmla="*/ 122920 w 139576"/>
              <a:gd name="csY70" fmla="*/ 94736 h 138308"/>
              <a:gd name="csX71" fmla="*/ 122886 w 139576"/>
              <a:gd name="csY71" fmla="*/ 97067 h 138308"/>
              <a:gd name="csX72" fmla="*/ 126323 w 139576"/>
              <a:gd name="csY72" fmla="*/ 114265 h 138308"/>
              <a:gd name="csX73" fmla="*/ 99390 w 139576"/>
              <a:gd name="csY73" fmla="*/ 95620 h 138308"/>
              <a:gd name="csX74" fmla="*/ 97485 w 139576"/>
              <a:gd name="csY74" fmla="*/ 94753 h 138308"/>
              <a:gd name="csX75" fmla="*/ 95392 w 139576"/>
              <a:gd name="csY75" fmla="*/ 94702 h 138308"/>
              <a:gd name="csX76" fmla="*/ 93436 w 139576"/>
              <a:gd name="csY76" fmla="*/ 95451 h 138308"/>
              <a:gd name="csX77" fmla="*/ 91922 w 139576"/>
              <a:gd name="csY77" fmla="*/ 96913 h 138308"/>
              <a:gd name="csX78" fmla="*/ 91088 w 139576"/>
              <a:gd name="csY78" fmla="*/ 98836 h 138308"/>
              <a:gd name="csX79" fmla="*/ 91071 w 139576"/>
              <a:gd name="csY79" fmla="*/ 100928 h 138308"/>
              <a:gd name="csX80" fmla="*/ 91854 w 139576"/>
              <a:gd name="csY80" fmla="*/ 102884 h 138308"/>
              <a:gd name="csX81" fmla="*/ 93351 w 139576"/>
              <a:gd name="csY81" fmla="*/ 104364 h 138308"/>
              <a:gd name="csX82" fmla="*/ 121610 w 139576"/>
              <a:gd name="csY82" fmla="*/ 123927 h 138308"/>
              <a:gd name="csX83" fmla="*/ 102419 w 139576"/>
              <a:gd name="csY83" fmla="*/ 127772 h 138308"/>
              <a:gd name="csX84" fmla="*/ 100462 w 139576"/>
              <a:gd name="csY84" fmla="*/ 128537 h 138308"/>
              <a:gd name="csX85" fmla="*/ 98982 w 139576"/>
              <a:gd name="csY85" fmla="*/ 130017 h 138308"/>
              <a:gd name="csX86" fmla="*/ 98165 w 139576"/>
              <a:gd name="csY86" fmla="*/ 131939 h 138308"/>
              <a:gd name="csX87" fmla="*/ 98165 w 139576"/>
              <a:gd name="csY87" fmla="*/ 134032 h 138308"/>
              <a:gd name="csX88" fmla="*/ 98982 w 139576"/>
              <a:gd name="csY88" fmla="*/ 135971 h 138308"/>
              <a:gd name="csX89" fmla="*/ 100462 w 139576"/>
              <a:gd name="csY89" fmla="*/ 137434 h 138308"/>
              <a:gd name="csX90" fmla="*/ 102402 w 139576"/>
              <a:gd name="csY90" fmla="*/ 138216 h 138308"/>
              <a:gd name="csX91" fmla="*/ 104494 w 139576"/>
              <a:gd name="csY91" fmla="*/ 138182 h 138308"/>
              <a:gd name="csX92" fmla="*/ 135306 w 139576"/>
              <a:gd name="csY92" fmla="*/ 132041 h 138308"/>
              <a:gd name="csX93" fmla="*/ 137211 w 139576"/>
              <a:gd name="csY93" fmla="*/ 131242 h 138308"/>
              <a:gd name="csX94" fmla="*/ 138692 w 139576"/>
              <a:gd name="csY94" fmla="*/ 129779 h 138308"/>
              <a:gd name="csX95" fmla="*/ 139474 w 139576"/>
              <a:gd name="csY95" fmla="*/ 127856 h 138308"/>
              <a:gd name="csX96" fmla="*/ 139474 w 139576"/>
              <a:gd name="csY96" fmla="*/ 125781 h 138308"/>
              <a:gd name="csX97" fmla="*/ 133315 w 139576"/>
              <a:gd name="csY97" fmla="*/ 94991 h 138308"/>
              <a:gd name="csX98" fmla="*/ 131461 w 139576"/>
              <a:gd name="csY98" fmla="*/ 91844 h 138308"/>
              <a:gd name="csX99" fmla="*/ 128024 w 139576"/>
              <a:gd name="csY99" fmla="*/ 90636 h 138308"/>
            </a:gdLst>
            <a:ahLst/>
            <a:cxnLst/>
            <a:rect l="l" t="t" r="r" b="b"/>
            <a:pathLst>
              <a:path w="100000" h="100000">
                <a:moveTo>
                  <a:pt x="49938" y="455"/>
                </a:moveTo>
                <a:cubicBezTo>
                  <a:pt x="49353" y="467"/>
                  <a:pt x="48793" y="601"/>
                  <a:pt x="48268" y="870"/>
                </a:cubicBezTo>
                <a:cubicBezTo>
                  <a:pt x="47757" y="1138"/>
                  <a:pt x="47305" y="1515"/>
                  <a:pt x="46952" y="1978"/>
                </a:cubicBezTo>
                <a:lnTo>
                  <a:pt x="30801" y="18127"/>
                </a:lnTo>
                <a:cubicBezTo>
                  <a:pt x="30436" y="18481"/>
                  <a:pt x="30143" y="18907"/>
                  <a:pt x="29936" y="19370"/>
                </a:cubicBezTo>
                <a:cubicBezTo>
                  <a:pt x="29741" y="19834"/>
                  <a:pt x="29631" y="20333"/>
                  <a:pt x="29631" y="20833"/>
                </a:cubicBezTo>
                <a:cubicBezTo>
                  <a:pt x="29619" y="21345"/>
                  <a:pt x="29716" y="21845"/>
                  <a:pt x="29911" y="22320"/>
                </a:cubicBezTo>
                <a:cubicBezTo>
                  <a:pt x="30106" y="22783"/>
                  <a:pt x="30386" y="23210"/>
                  <a:pt x="30740" y="23575"/>
                </a:cubicBezTo>
                <a:cubicBezTo>
                  <a:pt x="31106" y="23928"/>
                  <a:pt x="31533" y="24209"/>
                  <a:pt x="31995" y="24404"/>
                </a:cubicBezTo>
                <a:cubicBezTo>
                  <a:pt x="32471" y="24599"/>
                  <a:pt x="32971" y="24696"/>
                  <a:pt x="33471" y="24684"/>
                </a:cubicBezTo>
                <a:cubicBezTo>
                  <a:pt x="33982" y="24684"/>
                  <a:pt x="34482" y="24574"/>
                  <a:pt x="34945" y="24380"/>
                </a:cubicBezTo>
                <a:cubicBezTo>
                  <a:pt x="35409" y="24172"/>
                  <a:pt x="35835" y="23879"/>
                  <a:pt x="36189" y="23514"/>
                </a:cubicBezTo>
                <a:lnTo>
                  <a:pt x="46184" y="13508"/>
                </a:lnTo>
                <a:lnTo>
                  <a:pt x="46184" y="37323"/>
                </a:lnTo>
                <a:cubicBezTo>
                  <a:pt x="46184" y="37835"/>
                  <a:pt x="46269" y="38335"/>
                  <a:pt x="46464" y="38798"/>
                </a:cubicBezTo>
                <a:cubicBezTo>
                  <a:pt x="46648" y="39273"/>
                  <a:pt x="46928" y="39700"/>
                  <a:pt x="47281" y="40053"/>
                </a:cubicBezTo>
                <a:cubicBezTo>
                  <a:pt x="47635" y="40419"/>
                  <a:pt x="48061" y="40699"/>
                  <a:pt x="48525" y="40894"/>
                </a:cubicBezTo>
                <a:cubicBezTo>
                  <a:pt x="48988" y="41089"/>
                  <a:pt x="49488" y="41186"/>
                  <a:pt x="49999" y="41186"/>
                </a:cubicBezTo>
                <a:cubicBezTo>
                  <a:pt x="50499" y="41186"/>
                  <a:pt x="50999" y="41089"/>
                  <a:pt x="51474" y="40894"/>
                </a:cubicBezTo>
                <a:cubicBezTo>
                  <a:pt x="51937" y="40699"/>
                  <a:pt x="52352" y="40419"/>
                  <a:pt x="52705" y="40053"/>
                </a:cubicBezTo>
                <a:cubicBezTo>
                  <a:pt x="53071" y="39700"/>
                  <a:pt x="53339" y="39273"/>
                  <a:pt x="53534" y="38798"/>
                </a:cubicBezTo>
                <a:cubicBezTo>
                  <a:pt x="53717" y="38335"/>
                  <a:pt x="53814" y="37835"/>
                  <a:pt x="53802" y="37323"/>
                </a:cubicBezTo>
                <a:lnTo>
                  <a:pt x="53802" y="13508"/>
                </a:lnTo>
                <a:lnTo>
                  <a:pt x="63810" y="23514"/>
                </a:lnTo>
                <a:cubicBezTo>
                  <a:pt x="64164" y="23879"/>
                  <a:pt x="64578" y="24172"/>
                  <a:pt x="65053" y="24380"/>
                </a:cubicBezTo>
                <a:cubicBezTo>
                  <a:pt x="65516" y="24574"/>
                  <a:pt x="66016" y="24684"/>
                  <a:pt x="66516" y="24684"/>
                </a:cubicBezTo>
                <a:cubicBezTo>
                  <a:pt x="67028" y="24696"/>
                  <a:pt x="67527" y="24599"/>
                  <a:pt x="68003" y="24404"/>
                </a:cubicBezTo>
                <a:cubicBezTo>
                  <a:pt x="68466" y="24209"/>
                  <a:pt x="68893" y="23928"/>
                  <a:pt x="69258" y="23575"/>
                </a:cubicBezTo>
                <a:cubicBezTo>
                  <a:pt x="69612" y="23210"/>
                  <a:pt x="69892" y="22783"/>
                  <a:pt x="70087" y="22320"/>
                </a:cubicBezTo>
                <a:cubicBezTo>
                  <a:pt x="70282" y="21845"/>
                  <a:pt x="70368" y="21345"/>
                  <a:pt x="70368" y="20833"/>
                </a:cubicBezTo>
                <a:cubicBezTo>
                  <a:pt x="70368" y="20333"/>
                  <a:pt x="70258" y="19834"/>
                  <a:pt x="70051" y="19370"/>
                </a:cubicBezTo>
                <a:cubicBezTo>
                  <a:pt x="69856" y="18907"/>
                  <a:pt x="69564" y="18481"/>
                  <a:pt x="69197" y="18127"/>
                </a:cubicBezTo>
                <a:lnTo>
                  <a:pt x="53022" y="1954"/>
                </a:lnTo>
                <a:cubicBezTo>
                  <a:pt x="52657" y="1479"/>
                  <a:pt x="52194" y="1101"/>
                  <a:pt x="51657" y="833"/>
                </a:cubicBezTo>
                <a:cubicBezTo>
                  <a:pt x="51121" y="577"/>
                  <a:pt x="50536" y="443"/>
                  <a:pt x="49938" y="455"/>
                </a:cubicBezTo>
                <a:close/>
                <a:moveTo>
                  <a:pt x="49999" y="46220"/>
                </a:moveTo>
                <a:cubicBezTo>
                  <a:pt x="43003" y="46220"/>
                  <a:pt x="37298" y="51912"/>
                  <a:pt x="37298" y="58907"/>
                </a:cubicBezTo>
                <a:cubicBezTo>
                  <a:pt x="37298" y="65915"/>
                  <a:pt x="43003" y="71607"/>
                  <a:pt x="49999" y="71607"/>
                </a:cubicBezTo>
                <a:cubicBezTo>
                  <a:pt x="56996" y="71607"/>
                  <a:pt x="62701" y="65915"/>
                  <a:pt x="62701" y="58907"/>
                </a:cubicBezTo>
                <a:cubicBezTo>
                  <a:pt x="62701" y="51912"/>
                  <a:pt x="56996" y="46220"/>
                  <a:pt x="49999" y="46220"/>
                </a:cubicBezTo>
                <a:close/>
                <a:moveTo>
                  <a:pt x="8165" y="65281"/>
                </a:moveTo>
                <a:cubicBezTo>
                  <a:pt x="7288" y="65306"/>
                  <a:pt x="6434" y="65622"/>
                  <a:pt x="5764" y="66183"/>
                </a:cubicBezTo>
                <a:cubicBezTo>
                  <a:pt x="5094" y="66756"/>
                  <a:pt x="4643" y="67536"/>
                  <a:pt x="4484" y="68401"/>
                </a:cubicBezTo>
                <a:lnTo>
                  <a:pt x="72" y="90473"/>
                </a:lnTo>
                <a:cubicBezTo>
                  <a:pt x="-123" y="91461"/>
                  <a:pt x="84" y="92484"/>
                  <a:pt x="633" y="93326"/>
                </a:cubicBezTo>
                <a:cubicBezTo>
                  <a:pt x="1193" y="94166"/>
                  <a:pt x="2071" y="94751"/>
                  <a:pt x="3059" y="94946"/>
                </a:cubicBezTo>
                <a:lnTo>
                  <a:pt x="25121" y="99358"/>
                </a:lnTo>
                <a:cubicBezTo>
                  <a:pt x="26121" y="99565"/>
                  <a:pt x="27144" y="99358"/>
                  <a:pt x="27985" y="98798"/>
                </a:cubicBezTo>
                <a:cubicBezTo>
                  <a:pt x="28827" y="98237"/>
                  <a:pt x="29411" y="97359"/>
                  <a:pt x="29607" y="96372"/>
                </a:cubicBezTo>
                <a:cubicBezTo>
                  <a:pt x="29814" y="95385"/>
                  <a:pt x="29607" y="94349"/>
                  <a:pt x="29046" y="93508"/>
                </a:cubicBezTo>
                <a:cubicBezTo>
                  <a:pt x="28486" y="92667"/>
                  <a:pt x="27607" y="92082"/>
                  <a:pt x="26621" y="91887"/>
                </a:cubicBezTo>
                <a:lnTo>
                  <a:pt x="12980" y="89169"/>
                </a:lnTo>
                <a:lnTo>
                  <a:pt x="33117" y="75226"/>
                </a:lnTo>
                <a:cubicBezTo>
                  <a:pt x="33544" y="74946"/>
                  <a:pt x="33898" y="74581"/>
                  <a:pt x="34178" y="74166"/>
                </a:cubicBezTo>
                <a:cubicBezTo>
                  <a:pt x="34458" y="73740"/>
                  <a:pt x="34653" y="73264"/>
                  <a:pt x="34750" y="72765"/>
                </a:cubicBezTo>
                <a:cubicBezTo>
                  <a:pt x="34848" y="72277"/>
                  <a:pt x="34836" y="71765"/>
                  <a:pt x="34738" y="71266"/>
                </a:cubicBezTo>
                <a:cubicBezTo>
                  <a:pt x="34628" y="70778"/>
                  <a:pt x="34421" y="70303"/>
                  <a:pt x="34141" y="69888"/>
                </a:cubicBezTo>
                <a:cubicBezTo>
                  <a:pt x="33848" y="69474"/>
                  <a:pt x="33483" y="69121"/>
                  <a:pt x="33057" y="68841"/>
                </a:cubicBezTo>
                <a:cubicBezTo>
                  <a:pt x="32630" y="68572"/>
                  <a:pt x="32154" y="68389"/>
                  <a:pt x="31654" y="68304"/>
                </a:cubicBezTo>
                <a:cubicBezTo>
                  <a:pt x="31155" y="68219"/>
                  <a:pt x="30643" y="68231"/>
                  <a:pt x="30155" y="68341"/>
                </a:cubicBezTo>
                <a:cubicBezTo>
                  <a:pt x="29656" y="68450"/>
                  <a:pt x="29192" y="68669"/>
                  <a:pt x="28790" y="68962"/>
                </a:cubicBezTo>
                <a:lnTo>
                  <a:pt x="9470" y="82332"/>
                </a:lnTo>
                <a:lnTo>
                  <a:pt x="11956" y="69888"/>
                </a:lnTo>
                <a:cubicBezTo>
                  <a:pt x="12066" y="69328"/>
                  <a:pt x="12066" y="68755"/>
                  <a:pt x="11932" y="68194"/>
                </a:cubicBezTo>
                <a:cubicBezTo>
                  <a:pt x="11798" y="67633"/>
                  <a:pt x="11530" y="67122"/>
                  <a:pt x="11164" y="66671"/>
                </a:cubicBezTo>
                <a:cubicBezTo>
                  <a:pt x="10798" y="66232"/>
                  <a:pt x="10348" y="65879"/>
                  <a:pt x="9823" y="65634"/>
                </a:cubicBezTo>
                <a:cubicBezTo>
                  <a:pt x="9299" y="65391"/>
                  <a:pt x="8739" y="65281"/>
                  <a:pt x="8165" y="65281"/>
                </a:cubicBezTo>
                <a:close/>
                <a:moveTo>
                  <a:pt x="91724" y="65391"/>
                </a:moveTo>
                <a:cubicBezTo>
                  <a:pt x="91163" y="65403"/>
                  <a:pt x="90602" y="65525"/>
                  <a:pt x="90102" y="65781"/>
                </a:cubicBezTo>
                <a:cubicBezTo>
                  <a:pt x="89591" y="66025"/>
                  <a:pt x="89151" y="66378"/>
                  <a:pt x="88798" y="66817"/>
                </a:cubicBezTo>
                <a:cubicBezTo>
                  <a:pt x="88445" y="67268"/>
                  <a:pt x="88189" y="67780"/>
                  <a:pt x="88067" y="68328"/>
                </a:cubicBezTo>
                <a:cubicBezTo>
                  <a:pt x="87933" y="68876"/>
                  <a:pt x="87933" y="69450"/>
                  <a:pt x="88042" y="69998"/>
                </a:cubicBezTo>
                <a:lnTo>
                  <a:pt x="90505" y="82320"/>
                </a:lnTo>
                <a:lnTo>
                  <a:pt x="71209" y="68962"/>
                </a:lnTo>
                <a:cubicBezTo>
                  <a:pt x="70794" y="68669"/>
                  <a:pt x="70331" y="68450"/>
                  <a:pt x="69844" y="68341"/>
                </a:cubicBezTo>
                <a:cubicBezTo>
                  <a:pt x="69344" y="68231"/>
                  <a:pt x="68844" y="68219"/>
                  <a:pt x="68344" y="68304"/>
                </a:cubicBezTo>
                <a:cubicBezTo>
                  <a:pt x="67845" y="68389"/>
                  <a:pt x="67369" y="68572"/>
                  <a:pt x="66943" y="68841"/>
                </a:cubicBezTo>
                <a:cubicBezTo>
                  <a:pt x="66516" y="69121"/>
                  <a:pt x="66150" y="69474"/>
                  <a:pt x="65858" y="69888"/>
                </a:cubicBezTo>
                <a:cubicBezTo>
                  <a:pt x="65565" y="70303"/>
                  <a:pt x="65370" y="70778"/>
                  <a:pt x="65261" y="71266"/>
                </a:cubicBezTo>
                <a:cubicBezTo>
                  <a:pt x="65163" y="71765"/>
                  <a:pt x="65151" y="72277"/>
                  <a:pt x="65248" y="72765"/>
                </a:cubicBezTo>
                <a:cubicBezTo>
                  <a:pt x="65346" y="73264"/>
                  <a:pt x="65541" y="73740"/>
                  <a:pt x="65809" y="74166"/>
                </a:cubicBezTo>
                <a:cubicBezTo>
                  <a:pt x="66089" y="74581"/>
                  <a:pt x="66455" y="74946"/>
                  <a:pt x="66882" y="75226"/>
                </a:cubicBezTo>
                <a:lnTo>
                  <a:pt x="87128" y="89242"/>
                </a:lnTo>
                <a:lnTo>
                  <a:pt x="73379" y="91997"/>
                </a:lnTo>
                <a:cubicBezTo>
                  <a:pt x="72879" y="92082"/>
                  <a:pt x="72404" y="92277"/>
                  <a:pt x="71977" y="92545"/>
                </a:cubicBezTo>
                <a:cubicBezTo>
                  <a:pt x="71562" y="92825"/>
                  <a:pt x="71196" y="93179"/>
                  <a:pt x="70916" y="93606"/>
                </a:cubicBezTo>
                <a:cubicBezTo>
                  <a:pt x="70624" y="94020"/>
                  <a:pt x="70429" y="94495"/>
                  <a:pt x="70331" y="94983"/>
                </a:cubicBezTo>
                <a:cubicBezTo>
                  <a:pt x="70234" y="95483"/>
                  <a:pt x="70234" y="95994"/>
                  <a:pt x="70331" y="96482"/>
                </a:cubicBezTo>
                <a:cubicBezTo>
                  <a:pt x="70429" y="96982"/>
                  <a:pt x="70624" y="97457"/>
                  <a:pt x="70916" y="97871"/>
                </a:cubicBezTo>
                <a:cubicBezTo>
                  <a:pt x="71196" y="98286"/>
                  <a:pt x="71562" y="98652"/>
                  <a:pt x="71977" y="98920"/>
                </a:cubicBezTo>
                <a:cubicBezTo>
                  <a:pt x="72404" y="99200"/>
                  <a:pt x="72879" y="99395"/>
                  <a:pt x="73366" y="99480"/>
                </a:cubicBezTo>
                <a:cubicBezTo>
                  <a:pt x="73867" y="99578"/>
                  <a:pt x="74378" y="99565"/>
                  <a:pt x="74865" y="99455"/>
                </a:cubicBezTo>
                <a:lnTo>
                  <a:pt x="96941" y="95056"/>
                </a:lnTo>
                <a:cubicBezTo>
                  <a:pt x="97428" y="94958"/>
                  <a:pt x="97891" y="94763"/>
                  <a:pt x="98306" y="94483"/>
                </a:cubicBezTo>
                <a:cubicBezTo>
                  <a:pt x="98733" y="94202"/>
                  <a:pt x="99086" y="93849"/>
                  <a:pt x="99367" y="93435"/>
                </a:cubicBezTo>
                <a:cubicBezTo>
                  <a:pt x="99635" y="93008"/>
                  <a:pt x="99829" y="92545"/>
                  <a:pt x="99927" y="92057"/>
                </a:cubicBezTo>
                <a:cubicBezTo>
                  <a:pt x="100024" y="91570"/>
                  <a:pt x="100024" y="91059"/>
                  <a:pt x="99927" y="90571"/>
                </a:cubicBezTo>
                <a:lnTo>
                  <a:pt x="95514" y="68511"/>
                </a:lnTo>
                <a:cubicBezTo>
                  <a:pt x="95356" y="67621"/>
                  <a:pt x="94881" y="66829"/>
                  <a:pt x="94186" y="66256"/>
                </a:cubicBezTo>
                <a:cubicBezTo>
                  <a:pt x="93491" y="65684"/>
                  <a:pt x="92626" y="65379"/>
                  <a:pt x="91724" y="6539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7" name="Чёрный — SVG 20">
            <a:extLst>
              <a:ext uri="{FF2B5EF4-FFF2-40B4-BE49-F238E27FC236}">
                <a16:creationId xmlns:a16="http://schemas.microsoft.com/office/drawing/2014/main" id="{BE969771-ED09-864D-B8F0-7139A9561DAF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60256 w 120511"/>
              <a:gd name="csY0" fmla="*/ 0 h 141753"/>
              <a:gd name="csX1" fmla="*/ 0 w 120511"/>
              <a:gd name="csY1" fmla="*/ 60253 h 141753"/>
              <a:gd name="csX2" fmla="*/ 14507 w 120511"/>
              <a:gd name="csY2" fmla="*/ 99396 h 141753"/>
              <a:gd name="csX3" fmla="*/ 49267 w 120511"/>
              <a:gd name="csY3" fmla="*/ 137348 h 141753"/>
              <a:gd name="csX4" fmla="*/ 60256 w 120511"/>
              <a:gd name="csY4" fmla="*/ 141754 h 141753"/>
              <a:gd name="csX5" fmla="*/ 71247 w 120511"/>
              <a:gd name="csY5" fmla="*/ 137348 h 141753"/>
              <a:gd name="csX6" fmla="*/ 106053 w 120511"/>
              <a:gd name="csY6" fmla="*/ 99345 h 141753"/>
              <a:gd name="csX7" fmla="*/ 120511 w 120511"/>
              <a:gd name="csY7" fmla="*/ 60253 h 141753"/>
              <a:gd name="csX8" fmla="*/ 60256 w 120511"/>
              <a:gd name="csY8" fmla="*/ 0 h 141753"/>
              <a:gd name="csX9" fmla="*/ 87056 w 120511"/>
              <a:gd name="csY9" fmla="*/ 62244 h 141753"/>
              <a:gd name="csX10" fmla="*/ 69333 w 120511"/>
              <a:gd name="csY10" fmla="*/ 79952 h 141753"/>
              <a:gd name="csX11" fmla="*/ 65573 w 120511"/>
              <a:gd name="csY11" fmla="*/ 81517 h 141753"/>
              <a:gd name="csX12" fmla="*/ 61811 w 120511"/>
              <a:gd name="csY12" fmla="*/ 79952 h 141753"/>
              <a:gd name="csX13" fmla="*/ 61811 w 120511"/>
              <a:gd name="csY13" fmla="*/ 72433 h 141753"/>
              <a:gd name="csX14" fmla="*/ 70461 w 120511"/>
              <a:gd name="csY14" fmla="*/ 63792 h 141753"/>
              <a:gd name="csX15" fmla="*/ 37217 w 120511"/>
              <a:gd name="csY15" fmla="*/ 63792 h 141753"/>
              <a:gd name="csX16" fmla="*/ 31900 w 120511"/>
              <a:gd name="csY16" fmla="*/ 58467 h 141753"/>
              <a:gd name="csX17" fmla="*/ 37217 w 120511"/>
              <a:gd name="csY17" fmla="*/ 53160 h 141753"/>
              <a:gd name="csX18" fmla="*/ 70461 w 120511"/>
              <a:gd name="csY18" fmla="*/ 53160 h 141753"/>
              <a:gd name="csX19" fmla="*/ 61815 w 120511"/>
              <a:gd name="csY19" fmla="*/ 44518 h 141753"/>
              <a:gd name="csX20" fmla="*/ 61815 w 120511"/>
              <a:gd name="csY20" fmla="*/ 36999 h 141753"/>
              <a:gd name="csX21" fmla="*/ 69333 w 120511"/>
              <a:gd name="csY21" fmla="*/ 36999 h 141753"/>
              <a:gd name="csX22" fmla="*/ 87056 w 120511"/>
              <a:gd name="csY22" fmla="*/ 54725 h 141753"/>
              <a:gd name="csX23" fmla="*/ 87056 w 120511"/>
              <a:gd name="csY23" fmla="*/ 62244 h 141753"/>
            </a:gdLst>
            <a:ahLst/>
            <a:cxnLst/>
            <a:rect l="l" t="t" r="r" b="b"/>
            <a:pathLst>
              <a:path w="100000" h="100000">
                <a:moveTo>
                  <a:pt x="50000" y="0"/>
                </a:moveTo>
                <a:cubicBezTo>
                  <a:pt x="26562" y="0"/>
                  <a:pt x="7493" y="19068"/>
                  <a:pt x="7493" y="42506"/>
                </a:cubicBezTo>
                <a:cubicBezTo>
                  <a:pt x="7493" y="52587"/>
                  <a:pt x="11116" y="62391"/>
                  <a:pt x="17727" y="70119"/>
                </a:cubicBezTo>
                <a:cubicBezTo>
                  <a:pt x="18481" y="70983"/>
                  <a:pt x="36298" y="91216"/>
                  <a:pt x="42248" y="96892"/>
                </a:cubicBezTo>
                <a:cubicBezTo>
                  <a:pt x="44422" y="98969"/>
                  <a:pt x="47210" y="100001"/>
                  <a:pt x="50000" y="100001"/>
                </a:cubicBezTo>
                <a:cubicBezTo>
                  <a:pt x="52791" y="100001"/>
                  <a:pt x="55579" y="98969"/>
                  <a:pt x="57754" y="96892"/>
                </a:cubicBezTo>
                <a:cubicBezTo>
                  <a:pt x="64673" y="90292"/>
                  <a:pt x="81569" y="70935"/>
                  <a:pt x="82308" y="70083"/>
                </a:cubicBezTo>
                <a:cubicBezTo>
                  <a:pt x="88885" y="62391"/>
                  <a:pt x="92507" y="52587"/>
                  <a:pt x="92507" y="42506"/>
                </a:cubicBezTo>
                <a:cubicBezTo>
                  <a:pt x="92507" y="19068"/>
                  <a:pt x="73440" y="0"/>
                  <a:pt x="50000" y="0"/>
                </a:cubicBezTo>
                <a:close/>
                <a:moveTo>
                  <a:pt x="68906" y="43910"/>
                </a:moveTo>
                <a:lnTo>
                  <a:pt x="56404" y="56402"/>
                </a:lnTo>
                <a:cubicBezTo>
                  <a:pt x="55671" y="57135"/>
                  <a:pt x="54711" y="57506"/>
                  <a:pt x="53751" y="57506"/>
                </a:cubicBezTo>
                <a:cubicBezTo>
                  <a:pt x="52791" y="57506"/>
                  <a:pt x="51831" y="57135"/>
                  <a:pt x="51097" y="56402"/>
                </a:cubicBezTo>
                <a:cubicBezTo>
                  <a:pt x="49632" y="54939"/>
                  <a:pt x="49632" y="52563"/>
                  <a:pt x="51097" y="51098"/>
                </a:cubicBezTo>
                <a:lnTo>
                  <a:pt x="57199" y="45002"/>
                </a:lnTo>
                <a:lnTo>
                  <a:pt x="33747" y="45002"/>
                </a:lnTo>
                <a:cubicBezTo>
                  <a:pt x="31675" y="45002"/>
                  <a:pt x="29997" y="43322"/>
                  <a:pt x="29997" y="41246"/>
                </a:cubicBezTo>
                <a:cubicBezTo>
                  <a:pt x="29997" y="39182"/>
                  <a:pt x="31675" y="37502"/>
                  <a:pt x="33747" y="37502"/>
                </a:cubicBezTo>
                <a:lnTo>
                  <a:pt x="57199" y="37502"/>
                </a:lnTo>
                <a:lnTo>
                  <a:pt x="51100" y="31405"/>
                </a:lnTo>
                <a:cubicBezTo>
                  <a:pt x="49634" y="29942"/>
                  <a:pt x="49634" y="27565"/>
                  <a:pt x="51100" y="26101"/>
                </a:cubicBezTo>
                <a:cubicBezTo>
                  <a:pt x="52565" y="24637"/>
                  <a:pt x="54939" y="24637"/>
                  <a:pt x="56404" y="26101"/>
                </a:cubicBezTo>
                <a:lnTo>
                  <a:pt x="68906" y="38606"/>
                </a:lnTo>
                <a:cubicBezTo>
                  <a:pt x="70368" y="40070"/>
                  <a:pt x="70368" y="42434"/>
                  <a:pt x="68906" y="4391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8" name="Чёрный — SVG 21">
            <a:extLst>
              <a:ext uri="{FF2B5EF4-FFF2-40B4-BE49-F238E27FC236}">
                <a16:creationId xmlns:a16="http://schemas.microsoft.com/office/drawing/2014/main" id="{EF9059D4-5062-D243-B489-E4D3C44660F1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109873 w 141772"/>
              <a:gd name="csY5" fmla="*/ 63792 h 141753"/>
              <a:gd name="csX6" fmla="*/ 109873 w 141772"/>
              <a:gd name="csY6" fmla="*/ 77962 h 141753"/>
              <a:gd name="csX7" fmla="*/ 102795 w 141772"/>
              <a:gd name="csY7" fmla="*/ 85056 h 141753"/>
              <a:gd name="csX8" fmla="*/ 38995 w 141772"/>
              <a:gd name="csY8" fmla="*/ 85056 h 141753"/>
              <a:gd name="csX9" fmla="*/ 31900 w 141772"/>
              <a:gd name="csY9" fmla="*/ 77962 h 141753"/>
              <a:gd name="csX10" fmla="*/ 31900 w 141772"/>
              <a:gd name="csY10" fmla="*/ 63792 h 141753"/>
              <a:gd name="csX11" fmla="*/ 38995 w 141772"/>
              <a:gd name="csY11" fmla="*/ 56698 h 141753"/>
              <a:gd name="csX12" fmla="*/ 102795 w 141772"/>
              <a:gd name="csY12" fmla="*/ 56698 h 141753"/>
              <a:gd name="csX13" fmla="*/ 109873 w 141772"/>
              <a:gd name="csY13" fmla="*/ 63792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68"/>
                  <a:pt x="22429" y="99994"/>
                  <a:pt x="50006" y="99994"/>
                </a:cubicBezTo>
                <a:cubicBezTo>
                  <a:pt x="77571" y="99994"/>
                  <a:pt x="100001" y="77568"/>
                  <a:pt x="100001" y="50006"/>
                </a:cubicBezTo>
                <a:cubicBezTo>
                  <a:pt x="100001" y="22433"/>
                  <a:pt x="77571" y="7"/>
                  <a:pt x="50006" y="7"/>
                </a:cubicBezTo>
                <a:close/>
                <a:moveTo>
                  <a:pt x="77500" y="45003"/>
                </a:moveTo>
                <a:lnTo>
                  <a:pt x="77500" y="54998"/>
                </a:lnTo>
                <a:cubicBezTo>
                  <a:pt x="77500" y="57769"/>
                  <a:pt x="75267" y="60002"/>
                  <a:pt x="72507" y="60002"/>
                </a:cubicBezTo>
                <a:lnTo>
                  <a:pt x="27505" y="60002"/>
                </a:lnTo>
                <a:cubicBezTo>
                  <a:pt x="24733" y="60002"/>
                  <a:pt x="22501" y="57769"/>
                  <a:pt x="22501" y="54998"/>
                </a:cubicBezTo>
                <a:lnTo>
                  <a:pt x="22501" y="45003"/>
                </a:lnTo>
                <a:cubicBezTo>
                  <a:pt x="22501" y="42243"/>
                  <a:pt x="24733" y="39999"/>
                  <a:pt x="27505" y="39999"/>
                </a:cubicBezTo>
                <a:lnTo>
                  <a:pt x="72507" y="39999"/>
                </a:lnTo>
                <a:cubicBezTo>
                  <a:pt x="75267" y="39999"/>
                  <a:pt x="77500" y="42243"/>
                  <a:pt x="77500" y="450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39" name="Чёрный — SVG 22">
            <a:extLst>
              <a:ext uri="{FF2B5EF4-FFF2-40B4-BE49-F238E27FC236}">
                <a16:creationId xmlns:a16="http://schemas.microsoft.com/office/drawing/2014/main" id="{65CF967A-B5BE-0642-9803-F12916C1211E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31798 w 60363"/>
              <a:gd name="csY0" fmla="*/ 1 h 156043"/>
              <a:gd name="csX1" fmla="*/ 26881 w 60363"/>
              <a:gd name="csY1" fmla="*/ 2076 h 156043"/>
              <a:gd name="csX2" fmla="*/ 5615 w 60363"/>
              <a:gd name="csY2" fmla="*/ 23340 h 156043"/>
              <a:gd name="csX3" fmla="*/ 4015 w 60363"/>
              <a:gd name="csY3" fmla="*/ 25637 h 156043"/>
              <a:gd name="csX4" fmla="*/ 3437 w 60363"/>
              <a:gd name="csY4" fmla="*/ 28375 h 156043"/>
              <a:gd name="csX5" fmla="*/ 3964 w 60363"/>
              <a:gd name="csY5" fmla="*/ 31131 h 156043"/>
              <a:gd name="csX6" fmla="*/ 5512 w 60363"/>
              <a:gd name="csY6" fmla="*/ 33462 h 156043"/>
              <a:gd name="csX7" fmla="*/ 7843 w 60363"/>
              <a:gd name="csY7" fmla="*/ 35010 h 156043"/>
              <a:gd name="csX8" fmla="*/ 10599 w 60363"/>
              <a:gd name="csY8" fmla="*/ 35537 h 156043"/>
              <a:gd name="csX9" fmla="*/ 13339 w 60363"/>
              <a:gd name="csY9" fmla="*/ 34959 h 156043"/>
              <a:gd name="csX10" fmla="*/ 15652 w 60363"/>
              <a:gd name="csY10" fmla="*/ 33360 h 156043"/>
              <a:gd name="csX11" fmla="*/ 24806 w 60363"/>
              <a:gd name="csY11" fmla="*/ 24208 h 156043"/>
              <a:gd name="csX12" fmla="*/ 24806 w 60363"/>
              <a:gd name="csY12" fmla="*/ 56699 h 156043"/>
              <a:gd name="csX13" fmla="*/ 7094 w 60363"/>
              <a:gd name="csY13" fmla="*/ 56699 h 156043"/>
              <a:gd name="csX14" fmla="*/ 2076 w 60363"/>
              <a:gd name="csY14" fmla="*/ 58775 h 156043"/>
              <a:gd name="csX15" fmla="*/ 0 w 60363"/>
              <a:gd name="csY15" fmla="*/ 63793 h 156043"/>
              <a:gd name="csX16" fmla="*/ 0 w 60363"/>
              <a:gd name="csY16" fmla="*/ 113414 h 156043"/>
              <a:gd name="csX17" fmla="*/ 2076 w 60363"/>
              <a:gd name="csY17" fmla="*/ 118416 h 156043"/>
              <a:gd name="csX18" fmla="*/ 7094 w 60363"/>
              <a:gd name="csY18" fmla="*/ 120491 h 156043"/>
              <a:gd name="csX19" fmla="*/ 24806 w 60363"/>
              <a:gd name="csY19" fmla="*/ 120491 h 156043"/>
              <a:gd name="csX20" fmla="*/ 24806 w 60363"/>
              <a:gd name="csY20" fmla="*/ 148848 h 156043"/>
              <a:gd name="csX21" fmla="*/ 25316 w 60363"/>
              <a:gd name="csY21" fmla="*/ 151587 h 156043"/>
              <a:gd name="csX22" fmla="*/ 26847 w 60363"/>
              <a:gd name="csY22" fmla="*/ 153935 h 156043"/>
              <a:gd name="csX23" fmla="*/ 29161 w 60363"/>
              <a:gd name="csY23" fmla="*/ 155482 h 156043"/>
              <a:gd name="csX24" fmla="*/ 31900 w 60363"/>
              <a:gd name="csY24" fmla="*/ 156044 h 156043"/>
              <a:gd name="csX25" fmla="*/ 34639 w 60363"/>
              <a:gd name="csY25" fmla="*/ 155482 h 156043"/>
              <a:gd name="csX26" fmla="*/ 36953 w 60363"/>
              <a:gd name="csY26" fmla="*/ 153935 h 156043"/>
              <a:gd name="csX27" fmla="*/ 38485 w 60363"/>
              <a:gd name="csY27" fmla="*/ 151587 h 156043"/>
              <a:gd name="csX28" fmla="*/ 38995 w 60363"/>
              <a:gd name="csY28" fmla="*/ 148848 h 156043"/>
              <a:gd name="csX29" fmla="*/ 38995 w 60363"/>
              <a:gd name="csY29" fmla="*/ 113414 h 156043"/>
              <a:gd name="csX30" fmla="*/ 36919 w 60363"/>
              <a:gd name="csY30" fmla="*/ 108396 h 156043"/>
              <a:gd name="csX31" fmla="*/ 31900 w 60363"/>
              <a:gd name="csY31" fmla="*/ 106320 h 156043"/>
              <a:gd name="csX32" fmla="*/ 14172 w 60363"/>
              <a:gd name="csY32" fmla="*/ 106320 h 156043"/>
              <a:gd name="csX33" fmla="*/ 14172 w 60363"/>
              <a:gd name="csY33" fmla="*/ 70886 h 156043"/>
              <a:gd name="csX34" fmla="*/ 31900 w 60363"/>
              <a:gd name="csY34" fmla="*/ 70886 h 156043"/>
              <a:gd name="csX35" fmla="*/ 36919 w 60363"/>
              <a:gd name="csY35" fmla="*/ 68811 h 156043"/>
              <a:gd name="csX36" fmla="*/ 38995 w 60363"/>
              <a:gd name="csY36" fmla="*/ 63793 h 156043"/>
              <a:gd name="csX37" fmla="*/ 38995 w 60363"/>
              <a:gd name="csY37" fmla="*/ 24208 h 156043"/>
              <a:gd name="csX38" fmla="*/ 48148 w 60363"/>
              <a:gd name="csY38" fmla="*/ 33360 h 156043"/>
              <a:gd name="csX39" fmla="*/ 50462 w 60363"/>
              <a:gd name="csY39" fmla="*/ 34959 h 156043"/>
              <a:gd name="csX40" fmla="*/ 53201 w 60363"/>
              <a:gd name="csY40" fmla="*/ 35537 h 156043"/>
              <a:gd name="csX41" fmla="*/ 55957 w 60363"/>
              <a:gd name="csY41" fmla="*/ 35010 h 156043"/>
              <a:gd name="csX42" fmla="*/ 58288 w 60363"/>
              <a:gd name="csY42" fmla="*/ 33462 h 156043"/>
              <a:gd name="csX43" fmla="*/ 59836 w 60363"/>
              <a:gd name="csY43" fmla="*/ 31131 h 156043"/>
              <a:gd name="csX44" fmla="*/ 60364 w 60363"/>
              <a:gd name="csY44" fmla="*/ 28375 h 156043"/>
              <a:gd name="csX45" fmla="*/ 59785 w 60363"/>
              <a:gd name="csY45" fmla="*/ 25637 h 156043"/>
              <a:gd name="csX46" fmla="*/ 58186 w 60363"/>
              <a:gd name="csY46" fmla="*/ 23340 h 156043"/>
              <a:gd name="csX47" fmla="*/ 36919 w 60363"/>
              <a:gd name="csY47" fmla="*/ 2076 h 156043"/>
              <a:gd name="csX48" fmla="*/ 34571 w 60363"/>
              <a:gd name="csY48" fmla="*/ 529 h 156043"/>
              <a:gd name="csX49" fmla="*/ 31798 w 60363"/>
              <a:gd name="csY49" fmla="*/ 1 h 156043"/>
              <a:gd name="csX50" fmla="*/ 31900 w 60363"/>
              <a:gd name="csY50" fmla="*/ 81518 h 156043"/>
              <a:gd name="csX51" fmla="*/ 26881 w 60363"/>
              <a:gd name="csY51" fmla="*/ 83593 h 156043"/>
              <a:gd name="csX52" fmla="*/ 24806 w 60363"/>
              <a:gd name="csY52" fmla="*/ 88595 h 156043"/>
              <a:gd name="csX53" fmla="*/ 26881 w 60363"/>
              <a:gd name="csY53" fmla="*/ 93613 h 156043"/>
              <a:gd name="csX54" fmla="*/ 31900 w 60363"/>
              <a:gd name="csY54" fmla="*/ 95689 h 156043"/>
              <a:gd name="csX55" fmla="*/ 36919 w 60363"/>
              <a:gd name="csY55" fmla="*/ 93613 h 156043"/>
              <a:gd name="csX56" fmla="*/ 38995 w 60363"/>
              <a:gd name="csY56" fmla="*/ 88595 h 156043"/>
              <a:gd name="csX57" fmla="*/ 36919 w 60363"/>
              <a:gd name="csY57" fmla="*/ 83593 h 156043"/>
              <a:gd name="csX58" fmla="*/ 31900 w 60363"/>
              <a:gd name="csY58" fmla="*/ 81518 h 156043"/>
            </a:gdLst>
            <a:ahLst/>
            <a:cxnLst/>
            <a:rect l="l" t="t" r="r" b="b"/>
            <a:pathLst>
              <a:path w="100000" h="100000">
                <a:moveTo>
                  <a:pt x="51036" y="1"/>
                </a:moveTo>
                <a:cubicBezTo>
                  <a:pt x="49859" y="22"/>
                  <a:pt x="48724" y="491"/>
                  <a:pt x="47885" y="1330"/>
                </a:cubicBezTo>
                <a:lnTo>
                  <a:pt x="34257" y="14957"/>
                </a:lnTo>
                <a:cubicBezTo>
                  <a:pt x="33820" y="15383"/>
                  <a:pt x="33472" y="15873"/>
                  <a:pt x="33231" y="16429"/>
                </a:cubicBezTo>
                <a:cubicBezTo>
                  <a:pt x="33002" y="16986"/>
                  <a:pt x="32872" y="17585"/>
                  <a:pt x="32861" y="18184"/>
                </a:cubicBezTo>
                <a:cubicBezTo>
                  <a:pt x="32861" y="18795"/>
                  <a:pt x="32970" y="19395"/>
                  <a:pt x="33199" y="19950"/>
                </a:cubicBezTo>
                <a:cubicBezTo>
                  <a:pt x="33427" y="20517"/>
                  <a:pt x="33766" y="21019"/>
                  <a:pt x="34191" y="21444"/>
                </a:cubicBezTo>
                <a:cubicBezTo>
                  <a:pt x="34627" y="21880"/>
                  <a:pt x="35129" y="22218"/>
                  <a:pt x="35684" y="22436"/>
                </a:cubicBezTo>
                <a:cubicBezTo>
                  <a:pt x="36252" y="22665"/>
                  <a:pt x="36851" y="22785"/>
                  <a:pt x="37451" y="22774"/>
                </a:cubicBezTo>
                <a:cubicBezTo>
                  <a:pt x="38061" y="22774"/>
                  <a:pt x="38650" y="22643"/>
                  <a:pt x="39207" y="22403"/>
                </a:cubicBezTo>
                <a:cubicBezTo>
                  <a:pt x="39762" y="22164"/>
                  <a:pt x="40264" y="21814"/>
                  <a:pt x="40689" y="21379"/>
                </a:cubicBezTo>
                <a:lnTo>
                  <a:pt x="46555" y="15514"/>
                </a:lnTo>
                <a:lnTo>
                  <a:pt x="46555" y="36335"/>
                </a:lnTo>
                <a:lnTo>
                  <a:pt x="35204" y="36335"/>
                </a:lnTo>
                <a:cubicBezTo>
                  <a:pt x="33994" y="36335"/>
                  <a:pt x="32839" y="36815"/>
                  <a:pt x="31989" y="37666"/>
                </a:cubicBezTo>
                <a:cubicBezTo>
                  <a:pt x="31138" y="38527"/>
                  <a:pt x="30658" y="39682"/>
                  <a:pt x="30658" y="40882"/>
                </a:cubicBezTo>
                <a:lnTo>
                  <a:pt x="30658" y="72681"/>
                </a:lnTo>
                <a:cubicBezTo>
                  <a:pt x="30658" y="73880"/>
                  <a:pt x="31138" y="75036"/>
                  <a:pt x="31989" y="75887"/>
                </a:cubicBezTo>
                <a:cubicBezTo>
                  <a:pt x="32839" y="76737"/>
                  <a:pt x="33994" y="77217"/>
                  <a:pt x="35204" y="77217"/>
                </a:cubicBezTo>
                <a:lnTo>
                  <a:pt x="46555" y="77217"/>
                </a:lnTo>
                <a:lnTo>
                  <a:pt x="46555" y="95389"/>
                </a:lnTo>
                <a:cubicBezTo>
                  <a:pt x="46555" y="95989"/>
                  <a:pt x="46664" y="96589"/>
                  <a:pt x="46882" y="97144"/>
                </a:cubicBezTo>
                <a:cubicBezTo>
                  <a:pt x="47111" y="97711"/>
                  <a:pt x="47438" y="98213"/>
                  <a:pt x="47863" y="98649"/>
                </a:cubicBezTo>
                <a:cubicBezTo>
                  <a:pt x="48289" y="99074"/>
                  <a:pt x="48790" y="99412"/>
                  <a:pt x="49346" y="99640"/>
                </a:cubicBezTo>
                <a:cubicBezTo>
                  <a:pt x="49902" y="99881"/>
                  <a:pt x="50501" y="100001"/>
                  <a:pt x="51101" y="100001"/>
                </a:cubicBezTo>
                <a:cubicBezTo>
                  <a:pt x="51701" y="100001"/>
                  <a:pt x="52301" y="99881"/>
                  <a:pt x="52857" y="99640"/>
                </a:cubicBezTo>
                <a:cubicBezTo>
                  <a:pt x="53413" y="99412"/>
                  <a:pt x="53915" y="99074"/>
                  <a:pt x="54340" y="98649"/>
                </a:cubicBezTo>
                <a:cubicBezTo>
                  <a:pt x="54765" y="98213"/>
                  <a:pt x="55092" y="97711"/>
                  <a:pt x="55321" y="97144"/>
                </a:cubicBezTo>
                <a:cubicBezTo>
                  <a:pt x="55539" y="96589"/>
                  <a:pt x="55648" y="95989"/>
                  <a:pt x="55648" y="95389"/>
                </a:cubicBezTo>
                <a:lnTo>
                  <a:pt x="55648" y="72681"/>
                </a:lnTo>
                <a:cubicBezTo>
                  <a:pt x="55648" y="71471"/>
                  <a:pt x="55168" y="70316"/>
                  <a:pt x="54318" y="69465"/>
                </a:cubicBezTo>
                <a:cubicBezTo>
                  <a:pt x="53456" y="68615"/>
                  <a:pt x="52312" y="68135"/>
                  <a:pt x="51101" y="68135"/>
                </a:cubicBezTo>
                <a:lnTo>
                  <a:pt x="39740" y="68135"/>
                </a:lnTo>
                <a:lnTo>
                  <a:pt x="39740" y="45427"/>
                </a:lnTo>
                <a:lnTo>
                  <a:pt x="51101" y="45427"/>
                </a:lnTo>
                <a:cubicBezTo>
                  <a:pt x="52312" y="45427"/>
                  <a:pt x="53456" y="44948"/>
                  <a:pt x="54318" y="44097"/>
                </a:cubicBezTo>
                <a:cubicBezTo>
                  <a:pt x="55168" y="43247"/>
                  <a:pt x="55648" y="42092"/>
                  <a:pt x="55648" y="40882"/>
                </a:cubicBezTo>
                <a:lnTo>
                  <a:pt x="55648" y="15514"/>
                </a:lnTo>
                <a:lnTo>
                  <a:pt x="61514" y="21379"/>
                </a:lnTo>
                <a:cubicBezTo>
                  <a:pt x="61939" y="21814"/>
                  <a:pt x="62440" y="22164"/>
                  <a:pt x="62997" y="22403"/>
                </a:cubicBezTo>
                <a:cubicBezTo>
                  <a:pt x="63552" y="22643"/>
                  <a:pt x="64141" y="22774"/>
                  <a:pt x="64752" y="22774"/>
                </a:cubicBezTo>
                <a:cubicBezTo>
                  <a:pt x="65352" y="22785"/>
                  <a:pt x="65952" y="22665"/>
                  <a:pt x="66518" y="22436"/>
                </a:cubicBezTo>
                <a:cubicBezTo>
                  <a:pt x="67074" y="22218"/>
                  <a:pt x="67576" y="21880"/>
                  <a:pt x="68012" y="21444"/>
                </a:cubicBezTo>
                <a:cubicBezTo>
                  <a:pt x="68437" y="21019"/>
                  <a:pt x="68775" y="20517"/>
                  <a:pt x="69004" y="19950"/>
                </a:cubicBezTo>
                <a:cubicBezTo>
                  <a:pt x="69233" y="19395"/>
                  <a:pt x="69342" y="18795"/>
                  <a:pt x="69342" y="18184"/>
                </a:cubicBezTo>
                <a:cubicBezTo>
                  <a:pt x="69332" y="17585"/>
                  <a:pt x="69201" y="16986"/>
                  <a:pt x="68971" y="16429"/>
                </a:cubicBezTo>
                <a:cubicBezTo>
                  <a:pt x="68732" y="15873"/>
                  <a:pt x="68383" y="15383"/>
                  <a:pt x="67947" y="14957"/>
                </a:cubicBezTo>
                <a:lnTo>
                  <a:pt x="54318" y="1330"/>
                </a:lnTo>
                <a:cubicBezTo>
                  <a:pt x="53882" y="906"/>
                  <a:pt x="53369" y="568"/>
                  <a:pt x="52813" y="339"/>
                </a:cubicBezTo>
                <a:cubicBezTo>
                  <a:pt x="52246" y="110"/>
                  <a:pt x="51647" y="-10"/>
                  <a:pt x="51036" y="1"/>
                </a:cubicBezTo>
                <a:close/>
                <a:moveTo>
                  <a:pt x="51101" y="52241"/>
                </a:moveTo>
                <a:cubicBezTo>
                  <a:pt x="49891" y="52241"/>
                  <a:pt x="48746" y="52721"/>
                  <a:pt x="47885" y="53570"/>
                </a:cubicBezTo>
                <a:cubicBezTo>
                  <a:pt x="47034" y="54421"/>
                  <a:pt x="46555" y="55577"/>
                  <a:pt x="46555" y="56776"/>
                </a:cubicBezTo>
                <a:cubicBezTo>
                  <a:pt x="46555" y="57986"/>
                  <a:pt x="47034" y="59141"/>
                  <a:pt x="47885" y="59992"/>
                </a:cubicBezTo>
                <a:cubicBezTo>
                  <a:pt x="48746" y="60842"/>
                  <a:pt x="49891" y="61322"/>
                  <a:pt x="51101" y="61322"/>
                </a:cubicBezTo>
                <a:cubicBezTo>
                  <a:pt x="52312" y="61322"/>
                  <a:pt x="53456" y="60842"/>
                  <a:pt x="54318" y="59992"/>
                </a:cubicBezTo>
                <a:cubicBezTo>
                  <a:pt x="55168" y="59141"/>
                  <a:pt x="55648" y="57986"/>
                  <a:pt x="55648" y="56776"/>
                </a:cubicBezTo>
                <a:cubicBezTo>
                  <a:pt x="55648" y="55577"/>
                  <a:pt x="55168" y="54421"/>
                  <a:pt x="54318" y="53570"/>
                </a:cubicBezTo>
                <a:cubicBezTo>
                  <a:pt x="53456" y="52721"/>
                  <a:pt x="52312" y="52241"/>
                  <a:pt x="51101" y="5224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0" name="Чёрный — SVG 23">
            <a:extLst>
              <a:ext uri="{FF2B5EF4-FFF2-40B4-BE49-F238E27FC236}">
                <a16:creationId xmlns:a16="http://schemas.microsoft.com/office/drawing/2014/main" id="{1C840774-E4A5-914F-8A0A-C2E12BFD6D7F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4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53456 w 141772"/>
              <a:gd name="csY5" fmla="*/ 42528 h 141753"/>
              <a:gd name="csX6" fmla="*/ 60534 w 141772"/>
              <a:gd name="csY6" fmla="*/ 49621 h 141753"/>
              <a:gd name="csX7" fmla="*/ 60534 w 141772"/>
              <a:gd name="csY7" fmla="*/ 92149 h 141753"/>
              <a:gd name="csX8" fmla="*/ 53456 w 141772"/>
              <a:gd name="csY8" fmla="*/ 99226 h 141753"/>
              <a:gd name="csX9" fmla="*/ 46362 w 141772"/>
              <a:gd name="csY9" fmla="*/ 92149 h 141753"/>
              <a:gd name="csX10" fmla="*/ 46362 w 141772"/>
              <a:gd name="csY10" fmla="*/ 49621 h 141753"/>
              <a:gd name="csX11" fmla="*/ 53456 w 141772"/>
              <a:gd name="csY11" fmla="*/ 42528 h 141753"/>
              <a:gd name="csX12" fmla="*/ 88895 w 141772"/>
              <a:gd name="csY12" fmla="*/ 42528 h 141753"/>
              <a:gd name="csX13" fmla="*/ 95990 w 141772"/>
              <a:gd name="csY13" fmla="*/ 49621 h 141753"/>
              <a:gd name="csX14" fmla="*/ 95990 w 141772"/>
              <a:gd name="csY14" fmla="*/ 92149 h 141753"/>
              <a:gd name="csX15" fmla="*/ 88895 w 141772"/>
              <a:gd name="csY15" fmla="*/ 99226 h 141753"/>
              <a:gd name="csX16" fmla="*/ 81801 w 141772"/>
              <a:gd name="csY16" fmla="*/ 92149 h 141753"/>
              <a:gd name="csX17" fmla="*/ 81801 w 141772"/>
              <a:gd name="csY17" fmla="*/ 49621 h 141753"/>
              <a:gd name="csX18" fmla="*/ 88895 w 141772"/>
              <a:gd name="csY18" fmla="*/ 42528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381" y="7"/>
                  <a:pt x="0" y="22385"/>
                  <a:pt x="0" y="50006"/>
                </a:cubicBezTo>
                <a:cubicBezTo>
                  <a:pt x="0" y="77616"/>
                  <a:pt x="22381" y="99994"/>
                  <a:pt x="50006" y="99994"/>
                </a:cubicBezTo>
                <a:cubicBezTo>
                  <a:pt x="77620" y="99994"/>
                  <a:pt x="100001" y="77616"/>
                  <a:pt x="100001" y="50006"/>
                </a:cubicBezTo>
                <a:cubicBezTo>
                  <a:pt x="100001" y="22385"/>
                  <a:pt x="77620" y="7"/>
                  <a:pt x="50006" y="7"/>
                </a:cubicBezTo>
                <a:close/>
                <a:moveTo>
                  <a:pt x="37706" y="30004"/>
                </a:moveTo>
                <a:cubicBezTo>
                  <a:pt x="40466" y="30004"/>
                  <a:pt x="42698" y="32236"/>
                  <a:pt x="42698" y="35007"/>
                </a:cubicBezTo>
                <a:lnTo>
                  <a:pt x="42698" y="65005"/>
                </a:lnTo>
                <a:cubicBezTo>
                  <a:pt x="42698" y="67765"/>
                  <a:pt x="40466" y="69997"/>
                  <a:pt x="37706" y="69997"/>
                </a:cubicBezTo>
                <a:cubicBezTo>
                  <a:pt x="34934" y="69997"/>
                  <a:pt x="32702" y="67765"/>
                  <a:pt x="32702" y="65005"/>
                </a:cubicBezTo>
                <a:lnTo>
                  <a:pt x="32702" y="35007"/>
                </a:lnTo>
                <a:cubicBezTo>
                  <a:pt x="32702" y="32236"/>
                  <a:pt x="34934" y="30004"/>
                  <a:pt x="37706" y="30004"/>
                </a:cubicBezTo>
                <a:close/>
                <a:moveTo>
                  <a:pt x="62703" y="30004"/>
                </a:moveTo>
                <a:cubicBezTo>
                  <a:pt x="65463" y="30004"/>
                  <a:pt x="67707" y="32236"/>
                  <a:pt x="67707" y="35007"/>
                </a:cubicBezTo>
                <a:lnTo>
                  <a:pt x="67707" y="65005"/>
                </a:lnTo>
                <a:cubicBezTo>
                  <a:pt x="67707" y="67765"/>
                  <a:pt x="65463" y="69997"/>
                  <a:pt x="62703" y="69997"/>
                </a:cubicBezTo>
                <a:cubicBezTo>
                  <a:pt x="59943" y="69997"/>
                  <a:pt x="57699" y="67765"/>
                  <a:pt x="57699" y="65005"/>
                </a:cubicBezTo>
                <a:lnTo>
                  <a:pt x="57699" y="35007"/>
                </a:lnTo>
                <a:cubicBezTo>
                  <a:pt x="57699" y="32236"/>
                  <a:pt x="59943" y="30004"/>
                  <a:pt x="62703" y="300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1" name="Чёрный — SVG 24">
            <a:extLst>
              <a:ext uri="{FF2B5EF4-FFF2-40B4-BE49-F238E27FC236}">
                <a16:creationId xmlns:a16="http://schemas.microsoft.com/office/drawing/2014/main" id="{543FCC5C-AA30-6449-973C-3A3799B51E77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70896 w 141773"/>
              <a:gd name="csY0" fmla="*/ 0 h 141753"/>
              <a:gd name="csX1" fmla="*/ 44253 w 141773"/>
              <a:gd name="csY1" fmla="*/ 5188 h 141753"/>
              <a:gd name="csX2" fmla="*/ 44253 w 141773"/>
              <a:gd name="csY2" fmla="*/ 5171 h 141753"/>
              <a:gd name="csX3" fmla="*/ 17134 w 141773"/>
              <a:gd name="csY3" fmla="*/ 24768 h 141753"/>
              <a:gd name="csX4" fmla="*/ 16998 w 141773"/>
              <a:gd name="csY4" fmla="*/ 21026 h 141753"/>
              <a:gd name="csX5" fmla="*/ 16385 w 141773"/>
              <a:gd name="csY5" fmla="*/ 18287 h 141753"/>
              <a:gd name="csX6" fmla="*/ 14735 w 141773"/>
              <a:gd name="csY6" fmla="*/ 15990 h 141753"/>
              <a:gd name="csX7" fmla="*/ 12336 w 141773"/>
              <a:gd name="csY7" fmla="*/ 14528 h 141753"/>
              <a:gd name="csX8" fmla="*/ 9563 w 141773"/>
              <a:gd name="csY8" fmla="*/ 14102 h 141753"/>
              <a:gd name="csX9" fmla="*/ 4663 w 141773"/>
              <a:gd name="csY9" fmla="*/ 16416 h 141753"/>
              <a:gd name="csX10" fmla="*/ 2825 w 141773"/>
              <a:gd name="csY10" fmla="*/ 21519 h 141753"/>
              <a:gd name="csX11" fmla="*/ 3574 w 141773"/>
              <a:gd name="csY11" fmla="*/ 42783 h 141753"/>
              <a:gd name="csX12" fmla="*/ 5820 w 141773"/>
              <a:gd name="csY12" fmla="*/ 47716 h 141753"/>
              <a:gd name="csX13" fmla="*/ 10907 w 141773"/>
              <a:gd name="csY13" fmla="*/ 49604 h 141753"/>
              <a:gd name="csX14" fmla="*/ 32157 w 141773"/>
              <a:gd name="csY14" fmla="*/ 48873 h 141753"/>
              <a:gd name="csX15" fmla="*/ 34913 w 141773"/>
              <a:gd name="csY15" fmla="*/ 48294 h 141753"/>
              <a:gd name="csX16" fmla="*/ 37244 w 141773"/>
              <a:gd name="csY16" fmla="*/ 46695 h 141753"/>
              <a:gd name="csX17" fmla="*/ 38758 w 141773"/>
              <a:gd name="csY17" fmla="*/ 44314 h 141753"/>
              <a:gd name="csX18" fmla="*/ 39217 w 141773"/>
              <a:gd name="csY18" fmla="*/ 41541 h 141753"/>
              <a:gd name="csX19" fmla="*/ 38554 w 141773"/>
              <a:gd name="csY19" fmla="*/ 38785 h 141753"/>
              <a:gd name="csX20" fmla="*/ 36886 w 141773"/>
              <a:gd name="csY20" fmla="*/ 36523 h 141753"/>
              <a:gd name="csX21" fmla="*/ 34453 w 141773"/>
              <a:gd name="csY21" fmla="*/ 35077 h 141753"/>
              <a:gd name="csX22" fmla="*/ 31663 w 141773"/>
              <a:gd name="csY22" fmla="*/ 34702 h 141753"/>
              <a:gd name="csX23" fmla="*/ 27120 w 141773"/>
              <a:gd name="csY23" fmla="*/ 34873 h 141753"/>
              <a:gd name="csX24" fmla="*/ 49578 w 141773"/>
              <a:gd name="csY24" fmla="*/ 18321 h 141753"/>
              <a:gd name="csX25" fmla="*/ 49578 w 141773"/>
              <a:gd name="csY25" fmla="*/ 18321 h 141753"/>
              <a:gd name="csX26" fmla="*/ 70896 w 141773"/>
              <a:gd name="csY26" fmla="*/ 14170 h 141753"/>
              <a:gd name="csX27" fmla="*/ 127602 w 141773"/>
              <a:gd name="csY27" fmla="*/ 70885 h 141753"/>
              <a:gd name="csX28" fmla="*/ 70896 w 141773"/>
              <a:gd name="csY28" fmla="*/ 127583 h 141753"/>
              <a:gd name="csX29" fmla="*/ 14173 w 141773"/>
              <a:gd name="csY29" fmla="*/ 70885 h 141753"/>
              <a:gd name="csX30" fmla="*/ 13663 w 141773"/>
              <a:gd name="csY30" fmla="*/ 68130 h 141753"/>
              <a:gd name="csX31" fmla="*/ 12132 w 141773"/>
              <a:gd name="csY31" fmla="*/ 65799 h 141753"/>
              <a:gd name="csX32" fmla="*/ 9835 w 141773"/>
              <a:gd name="csY32" fmla="*/ 64234 h 141753"/>
              <a:gd name="csX33" fmla="*/ 7096 w 141773"/>
              <a:gd name="csY33" fmla="*/ 63689 h 141753"/>
              <a:gd name="csX34" fmla="*/ 4357 w 141773"/>
              <a:gd name="csY34" fmla="*/ 64234 h 141753"/>
              <a:gd name="csX35" fmla="*/ 2043 w 141773"/>
              <a:gd name="csY35" fmla="*/ 65799 h 141753"/>
              <a:gd name="csX36" fmla="*/ 512 w 141773"/>
              <a:gd name="csY36" fmla="*/ 68130 h 141753"/>
              <a:gd name="csX37" fmla="*/ 1 w 141773"/>
              <a:gd name="csY37" fmla="*/ 70885 h 141753"/>
              <a:gd name="csX38" fmla="*/ 70896 w 141773"/>
              <a:gd name="csY38" fmla="*/ 141754 h 141753"/>
              <a:gd name="csX39" fmla="*/ 141774 w 141773"/>
              <a:gd name="csY39" fmla="*/ 70885 h 141753"/>
              <a:gd name="csX40" fmla="*/ 70896 w 141773"/>
              <a:gd name="csY40" fmla="*/ 0 h 141753"/>
            </a:gdLst>
            <a:ahLst/>
            <a:cxnLst/>
            <a:rect l="l" t="t" r="r" b="b"/>
            <a:pathLst>
              <a:path w="100000" h="100000">
                <a:moveTo>
                  <a:pt x="50007" y="7"/>
                </a:moveTo>
                <a:cubicBezTo>
                  <a:pt x="43371" y="7"/>
                  <a:pt x="37010" y="1303"/>
                  <a:pt x="31214" y="3666"/>
                </a:cubicBezTo>
                <a:lnTo>
                  <a:pt x="31214" y="3654"/>
                </a:lnTo>
                <a:cubicBezTo>
                  <a:pt x="23750" y="6678"/>
                  <a:pt x="17233" y="11478"/>
                  <a:pt x="12086" y="17477"/>
                </a:cubicBezTo>
                <a:lnTo>
                  <a:pt x="11990" y="14838"/>
                </a:lnTo>
                <a:cubicBezTo>
                  <a:pt x="11978" y="14166"/>
                  <a:pt x="11821" y="13518"/>
                  <a:pt x="11557" y="12906"/>
                </a:cubicBezTo>
                <a:cubicBezTo>
                  <a:pt x="11281" y="12294"/>
                  <a:pt x="10885" y="11742"/>
                  <a:pt x="10393" y="11286"/>
                </a:cubicBezTo>
                <a:cubicBezTo>
                  <a:pt x="9913" y="10830"/>
                  <a:pt x="9337" y="10482"/>
                  <a:pt x="8701" y="10254"/>
                </a:cubicBezTo>
                <a:cubicBezTo>
                  <a:pt x="8077" y="10014"/>
                  <a:pt x="7406" y="9918"/>
                  <a:pt x="6745" y="9954"/>
                </a:cubicBezTo>
                <a:cubicBezTo>
                  <a:pt x="5413" y="10014"/>
                  <a:pt x="4177" y="10614"/>
                  <a:pt x="3289" y="11586"/>
                </a:cubicBezTo>
                <a:cubicBezTo>
                  <a:pt x="2401" y="12570"/>
                  <a:pt x="1933" y="13866"/>
                  <a:pt x="1993" y="15186"/>
                </a:cubicBezTo>
                <a:lnTo>
                  <a:pt x="2521" y="30184"/>
                </a:lnTo>
                <a:cubicBezTo>
                  <a:pt x="2569" y="31504"/>
                  <a:pt x="3145" y="32752"/>
                  <a:pt x="4105" y="33664"/>
                </a:cubicBezTo>
                <a:cubicBezTo>
                  <a:pt x="5077" y="34564"/>
                  <a:pt x="6373" y="35043"/>
                  <a:pt x="7693" y="34995"/>
                </a:cubicBezTo>
                <a:lnTo>
                  <a:pt x="22682" y="34480"/>
                </a:lnTo>
                <a:cubicBezTo>
                  <a:pt x="23354" y="34480"/>
                  <a:pt x="24014" y="34336"/>
                  <a:pt x="24626" y="34071"/>
                </a:cubicBezTo>
                <a:cubicBezTo>
                  <a:pt x="25250" y="33808"/>
                  <a:pt x="25802" y="33424"/>
                  <a:pt x="26270" y="32944"/>
                </a:cubicBezTo>
                <a:cubicBezTo>
                  <a:pt x="26726" y="32464"/>
                  <a:pt x="27098" y="31888"/>
                  <a:pt x="27338" y="31264"/>
                </a:cubicBezTo>
                <a:cubicBezTo>
                  <a:pt x="27578" y="30640"/>
                  <a:pt x="27686" y="29968"/>
                  <a:pt x="27662" y="29308"/>
                </a:cubicBezTo>
                <a:cubicBezTo>
                  <a:pt x="27638" y="28637"/>
                  <a:pt x="27482" y="27976"/>
                  <a:pt x="27194" y="27364"/>
                </a:cubicBezTo>
                <a:cubicBezTo>
                  <a:pt x="26918" y="26765"/>
                  <a:pt x="26510" y="26212"/>
                  <a:pt x="26018" y="25769"/>
                </a:cubicBezTo>
                <a:cubicBezTo>
                  <a:pt x="25526" y="25325"/>
                  <a:pt x="24938" y="24977"/>
                  <a:pt x="24302" y="24749"/>
                </a:cubicBezTo>
                <a:cubicBezTo>
                  <a:pt x="23678" y="24533"/>
                  <a:pt x="23006" y="24449"/>
                  <a:pt x="22334" y="24484"/>
                </a:cubicBezTo>
                <a:lnTo>
                  <a:pt x="19129" y="24605"/>
                </a:lnTo>
                <a:cubicBezTo>
                  <a:pt x="23330" y="19505"/>
                  <a:pt x="28754" y="15449"/>
                  <a:pt x="34970" y="12930"/>
                </a:cubicBezTo>
                <a:lnTo>
                  <a:pt x="34970" y="12930"/>
                </a:lnTo>
                <a:cubicBezTo>
                  <a:pt x="39614" y="11046"/>
                  <a:pt x="44666" y="10002"/>
                  <a:pt x="50007" y="10002"/>
                </a:cubicBezTo>
                <a:cubicBezTo>
                  <a:pt x="72160" y="10002"/>
                  <a:pt x="90004" y="27857"/>
                  <a:pt x="90004" y="50006"/>
                </a:cubicBezTo>
                <a:cubicBezTo>
                  <a:pt x="90004" y="72156"/>
                  <a:pt x="72160" y="89998"/>
                  <a:pt x="50007" y="89998"/>
                </a:cubicBezTo>
                <a:cubicBezTo>
                  <a:pt x="27854" y="89998"/>
                  <a:pt x="9997" y="72156"/>
                  <a:pt x="9997" y="50006"/>
                </a:cubicBezTo>
                <a:cubicBezTo>
                  <a:pt x="10009" y="49334"/>
                  <a:pt x="9889" y="48686"/>
                  <a:pt x="9637" y="48063"/>
                </a:cubicBezTo>
                <a:cubicBezTo>
                  <a:pt x="9397" y="47451"/>
                  <a:pt x="9025" y="46899"/>
                  <a:pt x="8557" y="46419"/>
                </a:cubicBezTo>
                <a:cubicBezTo>
                  <a:pt x="8101" y="45951"/>
                  <a:pt x="7537" y="45578"/>
                  <a:pt x="6937" y="45315"/>
                </a:cubicBezTo>
                <a:cubicBezTo>
                  <a:pt x="6325" y="45063"/>
                  <a:pt x="5665" y="44930"/>
                  <a:pt x="5005" y="44930"/>
                </a:cubicBezTo>
                <a:cubicBezTo>
                  <a:pt x="4333" y="44930"/>
                  <a:pt x="3685" y="45063"/>
                  <a:pt x="3073" y="45315"/>
                </a:cubicBezTo>
                <a:cubicBezTo>
                  <a:pt x="2461" y="45578"/>
                  <a:pt x="1909" y="45951"/>
                  <a:pt x="1441" y="46419"/>
                </a:cubicBezTo>
                <a:cubicBezTo>
                  <a:pt x="973" y="46899"/>
                  <a:pt x="613" y="47451"/>
                  <a:pt x="361" y="48063"/>
                </a:cubicBezTo>
                <a:cubicBezTo>
                  <a:pt x="109" y="48686"/>
                  <a:pt x="-11" y="49334"/>
                  <a:pt x="1" y="50006"/>
                </a:cubicBezTo>
                <a:cubicBezTo>
                  <a:pt x="1" y="77556"/>
                  <a:pt x="22442" y="99994"/>
                  <a:pt x="50007" y="99994"/>
                </a:cubicBezTo>
                <a:cubicBezTo>
                  <a:pt x="77560" y="99994"/>
                  <a:pt x="100001" y="77556"/>
                  <a:pt x="100001" y="50006"/>
                </a:cubicBezTo>
                <a:cubicBezTo>
                  <a:pt x="100001" y="22445"/>
                  <a:pt x="77560" y="7"/>
                  <a:pt x="50007" y="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2" name="Чёрный — SVG 25">
            <a:extLst>
              <a:ext uri="{FF2B5EF4-FFF2-40B4-BE49-F238E27FC236}">
                <a16:creationId xmlns:a16="http://schemas.microsoft.com/office/drawing/2014/main" id="{F05088E9-B7D6-0048-B6AB-72E1016F5D98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136218 w 148443"/>
              <a:gd name="csY0" fmla="*/ 17 h 119462"/>
              <a:gd name="csX1" fmla="*/ 128041 w 148443"/>
              <a:gd name="csY1" fmla="*/ 2773 h 119462"/>
              <a:gd name="csX2" fmla="*/ 81098 w 148443"/>
              <a:gd name="csY2" fmla="*/ 42324 h 119462"/>
              <a:gd name="csX3" fmla="*/ 81098 w 148443"/>
              <a:gd name="csY3" fmla="*/ 12248 h 119462"/>
              <a:gd name="csX4" fmla="*/ 67169 w 148443"/>
              <a:gd name="csY4" fmla="*/ 52 h 119462"/>
              <a:gd name="csX5" fmla="*/ 60697 w 148443"/>
              <a:gd name="csY5" fmla="*/ 2773 h 119462"/>
              <a:gd name="csX6" fmla="*/ 4352 w 148443"/>
              <a:gd name="csY6" fmla="*/ 50251 h 119462"/>
              <a:gd name="csX7" fmla="*/ 4345 w 148443"/>
              <a:gd name="csY7" fmla="*/ 50251 h 119462"/>
              <a:gd name="csX8" fmla="*/ 4352 w 148443"/>
              <a:gd name="csY8" fmla="*/ 69219 h 119462"/>
              <a:gd name="csX9" fmla="*/ 60697 w 148443"/>
              <a:gd name="csY9" fmla="*/ 116697 h 119462"/>
              <a:gd name="csX10" fmla="*/ 81098 w 148443"/>
              <a:gd name="csY10" fmla="*/ 107221 h 119462"/>
              <a:gd name="csX11" fmla="*/ 81098 w 148443"/>
              <a:gd name="csY11" fmla="*/ 77146 h 119462"/>
              <a:gd name="csX12" fmla="*/ 128041 w 148443"/>
              <a:gd name="csY12" fmla="*/ 116697 h 119462"/>
              <a:gd name="csX13" fmla="*/ 148444 w 148443"/>
              <a:gd name="csY13" fmla="*/ 107221 h 119462"/>
              <a:gd name="csX14" fmla="*/ 148444 w 148443"/>
              <a:gd name="csY14" fmla="*/ 12248 h 119462"/>
              <a:gd name="csX15" fmla="*/ 136218 w 148443"/>
              <a:gd name="csY15" fmla="*/ 17 h 119462"/>
            </a:gdLst>
            <a:ahLst/>
            <a:cxnLst/>
            <a:rect l="l" t="t" r="r" b="b"/>
            <a:pathLst>
              <a:path w="100000" h="100000">
                <a:moveTo>
                  <a:pt x="91765" y="9773"/>
                </a:moveTo>
                <a:cubicBezTo>
                  <a:pt x="89848" y="9681"/>
                  <a:pt x="87894" y="10243"/>
                  <a:pt x="86256" y="11630"/>
                </a:cubicBezTo>
                <a:lnTo>
                  <a:pt x="54632" y="38274"/>
                </a:lnTo>
                <a:lnTo>
                  <a:pt x="54632" y="18013"/>
                </a:lnTo>
                <a:cubicBezTo>
                  <a:pt x="54632" y="12879"/>
                  <a:pt x="49852" y="9372"/>
                  <a:pt x="45249" y="9797"/>
                </a:cubicBezTo>
                <a:cubicBezTo>
                  <a:pt x="43716" y="9945"/>
                  <a:pt x="42199" y="10518"/>
                  <a:pt x="40889" y="11630"/>
                </a:cubicBezTo>
                <a:lnTo>
                  <a:pt x="2932" y="43614"/>
                </a:lnTo>
                <a:lnTo>
                  <a:pt x="2927" y="43614"/>
                </a:lnTo>
                <a:cubicBezTo>
                  <a:pt x="-977" y="46914"/>
                  <a:pt x="-975" y="53103"/>
                  <a:pt x="2932" y="56392"/>
                </a:cubicBezTo>
                <a:lnTo>
                  <a:pt x="40889" y="88376"/>
                </a:lnTo>
                <a:cubicBezTo>
                  <a:pt x="46129" y="92787"/>
                  <a:pt x="54632" y="88845"/>
                  <a:pt x="54632" y="81992"/>
                </a:cubicBezTo>
                <a:lnTo>
                  <a:pt x="54632" y="61732"/>
                </a:lnTo>
                <a:lnTo>
                  <a:pt x="86256" y="88376"/>
                </a:lnTo>
                <a:cubicBezTo>
                  <a:pt x="91496" y="92787"/>
                  <a:pt x="100001" y="88845"/>
                  <a:pt x="100001" y="81992"/>
                </a:cubicBezTo>
                <a:lnTo>
                  <a:pt x="100001" y="18013"/>
                </a:lnTo>
                <a:cubicBezTo>
                  <a:pt x="100001" y="13303"/>
                  <a:pt x="95979" y="9968"/>
                  <a:pt x="91765" y="977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3" name="Чёрный — SVG 26">
            <a:extLst>
              <a:ext uri="{FF2B5EF4-FFF2-40B4-BE49-F238E27FC236}">
                <a16:creationId xmlns:a16="http://schemas.microsoft.com/office/drawing/2014/main" id="{7A63689B-F16E-B34D-BA7B-6F819D777D0C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19497 w 127600"/>
              <a:gd name="csY0" fmla="*/ 0 h 127583"/>
              <a:gd name="csX1" fmla="*/ 0 w 127600"/>
              <a:gd name="csY1" fmla="*/ 19495 h 127583"/>
              <a:gd name="csX2" fmla="*/ 0 w 127600"/>
              <a:gd name="csY2" fmla="*/ 108089 h 127583"/>
              <a:gd name="csX3" fmla="*/ 19497 w 127600"/>
              <a:gd name="csY3" fmla="*/ 127583 h 127583"/>
              <a:gd name="csX4" fmla="*/ 108103 w 127600"/>
              <a:gd name="csY4" fmla="*/ 127583 h 127583"/>
              <a:gd name="csX5" fmla="*/ 127601 w 127600"/>
              <a:gd name="csY5" fmla="*/ 108089 h 127583"/>
              <a:gd name="csX6" fmla="*/ 127601 w 127600"/>
              <a:gd name="csY6" fmla="*/ 19495 h 127583"/>
              <a:gd name="csX7" fmla="*/ 108103 w 127600"/>
              <a:gd name="csY7" fmla="*/ 0 h 127583"/>
              <a:gd name="csX8" fmla="*/ 19497 w 127600"/>
              <a:gd name="csY8" fmla="*/ 0 h 127583"/>
              <a:gd name="csX9" fmla="*/ 44150 w 127600"/>
              <a:gd name="csY9" fmla="*/ 35978 h 127583"/>
              <a:gd name="csX10" fmla="*/ 46770 w 127600"/>
              <a:gd name="csY10" fmla="*/ 36608 h 127583"/>
              <a:gd name="csX11" fmla="*/ 89508 w 127600"/>
              <a:gd name="csY11" fmla="*/ 59097 h 127583"/>
              <a:gd name="csX12" fmla="*/ 92349 w 127600"/>
              <a:gd name="csY12" fmla="*/ 63792 h 127583"/>
              <a:gd name="csX13" fmla="*/ 89508 w 127600"/>
              <a:gd name="csY13" fmla="*/ 68487 h 127583"/>
              <a:gd name="csX14" fmla="*/ 46770 w 127600"/>
              <a:gd name="csY14" fmla="*/ 90975 h 127583"/>
              <a:gd name="csX15" fmla="*/ 44303 w 127600"/>
              <a:gd name="csY15" fmla="*/ 91605 h 127583"/>
              <a:gd name="csX16" fmla="*/ 41564 w 127600"/>
              <a:gd name="csY16" fmla="*/ 90822 h 127583"/>
              <a:gd name="csX17" fmla="*/ 38995 w 127600"/>
              <a:gd name="csY17" fmla="*/ 86280 h 127583"/>
              <a:gd name="csX18" fmla="*/ 38995 w 127600"/>
              <a:gd name="csY18" fmla="*/ 41303 h 127583"/>
              <a:gd name="csX19" fmla="*/ 41564 w 127600"/>
              <a:gd name="csY19" fmla="*/ 36761 h 127583"/>
              <a:gd name="csX20" fmla="*/ 44150 w 127600"/>
              <a:gd name="csY20" fmla="*/ 35978 h 127583"/>
            </a:gdLst>
            <a:ahLst/>
            <a:cxnLst/>
            <a:rect l="l" t="t" r="r" b="b"/>
            <a:pathLst>
              <a:path w="100000" h="100000">
                <a:moveTo>
                  <a:pt x="15280" y="7"/>
                </a:moveTo>
                <a:cubicBezTo>
                  <a:pt x="6893" y="7"/>
                  <a:pt x="0" y="6899"/>
                  <a:pt x="0" y="15285"/>
                </a:cubicBezTo>
                <a:lnTo>
                  <a:pt x="0" y="84716"/>
                </a:lnTo>
                <a:cubicBezTo>
                  <a:pt x="0" y="93101"/>
                  <a:pt x="6893" y="99993"/>
                  <a:pt x="15280" y="99993"/>
                </a:cubicBezTo>
                <a:lnTo>
                  <a:pt x="84720" y="99993"/>
                </a:lnTo>
                <a:cubicBezTo>
                  <a:pt x="93107" y="99993"/>
                  <a:pt x="100001" y="93101"/>
                  <a:pt x="100001" y="84716"/>
                </a:cubicBezTo>
                <a:lnTo>
                  <a:pt x="100001" y="15285"/>
                </a:lnTo>
                <a:cubicBezTo>
                  <a:pt x="100001" y="6899"/>
                  <a:pt x="93107" y="7"/>
                  <a:pt x="84720" y="7"/>
                </a:cubicBezTo>
                <a:lnTo>
                  <a:pt x="15280" y="7"/>
                </a:lnTo>
                <a:close/>
                <a:moveTo>
                  <a:pt x="34600" y="28203"/>
                </a:moveTo>
                <a:cubicBezTo>
                  <a:pt x="35306" y="28189"/>
                  <a:pt x="36013" y="28350"/>
                  <a:pt x="36654" y="28696"/>
                </a:cubicBezTo>
                <a:lnTo>
                  <a:pt x="70147" y="46321"/>
                </a:lnTo>
                <a:cubicBezTo>
                  <a:pt x="71520" y="47040"/>
                  <a:pt x="72374" y="48454"/>
                  <a:pt x="72374" y="50000"/>
                </a:cubicBezTo>
                <a:cubicBezTo>
                  <a:pt x="72374" y="51547"/>
                  <a:pt x="71520" y="52960"/>
                  <a:pt x="70147" y="53680"/>
                </a:cubicBezTo>
                <a:lnTo>
                  <a:pt x="36654" y="71304"/>
                </a:lnTo>
                <a:cubicBezTo>
                  <a:pt x="36053" y="71624"/>
                  <a:pt x="35387" y="71797"/>
                  <a:pt x="34720" y="71797"/>
                </a:cubicBezTo>
                <a:cubicBezTo>
                  <a:pt x="33973" y="71797"/>
                  <a:pt x="33240" y="71598"/>
                  <a:pt x="32574" y="71184"/>
                </a:cubicBezTo>
                <a:cubicBezTo>
                  <a:pt x="31306" y="70424"/>
                  <a:pt x="30560" y="69091"/>
                  <a:pt x="30560" y="67624"/>
                </a:cubicBezTo>
                <a:lnTo>
                  <a:pt x="30560" y="32376"/>
                </a:lnTo>
                <a:cubicBezTo>
                  <a:pt x="30560" y="30909"/>
                  <a:pt x="31306" y="29576"/>
                  <a:pt x="32574" y="28816"/>
                </a:cubicBezTo>
                <a:cubicBezTo>
                  <a:pt x="33200" y="28430"/>
                  <a:pt x="33893" y="28229"/>
                  <a:pt x="34600" y="282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4" name="Чёрный — SVG 27">
            <a:extLst>
              <a:ext uri="{FF2B5EF4-FFF2-40B4-BE49-F238E27FC236}">
                <a16:creationId xmlns:a16="http://schemas.microsoft.com/office/drawing/2014/main" id="{44953BAE-3292-9547-9969-1F4E27ECD1F7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113433 w 120510"/>
              <a:gd name="csY0" fmla="*/ 63792 h 120489"/>
              <a:gd name="csX1" fmla="*/ 120510 w 120510"/>
              <a:gd name="csY1" fmla="*/ 56698 h 120489"/>
              <a:gd name="csX2" fmla="*/ 120510 w 120510"/>
              <a:gd name="csY2" fmla="*/ 7093 h 120489"/>
              <a:gd name="csX3" fmla="*/ 120374 w 120510"/>
              <a:gd name="csY3" fmla="*/ 5699 h 120489"/>
              <a:gd name="csX4" fmla="*/ 120204 w 120510"/>
              <a:gd name="csY4" fmla="*/ 5086 h 120489"/>
              <a:gd name="csX5" fmla="*/ 119983 w 120510"/>
              <a:gd name="csY5" fmla="*/ 4372 h 120489"/>
              <a:gd name="csX6" fmla="*/ 119609 w 120510"/>
              <a:gd name="csY6" fmla="*/ 3674 h 120489"/>
              <a:gd name="csX7" fmla="*/ 119319 w 120510"/>
              <a:gd name="csY7" fmla="*/ 3164 h 120489"/>
              <a:gd name="csX8" fmla="*/ 117363 w 120510"/>
              <a:gd name="csY8" fmla="*/ 1191 h 120489"/>
              <a:gd name="csX9" fmla="*/ 116835 w 120510"/>
              <a:gd name="csY9" fmla="*/ 902 h 120489"/>
              <a:gd name="csX10" fmla="*/ 116138 w 120510"/>
              <a:gd name="csY10" fmla="*/ 544 h 120489"/>
              <a:gd name="csX11" fmla="*/ 115423 w 120510"/>
              <a:gd name="csY11" fmla="*/ 323 h 120489"/>
              <a:gd name="csX12" fmla="*/ 114811 w 120510"/>
              <a:gd name="csY12" fmla="*/ 136 h 120489"/>
              <a:gd name="csX13" fmla="*/ 113433 w 120510"/>
              <a:gd name="csY13" fmla="*/ 0 h 120489"/>
              <a:gd name="csX14" fmla="*/ 63805 w 120510"/>
              <a:gd name="csY14" fmla="*/ 0 h 120489"/>
              <a:gd name="csX15" fmla="*/ 56710 w 120510"/>
              <a:gd name="csY15" fmla="*/ 7093 h 120489"/>
              <a:gd name="csX16" fmla="*/ 63805 w 120510"/>
              <a:gd name="csY16" fmla="*/ 14170 h 120489"/>
              <a:gd name="csX17" fmla="*/ 96317 w 120510"/>
              <a:gd name="csY17" fmla="*/ 14170 h 120489"/>
              <a:gd name="csX18" fmla="*/ 2080 w 120510"/>
              <a:gd name="csY18" fmla="*/ 108395 h 120489"/>
              <a:gd name="csX19" fmla="*/ 2080 w 120510"/>
              <a:gd name="csY19" fmla="*/ 118414 h 120489"/>
              <a:gd name="csX20" fmla="*/ 7099 w 120510"/>
              <a:gd name="csY20" fmla="*/ 120490 h 120489"/>
              <a:gd name="csX21" fmla="*/ 12101 w 120510"/>
              <a:gd name="csY21" fmla="*/ 118414 h 120489"/>
              <a:gd name="csX22" fmla="*/ 106338 w 120510"/>
              <a:gd name="csY22" fmla="*/ 24190 h 120489"/>
              <a:gd name="csX23" fmla="*/ 106338 w 120510"/>
              <a:gd name="csY23" fmla="*/ 56698 h 120489"/>
              <a:gd name="csX24" fmla="*/ 113433 w 120510"/>
              <a:gd name="csY24" fmla="*/ 63792 h 120489"/>
            </a:gdLst>
            <a:ahLst/>
            <a:cxnLst/>
            <a:rect l="l" t="t" r="r" b="b"/>
            <a:pathLst>
              <a:path w="100000" h="100000">
                <a:moveTo>
                  <a:pt x="94127" y="52944"/>
                </a:moveTo>
                <a:cubicBezTo>
                  <a:pt x="97374" y="52944"/>
                  <a:pt x="100000" y="50303"/>
                  <a:pt x="100000" y="47057"/>
                </a:cubicBezTo>
                <a:lnTo>
                  <a:pt x="100000" y="5895"/>
                </a:lnTo>
                <a:cubicBezTo>
                  <a:pt x="100000" y="5500"/>
                  <a:pt x="99958" y="5119"/>
                  <a:pt x="99887" y="4738"/>
                </a:cubicBezTo>
                <a:cubicBezTo>
                  <a:pt x="99859" y="4554"/>
                  <a:pt x="99788" y="4399"/>
                  <a:pt x="99746" y="4229"/>
                </a:cubicBezTo>
                <a:cubicBezTo>
                  <a:pt x="99676" y="4032"/>
                  <a:pt x="99633" y="3834"/>
                  <a:pt x="99563" y="3637"/>
                </a:cubicBezTo>
                <a:cubicBezTo>
                  <a:pt x="99478" y="3439"/>
                  <a:pt x="99365" y="3256"/>
                  <a:pt x="99252" y="3057"/>
                </a:cubicBezTo>
                <a:cubicBezTo>
                  <a:pt x="99182" y="2916"/>
                  <a:pt x="99110" y="2761"/>
                  <a:pt x="99012" y="2634"/>
                </a:cubicBezTo>
                <a:cubicBezTo>
                  <a:pt x="98588" y="1984"/>
                  <a:pt x="98024" y="1434"/>
                  <a:pt x="97389" y="997"/>
                </a:cubicBezTo>
                <a:cubicBezTo>
                  <a:pt x="97248" y="898"/>
                  <a:pt x="97092" y="842"/>
                  <a:pt x="96950" y="757"/>
                </a:cubicBezTo>
                <a:cubicBezTo>
                  <a:pt x="96753" y="658"/>
                  <a:pt x="96570" y="531"/>
                  <a:pt x="96372" y="460"/>
                </a:cubicBezTo>
                <a:cubicBezTo>
                  <a:pt x="96175" y="375"/>
                  <a:pt x="95976" y="333"/>
                  <a:pt x="95779" y="277"/>
                </a:cubicBezTo>
                <a:cubicBezTo>
                  <a:pt x="95609" y="220"/>
                  <a:pt x="95454" y="164"/>
                  <a:pt x="95271" y="122"/>
                </a:cubicBezTo>
                <a:cubicBezTo>
                  <a:pt x="94889" y="51"/>
                  <a:pt x="94508" y="9"/>
                  <a:pt x="94127" y="9"/>
                </a:cubicBezTo>
                <a:lnTo>
                  <a:pt x="52946" y="9"/>
                </a:lnTo>
                <a:cubicBezTo>
                  <a:pt x="49698" y="9"/>
                  <a:pt x="47058" y="2648"/>
                  <a:pt x="47058" y="5895"/>
                </a:cubicBezTo>
                <a:cubicBezTo>
                  <a:pt x="47058" y="9142"/>
                  <a:pt x="49698" y="11767"/>
                  <a:pt x="52946" y="11767"/>
                </a:cubicBezTo>
                <a:lnTo>
                  <a:pt x="79924" y="11767"/>
                </a:lnTo>
                <a:lnTo>
                  <a:pt x="1726" y="89956"/>
                </a:lnTo>
                <a:cubicBezTo>
                  <a:pt x="-575" y="92257"/>
                  <a:pt x="-575" y="95982"/>
                  <a:pt x="1726" y="98269"/>
                </a:cubicBezTo>
                <a:cubicBezTo>
                  <a:pt x="2869" y="99427"/>
                  <a:pt x="4380" y="99992"/>
                  <a:pt x="5891" y="99992"/>
                </a:cubicBezTo>
                <a:cubicBezTo>
                  <a:pt x="7387" y="99992"/>
                  <a:pt x="8898" y="99427"/>
                  <a:pt x="10041" y="98269"/>
                </a:cubicBezTo>
                <a:lnTo>
                  <a:pt x="88240" y="20082"/>
                </a:lnTo>
                <a:lnTo>
                  <a:pt x="88240" y="47057"/>
                </a:lnTo>
                <a:cubicBezTo>
                  <a:pt x="88240" y="50303"/>
                  <a:pt x="90880" y="52944"/>
                  <a:pt x="94127" y="5294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345" name="Чёрный — SVG 28">
            <a:extLst>
              <a:ext uri="{FF2B5EF4-FFF2-40B4-BE49-F238E27FC236}">
                <a16:creationId xmlns:a16="http://schemas.microsoft.com/office/drawing/2014/main" id="{9519FFA2-3287-ED4E-B4FB-8F247FA42061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31901 w 134798"/>
              <a:gd name="csY0" fmla="*/ 1 h 127686"/>
              <a:gd name="csX1" fmla="*/ 1 w 134798"/>
              <a:gd name="csY1" fmla="*/ 31897 h 127686"/>
              <a:gd name="csX2" fmla="*/ 1 w 134798"/>
              <a:gd name="csY2" fmla="*/ 120491 h 127686"/>
              <a:gd name="csX3" fmla="*/ 512 w 134798"/>
              <a:gd name="csY3" fmla="*/ 123246 h 127686"/>
              <a:gd name="csX4" fmla="*/ 2043 w 134798"/>
              <a:gd name="csY4" fmla="*/ 125577 h 127686"/>
              <a:gd name="csX5" fmla="*/ 4357 w 134798"/>
              <a:gd name="csY5" fmla="*/ 127142 h 127686"/>
              <a:gd name="csX6" fmla="*/ 7096 w 134798"/>
              <a:gd name="csY6" fmla="*/ 127687 h 127686"/>
              <a:gd name="csX7" fmla="*/ 9835 w 134798"/>
              <a:gd name="csY7" fmla="*/ 127142 h 127686"/>
              <a:gd name="csX8" fmla="*/ 12132 w 134798"/>
              <a:gd name="csY8" fmla="*/ 125577 h 127686"/>
              <a:gd name="csX9" fmla="*/ 13663 w 134798"/>
              <a:gd name="csY9" fmla="*/ 123246 h 127686"/>
              <a:gd name="csX10" fmla="*/ 14173 w 134798"/>
              <a:gd name="csY10" fmla="*/ 120491 h 127686"/>
              <a:gd name="csX11" fmla="*/ 14173 w 134798"/>
              <a:gd name="csY11" fmla="*/ 31897 h 127686"/>
              <a:gd name="csX12" fmla="*/ 31901 w 134798"/>
              <a:gd name="csY12" fmla="*/ 14171 h 127686"/>
              <a:gd name="csX13" fmla="*/ 49629 w 134798"/>
              <a:gd name="csY13" fmla="*/ 31897 h 127686"/>
              <a:gd name="csX14" fmla="*/ 49629 w 134798"/>
              <a:gd name="csY14" fmla="*/ 95689 h 127686"/>
              <a:gd name="csX15" fmla="*/ 81529 w 134798"/>
              <a:gd name="csY15" fmla="*/ 127584 h 127686"/>
              <a:gd name="csX16" fmla="*/ 113430 w 134798"/>
              <a:gd name="csY16" fmla="*/ 95689 h 127686"/>
              <a:gd name="csX17" fmla="*/ 113430 w 134798"/>
              <a:gd name="csY17" fmla="*/ 24208 h 127686"/>
              <a:gd name="csX18" fmla="*/ 122583 w 134798"/>
              <a:gd name="csY18" fmla="*/ 33360 h 127686"/>
              <a:gd name="csX19" fmla="*/ 124897 w 134798"/>
              <a:gd name="csY19" fmla="*/ 34959 h 127686"/>
              <a:gd name="csX20" fmla="*/ 127636 w 134798"/>
              <a:gd name="csY20" fmla="*/ 35537 h 127686"/>
              <a:gd name="csX21" fmla="*/ 130392 w 134798"/>
              <a:gd name="csY21" fmla="*/ 35027 h 127686"/>
              <a:gd name="csX22" fmla="*/ 132723 w 134798"/>
              <a:gd name="csY22" fmla="*/ 33462 h 127686"/>
              <a:gd name="csX23" fmla="*/ 134271 w 134798"/>
              <a:gd name="csY23" fmla="*/ 31131 h 127686"/>
              <a:gd name="csX24" fmla="*/ 134798 w 134798"/>
              <a:gd name="csY24" fmla="*/ 28375 h 127686"/>
              <a:gd name="csX25" fmla="*/ 134220 w 134798"/>
              <a:gd name="csY25" fmla="*/ 25637 h 127686"/>
              <a:gd name="csX26" fmla="*/ 132621 w 134798"/>
              <a:gd name="csY26" fmla="*/ 23340 h 127686"/>
              <a:gd name="csX27" fmla="*/ 111354 w 134798"/>
              <a:gd name="csY27" fmla="*/ 2076 h 127686"/>
              <a:gd name="csX28" fmla="*/ 109006 w 134798"/>
              <a:gd name="csY28" fmla="*/ 529 h 127686"/>
              <a:gd name="csX29" fmla="*/ 106233 w 134798"/>
              <a:gd name="csY29" fmla="*/ 1 h 127686"/>
              <a:gd name="csX30" fmla="*/ 101316 w 134798"/>
              <a:gd name="csY30" fmla="*/ 2076 h 127686"/>
              <a:gd name="csX31" fmla="*/ 80049 w 134798"/>
              <a:gd name="csY31" fmla="*/ 23340 h 127686"/>
              <a:gd name="csX32" fmla="*/ 78467 w 134798"/>
              <a:gd name="csY32" fmla="*/ 25637 h 127686"/>
              <a:gd name="csX33" fmla="*/ 77872 w 134798"/>
              <a:gd name="csY33" fmla="*/ 28375 h 127686"/>
              <a:gd name="csX34" fmla="*/ 78399 w 134798"/>
              <a:gd name="csY34" fmla="*/ 31131 h 127686"/>
              <a:gd name="csX35" fmla="*/ 79947 w 134798"/>
              <a:gd name="csY35" fmla="*/ 33462 h 127686"/>
              <a:gd name="csX36" fmla="*/ 82295 w 134798"/>
              <a:gd name="csY36" fmla="*/ 35027 h 127686"/>
              <a:gd name="csX37" fmla="*/ 85034 w 134798"/>
              <a:gd name="csY37" fmla="*/ 35537 h 127686"/>
              <a:gd name="csX38" fmla="*/ 87773 w 134798"/>
              <a:gd name="csY38" fmla="*/ 34959 h 127686"/>
              <a:gd name="csX39" fmla="*/ 90087 w 134798"/>
              <a:gd name="csY39" fmla="*/ 33360 h 127686"/>
              <a:gd name="csX40" fmla="*/ 99240 w 134798"/>
              <a:gd name="csY40" fmla="*/ 24208 h 127686"/>
              <a:gd name="csX41" fmla="*/ 99240 w 134798"/>
              <a:gd name="csY41" fmla="*/ 95689 h 127686"/>
              <a:gd name="csX42" fmla="*/ 81529 w 134798"/>
              <a:gd name="csY42" fmla="*/ 113414 h 127686"/>
              <a:gd name="csX43" fmla="*/ 63801 w 134798"/>
              <a:gd name="csY43" fmla="*/ 95689 h 127686"/>
              <a:gd name="csX44" fmla="*/ 63801 w 134798"/>
              <a:gd name="csY44" fmla="*/ 31897 h 127686"/>
              <a:gd name="csX45" fmla="*/ 31901 w 134798"/>
              <a:gd name="csY45" fmla="*/ 1 h 127686"/>
            </a:gdLst>
            <a:ahLst/>
            <a:cxnLst/>
            <a:rect l="l" t="t" r="r" b="b"/>
            <a:pathLst>
              <a:path w="100000" h="100000">
                <a:moveTo>
                  <a:pt x="23666" y="2639"/>
                </a:moveTo>
                <a:cubicBezTo>
                  <a:pt x="10653" y="2639"/>
                  <a:pt x="1" y="13290"/>
                  <a:pt x="1" y="26301"/>
                </a:cubicBezTo>
                <a:lnTo>
                  <a:pt x="1" y="92024"/>
                </a:lnTo>
                <a:cubicBezTo>
                  <a:pt x="-12" y="92731"/>
                  <a:pt x="114" y="93412"/>
                  <a:pt x="380" y="94068"/>
                </a:cubicBezTo>
                <a:cubicBezTo>
                  <a:pt x="645" y="94712"/>
                  <a:pt x="1023" y="95305"/>
                  <a:pt x="1516" y="95797"/>
                </a:cubicBezTo>
                <a:cubicBezTo>
                  <a:pt x="2007" y="96289"/>
                  <a:pt x="2588" y="96681"/>
                  <a:pt x="3232" y="96958"/>
                </a:cubicBezTo>
                <a:cubicBezTo>
                  <a:pt x="3875" y="97223"/>
                  <a:pt x="4557" y="97363"/>
                  <a:pt x="5264" y="97363"/>
                </a:cubicBezTo>
                <a:cubicBezTo>
                  <a:pt x="5958" y="97363"/>
                  <a:pt x="6652" y="97223"/>
                  <a:pt x="7296" y="96958"/>
                </a:cubicBezTo>
                <a:cubicBezTo>
                  <a:pt x="7927" y="96681"/>
                  <a:pt x="8520" y="96289"/>
                  <a:pt x="9000" y="95797"/>
                </a:cubicBezTo>
                <a:cubicBezTo>
                  <a:pt x="9492" y="95305"/>
                  <a:pt x="9884" y="94712"/>
                  <a:pt x="10136" y="94068"/>
                </a:cubicBezTo>
                <a:cubicBezTo>
                  <a:pt x="10401" y="93412"/>
                  <a:pt x="10527" y="92731"/>
                  <a:pt x="10514" y="92024"/>
                </a:cubicBezTo>
                <a:lnTo>
                  <a:pt x="10514" y="26301"/>
                </a:lnTo>
                <a:cubicBezTo>
                  <a:pt x="10514" y="18981"/>
                  <a:pt x="16345" y="13151"/>
                  <a:pt x="23666" y="13151"/>
                </a:cubicBezTo>
                <a:cubicBezTo>
                  <a:pt x="30986" y="13151"/>
                  <a:pt x="36817" y="18981"/>
                  <a:pt x="36817" y="26301"/>
                </a:cubicBezTo>
                <a:lnTo>
                  <a:pt x="36817" y="73625"/>
                </a:lnTo>
                <a:cubicBezTo>
                  <a:pt x="36817" y="86636"/>
                  <a:pt x="47470" y="97286"/>
                  <a:pt x="60482" y="97286"/>
                </a:cubicBezTo>
                <a:cubicBezTo>
                  <a:pt x="73483" y="97286"/>
                  <a:pt x="84148" y="86636"/>
                  <a:pt x="84148" y="73625"/>
                </a:cubicBezTo>
                <a:lnTo>
                  <a:pt x="84148" y="20597"/>
                </a:lnTo>
                <a:lnTo>
                  <a:pt x="90938" y="27386"/>
                </a:lnTo>
                <a:cubicBezTo>
                  <a:pt x="91430" y="27891"/>
                  <a:pt x="92011" y="28295"/>
                  <a:pt x="92655" y="28572"/>
                </a:cubicBezTo>
                <a:cubicBezTo>
                  <a:pt x="93298" y="28850"/>
                  <a:pt x="93980" y="29001"/>
                  <a:pt x="94687" y="29001"/>
                </a:cubicBezTo>
                <a:cubicBezTo>
                  <a:pt x="95380" y="29014"/>
                  <a:pt x="96075" y="28875"/>
                  <a:pt x="96731" y="28623"/>
                </a:cubicBezTo>
                <a:cubicBezTo>
                  <a:pt x="97375" y="28358"/>
                  <a:pt x="97955" y="27966"/>
                  <a:pt x="98461" y="27462"/>
                </a:cubicBezTo>
                <a:cubicBezTo>
                  <a:pt x="98953" y="26970"/>
                  <a:pt x="99344" y="26389"/>
                  <a:pt x="99609" y="25733"/>
                </a:cubicBezTo>
                <a:cubicBezTo>
                  <a:pt x="99874" y="25089"/>
                  <a:pt x="100000" y="24395"/>
                  <a:pt x="100000" y="23688"/>
                </a:cubicBezTo>
                <a:cubicBezTo>
                  <a:pt x="99987" y="22994"/>
                  <a:pt x="99849" y="22301"/>
                  <a:pt x="99571" y="21657"/>
                </a:cubicBezTo>
                <a:cubicBezTo>
                  <a:pt x="99294" y="21013"/>
                  <a:pt x="98889" y="20445"/>
                  <a:pt x="98385" y="19953"/>
                </a:cubicBezTo>
                <a:lnTo>
                  <a:pt x="82608" y="4178"/>
                </a:lnTo>
                <a:cubicBezTo>
                  <a:pt x="82103" y="3686"/>
                  <a:pt x="81510" y="3295"/>
                  <a:pt x="80866" y="3030"/>
                </a:cubicBezTo>
                <a:cubicBezTo>
                  <a:pt x="80210" y="2765"/>
                  <a:pt x="79516" y="2626"/>
                  <a:pt x="78809" y="2639"/>
                </a:cubicBezTo>
                <a:cubicBezTo>
                  <a:pt x="77446" y="2664"/>
                  <a:pt x="76133" y="3206"/>
                  <a:pt x="75161" y="4178"/>
                </a:cubicBezTo>
                <a:lnTo>
                  <a:pt x="59384" y="19953"/>
                </a:lnTo>
                <a:cubicBezTo>
                  <a:pt x="58880" y="20445"/>
                  <a:pt x="58488" y="21013"/>
                  <a:pt x="58211" y="21657"/>
                </a:cubicBezTo>
                <a:cubicBezTo>
                  <a:pt x="57933" y="22301"/>
                  <a:pt x="57782" y="22994"/>
                  <a:pt x="57769" y="23688"/>
                </a:cubicBezTo>
                <a:cubicBezTo>
                  <a:pt x="57769" y="24395"/>
                  <a:pt x="57896" y="25089"/>
                  <a:pt x="58160" y="25733"/>
                </a:cubicBezTo>
                <a:cubicBezTo>
                  <a:pt x="58425" y="26389"/>
                  <a:pt x="58817" y="26970"/>
                  <a:pt x="59309" y="27462"/>
                </a:cubicBezTo>
                <a:cubicBezTo>
                  <a:pt x="59814" y="27966"/>
                  <a:pt x="60394" y="28358"/>
                  <a:pt x="61051" y="28623"/>
                </a:cubicBezTo>
                <a:cubicBezTo>
                  <a:pt x="61695" y="28875"/>
                  <a:pt x="62389" y="29014"/>
                  <a:pt x="63083" y="29001"/>
                </a:cubicBezTo>
                <a:cubicBezTo>
                  <a:pt x="63790" y="29001"/>
                  <a:pt x="64471" y="28850"/>
                  <a:pt x="65114" y="28572"/>
                </a:cubicBezTo>
                <a:cubicBezTo>
                  <a:pt x="65758" y="28295"/>
                  <a:pt x="66339" y="27891"/>
                  <a:pt x="66831" y="27386"/>
                </a:cubicBezTo>
                <a:lnTo>
                  <a:pt x="73621" y="20597"/>
                </a:lnTo>
                <a:lnTo>
                  <a:pt x="73621" y="73625"/>
                </a:lnTo>
                <a:cubicBezTo>
                  <a:pt x="73621" y="80944"/>
                  <a:pt x="67803" y="86774"/>
                  <a:pt x="60482" y="86774"/>
                </a:cubicBezTo>
                <a:cubicBezTo>
                  <a:pt x="53150" y="86774"/>
                  <a:pt x="47331" y="80944"/>
                  <a:pt x="47331" y="73625"/>
                </a:cubicBezTo>
                <a:lnTo>
                  <a:pt x="47331" y="26301"/>
                </a:lnTo>
                <a:cubicBezTo>
                  <a:pt x="47331" y="13290"/>
                  <a:pt x="36679" y="2639"/>
                  <a:pt x="23666" y="263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7604227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576BDA64-A295-DA4C-AF33-64D92BF1345B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13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D2945253-83A7-4E47-8B08-50452A0750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Консалтинг</a:t>
            </a:r>
          </a:p>
        </p:txBody>
      </p:sp>
      <p:sp>
        <p:nvSpPr>
          <p:cNvPr id="158" name="Красный — SVG 1">
            <a:extLst>
              <a:ext uri="{FF2B5EF4-FFF2-40B4-BE49-F238E27FC236}">
                <a16:creationId xmlns:a16="http://schemas.microsoft.com/office/drawing/2014/main" id="{38993270-A5D6-1B4D-874A-91D504DDD14D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124062 w 134695"/>
              <a:gd name="csY0" fmla="*/ 60253 h 155940"/>
              <a:gd name="csX1" fmla="*/ 129370 w 134695"/>
              <a:gd name="csY1" fmla="*/ 60253 h 155940"/>
              <a:gd name="csX2" fmla="*/ 134695 w 134695"/>
              <a:gd name="csY2" fmla="*/ 54929 h 155940"/>
              <a:gd name="csX3" fmla="*/ 134695 w 134695"/>
              <a:gd name="csY3" fmla="*/ 33665 h 155940"/>
              <a:gd name="csX4" fmla="*/ 122276 w 134695"/>
              <a:gd name="csY4" fmla="*/ 21264 h 155940"/>
              <a:gd name="csX5" fmla="*/ 95700 w 134695"/>
              <a:gd name="csY5" fmla="*/ 21264 h 155940"/>
              <a:gd name="csX6" fmla="*/ 95700 w 134695"/>
              <a:gd name="csY6" fmla="*/ 17725 h 155940"/>
              <a:gd name="csX7" fmla="*/ 77973 w 134695"/>
              <a:gd name="csY7" fmla="*/ 0 h 155940"/>
              <a:gd name="csX8" fmla="*/ 60261 w 134695"/>
              <a:gd name="csY8" fmla="*/ 17725 h 155940"/>
              <a:gd name="csX9" fmla="*/ 60261 w 134695"/>
              <a:gd name="csY9" fmla="*/ 21264 h 155940"/>
              <a:gd name="csX10" fmla="*/ 33670 w 134695"/>
              <a:gd name="csY10" fmla="*/ 21264 h 155940"/>
              <a:gd name="csX11" fmla="*/ 21267 w 134695"/>
              <a:gd name="csY11" fmla="*/ 33665 h 155940"/>
              <a:gd name="csX12" fmla="*/ 21267 w 134695"/>
              <a:gd name="csY12" fmla="*/ 60253 h 155940"/>
              <a:gd name="csX13" fmla="*/ 17728 w 134695"/>
              <a:gd name="csY13" fmla="*/ 60253 h 155940"/>
              <a:gd name="csX14" fmla="*/ 0 w 134695"/>
              <a:gd name="csY14" fmla="*/ 77962 h 155940"/>
              <a:gd name="csX15" fmla="*/ 17728 w 134695"/>
              <a:gd name="csY15" fmla="*/ 95687 h 155940"/>
              <a:gd name="csX16" fmla="*/ 21267 w 134695"/>
              <a:gd name="csY16" fmla="*/ 95687 h 155940"/>
              <a:gd name="csX17" fmla="*/ 21267 w 134695"/>
              <a:gd name="csY17" fmla="*/ 122259 h 155940"/>
              <a:gd name="csX18" fmla="*/ 33670 w 134695"/>
              <a:gd name="csY18" fmla="*/ 134677 h 155940"/>
              <a:gd name="csX19" fmla="*/ 60261 w 134695"/>
              <a:gd name="csY19" fmla="*/ 134677 h 155940"/>
              <a:gd name="csX20" fmla="*/ 60261 w 134695"/>
              <a:gd name="csY20" fmla="*/ 138215 h 155940"/>
              <a:gd name="csX21" fmla="*/ 77973 w 134695"/>
              <a:gd name="csY21" fmla="*/ 155941 h 155940"/>
              <a:gd name="csX22" fmla="*/ 95700 w 134695"/>
              <a:gd name="csY22" fmla="*/ 138215 h 155940"/>
              <a:gd name="csX23" fmla="*/ 95700 w 134695"/>
              <a:gd name="csY23" fmla="*/ 134677 h 155940"/>
              <a:gd name="csX24" fmla="*/ 122276 w 134695"/>
              <a:gd name="csY24" fmla="*/ 134677 h 155940"/>
              <a:gd name="csX25" fmla="*/ 134695 w 134695"/>
              <a:gd name="csY25" fmla="*/ 122259 h 155940"/>
              <a:gd name="csX26" fmla="*/ 134695 w 134695"/>
              <a:gd name="csY26" fmla="*/ 100995 h 155940"/>
              <a:gd name="csX27" fmla="*/ 129370 w 134695"/>
              <a:gd name="csY27" fmla="*/ 95687 h 155940"/>
              <a:gd name="csX28" fmla="*/ 124062 w 134695"/>
              <a:gd name="csY28" fmla="*/ 95687 h 155940"/>
              <a:gd name="csX29" fmla="*/ 106334 w 134695"/>
              <a:gd name="csY29" fmla="*/ 77962 h 155940"/>
              <a:gd name="csX30" fmla="*/ 124062 w 134695"/>
              <a:gd name="csY30" fmla="*/ 60253 h 155940"/>
            </a:gdLst>
            <a:ahLst/>
            <a:cxnLst/>
            <a:rect l="l" t="t" r="r" b="b"/>
            <a:pathLst>
              <a:path w="100000" h="100000">
                <a:moveTo>
                  <a:pt x="86369" y="38639"/>
                </a:moveTo>
                <a:cubicBezTo>
                  <a:pt x="86522" y="38639"/>
                  <a:pt x="89773" y="38639"/>
                  <a:pt x="89773" y="38639"/>
                </a:cubicBezTo>
                <a:cubicBezTo>
                  <a:pt x="91661" y="38639"/>
                  <a:pt x="93188" y="37112"/>
                  <a:pt x="93188" y="35224"/>
                </a:cubicBezTo>
                <a:lnTo>
                  <a:pt x="93188" y="21588"/>
                </a:lnTo>
                <a:cubicBezTo>
                  <a:pt x="93188" y="17193"/>
                  <a:pt x="89621" y="13636"/>
                  <a:pt x="85224" y="13636"/>
                </a:cubicBezTo>
                <a:lnTo>
                  <a:pt x="68182" y="13636"/>
                </a:lnTo>
                <a:cubicBezTo>
                  <a:pt x="68182" y="13636"/>
                  <a:pt x="68182" y="12120"/>
                  <a:pt x="68182" y="11367"/>
                </a:cubicBezTo>
                <a:cubicBezTo>
                  <a:pt x="68182" y="5083"/>
                  <a:pt x="63098" y="0"/>
                  <a:pt x="56814" y="0"/>
                </a:cubicBezTo>
                <a:cubicBezTo>
                  <a:pt x="50540" y="0"/>
                  <a:pt x="45456" y="5083"/>
                  <a:pt x="45456" y="11367"/>
                </a:cubicBezTo>
                <a:cubicBezTo>
                  <a:pt x="45456" y="12141"/>
                  <a:pt x="45456" y="13636"/>
                  <a:pt x="45456" y="13636"/>
                </a:cubicBezTo>
                <a:lnTo>
                  <a:pt x="28404" y="13636"/>
                </a:lnTo>
                <a:cubicBezTo>
                  <a:pt x="24006" y="13636"/>
                  <a:pt x="20450" y="17193"/>
                  <a:pt x="20450" y="21588"/>
                </a:cubicBezTo>
                <a:lnTo>
                  <a:pt x="20450" y="38639"/>
                </a:lnTo>
                <a:cubicBezTo>
                  <a:pt x="20450" y="38639"/>
                  <a:pt x="18955" y="38639"/>
                  <a:pt x="18180" y="38639"/>
                </a:cubicBezTo>
                <a:cubicBezTo>
                  <a:pt x="11896" y="38639"/>
                  <a:pt x="6812" y="43723"/>
                  <a:pt x="6812" y="49995"/>
                </a:cubicBezTo>
                <a:cubicBezTo>
                  <a:pt x="6812" y="56278"/>
                  <a:pt x="11896" y="61361"/>
                  <a:pt x="18180" y="61361"/>
                </a:cubicBezTo>
                <a:cubicBezTo>
                  <a:pt x="18955" y="61361"/>
                  <a:pt x="20450" y="61361"/>
                  <a:pt x="20450" y="61361"/>
                </a:cubicBezTo>
                <a:lnTo>
                  <a:pt x="20450" y="78401"/>
                </a:lnTo>
                <a:cubicBezTo>
                  <a:pt x="20450" y="82797"/>
                  <a:pt x="24006" y="86365"/>
                  <a:pt x="28404" y="86365"/>
                </a:cubicBezTo>
                <a:lnTo>
                  <a:pt x="45456" y="86365"/>
                </a:lnTo>
                <a:cubicBezTo>
                  <a:pt x="45456" y="86365"/>
                  <a:pt x="45456" y="87859"/>
                  <a:pt x="45456" y="88633"/>
                </a:cubicBezTo>
                <a:cubicBezTo>
                  <a:pt x="45456" y="94906"/>
                  <a:pt x="50540" y="100001"/>
                  <a:pt x="56814" y="100001"/>
                </a:cubicBezTo>
                <a:cubicBezTo>
                  <a:pt x="63098" y="100001"/>
                  <a:pt x="68182" y="94906"/>
                  <a:pt x="68182" y="88633"/>
                </a:cubicBezTo>
                <a:cubicBezTo>
                  <a:pt x="68182" y="87859"/>
                  <a:pt x="68182" y="86365"/>
                  <a:pt x="68182" y="86365"/>
                </a:cubicBezTo>
                <a:lnTo>
                  <a:pt x="85224" y="86365"/>
                </a:lnTo>
                <a:cubicBezTo>
                  <a:pt x="89621" y="86365"/>
                  <a:pt x="93188" y="82797"/>
                  <a:pt x="93188" y="78401"/>
                </a:cubicBezTo>
                <a:lnTo>
                  <a:pt x="93188" y="64765"/>
                </a:lnTo>
                <a:cubicBezTo>
                  <a:pt x="93188" y="62900"/>
                  <a:pt x="91650" y="61361"/>
                  <a:pt x="89773" y="61361"/>
                </a:cubicBezTo>
                <a:cubicBezTo>
                  <a:pt x="86074" y="61361"/>
                  <a:pt x="87482" y="61361"/>
                  <a:pt x="86369" y="61361"/>
                </a:cubicBezTo>
                <a:cubicBezTo>
                  <a:pt x="80096" y="61361"/>
                  <a:pt x="75001" y="56278"/>
                  <a:pt x="75001" y="49995"/>
                </a:cubicBezTo>
                <a:cubicBezTo>
                  <a:pt x="75001" y="43723"/>
                  <a:pt x="80085" y="38639"/>
                  <a:pt x="86369" y="3863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9" name="Красный — SVG 2">
            <a:extLst>
              <a:ext uri="{FF2B5EF4-FFF2-40B4-BE49-F238E27FC236}">
                <a16:creationId xmlns:a16="http://schemas.microsoft.com/office/drawing/2014/main" id="{15AA64F4-AD9B-C74C-81B9-983FF591ED26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63798 w 127591"/>
              <a:gd name="csY0" fmla="*/ 0 h 131121"/>
              <a:gd name="csX1" fmla="*/ 21265 w 127591"/>
              <a:gd name="csY1" fmla="*/ 42528 h 131121"/>
              <a:gd name="csX2" fmla="*/ 54866 w 127591"/>
              <a:gd name="csY2" fmla="*/ 105418 h 131121"/>
              <a:gd name="csX3" fmla="*/ 63798 w 127591"/>
              <a:gd name="csY3" fmla="*/ 109790 h 131121"/>
              <a:gd name="csX4" fmla="*/ 72713 w 127591"/>
              <a:gd name="csY4" fmla="*/ 105418 h 131121"/>
              <a:gd name="csX5" fmla="*/ 106332 w 127591"/>
              <a:gd name="csY5" fmla="*/ 42528 h 131121"/>
              <a:gd name="csX6" fmla="*/ 63798 w 127591"/>
              <a:gd name="csY6" fmla="*/ 0 h 131121"/>
              <a:gd name="csX7" fmla="*/ 63798 w 127591"/>
              <a:gd name="csY7" fmla="*/ 31896 h 131121"/>
              <a:gd name="csX8" fmla="*/ 74431 w 127591"/>
              <a:gd name="csY8" fmla="*/ 42528 h 131121"/>
              <a:gd name="csX9" fmla="*/ 63798 w 127591"/>
              <a:gd name="csY9" fmla="*/ 53160 h 131121"/>
              <a:gd name="csX10" fmla="*/ 53165 w 127591"/>
              <a:gd name="csY10" fmla="*/ 42528 h 131121"/>
              <a:gd name="csX11" fmla="*/ 63798 w 127591"/>
              <a:gd name="csY11" fmla="*/ 31896 h 131121"/>
              <a:gd name="csX12" fmla="*/ 20278 w 127591"/>
              <a:gd name="csY12" fmla="*/ 88594 h 131121"/>
              <a:gd name="csX13" fmla="*/ 8947 w 127591"/>
              <a:gd name="csY13" fmla="*/ 95959 h 131121"/>
              <a:gd name="csX14" fmla="*/ 1070 w 127591"/>
              <a:gd name="csY14" fmla="*/ 113685 h 131121"/>
              <a:gd name="csX15" fmla="*/ 2005 w 127591"/>
              <a:gd name="csY15" fmla="*/ 125474 h 131121"/>
              <a:gd name="csX16" fmla="*/ 12401 w 127591"/>
              <a:gd name="csY16" fmla="*/ 131122 h 131121"/>
              <a:gd name="csX17" fmla="*/ 115178 w 127591"/>
              <a:gd name="csY17" fmla="*/ 131122 h 131121"/>
              <a:gd name="csX18" fmla="*/ 125574 w 127591"/>
              <a:gd name="csY18" fmla="*/ 125474 h 131121"/>
              <a:gd name="csX19" fmla="*/ 126509 w 127591"/>
              <a:gd name="csY19" fmla="*/ 113685 h 131121"/>
              <a:gd name="csX20" fmla="*/ 118649 w 127591"/>
              <a:gd name="csY20" fmla="*/ 95959 h 131121"/>
              <a:gd name="csX21" fmla="*/ 107301 w 127591"/>
              <a:gd name="csY21" fmla="*/ 88594 h 131121"/>
              <a:gd name="csX22" fmla="*/ 95766 w 127591"/>
              <a:gd name="csY22" fmla="*/ 88594 h 131121"/>
              <a:gd name="csX23" fmla="*/ 88416 w 127591"/>
              <a:gd name="csY23" fmla="*/ 99226 h 131121"/>
              <a:gd name="csX24" fmla="*/ 107301 w 127591"/>
              <a:gd name="csY24" fmla="*/ 99226 h 131121"/>
              <a:gd name="csX25" fmla="*/ 108918 w 127591"/>
              <a:gd name="csY25" fmla="*/ 100280 h 131121"/>
              <a:gd name="csX26" fmla="*/ 116795 w 127591"/>
              <a:gd name="csY26" fmla="*/ 118006 h 131121"/>
              <a:gd name="csX27" fmla="*/ 116659 w 127591"/>
              <a:gd name="csY27" fmla="*/ 119690 h 131121"/>
              <a:gd name="csX28" fmla="*/ 115178 w 127591"/>
              <a:gd name="csY28" fmla="*/ 120490 h 131121"/>
              <a:gd name="csX29" fmla="*/ 12401 w 127591"/>
              <a:gd name="csY29" fmla="*/ 120490 h 131121"/>
              <a:gd name="csX30" fmla="*/ 10920 w 127591"/>
              <a:gd name="csY30" fmla="*/ 119690 h 131121"/>
              <a:gd name="csX31" fmla="*/ 10784 w 127591"/>
              <a:gd name="csY31" fmla="*/ 118006 h 131121"/>
              <a:gd name="csX32" fmla="*/ 18661 w 127591"/>
              <a:gd name="csY32" fmla="*/ 100280 h 131121"/>
              <a:gd name="csX33" fmla="*/ 20278 w 127591"/>
              <a:gd name="csY33" fmla="*/ 99226 h 131121"/>
              <a:gd name="csX34" fmla="*/ 39163 w 127591"/>
              <a:gd name="csY34" fmla="*/ 99226 h 131121"/>
              <a:gd name="csX35" fmla="*/ 31830 w 127591"/>
              <a:gd name="csY35" fmla="*/ 88594 h 131121"/>
              <a:gd name="csX36" fmla="*/ 20278 w 127591"/>
              <a:gd name="csY36" fmla="*/ 88594 h 131121"/>
            </a:gdLst>
            <a:ahLst/>
            <a:cxnLst/>
            <a:rect l="l" t="t" r="r" b="b"/>
            <a:pathLst>
              <a:path w="100000" h="100000">
                <a:moveTo>
                  <a:pt x="50002" y="0"/>
                </a:moveTo>
                <a:cubicBezTo>
                  <a:pt x="32109" y="0"/>
                  <a:pt x="17564" y="14543"/>
                  <a:pt x="17564" y="32434"/>
                </a:cubicBezTo>
                <a:cubicBezTo>
                  <a:pt x="17564" y="45421"/>
                  <a:pt x="33614" y="68059"/>
                  <a:pt x="43190" y="80397"/>
                </a:cubicBezTo>
                <a:cubicBezTo>
                  <a:pt x="44838" y="82512"/>
                  <a:pt x="47316" y="83732"/>
                  <a:pt x="50002" y="83732"/>
                </a:cubicBezTo>
                <a:cubicBezTo>
                  <a:pt x="52675" y="83732"/>
                  <a:pt x="55166" y="82512"/>
                  <a:pt x="56801" y="80397"/>
                </a:cubicBezTo>
                <a:cubicBezTo>
                  <a:pt x="66377" y="68059"/>
                  <a:pt x="82441" y="45421"/>
                  <a:pt x="82441" y="32434"/>
                </a:cubicBezTo>
                <a:cubicBezTo>
                  <a:pt x="82441" y="14543"/>
                  <a:pt x="67882" y="0"/>
                  <a:pt x="50002" y="0"/>
                </a:cubicBezTo>
                <a:close/>
                <a:moveTo>
                  <a:pt x="50002" y="24326"/>
                </a:moveTo>
                <a:cubicBezTo>
                  <a:pt x="54479" y="24326"/>
                  <a:pt x="58111" y="27958"/>
                  <a:pt x="58111" y="32434"/>
                </a:cubicBezTo>
                <a:cubicBezTo>
                  <a:pt x="58111" y="36910"/>
                  <a:pt x="54479" y="40543"/>
                  <a:pt x="50002" y="40543"/>
                </a:cubicBezTo>
                <a:cubicBezTo>
                  <a:pt x="45525" y="40543"/>
                  <a:pt x="41893" y="36910"/>
                  <a:pt x="41893" y="32434"/>
                </a:cubicBezTo>
                <a:cubicBezTo>
                  <a:pt x="41893" y="27958"/>
                  <a:pt x="45525" y="24326"/>
                  <a:pt x="50002" y="24326"/>
                </a:cubicBezTo>
                <a:close/>
                <a:moveTo>
                  <a:pt x="16811" y="67567"/>
                </a:moveTo>
                <a:cubicBezTo>
                  <a:pt x="13087" y="67567"/>
                  <a:pt x="9687" y="69772"/>
                  <a:pt x="8170" y="73184"/>
                </a:cubicBezTo>
                <a:lnTo>
                  <a:pt x="2162" y="86702"/>
                </a:lnTo>
                <a:cubicBezTo>
                  <a:pt x="864" y="89635"/>
                  <a:pt x="1123" y="93008"/>
                  <a:pt x="2875" y="95693"/>
                </a:cubicBezTo>
                <a:cubicBezTo>
                  <a:pt x="4627" y="98392"/>
                  <a:pt x="7598" y="100001"/>
                  <a:pt x="10804" y="100001"/>
                </a:cubicBezTo>
                <a:lnTo>
                  <a:pt x="89187" y="100001"/>
                </a:lnTo>
                <a:cubicBezTo>
                  <a:pt x="92405" y="100001"/>
                  <a:pt x="95364" y="98392"/>
                  <a:pt x="97116" y="95693"/>
                </a:cubicBezTo>
                <a:cubicBezTo>
                  <a:pt x="98880" y="93008"/>
                  <a:pt x="99140" y="89648"/>
                  <a:pt x="97829" y="86702"/>
                </a:cubicBezTo>
                <a:lnTo>
                  <a:pt x="91834" y="73184"/>
                </a:lnTo>
                <a:cubicBezTo>
                  <a:pt x="90317" y="69772"/>
                  <a:pt x="86917" y="67567"/>
                  <a:pt x="83180" y="67567"/>
                </a:cubicBezTo>
                <a:lnTo>
                  <a:pt x="74382" y="67567"/>
                </a:lnTo>
                <a:cubicBezTo>
                  <a:pt x="72657" y="70174"/>
                  <a:pt x="70789" y="72872"/>
                  <a:pt x="68777" y="75675"/>
                </a:cubicBezTo>
                <a:lnTo>
                  <a:pt x="83180" y="75675"/>
                </a:lnTo>
                <a:cubicBezTo>
                  <a:pt x="83712" y="75675"/>
                  <a:pt x="84205" y="75986"/>
                  <a:pt x="84413" y="76479"/>
                </a:cubicBezTo>
                <a:lnTo>
                  <a:pt x="90420" y="89998"/>
                </a:lnTo>
                <a:cubicBezTo>
                  <a:pt x="90680" y="90582"/>
                  <a:pt x="90472" y="91049"/>
                  <a:pt x="90317" y="91282"/>
                </a:cubicBezTo>
                <a:cubicBezTo>
                  <a:pt x="90173" y="91515"/>
                  <a:pt x="89823" y="91892"/>
                  <a:pt x="89187" y="91892"/>
                </a:cubicBezTo>
                <a:lnTo>
                  <a:pt x="10804" y="91892"/>
                </a:lnTo>
                <a:cubicBezTo>
                  <a:pt x="10168" y="91892"/>
                  <a:pt x="9818" y="91503"/>
                  <a:pt x="9674" y="91282"/>
                </a:cubicBezTo>
                <a:cubicBezTo>
                  <a:pt x="9519" y="91049"/>
                  <a:pt x="9311" y="90582"/>
                  <a:pt x="9571" y="89998"/>
                </a:cubicBezTo>
                <a:lnTo>
                  <a:pt x="15578" y="76479"/>
                </a:lnTo>
                <a:cubicBezTo>
                  <a:pt x="15799" y="75999"/>
                  <a:pt x="16279" y="75675"/>
                  <a:pt x="16811" y="75675"/>
                </a:cubicBezTo>
                <a:lnTo>
                  <a:pt x="31214" y="75675"/>
                </a:lnTo>
                <a:cubicBezTo>
                  <a:pt x="29202" y="72872"/>
                  <a:pt x="27334" y="70174"/>
                  <a:pt x="25621" y="67567"/>
                </a:cubicBezTo>
                <a:lnTo>
                  <a:pt x="16811" y="6756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0" name="Красный — SVG 3">
            <a:extLst>
              <a:ext uri="{FF2B5EF4-FFF2-40B4-BE49-F238E27FC236}">
                <a16:creationId xmlns:a16="http://schemas.microsoft.com/office/drawing/2014/main" id="{D59534CF-A6F0-2041-AB56-5E43B79615CF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70896 w 141776"/>
              <a:gd name="csY0" fmla="*/ 0 h 152392"/>
              <a:gd name="csX1" fmla="*/ 10634 w 141776"/>
              <a:gd name="csY1" fmla="*/ 60253 h 152392"/>
              <a:gd name="csX2" fmla="*/ 20927 w 141776"/>
              <a:gd name="csY2" fmla="*/ 93901 h 152392"/>
              <a:gd name="csX3" fmla="*/ 1566 w 141776"/>
              <a:gd name="csY3" fmla="*/ 113277 h 152392"/>
              <a:gd name="csX4" fmla="*/ 205 w 141776"/>
              <a:gd name="csY4" fmla="*/ 115607 h 152392"/>
              <a:gd name="csX5" fmla="*/ 154 w 141776"/>
              <a:gd name="csY5" fmla="*/ 118295 h 152392"/>
              <a:gd name="csX6" fmla="*/ 1447 w 141776"/>
              <a:gd name="csY6" fmla="*/ 120677 h 152392"/>
              <a:gd name="csX7" fmla="*/ 3727 w 141776"/>
              <a:gd name="csY7" fmla="*/ 122106 h 152392"/>
              <a:gd name="csX8" fmla="*/ 24534 w 141776"/>
              <a:gd name="csY8" fmla="*/ 128638 h 152392"/>
              <a:gd name="csX9" fmla="*/ 30251 w 141776"/>
              <a:gd name="csY9" fmla="*/ 148541 h 152392"/>
              <a:gd name="csX10" fmla="*/ 31663 w 141776"/>
              <a:gd name="csY10" fmla="*/ 150888 h 152392"/>
              <a:gd name="csX11" fmla="*/ 34028 w 141776"/>
              <a:gd name="csY11" fmla="*/ 152215 h 152392"/>
              <a:gd name="csX12" fmla="*/ 36767 w 141776"/>
              <a:gd name="csY12" fmla="*/ 152198 h 152392"/>
              <a:gd name="csX13" fmla="*/ 39115 w 141776"/>
              <a:gd name="csY13" fmla="*/ 150837 h 152392"/>
              <a:gd name="csX14" fmla="*/ 69007 w 141776"/>
              <a:gd name="csY14" fmla="*/ 120949 h 152392"/>
              <a:gd name="csX15" fmla="*/ 69483 w 141776"/>
              <a:gd name="csY15" fmla="*/ 120422 h 152392"/>
              <a:gd name="csX16" fmla="*/ 70896 w 141776"/>
              <a:gd name="csY16" fmla="*/ 120490 h 152392"/>
              <a:gd name="csX17" fmla="*/ 72240 w 141776"/>
              <a:gd name="csY17" fmla="*/ 120422 h 152392"/>
              <a:gd name="csX18" fmla="*/ 102660 w 141776"/>
              <a:gd name="csY18" fmla="*/ 150837 h 152392"/>
              <a:gd name="csX19" fmla="*/ 105025 w 141776"/>
              <a:gd name="csY19" fmla="*/ 152198 h 152392"/>
              <a:gd name="csX20" fmla="*/ 107747 w 141776"/>
              <a:gd name="csY20" fmla="*/ 152215 h 152392"/>
              <a:gd name="csX21" fmla="*/ 110129 w 141776"/>
              <a:gd name="csY21" fmla="*/ 150888 h 152392"/>
              <a:gd name="csX22" fmla="*/ 111523 w 141776"/>
              <a:gd name="csY22" fmla="*/ 148541 h 152392"/>
              <a:gd name="csX23" fmla="*/ 117241 w 141776"/>
              <a:gd name="csY23" fmla="*/ 128638 h 152392"/>
              <a:gd name="csX24" fmla="*/ 138048 w 141776"/>
              <a:gd name="csY24" fmla="*/ 122106 h 152392"/>
              <a:gd name="csX25" fmla="*/ 140345 w 141776"/>
              <a:gd name="csY25" fmla="*/ 120677 h 152392"/>
              <a:gd name="csX26" fmla="*/ 141621 w 141776"/>
              <a:gd name="csY26" fmla="*/ 118295 h 152392"/>
              <a:gd name="csX27" fmla="*/ 141587 w 141776"/>
              <a:gd name="csY27" fmla="*/ 115607 h 152392"/>
              <a:gd name="csX28" fmla="*/ 140225 w 141776"/>
              <a:gd name="csY28" fmla="*/ 113277 h 152392"/>
              <a:gd name="csX29" fmla="*/ 120847 w 141776"/>
              <a:gd name="csY29" fmla="*/ 93901 h 152392"/>
              <a:gd name="csX30" fmla="*/ 131140 w 141776"/>
              <a:gd name="csY30" fmla="*/ 60253 h 152392"/>
              <a:gd name="csX31" fmla="*/ 70896 w 141776"/>
              <a:gd name="csY31" fmla="*/ 0 h 152392"/>
              <a:gd name="csX32" fmla="*/ 72223 w 141776"/>
              <a:gd name="csY32" fmla="*/ 35468 h 152392"/>
              <a:gd name="csX33" fmla="*/ 75779 w 141776"/>
              <a:gd name="csY33" fmla="*/ 36438 h 152392"/>
              <a:gd name="csX34" fmla="*/ 77974 w 141776"/>
              <a:gd name="csY34" fmla="*/ 40759 h 152392"/>
              <a:gd name="csX35" fmla="*/ 77974 w 141776"/>
              <a:gd name="csY35" fmla="*/ 79731 h 152392"/>
              <a:gd name="csX36" fmla="*/ 72665 w 141776"/>
              <a:gd name="csY36" fmla="*/ 85056 h 152392"/>
              <a:gd name="csX37" fmla="*/ 67340 w 141776"/>
              <a:gd name="csY37" fmla="*/ 79731 h 152392"/>
              <a:gd name="csX38" fmla="*/ 67340 w 141776"/>
              <a:gd name="csY38" fmla="*/ 48124 h 152392"/>
              <a:gd name="csX39" fmla="*/ 63716 w 141776"/>
              <a:gd name="csY39" fmla="*/ 49349 h 152392"/>
              <a:gd name="csX40" fmla="*/ 56979 w 141776"/>
              <a:gd name="csY40" fmla="*/ 45981 h 152392"/>
              <a:gd name="csX41" fmla="*/ 60347 w 141776"/>
              <a:gd name="csY41" fmla="*/ 39262 h 152392"/>
              <a:gd name="csX42" fmla="*/ 70981 w 141776"/>
              <a:gd name="csY42" fmla="*/ 35706 h 152392"/>
              <a:gd name="csX43" fmla="*/ 72223 w 141776"/>
              <a:gd name="csY43" fmla="*/ 35468 h 152392"/>
              <a:gd name="csX44" fmla="*/ 38996 w 141776"/>
              <a:gd name="csY44" fmla="*/ 53160 h 152392"/>
              <a:gd name="csX45" fmla="*/ 46073 w 141776"/>
              <a:gd name="csY45" fmla="*/ 60253 h 152392"/>
              <a:gd name="csX46" fmla="*/ 38996 w 141776"/>
              <a:gd name="csY46" fmla="*/ 67330 h 152392"/>
              <a:gd name="csX47" fmla="*/ 31901 w 141776"/>
              <a:gd name="csY47" fmla="*/ 60253 h 152392"/>
              <a:gd name="csX48" fmla="*/ 38996 w 141776"/>
              <a:gd name="csY48" fmla="*/ 53160 h 152392"/>
              <a:gd name="csX49" fmla="*/ 102796 w 141776"/>
              <a:gd name="csY49" fmla="*/ 53160 h 152392"/>
              <a:gd name="csX50" fmla="*/ 109874 w 141776"/>
              <a:gd name="csY50" fmla="*/ 60253 h 152392"/>
              <a:gd name="csX51" fmla="*/ 102796 w 141776"/>
              <a:gd name="csY51" fmla="*/ 67330 h 152392"/>
              <a:gd name="csX52" fmla="*/ 95701 w 141776"/>
              <a:gd name="csY52" fmla="*/ 60253 h 152392"/>
              <a:gd name="csX53" fmla="*/ 102796 w 141776"/>
              <a:gd name="csY53" fmla="*/ 53160 h 152392"/>
              <a:gd name="csX54" fmla="*/ 27699 w 141776"/>
              <a:gd name="csY54" fmla="*/ 102169 h 152392"/>
              <a:gd name="csX55" fmla="*/ 56298 w 141776"/>
              <a:gd name="csY55" fmla="*/ 118635 h 152392"/>
              <a:gd name="csX56" fmla="*/ 37975 w 141776"/>
              <a:gd name="csY56" fmla="*/ 136939 h 152392"/>
              <a:gd name="csX57" fmla="*/ 33960 w 141776"/>
              <a:gd name="csY57" fmla="*/ 122956 h 152392"/>
              <a:gd name="csX58" fmla="*/ 32667 w 141776"/>
              <a:gd name="csY58" fmla="*/ 120711 h 152392"/>
              <a:gd name="csX59" fmla="*/ 30455 w 141776"/>
              <a:gd name="csY59" fmla="*/ 119367 h 152392"/>
              <a:gd name="csX60" fmla="*/ 15279 w 141776"/>
              <a:gd name="csY60" fmla="*/ 114604 h 152392"/>
              <a:gd name="csX61" fmla="*/ 27699 w 141776"/>
              <a:gd name="csY61" fmla="*/ 102169 h 152392"/>
              <a:gd name="csX62" fmla="*/ 114075 w 141776"/>
              <a:gd name="csY62" fmla="*/ 102169 h 152392"/>
              <a:gd name="csX63" fmla="*/ 126496 w 141776"/>
              <a:gd name="csY63" fmla="*/ 114604 h 152392"/>
              <a:gd name="csX64" fmla="*/ 111337 w 141776"/>
              <a:gd name="csY64" fmla="*/ 119367 h 152392"/>
              <a:gd name="csX65" fmla="*/ 109125 w 141776"/>
              <a:gd name="csY65" fmla="*/ 120711 h 152392"/>
              <a:gd name="csX66" fmla="*/ 107815 w 141776"/>
              <a:gd name="csY66" fmla="*/ 122956 h 152392"/>
              <a:gd name="csX67" fmla="*/ 103799 w 141776"/>
              <a:gd name="csY67" fmla="*/ 136939 h 152392"/>
              <a:gd name="csX68" fmla="*/ 85493 w 141776"/>
              <a:gd name="csY68" fmla="*/ 118635 h 152392"/>
              <a:gd name="csX69" fmla="*/ 114075 w 141776"/>
              <a:gd name="csY69" fmla="*/ 102169 h 152392"/>
            </a:gdLst>
            <a:ahLst/>
            <a:cxnLst/>
            <a:rect l="l" t="t" r="r" b="b"/>
            <a:pathLst>
              <a:path w="100000" h="100000">
                <a:moveTo>
                  <a:pt x="50005" y="0"/>
                </a:moveTo>
                <a:cubicBezTo>
                  <a:pt x="28201" y="0"/>
                  <a:pt x="10461" y="17737"/>
                  <a:pt x="10461" y="39538"/>
                </a:cubicBezTo>
                <a:cubicBezTo>
                  <a:pt x="10461" y="47709"/>
                  <a:pt x="12951" y="55311"/>
                  <a:pt x="17215" y="61618"/>
                </a:cubicBezTo>
                <a:lnTo>
                  <a:pt x="4511" y="74333"/>
                </a:lnTo>
                <a:cubicBezTo>
                  <a:pt x="4087" y="74757"/>
                  <a:pt x="3774" y="75282"/>
                  <a:pt x="3618" y="75862"/>
                </a:cubicBezTo>
                <a:cubicBezTo>
                  <a:pt x="3450" y="76442"/>
                  <a:pt x="3439" y="77045"/>
                  <a:pt x="3584" y="77625"/>
                </a:cubicBezTo>
                <a:cubicBezTo>
                  <a:pt x="3729" y="78217"/>
                  <a:pt x="4020" y="78753"/>
                  <a:pt x="4433" y="79189"/>
                </a:cubicBezTo>
                <a:cubicBezTo>
                  <a:pt x="4834" y="79624"/>
                  <a:pt x="5359" y="79948"/>
                  <a:pt x="5929" y="80126"/>
                </a:cubicBezTo>
                <a:lnTo>
                  <a:pt x="19582" y="84413"/>
                </a:lnTo>
                <a:lnTo>
                  <a:pt x="23334" y="97473"/>
                </a:lnTo>
                <a:cubicBezTo>
                  <a:pt x="23501" y="98054"/>
                  <a:pt x="23825" y="98589"/>
                  <a:pt x="24260" y="99013"/>
                </a:cubicBezTo>
                <a:cubicBezTo>
                  <a:pt x="24696" y="99438"/>
                  <a:pt x="25232" y="99739"/>
                  <a:pt x="25812" y="99884"/>
                </a:cubicBezTo>
                <a:cubicBezTo>
                  <a:pt x="26404" y="100041"/>
                  <a:pt x="27018" y="100041"/>
                  <a:pt x="27610" y="99873"/>
                </a:cubicBezTo>
                <a:cubicBezTo>
                  <a:pt x="28190" y="99717"/>
                  <a:pt x="28726" y="99404"/>
                  <a:pt x="29150" y="98980"/>
                </a:cubicBezTo>
                <a:lnTo>
                  <a:pt x="48766" y="79367"/>
                </a:lnTo>
                <a:cubicBezTo>
                  <a:pt x="48878" y="79255"/>
                  <a:pt x="48978" y="79144"/>
                  <a:pt x="49078" y="79021"/>
                </a:cubicBezTo>
                <a:cubicBezTo>
                  <a:pt x="49391" y="79032"/>
                  <a:pt x="49693" y="79066"/>
                  <a:pt x="50005" y="79066"/>
                </a:cubicBezTo>
                <a:cubicBezTo>
                  <a:pt x="50306" y="79066"/>
                  <a:pt x="50597" y="79032"/>
                  <a:pt x="50887" y="79021"/>
                </a:cubicBezTo>
                <a:lnTo>
                  <a:pt x="70849" y="98980"/>
                </a:lnTo>
                <a:cubicBezTo>
                  <a:pt x="71273" y="99404"/>
                  <a:pt x="71809" y="99717"/>
                  <a:pt x="72401" y="99873"/>
                </a:cubicBezTo>
                <a:cubicBezTo>
                  <a:pt x="72981" y="100041"/>
                  <a:pt x="73595" y="100041"/>
                  <a:pt x="74187" y="99884"/>
                </a:cubicBezTo>
                <a:cubicBezTo>
                  <a:pt x="74778" y="99739"/>
                  <a:pt x="75314" y="99438"/>
                  <a:pt x="75750" y="99013"/>
                </a:cubicBezTo>
                <a:cubicBezTo>
                  <a:pt x="76185" y="98589"/>
                  <a:pt x="76497" y="98054"/>
                  <a:pt x="76665" y="97473"/>
                </a:cubicBezTo>
                <a:lnTo>
                  <a:pt x="80417" y="84413"/>
                </a:lnTo>
                <a:lnTo>
                  <a:pt x="94071" y="80126"/>
                </a:lnTo>
                <a:cubicBezTo>
                  <a:pt x="94651" y="79948"/>
                  <a:pt x="95164" y="79624"/>
                  <a:pt x="95578" y="79189"/>
                </a:cubicBezTo>
                <a:cubicBezTo>
                  <a:pt x="95991" y="78753"/>
                  <a:pt x="96281" y="78217"/>
                  <a:pt x="96415" y="77625"/>
                </a:cubicBezTo>
                <a:cubicBezTo>
                  <a:pt x="96560" y="77045"/>
                  <a:pt x="96548" y="76442"/>
                  <a:pt x="96393" y="75862"/>
                </a:cubicBezTo>
                <a:cubicBezTo>
                  <a:pt x="96225" y="75282"/>
                  <a:pt x="95924" y="74757"/>
                  <a:pt x="95499" y="74333"/>
                </a:cubicBezTo>
                <a:lnTo>
                  <a:pt x="82783" y="61618"/>
                </a:lnTo>
                <a:cubicBezTo>
                  <a:pt x="87048" y="55311"/>
                  <a:pt x="89538" y="47709"/>
                  <a:pt x="89538" y="39538"/>
                </a:cubicBezTo>
                <a:cubicBezTo>
                  <a:pt x="89538" y="17737"/>
                  <a:pt x="71809" y="0"/>
                  <a:pt x="50005" y="0"/>
                </a:cubicBezTo>
                <a:close/>
                <a:moveTo>
                  <a:pt x="50876" y="23274"/>
                </a:moveTo>
                <a:cubicBezTo>
                  <a:pt x="51691" y="23196"/>
                  <a:pt x="52517" y="23419"/>
                  <a:pt x="53209" y="23911"/>
                </a:cubicBezTo>
                <a:cubicBezTo>
                  <a:pt x="54114" y="24569"/>
                  <a:pt x="54650" y="25618"/>
                  <a:pt x="54650" y="26746"/>
                </a:cubicBezTo>
                <a:lnTo>
                  <a:pt x="54650" y="52320"/>
                </a:lnTo>
                <a:cubicBezTo>
                  <a:pt x="54650" y="54251"/>
                  <a:pt x="53097" y="55814"/>
                  <a:pt x="51166" y="55814"/>
                </a:cubicBezTo>
                <a:cubicBezTo>
                  <a:pt x="49235" y="55814"/>
                  <a:pt x="47672" y="54251"/>
                  <a:pt x="47672" y="52320"/>
                </a:cubicBezTo>
                <a:lnTo>
                  <a:pt x="47672" y="31579"/>
                </a:lnTo>
                <a:lnTo>
                  <a:pt x="45294" y="32383"/>
                </a:lnTo>
                <a:cubicBezTo>
                  <a:pt x="43463" y="32997"/>
                  <a:pt x="41487" y="32004"/>
                  <a:pt x="40873" y="30173"/>
                </a:cubicBezTo>
                <a:cubicBezTo>
                  <a:pt x="40270" y="28342"/>
                  <a:pt x="41252" y="26366"/>
                  <a:pt x="43083" y="25764"/>
                </a:cubicBezTo>
                <a:lnTo>
                  <a:pt x="50061" y="23430"/>
                </a:lnTo>
                <a:cubicBezTo>
                  <a:pt x="50329" y="23341"/>
                  <a:pt x="50597" y="23296"/>
                  <a:pt x="50876" y="23274"/>
                </a:cubicBezTo>
                <a:close/>
                <a:moveTo>
                  <a:pt x="29072" y="34884"/>
                </a:moveTo>
                <a:cubicBezTo>
                  <a:pt x="31640" y="34884"/>
                  <a:pt x="33716" y="36960"/>
                  <a:pt x="33716" y="39538"/>
                </a:cubicBezTo>
                <a:cubicBezTo>
                  <a:pt x="33716" y="42106"/>
                  <a:pt x="31640" y="44182"/>
                  <a:pt x="29072" y="44182"/>
                </a:cubicBezTo>
                <a:cubicBezTo>
                  <a:pt x="26494" y="44182"/>
                  <a:pt x="24417" y="42106"/>
                  <a:pt x="24417" y="39538"/>
                </a:cubicBezTo>
                <a:cubicBezTo>
                  <a:pt x="24417" y="36960"/>
                  <a:pt x="26494" y="34884"/>
                  <a:pt x="29072" y="34884"/>
                </a:cubicBezTo>
                <a:close/>
                <a:moveTo>
                  <a:pt x="70938" y="34884"/>
                </a:moveTo>
                <a:cubicBezTo>
                  <a:pt x="73506" y="34884"/>
                  <a:pt x="75583" y="36960"/>
                  <a:pt x="75583" y="39538"/>
                </a:cubicBezTo>
                <a:cubicBezTo>
                  <a:pt x="75583" y="42106"/>
                  <a:pt x="73506" y="44182"/>
                  <a:pt x="70938" y="44182"/>
                </a:cubicBezTo>
                <a:cubicBezTo>
                  <a:pt x="68359" y="44182"/>
                  <a:pt x="66282" y="42106"/>
                  <a:pt x="66282" y="39538"/>
                </a:cubicBezTo>
                <a:cubicBezTo>
                  <a:pt x="66282" y="36960"/>
                  <a:pt x="68359" y="34884"/>
                  <a:pt x="70938" y="34884"/>
                </a:cubicBezTo>
                <a:close/>
                <a:moveTo>
                  <a:pt x="21659" y="67044"/>
                </a:moveTo>
                <a:cubicBezTo>
                  <a:pt x="26705" y="72245"/>
                  <a:pt x="33170" y="76030"/>
                  <a:pt x="40426" y="77849"/>
                </a:cubicBezTo>
                <a:lnTo>
                  <a:pt x="28402" y="89860"/>
                </a:lnTo>
                <a:lnTo>
                  <a:pt x="25768" y="80684"/>
                </a:lnTo>
                <a:cubicBezTo>
                  <a:pt x="25612" y="80137"/>
                  <a:pt x="25321" y="79624"/>
                  <a:pt x="24919" y="79211"/>
                </a:cubicBezTo>
                <a:cubicBezTo>
                  <a:pt x="24506" y="78798"/>
                  <a:pt x="24014" y="78496"/>
                  <a:pt x="23468" y="78329"/>
                </a:cubicBezTo>
                <a:lnTo>
                  <a:pt x="13509" y="75203"/>
                </a:lnTo>
                <a:lnTo>
                  <a:pt x="21659" y="67044"/>
                </a:lnTo>
                <a:close/>
                <a:moveTo>
                  <a:pt x="78339" y="67044"/>
                </a:moveTo>
                <a:lnTo>
                  <a:pt x="86490" y="75203"/>
                </a:lnTo>
                <a:lnTo>
                  <a:pt x="76543" y="78329"/>
                </a:lnTo>
                <a:cubicBezTo>
                  <a:pt x="75995" y="78496"/>
                  <a:pt x="75493" y="78798"/>
                  <a:pt x="75091" y="79211"/>
                </a:cubicBezTo>
                <a:cubicBezTo>
                  <a:pt x="74689" y="79624"/>
                  <a:pt x="74388" y="80137"/>
                  <a:pt x="74232" y="80684"/>
                </a:cubicBezTo>
                <a:lnTo>
                  <a:pt x="71596" y="89860"/>
                </a:lnTo>
                <a:lnTo>
                  <a:pt x="59584" y="77849"/>
                </a:lnTo>
                <a:cubicBezTo>
                  <a:pt x="66830" y="76030"/>
                  <a:pt x="73293" y="72245"/>
                  <a:pt x="78339" y="6704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1" name="Красный — SVG 4">
            <a:extLst>
              <a:ext uri="{FF2B5EF4-FFF2-40B4-BE49-F238E27FC236}">
                <a16:creationId xmlns:a16="http://schemas.microsoft.com/office/drawing/2014/main" id="{8FDB3BC0-3029-0640-AC3F-C8D06284434A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77956 w 155946"/>
              <a:gd name="csY0" fmla="*/ 52717 h 155940"/>
              <a:gd name="csX1" fmla="*/ 109022 w 155946"/>
              <a:gd name="csY1" fmla="*/ 21672 h 155940"/>
              <a:gd name="csX2" fmla="*/ 93965 w 155946"/>
              <a:gd name="csY2" fmla="*/ 6617 h 155940"/>
              <a:gd name="csX3" fmla="*/ 77973 w 155946"/>
              <a:gd name="csY3" fmla="*/ 0 h 155940"/>
              <a:gd name="csX4" fmla="*/ 61997 w 155946"/>
              <a:gd name="csY4" fmla="*/ 6617 h 155940"/>
              <a:gd name="csX5" fmla="*/ 46923 w 155946"/>
              <a:gd name="csY5" fmla="*/ 21689 h 155940"/>
              <a:gd name="csX6" fmla="*/ 77956 w 155946"/>
              <a:gd name="csY6" fmla="*/ 52717 h 155940"/>
              <a:gd name="csX7" fmla="*/ 116542 w 155946"/>
              <a:gd name="csY7" fmla="*/ 29174 h 155940"/>
              <a:gd name="csX8" fmla="*/ 85475 w 155946"/>
              <a:gd name="csY8" fmla="*/ 60236 h 155940"/>
              <a:gd name="csX9" fmla="*/ 113445 w 155946"/>
              <a:gd name="csY9" fmla="*/ 88186 h 155940"/>
              <a:gd name="csX10" fmla="*/ 144648 w 155946"/>
              <a:gd name="csY10" fmla="*/ 57276 h 155940"/>
              <a:gd name="csX11" fmla="*/ 116542 w 155946"/>
              <a:gd name="csY11" fmla="*/ 29174 h 155940"/>
              <a:gd name="csX12" fmla="*/ 70452 w 155946"/>
              <a:gd name="csY12" fmla="*/ 60236 h 155940"/>
              <a:gd name="csX13" fmla="*/ 39403 w 155946"/>
              <a:gd name="csY13" fmla="*/ 29208 h 155940"/>
              <a:gd name="csX14" fmla="*/ 6618 w 155946"/>
              <a:gd name="csY14" fmla="*/ 61988 h 155940"/>
              <a:gd name="csX15" fmla="*/ 0 w 155946"/>
              <a:gd name="csY15" fmla="*/ 77962 h 155940"/>
              <a:gd name="csX16" fmla="*/ 6618 w 155946"/>
              <a:gd name="csY16" fmla="*/ 93952 h 155940"/>
              <a:gd name="csX17" fmla="*/ 21692 w 155946"/>
              <a:gd name="csY17" fmla="*/ 109007 h 155940"/>
              <a:gd name="csX18" fmla="*/ 70452 w 155946"/>
              <a:gd name="csY18" fmla="*/ 60236 h 155940"/>
              <a:gd name="csX19" fmla="*/ 120966 w 155946"/>
              <a:gd name="csY19" fmla="*/ 95704 h 155940"/>
              <a:gd name="csX20" fmla="*/ 134270 w 155946"/>
              <a:gd name="csY20" fmla="*/ 109007 h 155940"/>
              <a:gd name="csX21" fmla="*/ 149327 w 155946"/>
              <a:gd name="csY21" fmla="*/ 93952 h 155940"/>
              <a:gd name="csX22" fmla="*/ 155945 w 155946"/>
              <a:gd name="csY22" fmla="*/ 78115 h 155940"/>
              <a:gd name="csX23" fmla="*/ 151896 w 155946"/>
              <a:gd name="csY23" fmla="*/ 65050 h 155940"/>
              <a:gd name="csX24" fmla="*/ 120966 w 155946"/>
              <a:gd name="csY24" fmla="*/ 95704 h 155940"/>
              <a:gd name="csX25" fmla="*/ 77956 w 155946"/>
              <a:gd name="csY25" fmla="*/ 67755 h 155940"/>
              <a:gd name="csX26" fmla="*/ 29195 w 155946"/>
              <a:gd name="csY26" fmla="*/ 116526 h 155940"/>
              <a:gd name="csX27" fmla="*/ 61997 w 155946"/>
              <a:gd name="csY27" fmla="*/ 149307 h 155940"/>
              <a:gd name="csX28" fmla="*/ 77973 w 155946"/>
              <a:gd name="csY28" fmla="*/ 155941 h 155940"/>
              <a:gd name="csX29" fmla="*/ 93965 w 155946"/>
              <a:gd name="csY29" fmla="*/ 149307 h 155940"/>
              <a:gd name="csX30" fmla="*/ 126750 w 155946"/>
              <a:gd name="csY30" fmla="*/ 116526 h 155940"/>
              <a:gd name="csX31" fmla="*/ 77956 w 155946"/>
              <a:gd name="csY31" fmla="*/ 67755 h 155940"/>
            </a:gdLst>
            <a:ahLst/>
            <a:cxnLst/>
            <a:rect l="l" t="t" r="r" b="b"/>
            <a:pathLst>
              <a:path w="100000" h="100000">
                <a:moveTo>
                  <a:pt x="49989" y="33807"/>
                </a:moveTo>
                <a:lnTo>
                  <a:pt x="69910" y="13899"/>
                </a:lnTo>
                <a:lnTo>
                  <a:pt x="60255" y="4245"/>
                </a:lnTo>
                <a:cubicBezTo>
                  <a:pt x="57517" y="1507"/>
                  <a:pt x="53872" y="2"/>
                  <a:pt x="50000" y="2"/>
                </a:cubicBezTo>
                <a:cubicBezTo>
                  <a:pt x="46127" y="2"/>
                  <a:pt x="42483" y="1507"/>
                  <a:pt x="39755" y="4245"/>
                </a:cubicBezTo>
                <a:lnTo>
                  <a:pt x="30089" y="13910"/>
                </a:lnTo>
                <a:lnTo>
                  <a:pt x="49989" y="33807"/>
                </a:lnTo>
                <a:close/>
                <a:moveTo>
                  <a:pt x="74732" y="18710"/>
                </a:moveTo>
                <a:lnTo>
                  <a:pt x="54811" y="38628"/>
                </a:lnTo>
                <a:lnTo>
                  <a:pt x="72746" y="56551"/>
                </a:lnTo>
                <a:lnTo>
                  <a:pt x="92755" y="36730"/>
                </a:lnTo>
                <a:lnTo>
                  <a:pt x="74732" y="18710"/>
                </a:lnTo>
                <a:close/>
                <a:moveTo>
                  <a:pt x="45177" y="38628"/>
                </a:moveTo>
                <a:lnTo>
                  <a:pt x="25267" y="18731"/>
                </a:lnTo>
                <a:lnTo>
                  <a:pt x="4244" y="39752"/>
                </a:lnTo>
                <a:cubicBezTo>
                  <a:pt x="1506" y="42490"/>
                  <a:pt x="0" y="46133"/>
                  <a:pt x="0" y="49995"/>
                </a:cubicBezTo>
                <a:cubicBezTo>
                  <a:pt x="0" y="53867"/>
                  <a:pt x="1506" y="57510"/>
                  <a:pt x="4244" y="60248"/>
                </a:cubicBezTo>
                <a:lnTo>
                  <a:pt x="13910" y="69902"/>
                </a:lnTo>
                <a:lnTo>
                  <a:pt x="45177" y="38628"/>
                </a:lnTo>
                <a:close/>
                <a:moveTo>
                  <a:pt x="77569" y="61372"/>
                </a:moveTo>
                <a:lnTo>
                  <a:pt x="86100" y="69902"/>
                </a:lnTo>
                <a:lnTo>
                  <a:pt x="95756" y="60248"/>
                </a:lnTo>
                <a:cubicBezTo>
                  <a:pt x="98472" y="57533"/>
                  <a:pt x="99978" y="53922"/>
                  <a:pt x="99999" y="50093"/>
                </a:cubicBezTo>
                <a:cubicBezTo>
                  <a:pt x="100032" y="47061"/>
                  <a:pt x="99116" y="44159"/>
                  <a:pt x="97403" y="41715"/>
                </a:cubicBezTo>
                <a:lnTo>
                  <a:pt x="77569" y="61372"/>
                </a:lnTo>
                <a:close/>
                <a:moveTo>
                  <a:pt x="49989" y="43450"/>
                </a:moveTo>
                <a:lnTo>
                  <a:pt x="18721" y="74724"/>
                </a:lnTo>
                <a:lnTo>
                  <a:pt x="39755" y="95745"/>
                </a:lnTo>
                <a:cubicBezTo>
                  <a:pt x="42483" y="98482"/>
                  <a:pt x="46127" y="99999"/>
                  <a:pt x="50000" y="99999"/>
                </a:cubicBezTo>
                <a:cubicBezTo>
                  <a:pt x="53883" y="99999"/>
                  <a:pt x="57517" y="98482"/>
                  <a:pt x="60255" y="95745"/>
                </a:cubicBezTo>
                <a:lnTo>
                  <a:pt x="81278" y="74724"/>
                </a:lnTo>
                <a:lnTo>
                  <a:pt x="49989" y="4345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2" name="Красный — SVG 5">
            <a:extLst>
              <a:ext uri="{FF2B5EF4-FFF2-40B4-BE49-F238E27FC236}">
                <a16:creationId xmlns:a16="http://schemas.microsoft.com/office/drawing/2014/main" id="{8BCFEA61-4749-5A45-826C-6292B97F6CDA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109772 w 131243"/>
              <a:gd name="csY0" fmla="*/ 1 h 134864"/>
              <a:gd name="csX1" fmla="*/ 106675 w 131243"/>
              <a:gd name="csY1" fmla="*/ 766 h 134864"/>
              <a:gd name="csX2" fmla="*/ 104225 w 131243"/>
              <a:gd name="csY2" fmla="*/ 2807 h 134864"/>
              <a:gd name="csX3" fmla="*/ 90683 w 131243"/>
              <a:gd name="csY3" fmla="*/ 16349 h 134864"/>
              <a:gd name="csX4" fmla="*/ 89101 w 131243"/>
              <a:gd name="csY4" fmla="*/ 18645 h 134864"/>
              <a:gd name="csX5" fmla="*/ 88505 w 131243"/>
              <a:gd name="csY5" fmla="*/ 21384 h 134864"/>
              <a:gd name="csX6" fmla="*/ 89032 w 131243"/>
              <a:gd name="csY6" fmla="*/ 24139 h 134864"/>
              <a:gd name="csX7" fmla="*/ 90581 w 131243"/>
              <a:gd name="csY7" fmla="*/ 26470 h 134864"/>
              <a:gd name="csX8" fmla="*/ 92929 w 131243"/>
              <a:gd name="csY8" fmla="*/ 28035 h 134864"/>
              <a:gd name="csX9" fmla="*/ 95668 w 131243"/>
              <a:gd name="csY9" fmla="*/ 28545 h 134864"/>
              <a:gd name="csX10" fmla="*/ 98407 w 131243"/>
              <a:gd name="csY10" fmla="*/ 27967 h 134864"/>
              <a:gd name="csX11" fmla="*/ 100720 w 131243"/>
              <a:gd name="csY11" fmla="*/ 26368 h 134864"/>
              <a:gd name="csX12" fmla="*/ 102796 w 131243"/>
              <a:gd name="csY12" fmla="*/ 24293 h 134864"/>
              <a:gd name="csX13" fmla="*/ 102796 w 131243"/>
              <a:gd name="csY13" fmla="*/ 35537 h 134864"/>
              <a:gd name="csX14" fmla="*/ 74435 w 131243"/>
              <a:gd name="csY14" fmla="*/ 63895 h 134864"/>
              <a:gd name="csX15" fmla="*/ 42535 w 131243"/>
              <a:gd name="csY15" fmla="*/ 63895 h 134864"/>
              <a:gd name="csX16" fmla="*/ 1 w 131243"/>
              <a:gd name="csY16" fmla="*/ 106422 h 134864"/>
              <a:gd name="csX17" fmla="*/ 1 w 131243"/>
              <a:gd name="csY17" fmla="*/ 127686 h 134864"/>
              <a:gd name="csX18" fmla="*/ 512 w 131243"/>
              <a:gd name="csY18" fmla="*/ 130425 h 134864"/>
              <a:gd name="csX19" fmla="*/ 2043 w 131243"/>
              <a:gd name="csY19" fmla="*/ 132756 h 134864"/>
              <a:gd name="csX20" fmla="*/ 4357 w 131243"/>
              <a:gd name="csY20" fmla="*/ 134320 h 134864"/>
              <a:gd name="csX21" fmla="*/ 7096 w 131243"/>
              <a:gd name="csY21" fmla="*/ 134865 h 134864"/>
              <a:gd name="csX22" fmla="*/ 9835 w 131243"/>
              <a:gd name="csY22" fmla="*/ 134320 h 134864"/>
              <a:gd name="csX23" fmla="*/ 12132 w 131243"/>
              <a:gd name="csY23" fmla="*/ 132756 h 134864"/>
              <a:gd name="csX24" fmla="*/ 13663 w 131243"/>
              <a:gd name="csY24" fmla="*/ 130425 h 134864"/>
              <a:gd name="csX25" fmla="*/ 14173 w 131243"/>
              <a:gd name="csY25" fmla="*/ 127686 h 134864"/>
              <a:gd name="csX26" fmla="*/ 14173 w 131243"/>
              <a:gd name="csY26" fmla="*/ 106422 h 134864"/>
              <a:gd name="csX27" fmla="*/ 42535 w 131243"/>
              <a:gd name="csY27" fmla="*/ 78065 h 134864"/>
              <a:gd name="csX28" fmla="*/ 74435 w 131243"/>
              <a:gd name="csY28" fmla="*/ 78065 h 134864"/>
              <a:gd name="csX29" fmla="*/ 116968 w 131243"/>
              <a:gd name="csY29" fmla="*/ 35537 h 134864"/>
              <a:gd name="csX30" fmla="*/ 116968 w 131243"/>
              <a:gd name="csY30" fmla="*/ 24293 h 134864"/>
              <a:gd name="csX31" fmla="*/ 119044 w 131243"/>
              <a:gd name="csY31" fmla="*/ 26368 h 134864"/>
              <a:gd name="csX32" fmla="*/ 121341 w 131243"/>
              <a:gd name="csY32" fmla="*/ 27967 h 134864"/>
              <a:gd name="csX33" fmla="*/ 124080 w 131243"/>
              <a:gd name="csY33" fmla="*/ 28545 h 134864"/>
              <a:gd name="csX34" fmla="*/ 126836 w 131243"/>
              <a:gd name="csY34" fmla="*/ 28035 h 134864"/>
              <a:gd name="csX35" fmla="*/ 129167 w 131243"/>
              <a:gd name="csY35" fmla="*/ 26470 h 134864"/>
              <a:gd name="csX36" fmla="*/ 130715 w 131243"/>
              <a:gd name="csY36" fmla="*/ 24139 h 134864"/>
              <a:gd name="csX37" fmla="*/ 131242 w 131243"/>
              <a:gd name="csY37" fmla="*/ 21384 h 134864"/>
              <a:gd name="csX38" fmla="*/ 130664 w 131243"/>
              <a:gd name="csY38" fmla="*/ 18645 h 134864"/>
              <a:gd name="csX39" fmla="*/ 129065 w 131243"/>
              <a:gd name="csY39" fmla="*/ 16349 h 134864"/>
              <a:gd name="csX40" fmla="*/ 115505 w 131243"/>
              <a:gd name="csY40" fmla="*/ 2790 h 134864"/>
              <a:gd name="csX41" fmla="*/ 112970 w 131243"/>
              <a:gd name="csY41" fmla="*/ 715 h 134864"/>
              <a:gd name="csX42" fmla="*/ 109772 w 131243"/>
              <a:gd name="csY42" fmla="*/ 1 h 134864"/>
              <a:gd name="csX43" fmla="*/ 35389 w 131243"/>
              <a:gd name="csY43" fmla="*/ 3539 h 134864"/>
              <a:gd name="csX44" fmla="*/ 30438 w 131243"/>
              <a:gd name="csY44" fmla="*/ 5717 h 134864"/>
              <a:gd name="csX45" fmla="*/ 23037 w 131243"/>
              <a:gd name="csY45" fmla="*/ 13116 h 134864"/>
              <a:gd name="csX46" fmla="*/ 15653 w 131243"/>
              <a:gd name="csY46" fmla="*/ 5717 h 134864"/>
              <a:gd name="csX47" fmla="*/ 13323 w 131243"/>
              <a:gd name="csY47" fmla="*/ 4134 h 134864"/>
              <a:gd name="csX48" fmla="*/ 10566 w 131243"/>
              <a:gd name="csY48" fmla="*/ 3573 h 134864"/>
              <a:gd name="csX49" fmla="*/ 6602 w 131243"/>
              <a:gd name="csY49" fmla="*/ 4781 h 134864"/>
              <a:gd name="csX50" fmla="*/ 3999 w 131243"/>
              <a:gd name="csY50" fmla="*/ 7996 h 134864"/>
              <a:gd name="csX51" fmla="*/ 3625 w 131243"/>
              <a:gd name="csY51" fmla="*/ 12113 h 134864"/>
              <a:gd name="csX52" fmla="*/ 5616 w 131243"/>
              <a:gd name="csY52" fmla="*/ 15736 h 134864"/>
              <a:gd name="csX53" fmla="*/ 13016 w 131243"/>
              <a:gd name="csY53" fmla="*/ 23136 h 134864"/>
              <a:gd name="csX54" fmla="*/ 5616 w 131243"/>
              <a:gd name="csY54" fmla="*/ 30519 h 134864"/>
              <a:gd name="csX55" fmla="*/ 4034 w 131243"/>
              <a:gd name="csY55" fmla="*/ 32832 h 134864"/>
              <a:gd name="csX56" fmla="*/ 3438 w 131243"/>
              <a:gd name="csY56" fmla="*/ 35571 h 134864"/>
              <a:gd name="csX57" fmla="*/ 3965 w 131243"/>
              <a:gd name="csY57" fmla="*/ 38327 h 134864"/>
              <a:gd name="csX58" fmla="*/ 5513 w 131243"/>
              <a:gd name="csY58" fmla="*/ 40657 h 134864"/>
              <a:gd name="csX59" fmla="*/ 7862 w 131243"/>
              <a:gd name="csY59" fmla="*/ 42205 h 134864"/>
              <a:gd name="csX60" fmla="*/ 10600 w 131243"/>
              <a:gd name="csY60" fmla="*/ 42733 h 134864"/>
              <a:gd name="csX61" fmla="*/ 13340 w 131243"/>
              <a:gd name="csY61" fmla="*/ 42154 h 134864"/>
              <a:gd name="csX62" fmla="*/ 15653 w 131243"/>
              <a:gd name="csY62" fmla="*/ 40555 h 134864"/>
              <a:gd name="csX63" fmla="*/ 23037 w 131243"/>
              <a:gd name="csY63" fmla="*/ 33155 h 134864"/>
              <a:gd name="csX64" fmla="*/ 30438 w 131243"/>
              <a:gd name="csY64" fmla="*/ 40555 h 134864"/>
              <a:gd name="csX65" fmla="*/ 32735 w 131243"/>
              <a:gd name="csY65" fmla="*/ 42154 h 134864"/>
              <a:gd name="csX66" fmla="*/ 35474 w 131243"/>
              <a:gd name="csY66" fmla="*/ 42733 h 134864"/>
              <a:gd name="csX67" fmla="*/ 38230 w 131243"/>
              <a:gd name="csY67" fmla="*/ 42205 h 134864"/>
              <a:gd name="csX68" fmla="*/ 40561 w 131243"/>
              <a:gd name="csY68" fmla="*/ 40657 h 134864"/>
              <a:gd name="csX69" fmla="*/ 42109 w 131243"/>
              <a:gd name="csY69" fmla="*/ 38327 h 134864"/>
              <a:gd name="csX70" fmla="*/ 42637 w 131243"/>
              <a:gd name="csY70" fmla="*/ 35571 h 134864"/>
              <a:gd name="csX71" fmla="*/ 42058 w 131243"/>
              <a:gd name="csY71" fmla="*/ 32832 h 134864"/>
              <a:gd name="csX72" fmla="*/ 40459 w 131243"/>
              <a:gd name="csY72" fmla="*/ 30519 h 134864"/>
              <a:gd name="csX73" fmla="*/ 33058 w 131243"/>
              <a:gd name="csY73" fmla="*/ 23136 h 134864"/>
              <a:gd name="csX74" fmla="*/ 40459 w 131243"/>
              <a:gd name="csY74" fmla="*/ 15736 h 134864"/>
              <a:gd name="csX75" fmla="*/ 42484 w 131243"/>
              <a:gd name="csY75" fmla="*/ 12079 h 134864"/>
              <a:gd name="csX76" fmla="*/ 42092 w 131243"/>
              <a:gd name="csY76" fmla="*/ 7911 h 134864"/>
              <a:gd name="csX77" fmla="*/ 39421 w 131243"/>
              <a:gd name="csY77" fmla="*/ 4679 h 134864"/>
              <a:gd name="csX78" fmla="*/ 35389 w 131243"/>
              <a:gd name="csY78" fmla="*/ 3539 h 134864"/>
              <a:gd name="csX79" fmla="*/ 101027 w 131243"/>
              <a:gd name="csY79" fmla="*/ 95790 h 134864"/>
              <a:gd name="csX80" fmla="*/ 87229 w 131243"/>
              <a:gd name="csY80" fmla="*/ 101489 h 134864"/>
              <a:gd name="csX81" fmla="*/ 81529 w 131243"/>
              <a:gd name="csY81" fmla="*/ 115285 h 134864"/>
              <a:gd name="csX82" fmla="*/ 87229 w 131243"/>
              <a:gd name="csY82" fmla="*/ 129064 h 134864"/>
              <a:gd name="csX83" fmla="*/ 101027 w 131243"/>
              <a:gd name="csY83" fmla="*/ 134763 h 134864"/>
              <a:gd name="csX84" fmla="*/ 114808 w 131243"/>
              <a:gd name="csY84" fmla="*/ 129064 h 134864"/>
              <a:gd name="csX85" fmla="*/ 120507 w 131243"/>
              <a:gd name="csY85" fmla="*/ 115285 h 134864"/>
              <a:gd name="csX86" fmla="*/ 114808 w 131243"/>
              <a:gd name="csY86" fmla="*/ 101489 h 134864"/>
              <a:gd name="csX87" fmla="*/ 101027 w 131243"/>
              <a:gd name="csY87" fmla="*/ 95790 h 134864"/>
            </a:gdLst>
            <a:ahLst/>
            <a:cxnLst/>
            <a:rect l="l" t="t" r="r" b="b"/>
            <a:pathLst>
              <a:path w="100000" h="100000">
                <a:moveTo>
                  <a:pt x="82737" y="1"/>
                </a:moveTo>
                <a:cubicBezTo>
                  <a:pt x="81942" y="13"/>
                  <a:pt x="81160" y="202"/>
                  <a:pt x="80441" y="568"/>
                </a:cubicBezTo>
                <a:cubicBezTo>
                  <a:pt x="79734" y="934"/>
                  <a:pt x="79116" y="1451"/>
                  <a:pt x="78624" y="2081"/>
                </a:cubicBezTo>
                <a:lnTo>
                  <a:pt x="68583" y="12123"/>
                </a:lnTo>
                <a:cubicBezTo>
                  <a:pt x="68078" y="12614"/>
                  <a:pt x="67687" y="13194"/>
                  <a:pt x="67410" y="13825"/>
                </a:cubicBezTo>
                <a:cubicBezTo>
                  <a:pt x="67132" y="14468"/>
                  <a:pt x="66980" y="15162"/>
                  <a:pt x="66968" y="15856"/>
                </a:cubicBezTo>
                <a:cubicBezTo>
                  <a:pt x="66968" y="16562"/>
                  <a:pt x="67094" y="17256"/>
                  <a:pt x="67359" y="17899"/>
                </a:cubicBezTo>
                <a:cubicBezTo>
                  <a:pt x="67624" y="18555"/>
                  <a:pt x="68015" y="19136"/>
                  <a:pt x="68507" y="19627"/>
                </a:cubicBezTo>
                <a:cubicBezTo>
                  <a:pt x="69011" y="20131"/>
                  <a:pt x="69592" y="20523"/>
                  <a:pt x="70248" y="20788"/>
                </a:cubicBezTo>
                <a:cubicBezTo>
                  <a:pt x="70891" y="21040"/>
                  <a:pt x="71585" y="21179"/>
                  <a:pt x="72279" y="21166"/>
                </a:cubicBezTo>
                <a:cubicBezTo>
                  <a:pt x="72985" y="21166"/>
                  <a:pt x="73666" y="21015"/>
                  <a:pt x="74310" y="20737"/>
                </a:cubicBezTo>
                <a:cubicBezTo>
                  <a:pt x="74954" y="20460"/>
                  <a:pt x="75534" y="20056"/>
                  <a:pt x="76025" y="19552"/>
                </a:cubicBezTo>
                <a:lnTo>
                  <a:pt x="77564" y="18013"/>
                </a:lnTo>
                <a:lnTo>
                  <a:pt x="77564" y="26350"/>
                </a:lnTo>
                <a:cubicBezTo>
                  <a:pt x="77564" y="38030"/>
                  <a:pt x="68204" y="47377"/>
                  <a:pt x="56535" y="47377"/>
                </a:cubicBezTo>
                <a:lnTo>
                  <a:pt x="32882" y="47377"/>
                </a:lnTo>
                <a:cubicBezTo>
                  <a:pt x="15523" y="47377"/>
                  <a:pt x="1343" y="61555"/>
                  <a:pt x="1343" y="78911"/>
                </a:cubicBezTo>
                <a:lnTo>
                  <a:pt x="1343" y="94678"/>
                </a:lnTo>
                <a:cubicBezTo>
                  <a:pt x="1331" y="95372"/>
                  <a:pt x="1457" y="96065"/>
                  <a:pt x="1722" y="96709"/>
                </a:cubicBezTo>
                <a:cubicBezTo>
                  <a:pt x="1987" y="97351"/>
                  <a:pt x="2365" y="97945"/>
                  <a:pt x="2857" y="98437"/>
                </a:cubicBezTo>
                <a:cubicBezTo>
                  <a:pt x="3349" y="98941"/>
                  <a:pt x="3930" y="99332"/>
                  <a:pt x="4573" y="99597"/>
                </a:cubicBezTo>
                <a:cubicBezTo>
                  <a:pt x="5216" y="99862"/>
                  <a:pt x="5897" y="100001"/>
                  <a:pt x="6604" y="100001"/>
                </a:cubicBezTo>
                <a:cubicBezTo>
                  <a:pt x="7297" y="100001"/>
                  <a:pt x="7991" y="99862"/>
                  <a:pt x="8635" y="99597"/>
                </a:cubicBezTo>
                <a:cubicBezTo>
                  <a:pt x="9266" y="99332"/>
                  <a:pt x="9858" y="98941"/>
                  <a:pt x="10338" y="98437"/>
                </a:cubicBezTo>
                <a:cubicBezTo>
                  <a:pt x="10830" y="97945"/>
                  <a:pt x="11221" y="97351"/>
                  <a:pt x="11473" y="96709"/>
                </a:cubicBezTo>
                <a:cubicBezTo>
                  <a:pt x="11738" y="96065"/>
                  <a:pt x="11864" y="95372"/>
                  <a:pt x="11852" y="94678"/>
                </a:cubicBezTo>
                <a:lnTo>
                  <a:pt x="11852" y="78911"/>
                </a:lnTo>
                <a:cubicBezTo>
                  <a:pt x="11852" y="67231"/>
                  <a:pt x="21212" y="57884"/>
                  <a:pt x="32882" y="57884"/>
                </a:cubicBezTo>
                <a:lnTo>
                  <a:pt x="56535" y="57884"/>
                </a:lnTo>
                <a:cubicBezTo>
                  <a:pt x="73893" y="57884"/>
                  <a:pt x="88073" y="43706"/>
                  <a:pt x="88073" y="26350"/>
                </a:cubicBezTo>
                <a:lnTo>
                  <a:pt x="88073" y="18013"/>
                </a:lnTo>
                <a:lnTo>
                  <a:pt x="89612" y="19552"/>
                </a:lnTo>
                <a:cubicBezTo>
                  <a:pt x="90104" y="20056"/>
                  <a:pt x="90672" y="20460"/>
                  <a:pt x="91315" y="20737"/>
                </a:cubicBezTo>
                <a:cubicBezTo>
                  <a:pt x="91959" y="21015"/>
                  <a:pt x="92652" y="21166"/>
                  <a:pt x="93346" y="21166"/>
                </a:cubicBezTo>
                <a:cubicBezTo>
                  <a:pt x="94053" y="21179"/>
                  <a:pt x="94747" y="21040"/>
                  <a:pt x="95390" y="20788"/>
                </a:cubicBezTo>
                <a:cubicBezTo>
                  <a:pt x="96046" y="20523"/>
                  <a:pt x="96626" y="20131"/>
                  <a:pt x="97118" y="19627"/>
                </a:cubicBezTo>
                <a:cubicBezTo>
                  <a:pt x="97623" y="19136"/>
                  <a:pt x="98014" y="18555"/>
                  <a:pt x="98266" y="17899"/>
                </a:cubicBezTo>
                <a:cubicBezTo>
                  <a:pt x="98531" y="17256"/>
                  <a:pt x="98669" y="16562"/>
                  <a:pt x="98657" y="15856"/>
                </a:cubicBezTo>
                <a:cubicBezTo>
                  <a:pt x="98657" y="15162"/>
                  <a:pt x="98506" y="14468"/>
                  <a:pt x="98228" y="13825"/>
                </a:cubicBezTo>
                <a:cubicBezTo>
                  <a:pt x="97951" y="13194"/>
                  <a:pt x="97547" y="12614"/>
                  <a:pt x="97043" y="12123"/>
                </a:cubicBezTo>
                <a:lnTo>
                  <a:pt x="86988" y="2069"/>
                </a:lnTo>
                <a:cubicBezTo>
                  <a:pt x="86484" y="1413"/>
                  <a:pt x="85840" y="883"/>
                  <a:pt x="85108" y="530"/>
                </a:cubicBezTo>
                <a:cubicBezTo>
                  <a:pt x="84365" y="177"/>
                  <a:pt x="83556" y="-12"/>
                  <a:pt x="82737" y="1"/>
                </a:cubicBezTo>
                <a:close/>
                <a:moveTo>
                  <a:pt x="27583" y="2624"/>
                </a:moveTo>
                <a:cubicBezTo>
                  <a:pt x="26195" y="2662"/>
                  <a:pt x="24871" y="3243"/>
                  <a:pt x="23912" y="4239"/>
                </a:cubicBezTo>
                <a:lnTo>
                  <a:pt x="18424" y="9725"/>
                </a:lnTo>
                <a:lnTo>
                  <a:pt x="12949" y="4239"/>
                </a:lnTo>
                <a:cubicBezTo>
                  <a:pt x="12457" y="3734"/>
                  <a:pt x="11864" y="3331"/>
                  <a:pt x="11221" y="3065"/>
                </a:cubicBezTo>
                <a:cubicBezTo>
                  <a:pt x="10578" y="2788"/>
                  <a:pt x="9871" y="2649"/>
                  <a:pt x="9177" y="2649"/>
                </a:cubicBezTo>
                <a:cubicBezTo>
                  <a:pt x="8130" y="2649"/>
                  <a:pt x="7108" y="2965"/>
                  <a:pt x="6238" y="3545"/>
                </a:cubicBezTo>
                <a:cubicBezTo>
                  <a:pt x="5367" y="4138"/>
                  <a:pt x="4699" y="4958"/>
                  <a:pt x="4308" y="5929"/>
                </a:cubicBezTo>
                <a:cubicBezTo>
                  <a:pt x="3917" y="6900"/>
                  <a:pt x="3816" y="7960"/>
                  <a:pt x="4030" y="8982"/>
                </a:cubicBezTo>
                <a:cubicBezTo>
                  <a:pt x="4245" y="10003"/>
                  <a:pt x="4762" y="10949"/>
                  <a:pt x="5507" y="11668"/>
                </a:cubicBezTo>
                <a:lnTo>
                  <a:pt x="10994" y="17155"/>
                </a:lnTo>
                <a:lnTo>
                  <a:pt x="5507" y="22629"/>
                </a:lnTo>
                <a:cubicBezTo>
                  <a:pt x="5002" y="23121"/>
                  <a:pt x="4611" y="23702"/>
                  <a:pt x="4334" y="24345"/>
                </a:cubicBezTo>
                <a:cubicBezTo>
                  <a:pt x="4056" y="24988"/>
                  <a:pt x="3904" y="25670"/>
                  <a:pt x="3892" y="26375"/>
                </a:cubicBezTo>
                <a:cubicBezTo>
                  <a:pt x="3892" y="27069"/>
                  <a:pt x="4018" y="27763"/>
                  <a:pt x="4282" y="28419"/>
                </a:cubicBezTo>
                <a:cubicBezTo>
                  <a:pt x="4548" y="29062"/>
                  <a:pt x="4939" y="29655"/>
                  <a:pt x="5430" y="30147"/>
                </a:cubicBezTo>
                <a:cubicBezTo>
                  <a:pt x="5935" y="30639"/>
                  <a:pt x="6516" y="31030"/>
                  <a:pt x="7172" y="31294"/>
                </a:cubicBezTo>
                <a:cubicBezTo>
                  <a:pt x="7815" y="31560"/>
                  <a:pt x="8509" y="31686"/>
                  <a:pt x="9202" y="31686"/>
                </a:cubicBezTo>
                <a:cubicBezTo>
                  <a:pt x="9909" y="31673"/>
                  <a:pt x="10590" y="31535"/>
                  <a:pt x="11234" y="31257"/>
                </a:cubicBezTo>
                <a:cubicBezTo>
                  <a:pt x="11878" y="30979"/>
                  <a:pt x="12457" y="30576"/>
                  <a:pt x="12949" y="30071"/>
                </a:cubicBezTo>
                <a:lnTo>
                  <a:pt x="18424" y="24584"/>
                </a:lnTo>
                <a:lnTo>
                  <a:pt x="23912" y="30071"/>
                </a:lnTo>
                <a:cubicBezTo>
                  <a:pt x="24392" y="30576"/>
                  <a:pt x="24971" y="30979"/>
                  <a:pt x="25615" y="31257"/>
                </a:cubicBezTo>
                <a:cubicBezTo>
                  <a:pt x="26259" y="31535"/>
                  <a:pt x="26952" y="31673"/>
                  <a:pt x="27646" y="31686"/>
                </a:cubicBezTo>
                <a:cubicBezTo>
                  <a:pt x="28353" y="31686"/>
                  <a:pt x="29047" y="31560"/>
                  <a:pt x="29690" y="31294"/>
                </a:cubicBezTo>
                <a:cubicBezTo>
                  <a:pt x="30333" y="31030"/>
                  <a:pt x="30926" y="30639"/>
                  <a:pt x="31418" y="30147"/>
                </a:cubicBezTo>
                <a:cubicBezTo>
                  <a:pt x="31910" y="29655"/>
                  <a:pt x="32301" y="29062"/>
                  <a:pt x="32566" y="28419"/>
                </a:cubicBezTo>
                <a:cubicBezTo>
                  <a:pt x="32831" y="27763"/>
                  <a:pt x="32970" y="27069"/>
                  <a:pt x="32957" y="26375"/>
                </a:cubicBezTo>
                <a:cubicBezTo>
                  <a:pt x="32945" y="25670"/>
                  <a:pt x="32806" y="24988"/>
                  <a:pt x="32528" y="24345"/>
                </a:cubicBezTo>
                <a:cubicBezTo>
                  <a:pt x="32251" y="23702"/>
                  <a:pt x="31847" y="23121"/>
                  <a:pt x="31342" y="22629"/>
                </a:cubicBezTo>
                <a:lnTo>
                  <a:pt x="25855" y="17155"/>
                </a:lnTo>
                <a:lnTo>
                  <a:pt x="31342" y="11668"/>
                </a:lnTo>
                <a:cubicBezTo>
                  <a:pt x="32112" y="10936"/>
                  <a:pt x="32629" y="9990"/>
                  <a:pt x="32844" y="8956"/>
                </a:cubicBezTo>
                <a:cubicBezTo>
                  <a:pt x="33071" y="7922"/>
                  <a:pt x="32970" y="6837"/>
                  <a:pt x="32553" y="5866"/>
                </a:cubicBezTo>
                <a:cubicBezTo>
                  <a:pt x="32150" y="4882"/>
                  <a:pt x="31456" y="4049"/>
                  <a:pt x="30573" y="3469"/>
                </a:cubicBezTo>
                <a:cubicBezTo>
                  <a:pt x="29677" y="2889"/>
                  <a:pt x="28643" y="2599"/>
                  <a:pt x="27583" y="2624"/>
                </a:cubicBezTo>
                <a:close/>
                <a:moveTo>
                  <a:pt x="76253" y="71027"/>
                </a:moveTo>
                <a:cubicBezTo>
                  <a:pt x="72418" y="71027"/>
                  <a:pt x="68734" y="72541"/>
                  <a:pt x="66022" y="75253"/>
                </a:cubicBezTo>
                <a:cubicBezTo>
                  <a:pt x="63309" y="77965"/>
                  <a:pt x="61795" y="81648"/>
                  <a:pt x="61795" y="85482"/>
                </a:cubicBezTo>
                <a:cubicBezTo>
                  <a:pt x="61795" y="89305"/>
                  <a:pt x="63309" y="92988"/>
                  <a:pt x="66022" y="95699"/>
                </a:cubicBezTo>
                <a:cubicBezTo>
                  <a:pt x="68734" y="98411"/>
                  <a:pt x="72418" y="99925"/>
                  <a:pt x="76253" y="99925"/>
                </a:cubicBezTo>
                <a:cubicBezTo>
                  <a:pt x="80075" y="99925"/>
                  <a:pt x="83759" y="98411"/>
                  <a:pt x="86471" y="95699"/>
                </a:cubicBezTo>
                <a:cubicBezTo>
                  <a:pt x="89183" y="92988"/>
                  <a:pt x="90697" y="89305"/>
                  <a:pt x="90697" y="85482"/>
                </a:cubicBezTo>
                <a:cubicBezTo>
                  <a:pt x="90697" y="81648"/>
                  <a:pt x="89183" y="77965"/>
                  <a:pt x="86471" y="75253"/>
                </a:cubicBezTo>
                <a:cubicBezTo>
                  <a:pt x="83759" y="72541"/>
                  <a:pt x="80075" y="71027"/>
                  <a:pt x="76253" y="7102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3" name="Красный — SVG 6">
            <a:extLst>
              <a:ext uri="{FF2B5EF4-FFF2-40B4-BE49-F238E27FC236}">
                <a16:creationId xmlns:a16="http://schemas.microsoft.com/office/drawing/2014/main" id="{1F8B4A08-6350-2546-A4AB-B476DF109505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14172 w 131139"/>
              <a:gd name="csY0" fmla="*/ 0 h 141753"/>
              <a:gd name="csX1" fmla="*/ 0 w 131139"/>
              <a:gd name="csY1" fmla="*/ 14170 h 141753"/>
              <a:gd name="csX2" fmla="*/ 0 w 131139"/>
              <a:gd name="csY2" fmla="*/ 113413 h 141753"/>
              <a:gd name="csX3" fmla="*/ 14172 w 131139"/>
              <a:gd name="csY3" fmla="*/ 127583 h 141753"/>
              <a:gd name="csX4" fmla="*/ 63800 w 131139"/>
              <a:gd name="csY4" fmla="*/ 127583 h 141753"/>
              <a:gd name="csX5" fmla="*/ 63800 w 131139"/>
              <a:gd name="csY5" fmla="*/ 122259 h 141753"/>
              <a:gd name="csX6" fmla="*/ 65008 w 131139"/>
              <a:gd name="csY6" fmla="*/ 116951 h 141753"/>
              <a:gd name="csX7" fmla="*/ 65876 w 131139"/>
              <a:gd name="csY7" fmla="*/ 115386 h 141753"/>
              <a:gd name="csX8" fmla="*/ 71694 w 131139"/>
              <a:gd name="csY8" fmla="*/ 106677 h 141753"/>
              <a:gd name="csX9" fmla="*/ 74145 w 131139"/>
              <a:gd name="csY9" fmla="*/ 95687 h 141753"/>
              <a:gd name="csX10" fmla="*/ 53167 w 131139"/>
              <a:gd name="csY10" fmla="*/ 95687 h 141753"/>
              <a:gd name="csX11" fmla="*/ 53167 w 131139"/>
              <a:gd name="csY11" fmla="*/ 116951 h 141753"/>
              <a:gd name="csX12" fmla="*/ 31900 w 131139"/>
              <a:gd name="csY12" fmla="*/ 116951 h 141753"/>
              <a:gd name="csX13" fmla="*/ 31900 w 131139"/>
              <a:gd name="csY13" fmla="*/ 95687 h 141753"/>
              <a:gd name="csX14" fmla="*/ 10633 w 131139"/>
              <a:gd name="csY14" fmla="*/ 95687 h 141753"/>
              <a:gd name="csX15" fmla="*/ 10633 w 131139"/>
              <a:gd name="csY15" fmla="*/ 74424 h 141753"/>
              <a:gd name="csX16" fmla="*/ 31900 w 131139"/>
              <a:gd name="csY16" fmla="*/ 74424 h 141753"/>
              <a:gd name="csX17" fmla="*/ 31900 w 131139"/>
              <a:gd name="csY17" fmla="*/ 53160 h 141753"/>
              <a:gd name="csX18" fmla="*/ 10633 w 131139"/>
              <a:gd name="csY18" fmla="*/ 53160 h 141753"/>
              <a:gd name="csX19" fmla="*/ 10633 w 131139"/>
              <a:gd name="csY19" fmla="*/ 31896 h 141753"/>
              <a:gd name="csX20" fmla="*/ 31900 w 131139"/>
              <a:gd name="csY20" fmla="*/ 31896 h 141753"/>
              <a:gd name="csX21" fmla="*/ 31900 w 131139"/>
              <a:gd name="csY21" fmla="*/ 10632 h 141753"/>
              <a:gd name="csX22" fmla="*/ 53167 w 131139"/>
              <a:gd name="csY22" fmla="*/ 10632 h 141753"/>
              <a:gd name="csX23" fmla="*/ 53167 w 131139"/>
              <a:gd name="csY23" fmla="*/ 31896 h 141753"/>
              <a:gd name="csX24" fmla="*/ 74434 w 131139"/>
              <a:gd name="csY24" fmla="*/ 31896 h 141753"/>
              <a:gd name="csX25" fmla="*/ 74434 w 131139"/>
              <a:gd name="csY25" fmla="*/ 10632 h 141753"/>
              <a:gd name="csX26" fmla="*/ 95700 w 131139"/>
              <a:gd name="csY26" fmla="*/ 10632 h 141753"/>
              <a:gd name="csX27" fmla="*/ 95700 w 131139"/>
              <a:gd name="csY27" fmla="*/ 31896 h 141753"/>
              <a:gd name="csX28" fmla="*/ 116967 w 131139"/>
              <a:gd name="csY28" fmla="*/ 31896 h 141753"/>
              <a:gd name="csX29" fmla="*/ 116967 w 131139"/>
              <a:gd name="csY29" fmla="*/ 42528 h 141753"/>
              <a:gd name="csX30" fmla="*/ 127601 w 131139"/>
              <a:gd name="csY30" fmla="*/ 42528 h 141753"/>
              <a:gd name="csX31" fmla="*/ 127601 w 131139"/>
              <a:gd name="csY31" fmla="*/ 14170 h 141753"/>
              <a:gd name="csX32" fmla="*/ 113428 w 131139"/>
              <a:gd name="csY32" fmla="*/ 0 h 141753"/>
              <a:gd name="csX33" fmla="*/ 14172 w 131139"/>
              <a:gd name="csY33" fmla="*/ 0 h 141753"/>
              <a:gd name="csX34" fmla="*/ 95700 w 131139"/>
              <a:gd name="csY34" fmla="*/ 31896 h 141753"/>
              <a:gd name="csX35" fmla="*/ 74434 w 131139"/>
              <a:gd name="csY35" fmla="*/ 31896 h 141753"/>
              <a:gd name="csX36" fmla="*/ 74434 w 131139"/>
              <a:gd name="csY36" fmla="*/ 42715 h 141753"/>
              <a:gd name="csX37" fmla="*/ 76203 w 131139"/>
              <a:gd name="csY37" fmla="*/ 42528 h 141753"/>
              <a:gd name="csX38" fmla="*/ 95700 w 131139"/>
              <a:gd name="csY38" fmla="*/ 42528 h 141753"/>
              <a:gd name="csX39" fmla="*/ 95700 w 131139"/>
              <a:gd name="csY39" fmla="*/ 31896 h 141753"/>
              <a:gd name="csX40" fmla="*/ 53167 w 131139"/>
              <a:gd name="csY40" fmla="*/ 31896 h 141753"/>
              <a:gd name="csX41" fmla="*/ 31900 w 131139"/>
              <a:gd name="csY41" fmla="*/ 31896 h 141753"/>
              <a:gd name="csX42" fmla="*/ 31900 w 131139"/>
              <a:gd name="csY42" fmla="*/ 53160 h 141753"/>
              <a:gd name="csX43" fmla="*/ 53167 w 131139"/>
              <a:gd name="csY43" fmla="*/ 53160 h 141753"/>
              <a:gd name="csX44" fmla="*/ 53167 w 131139"/>
              <a:gd name="csY44" fmla="*/ 31896 h 141753"/>
              <a:gd name="csX45" fmla="*/ 53167 w 131139"/>
              <a:gd name="csY45" fmla="*/ 53160 h 141753"/>
              <a:gd name="csX46" fmla="*/ 53167 w 131139"/>
              <a:gd name="csY46" fmla="*/ 74424 h 141753"/>
              <a:gd name="csX47" fmla="*/ 63800 w 131139"/>
              <a:gd name="csY47" fmla="*/ 74424 h 141753"/>
              <a:gd name="csX48" fmla="*/ 63800 w 131139"/>
              <a:gd name="csY48" fmla="*/ 54929 h 141753"/>
              <a:gd name="csX49" fmla="*/ 63988 w 131139"/>
              <a:gd name="csY49" fmla="*/ 53160 h 141753"/>
              <a:gd name="csX50" fmla="*/ 53167 w 131139"/>
              <a:gd name="csY50" fmla="*/ 53160 h 141753"/>
              <a:gd name="csX51" fmla="*/ 53167 w 131139"/>
              <a:gd name="csY51" fmla="*/ 74424 h 141753"/>
              <a:gd name="csX52" fmla="*/ 31900 w 131139"/>
              <a:gd name="csY52" fmla="*/ 74424 h 141753"/>
              <a:gd name="csX53" fmla="*/ 31900 w 131139"/>
              <a:gd name="csY53" fmla="*/ 95687 h 141753"/>
              <a:gd name="csX54" fmla="*/ 53167 w 131139"/>
              <a:gd name="csY54" fmla="*/ 95687 h 141753"/>
              <a:gd name="csX55" fmla="*/ 53167 w 131139"/>
              <a:gd name="csY55" fmla="*/ 74424 h 141753"/>
              <a:gd name="csX56" fmla="*/ 76203 w 131139"/>
              <a:gd name="csY56" fmla="*/ 49621 h 141753"/>
              <a:gd name="csX57" fmla="*/ 70895 w 131139"/>
              <a:gd name="csY57" fmla="*/ 54929 h 141753"/>
              <a:gd name="csX58" fmla="*/ 70895 w 131139"/>
              <a:gd name="csY58" fmla="*/ 76193 h 141753"/>
              <a:gd name="csX59" fmla="*/ 76203 w 131139"/>
              <a:gd name="csY59" fmla="*/ 81517 h 141753"/>
              <a:gd name="csX60" fmla="*/ 84540 w 131139"/>
              <a:gd name="csY60" fmla="*/ 81517 h 141753"/>
              <a:gd name="csX61" fmla="*/ 78330 w 131139"/>
              <a:gd name="csY61" fmla="*/ 109517 h 141753"/>
              <a:gd name="csX62" fmla="*/ 71779 w 131139"/>
              <a:gd name="csY62" fmla="*/ 119316 h 141753"/>
              <a:gd name="csX63" fmla="*/ 70895 w 131139"/>
              <a:gd name="csY63" fmla="*/ 122259 h 141753"/>
              <a:gd name="csX64" fmla="*/ 70895 w 131139"/>
              <a:gd name="csY64" fmla="*/ 136446 h 141753"/>
              <a:gd name="csX65" fmla="*/ 76203 w 131139"/>
              <a:gd name="csY65" fmla="*/ 141754 h 141753"/>
              <a:gd name="csX66" fmla="*/ 125831 w 131139"/>
              <a:gd name="csY66" fmla="*/ 141754 h 141753"/>
              <a:gd name="csX67" fmla="*/ 131139 w 131139"/>
              <a:gd name="csY67" fmla="*/ 136446 h 141753"/>
              <a:gd name="csX68" fmla="*/ 131139 w 131139"/>
              <a:gd name="csY68" fmla="*/ 122259 h 141753"/>
              <a:gd name="csX69" fmla="*/ 130255 w 131139"/>
              <a:gd name="csY69" fmla="*/ 119316 h 141753"/>
              <a:gd name="csX70" fmla="*/ 123704 w 131139"/>
              <a:gd name="csY70" fmla="*/ 109517 h 141753"/>
              <a:gd name="csX71" fmla="*/ 117495 w 131139"/>
              <a:gd name="csY71" fmla="*/ 81517 h 141753"/>
              <a:gd name="csX72" fmla="*/ 125831 w 131139"/>
              <a:gd name="csY72" fmla="*/ 81517 h 141753"/>
              <a:gd name="csX73" fmla="*/ 131139 w 131139"/>
              <a:gd name="csY73" fmla="*/ 76193 h 141753"/>
              <a:gd name="csX74" fmla="*/ 131139 w 131139"/>
              <a:gd name="csY74" fmla="*/ 54929 h 141753"/>
              <a:gd name="csX75" fmla="*/ 125831 w 131139"/>
              <a:gd name="csY75" fmla="*/ 49621 h 141753"/>
              <a:gd name="csX76" fmla="*/ 116967 w 131139"/>
              <a:gd name="csY76" fmla="*/ 49621 h 141753"/>
              <a:gd name="csX77" fmla="*/ 116967 w 131139"/>
              <a:gd name="csY77" fmla="*/ 58467 h 141753"/>
              <a:gd name="csX78" fmla="*/ 113428 w 131139"/>
              <a:gd name="csY78" fmla="*/ 62022 h 141753"/>
              <a:gd name="csX79" fmla="*/ 109873 w 131139"/>
              <a:gd name="csY79" fmla="*/ 58467 h 141753"/>
              <a:gd name="csX80" fmla="*/ 109873 w 131139"/>
              <a:gd name="csY80" fmla="*/ 49621 h 141753"/>
              <a:gd name="csX81" fmla="*/ 92162 w 131139"/>
              <a:gd name="csY81" fmla="*/ 49621 h 141753"/>
              <a:gd name="csX82" fmla="*/ 92162 w 131139"/>
              <a:gd name="csY82" fmla="*/ 58467 h 141753"/>
              <a:gd name="csX83" fmla="*/ 88606 w 131139"/>
              <a:gd name="csY83" fmla="*/ 62022 h 141753"/>
              <a:gd name="csX84" fmla="*/ 85067 w 131139"/>
              <a:gd name="csY84" fmla="*/ 58467 h 141753"/>
              <a:gd name="csX85" fmla="*/ 85067 w 131139"/>
              <a:gd name="csY85" fmla="*/ 49621 h 141753"/>
              <a:gd name="csX86" fmla="*/ 76203 w 131139"/>
              <a:gd name="csY86" fmla="*/ 49621 h 141753"/>
            </a:gdLst>
            <a:ahLst/>
            <a:cxnLst/>
            <a:rect l="l" t="t" r="r" b="b"/>
            <a:pathLst>
              <a:path w="100000" h="100000">
                <a:moveTo>
                  <a:pt x="13742" y="0"/>
                </a:moveTo>
                <a:cubicBezTo>
                  <a:pt x="8221" y="0"/>
                  <a:pt x="3744" y="4476"/>
                  <a:pt x="3744" y="9996"/>
                </a:cubicBezTo>
                <a:lnTo>
                  <a:pt x="3744" y="80007"/>
                </a:lnTo>
                <a:cubicBezTo>
                  <a:pt x="3744" y="85528"/>
                  <a:pt x="8221" y="90004"/>
                  <a:pt x="13742" y="90004"/>
                </a:cubicBezTo>
                <a:lnTo>
                  <a:pt x="48752" y="90004"/>
                </a:lnTo>
                <a:lnTo>
                  <a:pt x="48752" y="86248"/>
                </a:lnTo>
                <a:cubicBezTo>
                  <a:pt x="48752" y="84952"/>
                  <a:pt x="49052" y="83667"/>
                  <a:pt x="49604" y="82503"/>
                </a:cubicBezTo>
                <a:cubicBezTo>
                  <a:pt x="49784" y="82132"/>
                  <a:pt x="49988" y="81759"/>
                  <a:pt x="50216" y="81399"/>
                </a:cubicBezTo>
                <a:lnTo>
                  <a:pt x="54321" y="75256"/>
                </a:lnTo>
                <a:lnTo>
                  <a:pt x="56050" y="67503"/>
                </a:lnTo>
                <a:lnTo>
                  <a:pt x="41251" y="67503"/>
                </a:lnTo>
                <a:lnTo>
                  <a:pt x="41251" y="82503"/>
                </a:lnTo>
                <a:lnTo>
                  <a:pt x="26248" y="82503"/>
                </a:lnTo>
                <a:lnTo>
                  <a:pt x="26248" y="67503"/>
                </a:lnTo>
                <a:lnTo>
                  <a:pt x="11245" y="67503"/>
                </a:lnTo>
                <a:lnTo>
                  <a:pt x="11245" y="52503"/>
                </a:lnTo>
                <a:lnTo>
                  <a:pt x="26248" y="52503"/>
                </a:lnTo>
                <a:lnTo>
                  <a:pt x="26248" y="37502"/>
                </a:lnTo>
                <a:lnTo>
                  <a:pt x="11245" y="37502"/>
                </a:lnTo>
                <a:lnTo>
                  <a:pt x="11245" y="22501"/>
                </a:lnTo>
                <a:lnTo>
                  <a:pt x="26248" y="22501"/>
                </a:lnTo>
                <a:lnTo>
                  <a:pt x="26248" y="7500"/>
                </a:lnTo>
                <a:lnTo>
                  <a:pt x="41251" y="7500"/>
                </a:lnTo>
                <a:lnTo>
                  <a:pt x="41251" y="22501"/>
                </a:lnTo>
                <a:lnTo>
                  <a:pt x="56253" y="22501"/>
                </a:lnTo>
                <a:lnTo>
                  <a:pt x="56253" y="7500"/>
                </a:lnTo>
                <a:lnTo>
                  <a:pt x="71256" y="7500"/>
                </a:lnTo>
                <a:lnTo>
                  <a:pt x="71256" y="22501"/>
                </a:lnTo>
                <a:lnTo>
                  <a:pt x="86258" y="22501"/>
                </a:lnTo>
                <a:lnTo>
                  <a:pt x="86258" y="30001"/>
                </a:lnTo>
                <a:lnTo>
                  <a:pt x="93760" y="30001"/>
                </a:lnTo>
                <a:lnTo>
                  <a:pt x="93760" y="9996"/>
                </a:lnTo>
                <a:cubicBezTo>
                  <a:pt x="93760" y="4476"/>
                  <a:pt x="89283" y="0"/>
                  <a:pt x="83762" y="0"/>
                </a:cubicBezTo>
                <a:lnTo>
                  <a:pt x="13742" y="0"/>
                </a:lnTo>
                <a:close/>
                <a:moveTo>
                  <a:pt x="71256" y="22501"/>
                </a:moveTo>
                <a:lnTo>
                  <a:pt x="56253" y="22501"/>
                </a:lnTo>
                <a:lnTo>
                  <a:pt x="56253" y="30133"/>
                </a:lnTo>
                <a:cubicBezTo>
                  <a:pt x="56661" y="30073"/>
                  <a:pt x="57081" y="30001"/>
                  <a:pt x="57501" y="30001"/>
                </a:cubicBezTo>
                <a:lnTo>
                  <a:pt x="71256" y="30001"/>
                </a:lnTo>
                <a:lnTo>
                  <a:pt x="71256" y="22501"/>
                </a:lnTo>
                <a:close/>
                <a:moveTo>
                  <a:pt x="41251" y="22501"/>
                </a:moveTo>
                <a:lnTo>
                  <a:pt x="26248" y="22501"/>
                </a:lnTo>
                <a:lnTo>
                  <a:pt x="26248" y="37502"/>
                </a:lnTo>
                <a:lnTo>
                  <a:pt x="41251" y="37502"/>
                </a:lnTo>
                <a:lnTo>
                  <a:pt x="41251" y="22501"/>
                </a:lnTo>
                <a:close/>
                <a:moveTo>
                  <a:pt x="41251" y="37502"/>
                </a:moveTo>
                <a:lnTo>
                  <a:pt x="41251" y="52503"/>
                </a:lnTo>
                <a:lnTo>
                  <a:pt x="48752" y="52503"/>
                </a:lnTo>
                <a:lnTo>
                  <a:pt x="48752" y="38750"/>
                </a:lnTo>
                <a:cubicBezTo>
                  <a:pt x="48752" y="38329"/>
                  <a:pt x="48824" y="37910"/>
                  <a:pt x="48884" y="37502"/>
                </a:cubicBezTo>
                <a:lnTo>
                  <a:pt x="41251" y="37502"/>
                </a:lnTo>
                <a:close/>
                <a:moveTo>
                  <a:pt x="41251" y="52503"/>
                </a:moveTo>
                <a:lnTo>
                  <a:pt x="26248" y="52503"/>
                </a:lnTo>
                <a:lnTo>
                  <a:pt x="26248" y="67503"/>
                </a:lnTo>
                <a:lnTo>
                  <a:pt x="41251" y="67503"/>
                </a:lnTo>
                <a:lnTo>
                  <a:pt x="41251" y="52503"/>
                </a:lnTo>
                <a:close/>
                <a:moveTo>
                  <a:pt x="57501" y="35005"/>
                </a:moveTo>
                <a:cubicBezTo>
                  <a:pt x="55437" y="35005"/>
                  <a:pt x="53757" y="36674"/>
                  <a:pt x="53757" y="38750"/>
                </a:cubicBezTo>
                <a:lnTo>
                  <a:pt x="53757" y="53751"/>
                </a:lnTo>
                <a:cubicBezTo>
                  <a:pt x="53757" y="55827"/>
                  <a:pt x="55437" y="57506"/>
                  <a:pt x="57501" y="57506"/>
                </a:cubicBezTo>
                <a:lnTo>
                  <a:pt x="63383" y="57506"/>
                </a:lnTo>
                <a:lnTo>
                  <a:pt x="59002" y="77259"/>
                </a:lnTo>
                <a:lnTo>
                  <a:pt x="54381" y="84172"/>
                </a:lnTo>
                <a:cubicBezTo>
                  <a:pt x="53973" y="84795"/>
                  <a:pt x="53757" y="85516"/>
                  <a:pt x="53757" y="86248"/>
                </a:cubicBezTo>
                <a:lnTo>
                  <a:pt x="53757" y="96256"/>
                </a:lnTo>
                <a:cubicBezTo>
                  <a:pt x="53757" y="98332"/>
                  <a:pt x="55437" y="100001"/>
                  <a:pt x="57501" y="100001"/>
                </a:cubicBezTo>
                <a:lnTo>
                  <a:pt x="92512" y="100001"/>
                </a:lnTo>
                <a:cubicBezTo>
                  <a:pt x="94576" y="100001"/>
                  <a:pt x="96256" y="98332"/>
                  <a:pt x="96256" y="96256"/>
                </a:cubicBezTo>
                <a:lnTo>
                  <a:pt x="96256" y="86248"/>
                </a:lnTo>
                <a:cubicBezTo>
                  <a:pt x="96256" y="85516"/>
                  <a:pt x="96040" y="84795"/>
                  <a:pt x="95633" y="84172"/>
                </a:cubicBezTo>
                <a:lnTo>
                  <a:pt x="91011" y="77259"/>
                </a:lnTo>
                <a:lnTo>
                  <a:pt x="86631" y="57506"/>
                </a:lnTo>
                <a:lnTo>
                  <a:pt x="92512" y="57506"/>
                </a:lnTo>
                <a:cubicBezTo>
                  <a:pt x="94576" y="57506"/>
                  <a:pt x="96256" y="55827"/>
                  <a:pt x="96256" y="53751"/>
                </a:cubicBezTo>
                <a:lnTo>
                  <a:pt x="96256" y="38750"/>
                </a:lnTo>
                <a:cubicBezTo>
                  <a:pt x="96256" y="36674"/>
                  <a:pt x="94576" y="35005"/>
                  <a:pt x="92512" y="35005"/>
                </a:cubicBezTo>
                <a:lnTo>
                  <a:pt x="86258" y="35005"/>
                </a:lnTo>
                <a:lnTo>
                  <a:pt x="86258" y="41246"/>
                </a:lnTo>
                <a:cubicBezTo>
                  <a:pt x="86258" y="42626"/>
                  <a:pt x="85142" y="43754"/>
                  <a:pt x="83762" y="43754"/>
                </a:cubicBezTo>
                <a:cubicBezTo>
                  <a:pt x="82370" y="43754"/>
                  <a:pt x="81254" y="42626"/>
                  <a:pt x="81254" y="41246"/>
                </a:cubicBezTo>
                <a:lnTo>
                  <a:pt x="81254" y="35005"/>
                </a:lnTo>
                <a:lnTo>
                  <a:pt x="68760" y="35005"/>
                </a:lnTo>
                <a:lnTo>
                  <a:pt x="68760" y="41246"/>
                </a:lnTo>
                <a:cubicBezTo>
                  <a:pt x="68760" y="42626"/>
                  <a:pt x="67643" y="43754"/>
                  <a:pt x="66251" y="43754"/>
                </a:cubicBezTo>
                <a:cubicBezTo>
                  <a:pt x="64871" y="43754"/>
                  <a:pt x="63755" y="42626"/>
                  <a:pt x="63755" y="41246"/>
                </a:cubicBezTo>
                <a:lnTo>
                  <a:pt x="63755" y="35005"/>
                </a:lnTo>
                <a:lnTo>
                  <a:pt x="57501" y="3500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4" name="Красный — SVG 7">
            <a:extLst>
              <a:ext uri="{FF2B5EF4-FFF2-40B4-BE49-F238E27FC236}">
                <a16:creationId xmlns:a16="http://schemas.microsoft.com/office/drawing/2014/main" id="{755463BC-09C8-6244-A2CF-7B49533E50CD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121169 w 143542"/>
              <a:gd name="csY0" fmla="*/ 48 h 133619"/>
              <a:gd name="csX1" fmla="*/ 118277 w 143542"/>
              <a:gd name="csY1" fmla="*/ 660 h 133619"/>
              <a:gd name="csX2" fmla="*/ 56706 w 143542"/>
              <a:gd name="csY2" fmla="*/ 21635 h 133619"/>
              <a:gd name="csX3" fmla="*/ 56706 w 143542"/>
              <a:gd name="csY3" fmla="*/ 96739 h 133619"/>
              <a:gd name="csX4" fmla="*/ 118277 w 143542"/>
              <a:gd name="csY4" fmla="*/ 117731 h 133619"/>
              <a:gd name="csX5" fmla="*/ 129506 w 143542"/>
              <a:gd name="csY5" fmla="*/ 116081 h 133619"/>
              <a:gd name="csX6" fmla="*/ 134695 w 143542"/>
              <a:gd name="csY6" fmla="*/ 105993 h 133619"/>
              <a:gd name="csX7" fmla="*/ 134695 w 143542"/>
              <a:gd name="csY7" fmla="*/ 74097 h 133619"/>
              <a:gd name="csX8" fmla="*/ 143542 w 143542"/>
              <a:gd name="csY8" fmla="*/ 60965 h 133619"/>
              <a:gd name="csX9" fmla="*/ 134695 w 143542"/>
              <a:gd name="csY9" fmla="*/ 47849 h 133619"/>
              <a:gd name="csX10" fmla="*/ 134695 w 143542"/>
              <a:gd name="csY10" fmla="*/ 12398 h 133619"/>
              <a:gd name="csX11" fmla="*/ 129506 w 143542"/>
              <a:gd name="csY11" fmla="*/ 2311 h 133619"/>
              <a:gd name="csX12" fmla="*/ 121169 w 143542"/>
              <a:gd name="csY12" fmla="*/ 48 h 133619"/>
              <a:gd name="csX13" fmla="*/ 46072 w 143542"/>
              <a:gd name="csY13" fmla="*/ 24153 h 133619"/>
              <a:gd name="csX14" fmla="*/ 18000 w 143542"/>
              <a:gd name="csY14" fmla="*/ 26313 h 133619"/>
              <a:gd name="csX15" fmla="*/ 0 w 143542"/>
              <a:gd name="csY15" fmla="*/ 45740 h 133619"/>
              <a:gd name="csX16" fmla="*/ 0 w 143542"/>
              <a:gd name="csY16" fmla="*/ 72651 h 133619"/>
              <a:gd name="csX17" fmla="*/ 17201 w 143542"/>
              <a:gd name="csY17" fmla="*/ 92010 h 133619"/>
              <a:gd name="csX18" fmla="*/ 20552 w 143542"/>
              <a:gd name="csY18" fmla="*/ 122222 h 133619"/>
              <a:gd name="csX19" fmla="*/ 33278 w 143542"/>
              <a:gd name="csY19" fmla="*/ 133619 h 133619"/>
              <a:gd name="csX20" fmla="*/ 46072 w 143542"/>
              <a:gd name="csY20" fmla="*/ 120810 h 133619"/>
              <a:gd name="csX21" fmla="*/ 46072 w 143542"/>
              <a:gd name="csY21" fmla="*/ 24153 h 133619"/>
            </a:gdLst>
            <a:ahLst/>
            <a:cxnLst/>
            <a:rect l="l" t="t" r="r" b="b"/>
            <a:pathLst>
              <a:path w="100000" h="100000">
                <a:moveTo>
                  <a:pt x="84414" y="3490"/>
                </a:moveTo>
                <a:cubicBezTo>
                  <a:pt x="83739" y="3549"/>
                  <a:pt x="83051" y="3691"/>
                  <a:pt x="82399" y="3916"/>
                </a:cubicBezTo>
                <a:lnTo>
                  <a:pt x="39505" y="18529"/>
                </a:lnTo>
                <a:lnTo>
                  <a:pt x="39505" y="70851"/>
                </a:lnTo>
                <a:lnTo>
                  <a:pt x="82399" y="85475"/>
                </a:lnTo>
                <a:cubicBezTo>
                  <a:pt x="85030" y="86376"/>
                  <a:pt x="87958" y="85937"/>
                  <a:pt x="90222" y="84325"/>
                </a:cubicBezTo>
                <a:cubicBezTo>
                  <a:pt x="92486" y="82702"/>
                  <a:pt x="93837" y="80083"/>
                  <a:pt x="93837" y="77298"/>
                </a:cubicBezTo>
                <a:lnTo>
                  <a:pt x="93837" y="55077"/>
                </a:lnTo>
                <a:cubicBezTo>
                  <a:pt x="97452" y="53608"/>
                  <a:pt x="100000" y="50076"/>
                  <a:pt x="100000" y="45928"/>
                </a:cubicBezTo>
                <a:cubicBezTo>
                  <a:pt x="100000" y="41792"/>
                  <a:pt x="97452" y="38249"/>
                  <a:pt x="93837" y="36791"/>
                </a:cubicBezTo>
                <a:lnTo>
                  <a:pt x="93837" y="12094"/>
                </a:lnTo>
                <a:cubicBezTo>
                  <a:pt x="93837" y="9308"/>
                  <a:pt x="92486" y="6678"/>
                  <a:pt x="90222" y="5066"/>
                </a:cubicBezTo>
                <a:cubicBezTo>
                  <a:pt x="88527" y="3845"/>
                  <a:pt x="86453" y="3312"/>
                  <a:pt x="84414" y="3490"/>
                </a:cubicBezTo>
                <a:close/>
                <a:moveTo>
                  <a:pt x="32097" y="20283"/>
                </a:moveTo>
                <a:lnTo>
                  <a:pt x="12540" y="21788"/>
                </a:lnTo>
                <a:cubicBezTo>
                  <a:pt x="5499" y="22321"/>
                  <a:pt x="0" y="28270"/>
                  <a:pt x="0" y="35322"/>
                </a:cubicBezTo>
                <a:lnTo>
                  <a:pt x="0" y="54070"/>
                </a:lnTo>
                <a:cubicBezTo>
                  <a:pt x="0" y="60932"/>
                  <a:pt x="5227" y="66750"/>
                  <a:pt x="11983" y="67556"/>
                </a:cubicBezTo>
                <a:lnTo>
                  <a:pt x="14318" y="88604"/>
                </a:lnTo>
                <a:cubicBezTo>
                  <a:pt x="14828" y="93131"/>
                  <a:pt x="18632" y="96544"/>
                  <a:pt x="23183" y="96544"/>
                </a:cubicBezTo>
                <a:cubicBezTo>
                  <a:pt x="28103" y="96544"/>
                  <a:pt x="32097" y="92538"/>
                  <a:pt x="32097" y="87620"/>
                </a:cubicBezTo>
                <a:lnTo>
                  <a:pt x="32097" y="2028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5" name="Красный — SVG 8">
            <a:extLst>
              <a:ext uri="{FF2B5EF4-FFF2-40B4-BE49-F238E27FC236}">
                <a16:creationId xmlns:a16="http://schemas.microsoft.com/office/drawing/2014/main" id="{7475E5B4-C8CF-B940-AFC8-32FBE8564D68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146520 w 148867"/>
              <a:gd name="csY0" fmla="*/ 46389 h 123857"/>
              <a:gd name="csX1" fmla="*/ 146486 w 148867"/>
              <a:gd name="csY1" fmla="*/ 46321 h 123857"/>
              <a:gd name="csX2" fmla="*/ 141773 w 148867"/>
              <a:gd name="csY2" fmla="*/ 43276 h 123857"/>
              <a:gd name="csX3" fmla="*/ 128128 w 148867"/>
              <a:gd name="csY3" fmla="*/ 43157 h 123857"/>
              <a:gd name="csX4" fmla="*/ 113309 w 148867"/>
              <a:gd name="csY4" fmla="*/ 54538 h 123857"/>
              <a:gd name="csX5" fmla="*/ 113428 w 148867"/>
              <a:gd name="csY5" fmla="*/ 56528 h 123857"/>
              <a:gd name="csX6" fmla="*/ 103220 w 148867"/>
              <a:gd name="csY6" fmla="*/ 75665 h 123857"/>
              <a:gd name="csX7" fmla="*/ 116219 w 148867"/>
              <a:gd name="csY7" fmla="*/ 90754 h 123857"/>
              <a:gd name="csX8" fmla="*/ 120659 w 148867"/>
              <a:gd name="csY8" fmla="*/ 110436 h 123857"/>
              <a:gd name="csX9" fmla="*/ 148867 w 148867"/>
              <a:gd name="csY9" fmla="*/ 61836 h 123857"/>
              <a:gd name="csX10" fmla="*/ 146520 w 148867"/>
              <a:gd name="csY10" fmla="*/ 46389 h 123857"/>
              <a:gd name="csX11" fmla="*/ 108240 w 148867"/>
              <a:gd name="csY11" fmla="*/ 42426 h 123857"/>
              <a:gd name="csX12" fmla="*/ 125610 w 148867"/>
              <a:gd name="csY12" fmla="*/ 32814 h 123857"/>
              <a:gd name="csX13" fmla="*/ 139680 w 148867"/>
              <a:gd name="csY13" fmla="*/ 31964 h 123857"/>
              <a:gd name="csX14" fmla="*/ 79742 w 148867"/>
              <a:gd name="csY14" fmla="*/ 0 h 123857"/>
              <a:gd name="csX15" fmla="*/ 79742 w 148867"/>
              <a:gd name="csY15" fmla="*/ 28425 h 123857"/>
              <a:gd name="csX16" fmla="*/ 108240 w 148867"/>
              <a:gd name="csY16" fmla="*/ 42426 h 123857"/>
              <a:gd name="csX17" fmla="*/ 96585 w 148867"/>
              <a:gd name="csY17" fmla="*/ 83984 h 123857"/>
              <a:gd name="csX18" fmla="*/ 91056 w 148867"/>
              <a:gd name="csY18" fmla="*/ 82181 h 123857"/>
              <a:gd name="csX19" fmla="*/ 74434 w 148867"/>
              <a:gd name="csY19" fmla="*/ 84885 h 123857"/>
              <a:gd name="csX20" fmla="*/ 57812 w 148867"/>
              <a:gd name="csY20" fmla="*/ 82181 h 123857"/>
              <a:gd name="csX21" fmla="*/ 52282 w 148867"/>
              <a:gd name="csY21" fmla="*/ 83984 h 123857"/>
              <a:gd name="csX22" fmla="*/ 42142 w 148867"/>
              <a:gd name="csY22" fmla="*/ 95551 h 123857"/>
              <a:gd name="csX23" fmla="*/ 38876 w 148867"/>
              <a:gd name="csY23" fmla="*/ 110538 h 123857"/>
              <a:gd name="csX24" fmla="*/ 42738 w 148867"/>
              <a:gd name="csY24" fmla="*/ 117938 h 123857"/>
              <a:gd name="csX25" fmla="*/ 74434 w 148867"/>
              <a:gd name="csY25" fmla="*/ 123858 h 123857"/>
              <a:gd name="csX26" fmla="*/ 106113 w 148867"/>
              <a:gd name="csY26" fmla="*/ 117938 h 123857"/>
              <a:gd name="csX27" fmla="*/ 109992 w 148867"/>
              <a:gd name="csY27" fmla="*/ 110538 h 123857"/>
              <a:gd name="csX28" fmla="*/ 106725 w 148867"/>
              <a:gd name="csY28" fmla="*/ 95551 h 123857"/>
              <a:gd name="csX29" fmla="*/ 96585 w 148867"/>
              <a:gd name="csY29" fmla="*/ 83984 h 123857"/>
              <a:gd name="csX30" fmla="*/ 23257 w 148867"/>
              <a:gd name="csY30" fmla="*/ 32814 h 123857"/>
              <a:gd name="csX31" fmla="*/ 40611 w 148867"/>
              <a:gd name="csY31" fmla="*/ 42426 h 123857"/>
              <a:gd name="csX32" fmla="*/ 69109 w 148867"/>
              <a:gd name="csY32" fmla="*/ 28425 h 123857"/>
              <a:gd name="csX33" fmla="*/ 69109 w 148867"/>
              <a:gd name="csY33" fmla="*/ 0 h 123857"/>
              <a:gd name="csX34" fmla="*/ 9187 w 148867"/>
              <a:gd name="csY34" fmla="*/ 31964 h 123857"/>
              <a:gd name="csX35" fmla="*/ 23257 w 148867"/>
              <a:gd name="csY35" fmla="*/ 32814 h 123857"/>
              <a:gd name="csX36" fmla="*/ 45647 w 148867"/>
              <a:gd name="csY36" fmla="*/ 75665 h 123857"/>
              <a:gd name="csX37" fmla="*/ 35439 w 148867"/>
              <a:gd name="csY37" fmla="*/ 56528 h 123857"/>
              <a:gd name="csX38" fmla="*/ 35558 w 148867"/>
              <a:gd name="csY38" fmla="*/ 54538 h 123857"/>
              <a:gd name="csX39" fmla="*/ 20739 w 148867"/>
              <a:gd name="csY39" fmla="*/ 43157 h 123857"/>
              <a:gd name="csX40" fmla="*/ 7094 w 148867"/>
              <a:gd name="csY40" fmla="*/ 43276 h 123857"/>
              <a:gd name="csX41" fmla="*/ 2382 w 148867"/>
              <a:gd name="csY41" fmla="*/ 46321 h 123857"/>
              <a:gd name="csX42" fmla="*/ 2348 w 148867"/>
              <a:gd name="csY42" fmla="*/ 46389 h 123857"/>
              <a:gd name="csX43" fmla="*/ 0 w 148867"/>
              <a:gd name="csY43" fmla="*/ 61836 h 123857"/>
              <a:gd name="csX44" fmla="*/ 28208 w 148867"/>
              <a:gd name="csY44" fmla="*/ 110436 h 123857"/>
              <a:gd name="csX45" fmla="*/ 32649 w 148867"/>
              <a:gd name="csY45" fmla="*/ 90754 h 123857"/>
              <a:gd name="csX46" fmla="*/ 45647 w 148867"/>
              <a:gd name="csY46" fmla="*/ 75665 h 123857"/>
            </a:gdLst>
            <a:ahLst/>
            <a:cxnLst/>
            <a:rect l="l" t="t" r="r" b="b"/>
            <a:pathLst>
              <a:path w="100000" h="100000">
                <a:moveTo>
                  <a:pt x="98423" y="39561"/>
                </a:moveTo>
                <a:cubicBezTo>
                  <a:pt x="98423" y="39539"/>
                  <a:pt x="98434" y="39539"/>
                  <a:pt x="98401" y="39516"/>
                </a:cubicBezTo>
                <a:cubicBezTo>
                  <a:pt x="97829" y="38682"/>
                  <a:pt x="96709" y="37939"/>
                  <a:pt x="95235" y="37470"/>
                </a:cubicBezTo>
                <a:cubicBezTo>
                  <a:pt x="92663" y="36613"/>
                  <a:pt x="89337" y="36590"/>
                  <a:pt x="86069" y="37390"/>
                </a:cubicBezTo>
                <a:cubicBezTo>
                  <a:pt x="80263" y="38796"/>
                  <a:pt x="76378" y="42327"/>
                  <a:pt x="76114" y="45036"/>
                </a:cubicBezTo>
                <a:cubicBezTo>
                  <a:pt x="76171" y="45469"/>
                  <a:pt x="76194" y="45915"/>
                  <a:pt x="76194" y="46372"/>
                </a:cubicBezTo>
                <a:cubicBezTo>
                  <a:pt x="76194" y="51320"/>
                  <a:pt x="73600" y="55822"/>
                  <a:pt x="69337" y="59227"/>
                </a:cubicBezTo>
                <a:cubicBezTo>
                  <a:pt x="72834" y="61513"/>
                  <a:pt x="75909" y="65078"/>
                  <a:pt x="78069" y="69363"/>
                </a:cubicBezTo>
                <a:cubicBezTo>
                  <a:pt x="80240" y="73705"/>
                  <a:pt x="81314" y="78345"/>
                  <a:pt x="81052" y="82584"/>
                </a:cubicBezTo>
                <a:cubicBezTo>
                  <a:pt x="92595" y="74963"/>
                  <a:pt x="100000" y="63181"/>
                  <a:pt x="100000" y="49938"/>
                </a:cubicBezTo>
                <a:cubicBezTo>
                  <a:pt x="100000" y="46349"/>
                  <a:pt x="99452" y="42875"/>
                  <a:pt x="98423" y="39561"/>
                </a:cubicBezTo>
                <a:close/>
                <a:moveTo>
                  <a:pt x="72709" y="36899"/>
                </a:moveTo>
                <a:cubicBezTo>
                  <a:pt x="75429" y="33997"/>
                  <a:pt x="79497" y="31654"/>
                  <a:pt x="84377" y="30443"/>
                </a:cubicBezTo>
                <a:cubicBezTo>
                  <a:pt x="87600" y="29655"/>
                  <a:pt x="90858" y="29471"/>
                  <a:pt x="93829" y="29872"/>
                </a:cubicBezTo>
                <a:cubicBezTo>
                  <a:pt x="85852" y="17827"/>
                  <a:pt x="70949" y="9394"/>
                  <a:pt x="53566" y="8400"/>
                </a:cubicBezTo>
                <a:lnTo>
                  <a:pt x="53566" y="27494"/>
                </a:lnTo>
                <a:cubicBezTo>
                  <a:pt x="61760" y="28306"/>
                  <a:pt x="68766" y="31871"/>
                  <a:pt x="72709" y="36899"/>
                </a:cubicBezTo>
                <a:close/>
                <a:moveTo>
                  <a:pt x="64880" y="64816"/>
                </a:moveTo>
                <a:cubicBezTo>
                  <a:pt x="63566" y="64038"/>
                  <a:pt x="62286" y="63627"/>
                  <a:pt x="61166" y="63604"/>
                </a:cubicBezTo>
                <a:cubicBezTo>
                  <a:pt x="57783" y="64770"/>
                  <a:pt x="54000" y="65421"/>
                  <a:pt x="50000" y="65421"/>
                </a:cubicBezTo>
                <a:cubicBezTo>
                  <a:pt x="46000" y="65421"/>
                  <a:pt x="42217" y="64770"/>
                  <a:pt x="38835" y="63604"/>
                </a:cubicBezTo>
                <a:cubicBezTo>
                  <a:pt x="37714" y="63627"/>
                  <a:pt x="36423" y="64038"/>
                  <a:pt x="35120" y="64816"/>
                </a:cubicBezTo>
                <a:cubicBezTo>
                  <a:pt x="32503" y="66392"/>
                  <a:pt x="30023" y="69203"/>
                  <a:pt x="28308" y="72586"/>
                </a:cubicBezTo>
                <a:cubicBezTo>
                  <a:pt x="26617" y="75934"/>
                  <a:pt x="25806" y="79625"/>
                  <a:pt x="26115" y="82653"/>
                </a:cubicBezTo>
                <a:cubicBezTo>
                  <a:pt x="26354" y="85110"/>
                  <a:pt x="27314" y="86938"/>
                  <a:pt x="28709" y="87624"/>
                </a:cubicBezTo>
                <a:cubicBezTo>
                  <a:pt x="35166" y="90172"/>
                  <a:pt x="42377" y="91601"/>
                  <a:pt x="50000" y="91601"/>
                </a:cubicBezTo>
                <a:cubicBezTo>
                  <a:pt x="57623" y="91601"/>
                  <a:pt x="64834" y="90172"/>
                  <a:pt x="71280" y="87624"/>
                </a:cubicBezTo>
                <a:cubicBezTo>
                  <a:pt x="72686" y="86938"/>
                  <a:pt x="73646" y="85110"/>
                  <a:pt x="73886" y="82653"/>
                </a:cubicBezTo>
                <a:cubicBezTo>
                  <a:pt x="74194" y="79625"/>
                  <a:pt x="73383" y="75934"/>
                  <a:pt x="71692" y="72586"/>
                </a:cubicBezTo>
                <a:cubicBezTo>
                  <a:pt x="69977" y="69203"/>
                  <a:pt x="67497" y="66392"/>
                  <a:pt x="64880" y="64816"/>
                </a:cubicBezTo>
                <a:close/>
                <a:moveTo>
                  <a:pt x="15623" y="30443"/>
                </a:moveTo>
                <a:cubicBezTo>
                  <a:pt x="20503" y="31654"/>
                  <a:pt x="24572" y="33997"/>
                  <a:pt x="27280" y="36899"/>
                </a:cubicBezTo>
                <a:cubicBezTo>
                  <a:pt x="31235" y="31871"/>
                  <a:pt x="38240" y="28306"/>
                  <a:pt x="46423" y="27494"/>
                </a:cubicBezTo>
                <a:lnTo>
                  <a:pt x="46423" y="8400"/>
                </a:lnTo>
                <a:cubicBezTo>
                  <a:pt x="29051" y="9394"/>
                  <a:pt x="14137" y="17827"/>
                  <a:pt x="6171" y="29872"/>
                </a:cubicBezTo>
                <a:cubicBezTo>
                  <a:pt x="9143" y="29471"/>
                  <a:pt x="12400" y="29655"/>
                  <a:pt x="15623" y="30443"/>
                </a:cubicBezTo>
                <a:close/>
                <a:moveTo>
                  <a:pt x="30663" y="59227"/>
                </a:moveTo>
                <a:cubicBezTo>
                  <a:pt x="26400" y="55822"/>
                  <a:pt x="23806" y="51320"/>
                  <a:pt x="23806" y="46372"/>
                </a:cubicBezTo>
                <a:cubicBezTo>
                  <a:pt x="23806" y="45915"/>
                  <a:pt x="23829" y="45469"/>
                  <a:pt x="23886" y="45036"/>
                </a:cubicBezTo>
                <a:cubicBezTo>
                  <a:pt x="23623" y="42327"/>
                  <a:pt x="19737" y="38796"/>
                  <a:pt x="13931" y="37390"/>
                </a:cubicBezTo>
                <a:cubicBezTo>
                  <a:pt x="10663" y="36590"/>
                  <a:pt x="7337" y="36613"/>
                  <a:pt x="4765" y="37470"/>
                </a:cubicBezTo>
                <a:cubicBezTo>
                  <a:pt x="3280" y="37939"/>
                  <a:pt x="2171" y="38682"/>
                  <a:pt x="1600" y="39516"/>
                </a:cubicBezTo>
                <a:cubicBezTo>
                  <a:pt x="1577" y="39539"/>
                  <a:pt x="1577" y="39539"/>
                  <a:pt x="1577" y="39561"/>
                </a:cubicBezTo>
                <a:cubicBezTo>
                  <a:pt x="549" y="42875"/>
                  <a:pt x="0" y="46349"/>
                  <a:pt x="0" y="49938"/>
                </a:cubicBezTo>
                <a:cubicBezTo>
                  <a:pt x="0" y="63181"/>
                  <a:pt x="7406" y="74963"/>
                  <a:pt x="18948" y="82584"/>
                </a:cubicBezTo>
                <a:cubicBezTo>
                  <a:pt x="18686" y="78345"/>
                  <a:pt x="19760" y="73705"/>
                  <a:pt x="21932" y="69363"/>
                </a:cubicBezTo>
                <a:cubicBezTo>
                  <a:pt x="24091" y="65078"/>
                  <a:pt x="27166" y="61513"/>
                  <a:pt x="30663" y="5922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6" name="Красный — SVG 9">
            <a:extLst>
              <a:ext uri="{FF2B5EF4-FFF2-40B4-BE49-F238E27FC236}">
                <a16:creationId xmlns:a16="http://schemas.microsoft.com/office/drawing/2014/main" id="{A369ED2C-84A7-2E48-A64B-3AC99F8A9B81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71984 w 141670"/>
              <a:gd name="csY0" fmla="*/ 0 h 141685"/>
              <a:gd name="csX1" fmla="*/ 70793 w 141670"/>
              <a:gd name="csY1" fmla="*/ 14102 h 141685"/>
              <a:gd name="csX2" fmla="*/ 71916 w 141670"/>
              <a:gd name="csY2" fmla="*/ 27864 h 141685"/>
              <a:gd name="csX3" fmla="*/ 84965 w 141670"/>
              <a:gd name="csY3" fmla="*/ 1412 h 141685"/>
              <a:gd name="csX4" fmla="*/ 71984 w 141670"/>
              <a:gd name="csY4" fmla="*/ 0 h 141685"/>
              <a:gd name="csX5" fmla="*/ 61112 w 141670"/>
              <a:gd name="csY5" fmla="*/ 680 h 141685"/>
              <a:gd name="csX6" fmla="*/ 289 w 141670"/>
              <a:gd name="csY6" fmla="*/ 63689 h 141685"/>
              <a:gd name="csX7" fmla="*/ 1667 w 141670"/>
              <a:gd name="csY7" fmla="*/ 63724 h 141685"/>
              <a:gd name="csX8" fmla="*/ 24772 w 141670"/>
              <a:gd name="csY8" fmla="*/ 60560 h 141685"/>
              <a:gd name="csX9" fmla="*/ 37106 w 141670"/>
              <a:gd name="csY9" fmla="*/ 49553 h 141685"/>
              <a:gd name="csX10" fmla="*/ 44762 w 141670"/>
              <a:gd name="csY10" fmla="*/ 52241 h 141685"/>
              <a:gd name="csX11" fmla="*/ 63205 w 141670"/>
              <a:gd name="csY11" fmla="*/ 38139 h 141685"/>
              <a:gd name="csX12" fmla="*/ 60159 w 141670"/>
              <a:gd name="csY12" fmla="*/ 14102 h 141685"/>
              <a:gd name="csX13" fmla="*/ 61112 w 141670"/>
              <a:gd name="csY13" fmla="*/ 680 h 141685"/>
              <a:gd name="csX14" fmla="*/ 95173 w 141670"/>
              <a:gd name="csY14" fmla="*/ 4321 h 141685"/>
              <a:gd name="csX15" fmla="*/ 75148 w 141670"/>
              <a:gd name="csY15" fmla="*/ 40861 h 141685"/>
              <a:gd name="csX16" fmla="*/ 90001 w 141670"/>
              <a:gd name="csY16" fmla="*/ 67874 h 141685"/>
              <a:gd name="csX17" fmla="*/ 93829 w 141670"/>
              <a:gd name="csY17" fmla="*/ 67262 h 141685"/>
              <a:gd name="csX18" fmla="*/ 106232 w 141670"/>
              <a:gd name="csY18" fmla="*/ 79663 h 141685"/>
              <a:gd name="csX19" fmla="*/ 105806 w 141670"/>
              <a:gd name="csY19" fmla="*/ 82827 h 141685"/>
              <a:gd name="csX20" fmla="*/ 136601 w 141670"/>
              <a:gd name="csY20" fmla="*/ 96929 h 141685"/>
              <a:gd name="csX21" fmla="*/ 141671 w 141670"/>
              <a:gd name="csY21" fmla="*/ 70817 h 141685"/>
              <a:gd name="csX22" fmla="*/ 95173 w 141670"/>
              <a:gd name="csY22" fmla="*/ 4321 h 141685"/>
              <a:gd name="csX23" fmla="*/ 66846 w 141670"/>
              <a:gd name="csY23" fmla="*/ 49264 h 141685"/>
              <a:gd name="csX24" fmla="*/ 49526 w 141670"/>
              <a:gd name="csY24" fmla="*/ 61767 h 141685"/>
              <a:gd name="csX25" fmla="*/ 49526 w 141670"/>
              <a:gd name="csY25" fmla="*/ 61954 h 141685"/>
              <a:gd name="csX26" fmla="*/ 37106 w 141670"/>
              <a:gd name="csY26" fmla="*/ 74355 h 141685"/>
              <a:gd name="csX27" fmla="*/ 28293 w 141670"/>
              <a:gd name="csY27" fmla="*/ 70630 h 141685"/>
              <a:gd name="csX28" fmla="*/ 1667 w 141670"/>
              <a:gd name="csY28" fmla="*/ 74355 h 141685"/>
              <a:gd name="csX29" fmla="*/ 0 w 141670"/>
              <a:gd name="csY29" fmla="*/ 74321 h 141685"/>
              <a:gd name="csX30" fmla="*/ 4389 w 141670"/>
              <a:gd name="csY30" fmla="*/ 95517 h 141685"/>
              <a:gd name="csX31" fmla="*/ 30029 w 141670"/>
              <a:gd name="csY31" fmla="*/ 92081 h 141685"/>
              <a:gd name="csX32" fmla="*/ 45120 w 141670"/>
              <a:gd name="csY32" fmla="*/ 93238 h 141685"/>
              <a:gd name="csX33" fmla="*/ 54834 w 141670"/>
              <a:gd name="csY33" fmla="*/ 88526 h 141685"/>
              <a:gd name="csX34" fmla="*/ 67135 w 141670"/>
              <a:gd name="csY34" fmla="*/ 99413 h 141685"/>
              <a:gd name="csX35" fmla="*/ 107967 w 141670"/>
              <a:gd name="csY35" fmla="*/ 131054 h 141685"/>
              <a:gd name="csX36" fmla="*/ 131786 w 141670"/>
              <a:gd name="csY36" fmla="*/ 106711 h 141685"/>
              <a:gd name="csX37" fmla="*/ 98899 w 141670"/>
              <a:gd name="csY37" fmla="*/ 90975 h 141685"/>
              <a:gd name="csX38" fmla="*/ 93829 w 141670"/>
              <a:gd name="csY38" fmla="*/ 92081 h 141685"/>
              <a:gd name="csX39" fmla="*/ 81426 w 141670"/>
              <a:gd name="csY39" fmla="*/ 79663 h 141685"/>
              <a:gd name="csX40" fmla="*/ 82277 w 141670"/>
              <a:gd name="csY40" fmla="*/ 75240 h 141685"/>
              <a:gd name="csX41" fmla="*/ 66846 w 141670"/>
              <a:gd name="csY41" fmla="*/ 49264 h 141685"/>
              <a:gd name="csX42" fmla="*/ 30029 w 141670"/>
              <a:gd name="csY42" fmla="*/ 102713 h 141685"/>
              <a:gd name="csX43" fmla="*/ 8932 w 141670"/>
              <a:gd name="csY43" fmla="*/ 105299 h 141685"/>
              <a:gd name="csX44" fmla="*/ 70793 w 141670"/>
              <a:gd name="csY44" fmla="*/ 141686 h 141685"/>
              <a:gd name="csX45" fmla="*/ 98355 w 141670"/>
              <a:gd name="csY45" fmla="*/ 136089 h 141685"/>
              <a:gd name="csX46" fmla="*/ 63732 w 141670"/>
              <a:gd name="csY46" fmla="*/ 109551 h 141685"/>
              <a:gd name="csX47" fmla="*/ 54834 w 141670"/>
              <a:gd name="csY47" fmla="*/ 113345 h 141685"/>
              <a:gd name="csX48" fmla="*/ 42755 w 141670"/>
              <a:gd name="csY48" fmla="*/ 103632 h 141685"/>
              <a:gd name="csX49" fmla="*/ 30029 w 141670"/>
              <a:gd name="csY49" fmla="*/ 102713 h 141685"/>
            </a:gdLst>
            <a:ahLst/>
            <a:cxnLst/>
            <a:rect l="l" t="t" r="r" b="b"/>
            <a:pathLst>
              <a:path w="100000" h="100000">
                <a:moveTo>
                  <a:pt x="50811" y="0"/>
                </a:moveTo>
                <a:cubicBezTo>
                  <a:pt x="50270" y="3230"/>
                  <a:pt x="49970" y="6555"/>
                  <a:pt x="49970" y="9953"/>
                </a:cubicBezTo>
                <a:cubicBezTo>
                  <a:pt x="49970" y="13255"/>
                  <a:pt x="50246" y="16508"/>
                  <a:pt x="50763" y="19666"/>
                </a:cubicBezTo>
                <a:cubicBezTo>
                  <a:pt x="54845" y="14083"/>
                  <a:pt x="57992" y="7780"/>
                  <a:pt x="59973" y="997"/>
                </a:cubicBezTo>
                <a:cubicBezTo>
                  <a:pt x="56995" y="396"/>
                  <a:pt x="53945" y="48"/>
                  <a:pt x="50811" y="0"/>
                </a:cubicBezTo>
                <a:close/>
                <a:moveTo>
                  <a:pt x="43138" y="480"/>
                </a:moveTo>
                <a:cubicBezTo>
                  <a:pt x="20419" y="3602"/>
                  <a:pt x="2479" y="21983"/>
                  <a:pt x="209" y="44951"/>
                </a:cubicBezTo>
                <a:cubicBezTo>
                  <a:pt x="533" y="44976"/>
                  <a:pt x="858" y="44976"/>
                  <a:pt x="1182" y="44976"/>
                </a:cubicBezTo>
                <a:cubicBezTo>
                  <a:pt x="6814" y="44976"/>
                  <a:pt x="12290" y="44195"/>
                  <a:pt x="17489" y="42743"/>
                </a:cubicBezTo>
                <a:cubicBezTo>
                  <a:pt x="17993" y="38372"/>
                  <a:pt x="21691" y="34974"/>
                  <a:pt x="26194" y="34974"/>
                </a:cubicBezTo>
                <a:cubicBezTo>
                  <a:pt x="28224" y="34974"/>
                  <a:pt x="30133" y="35671"/>
                  <a:pt x="31598" y="36871"/>
                </a:cubicBezTo>
                <a:cubicBezTo>
                  <a:pt x="36378" y="34145"/>
                  <a:pt x="40760" y="30796"/>
                  <a:pt x="44615" y="26918"/>
                </a:cubicBezTo>
                <a:cubicBezTo>
                  <a:pt x="43210" y="21491"/>
                  <a:pt x="42465" y="15812"/>
                  <a:pt x="42465" y="9953"/>
                </a:cubicBezTo>
                <a:cubicBezTo>
                  <a:pt x="42465" y="6735"/>
                  <a:pt x="42706" y="3578"/>
                  <a:pt x="43138" y="480"/>
                </a:cubicBezTo>
                <a:close/>
                <a:moveTo>
                  <a:pt x="67178" y="3050"/>
                </a:moveTo>
                <a:cubicBezTo>
                  <a:pt x="64380" y="12679"/>
                  <a:pt x="59492" y="21467"/>
                  <a:pt x="53044" y="28839"/>
                </a:cubicBezTo>
                <a:cubicBezTo>
                  <a:pt x="55374" y="35851"/>
                  <a:pt x="58940" y="42298"/>
                  <a:pt x="63527" y="47905"/>
                </a:cubicBezTo>
                <a:cubicBezTo>
                  <a:pt x="64380" y="47629"/>
                  <a:pt x="65280" y="47473"/>
                  <a:pt x="66229" y="47473"/>
                </a:cubicBezTo>
                <a:cubicBezTo>
                  <a:pt x="71056" y="47473"/>
                  <a:pt x="74983" y="51399"/>
                  <a:pt x="74983" y="56225"/>
                </a:cubicBezTo>
                <a:cubicBezTo>
                  <a:pt x="74983" y="57006"/>
                  <a:pt x="74887" y="57763"/>
                  <a:pt x="74682" y="58459"/>
                </a:cubicBezTo>
                <a:cubicBezTo>
                  <a:pt x="81083" y="63141"/>
                  <a:pt x="88444" y="66562"/>
                  <a:pt x="96417" y="68412"/>
                </a:cubicBezTo>
                <a:cubicBezTo>
                  <a:pt x="98698" y="62709"/>
                  <a:pt x="99995" y="56501"/>
                  <a:pt x="99995" y="49982"/>
                </a:cubicBezTo>
                <a:cubicBezTo>
                  <a:pt x="99995" y="28443"/>
                  <a:pt x="86318" y="10061"/>
                  <a:pt x="67178" y="3050"/>
                </a:cubicBezTo>
                <a:close/>
                <a:moveTo>
                  <a:pt x="47185" y="34770"/>
                </a:moveTo>
                <a:cubicBezTo>
                  <a:pt x="43462" y="38144"/>
                  <a:pt x="39355" y="41098"/>
                  <a:pt x="34960" y="43595"/>
                </a:cubicBezTo>
                <a:lnTo>
                  <a:pt x="34960" y="43727"/>
                </a:lnTo>
                <a:cubicBezTo>
                  <a:pt x="34960" y="48553"/>
                  <a:pt x="31022" y="52479"/>
                  <a:pt x="26194" y="52479"/>
                </a:cubicBezTo>
                <a:cubicBezTo>
                  <a:pt x="23769" y="52479"/>
                  <a:pt x="21547" y="51471"/>
                  <a:pt x="19974" y="49850"/>
                </a:cubicBezTo>
                <a:cubicBezTo>
                  <a:pt x="13995" y="51579"/>
                  <a:pt x="7691" y="52479"/>
                  <a:pt x="1182" y="52479"/>
                </a:cubicBezTo>
                <a:cubicBezTo>
                  <a:pt x="786" y="52479"/>
                  <a:pt x="378" y="52479"/>
                  <a:pt x="5" y="52455"/>
                </a:cubicBezTo>
                <a:cubicBezTo>
                  <a:pt x="257" y="57702"/>
                  <a:pt x="1363" y="62709"/>
                  <a:pt x="3103" y="67415"/>
                </a:cubicBezTo>
                <a:cubicBezTo>
                  <a:pt x="8867" y="65843"/>
                  <a:pt x="14943" y="64990"/>
                  <a:pt x="21199" y="64990"/>
                </a:cubicBezTo>
                <a:cubicBezTo>
                  <a:pt x="24826" y="64990"/>
                  <a:pt x="28380" y="65267"/>
                  <a:pt x="31851" y="65807"/>
                </a:cubicBezTo>
                <a:cubicBezTo>
                  <a:pt x="33459" y="63789"/>
                  <a:pt x="35933" y="62481"/>
                  <a:pt x="38707" y="62481"/>
                </a:cubicBezTo>
                <a:cubicBezTo>
                  <a:pt x="43162" y="62481"/>
                  <a:pt x="46860" y="65831"/>
                  <a:pt x="47389" y="70165"/>
                </a:cubicBezTo>
                <a:cubicBezTo>
                  <a:pt x="58868" y="74919"/>
                  <a:pt x="68823" y="82699"/>
                  <a:pt x="76207" y="92497"/>
                </a:cubicBezTo>
                <a:cubicBezTo>
                  <a:pt x="83088" y="88222"/>
                  <a:pt x="88888" y="82327"/>
                  <a:pt x="93019" y="75316"/>
                </a:cubicBezTo>
                <a:cubicBezTo>
                  <a:pt x="84517" y="73118"/>
                  <a:pt x="76652" y="69288"/>
                  <a:pt x="69807" y="64209"/>
                </a:cubicBezTo>
                <a:cubicBezTo>
                  <a:pt x="68703" y="64714"/>
                  <a:pt x="67501" y="64990"/>
                  <a:pt x="66229" y="64990"/>
                </a:cubicBezTo>
                <a:cubicBezTo>
                  <a:pt x="61402" y="64990"/>
                  <a:pt x="57475" y="61064"/>
                  <a:pt x="57475" y="56225"/>
                </a:cubicBezTo>
                <a:cubicBezTo>
                  <a:pt x="57475" y="55133"/>
                  <a:pt x="57667" y="54076"/>
                  <a:pt x="58076" y="53104"/>
                </a:cubicBezTo>
                <a:cubicBezTo>
                  <a:pt x="53549" y="47653"/>
                  <a:pt x="49838" y="41469"/>
                  <a:pt x="47185" y="34770"/>
                </a:cubicBezTo>
                <a:close/>
                <a:moveTo>
                  <a:pt x="21199" y="72494"/>
                </a:moveTo>
                <a:cubicBezTo>
                  <a:pt x="16072" y="72494"/>
                  <a:pt x="11088" y="73143"/>
                  <a:pt x="6309" y="74319"/>
                </a:cubicBezTo>
                <a:cubicBezTo>
                  <a:pt x="14871" y="89627"/>
                  <a:pt x="31202" y="100001"/>
                  <a:pt x="49970" y="100001"/>
                </a:cubicBezTo>
                <a:cubicBezTo>
                  <a:pt x="56874" y="100001"/>
                  <a:pt x="63443" y="98571"/>
                  <a:pt x="69423" y="96050"/>
                </a:cubicBezTo>
                <a:cubicBezTo>
                  <a:pt x="63047" y="87898"/>
                  <a:pt x="54641" y="81390"/>
                  <a:pt x="44987" y="77320"/>
                </a:cubicBezTo>
                <a:cubicBezTo>
                  <a:pt x="43390" y="78965"/>
                  <a:pt x="41156" y="79998"/>
                  <a:pt x="38707" y="79998"/>
                </a:cubicBezTo>
                <a:cubicBezTo>
                  <a:pt x="34528" y="79998"/>
                  <a:pt x="31022" y="77068"/>
                  <a:pt x="30181" y="73143"/>
                </a:cubicBezTo>
                <a:cubicBezTo>
                  <a:pt x="27251" y="72710"/>
                  <a:pt x="24249" y="72494"/>
                  <a:pt x="21199" y="7249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7" name="Красный — SVG 10">
            <a:extLst>
              <a:ext uri="{FF2B5EF4-FFF2-40B4-BE49-F238E27FC236}">
                <a16:creationId xmlns:a16="http://schemas.microsoft.com/office/drawing/2014/main" id="{621B3398-C9EE-224E-9004-CE33C683777B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49628 w 170134"/>
              <a:gd name="csY0" fmla="*/ 99226 h 155940"/>
              <a:gd name="csX1" fmla="*/ 0 w 170134"/>
              <a:gd name="csY1" fmla="*/ 49621 h 155940"/>
              <a:gd name="csX2" fmla="*/ 49628 w 170134"/>
              <a:gd name="csY2" fmla="*/ 0 h 155940"/>
              <a:gd name="csX3" fmla="*/ 99239 w 170134"/>
              <a:gd name="csY3" fmla="*/ 49621 h 155940"/>
              <a:gd name="csX4" fmla="*/ 49628 w 170134"/>
              <a:gd name="csY4" fmla="*/ 99226 h 155940"/>
              <a:gd name="csX5" fmla="*/ 125831 w 170134"/>
              <a:gd name="csY5" fmla="*/ 155941 h 155940"/>
              <a:gd name="csX6" fmla="*/ 99239 w 170134"/>
              <a:gd name="csY6" fmla="*/ 129353 h 155940"/>
              <a:gd name="csX7" fmla="*/ 125831 w 170134"/>
              <a:gd name="csY7" fmla="*/ 102781 h 155940"/>
              <a:gd name="csX8" fmla="*/ 152406 w 170134"/>
              <a:gd name="csY8" fmla="*/ 129353 h 155940"/>
              <a:gd name="csX9" fmla="*/ 125831 w 170134"/>
              <a:gd name="csY9" fmla="*/ 155941 h 155940"/>
              <a:gd name="csX10" fmla="*/ 125831 w 170134"/>
              <a:gd name="csY10" fmla="*/ 99226 h 155940"/>
              <a:gd name="csX11" fmla="*/ 102795 w 170134"/>
              <a:gd name="csY11" fmla="*/ 76193 h 155940"/>
              <a:gd name="csX12" fmla="*/ 125831 w 170134"/>
              <a:gd name="csY12" fmla="*/ 53160 h 155940"/>
              <a:gd name="csX13" fmla="*/ 148867 w 170134"/>
              <a:gd name="csY13" fmla="*/ 76193 h 155940"/>
              <a:gd name="csX14" fmla="*/ 125831 w 170134"/>
              <a:gd name="csY14" fmla="*/ 99226 h 155940"/>
              <a:gd name="csX15" fmla="*/ 155962 w 170134"/>
              <a:gd name="csY15" fmla="*/ 56698 h 155940"/>
              <a:gd name="csX16" fmla="*/ 141773 w 170134"/>
              <a:gd name="csY16" fmla="*/ 42528 h 155940"/>
              <a:gd name="csX17" fmla="*/ 155962 w 170134"/>
              <a:gd name="csY17" fmla="*/ 28357 h 155940"/>
              <a:gd name="csX18" fmla="*/ 170134 w 170134"/>
              <a:gd name="csY18" fmla="*/ 42528 h 155940"/>
              <a:gd name="csX19" fmla="*/ 155962 w 170134"/>
              <a:gd name="csY19" fmla="*/ 56698 h 155940"/>
            </a:gdLst>
            <a:ahLst/>
            <a:cxnLst/>
            <a:rect l="l" t="t" r="r" b="b"/>
            <a:pathLst>
              <a:path w="100000" h="100000">
                <a:moveTo>
                  <a:pt x="29170" y="62494"/>
                </a:moveTo>
                <a:cubicBezTo>
                  <a:pt x="13080" y="62494"/>
                  <a:pt x="0" y="49415"/>
                  <a:pt x="0" y="33337"/>
                </a:cubicBezTo>
                <a:cubicBezTo>
                  <a:pt x="0" y="17250"/>
                  <a:pt x="13080" y="4171"/>
                  <a:pt x="29170" y="4171"/>
                </a:cubicBezTo>
                <a:cubicBezTo>
                  <a:pt x="45250" y="4171"/>
                  <a:pt x="58330" y="17250"/>
                  <a:pt x="58330" y="33337"/>
                </a:cubicBezTo>
                <a:cubicBezTo>
                  <a:pt x="58330" y="49415"/>
                  <a:pt x="45250" y="62494"/>
                  <a:pt x="29170" y="62494"/>
                </a:cubicBezTo>
                <a:close/>
                <a:moveTo>
                  <a:pt x="73960" y="95829"/>
                </a:moveTo>
                <a:cubicBezTo>
                  <a:pt x="65340" y="95829"/>
                  <a:pt x="58330" y="88820"/>
                  <a:pt x="58330" y="80201"/>
                </a:cubicBezTo>
                <a:cubicBezTo>
                  <a:pt x="58330" y="71582"/>
                  <a:pt x="65340" y="64583"/>
                  <a:pt x="73960" y="64583"/>
                </a:cubicBezTo>
                <a:cubicBezTo>
                  <a:pt x="82570" y="64583"/>
                  <a:pt x="89580" y="71582"/>
                  <a:pt x="89580" y="80201"/>
                </a:cubicBezTo>
                <a:cubicBezTo>
                  <a:pt x="89580" y="88820"/>
                  <a:pt x="82570" y="95829"/>
                  <a:pt x="73960" y="95829"/>
                </a:cubicBezTo>
                <a:close/>
                <a:moveTo>
                  <a:pt x="73960" y="62494"/>
                </a:moveTo>
                <a:cubicBezTo>
                  <a:pt x="66490" y="62494"/>
                  <a:pt x="60420" y="56424"/>
                  <a:pt x="60420" y="48956"/>
                </a:cubicBezTo>
                <a:cubicBezTo>
                  <a:pt x="60420" y="41487"/>
                  <a:pt x="66490" y="35417"/>
                  <a:pt x="73960" y="35417"/>
                </a:cubicBezTo>
                <a:cubicBezTo>
                  <a:pt x="81420" y="35417"/>
                  <a:pt x="87500" y="41487"/>
                  <a:pt x="87500" y="48956"/>
                </a:cubicBezTo>
                <a:cubicBezTo>
                  <a:pt x="87500" y="56424"/>
                  <a:pt x="81420" y="62494"/>
                  <a:pt x="73960" y="62494"/>
                </a:cubicBezTo>
                <a:close/>
                <a:moveTo>
                  <a:pt x="91670" y="37497"/>
                </a:moveTo>
                <a:cubicBezTo>
                  <a:pt x="87070" y="37497"/>
                  <a:pt x="83330" y="33758"/>
                  <a:pt x="83330" y="29168"/>
                </a:cubicBezTo>
                <a:cubicBezTo>
                  <a:pt x="83330" y="24579"/>
                  <a:pt x="87070" y="20839"/>
                  <a:pt x="91670" y="20839"/>
                </a:cubicBezTo>
                <a:cubicBezTo>
                  <a:pt x="96260" y="20839"/>
                  <a:pt x="100000" y="24579"/>
                  <a:pt x="100000" y="29168"/>
                </a:cubicBezTo>
                <a:cubicBezTo>
                  <a:pt x="100000" y="33758"/>
                  <a:pt x="96260" y="37497"/>
                  <a:pt x="91670" y="3749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8" name="Красный — SVG 11">
            <a:extLst>
              <a:ext uri="{FF2B5EF4-FFF2-40B4-BE49-F238E27FC236}">
                <a16:creationId xmlns:a16="http://schemas.microsoft.com/office/drawing/2014/main" id="{99266B9D-2308-9345-A754-5AB12D3C48AC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22738 w 99244"/>
              <a:gd name="csY0" fmla="*/ 98818 h 141685"/>
              <a:gd name="csX1" fmla="*/ 24385 w 99244"/>
              <a:gd name="csY1" fmla="*/ 106234 h 141685"/>
              <a:gd name="csX2" fmla="*/ 74859 w 99244"/>
              <a:gd name="csY2" fmla="*/ 106234 h 141685"/>
              <a:gd name="csX3" fmla="*/ 76508 w 99244"/>
              <a:gd name="csY3" fmla="*/ 98818 h 141685"/>
              <a:gd name="csX4" fmla="*/ 83742 w 99244"/>
              <a:gd name="csY4" fmla="*/ 85532 h 141685"/>
              <a:gd name="csX5" fmla="*/ 99244 w 99244"/>
              <a:gd name="csY5" fmla="*/ 49537 h 141685"/>
              <a:gd name="csX6" fmla="*/ 49623 w 99244"/>
              <a:gd name="csY6" fmla="*/ 0 h 141685"/>
              <a:gd name="csX7" fmla="*/ 0 w 99244"/>
              <a:gd name="csY7" fmla="*/ 49537 h 141685"/>
              <a:gd name="csX8" fmla="*/ 15499 w 99244"/>
              <a:gd name="csY8" fmla="*/ 85532 h 141685"/>
              <a:gd name="csX9" fmla="*/ 22738 w 99244"/>
              <a:gd name="csY9" fmla="*/ 98818 h 141685"/>
              <a:gd name="csX10" fmla="*/ 26750 w 99244"/>
              <a:gd name="csY10" fmla="*/ 116866 h 141685"/>
              <a:gd name="csX11" fmla="*/ 30104 w 99244"/>
              <a:gd name="csY11" fmla="*/ 131972 h 141685"/>
              <a:gd name="csX12" fmla="*/ 42214 w 99244"/>
              <a:gd name="csY12" fmla="*/ 141686 h 141685"/>
              <a:gd name="csX13" fmla="*/ 57031 w 99244"/>
              <a:gd name="csY13" fmla="*/ 141686 h 141685"/>
              <a:gd name="csX14" fmla="*/ 69143 w 99244"/>
              <a:gd name="csY14" fmla="*/ 131972 h 141685"/>
              <a:gd name="csX15" fmla="*/ 72494 w 99244"/>
              <a:gd name="csY15" fmla="*/ 116866 h 141685"/>
              <a:gd name="csX16" fmla="*/ 26750 w 99244"/>
              <a:gd name="csY16" fmla="*/ 116866 h 141685"/>
            </a:gdLst>
            <a:ahLst/>
            <a:cxnLst/>
            <a:rect l="l" t="t" r="r" b="b"/>
            <a:pathLst>
              <a:path w="100000" h="100000">
                <a:moveTo>
                  <a:pt x="31026" y="69745"/>
                </a:moveTo>
                <a:lnTo>
                  <a:pt x="32188" y="74979"/>
                </a:lnTo>
                <a:lnTo>
                  <a:pt x="67812" y="74979"/>
                </a:lnTo>
                <a:lnTo>
                  <a:pt x="68976" y="69745"/>
                </a:lnTo>
                <a:cubicBezTo>
                  <a:pt x="69764" y="66202"/>
                  <a:pt x="71447" y="62865"/>
                  <a:pt x="74082" y="60368"/>
                </a:cubicBezTo>
                <a:cubicBezTo>
                  <a:pt x="81009" y="53800"/>
                  <a:pt x="85023" y="44627"/>
                  <a:pt x="85023" y="34963"/>
                </a:cubicBezTo>
                <a:cubicBezTo>
                  <a:pt x="85023" y="15657"/>
                  <a:pt x="69306" y="12"/>
                  <a:pt x="50001" y="0"/>
                </a:cubicBezTo>
                <a:cubicBezTo>
                  <a:pt x="30696" y="12"/>
                  <a:pt x="14977" y="15657"/>
                  <a:pt x="14977" y="34963"/>
                </a:cubicBezTo>
                <a:cubicBezTo>
                  <a:pt x="14977" y="44627"/>
                  <a:pt x="18992" y="53800"/>
                  <a:pt x="25916" y="60368"/>
                </a:cubicBezTo>
                <a:cubicBezTo>
                  <a:pt x="28553" y="62865"/>
                  <a:pt x="30237" y="66202"/>
                  <a:pt x="31026" y="69745"/>
                </a:cubicBezTo>
                <a:close/>
                <a:moveTo>
                  <a:pt x="33857" y="82483"/>
                </a:moveTo>
                <a:lnTo>
                  <a:pt x="36224" y="93145"/>
                </a:lnTo>
                <a:cubicBezTo>
                  <a:pt x="37114" y="97143"/>
                  <a:pt x="40669" y="100001"/>
                  <a:pt x="44772" y="100001"/>
                </a:cubicBezTo>
                <a:lnTo>
                  <a:pt x="55229" y="100001"/>
                </a:lnTo>
                <a:cubicBezTo>
                  <a:pt x="59331" y="100001"/>
                  <a:pt x="62886" y="97143"/>
                  <a:pt x="63778" y="93145"/>
                </a:cubicBezTo>
                <a:lnTo>
                  <a:pt x="66143" y="82483"/>
                </a:lnTo>
                <a:lnTo>
                  <a:pt x="33857" y="8248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9" name="Красный — SVG 12">
            <a:extLst>
              <a:ext uri="{FF2B5EF4-FFF2-40B4-BE49-F238E27FC236}">
                <a16:creationId xmlns:a16="http://schemas.microsoft.com/office/drawing/2014/main" id="{55672D9F-1EB1-DD43-B261-C114284C6BDE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90375 w 134695"/>
              <a:gd name="csY0" fmla="*/ 0 h 134676"/>
              <a:gd name="csX1" fmla="*/ 46072 w 134695"/>
              <a:gd name="csY1" fmla="*/ 44297 h 134676"/>
              <a:gd name="csX2" fmla="*/ 47706 w 134695"/>
              <a:gd name="csY2" fmla="*/ 56052 h 134676"/>
              <a:gd name="csX3" fmla="*/ 1548 w 134695"/>
              <a:gd name="csY3" fmla="*/ 102186 h 134676"/>
              <a:gd name="csX4" fmla="*/ 0 w 134695"/>
              <a:gd name="csY4" fmla="*/ 105945 h 134676"/>
              <a:gd name="csX5" fmla="*/ 0 w 134695"/>
              <a:gd name="csY5" fmla="*/ 129353 h 134676"/>
              <a:gd name="csX6" fmla="*/ 5308 w 134695"/>
              <a:gd name="csY6" fmla="*/ 134677 h 134676"/>
              <a:gd name="csX7" fmla="*/ 30131 w 134695"/>
              <a:gd name="csY7" fmla="*/ 134677 h 134676"/>
              <a:gd name="csX8" fmla="*/ 35439 w 134695"/>
              <a:gd name="csY8" fmla="*/ 129353 h 134676"/>
              <a:gd name="csX9" fmla="*/ 35439 w 134695"/>
              <a:gd name="csY9" fmla="*/ 120490 h 134676"/>
              <a:gd name="csX10" fmla="*/ 47842 w 134695"/>
              <a:gd name="csY10" fmla="*/ 120490 h 134676"/>
              <a:gd name="csX11" fmla="*/ 53167 w 134695"/>
              <a:gd name="csY11" fmla="*/ 115182 h 134676"/>
              <a:gd name="csX12" fmla="*/ 53167 w 134695"/>
              <a:gd name="csY12" fmla="*/ 102781 h 134676"/>
              <a:gd name="csX13" fmla="*/ 65570 w 134695"/>
              <a:gd name="csY13" fmla="*/ 102781 h 134676"/>
              <a:gd name="csX14" fmla="*/ 70895 w 134695"/>
              <a:gd name="csY14" fmla="*/ 97457 h 134676"/>
              <a:gd name="csX15" fmla="*/ 70895 w 134695"/>
              <a:gd name="csY15" fmla="*/ 84035 h 134676"/>
              <a:gd name="csX16" fmla="*/ 90375 w 134695"/>
              <a:gd name="csY16" fmla="*/ 88594 h 134676"/>
              <a:gd name="csX17" fmla="*/ 134695 w 134695"/>
              <a:gd name="csY17" fmla="*/ 44297 h 134676"/>
              <a:gd name="csX18" fmla="*/ 90375 w 134695"/>
              <a:gd name="csY18" fmla="*/ 0 h 134676"/>
              <a:gd name="csX19" fmla="*/ 95700 w 134695"/>
              <a:gd name="csY19" fmla="*/ 49621 h 134676"/>
              <a:gd name="csX20" fmla="*/ 85067 w 134695"/>
              <a:gd name="csY20" fmla="*/ 38989 h 134676"/>
              <a:gd name="csX21" fmla="*/ 95700 w 134695"/>
              <a:gd name="csY21" fmla="*/ 28357 h 134676"/>
              <a:gd name="csX22" fmla="*/ 106334 w 134695"/>
              <a:gd name="csY22" fmla="*/ 38989 h 134676"/>
              <a:gd name="csX23" fmla="*/ 95700 w 134695"/>
              <a:gd name="csY23" fmla="*/ 49621 h 134676"/>
            </a:gdLst>
            <a:ahLst/>
            <a:cxnLst/>
            <a:rect l="l" t="t" r="r" b="b"/>
            <a:pathLst>
              <a:path w="100000" h="100000">
                <a:moveTo>
                  <a:pt x="67096" y="7"/>
                </a:moveTo>
                <a:cubicBezTo>
                  <a:pt x="48933" y="7"/>
                  <a:pt x="34205" y="14733"/>
                  <a:pt x="34205" y="32894"/>
                </a:cubicBezTo>
                <a:cubicBezTo>
                  <a:pt x="34205" y="35924"/>
                  <a:pt x="34647" y="38830"/>
                  <a:pt x="35418" y="41621"/>
                </a:cubicBezTo>
                <a:lnTo>
                  <a:pt x="1149" y="75872"/>
                </a:lnTo>
                <a:cubicBezTo>
                  <a:pt x="417" y="76604"/>
                  <a:pt x="0" y="77614"/>
                  <a:pt x="0" y="78663"/>
                </a:cubicBezTo>
                <a:lnTo>
                  <a:pt x="0" y="96041"/>
                </a:lnTo>
                <a:cubicBezTo>
                  <a:pt x="0" y="98225"/>
                  <a:pt x="1768" y="99994"/>
                  <a:pt x="3941" y="99994"/>
                </a:cubicBezTo>
                <a:lnTo>
                  <a:pt x="22370" y="99994"/>
                </a:lnTo>
                <a:cubicBezTo>
                  <a:pt x="24555" y="99994"/>
                  <a:pt x="26311" y="98225"/>
                  <a:pt x="26311" y="96041"/>
                </a:cubicBezTo>
                <a:lnTo>
                  <a:pt x="26311" y="89461"/>
                </a:lnTo>
                <a:lnTo>
                  <a:pt x="35519" y="89461"/>
                </a:lnTo>
                <a:cubicBezTo>
                  <a:pt x="37704" y="89461"/>
                  <a:pt x="39472" y="87693"/>
                  <a:pt x="39472" y="85520"/>
                </a:cubicBezTo>
                <a:lnTo>
                  <a:pt x="39472" y="76314"/>
                </a:lnTo>
                <a:lnTo>
                  <a:pt x="48680" y="76314"/>
                </a:lnTo>
                <a:cubicBezTo>
                  <a:pt x="50865" y="76314"/>
                  <a:pt x="52634" y="74546"/>
                  <a:pt x="52634" y="72361"/>
                </a:cubicBezTo>
                <a:lnTo>
                  <a:pt x="52634" y="62396"/>
                </a:lnTo>
                <a:cubicBezTo>
                  <a:pt x="57004" y="64543"/>
                  <a:pt x="61905" y="65781"/>
                  <a:pt x="67096" y="65781"/>
                </a:cubicBezTo>
                <a:cubicBezTo>
                  <a:pt x="85273" y="65781"/>
                  <a:pt x="100000" y="51055"/>
                  <a:pt x="100000" y="32894"/>
                </a:cubicBezTo>
                <a:cubicBezTo>
                  <a:pt x="100000" y="14733"/>
                  <a:pt x="85273" y="7"/>
                  <a:pt x="67096" y="7"/>
                </a:cubicBezTo>
                <a:close/>
                <a:moveTo>
                  <a:pt x="71049" y="36847"/>
                </a:moveTo>
                <a:cubicBezTo>
                  <a:pt x="66692" y="36847"/>
                  <a:pt x="63155" y="33310"/>
                  <a:pt x="63155" y="28953"/>
                </a:cubicBezTo>
                <a:cubicBezTo>
                  <a:pt x="63155" y="24584"/>
                  <a:pt x="66692" y="21060"/>
                  <a:pt x="71049" y="21060"/>
                </a:cubicBezTo>
                <a:cubicBezTo>
                  <a:pt x="75407" y="21060"/>
                  <a:pt x="78944" y="24584"/>
                  <a:pt x="78944" y="28953"/>
                </a:cubicBezTo>
                <a:cubicBezTo>
                  <a:pt x="78944" y="33310"/>
                  <a:pt x="75407" y="36847"/>
                  <a:pt x="71049" y="3684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0" name="Красный — SVG 13">
            <a:extLst>
              <a:ext uri="{FF2B5EF4-FFF2-40B4-BE49-F238E27FC236}">
                <a16:creationId xmlns:a16="http://schemas.microsoft.com/office/drawing/2014/main" id="{8CB3EC14-D953-4E4B-BFC7-045D57C25D94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67344 w 134690"/>
              <a:gd name="csY0" fmla="*/ 0 h 141753"/>
              <a:gd name="csX1" fmla="*/ 17723 w 134690"/>
              <a:gd name="csY1" fmla="*/ 49621 h 141753"/>
              <a:gd name="csX2" fmla="*/ 29636 w 134690"/>
              <a:gd name="csY2" fmla="*/ 81824 h 141753"/>
              <a:gd name="csX3" fmla="*/ 57778 w 134690"/>
              <a:gd name="csY3" fmla="*/ 113124 h 141753"/>
              <a:gd name="csX4" fmla="*/ 67344 w 134690"/>
              <a:gd name="csY4" fmla="*/ 116951 h 141753"/>
              <a:gd name="csX5" fmla="*/ 76919 w 134690"/>
              <a:gd name="csY5" fmla="*/ 113124 h 141753"/>
              <a:gd name="csX6" fmla="*/ 105059 w 134690"/>
              <a:gd name="csY6" fmla="*/ 81824 h 141753"/>
              <a:gd name="csX7" fmla="*/ 116967 w 134690"/>
              <a:gd name="csY7" fmla="*/ 49621 h 141753"/>
              <a:gd name="csX8" fmla="*/ 67344 w 134690"/>
              <a:gd name="csY8" fmla="*/ 0 h 141753"/>
              <a:gd name="csX9" fmla="*/ 67344 w 134690"/>
              <a:gd name="csY9" fmla="*/ 31896 h 141753"/>
              <a:gd name="csX10" fmla="*/ 85067 w 134690"/>
              <a:gd name="csY10" fmla="*/ 49621 h 141753"/>
              <a:gd name="csX11" fmla="*/ 67344 w 134690"/>
              <a:gd name="csY11" fmla="*/ 67330 h 141753"/>
              <a:gd name="csX12" fmla="*/ 49623 w 134690"/>
              <a:gd name="csY12" fmla="*/ 49621 h 141753"/>
              <a:gd name="csX13" fmla="*/ 67344 w 134690"/>
              <a:gd name="csY13" fmla="*/ 31896 h 141753"/>
              <a:gd name="csX14" fmla="*/ 27546 w 134690"/>
              <a:gd name="csY14" fmla="*/ 90159 h 141753"/>
              <a:gd name="csX15" fmla="*/ 0 w 134690"/>
              <a:gd name="csY15" fmla="*/ 113413 h 141753"/>
              <a:gd name="csX16" fmla="*/ 67344 w 134690"/>
              <a:gd name="csY16" fmla="*/ 141754 h 141753"/>
              <a:gd name="csX17" fmla="*/ 134690 w 134690"/>
              <a:gd name="csY17" fmla="*/ 113413 h 141753"/>
              <a:gd name="csX18" fmla="*/ 107157 w 134690"/>
              <a:gd name="csY18" fmla="*/ 90176 h 141753"/>
              <a:gd name="csX19" fmla="*/ 99217 w 134690"/>
              <a:gd name="csY19" fmla="*/ 99107 h 141753"/>
              <a:gd name="csX20" fmla="*/ 124057 w 134690"/>
              <a:gd name="csY20" fmla="*/ 113413 h 141753"/>
              <a:gd name="csX21" fmla="*/ 67344 w 134690"/>
              <a:gd name="csY21" fmla="*/ 131122 h 141753"/>
              <a:gd name="csX22" fmla="*/ 10633 w 134690"/>
              <a:gd name="csY22" fmla="*/ 113413 h 141753"/>
              <a:gd name="csX23" fmla="*/ 35514 w 134690"/>
              <a:gd name="csY23" fmla="*/ 99090 h 141753"/>
              <a:gd name="csX24" fmla="*/ 27546 w 134690"/>
              <a:gd name="csY24" fmla="*/ 90159 h 141753"/>
            </a:gdLst>
            <a:ahLst/>
            <a:cxnLst/>
            <a:rect l="l" t="t" r="r" b="b"/>
            <a:pathLst>
              <a:path w="100000" h="100000">
                <a:moveTo>
                  <a:pt x="49999" y="0"/>
                </a:moveTo>
                <a:cubicBezTo>
                  <a:pt x="30697" y="0"/>
                  <a:pt x="14994" y="15697"/>
                  <a:pt x="14994" y="35005"/>
                </a:cubicBezTo>
                <a:cubicBezTo>
                  <a:pt x="14994" y="43310"/>
                  <a:pt x="17975" y="51375"/>
                  <a:pt x="23398" y="57723"/>
                </a:cubicBezTo>
                <a:cubicBezTo>
                  <a:pt x="24009" y="58431"/>
                  <a:pt x="38412" y="75183"/>
                  <a:pt x="43251" y="79804"/>
                </a:cubicBezTo>
                <a:cubicBezTo>
                  <a:pt x="45144" y="81604"/>
                  <a:pt x="47569" y="82503"/>
                  <a:pt x="49999" y="82503"/>
                </a:cubicBezTo>
                <a:cubicBezTo>
                  <a:pt x="52430" y="82503"/>
                  <a:pt x="54859" y="81604"/>
                  <a:pt x="56754" y="79804"/>
                </a:cubicBezTo>
                <a:cubicBezTo>
                  <a:pt x="62375" y="74439"/>
                  <a:pt x="76033" y="58395"/>
                  <a:pt x="76605" y="57723"/>
                </a:cubicBezTo>
                <a:cubicBezTo>
                  <a:pt x="82023" y="51375"/>
                  <a:pt x="85006" y="43310"/>
                  <a:pt x="85006" y="35005"/>
                </a:cubicBezTo>
                <a:cubicBezTo>
                  <a:pt x="85006" y="15697"/>
                  <a:pt x="69304" y="0"/>
                  <a:pt x="49999" y="0"/>
                </a:cubicBezTo>
                <a:close/>
                <a:moveTo>
                  <a:pt x="49999" y="22501"/>
                </a:moveTo>
                <a:cubicBezTo>
                  <a:pt x="56903" y="22501"/>
                  <a:pt x="62502" y="28093"/>
                  <a:pt x="62502" y="35005"/>
                </a:cubicBezTo>
                <a:cubicBezTo>
                  <a:pt x="62502" y="41906"/>
                  <a:pt x="56903" y="47498"/>
                  <a:pt x="49999" y="47498"/>
                </a:cubicBezTo>
                <a:cubicBezTo>
                  <a:pt x="43096" y="47498"/>
                  <a:pt x="37498" y="41906"/>
                  <a:pt x="37498" y="35005"/>
                </a:cubicBezTo>
                <a:cubicBezTo>
                  <a:pt x="37498" y="28093"/>
                  <a:pt x="43096" y="22501"/>
                  <a:pt x="49999" y="22501"/>
                </a:cubicBezTo>
                <a:close/>
                <a:moveTo>
                  <a:pt x="21924" y="63603"/>
                </a:moveTo>
                <a:cubicBezTo>
                  <a:pt x="10559" y="66891"/>
                  <a:pt x="2491" y="72387"/>
                  <a:pt x="2491" y="80007"/>
                </a:cubicBezTo>
                <a:cubicBezTo>
                  <a:pt x="2491" y="93136"/>
                  <a:pt x="26390" y="100001"/>
                  <a:pt x="49999" y="100001"/>
                </a:cubicBezTo>
                <a:cubicBezTo>
                  <a:pt x="73609" y="100001"/>
                  <a:pt x="97509" y="93136"/>
                  <a:pt x="97509" y="80007"/>
                </a:cubicBezTo>
                <a:cubicBezTo>
                  <a:pt x="97509" y="72387"/>
                  <a:pt x="89445" y="66891"/>
                  <a:pt x="78085" y="63615"/>
                </a:cubicBezTo>
                <a:cubicBezTo>
                  <a:pt x="76641" y="65247"/>
                  <a:pt x="74663" y="67491"/>
                  <a:pt x="72484" y="69915"/>
                </a:cubicBezTo>
                <a:cubicBezTo>
                  <a:pt x="83551" y="72519"/>
                  <a:pt x="90008" y="76731"/>
                  <a:pt x="90008" y="80007"/>
                </a:cubicBezTo>
                <a:cubicBezTo>
                  <a:pt x="90008" y="85096"/>
                  <a:pt x="74421" y="92500"/>
                  <a:pt x="49999" y="92500"/>
                </a:cubicBezTo>
                <a:cubicBezTo>
                  <a:pt x="25577" y="92500"/>
                  <a:pt x="9992" y="85096"/>
                  <a:pt x="9992" y="80007"/>
                </a:cubicBezTo>
                <a:cubicBezTo>
                  <a:pt x="9992" y="76731"/>
                  <a:pt x="16461" y="72507"/>
                  <a:pt x="27545" y="69903"/>
                </a:cubicBezTo>
                <a:cubicBezTo>
                  <a:pt x="25377" y="67491"/>
                  <a:pt x="23383" y="65259"/>
                  <a:pt x="21924" y="636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1" name="Красный — SVG 14">
            <a:extLst>
              <a:ext uri="{FF2B5EF4-FFF2-40B4-BE49-F238E27FC236}">
                <a16:creationId xmlns:a16="http://schemas.microsoft.com/office/drawing/2014/main" id="{AC72D251-BFBF-CE4B-88CF-594C56E19FF3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49628 w 99239"/>
              <a:gd name="csY0" fmla="*/ 0 h 155940"/>
              <a:gd name="csX1" fmla="*/ 45528 w 99239"/>
              <a:gd name="csY1" fmla="*/ 1310 h 155940"/>
              <a:gd name="csX2" fmla="*/ 42942 w 99239"/>
              <a:gd name="csY2" fmla="*/ 4746 h 155940"/>
              <a:gd name="csX3" fmla="*/ 42823 w 99239"/>
              <a:gd name="csY3" fmla="*/ 9033 h 155940"/>
              <a:gd name="csX4" fmla="*/ 45205 w 99239"/>
              <a:gd name="csY4" fmla="*/ 12622 h 155940"/>
              <a:gd name="csX5" fmla="*/ 35439 w 99239"/>
              <a:gd name="csY5" fmla="*/ 24802 h 155940"/>
              <a:gd name="csX6" fmla="*/ 20382 w 99239"/>
              <a:gd name="csY6" fmla="*/ 14051 h 155940"/>
              <a:gd name="csX7" fmla="*/ 21267 w 99239"/>
              <a:gd name="csY7" fmla="*/ 10530 h 155940"/>
              <a:gd name="csX8" fmla="*/ 20280 w 99239"/>
              <a:gd name="csY8" fmla="*/ 7025 h 155940"/>
              <a:gd name="csX9" fmla="*/ 17694 w 99239"/>
              <a:gd name="csY9" fmla="*/ 4474 h 155940"/>
              <a:gd name="csX10" fmla="*/ 14172 w 99239"/>
              <a:gd name="csY10" fmla="*/ 3538 h 155940"/>
              <a:gd name="csX11" fmla="*/ 9545 w 99239"/>
              <a:gd name="csY11" fmla="*/ 5291 h 155940"/>
              <a:gd name="csX12" fmla="*/ 7197 w 99239"/>
              <a:gd name="csY12" fmla="*/ 9645 h 155940"/>
              <a:gd name="csX13" fmla="*/ 8252 w 99239"/>
              <a:gd name="csY13" fmla="*/ 14476 h 155940"/>
              <a:gd name="csX14" fmla="*/ 12233 w 99239"/>
              <a:gd name="csY14" fmla="*/ 17436 h 155940"/>
              <a:gd name="csX15" fmla="*/ 16792 w 99239"/>
              <a:gd name="csY15" fmla="*/ 47155 h 155940"/>
              <a:gd name="csX16" fmla="*/ 23802 w 99239"/>
              <a:gd name="csY16" fmla="*/ 53160 h 155940"/>
              <a:gd name="csX17" fmla="*/ 75438 w 99239"/>
              <a:gd name="csY17" fmla="*/ 53160 h 155940"/>
              <a:gd name="csX18" fmla="*/ 82447 w 99239"/>
              <a:gd name="csY18" fmla="*/ 47155 h 155940"/>
              <a:gd name="csX19" fmla="*/ 87023 w 99239"/>
              <a:gd name="csY19" fmla="*/ 17436 h 155940"/>
              <a:gd name="csX20" fmla="*/ 90988 w 99239"/>
              <a:gd name="csY20" fmla="*/ 14476 h 155940"/>
              <a:gd name="csX21" fmla="*/ 92060 w 99239"/>
              <a:gd name="csY21" fmla="*/ 9645 h 155940"/>
              <a:gd name="csX22" fmla="*/ 89695 w 99239"/>
              <a:gd name="csY22" fmla="*/ 5291 h 155940"/>
              <a:gd name="csX23" fmla="*/ 85067 w 99239"/>
              <a:gd name="csY23" fmla="*/ 3538 h 155940"/>
              <a:gd name="csX24" fmla="*/ 81562 w 99239"/>
              <a:gd name="csY24" fmla="*/ 4474 h 155940"/>
              <a:gd name="csX25" fmla="*/ 78976 w 99239"/>
              <a:gd name="csY25" fmla="*/ 7025 h 155940"/>
              <a:gd name="csX26" fmla="*/ 77990 w 99239"/>
              <a:gd name="csY26" fmla="*/ 10530 h 155940"/>
              <a:gd name="csX27" fmla="*/ 78857 w 99239"/>
              <a:gd name="csY27" fmla="*/ 14051 h 155940"/>
              <a:gd name="csX28" fmla="*/ 63800 w 99239"/>
              <a:gd name="csY28" fmla="*/ 24802 h 155940"/>
              <a:gd name="csX29" fmla="*/ 54052 w 99239"/>
              <a:gd name="csY29" fmla="*/ 12622 h 155940"/>
              <a:gd name="csX30" fmla="*/ 56433 w 99239"/>
              <a:gd name="csY30" fmla="*/ 9033 h 155940"/>
              <a:gd name="csX31" fmla="*/ 56298 w 99239"/>
              <a:gd name="csY31" fmla="*/ 4746 h 155940"/>
              <a:gd name="csX32" fmla="*/ 53711 w 99239"/>
              <a:gd name="csY32" fmla="*/ 1310 h 155940"/>
              <a:gd name="csX33" fmla="*/ 49628 w 99239"/>
              <a:gd name="csY33" fmla="*/ 0 h 155940"/>
              <a:gd name="csX34" fmla="*/ 31900 w 99239"/>
              <a:gd name="csY34" fmla="*/ 60253 h 155940"/>
              <a:gd name="csX35" fmla="*/ 31900 w 99239"/>
              <a:gd name="csY35" fmla="*/ 70885 h 155940"/>
              <a:gd name="csX36" fmla="*/ 14615 w 99239"/>
              <a:gd name="csY36" fmla="*/ 101335 h 155940"/>
              <a:gd name="csX37" fmla="*/ 3539 w 99239"/>
              <a:gd name="csY37" fmla="*/ 120490 h 155940"/>
              <a:gd name="csX38" fmla="*/ 6993 w 99239"/>
              <a:gd name="csY38" fmla="*/ 131122 h 155940"/>
              <a:gd name="csX39" fmla="*/ 14206 w 99239"/>
              <a:gd name="csY39" fmla="*/ 131122 h 155940"/>
              <a:gd name="csX40" fmla="*/ 85169 w 99239"/>
              <a:gd name="csY40" fmla="*/ 131122 h 155940"/>
              <a:gd name="csX41" fmla="*/ 92332 w 99239"/>
              <a:gd name="csY41" fmla="*/ 131122 h 155940"/>
              <a:gd name="csX42" fmla="*/ 95683 w 99239"/>
              <a:gd name="csY42" fmla="*/ 120490 h 155940"/>
              <a:gd name="csX43" fmla="*/ 84625 w 99239"/>
              <a:gd name="csY43" fmla="*/ 101335 h 155940"/>
              <a:gd name="csX44" fmla="*/ 67339 w 99239"/>
              <a:gd name="csY44" fmla="*/ 70885 h 155940"/>
              <a:gd name="csX45" fmla="*/ 67339 w 99239"/>
              <a:gd name="csY45" fmla="*/ 60253 h 155940"/>
              <a:gd name="csX46" fmla="*/ 31900 w 99239"/>
              <a:gd name="csY46" fmla="*/ 60253 h 155940"/>
              <a:gd name="csX47" fmla="*/ 8864 w 99239"/>
              <a:gd name="csY47" fmla="*/ 138215 h 155940"/>
              <a:gd name="csX48" fmla="*/ 0 w 99239"/>
              <a:gd name="csY48" fmla="*/ 147078 h 155940"/>
              <a:gd name="csX49" fmla="*/ 8864 w 99239"/>
              <a:gd name="csY49" fmla="*/ 155941 h 155940"/>
              <a:gd name="csX50" fmla="*/ 90375 w 99239"/>
              <a:gd name="csY50" fmla="*/ 155941 h 155940"/>
              <a:gd name="csX51" fmla="*/ 99239 w 99239"/>
              <a:gd name="csY51" fmla="*/ 147078 h 155940"/>
              <a:gd name="csX52" fmla="*/ 90375 w 99239"/>
              <a:gd name="csY52" fmla="*/ 138215 h 155940"/>
              <a:gd name="csX53" fmla="*/ 8864 w 99239"/>
              <a:gd name="csY53" fmla="*/ 138215 h 155940"/>
            </a:gdLst>
            <a:ahLst/>
            <a:cxnLst/>
            <a:rect l="l" t="t" r="r" b="b"/>
            <a:pathLst>
              <a:path w="100000" h="100000">
                <a:moveTo>
                  <a:pt x="50005" y="0"/>
                </a:moveTo>
                <a:cubicBezTo>
                  <a:pt x="49056" y="0"/>
                  <a:pt x="48140" y="294"/>
                  <a:pt x="47376" y="840"/>
                </a:cubicBezTo>
                <a:cubicBezTo>
                  <a:pt x="46612" y="1385"/>
                  <a:pt x="46034" y="2149"/>
                  <a:pt x="45718" y="3043"/>
                </a:cubicBezTo>
                <a:cubicBezTo>
                  <a:pt x="45412" y="3927"/>
                  <a:pt x="45379" y="4887"/>
                  <a:pt x="45642" y="5793"/>
                </a:cubicBezTo>
                <a:cubicBezTo>
                  <a:pt x="45892" y="6698"/>
                  <a:pt x="46427" y="7505"/>
                  <a:pt x="47169" y="8094"/>
                </a:cubicBezTo>
                <a:lnTo>
                  <a:pt x="40906" y="15905"/>
                </a:lnTo>
                <a:lnTo>
                  <a:pt x="31251" y="9011"/>
                </a:lnTo>
                <a:cubicBezTo>
                  <a:pt x="31633" y="8323"/>
                  <a:pt x="31829" y="7538"/>
                  <a:pt x="31818" y="6753"/>
                </a:cubicBezTo>
                <a:cubicBezTo>
                  <a:pt x="31797" y="5956"/>
                  <a:pt x="31589" y="5192"/>
                  <a:pt x="31185" y="4505"/>
                </a:cubicBezTo>
                <a:cubicBezTo>
                  <a:pt x="30782" y="3829"/>
                  <a:pt x="30215" y="3262"/>
                  <a:pt x="29527" y="2869"/>
                </a:cubicBezTo>
                <a:cubicBezTo>
                  <a:pt x="28840" y="2477"/>
                  <a:pt x="28065" y="2269"/>
                  <a:pt x="27269" y="2269"/>
                </a:cubicBezTo>
                <a:cubicBezTo>
                  <a:pt x="26178" y="2280"/>
                  <a:pt x="25130" y="2673"/>
                  <a:pt x="24301" y="3393"/>
                </a:cubicBezTo>
                <a:cubicBezTo>
                  <a:pt x="23483" y="4112"/>
                  <a:pt x="22948" y="5105"/>
                  <a:pt x="22796" y="6185"/>
                </a:cubicBezTo>
                <a:cubicBezTo>
                  <a:pt x="22643" y="7265"/>
                  <a:pt x="22883" y="8367"/>
                  <a:pt x="23472" y="9283"/>
                </a:cubicBezTo>
                <a:cubicBezTo>
                  <a:pt x="24072" y="10200"/>
                  <a:pt x="24966" y="10876"/>
                  <a:pt x="26025" y="11181"/>
                </a:cubicBezTo>
                <a:lnTo>
                  <a:pt x="28949" y="30239"/>
                </a:lnTo>
                <a:cubicBezTo>
                  <a:pt x="29287" y="32454"/>
                  <a:pt x="31207" y="34090"/>
                  <a:pt x="33444" y="34090"/>
                </a:cubicBezTo>
                <a:lnTo>
                  <a:pt x="66557" y="34090"/>
                </a:lnTo>
                <a:cubicBezTo>
                  <a:pt x="68804" y="34090"/>
                  <a:pt x="70713" y="32454"/>
                  <a:pt x="71051" y="30239"/>
                </a:cubicBezTo>
                <a:lnTo>
                  <a:pt x="73986" y="11181"/>
                </a:lnTo>
                <a:cubicBezTo>
                  <a:pt x="75034" y="10876"/>
                  <a:pt x="75939" y="10200"/>
                  <a:pt x="76528" y="9283"/>
                </a:cubicBezTo>
                <a:cubicBezTo>
                  <a:pt x="77117" y="8367"/>
                  <a:pt x="77369" y="7265"/>
                  <a:pt x="77216" y="6185"/>
                </a:cubicBezTo>
                <a:cubicBezTo>
                  <a:pt x="77063" y="5105"/>
                  <a:pt x="76528" y="4112"/>
                  <a:pt x="75699" y="3393"/>
                </a:cubicBezTo>
                <a:cubicBezTo>
                  <a:pt x="74881" y="2673"/>
                  <a:pt x="73822" y="2280"/>
                  <a:pt x="72731" y="2269"/>
                </a:cubicBezTo>
                <a:cubicBezTo>
                  <a:pt x="71946" y="2269"/>
                  <a:pt x="71160" y="2477"/>
                  <a:pt x="70484" y="2869"/>
                </a:cubicBezTo>
                <a:cubicBezTo>
                  <a:pt x="69797" y="3262"/>
                  <a:pt x="69219" y="3829"/>
                  <a:pt x="68826" y="4505"/>
                </a:cubicBezTo>
                <a:cubicBezTo>
                  <a:pt x="68422" y="5192"/>
                  <a:pt x="68204" y="5956"/>
                  <a:pt x="68193" y="6753"/>
                </a:cubicBezTo>
                <a:cubicBezTo>
                  <a:pt x="68182" y="7538"/>
                  <a:pt x="68368" y="8323"/>
                  <a:pt x="68749" y="9011"/>
                </a:cubicBezTo>
                <a:lnTo>
                  <a:pt x="59094" y="15905"/>
                </a:lnTo>
                <a:lnTo>
                  <a:pt x="52842" y="8094"/>
                </a:lnTo>
                <a:cubicBezTo>
                  <a:pt x="53573" y="7505"/>
                  <a:pt x="54108" y="6698"/>
                  <a:pt x="54369" y="5793"/>
                </a:cubicBezTo>
                <a:cubicBezTo>
                  <a:pt x="54621" y="4887"/>
                  <a:pt x="54599" y="3927"/>
                  <a:pt x="54283" y="3043"/>
                </a:cubicBezTo>
                <a:cubicBezTo>
                  <a:pt x="53977" y="2149"/>
                  <a:pt x="53398" y="1385"/>
                  <a:pt x="52624" y="840"/>
                </a:cubicBezTo>
                <a:cubicBezTo>
                  <a:pt x="51861" y="294"/>
                  <a:pt x="50944" y="0"/>
                  <a:pt x="50005" y="0"/>
                </a:cubicBezTo>
                <a:close/>
                <a:moveTo>
                  <a:pt x="38637" y="38639"/>
                </a:moveTo>
                <a:lnTo>
                  <a:pt x="38637" y="45457"/>
                </a:lnTo>
                <a:cubicBezTo>
                  <a:pt x="37415" y="55318"/>
                  <a:pt x="31523" y="61493"/>
                  <a:pt x="27553" y="64983"/>
                </a:cubicBezTo>
                <a:cubicBezTo>
                  <a:pt x="24061" y="68049"/>
                  <a:pt x="20450" y="71213"/>
                  <a:pt x="20450" y="77267"/>
                </a:cubicBezTo>
                <a:cubicBezTo>
                  <a:pt x="20450" y="79699"/>
                  <a:pt x="21257" y="82078"/>
                  <a:pt x="22665" y="84085"/>
                </a:cubicBezTo>
                <a:lnTo>
                  <a:pt x="27290" y="84085"/>
                </a:lnTo>
                <a:lnTo>
                  <a:pt x="72797" y="84085"/>
                </a:lnTo>
                <a:lnTo>
                  <a:pt x="77390" y="84085"/>
                </a:lnTo>
                <a:cubicBezTo>
                  <a:pt x="78765" y="82089"/>
                  <a:pt x="79539" y="79710"/>
                  <a:pt x="79539" y="77267"/>
                </a:cubicBezTo>
                <a:cubicBezTo>
                  <a:pt x="79550" y="71213"/>
                  <a:pt x="75939" y="68049"/>
                  <a:pt x="72448" y="64983"/>
                </a:cubicBezTo>
                <a:cubicBezTo>
                  <a:pt x="68477" y="61493"/>
                  <a:pt x="62585" y="55318"/>
                  <a:pt x="61363" y="45457"/>
                </a:cubicBezTo>
                <a:lnTo>
                  <a:pt x="61363" y="38639"/>
                </a:lnTo>
                <a:lnTo>
                  <a:pt x="38637" y="38639"/>
                </a:lnTo>
                <a:close/>
                <a:moveTo>
                  <a:pt x="23865" y="88633"/>
                </a:moveTo>
                <a:cubicBezTo>
                  <a:pt x="20722" y="88633"/>
                  <a:pt x="18180" y="91175"/>
                  <a:pt x="18180" y="94317"/>
                </a:cubicBezTo>
                <a:cubicBezTo>
                  <a:pt x="18180" y="97459"/>
                  <a:pt x="20722" y="100001"/>
                  <a:pt x="23865" y="100001"/>
                </a:cubicBezTo>
                <a:lnTo>
                  <a:pt x="76135" y="100001"/>
                </a:lnTo>
                <a:cubicBezTo>
                  <a:pt x="79278" y="100001"/>
                  <a:pt x="81820" y="97459"/>
                  <a:pt x="81820" y="94317"/>
                </a:cubicBezTo>
                <a:cubicBezTo>
                  <a:pt x="81820" y="91175"/>
                  <a:pt x="79278" y="88633"/>
                  <a:pt x="76135" y="88633"/>
                </a:cubicBezTo>
                <a:lnTo>
                  <a:pt x="23865" y="8863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2" name="Красный — SVG 15">
            <a:extLst>
              <a:ext uri="{FF2B5EF4-FFF2-40B4-BE49-F238E27FC236}">
                <a16:creationId xmlns:a16="http://schemas.microsoft.com/office/drawing/2014/main" id="{1CBDE8FB-6768-EE4D-B353-B316D4C5FEFB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15942 w 155961"/>
              <a:gd name="csY0" fmla="*/ 0 h 109857"/>
              <a:gd name="csX1" fmla="*/ 0 w 155961"/>
              <a:gd name="csY1" fmla="*/ 15940 h 109857"/>
              <a:gd name="csX2" fmla="*/ 0 w 155961"/>
              <a:gd name="csY2" fmla="*/ 51390 h 109857"/>
              <a:gd name="csX3" fmla="*/ 15942 w 155961"/>
              <a:gd name="csY3" fmla="*/ 67330 h 109857"/>
              <a:gd name="csX4" fmla="*/ 17728 w 155961"/>
              <a:gd name="csY4" fmla="*/ 67330 h 109857"/>
              <a:gd name="csX5" fmla="*/ 17728 w 155961"/>
              <a:gd name="csY5" fmla="*/ 104550 h 109857"/>
              <a:gd name="csX6" fmla="*/ 23036 w 155961"/>
              <a:gd name="csY6" fmla="*/ 109858 h 109857"/>
              <a:gd name="csX7" fmla="*/ 33670 w 155961"/>
              <a:gd name="csY7" fmla="*/ 109858 h 109857"/>
              <a:gd name="csX8" fmla="*/ 38995 w 155961"/>
              <a:gd name="csY8" fmla="*/ 104550 h 109857"/>
              <a:gd name="csX9" fmla="*/ 38995 w 155961"/>
              <a:gd name="csY9" fmla="*/ 67330 h 109857"/>
              <a:gd name="csX10" fmla="*/ 116967 w 155961"/>
              <a:gd name="csY10" fmla="*/ 67330 h 109857"/>
              <a:gd name="csX11" fmla="*/ 116967 w 155961"/>
              <a:gd name="csY11" fmla="*/ 104550 h 109857"/>
              <a:gd name="csX12" fmla="*/ 122276 w 155961"/>
              <a:gd name="csY12" fmla="*/ 109858 h 109857"/>
              <a:gd name="csX13" fmla="*/ 132909 w 155961"/>
              <a:gd name="csY13" fmla="*/ 109858 h 109857"/>
              <a:gd name="csX14" fmla="*/ 138234 w 155961"/>
              <a:gd name="csY14" fmla="*/ 104550 h 109857"/>
              <a:gd name="csX15" fmla="*/ 138234 w 155961"/>
              <a:gd name="csY15" fmla="*/ 67330 h 109857"/>
              <a:gd name="csX16" fmla="*/ 140003 w 155961"/>
              <a:gd name="csY16" fmla="*/ 67330 h 109857"/>
              <a:gd name="csX17" fmla="*/ 155962 w 155961"/>
              <a:gd name="csY17" fmla="*/ 51390 h 109857"/>
              <a:gd name="csX18" fmla="*/ 155962 w 155961"/>
              <a:gd name="csY18" fmla="*/ 15940 h 109857"/>
              <a:gd name="csX19" fmla="*/ 140003 w 155961"/>
              <a:gd name="csY19" fmla="*/ 0 h 109857"/>
              <a:gd name="csX20" fmla="*/ 15942 w 155961"/>
              <a:gd name="csY20" fmla="*/ 0 h 109857"/>
              <a:gd name="csX21" fmla="*/ 15942 w 155961"/>
              <a:gd name="csY21" fmla="*/ 10632 h 109857"/>
              <a:gd name="csX22" fmla="*/ 32512 w 155961"/>
              <a:gd name="csY22" fmla="*/ 10632 h 109857"/>
              <a:gd name="csX23" fmla="*/ 10633 w 155961"/>
              <a:gd name="csY23" fmla="*/ 32508 h 109857"/>
              <a:gd name="csX24" fmla="*/ 10633 w 155961"/>
              <a:gd name="csY24" fmla="*/ 15940 h 109857"/>
              <a:gd name="csX25" fmla="*/ 15942 w 155961"/>
              <a:gd name="csY25" fmla="*/ 10632 h 109857"/>
              <a:gd name="csX26" fmla="*/ 52555 w 155961"/>
              <a:gd name="csY26" fmla="*/ 10632 h 109857"/>
              <a:gd name="csX27" fmla="*/ 71490 w 155961"/>
              <a:gd name="csY27" fmla="*/ 10632 h 109857"/>
              <a:gd name="csX28" fmla="*/ 25418 w 155961"/>
              <a:gd name="csY28" fmla="*/ 56698 h 109857"/>
              <a:gd name="csX29" fmla="*/ 15942 w 155961"/>
              <a:gd name="csY29" fmla="*/ 56698 h 109857"/>
              <a:gd name="csX30" fmla="*/ 10736 w 155961"/>
              <a:gd name="csY30" fmla="*/ 52445 h 109857"/>
              <a:gd name="csX31" fmla="*/ 52555 w 155961"/>
              <a:gd name="csY31" fmla="*/ 10632 h 109857"/>
              <a:gd name="csX32" fmla="*/ 91549 w 155961"/>
              <a:gd name="csY32" fmla="*/ 10632 h 109857"/>
              <a:gd name="csX33" fmla="*/ 110485 w 155961"/>
              <a:gd name="csY33" fmla="*/ 10632 h 109857"/>
              <a:gd name="csX34" fmla="*/ 64413 w 155961"/>
              <a:gd name="csY34" fmla="*/ 56698 h 109857"/>
              <a:gd name="csX35" fmla="*/ 45477 w 155961"/>
              <a:gd name="csY35" fmla="*/ 56698 h 109857"/>
              <a:gd name="csX36" fmla="*/ 91549 w 155961"/>
              <a:gd name="csY36" fmla="*/ 10632 h 109857"/>
              <a:gd name="csX37" fmla="*/ 130544 w 155961"/>
              <a:gd name="csY37" fmla="*/ 10632 h 109857"/>
              <a:gd name="csX38" fmla="*/ 140003 w 155961"/>
              <a:gd name="csY38" fmla="*/ 10632 h 109857"/>
              <a:gd name="csX39" fmla="*/ 145226 w 155961"/>
              <a:gd name="csY39" fmla="*/ 14885 h 109857"/>
              <a:gd name="csX40" fmla="*/ 103391 w 155961"/>
              <a:gd name="csY40" fmla="*/ 56698 h 109857"/>
              <a:gd name="csX41" fmla="*/ 84455 w 155961"/>
              <a:gd name="csY41" fmla="*/ 56698 h 109857"/>
              <a:gd name="csX42" fmla="*/ 130544 w 155961"/>
              <a:gd name="csY42" fmla="*/ 10632 h 109857"/>
              <a:gd name="csX43" fmla="*/ 145328 w 155961"/>
              <a:gd name="csY43" fmla="*/ 34839 h 109857"/>
              <a:gd name="csX44" fmla="*/ 145328 w 155961"/>
              <a:gd name="csY44" fmla="*/ 51390 h 109857"/>
              <a:gd name="csX45" fmla="*/ 140003 w 155961"/>
              <a:gd name="csY45" fmla="*/ 56698 h 109857"/>
              <a:gd name="csX46" fmla="*/ 123449 w 155961"/>
              <a:gd name="csY46" fmla="*/ 56698 h 109857"/>
              <a:gd name="csX47" fmla="*/ 145328 w 155961"/>
              <a:gd name="csY47" fmla="*/ 34839 h 109857"/>
            </a:gdLst>
            <a:ahLst/>
            <a:cxnLst/>
            <a:rect l="l" t="t" r="r" b="b"/>
            <a:pathLst>
              <a:path w="100000" h="100000">
                <a:moveTo>
                  <a:pt x="10222" y="14781"/>
                </a:moveTo>
                <a:cubicBezTo>
                  <a:pt x="4615" y="14781"/>
                  <a:pt x="0" y="19395"/>
                  <a:pt x="0" y="25001"/>
                </a:cubicBezTo>
                <a:lnTo>
                  <a:pt x="0" y="47731"/>
                </a:lnTo>
                <a:cubicBezTo>
                  <a:pt x="0" y="53338"/>
                  <a:pt x="4615" y="57952"/>
                  <a:pt x="10222" y="57952"/>
                </a:cubicBezTo>
                <a:lnTo>
                  <a:pt x="11367" y="57952"/>
                </a:lnTo>
                <a:lnTo>
                  <a:pt x="11367" y="81817"/>
                </a:lnTo>
                <a:cubicBezTo>
                  <a:pt x="11367" y="83693"/>
                  <a:pt x="12894" y="85220"/>
                  <a:pt x="14770" y="85220"/>
                </a:cubicBezTo>
                <a:lnTo>
                  <a:pt x="21589" y="85220"/>
                </a:lnTo>
                <a:cubicBezTo>
                  <a:pt x="23476" y="85220"/>
                  <a:pt x="25003" y="83693"/>
                  <a:pt x="25003" y="81817"/>
                </a:cubicBezTo>
                <a:lnTo>
                  <a:pt x="25003" y="57952"/>
                </a:lnTo>
                <a:lnTo>
                  <a:pt x="74998" y="57952"/>
                </a:lnTo>
                <a:lnTo>
                  <a:pt x="74998" y="81817"/>
                </a:lnTo>
                <a:cubicBezTo>
                  <a:pt x="74998" y="83693"/>
                  <a:pt x="76525" y="85220"/>
                  <a:pt x="78402" y="85220"/>
                </a:cubicBezTo>
                <a:lnTo>
                  <a:pt x="85219" y="85220"/>
                </a:lnTo>
                <a:cubicBezTo>
                  <a:pt x="87106" y="85220"/>
                  <a:pt x="88634" y="83693"/>
                  <a:pt x="88634" y="81817"/>
                </a:cubicBezTo>
                <a:lnTo>
                  <a:pt x="88634" y="57952"/>
                </a:lnTo>
                <a:lnTo>
                  <a:pt x="89768" y="57952"/>
                </a:lnTo>
                <a:cubicBezTo>
                  <a:pt x="95376" y="57952"/>
                  <a:pt x="100001" y="53338"/>
                  <a:pt x="100001" y="47731"/>
                </a:cubicBezTo>
                <a:lnTo>
                  <a:pt x="100001" y="25001"/>
                </a:lnTo>
                <a:cubicBezTo>
                  <a:pt x="100001" y="19395"/>
                  <a:pt x="95376" y="14781"/>
                  <a:pt x="89768" y="14781"/>
                </a:cubicBezTo>
                <a:lnTo>
                  <a:pt x="10222" y="14781"/>
                </a:lnTo>
                <a:close/>
                <a:moveTo>
                  <a:pt x="10222" y="21598"/>
                </a:moveTo>
                <a:lnTo>
                  <a:pt x="20846" y="21598"/>
                </a:lnTo>
                <a:lnTo>
                  <a:pt x="6818" y="35624"/>
                </a:lnTo>
                <a:lnTo>
                  <a:pt x="6818" y="25001"/>
                </a:lnTo>
                <a:cubicBezTo>
                  <a:pt x="6818" y="23081"/>
                  <a:pt x="8301" y="21598"/>
                  <a:pt x="10222" y="21598"/>
                </a:cubicBezTo>
                <a:close/>
                <a:moveTo>
                  <a:pt x="33698" y="21598"/>
                </a:moveTo>
                <a:lnTo>
                  <a:pt x="45838" y="21598"/>
                </a:lnTo>
                <a:lnTo>
                  <a:pt x="16298" y="51135"/>
                </a:lnTo>
                <a:lnTo>
                  <a:pt x="10222" y="51135"/>
                </a:lnTo>
                <a:cubicBezTo>
                  <a:pt x="8542" y="51135"/>
                  <a:pt x="7189" y="49989"/>
                  <a:pt x="6884" y="48408"/>
                </a:cubicBezTo>
                <a:lnTo>
                  <a:pt x="33698" y="21598"/>
                </a:lnTo>
                <a:close/>
                <a:moveTo>
                  <a:pt x="58700" y="21598"/>
                </a:moveTo>
                <a:lnTo>
                  <a:pt x="70841" y="21598"/>
                </a:lnTo>
                <a:lnTo>
                  <a:pt x="41301" y="51135"/>
                </a:lnTo>
                <a:lnTo>
                  <a:pt x="29159" y="51135"/>
                </a:lnTo>
                <a:lnTo>
                  <a:pt x="58700" y="21598"/>
                </a:lnTo>
                <a:close/>
                <a:moveTo>
                  <a:pt x="83703" y="21598"/>
                </a:moveTo>
                <a:lnTo>
                  <a:pt x="89768" y="21598"/>
                </a:lnTo>
                <a:cubicBezTo>
                  <a:pt x="91459" y="21598"/>
                  <a:pt x="92812" y="22743"/>
                  <a:pt x="93117" y="24325"/>
                </a:cubicBezTo>
                <a:lnTo>
                  <a:pt x="66293" y="51135"/>
                </a:lnTo>
                <a:lnTo>
                  <a:pt x="54151" y="51135"/>
                </a:lnTo>
                <a:lnTo>
                  <a:pt x="83703" y="21598"/>
                </a:lnTo>
                <a:close/>
                <a:moveTo>
                  <a:pt x="93182" y="37119"/>
                </a:moveTo>
                <a:lnTo>
                  <a:pt x="93182" y="47731"/>
                </a:lnTo>
                <a:cubicBezTo>
                  <a:pt x="93182" y="49651"/>
                  <a:pt x="91699" y="51135"/>
                  <a:pt x="89768" y="51135"/>
                </a:cubicBezTo>
                <a:lnTo>
                  <a:pt x="79154" y="51135"/>
                </a:lnTo>
                <a:lnTo>
                  <a:pt x="93182" y="3711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3" name="Красный — SVG 16">
            <a:extLst>
              <a:ext uri="{FF2B5EF4-FFF2-40B4-BE49-F238E27FC236}">
                <a16:creationId xmlns:a16="http://schemas.microsoft.com/office/drawing/2014/main" id="{F1AF30A0-A21B-BF4C-9FBD-3786E7C710CF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143551 w 148867"/>
              <a:gd name="csY0" fmla="*/ 0 h 127583"/>
              <a:gd name="csX1" fmla="*/ 99244 w 148867"/>
              <a:gd name="csY1" fmla="*/ 0 h 127583"/>
              <a:gd name="csX2" fmla="*/ 79750 w 148867"/>
              <a:gd name="csY2" fmla="*/ 19495 h 127583"/>
              <a:gd name="csX3" fmla="*/ 79750 w 148867"/>
              <a:gd name="csY3" fmla="*/ 100995 h 127583"/>
              <a:gd name="csX4" fmla="*/ 74434 w 148867"/>
              <a:gd name="csY4" fmla="*/ 106319 h 127583"/>
              <a:gd name="csX5" fmla="*/ 69117 w 148867"/>
              <a:gd name="csY5" fmla="*/ 100995 h 127583"/>
              <a:gd name="csX6" fmla="*/ 69117 w 148867"/>
              <a:gd name="csY6" fmla="*/ 17725 h 127583"/>
              <a:gd name="csX7" fmla="*/ 51394 w 148867"/>
              <a:gd name="csY7" fmla="*/ 0 h 127583"/>
              <a:gd name="csX8" fmla="*/ 5317 w 148867"/>
              <a:gd name="csY8" fmla="*/ 0 h 127583"/>
              <a:gd name="csX9" fmla="*/ 0 w 148867"/>
              <a:gd name="csY9" fmla="*/ 5308 h 127583"/>
              <a:gd name="csX10" fmla="*/ 0 w 148867"/>
              <a:gd name="csY10" fmla="*/ 108089 h 127583"/>
              <a:gd name="csX11" fmla="*/ 5317 w 148867"/>
              <a:gd name="csY11" fmla="*/ 113413 h 127583"/>
              <a:gd name="csX12" fmla="*/ 60256 w 148867"/>
              <a:gd name="csY12" fmla="*/ 113413 h 127583"/>
              <a:gd name="csX13" fmla="*/ 69117 w 148867"/>
              <a:gd name="csY13" fmla="*/ 122259 h 127583"/>
              <a:gd name="csX14" fmla="*/ 74434 w 148867"/>
              <a:gd name="csY14" fmla="*/ 127583 h 127583"/>
              <a:gd name="csX15" fmla="*/ 79750 w 148867"/>
              <a:gd name="csY15" fmla="*/ 122259 h 127583"/>
              <a:gd name="csX16" fmla="*/ 88611 w 148867"/>
              <a:gd name="csY16" fmla="*/ 113413 h 127583"/>
              <a:gd name="csX17" fmla="*/ 143551 w 148867"/>
              <a:gd name="csY17" fmla="*/ 113413 h 127583"/>
              <a:gd name="csX18" fmla="*/ 148867 w 148867"/>
              <a:gd name="csY18" fmla="*/ 108089 h 127583"/>
              <a:gd name="csX19" fmla="*/ 148867 w 148867"/>
              <a:gd name="csY19" fmla="*/ 5308 h 127583"/>
              <a:gd name="csX20" fmla="*/ 143551 w 148867"/>
              <a:gd name="csY20" fmla="*/ 0 h 127583"/>
              <a:gd name="csX21" fmla="*/ 47850 w 148867"/>
              <a:gd name="csY21" fmla="*/ 92149 h 127583"/>
              <a:gd name="csX22" fmla="*/ 15950 w 148867"/>
              <a:gd name="csY22" fmla="*/ 92149 h 127583"/>
              <a:gd name="csX23" fmla="*/ 10633 w 148867"/>
              <a:gd name="csY23" fmla="*/ 86825 h 127583"/>
              <a:gd name="csX24" fmla="*/ 15950 w 148867"/>
              <a:gd name="csY24" fmla="*/ 81517 h 127583"/>
              <a:gd name="csX25" fmla="*/ 47850 w 148867"/>
              <a:gd name="csY25" fmla="*/ 81517 h 127583"/>
              <a:gd name="csX26" fmla="*/ 53167 w 148867"/>
              <a:gd name="csY26" fmla="*/ 86825 h 127583"/>
              <a:gd name="csX27" fmla="*/ 47850 w 148867"/>
              <a:gd name="csY27" fmla="*/ 92149 h 127583"/>
              <a:gd name="csX28" fmla="*/ 47850 w 148867"/>
              <a:gd name="csY28" fmla="*/ 74424 h 127583"/>
              <a:gd name="csX29" fmla="*/ 15950 w 148867"/>
              <a:gd name="csY29" fmla="*/ 74424 h 127583"/>
              <a:gd name="csX30" fmla="*/ 10633 w 148867"/>
              <a:gd name="csY30" fmla="*/ 69099 h 127583"/>
              <a:gd name="csX31" fmla="*/ 15950 w 148867"/>
              <a:gd name="csY31" fmla="*/ 63792 h 127583"/>
              <a:gd name="csX32" fmla="*/ 47850 w 148867"/>
              <a:gd name="csY32" fmla="*/ 63792 h 127583"/>
              <a:gd name="csX33" fmla="*/ 53167 w 148867"/>
              <a:gd name="csY33" fmla="*/ 69099 h 127583"/>
              <a:gd name="csX34" fmla="*/ 47850 w 148867"/>
              <a:gd name="csY34" fmla="*/ 74424 h 127583"/>
              <a:gd name="csX35" fmla="*/ 51610 w 148867"/>
              <a:gd name="csY35" fmla="*/ 33886 h 127583"/>
              <a:gd name="csX36" fmla="*/ 30343 w 148867"/>
              <a:gd name="csY36" fmla="*/ 55150 h 127583"/>
              <a:gd name="csX37" fmla="*/ 26583 w 148867"/>
              <a:gd name="csY37" fmla="*/ 56698 h 127583"/>
              <a:gd name="csX38" fmla="*/ 22823 w 148867"/>
              <a:gd name="csY38" fmla="*/ 55150 h 127583"/>
              <a:gd name="csX39" fmla="*/ 12190 w 148867"/>
              <a:gd name="csY39" fmla="*/ 44518 h 127583"/>
              <a:gd name="csX40" fmla="*/ 12190 w 148867"/>
              <a:gd name="csY40" fmla="*/ 36999 h 127583"/>
              <a:gd name="csX41" fmla="*/ 19707 w 148867"/>
              <a:gd name="csY41" fmla="*/ 36999 h 127583"/>
              <a:gd name="csX42" fmla="*/ 26580 w 148867"/>
              <a:gd name="csY42" fmla="*/ 43872 h 127583"/>
              <a:gd name="csX43" fmla="*/ 44085 w 148867"/>
              <a:gd name="csY43" fmla="*/ 26367 h 127583"/>
              <a:gd name="csX44" fmla="*/ 51603 w 148867"/>
              <a:gd name="csY44" fmla="*/ 26367 h 127583"/>
              <a:gd name="csX45" fmla="*/ 51610 w 148867"/>
              <a:gd name="csY45" fmla="*/ 33886 h 127583"/>
              <a:gd name="csX46" fmla="*/ 100801 w 148867"/>
              <a:gd name="csY46" fmla="*/ 30348 h 127583"/>
              <a:gd name="csX47" fmla="*/ 100801 w 148867"/>
              <a:gd name="csY47" fmla="*/ 22829 h 127583"/>
              <a:gd name="csX48" fmla="*/ 108319 w 148867"/>
              <a:gd name="csY48" fmla="*/ 22829 h 127583"/>
              <a:gd name="csX49" fmla="*/ 116967 w 148867"/>
              <a:gd name="csY49" fmla="*/ 31471 h 127583"/>
              <a:gd name="csX50" fmla="*/ 125612 w 148867"/>
              <a:gd name="csY50" fmla="*/ 22829 h 127583"/>
              <a:gd name="csX51" fmla="*/ 133130 w 148867"/>
              <a:gd name="csY51" fmla="*/ 22829 h 127583"/>
              <a:gd name="csX52" fmla="*/ 133130 w 148867"/>
              <a:gd name="csY52" fmla="*/ 30348 h 127583"/>
              <a:gd name="csX53" fmla="*/ 124485 w 148867"/>
              <a:gd name="csY53" fmla="*/ 38989 h 127583"/>
              <a:gd name="csX54" fmla="*/ 133130 w 148867"/>
              <a:gd name="csY54" fmla="*/ 47631 h 127583"/>
              <a:gd name="csX55" fmla="*/ 133130 w 148867"/>
              <a:gd name="csY55" fmla="*/ 55150 h 127583"/>
              <a:gd name="csX56" fmla="*/ 129373 w 148867"/>
              <a:gd name="csY56" fmla="*/ 56698 h 127583"/>
              <a:gd name="csX57" fmla="*/ 125612 w 148867"/>
              <a:gd name="csY57" fmla="*/ 55150 h 127583"/>
              <a:gd name="csX58" fmla="*/ 116967 w 148867"/>
              <a:gd name="csY58" fmla="*/ 46509 h 127583"/>
              <a:gd name="csX59" fmla="*/ 108323 w 148867"/>
              <a:gd name="csY59" fmla="*/ 55150 h 127583"/>
              <a:gd name="csX60" fmla="*/ 104561 w 148867"/>
              <a:gd name="csY60" fmla="*/ 56698 h 127583"/>
              <a:gd name="csX61" fmla="*/ 100801 w 148867"/>
              <a:gd name="csY61" fmla="*/ 55150 h 127583"/>
              <a:gd name="csX62" fmla="*/ 100801 w 148867"/>
              <a:gd name="csY62" fmla="*/ 47631 h 127583"/>
              <a:gd name="csX63" fmla="*/ 109449 w 148867"/>
              <a:gd name="csY63" fmla="*/ 38989 h 127583"/>
              <a:gd name="csX64" fmla="*/ 100801 w 148867"/>
              <a:gd name="csY64" fmla="*/ 30348 h 127583"/>
              <a:gd name="csX65" fmla="*/ 132917 w 148867"/>
              <a:gd name="csY65" fmla="*/ 92149 h 127583"/>
              <a:gd name="csX66" fmla="*/ 101017 w 148867"/>
              <a:gd name="csY66" fmla="*/ 92149 h 127583"/>
              <a:gd name="csX67" fmla="*/ 95700 w 148867"/>
              <a:gd name="csY67" fmla="*/ 86825 h 127583"/>
              <a:gd name="csX68" fmla="*/ 101017 w 148867"/>
              <a:gd name="csY68" fmla="*/ 81517 h 127583"/>
              <a:gd name="csX69" fmla="*/ 132917 w 148867"/>
              <a:gd name="csY69" fmla="*/ 81517 h 127583"/>
              <a:gd name="csX70" fmla="*/ 138234 w 148867"/>
              <a:gd name="csY70" fmla="*/ 86825 h 127583"/>
              <a:gd name="csX71" fmla="*/ 132917 w 148867"/>
              <a:gd name="csY71" fmla="*/ 92149 h 127583"/>
              <a:gd name="csX72" fmla="*/ 132917 w 148867"/>
              <a:gd name="csY72" fmla="*/ 74424 h 127583"/>
              <a:gd name="csX73" fmla="*/ 101017 w 148867"/>
              <a:gd name="csY73" fmla="*/ 74424 h 127583"/>
              <a:gd name="csX74" fmla="*/ 95700 w 148867"/>
              <a:gd name="csY74" fmla="*/ 69099 h 127583"/>
              <a:gd name="csX75" fmla="*/ 101017 w 148867"/>
              <a:gd name="csY75" fmla="*/ 63792 h 127583"/>
              <a:gd name="csX76" fmla="*/ 132917 w 148867"/>
              <a:gd name="csY76" fmla="*/ 63792 h 127583"/>
              <a:gd name="csX77" fmla="*/ 138234 w 148867"/>
              <a:gd name="csY77" fmla="*/ 69099 h 127583"/>
              <a:gd name="csX78" fmla="*/ 132917 w 148867"/>
              <a:gd name="csY78" fmla="*/ 74424 h 127583"/>
            </a:gdLst>
            <a:ahLst/>
            <a:cxnLst/>
            <a:rect l="l" t="t" r="r" b="b"/>
            <a:pathLst>
              <a:path w="100000" h="100000">
                <a:moveTo>
                  <a:pt x="96429" y="7149"/>
                </a:moveTo>
                <a:lnTo>
                  <a:pt x="66666" y="7149"/>
                </a:lnTo>
                <a:cubicBezTo>
                  <a:pt x="59448" y="7149"/>
                  <a:pt x="53571" y="13022"/>
                  <a:pt x="53571" y="20244"/>
                </a:cubicBezTo>
                <a:lnTo>
                  <a:pt x="53571" y="74991"/>
                </a:lnTo>
                <a:cubicBezTo>
                  <a:pt x="53571" y="76968"/>
                  <a:pt x="51969" y="78567"/>
                  <a:pt x="50000" y="78567"/>
                </a:cubicBezTo>
                <a:cubicBezTo>
                  <a:pt x="48031" y="78567"/>
                  <a:pt x="46429" y="76968"/>
                  <a:pt x="46429" y="74991"/>
                </a:cubicBezTo>
                <a:lnTo>
                  <a:pt x="46429" y="19055"/>
                </a:lnTo>
                <a:cubicBezTo>
                  <a:pt x="46429" y="12485"/>
                  <a:pt x="41088" y="7149"/>
                  <a:pt x="34523" y="7149"/>
                </a:cubicBezTo>
                <a:lnTo>
                  <a:pt x="3572" y="7149"/>
                </a:lnTo>
                <a:cubicBezTo>
                  <a:pt x="1600" y="7149"/>
                  <a:pt x="0" y="8748"/>
                  <a:pt x="0" y="10714"/>
                </a:cubicBezTo>
                <a:lnTo>
                  <a:pt x="0" y="79756"/>
                </a:lnTo>
                <a:cubicBezTo>
                  <a:pt x="0" y="81733"/>
                  <a:pt x="1600" y="83333"/>
                  <a:pt x="3572" y="83333"/>
                </a:cubicBezTo>
                <a:lnTo>
                  <a:pt x="40476" y="83333"/>
                </a:lnTo>
                <a:cubicBezTo>
                  <a:pt x="43760" y="83333"/>
                  <a:pt x="46429" y="85996"/>
                  <a:pt x="46429" y="89275"/>
                </a:cubicBezTo>
                <a:cubicBezTo>
                  <a:pt x="46429" y="91252"/>
                  <a:pt x="48029" y="92851"/>
                  <a:pt x="50000" y="92851"/>
                </a:cubicBezTo>
                <a:cubicBezTo>
                  <a:pt x="51971" y="92851"/>
                  <a:pt x="53571" y="91252"/>
                  <a:pt x="53571" y="89275"/>
                </a:cubicBezTo>
                <a:cubicBezTo>
                  <a:pt x="53571" y="85996"/>
                  <a:pt x="56240" y="83333"/>
                  <a:pt x="59524" y="83333"/>
                </a:cubicBezTo>
                <a:lnTo>
                  <a:pt x="96429" y="83333"/>
                </a:lnTo>
                <a:cubicBezTo>
                  <a:pt x="98400" y="83333"/>
                  <a:pt x="100000" y="81733"/>
                  <a:pt x="100000" y="79756"/>
                </a:cubicBezTo>
                <a:lnTo>
                  <a:pt x="100000" y="10714"/>
                </a:lnTo>
                <a:cubicBezTo>
                  <a:pt x="100000" y="8748"/>
                  <a:pt x="98400" y="7149"/>
                  <a:pt x="96429" y="7149"/>
                </a:cubicBezTo>
                <a:close/>
                <a:moveTo>
                  <a:pt x="32143" y="69049"/>
                </a:moveTo>
                <a:lnTo>
                  <a:pt x="10714" y="69049"/>
                </a:lnTo>
                <a:cubicBezTo>
                  <a:pt x="8743" y="69049"/>
                  <a:pt x="7143" y="67449"/>
                  <a:pt x="7143" y="65473"/>
                </a:cubicBezTo>
                <a:cubicBezTo>
                  <a:pt x="7143" y="63507"/>
                  <a:pt x="8743" y="61907"/>
                  <a:pt x="10714" y="61907"/>
                </a:cubicBezTo>
                <a:lnTo>
                  <a:pt x="32143" y="61907"/>
                </a:lnTo>
                <a:cubicBezTo>
                  <a:pt x="34114" y="61907"/>
                  <a:pt x="35714" y="63507"/>
                  <a:pt x="35714" y="65473"/>
                </a:cubicBezTo>
                <a:cubicBezTo>
                  <a:pt x="35714" y="67449"/>
                  <a:pt x="34114" y="69049"/>
                  <a:pt x="32143" y="69049"/>
                </a:cubicBezTo>
                <a:close/>
                <a:moveTo>
                  <a:pt x="32143" y="57142"/>
                </a:moveTo>
                <a:lnTo>
                  <a:pt x="10714" y="57142"/>
                </a:lnTo>
                <a:cubicBezTo>
                  <a:pt x="8743" y="57142"/>
                  <a:pt x="7143" y="55542"/>
                  <a:pt x="7143" y="53565"/>
                </a:cubicBezTo>
                <a:cubicBezTo>
                  <a:pt x="7143" y="51600"/>
                  <a:pt x="8743" y="50000"/>
                  <a:pt x="10714" y="50000"/>
                </a:cubicBezTo>
                <a:lnTo>
                  <a:pt x="32143" y="50000"/>
                </a:lnTo>
                <a:cubicBezTo>
                  <a:pt x="34114" y="50000"/>
                  <a:pt x="35714" y="51600"/>
                  <a:pt x="35714" y="53565"/>
                </a:cubicBezTo>
                <a:cubicBezTo>
                  <a:pt x="35714" y="55542"/>
                  <a:pt x="34114" y="57142"/>
                  <a:pt x="32143" y="57142"/>
                </a:cubicBezTo>
                <a:close/>
                <a:moveTo>
                  <a:pt x="34669" y="29911"/>
                </a:moveTo>
                <a:lnTo>
                  <a:pt x="20383" y="44195"/>
                </a:lnTo>
                <a:cubicBezTo>
                  <a:pt x="19686" y="44892"/>
                  <a:pt x="18772" y="45235"/>
                  <a:pt x="17857" y="45235"/>
                </a:cubicBezTo>
                <a:cubicBezTo>
                  <a:pt x="16943" y="45235"/>
                  <a:pt x="16028" y="44892"/>
                  <a:pt x="15331" y="44195"/>
                </a:cubicBezTo>
                <a:lnTo>
                  <a:pt x="8189" y="37053"/>
                </a:lnTo>
                <a:cubicBezTo>
                  <a:pt x="6793" y="35659"/>
                  <a:pt x="6793" y="33396"/>
                  <a:pt x="8189" y="32002"/>
                </a:cubicBezTo>
                <a:cubicBezTo>
                  <a:pt x="9583" y="30609"/>
                  <a:pt x="11843" y="30609"/>
                  <a:pt x="13238" y="32002"/>
                </a:cubicBezTo>
                <a:lnTo>
                  <a:pt x="17855" y="36619"/>
                </a:lnTo>
                <a:lnTo>
                  <a:pt x="29614" y="24860"/>
                </a:lnTo>
                <a:cubicBezTo>
                  <a:pt x="31009" y="23467"/>
                  <a:pt x="33269" y="23467"/>
                  <a:pt x="34664" y="24860"/>
                </a:cubicBezTo>
                <a:cubicBezTo>
                  <a:pt x="36060" y="26255"/>
                  <a:pt x="36062" y="28517"/>
                  <a:pt x="34669" y="29911"/>
                </a:cubicBezTo>
                <a:close/>
                <a:moveTo>
                  <a:pt x="67712" y="27535"/>
                </a:moveTo>
                <a:cubicBezTo>
                  <a:pt x="66317" y="26129"/>
                  <a:pt x="66317" y="23878"/>
                  <a:pt x="67712" y="22484"/>
                </a:cubicBezTo>
                <a:cubicBezTo>
                  <a:pt x="69107" y="21089"/>
                  <a:pt x="71367" y="21089"/>
                  <a:pt x="72762" y="22484"/>
                </a:cubicBezTo>
                <a:lnTo>
                  <a:pt x="78571" y="28289"/>
                </a:lnTo>
                <a:lnTo>
                  <a:pt x="84379" y="22484"/>
                </a:lnTo>
                <a:cubicBezTo>
                  <a:pt x="85774" y="21089"/>
                  <a:pt x="88034" y="21089"/>
                  <a:pt x="89429" y="22484"/>
                </a:cubicBezTo>
                <a:cubicBezTo>
                  <a:pt x="90824" y="23878"/>
                  <a:pt x="90824" y="26129"/>
                  <a:pt x="89429" y="27535"/>
                </a:cubicBezTo>
                <a:lnTo>
                  <a:pt x="83622" y="33339"/>
                </a:lnTo>
                <a:lnTo>
                  <a:pt x="89429" y="39144"/>
                </a:lnTo>
                <a:cubicBezTo>
                  <a:pt x="90824" y="40538"/>
                  <a:pt x="90824" y="42801"/>
                  <a:pt x="89429" y="44195"/>
                </a:cubicBezTo>
                <a:cubicBezTo>
                  <a:pt x="88734" y="44892"/>
                  <a:pt x="87819" y="45235"/>
                  <a:pt x="86905" y="45235"/>
                </a:cubicBezTo>
                <a:cubicBezTo>
                  <a:pt x="85991" y="45235"/>
                  <a:pt x="85077" y="44892"/>
                  <a:pt x="84379" y="44195"/>
                </a:cubicBezTo>
                <a:lnTo>
                  <a:pt x="78571" y="38391"/>
                </a:lnTo>
                <a:lnTo>
                  <a:pt x="72765" y="44195"/>
                </a:lnTo>
                <a:cubicBezTo>
                  <a:pt x="72066" y="44892"/>
                  <a:pt x="71152" y="45235"/>
                  <a:pt x="70238" y="45235"/>
                </a:cubicBezTo>
                <a:cubicBezTo>
                  <a:pt x="69324" y="45235"/>
                  <a:pt x="68409" y="44892"/>
                  <a:pt x="67712" y="44195"/>
                </a:cubicBezTo>
                <a:cubicBezTo>
                  <a:pt x="66317" y="42801"/>
                  <a:pt x="66317" y="40538"/>
                  <a:pt x="67712" y="39144"/>
                </a:cubicBezTo>
                <a:lnTo>
                  <a:pt x="73521" y="33339"/>
                </a:lnTo>
                <a:lnTo>
                  <a:pt x="67712" y="27535"/>
                </a:lnTo>
                <a:close/>
                <a:moveTo>
                  <a:pt x="89286" y="69049"/>
                </a:moveTo>
                <a:lnTo>
                  <a:pt x="67857" y="69049"/>
                </a:lnTo>
                <a:cubicBezTo>
                  <a:pt x="65886" y="69049"/>
                  <a:pt x="64286" y="67449"/>
                  <a:pt x="64286" y="65473"/>
                </a:cubicBezTo>
                <a:cubicBezTo>
                  <a:pt x="64286" y="63507"/>
                  <a:pt x="65886" y="61907"/>
                  <a:pt x="67857" y="61907"/>
                </a:cubicBezTo>
                <a:lnTo>
                  <a:pt x="89286" y="61907"/>
                </a:lnTo>
                <a:cubicBezTo>
                  <a:pt x="91257" y="61907"/>
                  <a:pt x="92857" y="63507"/>
                  <a:pt x="92857" y="65473"/>
                </a:cubicBezTo>
                <a:cubicBezTo>
                  <a:pt x="92857" y="67449"/>
                  <a:pt x="91257" y="69049"/>
                  <a:pt x="89286" y="69049"/>
                </a:cubicBezTo>
                <a:close/>
                <a:moveTo>
                  <a:pt x="89286" y="57142"/>
                </a:moveTo>
                <a:lnTo>
                  <a:pt x="67857" y="57142"/>
                </a:lnTo>
                <a:cubicBezTo>
                  <a:pt x="65886" y="57142"/>
                  <a:pt x="64286" y="55542"/>
                  <a:pt x="64286" y="53565"/>
                </a:cubicBezTo>
                <a:cubicBezTo>
                  <a:pt x="64286" y="51600"/>
                  <a:pt x="65886" y="50000"/>
                  <a:pt x="67857" y="50000"/>
                </a:cubicBezTo>
                <a:lnTo>
                  <a:pt x="89286" y="50000"/>
                </a:lnTo>
                <a:cubicBezTo>
                  <a:pt x="91257" y="50000"/>
                  <a:pt x="92857" y="51600"/>
                  <a:pt x="92857" y="53565"/>
                </a:cubicBezTo>
                <a:cubicBezTo>
                  <a:pt x="92857" y="55542"/>
                  <a:pt x="91257" y="57142"/>
                  <a:pt x="89286" y="5714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4" name="Красный — SVG 17">
            <a:extLst>
              <a:ext uri="{FF2B5EF4-FFF2-40B4-BE49-F238E27FC236}">
                <a16:creationId xmlns:a16="http://schemas.microsoft.com/office/drawing/2014/main" id="{C42EF5F4-9C0B-7641-8220-3A4BD113EB56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38990 w 170134"/>
              <a:gd name="csY0" fmla="*/ 0 h 127583"/>
              <a:gd name="csX1" fmla="*/ 0 w 170134"/>
              <a:gd name="csY1" fmla="*/ 38989 h 127583"/>
              <a:gd name="csX2" fmla="*/ 38990 w 170134"/>
              <a:gd name="csY2" fmla="*/ 77962 h 127583"/>
              <a:gd name="csX3" fmla="*/ 77978 w 170134"/>
              <a:gd name="csY3" fmla="*/ 38989 h 127583"/>
              <a:gd name="csX4" fmla="*/ 38990 w 170134"/>
              <a:gd name="csY4" fmla="*/ 0 h 127583"/>
              <a:gd name="csX5" fmla="*/ 131144 w 170134"/>
              <a:gd name="csY5" fmla="*/ 0 h 127583"/>
              <a:gd name="csX6" fmla="*/ 92157 w 170134"/>
              <a:gd name="csY6" fmla="*/ 38989 h 127583"/>
              <a:gd name="csX7" fmla="*/ 131144 w 170134"/>
              <a:gd name="csY7" fmla="*/ 77962 h 127583"/>
              <a:gd name="csX8" fmla="*/ 170134 w 170134"/>
              <a:gd name="csY8" fmla="*/ 38989 h 127583"/>
              <a:gd name="csX9" fmla="*/ 131144 w 170134"/>
              <a:gd name="csY9" fmla="*/ 0 h 127583"/>
              <a:gd name="csX10" fmla="*/ 51394 w 170134"/>
              <a:gd name="csY10" fmla="*/ 24802 h 127583"/>
              <a:gd name="csX11" fmla="*/ 56711 w 170134"/>
              <a:gd name="csY11" fmla="*/ 30127 h 127583"/>
              <a:gd name="csX12" fmla="*/ 51394 w 170134"/>
              <a:gd name="csY12" fmla="*/ 35434 h 127583"/>
              <a:gd name="csX13" fmla="*/ 46077 w 170134"/>
              <a:gd name="csY13" fmla="*/ 30127 h 127583"/>
              <a:gd name="csX14" fmla="*/ 51394 w 170134"/>
              <a:gd name="csY14" fmla="*/ 24802 h 127583"/>
              <a:gd name="csX15" fmla="*/ 143551 w 170134"/>
              <a:gd name="csY15" fmla="*/ 24802 h 127583"/>
              <a:gd name="csX16" fmla="*/ 148867 w 170134"/>
              <a:gd name="csY16" fmla="*/ 30127 h 127583"/>
              <a:gd name="csX17" fmla="*/ 143551 w 170134"/>
              <a:gd name="csY17" fmla="*/ 35434 h 127583"/>
              <a:gd name="csX18" fmla="*/ 138234 w 170134"/>
              <a:gd name="csY18" fmla="*/ 30127 h 127583"/>
              <a:gd name="csX19" fmla="*/ 143551 w 170134"/>
              <a:gd name="csY19" fmla="*/ 24802 h 127583"/>
              <a:gd name="csX20" fmla="*/ 26583 w 170134"/>
              <a:gd name="csY20" fmla="*/ 24819 h 127583"/>
              <a:gd name="csX21" fmla="*/ 31893 w 170134"/>
              <a:gd name="csY21" fmla="*/ 30127 h 127583"/>
              <a:gd name="csX22" fmla="*/ 26583 w 170134"/>
              <a:gd name="csY22" fmla="*/ 35434 h 127583"/>
              <a:gd name="csX23" fmla="*/ 21274 w 170134"/>
              <a:gd name="csY23" fmla="*/ 30127 h 127583"/>
              <a:gd name="csX24" fmla="*/ 26583 w 170134"/>
              <a:gd name="csY24" fmla="*/ 24819 h 127583"/>
              <a:gd name="csX25" fmla="*/ 118740 w 170134"/>
              <a:gd name="csY25" fmla="*/ 24819 h 127583"/>
              <a:gd name="csX26" fmla="*/ 124050 w 170134"/>
              <a:gd name="csY26" fmla="*/ 30127 h 127583"/>
              <a:gd name="csX27" fmla="*/ 118740 w 170134"/>
              <a:gd name="csY27" fmla="*/ 35434 h 127583"/>
              <a:gd name="csX28" fmla="*/ 113430 w 170134"/>
              <a:gd name="csY28" fmla="*/ 30127 h 127583"/>
              <a:gd name="csX29" fmla="*/ 118740 w 170134"/>
              <a:gd name="csY29" fmla="*/ 24819 h 127583"/>
              <a:gd name="csX30" fmla="*/ 38990 w 170134"/>
              <a:gd name="csY30" fmla="*/ 42528 h 127583"/>
              <a:gd name="csX31" fmla="*/ 53090 w 170134"/>
              <a:gd name="csY31" fmla="*/ 52411 h 127583"/>
              <a:gd name="csX32" fmla="*/ 52377 w 170134"/>
              <a:gd name="csY32" fmla="*/ 55388 h 127583"/>
              <a:gd name="csX33" fmla="*/ 49623 w 170134"/>
              <a:gd name="csY33" fmla="*/ 56698 h 127583"/>
              <a:gd name="csX34" fmla="*/ 28356 w 170134"/>
              <a:gd name="csY34" fmla="*/ 56698 h 127583"/>
              <a:gd name="csX35" fmla="*/ 25600 w 170134"/>
              <a:gd name="csY35" fmla="*/ 55388 h 127583"/>
              <a:gd name="csX36" fmla="*/ 24887 w 170134"/>
              <a:gd name="csY36" fmla="*/ 52411 h 127583"/>
              <a:gd name="csX37" fmla="*/ 38990 w 170134"/>
              <a:gd name="csY37" fmla="*/ 42528 h 127583"/>
              <a:gd name="csX38" fmla="*/ 120511 w 170134"/>
              <a:gd name="csY38" fmla="*/ 42528 h 127583"/>
              <a:gd name="csX39" fmla="*/ 141778 w 170134"/>
              <a:gd name="csY39" fmla="*/ 42528 h 127583"/>
              <a:gd name="csX40" fmla="*/ 144534 w 170134"/>
              <a:gd name="csY40" fmla="*/ 43838 h 127583"/>
              <a:gd name="csX41" fmla="*/ 145247 w 170134"/>
              <a:gd name="csY41" fmla="*/ 46815 h 127583"/>
              <a:gd name="csX42" fmla="*/ 131144 w 170134"/>
              <a:gd name="csY42" fmla="*/ 56698 h 127583"/>
              <a:gd name="csX43" fmla="*/ 117044 w 170134"/>
              <a:gd name="csY43" fmla="*/ 46815 h 127583"/>
              <a:gd name="csX44" fmla="*/ 117757 w 170134"/>
              <a:gd name="csY44" fmla="*/ 43838 h 127583"/>
              <a:gd name="csX45" fmla="*/ 120511 w 170134"/>
              <a:gd name="csY45" fmla="*/ 42528 h 127583"/>
              <a:gd name="csX46" fmla="*/ 85067 w 170134"/>
              <a:gd name="csY46" fmla="*/ 77962 h 127583"/>
              <a:gd name="csX47" fmla="*/ 81751 w 170134"/>
              <a:gd name="csY47" fmla="*/ 79119 h 127583"/>
              <a:gd name="csX48" fmla="*/ 67477 w 170134"/>
              <a:gd name="csY48" fmla="*/ 99226 h 127583"/>
              <a:gd name="csX49" fmla="*/ 15950 w 170134"/>
              <a:gd name="csY49" fmla="*/ 99226 h 127583"/>
              <a:gd name="csX50" fmla="*/ 13891 w 170134"/>
              <a:gd name="csY50" fmla="*/ 99617 h 127583"/>
              <a:gd name="csX51" fmla="*/ 12142 w 170134"/>
              <a:gd name="csY51" fmla="*/ 100757 h 127583"/>
              <a:gd name="csX52" fmla="*/ 10970 w 170134"/>
              <a:gd name="csY52" fmla="*/ 102492 h 127583"/>
              <a:gd name="csX53" fmla="*/ 10557 w 170134"/>
              <a:gd name="csY53" fmla="*/ 104550 h 127583"/>
              <a:gd name="csX54" fmla="*/ 10970 w 170134"/>
              <a:gd name="csY54" fmla="*/ 106591 h 127583"/>
              <a:gd name="csX55" fmla="*/ 12142 w 170134"/>
              <a:gd name="csY55" fmla="*/ 108327 h 127583"/>
              <a:gd name="csX56" fmla="*/ 13891 w 170134"/>
              <a:gd name="csY56" fmla="*/ 109484 h 127583"/>
              <a:gd name="csX57" fmla="*/ 15950 w 170134"/>
              <a:gd name="csY57" fmla="*/ 109858 h 127583"/>
              <a:gd name="csX58" fmla="*/ 67344 w 170134"/>
              <a:gd name="csY58" fmla="*/ 109858 h 127583"/>
              <a:gd name="csX59" fmla="*/ 67344 w 170134"/>
              <a:gd name="csY59" fmla="*/ 122259 h 127583"/>
              <a:gd name="csX60" fmla="*/ 72661 w 170134"/>
              <a:gd name="csY60" fmla="*/ 127583 h 127583"/>
              <a:gd name="csX61" fmla="*/ 97473 w 170134"/>
              <a:gd name="csY61" fmla="*/ 127583 h 127583"/>
              <a:gd name="csX62" fmla="*/ 102790 w 170134"/>
              <a:gd name="csY62" fmla="*/ 122259 h 127583"/>
              <a:gd name="csX63" fmla="*/ 102790 w 170134"/>
              <a:gd name="csY63" fmla="*/ 109858 h 127583"/>
              <a:gd name="csX64" fmla="*/ 154184 w 170134"/>
              <a:gd name="csY64" fmla="*/ 109858 h 127583"/>
              <a:gd name="csX65" fmla="*/ 156243 w 170134"/>
              <a:gd name="csY65" fmla="*/ 109484 h 127583"/>
              <a:gd name="csX66" fmla="*/ 157992 w 170134"/>
              <a:gd name="csY66" fmla="*/ 108327 h 127583"/>
              <a:gd name="csX67" fmla="*/ 159164 w 170134"/>
              <a:gd name="csY67" fmla="*/ 106591 h 127583"/>
              <a:gd name="csX68" fmla="*/ 159577 w 170134"/>
              <a:gd name="csY68" fmla="*/ 104550 h 127583"/>
              <a:gd name="csX69" fmla="*/ 159164 w 170134"/>
              <a:gd name="csY69" fmla="*/ 102492 h 127583"/>
              <a:gd name="csX70" fmla="*/ 157992 w 170134"/>
              <a:gd name="csY70" fmla="*/ 100757 h 127583"/>
              <a:gd name="csX71" fmla="*/ 156243 w 170134"/>
              <a:gd name="csY71" fmla="*/ 99617 h 127583"/>
              <a:gd name="csX72" fmla="*/ 154184 w 170134"/>
              <a:gd name="csY72" fmla="*/ 99226 h 127583"/>
              <a:gd name="csX73" fmla="*/ 102657 w 170134"/>
              <a:gd name="csY73" fmla="*/ 99226 h 127583"/>
              <a:gd name="csX74" fmla="*/ 88383 w 170134"/>
              <a:gd name="csY74" fmla="*/ 79119 h 127583"/>
              <a:gd name="csX75" fmla="*/ 85067 w 170134"/>
              <a:gd name="csY75" fmla="*/ 77962 h 127583"/>
            </a:gdLst>
            <a:ahLst/>
            <a:cxnLst/>
            <a:rect l="l" t="t" r="r" b="b"/>
            <a:pathLst>
              <a:path w="100000" h="100000">
                <a:moveTo>
                  <a:pt x="22917" y="12505"/>
                </a:moveTo>
                <a:cubicBezTo>
                  <a:pt x="10281" y="12505"/>
                  <a:pt x="0" y="22784"/>
                  <a:pt x="0" y="35422"/>
                </a:cubicBezTo>
                <a:cubicBezTo>
                  <a:pt x="0" y="48051"/>
                  <a:pt x="10281" y="58329"/>
                  <a:pt x="22917" y="58329"/>
                </a:cubicBezTo>
                <a:cubicBezTo>
                  <a:pt x="35552" y="58329"/>
                  <a:pt x="45833" y="48051"/>
                  <a:pt x="45833" y="35422"/>
                </a:cubicBezTo>
                <a:cubicBezTo>
                  <a:pt x="45833" y="22784"/>
                  <a:pt x="35552" y="12505"/>
                  <a:pt x="22917" y="12505"/>
                </a:cubicBezTo>
                <a:close/>
                <a:moveTo>
                  <a:pt x="77083" y="12505"/>
                </a:moveTo>
                <a:cubicBezTo>
                  <a:pt x="64448" y="12505"/>
                  <a:pt x="54167" y="22784"/>
                  <a:pt x="54167" y="35422"/>
                </a:cubicBezTo>
                <a:cubicBezTo>
                  <a:pt x="54167" y="48051"/>
                  <a:pt x="64448" y="58329"/>
                  <a:pt x="77083" y="58329"/>
                </a:cubicBezTo>
                <a:cubicBezTo>
                  <a:pt x="89719" y="58329"/>
                  <a:pt x="100000" y="48051"/>
                  <a:pt x="100000" y="35422"/>
                </a:cubicBezTo>
                <a:cubicBezTo>
                  <a:pt x="100000" y="22784"/>
                  <a:pt x="89719" y="12505"/>
                  <a:pt x="77083" y="12505"/>
                </a:cubicBezTo>
                <a:close/>
                <a:moveTo>
                  <a:pt x="30208" y="27083"/>
                </a:moveTo>
                <a:cubicBezTo>
                  <a:pt x="31933" y="27083"/>
                  <a:pt x="33333" y="28483"/>
                  <a:pt x="33333" y="30213"/>
                </a:cubicBezTo>
                <a:cubicBezTo>
                  <a:pt x="33333" y="31932"/>
                  <a:pt x="31935" y="33332"/>
                  <a:pt x="30208" y="33332"/>
                </a:cubicBezTo>
                <a:cubicBezTo>
                  <a:pt x="28483" y="33332"/>
                  <a:pt x="27083" y="31942"/>
                  <a:pt x="27083" y="30213"/>
                </a:cubicBezTo>
                <a:cubicBezTo>
                  <a:pt x="27083" y="28483"/>
                  <a:pt x="28483" y="27083"/>
                  <a:pt x="30208" y="27083"/>
                </a:cubicBezTo>
                <a:close/>
                <a:moveTo>
                  <a:pt x="84375" y="27083"/>
                </a:moveTo>
                <a:cubicBezTo>
                  <a:pt x="86100" y="27083"/>
                  <a:pt x="87500" y="28483"/>
                  <a:pt x="87500" y="30213"/>
                </a:cubicBezTo>
                <a:cubicBezTo>
                  <a:pt x="87500" y="31932"/>
                  <a:pt x="86102" y="33332"/>
                  <a:pt x="84375" y="33332"/>
                </a:cubicBezTo>
                <a:cubicBezTo>
                  <a:pt x="82650" y="33332"/>
                  <a:pt x="81250" y="31942"/>
                  <a:pt x="81250" y="30213"/>
                </a:cubicBezTo>
                <a:cubicBezTo>
                  <a:pt x="81250" y="28483"/>
                  <a:pt x="82650" y="27083"/>
                  <a:pt x="84375" y="27083"/>
                </a:cubicBezTo>
                <a:close/>
                <a:moveTo>
                  <a:pt x="15625" y="27093"/>
                </a:moveTo>
                <a:cubicBezTo>
                  <a:pt x="17350" y="27093"/>
                  <a:pt x="18746" y="28493"/>
                  <a:pt x="18746" y="30213"/>
                </a:cubicBezTo>
                <a:cubicBezTo>
                  <a:pt x="18746" y="31942"/>
                  <a:pt x="17350" y="33332"/>
                  <a:pt x="15625" y="33332"/>
                </a:cubicBezTo>
                <a:cubicBezTo>
                  <a:pt x="13900" y="33332"/>
                  <a:pt x="12504" y="31942"/>
                  <a:pt x="12504" y="30213"/>
                </a:cubicBezTo>
                <a:cubicBezTo>
                  <a:pt x="12504" y="28493"/>
                  <a:pt x="13900" y="27093"/>
                  <a:pt x="15625" y="27093"/>
                </a:cubicBezTo>
                <a:close/>
                <a:moveTo>
                  <a:pt x="69792" y="27093"/>
                </a:moveTo>
                <a:cubicBezTo>
                  <a:pt x="71517" y="27093"/>
                  <a:pt x="72913" y="28493"/>
                  <a:pt x="72913" y="30213"/>
                </a:cubicBezTo>
                <a:cubicBezTo>
                  <a:pt x="72913" y="31942"/>
                  <a:pt x="71517" y="33332"/>
                  <a:pt x="69792" y="33332"/>
                </a:cubicBezTo>
                <a:cubicBezTo>
                  <a:pt x="68067" y="33332"/>
                  <a:pt x="66671" y="31942"/>
                  <a:pt x="66671" y="30213"/>
                </a:cubicBezTo>
                <a:cubicBezTo>
                  <a:pt x="66671" y="28493"/>
                  <a:pt x="68067" y="27093"/>
                  <a:pt x="69792" y="27093"/>
                </a:cubicBezTo>
                <a:close/>
                <a:moveTo>
                  <a:pt x="22917" y="37502"/>
                </a:moveTo>
                <a:cubicBezTo>
                  <a:pt x="26996" y="37502"/>
                  <a:pt x="30482" y="39941"/>
                  <a:pt x="31205" y="43311"/>
                </a:cubicBezTo>
                <a:cubicBezTo>
                  <a:pt x="31336" y="43931"/>
                  <a:pt x="31182" y="44571"/>
                  <a:pt x="30786" y="45061"/>
                </a:cubicBezTo>
                <a:cubicBezTo>
                  <a:pt x="30390" y="45551"/>
                  <a:pt x="29796" y="45831"/>
                  <a:pt x="29167" y="45831"/>
                </a:cubicBezTo>
                <a:lnTo>
                  <a:pt x="16667" y="45831"/>
                </a:lnTo>
                <a:cubicBezTo>
                  <a:pt x="16037" y="45831"/>
                  <a:pt x="15443" y="45551"/>
                  <a:pt x="15047" y="45061"/>
                </a:cubicBezTo>
                <a:cubicBezTo>
                  <a:pt x="14651" y="44571"/>
                  <a:pt x="14497" y="43931"/>
                  <a:pt x="14628" y="43311"/>
                </a:cubicBezTo>
                <a:cubicBezTo>
                  <a:pt x="15351" y="39941"/>
                  <a:pt x="18837" y="37502"/>
                  <a:pt x="22917" y="37502"/>
                </a:cubicBezTo>
                <a:close/>
                <a:moveTo>
                  <a:pt x="70833" y="37502"/>
                </a:moveTo>
                <a:lnTo>
                  <a:pt x="83333" y="37502"/>
                </a:lnTo>
                <a:cubicBezTo>
                  <a:pt x="83962" y="37502"/>
                  <a:pt x="84557" y="37792"/>
                  <a:pt x="84953" y="38272"/>
                </a:cubicBezTo>
                <a:cubicBezTo>
                  <a:pt x="85349" y="38762"/>
                  <a:pt x="85503" y="39412"/>
                  <a:pt x="85372" y="40022"/>
                </a:cubicBezTo>
                <a:cubicBezTo>
                  <a:pt x="84649" y="43391"/>
                  <a:pt x="81162" y="45831"/>
                  <a:pt x="77083" y="45831"/>
                </a:cubicBezTo>
                <a:cubicBezTo>
                  <a:pt x="73004" y="45831"/>
                  <a:pt x="69518" y="43391"/>
                  <a:pt x="68795" y="40022"/>
                </a:cubicBezTo>
                <a:cubicBezTo>
                  <a:pt x="68664" y="39412"/>
                  <a:pt x="68818" y="38762"/>
                  <a:pt x="69214" y="38272"/>
                </a:cubicBezTo>
                <a:cubicBezTo>
                  <a:pt x="69610" y="37792"/>
                  <a:pt x="70204" y="37502"/>
                  <a:pt x="70833" y="37502"/>
                </a:cubicBezTo>
                <a:close/>
                <a:moveTo>
                  <a:pt x="50000" y="58329"/>
                </a:moveTo>
                <a:cubicBezTo>
                  <a:pt x="49311" y="58329"/>
                  <a:pt x="48621" y="58559"/>
                  <a:pt x="48051" y="59009"/>
                </a:cubicBezTo>
                <a:cubicBezTo>
                  <a:pt x="46721" y="60069"/>
                  <a:pt x="40410" y="65368"/>
                  <a:pt x="39661" y="70827"/>
                </a:cubicBezTo>
                <a:lnTo>
                  <a:pt x="9375" y="70827"/>
                </a:lnTo>
                <a:cubicBezTo>
                  <a:pt x="8961" y="70827"/>
                  <a:pt x="8550" y="70897"/>
                  <a:pt x="8165" y="71057"/>
                </a:cubicBezTo>
                <a:cubicBezTo>
                  <a:pt x="7781" y="71207"/>
                  <a:pt x="7431" y="71437"/>
                  <a:pt x="7137" y="71727"/>
                </a:cubicBezTo>
                <a:cubicBezTo>
                  <a:pt x="6842" y="72017"/>
                  <a:pt x="6607" y="72367"/>
                  <a:pt x="6448" y="72747"/>
                </a:cubicBezTo>
                <a:cubicBezTo>
                  <a:pt x="6288" y="73127"/>
                  <a:pt x="6205" y="73537"/>
                  <a:pt x="6205" y="73957"/>
                </a:cubicBezTo>
                <a:cubicBezTo>
                  <a:pt x="6205" y="74367"/>
                  <a:pt x="6288" y="74777"/>
                  <a:pt x="6448" y="75156"/>
                </a:cubicBezTo>
                <a:cubicBezTo>
                  <a:pt x="6607" y="75547"/>
                  <a:pt x="6842" y="75886"/>
                  <a:pt x="7137" y="76177"/>
                </a:cubicBezTo>
                <a:cubicBezTo>
                  <a:pt x="7431" y="76466"/>
                  <a:pt x="7781" y="76696"/>
                  <a:pt x="8165" y="76857"/>
                </a:cubicBezTo>
                <a:cubicBezTo>
                  <a:pt x="8550" y="77007"/>
                  <a:pt x="8961" y="77087"/>
                  <a:pt x="9375" y="77077"/>
                </a:cubicBezTo>
                <a:lnTo>
                  <a:pt x="39583" y="77077"/>
                </a:lnTo>
                <a:lnTo>
                  <a:pt x="39583" y="84366"/>
                </a:lnTo>
                <a:cubicBezTo>
                  <a:pt x="39583" y="86095"/>
                  <a:pt x="40981" y="87495"/>
                  <a:pt x="42708" y="87495"/>
                </a:cubicBezTo>
                <a:lnTo>
                  <a:pt x="57292" y="87495"/>
                </a:lnTo>
                <a:cubicBezTo>
                  <a:pt x="59019" y="87495"/>
                  <a:pt x="60417" y="86095"/>
                  <a:pt x="60417" y="84366"/>
                </a:cubicBezTo>
                <a:lnTo>
                  <a:pt x="60417" y="77077"/>
                </a:lnTo>
                <a:lnTo>
                  <a:pt x="90625" y="77077"/>
                </a:lnTo>
                <a:cubicBezTo>
                  <a:pt x="91039" y="77087"/>
                  <a:pt x="91450" y="77007"/>
                  <a:pt x="91835" y="76857"/>
                </a:cubicBezTo>
                <a:cubicBezTo>
                  <a:pt x="92219" y="76696"/>
                  <a:pt x="92569" y="76466"/>
                  <a:pt x="92863" y="76177"/>
                </a:cubicBezTo>
                <a:cubicBezTo>
                  <a:pt x="93158" y="75886"/>
                  <a:pt x="93393" y="75547"/>
                  <a:pt x="93552" y="75156"/>
                </a:cubicBezTo>
                <a:cubicBezTo>
                  <a:pt x="93712" y="74777"/>
                  <a:pt x="93795" y="74367"/>
                  <a:pt x="93795" y="73957"/>
                </a:cubicBezTo>
                <a:cubicBezTo>
                  <a:pt x="93795" y="73537"/>
                  <a:pt x="93712" y="73127"/>
                  <a:pt x="93552" y="72747"/>
                </a:cubicBezTo>
                <a:cubicBezTo>
                  <a:pt x="93393" y="72367"/>
                  <a:pt x="93158" y="72017"/>
                  <a:pt x="92863" y="71727"/>
                </a:cubicBezTo>
                <a:cubicBezTo>
                  <a:pt x="92569" y="71437"/>
                  <a:pt x="92219" y="71207"/>
                  <a:pt x="91835" y="71057"/>
                </a:cubicBezTo>
                <a:cubicBezTo>
                  <a:pt x="91450" y="70897"/>
                  <a:pt x="91039" y="70827"/>
                  <a:pt x="90625" y="70827"/>
                </a:cubicBezTo>
                <a:lnTo>
                  <a:pt x="60339" y="70827"/>
                </a:lnTo>
                <a:cubicBezTo>
                  <a:pt x="59590" y="65368"/>
                  <a:pt x="53279" y="60069"/>
                  <a:pt x="51949" y="59009"/>
                </a:cubicBezTo>
                <a:cubicBezTo>
                  <a:pt x="51379" y="58559"/>
                  <a:pt x="50689" y="58329"/>
                  <a:pt x="50000" y="5832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5" name="Красный — SVG 18">
            <a:extLst>
              <a:ext uri="{FF2B5EF4-FFF2-40B4-BE49-F238E27FC236}">
                <a16:creationId xmlns:a16="http://schemas.microsoft.com/office/drawing/2014/main" id="{D852A5DD-C389-F345-B443-B3FA406A5572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116316 w 127572"/>
              <a:gd name="csY0" fmla="*/ 21064 h 134646"/>
              <a:gd name="csX1" fmla="*/ 74327 w 127572"/>
              <a:gd name="csY1" fmla="*/ 3457 h 134646"/>
              <a:gd name="csX2" fmla="*/ 53230 w 127572"/>
              <a:gd name="csY2" fmla="*/ 3457 h 134646"/>
              <a:gd name="csX3" fmla="*/ 11241 w 127572"/>
              <a:gd name="csY3" fmla="*/ 21064 h 134646"/>
              <a:gd name="csX4" fmla="*/ 12 w 127572"/>
              <a:gd name="csY4" fmla="*/ 34009 h 134646"/>
              <a:gd name="csX5" fmla="*/ 58470 w 127572"/>
              <a:gd name="csY5" fmla="*/ 133456 h 134646"/>
              <a:gd name="csX6" fmla="*/ 63778 w 127572"/>
              <a:gd name="csY6" fmla="*/ 134647 h 134646"/>
              <a:gd name="csX7" fmla="*/ 69104 w 127572"/>
              <a:gd name="csY7" fmla="*/ 133456 h 134646"/>
              <a:gd name="csX8" fmla="*/ 127562 w 127572"/>
              <a:gd name="csY8" fmla="*/ 34009 h 134646"/>
              <a:gd name="csX9" fmla="*/ 116316 w 127572"/>
              <a:gd name="csY9" fmla="*/ 21064 h 134646"/>
            </a:gdLst>
            <a:ahLst/>
            <a:cxnLst/>
            <a:rect l="l" t="t" r="r" b="b"/>
            <a:pathLst>
              <a:path w="100000" h="100000">
                <a:moveTo>
                  <a:pt x="89013" y="15644"/>
                </a:moveTo>
                <a:cubicBezTo>
                  <a:pt x="75531" y="14242"/>
                  <a:pt x="63691" y="6851"/>
                  <a:pt x="57829" y="2567"/>
                </a:cubicBezTo>
                <a:cubicBezTo>
                  <a:pt x="53153" y="-856"/>
                  <a:pt x="46848" y="-856"/>
                  <a:pt x="42160" y="2567"/>
                </a:cubicBezTo>
                <a:cubicBezTo>
                  <a:pt x="36310" y="6851"/>
                  <a:pt x="24470" y="14242"/>
                  <a:pt x="10975" y="15644"/>
                </a:cubicBezTo>
                <a:cubicBezTo>
                  <a:pt x="6086" y="16149"/>
                  <a:pt x="2421" y="20382"/>
                  <a:pt x="2636" y="25258"/>
                </a:cubicBezTo>
                <a:cubicBezTo>
                  <a:pt x="4784" y="75630"/>
                  <a:pt x="36411" y="94517"/>
                  <a:pt x="46052" y="99116"/>
                </a:cubicBezTo>
                <a:cubicBezTo>
                  <a:pt x="47303" y="99710"/>
                  <a:pt x="48655" y="100001"/>
                  <a:pt x="49994" y="100001"/>
                </a:cubicBezTo>
                <a:cubicBezTo>
                  <a:pt x="51346" y="100001"/>
                  <a:pt x="52698" y="99710"/>
                  <a:pt x="53950" y="99116"/>
                </a:cubicBezTo>
                <a:cubicBezTo>
                  <a:pt x="63590" y="94517"/>
                  <a:pt x="95217" y="75630"/>
                  <a:pt x="97366" y="25258"/>
                </a:cubicBezTo>
                <a:cubicBezTo>
                  <a:pt x="97568" y="20382"/>
                  <a:pt x="93903" y="16149"/>
                  <a:pt x="89013" y="1564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6" name="Красный — SVG 19">
            <a:extLst>
              <a:ext uri="{FF2B5EF4-FFF2-40B4-BE49-F238E27FC236}">
                <a16:creationId xmlns:a16="http://schemas.microsoft.com/office/drawing/2014/main" id="{D18B7E6C-4397-0F49-A552-D4B487D95C6B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74434 w 149020"/>
              <a:gd name="csY0" fmla="*/ 1 h 145378"/>
              <a:gd name="csX1" fmla="*/ 70691 w 149020"/>
              <a:gd name="csY1" fmla="*/ 1617 h 145378"/>
              <a:gd name="csX2" fmla="*/ 69193 w 149020"/>
              <a:gd name="csY2" fmla="*/ 5394 h 145378"/>
              <a:gd name="csX3" fmla="*/ 69193 w 149020"/>
              <a:gd name="csY3" fmla="*/ 19564 h 145378"/>
              <a:gd name="csX4" fmla="*/ 69568 w 149020"/>
              <a:gd name="csY4" fmla="*/ 21622 h 145378"/>
              <a:gd name="csX5" fmla="*/ 70725 w 149020"/>
              <a:gd name="csY5" fmla="*/ 23375 h 145378"/>
              <a:gd name="csX6" fmla="*/ 72460 w 149020"/>
              <a:gd name="csY6" fmla="*/ 24548 h 145378"/>
              <a:gd name="csX7" fmla="*/ 74502 w 149020"/>
              <a:gd name="csY7" fmla="*/ 24957 h 145378"/>
              <a:gd name="csX8" fmla="*/ 76560 w 149020"/>
              <a:gd name="csY8" fmla="*/ 24548 h 145378"/>
              <a:gd name="csX9" fmla="*/ 78296 w 149020"/>
              <a:gd name="csY9" fmla="*/ 23375 h 145378"/>
              <a:gd name="csX10" fmla="*/ 79436 w 149020"/>
              <a:gd name="csY10" fmla="*/ 21622 h 145378"/>
              <a:gd name="csX11" fmla="*/ 79827 w 149020"/>
              <a:gd name="csY11" fmla="*/ 19564 h 145378"/>
              <a:gd name="csX12" fmla="*/ 79827 w 149020"/>
              <a:gd name="csY12" fmla="*/ 5394 h 145378"/>
              <a:gd name="csX13" fmla="*/ 79436 w 149020"/>
              <a:gd name="csY13" fmla="*/ 3319 h 145378"/>
              <a:gd name="csX14" fmla="*/ 78262 w 149020"/>
              <a:gd name="csY14" fmla="*/ 1549 h 145378"/>
              <a:gd name="csX15" fmla="*/ 76509 w 149020"/>
              <a:gd name="csY15" fmla="*/ 393 h 145378"/>
              <a:gd name="csX16" fmla="*/ 74434 w 149020"/>
              <a:gd name="csY16" fmla="*/ 1 h 145378"/>
              <a:gd name="csX17" fmla="*/ 23053 w 149020"/>
              <a:gd name="csY17" fmla="*/ 21282 h 145378"/>
              <a:gd name="csX18" fmla="*/ 20093 w 149020"/>
              <a:gd name="csY18" fmla="*/ 22201 h 145378"/>
              <a:gd name="csX19" fmla="*/ 18136 w 149020"/>
              <a:gd name="csY19" fmla="*/ 24599 h 145378"/>
              <a:gd name="csX20" fmla="*/ 17864 w 149020"/>
              <a:gd name="csY20" fmla="*/ 27696 h 145378"/>
              <a:gd name="csX21" fmla="*/ 19361 w 149020"/>
              <a:gd name="csY21" fmla="*/ 30417 h 145378"/>
              <a:gd name="csX22" fmla="*/ 26439 w 149020"/>
              <a:gd name="csY22" fmla="*/ 37511 h 145378"/>
              <a:gd name="csX23" fmla="*/ 28174 w 149020"/>
              <a:gd name="csY23" fmla="*/ 38702 h 145378"/>
              <a:gd name="csX24" fmla="*/ 30233 w 149020"/>
              <a:gd name="csY24" fmla="*/ 39144 h 145378"/>
              <a:gd name="csX25" fmla="*/ 32291 w 149020"/>
              <a:gd name="csY25" fmla="*/ 38753 h 145378"/>
              <a:gd name="csX26" fmla="*/ 34044 w 149020"/>
              <a:gd name="csY26" fmla="*/ 37579 h 145378"/>
              <a:gd name="csX27" fmla="*/ 35201 w 149020"/>
              <a:gd name="csY27" fmla="*/ 35827 h 145378"/>
              <a:gd name="csX28" fmla="*/ 35592 w 149020"/>
              <a:gd name="csY28" fmla="*/ 33769 h 145378"/>
              <a:gd name="csX29" fmla="*/ 35167 w 149020"/>
              <a:gd name="csY29" fmla="*/ 31710 h 145378"/>
              <a:gd name="csX30" fmla="*/ 33959 w 149020"/>
              <a:gd name="csY30" fmla="*/ 29992 h 145378"/>
              <a:gd name="csX31" fmla="*/ 26881 w 149020"/>
              <a:gd name="csY31" fmla="*/ 22898 h 145378"/>
              <a:gd name="csX32" fmla="*/ 25129 w 149020"/>
              <a:gd name="csY32" fmla="*/ 21708 h 145378"/>
              <a:gd name="csX33" fmla="*/ 23053 w 149020"/>
              <a:gd name="csY33" fmla="*/ 21282 h 145378"/>
              <a:gd name="csX34" fmla="*/ 129353 w 149020"/>
              <a:gd name="csY34" fmla="*/ 21299 h 145378"/>
              <a:gd name="csX35" fmla="*/ 125695 w 149020"/>
              <a:gd name="csY35" fmla="*/ 22898 h 145378"/>
              <a:gd name="csX36" fmla="*/ 118600 w 149020"/>
              <a:gd name="csY36" fmla="*/ 29992 h 145378"/>
              <a:gd name="csX37" fmla="*/ 117410 w 149020"/>
              <a:gd name="csY37" fmla="*/ 31710 h 145378"/>
              <a:gd name="csX38" fmla="*/ 116967 w 149020"/>
              <a:gd name="csY38" fmla="*/ 33769 h 145378"/>
              <a:gd name="csX39" fmla="*/ 117358 w 149020"/>
              <a:gd name="csY39" fmla="*/ 35827 h 145378"/>
              <a:gd name="csX40" fmla="*/ 118515 w 149020"/>
              <a:gd name="csY40" fmla="*/ 37579 h 145378"/>
              <a:gd name="csX41" fmla="*/ 120268 w 149020"/>
              <a:gd name="csY41" fmla="*/ 38753 h 145378"/>
              <a:gd name="csX42" fmla="*/ 122343 w 149020"/>
              <a:gd name="csY42" fmla="*/ 39144 h 145378"/>
              <a:gd name="csX43" fmla="*/ 124385 w 149020"/>
              <a:gd name="csY43" fmla="*/ 38702 h 145378"/>
              <a:gd name="csX44" fmla="*/ 126120 w 149020"/>
              <a:gd name="csY44" fmla="*/ 37511 h 145378"/>
              <a:gd name="csX45" fmla="*/ 133215 w 149020"/>
              <a:gd name="csY45" fmla="*/ 30417 h 145378"/>
              <a:gd name="csX46" fmla="*/ 134712 w 149020"/>
              <a:gd name="csY46" fmla="*/ 27661 h 145378"/>
              <a:gd name="csX47" fmla="*/ 134389 w 149020"/>
              <a:gd name="csY47" fmla="*/ 24531 h 145378"/>
              <a:gd name="csX48" fmla="*/ 132364 w 149020"/>
              <a:gd name="csY48" fmla="*/ 22133 h 145378"/>
              <a:gd name="csX49" fmla="*/ 129353 w 149020"/>
              <a:gd name="csY49" fmla="*/ 21299 h 145378"/>
              <a:gd name="csX50" fmla="*/ 66641 w 149020"/>
              <a:gd name="csY50" fmla="*/ 31982 h 145378"/>
              <a:gd name="csX51" fmla="*/ 29552 w 149020"/>
              <a:gd name="csY51" fmla="*/ 66107 h 145378"/>
              <a:gd name="csX52" fmla="*/ 25316 w 149020"/>
              <a:gd name="csY52" fmla="*/ 117038 h 145378"/>
              <a:gd name="csX53" fmla="*/ 23121 w 149020"/>
              <a:gd name="csY53" fmla="*/ 117038 h 145378"/>
              <a:gd name="csX54" fmla="*/ 14257 w 149020"/>
              <a:gd name="csY54" fmla="*/ 125884 h 145378"/>
              <a:gd name="csX55" fmla="*/ 14257 w 149020"/>
              <a:gd name="csY55" fmla="*/ 136516 h 145378"/>
              <a:gd name="csX56" fmla="*/ 23121 w 149020"/>
              <a:gd name="csY56" fmla="*/ 145378 h 145378"/>
              <a:gd name="csX57" fmla="*/ 125899 w 149020"/>
              <a:gd name="csY57" fmla="*/ 145378 h 145378"/>
              <a:gd name="csX58" fmla="*/ 134763 w 149020"/>
              <a:gd name="csY58" fmla="*/ 136516 h 145378"/>
              <a:gd name="csX59" fmla="*/ 134763 w 149020"/>
              <a:gd name="csY59" fmla="*/ 125884 h 145378"/>
              <a:gd name="csX60" fmla="*/ 125899 w 149020"/>
              <a:gd name="csY60" fmla="*/ 117038 h 145378"/>
              <a:gd name="csX61" fmla="*/ 123704 w 149020"/>
              <a:gd name="csY61" fmla="*/ 117038 h 145378"/>
              <a:gd name="csX62" fmla="*/ 119451 w 149020"/>
              <a:gd name="csY62" fmla="*/ 66107 h 145378"/>
              <a:gd name="csX63" fmla="*/ 82379 w 149020"/>
              <a:gd name="csY63" fmla="*/ 31982 h 145378"/>
              <a:gd name="csX64" fmla="*/ 66641 w 149020"/>
              <a:gd name="csY64" fmla="*/ 31982 h 145378"/>
              <a:gd name="csX65" fmla="*/ 65382 w 149020"/>
              <a:gd name="csY65" fmla="*/ 44418 h 145378"/>
              <a:gd name="csX66" fmla="*/ 70963 w 149020"/>
              <a:gd name="csY66" fmla="*/ 49453 h 145378"/>
              <a:gd name="csX67" fmla="*/ 65927 w 149020"/>
              <a:gd name="csY67" fmla="*/ 55033 h 145378"/>
              <a:gd name="csX68" fmla="*/ 52521 w 149020"/>
              <a:gd name="csY68" fmla="*/ 68012 h 145378"/>
              <a:gd name="csX69" fmla="*/ 48999 w 149020"/>
              <a:gd name="csY69" fmla="*/ 112087 h 145378"/>
              <a:gd name="csX70" fmla="*/ 43690 w 149020"/>
              <a:gd name="csY70" fmla="*/ 116970 h 145378"/>
              <a:gd name="csX71" fmla="*/ 43265 w 149020"/>
              <a:gd name="csY71" fmla="*/ 116953 h 145378"/>
              <a:gd name="csX72" fmla="*/ 38399 w 149020"/>
              <a:gd name="csY72" fmla="*/ 111237 h 145378"/>
              <a:gd name="csX73" fmla="*/ 41921 w 149020"/>
              <a:gd name="csY73" fmla="*/ 67144 h 145378"/>
              <a:gd name="csX74" fmla="*/ 65382 w 149020"/>
              <a:gd name="csY74" fmla="*/ 44418 h 145378"/>
              <a:gd name="csX75" fmla="*/ 5393 w 149020"/>
              <a:gd name="csY75" fmla="*/ 70955 h 145378"/>
              <a:gd name="csX76" fmla="*/ 3335 w 149020"/>
              <a:gd name="csY76" fmla="*/ 71346 h 145378"/>
              <a:gd name="csX77" fmla="*/ 1582 w 149020"/>
              <a:gd name="csY77" fmla="*/ 72486 h 145378"/>
              <a:gd name="csX78" fmla="*/ 408 w 149020"/>
              <a:gd name="csY78" fmla="*/ 74221 h 145378"/>
              <a:gd name="csX79" fmla="*/ 0 w 149020"/>
              <a:gd name="csY79" fmla="*/ 76279 h 145378"/>
              <a:gd name="csX80" fmla="*/ 408 w 149020"/>
              <a:gd name="csY80" fmla="*/ 78321 h 145378"/>
              <a:gd name="csX81" fmla="*/ 1582 w 149020"/>
              <a:gd name="csY81" fmla="*/ 80056 h 145378"/>
              <a:gd name="csX82" fmla="*/ 3335 w 149020"/>
              <a:gd name="csY82" fmla="*/ 81212 h 145378"/>
              <a:gd name="csX83" fmla="*/ 5393 w 149020"/>
              <a:gd name="csY83" fmla="*/ 81587 h 145378"/>
              <a:gd name="csX84" fmla="*/ 16026 w 149020"/>
              <a:gd name="csY84" fmla="*/ 81587 h 145378"/>
              <a:gd name="csX85" fmla="*/ 18085 w 149020"/>
              <a:gd name="csY85" fmla="*/ 81212 h 145378"/>
              <a:gd name="csX86" fmla="*/ 19837 w 149020"/>
              <a:gd name="csY86" fmla="*/ 80056 h 145378"/>
              <a:gd name="csX87" fmla="*/ 21012 w 149020"/>
              <a:gd name="csY87" fmla="*/ 78321 h 145378"/>
              <a:gd name="csX88" fmla="*/ 21420 w 149020"/>
              <a:gd name="csY88" fmla="*/ 76279 h 145378"/>
              <a:gd name="csX89" fmla="*/ 21012 w 149020"/>
              <a:gd name="csY89" fmla="*/ 74221 h 145378"/>
              <a:gd name="csX90" fmla="*/ 19837 w 149020"/>
              <a:gd name="csY90" fmla="*/ 72486 h 145378"/>
              <a:gd name="csX91" fmla="*/ 18085 w 149020"/>
              <a:gd name="csY91" fmla="*/ 71346 h 145378"/>
              <a:gd name="csX92" fmla="*/ 16026 w 149020"/>
              <a:gd name="csY92" fmla="*/ 70955 h 145378"/>
              <a:gd name="csX93" fmla="*/ 5393 w 149020"/>
              <a:gd name="csY93" fmla="*/ 70955 h 145378"/>
              <a:gd name="csX94" fmla="*/ 132994 w 149020"/>
              <a:gd name="csY94" fmla="*/ 70955 h 145378"/>
              <a:gd name="csX95" fmla="*/ 130935 w 149020"/>
              <a:gd name="csY95" fmla="*/ 71346 h 145378"/>
              <a:gd name="csX96" fmla="*/ 129183 w 149020"/>
              <a:gd name="csY96" fmla="*/ 72486 h 145378"/>
              <a:gd name="csX97" fmla="*/ 128009 w 149020"/>
              <a:gd name="csY97" fmla="*/ 74221 h 145378"/>
              <a:gd name="csX98" fmla="*/ 127601 w 149020"/>
              <a:gd name="csY98" fmla="*/ 76279 h 145378"/>
              <a:gd name="csX99" fmla="*/ 128009 w 149020"/>
              <a:gd name="csY99" fmla="*/ 78321 h 145378"/>
              <a:gd name="csX100" fmla="*/ 129183 w 149020"/>
              <a:gd name="csY100" fmla="*/ 80056 h 145378"/>
              <a:gd name="csX101" fmla="*/ 130935 w 149020"/>
              <a:gd name="csY101" fmla="*/ 81212 h 145378"/>
              <a:gd name="csX102" fmla="*/ 132994 w 149020"/>
              <a:gd name="csY102" fmla="*/ 81587 h 145378"/>
              <a:gd name="csX103" fmla="*/ 143627 w 149020"/>
              <a:gd name="csY103" fmla="*/ 81587 h 145378"/>
              <a:gd name="csX104" fmla="*/ 145686 w 149020"/>
              <a:gd name="csY104" fmla="*/ 81212 h 145378"/>
              <a:gd name="csX105" fmla="*/ 147438 w 149020"/>
              <a:gd name="csY105" fmla="*/ 80056 h 145378"/>
              <a:gd name="csX106" fmla="*/ 148612 w 149020"/>
              <a:gd name="csY106" fmla="*/ 78321 h 145378"/>
              <a:gd name="csX107" fmla="*/ 149021 w 149020"/>
              <a:gd name="csY107" fmla="*/ 76279 h 145378"/>
              <a:gd name="csX108" fmla="*/ 148612 w 149020"/>
              <a:gd name="csY108" fmla="*/ 74221 h 145378"/>
              <a:gd name="csX109" fmla="*/ 147438 w 149020"/>
              <a:gd name="csY109" fmla="*/ 72486 h 145378"/>
              <a:gd name="csX110" fmla="*/ 145686 w 149020"/>
              <a:gd name="csY110" fmla="*/ 71346 h 145378"/>
              <a:gd name="csX111" fmla="*/ 143627 w 149020"/>
              <a:gd name="csY111" fmla="*/ 70955 h 145378"/>
              <a:gd name="csX112" fmla="*/ 132994 w 149020"/>
              <a:gd name="csY112" fmla="*/ 70955 h 145378"/>
            </a:gdLst>
            <a:ahLst/>
            <a:cxnLst/>
            <a:rect l="l" t="t" r="r" b="b"/>
            <a:pathLst>
              <a:path w="100000" h="100000">
                <a:moveTo>
                  <a:pt x="49949" y="1223"/>
                </a:moveTo>
                <a:cubicBezTo>
                  <a:pt x="49001" y="1234"/>
                  <a:pt x="48099" y="1623"/>
                  <a:pt x="47437" y="2307"/>
                </a:cubicBezTo>
                <a:cubicBezTo>
                  <a:pt x="46775" y="2981"/>
                  <a:pt x="46421" y="3894"/>
                  <a:pt x="46432" y="4842"/>
                </a:cubicBezTo>
                <a:lnTo>
                  <a:pt x="46432" y="14350"/>
                </a:lnTo>
                <a:cubicBezTo>
                  <a:pt x="46421" y="14830"/>
                  <a:pt x="46513" y="15298"/>
                  <a:pt x="46684" y="15731"/>
                </a:cubicBezTo>
                <a:cubicBezTo>
                  <a:pt x="46866" y="16177"/>
                  <a:pt x="47129" y="16576"/>
                  <a:pt x="47460" y="16908"/>
                </a:cubicBezTo>
                <a:cubicBezTo>
                  <a:pt x="47791" y="17250"/>
                  <a:pt x="48191" y="17512"/>
                  <a:pt x="48624" y="17695"/>
                </a:cubicBezTo>
                <a:cubicBezTo>
                  <a:pt x="49059" y="17878"/>
                  <a:pt x="49526" y="17969"/>
                  <a:pt x="49995" y="17969"/>
                </a:cubicBezTo>
                <a:cubicBezTo>
                  <a:pt x="50474" y="17969"/>
                  <a:pt x="50942" y="17878"/>
                  <a:pt x="51376" y="17695"/>
                </a:cubicBezTo>
                <a:cubicBezTo>
                  <a:pt x="51810" y="17512"/>
                  <a:pt x="52209" y="17250"/>
                  <a:pt x="52541" y="16908"/>
                </a:cubicBezTo>
                <a:cubicBezTo>
                  <a:pt x="52871" y="16576"/>
                  <a:pt x="53134" y="16177"/>
                  <a:pt x="53306" y="15731"/>
                </a:cubicBezTo>
                <a:cubicBezTo>
                  <a:pt x="53488" y="15298"/>
                  <a:pt x="53579" y="14830"/>
                  <a:pt x="53568" y="14350"/>
                </a:cubicBezTo>
                <a:lnTo>
                  <a:pt x="53568" y="4842"/>
                </a:lnTo>
                <a:cubicBezTo>
                  <a:pt x="53579" y="4362"/>
                  <a:pt x="53488" y="3894"/>
                  <a:pt x="53306" y="3449"/>
                </a:cubicBezTo>
                <a:cubicBezTo>
                  <a:pt x="53122" y="3004"/>
                  <a:pt x="52860" y="2604"/>
                  <a:pt x="52518" y="2261"/>
                </a:cubicBezTo>
                <a:cubicBezTo>
                  <a:pt x="52186" y="1931"/>
                  <a:pt x="51776" y="1668"/>
                  <a:pt x="51341" y="1486"/>
                </a:cubicBezTo>
                <a:cubicBezTo>
                  <a:pt x="50897" y="1303"/>
                  <a:pt x="50417" y="1211"/>
                  <a:pt x="49949" y="1223"/>
                </a:cubicBezTo>
                <a:close/>
                <a:moveTo>
                  <a:pt x="15470" y="15503"/>
                </a:moveTo>
                <a:cubicBezTo>
                  <a:pt x="14762" y="15503"/>
                  <a:pt x="14066" y="15720"/>
                  <a:pt x="13483" y="16120"/>
                </a:cubicBezTo>
                <a:cubicBezTo>
                  <a:pt x="12890" y="16508"/>
                  <a:pt x="12433" y="17079"/>
                  <a:pt x="12170" y="17729"/>
                </a:cubicBezTo>
                <a:cubicBezTo>
                  <a:pt x="11896" y="18391"/>
                  <a:pt x="11839" y="19111"/>
                  <a:pt x="11988" y="19807"/>
                </a:cubicBezTo>
                <a:cubicBezTo>
                  <a:pt x="12125" y="20503"/>
                  <a:pt x="12479" y="21143"/>
                  <a:pt x="12992" y="21633"/>
                </a:cubicBezTo>
                <a:lnTo>
                  <a:pt x="17742" y="26394"/>
                </a:lnTo>
                <a:cubicBezTo>
                  <a:pt x="18073" y="26736"/>
                  <a:pt x="18473" y="27010"/>
                  <a:pt x="18906" y="27193"/>
                </a:cubicBezTo>
                <a:cubicBezTo>
                  <a:pt x="19340" y="27387"/>
                  <a:pt x="19808" y="27478"/>
                  <a:pt x="20288" y="27490"/>
                </a:cubicBezTo>
                <a:cubicBezTo>
                  <a:pt x="20756" y="27490"/>
                  <a:pt x="21224" y="27398"/>
                  <a:pt x="21669" y="27227"/>
                </a:cubicBezTo>
                <a:cubicBezTo>
                  <a:pt x="22103" y="27045"/>
                  <a:pt x="22502" y="26782"/>
                  <a:pt x="22845" y="26439"/>
                </a:cubicBezTo>
                <a:cubicBezTo>
                  <a:pt x="23176" y="26109"/>
                  <a:pt x="23439" y="25709"/>
                  <a:pt x="23622" y="25264"/>
                </a:cubicBezTo>
                <a:cubicBezTo>
                  <a:pt x="23804" y="24830"/>
                  <a:pt x="23895" y="24362"/>
                  <a:pt x="23884" y="23883"/>
                </a:cubicBezTo>
                <a:cubicBezTo>
                  <a:pt x="23884" y="23403"/>
                  <a:pt x="23781" y="22935"/>
                  <a:pt x="23599" y="22501"/>
                </a:cubicBezTo>
                <a:cubicBezTo>
                  <a:pt x="23404" y="22068"/>
                  <a:pt x="23130" y="21679"/>
                  <a:pt x="22788" y="21348"/>
                </a:cubicBezTo>
                <a:lnTo>
                  <a:pt x="18039" y="16588"/>
                </a:lnTo>
                <a:cubicBezTo>
                  <a:pt x="17696" y="16245"/>
                  <a:pt x="17308" y="15972"/>
                  <a:pt x="16863" y="15789"/>
                </a:cubicBezTo>
                <a:cubicBezTo>
                  <a:pt x="16429" y="15607"/>
                  <a:pt x="15950" y="15503"/>
                  <a:pt x="15470" y="15503"/>
                </a:cubicBezTo>
                <a:close/>
                <a:moveTo>
                  <a:pt x="86802" y="15515"/>
                </a:moveTo>
                <a:cubicBezTo>
                  <a:pt x="85866" y="15538"/>
                  <a:pt x="84987" y="15926"/>
                  <a:pt x="84348" y="16588"/>
                </a:cubicBezTo>
                <a:lnTo>
                  <a:pt x="79587" y="21348"/>
                </a:lnTo>
                <a:cubicBezTo>
                  <a:pt x="79244" y="21679"/>
                  <a:pt x="78971" y="22068"/>
                  <a:pt x="78788" y="22501"/>
                </a:cubicBezTo>
                <a:cubicBezTo>
                  <a:pt x="78593" y="22935"/>
                  <a:pt x="78491" y="23403"/>
                  <a:pt x="78491" y="23883"/>
                </a:cubicBezTo>
                <a:cubicBezTo>
                  <a:pt x="78491" y="24362"/>
                  <a:pt x="78571" y="24830"/>
                  <a:pt x="78753" y="25264"/>
                </a:cubicBezTo>
                <a:cubicBezTo>
                  <a:pt x="78936" y="25709"/>
                  <a:pt x="79199" y="26109"/>
                  <a:pt x="79530" y="26439"/>
                </a:cubicBezTo>
                <a:cubicBezTo>
                  <a:pt x="79873" y="26782"/>
                  <a:pt x="80272" y="27045"/>
                  <a:pt x="80706" y="27227"/>
                </a:cubicBezTo>
                <a:cubicBezTo>
                  <a:pt x="81151" y="27398"/>
                  <a:pt x="81619" y="27490"/>
                  <a:pt x="82098" y="27490"/>
                </a:cubicBezTo>
                <a:cubicBezTo>
                  <a:pt x="82567" y="27478"/>
                  <a:pt x="83034" y="27387"/>
                  <a:pt x="83469" y="27193"/>
                </a:cubicBezTo>
                <a:cubicBezTo>
                  <a:pt x="83914" y="27010"/>
                  <a:pt x="84302" y="26736"/>
                  <a:pt x="84633" y="26394"/>
                </a:cubicBezTo>
                <a:lnTo>
                  <a:pt x="89394" y="21633"/>
                </a:lnTo>
                <a:cubicBezTo>
                  <a:pt x="89908" y="21131"/>
                  <a:pt x="90250" y="20492"/>
                  <a:pt x="90399" y="19784"/>
                </a:cubicBezTo>
                <a:cubicBezTo>
                  <a:pt x="90535" y="19077"/>
                  <a:pt x="90467" y="18346"/>
                  <a:pt x="90182" y="17684"/>
                </a:cubicBezTo>
                <a:cubicBezTo>
                  <a:pt x="89908" y="17022"/>
                  <a:pt x="89428" y="16462"/>
                  <a:pt x="88823" y="16074"/>
                </a:cubicBezTo>
                <a:cubicBezTo>
                  <a:pt x="88218" y="15686"/>
                  <a:pt x="87510" y="15492"/>
                  <a:pt x="86802" y="15515"/>
                </a:cubicBezTo>
                <a:close/>
                <a:moveTo>
                  <a:pt x="44720" y="22684"/>
                </a:moveTo>
                <a:cubicBezTo>
                  <a:pt x="31841" y="22684"/>
                  <a:pt x="20905" y="32741"/>
                  <a:pt x="19831" y="45583"/>
                </a:cubicBezTo>
                <a:lnTo>
                  <a:pt x="16988" y="79760"/>
                </a:lnTo>
                <a:lnTo>
                  <a:pt x="15515" y="79760"/>
                </a:lnTo>
                <a:cubicBezTo>
                  <a:pt x="12239" y="79760"/>
                  <a:pt x="9567" y="82420"/>
                  <a:pt x="9567" y="85697"/>
                </a:cubicBezTo>
                <a:lnTo>
                  <a:pt x="9567" y="92831"/>
                </a:lnTo>
                <a:cubicBezTo>
                  <a:pt x="9567" y="96107"/>
                  <a:pt x="12239" y="98778"/>
                  <a:pt x="15515" y="98778"/>
                </a:cubicBezTo>
                <a:lnTo>
                  <a:pt x="84485" y="98778"/>
                </a:lnTo>
                <a:cubicBezTo>
                  <a:pt x="87761" y="98778"/>
                  <a:pt x="90433" y="96107"/>
                  <a:pt x="90433" y="92831"/>
                </a:cubicBezTo>
                <a:lnTo>
                  <a:pt x="90433" y="85697"/>
                </a:lnTo>
                <a:cubicBezTo>
                  <a:pt x="90433" y="82420"/>
                  <a:pt x="87761" y="79760"/>
                  <a:pt x="84485" y="79760"/>
                </a:cubicBezTo>
                <a:lnTo>
                  <a:pt x="83012" y="79760"/>
                </a:lnTo>
                <a:lnTo>
                  <a:pt x="80158" y="45583"/>
                </a:lnTo>
                <a:cubicBezTo>
                  <a:pt x="79096" y="32741"/>
                  <a:pt x="68159" y="22684"/>
                  <a:pt x="55280" y="22684"/>
                </a:cubicBezTo>
                <a:lnTo>
                  <a:pt x="44720" y="22684"/>
                </a:lnTo>
                <a:close/>
                <a:moveTo>
                  <a:pt x="43875" y="31029"/>
                </a:moveTo>
                <a:cubicBezTo>
                  <a:pt x="45759" y="30903"/>
                  <a:pt x="47517" y="32433"/>
                  <a:pt x="47620" y="34407"/>
                </a:cubicBezTo>
                <a:cubicBezTo>
                  <a:pt x="47722" y="36371"/>
                  <a:pt x="46204" y="38049"/>
                  <a:pt x="44240" y="38152"/>
                </a:cubicBezTo>
                <a:cubicBezTo>
                  <a:pt x="39503" y="38391"/>
                  <a:pt x="35644" y="42135"/>
                  <a:pt x="35244" y="46861"/>
                </a:cubicBezTo>
                <a:lnTo>
                  <a:pt x="32881" y="76438"/>
                </a:lnTo>
                <a:cubicBezTo>
                  <a:pt x="32720" y="78299"/>
                  <a:pt x="31168" y="79715"/>
                  <a:pt x="29318" y="79715"/>
                </a:cubicBezTo>
                <a:cubicBezTo>
                  <a:pt x="29227" y="79715"/>
                  <a:pt x="29124" y="79715"/>
                  <a:pt x="29033" y="79703"/>
                </a:cubicBezTo>
                <a:cubicBezTo>
                  <a:pt x="27070" y="79544"/>
                  <a:pt x="25608" y="77831"/>
                  <a:pt x="25768" y="75868"/>
                </a:cubicBezTo>
                <a:lnTo>
                  <a:pt x="28131" y="46279"/>
                </a:lnTo>
                <a:cubicBezTo>
                  <a:pt x="28828" y="38003"/>
                  <a:pt x="35586" y="31451"/>
                  <a:pt x="43875" y="31029"/>
                </a:cubicBezTo>
                <a:close/>
                <a:moveTo>
                  <a:pt x="3619" y="48836"/>
                </a:moveTo>
                <a:cubicBezTo>
                  <a:pt x="3151" y="48836"/>
                  <a:pt x="2671" y="48916"/>
                  <a:pt x="2238" y="49099"/>
                </a:cubicBezTo>
                <a:cubicBezTo>
                  <a:pt x="1804" y="49270"/>
                  <a:pt x="1405" y="49533"/>
                  <a:pt x="1062" y="49864"/>
                </a:cubicBezTo>
                <a:cubicBezTo>
                  <a:pt x="731" y="50195"/>
                  <a:pt x="456" y="50594"/>
                  <a:pt x="274" y="51028"/>
                </a:cubicBezTo>
                <a:cubicBezTo>
                  <a:pt x="91" y="51462"/>
                  <a:pt x="0" y="51930"/>
                  <a:pt x="0" y="52409"/>
                </a:cubicBezTo>
                <a:cubicBezTo>
                  <a:pt x="0" y="52877"/>
                  <a:pt x="91" y="53345"/>
                  <a:pt x="274" y="53779"/>
                </a:cubicBezTo>
                <a:cubicBezTo>
                  <a:pt x="456" y="54224"/>
                  <a:pt x="731" y="54612"/>
                  <a:pt x="1062" y="54944"/>
                </a:cubicBezTo>
                <a:cubicBezTo>
                  <a:pt x="1405" y="55274"/>
                  <a:pt x="1804" y="55537"/>
                  <a:pt x="2238" y="55719"/>
                </a:cubicBezTo>
                <a:cubicBezTo>
                  <a:pt x="2671" y="55890"/>
                  <a:pt x="3151" y="55982"/>
                  <a:pt x="3619" y="55971"/>
                </a:cubicBezTo>
                <a:lnTo>
                  <a:pt x="10754" y="55971"/>
                </a:lnTo>
                <a:cubicBezTo>
                  <a:pt x="11223" y="55982"/>
                  <a:pt x="11691" y="55890"/>
                  <a:pt x="12136" y="55719"/>
                </a:cubicBezTo>
                <a:cubicBezTo>
                  <a:pt x="12570" y="55537"/>
                  <a:pt x="12969" y="55274"/>
                  <a:pt x="13312" y="54944"/>
                </a:cubicBezTo>
                <a:cubicBezTo>
                  <a:pt x="13643" y="54612"/>
                  <a:pt x="13917" y="54224"/>
                  <a:pt x="14100" y="53779"/>
                </a:cubicBezTo>
                <a:cubicBezTo>
                  <a:pt x="14283" y="53345"/>
                  <a:pt x="14374" y="52877"/>
                  <a:pt x="14374" y="52409"/>
                </a:cubicBezTo>
                <a:cubicBezTo>
                  <a:pt x="14374" y="51930"/>
                  <a:pt x="14283" y="51462"/>
                  <a:pt x="14100" y="51028"/>
                </a:cubicBezTo>
                <a:cubicBezTo>
                  <a:pt x="13917" y="50594"/>
                  <a:pt x="13643" y="50195"/>
                  <a:pt x="13312" y="49864"/>
                </a:cubicBezTo>
                <a:cubicBezTo>
                  <a:pt x="12969" y="49533"/>
                  <a:pt x="12570" y="49270"/>
                  <a:pt x="12136" y="49099"/>
                </a:cubicBezTo>
                <a:cubicBezTo>
                  <a:pt x="11691" y="48916"/>
                  <a:pt x="11223" y="48836"/>
                  <a:pt x="10754" y="48836"/>
                </a:cubicBezTo>
                <a:lnTo>
                  <a:pt x="3619" y="48836"/>
                </a:lnTo>
                <a:close/>
                <a:moveTo>
                  <a:pt x="89246" y="48836"/>
                </a:moveTo>
                <a:cubicBezTo>
                  <a:pt x="88777" y="48836"/>
                  <a:pt x="88298" y="48916"/>
                  <a:pt x="87864" y="49099"/>
                </a:cubicBezTo>
                <a:cubicBezTo>
                  <a:pt x="87431" y="49270"/>
                  <a:pt x="87031" y="49533"/>
                  <a:pt x="86688" y="49864"/>
                </a:cubicBezTo>
                <a:cubicBezTo>
                  <a:pt x="86357" y="50195"/>
                  <a:pt x="86083" y="50594"/>
                  <a:pt x="85901" y="51028"/>
                </a:cubicBezTo>
                <a:cubicBezTo>
                  <a:pt x="85718" y="51462"/>
                  <a:pt x="85627" y="51930"/>
                  <a:pt x="85627" y="52409"/>
                </a:cubicBezTo>
                <a:cubicBezTo>
                  <a:pt x="85627" y="52877"/>
                  <a:pt x="85718" y="53345"/>
                  <a:pt x="85901" y="53779"/>
                </a:cubicBezTo>
                <a:cubicBezTo>
                  <a:pt x="86083" y="54224"/>
                  <a:pt x="86357" y="54612"/>
                  <a:pt x="86688" y="54944"/>
                </a:cubicBezTo>
                <a:cubicBezTo>
                  <a:pt x="87031" y="55274"/>
                  <a:pt x="87431" y="55537"/>
                  <a:pt x="87864" y="55719"/>
                </a:cubicBezTo>
                <a:cubicBezTo>
                  <a:pt x="88298" y="55890"/>
                  <a:pt x="88777" y="55982"/>
                  <a:pt x="89246" y="55971"/>
                </a:cubicBezTo>
                <a:lnTo>
                  <a:pt x="96381" y="55971"/>
                </a:lnTo>
                <a:cubicBezTo>
                  <a:pt x="96849" y="55982"/>
                  <a:pt x="97317" y="55890"/>
                  <a:pt x="97763" y="55719"/>
                </a:cubicBezTo>
                <a:cubicBezTo>
                  <a:pt x="98196" y="55537"/>
                  <a:pt x="98596" y="55274"/>
                  <a:pt x="98938" y="54944"/>
                </a:cubicBezTo>
                <a:cubicBezTo>
                  <a:pt x="99270" y="54612"/>
                  <a:pt x="99544" y="54224"/>
                  <a:pt x="99726" y="53779"/>
                </a:cubicBezTo>
                <a:cubicBezTo>
                  <a:pt x="99909" y="53345"/>
                  <a:pt x="100001" y="52877"/>
                  <a:pt x="100001" y="52409"/>
                </a:cubicBezTo>
                <a:cubicBezTo>
                  <a:pt x="100001" y="51930"/>
                  <a:pt x="99909" y="51462"/>
                  <a:pt x="99726" y="51028"/>
                </a:cubicBezTo>
                <a:cubicBezTo>
                  <a:pt x="99544" y="50594"/>
                  <a:pt x="99270" y="50195"/>
                  <a:pt x="98938" y="49864"/>
                </a:cubicBezTo>
                <a:cubicBezTo>
                  <a:pt x="98596" y="49533"/>
                  <a:pt x="98196" y="49270"/>
                  <a:pt x="97763" y="49099"/>
                </a:cubicBezTo>
                <a:cubicBezTo>
                  <a:pt x="97317" y="48916"/>
                  <a:pt x="96849" y="48836"/>
                  <a:pt x="96381" y="48836"/>
                </a:cubicBezTo>
                <a:lnTo>
                  <a:pt x="89246" y="4883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7" name="Красный — SVG 20">
            <a:extLst>
              <a:ext uri="{FF2B5EF4-FFF2-40B4-BE49-F238E27FC236}">
                <a16:creationId xmlns:a16="http://schemas.microsoft.com/office/drawing/2014/main" id="{9DB49053-97CF-6B48-9380-88FBA2D33536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70922 w 141775"/>
              <a:gd name="csY0" fmla="*/ 0 h 134672"/>
              <a:gd name="csX1" fmla="*/ 68106 w 141775"/>
              <a:gd name="csY1" fmla="*/ 782 h 134672"/>
              <a:gd name="csX2" fmla="*/ 66132 w 141775"/>
              <a:gd name="csY2" fmla="*/ 2943 h 134672"/>
              <a:gd name="csX3" fmla="*/ 47869 w 141775"/>
              <a:gd name="csY3" fmla="*/ 39466 h 134672"/>
              <a:gd name="csX4" fmla="*/ 4505 w 141775"/>
              <a:gd name="csY4" fmla="*/ 46134 h 134672"/>
              <a:gd name="csX5" fmla="*/ 1876 w 141775"/>
              <a:gd name="csY5" fmla="*/ 47342 h 134672"/>
              <a:gd name="csX6" fmla="*/ 264 w 141775"/>
              <a:gd name="csY6" fmla="*/ 49740 h 134672"/>
              <a:gd name="csX7" fmla="*/ 145 w 141775"/>
              <a:gd name="csY7" fmla="*/ 52615 h 134672"/>
              <a:gd name="csX8" fmla="*/ 1556 w 141775"/>
              <a:gd name="csY8" fmla="*/ 55150 h 134672"/>
              <a:gd name="csX9" fmla="*/ 31553 w 141775"/>
              <a:gd name="csY9" fmla="*/ 85141 h 134672"/>
              <a:gd name="csX10" fmla="*/ 24872 w 141775"/>
              <a:gd name="csY10" fmla="*/ 128553 h 134672"/>
              <a:gd name="csX11" fmla="*/ 25226 w 141775"/>
              <a:gd name="csY11" fmla="*/ 131411 h 134672"/>
              <a:gd name="csX12" fmla="*/ 27031 w 141775"/>
              <a:gd name="csY12" fmla="*/ 133673 h 134672"/>
              <a:gd name="csX13" fmla="*/ 29752 w 141775"/>
              <a:gd name="csY13" fmla="*/ 134660 h 134672"/>
              <a:gd name="csX14" fmla="*/ 32584 w 141775"/>
              <a:gd name="csY14" fmla="*/ 134065 h 134672"/>
              <a:gd name="csX15" fmla="*/ 70888 w 141775"/>
              <a:gd name="csY15" fmla="*/ 114094 h 134672"/>
              <a:gd name="csX16" fmla="*/ 109191 w 141775"/>
              <a:gd name="csY16" fmla="*/ 134065 h 134672"/>
              <a:gd name="csX17" fmla="*/ 112023 w 141775"/>
              <a:gd name="csY17" fmla="*/ 134660 h 134672"/>
              <a:gd name="csX18" fmla="*/ 114744 w 141775"/>
              <a:gd name="csY18" fmla="*/ 133673 h 134672"/>
              <a:gd name="csX19" fmla="*/ 116549 w 141775"/>
              <a:gd name="csY19" fmla="*/ 131411 h 134672"/>
              <a:gd name="csX20" fmla="*/ 116903 w 141775"/>
              <a:gd name="csY20" fmla="*/ 128553 h 134672"/>
              <a:gd name="csX21" fmla="*/ 110223 w 141775"/>
              <a:gd name="csY21" fmla="*/ 85141 h 134672"/>
              <a:gd name="csX22" fmla="*/ 140219 w 141775"/>
              <a:gd name="csY22" fmla="*/ 55150 h 134672"/>
              <a:gd name="csX23" fmla="*/ 141630 w 141775"/>
              <a:gd name="csY23" fmla="*/ 52615 h 134672"/>
              <a:gd name="csX24" fmla="*/ 141512 w 141775"/>
              <a:gd name="csY24" fmla="*/ 49740 h 134672"/>
              <a:gd name="csX25" fmla="*/ 139900 w 141775"/>
              <a:gd name="csY25" fmla="*/ 47342 h 134672"/>
              <a:gd name="csX26" fmla="*/ 137270 w 141775"/>
              <a:gd name="csY26" fmla="*/ 46134 h 134672"/>
              <a:gd name="csX27" fmla="*/ 93906 w 141775"/>
              <a:gd name="csY27" fmla="*/ 39466 h 134672"/>
              <a:gd name="csX28" fmla="*/ 75644 w 141775"/>
              <a:gd name="csY28" fmla="*/ 2943 h 134672"/>
              <a:gd name="csX29" fmla="*/ 73699 w 141775"/>
              <a:gd name="csY29" fmla="*/ 799 h 134672"/>
              <a:gd name="csX30" fmla="*/ 70922 w 141775"/>
              <a:gd name="csY30" fmla="*/ 0 h 134672"/>
            </a:gdLst>
            <a:ahLst/>
            <a:cxnLst/>
            <a:rect l="l" t="t" r="r" b="b"/>
            <a:pathLst>
              <a:path w="100000" h="100000">
                <a:moveTo>
                  <a:pt x="50024" y="2505"/>
                </a:moveTo>
                <a:cubicBezTo>
                  <a:pt x="49324" y="2505"/>
                  <a:pt x="48636" y="2697"/>
                  <a:pt x="48038" y="3057"/>
                </a:cubicBezTo>
                <a:cubicBezTo>
                  <a:pt x="47441" y="3429"/>
                  <a:pt x="46959" y="3957"/>
                  <a:pt x="46646" y="4581"/>
                </a:cubicBezTo>
                <a:lnTo>
                  <a:pt x="33764" y="30342"/>
                </a:lnTo>
                <a:lnTo>
                  <a:pt x="3178" y="35045"/>
                </a:lnTo>
                <a:cubicBezTo>
                  <a:pt x="2493" y="35153"/>
                  <a:pt x="1851" y="35441"/>
                  <a:pt x="1323" y="35897"/>
                </a:cubicBezTo>
                <a:cubicBezTo>
                  <a:pt x="795" y="36341"/>
                  <a:pt x="401" y="36929"/>
                  <a:pt x="186" y="37589"/>
                </a:cubicBezTo>
                <a:cubicBezTo>
                  <a:pt x="-30" y="38249"/>
                  <a:pt x="-59" y="38945"/>
                  <a:pt x="102" y="39617"/>
                </a:cubicBezTo>
                <a:cubicBezTo>
                  <a:pt x="264" y="40301"/>
                  <a:pt x="608" y="40913"/>
                  <a:pt x="1098" y="41405"/>
                </a:cubicBezTo>
                <a:lnTo>
                  <a:pt x="22256" y="62559"/>
                </a:lnTo>
                <a:lnTo>
                  <a:pt x="17543" y="93179"/>
                </a:lnTo>
                <a:cubicBezTo>
                  <a:pt x="17438" y="93862"/>
                  <a:pt x="17524" y="94559"/>
                  <a:pt x="17793" y="95195"/>
                </a:cubicBezTo>
                <a:cubicBezTo>
                  <a:pt x="18062" y="95842"/>
                  <a:pt x="18503" y="96395"/>
                  <a:pt x="19066" y="96790"/>
                </a:cubicBezTo>
                <a:cubicBezTo>
                  <a:pt x="19630" y="97199"/>
                  <a:pt x="20294" y="97439"/>
                  <a:pt x="20985" y="97487"/>
                </a:cubicBezTo>
                <a:cubicBezTo>
                  <a:pt x="21677" y="97534"/>
                  <a:pt x="22368" y="97391"/>
                  <a:pt x="22983" y="97067"/>
                </a:cubicBezTo>
                <a:lnTo>
                  <a:pt x="50000" y="82980"/>
                </a:lnTo>
                <a:lnTo>
                  <a:pt x="77017" y="97067"/>
                </a:lnTo>
                <a:cubicBezTo>
                  <a:pt x="77632" y="97391"/>
                  <a:pt x="78323" y="97534"/>
                  <a:pt x="79015" y="97487"/>
                </a:cubicBezTo>
                <a:cubicBezTo>
                  <a:pt x="79707" y="97439"/>
                  <a:pt x="80371" y="97199"/>
                  <a:pt x="80934" y="96790"/>
                </a:cubicBezTo>
                <a:cubicBezTo>
                  <a:pt x="81497" y="96395"/>
                  <a:pt x="81938" y="95842"/>
                  <a:pt x="82207" y="95195"/>
                </a:cubicBezTo>
                <a:cubicBezTo>
                  <a:pt x="82476" y="94559"/>
                  <a:pt x="82563" y="93862"/>
                  <a:pt x="82457" y="93179"/>
                </a:cubicBezTo>
                <a:lnTo>
                  <a:pt x="77745" y="62559"/>
                </a:lnTo>
                <a:lnTo>
                  <a:pt x="98902" y="41405"/>
                </a:lnTo>
                <a:cubicBezTo>
                  <a:pt x="99393" y="40913"/>
                  <a:pt x="99737" y="40301"/>
                  <a:pt x="99898" y="39617"/>
                </a:cubicBezTo>
                <a:cubicBezTo>
                  <a:pt x="100059" y="38945"/>
                  <a:pt x="100030" y="38249"/>
                  <a:pt x="99814" y="37589"/>
                </a:cubicBezTo>
                <a:cubicBezTo>
                  <a:pt x="99599" y="36929"/>
                  <a:pt x="99205" y="36341"/>
                  <a:pt x="98677" y="35897"/>
                </a:cubicBezTo>
                <a:cubicBezTo>
                  <a:pt x="98149" y="35441"/>
                  <a:pt x="97507" y="35153"/>
                  <a:pt x="96822" y="35045"/>
                </a:cubicBezTo>
                <a:lnTo>
                  <a:pt x="66236" y="30342"/>
                </a:lnTo>
                <a:lnTo>
                  <a:pt x="53355" y="4581"/>
                </a:lnTo>
                <a:cubicBezTo>
                  <a:pt x="53045" y="3957"/>
                  <a:pt x="52571" y="3441"/>
                  <a:pt x="51983" y="3069"/>
                </a:cubicBezTo>
                <a:cubicBezTo>
                  <a:pt x="51395" y="2709"/>
                  <a:pt x="50717" y="2505"/>
                  <a:pt x="50024" y="250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8" name="Красный — SVG 21">
            <a:extLst>
              <a:ext uri="{FF2B5EF4-FFF2-40B4-BE49-F238E27FC236}">
                <a16:creationId xmlns:a16="http://schemas.microsoft.com/office/drawing/2014/main" id="{76ABEB71-FE29-544A-B3D2-7E1F16865EAC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44303 w 113428"/>
              <a:gd name="csY0" fmla="*/ 0 h 141753"/>
              <a:gd name="csX1" fmla="*/ 28532 w 113428"/>
              <a:gd name="csY1" fmla="*/ 14170 h 141753"/>
              <a:gd name="csX2" fmla="*/ 15942 w 113428"/>
              <a:gd name="csY2" fmla="*/ 14170 h 141753"/>
              <a:gd name="csX3" fmla="*/ 0 w 113428"/>
              <a:gd name="csY3" fmla="*/ 30127 h 141753"/>
              <a:gd name="csX4" fmla="*/ 0 w 113428"/>
              <a:gd name="csY4" fmla="*/ 125814 h 141753"/>
              <a:gd name="csX5" fmla="*/ 15942 w 113428"/>
              <a:gd name="csY5" fmla="*/ 141754 h 141753"/>
              <a:gd name="csX6" fmla="*/ 97470 w 113428"/>
              <a:gd name="csY6" fmla="*/ 141754 h 141753"/>
              <a:gd name="csX7" fmla="*/ 113428 w 113428"/>
              <a:gd name="csY7" fmla="*/ 125814 h 141753"/>
              <a:gd name="csX8" fmla="*/ 113428 w 113428"/>
              <a:gd name="csY8" fmla="*/ 30127 h 141753"/>
              <a:gd name="csX9" fmla="*/ 97470 w 113428"/>
              <a:gd name="csY9" fmla="*/ 14170 h 141753"/>
              <a:gd name="csX10" fmla="*/ 84880 w 113428"/>
              <a:gd name="csY10" fmla="*/ 14170 h 141753"/>
              <a:gd name="csX11" fmla="*/ 69109 w 113428"/>
              <a:gd name="csY11" fmla="*/ 0 h 141753"/>
              <a:gd name="csX12" fmla="*/ 44303 w 113428"/>
              <a:gd name="csY12" fmla="*/ 0 h 141753"/>
              <a:gd name="csX13" fmla="*/ 44303 w 113428"/>
              <a:gd name="csY13" fmla="*/ 10632 h 141753"/>
              <a:gd name="csX14" fmla="*/ 69109 w 113428"/>
              <a:gd name="csY14" fmla="*/ 10632 h 141753"/>
              <a:gd name="csX15" fmla="*/ 74434 w 113428"/>
              <a:gd name="csY15" fmla="*/ 15940 h 141753"/>
              <a:gd name="csX16" fmla="*/ 69109 w 113428"/>
              <a:gd name="csY16" fmla="*/ 21264 h 141753"/>
              <a:gd name="csX17" fmla="*/ 44303 w 113428"/>
              <a:gd name="csY17" fmla="*/ 21264 h 141753"/>
              <a:gd name="csX18" fmla="*/ 38995 w 113428"/>
              <a:gd name="csY18" fmla="*/ 15940 h 141753"/>
              <a:gd name="csX19" fmla="*/ 44303 w 113428"/>
              <a:gd name="csY19" fmla="*/ 10632 h 141753"/>
              <a:gd name="csX20" fmla="*/ 85067 w 113428"/>
              <a:gd name="csY20" fmla="*/ 38989 h 141753"/>
              <a:gd name="csX21" fmla="*/ 92162 w 113428"/>
              <a:gd name="csY21" fmla="*/ 46066 h 141753"/>
              <a:gd name="csX22" fmla="*/ 85067 w 113428"/>
              <a:gd name="csY22" fmla="*/ 53160 h 141753"/>
              <a:gd name="csX23" fmla="*/ 77973 w 113428"/>
              <a:gd name="csY23" fmla="*/ 46066 h 141753"/>
              <a:gd name="csX24" fmla="*/ 85067 w 113428"/>
              <a:gd name="csY24" fmla="*/ 38989 h 141753"/>
              <a:gd name="csX25" fmla="*/ 24380 w 113428"/>
              <a:gd name="csY25" fmla="*/ 45641 h 141753"/>
              <a:gd name="csX26" fmla="*/ 26881 w 113428"/>
              <a:gd name="csY26" fmla="*/ 46678 h 141753"/>
              <a:gd name="csX27" fmla="*/ 31900 w 113428"/>
              <a:gd name="csY27" fmla="*/ 51697 h 141753"/>
              <a:gd name="csX28" fmla="*/ 36919 w 113428"/>
              <a:gd name="csY28" fmla="*/ 46678 h 141753"/>
              <a:gd name="csX29" fmla="*/ 41921 w 113428"/>
              <a:gd name="csY29" fmla="*/ 46678 h 141753"/>
              <a:gd name="csX30" fmla="*/ 41921 w 113428"/>
              <a:gd name="csY30" fmla="*/ 51697 h 141753"/>
              <a:gd name="csX31" fmla="*/ 36919 w 113428"/>
              <a:gd name="csY31" fmla="*/ 56698 h 141753"/>
              <a:gd name="csX32" fmla="*/ 41921 w 113428"/>
              <a:gd name="csY32" fmla="*/ 61716 h 141753"/>
              <a:gd name="csX33" fmla="*/ 41921 w 113428"/>
              <a:gd name="csY33" fmla="*/ 66735 h 141753"/>
              <a:gd name="csX34" fmla="*/ 39420 w 113428"/>
              <a:gd name="csY34" fmla="*/ 67772 h 141753"/>
              <a:gd name="csX35" fmla="*/ 36919 w 113428"/>
              <a:gd name="csY35" fmla="*/ 66735 h 141753"/>
              <a:gd name="csX36" fmla="*/ 31900 w 113428"/>
              <a:gd name="csY36" fmla="*/ 61716 h 141753"/>
              <a:gd name="csX37" fmla="*/ 26881 w 113428"/>
              <a:gd name="csY37" fmla="*/ 66735 h 141753"/>
              <a:gd name="csX38" fmla="*/ 24380 w 113428"/>
              <a:gd name="csY38" fmla="*/ 67772 h 141753"/>
              <a:gd name="csX39" fmla="*/ 21879 w 113428"/>
              <a:gd name="csY39" fmla="*/ 66735 h 141753"/>
              <a:gd name="csX40" fmla="*/ 21879 w 113428"/>
              <a:gd name="csY40" fmla="*/ 61716 h 141753"/>
              <a:gd name="csX41" fmla="*/ 26881 w 113428"/>
              <a:gd name="csY41" fmla="*/ 56698 h 141753"/>
              <a:gd name="csX42" fmla="*/ 21879 w 113428"/>
              <a:gd name="csY42" fmla="*/ 51697 h 141753"/>
              <a:gd name="csX43" fmla="*/ 21879 w 113428"/>
              <a:gd name="csY43" fmla="*/ 46678 h 141753"/>
              <a:gd name="csX44" fmla="*/ 24380 w 113428"/>
              <a:gd name="csY44" fmla="*/ 45641 h 141753"/>
              <a:gd name="csX45" fmla="*/ 74876 w 113428"/>
              <a:gd name="csY45" fmla="*/ 53925 h 141753"/>
              <a:gd name="csX46" fmla="*/ 77445 w 113428"/>
              <a:gd name="csY46" fmla="*/ 54759 h 141753"/>
              <a:gd name="csX47" fmla="*/ 77836 w 113428"/>
              <a:gd name="csY47" fmla="*/ 59760 h 141753"/>
              <a:gd name="csX48" fmla="*/ 75522 w 113428"/>
              <a:gd name="csY48" fmla="*/ 62448 h 141753"/>
              <a:gd name="csX49" fmla="*/ 72835 w 113428"/>
              <a:gd name="csY49" fmla="*/ 63689 h 141753"/>
              <a:gd name="csX50" fmla="*/ 70538 w 113428"/>
              <a:gd name="csY50" fmla="*/ 62839 h 141753"/>
              <a:gd name="csX51" fmla="*/ 70146 w 113428"/>
              <a:gd name="csY51" fmla="*/ 57838 h 141753"/>
              <a:gd name="csX52" fmla="*/ 72460 w 113428"/>
              <a:gd name="csY52" fmla="*/ 55150 h 141753"/>
              <a:gd name="csX53" fmla="*/ 74876 w 113428"/>
              <a:gd name="csY53" fmla="*/ 53925 h 141753"/>
              <a:gd name="csX54" fmla="*/ 63341 w 113428"/>
              <a:gd name="csY54" fmla="*/ 67381 h 141753"/>
              <a:gd name="csX55" fmla="*/ 65927 w 113428"/>
              <a:gd name="csY55" fmla="*/ 68232 h 141753"/>
              <a:gd name="csX56" fmla="*/ 66301 w 113428"/>
              <a:gd name="csY56" fmla="*/ 73216 h 141753"/>
              <a:gd name="csX57" fmla="*/ 63988 w 113428"/>
              <a:gd name="csY57" fmla="*/ 75904 h 141753"/>
              <a:gd name="csX58" fmla="*/ 61299 w 113428"/>
              <a:gd name="csY58" fmla="*/ 77146 h 141753"/>
              <a:gd name="csX59" fmla="*/ 59002 w 113428"/>
              <a:gd name="csY59" fmla="*/ 76295 h 141753"/>
              <a:gd name="csX60" fmla="*/ 58611 w 113428"/>
              <a:gd name="csY60" fmla="*/ 71293 h 141753"/>
              <a:gd name="csX61" fmla="*/ 60925 w 113428"/>
              <a:gd name="csY61" fmla="*/ 68606 h 141753"/>
              <a:gd name="csX62" fmla="*/ 63341 w 113428"/>
              <a:gd name="csY62" fmla="*/ 67381 h 141753"/>
              <a:gd name="csX63" fmla="*/ 51789 w 113428"/>
              <a:gd name="csY63" fmla="*/ 80837 h 141753"/>
              <a:gd name="csX64" fmla="*/ 54375 w 113428"/>
              <a:gd name="csY64" fmla="*/ 81670 h 141753"/>
              <a:gd name="csX65" fmla="*/ 54766 w 113428"/>
              <a:gd name="csY65" fmla="*/ 86671 h 141753"/>
              <a:gd name="csX66" fmla="*/ 52452 w 113428"/>
              <a:gd name="csY66" fmla="*/ 89359 h 141753"/>
              <a:gd name="csX67" fmla="*/ 49764 w 113428"/>
              <a:gd name="csY67" fmla="*/ 90601 h 141753"/>
              <a:gd name="csX68" fmla="*/ 47467 w 113428"/>
              <a:gd name="csY68" fmla="*/ 89751 h 141753"/>
              <a:gd name="csX69" fmla="*/ 47076 w 113428"/>
              <a:gd name="csY69" fmla="*/ 84766 h 141753"/>
              <a:gd name="csX70" fmla="*/ 49373 w 113428"/>
              <a:gd name="csY70" fmla="*/ 82062 h 141753"/>
              <a:gd name="csX71" fmla="*/ 51789 w 113428"/>
              <a:gd name="csY71" fmla="*/ 80837 h 141753"/>
              <a:gd name="csX72" fmla="*/ 40271 w 113428"/>
              <a:gd name="csY72" fmla="*/ 94292 h 141753"/>
              <a:gd name="csX73" fmla="*/ 42857 w 113428"/>
              <a:gd name="csY73" fmla="*/ 95143 h 141753"/>
              <a:gd name="csX74" fmla="*/ 43231 w 113428"/>
              <a:gd name="csY74" fmla="*/ 100128 h 141753"/>
              <a:gd name="csX75" fmla="*/ 40934 w 113428"/>
              <a:gd name="csY75" fmla="*/ 102832 h 141753"/>
              <a:gd name="csX76" fmla="*/ 38229 w 113428"/>
              <a:gd name="csY76" fmla="*/ 104057 h 141753"/>
              <a:gd name="csX77" fmla="*/ 35933 w 113428"/>
              <a:gd name="csY77" fmla="*/ 103206 h 141753"/>
              <a:gd name="csX78" fmla="*/ 35541 w 113428"/>
              <a:gd name="csY78" fmla="*/ 98205 h 141753"/>
              <a:gd name="csX79" fmla="*/ 37855 w 113428"/>
              <a:gd name="csY79" fmla="*/ 95517 h 141753"/>
              <a:gd name="csX80" fmla="*/ 40271 w 113428"/>
              <a:gd name="csY80" fmla="*/ 94292 h 141753"/>
              <a:gd name="csX81" fmla="*/ 74008 w 113428"/>
              <a:gd name="csY81" fmla="*/ 98801 h 141753"/>
              <a:gd name="csX82" fmla="*/ 76509 w 113428"/>
              <a:gd name="csY82" fmla="*/ 99838 h 141753"/>
              <a:gd name="csX83" fmla="*/ 81528 w 113428"/>
              <a:gd name="csY83" fmla="*/ 104856 h 141753"/>
              <a:gd name="csX84" fmla="*/ 86530 w 113428"/>
              <a:gd name="csY84" fmla="*/ 99838 h 141753"/>
              <a:gd name="csX85" fmla="*/ 91549 w 113428"/>
              <a:gd name="csY85" fmla="*/ 99838 h 141753"/>
              <a:gd name="csX86" fmla="*/ 91549 w 113428"/>
              <a:gd name="csY86" fmla="*/ 104856 h 141753"/>
              <a:gd name="csX87" fmla="*/ 86530 w 113428"/>
              <a:gd name="csY87" fmla="*/ 109858 h 141753"/>
              <a:gd name="csX88" fmla="*/ 91549 w 113428"/>
              <a:gd name="csY88" fmla="*/ 114876 h 141753"/>
              <a:gd name="csX89" fmla="*/ 91549 w 113428"/>
              <a:gd name="csY89" fmla="*/ 119894 h 141753"/>
              <a:gd name="csX90" fmla="*/ 89048 w 113428"/>
              <a:gd name="csY90" fmla="*/ 120932 h 141753"/>
              <a:gd name="csX91" fmla="*/ 86530 w 113428"/>
              <a:gd name="csY91" fmla="*/ 119894 h 141753"/>
              <a:gd name="csX92" fmla="*/ 81528 w 113428"/>
              <a:gd name="csY92" fmla="*/ 114876 h 141753"/>
              <a:gd name="csX93" fmla="*/ 76509 w 113428"/>
              <a:gd name="csY93" fmla="*/ 119894 h 141753"/>
              <a:gd name="csX94" fmla="*/ 74008 w 113428"/>
              <a:gd name="csY94" fmla="*/ 120932 h 141753"/>
              <a:gd name="csX95" fmla="*/ 71490 w 113428"/>
              <a:gd name="csY95" fmla="*/ 119894 h 141753"/>
              <a:gd name="csX96" fmla="*/ 71490 w 113428"/>
              <a:gd name="csY96" fmla="*/ 114876 h 141753"/>
              <a:gd name="csX97" fmla="*/ 76509 w 113428"/>
              <a:gd name="csY97" fmla="*/ 109858 h 141753"/>
              <a:gd name="csX98" fmla="*/ 71490 w 113428"/>
              <a:gd name="csY98" fmla="*/ 104856 h 141753"/>
              <a:gd name="csX99" fmla="*/ 71490 w 113428"/>
              <a:gd name="csY99" fmla="*/ 99838 h 141753"/>
              <a:gd name="csX100" fmla="*/ 74008 w 113428"/>
              <a:gd name="csY100" fmla="*/ 98801 h 141753"/>
              <a:gd name="csX101" fmla="*/ 28361 w 113428"/>
              <a:gd name="csY101" fmla="*/ 106319 h 141753"/>
              <a:gd name="csX102" fmla="*/ 35439 w 113428"/>
              <a:gd name="csY102" fmla="*/ 113413 h 141753"/>
              <a:gd name="csX103" fmla="*/ 28361 w 113428"/>
              <a:gd name="csY103" fmla="*/ 120490 h 141753"/>
              <a:gd name="csX104" fmla="*/ 21267 w 113428"/>
              <a:gd name="csY104" fmla="*/ 113413 h 141753"/>
              <a:gd name="csX105" fmla="*/ 28361 w 113428"/>
              <a:gd name="csY105" fmla="*/ 106319 h 141753"/>
            </a:gdLst>
            <a:ahLst/>
            <a:cxnLst/>
            <a:rect l="l" t="t" r="r" b="b"/>
            <a:pathLst>
              <a:path w="100000" h="100000">
                <a:moveTo>
                  <a:pt x="41245" y="0"/>
                </a:moveTo>
                <a:cubicBezTo>
                  <a:pt x="35508" y="0"/>
                  <a:pt x="30755" y="4416"/>
                  <a:pt x="30119" y="9996"/>
                </a:cubicBezTo>
                <a:lnTo>
                  <a:pt x="21237" y="9996"/>
                </a:lnTo>
                <a:cubicBezTo>
                  <a:pt x="15068" y="9996"/>
                  <a:pt x="9991" y="15085"/>
                  <a:pt x="9991" y="21253"/>
                </a:cubicBezTo>
                <a:lnTo>
                  <a:pt x="9991" y="88756"/>
                </a:lnTo>
                <a:cubicBezTo>
                  <a:pt x="9991" y="94924"/>
                  <a:pt x="15068" y="100001"/>
                  <a:pt x="21237" y="100001"/>
                </a:cubicBezTo>
                <a:lnTo>
                  <a:pt x="78751" y="100001"/>
                </a:lnTo>
                <a:cubicBezTo>
                  <a:pt x="84921" y="100001"/>
                  <a:pt x="90009" y="94924"/>
                  <a:pt x="90009" y="88756"/>
                </a:cubicBezTo>
                <a:lnTo>
                  <a:pt x="90009" y="21253"/>
                </a:lnTo>
                <a:cubicBezTo>
                  <a:pt x="90009" y="15085"/>
                  <a:pt x="84921" y="9996"/>
                  <a:pt x="78751" y="9996"/>
                </a:cubicBezTo>
                <a:lnTo>
                  <a:pt x="69870" y="9996"/>
                </a:lnTo>
                <a:cubicBezTo>
                  <a:pt x="69233" y="4416"/>
                  <a:pt x="64493" y="0"/>
                  <a:pt x="58744" y="0"/>
                </a:cubicBezTo>
                <a:lnTo>
                  <a:pt x="41245" y="0"/>
                </a:lnTo>
                <a:close/>
                <a:moveTo>
                  <a:pt x="41245" y="7500"/>
                </a:moveTo>
                <a:lnTo>
                  <a:pt x="58744" y="7500"/>
                </a:lnTo>
                <a:cubicBezTo>
                  <a:pt x="60868" y="7500"/>
                  <a:pt x="62501" y="9133"/>
                  <a:pt x="62501" y="11245"/>
                </a:cubicBezTo>
                <a:cubicBezTo>
                  <a:pt x="62501" y="13368"/>
                  <a:pt x="60868" y="15001"/>
                  <a:pt x="58744" y="15001"/>
                </a:cubicBezTo>
                <a:lnTo>
                  <a:pt x="41245" y="15001"/>
                </a:lnTo>
                <a:cubicBezTo>
                  <a:pt x="39133" y="15001"/>
                  <a:pt x="37500" y="13368"/>
                  <a:pt x="37500" y="11245"/>
                </a:cubicBezTo>
                <a:cubicBezTo>
                  <a:pt x="37500" y="9133"/>
                  <a:pt x="39133" y="7500"/>
                  <a:pt x="41245" y="7500"/>
                </a:cubicBezTo>
                <a:close/>
                <a:moveTo>
                  <a:pt x="70002" y="27505"/>
                </a:moveTo>
                <a:cubicBezTo>
                  <a:pt x="72762" y="27505"/>
                  <a:pt x="75007" y="29738"/>
                  <a:pt x="75007" y="32497"/>
                </a:cubicBezTo>
                <a:cubicBezTo>
                  <a:pt x="75007" y="35257"/>
                  <a:pt x="72762" y="37502"/>
                  <a:pt x="70002" y="37502"/>
                </a:cubicBezTo>
                <a:cubicBezTo>
                  <a:pt x="67241" y="37502"/>
                  <a:pt x="64997" y="35257"/>
                  <a:pt x="64997" y="32497"/>
                </a:cubicBezTo>
                <a:cubicBezTo>
                  <a:pt x="64997" y="29738"/>
                  <a:pt x="67241" y="27505"/>
                  <a:pt x="70002" y="27505"/>
                </a:cubicBezTo>
                <a:close/>
                <a:moveTo>
                  <a:pt x="27190" y="32198"/>
                </a:moveTo>
                <a:cubicBezTo>
                  <a:pt x="27826" y="32198"/>
                  <a:pt x="28474" y="32437"/>
                  <a:pt x="28954" y="32929"/>
                </a:cubicBezTo>
                <a:lnTo>
                  <a:pt x="32495" y="36470"/>
                </a:lnTo>
                <a:lnTo>
                  <a:pt x="36036" y="32929"/>
                </a:lnTo>
                <a:cubicBezTo>
                  <a:pt x="37008" y="31957"/>
                  <a:pt x="38592" y="31957"/>
                  <a:pt x="39564" y="32929"/>
                </a:cubicBezTo>
                <a:cubicBezTo>
                  <a:pt x="40548" y="33913"/>
                  <a:pt x="40548" y="35486"/>
                  <a:pt x="39564" y="36470"/>
                </a:cubicBezTo>
                <a:lnTo>
                  <a:pt x="36036" y="39998"/>
                </a:lnTo>
                <a:lnTo>
                  <a:pt x="39564" y="43538"/>
                </a:lnTo>
                <a:cubicBezTo>
                  <a:pt x="40548" y="44510"/>
                  <a:pt x="40548" y="46094"/>
                  <a:pt x="39564" y="47078"/>
                </a:cubicBezTo>
                <a:cubicBezTo>
                  <a:pt x="39084" y="47558"/>
                  <a:pt x="38436" y="47810"/>
                  <a:pt x="37800" y="47810"/>
                </a:cubicBezTo>
                <a:cubicBezTo>
                  <a:pt x="37164" y="47810"/>
                  <a:pt x="36516" y="47558"/>
                  <a:pt x="36036" y="47078"/>
                </a:cubicBezTo>
                <a:lnTo>
                  <a:pt x="32495" y="43538"/>
                </a:lnTo>
                <a:lnTo>
                  <a:pt x="28954" y="47078"/>
                </a:lnTo>
                <a:cubicBezTo>
                  <a:pt x="28474" y="47558"/>
                  <a:pt x="27826" y="47810"/>
                  <a:pt x="27190" y="47810"/>
                </a:cubicBezTo>
                <a:cubicBezTo>
                  <a:pt x="26554" y="47810"/>
                  <a:pt x="25906" y="47558"/>
                  <a:pt x="25426" y="47078"/>
                </a:cubicBezTo>
                <a:cubicBezTo>
                  <a:pt x="24441" y="46094"/>
                  <a:pt x="24441" y="44510"/>
                  <a:pt x="25426" y="43538"/>
                </a:cubicBezTo>
                <a:lnTo>
                  <a:pt x="28954" y="39998"/>
                </a:lnTo>
                <a:lnTo>
                  <a:pt x="25426" y="36470"/>
                </a:lnTo>
                <a:cubicBezTo>
                  <a:pt x="24441" y="35486"/>
                  <a:pt x="24441" y="33913"/>
                  <a:pt x="25426" y="32929"/>
                </a:cubicBezTo>
                <a:cubicBezTo>
                  <a:pt x="25918" y="32437"/>
                  <a:pt x="26554" y="32198"/>
                  <a:pt x="27190" y="32198"/>
                </a:cubicBezTo>
                <a:close/>
                <a:moveTo>
                  <a:pt x="62812" y="38042"/>
                </a:moveTo>
                <a:cubicBezTo>
                  <a:pt x="63449" y="37994"/>
                  <a:pt x="64109" y="38185"/>
                  <a:pt x="64625" y="38630"/>
                </a:cubicBezTo>
                <a:cubicBezTo>
                  <a:pt x="65681" y="39529"/>
                  <a:pt x="65801" y="41114"/>
                  <a:pt x="64901" y="42158"/>
                </a:cubicBezTo>
                <a:lnTo>
                  <a:pt x="63268" y="44054"/>
                </a:lnTo>
                <a:cubicBezTo>
                  <a:pt x="62776" y="44642"/>
                  <a:pt x="62080" y="44930"/>
                  <a:pt x="61373" y="44930"/>
                </a:cubicBezTo>
                <a:cubicBezTo>
                  <a:pt x="60796" y="44930"/>
                  <a:pt x="60220" y="44738"/>
                  <a:pt x="59752" y="44330"/>
                </a:cubicBezTo>
                <a:cubicBezTo>
                  <a:pt x="58696" y="43430"/>
                  <a:pt x="58575" y="41858"/>
                  <a:pt x="59476" y="40802"/>
                </a:cubicBezTo>
                <a:lnTo>
                  <a:pt x="61108" y="38906"/>
                </a:lnTo>
                <a:cubicBezTo>
                  <a:pt x="61552" y="38377"/>
                  <a:pt x="62164" y="38089"/>
                  <a:pt x="62812" y="38042"/>
                </a:cubicBezTo>
                <a:close/>
                <a:moveTo>
                  <a:pt x="54675" y="47534"/>
                </a:moveTo>
                <a:cubicBezTo>
                  <a:pt x="55311" y="47486"/>
                  <a:pt x="55971" y="47678"/>
                  <a:pt x="56499" y="48134"/>
                </a:cubicBezTo>
                <a:cubicBezTo>
                  <a:pt x="57543" y="49023"/>
                  <a:pt x="57663" y="50606"/>
                  <a:pt x="56763" y="51650"/>
                </a:cubicBezTo>
                <a:lnTo>
                  <a:pt x="55131" y="53547"/>
                </a:lnTo>
                <a:cubicBezTo>
                  <a:pt x="54639" y="54122"/>
                  <a:pt x="53943" y="54423"/>
                  <a:pt x="53234" y="54423"/>
                </a:cubicBezTo>
                <a:cubicBezTo>
                  <a:pt x="52659" y="54423"/>
                  <a:pt x="52082" y="54230"/>
                  <a:pt x="51614" y="53822"/>
                </a:cubicBezTo>
                <a:cubicBezTo>
                  <a:pt x="50558" y="52922"/>
                  <a:pt x="50438" y="51351"/>
                  <a:pt x="51338" y="50294"/>
                </a:cubicBezTo>
                <a:lnTo>
                  <a:pt x="52971" y="48398"/>
                </a:lnTo>
                <a:cubicBezTo>
                  <a:pt x="53414" y="47882"/>
                  <a:pt x="54039" y="47582"/>
                  <a:pt x="54675" y="47534"/>
                </a:cubicBezTo>
                <a:close/>
                <a:moveTo>
                  <a:pt x="46526" y="57027"/>
                </a:moveTo>
                <a:cubicBezTo>
                  <a:pt x="47174" y="56979"/>
                  <a:pt x="47822" y="57171"/>
                  <a:pt x="48350" y="57614"/>
                </a:cubicBezTo>
                <a:cubicBezTo>
                  <a:pt x="49406" y="58514"/>
                  <a:pt x="49526" y="60099"/>
                  <a:pt x="48626" y="61142"/>
                </a:cubicBezTo>
                <a:lnTo>
                  <a:pt x="46993" y="63039"/>
                </a:lnTo>
                <a:cubicBezTo>
                  <a:pt x="46502" y="63627"/>
                  <a:pt x="45805" y="63915"/>
                  <a:pt x="45097" y="63915"/>
                </a:cubicBezTo>
                <a:cubicBezTo>
                  <a:pt x="44521" y="63915"/>
                  <a:pt x="43945" y="63723"/>
                  <a:pt x="43477" y="63315"/>
                </a:cubicBezTo>
                <a:cubicBezTo>
                  <a:pt x="42421" y="62415"/>
                  <a:pt x="42301" y="60842"/>
                  <a:pt x="43201" y="59798"/>
                </a:cubicBezTo>
                <a:lnTo>
                  <a:pt x="44821" y="57891"/>
                </a:lnTo>
                <a:cubicBezTo>
                  <a:pt x="45277" y="57362"/>
                  <a:pt x="45889" y="57075"/>
                  <a:pt x="46526" y="57027"/>
                </a:cubicBezTo>
                <a:close/>
                <a:moveTo>
                  <a:pt x="38400" y="66519"/>
                </a:moveTo>
                <a:cubicBezTo>
                  <a:pt x="39048" y="66471"/>
                  <a:pt x="39696" y="66663"/>
                  <a:pt x="40225" y="67119"/>
                </a:cubicBezTo>
                <a:cubicBezTo>
                  <a:pt x="41269" y="68007"/>
                  <a:pt x="41389" y="69591"/>
                  <a:pt x="40488" y="70636"/>
                </a:cubicBezTo>
                <a:lnTo>
                  <a:pt x="38868" y="72543"/>
                </a:lnTo>
                <a:cubicBezTo>
                  <a:pt x="38364" y="73107"/>
                  <a:pt x="37668" y="73407"/>
                  <a:pt x="36960" y="73407"/>
                </a:cubicBezTo>
                <a:cubicBezTo>
                  <a:pt x="36383" y="73407"/>
                  <a:pt x="35808" y="73215"/>
                  <a:pt x="35340" y="72807"/>
                </a:cubicBezTo>
                <a:cubicBezTo>
                  <a:pt x="34295" y="71907"/>
                  <a:pt x="34163" y="70335"/>
                  <a:pt x="35063" y="69279"/>
                </a:cubicBezTo>
                <a:lnTo>
                  <a:pt x="36696" y="67383"/>
                </a:lnTo>
                <a:cubicBezTo>
                  <a:pt x="37140" y="66855"/>
                  <a:pt x="37764" y="66567"/>
                  <a:pt x="38400" y="66519"/>
                </a:cubicBezTo>
                <a:close/>
                <a:moveTo>
                  <a:pt x="62200" y="69699"/>
                </a:moveTo>
                <a:cubicBezTo>
                  <a:pt x="62836" y="69699"/>
                  <a:pt x="63473" y="69939"/>
                  <a:pt x="63964" y="70431"/>
                </a:cubicBezTo>
                <a:lnTo>
                  <a:pt x="67505" y="73971"/>
                </a:lnTo>
                <a:lnTo>
                  <a:pt x="71034" y="70431"/>
                </a:lnTo>
                <a:cubicBezTo>
                  <a:pt x="72018" y="69459"/>
                  <a:pt x="73590" y="69459"/>
                  <a:pt x="74574" y="70431"/>
                </a:cubicBezTo>
                <a:cubicBezTo>
                  <a:pt x="75547" y="71415"/>
                  <a:pt x="75547" y="72988"/>
                  <a:pt x="74574" y="73971"/>
                </a:cubicBezTo>
                <a:lnTo>
                  <a:pt x="71034" y="77500"/>
                </a:lnTo>
                <a:lnTo>
                  <a:pt x="74574" y="81040"/>
                </a:lnTo>
                <a:cubicBezTo>
                  <a:pt x="75547" y="82012"/>
                  <a:pt x="75547" y="83595"/>
                  <a:pt x="74574" y="84580"/>
                </a:cubicBezTo>
                <a:cubicBezTo>
                  <a:pt x="74082" y="85060"/>
                  <a:pt x="73446" y="85312"/>
                  <a:pt x="72810" y="85312"/>
                </a:cubicBezTo>
                <a:cubicBezTo>
                  <a:pt x="72162" y="85312"/>
                  <a:pt x="71526" y="85060"/>
                  <a:pt x="71034" y="84580"/>
                </a:cubicBezTo>
                <a:lnTo>
                  <a:pt x="67505" y="81040"/>
                </a:lnTo>
                <a:lnTo>
                  <a:pt x="63964" y="84580"/>
                </a:lnTo>
                <a:cubicBezTo>
                  <a:pt x="63473" y="85060"/>
                  <a:pt x="62836" y="85312"/>
                  <a:pt x="62200" y="85312"/>
                </a:cubicBezTo>
                <a:cubicBezTo>
                  <a:pt x="61552" y="85312"/>
                  <a:pt x="60916" y="85060"/>
                  <a:pt x="60424" y="84580"/>
                </a:cubicBezTo>
                <a:cubicBezTo>
                  <a:pt x="59452" y="83595"/>
                  <a:pt x="59452" y="82012"/>
                  <a:pt x="60424" y="81040"/>
                </a:cubicBezTo>
                <a:lnTo>
                  <a:pt x="63964" y="77500"/>
                </a:lnTo>
                <a:lnTo>
                  <a:pt x="60424" y="73971"/>
                </a:lnTo>
                <a:cubicBezTo>
                  <a:pt x="59452" y="72988"/>
                  <a:pt x="59452" y="71415"/>
                  <a:pt x="60424" y="70431"/>
                </a:cubicBezTo>
                <a:cubicBezTo>
                  <a:pt x="60916" y="69939"/>
                  <a:pt x="61552" y="69699"/>
                  <a:pt x="62200" y="69699"/>
                </a:cubicBezTo>
                <a:close/>
                <a:moveTo>
                  <a:pt x="29998" y="75003"/>
                </a:moveTo>
                <a:cubicBezTo>
                  <a:pt x="32759" y="75003"/>
                  <a:pt x="34991" y="77248"/>
                  <a:pt x="34991" y="80007"/>
                </a:cubicBezTo>
                <a:cubicBezTo>
                  <a:pt x="34991" y="82768"/>
                  <a:pt x="32759" y="85000"/>
                  <a:pt x="29998" y="85000"/>
                </a:cubicBezTo>
                <a:cubicBezTo>
                  <a:pt x="27226" y="85000"/>
                  <a:pt x="24994" y="82768"/>
                  <a:pt x="24994" y="80007"/>
                </a:cubicBezTo>
                <a:cubicBezTo>
                  <a:pt x="24994" y="77248"/>
                  <a:pt x="27226" y="75003"/>
                  <a:pt x="29998" y="750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9" name="Красный — SVG 22">
            <a:extLst>
              <a:ext uri="{FF2B5EF4-FFF2-40B4-BE49-F238E27FC236}">
                <a16:creationId xmlns:a16="http://schemas.microsoft.com/office/drawing/2014/main" id="{ABA91680-6CB7-9C49-84A4-2C9C0066D4BF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18596 w 135141"/>
              <a:gd name="csY0" fmla="*/ 60968 h 134693"/>
              <a:gd name="csX1" fmla="*/ 23292 w 135141"/>
              <a:gd name="csY1" fmla="*/ 63792 h 134693"/>
              <a:gd name="csX2" fmla="*/ 53423 w 135141"/>
              <a:gd name="csY2" fmla="*/ 63826 h 134693"/>
              <a:gd name="csX3" fmla="*/ 53423 w 135141"/>
              <a:gd name="csY3" fmla="*/ 63826 h 134693"/>
              <a:gd name="csX4" fmla="*/ 57829 w 135141"/>
              <a:gd name="csY4" fmla="*/ 61478 h 134693"/>
              <a:gd name="csX5" fmla="*/ 74655 w 135141"/>
              <a:gd name="csY5" fmla="*/ 36489 h 134693"/>
              <a:gd name="csX6" fmla="*/ 74945 w 135141"/>
              <a:gd name="csY6" fmla="*/ 31028 h 134693"/>
              <a:gd name="csX7" fmla="*/ 59956 w 135141"/>
              <a:gd name="csY7" fmla="*/ 2858 h 134693"/>
              <a:gd name="csX8" fmla="*/ 55277 w 135141"/>
              <a:gd name="csY8" fmla="*/ 34 h 134693"/>
              <a:gd name="csX9" fmla="*/ 25147 w 135141"/>
              <a:gd name="csY9" fmla="*/ 0 h 134693"/>
              <a:gd name="csX10" fmla="*/ 20723 w 135141"/>
              <a:gd name="csY10" fmla="*/ 2347 h 134693"/>
              <a:gd name="csX11" fmla="*/ 3914 w 135141"/>
              <a:gd name="csY11" fmla="*/ 27337 h 134693"/>
              <a:gd name="csX12" fmla="*/ 3624 w 135141"/>
              <a:gd name="csY12" fmla="*/ 32814 h 134693"/>
              <a:gd name="csX13" fmla="*/ 18596 w 135141"/>
              <a:gd name="csY13" fmla="*/ 60968 h 134693"/>
              <a:gd name="csX14" fmla="*/ 134526 w 135141"/>
              <a:gd name="csY14" fmla="*/ 68606 h 134693"/>
              <a:gd name="csX15" fmla="*/ 119537 w 135141"/>
              <a:gd name="csY15" fmla="*/ 40452 h 134693"/>
              <a:gd name="csX16" fmla="*/ 114858 w 135141"/>
              <a:gd name="csY16" fmla="*/ 37629 h 134693"/>
              <a:gd name="csX17" fmla="*/ 84728 w 135141"/>
              <a:gd name="csY17" fmla="*/ 37595 h 134693"/>
              <a:gd name="csX18" fmla="*/ 84728 w 135141"/>
              <a:gd name="csY18" fmla="*/ 37595 h 134693"/>
              <a:gd name="csX19" fmla="*/ 80304 w 135141"/>
              <a:gd name="csY19" fmla="*/ 39942 h 134693"/>
              <a:gd name="csX20" fmla="*/ 63495 w 135141"/>
              <a:gd name="csY20" fmla="*/ 64931 h 134693"/>
              <a:gd name="csX21" fmla="*/ 63205 w 135141"/>
              <a:gd name="csY21" fmla="*/ 70392 h 134693"/>
              <a:gd name="csX22" fmla="*/ 66949 w 135141"/>
              <a:gd name="csY22" fmla="*/ 77418 h 134693"/>
              <a:gd name="csX23" fmla="*/ 86582 w 135141"/>
              <a:gd name="csY23" fmla="*/ 69014 h 134693"/>
              <a:gd name="csX24" fmla="*/ 85204 w 135141"/>
              <a:gd name="csY24" fmla="*/ 66497 h 134693"/>
              <a:gd name="csX25" fmla="*/ 85272 w 135141"/>
              <a:gd name="csY25" fmla="*/ 62958 h 134693"/>
              <a:gd name="csX26" fmla="*/ 88368 w 135141"/>
              <a:gd name="csY26" fmla="*/ 61257 h 134693"/>
              <a:gd name="csX27" fmla="*/ 106317 w 135141"/>
              <a:gd name="csY27" fmla="*/ 61614 h 134693"/>
              <a:gd name="csX28" fmla="*/ 109346 w 135141"/>
              <a:gd name="csY28" fmla="*/ 63452 h 134693"/>
              <a:gd name="csX29" fmla="*/ 109261 w 135141"/>
              <a:gd name="csY29" fmla="*/ 67007 h 134693"/>
              <a:gd name="csX30" fmla="*/ 99903 w 135141"/>
              <a:gd name="csY30" fmla="*/ 82300 h 134693"/>
              <a:gd name="csX31" fmla="*/ 96790 w 135141"/>
              <a:gd name="csY31" fmla="*/ 84001 h 134693"/>
              <a:gd name="csX32" fmla="*/ 93779 w 135141"/>
              <a:gd name="csY32" fmla="*/ 82164 h 134693"/>
              <a:gd name="csX33" fmla="*/ 92264 w 135141"/>
              <a:gd name="csY33" fmla="*/ 79391 h 134693"/>
              <a:gd name="csX34" fmla="*/ 74485 w 135141"/>
              <a:gd name="csY34" fmla="*/ 91605 h 134693"/>
              <a:gd name="csX35" fmla="*/ 78177 w 135141"/>
              <a:gd name="csY35" fmla="*/ 98562 h 134693"/>
              <a:gd name="csX36" fmla="*/ 82873 w 135141"/>
              <a:gd name="csY36" fmla="*/ 101386 h 134693"/>
              <a:gd name="csX37" fmla="*/ 113004 w 135141"/>
              <a:gd name="csY37" fmla="*/ 101420 h 134693"/>
              <a:gd name="csX38" fmla="*/ 113004 w 135141"/>
              <a:gd name="csY38" fmla="*/ 101420 h 134693"/>
              <a:gd name="csX39" fmla="*/ 117410 w 135141"/>
              <a:gd name="csY39" fmla="*/ 99073 h 134693"/>
              <a:gd name="csX40" fmla="*/ 134236 w 135141"/>
              <a:gd name="csY40" fmla="*/ 74083 h 134693"/>
              <a:gd name="csX41" fmla="*/ 134526 w 135141"/>
              <a:gd name="csY41" fmla="*/ 68606 h 134693"/>
              <a:gd name="csX42" fmla="*/ 68599 w 135141"/>
              <a:gd name="csY42" fmla="*/ 95636 h 134693"/>
              <a:gd name="csX43" fmla="*/ 37481 w 135141"/>
              <a:gd name="csY43" fmla="*/ 117019 h 134693"/>
              <a:gd name="csX44" fmla="*/ 35474 w 135141"/>
              <a:gd name="csY44" fmla="*/ 117649 h 134693"/>
              <a:gd name="csX45" fmla="*/ 33483 w 135141"/>
              <a:gd name="csY45" fmla="*/ 117036 h 134693"/>
              <a:gd name="csX46" fmla="*/ 32003 w 135141"/>
              <a:gd name="csY46" fmla="*/ 113345 h 134693"/>
              <a:gd name="csX47" fmla="*/ 33874 w 135141"/>
              <a:gd name="csY47" fmla="*/ 104789 h 134693"/>
              <a:gd name="csX48" fmla="*/ 25674 w 135141"/>
              <a:gd name="csY48" fmla="*/ 101778 h 134693"/>
              <a:gd name="csX49" fmla="*/ 23343 w 135141"/>
              <a:gd name="csY49" fmla="*/ 98528 h 134693"/>
              <a:gd name="csX50" fmla="*/ 25487 w 135141"/>
              <a:gd name="csY50" fmla="*/ 95194 h 134693"/>
              <a:gd name="csX51" fmla="*/ 60415 w 135141"/>
              <a:gd name="csY51" fmla="*/ 80224 h 134693"/>
              <a:gd name="csX52" fmla="*/ 56962 w 135141"/>
              <a:gd name="csY52" fmla="*/ 73726 h 134693"/>
              <a:gd name="csX53" fmla="*/ 52266 w 135141"/>
              <a:gd name="csY53" fmla="*/ 70902 h 134693"/>
              <a:gd name="csX54" fmla="*/ 22135 w 135141"/>
              <a:gd name="csY54" fmla="*/ 70868 h 134693"/>
              <a:gd name="csX55" fmla="*/ 22135 w 135141"/>
              <a:gd name="csY55" fmla="*/ 70868 h 134693"/>
              <a:gd name="csX56" fmla="*/ 17729 w 135141"/>
              <a:gd name="csY56" fmla="*/ 73216 h 134693"/>
              <a:gd name="csX57" fmla="*/ 902 w 135141"/>
              <a:gd name="csY57" fmla="*/ 98222 h 134693"/>
              <a:gd name="csX58" fmla="*/ 630 w 135141"/>
              <a:gd name="csY58" fmla="*/ 103683 h 134693"/>
              <a:gd name="csX59" fmla="*/ 15602 w 135141"/>
              <a:gd name="csY59" fmla="*/ 131836 h 134693"/>
              <a:gd name="csX60" fmla="*/ 20281 w 135141"/>
              <a:gd name="csY60" fmla="*/ 134660 h 134693"/>
              <a:gd name="csX61" fmla="*/ 50411 w 135141"/>
              <a:gd name="csY61" fmla="*/ 134694 h 134693"/>
              <a:gd name="csX62" fmla="*/ 50411 w 135141"/>
              <a:gd name="csY62" fmla="*/ 134694 h 134693"/>
              <a:gd name="csX63" fmla="*/ 54835 w 135141"/>
              <a:gd name="csY63" fmla="*/ 132346 h 134693"/>
              <a:gd name="csX64" fmla="*/ 71644 w 135141"/>
              <a:gd name="csY64" fmla="*/ 107357 h 134693"/>
              <a:gd name="csX65" fmla="*/ 71933 w 135141"/>
              <a:gd name="csY65" fmla="*/ 101896 h 134693"/>
              <a:gd name="csX66" fmla="*/ 68599 w 135141"/>
              <a:gd name="csY66" fmla="*/ 95636 h 134693"/>
            </a:gdLst>
            <a:ahLst/>
            <a:cxnLst/>
            <a:rect l="l" t="t" r="r" b="b"/>
            <a:pathLst>
              <a:path w="100000" h="100000">
                <a:moveTo>
                  <a:pt x="13760" y="45280"/>
                </a:moveTo>
                <a:cubicBezTo>
                  <a:pt x="14453" y="46564"/>
                  <a:pt x="15788" y="47370"/>
                  <a:pt x="17235" y="47370"/>
                </a:cubicBezTo>
                <a:lnTo>
                  <a:pt x="39531" y="47395"/>
                </a:lnTo>
                <a:lnTo>
                  <a:pt x="39531" y="47395"/>
                </a:lnTo>
                <a:cubicBezTo>
                  <a:pt x="40840" y="47395"/>
                  <a:pt x="42061" y="46740"/>
                  <a:pt x="42792" y="45657"/>
                </a:cubicBezTo>
                <a:lnTo>
                  <a:pt x="55242" y="27166"/>
                </a:lnTo>
                <a:cubicBezTo>
                  <a:pt x="56048" y="25958"/>
                  <a:pt x="56137" y="24397"/>
                  <a:pt x="55457" y="23125"/>
                </a:cubicBezTo>
                <a:lnTo>
                  <a:pt x="44366" y="2281"/>
                </a:lnTo>
                <a:cubicBezTo>
                  <a:pt x="43685" y="997"/>
                  <a:pt x="42351" y="203"/>
                  <a:pt x="40903" y="191"/>
                </a:cubicBezTo>
                <a:lnTo>
                  <a:pt x="18608" y="166"/>
                </a:lnTo>
                <a:cubicBezTo>
                  <a:pt x="17210" y="178"/>
                  <a:pt x="16065" y="821"/>
                  <a:pt x="15334" y="1902"/>
                </a:cubicBezTo>
                <a:lnTo>
                  <a:pt x="2896" y="20394"/>
                </a:lnTo>
                <a:cubicBezTo>
                  <a:pt x="2090" y="21603"/>
                  <a:pt x="2002" y="23163"/>
                  <a:pt x="2682" y="24447"/>
                </a:cubicBezTo>
                <a:lnTo>
                  <a:pt x="13760" y="45280"/>
                </a:lnTo>
                <a:close/>
                <a:moveTo>
                  <a:pt x="99545" y="50932"/>
                </a:moveTo>
                <a:lnTo>
                  <a:pt x="88454" y="30099"/>
                </a:lnTo>
                <a:cubicBezTo>
                  <a:pt x="87774" y="28815"/>
                  <a:pt x="86439" y="28010"/>
                  <a:pt x="84991" y="28010"/>
                </a:cubicBezTo>
                <a:lnTo>
                  <a:pt x="62696" y="27985"/>
                </a:lnTo>
                <a:lnTo>
                  <a:pt x="62696" y="27985"/>
                </a:lnTo>
                <a:cubicBezTo>
                  <a:pt x="61386" y="27985"/>
                  <a:pt x="60153" y="28626"/>
                  <a:pt x="59422" y="29722"/>
                </a:cubicBezTo>
                <a:lnTo>
                  <a:pt x="46984" y="48213"/>
                </a:lnTo>
                <a:cubicBezTo>
                  <a:pt x="46178" y="49421"/>
                  <a:pt x="46090" y="50970"/>
                  <a:pt x="46770" y="52254"/>
                </a:cubicBezTo>
                <a:lnTo>
                  <a:pt x="49540" y="57453"/>
                </a:lnTo>
                <a:lnTo>
                  <a:pt x="64068" y="51234"/>
                </a:lnTo>
                <a:lnTo>
                  <a:pt x="63048" y="49371"/>
                </a:lnTo>
                <a:cubicBezTo>
                  <a:pt x="62595" y="48553"/>
                  <a:pt x="62620" y="47558"/>
                  <a:pt x="63099" y="46753"/>
                </a:cubicBezTo>
                <a:cubicBezTo>
                  <a:pt x="63589" y="45959"/>
                  <a:pt x="64483" y="45481"/>
                  <a:pt x="65389" y="45494"/>
                </a:cubicBezTo>
                <a:lnTo>
                  <a:pt x="78671" y="45758"/>
                </a:lnTo>
                <a:cubicBezTo>
                  <a:pt x="79603" y="45771"/>
                  <a:pt x="80472" y="46300"/>
                  <a:pt x="80913" y="47118"/>
                </a:cubicBezTo>
                <a:cubicBezTo>
                  <a:pt x="81365" y="47936"/>
                  <a:pt x="81340" y="48943"/>
                  <a:pt x="80850" y="49749"/>
                </a:cubicBezTo>
                <a:lnTo>
                  <a:pt x="73925" y="61065"/>
                </a:lnTo>
                <a:cubicBezTo>
                  <a:pt x="73434" y="61870"/>
                  <a:pt x="72553" y="62362"/>
                  <a:pt x="71621" y="62324"/>
                </a:cubicBezTo>
                <a:cubicBezTo>
                  <a:pt x="70690" y="62299"/>
                  <a:pt x="69834" y="61782"/>
                  <a:pt x="69393" y="60964"/>
                </a:cubicBezTo>
                <a:lnTo>
                  <a:pt x="68272" y="58913"/>
                </a:lnTo>
                <a:lnTo>
                  <a:pt x="55117" y="67951"/>
                </a:lnTo>
                <a:lnTo>
                  <a:pt x="57848" y="73098"/>
                </a:lnTo>
                <a:cubicBezTo>
                  <a:pt x="58528" y="74382"/>
                  <a:pt x="59876" y="75188"/>
                  <a:pt x="61323" y="75188"/>
                </a:cubicBezTo>
                <a:lnTo>
                  <a:pt x="83619" y="75213"/>
                </a:lnTo>
                <a:lnTo>
                  <a:pt x="83619" y="75213"/>
                </a:lnTo>
                <a:cubicBezTo>
                  <a:pt x="84928" y="75213"/>
                  <a:pt x="86149" y="74559"/>
                  <a:pt x="86880" y="73477"/>
                </a:cubicBezTo>
                <a:lnTo>
                  <a:pt x="99330" y="54985"/>
                </a:lnTo>
                <a:cubicBezTo>
                  <a:pt x="100136" y="53776"/>
                  <a:pt x="100225" y="52216"/>
                  <a:pt x="99545" y="50932"/>
                </a:cubicBezTo>
                <a:close/>
                <a:moveTo>
                  <a:pt x="50761" y="70933"/>
                </a:moveTo>
                <a:lnTo>
                  <a:pt x="27735" y="86756"/>
                </a:lnTo>
                <a:cubicBezTo>
                  <a:pt x="27282" y="87059"/>
                  <a:pt x="26765" y="87222"/>
                  <a:pt x="26250" y="87222"/>
                </a:cubicBezTo>
                <a:cubicBezTo>
                  <a:pt x="25733" y="87222"/>
                  <a:pt x="25217" y="87071"/>
                  <a:pt x="24776" y="86769"/>
                </a:cubicBezTo>
                <a:cubicBezTo>
                  <a:pt x="23882" y="86177"/>
                  <a:pt x="23454" y="85082"/>
                  <a:pt x="23681" y="84037"/>
                </a:cubicBezTo>
                <a:lnTo>
                  <a:pt x="25066" y="77706"/>
                </a:lnTo>
                <a:lnTo>
                  <a:pt x="18998" y="75478"/>
                </a:lnTo>
                <a:cubicBezTo>
                  <a:pt x="17991" y="75100"/>
                  <a:pt x="17298" y="74156"/>
                  <a:pt x="17273" y="73073"/>
                </a:cubicBezTo>
                <a:cubicBezTo>
                  <a:pt x="17248" y="72003"/>
                  <a:pt x="17878" y="71022"/>
                  <a:pt x="18860" y="70606"/>
                </a:cubicBezTo>
                <a:lnTo>
                  <a:pt x="44705" y="59529"/>
                </a:lnTo>
                <a:lnTo>
                  <a:pt x="42150" y="54721"/>
                </a:lnTo>
                <a:cubicBezTo>
                  <a:pt x="41457" y="53437"/>
                  <a:pt x="40135" y="52644"/>
                  <a:pt x="38675" y="52631"/>
                </a:cubicBezTo>
                <a:lnTo>
                  <a:pt x="16379" y="52606"/>
                </a:lnTo>
                <a:lnTo>
                  <a:pt x="16379" y="52606"/>
                </a:lnTo>
                <a:cubicBezTo>
                  <a:pt x="15070" y="52606"/>
                  <a:pt x="13848" y="53261"/>
                  <a:pt x="13119" y="54343"/>
                </a:cubicBezTo>
                <a:lnTo>
                  <a:pt x="667" y="72847"/>
                </a:lnTo>
                <a:cubicBezTo>
                  <a:pt x="-138" y="74043"/>
                  <a:pt x="-226" y="75603"/>
                  <a:pt x="466" y="76888"/>
                </a:cubicBezTo>
                <a:lnTo>
                  <a:pt x="11545" y="97720"/>
                </a:lnTo>
                <a:cubicBezTo>
                  <a:pt x="12225" y="99004"/>
                  <a:pt x="13559" y="99810"/>
                  <a:pt x="15007" y="99810"/>
                </a:cubicBezTo>
                <a:lnTo>
                  <a:pt x="37303" y="99835"/>
                </a:lnTo>
                <a:lnTo>
                  <a:pt x="37303" y="99835"/>
                </a:lnTo>
                <a:cubicBezTo>
                  <a:pt x="38625" y="99835"/>
                  <a:pt x="39846" y="99180"/>
                  <a:pt x="40576" y="98098"/>
                </a:cubicBezTo>
                <a:lnTo>
                  <a:pt x="53014" y="79606"/>
                </a:lnTo>
                <a:cubicBezTo>
                  <a:pt x="53833" y="78398"/>
                  <a:pt x="53908" y="76850"/>
                  <a:pt x="53228" y="75566"/>
                </a:cubicBezTo>
                <a:lnTo>
                  <a:pt x="50761" y="7093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0" name="Красный — SVG 23">
            <a:extLst>
              <a:ext uri="{FF2B5EF4-FFF2-40B4-BE49-F238E27FC236}">
                <a16:creationId xmlns:a16="http://schemas.microsoft.com/office/drawing/2014/main" id="{C31058D4-5C2E-B64D-B33F-264C482A118C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42534 w 155961"/>
              <a:gd name="csY0" fmla="*/ 0 h 85055"/>
              <a:gd name="csX1" fmla="*/ 0 w 155961"/>
              <a:gd name="csY1" fmla="*/ 42528 h 85055"/>
              <a:gd name="csX2" fmla="*/ 42534 w 155961"/>
              <a:gd name="csY2" fmla="*/ 85056 h 85055"/>
              <a:gd name="csX3" fmla="*/ 85067 w 155961"/>
              <a:gd name="csY3" fmla="*/ 42528 h 85055"/>
              <a:gd name="csX4" fmla="*/ 42534 w 155961"/>
              <a:gd name="csY4" fmla="*/ 0 h 85055"/>
              <a:gd name="csX5" fmla="*/ 74297 w 155961"/>
              <a:gd name="csY5" fmla="*/ 0 h 85055"/>
              <a:gd name="csX6" fmla="*/ 95700 w 155961"/>
              <a:gd name="csY6" fmla="*/ 42528 h 85055"/>
              <a:gd name="csX7" fmla="*/ 74297 w 155961"/>
              <a:gd name="csY7" fmla="*/ 85056 h 85055"/>
              <a:gd name="csX8" fmla="*/ 113428 w 155961"/>
              <a:gd name="csY8" fmla="*/ 85056 h 85055"/>
              <a:gd name="csX9" fmla="*/ 155962 w 155961"/>
              <a:gd name="csY9" fmla="*/ 42528 h 85055"/>
              <a:gd name="csX10" fmla="*/ 113428 w 155961"/>
              <a:gd name="csY10" fmla="*/ 0 h 85055"/>
              <a:gd name="csX11" fmla="*/ 74297 w 155961"/>
              <a:gd name="csY11" fmla="*/ 0 h 85055"/>
            </a:gdLst>
            <a:ahLst/>
            <a:cxnLst/>
            <a:rect l="l" t="t" r="r" b="b"/>
            <a:pathLst>
              <a:path w="100000" h="100000">
                <a:moveTo>
                  <a:pt x="27272" y="22732"/>
                </a:moveTo>
                <a:cubicBezTo>
                  <a:pt x="12229" y="22732"/>
                  <a:pt x="0" y="34959"/>
                  <a:pt x="0" y="50000"/>
                </a:cubicBezTo>
                <a:cubicBezTo>
                  <a:pt x="0" y="65041"/>
                  <a:pt x="12229" y="77269"/>
                  <a:pt x="27272" y="77269"/>
                </a:cubicBezTo>
                <a:cubicBezTo>
                  <a:pt x="42315" y="77269"/>
                  <a:pt x="54544" y="65041"/>
                  <a:pt x="54544" y="50000"/>
                </a:cubicBezTo>
                <a:cubicBezTo>
                  <a:pt x="54544" y="34959"/>
                  <a:pt x="42315" y="22732"/>
                  <a:pt x="27272" y="22732"/>
                </a:cubicBezTo>
                <a:close/>
                <a:moveTo>
                  <a:pt x="47638" y="22732"/>
                </a:moveTo>
                <a:cubicBezTo>
                  <a:pt x="55951" y="28949"/>
                  <a:pt x="61361" y="38842"/>
                  <a:pt x="61361" y="50000"/>
                </a:cubicBezTo>
                <a:cubicBezTo>
                  <a:pt x="61361" y="61158"/>
                  <a:pt x="55951" y="71051"/>
                  <a:pt x="47638" y="77269"/>
                </a:cubicBezTo>
                <a:lnTo>
                  <a:pt x="72728" y="77269"/>
                </a:lnTo>
                <a:cubicBezTo>
                  <a:pt x="87761" y="77269"/>
                  <a:pt x="100001" y="65041"/>
                  <a:pt x="100001" y="50000"/>
                </a:cubicBezTo>
                <a:cubicBezTo>
                  <a:pt x="100001" y="34959"/>
                  <a:pt x="87761" y="22732"/>
                  <a:pt x="72728" y="22732"/>
                </a:cubicBezTo>
                <a:lnTo>
                  <a:pt x="47638" y="2273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1" name="Красный — SVG 24">
            <a:extLst>
              <a:ext uri="{FF2B5EF4-FFF2-40B4-BE49-F238E27FC236}">
                <a16:creationId xmlns:a16="http://schemas.microsoft.com/office/drawing/2014/main" id="{6716F43D-BBEC-3D41-8F7F-F178D51F7CE0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90384 w 141777"/>
              <a:gd name="csY0" fmla="*/ 0 h 141753"/>
              <a:gd name="csX1" fmla="*/ 42581 w 141777"/>
              <a:gd name="csY1" fmla="*/ 32627 h 141753"/>
              <a:gd name="csX2" fmla="*/ 51394 w 141777"/>
              <a:gd name="csY2" fmla="*/ 31896 h 141753"/>
              <a:gd name="csX3" fmla="*/ 54516 w 141777"/>
              <a:gd name="csY3" fmla="*/ 32049 h 141753"/>
              <a:gd name="csX4" fmla="*/ 90384 w 141777"/>
              <a:gd name="csY4" fmla="*/ 10632 h 141753"/>
              <a:gd name="csX5" fmla="*/ 131144 w 141777"/>
              <a:gd name="csY5" fmla="*/ 51390 h 141753"/>
              <a:gd name="csX6" fmla="*/ 109719 w 141777"/>
              <a:gd name="csY6" fmla="*/ 87250 h 141753"/>
              <a:gd name="csX7" fmla="*/ 109878 w 141777"/>
              <a:gd name="csY7" fmla="*/ 90363 h 141753"/>
              <a:gd name="csX8" fmla="*/ 109144 w 141777"/>
              <a:gd name="csY8" fmla="*/ 99175 h 141753"/>
              <a:gd name="csX9" fmla="*/ 141778 w 141777"/>
              <a:gd name="csY9" fmla="*/ 51390 h 141753"/>
              <a:gd name="csX10" fmla="*/ 90384 w 141777"/>
              <a:gd name="csY10" fmla="*/ 0 h 141753"/>
              <a:gd name="csX11" fmla="*/ 83294 w 141777"/>
              <a:gd name="csY11" fmla="*/ 28357 h 141753"/>
              <a:gd name="csX12" fmla="*/ 81237 w 141777"/>
              <a:gd name="csY12" fmla="*/ 28732 h 141753"/>
              <a:gd name="csX13" fmla="*/ 79487 w 141777"/>
              <a:gd name="csY13" fmla="*/ 29889 h 141753"/>
              <a:gd name="csX14" fmla="*/ 78314 w 141777"/>
              <a:gd name="csY14" fmla="*/ 31624 h 141753"/>
              <a:gd name="csX15" fmla="*/ 77903 w 141777"/>
              <a:gd name="csY15" fmla="*/ 33665 h 141753"/>
              <a:gd name="csX16" fmla="*/ 78314 w 141777"/>
              <a:gd name="csY16" fmla="*/ 35723 h 141753"/>
              <a:gd name="csX17" fmla="*/ 79487 w 141777"/>
              <a:gd name="csY17" fmla="*/ 37458 h 141753"/>
              <a:gd name="csX18" fmla="*/ 81237 w 141777"/>
              <a:gd name="csY18" fmla="*/ 38598 h 141753"/>
              <a:gd name="csX19" fmla="*/ 83294 w 141777"/>
              <a:gd name="csY19" fmla="*/ 38989 h 141753"/>
              <a:gd name="csX20" fmla="*/ 95272 w 141777"/>
              <a:gd name="csY20" fmla="*/ 38989 h 141753"/>
              <a:gd name="csX21" fmla="*/ 83772 w 141777"/>
              <a:gd name="csY21" fmla="*/ 50489 h 141753"/>
              <a:gd name="csX22" fmla="*/ 91291 w 141777"/>
              <a:gd name="csY22" fmla="*/ 57991 h 141753"/>
              <a:gd name="csX23" fmla="*/ 102790 w 141777"/>
              <a:gd name="csY23" fmla="*/ 46509 h 141753"/>
              <a:gd name="csX24" fmla="*/ 102790 w 141777"/>
              <a:gd name="csY24" fmla="*/ 58467 h 141753"/>
              <a:gd name="csX25" fmla="*/ 103173 w 141777"/>
              <a:gd name="csY25" fmla="*/ 60526 h 141753"/>
              <a:gd name="csX26" fmla="*/ 104319 w 141777"/>
              <a:gd name="csY26" fmla="*/ 62278 h 141753"/>
              <a:gd name="csX27" fmla="*/ 106053 w 141777"/>
              <a:gd name="csY27" fmla="*/ 63452 h 141753"/>
              <a:gd name="csX28" fmla="*/ 108107 w 141777"/>
              <a:gd name="csY28" fmla="*/ 63860 h 141753"/>
              <a:gd name="csX29" fmla="*/ 110158 w 141777"/>
              <a:gd name="csY29" fmla="*/ 63452 h 141753"/>
              <a:gd name="csX30" fmla="*/ 111892 w 141777"/>
              <a:gd name="csY30" fmla="*/ 62278 h 141753"/>
              <a:gd name="csX31" fmla="*/ 113041 w 141777"/>
              <a:gd name="csY31" fmla="*/ 60526 h 141753"/>
              <a:gd name="csX32" fmla="*/ 113423 w 141777"/>
              <a:gd name="csY32" fmla="*/ 58467 h 141753"/>
              <a:gd name="csX33" fmla="*/ 113423 w 141777"/>
              <a:gd name="csY33" fmla="*/ 33665 h 141753"/>
              <a:gd name="csX34" fmla="*/ 111865 w 141777"/>
              <a:gd name="csY34" fmla="*/ 29906 h 141753"/>
              <a:gd name="csX35" fmla="*/ 108107 w 141777"/>
              <a:gd name="csY35" fmla="*/ 28357 h 141753"/>
              <a:gd name="csX36" fmla="*/ 83294 w 141777"/>
              <a:gd name="csY36" fmla="*/ 28357 h 141753"/>
              <a:gd name="csX37" fmla="*/ 91291 w 141777"/>
              <a:gd name="csY37" fmla="*/ 57991 h 141753"/>
              <a:gd name="csX38" fmla="*/ 53596 w 141777"/>
              <a:gd name="csY38" fmla="*/ 95687 h 141753"/>
              <a:gd name="csX39" fmla="*/ 65573 w 141777"/>
              <a:gd name="csY39" fmla="*/ 95687 h 141753"/>
              <a:gd name="csX40" fmla="*/ 70890 w 141777"/>
              <a:gd name="csY40" fmla="*/ 100995 h 141753"/>
              <a:gd name="csX41" fmla="*/ 65573 w 141777"/>
              <a:gd name="csY41" fmla="*/ 106319 h 141753"/>
              <a:gd name="csX42" fmla="*/ 40761 w 141777"/>
              <a:gd name="csY42" fmla="*/ 106319 h 141753"/>
              <a:gd name="csX43" fmla="*/ 35444 w 141777"/>
              <a:gd name="csY43" fmla="*/ 100995 h 141753"/>
              <a:gd name="csX44" fmla="*/ 35444 w 141777"/>
              <a:gd name="csY44" fmla="*/ 76193 h 141753"/>
              <a:gd name="csX45" fmla="*/ 40761 w 141777"/>
              <a:gd name="csY45" fmla="*/ 70885 h 141753"/>
              <a:gd name="csX46" fmla="*/ 46077 w 141777"/>
              <a:gd name="csY46" fmla="*/ 76193 h 141753"/>
              <a:gd name="csX47" fmla="*/ 46077 w 141777"/>
              <a:gd name="csY47" fmla="*/ 88169 h 141753"/>
              <a:gd name="csX48" fmla="*/ 83772 w 141777"/>
              <a:gd name="csY48" fmla="*/ 50489 h 141753"/>
              <a:gd name="csX49" fmla="*/ 51394 w 141777"/>
              <a:gd name="csY49" fmla="*/ 38989 h 141753"/>
              <a:gd name="csX50" fmla="*/ 0 w 141777"/>
              <a:gd name="csY50" fmla="*/ 90363 h 141753"/>
              <a:gd name="csX51" fmla="*/ 51394 w 141777"/>
              <a:gd name="csY51" fmla="*/ 141754 h 141753"/>
              <a:gd name="csX52" fmla="*/ 102790 w 141777"/>
              <a:gd name="csY52" fmla="*/ 90363 h 141753"/>
              <a:gd name="csX53" fmla="*/ 91291 w 141777"/>
              <a:gd name="csY53" fmla="*/ 57991 h 141753"/>
            </a:gdLst>
            <a:ahLst/>
            <a:cxnLst/>
            <a:rect l="l" t="t" r="r" b="b"/>
            <a:pathLst>
              <a:path w="100000" h="100000">
                <a:moveTo>
                  <a:pt x="63751" y="8"/>
                </a:moveTo>
                <a:cubicBezTo>
                  <a:pt x="48435" y="8"/>
                  <a:pt x="35334" y="9571"/>
                  <a:pt x="30034" y="23021"/>
                </a:cubicBezTo>
                <a:cubicBezTo>
                  <a:pt x="32067" y="22710"/>
                  <a:pt x="34133" y="22506"/>
                  <a:pt x="36250" y="22506"/>
                </a:cubicBezTo>
                <a:cubicBezTo>
                  <a:pt x="36993" y="22506"/>
                  <a:pt x="37720" y="22578"/>
                  <a:pt x="38452" y="22614"/>
                </a:cubicBezTo>
                <a:cubicBezTo>
                  <a:pt x="43318" y="13627"/>
                  <a:pt x="52831" y="7508"/>
                  <a:pt x="63751" y="7508"/>
                </a:cubicBezTo>
                <a:cubicBezTo>
                  <a:pt x="79602" y="7508"/>
                  <a:pt x="92500" y="20406"/>
                  <a:pt x="92500" y="36256"/>
                </a:cubicBezTo>
                <a:cubicBezTo>
                  <a:pt x="92500" y="47175"/>
                  <a:pt x="86378" y="56689"/>
                  <a:pt x="77388" y="61549"/>
                </a:cubicBezTo>
                <a:cubicBezTo>
                  <a:pt x="77429" y="62280"/>
                  <a:pt x="77501" y="63012"/>
                  <a:pt x="77501" y="63744"/>
                </a:cubicBezTo>
                <a:cubicBezTo>
                  <a:pt x="77501" y="65868"/>
                  <a:pt x="77293" y="67932"/>
                  <a:pt x="76983" y="69960"/>
                </a:cubicBezTo>
                <a:cubicBezTo>
                  <a:pt x="90441" y="64668"/>
                  <a:pt x="100001" y="51566"/>
                  <a:pt x="100001" y="36256"/>
                </a:cubicBezTo>
                <a:cubicBezTo>
                  <a:pt x="100001" y="16266"/>
                  <a:pt x="83738" y="8"/>
                  <a:pt x="63751" y="8"/>
                </a:cubicBezTo>
                <a:close/>
                <a:moveTo>
                  <a:pt x="58750" y="20010"/>
                </a:moveTo>
                <a:cubicBezTo>
                  <a:pt x="58253" y="19998"/>
                  <a:pt x="57760" y="20094"/>
                  <a:pt x="57299" y="20274"/>
                </a:cubicBezTo>
                <a:cubicBezTo>
                  <a:pt x="56839" y="20466"/>
                  <a:pt x="56419" y="20742"/>
                  <a:pt x="56065" y="21090"/>
                </a:cubicBezTo>
                <a:cubicBezTo>
                  <a:pt x="55711" y="21438"/>
                  <a:pt x="55430" y="21846"/>
                  <a:pt x="55237" y="22314"/>
                </a:cubicBezTo>
                <a:cubicBezTo>
                  <a:pt x="55046" y="22770"/>
                  <a:pt x="54948" y="23261"/>
                  <a:pt x="54948" y="23754"/>
                </a:cubicBezTo>
                <a:cubicBezTo>
                  <a:pt x="54948" y="24257"/>
                  <a:pt x="55046" y="24749"/>
                  <a:pt x="55237" y="25205"/>
                </a:cubicBezTo>
                <a:cubicBezTo>
                  <a:pt x="55430" y="25661"/>
                  <a:pt x="55711" y="26081"/>
                  <a:pt x="56065" y="26429"/>
                </a:cubicBezTo>
                <a:cubicBezTo>
                  <a:pt x="56419" y="26777"/>
                  <a:pt x="56839" y="27053"/>
                  <a:pt x="57299" y="27233"/>
                </a:cubicBezTo>
                <a:cubicBezTo>
                  <a:pt x="57760" y="27425"/>
                  <a:pt x="58253" y="27509"/>
                  <a:pt x="58750" y="27509"/>
                </a:cubicBezTo>
                <a:lnTo>
                  <a:pt x="67198" y="27509"/>
                </a:lnTo>
                <a:lnTo>
                  <a:pt x="59087" y="35620"/>
                </a:lnTo>
                <a:cubicBezTo>
                  <a:pt x="61032" y="37192"/>
                  <a:pt x="62810" y="38968"/>
                  <a:pt x="64391" y="40911"/>
                </a:cubicBezTo>
                <a:lnTo>
                  <a:pt x="72501" y="32813"/>
                </a:lnTo>
                <a:lnTo>
                  <a:pt x="72501" y="41247"/>
                </a:lnTo>
                <a:cubicBezTo>
                  <a:pt x="72494" y="41751"/>
                  <a:pt x="72585" y="42243"/>
                  <a:pt x="72771" y="42699"/>
                </a:cubicBezTo>
                <a:cubicBezTo>
                  <a:pt x="72956" y="43167"/>
                  <a:pt x="73230" y="43587"/>
                  <a:pt x="73580" y="43935"/>
                </a:cubicBezTo>
                <a:cubicBezTo>
                  <a:pt x="73929" y="44295"/>
                  <a:pt x="74344" y="44571"/>
                  <a:pt x="74803" y="44763"/>
                </a:cubicBezTo>
                <a:cubicBezTo>
                  <a:pt x="75263" y="44955"/>
                  <a:pt x="75754" y="45051"/>
                  <a:pt x="76251" y="45051"/>
                </a:cubicBezTo>
                <a:cubicBezTo>
                  <a:pt x="76748" y="45051"/>
                  <a:pt x="77240" y="44955"/>
                  <a:pt x="77698" y="44763"/>
                </a:cubicBezTo>
                <a:cubicBezTo>
                  <a:pt x="78157" y="44571"/>
                  <a:pt x="78572" y="44295"/>
                  <a:pt x="78921" y="43935"/>
                </a:cubicBezTo>
                <a:cubicBezTo>
                  <a:pt x="79270" y="43587"/>
                  <a:pt x="79545" y="43167"/>
                  <a:pt x="79732" y="42699"/>
                </a:cubicBezTo>
                <a:cubicBezTo>
                  <a:pt x="79916" y="42243"/>
                  <a:pt x="80008" y="41751"/>
                  <a:pt x="80001" y="41247"/>
                </a:cubicBezTo>
                <a:lnTo>
                  <a:pt x="80001" y="23754"/>
                </a:lnTo>
                <a:cubicBezTo>
                  <a:pt x="80001" y="22758"/>
                  <a:pt x="79605" y="21810"/>
                  <a:pt x="78902" y="21102"/>
                </a:cubicBezTo>
                <a:cubicBezTo>
                  <a:pt x="78199" y="20406"/>
                  <a:pt x="77245" y="20010"/>
                  <a:pt x="76251" y="20010"/>
                </a:cubicBezTo>
                <a:lnTo>
                  <a:pt x="58750" y="20010"/>
                </a:lnTo>
                <a:close/>
                <a:moveTo>
                  <a:pt x="64391" y="40911"/>
                </a:moveTo>
                <a:lnTo>
                  <a:pt x="37803" y="67500"/>
                </a:lnTo>
                <a:lnTo>
                  <a:pt x="46251" y="67500"/>
                </a:lnTo>
                <a:cubicBezTo>
                  <a:pt x="48323" y="67500"/>
                  <a:pt x="50001" y="69180"/>
                  <a:pt x="50001" y="71244"/>
                </a:cubicBezTo>
                <a:cubicBezTo>
                  <a:pt x="50001" y="73319"/>
                  <a:pt x="48323" y="74999"/>
                  <a:pt x="46251" y="74999"/>
                </a:cubicBezTo>
                <a:lnTo>
                  <a:pt x="28750" y="74999"/>
                </a:lnTo>
                <a:cubicBezTo>
                  <a:pt x="26678" y="74999"/>
                  <a:pt x="25000" y="73319"/>
                  <a:pt x="25000" y="71244"/>
                </a:cubicBezTo>
                <a:lnTo>
                  <a:pt x="25000" y="53750"/>
                </a:lnTo>
                <a:cubicBezTo>
                  <a:pt x="25000" y="51686"/>
                  <a:pt x="26678" y="50006"/>
                  <a:pt x="28750" y="50006"/>
                </a:cubicBezTo>
                <a:cubicBezTo>
                  <a:pt x="30822" y="50006"/>
                  <a:pt x="32500" y="51686"/>
                  <a:pt x="32500" y="53750"/>
                </a:cubicBezTo>
                <a:lnTo>
                  <a:pt x="32500" y="62197"/>
                </a:lnTo>
                <a:lnTo>
                  <a:pt x="59087" y="35620"/>
                </a:lnTo>
                <a:cubicBezTo>
                  <a:pt x="52855" y="30544"/>
                  <a:pt x="44911" y="27509"/>
                  <a:pt x="36250" y="27509"/>
                </a:cubicBezTo>
                <a:cubicBezTo>
                  <a:pt x="16230" y="27509"/>
                  <a:pt x="0" y="43731"/>
                  <a:pt x="0" y="63744"/>
                </a:cubicBezTo>
                <a:cubicBezTo>
                  <a:pt x="0" y="83770"/>
                  <a:pt x="16230" y="99992"/>
                  <a:pt x="36250" y="99992"/>
                </a:cubicBezTo>
                <a:cubicBezTo>
                  <a:pt x="56271" y="99992"/>
                  <a:pt x="72501" y="83770"/>
                  <a:pt x="72501" y="63744"/>
                </a:cubicBezTo>
                <a:cubicBezTo>
                  <a:pt x="72501" y="55094"/>
                  <a:pt x="69458" y="47151"/>
                  <a:pt x="64391" y="4091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2" name="Красный — SVG 25">
            <a:extLst>
              <a:ext uri="{FF2B5EF4-FFF2-40B4-BE49-F238E27FC236}">
                <a16:creationId xmlns:a16="http://schemas.microsoft.com/office/drawing/2014/main" id="{60054C27-7540-D04E-B219-50E72428FFA0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37217 w 124056"/>
              <a:gd name="csY0" fmla="*/ 0 h 141753"/>
              <a:gd name="csX1" fmla="*/ 21447 w 124056"/>
              <a:gd name="csY1" fmla="*/ 14170 h 141753"/>
              <a:gd name="csX2" fmla="*/ 12406 w 124056"/>
              <a:gd name="csY2" fmla="*/ 14170 h 141753"/>
              <a:gd name="csX3" fmla="*/ 0 w 124056"/>
              <a:gd name="csY3" fmla="*/ 26572 h 141753"/>
              <a:gd name="csX4" fmla="*/ 0 w 124056"/>
              <a:gd name="csY4" fmla="*/ 47835 h 141753"/>
              <a:gd name="csX5" fmla="*/ 23040 w 124056"/>
              <a:gd name="csY5" fmla="*/ 70885 h 141753"/>
              <a:gd name="csX6" fmla="*/ 23211 w 124056"/>
              <a:gd name="csY6" fmla="*/ 70885 h 141753"/>
              <a:gd name="csX7" fmla="*/ 56711 w 124056"/>
              <a:gd name="csY7" fmla="*/ 98852 h 141753"/>
              <a:gd name="csX8" fmla="*/ 56711 w 124056"/>
              <a:gd name="csY8" fmla="*/ 109858 h 141753"/>
              <a:gd name="csX9" fmla="*/ 44306 w 124056"/>
              <a:gd name="csY9" fmla="*/ 109858 h 141753"/>
              <a:gd name="csX10" fmla="*/ 21267 w 124056"/>
              <a:gd name="csY10" fmla="*/ 132891 h 141753"/>
              <a:gd name="csX11" fmla="*/ 21267 w 124056"/>
              <a:gd name="csY11" fmla="*/ 136446 h 141753"/>
              <a:gd name="csX12" fmla="*/ 26583 w 124056"/>
              <a:gd name="csY12" fmla="*/ 141754 h 141753"/>
              <a:gd name="csX13" fmla="*/ 97473 w 124056"/>
              <a:gd name="csY13" fmla="*/ 141754 h 141753"/>
              <a:gd name="csX14" fmla="*/ 102790 w 124056"/>
              <a:gd name="csY14" fmla="*/ 136446 h 141753"/>
              <a:gd name="csX15" fmla="*/ 102790 w 124056"/>
              <a:gd name="csY15" fmla="*/ 132891 h 141753"/>
              <a:gd name="csX16" fmla="*/ 79750 w 124056"/>
              <a:gd name="csY16" fmla="*/ 109858 h 141753"/>
              <a:gd name="csX17" fmla="*/ 67344 w 124056"/>
              <a:gd name="csY17" fmla="*/ 109858 h 141753"/>
              <a:gd name="csX18" fmla="*/ 67344 w 124056"/>
              <a:gd name="csY18" fmla="*/ 98852 h 141753"/>
              <a:gd name="csX19" fmla="*/ 100844 w 124056"/>
              <a:gd name="csY19" fmla="*/ 70885 h 141753"/>
              <a:gd name="csX20" fmla="*/ 101017 w 124056"/>
              <a:gd name="csY20" fmla="*/ 70885 h 141753"/>
              <a:gd name="csX21" fmla="*/ 124057 w 124056"/>
              <a:gd name="csY21" fmla="*/ 47835 h 141753"/>
              <a:gd name="csX22" fmla="*/ 124057 w 124056"/>
              <a:gd name="csY22" fmla="*/ 26572 h 141753"/>
              <a:gd name="csX23" fmla="*/ 111650 w 124056"/>
              <a:gd name="csY23" fmla="*/ 14170 h 141753"/>
              <a:gd name="csX24" fmla="*/ 102610 w 124056"/>
              <a:gd name="csY24" fmla="*/ 14170 h 141753"/>
              <a:gd name="csX25" fmla="*/ 86840 w 124056"/>
              <a:gd name="csY25" fmla="*/ 0 h 141753"/>
              <a:gd name="csX26" fmla="*/ 37217 w 124056"/>
              <a:gd name="csY26" fmla="*/ 0 h 141753"/>
              <a:gd name="csX27" fmla="*/ 12406 w 124056"/>
              <a:gd name="csY27" fmla="*/ 24802 h 141753"/>
              <a:gd name="csX28" fmla="*/ 21267 w 124056"/>
              <a:gd name="csY28" fmla="*/ 24802 h 141753"/>
              <a:gd name="csX29" fmla="*/ 21267 w 124056"/>
              <a:gd name="csY29" fmla="*/ 58467 h 141753"/>
              <a:gd name="csX30" fmla="*/ 21350 w 124056"/>
              <a:gd name="csY30" fmla="*/ 60083 h 141753"/>
              <a:gd name="csX31" fmla="*/ 10633 w 124056"/>
              <a:gd name="csY31" fmla="*/ 47835 h 141753"/>
              <a:gd name="csX32" fmla="*/ 10633 w 124056"/>
              <a:gd name="csY32" fmla="*/ 26572 h 141753"/>
              <a:gd name="csX33" fmla="*/ 12406 w 124056"/>
              <a:gd name="csY33" fmla="*/ 24802 h 141753"/>
              <a:gd name="csX34" fmla="*/ 102790 w 124056"/>
              <a:gd name="csY34" fmla="*/ 24802 h 141753"/>
              <a:gd name="csX35" fmla="*/ 111650 w 124056"/>
              <a:gd name="csY35" fmla="*/ 24802 h 141753"/>
              <a:gd name="csX36" fmla="*/ 113423 w 124056"/>
              <a:gd name="csY36" fmla="*/ 26572 h 141753"/>
              <a:gd name="csX37" fmla="*/ 113423 w 124056"/>
              <a:gd name="csY37" fmla="*/ 47835 h 141753"/>
              <a:gd name="csX38" fmla="*/ 102707 w 124056"/>
              <a:gd name="csY38" fmla="*/ 60083 h 141753"/>
              <a:gd name="csX39" fmla="*/ 102790 w 124056"/>
              <a:gd name="csY39" fmla="*/ 58467 h 141753"/>
              <a:gd name="csX40" fmla="*/ 102790 w 124056"/>
              <a:gd name="csY40" fmla="*/ 24802 h 141753"/>
            </a:gdLst>
            <a:ahLst/>
            <a:cxnLst/>
            <a:rect l="l" t="t" r="r" b="b"/>
            <a:pathLst>
              <a:path w="100000" h="100000">
                <a:moveTo>
                  <a:pt x="32497" y="0"/>
                </a:moveTo>
                <a:cubicBezTo>
                  <a:pt x="26721" y="0"/>
                  <a:pt x="22003" y="4392"/>
                  <a:pt x="21372" y="9996"/>
                </a:cubicBezTo>
                <a:lnTo>
                  <a:pt x="14994" y="9996"/>
                </a:lnTo>
                <a:cubicBezTo>
                  <a:pt x="10205" y="9996"/>
                  <a:pt x="6242" y="13969"/>
                  <a:pt x="6242" y="18745"/>
                </a:cubicBezTo>
                <a:lnTo>
                  <a:pt x="6242" y="33745"/>
                </a:lnTo>
                <a:cubicBezTo>
                  <a:pt x="6242" y="42686"/>
                  <a:pt x="13563" y="50006"/>
                  <a:pt x="22496" y="50006"/>
                </a:cubicBezTo>
                <a:lnTo>
                  <a:pt x="22616" y="50006"/>
                </a:lnTo>
                <a:cubicBezTo>
                  <a:pt x="25960" y="60435"/>
                  <a:pt x="35112" y="68271"/>
                  <a:pt x="46249" y="69735"/>
                </a:cubicBezTo>
                <a:lnTo>
                  <a:pt x="46249" y="77500"/>
                </a:lnTo>
                <a:lnTo>
                  <a:pt x="37498" y="77500"/>
                </a:lnTo>
                <a:cubicBezTo>
                  <a:pt x="28536" y="77500"/>
                  <a:pt x="21245" y="84795"/>
                  <a:pt x="21245" y="93748"/>
                </a:cubicBezTo>
                <a:lnTo>
                  <a:pt x="21245" y="96256"/>
                </a:lnTo>
                <a:cubicBezTo>
                  <a:pt x="21245" y="98332"/>
                  <a:pt x="22923" y="100001"/>
                  <a:pt x="24995" y="100001"/>
                </a:cubicBezTo>
                <a:lnTo>
                  <a:pt x="75005" y="100001"/>
                </a:lnTo>
                <a:cubicBezTo>
                  <a:pt x="77077" y="100001"/>
                  <a:pt x="78756" y="98332"/>
                  <a:pt x="78756" y="96256"/>
                </a:cubicBezTo>
                <a:lnTo>
                  <a:pt x="78756" y="93748"/>
                </a:lnTo>
                <a:cubicBezTo>
                  <a:pt x="78756" y="84795"/>
                  <a:pt x="71464" y="77500"/>
                  <a:pt x="62502" y="77500"/>
                </a:cubicBezTo>
                <a:lnTo>
                  <a:pt x="53750" y="77500"/>
                </a:lnTo>
                <a:lnTo>
                  <a:pt x="53750" y="69735"/>
                </a:lnTo>
                <a:cubicBezTo>
                  <a:pt x="64887" y="68271"/>
                  <a:pt x="74040" y="60435"/>
                  <a:pt x="77383" y="50006"/>
                </a:cubicBezTo>
                <a:lnTo>
                  <a:pt x="77505" y="50006"/>
                </a:lnTo>
                <a:cubicBezTo>
                  <a:pt x="86437" y="50006"/>
                  <a:pt x="93759" y="42686"/>
                  <a:pt x="93759" y="33745"/>
                </a:cubicBezTo>
                <a:lnTo>
                  <a:pt x="93759" y="18745"/>
                </a:lnTo>
                <a:cubicBezTo>
                  <a:pt x="93759" y="13969"/>
                  <a:pt x="89794" y="9996"/>
                  <a:pt x="85006" y="9996"/>
                </a:cubicBezTo>
                <a:lnTo>
                  <a:pt x="78629" y="9996"/>
                </a:lnTo>
                <a:cubicBezTo>
                  <a:pt x="77997" y="4392"/>
                  <a:pt x="73279" y="0"/>
                  <a:pt x="67504" y="0"/>
                </a:cubicBezTo>
                <a:lnTo>
                  <a:pt x="32497" y="0"/>
                </a:lnTo>
                <a:close/>
                <a:moveTo>
                  <a:pt x="14994" y="17497"/>
                </a:moveTo>
                <a:lnTo>
                  <a:pt x="21245" y="17497"/>
                </a:lnTo>
                <a:lnTo>
                  <a:pt x="21245" y="41246"/>
                </a:lnTo>
                <a:cubicBezTo>
                  <a:pt x="21245" y="41629"/>
                  <a:pt x="21288" y="42002"/>
                  <a:pt x="21304" y="42386"/>
                </a:cubicBezTo>
                <a:cubicBezTo>
                  <a:pt x="17008" y="41810"/>
                  <a:pt x="13743" y="38222"/>
                  <a:pt x="13743" y="33745"/>
                </a:cubicBezTo>
                <a:lnTo>
                  <a:pt x="13743" y="18745"/>
                </a:lnTo>
                <a:cubicBezTo>
                  <a:pt x="13743" y="18013"/>
                  <a:pt x="14256" y="17497"/>
                  <a:pt x="14994" y="17497"/>
                </a:cubicBezTo>
                <a:close/>
                <a:moveTo>
                  <a:pt x="78756" y="17497"/>
                </a:moveTo>
                <a:lnTo>
                  <a:pt x="85006" y="17497"/>
                </a:lnTo>
                <a:cubicBezTo>
                  <a:pt x="85745" y="17497"/>
                  <a:pt x="86257" y="18013"/>
                  <a:pt x="86257" y="18745"/>
                </a:cubicBezTo>
                <a:lnTo>
                  <a:pt x="86257" y="33745"/>
                </a:lnTo>
                <a:cubicBezTo>
                  <a:pt x="86257" y="38222"/>
                  <a:pt x="82993" y="41810"/>
                  <a:pt x="78697" y="42386"/>
                </a:cubicBezTo>
                <a:cubicBezTo>
                  <a:pt x="78711" y="42002"/>
                  <a:pt x="78756" y="41629"/>
                  <a:pt x="78756" y="41246"/>
                </a:cubicBezTo>
                <a:lnTo>
                  <a:pt x="78756" y="1749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3" name="Белый — SVG 1">
            <a:extLst>
              <a:ext uri="{FF2B5EF4-FFF2-40B4-BE49-F238E27FC236}">
                <a16:creationId xmlns:a16="http://schemas.microsoft.com/office/drawing/2014/main" id="{38993270-A5D6-1B4D-874A-91D504DDD14D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124062 w 134695"/>
              <a:gd name="csY0" fmla="*/ 60253 h 155940"/>
              <a:gd name="csX1" fmla="*/ 129370 w 134695"/>
              <a:gd name="csY1" fmla="*/ 60253 h 155940"/>
              <a:gd name="csX2" fmla="*/ 134695 w 134695"/>
              <a:gd name="csY2" fmla="*/ 54929 h 155940"/>
              <a:gd name="csX3" fmla="*/ 134695 w 134695"/>
              <a:gd name="csY3" fmla="*/ 33665 h 155940"/>
              <a:gd name="csX4" fmla="*/ 122276 w 134695"/>
              <a:gd name="csY4" fmla="*/ 21264 h 155940"/>
              <a:gd name="csX5" fmla="*/ 95700 w 134695"/>
              <a:gd name="csY5" fmla="*/ 21264 h 155940"/>
              <a:gd name="csX6" fmla="*/ 95700 w 134695"/>
              <a:gd name="csY6" fmla="*/ 17725 h 155940"/>
              <a:gd name="csX7" fmla="*/ 77973 w 134695"/>
              <a:gd name="csY7" fmla="*/ 0 h 155940"/>
              <a:gd name="csX8" fmla="*/ 60261 w 134695"/>
              <a:gd name="csY8" fmla="*/ 17725 h 155940"/>
              <a:gd name="csX9" fmla="*/ 60261 w 134695"/>
              <a:gd name="csY9" fmla="*/ 21264 h 155940"/>
              <a:gd name="csX10" fmla="*/ 33670 w 134695"/>
              <a:gd name="csY10" fmla="*/ 21264 h 155940"/>
              <a:gd name="csX11" fmla="*/ 21267 w 134695"/>
              <a:gd name="csY11" fmla="*/ 33665 h 155940"/>
              <a:gd name="csX12" fmla="*/ 21267 w 134695"/>
              <a:gd name="csY12" fmla="*/ 60253 h 155940"/>
              <a:gd name="csX13" fmla="*/ 17728 w 134695"/>
              <a:gd name="csY13" fmla="*/ 60253 h 155940"/>
              <a:gd name="csX14" fmla="*/ 0 w 134695"/>
              <a:gd name="csY14" fmla="*/ 77962 h 155940"/>
              <a:gd name="csX15" fmla="*/ 17728 w 134695"/>
              <a:gd name="csY15" fmla="*/ 95687 h 155940"/>
              <a:gd name="csX16" fmla="*/ 21267 w 134695"/>
              <a:gd name="csY16" fmla="*/ 95687 h 155940"/>
              <a:gd name="csX17" fmla="*/ 21267 w 134695"/>
              <a:gd name="csY17" fmla="*/ 122259 h 155940"/>
              <a:gd name="csX18" fmla="*/ 33670 w 134695"/>
              <a:gd name="csY18" fmla="*/ 134677 h 155940"/>
              <a:gd name="csX19" fmla="*/ 60261 w 134695"/>
              <a:gd name="csY19" fmla="*/ 134677 h 155940"/>
              <a:gd name="csX20" fmla="*/ 60261 w 134695"/>
              <a:gd name="csY20" fmla="*/ 138215 h 155940"/>
              <a:gd name="csX21" fmla="*/ 77973 w 134695"/>
              <a:gd name="csY21" fmla="*/ 155941 h 155940"/>
              <a:gd name="csX22" fmla="*/ 95700 w 134695"/>
              <a:gd name="csY22" fmla="*/ 138215 h 155940"/>
              <a:gd name="csX23" fmla="*/ 95700 w 134695"/>
              <a:gd name="csY23" fmla="*/ 134677 h 155940"/>
              <a:gd name="csX24" fmla="*/ 122276 w 134695"/>
              <a:gd name="csY24" fmla="*/ 134677 h 155940"/>
              <a:gd name="csX25" fmla="*/ 134695 w 134695"/>
              <a:gd name="csY25" fmla="*/ 122259 h 155940"/>
              <a:gd name="csX26" fmla="*/ 134695 w 134695"/>
              <a:gd name="csY26" fmla="*/ 100995 h 155940"/>
              <a:gd name="csX27" fmla="*/ 129370 w 134695"/>
              <a:gd name="csY27" fmla="*/ 95687 h 155940"/>
              <a:gd name="csX28" fmla="*/ 124062 w 134695"/>
              <a:gd name="csY28" fmla="*/ 95687 h 155940"/>
              <a:gd name="csX29" fmla="*/ 106334 w 134695"/>
              <a:gd name="csY29" fmla="*/ 77962 h 155940"/>
              <a:gd name="csX30" fmla="*/ 124062 w 134695"/>
              <a:gd name="csY30" fmla="*/ 60253 h 155940"/>
            </a:gdLst>
            <a:ahLst/>
            <a:cxnLst/>
            <a:rect l="l" t="t" r="r" b="b"/>
            <a:pathLst>
              <a:path w="100000" h="100000">
                <a:moveTo>
                  <a:pt x="86369" y="38639"/>
                </a:moveTo>
                <a:cubicBezTo>
                  <a:pt x="86522" y="38639"/>
                  <a:pt x="89773" y="38639"/>
                  <a:pt x="89773" y="38639"/>
                </a:cubicBezTo>
                <a:cubicBezTo>
                  <a:pt x="91661" y="38639"/>
                  <a:pt x="93188" y="37112"/>
                  <a:pt x="93188" y="35224"/>
                </a:cubicBezTo>
                <a:lnTo>
                  <a:pt x="93188" y="21588"/>
                </a:lnTo>
                <a:cubicBezTo>
                  <a:pt x="93188" y="17193"/>
                  <a:pt x="89621" y="13636"/>
                  <a:pt x="85224" y="13636"/>
                </a:cubicBezTo>
                <a:lnTo>
                  <a:pt x="68182" y="13636"/>
                </a:lnTo>
                <a:cubicBezTo>
                  <a:pt x="68182" y="13636"/>
                  <a:pt x="68182" y="12120"/>
                  <a:pt x="68182" y="11367"/>
                </a:cubicBezTo>
                <a:cubicBezTo>
                  <a:pt x="68182" y="5083"/>
                  <a:pt x="63098" y="0"/>
                  <a:pt x="56814" y="0"/>
                </a:cubicBezTo>
                <a:cubicBezTo>
                  <a:pt x="50540" y="0"/>
                  <a:pt x="45456" y="5083"/>
                  <a:pt x="45456" y="11367"/>
                </a:cubicBezTo>
                <a:cubicBezTo>
                  <a:pt x="45456" y="12141"/>
                  <a:pt x="45456" y="13636"/>
                  <a:pt x="45456" y="13636"/>
                </a:cubicBezTo>
                <a:lnTo>
                  <a:pt x="28404" y="13636"/>
                </a:lnTo>
                <a:cubicBezTo>
                  <a:pt x="24006" y="13636"/>
                  <a:pt x="20450" y="17193"/>
                  <a:pt x="20450" y="21588"/>
                </a:cubicBezTo>
                <a:lnTo>
                  <a:pt x="20450" y="38639"/>
                </a:lnTo>
                <a:cubicBezTo>
                  <a:pt x="20450" y="38639"/>
                  <a:pt x="18955" y="38639"/>
                  <a:pt x="18180" y="38639"/>
                </a:cubicBezTo>
                <a:cubicBezTo>
                  <a:pt x="11896" y="38639"/>
                  <a:pt x="6812" y="43723"/>
                  <a:pt x="6812" y="49995"/>
                </a:cubicBezTo>
                <a:cubicBezTo>
                  <a:pt x="6812" y="56278"/>
                  <a:pt x="11896" y="61361"/>
                  <a:pt x="18180" y="61361"/>
                </a:cubicBezTo>
                <a:cubicBezTo>
                  <a:pt x="18955" y="61361"/>
                  <a:pt x="20450" y="61361"/>
                  <a:pt x="20450" y="61361"/>
                </a:cubicBezTo>
                <a:lnTo>
                  <a:pt x="20450" y="78401"/>
                </a:lnTo>
                <a:cubicBezTo>
                  <a:pt x="20450" y="82797"/>
                  <a:pt x="24006" y="86365"/>
                  <a:pt x="28404" y="86365"/>
                </a:cubicBezTo>
                <a:lnTo>
                  <a:pt x="45456" y="86365"/>
                </a:lnTo>
                <a:cubicBezTo>
                  <a:pt x="45456" y="86365"/>
                  <a:pt x="45456" y="87859"/>
                  <a:pt x="45456" y="88633"/>
                </a:cubicBezTo>
                <a:cubicBezTo>
                  <a:pt x="45456" y="94906"/>
                  <a:pt x="50540" y="100001"/>
                  <a:pt x="56814" y="100001"/>
                </a:cubicBezTo>
                <a:cubicBezTo>
                  <a:pt x="63098" y="100001"/>
                  <a:pt x="68182" y="94906"/>
                  <a:pt x="68182" y="88633"/>
                </a:cubicBezTo>
                <a:cubicBezTo>
                  <a:pt x="68182" y="87859"/>
                  <a:pt x="68182" y="86365"/>
                  <a:pt x="68182" y="86365"/>
                </a:cubicBezTo>
                <a:lnTo>
                  <a:pt x="85224" y="86365"/>
                </a:lnTo>
                <a:cubicBezTo>
                  <a:pt x="89621" y="86365"/>
                  <a:pt x="93188" y="82797"/>
                  <a:pt x="93188" y="78401"/>
                </a:cubicBezTo>
                <a:lnTo>
                  <a:pt x="93188" y="64765"/>
                </a:lnTo>
                <a:cubicBezTo>
                  <a:pt x="93188" y="62900"/>
                  <a:pt x="91650" y="61361"/>
                  <a:pt x="89773" y="61361"/>
                </a:cubicBezTo>
                <a:cubicBezTo>
                  <a:pt x="86074" y="61361"/>
                  <a:pt x="87482" y="61361"/>
                  <a:pt x="86369" y="61361"/>
                </a:cubicBezTo>
                <a:cubicBezTo>
                  <a:pt x="80096" y="61361"/>
                  <a:pt x="75001" y="56278"/>
                  <a:pt x="75001" y="49995"/>
                </a:cubicBezTo>
                <a:cubicBezTo>
                  <a:pt x="75001" y="43723"/>
                  <a:pt x="80085" y="38639"/>
                  <a:pt x="86369" y="3863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4" name="Белый — SVG 2">
            <a:extLst>
              <a:ext uri="{FF2B5EF4-FFF2-40B4-BE49-F238E27FC236}">
                <a16:creationId xmlns:a16="http://schemas.microsoft.com/office/drawing/2014/main" id="{15AA64F4-AD9B-C74C-81B9-983FF591ED26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63798 w 127591"/>
              <a:gd name="csY0" fmla="*/ 0 h 131121"/>
              <a:gd name="csX1" fmla="*/ 21265 w 127591"/>
              <a:gd name="csY1" fmla="*/ 42528 h 131121"/>
              <a:gd name="csX2" fmla="*/ 54866 w 127591"/>
              <a:gd name="csY2" fmla="*/ 105418 h 131121"/>
              <a:gd name="csX3" fmla="*/ 63798 w 127591"/>
              <a:gd name="csY3" fmla="*/ 109790 h 131121"/>
              <a:gd name="csX4" fmla="*/ 72713 w 127591"/>
              <a:gd name="csY4" fmla="*/ 105418 h 131121"/>
              <a:gd name="csX5" fmla="*/ 106332 w 127591"/>
              <a:gd name="csY5" fmla="*/ 42528 h 131121"/>
              <a:gd name="csX6" fmla="*/ 63798 w 127591"/>
              <a:gd name="csY6" fmla="*/ 0 h 131121"/>
              <a:gd name="csX7" fmla="*/ 63798 w 127591"/>
              <a:gd name="csY7" fmla="*/ 31896 h 131121"/>
              <a:gd name="csX8" fmla="*/ 74431 w 127591"/>
              <a:gd name="csY8" fmla="*/ 42528 h 131121"/>
              <a:gd name="csX9" fmla="*/ 63798 w 127591"/>
              <a:gd name="csY9" fmla="*/ 53160 h 131121"/>
              <a:gd name="csX10" fmla="*/ 53165 w 127591"/>
              <a:gd name="csY10" fmla="*/ 42528 h 131121"/>
              <a:gd name="csX11" fmla="*/ 63798 w 127591"/>
              <a:gd name="csY11" fmla="*/ 31896 h 131121"/>
              <a:gd name="csX12" fmla="*/ 20278 w 127591"/>
              <a:gd name="csY12" fmla="*/ 88594 h 131121"/>
              <a:gd name="csX13" fmla="*/ 8947 w 127591"/>
              <a:gd name="csY13" fmla="*/ 95959 h 131121"/>
              <a:gd name="csX14" fmla="*/ 1070 w 127591"/>
              <a:gd name="csY14" fmla="*/ 113685 h 131121"/>
              <a:gd name="csX15" fmla="*/ 2005 w 127591"/>
              <a:gd name="csY15" fmla="*/ 125474 h 131121"/>
              <a:gd name="csX16" fmla="*/ 12401 w 127591"/>
              <a:gd name="csY16" fmla="*/ 131122 h 131121"/>
              <a:gd name="csX17" fmla="*/ 115178 w 127591"/>
              <a:gd name="csY17" fmla="*/ 131122 h 131121"/>
              <a:gd name="csX18" fmla="*/ 125574 w 127591"/>
              <a:gd name="csY18" fmla="*/ 125474 h 131121"/>
              <a:gd name="csX19" fmla="*/ 126509 w 127591"/>
              <a:gd name="csY19" fmla="*/ 113685 h 131121"/>
              <a:gd name="csX20" fmla="*/ 118649 w 127591"/>
              <a:gd name="csY20" fmla="*/ 95959 h 131121"/>
              <a:gd name="csX21" fmla="*/ 107301 w 127591"/>
              <a:gd name="csY21" fmla="*/ 88594 h 131121"/>
              <a:gd name="csX22" fmla="*/ 95766 w 127591"/>
              <a:gd name="csY22" fmla="*/ 88594 h 131121"/>
              <a:gd name="csX23" fmla="*/ 88416 w 127591"/>
              <a:gd name="csY23" fmla="*/ 99226 h 131121"/>
              <a:gd name="csX24" fmla="*/ 107301 w 127591"/>
              <a:gd name="csY24" fmla="*/ 99226 h 131121"/>
              <a:gd name="csX25" fmla="*/ 108918 w 127591"/>
              <a:gd name="csY25" fmla="*/ 100280 h 131121"/>
              <a:gd name="csX26" fmla="*/ 116795 w 127591"/>
              <a:gd name="csY26" fmla="*/ 118006 h 131121"/>
              <a:gd name="csX27" fmla="*/ 116659 w 127591"/>
              <a:gd name="csY27" fmla="*/ 119690 h 131121"/>
              <a:gd name="csX28" fmla="*/ 115178 w 127591"/>
              <a:gd name="csY28" fmla="*/ 120490 h 131121"/>
              <a:gd name="csX29" fmla="*/ 12401 w 127591"/>
              <a:gd name="csY29" fmla="*/ 120490 h 131121"/>
              <a:gd name="csX30" fmla="*/ 10920 w 127591"/>
              <a:gd name="csY30" fmla="*/ 119690 h 131121"/>
              <a:gd name="csX31" fmla="*/ 10784 w 127591"/>
              <a:gd name="csY31" fmla="*/ 118006 h 131121"/>
              <a:gd name="csX32" fmla="*/ 18661 w 127591"/>
              <a:gd name="csY32" fmla="*/ 100280 h 131121"/>
              <a:gd name="csX33" fmla="*/ 20278 w 127591"/>
              <a:gd name="csY33" fmla="*/ 99226 h 131121"/>
              <a:gd name="csX34" fmla="*/ 39163 w 127591"/>
              <a:gd name="csY34" fmla="*/ 99226 h 131121"/>
              <a:gd name="csX35" fmla="*/ 31830 w 127591"/>
              <a:gd name="csY35" fmla="*/ 88594 h 131121"/>
              <a:gd name="csX36" fmla="*/ 20278 w 127591"/>
              <a:gd name="csY36" fmla="*/ 88594 h 131121"/>
            </a:gdLst>
            <a:ahLst/>
            <a:cxnLst/>
            <a:rect l="l" t="t" r="r" b="b"/>
            <a:pathLst>
              <a:path w="100000" h="100000">
                <a:moveTo>
                  <a:pt x="50002" y="0"/>
                </a:moveTo>
                <a:cubicBezTo>
                  <a:pt x="32109" y="0"/>
                  <a:pt x="17564" y="14543"/>
                  <a:pt x="17564" y="32434"/>
                </a:cubicBezTo>
                <a:cubicBezTo>
                  <a:pt x="17564" y="45421"/>
                  <a:pt x="33614" y="68059"/>
                  <a:pt x="43190" y="80397"/>
                </a:cubicBezTo>
                <a:cubicBezTo>
                  <a:pt x="44838" y="82512"/>
                  <a:pt x="47316" y="83732"/>
                  <a:pt x="50002" y="83732"/>
                </a:cubicBezTo>
                <a:cubicBezTo>
                  <a:pt x="52675" y="83732"/>
                  <a:pt x="55166" y="82512"/>
                  <a:pt x="56801" y="80397"/>
                </a:cubicBezTo>
                <a:cubicBezTo>
                  <a:pt x="66377" y="68059"/>
                  <a:pt x="82441" y="45421"/>
                  <a:pt x="82441" y="32434"/>
                </a:cubicBezTo>
                <a:cubicBezTo>
                  <a:pt x="82441" y="14543"/>
                  <a:pt x="67882" y="0"/>
                  <a:pt x="50002" y="0"/>
                </a:cubicBezTo>
                <a:close/>
                <a:moveTo>
                  <a:pt x="50002" y="24326"/>
                </a:moveTo>
                <a:cubicBezTo>
                  <a:pt x="54479" y="24326"/>
                  <a:pt x="58111" y="27958"/>
                  <a:pt x="58111" y="32434"/>
                </a:cubicBezTo>
                <a:cubicBezTo>
                  <a:pt x="58111" y="36910"/>
                  <a:pt x="54479" y="40543"/>
                  <a:pt x="50002" y="40543"/>
                </a:cubicBezTo>
                <a:cubicBezTo>
                  <a:pt x="45525" y="40543"/>
                  <a:pt x="41893" y="36910"/>
                  <a:pt x="41893" y="32434"/>
                </a:cubicBezTo>
                <a:cubicBezTo>
                  <a:pt x="41893" y="27958"/>
                  <a:pt x="45525" y="24326"/>
                  <a:pt x="50002" y="24326"/>
                </a:cubicBezTo>
                <a:close/>
                <a:moveTo>
                  <a:pt x="16811" y="67567"/>
                </a:moveTo>
                <a:cubicBezTo>
                  <a:pt x="13087" y="67567"/>
                  <a:pt x="9687" y="69772"/>
                  <a:pt x="8170" y="73184"/>
                </a:cubicBezTo>
                <a:lnTo>
                  <a:pt x="2162" y="86702"/>
                </a:lnTo>
                <a:cubicBezTo>
                  <a:pt x="864" y="89635"/>
                  <a:pt x="1123" y="93008"/>
                  <a:pt x="2875" y="95693"/>
                </a:cubicBezTo>
                <a:cubicBezTo>
                  <a:pt x="4627" y="98392"/>
                  <a:pt x="7598" y="100001"/>
                  <a:pt x="10804" y="100001"/>
                </a:cubicBezTo>
                <a:lnTo>
                  <a:pt x="89187" y="100001"/>
                </a:lnTo>
                <a:cubicBezTo>
                  <a:pt x="92405" y="100001"/>
                  <a:pt x="95364" y="98392"/>
                  <a:pt x="97116" y="95693"/>
                </a:cubicBezTo>
                <a:cubicBezTo>
                  <a:pt x="98880" y="93008"/>
                  <a:pt x="99140" y="89648"/>
                  <a:pt x="97829" y="86702"/>
                </a:cubicBezTo>
                <a:lnTo>
                  <a:pt x="91834" y="73184"/>
                </a:lnTo>
                <a:cubicBezTo>
                  <a:pt x="90317" y="69772"/>
                  <a:pt x="86917" y="67567"/>
                  <a:pt x="83180" y="67567"/>
                </a:cubicBezTo>
                <a:lnTo>
                  <a:pt x="74382" y="67567"/>
                </a:lnTo>
                <a:cubicBezTo>
                  <a:pt x="72657" y="70174"/>
                  <a:pt x="70789" y="72872"/>
                  <a:pt x="68777" y="75675"/>
                </a:cubicBezTo>
                <a:lnTo>
                  <a:pt x="83180" y="75675"/>
                </a:lnTo>
                <a:cubicBezTo>
                  <a:pt x="83712" y="75675"/>
                  <a:pt x="84205" y="75986"/>
                  <a:pt x="84413" y="76479"/>
                </a:cubicBezTo>
                <a:lnTo>
                  <a:pt x="90420" y="89998"/>
                </a:lnTo>
                <a:cubicBezTo>
                  <a:pt x="90680" y="90582"/>
                  <a:pt x="90472" y="91049"/>
                  <a:pt x="90317" y="91282"/>
                </a:cubicBezTo>
                <a:cubicBezTo>
                  <a:pt x="90173" y="91515"/>
                  <a:pt x="89823" y="91892"/>
                  <a:pt x="89187" y="91892"/>
                </a:cubicBezTo>
                <a:lnTo>
                  <a:pt x="10804" y="91892"/>
                </a:lnTo>
                <a:cubicBezTo>
                  <a:pt x="10168" y="91892"/>
                  <a:pt x="9818" y="91503"/>
                  <a:pt x="9674" y="91282"/>
                </a:cubicBezTo>
                <a:cubicBezTo>
                  <a:pt x="9519" y="91049"/>
                  <a:pt x="9311" y="90582"/>
                  <a:pt x="9571" y="89998"/>
                </a:cubicBezTo>
                <a:lnTo>
                  <a:pt x="15578" y="76479"/>
                </a:lnTo>
                <a:cubicBezTo>
                  <a:pt x="15799" y="75999"/>
                  <a:pt x="16279" y="75675"/>
                  <a:pt x="16811" y="75675"/>
                </a:cubicBezTo>
                <a:lnTo>
                  <a:pt x="31214" y="75675"/>
                </a:lnTo>
                <a:cubicBezTo>
                  <a:pt x="29202" y="72872"/>
                  <a:pt x="27334" y="70174"/>
                  <a:pt x="25621" y="67567"/>
                </a:cubicBezTo>
                <a:lnTo>
                  <a:pt x="16811" y="6756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5" name="Белый — SVG 3">
            <a:extLst>
              <a:ext uri="{FF2B5EF4-FFF2-40B4-BE49-F238E27FC236}">
                <a16:creationId xmlns:a16="http://schemas.microsoft.com/office/drawing/2014/main" id="{D59534CF-A6F0-2041-AB56-5E43B79615CF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70896 w 141776"/>
              <a:gd name="csY0" fmla="*/ 0 h 152392"/>
              <a:gd name="csX1" fmla="*/ 10634 w 141776"/>
              <a:gd name="csY1" fmla="*/ 60253 h 152392"/>
              <a:gd name="csX2" fmla="*/ 20927 w 141776"/>
              <a:gd name="csY2" fmla="*/ 93901 h 152392"/>
              <a:gd name="csX3" fmla="*/ 1566 w 141776"/>
              <a:gd name="csY3" fmla="*/ 113277 h 152392"/>
              <a:gd name="csX4" fmla="*/ 205 w 141776"/>
              <a:gd name="csY4" fmla="*/ 115607 h 152392"/>
              <a:gd name="csX5" fmla="*/ 154 w 141776"/>
              <a:gd name="csY5" fmla="*/ 118295 h 152392"/>
              <a:gd name="csX6" fmla="*/ 1447 w 141776"/>
              <a:gd name="csY6" fmla="*/ 120677 h 152392"/>
              <a:gd name="csX7" fmla="*/ 3727 w 141776"/>
              <a:gd name="csY7" fmla="*/ 122106 h 152392"/>
              <a:gd name="csX8" fmla="*/ 24534 w 141776"/>
              <a:gd name="csY8" fmla="*/ 128638 h 152392"/>
              <a:gd name="csX9" fmla="*/ 30251 w 141776"/>
              <a:gd name="csY9" fmla="*/ 148541 h 152392"/>
              <a:gd name="csX10" fmla="*/ 31663 w 141776"/>
              <a:gd name="csY10" fmla="*/ 150888 h 152392"/>
              <a:gd name="csX11" fmla="*/ 34028 w 141776"/>
              <a:gd name="csY11" fmla="*/ 152215 h 152392"/>
              <a:gd name="csX12" fmla="*/ 36767 w 141776"/>
              <a:gd name="csY12" fmla="*/ 152198 h 152392"/>
              <a:gd name="csX13" fmla="*/ 39115 w 141776"/>
              <a:gd name="csY13" fmla="*/ 150837 h 152392"/>
              <a:gd name="csX14" fmla="*/ 69007 w 141776"/>
              <a:gd name="csY14" fmla="*/ 120949 h 152392"/>
              <a:gd name="csX15" fmla="*/ 69483 w 141776"/>
              <a:gd name="csY15" fmla="*/ 120422 h 152392"/>
              <a:gd name="csX16" fmla="*/ 70896 w 141776"/>
              <a:gd name="csY16" fmla="*/ 120490 h 152392"/>
              <a:gd name="csX17" fmla="*/ 72240 w 141776"/>
              <a:gd name="csY17" fmla="*/ 120422 h 152392"/>
              <a:gd name="csX18" fmla="*/ 102660 w 141776"/>
              <a:gd name="csY18" fmla="*/ 150837 h 152392"/>
              <a:gd name="csX19" fmla="*/ 105025 w 141776"/>
              <a:gd name="csY19" fmla="*/ 152198 h 152392"/>
              <a:gd name="csX20" fmla="*/ 107747 w 141776"/>
              <a:gd name="csY20" fmla="*/ 152215 h 152392"/>
              <a:gd name="csX21" fmla="*/ 110129 w 141776"/>
              <a:gd name="csY21" fmla="*/ 150888 h 152392"/>
              <a:gd name="csX22" fmla="*/ 111523 w 141776"/>
              <a:gd name="csY22" fmla="*/ 148541 h 152392"/>
              <a:gd name="csX23" fmla="*/ 117241 w 141776"/>
              <a:gd name="csY23" fmla="*/ 128638 h 152392"/>
              <a:gd name="csX24" fmla="*/ 138048 w 141776"/>
              <a:gd name="csY24" fmla="*/ 122106 h 152392"/>
              <a:gd name="csX25" fmla="*/ 140345 w 141776"/>
              <a:gd name="csY25" fmla="*/ 120677 h 152392"/>
              <a:gd name="csX26" fmla="*/ 141621 w 141776"/>
              <a:gd name="csY26" fmla="*/ 118295 h 152392"/>
              <a:gd name="csX27" fmla="*/ 141587 w 141776"/>
              <a:gd name="csY27" fmla="*/ 115607 h 152392"/>
              <a:gd name="csX28" fmla="*/ 140225 w 141776"/>
              <a:gd name="csY28" fmla="*/ 113277 h 152392"/>
              <a:gd name="csX29" fmla="*/ 120847 w 141776"/>
              <a:gd name="csY29" fmla="*/ 93901 h 152392"/>
              <a:gd name="csX30" fmla="*/ 131140 w 141776"/>
              <a:gd name="csY30" fmla="*/ 60253 h 152392"/>
              <a:gd name="csX31" fmla="*/ 70896 w 141776"/>
              <a:gd name="csY31" fmla="*/ 0 h 152392"/>
              <a:gd name="csX32" fmla="*/ 72223 w 141776"/>
              <a:gd name="csY32" fmla="*/ 35468 h 152392"/>
              <a:gd name="csX33" fmla="*/ 75779 w 141776"/>
              <a:gd name="csY33" fmla="*/ 36438 h 152392"/>
              <a:gd name="csX34" fmla="*/ 77974 w 141776"/>
              <a:gd name="csY34" fmla="*/ 40759 h 152392"/>
              <a:gd name="csX35" fmla="*/ 77974 w 141776"/>
              <a:gd name="csY35" fmla="*/ 79731 h 152392"/>
              <a:gd name="csX36" fmla="*/ 72665 w 141776"/>
              <a:gd name="csY36" fmla="*/ 85056 h 152392"/>
              <a:gd name="csX37" fmla="*/ 67340 w 141776"/>
              <a:gd name="csY37" fmla="*/ 79731 h 152392"/>
              <a:gd name="csX38" fmla="*/ 67340 w 141776"/>
              <a:gd name="csY38" fmla="*/ 48124 h 152392"/>
              <a:gd name="csX39" fmla="*/ 63716 w 141776"/>
              <a:gd name="csY39" fmla="*/ 49349 h 152392"/>
              <a:gd name="csX40" fmla="*/ 56979 w 141776"/>
              <a:gd name="csY40" fmla="*/ 45981 h 152392"/>
              <a:gd name="csX41" fmla="*/ 60347 w 141776"/>
              <a:gd name="csY41" fmla="*/ 39262 h 152392"/>
              <a:gd name="csX42" fmla="*/ 70981 w 141776"/>
              <a:gd name="csY42" fmla="*/ 35706 h 152392"/>
              <a:gd name="csX43" fmla="*/ 72223 w 141776"/>
              <a:gd name="csY43" fmla="*/ 35468 h 152392"/>
              <a:gd name="csX44" fmla="*/ 38996 w 141776"/>
              <a:gd name="csY44" fmla="*/ 53160 h 152392"/>
              <a:gd name="csX45" fmla="*/ 46073 w 141776"/>
              <a:gd name="csY45" fmla="*/ 60253 h 152392"/>
              <a:gd name="csX46" fmla="*/ 38996 w 141776"/>
              <a:gd name="csY46" fmla="*/ 67330 h 152392"/>
              <a:gd name="csX47" fmla="*/ 31901 w 141776"/>
              <a:gd name="csY47" fmla="*/ 60253 h 152392"/>
              <a:gd name="csX48" fmla="*/ 38996 w 141776"/>
              <a:gd name="csY48" fmla="*/ 53160 h 152392"/>
              <a:gd name="csX49" fmla="*/ 102796 w 141776"/>
              <a:gd name="csY49" fmla="*/ 53160 h 152392"/>
              <a:gd name="csX50" fmla="*/ 109874 w 141776"/>
              <a:gd name="csY50" fmla="*/ 60253 h 152392"/>
              <a:gd name="csX51" fmla="*/ 102796 w 141776"/>
              <a:gd name="csY51" fmla="*/ 67330 h 152392"/>
              <a:gd name="csX52" fmla="*/ 95701 w 141776"/>
              <a:gd name="csY52" fmla="*/ 60253 h 152392"/>
              <a:gd name="csX53" fmla="*/ 102796 w 141776"/>
              <a:gd name="csY53" fmla="*/ 53160 h 152392"/>
              <a:gd name="csX54" fmla="*/ 27699 w 141776"/>
              <a:gd name="csY54" fmla="*/ 102169 h 152392"/>
              <a:gd name="csX55" fmla="*/ 56298 w 141776"/>
              <a:gd name="csY55" fmla="*/ 118635 h 152392"/>
              <a:gd name="csX56" fmla="*/ 37975 w 141776"/>
              <a:gd name="csY56" fmla="*/ 136939 h 152392"/>
              <a:gd name="csX57" fmla="*/ 33960 w 141776"/>
              <a:gd name="csY57" fmla="*/ 122956 h 152392"/>
              <a:gd name="csX58" fmla="*/ 32667 w 141776"/>
              <a:gd name="csY58" fmla="*/ 120711 h 152392"/>
              <a:gd name="csX59" fmla="*/ 30455 w 141776"/>
              <a:gd name="csY59" fmla="*/ 119367 h 152392"/>
              <a:gd name="csX60" fmla="*/ 15279 w 141776"/>
              <a:gd name="csY60" fmla="*/ 114604 h 152392"/>
              <a:gd name="csX61" fmla="*/ 27699 w 141776"/>
              <a:gd name="csY61" fmla="*/ 102169 h 152392"/>
              <a:gd name="csX62" fmla="*/ 114075 w 141776"/>
              <a:gd name="csY62" fmla="*/ 102169 h 152392"/>
              <a:gd name="csX63" fmla="*/ 126496 w 141776"/>
              <a:gd name="csY63" fmla="*/ 114604 h 152392"/>
              <a:gd name="csX64" fmla="*/ 111337 w 141776"/>
              <a:gd name="csY64" fmla="*/ 119367 h 152392"/>
              <a:gd name="csX65" fmla="*/ 109125 w 141776"/>
              <a:gd name="csY65" fmla="*/ 120711 h 152392"/>
              <a:gd name="csX66" fmla="*/ 107815 w 141776"/>
              <a:gd name="csY66" fmla="*/ 122956 h 152392"/>
              <a:gd name="csX67" fmla="*/ 103799 w 141776"/>
              <a:gd name="csY67" fmla="*/ 136939 h 152392"/>
              <a:gd name="csX68" fmla="*/ 85493 w 141776"/>
              <a:gd name="csY68" fmla="*/ 118635 h 152392"/>
              <a:gd name="csX69" fmla="*/ 114075 w 141776"/>
              <a:gd name="csY69" fmla="*/ 102169 h 152392"/>
            </a:gdLst>
            <a:ahLst/>
            <a:cxnLst/>
            <a:rect l="l" t="t" r="r" b="b"/>
            <a:pathLst>
              <a:path w="100000" h="100000">
                <a:moveTo>
                  <a:pt x="50005" y="0"/>
                </a:moveTo>
                <a:cubicBezTo>
                  <a:pt x="28201" y="0"/>
                  <a:pt x="10461" y="17737"/>
                  <a:pt x="10461" y="39538"/>
                </a:cubicBezTo>
                <a:cubicBezTo>
                  <a:pt x="10461" y="47709"/>
                  <a:pt x="12951" y="55311"/>
                  <a:pt x="17215" y="61618"/>
                </a:cubicBezTo>
                <a:lnTo>
                  <a:pt x="4511" y="74333"/>
                </a:lnTo>
                <a:cubicBezTo>
                  <a:pt x="4087" y="74757"/>
                  <a:pt x="3774" y="75282"/>
                  <a:pt x="3618" y="75862"/>
                </a:cubicBezTo>
                <a:cubicBezTo>
                  <a:pt x="3450" y="76442"/>
                  <a:pt x="3439" y="77045"/>
                  <a:pt x="3584" y="77625"/>
                </a:cubicBezTo>
                <a:cubicBezTo>
                  <a:pt x="3729" y="78217"/>
                  <a:pt x="4020" y="78753"/>
                  <a:pt x="4433" y="79189"/>
                </a:cubicBezTo>
                <a:cubicBezTo>
                  <a:pt x="4834" y="79624"/>
                  <a:pt x="5359" y="79948"/>
                  <a:pt x="5929" y="80126"/>
                </a:cubicBezTo>
                <a:lnTo>
                  <a:pt x="19582" y="84413"/>
                </a:lnTo>
                <a:lnTo>
                  <a:pt x="23334" y="97473"/>
                </a:lnTo>
                <a:cubicBezTo>
                  <a:pt x="23501" y="98054"/>
                  <a:pt x="23825" y="98589"/>
                  <a:pt x="24260" y="99013"/>
                </a:cubicBezTo>
                <a:cubicBezTo>
                  <a:pt x="24696" y="99438"/>
                  <a:pt x="25232" y="99739"/>
                  <a:pt x="25812" y="99884"/>
                </a:cubicBezTo>
                <a:cubicBezTo>
                  <a:pt x="26404" y="100041"/>
                  <a:pt x="27018" y="100041"/>
                  <a:pt x="27610" y="99873"/>
                </a:cubicBezTo>
                <a:cubicBezTo>
                  <a:pt x="28190" y="99717"/>
                  <a:pt x="28726" y="99404"/>
                  <a:pt x="29150" y="98980"/>
                </a:cubicBezTo>
                <a:lnTo>
                  <a:pt x="48766" y="79367"/>
                </a:lnTo>
                <a:cubicBezTo>
                  <a:pt x="48878" y="79255"/>
                  <a:pt x="48978" y="79144"/>
                  <a:pt x="49078" y="79021"/>
                </a:cubicBezTo>
                <a:cubicBezTo>
                  <a:pt x="49391" y="79032"/>
                  <a:pt x="49693" y="79066"/>
                  <a:pt x="50005" y="79066"/>
                </a:cubicBezTo>
                <a:cubicBezTo>
                  <a:pt x="50306" y="79066"/>
                  <a:pt x="50597" y="79032"/>
                  <a:pt x="50887" y="79021"/>
                </a:cubicBezTo>
                <a:lnTo>
                  <a:pt x="70849" y="98980"/>
                </a:lnTo>
                <a:cubicBezTo>
                  <a:pt x="71273" y="99404"/>
                  <a:pt x="71809" y="99717"/>
                  <a:pt x="72401" y="99873"/>
                </a:cubicBezTo>
                <a:cubicBezTo>
                  <a:pt x="72981" y="100041"/>
                  <a:pt x="73595" y="100041"/>
                  <a:pt x="74187" y="99884"/>
                </a:cubicBezTo>
                <a:cubicBezTo>
                  <a:pt x="74778" y="99739"/>
                  <a:pt x="75314" y="99438"/>
                  <a:pt x="75750" y="99013"/>
                </a:cubicBezTo>
                <a:cubicBezTo>
                  <a:pt x="76185" y="98589"/>
                  <a:pt x="76497" y="98054"/>
                  <a:pt x="76665" y="97473"/>
                </a:cubicBezTo>
                <a:lnTo>
                  <a:pt x="80417" y="84413"/>
                </a:lnTo>
                <a:lnTo>
                  <a:pt x="94071" y="80126"/>
                </a:lnTo>
                <a:cubicBezTo>
                  <a:pt x="94651" y="79948"/>
                  <a:pt x="95164" y="79624"/>
                  <a:pt x="95578" y="79189"/>
                </a:cubicBezTo>
                <a:cubicBezTo>
                  <a:pt x="95991" y="78753"/>
                  <a:pt x="96281" y="78217"/>
                  <a:pt x="96415" y="77625"/>
                </a:cubicBezTo>
                <a:cubicBezTo>
                  <a:pt x="96560" y="77045"/>
                  <a:pt x="96548" y="76442"/>
                  <a:pt x="96393" y="75862"/>
                </a:cubicBezTo>
                <a:cubicBezTo>
                  <a:pt x="96225" y="75282"/>
                  <a:pt x="95924" y="74757"/>
                  <a:pt x="95499" y="74333"/>
                </a:cubicBezTo>
                <a:lnTo>
                  <a:pt x="82783" y="61618"/>
                </a:lnTo>
                <a:cubicBezTo>
                  <a:pt x="87048" y="55311"/>
                  <a:pt x="89538" y="47709"/>
                  <a:pt x="89538" y="39538"/>
                </a:cubicBezTo>
                <a:cubicBezTo>
                  <a:pt x="89538" y="17737"/>
                  <a:pt x="71809" y="0"/>
                  <a:pt x="50005" y="0"/>
                </a:cubicBezTo>
                <a:close/>
                <a:moveTo>
                  <a:pt x="50876" y="23274"/>
                </a:moveTo>
                <a:cubicBezTo>
                  <a:pt x="51691" y="23196"/>
                  <a:pt x="52517" y="23419"/>
                  <a:pt x="53209" y="23911"/>
                </a:cubicBezTo>
                <a:cubicBezTo>
                  <a:pt x="54114" y="24569"/>
                  <a:pt x="54650" y="25618"/>
                  <a:pt x="54650" y="26746"/>
                </a:cubicBezTo>
                <a:lnTo>
                  <a:pt x="54650" y="52320"/>
                </a:lnTo>
                <a:cubicBezTo>
                  <a:pt x="54650" y="54251"/>
                  <a:pt x="53097" y="55814"/>
                  <a:pt x="51166" y="55814"/>
                </a:cubicBezTo>
                <a:cubicBezTo>
                  <a:pt x="49235" y="55814"/>
                  <a:pt x="47672" y="54251"/>
                  <a:pt x="47672" y="52320"/>
                </a:cubicBezTo>
                <a:lnTo>
                  <a:pt x="47672" y="31579"/>
                </a:lnTo>
                <a:lnTo>
                  <a:pt x="45294" y="32383"/>
                </a:lnTo>
                <a:cubicBezTo>
                  <a:pt x="43463" y="32997"/>
                  <a:pt x="41487" y="32004"/>
                  <a:pt x="40873" y="30173"/>
                </a:cubicBezTo>
                <a:cubicBezTo>
                  <a:pt x="40270" y="28342"/>
                  <a:pt x="41252" y="26366"/>
                  <a:pt x="43083" y="25764"/>
                </a:cubicBezTo>
                <a:lnTo>
                  <a:pt x="50061" y="23430"/>
                </a:lnTo>
                <a:cubicBezTo>
                  <a:pt x="50329" y="23341"/>
                  <a:pt x="50597" y="23296"/>
                  <a:pt x="50876" y="23274"/>
                </a:cubicBezTo>
                <a:close/>
                <a:moveTo>
                  <a:pt x="29072" y="34884"/>
                </a:moveTo>
                <a:cubicBezTo>
                  <a:pt x="31640" y="34884"/>
                  <a:pt x="33716" y="36960"/>
                  <a:pt x="33716" y="39538"/>
                </a:cubicBezTo>
                <a:cubicBezTo>
                  <a:pt x="33716" y="42106"/>
                  <a:pt x="31640" y="44182"/>
                  <a:pt x="29072" y="44182"/>
                </a:cubicBezTo>
                <a:cubicBezTo>
                  <a:pt x="26494" y="44182"/>
                  <a:pt x="24417" y="42106"/>
                  <a:pt x="24417" y="39538"/>
                </a:cubicBezTo>
                <a:cubicBezTo>
                  <a:pt x="24417" y="36960"/>
                  <a:pt x="26494" y="34884"/>
                  <a:pt x="29072" y="34884"/>
                </a:cubicBezTo>
                <a:close/>
                <a:moveTo>
                  <a:pt x="70938" y="34884"/>
                </a:moveTo>
                <a:cubicBezTo>
                  <a:pt x="73506" y="34884"/>
                  <a:pt x="75583" y="36960"/>
                  <a:pt x="75583" y="39538"/>
                </a:cubicBezTo>
                <a:cubicBezTo>
                  <a:pt x="75583" y="42106"/>
                  <a:pt x="73506" y="44182"/>
                  <a:pt x="70938" y="44182"/>
                </a:cubicBezTo>
                <a:cubicBezTo>
                  <a:pt x="68359" y="44182"/>
                  <a:pt x="66282" y="42106"/>
                  <a:pt x="66282" y="39538"/>
                </a:cubicBezTo>
                <a:cubicBezTo>
                  <a:pt x="66282" y="36960"/>
                  <a:pt x="68359" y="34884"/>
                  <a:pt x="70938" y="34884"/>
                </a:cubicBezTo>
                <a:close/>
                <a:moveTo>
                  <a:pt x="21659" y="67044"/>
                </a:moveTo>
                <a:cubicBezTo>
                  <a:pt x="26705" y="72245"/>
                  <a:pt x="33170" y="76030"/>
                  <a:pt x="40426" y="77849"/>
                </a:cubicBezTo>
                <a:lnTo>
                  <a:pt x="28402" y="89860"/>
                </a:lnTo>
                <a:lnTo>
                  <a:pt x="25768" y="80684"/>
                </a:lnTo>
                <a:cubicBezTo>
                  <a:pt x="25612" y="80137"/>
                  <a:pt x="25321" y="79624"/>
                  <a:pt x="24919" y="79211"/>
                </a:cubicBezTo>
                <a:cubicBezTo>
                  <a:pt x="24506" y="78798"/>
                  <a:pt x="24014" y="78496"/>
                  <a:pt x="23468" y="78329"/>
                </a:cubicBezTo>
                <a:lnTo>
                  <a:pt x="13509" y="75203"/>
                </a:lnTo>
                <a:lnTo>
                  <a:pt x="21659" y="67044"/>
                </a:lnTo>
                <a:close/>
                <a:moveTo>
                  <a:pt x="78339" y="67044"/>
                </a:moveTo>
                <a:lnTo>
                  <a:pt x="86490" y="75203"/>
                </a:lnTo>
                <a:lnTo>
                  <a:pt x="76543" y="78329"/>
                </a:lnTo>
                <a:cubicBezTo>
                  <a:pt x="75995" y="78496"/>
                  <a:pt x="75493" y="78798"/>
                  <a:pt x="75091" y="79211"/>
                </a:cubicBezTo>
                <a:cubicBezTo>
                  <a:pt x="74689" y="79624"/>
                  <a:pt x="74388" y="80137"/>
                  <a:pt x="74232" y="80684"/>
                </a:cubicBezTo>
                <a:lnTo>
                  <a:pt x="71596" y="89860"/>
                </a:lnTo>
                <a:lnTo>
                  <a:pt x="59584" y="77849"/>
                </a:lnTo>
                <a:cubicBezTo>
                  <a:pt x="66830" y="76030"/>
                  <a:pt x="73293" y="72245"/>
                  <a:pt x="78339" y="6704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6" name="Белый — SVG 4">
            <a:extLst>
              <a:ext uri="{FF2B5EF4-FFF2-40B4-BE49-F238E27FC236}">
                <a16:creationId xmlns:a16="http://schemas.microsoft.com/office/drawing/2014/main" id="{8FDB3BC0-3029-0640-AC3F-C8D06284434A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77956 w 155946"/>
              <a:gd name="csY0" fmla="*/ 52717 h 155940"/>
              <a:gd name="csX1" fmla="*/ 109022 w 155946"/>
              <a:gd name="csY1" fmla="*/ 21672 h 155940"/>
              <a:gd name="csX2" fmla="*/ 93965 w 155946"/>
              <a:gd name="csY2" fmla="*/ 6617 h 155940"/>
              <a:gd name="csX3" fmla="*/ 77973 w 155946"/>
              <a:gd name="csY3" fmla="*/ 0 h 155940"/>
              <a:gd name="csX4" fmla="*/ 61997 w 155946"/>
              <a:gd name="csY4" fmla="*/ 6617 h 155940"/>
              <a:gd name="csX5" fmla="*/ 46923 w 155946"/>
              <a:gd name="csY5" fmla="*/ 21689 h 155940"/>
              <a:gd name="csX6" fmla="*/ 77956 w 155946"/>
              <a:gd name="csY6" fmla="*/ 52717 h 155940"/>
              <a:gd name="csX7" fmla="*/ 116542 w 155946"/>
              <a:gd name="csY7" fmla="*/ 29174 h 155940"/>
              <a:gd name="csX8" fmla="*/ 85475 w 155946"/>
              <a:gd name="csY8" fmla="*/ 60236 h 155940"/>
              <a:gd name="csX9" fmla="*/ 113445 w 155946"/>
              <a:gd name="csY9" fmla="*/ 88186 h 155940"/>
              <a:gd name="csX10" fmla="*/ 144648 w 155946"/>
              <a:gd name="csY10" fmla="*/ 57276 h 155940"/>
              <a:gd name="csX11" fmla="*/ 116542 w 155946"/>
              <a:gd name="csY11" fmla="*/ 29174 h 155940"/>
              <a:gd name="csX12" fmla="*/ 70452 w 155946"/>
              <a:gd name="csY12" fmla="*/ 60236 h 155940"/>
              <a:gd name="csX13" fmla="*/ 39403 w 155946"/>
              <a:gd name="csY13" fmla="*/ 29208 h 155940"/>
              <a:gd name="csX14" fmla="*/ 6618 w 155946"/>
              <a:gd name="csY14" fmla="*/ 61988 h 155940"/>
              <a:gd name="csX15" fmla="*/ 0 w 155946"/>
              <a:gd name="csY15" fmla="*/ 77962 h 155940"/>
              <a:gd name="csX16" fmla="*/ 6618 w 155946"/>
              <a:gd name="csY16" fmla="*/ 93952 h 155940"/>
              <a:gd name="csX17" fmla="*/ 21692 w 155946"/>
              <a:gd name="csY17" fmla="*/ 109007 h 155940"/>
              <a:gd name="csX18" fmla="*/ 70452 w 155946"/>
              <a:gd name="csY18" fmla="*/ 60236 h 155940"/>
              <a:gd name="csX19" fmla="*/ 120966 w 155946"/>
              <a:gd name="csY19" fmla="*/ 95704 h 155940"/>
              <a:gd name="csX20" fmla="*/ 134270 w 155946"/>
              <a:gd name="csY20" fmla="*/ 109007 h 155940"/>
              <a:gd name="csX21" fmla="*/ 149327 w 155946"/>
              <a:gd name="csY21" fmla="*/ 93952 h 155940"/>
              <a:gd name="csX22" fmla="*/ 155945 w 155946"/>
              <a:gd name="csY22" fmla="*/ 78115 h 155940"/>
              <a:gd name="csX23" fmla="*/ 151896 w 155946"/>
              <a:gd name="csY23" fmla="*/ 65050 h 155940"/>
              <a:gd name="csX24" fmla="*/ 120966 w 155946"/>
              <a:gd name="csY24" fmla="*/ 95704 h 155940"/>
              <a:gd name="csX25" fmla="*/ 77956 w 155946"/>
              <a:gd name="csY25" fmla="*/ 67755 h 155940"/>
              <a:gd name="csX26" fmla="*/ 29195 w 155946"/>
              <a:gd name="csY26" fmla="*/ 116526 h 155940"/>
              <a:gd name="csX27" fmla="*/ 61997 w 155946"/>
              <a:gd name="csY27" fmla="*/ 149307 h 155940"/>
              <a:gd name="csX28" fmla="*/ 77973 w 155946"/>
              <a:gd name="csY28" fmla="*/ 155941 h 155940"/>
              <a:gd name="csX29" fmla="*/ 93965 w 155946"/>
              <a:gd name="csY29" fmla="*/ 149307 h 155940"/>
              <a:gd name="csX30" fmla="*/ 126750 w 155946"/>
              <a:gd name="csY30" fmla="*/ 116526 h 155940"/>
              <a:gd name="csX31" fmla="*/ 77956 w 155946"/>
              <a:gd name="csY31" fmla="*/ 67755 h 155940"/>
            </a:gdLst>
            <a:ahLst/>
            <a:cxnLst/>
            <a:rect l="l" t="t" r="r" b="b"/>
            <a:pathLst>
              <a:path w="100000" h="100000">
                <a:moveTo>
                  <a:pt x="49989" y="33807"/>
                </a:moveTo>
                <a:lnTo>
                  <a:pt x="69910" y="13899"/>
                </a:lnTo>
                <a:lnTo>
                  <a:pt x="60255" y="4245"/>
                </a:lnTo>
                <a:cubicBezTo>
                  <a:pt x="57517" y="1507"/>
                  <a:pt x="53872" y="2"/>
                  <a:pt x="50000" y="2"/>
                </a:cubicBezTo>
                <a:cubicBezTo>
                  <a:pt x="46127" y="2"/>
                  <a:pt x="42483" y="1507"/>
                  <a:pt x="39755" y="4245"/>
                </a:cubicBezTo>
                <a:lnTo>
                  <a:pt x="30089" y="13910"/>
                </a:lnTo>
                <a:lnTo>
                  <a:pt x="49989" y="33807"/>
                </a:lnTo>
                <a:close/>
                <a:moveTo>
                  <a:pt x="74732" y="18710"/>
                </a:moveTo>
                <a:lnTo>
                  <a:pt x="54811" y="38628"/>
                </a:lnTo>
                <a:lnTo>
                  <a:pt x="72746" y="56551"/>
                </a:lnTo>
                <a:lnTo>
                  <a:pt x="92755" y="36730"/>
                </a:lnTo>
                <a:lnTo>
                  <a:pt x="74732" y="18710"/>
                </a:lnTo>
                <a:close/>
                <a:moveTo>
                  <a:pt x="45177" y="38628"/>
                </a:moveTo>
                <a:lnTo>
                  <a:pt x="25267" y="18731"/>
                </a:lnTo>
                <a:lnTo>
                  <a:pt x="4244" y="39752"/>
                </a:lnTo>
                <a:cubicBezTo>
                  <a:pt x="1506" y="42490"/>
                  <a:pt x="0" y="46133"/>
                  <a:pt x="0" y="49995"/>
                </a:cubicBezTo>
                <a:cubicBezTo>
                  <a:pt x="0" y="53867"/>
                  <a:pt x="1506" y="57510"/>
                  <a:pt x="4244" y="60248"/>
                </a:cubicBezTo>
                <a:lnTo>
                  <a:pt x="13910" y="69902"/>
                </a:lnTo>
                <a:lnTo>
                  <a:pt x="45177" y="38628"/>
                </a:lnTo>
                <a:close/>
                <a:moveTo>
                  <a:pt x="77569" y="61372"/>
                </a:moveTo>
                <a:lnTo>
                  <a:pt x="86100" y="69902"/>
                </a:lnTo>
                <a:lnTo>
                  <a:pt x="95756" y="60248"/>
                </a:lnTo>
                <a:cubicBezTo>
                  <a:pt x="98472" y="57533"/>
                  <a:pt x="99978" y="53922"/>
                  <a:pt x="99999" y="50093"/>
                </a:cubicBezTo>
                <a:cubicBezTo>
                  <a:pt x="100032" y="47061"/>
                  <a:pt x="99116" y="44159"/>
                  <a:pt x="97403" y="41715"/>
                </a:cubicBezTo>
                <a:lnTo>
                  <a:pt x="77569" y="61372"/>
                </a:lnTo>
                <a:close/>
                <a:moveTo>
                  <a:pt x="49989" y="43450"/>
                </a:moveTo>
                <a:lnTo>
                  <a:pt x="18721" y="74724"/>
                </a:lnTo>
                <a:lnTo>
                  <a:pt x="39755" y="95745"/>
                </a:lnTo>
                <a:cubicBezTo>
                  <a:pt x="42483" y="98482"/>
                  <a:pt x="46127" y="99999"/>
                  <a:pt x="50000" y="99999"/>
                </a:cubicBezTo>
                <a:cubicBezTo>
                  <a:pt x="53883" y="99999"/>
                  <a:pt x="57517" y="98482"/>
                  <a:pt x="60255" y="95745"/>
                </a:cubicBezTo>
                <a:lnTo>
                  <a:pt x="81278" y="74724"/>
                </a:lnTo>
                <a:lnTo>
                  <a:pt x="49989" y="4345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7" name="Белый — SVG 5">
            <a:extLst>
              <a:ext uri="{FF2B5EF4-FFF2-40B4-BE49-F238E27FC236}">
                <a16:creationId xmlns:a16="http://schemas.microsoft.com/office/drawing/2014/main" id="{8BCFEA61-4749-5A45-826C-6292B97F6CDA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109772 w 131243"/>
              <a:gd name="csY0" fmla="*/ 1 h 134864"/>
              <a:gd name="csX1" fmla="*/ 106675 w 131243"/>
              <a:gd name="csY1" fmla="*/ 766 h 134864"/>
              <a:gd name="csX2" fmla="*/ 104225 w 131243"/>
              <a:gd name="csY2" fmla="*/ 2807 h 134864"/>
              <a:gd name="csX3" fmla="*/ 90683 w 131243"/>
              <a:gd name="csY3" fmla="*/ 16349 h 134864"/>
              <a:gd name="csX4" fmla="*/ 89101 w 131243"/>
              <a:gd name="csY4" fmla="*/ 18645 h 134864"/>
              <a:gd name="csX5" fmla="*/ 88505 w 131243"/>
              <a:gd name="csY5" fmla="*/ 21384 h 134864"/>
              <a:gd name="csX6" fmla="*/ 89032 w 131243"/>
              <a:gd name="csY6" fmla="*/ 24139 h 134864"/>
              <a:gd name="csX7" fmla="*/ 90581 w 131243"/>
              <a:gd name="csY7" fmla="*/ 26470 h 134864"/>
              <a:gd name="csX8" fmla="*/ 92929 w 131243"/>
              <a:gd name="csY8" fmla="*/ 28035 h 134864"/>
              <a:gd name="csX9" fmla="*/ 95668 w 131243"/>
              <a:gd name="csY9" fmla="*/ 28545 h 134864"/>
              <a:gd name="csX10" fmla="*/ 98407 w 131243"/>
              <a:gd name="csY10" fmla="*/ 27967 h 134864"/>
              <a:gd name="csX11" fmla="*/ 100720 w 131243"/>
              <a:gd name="csY11" fmla="*/ 26368 h 134864"/>
              <a:gd name="csX12" fmla="*/ 102796 w 131243"/>
              <a:gd name="csY12" fmla="*/ 24293 h 134864"/>
              <a:gd name="csX13" fmla="*/ 102796 w 131243"/>
              <a:gd name="csY13" fmla="*/ 35537 h 134864"/>
              <a:gd name="csX14" fmla="*/ 74435 w 131243"/>
              <a:gd name="csY14" fmla="*/ 63895 h 134864"/>
              <a:gd name="csX15" fmla="*/ 42535 w 131243"/>
              <a:gd name="csY15" fmla="*/ 63895 h 134864"/>
              <a:gd name="csX16" fmla="*/ 1 w 131243"/>
              <a:gd name="csY16" fmla="*/ 106422 h 134864"/>
              <a:gd name="csX17" fmla="*/ 1 w 131243"/>
              <a:gd name="csY17" fmla="*/ 127686 h 134864"/>
              <a:gd name="csX18" fmla="*/ 512 w 131243"/>
              <a:gd name="csY18" fmla="*/ 130425 h 134864"/>
              <a:gd name="csX19" fmla="*/ 2043 w 131243"/>
              <a:gd name="csY19" fmla="*/ 132756 h 134864"/>
              <a:gd name="csX20" fmla="*/ 4357 w 131243"/>
              <a:gd name="csY20" fmla="*/ 134320 h 134864"/>
              <a:gd name="csX21" fmla="*/ 7096 w 131243"/>
              <a:gd name="csY21" fmla="*/ 134865 h 134864"/>
              <a:gd name="csX22" fmla="*/ 9835 w 131243"/>
              <a:gd name="csY22" fmla="*/ 134320 h 134864"/>
              <a:gd name="csX23" fmla="*/ 12132 w 131243"/>
              <a:gd name="csY23" fmla="*/ 132756 h 134864"/>
              <a:gd name="csX24" fmla="*/ 13663 w 131243"/>
              <a:gd name="csY24" fmla="*/ 130425 h 134864"/>
              <a:gd name="csX25" fmla="*/ 14173 w 131243"/>
              <a:gd name="csY25" fmla="*/ 127686 h 134864"/>
              <a:gd name="csX26" fmla="*/ 14173 w 131243"/>
              <a:gd name="csY26" fmla="*/ 106422 h 134864"/>
              <a:gd name="csX27" fmla="*/ 42535 w 131243"/>
              <a:gd name="csY27" fmla="*/ 78065 h 134864"/>
              <a:gd name="csX28" fmla="*/ 74435 w 131243"/>
              <a:gd name="csY28" fmla="*/ 78065 h 134864"/>
              <a:gd name="csX29" fmla="*/ 116968 w 131243"/>
              <a:gd name="csY29" fmla="*/ 35537 h 134864"/>
              <a:gd name="csX30" fmla="*/ 116968 w 131243"/>
              <a:gd name="csY30" fmla="*/ 24293 h 134864"/>
              <a:gd name="csX31" fmla="*/ 119044 w 131243"/>
              <a:gd name="csY31" fmla="*/ 26368 h 134864"/>
              <a:gd name="csX32" fmla="*/ 121341 w 131243"/>
              <a:gd name="csY32" fmla="*/ 27967 h 134864"/>
              <a:gd name="csX33" fmla="*/ 124080 w 131243"/>
              <a:gd name="csY33" fmla="*/ 28545 h 134864"/>
              <a:gd name="csX34" fmla="*/ 126836 w 131243"/>
              <a:gd name="csY34" fmla="*/ 28035 h 134864"/>
              <a:gd name="csX35" fmla="*/ 129167 w 131243"/>
              <a:gd name="csY35" fmla="*/ 26470 h 134864"/>
              <a:gd name="csX36" fmla="*/ 130715 w 131243"/>
              <a:gd name="csY36" fmla="*/ 24139 h 134864"/>
              <a:gd name="csX37" fmla="*/ 131242 w 131243"/>
              <a:gd name="csY37" fmla="*/ 21384 h 134864"/>
              <a:gd name="csX38" fmla="*/ 130664 w 131243"/>
              <a:gd name="csY38" fmla="*/ 18645 h 134864"/>
              <a:gd name="csX39" fmla="*/ 129065 w 131243"/>
              <a:gd name="csY39" fmla="*/ 16349 h 134864"/>
              <a:gd name="csX40" fmla="*/ 115505 w 131243"/>
              <a:gd name="csY40" fmla="*/ 2790 h 134864"/>
              <a:gd name="csX41" fmla="*/ 112970 w 131243"/>
              <a:gd name="csY41" fmla="*/ 715 h 134864"/>
              <a:gd name="csX42" fmla="*/ 109772 w 131243"/>
              <a:gd name="csY42" fmla="*/ 1 h 134864"/>
              <a:gd name="csX43" fmla="*/ 35389 w 131243"/>
              <a:gd name="csY43" fmla="*/ 3539 h 134864"/>
              <a:gd name="csX44" fmla="*/ 30438 w 131243"/>
              <a:gd name="csY44" fmla="*/ 5717 h 134864"/>
              <a:gd name="csX45" fmla="*/ 23037 w 131243"/>
              <a:gd name="csY45" fmla="*/ 13116 h 134864"/>
              <a:gd name="csX46" fmla="*/ 15653 w 131243"/>
              <a:gd name="csY46" fmla="*/ 5717 h 134864"/>
              <a:gd name="csX47" fmla="*/ 13323 w 131243"/>
              <a:gd name="csY47" fmla="*/ 4134 h 134864"/>
              <a:gd name="csX48" fmla="*/ 10566 w 131243"/>
              <a:gd name="csY48" fmla="*/ 3573 h 134864"/>
              <a:gd name="csX49" fmla="*/ 6602 w 131243"/>
              <a:gd name="csY49" fmla="*/ 4781 h 134864"/>
              <a:gd name="csX50" fmla="*/ 3999 w 131243"/>
              <a:gd name="csY50" fmla="*/ 7996 h 134864"/>
              <a:gd name="csX51" fmla="*/ 3625 w 131243"/>
              <a:gd name="csY51" fmla="*/ 12113 h 134864"/>
              <a:gd name="csX52" fmla="*/ 5616 w 131243"/>
              <a:gd name="csY52" fmla="*/ 15736 h 134864"/>
              <a:gd name="csX53" fmla="*/ 13016 w 131243"/>
              <a:gd name="csY53" fmla="*/ 23136 h 134864"/>
              <a:gd name="csX54" fmla="*/ 5616 w 131243"/>
              <a:gd name="csY54" fmla="*/ 30519 h 134864"/>
              <a:gd name="csX55" fmla="*/ 4034 w 131243"/>
              <a:gd name="csY55" fmla="*/ 32832 h 134864"/>
              <a:gd name="csX56" fmla="*/ 3438 w 131243"/>
              <a:gd name="csY56" fmla="*/ 35571 h 134864"/>
              <a:gd name="csX57" fmla="*/ 3965 w 131243"/>
              <a:gd name="csY57" fmla="*/ 38327 h 134864"/>
              <a:gd name="csX58" fmla="*/ 5513 w 131243"/>
              <a:gd name="csY58" fmla="*/ 40657 h 134864"/>
              <a:gd name="csX59" fmla="*/ 7862 w 131243"/>
              <a:gd name="csY59" fmla="*/ 42205 h 134864"/>
              <a:gd name="csX60" fmla="*/ 10600 w 131243"/>
              <a:gd name="csY60" fmla="*/ 42733 h 134864"/>
              <a:gd name="csX61" fmla="*/ 13340 w 131243"/>
              <a:gd name="csY61" fmla="*/ 42154 h 134864"/>
              <a:gd name="csX62" fmla="*/ 15653 w 131243"/>
              <a:gd name="csY62" fmla="*/ 40555 h 134864"/>
              <a:gd name="csX63" fmla="*/ 23037 w 131243"/>
              <a:gd name="csY63" fmla="*/ 33155 h 134864"/>
              <a:gd name="csX64" fmla="*/ 30438 w 131243"/>
              <a:gd name="csY64" fmla="*/ 40555 h 134864"/>
              <a:gd name="csX65" fmla="*/ 32735 w 131243"/>
              <a:gd name="csY65" fmla="*/ 42154 h 134864"/>
              <a:gd name="csX66" fmla="*/ 35474 w 131243"/>
              <a:gd name="csY66" fmla="*/ 42733 h 134864"/>
              <a:gd name="csX67" fmla="*/ 38230 w 131243"/>
              <a:gd name="csY67" fmla="*/ 42205 h 134864"/>
              <a:gd name="csX68" fmla="*/ 40561 w 131243"/>
              <a:gd name="csY68" fmla="*/ 40657 h 134864"/>
              <a:gd name="csX69" fmla="*/ 42109 w 131243"/>
              <a:gd name="csY69" fmla="*/ 38327 h 134864"/>
              <a:gd name="csX70" fmla="*/ 42637 w 131243"/>
              <a:gd name="csY70" fmla="*/ 35571 h 134864"/>
              <a:gd name="csX71" fmla="*/ 42058 w 131243"/>
              <a:gd name="csY71" fmla="*/ 32832 h 134864"/>
              <a:gd name="csX72" fmla="*/ 40459 w 131243"/>
              <a:gd name="csY72" fmla="*/ 30519 h 134864"/>
              <a:gd name="csX73" fmla="*/ 33058 w 131243"/>
              <a:gd name="csY73" fmla="*/ 23136 h 134864"/>
              <a:gd name="csX74" fmla="*/ 40459 w 131243"/>
              <a:gd name="csY74" fmla="*/ 15736 h 134864"/>
              <a:gd name="csX75" fmla="*/ 42484 w 131243"/>
              <a:gd name="csY75" fmla="*/ 12079 h 134864"/>
              <a:gd name="csX76" fmla="*/ 42092 w 131243"/>
              <a:gd name="csY76" fmla="*/ 7911 h 134864"/>
              <a:gd name="csX77" fmla="*/ 39421 w 131243"/>
              <a:gd name="csY77" fmla="*/ 4679 h 134864"/>
              <a:gd name="csX78" fmla="*/ 35389 w 131243"/>
              <a:gd name="csY78" fmla="*/ 3539 h 134864"/>
              <a:gd name="csX79" fmla="*/ 101027 w 131243"/>
              <a:gd name="csY79" fmla="*/ 95790 h 134864"/>
              <a:gd name="csX80" fmla="*/ 87229 w 131243"/>
              <a:gd name="csY80" fmla="*/ 101489 h 134864"/>
              <a:gd name="csX81" fmla="*/ 81529 w 131243"/>
              <a:gd name="csY81" fmla="*/ 115285 h 134864"/>
              <a:gd name="csX82" fmla="*/ 87229 w 131243"/>
              <a:gd name="csY82" fmla="*/ 129064 h 134864"/>
              <a:gd name="csX83" fmla="*/ 101027 w 131243"/>
              <a:gd name="csY83" fmla="*/ 134763 h 134864"/>
              <a:gd name="csX84" fmla="*/ 114808 w 131243"/>
              <a:gd name="csY84" fmla="*/ 129064 h 134864"/>
              <a:gd name="csX85" fmla="*/ 120507 w 131243"/>
              <a:gd name="csY85" fmla="*/ 115285 h 134864"/>
              <a:gd name="csX86" fmla="*/ 114808 w 131243"/>
              <a:gd name="csY86" fmla="*/ 101489 h 134864"/>
              <a:gd name="csX87" fmla="*/ 101027 w 131243"/>
              <a:gd name="csY87" fmla="*/ 95790 h 134864"/>
            </a:gdLst>
            <a:ahLst/>
            <a:cxnLst/>
            <a:rect l="l" t="t" r="r" b="b"/>
            <a:pathLst>
              <a:path w="100000" h="100000">
                <a:moveTo>
                  <a:pt x="82737" y="1"/>
                </a:moveTo>
                <a:cubicBezTo>
                  <a:pt x="81942" y="13"/>
                  <a:pt x="81160" y="202"/>
                  <a:pt x="80441" y="568"/>
                </a:cubicBezTo>
                <a:cubicBezTo>
                  <a:pt x="79734" y="934"/>
                  <a:pt x="79116" y="1451"/>
                  <a:pt x="78624" y="2081"/>
                </a:cubicBezTo>
                <a:lnTo>
                  <a:pt x="68583" y="12123"/>
                </a:lnTo>
                <a:cubicBezTo>
                  <a:pt x="68078" y="12614"/>
                  <a:pt x="67687" y="13194"/>
                  <a:pt x="67410" y="13825"/>
                </a:cubicBezTo>
                <a:cubicBezTo>
                  <a:pt x="67132" y="14468"/>
                  <a:pt x="66980" y="15162"/>
                  <a:pt x="66968" y="15856"/>
                </a:cubicBezTo>
                <a:cubicBezTo>
                  <a:pt x="66968" y="16562"/>
                  <a:pt x="67094" y="17256"/>
                  <a:pt x="67359" y="17899"/>
                </a:cubicBezTo>
                <a:cubicBezTo>
                  <a:pt x="67624" y="18555"/>
                  <a:pt x="68015" y="19136"/>
                  <a:pt x="68507" y="19627"/>
                </a:cubicBezTo>
                <a:cubicBezTo>
                  <a:pt x="69011" y="20131"/>
                  <a:pt x="69592" y="20523"/>
                  <a:pt x="70248" y="20788"/>
                </a:cubicBezTo>
                <a:cubicBezTo>
                  <a:pt x="70891" y="21040"/>
                  <a:pt x="71585" y="21179"/>
                  <a:pt x="72279" y="21166"/>
                </a:cubicBezTo>
                <a:cubicBezTo>
                  <a:pt x="72985" y="21166"/>
                  <a:pt x="73666" y="21015"/>
                  <a:pt x="74310" y="20737"/>
                </a:cubicBezTo>
                <a:cubicBezTo>
                  <a:pt x="74954" y="20460"/>
                  <a:pt x="75534" y="20056"/>
                  <a:pt x="76025" y="19552"/>
                </a:cubicBezTo>
                <a:lnTo>
                  <a:pt x="77564" y="18013"/>
                </a:lnTo>
                <a:lnTo>
                  <a:pt x="77564" y="26350"/>
                </a:lnTo>
                <a:cubicBezTo>
                  <a:pt x="77564" y="38030"/>
                  <a:pt x="68204" y="47377"/>
                  <a:pt x="56535" y="47377"/>
                </a:cubicBezTo>
                <a:lnTo>
                  <a:pt x="32882" y="47377"/>
                </a:lnTo>
                <a:cubicBezTo>
                  <a:pt x="15523" y="47377"/>
                  <a:pt x="1343" y="61555"/>
                  <a:pt x="1343" y="78911"/>
                </a:cubicBezTo>
                <a:lnTo>
                  <a:pt x="1343" y="94678"/>
                </a:lnTo>
                <a:cubicBezTo>
                  <a:pt x="1331" y="95372"/>
                  <a:pt x="1457" y="96065"/>
                  <a:pt x="1722" y="96709"/>
                </a:cubicBezTo>
                <a:cubicBezTo>
                  <a:pt x="1987" y="97351"/>
                  <a:pt x="2365" y="97945"/>
                  <a:pt x="2857" y="98437"/>
                </a:cubicBezTo>
                <a:cubicBezTo>
                  <a:pt x="3349" y="98941"/>
                  <a:pt x="3930" y="99332"/>
                  <a:pt x="4573" y="99597"/>
                </a:cubicBezTo>
                <a:cubicBezTo>
                  <a:pt x="5216" y="99862"/>
                  <a:pt x="5897" y="100001"/>
                  <a:pt x="6604" y="100001"/>
                </a:cubicBezTo>
                <a:cubicBezTo>
                  <a:pt x="7297" y="100001"/>
                  <a:pt x="7991" y="99862"/>
                  <a:pt x="8635" y="99597"/>
                </a:cubicBezTo>
                <a:cubicBezTo>
                  <a:pt x="9266" y="99332"/>
                  <a:pt x="9858" y="98941"/>
                  <a:pt x="10338" y="98437"/>
                </a:cubicBezTo>
                <a:cubicBezTo>
                  <a:pt x="10830" y="97945"/>
                  <a:pt x="11221" y="97351"/>
                  <a:pt x="11473" y="96709"/>
                </a:cubicBezTo>
                <a:cubicBezTo>
                  <a:pt x="11738" y="96065"/>
                  <a:pt x="11864" y="95372"/>
                  <a:pt x="11852" y="94678"/>
                </a:cubicBezTo>
                <a:lnTo>
                  <a:pt x="11852" y="78911"/>
                </a:lnTo>
                <a:cubicBezTo>
                  <a:pt x="11852" y="67231"/>
                  <a:pt x="21212" y="57884"/>
                  <a:pt x="32882" y="57884"/>
                </a:cubicBezTo>
                <a:lnTo>
                  <a:pt x="56535" y="57884"/>
                </a:lnTo>
                <a:cubicBezTo>
                  <a:pt x="73893" y="57884"/>
                  <a:pt x="88073" y="43706"/>
                  <a:pt x="88073" y="26350"/>
                </a:cubicBezTo>
                <a:lnTo>
                  <a:pt x="88073" y="18013"/>
                </a:lnTo>
                <a:lnTo>
                  <a:pt x="89612" y="19552"/>
                </a:lnTo>
                <a:cubicBezTo>
                  <a:pt x="90104" y="20056"/>
                  <a:pt x="90672" y="20460"/>
                  <a:pt x="91315" y="20737"/>
                </a:cubicBezTo>
                <a:cubicBezTo>
                  <a:pt x="91959" y="21015"/>
                  <a:pt x="92652" y="21166"/>
                  <a:pt x="93346" y="21166"/>
                </a:cubicBezTo>
                <a:cubicBezTo>
                  <a:pt x="94053" y="21179"/>
                  <a:pt x="94747" y="21040"/>
                  <a:pt x="95390" y="20788"/>
                </a:cubicBezTo>
                <a:cubicBezTo>
                  <a:pt x="96046" y="20523"/>
                  <a:pt x="96626" y="20131"/>
                  <a:pt x="97118" y="19627"/>
                </a:cubicBezTo>
                <a:cubicBezTo>
                  <a:pt x="97623" y="19136"/>
                  <a:pt x="98014" y="18555"/>
                  <a:pt x="98266" y="17899"/>
                </a:cubicBezTo>
                <a:cubicBezTo>
                  <a:pt x="98531" y="17256"/>
                  <a:pt x="98669" y="16562"/>
                  <a:pt x="98657" y="15856"/>
                </a:cubicBezTo>
                <a:cubicBezTo>
                  <a:pt x="98657" y="15162"/>
                  <a:pt x="98506" y="14468"/>
                  <a:pt x="98228" y="13825"/>
                </a:cubicBezTo>
                <a:cubicBezTo>
                  <a:pt x="97951" y="13194"/>
                  <a:pt x="97547" y="12614"/>
                  <a:pt x="97043" y="12123"/>
                </a:cubicBezTo>
                <a:lnTo>
                  <a:pt x="86988" y="2069"/>
                </a:lnTo>
                <a:cubicBezTo>
                  <a:pt x="86484" y="1413"/>
                  <a:pt x="85840" y="883"/>
                  <a:pt x="85108" y="530"/>
                </a:cubicBezTo>
                <a:cubicBezTo>
                  <a:pt x="84365" y="177"/>
                  <a:pt x="83556" y="-12"/>
                  <a:pt x="82737" y="1"/>
                </a:cubicBezTo>
                <a:close/>
                <a:moveTo>
                  <a:pt x="27583" y="2624"/>
                </a:moveTo>
                <a:cubicBezTo>
                  <a:pt x="26195" y="2662"/>
                  <a:pt x="24871" y="3243"/>
                  <a:pt x="23912" y="4239"/>
                </a:cubicBezTo>
                <a:lnTo>
                  <a:pt x="18424" y="9725"/>
                </a:lnTo>
                <a:lnTo>
                  <a:pt x="12949" y="4239"/>
                </a:lnTo>
                <a:cubicBezTo>
                  <a:pt x="12457" y="3734"/>
                  <a:pt x="11864" y="3331"/>
                  <a:pt x="11221" y="3065"/>
                </a:cubicBezTo>
                <a:cubicBezTo>
                  <a:pt x="10578" y="2788"/>
                  <a:pt x="9871" y="2649"/>
                  <a:pt x="9177" y="2649"/>
                </a:cubicBezTo>
                <a:cubicBezTo>
                  <a:pt x="8130" y="2649"/>
                  <a:pt x="7108" y="2965"/>
                  <a:pt x="6238" y="3545"/>
                </a:cubicBezTo>
                <a:cubicBezTo>
                  <a:pt x="5367" y="4138"/>
                  <a:pt x="4699" y="4958"/>
                  <a:pt x="4308" y="5929"/>
                </a:cubicBezTo>
                <a:cubicBezTo>
                  <a:pt x="3917" y="6900"/>
                  <a:pt x="3816" y="7960"/>
                  <a:pt x="4030" y="8982"/>
                </a:cubicBezTo>
                <a:cubicBezTo>
                  <a:pt x="4245" y="10003"/>
                  <a:pt x="4762" y="10949"/>
                  <a:pt x="5507" y="11668"/>
                </a:cubicBezTo>
                <a:lnTo>
                  <a:pt x="10994" y="17155"/>
                </a:lnTo>
                <a:lnTo>
                  <a:pt x="5507" y="22629"/>
                </a:lnTo>
                <a:cubicBezTo>
                  <a:pt x="5002" y="23121"/>
                  <a:pt x="4611" y="23702"/>
                  <a:pt x="4334" y="24345"/>
                </a:cubicBezTo>
                <a:cubicBezTo>
                  <a:pt x="4056" y="24988"/>
                  <a:pt x="3904" y="25670"/>
                  <a:pt x="3892" y="26375"/>
                </a:cubicBezTo>
                <a:cubicBezTo>
                  <a:pt x="3892" y="27069"/>
                  <a:pt x="4018" y="27763"/>
                  <a:pt x="4282" y="28419"/>
                </a:cubicBezTo>
                <a:cubicBezTo>
                  <a:pt x="4548" y="29062"/>
                  <a:pt x="4939" y="29655"/>
                  <a:pt x="5430" y="30147"/>
                </a:cubicBezTo>
                <a:cubicBezTo>
                  <a:pt x="5935" y="30639"/>
                  <a:pt x="6516" y="31030"/>
                  <a:pt x="7172" y="31294"/>
                </a:cubicBezTo>
                <a:cubicBezTo>
                  <a:pt x="7815" y="31560"/>
                  <a:pt x="8509" y="31686"/>
                  <a:pt x="9202" y="31686"/>
                </a:cubicBezTo>
                <a:cubicBezTo>
                  <a:pt x="9909" y="31673"/>
                  <a:pt x="10590" y="31535"/>
                  <a:pt x="11234" y="31257"/>
                </a:cubicBezTo>
                <a:cubicBezTo>
                  <a:pt x="11878" y="30979"/>
                  <a:pt x="12457" y="30576"/>
                  <a:pt x="12949" y="30071"/>
                </a:cubicBezTo>
                <a:lnTo>
                  <a:pt x="18424" y="24584"/>
                </a:lnTo>
                <a:lnTo>
                  <a:pt x="23912" y="30071"/>
                </a:lnTo>
                <a:cubicBezTo>
                  <a:pt x="24392" y="30576"/>
                  <a:pt x="24971" y="30979"/>
                  <a:pt x="25615" y="31257"/>
                </a:cubicBezTo>
                <a:cubicBezTo>
                  <a:pt x="26259" y="31535"/>
                  <a:pt x="26952" y="31673"/>
                  <a:pt x="27646" y="31686"/>
                </a:cubicBezTo>
                <a:cubicBezTo>
                  <a:pt x="28353" y="31686"/>
                  <a:pt x="29047" y="31560"/>
                  <a:pt x="29690" y="31294"/>
                </a:cubicBezTo>
                <a:cubicBezTo>
                  <a:pt x="30333" y="31030"/>
                  <a:pt x="30926" y="30639"/>
                  <a:pt x="31418" y="30147"/>
                </a:cubicBezTo>
                <a:cubicBezTo>
                  <a:pt x="31910" y="29655"/>
                  <a:pt x="32301" y="29062"/>
                  <a:pt x="32566" y="28419"/>
                </a:cubicBezTo>
                <a:cubicBezTo>
                  <a:pt x="32831" y="27763"/>
                  <a:pt x="32970" y="27069"/>
                  <a:pt x="32957" y="26375"/>
                </a:cubicBezTo>
                <a:cubicBezTo>
                  <a:pt x="32945" y="25670"/>
                  <a:pt x="32806" y="24988"/>
                  <a:pt x="32528" y="24345"/>
                </a:cubicBezTo>
                <a:cubicBezTo>
                  <a:pt x="32251" y="23702"/>
                  <a:pt x="31847" y="23121"/>
                  <a:pt x="31342" y="22629"/>
                </a:cubicBezTo>
                <a:lnTo>
                  <a:pt x="25855" y="17155"/>
                </a:lnTo>
                <a:lnTo>
                  <a:pt x="31342" y="11668"/>
                </a:lnTo>
                <a:cubicBezTo>
                  <a:pt x="32112" y="10936"/>
                  <a:pt x="32629" y="9990"/>
                  <a:pt x="32844" y="8956"/>
                </a:cubicBezTo>
                <a:cubicBezTo>
                  <a:pt x="33071" y="7922"/>
                  <a:pt x="32970" y="6837"/>
                  <a:pt x="32553" y="5866"/>
                </a:cubicBezTo>
                <a:cubicBezTo>
                  <a:pt x="32150" y="4882"/>
                  <a:pt x="31456" y="4049"/>
                  <a:pt x="30573" y="3469"/>
                </a:cubicBezTo>
                <a:cubicBezTo>
                  <a:pt x="29677" y="2889"/>
                  <a:pt x="28643" y="2599"/>
                  <a:pt x="27583" y="2624"/>
                </a:cubicBezTo>
                <a:close/>
                <a:moveTo>
                  <a:pt x="76253" y="71027"/>
                </a:moveTo>
                <a:cubicBezTo>
                  <a:pt x="72418" y="71027"/>
                  <a:pt x="68734" y="72541"/>
                  <a:pt x="66022" y="75253"/>
                </a:cubicBezTo>
                <a:cubicBezTo>
                  <a:pt x="63309" y="77965"/>
                  <a:pt x="61795" y="81648"/>
                  <a:pt x="61795" y="85482"/>
                </a:cubicBezTo>
                <a:cubicBezTo>
                  <a:pt x="61795" y="89305"/>
                  <a:pt x="63309" y="92988"/>
                  <a:pt x="66022" y="95699"/>
                </a:cubicBezTo>
                <a:cubicBezTo>
                  <a:pt x="68734" y="98411"/>
                  <a:pt x="72418" y="99925"/>
                  <a:pt x="76253" y="99925"/>
                </a:cubicBezTo>
                <a:cubicBezTo>
                  <a:pt x="80075" y="99925"/>
                  <a:pt x="83759" y="98411"/>
                  <a:pt x="86471" y="95699"/>
                </a:cubicBezTo>
                <a:cubicBezTo>
                  <a:pt x="89183" y="92988"/>
                  <a:pt x="90697" y="89305"/>
                  <a:pt x="90697" y="85482"/>
                </a:cubicBezTo>
                <a:cubicBezTo>
                  <a:pt x="90697" y="81648"/>
                  <a:pt x="89183" y="77965"/>
                  <a:pt x="86471" y="75253"/>
                </a:cubicBezTo>
                <a:cubicBezTo>
                  <a:pt x="83759" y="72541"/>
                  <a:pt x="80075" y="71027"/>
                  <a:pt x="76253" y="7102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8" name="Белый — SVG 6">
            <a:extLst>
              <a:ext uri="{FF2B5EF4-FFF2-40B4-BE49-F238E27FC236}">
                <a16:creationId xmlns:a16="http://schemas.microsoft.com/office/drawing/2014/main" id="{1F8B4A08-6350-2546-A4AB-B476DF109505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14172 w 131139"/>
              <a:gd name="csY0" fmla="*/ 0 h 141753"/>
              <a:gd name="csX1" fmla="*/ 0 w 131139"/>
              <a:gd name="csY1" fmla="*/ 14170 h 141753"/>
              <a:gd name="csX2" fmla="*/ 0 w 131139"/>
              <a:gd name="csY2" fmla="*/ 113413 h 141753"/>
              <a:gd name="csX3" fmla="*/ 14172 w 131139"/>
              <a:gd name="csY3" fmla="*/ 127583 h 141753"/>
              <a:gd name="csX4" fmla="*/ 63800 w 131139"/>
              <a:gd name="csY4" fmla="*/ 127583 h 141753"/>
              <a:gd name="csX5" fmla="*/ 63800 w 131139"/>
              <a:gd name="csY5" fmla="*/ 122259 h 141753"/>
              <a:gd name="csX6" fmla="*/ 65008 w 131139"/>
              <a:gd name="csY6" fmla="*/ 116951 h 141753"/>
              <a:gd name="csX7" fmla="*/ 65876 w 131139"/>
              <a:gd name="csY7" fmla="*/ 115386 h 141753"/>
              <a:gd name="csX8" fmla="*/ 71694 w 131139"/>
              <a:gd name="csY8" fmla="*/ 106677 h 141753"/>
              <a:gd name="csX9" fmla="*/ 74145 w 131139"/>
              <a:gd name="csY9" fmla="*/ 95687 h 141753"/>
              <a:gd name="csX10" fmla="*/ 53167 w 131139"/>
              <a:gd name="csY10" fmla="*/ 95687 h 141753"/>
              <a:gd name="csX11" fmla="*/ 53167 w 131139"/>
              <a:gd name="csY11" fmla="*/ 116951 h 141753"/>
              <a:gd name="csX12" fmla="*/ 31900 w 131139"/>
              <a:gd name="csY12" fmla="*/ 116951 h 141753"/>
              <a:gd name="csX13" fmla="*/ 31900 w 131139"/>
              <a:gd name="csY13" fmla="*/ 95687 h 141753"/>
              <a:gd name="csX14" fmla="*/ 10633 w 131139"/>
              <a:gd name="csY14" fmla="*/ 95687 h 141753"/>
              <a:gd name="csX15" fmla="*/ 10633 w 131139"/>
              <a:gd name="csY15" fmla="*/ 74424 h 141753"/>
              <a:gd name="csX16" fmla="*/ 31900 w 131139"/>
              <a:gd name="csY16" fmla="*/ 74424 h 141753"/>
              <a:gd name="csX17" fmla="*/ 31900 w 131139"/>
              <a:gd name="csY17" fmla="*/ 53160 h 141753"/>
              <a:gd name="csX18" fmla="*/ 10633 w 131139"/>
              <a:gd name="csY18" fmla="*/ 53160 h 141753"/>
              <a:gd name="csX19" fmla="*/ 10633 w 131139"/>
              <a:gd name="csY19" fmla="*/ 31896 h 141753"/>
              <a:gd name="csX20" fmla="*/ 31900 w 131139"/>
              <a:gd name="csY20" fmla="*/ 31896 h 141753"/>
              <a:gd name="csX21" fmla="*/ 31900 w 131139"/>
              <a:gd name="csY21" fmla="*/ 10632 h 141753"/>
              <a:gd name="csX22" fmla="*/ 53167 w 131139"/>
              <a:gd name="csY22" fmla="*/ 10632 h 141753"/>
              <a:gd name="csX23" fmla="*/ 53167 w 131139"/>
              <a:gd name="csY23" fmla="*/ 31896 h 141753"/>
              <a:gd name="csX24" fmla="*/ 74434 w 131139"/>
              <a:gd name="csY24" fmla="*/ 31896 h 141753"/>
              <a:gd name="csX25" fmla="*/ 74434 w 131139"/>
              <a:gd name="csY25" fmla="*/ 10632 h 141753"/>
              <a:gd name="csX26" fmla="*/ 95700 w 131139"/>
              <a:gd name="csY26" fmla="*/ 10632 h 141753"/>
              <a:gd name="csX27" fmla="*/ 95700 w 131139"/>
              <a:gd name="csY27" fmla="*/ 31896 h 141753"/>
              <a:gd name="csX28" fmla="*/ 116967 w 131139"/>
              <a:gd name="csY28" fmla="*/ 31896 h 141753"/>
              <a:gd name="csX29" fmla="*/ 116967 w 131139"/>
              <a:gd name="csY29" fmla="*/ 42528 h 141753"/>
              <a:gd name="csX30" fmla="*/ 127601 w 131139"/>
              <a:gd name="csY30" fmla="*/ 42528 h 141753"/>
              <a:gd name="csX31" fmla="*/ 127601 w 131139"/>
              <a:gd name="csY31" fmla="*/ 14170 h 141753"/>
              <a:gd name="csX32" fmla="*/ 113428 w 131139"/>
              <a:gd name="csY32" fmla="*/ 0 h 141753"/>
              <a:gd name="csX33" fmla="*/ 14172 w 131139"/>
              <a:gd name="csY33" fmla="*/ 0 h 141753"/>
              <a:gd name="csX34" fmla="*/ 95700 w 131139"/>
              <a:gd name="csY34" fmla="*/ 31896 h 141753"/>
              <a:gd name="csX35" fmla="*/ 74434 w 131139"/>
              <a:gd name="csY35" fmla="*/ 31896 h 141753"/>
              <a:gd name="csX36" fmla="*/ 74434 w 131139"/>
              <a:gd name="csY36" fmla="*/ 42715 h 141753"/>
              <a:gd name="csX37" fmla="*/ 76203 w 131139"/>
              <a:gd name="csY37" fmla="*/ 42528 h 141753"/>
              <a:gd name="csX38" fmla="*/ 95700 w 131139"/>
              <a:gd name="csY38" fmla="*/ 42528 h 141753"/>
              <a:gd name="csX39" fmla="*/ 95700 w 131139"/>
              <a:gd name="csY39" fmla="*/ 31896 h 141753"/>
              <a:gd name="csX40" fmla="*/ 53167 w 131139"/>
              <a:gd name="csY40" fmla="*/ 31896 h 141753"/>
              <a:gd name="csX41" fmla="*/ 31900 w 131139"/>
              <a:gd name="csY41" fmla="*/ 31896 h 141753"/>
              <a:gd name="csX42" fmla="*/ 31900 w 131139"/>
              <a:gd name="csY42" fmla="*/ 53160 h 141753"/>
              <a:gd name="csX43" fmla="*/ 53167 w 131139"/>
              <a:gd name="csY43" fmla="*/ 53160 h 141753"/>
              <a:gd name="csX44" fmla="*/ 53167 w 131139"/>
              <a:gd name="csY44" fmla="*/ 31896 h 141753"/>
              <a:gd name="csX45" fmla="*/ 53167 w 131139"/>
              <a:gd name="csY45" fmla="*/ 53160 h 141753"/>
              <a:gd name="csX46" fmla="*/ 53167 w 131139"/>
              <a:gd name="csY46" fmla="*/ 74424 h 141753"/>
              <a:gd name="csX47" fmla="*/ 63800 w 131139"/>
              <a:gd name="csY47" fmla="*/ 74424 h 141753"/>
              <a:gd name="csX48" fmla="*/ 63800 w 131139"/>
              <a:gd name="csY48" fmla="*/ 54929 h 141753"/>
              <a:gd name="csX49" fmla="*/ 63988 w 131139"/>
              <a:gd name="csY49" fmla="*/ 53160 h 141753"/>
              <a:gd name="csX50" fmla="*/ 53167 w 131139"/>
              <a:gd name="csY50" fmla="*/ 53160 h 141753"/>
              <a:gd name="csX51" fmla="*/ 53167 w 131139"/>
              <a:gd name="csY51" fmla="*/ 74424 h 141753"/>
              <a:gd name="csX52" fmla="*/ 31900 w 131139"/>
              <a:gd name="csY52" fmla="*/ 74424 h 141753"/>
              <a:gd name="csX53" fmla="*/ 31900 w 131139"/>
              <a:gd name="csY53" fmla="*/ 95687 h 141753"/>
              <a:gd name="csX54" fmla="*/ 53167 w 131139"/>
              <a:gd name="csY54" fmla="*/ 95687 h 141753"/>
              <a:gd name="csX55" fmla="*/ 53167 w 131139"/>
              <a:gd name="csY55" fmla="*/ 74424 h 141753"/>
              <a:gd name="csX56" fmla="*/ 76203 w 131139"/>
              <a:gd name="csY56" fmla="*/ 49621 h 141753"/>
              <a:gd name="csX57" fmla="*/ 70895 w 131139"/>
              <a:gd name="csY57" fmla="*/ 54929 h 141753"/>
              <a:gd name="csX58" fmla="*/ 70895 w 131139"/>
              <a:gd name="csY58" fmla="*/ 76193 h 141753"/>
              <a:gd name="csX59" fmla="*/ 76203 w 131139"/>
              <a:gd name="csY59" fmla="*/ 81517 h 141753"/>
              <a:gd name="csX60" fmla="*/ 84540 w 131139"/>
              <a:gd name="csY60" fmla="*/ 81517 h 141753"/>
              <a:gd name="csX61" fmla="*/ 78330 w 131139"/>
              <a:gd name="csY61" fmla="*/ 109517 h 141753"/>
              <a:gd name="csX62" fmla="*/ 71779 w 131139"/>
              <a:gd name="csY62" fmla="*/ 119316 h 141753"/>
              <a:gd name="csX63" fmla="*/ 70895 w 131139"/>
              <a:gd name="csY63" fmla="*/ 122259 h 141753"/>
              <a:gd name="csX64" fmla="*/ 70895 w 131139"/>
              <a:gd name="csY64" fmla="*/ 136446 h 141753"/>
              <a:gd name="csX65" fmla="*/ 76203 w 131139"/>
              <a:gd name="csY65" fmla="*/ 141754 h 141753"/>
              <a:gd name="csX66" fmla="*/ 125831 w 131139"/>
              <a:gd name="csY66" fmla="*/ 141754 h 141753"/>
              <a:gd name="csX67" fmla="*/ 131139 w 131139"/>
              <a:gd name="csY67" fmla="*/ 136446 h 141753"/>
              <a:gd name="csX68" fmla="*/ 131139 w 131139"/>
              <a:gd name="csY68" fmla="*/ 122259 h 141753"/>
              <a:gd name="csX69" fmla="*/ 130255 w 131139"/>
              <a:gd name="csY69" fmla="*/ 119316 h 141753"/>
              <a:gd name="csX70" fmla="*/ 123704 w 131139"/>
              <a:gd name="csY70" fmla="*/ 109517 h 141753"/>
              <a:gd name="csX71" fmla="*/ 117495 w 131139"/>
              <a:gd name="csY71" fmla="*/ 81517 h 141753"/>
              <a:gd name="csX72" fmla="*/ 125831 w 131139"/>
              <a:gd name="csY72" fmla="*/ 81517 h 141753"/>
              <a:gd name="csX73" fmla="*/ 131139 w 131139"/>
              <a:gd name="csY73" fmla="*/ 76193 h 141753"/>
              <a:gd name="csX74" fmla="*/ 131139 w 131139"/>
              <a:gd name="csY74" fmla="*/ 54929 h 141753"/>
              <a:gd name="csX75" fmla="*/ 125831 w 131139"/>
              <a:gd name="csY75" fmla="*/ 49621 h 141753"/>
              <a:gd name="csX76" fmla="*/ 116967 w 131139"/>
              <a:gd name="csY76" fmla="*/ 49621 h 141753"/>
              <a:gd name="csX77" fmla="*/ 116967 w 131139"/>
              <a:gd name="csY77" fmla="*/ 58467 h 141753"/>
              <a:gd name="csX78" fmla="*/ 113428 w 131139"/>
              <a:gd name="csY78" fmla="*/ 62022 h 141753"/>
              <a:gd name="csX79" fmla="*/ 109873 w 131139"/>
              <a:gd name="csY79" fmla="*/ 58467 h 141753"/>
              <a:gd name="csX80" fmla="*/ 109873 w 131139"/>
              <a:gd name="csY80" fmla="*/ 49621 h 141753"/>
              <a:gd name="csX81" fmla="*/ 92162 w 131139"/>
              <a:gd name="csY81" fmla="*/ 49621 h 141753"/>
              <a:gd name="csX82" fmla="*/ 92162 w 131139"/>
              <a:gd name="csY82" fmla="*/ 58467 h 141753"/>
              <a:gd name="csX83" fmla="*/ 88606 w 131139"/>
              <a:gd name="csY83" fmla="*/ 62022 h 141753"/>
              <a:gd name="csX84" fmla="*/ 85067 w 131139"/>
              <a:gd name="csY84" fmla="*/ 58467 h 141753"/>
              <a:gd name="csX85" fmla="*/ 85067 w 131139"/>
              <a:gd name="csY85" fmla="*/ 49621 h 141753"/>
              <a:gd name="csX86" fmla="*/ 76203 w 131139"/>
              <a:gd name="csY86" fmla="*/ 49621 h 141753"/>
            </a:gdLst>
            <a:ahLst/>
            <a:cxnLst/>
            <a:rect l="l" t="t" r="r" b="b"/>
            <a:pathLst>
              <a:path w="100000" h="100000">
                <a:moveTo>
                  <a:pt x="13742" y="0"/>
                </a:moveTo>
                <a:cubicBezTo>
                  <a:pt x="8221" y="0"/>
                  <a:pt x="3744" y="4476"/>
                  <a:pt x="3744" y="9996"/>
                </a:cubicBezTo>
                <a:lnTo>
                  <a:pt x="3744" y="80007"/>
                </a:lnTo>
                <a:cubicBezTo>
                  <a:pt x="3744" y="85528"/>
                  <a:pt x="8221" y="90004"/>
                  <a:pt x="13742" y="90004"/>
                </a:cubicBezTo>
                <a:lnTo>
                  <a:pt x="48752" y="90004"/>
                </a:lnTo>
                <a:lnTo>
                  <a:pt x="48752" y="86248"/>
                </a:lnTo>
                <a:cubicBezTo>
                  <a:pt x="48752" y="84952"/>
                  <a:pt x="49052" y="83667"/>
                  <a:pt x="49604" y="82503"/>
                </a:cubicBezTo>
                <a:cubicBezTo>
                  <a:pt x="49784" y="82132"/>
                  <a:pt x="49988" y="81759"/>
                  <a:pt x="50216" y="81399"/>
                </a:cubicBezTo>
                <a:lnTo>
                  <a:pt x="54321" y="75256"/>
                </a:lnTo>
                <a:lnTo>
                  <a:pt x="56050" y="67503"/>
                </a:lnTo>
                <a:lnTo>
                  <a:pt x="41251" y="67503"/>
                </a:lnTo>
                <a:lnTo>
                  <a:pt x="41251" y="82503"/>
                </a:lnTo>
                <a:lnTo>
                  <a:pt x="26248" y="82503"/>
                </a:lnTo>
                <a:lnTo>
                  <a:pt x="26248" y="67503"/>
                </a:lnTo>
                <a:lnTo>
                  <a:pt x="11245" y="67503"/>
                </a:lnTo>
                <a:lnTo>
                  <a:pt x="11245" y="52503"/>
                </a:lnTo>
                <a:lnTo>
                  <a:pt x="26248" y="52503"/>
                </a:lnTo>
                <a:lnTo>
                  <a:pt x="26248" y="37502"/>
                </a:lnTo>
                <a:lnTo>
                  <a:pt x="11245" y="37502"/>
                </a:lnTo>
                <a:lnTo>
                  <a:pt x="11245" y="22501"/>
                </a:lnTo>
                <a:lnTo>
                  <a:pt x="26248" y="22501"/>
                </a:lnTo>
                <a:lnTo>
                  <a:pt x="26248" y="7500"/>
                </a:lnTo>
                <a:lnTo>
                  <a:pt x="41251" y="7500"/>
                </a:lnTo>
                <a:lnTo>
                  <a:pt x="41251" y="22501"/>
                </a:lnTo>
                <a:lnTo>
                  <a:pt x="56253" y="22501"/>
                </a:lnTo>
                <a:lnTo>
                  <a:pt x="56253" y="7500"/>
                </a:lnTo>
                <a:lnTo>
                  <a:pt x="71256" y="7500"/>
                </a:lnTo>
                <a:lnTo>
                  <a:pt x="71256" y="22501"/>
                </a:lnTo>
                <a:lnTo>
                  <a:pt x="86258" y="22501"/>
                </a:lnTo>
                <a:lnTo>
                  <a:pt x="86258" y="30001"/>
                </a:lnTo>
                <a:lnTo>
                  <a:pt x="93760" y="30001"/>
                </a:lnTo>
                <a:lnTo>
                  <a:pt x="93760" y="9996"/>
                </a:lnTo>
                <a:cubicBezTo>
                  <a:pt x="93760" y="4476"/>
                  <a:pt x="89283" y="0"/>
                  <a:pt x="83762" y="0"/>
                </a:cubicBezTo>
                <a:lnTo>
                  <a:pt x="13742" y="0"/>
                </a:lnTo>
                <a:close/>
                <a:moveTo>
                  <a:pt x="71256" y="22501"/>
                </a:moveTo>
                <a:lnTo>
                  <a:pt x="56253" y="22501"/>
                </a:lnTo>
                <a:lnTo>
                  <a:pt x="56253" y="30133"/>
                </a:lnTo>
                <a:cubicBezTo>
                  <a:pt x="56661" y="30073"/>
                  <a:pt x="57081" y="30001"/>
                  <a:pt x="57501" y="30001"/>
                </a:cubicBezTo>
                <a:lnTo>
                  <a:pt x="71256" y="30001"/>
                </a:lnTo>
                <a:lnTo>
                  <a:pt x="71256" y="22501"/>
                </a:lnTo>
                <a:close/>
                <a:moveTo>
                  <a:pt x="41251" y="22501"/>
                </a:moveTo>
                <a:lnTo>
                  <a:pt x="26248" y="22501"/>
                </a:lnTo>
                <a:lnTo>
                  <a:pt x="26248" y="37502"/>
                </a:lnTo>
                <a:lnTo>
                  <a:pt x="41251" y="37502"/>
                </a:lnTo>
                <a:lnTo>
                  <a:pt x="41251" y="22501"/>
                </a:lnTo>
                <a:close/>
                <a:moveTo>
                  <a:pt x="41251" y="37502"/>
                </a:moveTo>
                <a:lnTo>
                  <a:pt x="41251" y="52503"/>
                </a:lnTo>
                <a:lnTo>
                  <a:pt x="48752" y="52503"/>
                </a:lnTo>
                <a:lnTo>
                  <a:pt x="48752" y="38750"/>
                </a:lnTo>
                <a:cubicBezTo>
                  <a:pt x="48752" y="38329"/>
                  <a:pt x="48824" y="37910"/>
                  <a:pt x="48884" y="37502"/>
                </a:cubicBezTo>
                <a:lnTo>
                  <a:pt x="41251" y="37502"/>
                </a:lnTo>
                <a:close/>
                <a:moveTo>
                  <a:pt x="41251" y="52503"/>
                </a:moveTo>
                <a:lnTo>
                  <a:pt x="26248" y="52503"/>
                </a:lnTo>
                <a:lnTo>
                  <a:pt x="26248" y="67503"/>
                </a:lnTo>
                <a:lnTo>
                  <a:pt x="41251" y="67503"/>
                </a:lnTo>
                <a:lnTo>
                  <a:pt x="41251" y="52503"/>
                </a:lnTo>
                <a:close/>
                <a:moveTo>
                  <a:pt x="57501" y="35005"/>
                </a:moveTo>
                <a:cubicBezTo>
                  <a:pt x="55437" y="35005"/>
                  <a:pt x="53757" y="36674"/>
                  <a:pt x="53757" y="38750"/>
                </a:cubicBezTo>
                <a:lnTo>
                  <a:pt x="53757" y="53751"/>
                </a:lnTo>
                <a:cubicBezTo>
                  <a:pt x="53757" y="55827"/>
                  <a:pt x="55437" y="57506"/>
                  <a:pt x="57501" y="57506"/>
                </a:cubicBezTo>
                <a:lnTo>
                  <a:pt x="63383" y="57506"/>
                </a:lnTo>
                <a:lnTo>
                  <a:pt x="59002" y="77259"/>
                </a:lnTo>
                <a:lnTo>
                  <a:pt x="54381" y="84172"/>
                </a:lnTo>
                <a:cubicBezTo>
                  <a:pt x="53973" y="84795"/>
                  <a:pt x="53757" y="85516"/>
                  <a:pt x="53757" y="86248"/>
                </a:cubicBezTo>
                <a:lnTo>
                  <a:pt x="53757" y="96256"/>
                </a:lnTo>
                <a:cubicBezTo>
                  <a:pt x="53757" y="98332"/>
                  <a:pt x="55437" y="100001"/>
                  <a:pt x="57501" y="100001"/>
                </a:cubicBezTo>
                <a:lnTo>
                  <a:pt x="92512" y="100001"/>
                </a:lnTo>
                <a:cubicBezTo>
                  <a:pt x="94576" y="100001"/>
                  <a:pt x="96256" y="98332"/>
                  <a:pt x="96256" y="96256"/>
                </a:cubicBezTo>
                <a:lnTo>
                  <a:pt x="96256" y="86248"/>
                </a:lnTo>
                <a:cubicBezTo>
                  <a:pt x="96256" y="85516"/>
                  <a:pt x="96040" y="84795"/>
                  <a:pt x="95633" y="84172"/>
                </a:cubicBezTo>
                <a:lnTo>
                  <a:pt x="91011" y="77259"/>
                </a:lnTo>
                <a:lnTo>
                  <a:pt x="86631" y="57506"/>
                </a:lnTo>
                <a:lnTo>
                  <a:pt x="92512" y="57506"/>
                </a:lnTo>
                <a:cubicBezTo>
                  <a:pt x="94576" y="57506"/>
                  <a:pt x="96256" y="55827"/>
                  <a:pt x="96256" y="53751"/>
                </a:cubicBezTo>
                <a:lnTo>
                  <a:pt x="96256" y="38750"/>
                </a:lnTo>
                <a:cubicBezTo>
                  <a:pt x="96256" y="36674"/>
                  <a:pt x="94576" y="35005"/>
                  <a:pt x="92512" y="35005"/>
                </a:cubicBezTo>
                <a:lnTo>
                  <a:pt x="86258" y="35005"/>
                </a:lnTo>
                <a:lnTo>
                  <a:pt x="86258" y="41246"/>
                </a:lnTo>
                <a:cubicBezTo>
                  <a:pt x="86258" y="42626"/>
                  <a:pt x="85142" y="43754"/>
                  <a:pt x="83762" y="43754"/>
                </a:cubicBezTo>
                <a:cubicBezTo>
                  <a:pt x="82370" y="43754"/>
                  <a:pt x="81254" y="42626"/>
                  <a:pt x="81254" y="41246"/>
                </a:cubicBezTo>
                <a:lnTo>
                  <a:pt x="81254" y="35005"/>
                </a:lnTo>
                <a:lnTo>
                  <a:pt x="68760" y="35005"/>
                </a:lnTo>
                <a:lnTo>
                  <a:pt x="68760" y="41246"/>
                </a:lnTo>
                <a:cubicBezTo>
                  <a:pt x="68760" y="42626"/>
                  <a:pt x="67643" y="43754"/>
                  <a:pt x="66251" y="43754"/>
                </a:cubicBezTo>
                <a:cubicBezTo>
                  <a:pt x="64871" y="43754"/>
                  <a:pt x="63755" y="42626"/>
                  <a:pt x="63755" y="41246"/>
                </a:cubicBezTo>
                <a:lnTo>
                  <a:pt x="63755" y="35005"/>
                </a:lnTo>
                <a:lnTo>
                  <a:pt x="57501" y="3500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9" name="Белый — SVG 7">
            <a:extLst>
              <a:ext uri="{FF2B5EF4-FFF2-40B4-BE49-F238E27FC236}">
                <a16:creationId xmlns:a16="http://schemas.microsoft.com/office/drawing/2014/main" id="{755463BC-09C8-6244-A2CF-7B49533E50CD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121169 w 143542"/>
              <a:gd name="csY0" fmla="*/ 48 h 133619"/>
              <a:gd name="csX1" fmla="*/ 118277 w 143542"/>
              <a:gd name="csY1" fmla="*/ 660 h 133619"/>
              <a:gd name="csX2" fmla="*/ 56706 w 143542"/>
              <a:gd name="csY2" fmla="*/ 21635 h 133619"/>
              <a:gd name="csX3" fmla="*/ 56706 w 143542"/>
              <a:gd name="csY3" fmla="*/ 96739 h 133619"/>
              <a:gd name="csX4" fmla="*/ 118277 w 143542"/>
              <a:gd name="csY4" fmla="*/ 117731 h 133619"/>
              <a:gd name="csX5" fmla="*/ 129506 w 143542"/>
              <a:gd name="csY5" fmla="*/ 116081 h 133619"/>
              <a:gd name="csX6" fmla="*/ 134695 w 143542"/>
              <a:gd name="csY6" fmla="*/ 105993 h 133619"/>
              <a:gd name="csX7" fmla="*/ 134695 w 143542"/>
              <a:gd name="csY7" fmla="*/ 74097 h 133619"/>
              <a:gd name="csX8" fmla="*/ 143542 w 143542"/>
              <a:gd name="csY8" fmla="*/ 60965 h 133619"/>
              <a:gd name="csX9" fmla="*/ 134695 w 143542"/>
              <a:gd name="csY9" fmla="*/ 47849 h 133619"/>
              <a:gd name="csX10" fmla="*/ 134695 w 143542"/>
              <a:gd name="csY10" fmla="*/ 12398 h 133619"/>
              <a:gd name="csX11" fmla="*/ 129506 w 143542"/>
              <a:gd name="csY11" fmla="*/ 2311 h 133619"/>
              <a:gd name="csX12" fmla="*/ 121169 w 143542"/>
              <a:gd name="csY12" fmla="*/ 48 h 133619"/>
              <a:gd name="csX13" fmla="*/ 46072 w 143542"/>
              <a:gd name="csY13" fmla="*/ 24153 h 133619"/>
              <a:gd name="csX14" fmla="*/ 18000 w 143542"/>
              <a:gd name="csY14" fmla="*/ 26313 h 133619"/>
              <a:gd name="csX15" fmla="*/ 0 w 143542"/>
              <a:gd name="csY15" fmla="*/ 45740 h 133619"/>
              <a:gd name="csX16" fmla="*/ 0 w 143542"/>
              <a:gd name="csY16" fmla="*/ 72651 h 133619"/>
              <a:gd name="csX17" fmla="*/ 17201 w 143542"/>
              <a:gd name="csY17" fmla="*/ 92010 h 133619"/>
              <a:gd name="csX18" fmla="*/ 20552 w 143542"/>
              <a:gd name="csY18" fmla="*/ 122222 h 133619"/>
              <a:gd name="csX19" fmla="*/ 33278 w 143542"/>
              <a:gd name="csY19" fmla="*/ 133619 h 133619"/>
              <a:gd name="csX20" fmla="*/ 46072 w 143542"/>
              <a:gd name="csY20" fmla="*/ 120810 h 133619"/>
              <a:gd name="csX21" fmla="*/ 46072 w 143542"/>
              <a:gd name="csY21" fmla="*/ 24153 h 133619"/>
            </a:gdLst>
            <a:ahLst/>
            <a:cxnLst/>
            <a:rect l="l" t="t" r="r" b="b"/>
            <a:pathLst>
              <a:path w="100000" h="100000">
                <a:moveTo>
                  <a:pt x="84414" y="3490"/>
                </a:moveTo>
                <a:cubicBezTo>
                  <a:pt x="83739" y="3549"/>
                  <a:pt x="83051" y="3691"/>
                  <a:pt x="82399" y="3916"/>
                </a:cubicBezTo>
                <a:lnTo>
                  <a:pt x="39505" y="18529"/>
                </a:lnTo>
                <a:lnTo>
                  <a:pt x="39505" y="70851"/>
                </a:lnTo>
                <a:lnTo>
                  <a:pt x="82399" y="85475"/>
                </a:lnTo>
                <a:cubicBezTo>
                  <a:pt x="85030" y="86376"/>
                  <a:pt x="87958" y="85937"/>
                  <a:pt x="90222" y="84325"/>
                </a:cubicBezTo>
                <a:cubicBezTo>
                  <a:pt x="92486" y="82702"/>
                  <a:pt x="93837" y="80083"/>
                  <a:pt x="93837" y="77298"/>
                </a:cubicBezTo>
                <a:lnTo>
                  <a:pt x="93837" y="55077"/>
                </a:lnTo>
                <a:cubicBezTo>
                  <a:pt x="97452" y="53608"/>
                  <a:pt x="100000" y="50076"/>
                  <a:pt x="100000" y="45928"/>
                </a:cubicBezTo>
                <a:cubicBezTo>
                  <a:pt x="100000" y="41792"/>
                  <a:pt x="97452" y="38249"/>
                  <a:pt x="93837" y="36791"/>
                </a:cubicBezTo>
                <a:lnTo>
                  <a:pt x="93837" y="12094"/>
                </a:lnTo>
                <a:cubicBezTo>
                  <a:pt x="93837" y="9308"/>
                  <a:pt x="92486" y="6678"/>
                  <a:pt x="90222" y="5066"/>
                </a:cubicBezTo>
                <a:cubicBezTo>
                  <a:pt x="88527" y="3845"/>
                  <a:pt x="86453" y="3312"/>
                  <a:pt x="84414" y="3490"/>
                </a:cubicBezTo>
                <a:close/>
                <a:moveTo>
                  <a:pt x="32097" y="20283"/>
                </a:moveTo>
                <a:lnTo>
                  <a:pt x="12540" y="21788"/>
                </a:lnTo>
                <a:cubicBezTo>
                  <a:pt x="5499" y="22321"/>
                  <a:pt x="0" y="28270"/>
                  <a:pt x="0" y="35322"/>
                </a:cubicBezTo>
                <a:lnTo>
                  <a:pt x="0" y="54070"/>
                </a:lnTo>
                <a:cubicBezTo>
                  <a:pt x="0" y="60932"/>
                  <a:pt x="5227" y="66750"/>
                  <a:pt x="11983" y="67556"/>
                </a:cubicBezTo>
                <a:lnTo>
                  <a:pt x="14318" y="88604"/>
                </a:lnTo>
                <a:cubicBezTo>
                  <a:pt x="14828" y="93131"/>
                  <a:pt x="18632" y="96544"/>
                  <a:pt x="23183" y="96544"/>
                </a:cubicBezTo>
                <a:cubicBezTo>
                  <a:pt x="28103" y="96544"/>
                  <a:pt x="32097" y="92538"/>
                  <a:pt x="32097" y="87620"/>
                </a:cubicBezTo>
                <a:lnTo>
                  <a:pt x="32097" y="2028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0" name="Белый — SVG 8">
            <a:extLst>
              <a:ext uri="{FF2B5EF4-FFF2-40B4-BE49-F238E27FC236}">
                <a16:creationId xmlns:a16="http://schemas.microsoft.com/office/drawing/2014/main" id="{7475E5B4-C8CF-B940-AFC8-32FBE8564D68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146520 w 148867"/>
              <a:gd name="csY0" fmla="*/ 46389 h 123857"/>
              <a:gd name="csX1" fmla="*/ 146486 w 148867"/>
              <a:gd name="csY1" fmla="*/ 46321 h 123857"/>
              <a:gd name="csX2" fmla="*/ 141773 w 148867"/>
              <a:gd name="csY2" fmla="*/ 43276 h 123857"/>
              <a:gd name="csX3" fmla="*/ 128128 w 148867"/>
              <a:gd name="csY3" fmla="*/ 43157 h 123857"/>
              <a:gd name="csX4" fmla="*/ 113309 w 148867"/>
              <a:gd name="csY4" fmla="*/ 54538 h 123857"/>
              <a:gd name="csX5" fmla="*/ 113428 w 148867"/>
              <a:gd name="csY5" fmla="*/ 56528 h 123857"/>
              <a:gd name="csX6" fmla="*/ 103220 w 148867"/>
              <a:gd name="csY6" fmla="*/ 75665 h 123857"/>
              <a:gd name="csX7" fmla="*/ 116219 w 148867"/>
              <a:gd name="csY7" fmla="*/ 90754 h 123857"/>
              <a:gd name="csX8" fmla="*/ 120659 w 148867"/>
              <a:gd name="csY8" fmla="*/ 110436 h 123857"/>
              <a:gd name="csX9" fmla="*/ 148867 w 148867"/>
              <a:gd name="csY9" fmla="*/ 61836 h 123857"/>
              <a:gd name="csX10" fmla="*/ 146520 w 148867"/>
              <a:gd name="csY10" fmla="*/ 46389 h 123857"/>
              <a:gd name="csX11" fmla="*/ 108240 w 148867"/>
              <a:gd name="csY11" fmla="*/ 42426 h 123857"/>
              <a:gd name="csX12" fmla="*/ 125610 w 148867"/>
              <a:gd name="csY12" fmla="*/ 32814 h 123857"/>
              <a:gd name="csX13" fmla="*/ 139680 w 148867"/>
              <a:gd name="csY13" fmla="*/ 31964 h 123857"/>
              <a:gd name="csX14" fmla="*/ 79742 w 148867"/>
              <a:gd name="csY14" fmla="*/ 0 h 123857"/>
              <a:gd name="csX15" fmla="*/ 79742 w 148867"/>
              <a:gd name="csY15" fmla="*/ 28425 h 123857"/>
              <a:gd name="csX16" fmla="*/ 108240 w 148867"/>
              <a:gd name="csY16" fmla="*/ 42426 h 123857"/>
              <a:gd name="csX17" fmla="*/ 96585 w 148867"/>
              <a:gd name="csY17" fmla="*/ 83984 h 123857"/>
              <a:gd name="csX18" fmla="*/ 91056 w 148867"/>
              <a:gd name="csY18" fmla="*/ 82181 h 123857"/>
              <a:gd name="csX19" fmla="*/ 74434 w 148867"/>
              <a:gd name="csY19" fmla="*/ 84885 h 123857"/>
              <a:gd name="csX20" fmla="*/ 57812 w 148867"/>
              <a:gd name="csY20" fmla="*/ 82181 h 123857"/>
              <a:gd name="csX21" fmla="*/ 52282 w 148867"/>
              <a:gd name="csY21" fmla="*/ 83984 h 123857"/>
              <a:gd name="csX22" fmla="*/ 42142 w 148867"/>
              <a:gd name="csY22" fmla="*/ 95551 h 123857"/>
              <a:gd name="csX23" fmla="*/ 38876 w 148867"/>
              <a:gd name="csY23" fmla="*/ 110538 h 123857"/>
              <a:gd name="csX24" fmla="*/ 42738 w 148867"/>
              <a:gd name="csY24" fmla="*/ 117938 h 123857"/>
              <a:gd name="csX25" fmla="*/ 74434 w 148867"/>
              <a:gd name="csY25" fmla="*/ 123858 h 123857"/>
              <a:gd name="csX26" fmla="*/ 106113 w 148867"/>
              <a:gd name="csY26" fmla="*/ 117938 h 123857"/>
              <a:gd name="csX27" fmla="*/ 109992 w 148867"/>
              <a:gd name="csY27" fmla="*/ 110538 h 123857"/>
              <a:gd name="csX28" fmla="*/ 106725 w 148867"/>
              <a:gd name="csY28" fmla="*/ 95551 h 123857"/>
              <a:gd name="csX29" fmla="*/ 96585 w 148867"/>
              <a:gd name="csY29" fmla="*/ 83984 h 123857"/>
              <a:gd name="csX30" fmla="*/ 23257 w 148867"/>
              <a:gd name="csY30" fmla="*/ 32814 h 123857"/>
              <a:gd name="csX31" fmla="*/ 40611 w 148867"/>
              <a:gd name="csY31" fmla="*/ 42426 h 123857"/>
              <a:gd name="csX32" fmla="*/ 69109 w 148867"/>
              <a:gd name="csY32" fmla="*/ 28425 h 123857"/>
              <a:gd name="csX33" fmla="*/ 69109 w 148867"/>
              <a:gd name="csY33" fmla="*/ 0 h 123857"/>
              <a:gd name="csX34" fmla="*/ 9187 w 148867"/>
              <a:gd name="csY34" fmla="*/ 31964 h 123857"/>
              <a:gd name="csX35" fmla="*/ 23257 w 148867"/>
              <a:gd name="csY35" fmla="*/ 32814 h 123857"/>
              <a:gd name="csX36" fmla="*/ 45647 w 148867"/>
              <a:gd name="csY36" fmla="*/ 75665 h 123857"/>
              <a:gd name="csX37" fmla="*/ 35439 w 148867"/>
              <a:gd name="csY37" fmla="*/ 56528 h 123857"/>
              <a:gd name="csX38" fmla="*/ 35558 w 148867"/>
              <a:gd name="csY38" fmla="*/ 54538 h 123857"/>
              <a:gd name="csX39" fmla="*/ 20739 w 148867"/>
              <a:gd name="csY39" fmla="*/ 43157 h 123857"/>
              <a:gd name="csX40" fmla="*/ 7094 w 148867"/>
              <a:gd name="csY40" fmla="*/ 43276 h 123857"/>
              <a:gd name="csX41" fmla="*/ 2382 w 148867"/>
              <a:gd name="csY41" fmla="*/ 46321 h 123857"/>
              <a:gd name="csX42" fmla="*/ 2348 w 148867"/>
              <a:gd name="csY42" fmla="*/ 46389 h 123857"/>
              <a:gd name="csX43" fmla="*/ 0 w 148867"/>
              <a:gd name="csY43" fmla="*/ 61836 h 123857"/>
              <a:gd name="csX44" fmla="*/ 28208 w 148867"/>
              <a:gd name="csY44" fmla="*/ 110436 h 123857"/>
              <a:gd name="csX45" fmla="*/ 32649 w 148867"/>
              <a:gd name="csY45" fmla="*/ 90754 h 123857"/>
              <a:gd name="csX46" fmla="*/ 45647 w 148867"/>
              <a:gd name="csY46" fmla="*/ 75665 h 123857"/>
            </a:gdLst>
            <a:ahLst/>
            <a:cxnLst/>
            <a:rect l="l" t="t" r="r" b="b"/>
            <a:pathLst>
              <a:path w="100000" h="100000">
                <a:moveTo>
                  <a:pt x="98423" y="39561"/>
                </a:moveTo>
                <a:cubicBezTo>
                  <a:pt x="98423" y="39539"/>
                  <a:pt x="98434" y="39539"/>
                  <a:pt x="98401" y="39516"/>
                </a:cubicBezTo>
                <a:cubicBezTo>
                  <a:pt x="97829" y="38682"/>
                  <a:pt x="96709" y="37939"/>
                  <a:pt x="95235" y="37470"/>
                </a:cubicBezTo>
                <a:cubicBezTo>
                  <a:pt x="92663" y="36613"/>
                  <a:pt x="89337" y="36590"/>
                  <a:pt x="86069" y="37390"/>
                </a:cubicBezTo>
                <a:cubicBezTo>
                  <a:pt x="80263" y="38796"/>
                  <a:pt x="76378" y="42327"/>
                  <a:pt x="76114" y="45036"/>
                </a:cubicBezTo>
                <a:cubicBezTo>
                  <a:pt x="76171" y="45469"/>
                  <a:pt x="76194" y="45915"/>
                  <a:pt x="76194" y="46372"/>
                </a:cubicBezTo>
                <a:cubicBezTo>
                  <a:pt x="76194" y="51320"/>
                  <a:pt x="73600" y="55822"/>
                  <a:pt x="69337" y="59227"/>
                </a:cubicBezTo>
                <a:cubicBezTo>
                  <a:pt x="72834" y="61513"/>
                  <a:pt x="75909" y="65078"/>
                  <a:pt x="78069" y="69363"/>
                </a:cubicBezTo>
                <a:cubicBezTo>
                  <a:pt x="80240" y="73705"/>
                  <a:pt x="81314" y="78345"/>
                  <a:pt x="81052" y="82584"/>
                </a:cubicBezTo>
                <a:cubicBezTo>
                  <a:pt x="92595" y="74963"/>
                  <a:pt x="100000" y="63181"/>
                  <a:pt x="100000" y="49938"/>
                </a:cubicBezTo>
                <a:cubicBezTo>
                  <a:pt x="100000" y="46349"/>
                  <a:pt x="99452" y="42875"/>
                  <a:pt x="98423" y="39561"/>
                </a:cubicBezTo>
                <a:close/>
                <a:moveTo>
                  <a:pt x="72709" y="36899"/>
                </a:moveTo>
                <a:cubicBezTo>
                  <a:pt x="75429" y="33997"/>
                  <a:pt x="79497" y="31654"/>
                  <a:pt x="84377" y="30443"/>
                </a:cubicBezTo>
                <a:cubicBezTo>
                  <a:pt x="87600" y="29655"/>
                  <a:pt x="90858" y="29471"/>
                  <a:pt x="93829" y="29872"/>
                </a:cubicBezTo>
                <a:cubicBezTo>
                  <a:pt x="85852" y="17827"/>
                  <a:pt x="70949" y="9394"/>
                  <a:pt x="53566" y="8400"/>
                </a:cubicBezTo>
                <a:lnTo>
                  <a:pt x="53566" y="27494"/>
                </a:lnTo>
                <a:cubicBezTo>
                  <a:pt x="61760" y="28306"/>
                  <a:pt x="68766" y="31871"/>
                  <a:pt x="72709" y="36899"/>
                </a:cubicBezTo>
                <a:close/>
                <a:moveTo>
                  <a:pt x="64880" y="64816"/>
                </a:moveTo>
                <a:cubicBezTo>
                  <a:pt x="63566" y="64038"/>
                  <a:pt x="62286" y="63627"/>
                  <a:pt x="61166" y="63604"/>
                </a:cubicBezTo>
                <a:cubicBezTo>
                  <a:pt x="57783" y="64770"/>
                  <a:pt x="54000" y="65421"/>
                  <a:pt x="50000" y="65421"/>
                </a:cubicBezTo>
                <a:cubicBezTo>
                  <a:pt x="46000" y="65421"/>
                  <a:pt x="42217" y="64770"/>
                  <a:pt x="38835" y="63604"/>
                </a:cubicBezTo>
                <a:cubicBezTo>
                  <a:pt x="37714" y="63627"/>
                  <a:pt x="36423" y="64038"/>
                  <a:pt x="35120" y="64816"/>
                </a:cubicBezTo>
                <a:cubicBezTo>
                  <a:pt x="32503" y="66392"/>
                  <a:pt x="30023" y="69203"/>
                  <a:pt x="28308" y="72586"/>
                </a:cubicBezTo>
                <a:cubicBezTo>
                  <a:pt x="26617" y="75934"/>
                  <a:pt x="25806" y="79625"/>
                  <a:pt x="26115" y="82653"/>
                </a:cubicBezTo>
                <a:cubicBezTo>
                  <a:pt x="26354" y="85110"/>
                  <a:pt x="27314" y="86938"/>
                  <a:pt x="28709" y="87624"/>
                </a:cubicBezTo>
                <a:cubicBezTo>
                  <a:pt x="35166" y="90172"/>
                  <a:pt x="42377" y="91601"/>
                  <a:pt x="50000" y="91601"/>
                </a:cubicBezTo>
                <a:cubicBezTo>
                  <a:pt x="57623" y="91601"/>
                  <a:pt x="64834" y="90172"/>
                  <a:pt x="71280" y="87624"/>
                </a:cubicBezTo>
                <a:cubicBezTo>
                  <a:pt x="72686" y="86938"/>
                  <a:pt x="73646" y="85110"/>
                  <a:pt x="73886" y="82653"/>
                </a:cubicBezTo>
                <a:cubicBezTo>
                  <a:pt x="74194" y="79625"/>
                  <a:pt x="73383" y="75934"/>
                  <a:pt x="71692" y="72586"/>
                </a:cubicBezTo>
                <a:cubicBezTo>
                  <a:pt x="69977" y="69203"/>
                  <a:pt x="67497" y="66392"/>
                  <a:pt x="64880" y="64816"/>
                </a:cubicBezTo>
                <a:close/>
                <a:moveTo>
                  <a:pt x="15623" y="30443"/>
                </a:moveTo>
                <a:cubicBezTo>
                  <a:pt x="20503" y="31654"/>
                  <a:pt x="24572" y="33997"/>
                  <a:pt x="27280" y="36899"/>
                </a:cubicBezTo>
                <a:cubicBezTo>
                  <a:pt x="31235" y="31871"/>
                  <a:pt x="38240" y="28306"/>
                  <a:pt x="46423" y="27494"/>
                </a:cubicBezTo>
                <a:lnTo>
                  <a:pt x="46423" y="8400"/>
                </a:lnTo>
                <a:cubicBezTo>
                  <a:pt x="29051" y="9394"/>
                  <a:pt x="14137" y="17827"/>
                  <a:pt x="6171" y="29872"/>
                </a:cubicBezTo>
                <a:cubicBezTo>
                  <a:pt x="9143" y="29471"/>
                  <a:pt x="12400" y="29655"/>
                  <a:pt x="15623" y="30443"/>
                </a:cubicBezTo>
                <a:close/>
                <a:moveTo>
                  <a:pt x="30663" y="59227"/>
                </a:moveTo>
                <a:cubicBezTo>
                  <a:pt x="26400" y="55822"/>
                  <a:pt x="23806" y="51320"/>
                  <a:pt x="23806" y="46372"/>
                </a:cubicBezTo>
                <a:cubicBezTo>
                  <a:pt x="23806" y="45915"/>
                  <a:pt x="23829" y="45469"/>
                  <a:pt x="23886" y="45036"/>
                </a:cubicBezTo>
                <a:cubicBezTo>
                  <a:pt x="23623" y="42327"/>
                  <a:pt x="19737" y="38796"/>
                  <a:pt x="13931" y="37390"/>
                </a:cubicBezTo>
                <a:cubicBezTo>
                  <a:pt x="10663" y="36590"/>
                  <a:pt x="7337" y="36613"/>
                  <a:pt x="4765" y="37470"/>
                </a:cubicBezTo>
                <a:cubicBezTo>
                  <a:pt x="3280" y="37939"/>
                  <a:pt x="2171" y="38682"/>
                  <a:pt x="1600" y="39516"/>
                </a:cubicBezTo>
                <a:cubicBezTo>
                  <a:pt x="1577" y="39539"/>
                  <a:pt x="1577" y="39539"/>
                  <a:pt x="1577" y="39561"/>
                </a:cubicBezTo>
                <a:cubicBezTo>
                  <a:pt x="549" y="42875"/>
                  <a:pt x="0" y="46349"/>
                  <a:pt x="0" y="49938"/>
                </a:cubicBezTo>
                <a:cubicBezTo>
                  <a:pt x="0" y="63181"/>
                  <a:pt x="7406" y="74963"/>
                  <a:pt x="18948" y="82584"/>
                </a:cubicBezTo>
                <a:cubicBezTo>
                  <a:pt x="18686" y="78345"/>
                  <a:pt x="19760" y="73705"/>
                  <a:pt x="21932" y="69363"/>
                </a:cubicBezTo>
                <a:cubicBezTo>
                  <a:pt x="24091" y="65078"/>
                  <a:pt x="27166" y="61513"/>
                  <a:pt x="30663" y="5922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1" name="Белый — SVG 9">
            <a:extLst>
              <a:ext uri="{FF2B5EF4-FFF2-40B4-BE49-F238E27FC236}">
                <a16:creationId xmlns:a16="http://schemas.microsoft.com/office/drawing/2014/main" id="{A369ED2C-84A7-2E48-A64B-3AC99F8A9B81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71984 w 141670"/>
              <a:gd name="csY0" fmla="*/ 0 h 141685"/>
              <a:gd name="csX1" fmla="*/ 70793 w 141670"/>
              <a:gd name="csY1" fmla="*/ 14102 h 141685"/>
              <a:gd name="csX2" fmla="*/ 71916 w 141670"/>
              <a:gd name="csY2" fmla="*/ 27864 h 141685"/>
              <a:gd name="csX3" fmla="*/ 84965 w 141670"/>
              <a:gd name="csY3" fmla="*/ 1412 h 141685"/>
              <a:gd name="csX4" fmla="*/ 71984 w 141670"/>
              <a:gd name="csY4" fmla="*/ 0 h 141685"/>
              <a:gd name="csX5" fmla="*/ 61112 w 141670"/>
              <a:gd name="csY5" fmla="*/ 680 h 141685"/>
              <a:gd name="csX6" fmla="*/ 289 w 141670"/>
              <a:gd name="csY6" fmla="*/ 63689 h 141685"/>
              <a:gd name="csX7" fmla="*/ 1667 w 141670"/>
              <a:gd name="csY7" fmla="*/ 63724 h 141685"/>
              <a:gd name="csX8" fmla="*/ 24772 w 141670"/>
              <a:gd name="csY8" fmla="*/ 60560 h 141685"/>
              <a:gd name="csX9" fmla="*/ 37106 w 141670"/>
              <a:gd name="csY9" fmla="*/ 49553 h 141685"/>
              <a:gd name="csX10" fmla="*/ 44762 w 141670"/>
              <a:gd name="csY10" fmla="*/ 52241 h 141685"/>
              <a:gd name="csX11" fmla="*/ 63205 w 141670"/>
              <a:gd name="csY11" fmla="*/ 38139 h 141685"/>
              <a:gd name="csX12" fmla="*/ 60159 w 141670"/>
              <a:gd name="csY12" fmla="*/ 14102 h 141685"/>
              <a:gd name="csX13" fmla="*/ 61112 w 141670"/>
              <a:gd name="csY13" fmla="*/ 680 h 141685"/>
              <a:gd name="csX14" fmla="*/ 95173 w 141670"/>
              <a:gd name="csY14" fmla="*/ 4321 h 141685"/>
              <a:gd name="csX15" fmla="*/ 75148 w 141670"/>
              <a:gd name="csY15" fmla="*/ 40861 h 141685"/>
              <a:gd name="csX16" fmla="*/ 90001 w 141670"/>
              <a:gd name="csY16" fmla="*/ 67874 h 141685"/>
              <a:gd name="csX17" fmla="*/ 93829 w 141670"/>
              <a:gd name="csY17" fmla="*/ 67262 h 141685"/>
              <a:gd name="csX18" fmla="*/ 106232 w 141670"/>
              <a:gd name="csY18" fmla="*/ 79663 h 141685"/>
              <a:gd name="csX19" fmla="*/ 105806 w 141670"/>
              <a:gd name="csY19" fmla="*/ 82827 h 141685"/>
              <a:gd name="csX20" fmla="*/ 136601 w 141670"/>
              <a:gd name="csY20" fmla="*/ 96929 h 141685"/>
              <a:gd name="csX21" fmla="*/ 141671 w 141670"/>
              <a:gd name="csY21" fmla="*/ 70817 h 141685"/>
              <a:gd name="csX22" fmla="*/ 95173 w 141670"/>
              <a:gd name="csY22" fmla="*/ 4321 h 141685"/>
              <a:gd name="csX23" fmla="*/ 66846 w 141670"/>
              <a:gd name="csY23" fmla="*/ 49264 h 141685"/>
              <a:gd name="csX24" fmla="*/ 49526 w 141670"/>
              <a:gd name="csY24" fmla="*/ 61767 h 141685"/>
              <a:gd name="csX25" fmla="*/ 49526 w 141670"/>
              <a:gd name="csY25" fmla="*/ 61954 h 141685"/>
              <a:gd name="csX26" fmla="*/ 37106 w 141670"/>
              <a:gd name="csY26" fmla="*/ 74355 h 141685"/>
              <a:gd name="csX27" fmla="*/ 28293 w 141670"/>
              <a:gd name="csY27" fmla="*/ 70630 h 141685"/>
              <a:gd name="csX28" fmla="*/ 1667 w 141670"/>
              <a:gd name="csY28" fmla="*/ 74355 h 141685"/>
              <a:gd name="csX29" fmla="*/ 0 w 141670"/>
              <a:gd name="csY29" fmla="*/ 74321 h 141685"/>
              <a:gd name="csX30" fmla="*/ 4389 w 141670"/>
              <a:gd name="csY30" fmla="*/ 95517 h 141685"/>
              <a:gd name="csX31" fmla="*/ 30029 w 141670"/>
              <a:gd name="csY31" fmla="*/ 92081 h 141685"/>
              <a:gd name="csX32" fmla="*/ 45120 w 141670"/>
              <a:gd name="csY32" fmla="*/ 93238 h 141685"/>
              <a:gd name="csX33" fmla="*/ 54834 w 141670"/>
              <a:gd name="csY33" fmla="*/ 88526 h 141685"/>
              <a:gd name="csX34" fmla="*/ 67135 w 141670"/>
              <a:gd name="csY34" fmla="*/ 99413 h 141685"/>
              <a:gd name="csX35" fmla="*/ 107967 w 141670"/>
              <a:gd name="csY35" fmla="*/ 131054 h 141685"/>
              <a:gd name="csX36" fmla="*/ 131786 w 141670"/>
              <a:gd name="csY36" fmla="*/ 106711 h 141685"/>
              <a:gd name="csX37" fmla="*/ 98899 w 141670"/>
              <a:gd name="csY37" fmla="*/ 90975 h 141685"/>
              <a:gd name="csX38" fmla="*/ 93829 w 141670"/>
              <a:gd name="csY38" fmla="*/ 92081 h 141685"/>
              <a:gd name="csX39" fmla="*/ 81426 w 141670"/>
              <a:gd name="csY39" fmla="*/ 79663 h 141685"/>
              <a:gd name="csX40" fmla="*/ 82277 w 141670"/>
              <a:gd name="csY40" fmla="*/ 75240 h 141685"/>
              <a:gd name="csX41" fmla="*/ 66846 w 141670"/>
              <a:gd name="csY41" fmla="*/ 49264 h 141685"/>
              <a:gd name="csX42" fmla="*/ 30029 w 141670"/>
              <a:gd name="csY42" fmla="*/ 102713 h 141685"/>
              <a:gd name="csX43" fmla="*/ 8932 w 141670"/>
              <a:gd name="csY43" fmla="*/ 105299 h 141685"/>
              <a:gd name="csX44" fmla="*/ 70793 w 141670"/>
              <a:gd name="csY44" fmla="*/ 141686 h 141685"/>
              <a:gd name="csX45" fmla="*/ 98355 w 141670"/>
              <a:gd name="csY45" fmla="*/ 136089 h 141685"/>
              <a:gd name="csX46" fmla="*/ 63732 w 141670"/>
              <a:gd name="csY46" fmla="*/ 109551 h 141685"/>
              <a:gd name="csX47" fmla="*/ 54834 w 141670"/>
              <a:gd name="csY47" fmla="*/ 113345 h 141685"/>
              <a:gd name="csX48" fmla="*/ 42755 w 141670"/>
              <a:gd name="csY48" fmla="*/ 103632 h 141685"/>
              <a:gd name="csX49" fmla="*/ 30029 w 141670"/>
              <a:gd name="csY49" fmla="*/ 102713 h 141685"/>
            </a:gdLst>
            <a:ahLst/>
            <a:cxnLst/>
            <a:rect l="l" t="t" r="r" b="b"/>
            <a:pathLst>
              <a:path w="100000" h="100000">
                <a:moveTo>
                  <a:pt x="50811" y="0"/>
                </a:moveTo>
                <a:cubicBezTo>
                  <a:pt x="50270" y="3230"/>
                  <a:pt x="49970" y="6555"/>
                  <a:pt x="49970" y="9953"/>
                </a:cubicBezTo>
                <a:cubicBezTo>
                  <a:pt x="49970" y="13255"/>
                  <a:pt x="50246" y="16508"/>
                  <a:pt x="50763" y="19666"/>
                </a:cubicBezTo>
                <a:cubicBezTo>
                  <a:pt x="54845" y="14083"/>
                  <a:pt x="57992" y="7780"/>
                  <a:pt x="59973" y="997"/>
                </a:cubicBezTo>
                <a:cubicBezTo>
                  <a:pt x="56995" y="396"/>
                  <a:pt x="53945" y="48"/>
                  <a:pt x="50811" y="0"/>
                </a:cubicBezTo>
                <a:close/>
                <a:moveTo>
                  <a:pt x="43138" y="480"/>
                </a:moveTo>
                <a:cubicBezTo>
                  <a:pt x="20419" y="3602"/>
                  <a:pt x="2479" y="21983"/>
                  <a:pt x="209" y="44951"/>
                </a:cubicBezTo>
                <a:cubicBezTo>
                  <a:pt x="533" y="44976"/>
                  <a:pt x="858" y="44976"/>
                  <a:pt x="1182" y="44976"/>
                </a:cubicBezTo>
                <a:cubicBezTo>
                  <a:pt x="6814" y="44976"/>
                  <a:pt x="12290" y="44195"/>
                  <a:pt x="17489" y="42743"/>
                </a:cubicBezTo>
                <a:cubicBezTo>
                  <a:pt x="17993" y="38372"/>
                  <a:pt x="21691" y="34974"/>
                  <a:pt x="26194" y="34974"/>
                </a:cubicBezTo>
                <a:cubicBezTo>
                  <a:pt x="28224" y="34974"/>
                  <a:pt x="30133" y="35671"/>
                  <a:pt x="31598" y="36871"/>
                </a:cubicBezTo>
                <a:cubicBezTo>
                  <a:pt x="36378" y="34145"/>
                  <a:pt x="40760" y="30796"/>
                  <a:pt x="44615" y="26918"/>
                </a:cubicBezTo>
                <a:cubicBezTo>
                  <a:pt x="43210" y="21491"/>
                  <a:pt x="42465" y="15812"/>
                  <a:pt x="42465" y="9953"/>
                </a:cubicBezTo>
                <a:cubicBezTo>
                  <a:pt x="42465" y="6735"/>
                  <a:pt x="42706" y="3578"/>
                  <a:pt x="43138" y="480"/>
                </a:cubicBezTo>
                <a:close/>
                <a:moveTo>
                  <a:pt x="67178" y="3050"/>
                </a:moveTo>
                <a:cubicBezTo>
                  <a:pt x="64380" y="12679"/>
                  <a:pt x="59492" y="21467"/>
                  <a:pt x="53044" y="28839"/>
                </a:cubicBezTo>
                <a:cubicBezTo>
                  <a:pt x="55374" y="35851"/>
                  <a:pt x="58940" y="42298"/>
                  <a:pt x="63527" y="47905"/>
                </a:cubicBezTo>
                <a:cubicBezTo>
                  <a:pt x="64380" y="47629"/>
                  <a:pt x="65280" y="47473"/>
                  <a:pt x="66229" y="47473"/>
                </a:cubicBezTo>
                <a:cubicBezTo>
                  <a:pt x="71056" y="47473"/>
                  <a:pt x="74983" y="51399"/>
                  <a:pt x="74983" y="56225"/>
                </a:cubicBezTo>
                <a:cubicBezTo>
                  <a:pt x="74983" y="57006"/>
                  <a:pt x="74887" y="57763"/>
                  <a:pt x="74682" y="58459"/>
                </a:cubicBezTo>
                <a:cubicBezTo>
                  <a:pt x="81083" y="63141"/>
                  <a:pt x="88444" y="66562"/>
                  <a:pt x="96417" y="68412"/>
                </a:cubicBezTo>
                <a:cubicBezTo>
                  <a:pt x="98698" y="62709"/>
                  <a:pt x="99995" y="56501"/>
                  <a:pt x="99995" y="49982"/>
                </a:cubicBezTo>
                <a:cubicBezTo>
                  <a:pt x="99995" y="28443"/>
                  <a:pt x="86318" y="10061"/>
                  <a:pt x="67178" y="3050"/>
                </a:cubicBezTo>
                <a:close/>
                <a:moveTo>
                  <a:pt x="47185" y="34770"/>
                </a:moveTo>
                <a:cubicBezTo>
                  <a:pt x="43462" y="38144"/>
                  <a:pt x="39355" y="41098"/>
                  <a:pt x="34960" y="43595"/>
                </a:cubicBezTo>
                <a:lnTo>
                  <a:pt x="34960" y="43727"/>
                </a:lnTo>
                <a:cubicBezTo>
                  <a:pt x="34960" y="48553"/>
                  <a:pt x="31022" y="52479"/>
                  <a:pt x="26194" y="52479"/>
                </a:cubicBezTo>
                <a:cubicBezTo>
                  <a:pt x="23769" y="52479"/>
                  <a:pt x="21547" y="51471"/>
                  <a:pt x="19974" y="49850"/>
                </a:cubicBezTo>
                <a:cubicBezTo>
                  <a:pt x="13995" y="51579"/>
                  <a:pt x="7691" y="52479"/>
                  <a:pt x="1182" y="52479"/>
                </a:cubicBezTo>
                <a:cubicBezTo>
                  <a:pt x="786" y="52479"/>
                  <a:pt x="378" y="52479"/>
                  <a:pt x="5" y="52455"/>
                </a:cubicBezTo>
                <a:cubicBezTo>
                  <a:pt x="257" y="57702"/>
                  <a:pt x="1363" y="62709"/>
                  <a:pt x="3103" y="67415"/>
                </a:cubicBezTo>
                <a:cubicBezTo>
                  <a:pt x="8867" y="65843"/>
                  <a:pt x="14943" y="64990"/>
                  <a:pt x="21199" y="64990"/>
                </a:cubicBezTo>
                <a:cubicBezTo>
                  <a:pt x="24826" y="64990"/>
                  <a:pt x="28380" y="65267"/>
                  <a:pt x="31851" y="65807"/>
                </a:cubicBezTo>
                <a:cubicBezTo>
                  <a:pt x="33459" y="63789"/>
                  <a:pt x="35933" y="62481"/>
                  <a:pt x="38707" y="62481"/>
                </a:cubicBezTo>
                <a:cubicBezTo>
                  <a:pt x="43162" y="62481"/>
                  <a:pt x="46860" y="65831"/>
                  <a:pt x="47389" y="70165"/>
                </a:cubicBezTo>
                <a:cubicBezTo>
                  <a:pt x="58868" y="74919"/>
                  <a:pt x="68823" y="82699"/>
                  <a:pt x="76207" y="92497"/>
                </a:cubicBezTo>
                <a:cubicBezTo>
                  <a:pt x="83088" y="88222"/>
                  <a:pt x="88888" y="82327"/>
                  <a:pt x="93019" y="75316"/>
                </a:cubicBezTo>
                <a:cubicBezTo>
                  <a:pt x="84517" y="73118"/>
                  <a:pt x="76652" y="69288"/>
                  <a:pt x="69807" y="64209"/>
                </a:cubicBezTo>
                <a:cubicBezTo>
                  <a:pt x="68703" y="64714"/>
                  <a:pt x="67501" y="64990"/>
                  <a:pt x="66229" y="64990"/>
                </a:cubicBezTo>
                <a:cubicBezTo>
                  <a:pt x="61402" y="64990"/>
                  <a:pt x="57475" y="61064"/>
                  <a:pt x="57475" y="56225"/>
                </a:cubicBezTo>
                <a:cubicBezTo>
                  <a:pt x="57475" y="55133"/>
                  <a:pt x="57667" y="54076"/>
                  <a:pt x="58076" y="53104"/>
                </a:cubicBezTo>
                <a:cubicBezTo>
                  <a:pt x="53549" y="47653"/>
                  <a:pt x="49838" y="41469"/>
                  <a:pt x="47185" y="34770"/>
                </a:cubicBezTo>
                <a:close/>
                <a:moveTo>
                  <a:pt x="21199" y="72494"/>
                </a:moveTo>
                <a:cubicBezTo>
                  <a:pt x="16072" y="72494"/>
                  <a:pt x="11088" y="73143"/>
                  <a:pt x="6309" y="74319"/>
                </a:cubicBezTo>
                <a:cubicBezTo>
                  <a:pt x="14871" y="89627"/>
                  <a:pt x="31202" y="100001"/>
                  <a:pt x="49970" y="100001"/>
                </a:cubicBezTo>
                <a:cubicBezTo>
                  <a:pt x="56874" y="100001"/>
                  <a:pt x="63443" y="98571"/>
                  <a:pt x="69423" y="96050"/>
                </a:cubicBezTo>
                <a:cubicBezTo>
                  <a:pt x="63047" y="87898"/>
                  <a:pt x="54641" y="81390"/>
                  <a:pt x="44987" y="77320"/>
                </a:cubicBezTo>
                <a:cubicBezTo>
                  <a:pt x="43390" y="78965"/>
                  <a:pt x="41156" y="79998"/>
                  <a:pt x="38707" y="79998"/>
                </a:cubicBezTo>
                <a:cubicBezTo>
                  <a:pt x="34528" y="79998"/>
                  <a:pt x="31022" y="77068"/>
                  <a:pt x="30181" y="73143"/>
                </a:cubicBezTo>
                <a:cubicBezTo>
                  <a:pt x="27251" y="72710"/>
                  <a:pt x="24249" y="72494"/>
                  <a:pt x="21199" y="7249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2" name="Белый — SVG 10">
            <a:extLst>
              <a:ext uri="{FF2B5EF4-FFF2-40B4-BE49-F238E27FC236}">
                <a16:creationId xmlns:a16="http://schemas.microsoft.com/office/drawing/2014/main" id="{621B3398-C9EE-224E-9004-CE33C683777B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49628 w 170134"/>
              <a:gd name="csY0" fmla="*/ 99226 h 155940"/>
              <a:gd name="csX1" fmla="*/ 0 w 170134"/>
              <a:gd name="csY1" fmla="*/ 49621 h 155940"/>
              <a:gd name="csX2" fmla="*/ 49628 w 170134"/>
              <a:gd name="csY2" fmla="*/ 0 h 155940"/>
              <a:gd name="csX3" fmla="*/ 99239 w 170134"/>
              <a:gd name="csY3" fmla="*/ 49621 h 155940"/>
              <a:gd name="csX4" fmla="*/ 49628 w 170134"/>
              <a:gd name="csY4" fmla="*/ 99226 h 155940"/>
              <a:gd name="csX5" fmla="*/ 125831 w 170134"/>
              <a:gd name="csY5" fmla="*/ 155941 h 155940"/>
              <a:gd name="csX6" fmla="*/ 99239 w 170134"/>
              <a:gd name="csY6" fmla="*/ 129353 h 155940"/>
              <a:gd name="csX7" fmla="*/ 125831 w 170134"/>
              <a:gd name="csY7" fmla="*/ 102781 h 155940"/>
              <a:gd name="csX8" fmla="*/ 152406 w 170134"/>
              <a:gd name="csY8" fmla="*/ 129353 h 155940"/>
              <a:gd name="csX9" fmla="*/ 125831 w 170134"/>
              <a:gd name="csY9" fmla="*/ 155941 h 155940"/>
              <a:gd name="csX10" fmla="*/ 125831 w 170134"/>
              <a:gd name="csY10" fmla="*/ 99226 h 155940"/>
              <a:gd name="csX11" fmla="*/ 102795 w 170134"/>
              <a:gd name="csY11" fmla="*/ 76193 h 155940"/>
              <a:gd name="csX12" fmla="*/ 125831 w 170134"/>
              <a:gd name="csY12" fmla="*/ 53160 h 155940"/>
              <a:gd name="csX13" fmla="*/ 148867 w 170134"/>
              <a:gd name="csY13" fmla="*/ 76193 h 155940"/>
              <a:gd name="csX14" fmla="*/ 125831 w 170134"/>
              <a:gd name="csY14" fmla="*/ 99226 h 155940"/>
              <a:gd name="csX15" fmla="*/ 155962 w 170134"/>
              <a:gd name="csY15" fmla="*/ 56698 h 155940"/>
              <a:gd name="csX16" fmla="*/ 141773 w 170134"/>
              <a:gd name="csY16" fmla="*/ 42528 h 155940"/>
              <a:gd name="csX17" fmla="*/ 155962 w 170134"/>
              <a:gd name="csY17" fmla="*/ 28357 h 155940"/>
              <a:gd name="csX18" fmla="*/ 170134 w 170134"/>
              <a:gd name="csY18" fmla="*/ 42528 h 155940"/>
              <a:gd name="csX19" fmla="*/ 155962 w 170134"/>
              <a:gd name="csY19" fmla="*/ 56698 h 155940"/>
            </a:gdLst>
            <a:ahLst/>
            <a:cxnLst/>
            <a:rect l="l" t="t" r="r" b="b"/>
            <a:pathLst>
              <a:path w="100000" h="100000">
                <a:moveTo>
                  <a:pt x="29170" y="62494"/>
                </a:moveTo>
                <a:cubicBezTo>
                  <a:pt x="13080" y="62494"/>
                  <a:pt x="0" y="49415"/>
                  <a:pt x="0" y="33337"/>
                </a:cubicBezTo>
                <a:cubicBezTo>
                  <a:pt x="0" y="17250"/>
                  <a:pt x="13080" y="4171"/>
                  <a:pt x="29170" y="4171"/>
                </a:cubicBezTo>
                <a:cubicBezTo>
                  <a:pt x="45250" y="4171"/>
                  <a:pt x="58330" y="17250"/>
                  <a:pt x="58330" y="33337"/>
                </a:cubicBezTo>
                <a:cubicBezTo>
                  <a:pt x="58330" y="49415"/>
                  <a:pt x="45250" y="62494"/>
                  <a:pt x="29170" y="62494"/>
                </a:cubicBezTo>
                <a:close/>
                <a:moveTo>
                  <a:pt x="73960" y="95829"/>
                </a:moveTo>
                <a:cubicBezTo>
                  <a:pt x="65340" y="95829"/>
                  <a:pt x="58330" y="88820"/>
                  <a:pt x="58330" y="80201"/>
                </a:cubicBezTo>
                <a:cubicBezTo>
                  <a:pt x="58330" y="71582"/>
                  <a:pt x="65340" y="64583"/>
                  <a:pt x="73960" y="64583"/>
                </a:cubicBezTo>
                <a:cubicBezTo>
                  <a:pt x="82570" y="64583"/>
                  <a:pt x="89580" y="71582"/>
                  <a:pt x="89580" y="80201"/>
                </a:cubicBezTo>
                <a:cubicBezTo>
                  <a:pt x="89580" y="88820"/>
                  <a:pt x="82570" y="95829"/>
                  <a:pt x="73960" y="95829"/>
                </a:cubicBezTo>
                <a:close/>
                <a:moveTo>
                  <a:pt x="73960" y="62494"/>
                </a:moveTo>
                <a:cubicBezTo>
                  <a:pt x="66490" y="62494"/>
                  <a:pt x="60420" y="56424"/>
                  <a:pt x="60420" y="48956"/>
                </a:cubicBezTo>
                <a:cubicBezTo>
                  <a:pt x="60420" y="41487"/>
                  <a:pt x="66490" y="35417"/>
                  <a:pt x="73960" y="35417"/>
                </a:cubicBezTo>
                <a:cubicBezTo>
                  <a:pt x="81420" y="35417"/>
                  <a:pt x="87500" y="41487"/>
                  <a:pt x="87500" y="48956"/>
                </a:cubicBezTo>
                <a:cubicBezTo>
                  <a:pt x="87500" y="56424"/>
                  <a:pt x="81420" y="62494"/>
                  <a:pt x="73960" y="62494"/>
                </a:cubicBezTo>
                <a:close/>
                <a:moveTo>
                  <a:pt x="91670" y="37497"/>
                </a:moveTo>
                <a:cubicBezTo>
                  <a:pt x="87070" y="37497"/>
                  <a:pt x="83330" y="33758"/>
                  <a:pt x="83330" y="29168"/>
                </a:cubicBezTo>
                <a:cubicBezTo>
                  <a:pt x="83330" y="24579"/>
                  <a:pt x="87070" y="20839"/>
                  <a:pt x="91670" y="20839"/>
                </a:cubicBezTo>
                <a:cubicBezTo>
                  <a:pt x="96260" y="20839"/>
                  <a:pt x="100000" y="24579"/>
                  <a:pt x="100000" y="29168"/>
                </a:cubicBezTo>
                <a:cubicBezTo>
                  <a:pt x="100000" y="33758"/>
                  <a:pt x="96260" y="37497"/>
                  <a:pt x="91670" y="3749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3" name="Белый — SVG 11">
            <a:extLst>
              <a:ext uri="{FF2B5EF4-FFF2-40B4-BE49-F238E27FC236}">
                <a16:creationId xmlns:a16="http://schemas.microsoft.com/office/drawing/2014/main" id="{99266B9D-2308-9345-A754-5AB12D3C48AC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22738 w 99244"/>
              <a:gd name="csY0" fmla="*/ 98818 h 141685"/>
              <a:gd name="csX1" fmla="*/ 24385 w 99244"/>
              <a:gd name="csY1" fmla="*/ 106234 h 141685"/>
              <a:gd name="csX2" fmla="*/ 74859 w 99244"/>
              <a:gd name="csY2" fmla="*/ 106234 h 141685"/>
              <a:gd name="csX3" fmla="*/ 76508 w 99244"/>
              <a:gd name="csY3" fmla="*/ 98818 h 141685"/>
              <a:gd name="csX4" fmla="*/ 83742 w 99244"/>
              <a:gd name="csY4" fmla="*/ 85532 h 141685"/>
              <a:gd name="csX5" fmla="*/ 99244 w 99244"/>
              <a:gd name="csY5" fmla="*/ 49537 h 141685"/>
              <a:gd name="csX6" fmla="*/ 49623 w 99244"/>
              <a:gd name="csY6" fmla="*/ 0 h 141685"/>
              <a:gd name="csX7" fmla="*/ 0 w 99244"/>
              <a:gd name="csY7" fmla="*/ 49537 h 141685"/>
              <a:gd name="csX8" fmla="*/ 15499 w 99244"/>
              <a:gd name="csY8" fmla="*/ 85532 h 141685"/>
              <a:gd name="csX9" fmla="*/ 22738 w 99244"/>
              <a:gd name="csY9" fmla="*/ 98818 h 141685"/>
              <a:gd name="csX10" fmla="*/ 26750 w 99244"/>
              <a:gd name="csY10" fmla="*/ 116866 h 141685"/>
              <a:gd name="csX11" fmla="*/ 30104 w 99244"/>
              <a:gd name="csY11" fmla="*/ 131972 h 141685"/>
              <a:gd name="csX12" fmla="*/ 42214 w 99244"/>
              <a:gd name="csY12" fmla="*/ 141686 h 141685"/>
              <a:gd name="csX13" fmla="*/ 57031 w 99244"/>
              <a:gd name="csY13" fmla="*/ 141686 h 141685"/>
              <a:gd name="csX14" fmla="*/ 69143 w 99244"/>
              <a:gd name="csY14" fmla="*/ 131972 h 141685"/>
              <a:gd name="csX15" fmla="*/ 72494 w 99244"/>
              <a:gd name="csY15" fmla="*/ 116866 h 141685"/>
              <a:gd name="csX16" fmla="*/ 26750 w 99244"/>
              <a:gd name="csY16" fmla="*/ 116866 h 141685"/>
            </a:gdLst>
            <a:ahLst/>
            <a:cxnLst/>
            <a:rect l="l" t="t" r="r" b="b"/>
            <a:pathLst>
              <a:path w="100000" h="100000">
                <a:moveTo>
                  <a:pt x="31026" y="69745"/>
                </a:moveTo>
                <a:lnTo>
                  <a:pt x="32188" y="74979"/>
                </a:lnTo>
                <a:lnTo>
                  <a:pt x="67812" y="74979"/>
                </a:lnTo>
                <a:lnTo>
                  <a:pt x="68976" y="69745"/>
                </a:lnTo>
                <a:cubicBezTo>
                  <a:pt x="69764" y="66202"/>
                  <a:pt x="71447" y="62865"/>
                  <a:pt x="74082" y="60368"/>
                </a:cubicBezTo>
                <a:cubicBezTo>
                  <a:pt x="81009" y="53800"/>
                  <a:pt x="85023" y="44627"/>
                  <a:pt x="85023" y="34963"/>
                </a:cubicBezTo>
                <a:cubicBezTo>
                  <a:pt x="85023" y="15657"/>
                  <a:pt x="69306" y="12"/>
                  <a:pt x="50001" y="0"/>
                </a:cubicBezTo>
                <a:cubicBezTo>
                  <a:pt x="30696" y="12"/>
                  <a:pt x="14977" y="15657"/>
                  <a:pt x="14977" y="34963"/>
                </a:cubicBezTo>
                <a:cubicBezTo>
                  <a:pt x="14977" y="44627"/>
                  <a:pt x="18992" y="53800"/>
                  <a:pt x="25916" y="60368"/>
                </a:cubicBezTo>
                <a:cubicBezTo>
                  <a:pt x="28553" y="62865"/>
                  <a:pt x="30237" y="66202"/>
                  <a:pt x="31026" y="69745"/>
                </a:cubicBezTo>
                <a:close/>
                <a:moveTo>
                  <a:pt x="33857" y="82483"/>
                </a:moveTo>
                <a:lnTo>
                  <a:pt x="36224" y="93145"/>
                </a:lnTo>
                <a:cubicBezTo>
                  <a:pt x="37114" y="97143"/>
                  <a:pt x="40669" y="100001"/>
                  <a:pt x="44772" y="100001"/>
                </a:cubicBezTo>
                <a:lnTo>
                  <a:pt x="55229" y="100001"/>
                </a:lnTo>
                <a:cubicBezTo>
                  <a:pt x="59331" y="100001"/>
                  <a:pt x="62886" y="97143"/>
                  <a:pt x="63778" y="93145"/>
                </a:cubicBezTo>
                <a:lnTo>
                  <a:pt x="66143" y="82483"/>
                </a:lnTo>
                <a:lnTo>
                  <a:pt x="33857" y="8248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4" name="Белый — SVG 12">
            <a:extLst>
              <a:ext uri="{FF2B5EF4-FFF2-40B4-BE49-F238E27FC236}">
                <a16:creationId xmlns:a16="http://schemas.microsoft.com/office/drawing/2014/main" id="{55672D9F-1EB1-DD43-B261-C114284C6BDE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90375 w 134695"/>
              <a:gd name="csY0" fmla="*/ 0 h 134676"/>
              <a:gd name="csX1" fmla="*/ 46072 w 134695"/>
              <a:gd name="csY1" fmla="*/ 44297 h 134676"/>
              <a:gd name="csX2" fmla="*/ 47706 w 134695"/>
              <a:gd name="csY2" fmla="*/ 56052 h 134676"/>
              <a:gd name="csX3" fmla="*/ 1548 w 134695"/>
              <a:gd name="csY3" fmla="*/ 102186 h 134676"/>
              <a:gd name="csX4" fmla="*/ 0 w 134695"/>
              <a:gd name="csY4" fmla="*/ 105945 h 134676"/>
              <a:gd name="csX5" fmla="*/ 0 w 134695"/>
              <a:gd name="csY5" fmla="*/ 129353 h 134676"/>
              <a:gd name="csX6" fmla="*/ 5308 w 134695"/>
              <a:gd name="csY6" fmla="*/ 134677 h 134676"/>
              <a:gd name="csX7" fmla="*/ 30131 w 134695"/>
              <a:gd name="csY7" fmla="*/ 134677 h 134676"/>
              <a:gd name="csX8" fmla="*/ 35439 w 134695"/>
              <a:gd name="csY8" fmla="*/ 129353 h 134676"/>
              <a:gd name="csX9" fmla="*/ 35439 w 134695"/>
              <a:gd name="csY9" fmla="*/ 120490 h 134676"/>
              <a:gd name="csX10" fmla="*/ 47842 w 134695"/>
              <a:gd name="csY10" fmla="*/ 120490 h 134676"/>
              <a:gd name="csX11" fmla="*/ 53167 w 134695"/>
              <a:gd name="csY11" fmla="*/ 115182 h 134676"/>
              <a:gd name="csX12" fmla="*/ 53167 w 134695"/>
              <a:gd name="csY12" fmla="*/ 102781 h 134676"/>
              <a:gd name="csX13" fmla="*/ 65570 w 134695"/>
              <a:gd name="csY13" fmla="*/ 102781 h 134676"/>
              <a:gd name="csX14" fmla="*/ 70895 w 134695"/>
              <a:gd name="csY14" fmla="*/ 97457 h 134676"/>
              <a:gd name="csX15" fmla="*/ 70895 w 134695"/>
              <a:gd name="csY15" fmla="*/ 84035 h 134676"/>
              <a:gd name="csX16" fmla="*/ 90375 w 134695"/>
              <a:gd name="csY16" fmla="*/ 88594 h 134676"/>
              <a:gd name="csX17" fmla="*/ 134695 w 134695"/>
              <a:gd name="csY17" fmla="*/ 44297 h 134676"/>
              <a:gd name="csX18" fmla="*/ 90375 w 134695"/>
              <a:gd name="csY18" fmla="*/ 0 h 134676"/>
              <a:gd name="csX19" fmla="*/ 95700 w 134695"/>
              <a:gd name="csY19" fmla="*/ 49621 h 134676"/>
              <a:gd name="csX20" fmla="*/ 85067 w 134695"/>
              <a:gd name="csY20" fmla="*/ 38989 h 134676"/>
              <a:gd name="csX21" fmla="*/ 95700 w 134695"/>
              <a:gd name="csY21" fmla="*/ 28357 h 134676"/>
              <a:gd name="csX22" fmla="*/ 106334 w 134695"/>
              <a:gd name="csY22" fmla="*/ 38989 h 134676"/>
              <a:gd name="csX23" fmla="*/ 95700 w 134695"/>
              <a:gd name="csY23" fmla="*/ 49621 h 134676"/>
            </a:gdLst>
            <a:ahLst/>
            <a:cxnLst/>
            <a:rect l="l" t="t" r="r" b="b"/>
            <a:pathLst>
              <a:path w="100000" h="100000">
                <a:moveTo>
                  <a:pt x="67096" y="7"/>
                </a:moveTo>
                <a:cubicBezTo>
                  <a:pt x="48933" y="7"/>
                  <a:pt x="34205" y="14733"/>
                  <a:pt x="34205" y="32894"/>
                </a:cubicBezTo>
                <a:cubicBezTo>
                  <a:pt x="34205" y="35924"/>
                  <a:pt x="34647" y="38830"/>
                  <a:pt x="35418" y="41621"/>
                </a:cubicBezTo>
                <a:lnTo>
                  <a:pt x="1149" y="75872"/>
                </a:lnTo>
                <a:cubicBezTo>
                  <a:pt x="417" y="76604"/>
                  <a:pt x="0" y="77614"/>
                  <a:pt x="0" y="78663"/>
                </a:cubicBezTo>
                <a:lnTo>
                  <a:pt x="0" y="96041"/>
                </a:lnTo>
                <a:cubicBezTo>
                  <a:pt x="0" y="98225"/>
                  <a:pt x="1768" y="99994"/>
                  <a:pt x="3941" y="99994"/>
                </a:cubicBezTo>
                <a:lnTo>
                  <a:pt x="22370" y="99994"/>
                </a:lnTo>
                <a:cubicBezTo>
                  <a:pt x="24555" y="99994"/>
                  <a:pt x="26311" y="98225"/>
                  <a:pt x="26311" y="96041"/>
                </a:cubicBezTo>
                <a:lnTo>
                  <a:pt x="26311" y="89461"/>
                </a:lnTo>
                <a:lnTo>
                  <a:pt x="35519" y="89461"/>
                </a:lnTo>
                <a:cubicBezTo>
                  <a:pt x="37704" y="89461"/>
                  <a:pt x="39472" y="87693"/>
                  <a:pt x="39472" y="85520"/>
                </a:cubicBezTo>
                <a:lnTo>
                  <a:pt x="39472" y="76314"/>
                </a:lnTo>
                <a:lnTo>
                  <a:pt x="48680" y="76314"/>
                </a:lnTo>
                <a:cubicBezTo>
                  <a:pt x="50865" y="76314"/>
                  <a:pt x="52634" y="74546"/>
                  <a:pt x="52634" y="72361"/>
                </a:cubicBezTo>
                <a:lnTo>
                  <a:pt x="52634" y="62396"/>
                </a:lnTo>
                <a:cubicBezTo>
                  <a:pt x="57004" y="64543"/>
                  <a:pt x="61905" y="65781"/>
                  <a:pt x="67096" y="65781"/>
                </a:cubicBezTo>
                <a:cubicBezTo>
                  <a:pt x="85273" y="65781"/>
                  <a:pt x="100000" y="51055"/>
                  <a:pt x="100000" y="32894"/>
                </a:cubicBezTo>
                <a:cubicBezTo>
                  <a:pt x="100000" y="14733"/>
                  <a:pt x="85273" y="7"/>
                  <a:pt x="67096" y="7"/>
                </a:cubicBezTo>
                <a:close/>
                <a:moveTo>
                  <a:pt x="71049" y="36847"/>
                </a:moveTo>
                <a:cubicBezTo>
                  <a:pt x="66692" y="36847"/>
                  <a:pt x="63155" y="33310"/>
                  <a:pt x="63155" y="28953"/>
                </a:cubicBezTo>
                <a:cubicBezTo>
                  <a:pt x="63155" y="24584"/>
                  <a:pt x="66692" y="21060"/>
                  <a:pt x="71049" y="21060"/>
                </a:cubicBezTo>
                <a:cubicBezTo>
                  <a:pt x="75407" y="21060"/>
                  <a:pt x="78944" y="24584"/>
                  <a:pt x="78944" y="28953"/>
                </a:cubicBezTo>
                <a:cubicBezTo>
                  <a:pt x="78944" y="33310"/>
                  <a:pt x="75407" y="36847"/>
                  <a:pt x="71049" y="3684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5" name="Белый — SVG 13">
            <a:extLst>
              <a:ext uri="{FF2B5EF4-FFF2-40B4-BE49-F238E27FC236}">
                <a16:creationId xmlns:a16="http://schemas.microsoft.com/office/drawing/2014/main" id="{8CB3EC14-D953-4E4B-BFC7-045D57C25D94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67344 w 134690"/>
              <a:gd name="csY0" fmla="*/ 0 h 141753"/>
              <a:gd name="csX1" fmla="*/ 17723 w 134690"/>
              <a:gd name="csY1" fmla="*/ 49621 h 141753"/>
              <a:gd name="csX2" fmla="*/ 29636 w 134690"/>
              <a:gd name="csY2" fmla="*/ 81824 h 141753"/>
              <a:gd name="csX3" fmla="*/ 57778 w 134690"/>
              <a:gd name="csY3" fmla="*/ 113124 h 141753"/>
              <a:gd name="csX4" fmla="*/ 67344 w 134690"/>
              <a:gd name="csY4" fmla="*/ 116951 h 141753"/>
              <a:gd name="csX5" fmla="*/ 76919 w 134690"/>
              <a:gd name="csY5" fmla="*/ 113124 h 141753"/>
              <a:gd name="csX6" fmla="*/ 105059 w 134690"/>
              <a:gd name="csY6" fmla="*/ 81824 h 141753"/>
              <a:gd name="csX7" fmla="*/ 116967 w 134690"/>
              <a:gd name="csY7" fmla="*/ 49621 h 141753"/>
              <a:gd name="csX8" fmla="*/ 67344 w 134690"/>
              <a:gd name="csY8" fmla="*/ 0 h 141753"/>
              <a:gd name="csX9" fmla="*/ 67344 w 134690"/>
              <a:gd name="csY9" fmla="*/ 31896 h 141753"/>
              <a:gd name="csX10" fmla="*/ 85067 w 134690"/>
              <a:gd name="csY10" fmla="*/ 49621 h 141753"/>
              <a:gd name="csX11" fmla="*/ 67344 w 134690"/>
              <a:gd name="csY11" fmla="*/ 67330 h 141753"/>
              <a:gd name="csX12" fmla="*/ 49623 w 134690"/>
              <a:gd name="csY12" fmla="*/ 49621 h 141753"/>
              <a:gd name="csX13" fmla="*/ 67344 w 134690"/>
              <a:gd name="csY13" fmla="*/ 31896 h 141753"/>
              <a:gd name="csX14" fmla="*/ 27546 w 134690"/>
              <a:gd name="csY14" fmla="*/ 90159 h 141753"/>
              <a:gd name="csX15" fmla="*/ 0 w 134690"/>
              <a:gd name="csY15" fmla="*/ 113413 h 141753"/>
              <a:gd name="csX16" fmla="*/ 67344 w 134690"/>
              <a:gd name="csY16" fmla="*/ 141754 h 141753"/>
              <a:gd name="csX17" fmla="*/ 134690 w 134690"/>
              <a:gd name="csY17" fmla="*/ 113413 h 141753"/>
              <a:gd name="csX18" fmla="*/ 107157 w 134690"/>
              <a:gd name="csY18" fmla="*/ 90176 h 141753"/>
              <a:gd name="csX19" fmla="*/ 99217 w 134690"/>
              <a:gd name="csY19" fmla="*/ 99107 h 141753"/>
              <a:gd name="csX20" fmla="*/ 124057 w 134690"/>
              <a:gd name="csY20" fmla="*/ 113413 h 141753"/>
              <a:gd name="csX21" fmla="*/ 67344 w 134690"/>
              <a:gd name="csY21" fmla="*/ 131122 h 141753"/>
              <a:gd name="csX22" fmla="*/ 10633 w 134690"/>
              <a:gd name="csY22" fmla="*/ 113413 h 141753"/>
              <a:gd name="csX23" fmla="*/ 35514 w 134690"/>
              <a:gd name="csY23" fmla="*/ 99090 h 141753"/>
              <a:gd name="csX24" fmla="*/ 27546 w 134690"/>
              <a:gd name="csY24" fmla="*/ 90159 h 141753"/>
            </a:gdLst>
            <a:ahLst/>
            <a:cxnLst/>
            <a:rect l="l" t="t" r="r" b="b"/>
            <a:pathLst>
              <a:path w="100000" h="100000">
                <a:moveTo>
                  <a:pt x="49999" y="0"/>
                </a:moveTo>
                <a:cubicBezTo>
                  <a:pt x="30697" y="0"/>
                  <a:pt x="14994" y="15697"/>
                  <a:pt x="14994" y="35005"/>
                </a:cubicBezTo>
                <a:cubicBezTo>
                  <a:pt x="14994" y="43310"/>
                  <a:pt x="17975" y="51375"/>
                  <a:pt x="23398" y="57723"/>
                </a:cubicBezTo>
                <a:cubicBezTo>
                  <a:pt x="24009" y="58431"/>
                  <a:pt x="38412" y="75183"/>
                  <a:pt x="43251" y="79804"/>
                </a:cubicBezTo>
                <a:cubicBezTo>
                  <a:pt x="45144" y="81604"/>
                  <a:pt x="47569" y="82503"/>
                  <a:pt x="49999" y="82503"/>
                </a:cubicBezTo>
                <a:cubicBezTo>
                  <a:pt x="52430" y="82503"/>
                  <a:pt x="54859" y="81604"/>
                  <a:pt x="56754" y="79804"/>
                </a:cubicBezTo>
                <a:cubicBezTo>
                  <a:pt x="62375" y="74439"/>
                  <a:pt x="76033" y="58395"/>
                  <a:pt x="76605" y="57723"/>
                </a:cubicBezTo>
                <a:cubicBezTo>
                  <a:pt x="82023" y="51375"/>
                  <a:pt x="85006" y="43310"/>
                  <a:pt x="85006" y="35005"/>
                </a:cubicBezTo>
                <a:cubicBezTo>
                  <a:pt x="85006" y="15697"/>
                  <a:pt x="69304" y="0"/>
                  <a:pt x="49999" y="0"/>
                </a:cubicBezTo>
                <a:close/>
                <a:moveTo>
                  <a:pt x="49999" y="22501"/>
                </a:moveTo>
                <a:cubicBezTo>
                  <a:pt x="56903" y="22501"/>
                  <a:pt x="62502" y="28093"/>
                  <a:pt x="62502" y="35005"/>
                </a:cubicBezTo>
                <a:cubicBezTo>
                  <a:pt x="62502" y="41906"/>
                  <a:pt x="56903" y="47498"/>
                  <a:pt x="49999" y="47498"/>
                </a:cubicBezTo>
                <a:cubicBezTo>
                  <a:pt x="43096" y="47498"/>
                  <a:pt x="37498" y="41906"/>
                  <a:pt x="37498" y="35005"/>
                </a:cubicBezTo>
                <a:cubicBezTo>
                  <a:pt x="37498" y="28093"/>
                  <a:pt x="43096" y="22501"/>
                  <a:pt x="49999" y="22501"/>
                </a:cubicBezTo>
                <a:close/>
                <a:moveTo>
                  <a:pt x="21924" y="63603"/>
                </a:moveTo>
                <a:cubicBezTo>
                  <a:pt x="10559" y="66891"/>
                  <a:pt x="2491" y="72387"/>
                  <a:pt x="2491" y="80007"/>
                </a:cubicBezTo>
                <a:cubicBezTo>
                  <a:pt x="2491" y="93136"/>
                  <a:pt x="26390" y="100001"/>
                  <a:pt x="49999" y="100001"/>
                </a:cubicBezTo>
                <a:cubicBezTo>
                  <a:pt x="73609" y="100001"/>
                  <a:pt x="97509" y="93136"/>
                  <a:pt x="97509" y="80007"/>
                </a:cubicBezTo>
                <a:cubicBezTo>
                  <a:pt x="97509" y="72387"/>
                  <a:pt x="89445" y="66891"/>
                  <a:pt x="78085" y="63615"/>
                </a:cubicBezTo>
                <a:cubicBezTo>
                  <a:pt x="76641" y="65247"/>
                  <a:pt x="74663" y="67491"/>
                  <a:pt x="72484" y="69915"/>
                </a:cubicBezTo>
                <a:cubicBezTo>
                  <a:pt x="83551" y="72519"/>
                  <a:pt x="90008" y="76731"/>
                  <a:pt x="90008" y="80007"/>
                </a:cubicBezTo>
                <a:cubicBezTo>
                  <a:pt x="90008" y="85096"/>
                  <a:pt x="74421" y="92500"/>
                  <a:pt x="49999" y="92500"/>
                </a:cubicBezTo>
                <a:cubicBezTo>
                  <a:pt x="25577" y="92500"/>
                  <a:pt x="9992" y="85096"/>
                  <a:pt x="9992" y="80007"/>
                </a:cubicBezTo>
                <a:cubicBezTo>
                  <a:pt x="9992" y="76731"/>
                  <a:pt x="16461" y="72507"/>
                  <a:pt x="27545" y="69903"/>
                </a:cubicBezTo>
                <a:cubicBezTo>
                  <a:pt x="25377" y="67491"/>
                  <a:pt x="23383" y="65259"/>
                  <a:pt x="21924" y="636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6" name="Белый — SVG 14">
            <a:extLst>
              <a:ext uri="{FF2B5EF4-FFF2-40B4-BE49-F238E27FC236}">
                <a16:creationId xmlns:a16="http://schemas.microsoft.com/office/drawing/2014/main" id="{AC72D251-BFBF-CE4B-88CF-594C56E19FF3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49628 w 99239"/>
              <a:gd name="csY0" fmla="*/ 0 h 155940"/>
              <a:gd name="csX1" fmla="*/ 45528 w 99239"/>
              <a:gd name="csY1" fmla="*/ 1310 h 155940"/>
              <a:gd name="csX2" fmla="*/ 42942 w 99239"/>
              <a:gd name="csY2" fmla="*/ 4746 h 155940"/>
              <a:gd name="csX3" fmla="*/ 42823 w 99239"/>
              <a:gd name="csY3" fmla="*/ 9033 h 155940"/>
              <a:gd name="csX4" fmla="*/ 45205 w 99239"/>
              <a:gd name="csY4" fmla="*/ 12622 h 155940"/>
              <a:gd name="csX5" fmla="*/ 35439 w 99239"/>
              <a:gd name="csY5" fmla="*/ 24802 h 155940"/>
              <a:gd name="csX6" fmla="*/ 20382 w 99239"/>
              <a:gd name="csY6" fmla="*/ 14051 h 155940"/>
              <a:gd name="csX7" fmla="*/ 21267 w 99239"/>
              <a:gd name="csY7" fmla="*/ 10530 h 155940"/>
              <a:gd name="csX8" fmla="*/ 20280 w 99239"/>
              <a:gd name="csY8" fmla="*/ 7025 h 155940"/>
              <a:gd name="csX9" fmla="*/ 17694 w 99239"/>
              <a:gd name="csY9" fmla="*/ 4474 h 155940"/>
              <a:gd name="csX10" fmla="*/ 14172 w 99239"/>
              <a:gd name="csY10" fmla="*/ 3538 h 155940"/>
              <a:gd name="csX11" fmla="*/ 9545 w 99239"/>
              <a:gd name="csY11" fmla="*/ 5291 h 155940"/>
              <a:gd name="csX12" fmla="*/ 7197 w 99239"/>
              <a:gd name="csY12" fmla="*/ 9645 h 155940"/>
              <a:gd name="csX13" fmla="*/ 8252 w 99239"/>
              <a:gd name="csY13" fmla="*/ 14476 h 155940"/>
              <a:gd name="csX14" fmla="*/ 12233 w 99239"/>
              <a:gd name="csY14" fmla="*/ 17436 h 155940"/>
              <a:gd name="csX15" fmla="*/ 16792 w 99239"/>
              <a:gd name="csY15" fmla="*/ 47155 h 155940"/>
              <a:gd name="csX16" fmla="*/ 23802 w 99239"/>
              <a:gd name="csY16" fmla="*/ 53160 h 155940"/>
              <a:gd name="csX17" fmla="*/ 75438 w 99239"/>
              <a:gd name="csY17" fmla="*/ 53160 h 155940"/>
              <a:gd name="csX18" fmla="*/ 82447 w 99239"/>
              <a:gd name="csY18" fmla="*/ 47155 h 155940"/>
              <a:gd name="csX19" fmla="*/ 87023 w 99239"/>
              <a:gd name="csY19" fmla="*/ 17436 h 155940"/>
              <a:gd name="csX20" fmla="*/ 90988 w 99239"/>
              <a:gd name="csY20" fmla="*/ 14476 h 155940"/>
              <a:gd name="csX21" fmla="*/ 92060 w 99239"/>
              <a:gd name="csY21" fmla="*/ 9645 h 155940"/>
              <a:gd name="csX22" fmla="*/ 89695 w 99239"/>
              <a:gd name="csY22" fmla="*/ 5291 h 155940"/>
              <a:gd name="csX23" fmla="*/ 85067 w 99239"/>
              <a:gd name="csY23" fmla="*/ 3538 h 155940"/>
              <a:gd name="csX24" fmla="*/ 81562 w 99239"/>
              <a:gd name="csY24" fmla="*/ 4474 h 155940"/>
              <a:gd name="csX25" fmla="*/ 78976 w 99239"/>
              <a:gd name="csY25" fmla="*/ 7025 h 155940"/>
              <a:gd name="csX26" fmla="*/ 77990 w 99239"/>
              <a:gd name="csY26" fmla="*/ 10530 h 155940"/>
              <a:gd name="csX27" fmla="*/ 78857 w 99239"/>
              <a:gd name="csY27" fmla="*/ 14051 h 155940"/>
              <a:gd name="csX28" fmla="*/ 63800 w 99239"/>
              <a:gd name="csY28" fmla="*/ 24802 h 155940"/>
              <a:gd name="csX29" fmla="*/ 54052 w 99239"/>
              <a:gd name="csY29" fmla="*/ 12622 h 155940"/>
              <a:gd name="csX30" fmla="*/ 56433 w 99239"/>
              <a:gd name="csY30" fmla="*/ 9033 h 155940"/>
              <a:gd name="csX31" fmla="*/ 56298 w 99239"/>
              <a:gd name="csY31" fmla="*/ 4746 h 155940"/>
              <a:gd name="csX32" fmla="*/ 53711 w 99239"/>
              <a:gd name="csY32" fmla="*/ 1310 h 155940"/>
              <a:gd name="csX33" fmla="*/ 49628 w 99239"/>
              <a:gd name="csY33" fmla="*/ 0 h 155940"/>
              <a:gd name="csX34" fmla="*/ 31900 w 99239"/>
              <a:gd name="csY34" fmla="*/ 60253 h 155940"/>
              <a:gd name="csX35" fmla="*/ 31900 w 99239"/>
              <a:gd name="csY35" fmla="*/ 70885 h 155940"/>
              <a:gd name="csX36" fmla="*/ 14615 w 99239"/>
              <a:gd name="csY36" fmla="*/ 101335 h 155940"/>
              <a:gd name="csX37" fmla="*/ 3539 w 99239"/>
              <a:gd name="csY37" fmla="*/ 120490 h 155940"/>
              <a:gd name="csX38" fmla="*/ 6993 w 99239"/>
              <a:gd name="csY38" fmla="*/ 131122 h 155940"/>
              <a:gd name="csX39" fmla="*/ 14206 w 99239"/>
              <a:gd name="csY39" fmla="*/ 131122 h 155940"/>
              <a:gd name="csX40" fmla="*/ 85169 w 99239"/>
              <a:gd name="csY40" fmla="*/ 131122 h 155940"/>
              <a:gd name="csX41" fmla="*/ 92332 w 99239"/>
              <a:gd name="csY41" fmla="*/ 131122 h 155940"/>
              <a:gd name="csX42" fmla="*/ 95683 w 99239"/>
              <a:gd name="csY42" fmla="*/ 120490 h 155940"/>
              <a:gd name="csX43" fmla="*/ 84625 w 99239"/>
              <a:gd name="csY43" fmla="*/ 101335 h 155940"/>
              <a:gd name="csX44" fmla="*/ 67339 w 99239"/>
              <a:gd name="csY44" fmla="*/ 70885 h 155940"/>
              <a:gd name="csX45" fmla="*/ 67339 w 99239"/>
              <a:gd name="csY45" fmla="*/ 60253 h 155940"/>
              <a:gd name="csX46" fmla="*/ 31900 w 99239"/>
              <a:gd name="csY46" fmla="*/ 60253 h 155940"/>
              <a:gd name="csX47" fmla="*/ 8864 w 99239"/>
              <a:gd name="csY47" fmla="*/ 138215 h 155940"/>
              <a:gd name="csX48" fmla="*/ 0 w 99239"/>
              <a:gd name="csY48" fmla="*/ 147078 h 155940"/>
              <a:gd name="csX49" fmla="*/ 8864 w 99239"/>
              <a:gd name="csY49" fmla="*/ 155941 h 155940"/>
              <a:gd name="csX50" fmla="*/ 90375 w 99239"/>
              <a:gd name="csY50" fmla="*/ 155941 h 155940"/>
              <a:gd name="csX51" fmla="*/ 99239 w 99239"/>
              <a:gd name="csY51" fmla="*/ 147078 h 155940"/>
              <a:gd name="csX52" fmla="*/ 90375 w 99239"/>
              <a:gd name="csY52" fmla="*/ 138215 h 155940"/>
              <a:gd name="csX53" fmla="*/ 8864 w 99239"/>
              <a:gd name="csY53" fmla="*/ 138215 h 155940"/>
            </a:gdLst>
            <a:ahLst/>
            <a:cxnLst/>
            <a:rect l="l" t="t" r="r" b="b"/>
            <a:pathLst>
              <a:path w="100000" h="100000">
                <a:moveTo>
                  <a:pt x="50005" y="0"/>
                </a:moveTo>
                <a:cubicBezTo>
                  <a:pt x="49056" y="0"/>
                  <a:pt x="48140" y="294"/>
                  <a:pt x="47376" y="840"/>
                </a:cubicBezTo>
                <a:cubicBezTo>
                  <a:pt x="46612" y="1385"/>
                  <a:pt x="46034" y="2149"/>
                  <a:pt x="45718" y="3043"/>
                </a:cubicBezTo>
                <a:cubicBezTo>
                  <a:pt x="45412" y="3927"/>
                  <a:pt x="45379" y="4887"/>
                  <a:pt x="45642" y="5793"/>
                </a:cubicBezTo>
                <a:cubicBezTo>
                  <a:pt x="45892" y="6698"/>
                  <a:pt x="46427" y="7505"/>
                  <a:pt x="47169" y="8094"/>
                </a:cubicBezTo>
                <a:lnTo>
                  <a:pt x="40906" y="15905"/>
                </a:lnTo>
                <a:lnTo>
                  <a:pt x="31251" y="9011"/>
                </a:lnTo>
                <a:cubicBezTo>
                  <a:pt x="31633" y="8323"/>
                  <a:pt x="31829" y="7538"/>
                  <a:pt x="31818" y="6753"/>
                </a:cubicBezTo>
                <a:cubicBezTo>
                  <a:pt x="31797" y="5956"/>
                  <a:pt x="31589" y="5192"/>
                  <a:pt x="31185" y="4505"/>
                </a:cubicBezTo>
                <a:cubicBezTo>
                  <a:pt x="30782" y="3829"/>
                  <a:pt x="30215" y="3262"/>
                  <a:pt x="29527" y="2869"/>
                </a:cubicBezTo>
                <a:cubicBezTo>
                  <a:pt x="28840" y="2477"/>
                  <a:pt x="28065" y="2269"/>
                  <a:pt x="27269" y="2269"/>
                </a:cubicBezTo>
                <a:cubicBezTo>
                  <a:pt x="26178" y="2280"/>
                  <a:pt x="25130" y="2673"/>
                  <a:pt x="24301" y="3393"/>
                </a:cubicBezTo>
                <a:cubicBezTo>
                  <a:pt x="23483" y="4112"/>
                  <a:pt x="22948" y="5105"/>
                  <a:pt x="22796" y="6185"/>
                </a:cubicBezTo>
                <a:cubicBezTo>
                  <a:pt x="22643" y="7265"/>
                  <a:pt x="22883" y="8367"/>
                  <a:pt x="23472" y="9283"/>
                </a:cubicBezTo>
                <a:cubicBezTo>
                  <a:pt x="24072" y="10200"/>
                  <a:pt x="24966" y="10876"/>
                  <a:pt x="26025" y="11181"/>
                </a:cubicBezTo>
                <a:lnTo>
                  <a:pt x="28949" y="30239"/>
                </a:lnTo>
                <a:cubicBezTo>
                  <a:pt x="29287" y="32454"/>
                  <a:pt x="31207" y="34090"/>
                  <a:pt x="33444" y="34090"/>
                </a:cubicBezTo>
                <a:lnTo>
                  <a:pt x="66557" y="34090"/>
                </a:lnTo>
                <a:cubicBezTo>
                  <a:pt x="68804" y="34090"/>
                  <a:pt x="70713" y="32454"/>
                  <a:pt x="71051" y="30239"/>
                </a:cubicBezTo>
                <a:lnTo>
                  <a:pt x="73986" y="11181"/>
                </a:lnTo>
                <a:cubicBezTo>
                  <a:pt x="75034" y="10876"/>
                  <a:pt x="75939" y="10200"/>
                  <a:pt x="76528" y="9283"/>
                </a:cubicBezTo>
                <a:cubicBezTo>
                  <a:pt x="77117" y="8367"/>
                  <a:pt x="77369" y="7265"/>
                  <a:pt x="77216" y="6185"/>
                </a:cubicBezTo>
                <a:cubicBezTo>
                  <a:pt x="77063" y="5105"/>
                  <a:pt x="76528" y="4112"/>
                  <a:pt x="75699" y="3393"/>
                </a:cubicBezTo>
                <a:cubicBezTo>
                  <a:pt x="74881" y="2673"/>
                  <a:pt x="73822" y="2280"/>
                  <a:pt x="72731" y="2269"/>
                </a:cubicBezTo>
                <a:cubicBezTo>
                  <a:pt x="71946" y="2269"/>
                  <a:pt x="71160" y="2477"/>
                  <a:pt x="70484" y="2869"/>
                </a:cubicBezTo>
                <a:cubicBezTo>
                  <a:pt x="69797" y="3262"/>
                  <a:pt x="69219" y="3829"/>
                  <a:pt x="68826" y="4505"/>
                </a:cubicBezTo>
                <a:cubicBezTo>
                  <a:pt x="68422" y="5192"/>
                  <a:pt x="68204" y="5956"/>
                  <a:pt x="68193" y="6753"/>
                </a:cubicBezTo>
                <a:cubicBezTo>
                  <a:pt x="68182" y="7538"/>
                  <a:pt x="68368" y="8323"/>
                  <a:pt x="68749" y="9011"/>
                </a:cubicBezTo>
                <a:lnTo>
                  <a:pt x="59094" y="15905"/>
                </a:lnTo>
                <a:lnTo>
                  <a:pt x="52842" y="8094"/>
                </a:lnTo>
                <a:cubicBezTo>
                  <a:pt x="53573" y="7505"/>
                  <a:pt x="54108" y="6698"/>
                  <a:pt x="54369" y="5793"/>
                </a:cubicBezTo>
                <a:cubicBezTo>
                  <a:pt x="54621" y="4887"/>
                  <a:pt x="54599" y="3927"/>
                  <a:pt x="54283" y="3043"/>
                </a:cubicBezTo>
                <a:cubicBezTo>
                  <a:pt x="53977" y="2149"/>
                  <a:pt x="53398" y="1385"/>
                  <a:pt x="52624" y="840"/>
                </a:cubicBezTo>
                <a:cubicBezTo>
                  <a:pt x="51861" y="294"/>
                  <a:pt x="50944" y="0"/>
                  <a:pt x="50005" y="0"/>
                </a:cubicBezTo>
                <a:close/>
                <a:moveTo>
                  <a:pt x="38637" y="38639"/>
                </a:moveTo>
                <a:lnTo>
                  <a:pt x="38637" y="45457"/>
                </a:lnTo>
                <a:cubicBezTo>
                  <a:pt x="37415" y="55318"/>
                  <a:pt x="31523" y="61493"/>
                  <a:pt x="27553" y="64983"/>
                </a:cubicBezTo>
                <a:cubicBezTo>
                  <a:pt x="24061" y="68049"/>
                  <a:pt x="20450" y="71213"/>
                  <a:pt x="20450" y="77267"/>
                </a:cubicBezTo>
                <a:cubicBezTo>
                  <a:pt x="20450" y="79699"/>
                  <a:pt x="21257" y="82078"/>
                  <a:pt x="22665" y="84085"/>
                </a:cubicBezTo>
                <a:lnTo>
                  <a:pt x="27290" y="84085"/>
                </a:lnTo>
                <a:lnTo>
                  <a:pt x="72797" y="84085"/>
                </a:lnTo>
                <a:lnTo>
                  <a:pt x="77390" y="84085"/>
                </a:lnTo>
                <a:cubicBezTo>
                  <a:pt x="78765" y="82089"/>
                  <a:pt x="79539" y="79710"/>
                  <a:pt x="79539" y="77267"/>
                </a:cubicBezTo>
                <a:cubicBezTo>
                  <a:pt x="79550" y="71213"/>
                  <a:pt x="75939" y="68049"/>
                  <a:pt x="72448" y="64983"/>
                </a:cubicBezTo>
                <a:cubicBezTo>
                  <a:pt x="68477" y="61493"/>
                  <a:pt x="62585" y="55318"/>
                  <a:pt x="61363" y="45457"/>
                </a:cubicBezTo>
                <a:lnTo>
                  <a:pt x="61363" y="38639"/>
                </a:lnTo>
                <a:lnTo>
                  <a:pt x="38637" y="38639"/>
                </a:lnTo>
                <a:close/>
                <a:moveTo>
                  <a:pt x="23865" y="88633"/>
                </a:moveTo>
                <a:cubicBezTo>
                  <a:pt x="20722" y="88633"/>
                  <a:pt x="18180" y="91175"/>
                  <a:pt x="18180" y="94317"/>
                </a:cubicBezTo>
                <a:cubicBezTo>
                  <a:pt x="18180" y="97459"/>
                  <a:pt x="20722" y="100001"/>
                  <a:pt x="23865" y="100001"/>
                </a:cubicBezTo>
                <a:lnTo>
                  <a:pt x="76135" y="100001"/>
                </a:lnTo>
                <a:cubicBezTo>
                  <a:pt x="79278" y="100001"/>
                  <a:pt x="81820" y="97459"/>
                  <a:pt x="81820" y="94317"/>
                </a:cubicBezTo>
                <a:cubicBezTo>
                  <a:pt x="81820" y="91175"/>
                  <a:pt x="79278" y="88633"/>
                  <a:pt x="76135" y="88633"/>
                </a:cubicBezTo>
                <a:lnTo>
                  <a:pt x="23865" y="8863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7" name="Белый — SVG 15">
            <a:extLst>
              <a:ext uri="{FF2B5EF4-FFF2-40B4-BE49-F238E27FC236}">
                <a16:creationId xmlns:a16="http://schemas.microsoft.com/office/drawing/2014/main" id="{1CBDE8FB-6768-EE4D-B353-B316D4C5FEFB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15942 w 155961"/>
              <a:gd name="csY0" fmla="*/ 0 h 109857"/>
              <a:gd name="csX1" fmla="*/ 0 w 155961"/>
              <a:gd name="csY1" fmla="*/ 15940 h 109857"/>
              <a:gd name="csX2" fmla="*/ 0 w 155961"/>
              <a:gd name="csY2" fmla="*/ 51390 h 109857"/>
              <a:gd name="csX3" fmla="*/ 15942 w 155961"/>
              <a:gd name="csY3" fmla="*/ 67330 h 109857"/>
              <a:gd name="csX4" fmla="*/ 17728 w 155961"/>
              <a:gd name="csY4" fmla="*/ 67330 h 109857"/>
              <a:gd name="csX5" fmla="*/ 17728 w 155961"/>
              <a:gd name="csY5" fmla="*/ 104550 h 109857"/>
              <a:gd name="csX6" fmla="*/ 23036 w 155961"/>
              <a:gd name="csY6" fmla="*/ 109858 h 109857"/>
              <a:gd name="csX7" fmla="*/ 33670 w 155961"/>
              <a:gd name="csY7" fmla="*/ 109858 h 109857"/>
              <a:gd name="csX8" fmla="*/ 38995 w 155961"/>
              <a:gd name="csY8" fmla="*/ 104550 h 109857"/>
              <a:gd name="csX9" fmla="*/ 38995 w 155961"/>
              <a:gd name="csY9" fmla="*/ 67330 h 109857"/>
              <a:gd name="csX10" fmla="*/ 116967 w 155961"/>
              <a:gd name="csY10" fmla="*/ 67330 h 109857"/>
              <a:gd name="csX11" fmla="*/ 116967 w 155961"/>
              <a:gd name="csY11" fmla="*/ 104550 h 109857"/>
              <a:gd name="csX12" fmla="*/ 122276 w 155961"/>
              <a:gd name="csY12" fmla="*/ 109858 h 109857"/>
              <a:gd name="csX13" fmla="*/ 132909 w 155961"/>
              <a:gd name="csY13" fmla="*/ 109858 h 109857"/>
              <a:gd name="csX14" fmla="*/ 138234 w 155961"/>
              <a:gd name="csY14" fmla="*/ 104550 h 109857"/>
              <a:gd name="csX15" fmla="*/ 138234 w 155961"/>
              <a:gd name="csY15" fmla="*/ 67330 h 109857"/>
              <a:gd name="csX16" fmla="*/ 140003 w 155961"/>
              <a:gd name="csY16" fmla="*/ 67330 h 109857"/>
              <a:gd name="csX17" fmla="*/ 155962 w 155961"/>
              <a:gd name="csY17" fmla="*/ 51390 h 109857"/>
              <a:gd name="csX18" fmla="*/ 155962 w 155961"/>
              <a:gd name="csY18" fmla="*/ 15940 h 109857"/>
              <a:gd name="csX19" fmla="*/ 140003 w 155961"/>
              <a:gd name="csY19" fmla="*/ 0 h 109857"/>
              <a:gd name="csX20" fmla="*/ 15942 w 155961"/>
              <a:gd name="csY20" fmla="*/ 0 h 109857"/>
              <a:gd name="csX21" fmla="*/ 15942 w 155961"/>
              <a:gd name="csY21" fmla="*/ 10632 h 109857"/>
              <a:gd name="csX22" fmla="*/ 32512 w 155961"/>
              <a:gd name="csY22" fmla="*/ 10632 h 109857"/>
              <a:gd name="csX23" fmla="*/ 10633 w 155961"/>
              <a:gd name="csY23" fmla="*/ 32508 h 109857"/>
              <a:gd name="csX24" fmla="*/ 10633 w 155961"/>
              <a:gd name="csY24" fmla="*/ 15940 h 109857"/>
              <a:gd name="csX25" fmla="*/ 15942 w 155961"/>
              <a:gd name="csY25" fmla="*/ 10632 h 109857"/>
              <a:gd name="csX26" fmla="*/ 52555 w 155961"/>
              <a:gd name="csY26" fmla="*/ 10632 h 109857"/>
              <a:gd name="csX27" fmla="*/ 71490 w 155961"/>
              <a:gd name="csY27" fmla="*/ 10632 h 109857"/>
              <a:gd name="csX28" fmla="*/ 25418 w 155961"/>
              <a:gd name="csY28" fmla="*/ 56698 h 109857"/>
              <a:gd name="csX29" fmla="*/ 15942 w 155961"/>
              <a:gd name="csY29" fmla="*/ 56698 h 109857"/>
              <a:gd name="csX30" fmla="*/ 10736 w 155961"/>
              <a:gd name="csY30" fmla="*/ 52445 h 109857"/>
              <a:gd name="csX31" fmla="*/ 52555 w 155961"/>
              <a:gd name="csY31" fmla="*/ 10632 h 109857"/>
              <a:gd name="csX32" fmla="*/ 91549 w 155961"/>
              <a:gd name="csY32" fmla="*/ 10632 h 109857"/>
              <a:gd name="csX33" fmla="*/ 110485 w 155961"/>
              <a:gd name="csY33" fmla="*/ 10632 h 109857"/>
              <a:gd name="csX34" fmla="*/ 64413 w 155961"/>
              <a:gd name="csY34" fmla="*/ 56698 h 109857"/>
              <a:gd name="csX35" fmla="*/ 45477 w 155961"/>
              <a:gd name="csY35" fmla="*/ 56698 h 109857"/>
              <a:gd name="csX36" fmla="*/ 91549 w 155961"/>
              <a:gd name="csY36" fmla="*/ 10632 h 109857"/>
              <a:gd name="csX37" fmla="*/ 130544 w 155961"/>
              <a:gd name="csY37" fmla="*/ 10632 h 109857"/>
              <a:gd name="csX38" fmla="*/ 140003 w 155961"/>
              <a:gd name="csY38" fmla="*/ 10632 h 109857"/>
              <a:gd name="csX39" fmla="*/ 145226 w 155961"/>
              <a:gd name="csY39" fmla="*/ 14885 h 109857"/>
              <a:gd name="csX40" fmla="*/ 103391 w 155961"/>
              <a:gd name="csY40" fmla="*/ 56698 h 109857"/>
              <a:gd name="csX41" fmla="*/ 84455 w 155961"/>
              <a:gd name="csY41" fmla="*/ 56698 h 109857"/>
              <a:gd name="csX42" fmla="*/ 130544 w 155961"/>
              <a:gd name="csY42" fmla="*/ 10632 h 109857"/>
              <a:gd name="csX43" fmla="*/ 145328 w 155961"/>
              <a:gd name="csY43" fmla="*/ 34839 h 109857"/>
              <a:gd name="csX44" fmla="*/ 145328 w 155961"/>
              <a:gd name="csY44" fmla="*/ 51390 h 109857"/>
              <a:gd name="csX45" fmla="*/ 140003 w 155961"/>
              <a:gd name="csY45" fmla="*/ 56698 h 109857"/>
              <a:gd name="csX46" fmla="*/ 123449 w 155961"/>
              <a:gd name="csY46" fmla="*/ 56698 h 109857"/>
              <a:gd name="csX47" fmla="*/ 145328 w 155961"/>
              <a:gd name="csY47" fmla="*/ 34839 h 109857"/>
            </a:gdLst>
            <a:ahLst/>
            <a:cxnLst/>
            <a:rect l="l" t="t" r="r" b="b"/>
            <a:pathLst>
              <a:path w="100000" h="100000">
                <a:moveTo>
                  <a:pt x="10222" y="14781"/>
                </a:moveTo>
                <a:cubicBezTo>
                  <a:pt x="4615" y="14781"/>
                  <a:pt x="0" y="19395"/>
                  <a:pt x="0" y="25001"/>
                </a:cubicBezTo>
                <a:lnTo>
                  <a:pt x="0" y="47731"/>
                </a:lnTo>
                <a:cubicBezTo>
                  <a:pt x="0" y="53338"/>
                  <a:pt x="4615" y="57952"/>
                  <a:pt x="10222" y="57952"/>
                </a:cubicBezTo>
                <a:lnTo>
                  <a:pt x="11367" y="57952"/>
                </a:lnTo>
                <a:lnTo>
                  <a:pt x="11367" y="81817"/>
                </a:lnTo>
                <a:cubicBezTo>
                  <a:pt x="11367" y="83693"/>
                  <a:pt x="12894" y="85220"/>
                  <a:pt x="14770" y="85220"/>
                </a:cubicBezTo>
                <a:lnTo>
                  <a:pt x="21589" y="85220"/>
                </a:lnTo>
                <a:cubicBezTo>
                  <a:pt x="23476" y="85220"/>
                  <a:pt x="25003" y="83693"/>
                  <a:pt x="25003" y="81817"/>
                </a:cubicBezTo>
                <a:lnTo>
                  <a:pt x="25003" y="57952"/>
                </a:lnTo>
                <a:lnTo>
                  <a:pt x="74998" y="57952"/>
                </a:lnTo>
                <a:lnTo>
                  <a:pt x="74998" y="81817"/>
                </a:lnTo>
                <a:cubicBezTo>
                  <a:pt x="74998" y="83693"/>
                  <a:pt x="76525" y="85220"/>
                  <a:pt x="78402" y="85220"/>
                </a:cubicBezTo>
                <a:lnTo>
                  <a:pt x="85219" y="85220"/>
                </a:lnTo>
                <a:cubicBezTo>
                  <a:pt x="87106" y="85220"/>
                  <a:pt x="88634" y="83693"/>
                  <a:pt x="88634" y="81817"/>
                </a:cubicBezTo>
                <a:lnTo>
                  <a:pt x="88634" y="57952"/>
                </a:lnTo>
                <a:lnTo>
                  <a:pt x="89768" y="57952"/>
                </a:lnTo>
                <a:cubicBezTo>
                  <a:pt x="95376" y="57952"/>
                  <a:pt x="100001" y="53338"/>
                  <a:pt x="100001" y="47731"/>
                </a:cubicBezTo>
                <a:lnTo>
                  <a:pt x="100001" y="25001"/>
                </a:lnTo>
                <a:cubicBezTo>
                  <a:pt x="100001" y="19395"/>
                  <a:pt x="95376" y="14781"/>
                  <a:pt x="89768" y="14781"/>
                </a:cubicBezTo>
                <a:lnTo>
                  <a:pt x="10222" y="14781"/>
                </a:lnTo>
                <a:close/>
                <a:moveTo>
                  <a:pt x="10222" y="21598"/>
                </a:moveTo>
                <a:lnTo>
                  <a:pt x="20846" y="21598"/>
                </a:lnTo>
                <a:lnTo>
                  <a:pt x="6818" y="35624"/>
                </a:lnTo>
                <a:lnTo>
                  <a:pt x="6818" y="25001"/>
                </a:lnTo>
                <a:cubicBezTo>
                  <a:pt x="6818" y="23081"/>
                  <a:pt x="8301" y="21598"/>
                  <a:pt x="10222" y="21598"/>
                </a:cubicBezTo>
                <a:close/>
                <a:moveTo>
                  <a:pt x="33698" y="21598"/>
                </a:moveTo>
                <a:lnTo>
                  <a:pt x="45838" y="21598"/>
                </a:lnTo>
                <a:lnTo>
                  <a:pt x="16298" y="51135"/>
                </a:lnTo>
                <a:lnTo>
                  <a:pt x="10222" y="51135"/>
                </a:lnTo>
                <a:cubicBezTo>
                  <a:pt x="8542" y="51135"/>
                  <a:pt x="7189" y="49989"/>
                  <a:pt x="6884" y="48408"/>
                </a:cubicBezTo>
                <a:lnTo>
                  <a:pt x="33698" y="21598"/>
                </a:lnTo>
                <a:close/>
                <a:moveTo>
                  <a:pt x="58700" y="21598"/>
                </a:moveTo>
                <a:lnTo>
                  <a:pt x="70841" y="21598"/>
                </a:lnTo>
                <a:lnTo>
                  <a:pt x="41301" y="51135"/>
                </a:lnTo>
                <a:lnTo>
                  <a:pt x="29159" y="51135"/>
                </a:lnTo>
                <a:lnTo>
                  <a:pt x="58700" y="21598"/>
                </a:lnTo>
                <a:close/>
                <a:moveTo>
                  <a:pt x="83703" y="21598"/>
                </a:moveTo>
                <a:lnTo>
                  <a:pt x="89768" y="21598"/>
                </a:lnTo>
                <a:cubicBezTo>
                  <a:pt x="91459" y="21598"/>
                  <a:pt x="92812" y="22743"/>
                  <a:pt x="93117" y="24325"/>
                </a:cubicBezTo>
                <a:lnTo>
                  <a:pt x="66293" y="51135"/>
                </a:lnTo>
                <a:lnTo>
                  <a:pt x="54151" y="51135"/>
                </a:lnTo>
                <a:lnTo>
                  <a:pt x="83703" y="21598"/>
                </a:lnTo>
                <a:close/>
                <a:moveTo>
                  <a:pt x="93182" y="37119"/>
                </a:moveTo>
                <a:lnTo>
                  <a:pt x="93182" y="47731"/>
                </a:lnTo>
                <a:cubicBezTo>
                  <a:pt x="93182" y="49651"/>
                  <a:pt x="91699" y="51135"/>
                  <a:pt x="89768" y="51135"/>
                </a:cubicBezTo>
                <a:lnTo>
                  <a:pt x="79154" y="51135"/>
                </a:lnTo>
                <a:lnTo>
                  <a:pt x="93182" y="3711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8" name="Белый — SVG 16">
            <a:extLst>
              <a:ext uri="{FF2B5EF4-FFF2-40B4-BE49-F238E27FC236}">
                <a16:creationId xmlns:a16="http://schemas.microsoft.com/office/drawing/2014/main" id="{F1AF30A0-A21B-BF4C-9FBD-3786E7C710CF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143551 w 148867"/>
              <a:gd name="csY0" fmla="*/ 0 h 127583"/>
              <a:gd name="csX1" fmla="*/ 99244 w 148867"/>
              <a:gd name="csY1" fmla="*/ 0 h 127583"/>
              <a:gd name="csX2" fmla="*/ 79750 w 148867"/>
              <a:gd name="csY2" fmla="*/ 19495 h 127583"/>
              <a:gd name="csX3" fmla="*/ 79750 w 148867"/>
              <a:gd name="csY3" fmla="*/ 100995 h 127583"/>
              <a:gd name="csX4" fmla="*/ 74434 w 148867"/>
              <a:gd name="csY4" fmla="*/ 106319 h 127583"/>
              <a:gd name="csX5" fmla="*/ 69117 w 148867"/>
              <a:gd name="csY5" fmla="*/ 100995 h 127583"/>
              <a:gd name="csX6" fmla="*/ 69117 w 148867"/>
              <a:gd name="csY6" fmla="*/ 17725 h 127583"/>
              <a:gd name="csX7" fmla="*/ 51394 w 148867"/>
              <a:gd name="csY7" fmla="*/ 0 h 127583"/>
              <a:gd name="csX8" fmla="*/ 5317 w 148867"/>
              <a:gd name="csY8" fmla="*/ 0 h 127583"/>
              <a:gd name="csX9" fmla="*/ 0 w 148867"/>
              <a:gd name="csY9" fmla="*/ 5308 h 127583"/>
              <a:gd name="csX10" fmla="*/ 0 w 148867"/>
              <a:gd name="csY10" fmla="*/ 108089 h 127583"/>
              <a:gd name="csX11" fmla="*/ 5317 w 148867"/>
              <a:gd name="csY11" fmla="*/ 113413 h 127583"/>
              <a:gd name="csX12" fmla="*/ 60256 w 148867"/>
              <a:gd name="csY12" fmla="*/ 113413 h 127583"/>
              <a:gd name="csX13" fmla="*/ 69117 w 148867"/>
              <a:gd name="csY13" fmla="*/ 122259 h 127583"/>
              <a:gd name="csX14" fmla="*/ 74434 w 148867"/>
              <a:gd name="csY14" fmla="*/ 127583 h 127583"/>
              <a:gd name="csX15" fmla="*/ 79750 w 148867"/>
              <a:gd name="csY15" fmla="*/ 122259 h 127583"/>
              <a:gd name="csX16" fmla="*/ 88611 w 148867"/>
              <a:gd name="csY16" fmla="*/ 113413 h 127583"/>
              <a:gd name="csX17" fmla="*/ 143551 w 148867"/>
              <a:gd name="csY17" fmla="*/ 113413 h 127583"/>
              <a:gd name="csX18" fmla="*/ 148867 w 148867"/>
              <a:gd name="csY18" fmla="*/ 108089 h 127583"/>
              <a:gd name="csX19" fmla="*/ 148867 w 148867"/>
              <a:gd name="csY19" fmla="*/ 5308 h 127583"/>
              <a:gd name="csX20" fmla="*/ 143551 w 148867"/>
              <a:gd name="csY20" fmla="*/ 0 h 127583"/>
              <a:gd name="csX21" fmla="*/ 47850 w 148867"/>
              <a:gd name="csY21" fmla="*/ 92149 h 127583"/>
              <a:gd name="csX22" fmla="*/ 15950 w 148867"/>
              <a:gd name="csY22" fmla="*/ 92149 h 127583"/>
              <a:gd name="csX23" fmla="*/ 10633 w 148867"/>
              <a:gd name="csY23" fmla="*/ 86825 h 127583"/>
              <a:gd name="csX24" fmla="*/ 15950 w 148867"/>
              <a:gd name="csY24" fmla="*/ 81517 h 127583"/>
              <a:gd name="csX25" fmla="*/ 47850 w 148867"/>
              <a:gd name="csY25" fmla="*/ 81517 h 127583"/>
              <a:gd name="csX26" fmla="*/ 53167 w 148867"/>
              <a:gd name="csY26" fmla="*/ 86825 h 127583"/>
              <a:gd name="csX27" fmla="*/ 47850 w 148867"/>
              <a:gd name="csY27" fmla="*/ 92149 h 127583"/>
              <a:gd name="csX28" fmla="*/ 47850 w 148867"/>
              <a:gd name="csY28" fmla="*/ 74424 h 127583"/>
              <a:gd name="csX29" fmla="*/ 15950 w 148867"/>
              <a:gd name="csY29" fmla="*/ 74424 h 127583"/>
              <a:gd name="csX30" fmla="*/ 10633 w 148867"/>
              <a:gd name="csY30" fmla="*/ 69099 h 127583"/>
              <a:gd name="csX31" fmla="*/ 15950 w 148867"/>
              <a:gd name="csY31" fmla="*/ 63792 h 127583"/>
              <a:gd name="csX32" fmla="*/ 47850 w 148867"/>
              <a:gd name="csY32" fmla="*/ 63792 h 127583"/>
              <a:gd name="csX33" fmla="*/ 53167 w 148867"/>
              <a:gd name="csY33" fmla="*/ 69099 h 127583"/>
              <a:gd name="csX34" fmla="*/ 47850 w 148867"/>
              <a:gd name="csY34" fmla="*/ 74424 h 127583"/>
              <a:gd name="csX35" fmla="*/ 51610 w 148867"/>
              <a:gd name="csY35" fmla="*/ 33886 h 127583"/>
              <a:gd name="csX36" fmla="*/ 30343 w 148867"/>
              <a:gd name="csY36" fmla="*/ 55150 h 127583"/>
              <a:gd name="csX37" fmla="*/ 26583 w 148867"/>
              <a:gd name="csY37" fmla="*/ 56698 h 127583"/>
              <a:gd name="csX38" fmla="*/ 22823 w 148867"/>
              <a:gd name="csY38" fmla="*/ 55150 h 127583"/>
              <a:gd name="csX39" fmla="*/ 12190 w 148867"/>
              <a:gd name="csY39" fmla="*/ 44518 h 127583"/>
              <a:gd name="csX40" fmla="*/ 12190 w 148867"/>
              <a:gd name="csY40" fmla="*/ 36999 h 127583"/>
              <a:gd name="csX41" fmla="*/ 19707 w 148867"/>
              <a:gd name="csY41" fmla="*/ 36999 h 127583"/>
              <a:gd name="csX42" fmla="*/ 26580 w 148867"/>
              <a:gd name="csY42" fmla="*/ 43872 h 127583"/>
              <a:gd name="csX43" fmla="*/ 44085 w 148867"/>
              <a:gd name="csY43" fmla="*/ 26367 h 127583"/>
              <a:gd name="csX44" fmla="*/ 51603 w 148867"/>
              <a:gd name="csY44" fmla="*/ 26367 h 127583"/>
              <a:gd name="csX45" fmla="*/ 51610 w 148867"/>
              <a:gd name="csY45" fmla="*/ 33886 h 127583"/>
              <a:gd name="csX46" fmla="*/ 100801 w 148867"/>
              <a:gd name="csY46" fmla="*/ 30348 h 127583"/>
              <a:gd name="csX47" fmla="*/ 100801 w 148867"/>
              <a:gd name="csY47" fmla="*/ 22829 h 127583"/>
              <a:gd name="csX48" fmla="*/ 108319 w 148867"/>
              <a:gd name="csY48" fmla="*/ 22829 h 127583"/>
              <a:gd name="csX49" fmla="*/ 116967 w 148867"/>
              <a:gd name="csY49" fmla="*/ 31471 h 127583"/>
              <a:gd name="csX50" fmla="*/ 125612 w 148867"/>
              <a:gd name="csY50" fmla="*/ 22829 h 127583"/>
              <a:gd name="csX51" fmla="*/ 133130 w 148867"/>
              <a:gd name="csY51" fmla="*/ 22829 h 127583"/>
              <a:gd name="csX52" fmla="*/ 133130 w 148867"/>
              <a:gd name="csY52" fmla="*/ 30348 h 127583"/>
              <a:gd name="csX53" fmla="*/ 124485 w 148867"/>
              <a:gd name="csY53" fmla="*/ 38989 h 127583"/>
              <a:gd name="csX54" fmla="*/ 133130 w 148867"/>
              <a:gd name="csY54" fmla="*/ 47631 h 127583"/>
              <a:gd name="csX55" fmla="*/ 133130 w 148867"/>
              <a:gd name="csY55" fmla="*/ 55150 h 127583"/>
              <a:gd name="csX56" fmla="*/ 129373 w 148867"/>
              <a:gd name="csY56" fmla="*/ 56698 h 127583"/>
              <a:gd name="csX57" fmla="*/ 125612 w 148867"/>
              <a:gd name="csY57" fmla="*/ 55150 h 127583"/>
              <a:gd name="csX58" fmla="*/ 116967 w 148867"/>
              <a:gd name="csY58" fmla="*/ 46509 h 127583"/>
              <a:gd name="csX59" fmla="*/ 108323 w 148867"/>
              <a:gd name="csY59" fmla="*/ 55150 h 127583"/>
              <a:gd name="csX60" fmla="*/ 104561 w 148867"/>
              <a:gd name="csY60" fmla="*/ 56698 h 127583"/>
              <a:gd name="csX61" fmla="*/ 100801 w 148867"/>
              <a:gd name="csY61" fmla="*/ 55150 h 127583"/>
              <a:gd name="csX62" fmla="*/ 100801 w 148867"/>
              <a:gd name="csY62" fmla="*/ 47631 h 127583"/>
              <a:gd name="csX63" fmla="*/ 109449 w 148867"/>
              <a:gd name="csY63" fmla="*/ 38989 h 127583"/>
              <a:gd name="csX64" fmla="*/ 100801 w 148867"/>
              <a:gd name="csY64" fmla="*/ 30348 h 127583"/>
              <a:gd name="csX65" fmla="*/ 132917 w 148867"/>
              <a:gd name="csY65" fmla="*/ 92149 h 127583"/>
              <a:gd name="csX66" fmla="*/ 101017 w 148867"/>
              <a:gd name="csY66" fmla="*/ 92149 h 127583"/>
              <a:gd name="csX67" fmla="*/ 95700 w 148867"/>
              <a:gd name="csY67" fmla="*/ 86825 h 127583"/>
              <a:gd name="csX68" fmla="*/ 101017 w 148867"/>
              <a:gd name="csY68" fmla="*/ 81517 h 127583"/>
              <a:gd name="csX69" fmla="*/ 132917 w 148867"/>
              <a:gd name="csY69" fmla="*/ 81517 h 127583"/>
              <a:gd name="csX70" fmla="*/ 138234 w 148867"/>
              <a:gd name="csY70" fmla="*/ 86825 h 127583"/>
              <a:gd name="csX71" fmla="*/ 132917 w 148867"/>
              <a:gd name="csY71" fmla="*/ 92149 h 127583"/>
              <a:gd name="csX72" fmla="*/ 132917 w 148867"/>
              <a:gd name="csY72" fmla="*/ 74424 h 127583"/>
              <a:gd name="csX73" fmla="*/ 101017 w 148867"/>
              <a:gd name="csY73" fmla="*/ 74424 h 127583"/>
              <a:gd name="csX74" fmla="*/ 95700 w 148867"/>
              <a:gd name="csY74" fmla="*/ 69099 h 127583"/>
              <a:gd name="csX75" fmla="*/ 101017 w 148867"/>
              <a:gd name="csY75" fmla="*/ 63792 h 127583"/>
              <a:gd name="csX76" fmla="*/ 132917 w 148867"/>
              <a:gd name="csY76" fmla="*/ 63792 h 127583"/>
              <a:gd name="csX77" fmla="*/ 138234 w 148867"/>
              <a:gd name="csY77" fmla="*/ 69099 h 127583"/>
              <a:gd name="csX78" fmla="*/ 132917 w 148867"/>
              <a:gd name="csY78" fmla="*/ 74424 h 127583"/>
            </a:gdLst>
            <a:ahLst/>
            <a:cxnLst/>
            <a:rect l="l" t="t" r="r" b="b"/>
            <a:pathLst>
              <a:path w="100000" h="100000">
                <a:moveTo>
                  <a:pt x="96429" y="7149"/>
                </a:moveTo>
                <a:lnTo>
                  <a:pt x="66666" y="7149"/>
                </a:lnTo>
                <a:cubicBezTo>
                  <a:pt x="59448" y="7149"/>
                  <a:pt x="53571" y="13022"/>
                  <a:pt x="53571" y="20244"/>
                </a:cubicBezTo>
                <a:lnTo>
                  <a:pt x="53571" y="74991"/>
                </a:lnTo>
                <a:cubicBezTo>
                  <a:pt x="53571" y="76968"/>
                  <a:pt x="51969" y="78567"/>
                  <a:pt x="50000" y="78567"/>
                </a:cubicBezTo>
                <a:cubicBezTo>
                  <a:pt x="48031" y="78567"/>
                  <a:pt x="46429" y="76968"/>
                  <a:pt x="46429" y="74991"/>
                </a:cubicBezTo>
                <a:lnTo>
                  <a:pt x="46429" y="19055"/>
                </a:lnTo>
                <a:cubicBezTo>
                  <a:pt x="46429" y="12485"/>
                  <a:pt x="41088" y="7149"/>
                  <a:pt x="34523" y="7149"/>
                </a:cubicBezTo>
                <a:lnTo>
                  <a:pt x="3572" y="7149"/>
                </a:lnTo>
                <a:cubicBezTo>
                  <a:pt x="1600" y="7149"/>
                  <a:pt x="0" y="8748"/>
                  <a:pt x="0" y="10714"/>
                </a:cubicBezTo>
                <a:lnTo>
                  <a:pt x="0" y="79756"/>
                </a:lnTo>
                <a:cubicBezTo>
                  <a:pt x="0" y="81733"/>
                  <a:pt x="1600" y="83333"/>
                  <a:pt x="3572" y="83333"/>
                </a:cubicBezTo>
                <a:lnTo>
                  <a:pt x="40476" y="83333"/>
                </a:lnTo>
                <a:cubicBezTo>
                  <a:pt x="43760" y="83333"/>
                  <a:pt x="46429" y="85996"/>
                  <a:pt x="46429" y="89275"/>
                </a:cubicBezTo>
                <a:cubicBezTo>
                  <a:pt x="46429" y="91252"/>
                  <a:pt x="48029" y="92851"/>
                  <a:pt x="50000" y="92851"/>
                </a:cubicBezTo>
                <a:cubicBezTo>
                  <a:pt x="51971" y="92851"/>
                  <a:pt x="53571" y="91252"/>
                  <a:pt x="53571" y="89275"/>
                </a:cubicBezTo>
                <a:cubicBezTo>
                  <a:pt x="53571" y="85996"/>
                  <a:pt x="56240" y="83333"/>
                  <a:pt x="59524" y="83333"/>
                </a:cubicBezTo>
                <a:lnTo>
                  <a:pt x="96429" y="83333"/>
                </a:lnTo>
                <a:cubicBezTo>
                  <a:pt x="98400" y="83333"/>
                  <a:pt x="100000" y="81733"/>
                  <a:pt x="100000" y="79756"/>
                </a:cubicBezTo>
                <a:lnTo>
                  <a:pt x="100000" y="10714"/>
                </a:lnTo>
                <a:cubicBezTo>
                  <a:pt x="100000" y="8748"/>
                  <a:pt x="98400" y="7149"/>
                  <a:pt x="96429" y="7149"/>
                </a:cubicBezTo>
                <a:close/>
                <a:moveTo>
                  <a:pt x="32143" y="69049"/>
                </a:moveTo>
                <a:lnTo>
                  <a:pt x="10714" y="69049"/>
                </a:lnTo>
                <a:cubicBezTo>
                  <a:pt x="8743" y="69049"/>
                  <a:pt x="7143" y="67449"/>
                  <a:pt x="7143" y="65473"/>
                </a:cubicBezTo>
                <a:cubicBezTo>
                  <a:pt x="7143" y="63507"/>
                  <a:pt x="8743" y="61907"/>
                  <a:pt x="10714" y="61907"/>
                </a:cubicBezTo>
                <a:lnTo>
                  <a:pt x="32143" y="61907"/>
                </a:lnTo>
                <a:cubicBezTo>
                  <a:pt x="34114" y="61907"/>
                  <a:pt x="35714" y="63507"/>
                  <a:pt x="35714" y="65473"/>
                </a:cubicBezTo>
                <a:cubicBezTo>
                  <a:pt x="35714" y="67449"/>
                  <a:pt x="34114" y="69049"/>
                  <a:pt x="32143" y="69049"/>
                </a:cubicBezTo>
                <a:close/>
                <a:moveTo>
                  <a:pt x="32143" y="57142"/>
                </a:moveTo>
                <a:lnTo>
                  <a:pt x="10714" y="57142"/>
                </a:lnTo>
                <a:cubicBezTo>
                  <a:pt x="8743" y="57142"/>
                  <a:pt x="7143" y="55542"/>
                  <a:pt x="7143" y="53565"/>
                </a:cubicBezTo>
                <a:cubicBezTo>
                  <a:pt x="7143" y="51600"/>
                  <a:pt x="8743" y="50000"/>
                  <a:pt x="10714" y="50000"/>
                </a:cubicBezTo>
                <a:lnTo>
                  <a:pt x="32143" y="50000"/>
                </a:lnTo>
                <a:cubicBezTo>
                  <a:pt x="34114" y="50000"/>
                  <a:pt x="35714" y="51600"/>
                  <a:pt x="35714" y="53565"/>
                </a:cubicBezTo>
                <a:cubicBezTo>
                  <a:pt x="35714" y="55542"/>
                  <a:pt x="34114" y="57142"/>
                  <a:pt x="32143" y="57142"/>
                </a:cubicBezTo>
                <a:close/>
                <a:moveTo>
                  <a:pt x="34669" y="29911"/>
                </a:moveTo>
                <a:lnTo>
                  <a:pt x="20383" y="44195"/>
                </a:lnTo>
                <a:cubicBezTo>
                  <a:pt x="19686" y="44892"/>
                  <a:pt x="18772" y="45235"/>
                  <a:pt x="17857" y="45235"/>
                </a:cubicBezTo>
                <a:cubicBezTo>
                  <a:pt x="16943" y="45235"/>
                  <a:pt x="16028" y="44892"/>
                  <a:pt x="15331" y="44195"/>
                </a:cubicBezTo>
                <a:lnTo>
                  <a:pt x="8189" y="37053"/>
                </a:lnTo>
                <a:cubicBezTo>
                  <a:pt x="6793" y="35659"/>
                  <a:pt x="6793" y="33396"/>
                  <a:pt x="8189" y="32002"/>
                </a:cubicBezTo>
                <a:cubicBezTo>
                  <a:pt x="9583" y="30609"/>
                  <a:pt x="11843" y="30609"/>
                  <a:pt x="13238" y="32002"/>
                </a:cubicBezTo>
                <a:lnTo>
                  <a:pt x="17855" y="36619"/>
                </a:lnTo>
                <a:lnTo>
                  <a:pt x="29614" y="24860"/>
                </a:lnTo>
                <a:cubicBezTo>
                  <a:pt x="31009" y="23467"/>
                  <a:pt x="33269" y="23467"/>
                  <a:pt x="34664" y="24860"/>
                </a:cubicBezTo>
                <a:cubicBezTo>
                  <a:pt x="36060" y="26255"/>
                  <a:pt x="36062" y="28517"/>
                  <a:pt x="34669" y="29911"/>
                </a:cubicBezTo>
                <a:close/>
                <a:moveTo>
                  <a:pt x="67712" y="27535"/>
                </a:moveTo>
                <a:cubicBezTo>
                  <a:pt x="66317" y="26129"/>
                  <a:pt x="66317" y="23878"/>
                  <a:pt x="67712" y="22484"/>
                </a:cubicBezTo>
                <a:cubicBezTo>
                  <a:pt x="69107" y="21089"/>
                  <a:pt x="71367" y="21089"/>
                  <a:pt x="72762" y="22484"/>
                </a:cubicBezTo>
                <a:lnTo>
                  <a:pt x="78571" y="28289"/>
                </a:lnTo>
                <a:lnTo>
                  <a:pt x="84379" y="22484"/>
                </a:lnTo>
                <a:cubicBezTo>
                  <a:pt x="85774" y="21089"/>
                  <a:pt x="88034" y="21089"/>
                  <a:pt x="89429" y="22484"/>
                </a:cubicBezTo>
                <a:cubicBezTo>
                  <a:pt x="90824" y="23878"/>
                  <a:pt x="90824" y="26129"/>
                  <a:pt x="89429" y="27535"/>
                </a:cubicBezTo>
                <a:lnTo>
                  <a:pt x="83622" y="33339"/>
                </a:lnTo>
                <a:lnTo>
                  <a:pt x="89429" y="39144"/>
                </a:lnTo>
                <a:cubicBezTo>
                  <a:pt x="90824" y="40538"/>
                  <a:pt x="90824" y="42801"/>
                  <a:pt x="89429" y="44195"/>
                </a:cubicBezTo>
                <a:cubicBezTo>
                  <a:pt x="88734" y="44892"/>
                  <a:pt x="87819" y="45235"/>
                  <a:pt x="86905" y="45235"/>
                </a:cubicBezTo>
                <a:cubicBezTo>
                  <a:pt x="85991" y="45235"/>
                  <a:pt x="85077" y="44892"/>
                  <a:pt x="84379" y="44195"/>
                </a:cubicBezTo>
                <a:lnTo>
                  <a:pt x="78571" y="38391"/>
                </a:lnTo>
                <a:lnTo>
                  <a:pt x="72765" y="44195"/>
                </a:lnTo>
                <a:cubicBezTo>
                  <a:pt x="72066" y="44892"/>
                  <a:pt x="71152" y="45235"/>
                  <a:pt x="70238" y="45235"/>
                </a:cubicBezTo>
                <a:cubicBezTo>
                  <a:pt x="69324" y="45235"/>
                  <a:pt x="68409" y="44892"/>
                  <a:pt x="67712" y="44195"/>
                </a:cubicBezTo>
                <a:cubicBezTo>
                  <a:pt x="66317" y="42801"/>
                  <a:pt x="66317" y="40538"/>
                  <a:pt x="67712" y="39144"/>
                </a:cubicBezTo>
                <a:lnTo>
                  <a:pt x="73521" y="33339"/>
                </a:lnTo>
                <a:lnTo>
                  <a:pt x="67712" y="27535"/>
                </a:lnTo>
                <a:close/>
                <a:moveTo>
                  <a:pt x="89286" y="69049"/>
                </a:moveTo>
                <a:lnTo>
                  <a:pt x="67857" y="69049"/>
                </a:lnTo>
                <a:cubicBezTo>
                  <a:pt x="65886" y="69049"/>
                  <a:pt x="64286" y="67449"/>
                  <a:pt x="64286" y="65473"/>
                </a:cubicBezTo>
                <a:cubicBezTo>
                  <a:pt x="64286" y="63507"/>
                  <a:pt x="65886" y="61907"/>
                  <a:pt x="67857" y="61907"/>
                </a:cubicBezTo>
                <a:lnTo>
                  <a:pt x="89286" y="61907"/>
                </a:lnTo>
                <a:cubicBezTo>
                  <a:pt x="91257" y="61907"/>
                  <a:pt x="92857" y="63507"/>
                  <a:pt x="92857" y="65473"/>
                </a:cubicBezTo>
                <a:cubicBezTo>
                  <a:pt x="92857" y="67449"/>
                  <a:pt x="91257" y="69049"/>
                  <a:pt x="89286" y="69049"/>
                </a:cubicBezTo>
                <a:close/>
                <a:moveTo>
                  <a:pt x="89286" y="57142"/>
                </a:moveTo>
                <a:lnTo>
                  <a:pt x="67857" y="57142"/>
                </a:lnTo>
                <a:cubicBezTo>
                  <a:pt x="65886" y="57142"/>
                  <a:pt x="64286" y="55542"/>
                  <a:pt x="64286" y="53565"/>
                </a:cubicBezTo>
                <a:cubicBezTo>
                  <a:pt x="64286" y="51600"/>
                  <a:pt x="65886" y="50000"/>
                  <a:pt x="67857" y="50000"/>
                </a:cubicBezTo>
                <a:lnTo>
                  <a:pt x="89286" y="50000"/>
                </a:lnTo>
                <a:cubicBezTo>
                  <a:pt x="91257" y="50000"/>
                  <a:pt x="92857" y="51600"/>
                  <a:pt x="92857" y="53565"/>
                </a:cubicBezTo>
                <a:cubicBezTo>
                  <a:pt x="92857" y="55542"/>
                  <a:pt x="91257" y="57142"/>
                  <a:pt x="89286" y="5714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9" name="Белый — SVG 17">
            <a:extLst>
              <a:ext uri="{FF2B5EF4-FFF2-40B4-BE49-F238E27FC236}">
                <a16:creationId xmlns:a16="http://schemas.microsoft.com/office/drawing/2014/main" id="{C42EF5F4-9C0B-7641-8220-3A4BD113EB56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38990 w 170134"/>
              <a:gd name="csY0" fmla="*/ 0 h 127583"/>
              <a:gd name="csX1" fmla="*/ 0 w 170134"/>
              <a:gd name="csY1" fmla="*/ 38989 h 127583"/>
              <a:gd name="csX2" fmla="*/ 38990 w 170134"/>
              <a:gd name="csY2" fmla="*/ 77962 h 127583"/>
              <a:gd name="csX3" fmla="*/ 77978 w 170134"/>
              <a:gd name="csY3" fmla="*/ 38989 h 127583"/>
              <a:gd name="csX4" fmla="*/ 38990 w 170134"/>
              <a:gd name="csY4" fmla="*/ 0 h 127583"/>
              <a:gd name="csX5" fmla="*/ 131144 w 170134"/>
              <a:gd name="csY5" fmla="*/ 0 h 127583"/>
              <a:gd name="csX6" fmla="*/ 92157 w 170134"/>
              <a:gd name="csY6" fmla="*/ 38989 h 127583"/>
              <a:gd name="csX7" fmla="*/ 131144 w 170134"/>
              <a:gd name="csY7" fmla="*/ 77962 h 127583"/>
              <a:gd name="csX8" fmla="*/ 170134 w 170134"/>
              <a:gd name="csY8" fmla="*/ 38989 h 127583"/>
              <a:gd name="csX9" fmla="*/ 131144 w 170134"/>
              <a:gd name="csY9" fmla="*/ 0 h 127583"/>
              <a:gd name="csX10" fmla="*/ 51394 w 170134"/>
              <a:gd name="csY10" fmla="*/ 24802 h 127583"/>
              <a:gd name="csX11" fmla="*/ 56711 w 170134"/>
              <a:gd name="csY11" fmla="*/ 30127 h 127583"/>
              <a:gd name="csX12" fmla="*/ 51394 w 170134"/>
              <a:gd name="csY12" fmla="*/ 35434 h 127583"/>
              <a:gd name="csX13" fmla="*/ 46077 w 170134"/>
              <a:gd name="csY13" fmla="*/ 30127 h 127583"/>
              <a:gd name="csX14" fmla="*/ 51394 w 170134"/>
              <a:gd name="csY14" fmla="*/ 24802 h 127583"/>
              <a:gd name="csX15" fmla="*/ 143551 w 170134"/>
              <a:gd name="csY15" fmla="*/ 24802 h 127583"/>
              <a:gd name="csX16" fmla="*/ 148867 w 170134"/>
              <a:gd name="csY16" fmla="*/ 30127 h 127583"/>
              <a:gd name="csX17" fmla="*/ 143551 w 170134"/>
              <a:gd name="csY17" fmla="*/ 35434 h 127583"/>
              <a:gd name="csX18" fmla="*/ 138234 w 170134"/>
              <a:gd name="csY18" fmla="*/ 30127 h 127583"/>
              <a:gd name="csX19" fmla="*/ 143551 w 170134"/>
              <a:gd name="csY19" fmla="*/ 24802 h 127583"/>
              <a:gd name="csX20" fmla="*/ 26583 w 170134"/>
              <a:gd name="csY20" fmla="*/ 24819 h 127583"/>
              <a:gd name="csX21" fmla="*/ 31893 w 170134"/>
              <a:gd name="csY21" fmla="*/ 30127 h 127583"/>
              <a:gd name="csX22" fmla="*/ 26583 w 170134"/>
              <a:gd name="csY22" fmla="*/ 35434 h 127583"/>
              <a:gd name="csX23" fmla="*/ 21274 w 170134"/>
              <a:gd name="csY23" fmla="*/ 30127 h 127583"/>
              <a:gd name="csX24" fmla="*/ 26583 w 170134"/>
              <a:gd name="csY24" fmla="*/ 24819 h 127583"/>
              <a:gd name="csX25" fmla="*/ 118740 w 170134"/>
              <a:gd name="csY25" fmla="*/ 24819 h 127583"/>
              <a:gd name="csX26" fmla="*/ 124050 w 170134"/>
              <a:gd name="csY26" fmla="*/ 30127 h 127583"/>
              <a:gd name="csX27" fmla="*/ 118740 w 170134"/>
              <a:gd name="csY27" fmla="*/ 35434 h 127583"/>
              <a:gd name="csX28" fmla="*/ 113430 w 170134"/>
              <a:gd name="csY28" fmla="*/ 30127 h 127583"/>
              <a:gd name="csX29" fmla="*/ 118740 w 170134"/>
              <a:gd name="csY29" fmla="*/ 24819 h 127583"/>
              <a:gd name="csX30" fmla="*/ 38990 w 170134"/>
              <a:gd name="csY30" fmla="*/ 42528 h 127583"/>
              <a:gd name="csX31" fmla="*/ 53090 w 170134"/>
              <a:gd name="csY31" fmla="*/ 52411 h 127583"/>
              <a:gd name="csX32" fmla="*/ 52377 w 170134"/>
              <a:gd name="csY32" fmla="*/ 55388 h 127583"/>
              <a:gd name="csX33" fmla="*/ 49623 w 170134"/>
              <a:gd name="csY33" fmla="*/ 56698 h 127583"/>
              <a:gd name="csX34" fmla="*/ 28356 w 170134"/>
              <a:gd name="csY34" fmla="*/ 56698 h 127583"/>
              <a:gd name="csX35" fmla="*/ 25600 w 170134"/>
              <a:gd name="csY35" fmla="*/ 55388 h 127583"/>
              <a:gd name="csX36" fmla="*/ 24887 w 170134"/>
              <a:gd name="csY36" fmla="*/ 52411 h 127583"/>
              <a:gd name="csX37" fmla="*/ 38990 w 170134"/>
              <a:gd name="csY37" fmla="*/ 42528 h 127583"/>
              <a:gd name="csX38" fmla="*/ 120511 w 170134"/>
              <a:gd name="csY38" fmla="*/ 42528 h 127583"/>
              <a:gd name="csX39" fmla="*/ 141778 w 170134"/>
              <a:gd name="csY39" fmla="*/ 42528 h 127583"/>
              <a:gd name="csX40" fmla="*/ 144534 w 170134"/>
              <a:gd name="csY40" fmla="*/ 43838 h 127583"/>
              <a:gd name="csX41" fmla="*/ 145247 w 170134"/>
              <a:gd name="csY41" fmla="*/ 46815 h 127583"/>
              <a:gd name="csX42" fmla="*/ 131144 w 170134"/>
              <a:gd name="csY42" fmla="*/ 56698 h 127583"/>
              <a:gd name="csX43" fmla="*/ 117044 w 170134"/>
              <a:gd name="csY43" fmla="*/ 46815 h 127583"/>
              <a:gd name="csX44" fmla="*/ 117757 w 170134"/>
              <a:gd name="csY44" fmla="*/ 43838 h 127583"/>
              <a:gd name="csX45" fmla="*/ 120511 w 170134"/>
              <a:gd name="csY45" fmla="*/ 42528 h 127583"/>
              <a:gd name="csX46" fmla="*/ 85067 w 170134"/>
              <a:gd name="csY46" fmla="*/ 77962 h 127583"/>
              <a:gd name="csX47" fmla="*/ 81751 w 170134"/>
              <a:gd name="csY47" fmla="*/ 79119 h 127583"/>
              <a:gd name="csX48" fmla="*/ 67477 w 170134"/>
              <a:gd name="csY48" fmla="*/ 99226 h 127583"/>
              <a:gd name="csX49" fmla="*/ 15950 w 170134"/>
              <a:gd name="csY49" fmla="*/ 99226 h 127583"/>
              <a:gd name="csX50" fmla="*/ 13891 w 170134"/>
              <a:gd name="csY50" fmla="*/ 99617 h 127583"/>
              <a:gd name="csX51" fmla="*/ 12142 w 170134"/>
              <a:gd name="csY51" fmla="*/ 100757 h 127583"/>
              <a:gd name="csX52" fmla="*/ 10970 w 170134"/>
              <a:gd name="csY52" fmla="*/ 102492 h 127583"/>
              <a:gd name="csX53" fmla="*/ 10557 w 170134"/>
              <a:gd name="csY53" fmla="*/ 104550 h 127583"/>
              <a:gd name="csX54" fmla="*/ 10970 w 170134"/>
              <a:gd name="csY54" fmla="*/ 106591 h 127583"/>
              <a:gd name="csX55" fmla="*/ 12142 w 170134"/>
              <a:gd name="csY55" fmla="*/ 108327 h 127583"/>
              <a:gd name="csX56" fmla="*/ 13891 w 170134"/>
              <a:gd name="csY56" fmla="*/ 109484 h 127583"/>
              <a:gd name="csX57" fmla="*/ 15950 w 170134"/>
              <a:gd name="csY57" fmla="*/ 109858 h 127583"/>
              <a:gd name="csX58" fmla="*/ 67344 w 170134"/>
              <a:gd name="csY58" fmla="*/ 109858 h 127583"/>
              <a:gd name="csX59" fmla="*/ 67344 w 170134"/>
              <a:gd name="csY59" fmla="*/ 122259 h 127583"/>
              <a:gd name="csX60" fmla="*/ 72661 w 170134"/>
              <a:gd name="csY60" fmla="*/ 127583 h 127583"/>
              <a:gd name="csX61" fmla="*/ 97473 w 170134"/>
              <a:gd name="csY61" fmla="*/ 127583 h 127583"/>
              <a:gd name="csX62" fmla="*/ 102790 w 170134"/>
              <a:gd name="csY62" fmla="*/ 122259 h 127583"/>
              <a:gd name="csX63" fmla="*/ 102790 w 170134"/>
              <a:gd name="csY63" fmla="*/ 109858 h 127583"/>
              <a:gd name="csX64" fmla="*/ 154184 w 170134"/>
              <a:gd name="csY64" fmla="*/ 109858 h 127583"/>
              <a:gd name="csX65" fmla="*/ 156243 w 170134"/>
              <a:gd name="csY65" fmla="*/ 109484 h 127583"/>
              <a:gd name="csX66" fmla="*/ 157992 w 170134"/>
              <a:gd name="csY66" fmla="*/ 108327 h 127583"/>
              <a:gd name="csX67" fmla="*/ 159164 w 170134"/>
              <a:gd name="csY67" fmla="*/ 106591 h 127583"/>
              <a:gd name="csX68" fmla="*/ 159577 w 170134"/>
              <a:gd name="csY68" fmla="*/ 104550 h 127583"/>
              <a:gd name="csX69" fmla="*/ 159164 w 170134"/>
              <a:gd name="csY69" fmla="*/ 102492 h 127583"/>
              <a:gd name="csX70" fmla="*/ 157992 w 170134"/>
              <a:gd name="csY70" fmla="*/ 100757 h 127583"/>
              <a:gd name="csX71" fmla="*/ 156243 w 170134"/>
              <a:gd name="csY71" fmla="*/ 99617 h 127583"/>
              <a:gd name="csX72" fmla="*/ 154184 w 170134"/>
              <a:gd name="csY72" fmla="*/ 99226 h 127583"/>
              <a:gd name="csX73" fmla="*/ 102657 w 170134"/>
              <a:gd name="csY73" fmla="*/ 99226 h 127583"/>
              <a:gd name="csX74" fmla="*/ 88383 w 170134"/>
              <a:gd name="csY74" fmla="*/ 79119 h 127583"/>
              <a:gd name="csX75" fmla="*/ 85067 w 170134"/>
              <a:gd name="csY75" fmla="*/ 77962 h 127583"/>
            </a:gdLst>
            <a:ahLst/>
            <a:cxnLst/>
            <a:rect l="l" t="t" r="r" b="b"/>
            <a:pathLst>
              <a:path w="100000" h="100000">
                <a:moveTo>
                  <a:pt x="22917" y="12505"/>
                </a:moveTo>
                <a:cubicBezTo>
                  <a:pt x="10281" y="12505"/>
                  <a:pt x="0" y="22784"/>
                  <a:pt x="0" y="35422"/>
                </a:cubicBezTo>
                <a:cubicBezTo>
                  <a:pt x="0" y="48051"/>
                  <a:pt x="10281" y="58329"/>
                  <a:pt x="22917" y="58329"/>
                </a:cubicBezTo>
                <a:cubicBezTo>
                  <a:pt x="35552" y="58329"/>
                  <a:pt x="45833" y="48051"/>
                  <a:pt x="45833" y="35422"/>
                </a:cubicBezTo>
                <a:cubicBezTo>
                  <a:pt x="45833" y="22784"/>
                  <a:pt x="35552" y="12505"/>
                  <a:pt x="22917" y="12505"/>
                </a:cubicBezTo>
                <a:close/>
                <a:moveTo>
                  <a:pt x="77083" y="12505"/>
                </a:moveTo>
                <a:cubicBezTo>
                  <a:pt x="64448" y="12505"/>
                  <a:pt x="54167" y="22784"/>
                  <a:pt x="54167" y="35422"/>
                </a:cubicBezTo>
                <a:cubicBezTo>
                  <a:pt x="54167" y="48051"/>
                  <a:pt x="64448" y="58329"/>
                  <a:pt x="77083" y="58329"/>
                </a:cubicBezTo>
                <a:cubicBezTo>
                  <a:pt x="89719" y="58329"/>
                  <a:pt x="100000" y="48051"/>
                  <a:pt x="100000" y="35422"/>
                </a:cubicBezTo>
                <a:cubicBezTo>
                  <a:pt x="100000" y="22784"/>
                  <a:pt x="89719" y="12505"/>
                  <a:pt x="77083" y="12505"/>
                </a:cubicBezTo>
                <a:close/>
                <a:moveTo>
                  <a:pt x="30208" y="27083"/>
                </a:moveTo>
                <a:cubicBezTo>
                  <a:pt x="31933" y="27083"/>
                  <a:pt x="33333" y="28483"/>
                  <a:pt x="33333" y="30213"/>
                </a:cubicBezTo>
                <a:cubicBezTo>
                  <a:pt x="33333" y="31932"/>
                  <a:pt x="31935" y="33332"/>
                  <a:pt x="30208" y="33332"/>
                </a:cubicBezTo>
                <a:cubicBezTo>
                  <a:pt x="28483" y="33332"/>
                  <a:pt x="27083" y="31942"/>
                  <a:pt x="27083" y="30213"/>
                </a:cubicBezTo>
                <a:cubicBezTo>
                  <a:pt x="27083" y="28483"/>
                  <a:pt x="28483" y="27083"/>
                  <a:pt x="30208" y="27083"/>
                </a:cubicBezTo>
                <a:close/>
                <a:moveTo>
                  <a:pt x="84375" y="27083"/>
                </a:moveTo>
                <a:cubicBezTo>
                  <a:pt x="86100" y="27083"/>
                  <a:pt x="87500" y="28483"/>
                  <a:pt x="87500" y="30213"/>
                </a:cubicBezTo>
                <a:cubicBezTo>
                  <a:pt x="87500" y="31932"/>
                  <a:pt x="86102" y="33332"/>
                  <a:pt x="84375" y="33332"/>
                </a:cubicBezTo>
                <a:cubicBezTo>
                  <a:pt x="82650" y="33332"/>
                  <a:pt x="81250" y="31942"/>
                  <a:pt x="81250" y="30213"/>
                </a:cubicBezTo>
                <a:cubicBezTo>
                  <a:pt x="81250" y="28483"/>
                  <a:pt x="82650" y="27083"/>
                  <a:pt x="84375" y="27083"/>
                </a:cubicBezTo>
                <a:close/>
                <a:moveTo>
                  <a:pt x="15625" y="27093"/>
                </a:moveTo>
                <a:cubicBezTo>
                  <a:pt x="17350" y="27093"/>
                  <a:pt x="18746" y="28493"/>
                  <a:pt x="18746" y="30213"/>
                </a:cubicBezTo>
                <a:cubicBezTo>
                  <a:pt x="18746" y="31942"/>
                  <a:pt x="17350" y="33332"/>
                  <a:pt x="15625" y="33332"/>
                </a:cubicBezTo>
                <a:cubicBezTo>
                  <a:pt x="13900" y="33332"/>
                  <a:pt x="12504" y="31942"/>
                  <a:pt x="12504" y="30213"/>
                </a:cubicBezTo>
                <a:cubicBezTo>
                  <a:pt x="12504" y="28493"/>
                  <a:pt x="13900" y="27093"/>
                  <a:pt x="15625" y="27093"/>
                </a:cubicBezTo>
                <a:close/>
                <a:moveTo>
                  <a:pt x="69792" y="27093"/>
                </a:moveTo>
                <a:cubicBezTo>
                  <a:pt x="71517" y="27093"/>
                  <a:pt x="72913" y="28493"/>
                  <a:pt x="72913" y="30213"/>
                </a:cubicBezTo>
                <a:cubicBezTo>
                  <a:pt x="72913" y="31942"/>
                  <a:pt x="71517" y="33332"/>
                  <a:pt x="69792" y="33332"/>
                </a:cubicBezTo>
                <a:cubicBezTo>
                  <a:pt x="68067" y="33332"/>
                  <a:pt x="66671" y="31942"/>
                  <a:pt x="66671" y="30213"/>
                </a:cubicBezTo>
                <a:cubicBezTo>
                  <a:pt x="66671" y="28493"/>
                  <a:pt x="68067" y="27093"/>
                  <a:pt x="69792" y="27093"/>
                </a:cubicBezTo>
                <a:close/>
                <a:moveTo>
                  <a:pt x="22917" y="37502"/>
                </a:moveTo>
                <a:cubicBezTo>
                  <a:pt x="26996" y="37502"/>
                  <a:pt x="30482" y="39941"/>
                  <a:pt x="31205" y="43311"/>
                </a:cubicBezTo>
                <a:cubicBezTo>
                  <a:pt x="31336" y="43931"/>
                  <a:pt x="31182" y="44571"/>
                  <a:pt x="30786" y="45061"/>
                </a:cubicBezTo>
                <a:cubicBezTo>
                  <a:pt x="30390" y="45551"/>
                  <a:pt x="29796" y="45831"/>
                  <a:pt x="29167" y="45831"/>
                </a:cubicBezTo>
                <a:lnTo>
                  <a:pt x="16667" y="45831"/>
                </a:lnTo>
                <a:cubicBezTo>
                  <a:pt x="16037" y="45831"/>
                  <a:pt x="15443" y="45551"/>
                  <a:pt x="15047" y="45061"/>
                </a:cubicBezTo>
                <a:cubicBezTo>
                  <a:pt x="14651" y="44571"/>
                  <a:pt x="14497" y="43931"/>
                  <a:pt x="14628" y="43311"/>
                </a:cubicBezTo>
                <a:cubicBezTo>
                  <a:pt x="15351" y="39941"/>
                  <a:pt x="18837" y="37502"/>
                  <a:pt x="22917" y="37502"/>
                </a:cubicBezTo>
                <a:close/>
                <a:moveTo>
                  <a:pt x="70833" y="37502"/>
                </a:moveTo>
                <a:lnTo>
                  <a:pt x="83333" y="37502"/>
                </a:lnTo>
                <a:cubicBezTo>
                  <a:pt x="83962" y="37502"/>
                  <a:pt x="84557" y="37792"/>
                  <a:pt x="84953" y="38272"/>
                </a:cubicBezTo>
                <a:cubicBezTo>
                  <a:pt x="85349" y="38762"/>
                  <a:pt x="85503" y="39412"/>
                  <a:pt x="85372" y="40022"/>
                </a:cubicBezTo>
                <a:cubicBezTo>
                  <a:pt x="84649" y="43391"/>
                  <a:pt x="81162" y="45831"/>
                  <a:pt x="77083" y="45831"/>
                </a:cubicBezTo>
                <a:cubicBezTo>
                  <a:pt x="73004" y="45831"/>
                  <a:pt x="69518" y="43391"/>
                  <a:pt x="68795" y="40022"/>
                </a:cubicBezTo>
                <a:cubicBezTo>
                  <a:pt x="68664" y="39412"/>
                  <a:pt x="68818" y="38762"/>
                  <a:pt x="69214" y="38272"/>
                </a:cubicBezTo>
                <a:cubicBezTo>
                  <a:pt x="69610" y="37792"/>
                  <a:pt x="70204" y="37502"/>
                  <a:pt x="70833" y="37502"/>
                </a:cubicBezTo>
                <a:close/>
                <a:moveTo>
                  <a:pt x="50000" y="58329"/>
                </a:moveTo>
                <a:cubicBezTo>
                  <a:pt x="49311" y="58329"/>
                  <a:pt x="48621" y="58559"/>
                  <a:pt x="48051" y="59009"/>
                </a:cubicBezTo>
                <a:cubicBezTo>
                  <a:pt x="46721" y="60069"/>
                  <a:pt x="40410" y="65368"/>
                  <a:pt x="39661" y="70827"/>
                </a:cubicBezTo>
                <a:lnTo>
                  <a:pt x="9375" y="70827"/>
                </a:lnTo>
                <a:cubicBezTo>
                  <a:pt x="8961" y="70827"/>
                  <a:pt x="8550" y="70897"/>
                  <a:pt x="8165" y="71057"/>
                </a:cubicBezTo>
                <a:cubicBezTo>
                  <a:pt x="7781" y="71207"/>
                  <a:pt x="7431" y="71437"/>
                  <a:pt x="7137" y="71727"/>
                </a:cubicBezTo>
                <a:cubicBezTo>
                  <a:pt x="6842" y="72017"/>
                  <a:pt x="6607" y="72367"/>
                  <a:pt x="6448" y="72747"/>
                </a:cubicBezTo>
                <a:cubicBezTo>
                  <a:pt x="6288" y="73127"/>
                  <a:pt x="6205" y="73537"/>
                  <a:pt x="6205" y="73957"/>
                </a:cubicBezTo>
                <a:cubicBezTo>
                  <a:pt x="6205" y="74367"/>
                  <a:pt x="6288" y="74777"/>
                  <a:pt x="6448" y="75156"/>
                </a:cubicBezTo>
                <a:cubicBezTo>
                  <a:pt x="6607" y="75547"/>
                  <a:pt x="6842" y="75886"/>
                  <a:pt x="7137" y="76177"/>
                </a:cubicBezTo>
                <a:cubicBezTo>
                  <a:pt x="7431" y="76466"/>
                  <a:pt x="7781" y="76696"/>
                  <a:pt x="8165" y="76857"/>
                </a:cubicBezTo>
                <a:cubicBezTo>
                  <a:pt x="8550" y="77007"/>
                  <a:pt x="8961" y="77087"/>
                  <a:pt x="9375" y="77077"/>
                </a:cubicBezTo>
                <a:lnTo>
                  <a:pt x="39583" y="77077"/>
                </a:lnTo>
                <a:lnTo>
                  <a:pt x="39583" y="84366"/>
                </a:lnTo>
                <a:cubicBezTo>
                  <a:pt x="39583" y="86095"/>
                  <a:pt x="40981" y="87495"/>
                  <a:pt x="42708" y="87495"/>
                </a:cubicBezTo>
                <a:lnTo>
                  <a:pt x="57292" y="87495"/>
                </a:lnTo>
                <a:cubicBezTo>
                  <a:pt x="59019" y="87495"/>
                  <a:pt x="60417" y="86095"/>
                  <a:pt x="60417" y="84366"/>
                </a:cubicBezTo>
                <a:lnTo>
                  <a:pt x="60417" y="77077"/>
                </a:lnTo>
                <a:lnTo>
                  <a:pt x="90625" y="77077"/>
                </a:lnTo>
                <a:cubicBezTo>
                  <a:pt x="91039" y="77087"/>
                  <a:pt x="91450" y="77007"/>
                  <a:pt x="91835" y="76857"/>
                </a:cubicBezTo>
                <a:cubicBezTo>
                  <a:pt x="92219" y="76696"/>
                  <a:pt x="92569" y="76466"/>
                  <a:pt x="92863" y="76177"/>
                </a:cubicBezTo>
                <a:cubicBezTo>
                  <a:pt x="93158" y="75886"/>
                  <a:pt x="93393" y="75547"/>
                  <a:pt x="93552" y="75156"/>
                </a:cubicBezTo>
                <a:cubicBezTo>
                  <a:pt x="93712" y="74777"/>
                  <a:pt x="93795" y="74367"/>
                  <a:pt x="93795" y="73957"/>
                </a:cubicBezTo>
                <a:cubicBezTo>
                  <a:pt x="93795" y="73537"/>
                  <a:pt x="93712" y="73127"/>
                  <a:pt x="93552" y="72747"/>
                </a:cubicBezTo>
                <a:cubicBezTo>
                  <a:pt x="93393" y="72367"/>
                  <a:pt x="93158" y="72017"/>
                  <a:pt x="92863" y="71727"/>
                </a:cubicBezTo>
                <a:cubicBezTo>
                  <a:pt x="92569" y="71437"/>
                  <a:pt x="92219" y="71207"/>
                  <a:pt x="91835" y="71057"/>
                </a:cubicBezTo>
                <a:cubicBezTo>
                  <a:pt x="91450" y="70897"/>
                  <a:pt x="91039" y="70827"/>
                  <a:pt x="90625" y="70827"/>
                </a:cubicBezTo>
                <a:lnTo>
                  <a:pt x="60339" y="70827"/>
                </a:lnTo>
                <a:cubicBezTo>
                  <a:pt x="59590" y="65368"/>
                  <a:pt x="53279" y="60069"/>
                  <a:pt x="51949" y="59009"/>
                </a:cubicBezTo>
                <a:cubicBezTo>
                  <a:pt x="51379" y="58559"/>
                  <a:pt x="50689" y="58329"/>
                  <a:pt x="50000" y="5832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0" name="Белый — SVG 18">
            <a:extLst>
              <a:ext uri="{FF2B5EF4-FFF2-40B4-BE49-F238E27FC236}">
                <a16:creationId xmlns:a16="http://schemas.microsoft.com/office/drawing/2014/main" id="{D852A5DD-C389-F345-B443-B3FA406A5572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116316 w 127572"/>
              <a:gd name="csY0" fmla="*/ 21064 h 134646"/>
              <a:gd name="csX1" fmla="*/ 74327 w 127572"/>
              <a:gd name="csY1" fmla="*/ 3457 h 134646"/>
              <a:gd name="csX2" fmla="*/ 53230 w 127572"/>
              <a:gd name="csY2" fmla="*/ 3457 h 134646"/>
              <a:gd name="csX3" fmla="*/ 11241 w 127572"/>
              <a:gd name="csY3" fmla="*/ 21064 h 134646"/>
              <a:gd name="csX4" fmla="*/ 12 w 127572"/>
              <a:gd name="csY4" fmla="*/ 34009 h 134646"/>
              <a:gd name="csX5" fmla="*/ 58470 w 127572"/>
              <a:gd name="csY5" fmla="*/ 133456 h 134646"/>
              <a:gd name="csX6" fmla="*/ 63778 w 127572"/>
              <a:gd name="csY6" fmla="*/ 134647 h 134646"/>
              <a:gd name="csX7" fmla="*/ 69104 w 127572"/>
              <a:gd name="csY7" fmla="*/ 133456 h 134646"/>
              <a:gd name="csX8" fmla="*/ 127562 w 127572"/>
              <a:gd name="csY8" fmla="*/ 34009 h 134646"/>
              <a:gd name="csX9" fmla="*/ 116316 w 127572"/>
              <a:gd name="csY9" fmla="*/ 21064 h 134646"/>
            </a:gdLst>
            <a:ahLst/>
            <a:cxnLst/>
            <a:rect l="l" t="t" r="r" b="b"/>
            <a:pathLst>
              <a:path w="100000" h="100000">
                <a:moveTo>
                  <a:pt x="89013" y="15644"/>
                </a:moveTo>
                <a:cubicBezTo>
                  <a:pt x="75531" y="14242"/>
                  <a:pt x="63691" y="6851"/>
                  <a:pt x="57829" y="2567"/>
                </a:cubicBezTo>
                <a:cubicBezTo>
                  <a:pt x="53153" y="-856"/>
                  <a:pt x="46848" y="-856"/>
                  <a:pt x="42160" y="2567"/>
                </a:cubicBezTo>
                <a:cubicBezTo>
                  <a:pt x="36310" y="6851"/>
                  <a:pt x="24470" y="14242"/>
                  <a:pt x="10975" y="15644"/>
                </a:cubicBezTo>
                <a:cubicBezTo>
                  <a:pt x="6086" y="16149"/>
                  <a:pt x="2421" y="20382"/>
                  <a:pt x="2636" y="25258"/>
                </a:cubicBezTo>
                <a:cubicBezTo>
                  <a:pt x="4784" y="75630"/>
                  <a:pt x="36411" y="94517"/>
                  <a:pt x="46052" y="99116"/>
                </a:cubicBezTo>
                <a:cubicBezTo>
                  <a:pt x="47303" y="99710"/>
                  <a:pt x="48655" y="100001"/>
                  <a:pt x="49994" y="100001"/>
                </a:cubicBezTo>
                <a:cubicBezTo>
                  <a:pt x="51346" y="100001"/>
                  <a:pt x="52698" y="99710"/>
                  <a:pt x="53950" y="99116"/>
                </a:cubicBezTo>
                <a:cubicBezTo>
                  <a:pt x="63590" y="94517"/>
                  <a:pt x="95217" y="75630"/>
                  <a:pt x="97366" y="25258"/>
                </a:cubicBezTo>
                <a:cubicBezTo>
                  <a:pt x="97568" y="20382"/>
                  <a:pt x="93903" y="16149"/>
                  <a:pt x="89013" y="1564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1" name="Белый — SVG 19">
            <a:extLst>
              <a:ext uri="{FF2B5EF4-FFF2-40B4-BE49-F238E27FC236}">
                <a16:creationId xmlns:a16="http://schemas.microsoft.com/office/drawing/2014/main" id="{D18B7E6C-4397-0F49-A552-D4B487D95C6B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74434 w 149020"/>
              <a:gd name="csY0" fmla="*/ 1 h 145378"/>
              <a:gd name="csX1" fmla="*/ 70691 w 149020"/>
              <a:gd name="csY1" fmla="*/ 1617 h 145378"/>
              <a:gd name="csX2" fmla="*/ 69193 w 149020"/>
              <a:gd name="csY2" fmla="*/ 5394 h 145378"/>
              <a:gd name="csX3" fmla="*/ 69193 w 149020"/>
              <a:gd name="csY3" fmla="*/ 19564 h 145378"/>
              <a:gd name="csX4" fmla="*/ 69568 w 149020"/>
              <a:gd name="csY4" fmla="*/ 21622 h 145378"/>
              <a:gd name="csX5" fmla="*/ 70725 w 149020"/>
              <a:gd name="csY5" fmla="*/ 23375 h 145378"/>
              <a:gd name="csX6" fmla="*/ 72460 w 149020"/>
              <a:gd name="csY6" fmla="*/ 24548 h 145378"/>
              <a:gd name="csX7" fmla="*/ 74502 w 149020"/>
              <a:gd name="csY7" fmla="*/ 24957 h 145378"/>
              <a:gd name="csX8" fmla="*/ 76560 w 149020"/>
              <a:gd name="csY8" fmla="*/ 24548 h 145378"/>
              <a:gd name="csX9" fmla="*/ 78296 w 149020"/>
              <a:gd name="csY9" fmla="*/ 23375 h 145378"/>
              <a:gd name="csX10" fmla="*/ 79436 w 149020"/>
              <a:gd name="csY10" fmla="*/ 21622 h 145378"/>
              <a:gd name="csX11" fmla="*/ 79827 w 149020"/>
              <a:gd name="csY11" fmla="*/ 19564 h 145378"/>
              <a:gd name="csX12" fmla="*/ 79827 w 149020"/>
              <a:gd name="csY12" fmla="*/ 5394 h 145378"/>
              <a:gd name="csX13" fmla="*/ 79436 w 149020"/>
              <a:gd name="csY13" fmla="*/ 3319 h 145378"/>
              <a:gd name="csX14" fmla="*/ 78262 w 149020"/>
              <a:gd name="csY14" fmla="*/ 1549 h 145378"/>
              <a:gd name="csX15" fmla="*/ 76509 w 149020"/>
              <a:gd name="csY15" fmla="*/ 393 h 145378"/>
              <a:gd name="csX16" fmla="*/ 74434 w 149020"/>
              <a:gd name="csY16" fmla="*/ 1 h 145378"/>
              <a:gd name="csX17" fmla="*/ 23053 w 149020"/>
              <a:gd name="csY17" fmla="*/ 21282 h 145378"/>
              <a:gd name="csX18" fmla="*/ 20093 w 149020"/>
              <a:gd name="csY18" fmla="*/ 22201 h 145378"/>
              <a:gd name="csX19" fmla="*/ 18136 w 149020"/>
              <a:gd name="csY19" fmla="*/ 24599 h 145378"/>
              <a:gd name="csX20" fmla="*/ 17864 w 149020"/>
              <a:gd name="csY20" fmla="*/ 27696 h 145378"/>
              <a:gd name="csX21" fmla="*/ 19361 w 149020"/>
              <a:gd name="csY21" fmla="*/ 30417 h 145378"/>
              <a:gd name="csX22" fmla="*/ 26439 w 149020"/>
              <a:gd name="csY22" fmla="*/ 37511 h 145378"/>
              <a:gd name="csX23" fmla="*/ 28174 w 149020"/>
              <a:gd name="csY23" fmla="*/ 38702 h 145378"/>
              <a:gd name="csX24" fmla="*/ 30233 w 149020"/>
              <a:gd name="csY24" fmla="*/ 39144 h 145378"/>
              <a:gd name="csX25" fmla="*/ 32291 w 149020"/>
              <a:gd name="csY25" fmla="*/ 38753 h 145378"/>
              <a:gd name="csX26" fmla="*/ 34044 w 149020"/>
              <a:gd name="csY26" fmla="*/ 37579 h 145378"/>
              <a:gd name="csX27" fmla="*/ 35201 w 149020"/>
              <a:gd name="csY27" fmla="*/ 35827 h 145378"/>
              <a:gd name="csX28" fmla="*/ 35592 w 149020"/>
              <a:gd name="csY28" fmla="*/ 33769 h 145378"/>
              <a:gd name="csX29" fmla="*/ 35167 w 149020"/>
              <a:gd name="csY29" fmla="*/ 31710 h 145378"/>
              <a:gd name="csX30" fmla="*/ 33959 w 149020"/>
              <a:gd name="csY30" fmla="*/ 29992 h 145378"/>
              <a:gd name="csX31" fmla="*/ 26881 w 149020"/>
              <a:gd name="csY31" fmla="*/ 22898 h 145378"/>
              <a:gd name="csX32" fmla="*/ 25129 w 149020"/>
              <a:gd name="csY32" fmla="*/ 21708 h 145378"/>
              <a:gd name="csX33" fmla="*/ 23053 w 149020"/>
              <a:gd name="csY33" fmla="*/ 21282 h 145378"/>
              <a:gd name="csX34" fmla="*/ 129353 w 149020"/>
              <a:gd name="csY34" fmla="*/ 21299 h 145378"/>
              <a:gd name="csX35" fmla="*/ 125695 w 149020"/>
              <a:gd name="csY35" fmla="*/ 22898 h 145378"/>
              <a:gd name="csX36" fmla="*/ 118600 w 149020"/>
              <a:gd name="csY36" fmla="*/ 29992 h 145378"/>
              <a:gd name="csX37" fmla="*/ 117410 w 149020"/>
              <a:gd name="csY37" fmla="*/ 31710 h 145378"/>
              <a:gd name="csX38" fmla="*/ 116967 w 149020"/>
              <a:gd name="csY38" fmla="*/ 33769 h 145378"/>
              <a:gd name="csX39" fmla="*/ 117358 w 149020"/>
              <a:gd name="csY39" fmla="*/ 35827 h 145378"/>
              <a:gd name="csX40" fmla="*/ 118515 w 149020"/>
              <a:gd name="csY40" fmla="*/ 37579 h 145378"/>
              <a:gd name="csX41" fmla="*/ 120268 w 149020"/>
              <a:gd name="csY41" fmla="*/ 38753 h 145378"/>
              <a:gd name="csX42" fmla="*/ 122343 w 149020"/>
              <a:gd name="csY42" fmla="*/ 39144 h 145378"/>
              <a:gd name="csX43" fmla="*/ 124385 w 149020"/>
              <a:gd name="csY43" fmla="*/ 38702 h 145378"/>
              <a:gd name="csX44" fmla="*/ 126120 w 149020"/>
              <a:gd name="csY44" fmla="*/ 37511 h 145378"/>
              <a:gd name="csX45" fmla="*/ 133215 w 149020"/>
              <a:gd name="csY45" fmla="*/ 30417 h 145378"/>
              <a:gd name="csX46" fmla="*/ 134712 w 149020"/>
              <a:gd name="csY46" fmla="*/ 27661 h 145378"/>
              <a:gd name="csX47" fmla="*/ 134389 w 149020"/>
              <a:gd name="csY47" fmla="*/ 24531 h 145378"/>
              <a:gd name="csX48" fmla="*/ 132364 w 149020"/>
              <a:gd name="csY48" fmla="*/ 22133 h 145378"/>
              <a:gd name="csX49" fmla="*/ 129353 w 149020"/>
              <a:gd name="csY49" fmla="*/ 21299 h 145378"/>
              <a:gd name="csX50" fmla="*/ 66641 w 149020"/>
              <a:gd name="csY50" fmla="*/ 31982 h 145378"/>
              <a:gd name="csX51" fmla="*/ 29552 w 149020"/>
              <a:gd name="csY51" fmla="*/ 66107 h 145378"/>
              <a:gd name="csX52" fmla="*/ 25316 w 149020"/>
              <a:gd name="csY52" fmla="*/ 117038 h 145378"/>
              <a:gd name="csX53" fmla="*/ 23121 w 149020"/>
              <a:gd name="csY53" fmla="*/ 117038 h 145378"/>
              <a:gd name="csX54" fmla="*/ 14257 w 149020"/>
              <a:gd name="csY54" fmla="*/ 125884 h 145378"/>
              <a:gd name="csX55" fmla="*/ 14257 w 149020"/>
              <a:gd name="csY55" fmla="*/ 136516 h 145378"/>
              <a:gd name="csX56" fmla="*/ 23121 w 149020"/>
              <a:gd name="csY56" fmla="*/ 145378 h 145378"/>
              <a:gd name="csX57" fmla="*/ 125899 w 149020"/>
              <a:gd name="csY57" fmla="*/ 145378 h 145378"/>
              <a:gd name="csX58" fmla="*/ 134763 w 149020"/>
              <a:gd name="csY58" fmla="*/ 136516 h 145378"/>
              <a:gd name="csX59" fmla="*/ 134763 w 149020"/>
              <a:gd name="csY59" fmla="*/ 125884 h 145378"/>
              <a:gd name="csX60" fmla="*/ 125899 w 149020"/>
              <a:gd name="csY60" fmla="*/ 117038 h 145378"/>
              <a:gd name="csX61" fmla="*/ 123704 w 149020"/>
              <a:gd name="csY61" fmla="*/ 117038 h 145378"/>
              <a:gd name="csX62" fmla="*/ 119451 w 149020"/>
              <a:gd name="csY62" fmla="*/ 66107 h 145378"/>
              <a:gd name="csX63" fmla="*/ 82379 w 149020"/>
              <a:gd name="csY63" fmla="*/ 31982 h 145378"/>
              <a:gd name="csX64" fmla="*/ 66641 w 149020"/>
              <a:gd name="csY64" fmla="*/ 31982 h 145378"/>
              <a:gd name="csX65" fmla="*/ 65382 w 149020"/>
              <a:gd name="csY65" fmla="*/ 44418 h 145378"/>
              <a:gd name="csX66" fmla="*/ 70963 w 149020"/>
              <a:gd name="csY66" fmla="*/ 49453 h 145378"/>
              <a:gd name="csX67" fmla="*/ 65927 w 149020"/>
              <a:gd name="csY67" fmla="*/ 55033 h 145378"/>
              <a:gd name="csX68" fmla="*/ 52521 w 149020"/>
              <a:gd name="csY68" fmla="*/ 68012 h 145378"/>
              <a:gd name="csX69" fmla="*/ 48999 w 149020"/>
              <a:gd name="csY69" fmla="*/ 112087 h 145378"/>
              <a:gd name="csX70" fmla="*/ 43690 w 149020"/>
              <a:gd name="csY70" fmla="*/ 116970 h 145378"/>
              <a:gd name="csX71" fmla="*/ 43265 w 149020"/>
              <a:gd name="csY71" fmla="*/ 116953 h 145378"/>
              <a:gd name="csX72" fmla="*/ 38399 w 149020"/>
              <a:gd name="csY72" fmla="*/ 111237 h 145378"/>
              <a:gd name="csX73" fmla="*/ 41921 w 149020"/>
              <a:gd name="csY73" fmla="*/ 67144 h 145378"/>
              <a:gd name="csX74" fmla="*/ 65382 w 149020"/>
              <a:gd name="csY74" fmla="*/ 44418 h 145378"/>
              <a:gd name="csX75" fmla="*/ 5393 w 149020"/>
              <a:gd name="csY75" fmla="*/ 70955 h 145378"/>
              <a:gd name="csX76" fmla="*/ 3335 w 149020"/>
              <a:gd name="csY76" fmla="*/ 71346 h 145378"/>
              <a:gd name="csX77" fmla="*/ 1582 w 149020"/>
              <a:gd name="csY77" fmla="*/ 72486 h 145378"/>
              <a:gd name="csX78" fmla="*/ 408 w 149020"/>
              <a:gd name="csY78" fmla="*/ 74221 h 145378"/>
              <a:gd name="csX79" fmla="*/ 0 w 149020"/>
              <a:gd name="csY79" fmla="*/ 76279 h 145378"/>
              <a:gd name="csX80" fmla="*/ 408 w 149020"/>
              <a:gd name="csY80" fmla="*/ 78321 h 145378"/>
              <a:gd name="csX81" fmla="*/ 1582 w 149020"/>
              <a:gd name="csY81" fmla="*/ 80056 h 145378"/>
              <a:gd name="csX82" fmla="*/ 3335 w 149020"/>
              <a:gd name="csY82" fmla="*/ 81212 h 145378"/>
              <a:gd name="csX83" fmla="*/ 5393 w 149020"/>
              <a:gd name="csY83" fmla="*/ 81587 h 145378"/>
              <a:gd name="csX84" fmla="*/ 16026 w 149020"/>
              <a:gd name="csY84" fmla="*/ 81587 h 145378"/>
              <a:gd name="csX85" fmla="*/ 18085 w 149020"/>
              <a:gd name="csY85" fmla="*/ 81212 h 145378"/>
              <a:gd name="csX86" fmla="*/ 19837 w 149020"/>
              <a:gd name="csY86" fmla="*/ 80056 h 145378"/>
              <a:gd name="csX87" fmla="*/ 21012 w 149020"/>
              <a:gd name="csY87" fmla="*/ 78321 h 145378"/>
              <a:gd name="csX88" fmla="*/ 21420 w 149020"/>
              <a:gd name="csY88" fmla="*/ 76279 h 145378"/>
              <a:gd name="csX89" fmla="*/ 21012 w 149020"/>
              <a:gd name="csY89" fmla="*/ 74221 h 145378"/>
              <a:gd name="csX90" fmla="*/ 19837 w 149020"/>
              <a:gd name="csY90" fmla="*/ 72486 h 145378"/>
              <a:gd name="csX91" fmla="*/ 18085 w 149020"/>
              <a:gd name="csY91" fmla="*/ 71346 h 145378"/>
              <a:gd name="csX92" fmla="*/ 16026 w 149020"/>
              <a:gd name="csY92" fmla="*/ 70955 h 145378"/>
              <a:gd name="csX93" fmla="*/ 5393 w 149020"/>
              <a:gd name="csY93" fmla="*/ 70955 h 145378"/>
              <a:gd name="csX94" fmla="*/ 132994 w 149020"/>
              <a:gd name="csY94" fmla="*/ 70955 h 145378"/>
              <a:gd name="csX95" fmla="*/ 130935 w 149020"/>
              <a:gd name="csY95" fmla="*/ 71346 h 145378"/>
              <a:gd name="csX96" fmla="*/ 129183 w 149020"/>
              <a:gd name="csY96" fmla="*/ 72486 h 145378"/>
              <a:gd name="csX97" fmla="*/ 128009 w 149020"/>
              <a:gd name="csY97" fmla="*/ 74221 h 145378"/>
              <a:gd name="csX98" fmla="*/ 127601 w 149020"/>
              <a:gd name="csY98" fmla="*/ 76279 h 145378"/>
              <a:gd name="csX99" fmla="*/ 128009 w 149020"/>
              <a:gd name="csY99" fmla="*/ 78321 h 145378"/>
              <a:gd name="csX100" fmla="*/ 129183 w 149020"/>
              <a:gd name="csY100" fmla="*/ 80056 h 145378"/>
              <a:gd name="csX101" fmla="*/ 130935 w 149020"/>
              <a:gd name="csY101" fmla="*/ 81212 h 145378"/>
              <a:gd name="csX102" fmla="*/ 132994 w 149020"/>
              <a:gd name="csY102" fmla="*/ 81587 h 145378"/>
              <a:gd name="csX103" fmla="*/ 143627 w 149020"/>
              <a:gd name="csY103" fmla="*/ 81587 h 145378"/>
              <a:gd name="csX104" fmla="*/ 145686 w 149020"/>
              <a:gd name="csY104" fmla="*/ 81212 h 145378"/>
              <a:gd name="csX105" fmla="*/ 147438 w 149020"/>
              <a:gd name="csY105" fmla="*/ 80056 h 145378"/>
              <a:gd name="csX106" fmla="*/ 148612 w 149020"/>
              <a:gd name="csY106" fmla="*/ 78321 h 145378"/>
              <a:gd name="csX107" fmla="*/ 149021 w 149020"/>
              <a:gd name="csY107" fmla="*/ 76279 h 145378"/>
              <a:gd name="csX108" fmla="*/ 148612 w 149020"/>
              <a:gd name="csY108" fmla="*/ 74221 h 145378"/>
              <a:gd name="csX109" fmla="*/ 147438 w 149020"/>
              <a:gd name="csY109" fmla="*/ 72486 h 145378"/>
              <a:gd name="csX110" fmla="*/ 145686 w 149020"/>
              <a:gd name="csY110" fmla="*/ 71346 h 145378"/>
              <a:gd name="csX111" fmla="*/ 143627 w 149020"/>
              <a:gd name="csY111" fmla="*/ 70955 h 145378"/>
              <a:gd name="csX112" fmla="*/ 132994 w 149020"/>
              <a:gd name="csY112" fmla="*/ 70955 h 145378"/>
            </a:gdLst>
            <a:ahLst/>
            <a:cxnLst/>
            <a:rect l="l" t="t" r="r" b="b"/>
            <a:pathLst>
              <a:path w="100000" h="100000">
                <a:moveTo>
                  <a:pt x="49949" y="1223"/>
                </a:moveTo>
                <a:cubicBezTo>
                  <a:pt x="49001" y="1234"/>
                  <a:pt x="48099" y="1623"/>
                  <a:pt x="47437" y="2307"/>
                </a:cubicBezTo>
                <a:cubicBezTo>
                  <a:pt x="46775" y="2981"/>
                  <a:pt x="46421" y="3894"/>
                  <a:pt x="46432" y="4842"/>
                </a:cubicBezTo>
                <a:lnTo>
                  <a:pt x="46432" y="14350"/>
                </a:lnTo>
                <a:cubicBezTo>
                  <a:pt x="46421" y="14830"/>
                  <a:pt x="46513" y="15298"/>
                  <a:pt x="46684" y="15731"/>
                </a:cubicBezTo>
                <a:cubicBezTo>
                  <a:pt x="46866" y="16177"/>
                  <a:pt x="47129" y="16576"/>
                  <a:pt x="47460" y="16908"/>
                </a:cubicBezTo>
                <a:cubicBezTo>
                  <a:pt x="47791" y="17250"/>
                  <a:pt x="48191" y="17512"/>
                  <a:pt x="48624" y="17695"/>
                </a:cubicBezTo>
                <a:cubicBezTo>
                  <a:pt x="49059" y="17878"/>
                  <a:pt x="49526" y="17969"/>
                  <a:pt x="49995" y="17969"/>
                </a:cubicBezTo>
                <a:cubicBezTo>
                  <a:pt x="50474" y="17969"/>
                  <a:pt x="50942" y="17878"/>
                  <a:pt x="51376" y="17695"/>
                </a:cubicBezTo>
                <a:cubicBezTo>
                  <a:pt x="51810" y="17512"/>
                  <a:pt x="52209" y="17250"/>
                  <a:pt x="52541" y="16908"/>
                </a:cubicBezTo>
                <a:cubicBezTo>
                  <a:pt x="52871" y="16576"/>
                  <a:pt x="53134" y="16177"/>
                  <a:pt x="53306" y="15731"/>
                </a:cubicBezTo>
                <a:cubicBezTo>
                  <a:pt x="53488" y="15298"/>
                  <a:pt x="53579" y="14830"/>
                  <a:pt x="53568" y="14350"/>
                </a:cubicBezTo>
                <a:lnTo>
                  <a:pt x="53568" y="4842"/>
                </a:lnTo>
                <a:cubicBezTo>
                  <a:pt x="53579" y="4362"/>
                  <a:pt x="53488" y="3894"/>
                  <a:pt x="53306" y="3449"/>
                </a:cubicBezTo>
                <a:cubicBezTo>
                  <a:pt x="53122" y="3004"/>
                  <a:pt x="52860" y="2604"/>
                  <a:pt x="52518" y="2261"/>
                </a:cubicBezTo>
                <a:cubicBezTo>
                  <a:pt x="52186" y="1931"/>
                  <a:pt x="51776" y="1668"/>
                  <a:pt x="51341" y="1486"/>
                </a:cubicBezTo>
                <a:cubicBezTo>
                  <a:pt x="50897" y="1303"/>
                  <a:pt x="50417" y="1211"/>
                  <a:pt x="49949" y="1223"/>
                </a:cubicBezTo>
                <a:close/>
                <a:moveTo>
                  <a:pt x="15470" y="15503"/>
                </a:moveTo>
                <a:cubicBezTo>
                  <a:pt x="14762" y="15503"/>
                  <a:pt x="14066" y="15720"/>
                  <a:pt x="13483" y="16120"/>
                </a:cubicBezTo>
                <a:cubicBezTo>
                  <a:pt x="12890" y="16508"/>
                  <a:pt x="12433" y="17079"/>
                  <a:pt x="12170" y="17729"/>
                </a:cubicBezTo>
                <a:cubicBezTo>
                  <a:pt x="11896" y="18391"/>
                  <a:pt x="11839" y="19111"/>
                  <a:pt x="11988" y="19807"/>
                </a:cubicBezTo>
                <a:cubicBezTo>
                  <a:pt x="12125" y="20503"/>
                  <a:pt x="12479" y="21143"/>
                  <a:pt x="12992" y="21633"/>
                </a:cubicBezTo>
                <a:lnTo>
                  <a:pt x="17742" y="26394"/>
                </a:lnTo>
                <a:cubicBezTo>
                  <a:pt x="18073" y="26736"/>
                  <a:pt x="18473" y="27010"/>
                  <a:pt x="18906" y="27193"/>
                </a:cubicBezTo>
                <a:cubicBezTo>
                  <a:pt x="19340" y="27387"/>
                  <a:pt x="19808" y="27478"/>
                  <a:pt x="20288" y="27490"/>
                </a:cubicBezTo>
                <a:cubicBezTo>
                  <a:pt x="20756" y="27490"/>
                  <a:pt x="21224" y="27398"/>
                  <a:pt x="21669" y="27227"/>
                </a:cubicBezTo>
                <a:cubicBezTo>
                  <a:pt x="22103" y="27045"/>
                  <a:pt x="22502" y="26782"/>
                  <a:pt x="22845" y="26439"/>
                </a:cubicBezTo>
                <a:cubicBezTo>
                  <a:pt x="23176" y="26109"/>
                  <a:pt x="23439" y="25709"/>
                  <a:pt x="23622" y="25264"/>
                </a:cubicBezTo>
                <a:cubicBezTo>
                  <a:pt x="23804" y="24830"/>
                  <a:pt x="23895" y="24362"/>
                  <a:pt x="23884" y="23883"/>
                </a:cubicBezTo>
                <a:cubicBezTo>
                  <a:pt x="23884" y="23403"/>
                  <a:pt x="23781" y="22935"/>
                  <a:pt x="23599" y="22501"/>
                </a:cubicBezTo>
                <a:cubicBezTo>
                  <a:pt x="23404" y="22068"/>
                  <a:pt x="23130" y="21679"/>
                  <a:pt x="22788" y="21348"/>
                </a:cubicBezTo>
                <a:lnTo>
                  <a:pt x="18039" y="16588"/>
                </a:lnTo>
                <a:cubicBezTo>
                  <a:pt x="17696" y="16245"/>
                  <a:pt x="17308" y="15972"/>
                  <a:pt x="16863" y="15789"/>
                </a:cubicBezTo>
                <a:cubicBezTo>
                  <a:pt x="16429" y="15607"/>
                  <a:pt x="15950" y="15503"/>
                  <a:pt x="15470" y="15503"/>
                </a:cubicBezTo>
                <a:close/>
                <a:moveTo>
                  <a:pt x="86802" y="15515"/>
                </a:moveTo>
                <a:cubicBezTo>
                  <a:pt x="85866" y="15538"/>
                  <a:pt x="84987" y="15926"/>
                  <a:pt x="84348" y="16588"/>
                </a:cubicBezTo>
                <a:lnTo>
                  <a:pt x="79587" y="21348"/>
                </a:lnTo>
                <a:cubicBezTo>
                  <a:pt x="79244" y="21679"/>
                  <a:pt x="78971" y="22068"/>
                  <a:pt x="78788" y="22501"/>
                </a:cubicBezTo>
                <a:cubicBezTo>
                  <a:pt x="78593" y="22935"/>
                  <a:pt x="78491" y="23403"/>
                  <a:pt x="78491" y="23883"/>
                </a:cubicBezTo>
                <a:cubicBezTo>
                  <a:pt x="78491" y="24362"/>
                  <a:pt x="78571" y="24830"/>
                  <a:pt x="78753" y="25264"/>
                </a:cubicBezTo>
                <a:cubicBezTo>
                  <a:pt x="78936" y="25709"/>
                  <a:pt x="79199" y="26109"/>
                  <a:pt x="79530" y="26439"/>
                </a:cubicBezTo>
                <a:cubicBezTo>
                  <a:pt x="79873" y="26782"/>
                  <a:pt x="80272" y="27045"/>
                  <a:pt x="80706" y="27227"/>
                </a:cubicBezTo>
                <a:cubicBezTo>
                  <a:pt x="81151" y="27398"/>
                  <a:pt x="81619" y="27490"/>
                  <a:pt x="82098" y="27490"/>
                </a:cubicBezTo>
                <a:cubicBezTo>
                  <a:pt x="82567" y="27478"/>
                  <a:pt x="83034" y="27387"/>
                  <a:pt x="83469" y="27193"/>
                </a:cubicBezTo>
                <a:cubicBezTo>
                  <a:pt x="83914" y="27010"/>
                  <a:pt x="84302" y="26736"/>
                  <a:pt x="84633" y="26394"/>
                </a:cubicBezTo>
                <a:lnTo>
                  <a:pt x="89394" y="21633"/>
                </a:lnTo>
                <a:cubicBezTo>
                  <a:pt x="89908" y="21131"/>
                  <a:pt x="90250" y="20492"/>
                  <a:pt x="90399" y="19784"/>
                </a:cubicBezTo>
                <a:cubicBezTo>
                  <a:pt x="90535" y="19077"/>
                  <a:pt x="90467" y="18346"/>
                  <a:pt x="90182" y="17684"/>
                </a:cubicBezTo>
                <a:cubicBezTo>
                  <a:pt x="89908" y="17022"/>
                  <a:pt x="89428" y="16462"/>
                  <a:pt x="88823" y="16074"/>
                </a:cubicBezTo>
                <a:cubicBezTo>
                  <a:pt x="88218" y="15686"/>
                  <a:pt x="87510" y="15492"/>
                  <a:pt x="86802" y="15515"/>
                </a:cubicBezTo>
                <a:close/>
                <a:moveTo>
                  <a:pt x="44720" y="22684"/>
                </a:moveTo>
                <a:cubicBezTo>
                  <a:pt x="31841" y="22684"/>
                  <a:pt x="20905" y="32741"/>
                  <a:pt x="19831" y="45583"/>
                </a:cubicBezTo>
                <a:lnTo>
                  <a:pt x="16988" y="79760"/>
                </a:lnTo>
                <a:lnTo>
                  <a:pt x="15515" y="79760"/>
                </a:lnTo>
                <a:cubicBezTo>
                  <a:pt x="12239" y="79760"/>
                  <a:pt x="9567" y="82420"/>
                  <a:pt x="9567" y="85697"/>
                </a:cubicBezTo>
                <a:lnTo>
                  <a:pt x="9567" y="92831"/>
                </a:lnTo>
                <a:cubicBezTo>
                  <a:pt x="9567" y="96107"/>
                  <a:pt x="12239" y="98778"/>
                  <a:pt x="15515" y="98778"/>
                </a:cubicBezTo>
                <a:lnTo>
                  <a:pt x="84485" y="98778"/>
                </a:lnTo>
                <a:cubicBezTo>
                  <a:pt x="87761" y="98778"/>
                  <a:pt x="90433" y="96107"/>
                  <a:pt x="90433" y="92831"/>
                </a:cubicBezTo>
                <a:lnTo>
                  <a:pt x="90433" y="85697"/>
                </a:lnTo>
                <a:cubicBezTo>
                  <a:pt x="90433" y="82420"/>
                  <a:pt x="87761" y="79760"/>
                  <a:pt x="84485" y="79760"/>
                </a:cubicBezTo>
                <a:lnTo>
                  <a:pt x="83012" y="79760"/>
                </a:lnTo>
                <a:lnTo>
                  <a:pt x="80158" y="45583"/>
                </a:lnTo>
                <a:cubicBezTo>
                  <a:pt x="79096" y="32741"/>
                  <a:pt x="68159" y="22684"/>
                  <a:pt x="55280" y="22684"/>
                </a:cubicBezTo>
                <a:lnTo>
                  <a:pt x="44720" y="22684"/>
                </a:lnTo>
                <a:close/>
                <a:moveTo>
                  <a:pt x="43875" y="31029"/>
                </a:moveTo>
                <a:cubicBezTo>
                  <a:pt x="45759" y="30903"/>
                  <a:pt x="47517" y="32433"/>
                  <a:pt x="47620" y="34407"/>
                </a:cubicBezTo>
                <a:cubicBezTo>
                  <a:pt x="47722" y="36371"/>
                  <a:pt x="46204" y="38049"/>
                  <a:pt x="44240" y="38152"/>
                </a:cubicBezTo>
                <a:cubicBezTo>
                  <a:pt x="39503" y="38391"/>
                  <a:pt x="35644" y="42135"/>
                  <a:pt x="35244" y="46861"/>
                </a:cubicBezTo>
                <a:lnTo>
                  <a:pt x="32881" y="76438"/>
                </a:lnTo>
                <a:cubicBezTo>
                  <a:pt x="32720" y="78299"/>
                  <a:pt x="31168" y="79715"/>
                  <a:pt x="29318" y="79715"/>
                </a:cubicBezTo>
                <a:cubicBezTo>
                  <a:pt x="29227" y="79715"/>
                  <a:pt x="29124" y="79715"/>
                  <a:pt x="29033" y="79703"/>
                </a:cubicBezTo>
                <a:cubicBezTo>
                  <a:pt x="27070" y="79544"/>
                  <a:pt x="25608" y="77831"/>
                  <a:pt x="25768" y="75868"/>
                </a:cubicBezTo>
                <a:lnTo>
                  <a:pt x="28131" y="46279"/>
                </a:lnTo>
                <a:cubicBezTo>
                  <a:pt x="28828" y="38003"/>
                  <a:pt x="35586" y="31451"/>
                  <a:pt x="43875" y="31029"/>
                </a:cubicBezTo>
                <a:close/>
                <a:moveTo>
                  <a:pt x="3619" y="48836"/>
                </a:moveTo>
                <a:cubicBezTo>
                  <a:pt x="3151" y="48836"/>
                  <a:pt x="2671" y="48916"/>
                  <a:pt x="2238" y="49099"/>
                </a:cubicBezTo>
                <a:cubicBezTo>
                  <a:pt x="1804" y="49270"/>
                  <a:pt x="1405" y="49533"/>
                  <a:pt x="1062" y="49864"/>
                </a:cubicBezTo>
                <a:cubicBezTo>
                  <a:pt x="731" y="50195"/>
                  <a:pt x="456" y="50594"/>
                  <a:pt x="274" y="51028"/>
                </a:cubicBezTo>
                <a:cubicBezTo>
                  <a:pt x="91" y="51462"/>
                  <a:pt x="0" y="51930"/>
                  <a:pt x="0" y="52409"/>
                </a:cubicBezTo>
                <a:cubicBezTo>
                  <a:pt x="0" y="52877"/>
                  <a:pt x="91" y="53345"/>
                  <a:pt x="274" y="53779"/>
                </a:cubicBezTo>
                <a:cubicBezTo>
                  <a:pt x="456" y="54224"/>
                  <a:pt x="731" y="54612"/>
                  <a:pt x="1062" y="54944"/>
                </a:cubicBezTo>
                <a:cubicBezTo>
                  <a:pt x="1405" y="55274"/>
                  <a:pt x="1804" y="55537"/>
                  <a:pt x="2238" y="55719"/>
                </a:cubicBezTo>
                <a:cubicBezTo>
                  <a:pt x="2671" y="55890"/>
                  <a:pt x="3151" y="55982"/>
                  <a:pt x="3619" y="55971"/>
                </a:cubicBezTo>
                <a:lnTo>
                  <a:pt x="10754" y="55971"/>
                </a:lnTo>
                <a:cubicBezTo>
                  <a:pt x="11223" y="55982"/>
                  <a:pt x="11691" y="55890"/>
                  <a:pt x="12136" y="55719"/>
                </a:cubicBezTo>
                <a:cubicBezTo>
                  <a:pt x="12570" y="55537"/>
                  <a:pt x="12969" y="55274"/>
                  <a:pt x="13312" y="54944"/>
                </a:cubicBezTo>
                <a:cubicBezTo>
                  <a:pt x="13643" y="54612"/>
                  <a:pt x="13917" y="54224"/>
                  <a:pt x="14100" y="53779"/>
                </a:cubicBezTo>
                <a:cubicBezTo>
                  <a:pt x="14283" y="53345"/>
                  <a:pt x="14374" y="52877"/>
                  <a:pt x="14374" y="52409"/>
                </a:cubicBezTo>
                <a:cubicBezTo>
                  <a:pt x="14374" y="51930"/>
                  <a:pt x="14283" y="51462"/>
                  <a:pt x="14100" y="51028"/>
                </a:cubicBezTo>
                <a:cubicBezTo>
                  <a:pt x="13917" y="50594"/>
                  <a:pt x="13643" y="50195"/>
                  <a:pt x="13312" y="49864"/>
                </a:cubicBezTo>
                <a:cubicBezTo>
                  <a:pt x="12969" y="49533"/>
                  <a:pt x="12570" y="49270"/>
                  <a:pt x="12136" y="49099"/>
                </a:cubicBezTo>
                <a:cubicBezTo>
                  <a:pt x="11691" y="48916"/>
                  <a:pt x="11223" y="48836"/>
                  <a:pt x="10754" y="48836"/>
                </a:cubicBezTo>
                <a:lnTo>
                  <a:pt x="3619" y="48836"/>
                </a:lnTo>
                <a:close/>
                <a:moveTo>
                  <a:pt x="89246" y="48836"/>
                </a:moveTo>
                <a:cubicBezTo>
                  <a:pt x="88777" y="48836"/>
                  <a:pt x="88298" y="48916"/>
                  <a:pt x="87864" y="49099"/>
                </a:cubicBezTo>
                <a:cubicBezTo>
                  <a:pt x="87431" y="49270"/>
                  <a:pt x="87031" y="49533"/>
                  <a:pt x="86688" y="49864"/>
                </a:cubicBezTo>
                <a:cubicBezTo>
                  <a:pt x="86357" y="50195"/>
                  <a:pt x="86083" y="50594"/>
                  <a:pt x="85901" y="51028"/>
                </a:cubicBezTo>
                <a:cubicBezTo>
                  <a:pt x="85718" y="51462"/>
                  <a:pt x="85627" y="51930"/>
                  <a:pt x="85627" y="52409"/>
                </a:cubicBezTo>
                <a:cubicBezTo>
                  <a:pt x="85627" y="52877"/>
                  <a:pt x="85718" y="53345"/>
                  <a:pt x="85901" y="53779"/>
                </a:cubicBezTo>
                <a:cubicBezTo>
                  <a:pt x="86083" y="54224"/>
                  <a:pt x="86357" y="54612"/>
                  <a:pt x="86688" y="54944"/>
                </a:cubicBezTo>
                <a:cubicBezTo>
                  <a:pt x="87031" y="55274"/>
                  <a:pt x="87431" y="55537"/>
                  <a:pt x="87864" y="55719"/>
                </a:cubicBezTo>
                <a:cubicBezTo>
                  <a:pt x="88298" y="55890"/>
                  <a:pt x="88777" y="55982"/>
                  <a:pt x="89246" y="55971"/>
                </a:cubicBezTo>
                <a:lnTo>
                  <a:pt x="96381" y="55971"/>
                </a:lnTo>
                <a:cubicBezTo>
                  <a:pt x="96849" y="55982"/>
                  <a:pt x="97317" y="55890"/>
                  <a:pt x="97763" y="55719"/>
                </a:cubicBezTo>
                <a:cubicBezTo>
                  <a:pt x="98196" y="55537"/>
                  <a:pt x="98596" y="55274"/>
                  <a:pt x="98938" y="54944"/>
                </a:cubicBezTo>
                <a:cubicBezTo>
                  <a:pt x="99270" y="54612"/>
                  <a:pt x="99544" y="54224"/>
                  <a:pt x="99726" y="53779"/>
                </a:cubicBezTo>
                <a:cubicBezTo>
                  <a:pt x="99909" y="53345"/>
                  <a:pt x="100001" y="52877"/>
                  <a:pt x="100001" y="52409"/>
                </a:cubicBezTo>
                <a:cubicBezTo>
                  <a:pt x="100001" y="51930"/>
                  <a:pt x="99909" y="51462"/>
                  <a:pt x="99726" y="51028"/>
                </a:cubicBezTo>
                <a:cubicBezTo>
                  <a:pt x="99544" y="50594"/>
                  <a:pt x="99270" y="50195"/>
                  <a:pt x="98938" y="49864"/>
                </a:cubicBezTo>
                <a:cubicBezTo>
                  <a:pt x="98596" y="49533"/>
                  <a:pt x="98196" y="49270"/>
                  <a:pt x="97763" y="49099"/>
                </a:cubicBezTo>
                <a:cubicBezTo>
                  <a:pt x="97317" y="48916"/>
                  <a:pt x="96849" y="48836"/>
                  <a:pt x="96381" y="48836"/>
                </a:cubicBezTo>
                <a:lnTo>
                  <a:pt x="89246" y="4883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2" name="Белый — SVG 20">
            <a:extLst>
              <a:ext uri="{FF2B5EF4-FFF2-40B4-BE49-F238E27FC236}">
                <a16:creationId xmlns:a16="http://schemas.microsoft.com/office/drawing/2014/main" id="{9DB49053-97CF-6B48-9380-88FBA2D33536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70922 w 141775"/>
              <a:gd name="csY0" fmla="*/ 0 h 134672"/>
              <a:gd name="csX1" fmla="*/ 68106 w 141775"/>
              <a:gd name="csY1" fmla="*/ 782 h 134672"/>
              <a:gd name="csX2" fmla="*/ 66132 w 141775"/>
              <a:gd name="csY2" fmla="*/ 2943 h 134672"/>
              <a:gd name="csX3" fmla="*/ 47869 w 141775"/>
              <a:gd name="csY3" fmla="*/ 39466 h 134672"/>
              <a:gd name="csX4" fmla="*/ 4505 w 141775"/>
              <a:gd name="csY4" fmla="*/ 46134 h 134672"/>
              <a:gd name="csX5" fmla="*/ 1876 w 141775"/>
              <a:gd name="csY5" fmla="*/ 47342 h 134672"/>
              <a:gd name="csX6" fmla="*/ 264 w 141775"/>
              <a:gd name="csY6" fmla="*/ 49740 h 134672"/>
              <a:gd name="csX7" fmla="*/ 145 w 141775"/>
              <a:gd name="csY7" fmla="*/ 52615 h 134672"/>
              <a:gd name="csX8" fmla="*/ 1556 w 141775"/>
              <a:gd name="csY8" fmla="*/ 55150 h 134672"/>
              <a:gd name="csX9" fmla="*/ 31553 w 141775"/>
              <a:gd name="csY9" fmla="*/ 85141 h 134672"/>
              <a:gd name="csX10" fmla="*/ 24872 w 141775"/>
              <a:gd name="csY10" fmla="*/ 128553 h 134672"/>
              <a:gd name="csX11" fmla="*/ 25226 w 141775"/>
              <a:gd name="csY11" fmla="*/ 131411 h 134672"/>
              <a:gd name="csX12" fmla="*/ 27031 w 141775"/>
              <a:gd name="csY12" fmla="*/ 133673 h 134672"/>
              <a:gd name="csX13" fmla="*/ 29752 w 141775"/>
              <a:gd name="csY13" fmla="*/ 134660 h 134672"/>
              <a:gd name="csX14" fmla="*/ 32584 w 141775"/>
              <a:gd name="csY14" fmla="*/ 134065 h 134672"/>
              <a:gd name="csX15" fmla="*/ 70888 w 141775"/>
              <a:gd name="csY15" fmla="*/ 114094 h 134672"/>
              <a:gd name="csX16" fmla="*/ 109191 w 141775"/>
              <a:gd name="csY16" fmla="*/ 134065 h 134672"/>
              <a:gd name="csX17" fmla="*/ 112023 w 141775"/>
              <a:gd name="csY17" fmla="*/ 134660 h 134672"/>
              <a:gd name="csX18" fmla="*/ 114744 w 141775"/>
              <a:gd name="csY18" fmla="*/ 133673 h 134672"/>
              <a:gd name="csX19" fmla="*/ 116549 w 141775"/>
              <a:gd name="csY19" fmla="*/ 131411 h 134672"/>
              <a:gd name="csX20" fmla="*/ 116903 w 141775"/>
              <a:gd name="csY20" fmla="*/ 128553 h 134672"/>
              <a:gd name="csX21" fmla="*/ 110223 w 141775"/>
              <a:gd name="csY21" fmla="*/ 85141 h 134672"/>
              <a:gd name="csX22" fmla="*/ 140219 w 141775"/>
              <a:gd name="csY22" fmla="*/ 55150 h 134672"/>
              <a:gd name="csX23" fmla="*/ 141630 w 141775"/>
              <a:gd name="csY23" fmla="*/ 52615 h 134672"/>
              <a:gd name="csX24" fmla="*/ 141512 w 141775"/>
              <a:gd name="csY24" fmla="*/ 49740 h 134672"/>
              <a:gd name="csX25" fmla="*/ 139900 w 141775"/>
              <a:gd name="csY25" fmla="*/ 47342 h 134672"/>
              <a:gd name="csX26" fmla="*/ 137270 w 141775"/>
              <a:gd name="csY26" fmla="*/ 46134 h 134672"/>
              <a:gd name="csX27" fmla="*/ 93906 w 141775"/>
              <a:gd name="csY27" fmla="*/ 39466 h 134672"/>
              <a:gd name="csX28" fmla="*/ 75644 w 141775"/>
              <a:gd name="csY28" fmla="*/ 2943 h 134672"/>
              <a:gd name="csX29" fmla="*/ 73699 w 141775"/>
              <a:gd name="csY29" fmla="*/ 799 h 134672"/>
              <a:gd name="csX30" fmla="*/ 70922 w 141775"/>
              <a:gd name="csY30" fmla="*/ 0 h 134672"/>
            </a:gdLst>
            <a:ahLst/>
            <a:cxnLst/>
            <a:rect l="l" t="t" r="r" b="b"/>
            <a:pathLst>
              <a:path w="100000" h="100000">
                <a:moveTo>
                  <a:pt x="50024" y="2505"/>
                </a:moveTo>
                <a:cubicBezTo>
                  <a:pt x="49324" y="2505"/>
                  <a:pt x="48636" y="2697"/>
                  <a:pt x="48038" y="3057"/>
                </a:cubicBezTo>
                <a:cubicBezTo>
                  <a:pt x="47441" y="3429"/>
                  <a:pt x="46959" y="3957"/>
                  <a:pt x="46646" y="4581"/>
                </a:cubicBezTo>
                <a:lnTo>
                  <a:pt x="33764" y="30342"/>
                </a:lnTo>
                <a:lnTo>
                  <a:pt x="3178" y="35045"/>
                </a:lnTo>
                <a:cubicBezTo>
                  <a:pt x="2493" y="35153"/>
                  <a:pt x="1851" y="35441"/>
                  <a:pt x="1323" y="35897"/>
                </a:cubicBezTo>
                <a:cubicBezTo>
                  <a:pt x="795" y="36341"/>
                  <a:pt x="401" y="36929"/>
                  <a:pt x="186" y="37589"/>
                </a:cubicBezTo>
                <a:cubicBezTo>
                  <a:pt x="-30" y="38249"/>
                  <a:pt x="-59" y="38945"/>
                  <a:pt x="102" y="39617"/>
                </a:cubicBezTo>
                <a:cubicBezTo>
                  <a:pt x="264" y="40301"/>
                  <a:pt x="608" y="40913"/>
                  <a:pt x="1098" y="41405"/>
                </a:cubicBezTo>
                <a:lnTo>
                  <a:pt x="22256" y="62559"/>
                </a:lnTo>
                <a:lnTo>
                  <a:pt x="17543" y="93179"/>
                </a:lnTo>
                <a:cubicBezTo>
                  <a:pt x="17438" y="93862"/>
                  <a:pt x="17524" y="94559"/>
                  <a:pt x="17793" y="95195"/>
                </a:cubicBezTo>
                <a:cubicBezTo>
                  <a:pt x="18062" y="95842"/>
                  <a:pt x="18503" y="96395"/>
                  <a:pt x="19066" y="96790"/>
                </a:cubicBezTo>
                <a:cubicBezTo>
                  <a:pt x="19630" y="97199"/>
                  <a:pt x="20294" y="97439"/>
                  <a:pt x="20985" y="97487"/>
                </a:cubicBezTo>
                <a:cubicBezTo>
                  <a:pt x="21677" y="97534"/>
                  <a:pt x="22368" y="97391"/>
                  <a:pt x="22983" y="97067"/>
                </a:cubicBezTo>
                <a:lnTo>
                  <a:pt x="50000" y="82980"/>
                </a:lnTo>
                <a:lnTo>
                  <a:pt x="77017" y="97067"/>
                </a:lnTo>
                <a:cubicBezTo>
                  <a:pt x="77632" y="97391"/>
                  <a:pt x="78323" y="97534"/>
                  <a:pt x="79015" y="97487"/>
                </a:cubicBezTo>
                <a:cubicBezTo>
                  <a:pt x="79707" y="97439"/>
                  <a:pt x="80371" y="97199"/>
                  <a:pt x="80934" y="96790"/>
                </a:cubicBezTo>
                <a:cubicBezTo>
                  <a:pt x="81497" y="96395"/>
                  <a:pt x="81938" y="95842"/>
                  <a:pt x="82207" y="95195"/>
                </a:cubicBezTo>
                <a:cubicBezTo>
                  <a:pt x="82476" y="94559"/>
                  <a:pt x="82563" y="93862"/>
                  <a:pt x="82457" y="93179"/>
                </a:cubicBezTo>
                <a:lnTo>
                  <a:pt x="77745" y="62559"/>
                </a:lnTo>
                <a:lnTo>
                  <a:pt x="98902" y="41405"/>
                </a:lnTo>
                <a:cubicBezTo>
                  <a:pt x="99393" y="40913"/>
                  <a:pt x="99737" y="40301"/>
                  <a:pt x="99898" y="39617"/>
                </a:cubicBezTo>
                <a:cubicBezTo>
                  <a:pt x="100059" y="38945"/>
                  <a:pt x="100030" y="38249"/>
                  <a:pt x="99814" y="37589"/>
                </a:cubicBezTo>
                <a:cubicBezTo>
                  <a:pt x="99599" y="36929"/>
                  <a:pt x="99205" y="36341"/>
                  <a:pt x="98677" y="35897"/>
                </a:cubicBezTo>
                <a:cubicBezTo>
                  <a:pt x="98149" y="35441"/>
                  <a:pt x="97507" y="35153"/>
                  <a:pt x="96822" y="35045"/>
                </a:cubicBezTo>
                <a:lnTo>
                  <a:pt x="66236" y="30342"/>
                </a:lnTo>
                <a:lnTo>
                  <a:pt x="53355" y="4581"/>
                </a:lnTo>
                <a:cubicBezTo>
                  <a:pt x="53045" y="3957"/>
                  <a:pt x="52571" y="3441"/>
                  <a:pt x="51983" y="3069"/>
                </a:cubicBezTo>
                <a:cubicBezTo>
                  <a:pt x="51395" y="2709"/>
                  <a:pt x="50717" y="2505"/>
                  <a:pt x="50024" y="250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3" name="Белый — SVG 21">
            <a:extLst>
              <a:ext uri="{FF2B5EF4-FFF2-40B4-BE49-F238E27FC236}">
                <a16:creationId xmlns:a16="http://schemas.microsoft.com/office/drawing/2014/main" id="{76ABEB71-FE29-544A-B3D2-7E1F16865EAC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44303 w 113428"/>
              <a:gd name="csY0" fmla="*/ 0 h 141753"/>
              <a:gd name="csX1" fmla="*/ 28532 w 113428"/>
              <a:gd name="csY1" fmla="*/ 14170 h 141753"/>
              <a:gd name="csX2" fmla="*/ 15942 w 113428"/>
              <a:gd name="csY2" fmla="*/ 14170 h 141753"/>
              <a:gd name="csX3" fmla="*/ 0 w 113428"/>
              <a:gd name="csY3" fmla="*/ 30127 h 141753"/>
              <a:gd name="csX4" fmla="*/ 0 w 113428"/>
              <a:gd name="csY4" fmla="*/ 125814 h 141753"/>
              <a:gd name="csX5" fmla="*/ 15942 w 113428"/>
              <a:gd name="csY5" fmla="*/ 141754 h 141753"/>
              <a:gd name="csX6" fmla="*/ 97470 w 113428"/>
              <a:gd name="csY6" fmla="*/ 141754 h 141753"/>
              <a:gd name="csX7" fmla="*/ 113428 w 113428"/>
              <a:gd name="csY7" fmla="*/ 125814 h 141753"/>
              <a:gd name="csX8" fmla="*/ 113428 w 113428"/>
              <a:gd name="csY8" fmla="*/ 30127 h 141753"/>
              <a:gd name="csX9" fmla="*/ 97470 w 113428"/>
              <a:gd name="csY9" fmla="*/ 14170 h 141753"/>
              <a:gd name="csX10" fmla="*/ 84880 w 113428"/>
              <a:gd name="csY10" fmla="*/ 14170 h 141753"/>
              <a:gd name="csX11" fmla="*/ 69109 w 113428"/>
              <a:gd name="csY11" fmla="*/ 0 h 141753"/>
              <a:gd name="csX12" fmla="*/ 44303 w 113428"/>
              <a:gd name="csY12" fmla="*/ 0 h 141753"/>
              <a:gd name="csX13" fmla="*/ 44303 w 113428"/>
              <a:gd name="csY13" fmla="*/ 10632 h 141753"/>
              <a:gd name="csX14" fmla="*/ 69109 w 113428"/>
              <a:gd name="csY14" fmla="*/ 10632 h 141753"/>
              <a:gd name="csX15" fmla="*/ 74434 w 113428"/>
              <a:gd name="csY15" fmla="*/ 15940 h 141753"/>
              <a:gd name="csX16" fmla="*/ 69109 w 113428"/>
              <a:gd name="csY16" fmla="*/ 21264 h 141753"/>
              <a:gd name="csX17" fmla="*/ 44303 w 113428"/>
              <a:gd name="csY17" fmla="*/ 21264 h 141753"/>
              <a:gd name="csX18" fmla="*/ 38995 w 113428"/>
              <a:gd name="csY18" fmla="*/ 15940 h 141753"/>
              <a:gd name="csX19" fmla="*/ 44303 w 113428"/>
              <a:gd name="csY19" fmla="*/ 10632 h 141753"/>
              <a:gd name="csX20" fmla="*/ 85067 w 113428"/>
              <a:gd name="csY20" fmla="*/ 38989 h 141753"/>
              <a:gd name="csX21" fmla="*/ 92162 w 113428"/>
              <a:gd name="csY21" fmla="*/ 46066 h 141753"/>
              <a:gd name="csX22" fmla="*/ 85067 w 113428"/>
              <a:gd name="csY22" fmla="*/ 53160 h 141753"/>
              <a:gd name="csX23" fmla="*/ 77973 w 113428"/>
              <a:gd name="csY23" fmla="*/ 46066 h 141753"/>
              <a:gd name="csX24" fmla="*/ 85067 w 113428"/>
              <a:gd name="csY24" fmla="*/ 38989 h 141753"/>
              <a:gd name="csX25" fmla="*/ 24380 w 113428"/>
              <a:gd name="csY25" fmla="*/ 45641 h 141753"/>
              <a:gd name="csX26" fmla="*/ 26881 w 113428"/>
              <a:gd name="csY26" fmla="*/ 46678 h 141753"/>
              <a:gd name="csX27" fmla="*/ 31900 w 113428"/>
              <a:gd name="csY27" fmla="*/ 51697 h 141753"/>
              <a:gd name="csX28" fmla="*/ 36919 w 113428"/>
              <a:gd name="csY28" fmla="*/ 46678 h 141753"/>
              <a:gd name="csX29" fmla="*/ 41921 w 113428"/>
              <a:gd name="csY29" fmla="*/ 46678 h 141753"/>
              <a:gd name="csX30" fmla="*/ 41921 w 113428"/>
              <a:gd name="csY30" fmla="*/ 51697 h 141753"/>
              <a:gd name="csX31" fmla="*/ 36919 w 113428"/>
              <a:gd name="csY31" fmla="*/ 56698 h 141753"/>
              <a:gd name="csX32" fmla="*/ 41921 w 113428"/>
              <a:gd name="csY32" fmla="*/ 61716 h 141753"/>
              <a:gd name="csX33" fmla="*/ 41921 w 113428"/>
              <a:gd name="csY33" fmla="*/ 66735 h 141753"/>
              <a:gd name="csX34" fmla="*/ 39420 w 113428"/>
              <a:gd name="csY34" fmla="*/ 67772 h 141753"/>
              <a:gd name="csX35" fmla="*/ 36919 w 113428"/>
              <a:gd name="csY35" fmla="*/ 66735 h 141753"/>
              <a:gd name="csX36" fmla="*/ 31900 w 113428"/>
              <a:gd name="csY36" fmla="*/ 61716 h 141753"/>
              <a:gd name="csX37" fmla="*/ 26881 w 113428"/>
              <a:gd name="csY37" fmla="*/ 66735 h 141753"/>
              <a:gd name="csX38" fmla="*/ 24380 w 113428"/>
              <a:gd name="csY38" fmla="*/ 67772 h 141753"/>
              <a:gd name="csX39" fmla="*/ 21879 w 113428"/>
              <a:gd name="csY39" fmla="*/ 66735 h 141753"/>
              <a:gd name="csX40" fmla="*/ 21879 w 113428"/>
              <a:gd name="csY40" fmla="*/ 61716 h 141753"/>
              <a:gd name="csX41" fmla="*/ 26881 w 113428"/>
              <a:gd name="csY41" fmla="*/ 56698 h 141753"/>
              <a:gd name="csX42" fmla="*/ 21879 w 113428"/>
              <a:gd name="csY42" fmla="*/ 51697 h 141753"/>
              <a:gd name="csX43" fmla="*/ 21879 w 113428"/>
              <a:gd name="csY43" fmla="*/ 46678 h 141753"/>
              <a:gd name="csX44" fmla="*/ 24380 w 113428"/>
              <a:gd name="csY44" fmla="*/ 45641 h 141753"/>
              <a:gd name="csX45" fmla="*/ 74876 w 113428"/>
              <a:gd name="csY45" fmla="*/ 53925 h 141753"/>
              <a:gd name="csX46" fmla="*/ 77445 w 113428"/>
              <a:gd name="csY46" fmla="*/ 54759 h 141753"/>
              <a:gd name="csX47" fmla="*/ 77836 w 113428"/>
              <a:gd name="csY47" fmla="*/ 59760 h 141753"/>
              <a:gd name="csX48" fmla="*/ 75522 w 113428"/>
              <a:gd name="csY48" fmla="*/ 62448 h 141753"/>
              <a:gd name="csX49" fmla="*/ 72835 w 113428"/>
              <a:gd name="csY49" fmla="*/ 63689 h 141753"/>
              <a:gd name="csX50" fmla="*/ 70538 w 113428"/>
              <a:gd name="csY50" fmla="*/ 62839 h 141753"/>
              <a:gd name="csX51" fmla="*/ 70146 w 113428"/>
              <a:gd name="csY51" fmla="*/ 57838 h 141753"/>
              <a:gd name="csX52" fmla="*/ 72460 w 113428"/>
              <a:gd name="csY52" fmla="*/ 55150 h 141753"/>
              <a:gd name="csX53" fmla="*/ 74876 w 113428"/>
              <a:gd name="csY53" fmla="*/ 53925 h 141753"/>
              <a:gd name="csX54" fmla="*/ 63341 w 113428"/>
              <a:gd name="csY54" fmla="*/ 67381 h 141753"/>
              <a:gd name="csX55" fmla="*/ 65927 w 113428"/>
              <a:gd name="csY55" fmla="*/ 68232 h 141753"/>
              <a:gd name="csX56" fmla="*/ 66301 w 113428"/>
              <a:gd name="csY56" fmla="*/ 73216 h 141753"/>
              <a:gd name="csX57" fmla="*/ 63988 w 113428"/>
              <a:gd name="csY57" fmla="*/ 75904 h 141753"/>
              <a:gd name="csX58" fmla="*/ 61299 w 113428"/>
              <a:gd name="csY58" fmla="*/ 77146 h 141753"/>
              <a:gd name="csX59" fmla="*/ 59002 w 113428"/>
              <a:gd name="csY59" fmla="*/ 76295 h 141753"/>
              <a:gd name="csX60" fmla="*/ 58611 w 113428"/>
              <a:gd name="csY60" fmla="*/ 71293 h 141753"/>
              <a:gd name="csX61" fmla="*/ 60925 w 113428"/>
              <a:gd name="csY61" fmla="*/ 68606 h 141753"/>
              <a:gd name="csX62" fmla="*/ 63341 w 113428"/>
              <a:gd name="csY62" fmla="*/ 67381 h 141753"/>
              <a:gd name="csX63" fmla="*/ 51789 w 113428"/>
              <a:gd name="csY63" fmla="*/ 80837 h 141753"/>
              <a:gd name="csX64" fmla="*/ 54375 w 113428"/>
              <a:gd name="csY64" fmla="*/ 81670 h 141753"/>
              <a:gd name="csX65" fmla="*/ 54766 w 113428"/>
              <a:gd name="csY65" fmla="*/ 86671 h 141753"/>
              <a:gd name="csX66" fmla="*/ 52452 w 113428"/>
              <a:gd name="csY66" fmla="*/ 89359 h 141753"/>
              <a:gd name="csX67" fmla="*/ 49764 w 113428"/>
              <a:gd name="csY67" fmla="*/ 90601 h 141753"/>
              <a:gd name="csX68" fmla="*/ 47467 w 113428"/>
              <a:gd name="csY68" fmla="*/ 89751 h 141753"/>
              <a:gd name="csX69" fmla="*/ 47076 w 113428"/>
              <a:gd name="csY69" fmla="*/ 84766 h 141753"/>
              <a:gd name="csX70" fmla="*/ 49373 w 113428"/>
              <a:gd name="csY70" fmla="*/ 82062 h 141753"/>
              <a:gd name="csX71" fmla="*/ 51789 w 113428"/>
              <a:gd name="csY71" fmla="*/ 80837 h 141753"/>
              <a:gd name="csX72" fmla="*/ 40271 w 113428"/>
              <a:gd name="csY72" fmla="*/ 94292 h 141753"/>
              <a:gd name="csX73" fmla="*/ 42857 w 113428"/>
              <a:gd name="csY73" fmla="*/ 95143 h 141753"/>
              <a:gd name="csX74" fmla="*/ 43231 w 113428"/>
              <a:gd name="csY74" fmla="*/ 100128 h 141753"/>
              <a:gd name="csX75" fmla="*/ 40934 w 113428"/>
              <a:gd name="csY75" fmla="*/ 102832 h 141753"/>
              <a:gd name="csX76" fmla="*/ 38229 w 113428"/>
              <a:gd name="csY76" fmla="*/ 104057 h 141753"/>
              <a:gd name="csX77" fmla="*/ 35933 w 113428"/>
              <a:gd name="csY77" fmla="*/ 103206 h 141753"/>
              <a:gd name="csX78" fmla="*/ 35541 w 113428"/>
              <a:gd name="csY78" fmla="*/ 98205 h 141753"/>
              <a:gd name="csX79" fmla="*/ 37855 w 113428"/>
              <a:gd name="csY79" fmla="*/ 95517 h 141753"/>
              <a:gd name="csX80" fmla="*/ 40271 w 113428"/>
              <a:gd name="csY80" fmla="*/ 94292 h 141753"/>
              <a:gd name="csX81" fmla="*/ 74008 w 113428"/>
              <a:gd name="csY81" fmla="*/ 98801 h 141753"/>
              <a:gd name="csX82" fmla="*/ 76509 w 113428"/>
              <a:gd name="csY82" fmla="*/ 99838 h 141753"/>
              <a:gd name="csX83" fmla="*/ 81528 w 113428"/>
              <a:gd name="csY83" fmla="*/ 104856 h 141753"/>
              <a:gd name="csX84" fmla="*/ 86530 w 113428"/>
              <a:gd name="csY84" fmla="*/ 99838 h 141753"/>
              <a:gd name="csX85" fmla="*/ 91549 w 113428"/>
              <a:gd name="csY85" fmla="*/ 99838 h 141753"/>
              <a:gd name="csX86" fmla="*/ 91549 w 113428"/>
              <a:gd name="csY86" fmla="*/ 104856 h 141753"/>
              <a:gd name="csX87" fmla="*/ 86530 w 113428"/>
              <a:gd name="csY87" fmla="*/ 109858 h 141753"/>
              <a:gd name="csX88" fmla="*/ 91549 w 113428"/>
              <a:gd name="csY88" fmla="*/ 114876 h 141753"/>
              <a:gd name="csX89" fmla="*/ 91549 w 113428"/>
              <a:gd name="csY89" fmla="*/ 119894 h 141753"/>
              <a:gd name="csX90" fmla="*/ 89048 w 113428"/>
              <a:gd name="csY90" fmla="*/ 120932 h 141753"/>
              <a:gd name="csX91" fmla="*/ 86530 w 113428"/>
              <a:gd name="csY91" fmla="*/ 119894 h 141753"/>
              <a:gd name="csX92" fmla="*/ 81528 w 113428"/>
              <a:gd name="csY92" fmla="*/ 114876 h 141753"/>
              <a:gd name="csX93" fmla="*/ 76509 w 113428"/>
              <a:gd name="csY93" fmla="*/ 119894 h 141753"/>
              <a:gd name="csX94" fmla="*/ 74008 w 113428"/>
              <a:gd name="csY94" fmla="*/ 120932 h 141753"/>
              <a:gd name="csX95" fmla="*/ 71490 w 113428"/>
              <a:gd name="csY95" fmla="*/ 119894 h 141753"/>
              <a:gd name="csX96" fmla="*/ 71490 w 113428"/>
              <a:gd name="csY96" fmla="*/ 114876 h 141753"/>
              <a:gd name="csX97" fmla="*/ 76509 w 113428"/>
              <a:gd name="csY97" fmla="*/ 109858 h 141753"/>
              <a:gd name="csX98" fmla="*/ 71490 w 113428"/>
              <a:gd name="csY98" fmla="*/ 104856 h 141753"/>
              <a:gd name="csX99" fmla="*/ 71490 w 113428"/>
              <a:gd name="csY99" fmla="*/ 99838 h 141753"/>
              <a:gd name="csX100" fmla="*/ 74008 w 113428"/>
              <a:gd name="csY100" fmla="*/ 98801 h 141753"/>
              <a:gd name="csX101" fmla="*/ 28361 w 113428"/>
              <a:gd name="csY101" fmla="*/ 106319 h 141753"/>
              <a:gd name="csX102" fmla="*/ 35439 w 113428"/>
              <a:gd name="csY102" fmla="*/ 113413 h 141753"/>
              <a:gd name="csX103" fmla="*/ 28361 w 113428"/>
              <a:gd name="csY103" fmla="*/ 120490 h 141753"/>
              <a:gd name="csX104" fmla="*/ 21267 w 113428"/>
              <a:gd name="csY104" fmla="*/ 113413 h 141753"/>
              <a:gd name="csX105" fmla="*/ 28361 w 113428"/>
              <a:gd name="csY105" fmla="*/ 106319 h 141753"/>
            </a:gdLst>
            <a:ahLst/>
            <a:cxnLst/>
            <a:rect l="l" t="t" r="r" b="b"/>
            <a:pathLst>
              <a:path w="100000" h="100000">
                <a:moveTo>
                  <a:pt x="41245" y="0"/>
                </a:moveTo>
                <a:cubicBezTo>
                  <a:pt x="35508" y="0"/>
                  <a:pt x="30755" y="4416"/>
                  <a:pt x="30119" y="9996"/>
                </a:cubicBezTo>
                <a:lnTo>
                  <a:pt x="21237" y="9996"/>
                </a:lnTo>
                <a:cubicBezTo>
                  <a:pt x="15068" y="9996"/>
                  <a:pt x="9991" y="15085"/>
                  <a:pt x="9991" y="21253"/>
                </a:cubicBezTo>
                <a:lnTo>
                  <a:pt x="9991" y="88756"/>
                </a:lnTo>
                <a:cubicBezTo>
                  <a:pt x="9991" y="94924"/>
                  <a:pt x="15068" y="100001"/>
                  <a:pt x="21237" y="100001"/>
                </a:cubicBezTo>
                <a:lnTo>
                  <a:pt x="78751" y="100001"/>
                </a:lnTo>
                <a:cubicBezTo>
                  <a:pt x="84921" y="100001"/>
                  <a:pt x="90009" y="94924"/>
                  <a:pt x="90009" y="88756"/>
                </a:cubicBezTo>
                <a:lnTo>
                  <a:pt x="90009" y="21253"/>
                </a:lnTo>
                <a:cubicBezTo>
                  <a:pt x="90009" y="15085"/>
                  <a:pt x="84921" y="9996"/>
                  <a:pt x="78751" y="9996"/>
                </a:cubicBezTo>
                <a:lnTo>
                  <a:pt x="69870" y="9996"/>
                </a:lnTo>
                <a:cubicBezTo>
                  <a:pt x="69233" y="4416"/>
                  <a:pt x="64493" y="0"/>
                  <a:pt x="58744" y="0"/>
                </a:cubicBezTo>
                <a:lnTo>
                  <a:pt x="41245" y="0"/>
                </a:lnTo>
                <a:close/>
                <a:moveTo>
                  <a:pt x="41245" y="7500"/>
                </a:moveTo>
                <a:lnTo>
                  <a:pt x="58744" y="7500"/>
                </a:lnTo>
                <a:cubicBezTo>
                  <a:pt x="60868" y="7500"/>
                  <a:pt x="62501" y="9133"/>
                  <a:pt x="62501" y="11245"/>
                </a:cubicBezTo>
                <a:cubicBezTo>
                  <a:pt x="62501" y="13368"/>
                  <a:pt x="60868" y="15001"/>
                  <a:pt x="58744" y="15001"/>
                </a:cubicBezTo>
                <a:lnTo>
                  <a:pt x="41245" y="15001"/>
                </a:lnTo>
                <a:cubicBezTo>
                  <a:pt x="39133" y="15001"/>
                  <a:pt x="37500" y="13368"/>
                  <a:pt x="37500" y="11245"/>
                </a:cubicBezTo>
                <a:cubicBezTo>
                  <a:pt x="37500" y="9133"/>
                  <a:pt x="39133" y="7500"/>
                  <a:pt x="41245" y="7500"/>
                </a:cubicBezTo>
                <a:close/>
                <a:moveTo>
                  <a:pt x="70002" y="27505"/>
                </a:moveTo>
                <a:cubicBezTo>
                  <a:pt x="72762" y="27505"/>
                  <a:pt x="75007" y="29738"/>
                  <a:pt x="75007" y="32497"/>
                </a:cubicBezTo>
                <a:cubicBezTo>
                  <a:pt x="75007" y="35257"/>
                  <a:pt x="72762" y="37502"/>
                  <a:pt x="70002" y="37502"/>
                </a:cubicBezTo>
                <a:cubicBezTo>
                  <a:pt x="67241" y="37502"/>
                  <a:pt x="64997" y="35257"/>
                  <a:pt x="64997" y="32497"/>
                </a:cubicBezTo>
                <a:cubicBezTo>
                  <a:pt x="64997" y="29738"/>
                  <a:pt x="67241" y="27505"/>
                  <a:pt x="70002" y="27505"/>
                </a:cubicBezTo>
                <a:close/>
                <a:moveTo>
                  <a:pt x="27190" y="32198"/>
                </a:moveTo>
                <a:cubicBezTo>
                  <a:pt x="27826" y="32198"/>
                  <a:pt x="28474" y="32437"/>
                  <a:pt x="28954" y="32929"/>
                </a:cubicBezTo>
                <a:lnTo>
                  <a:pt x="32495" y="36470"/>
                </a:lnTo>
                <a:lnTo>
                  <a:pt x="36036" y="32929"/>
                </a:lnTo>
                <a:cubicBezTo>
                  <a:pt x="37008" y="31957"/>
                  <a:pt x="38592" y="31957"/>
                  <a:pt x="39564" y="32929"/>
                </a:cubicBezTo>
                <a:cubicBezTo>
                  <a:pt x="40548" y="33913"/>
                  <a:pt x="40548" y="35486"/>
                  <a:pt x="39564" y="36470"/>
                </a:cubicBezTo>
                <a:lnTo>
                  <a:pt x="36036" y="39998"/>
                </a:lnTo>
                <a:lnTo>
                  <a:pt x="39564" y="43538"/>
                </a:lnTo>
                <a:cubicBezTo>
                  <a:pt x="40548" y="44510"/>
                  <a:pt x="40548" y="46094"/>
                  <a:pt x="39564" y="47078"/>
                </a:cubicBezTo>
                <a:cubicBezTo>
                  <a:pt x="39084" y="47558"/>
                  <a:pt x="38436" y="47810"/>
                  <a:pt x="37800" y="47810"/>
                </a:cubicBezTo>
                <a:cubicBezTo>
                  <a:pt x="37164" y="47810"/>
                  <a:pt x="36516" y="47558"/>
                  <a:pt x="36036" y="47078"/>
                </a:cubicBezTo>
                <a:lnTo>
                  <a:pt x="32495" y="43538"/>
                </a:lnTo>
                <a:lnTo>
                  <a:pt x="28954" y="47078"/>
                </a:lnTo>
                <a:cubicBezTo>
                  <a:pt x="28474" y="47558"/>
                  <a:pt x="27826" y="47810"/>
                  <a:pt x="27190" y="47810"/>
                </a:cubicBezTo>
                <a:cubicBezTo>
                  <a:pt x="26554" y="47810"/>
                  <a:pt x="25906" y="47558"/>
                  <a:pt x="25426" y="47078"/>
                </a:cubicBezTo>
                <a:cubicBezTo>
                  <a:pt x="24441" y="46094"/>
                  <a:pt x="24441" y="44510"/>
                  <a:pt x="25426" y="43538"/>
                </a:cubicBezTo>
                <a:lnTo>
                  <a:pt x="28954" y="39998"/>
                </a:lnTo>
                <a:lnTo>
                  <a:pt x="25426" y="36470"/>
                </a:lnTo>
                <a:cubicBezTo>
                  <a:pt x="24441" y="35486"/>
                  <a:pt x="24441" y="33913"/>
                  <a:pt x="25426" y="32929"/>
                </a:cubicBezTo>
                <a:cubicBezTo>
                  <a:pt x="25918" y="32437"/>
                  <a:pt x="26554" y="32198"/>
                  <a:pt x="27190" y="32198"/>
                </a:cubicBezTo>
                <a:close/>
                <a:moveTo>
                  <a:pt x="62812" y="38042"/>
                </a:moveTo>
                <a:cubicBezTo>
                  <a:pt x="63449" y="37994"/>
                  <a:pt x="64109" y="38185"/>
                  <a:pt x="64625" y="38630"/>
                </a:cubicBezTo>
                <a:cubicBezTo>
                  <a:pt x="65681" y="39529"/>
                  <a:pt x="65801" y="41114"/>
                  <a:pt x="64901" y="42158"/>
                </a:cubicBezTo>
                <a:lnTo>
                  <a:pt x="63268" y="44054"/>
                </a:lnTo>
                <a:cubicBezTo>
                  <a:pt x="62776" y="44642"/>
                  <a:pt x="62080" y="44930"/>
                  <a:pt x="61373" y="44930"/>
                </a:cubicBezTo>
                <a:cubicBezTo>
                  <a:pt x="60796" y="44930"/>
                  <a:pt x="60220" y="44738"/>
                  <a:pt x="59752" y="44330"/>
                </a:cubicBezTo>
                <a:cubicBezTo>
                  <a:pt x="58696" y="43430"/>
                  <a:pt x="58575" y="41858"/>
                  <a:pt x="59476" y="40802"/>
                </a:cubicBezTo>
                <a:lnTo>
                  <a:pt x="61108" y="38906"/>
                </a:lnTo>
                <a:cubicBezTo>
                  <a:pt x="61552" y="38377"/>
                  <a:pt x="62164" y="38089"/>
                  <a:pt x="62812" y="38042"/>
                </a:cubicBezTo>
                <a:close/>
                <a:moveTo>
                  <a:pt x="54675" y="47534"/>
                </a:moveTo>
                <a:cubicBezTo>
                  <a:pt x="55311" y="47486"/>
                  <a:pt x="55971" y="47678"/>
                  <a:pt x="56499" y="48134"/>
                </a:cubicBezTo>
                <a:cubicBezTo>
                  <a:pt x="57543" y="49023"/>
                  <a:pt x="57663" y="50606"/>
                  <a:pt x="56763" y="51650"/>
                </a:cubicBezTo>
                <a:lnTo>
                  <a:pt x="55131" y="53547"/>
                </a:lnTo>
                <a:cubicBezTo>
                  <a:pt x="54639" y="54122"/>
                  <a:pt x="53943" y="54423"/>
                  <a:pt x="53234" y="54423"/>
                </a:cubicBezTo>
                <a:cubicBezTo>
                  <a:pt x="52659" y="54423"/>
                  <a:pt x="52082" y="54230"/>
                  <a:pt x="51614" y="53822"/>
                </a:cubicBezTo>
                <a:cubicBezTo>
                  <a:pt x="50558" y="52922"/>
                  <a:pt x="50438" y="51351"/>
                  <a:pt x="51338" y="50294"/>
                </a:cubicBezTo>
                <a:lnTo>
                  <a:pt x="52971" y="48398"/>
                </a:lnTo>
                <a:cubicBezTo>
                  <a:pt x="53414" y="47882"/>
                  <a:pt x="54039" y="47582"/>
                  <a:pt x="54675" y="47534"/>
                </a:cubicBezTo>
                <a:close/>
                <a:moveTo>
                  <a:pt x="46526" y="57027"/>
                </a:moveTo>
                <a:cubicBezTo>
                  <a:pt x="47174" y="56979"/>
                  <a:pt x="47822" y="57171"/>
                  <a:pt x="48350" y="57614"/>
                </a:cubicBezTo>
                <a:cubicBezTo>
                  <a:pt x="49406" y="58514"/>
                  <a:pt x="49526" y="60099"/>
                  <a:pt x="48626" y="61142"/>
                </a:cubicBezTo>
                <a:lnTo>
                  <a:pt x="46993" y="63039"/>
                </a:lnTo>
                <a:cubicBezTo>
                  <a:pt x="46502" y="63627"/>
                  <a:pt x="45805" y="63915"/>
                  <a:pt x="45097" y="63915"/>
                </a:cubicBezTo>
                <a:cubicBezTo>
                  <a:pt x="44521" y="63915"/>
                  <a:pt x="43945" y="63723"/>
                  <a:pt x="43477" y="63315"/>
                </a:cubicBezTo>
                <a:cubicBezTo>
                  <a:pt x="42421" y="62415"/>
                  <a:pt x="42301" y="60842"/>
                  <a:pt x="43201" y="59798"/>
                </a:cubicBezTo>
                <a:lnTo>
                  <a:pt x="44821" y="57891"/>
                </a:lnTo>
                <a:cubicBezTo>
                  <a:pt x="45277" y="57362"/>
                  <a:pt x="45889" y="57075"/>
                  <a:pt x="46526" y="57027"/>
                </a:cubicBezTo>
                <a:close/>
                <a:moveTo>
                  <a:pt x="38400" y="66519"/>
                </a:moveTo>
                <a:cubicBezTo>
                  <a:pt x="39048" y="66471"/>
                  <a:pt x="39696" y="66663"/>
                  <a:pt x="40225" y="67119"/>
                </a:cubicBezTo>
                <a:cubicBezTo>
                  <a:pt x="41269" y="68007"/>
                  <a:pt x="41389" y="69591"/>
                  <a:pt x="40488" y="70636"/>
                </a:cubicBezTo>
                <a:lnTo>
                  <a:pt x="38868" y="72543"/>
                </a:lnTo>
                <a:cubicBezTo>
                  <a:pt x="38364" y="73107"/>
                  <a:pt x="37668" y="73407"/>
                  <a:pt x="36960" y="73407"/>
                </a:cubicBezTo>
                <a:cubicBezTo>
                  <a:pt x="36383" y="73407"/>
                  <a:pt x="35808" y="73215"/>
                  <a:pt x="35340" y="72807"/>
                </a:cubicBezTo>
                <a:cubicBezTo>
                  <a:pt x="34295" y="71907"/>
                  <a:pt x="34163" y="70335"/>
                  <a:pt x="35063" y="69279"/>
                </a:cubicBezTo>
                <a:lnTo>
                  <a:pt x="36696" y="67383"/>
                </a:lnTo>
                <a:cubicBezTo>
                  <a:pt x="37140" y="66855"/>
                  <a:pt x="37764" y="66567"/>
                  <a:pt x="38400" y="66519"/>
                </a:cubicBezTo>
                <a:close/>
                <a:moveTo>
                  <a:pt x="62200" y="69699"/>
                </a:moveTo>
                <a:cubicBezTo>
                  <a:pt x="62836" y="69699"/>
                  <a:pt x="63473" y="69939"/>
                  <a:pt x="63964" y="70431"/>
                </a:cubicBezTo>
                <a:lnTo>
                  <a:pt x="67505" y="73971"/>
                </a:lnTo>
                <a:lnTo>
                  <a:pt x="71034" y="70431"/>
                </a:lnTo>
                <a:cubicBezTo>
                  <a:pt x="72018" y="69459"/>
                  <a:pt x="73590" y="69459"/>
                  <a:pt x="74574" y="70431"/>
                </a:cubicBezTo>
                <a:cubicBezTo>
                  <a:pt x="75547" y="71415"/>
                  <a:pt x="75547" y="72988"/>
                  <a:pt x="74574" y="73971"/>
                </a:cubicBezTo>
                <a:lnTo>
                  <a:pt x="71034" y="77500"/>
                </a:lnTo>
                <a:lnTo>
                  <a:pt x="74574" y="81040"/>
                </a:lnTo>
                <a:cubicBezTo>
                  <a:pt x="75547" y="82012"/>
                  <a:pt x="75547" y="83595"/>
                  <a:pt x="74574" y="84580"/>
                </a:cubicBezTo>
                <a:cubicBezTo>
                  <a:pt x="74082" y="85060"/>
                  <a:pt x="73446" y="85312"/>
                  <a:pt x="72810" y="85312"/>
                </a:cubicBezTo>
                <a:cubicBezTo>
                  <a:pt x="72162" y="85312"/>
                  <a:pt x="71526" y="85060"/>
                  <a:pt x="71034" y="84580"/>
                </a:cubicBezTo>
                <a:lnTo>
                  <a:pt x="67505" y="81040"/>
                </a:lnTo>
                <a:lnTo>
                  <a:pt x="63964" y="84580"/>
                </a:lnTo>
                <a:cubicBezTo>
                  <a:pt x="63473" y="85060"/>
                  <a:pt x="62836" y="85312"/>
                  <a:pt x="62200" y="85312"/>
                </a:cubicBezTo>
                <a:cubicBezTo>
                  <a:pt x="61552" y="85312"/>
                  <a:pt x="60916" y="85060"/>
                  <a:pt x="60424" y="84580"/>
                </a:cubicBezTo>
                <a:cubicBezTo>
                  <a:pt x="59452" y="83595"/>
                  <a:pt x="59452" y="82012"/>
                  <a:pt x="60424" y="81040"/>
                </a:cubicBezTo>
                <a:lnTo>
                  <a:pt x="63964" y="77500"/>
                </a:lnTo>
                <a:lnTo>
                  <a:pt x="60424" y="73971"/>
                </a:lnTo>
                <a:cubicBezTo>
                  <a:pt x="59452" y="72988"/>
                  <a:pt x="59452" y="71415"/>
                  <a:pt x="60424" y="70431"/>
                </a:cubicBezTo>
                <a:cubicBezTo>
                  <a:pt x="60916" y="69939"/>
                  <a:pt x="61552" y="69699"/>
                  <a:pt x="62200" y="69699"/>
                </a:cubicBezTo>
                <a:close/>
                <a:moveTo>
                  <a:pt x="29998" y="75003"/>
                </a:moveTo>
                <a:cubicBezTo>
                  <a:pt x="32759" y="75003"/>
                  <a:pt x="34991" y="77248"/>
                  <a:pt x="34991" y="80007"/>
                </a:cubicBezTo>
                <a:cubicBezTo>
                  <a:pt x="34991" y="82768"/>
                  <a:pt x="32759" y="85000"/>
                  <a:pt x="29998" y="85000"/>
                </a:cubicBezTo>
                <a:cubicBezTo>
                  <a:pt x="27226" y="85000"/>
                  <a:pt x="24994" y="82768"/>
                  <a:pt x="24994" y="80007"/>
                </a:cubicBezTo>
                <a:cubicBezTo>
                  <a:pt x="24994" y="77248"/>
                  <a:pt x="27226" y="75003"/>
                  <a:pt x="29998" y="750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4" name="Белый — SVG 22">
            <a:extLst>
              <a:ext uri="{FF2B5EF4-FFF2-40B4-BE49-F238E27FC236}">
                <a16:creationId xmlns:a16="http://schemas.microsoft.com/office/drawing/2014/main" id="{ABA91680-6CB7-9C49-84A4-2C9C0066D4BF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18596 w 135141"/>
              <a:gd name="csY0" fmla="*/ 60968 h 134693"/>
              <a:gd name="csX1" fmla="*/ 23292 w 135141"/>
              <a:gd name="csY1" fmla="*/ 63792 h 134693"/>
              <a:gd name="csX2" fmla="*/ 53423 w 135141"/>
              <a:gd name="csY2" fmla="*/ 63826 h 134693"/>
              <a:gd name="csX3" fmla="*/ 53423 w 135141"/>
              <a:gd name="csY3" fmla="*/ 63826 h 134693"/>
              <a:gd name="csX4" fmla="*/ 57829 w 135141"/>
              <a:gd name="csY4" fmla="*/ 61478 h 134693"/>
              <a:gd name="csX5" fmla="*/ 74655 w 135141"/>
              <a:gd name="csY5" fmla="*/ 36489 h 134693"/>
              <a:gd name="csX6" fmla="*/ 74945 w 135141"/>
              <a:gd name="csY6" fmla="*/ 31028 h 134693"/>
              <a:gd name="csX7" fmla="*/ 59956 w 135141"/>
              <a:gd name="csY7" fmla="*/ 2858 h 134693"/>
              <a:gd name="csX8" fmla="*/ 55277 w 135141"/>
              <a:gd name="csY8" fmla="*/ 34 h 134693"/>
              <a:gd name="csX9" fmla="*/ 25147 w 135141"/>
              <a:gd name="csY9" fmla="*/ 0 h 134693"/>
              <a:gd name="csX10" fmla="*/ 20723 w 135141"/>
              <a:gd name="csY10" fmla="*/ 2347 h 134693"/>
              <a:gd name="csX11" fmla="*/ 3914 w 135141"/>
              <a:gd name="csY11" fmla="*/ 27337 h 134693"/>
              <a:gd name="csX12" fmla="*/ 3624 w 135141"/>
              <a:gd name="csY12" fmla="*/ 32814 h 134693"/>
              <a:gd name="csX13" fmla="*/ 18596 w 135141"/>
              <a:gd name="csY13" fmla="*/ 60968 h 134693"/>
              <a:gd name="csX14" fmla="*/ 134526 w 135141"/>
              <a:gd name="csY14" fmla="*/ 68606 h 134693"/>
              <a:gd name="csX15" fmla="*/ 119537 w 135141"/>
              <a:gd name="csY15" fmla="*/ 40452 h 134693"/>
              <a:gd name="csX16" fmla="*/ 114858 w 135141"/>
              <a:gd name="csY16" fmla="*/ 37629 h 134693"/>
              <a:gd name="csX17" fmla="*/ 84728 w 135141"/>
              <a:gd name="csY17" fmla="*/ 37595 h 134693"/>
              <a:gd name="csX18" fmla="*/ 84728 w 135141"/>
              <a:gd name="csY18" fmla="*/ 37595 h 134693"/>
              <a:gd name="csX19" fmla="*/ 80304 w 135141"/>
              <a:gd name="csY19" fmla="*/ 39942 h 134693"/>
              <a:gd name="csX20" fmla="*/ 63495 w 135141"/>
              <a:gd name="csY20" fmla="*/ 64931 h 134693"/>
              <a:gd name="csX21" fmla="*/ 63205 w 135141"/>
              <a:gd name="csY21" fmla="*/ 70392 h 134693"/>
              <a:gd name="csX22" fmla="*/ 66949 w 135141"/>
              <a:gd name="csY22" fmla="*/ 77418 h 134693"/>
              <a:gd name="csX23" fmla="*/ 86582 w 135141"/>
              <a:gd name="csY23" fmla="*/ 69014 h 134693"/>
              <a:gd name="csX24" fmla="*/ 85204 w 135141"/>
              <a:gd name="csY24" fmla="*/ 66497 h 134693"/>
              <a:gd name="csX25" fmla="*/ 85272 w 135141"/>
              <a:gd name="csY25" fmla="*/ 62958 h 134693"/>
              <a:gd name="csX26" fmla="*/ 88368 w 135141"/>
              <a:gd name="csY26" fmla="*/ 61257 h 134693"/>
              <a:gd name="csX27" fmla="*/ 106317 w 135141"/>
              <a:gd name="csY27" fmla="*/ 61614 h 134693"/>
              <a:gd name="csX28" fmla="*/ 109346 w 135141"/>
              <a:gd name="csY28" fmla="*/ 63452 h 134693"/>
              <a:gd name="csX29" fmla="*/ 109261 w 135141"/>
              <a:gd name="csY29" fmla="*/ 67007 h 134693"/>
              <a:gd name="csX30" fmla="*/ 99903 w 135141"/>
              <a:gd name="csY30" fmla="*/ 82300 h 134693"/>
              <a:gd name="csX31" fmla="*/ 96790 w 135141"/>
              <a:gd name="csY31" fmla="*/ 84001 h 134693"/>
              <a:gd name="csX32" fmla="*/ 93779 w 135141"/>
              <a:gd name="csY32" fmla="*/ 82164 h 134693"/>
              <a:gd name="csX33" fmla="*/ 92264 w 135141"/>
              <a:gd name="csY33" fmla="*/ 79391 h 134693"/>
              <a:gd name="csX34" fmla="*/ 74485 w 135141"/>
              <a:gd name="csY34" fmla="*/ 91605 h 134693"/>
              <a:gd name="csX35" fmla="*/ 78177 w 135141"/>
              <a:gd name="csY35" fmla="*/ 98562 h 134693"/>
              <a:gd name="csX36" fmla="*/ 82873 w 135141"/>
              <a:gd name="csY36" fmla="*/ 101386 h 134693"/>
              <a:gd name="csX37" fmla="*/ 113004 w 135141"/>
              <a:gd name="csY37" fmla="*/ 101420 h 134693"/>
              <a:gd name="csX38" fmla="*/ 113004 w 135141"/>
              <a:gd name="csY38" fmla="*/ 101420 h 134693"/>
              <a:gd name="csX39" fmla="*/ 117410 w 135141"/>
              <a:gd name="csY39" fmla="*/ 99073 h 134693"/>
              <a:gd name="csX40" fmla="*/ 134236 w 135141"/>
              <a:gd name="csY40" fmla="*/ 74083 h 134693"/>
              <a:gd name="csX41" fmla="*/ 134526 w 135141"/>
              <a:gd name="csY41" fmla="*/ 68606 h 134693"/>
              <a:gd name="csX42" fmla="*/ 68599 w 135141"/>
              <a:gd name="csY42" fmla="*/ 95636 h 134693"/>
              <a:gd name="csX43" fmla="*/ 37481 w 135141"/>
              <a:gd name="csY43" fmla="*/ 117019 h 134693"/>
              <a:gd name="csX44" fmla="*/ 35474 w 135141"/>
              <a:gd name="csY44" fmla="*/ 117649 h 134693"/>
              <a:gd name="csX45" fmla="*/ 33483 w 135141"/>
              <a:gd name="csY45" fmla="*/ 117036 h 134693"/>
              <a:gd name="csX46" fmla="*/ 32003 w 135141"/>
              <a:gd name="csY46" fmla="*/ 113345 h 134693"/>
              <a:gd name="csX47" fmla="*/ 33874 w 135141"/>
              <a:gd name="csY47" fmla="*/ 104789 h 134693"/>
              <a:gd name="csX48" fmla="*/ 25674 w 135141"/>
              <a:gd name="csY48" fmla="*/ 101778 h 134693"/>
              <a:gd name="csX49" fmla="*/ 23343 w 135141"/>
              <a:gd name="csY49" fmla="*/ 98528 h 134693"/>
              <a:gd name="csX50" fmla="*/ 25487 w 135141"/>
              <a:gd name="csY50" fmla="*/ 95194 h 134693"/>
              <a:gd name="csX51" fmla="*/ 60415 w 135141"/>
              <a:gd name="csY51" fmla="*/ 80224 h 134693"/>
              <a:gd name="csX52" fmla="*/ 56962 w 135141"/>
              <a:gd name="csY52" fmla="*/ 73726 h 134693"/>
              <a:gd name="csX53" fmla="*/ 52266 w 135141"/>
              <a:gd name="csY53" fmla="*/ 70902 h 134693"/>
              <a:gd name="csX54" fmla="*/ 22135 w 135141"/>
              <a:gd name="csY54" fmla="*/ 70868 h 134693"/>
              <a:gd name="csX55" fmla="*/ 22135 w 135141"/>
              <a:gd name="csY55" fmla="*/ 70868 h 134693"/>
              <a:gd name="csX56" fmla="*/ 17729 w 135141"/>
              <a:gd name="csY56" fmla="*/ 73216 h 134693"/>
              <a:gd name="csX57" fmla="*/ 902 w 135141"/>
              <a:gd name="csY57" fmla="*/ 98222 h 134693"/>
              <a:gd name="csX58" fmla="*/ 630 w 135141"/>
              <a:gd name="csY58" fmla="*/ 103683 h 134693"/>
              <a:gd name="csX59" fmla="*/ 15602 w 135141"/>
              <a:gd name="csY59" fmla="*/ 131836 h 134693"/>
              <a:gd name="csX60" fmla="*/ 20281 w 135141"/>
              <a:gd name="csY60" fmla="*/ 134660 h 134693"/>
              <a:gd name="csX61" fmla="*/ 50411 w 135141"/>
              <a:gd name="csY61" fmla="*/ 134694 h 134693"/>
              <a:gd name="csX62" fmla="*/ 50411 w 135141"/>
              <a:gd name="csY62" fmla="*/ 134694 h 134693"/>
              <a:gd name="csX63" fmla="*/ 54835 w 135141"/>
              <a:gd name="csY63" fmla="*/ 132346 h 134693"/>
              <a:gd name="csX64" fmla="*/ 71644 w 135141"/>
              <a:gd name="csY64" fmla="*/ 107357 h 134693"/>
              <a:gd name="csX65" fmla="*/ 71933 w 135141"/>
              <a:gd name="csY65" fmla="*/ 101896 h 134693"/>
              <a:gd name="csX66" fmla="*/ 68599 w 135141"/>
              <a:gd name="csY66" fmla="*/ 95636 h 134693"/>
            </a:gdLst>
            <a:ahLst/>
            <a:cxnLst/>
            <a:rect l="l" t="t" r="r" b="b"/>
            <a:pathLst>
              <a:path w="100000" h="100000">
                <a:moveTo>
                  <a:pt x="13760" y="45280"/>
                </a:moveTo>
                <a:cubicBezTo>
                  <a:pt x="14453" y="46564"/>
                  <a:pt x="15788" y="47370"/>
                  <a:pt x="17235" y="47370"/>
                </a:cubicBezTo>
                <a:lnTo>
                  <a:pt x="39531" y="47395"/>
                </a:lnTo>
                <a:lnTo>
                  <a:pt x="39531" y="47395"/>
                </a:lnTo>
                <a:cubicBezTo>
                  <a:pt x="40840" y="47395"/>
                  <a:pt x="42061" y="46740"/>
                  <a:pt x="42792" y="45657"/>
                </a:cubicBezTo>
                <a:lnTo>
                  <a:pt x="55242" y="27166"/>
                </a:lnTo>
                <a:cubicBezTo>
                  <a:pt x="56048" y="25958"/>
                  <a:pt x="56137" y="24397"/>
                  <a:pt x="55457" y="23125"/>
                </a:cubicBezTo>
                <a:lnTo>
                  <a:pt x="44366" y="2281"/>
                </a:lnTo>
                <a:cubicBezTo>
                  <a:pt x="43685" y="997"/>
                  <a:pt x="42351" y="203"/>
                  <a:pt x="40903" y="191"/>
                </a:cubicBezTo>
                <a:lnTo>
                  <a:pt x="18608" y="166"/>
                </a:lnTo>
                <a:cubicBezTo>
                  <a:pt x="17210" y="178"/>
                  <a:pt x="16065" y="821"/>
                  <a:pt x="15334" y="1902"/>
                </a:cubicBezTo>
                <a:lnTo>
                  <a:pt x="2896" y="20394"/>
                </a:lnTo>
                <a:cubicBezTo>
                  <a:pt x="2090" y="21603"/>
                  <a:pt x="2002" y="23163"/>
                  <a:pt x="2682" y="24447"/>
                </a:cubicBezTo>
                <a:lnTo>
                  <a:pt x="13760" y="45280"/>
                </a:lnTo>
                <a:close/>
                <a:moveTo>
                  <a:pt x="99545" y="50932"/>
                </a:moveTo>
                <a:lnTo>
                  <a:pt x="88454" y="30099"/>
                </a:lnTo>
                <a:cubicBezTo>
                  <a:pt x="87774" y="28815"/>
                  <a:pt x="86439" y="28010"/>
                  <a:pt x="84991" y="28010"/>
                </a:cubicBezTo>
                <a:lnTo>
                  <a:pt x="62696" y="27985"/>
                </a:lnTo>
                <a:lnTo>
                  <a:pt x="62696" y="27985"/>
                </a:lnTo>
                <a:cubicBezTo>
                  <a:pt x="61386" y="27985"/>
                  <a:pt x="60153" y="28626"/>
                  <a:pt x="59422" y="29722"/>
                </a:cubicBezTo>
                <a:lnTo>
                  <a:pt x="46984" y="48213"/>
                </a:lnTo>
                <a:cubicBezTo>
                  <a:pt x="46178" y="49421"/>
                  <a:pt x="46090" y="50970"/>
                  <a:pt x="46770" y="52254"/>
                </a:cubicBezTo>
                <a:lnTo>
                  <a:pt x="49540" y="57453"/>
                </a:lnTo>
                <a:lnTo>
                  <a:pt x="64068" y="51234"/>
                </a:lnTo>
                <a:lnTo>
                  <a:pt x="63048" y="49371"/>
                </a:lnTo>
                <a:cubicBezTo>
                  <a:pt x="62595" y="48553"/>
                  <a:pt x="62620" y="47558"/>
                  <a:pt x="63099" y="46753"/>
                </a:cubicBezTo>
                <a:cubicBezTo>
                  <a:pt x="63589" y="45959"/>
                  <a:pt x="64483" y="45481"/>
                  <a:pt x="65389" y="45494"/>
                </a:cubicBezTo>
                <a:lnTo>
                  <a:pt x="78671" y="45758"/>
                </a:lnTo>
                <a:cubicBezTo>
                  <a:pt x="79603" y="45771"/>
                  <a:pt x="80472" y="46300"/>
                  <a:pt x="80913" y="47118"/>
                </a:cubicBezTo>
                <a:cubicBezTo>
                  <a:pt x="81365" y="47936"/>
                  <a:pt x="81340" y="48943"/>
                  <a:pt x="80850" y="49749"/>
                </a:cubicBezTo>
                <a:lnTo>
                  <a:pt x="73925" y="61065"/>
                </a:lnTo>
                <a:cubicBezTo>
                  <a:pt x="73434" y="61870"/>
                  <a:pt x="72553" y="62362"/>
                  <a:pt x="71621" y="62324"/>
                </a:cubicBezTo>
                <a:cubicBezTo>
                  <a:pt x="70690" y="62299"/>
                  <a:pt x="69834" y="61782"/>
                  <a:pt x="69393" y="60964"/>
                </a:cubicBezTo>
                <a:lnTo>
                  <a:pt x="68272" y="58913"/>
                </a:lnTo>
                <a:lnTo>
                  <a:pt x="55117" y="67951"/>
                </a:lnTo>
                <a:lnTo>
                  <a:pt x="57848" y="73098"/>
                </a:lnTo>
                <a:cubicBezTo>
                  <a:pt x="58528" y="74382"/>
                  <a:pt x="59876" y="75188"/>
                  <a:pt x="61323" y="75188"/>
                </a:cubicBezTo>
                <a:lnTo>
                  <a:pt x="83619" y="75213"/>
                </a:lnTo>
                <a:lnTo>
                  <a:pt x="83619" y="75213"/>
                </a:lnTo>
                <a:cubicBezTo>
                  <a:pt x="84928" y="75213"/>
                  <a:pt x="86149" y="74559"/>
                  <a:pt x="86880" y="73477"/>
                </a:cubicBezTo>
                <a:lnTo>
                  <a:pt x="99330" y="54985"/>
                </a:lnTo>
                <a:cubicBezTo>
                  <a:pt x="100136" y="53776"/>
                  <a:pt x="100225" y="52216"/>
                  <a:pt x="99545" y="50932"/>
                </a:cubicBezTo>
                <a:close/>
                <a:moveTo>
                  <a:pt x="50761" y="70933"/>
                </a:moveTo>
                <a:lnTo>
                  <a:pt x="27735" y="86756"/>
                </a:lnTo>
                <a:cubicBezTo>
                  <a:pt x="27282" y="87059"/>
                  <a:pt x="26765" y="87222"/>
                  <a:pt x="26250" y="87222"/>
                </a:cubicBezTo>
                <a:cubicBezTo>
                  <a:pt x="25733" y="87222"/>
                  <a:pt x="25217" y="87071"/>
                  <a:pt x="24776" y="86769"/>
                </a:cubicBezTo>
                <a:cubicBezTo>
                  <a:pt x="23882" y="86177"/>
                  <a:pt x="23454" y="85082"/>
                  <a:pt x="23681" y="84037"/>
                </a:cubicBezTo>
                <a:lnTo>
                  <a:pt x="25066" y="77706"/>
                </a:lnTo>
                <a:lnTo>
                  <a:pt x="18998" y="75478"/>
                </a:lnTo>
                <a:cubicBezTo>
                  <a:pt x="17991" y="75100"/>
                  <a:pt x="17298" y="74156"/>
                  <a:pt x="17273" y="73073"/>
                </a:cubicBezTo>
                <a:cubicBezTo>
                  <a:pt x="17248" y="72003"/>
                  <a:pt x="17878" y="71022"/>
                  <a:pt x="18860" y="70606"/>
                </a:cubicBezTo>
                <a:lnTo>
                  <a:pt x="44705" y="59529"/>
                </a:lnTo>
                <a:lnTo>
                  <a:pt x="42150" y="54721"/>
                </a:lnTo>
                <a:cubicBezTo>
                  <a:pt x="41457" y="53437"/>
                  <a:pt x="40135" y="52644"/>
                  <a:pt x="38675" y="52631"/>
                </a:cubicBezTo>
                <a:lnTo>
                  <a:pt x="16379" y="52606"/>
                </a:lnTo>
                <a:lnTo>
                  <a:pt x="16379" y="52606"/>
                </a:lnTo>
                <a:cubicBezTo>
                  <a:pt x="15070" y="52606"/>
                  <a:pt x="13848" y="53261"/>
                  <a:pt x="13119" y="54343"/>
                </a:cubicBezTo>
                <a:lnTo>
                  <a:pt x="667" y="72847"/>
                </a:lnTo>
                <a:cubicBezTo>
                  <a:pt x="-138" y="74043"/>
                  <a:pt x="-226" y="75603"/>
                  <a:pt x="466" y="76888"/>
                </a:cubicBezTo>
                <a:lnTo>
                  <a:pt x="11545" y="97720"/>
                </a:lnTo>
                <a:cubicBezTo>
                  <a:pt x="12225" y="99004"/>
                  <a:pt x="13559" y="99810"/>
                  <a:pt x="15007" y="99810"/>
                </a:cubicBezTo>
                <a:lnTo>
                  <a:pt x="37303" y="99835"/>
                </a:lnTo>
                <a:lnTo>
                  <a:pt x="37303" y="99835"/>
                </a:lnTo>
                <a:cubicBezTo>
                  <a:pt x="38625" y="99835"/>
                  <a:pt x="39846" y="99180"/>
                  <a:pt x="40576" y="98098"/>
                </a:cubicBezTo>
                <a:lnTo>
                  <a:pt x="53014" y="79606"/>
                </a:lnTo>
                <a:cubicBezTo>
                  <a:pt x="53833" y="78398"/>
                  <a:pt x="53908" y="76850"/>
                  <a:pt x="53228" y="75566"/>
                </a:cubicBezTo>
                <a:lnTo>
                  <a:pt x="50761" y="7093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5" name="Белый — SVG 23">
            <a:extLst>
              <a:ext uri="{FF2B5EF4-FFF2-40B4-BE49-F238E27FC236}">
                <a16:creationId xmlns:a16="http://schemas.microsoft.com/office/drawing/2014/main" id="{C31058D4-5C2E-B64D-B33F-264C482A118C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42534 w 155961"/>
              <a:gd name="csY0" fmla="*/ 0 h 85055"/>
              <a:gd name="csX1" fmla="*/ 0 w 155961"/>
              <a:gd name="csY1" fmla="*/ 42528 h 85055"/>
              <a:gd name="csX2" fmla="*/ 42534 w 155961"/>
              <a:gd name="csY2" fmla="*/ 85056 h 85055"/>
              <a:gd name="csX3" fmla="*/ 85067 w 155961"/>
              <a:gd name="csY3" fmla="*/ 42528 h 85055"/>
              <a:gd name="csX4" fmla="*/ 42534 w 155961"/>
              <a:gd name="csY4" fmla="*/ 0 h 85055"/>
              <a:gd name="csX5" fmla="*/ 74297 w 155961"/>
              <a:gd name="csY5" fmla="*/ 0 h 85055"/>
              <a:gd name="csX6" fmla="*/ 95700 w 155961"/>
              <a:gd name="csY6" fmla="*/ 42528 h 85055"/>
              <a:gd name="csX7" fmla="*/ 74297 w 155961"/>
              <a:gd name="csY7" fmla="*/ 85056 h 85055"/>
              <a:gd name="csX8" fmla="*/ 113428 w 155961"/>
              <a:gd name="csY8" fmla="*/ 85056 h 85055"/>
              <a:gd name="csX9" fmla="*/ 155962 w 155961"/>
              <a:gd name="csY9" fmla="*/ 42528 h 85055"/>
              <a:gd name="csX10" fmla="*/ 113428 w 155961"/>
              <a:gd name="csY10" fmla="*/ 0 h 85055"/>
              <a:gd name="csX11" fmla="*/ 74297 w 155961"/>
              <a:gd name="csY11" fmla="*/ 0 h 85055"/>
            </a:gdLst>
            <a:ahLst/>
            <a:cxnLst/>
            <a:rect l="l" t="t" r="r" b="b"/>
            <a:pathLst>
              <a:path w="100000" h="100000">
                <a:moveTo>
                  <a:pt x="27272" y="22732"/>
                </a:moveTo>
                <a:cubicBezTo>
                  <a:pt x="12229" y="22732"/>
                  <a:pt x="0" y="34959"/>
                  <a:pt x="0" y="50000"/>
                </a:cubicBezTo>
                <a:cubicBezTo>
                  <a:pt x="0" y="65041"/>
                  <a:pt x="12229" y="77269"/>
                  <a:pt x="27272" y="77269"/>
                </a:cubicBezTo>
                <a:cubicBezTo>
                  <a:pt x="42315" y="77269"/>
                  <a:pt x="54544" y="65041"/>
                  <a:pt x="54544" y="50000"/>
                </a:cubicBezTo>
                <a:cubicBezTo>
                  <a:pt x="54544" y="34959"/>
                  <a:pt x="42315" y="22732"/>
                  <a:pt x="27272" y="22732"/>
                </a:cubicBezTo>
                <a:close/>
                <a:moveTo>
                  <a:pt x="47638" y="22732"/>
                </a:moveTo>
                <a:cubicBezTo>
                  <a:pt x="55951" y="28949"/>
                  <a:pt x="61361" y="38842"/>
                  <a:pt x="61361" y="50000"/>
                </a:cubicBezTo>
                <a:cubicBezTo>
                  <a:pt x="61361" y="61158"/>
                  <a:pt x="55951" y="71051"/>
                  <a:pt x="47638" y="77269"/>
                </a:cubicBezTo>
                <a:lnTo>
                  <a:pt x="72728" y="77269"/>
                </a:lnTo>
                <a:cubicBezTo>
                  <a:pt x="87761" y="77269"/>
                  <a:pt x="100001" y="65041"/>
                  <a:pt x="100001" y="50000"/>
                </a:cubicBezTo>
                <a:cubicBezTo>
                  <a:pt x="100001" y="34959"/>
                  <a:pt x="87761" y="22732"/>
                  <a:pt x="72728" y="22732"/>
                </a:cubicBezTo>
                <a:lnTo>
                  <a:pt x="47638" y="2273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6" name="Белый — SVG 24">
            <a:extLst>
              <a:ext uri="{FF2B5EF4-FFF2-40B4-BE49-F238E27FC236}">
                <a16:creationId xmlns:a16="http://schemas.microsoft.com/office/drawing/2014/main" id="{6716F43D-BBEC-3D41-8F7F-F178D51F7CE0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90384 w 141777"/>
              <a:gd name="csY0" fmla="*/ 0 h 141753"/>
              <a:gd name="csX1" fmla="*/ 42581 w 141777"/>
              <a:gd name="csY1" fmla="*/ 32627 h 141753"/>
              <a:gd name="csX2" fmla="*/ 51394 w 141777"/>
              <a:gd name="csY2" fmla="*/ 31896 h 141753"/>
              <a:gd name="csX3" fmla="*/ 54516 w 141777"/>
              <a:gd name="csY3" fmla="*/ 32049 h 141753"/>
              <a:gd name="csX4" fmla="*/ 90384 w 141777"/>
              <a:gd name="csY4" fmla="*/ 10632 h 141753"/>
              <a:gd name="csX5" fmla="*/ 131144 w 141777"/>
              <a:gd name="csY5" fmla="*/ 51390 h 141753"/>
              <a:gd name="csX6" fmla="*/ 109719 w 141777"/>
              <a:gd name="csY6" fmla="*/ 87250 h 141753"/>
              <a:gd name="csX7" fmla="*/ 109878 w 141777"/>
              <a:gd name="csY7" fmla="*/ 90363 h 141753"/>
              <a:gd name="csX8" fmla="*/ 109144 w 141777"/>
              <a:gd name="csY8" fmla="*/ 99175 h 141753"/>
              <a:gd name="csX9" fmla="*/ 141778 w 141777"/>
              <a:gd name="csY9" fmla="*/ 51390 h 141753"/>
              <a:gd name="csX10" fmla="*/ 90384 w 141777"/>
              <a:gd name="csY10" fmla="*/ 0 h 141753"/>
              <a:gd name="csX11" fmla="*/ 83294 w 141777"/>
              <a:gd name="csY11" fmla="*/ 28357 h 141753"/>
              <a:gd name="csX12" fmla="*/ 81237 w 141777"/>
              <a:gd name="csY12" fmla="*/ 28732 h 141753"/>
              <a:gd name="csX13" fmla="*/ 79487 w 141777"/>
              <a:gd name="csY13" fmla="*/ 29889 h 141753"/>
              <a:gd name="csX14" fmla="*/ 78314 w 141777"/>
              <a:gd name="csY14" fmla="*/ 31624 h 141753"/>
              <a:gd name="csX15" fmla="*/ 77903 w 141777"/>
              <a:gd name="csY15" fmla="*/ 33665 h 141753"/>
              <a:gd name="csX16" fmla="*/ 78314 w 141777"/>
              <a:gd name="csY16" fmla="*/ 35723 h 141753"/>
              <a:gd name="csX17" fmla="*/ 79487 w 141777"/>
              <a:gd name="csY17" fmla="*/ 37458 h 141753"/>
              <a:gd name="csX18" fmla="*/ 81237 w 141777"/>
              <a:gd name="csY18" fmla="*/ 38598 h 141753"/>
              <a:gd name="csX19" fmla="*/ 83294 w 141777"/>
              <a:gd name="csY19" fmla="*/ 38989 h 141753"/>
              <a:gd name="csX20" fmla="*/ 95272 w 141777"/>
              <a:gd name="csY20" fmla="*/ 38989 h 141753"/>
              <a:gd name="csX21" fmla="*/ 83772 w 141777"/>
              <a:gd name="csY21" fmla="*/ 50489 h 141753"/>
              <a:gd name="csX22" fmla="*/ 91291 w 141777"/>
              <a:gd name="csY22" fmla="*/ 57991 h 141753"/>
              <a:gd name="csX23" fmla="*/ 102790 w 141777"/>
              <a:gd name="csY23" fmla="*/ 46509 h 141753"/>
              <a:gd name="csX24" fmla="*/ 102790 w 141777"/>
              <a:gd name="csY24" fmla="*/ 58467 h 141753"/>
              <a:gd name="csX25" fmla="*/ 103173 w 141777"/>
              <a:gd name="csY25" fmla="*/ 60526 h 141753"/>
              <a:gd name="csX26" fmla="*/ 104319 w 141777"/>
              <a:gd name="csY26" fmla="*/ 62278 h 141753"/>
              <a:gd name="csX27" fmla="*/ 106053 w 141777"/>
              <a:gd name="csY27" fmla="*/ 63452 h 141753"/>
              <a:gd name="csX28" fmla="*/ 108107 w 141777"/>
              <a:gd name="csY28" fmla="*/ 63860 h 141753"/>
              <a:gd name="csX29" fmla="*/ 110158 w 141777"/>
              <a:gd name="csY29" fmla="*/ 63452 h 141753"/>
              <a:gd name="csX30" fmla="*/ 111892 w 141777"/>
              <a:gd name="csY30" fmla="*/ 62278 h 141753"/>
              <a:gd name="csX31" fmla="*/ 113041 w 141777"/>
              <a:gd name="csY31" fmla="*/ 60526 h 141753"/>
              <a:gd name="csX32" fmla="*/ 113423 w 141777"/>
              <a:gd name="csY32" fmla="*/ 58467 h 141753"/>
              <a:gd name="csX33" fmla="*/ 113423 w 141777"/>
              <a:gd name="csY33" fmla="*/ 33665 h 141753"/>
              <a:gd name="csX34" fmla="*/ 111865 w 141777"/>
              <a:gd name="csY34" fmla="*/ 29906 h 141753"/>
              <a:gd name="csX35" fmla="*/ 108107 w 141777"/>
              <a:gd name="csY35" fmla="*/ 28357 h 141753"/>
              <a:gd name="csX36" fmla="*/ 83294 w 141777"/>
              <a:gd name="csY36" fmla="*/ 28357 h 141753"/>
              <a:gd name="csX37" fmla="*/ 91291 w 141777"/>
              <a:gd name="csY37" fmla="*/ 57991 h 141753"/>
              <a:gd name="csX38" fmla="*/ 53596 w 141777"/>
              <a:gd name="csY38" fmla="*/ 95687 h 141753"/>
              <a:gd name="csX39" fmla="*/ 65573 w 141777"/>
              <a:gd name="csY39" fmla="*/ 95687 h 141753"/>
              <a:gd name="csX40" fmla="*/ 70890 w 141777"/>
              <a:gd name="csY40" fmla="*/ 100995 h 141753"/>
              <a:gd name="csX41" fmla="*/ 65573 w 141777"/>
              <a:gd name="csY41" fmla="*/ 106319 h 141753"/>
              <a:gd name="csX42" fmla="*/ 40761 w 141777"/>
              <a:gd name="csY42" fmla="*/ 106319 h 141753"/>
              <a:gd name="csX43" fmla="*/ 35444 w 141777"/>
              <a:gd name="csY43" fmla="*/ 100995 h 141753"/>
              <a:gd name="csX44" fmla="*/ 35444 w 141777"/>
              <a:gd name="csY44" fmla="*/ 76193 h 141753"/>
              <a:gd name="csX45" fmla="*/ 40761 w 141777"/>
              <a:gd name="csY45" fmla="*/ 70885 h 141753"/>
              <a:gd name="csX46" fmla="*/ 46077 w 141777"/>
              <a:gd name="csY46" fmla="*/ 76193 h 141753"/>
              <a:gd name="csX47" fmla="*/ 46077 w 141777"/>
              <a:gd name="csY47" fmla="*/ 88169 h 141753"/>
              <a:gd name="csX48" fmla="*/ 83772 w 141777"/>
              <a:gd name="csY48" fmla="*/ 50489 h 141753"/>
              <a:gd name="csX49" fmla="*/ 51394 w 141777"/>
              <a:gd name="csY49" fmla="*/ 38989 h 141753"/>
              <a:gd name="csX50" fmla="*/ 0 w 141777"/>
              <a:gd name="csY50" fmla="*/ 90363 h 141753"/>
              <a:gd name="csX51" fmla="*/ 51394 w 141777"/>
              <a:gd name="csY51" fmla="*/ 141754 h 141753"/>
              <a:gd name="csX52" fmla="*/ 102790 w 141777"/>
              <a:gd name="csY52" fmla="*/ 90363 h 141753"/>
              <a:gd name="csX53" fmla="*/ 91291 w 141777"/>
              <a:gd name="csY53" fmla="*/ 57991 h 141753"/>
            </a:gdLst>
            <a:ahLst/>
            <a:cxnLst/>
            <a:rect l="l" t="t" r="r" b="b"/>
            <a:pathLst>
              <a:path w="100000" h="100000">
                <a:moveTo>
                  <a:pt x="63751" y="8"/>
                </a:moveTo>
                <a:cubicBezTo>
                  <a:pt x="48435" y="8"/>
                  <a:pt x="35334" y="9571"/>
                  <a:pt x="30034" y="23021"/>
                </a:cubicBezTo>
                <a:cubicBezTo>
                  <a:pt x="32067" y="22710"/>
                  <a:pt x="34133" y="22506"/>
                  <a:pt x="36250" y="22506"/>
                </a:cubicBezTo>
                <a:cubicBezTo>
                  <a:pt x="36993" y="22506"/>
                  <a:pt x="37720" y="22578"/>
                  <a:pt x="38452" y="22614"/>
                </a:cubicBezTo>
                <a:cubicBezTo>
                  <a:pt x="43318" y="13627"/>
                  <a:pt x="52831" y="7508"/>
                  <a:pt x="63751" y="7508"/>
                </a:cubicBezTo>
                <a:cubicBezTo>
                  <a:pt x="79602" y="7508"/>
                  <a:pt x="92500" y="20406"/>
                  <a:pt x="92500" y="36256"/>
                </a:cubicBezTo>
                <a:cubicBezTo>
                  <a:pt x="92500" y="47175"/>
                  <a:pt x="86378" y="56689"/>
                  <a:pt x="77388" y="61549"/>
                </a:cubicBezTo>
                <a:cubicBezTo>
                  <a:pt x="77429" y="62280"/>
                  <a:pt x="77501" y="63012"/>
                  <a:pt x="77501" y="63744"/>
                </a:cubicBezTo>
                <a:cubicBezTo>
                  <a:pt x="77501" y="65868"/>
                  <a:pt x="77293" y="67932"/>
                  <a:pt x="76983" y="69960"/>
                </a:cubicBezTo>
                <a:cubicBezTo>
                  <a:pt x="90441" y="64668"/>
                  <a:pt x="100001" y="51566"/>
                  <a:pt x="100001" y="36256"/>
                </a:cubicBezTo>
                <a:cubicBezTo>
                  <a:pt x="100001" y="16266"/>
                  <a:pt x="83738" y="8"/>
                  <a:pt x="63751" y="8"/>
                </a:cubicBezTo>
                <a:close/>
                <a:moveTo>
                  <a:pt x="58750" y="20010"/>
                </a:moveTo>
                <a:cubicBezTo>
                  <a:pt x="58253" y="19998"/>
                  <a:pt x="57760" y="20094"/>
                  <a:pt x="57299" y="20274"/>
                </a:cubicBezTo>
                <a:cubicBezTo>
                  <a:pt x="56839" y="20466"/>
                  <a:pt x="56419" y="20742"/>
                  <a:pt x="56065" y="21090"/>
                </a:cubicBezTo>
                <a:cubicBezTo>
                  <a:pt x="55711" y="21438"/>
                  <a:pt x="55430" y="21846"/>
                  <a:pt x="55237" y="22314"/>
                </a:cubicBezTo>
                <a:cubicBezTo>
                  <a:pt x="55046" y="22770"/>
                  <a:pt x="54948" y="23261"/>
                  <a:pt x="54948" y="23754"/>
                </a:cubicBezTo>
                <a:cubicBezTo>
                  <a:pt x="54948" y="24257"/>
                  <a:pt x="55046" y="24749"/>
                  <a:pt x="55237" y="25205"/>
                </a:cubicBezTo>
                <a:cubicBezTo>
                  <a:pt x="55430" y="25661"/>
                  <a:pt x="55711" y="26081"/>
                  <a:pt x="56065" y="26429"/>
                </a:cubicBezTo>
                <a:cubicBezTo>
                  <a:pt x="56419" y="26777"/>
                  <a:pt x="56839" y="27053"/>
                  <a:pt x="57299" y="27233"/>
                </a:cubicBezTo>
                <a:cubicBezTo>
                  <a:pt x="57760" y="27425"/>
                  <a:pt x="58253" y="27509"/>
                  <a:pt x="58750" y="27509"/>
                </a:cubicBezTo>
                <a:lnTo>
                  <a:pt x="67198" y="27509"/>
                </a:lnTo>
                <a:lnTo>
                  <a:pt x="59087" y="35620"/>
                </a:lnTo>
                <a:cubicBezTo>
                  <a:pt x="61032" y="37192"/>
                  <a:pt x="62810" y="38968"/>
                  <a:pt x="64391" y="40911"/>
                </a:cubicBezTo>
                <a:lnTo>
                  <a:pt x="72501" y="32813"/>
                </a:lnTo>
                <a:lnTo>
                  <a:pt x="72501" y="41247"/>
                </a:lnTo>
                <a:cubicBezTo>
                  <a:pt x="72494" y="41751"/>
                  <a:pt x="72585" y="42243"/>
                  <a:pt x="72771" y="42699"/>
                </a:cubicBezTo>
                <a:cubicBezTo>
                  <a:pt x="72956" y="43167"/>
                  <a:pt x="73230" y="43587"/>
                  <a:pt x="73580" y="43935"/>
                </a:cubicBezTo>
                <a:cubicBezTo>
                  <a:pt x="73929" y="44295"/>
                  <a:pt x="74344" y="44571"/>
                  <a:pt x="74803" y="44763"/>
                </a:cubicBezTo>
                <a:cubicBezTo>
                  <a:pt x="75263" y="44955"/>
                  <a:pt x="75754" y="45051"/>
                  <a:pt x="76251" y="45051"/>
                </a:cubicBezTo>
                <a:cubicBezTo>
                  <a:pt x="76748" y="45051"/>
                  <a:pt x="77240" y="44955"/>
                  <a:pt x="77698" y="44763"/>
                </a:cubicBezTo>
                <a:cubicBezTo>
                  <a:pt x="78157" y="44571"/>
                  <a:pt x="78572" y="44295"/>
                  <a:pt x="78921" y="43935"/>
                </a:cubicBezTo>
                <a:cubicBezTo>
                  <a:pt x="79270" y="43587"/>
                  <a:pt x="79545" y="43167"/>
                  <a:pt x="79732" y="42699"/>
                </a:cubicBezTo>
                <a:cubicBezTo>
                  <a:pt x="79916" y="42243"/>
                  <a:pt x="80008" y="41751"/>
                  <a:pt x="80001" y="41247"/>
                </a:cubicBezTo>
                <a:lnTo>
                  <a:pt x="80001" y="23754"/>
                </a:lnTo>
                <a:cubicBezTo>
                  <a:pt x="80001" y="22758"/>
                  <a:pt x="79605" y="21810"/>
                  <a:pt x="78902" y="21102"/>
                </a:cubicBezTo>
                <a:cubicBezTo>
                  <a:pt x="78199" y="20406"/>
                  <a:pt x="77245" y="20010"/>
                  <a:pt x="76251" y="20010"/>
                </a:cubicBezTo>
                <a:lnTo>
                  <a:pt x="58750" y="20010"/>
                </a:lnTo>
                <a:close/>
                <a:moveTo>
                  <a:pt x="64391" y="40911"/>
                </a:moveTo>
                <a:lnTo>
                  <a:pt x="37803" y="67500"/>
                </a:lnTo>
                <a:lnTo>
                  <a:pt x="46251" y="67500"/>
                </a:lnTo>
                <a:cubicBezTo>
                  <a:pt x="48323" y="67500"/>
                  <a:pt x="50001" y="69180"/>
                  <a:pt x="50001" y="71244"/>
                </a:cubicBezTo>
                <a:cubicBezTo>
                  <a:pt x="50001" y="73319"/>
                  <a:pt x="48323" y="74999"/>
                  <a:pt x="46251" y="74999"/>
                </a:cubicBezTo>
                <a:lnTo>
                  <a:pt x="28750" y="74999"/>
                </a:lnTo>
                <a:cubicBezTo>
                  <a:pt x="26678" y="74999"/>
                  <a:pt x="25000" y="73319"/>
                  <a:pt x="25000" y="71244"/>
                </a:cubicBezTo>
                <a:lnTo>
                  <a:pt x="25000" y="53750"/>
                </a:lnTo>
                <a:cubicBezTo>
                  <a:pt x="25000" y="51686"/>
                  <a:pt x="26678" y="50006"/>
                  <a:pt x="28750" y="50006"/>
                </a:cubicBezTo>
                <a:cubicBezTo>
                  <a:pt x="30822" y="50006"/>
                  <a:pt x="32500" y="51686"/>
                  <a:pt x="32500" y="53750"/>
                </a:cubicBezTo>
                <a:lnTo>
                  <a:pt x="32500" y="62197"/>
                </a:lnTo>
                <a:lnTo>
                  <a:pt x="59087" y="35620"/>
                </a:lnTo>
                <a:cubicBezTo>
                  <a:pt x="52855" y="30544"/>
                  <a:pt x="44911" y="27509"/>
                  <a:pt x="36250" y="27509"/>
                </a:cubicBezTo>
                <a:cubicBezTo>
                  <a:pt x="16230" y="27509"/>
                  <a:pt x="0" y="43731"/>
                  <a:pt x="0" y="63744"/>
                </a:cubicBezTo>
                <a:cubicBezTo>
                  <a:pt x="0" y="83770"/>
                  <a:pt x="16230" y="99992"/>
                  <a:pt x="36250" y="99992"/>
                </a:cubicBezTo>
                <a:cubicBezTo>
                  <a:pt x="56271" y="99992"/>
                  <a:pt x="72501" y="83770"/>
                  <a:pt x="72501" y="63744"/>
                </a:cubicBezTo>
                <a:cubicBezTo>
                  <a:pt x="72501" y="55094"/>
                  <a:pt x="69458" y="47151"/>
                  <a:pt x="64391" y="4091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7" name="Белый — SVG 25">
            <a:extLst>
              <a:ext uri="{FF2B5EF4-FFF2-40B4-BE49-F238E27FC236}">
                <a16:creationId xmlns:a16="http://schemas.microsoft.com/office/drawing/2014/main" id="{60054C27-7540-D04E-B219-50E72428FFA0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37217 w 124056"/>
              <a:gd name="csY0" fmla="*/ 0 h 141753"/>
              <a:gd name="csX1" fmla="*/ 21447 w 124056"/>
              <a:gd name="csY1" fmla="*/ 14170 h 141753"/>
              <a:gd name="csX2" fmla="*/ 12406 w 124056"/>
              <a:gd name="csY2" fmla="*/ 14170 h 141753"/>
              <a:gd name="csX3" fmla="*/ 0 w 124056"/>
              <a:gd name="csY3" fmla="*/ 26572 h 141753"/>
              <a:gd name="csX4" fmla="*/ 0 w 124056"/>
              <a:gd name="csY4" fmla="*/ 47835 h 141753"/>
              <a:gd name="csX5" fmla="*/ 23040 w 124056"/>
              <a:gd name="csY5" fmla="*/ 70885 h 141753"/>
              <a:gd name="csX6" fmla="*/ 23211 w 124056"/>
              <a:gd name="csY6" fmla="*/ 70885 h 141753"/>
              <a:gd name="csX7" fmla="*/ 56711 w 124056"/>
              <a:gd name="csY7" fmla="*/ 98852 h 141753"/>
              <a:gd name="csX8" fmla="*/ 56711 w 124056"/>
              <a:gd name="csY8" fmla="*/ 109858 h 141753"/>
              <a:gd name="csX9" fmla="*/ 44306 w 124056"/>
              <a:gd name="csY9" fmla="*/ 109858 h 141753"/>
              <a:gd name="csX10" fmla="*/ 21267 w 124056"/>
              <a:gd name="csY10" fmla="*/ 132891 h 141753"/>
              <a:gd name="csX11" fmla="*/ 21267 w 124056"/>
              <a:gd name="csY11" fmla="*/ 136446 h 141753"/>
              <a:gd name="csX12" fmla="*/ 26583 w 124056"/>
              <a:gd name="csY12" fmla="*/ 141754 h 141753"/>
              <a:gd name="csX13" fmla="*/ 97473 w 124056"/>
              <a:gd name="csY13" fmla="*/ 141754 h 141753"/>
              <a:gd name="csX14" fmla="*/ 102790 w 124056"/>
              <a:gd name="csY14" fmla="*/ 136446 h 141753"/>
              <a:gd name="csX15" fmla="*/ 102790 w 124056"/>
              <a:gd name="csY15" fmla="*/ 132891 h 141753"/>
              <a:gd name="csX16" fmla="*/ 79750 w 124056"/>
              <a:gd name="csY16" fmla="*/ 109858 h 141753"/>
              <a:gd name="csX17" fmla="*/ 67344 w 124056"/>
              <a:gd name="csY17" fmla="*/ 109858 h 141753"/>
              <a:gd name="csX18" fmla="*/ 67344 w 124056"/>
              <a:gd name="csY18" fmla="*/ 98852 h 141753"/>
              <a:gd name="csX19" fmla="*/ 100844 w 124056"/>
              <a:gd name="csY19" fmla="*/ 70885 h 141753"/>
              <a:gd name="csX20" fmla="*/ 101017 w 124056"/>
              <a:gd name="csY20" fmla="*/ 70885 h 141753"/>
              <a:gd name="csX21" fmla="*/ 124057 w 124056"/>
              <a:gd name="csY21" fmla="*/ 47835 h 141753"/>
              <a:gd name="csX22" fmla="*/ 124057 w 124056"/>
              <a:gd name="csY22" fmla="*/ 26572 h 141753"/>
              <a:gd name="csX23" fmla="*/ 111650 w 124056"/>
              <a:gd name="csY23" fmla="*/ 14170 h 141753"/>
              <a:gd name="csX24" fmla="*/ 102610 w 124056"/>
              <a:gd name="csY24" fmla="*/ 14170 h 141753"/>
              <a:gd name="csX25" fmla="*/ 86840 w 124056"/>
              <a:gd name="csY25" fmla="*/ 0 h 141753"/>
              <a:gd name="csX26" fmla="*/ 37217 w 124056"/>
              <a:gd name="csY26" fmla="*/ 0 h 141753"/>
              <a:gd name="csX27" fmla="*/ 12406 w 124056"/>
              <a:gd name="csY27" fmla="*/ 24802 h 141753"/>
              <a:gd name="csX28" fmla="*/ 21267 w 124056"/>
              <a:gd name="csY28" fmla="*/ 24802 h 141753"/>
              <a:gd name="csX29" fmla="*/ 21267 w 124056"/>
              <a:gd name="csY29" fmla="*/ 58467 h 141753"/>
              <a:gd name="csX30" fmla="*/ 21350 w 124056"/>
              <a:gd name="csY30" fmla="*/ 60083 h 141753"/>
              <a:gd name="csX31" fmla="*/ 10633 w 124056"/>
              <a:gd name="csY31" fmla="*/ 47835 h 141753"/>
              <a:gd name="csX32" fmla="*/ 10633 w 124056"/>
              <a:gd name="csY32" fmla="*/ 26572 h 141753"/>
              <a:gd name="csX33" fmla="*/ 12406 w 124056"/>
              <a:gd name="csY33" fmla="*/ 24802 h 141753"/>
              <a:gd name="csX34" fmla="*/ 102790 w 124056"/>
              <a:gd name="csY34" fmla="*/ 24802 h 141753"/>
              <a:gd name="csX35" fmla="*/ 111650 w 124056"/>
              <a:gd name="csY35" fmla="*/ 24802 h 141753"/>
              <a:gd name="csX36" fmla="*/ 113423 w 124056"/>
              <a:gd name="csY36" fmla="*/ 26572 h 141753"/>
              <a:gd name="csX37" fmla="*/ 113423 w 124056"/>
              <a:gd name="csY37" fmla="*/ 47835 h 141753"/>
              <a:gd name="csX38" fmla="*/ 102707 w 124056"/>
              <a:gd name="csY38" fmla="*/ 60083 h 141753"/>
              <a:gd name="csX39" fmla="*/ 102790 w 124056"/>
              <a:gd name="csY39" fmla="*/ 58467 h 141753"/>
              <a:gd name="csX40" fmla="*/ 102790 w 124056"/>
              <a:gd name="csY40" fmla="*/ 24802 h 141753"/>
            </a:gdLst>
            <a:ahLst/>
            <a:cxnLst/>
            <a:rect l="l" t="t" r="r" b="b"/>
            <a:pathLst>
              <a:path w="100000" h="100000">
                <a:moveTo>
                  <a:pt x="32497" y="0"/>
                </a:moveTo>
                <a:cubicBezTo>
                  <a:pt x="26721" y="0"/>
                  <a:pt x="22003" y="4392"/>
                  <a:pt x="21372" y="9996"/>
                </a:cubicBezTo>
                <a:lnTo>
                  <a:pt x="14994" y="9996"/>
                </a:lnTo>
                <a:cubicBezTo>
                  <a:pt x="10205" y="9996"/>
                  <a:pt x="6242" y="13969"/>
                  <a:pt x="6242" y="18745"/>
                </a:cubicBezTo>
                <a:lnTo>
                  <a:pt x="6242" y="33745"/>
                </a:lnTo>
                <a:cubicBezTo>
                  <a:pt x="6242" y="42686"/>
                  <a:pt x="13563" y="50006"/>
                  <a:pt x="22496" y="50006"/>
                </a:cubicBezTo>
                <a:lnTo>
                  <a:pt x="22616" y="50006"/>
                </a:lnTo>
                <a:cubicBezTo>
                  <a:pt x="25960" y="60435"/>
                  <a:pt x="35112" y="68271"/>
                  <a:pt x="46249" y="69735"/>
                </a:cubicBezTo>
                <a:lnTo>
                  <a:pt x="46249" y="77500"/>
                </a:lnTo>
                <a:lnTo>
                  <a:pt x="37498" y="77500"/>
                </a:lnTo>
                <a:cubicBezTo>
                  <a:pt x="28536" y="77500"/>
                  <a:pt x="21245" y="84795"/>
                  <a:pt x="21245" y="93748"/>
                </a:cubicBezTo>
                <a:lnTo>
                  <a:pt x="21245" y="96256"/>
                </a:lnTo>
                <a:cubicBezTo>
                  <a:pt x="21245" y="98332"/>
                  <a:pt x="22923" y="100001"/>
                  <a:pt x="24995" y="100001"/>
                </a:cubicBezTo>
                <a:lnTo>
                  <a:pt x="75005" y="100001"/>
                </a:lnTo>
                <a:cubicBezTo>
                  <a:pt x="77077" y="100001"/>
                  <a:pt x="78756" y="98332"/>
                  <a:pt x="78756" y="96256"/>
                </a:cubicBezTo>
                <a:lnTo>
                  <a:pt x="78756" y="93748"/>
                </a:lnTo>
                <a:cubicBezTo>
                  <a:pt x="78756" y="84795"/>
                  <a:pt x="71464" y="77500"/>
                  <a:pt x="62502" y="77500"/>
                </a:cubicBezTo>
                <a:lnTo>
                  <a:pt x="53750" y="77500"/>
                </a:lnTo>
                <a:lnTo>
                  <a:pt x="53750" y="69735"/>
                </a:lnTo>
                <a:cubicBezTo>
                  <a:pt x="64887" y="68271"/>
                  <a:pt x="74040" y="60435"/>
                  <a:pt x="77383" y="50006"/>
                </a:cubicBezTo>
                <a:lnTo>
                  <a:pt x="77505" y="50006"/>
                </a:lnTo>
                <a:cubicBezTo>
                  <a:pt x="86437" y="50006"/>
                  <a:pt x="93759" y="42686"/>
                  <a:pt x="93759" y="33745"/>
                </a:cubicBezTo>
                <a:lnTo>
                  <a:pt x="93759" y="18745"/>
                </a:lnTo>
                <a:cubicBezTo>
                  <a:pt x="93759" y="13969"/>
                  <a:pt x="89794" y="9996"/>
                  <a:pt x="85006" y="9996"/>
                </a:cubicBezTo>
                <a:lnTo>
                  <a:pt x="78629" y="9996"/>
                </a:lnTo>
                <a:cubicBezTo>
                  <a:pt x="77997" y="4392"/>
                  <a:pt x="73279" y="0"/>
                  <a:pt x="67504" y="0"/>
                </a:cubicBezTo>
                <a:lnTo>
                  <a:pt x="32497" y="0"/>
                </a:lnTo>
                <a:close/>
                <a:moveTo>
                  <a:pt x="14994" y="17497"/>
                </a:moveTo>
                <a:lnTo>
                  <a:pt x="21245" y="17497"/>
                </a:lnTo>
                <a:lnTo>
                  <a:pt x="21245" y="41246"/>
                </a:lnTo>
                <a:cubicBezTo>
                  <a:pt x="21245" y="41629"/>
                  <a:pt x="21288" y="42002"/>
                  <a:pt x="21304" y="42386"/>
                </a:cubicBezTo>
                <a:cubicBezTo>
                  <a:pt x="17008" y="41810"/>
                  <a:pt x="13743" y="38222"/>
                  <a:pt x="13743" y="33745"/>
                </a:cubicBezTo>
                <a:lnTo>
                  <a:pt x="13743" y="18745"/>
                </a:lnTo>
                <a:cubicBezTo>
                  <a:pt x="13743" y="18013"/>
                  <a:pt x="14256" y="17497"/>
                  <a:pt x="14994" y="17497"/>
                </a:cubicBezTo>
                <a:close/>
                <a:moveTo>
                  <a:pt x="78756" y="17497"/>
                </a:moveTo>
                <a:lnTo>
                  <a:pt x="85006" y="17497"/>
                </a:lnTo>
                <a:cubicBezTo>
                  <a:pt x="85745" y="17497"/>
                  <a:pt x="86257" y="18013"/>
                  <a:pt x="86257" y="18745"/>
                </a:cubicBezTo>
                <a:lnTo>
                  <a:pt x="86257" y="33745"/>
                </a:lnTo>
                <a:cubicBezTo>
                  <a:pt x="86257" y="38222"/>
                  <a:pt x="82993" y="41810"/>
                  <a:pt x="78697" y="42386"/>
                </a:cubicBezTo>
                <a:cubicBezTo>
                  <a:pt x="78711" y="42002"/>
                  <a:pt x="78756" y="41629"/>
                  <a:pt x="78756" y="41246"/>
                </a:cubicBezTo>
                <a:lnTo>
                  <a:pt x="78756" y="1749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8" name="Чёрный — SVG 1">
            <a:extLst>
              <a:ext uri="{FF2B5EF4-FFF2-40B4-BE49-F238E27FC236}">
                <a16:creationId xmlns:a16="http://schemas.microsoft.com/office/drawing/2014/main" id="{38993270-A5D6-1B4D-874A-91D504DDD14D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124062 w 134695"/>
              <a:gd name="csY0" fmla="*/ 60253 h 155940"/>
              <a:gd name="csX1" fmla="*/ 129370 w 134695"/>
              <a:gd name="csY1" fmla="*/ 60253 h 155940"/>
              <a:gd name="csX2" fmla="*/ 134695 w 134695"/>
              <a:gd name="csY2" fmla="*/ 54929 h 155940"/>
              <a:gd name="csX3" fmla="*/ 134695 w 134695"/>
              <a:gd name="csY3" fmla="*/ 33665 h 155940"/>
              <a:gd name="csX4" fmla="*/ 122276 w 134695"/>
              <a:gd name="csY4" fmla="*/ 21264 h 155940"/>
              <a:gd name="csX5" fmla="*/ 95700 w 134695"/>
              <a:gd name="csY5" fmla="*/ 21264 h 155940"/>
              <a:gd name="csX6" fmla="*/ 95700 w 134695"/>
              <a:gd name="csY6" fmla="*/ 17725 h 155940"/>
              <a:gd name="csX7" fmla="*/ 77973 w 134695"/>
              <a:gd name="csY7" fmla="*/ 0 h 155940"/>
              <a:gd name="csX8" fmla="*/ 60261 w 134695"/>
              <a:gd name="csY8" fmla="*/ 17725 h 155940"/>
              <a:gd name="csX9" fmla="*/ 60261 w 134695"/>
              <a:gd name="csY9" fmla="*/ 21264 h 155940"/>
              <a:gd name="csX10" fmla="*/ 33670 w 134695"/>
              <a:gd name="csY10" fmla="*/ 21264 h 155940"/>
              <a:gd name="csX11" fmla="*/ 21267 w 134695"/>
              <a:gd name="csY11" fmla="*/ 33665 h 155940"/>
              <a:gd name="csX12" fmla="*/ 21267 w 134695"/>
              <a:gd name="csY12" fmla="*/ 60253 h 155940"/>
              <a:gd name="csX13" fmla="*/ 17728 w 134695"/>
              <a:gd name="csY13" fmla="*/ 60253 h 155940"/>
              <a:gd name="csX14" fmla="*/ 0 w 134695"/>
              <a:gd name="csY14" fmla="*/ 77962 h 155940"/>
              <a:gd name="csX15" fmla="*/ 17728 w 134695"/>
              <a:gd name="csY15" fmla="*/ 95687 h 155940"/>
              <a:gd name="csX16" fmla="*/ 21267 w 134695"/>
              <a:gd name="csY16" fmla="*/ 95687 h 155940"/>
              <a:gd name="csX17" fmla="*/ 21267 w 134695"/>
              <a:gd name="csY17" fmla="*/ 122259 h 155940"/>
              <a:gd name="csX18" fmla="*/ 33670 w 134695"/>
              <a:gd name="csY18" fmla="*/ 134677 h 155940"/>
              <a:gd name="csX19" fmla="*/ 60261 w 134695"/>
              <a:gd name="csY19" fmla="*/ 134677 h 155940"/>
              <a:gd name="csX20" fmla="*/ 60261 w 134695"/>
              <a:gd name="csY20" fmla="*/ 138215 h 155940"/>
              <a:gd name="csX21" fmla="*/ 77973 w 134695"/>
              <a:gd name="csY21" fmla="*/ 155941 h 155940"/>
              <a:gd name="csX22" fmla="*/ 95700 w 134695"/>
              <a:gd name="csY22" fmla="*/ 138215 h 155940"/>
              <a:gd name="csX23" fmla="*/ 95700 w 134695"/>
              <a:gd name="csY23" fmla="*/ 134677 h 155940"/>
              <a:gd name="csX24" fmla="*/ 122276 w 134695"/>
              <a:gd name="csY24" fmla="*/ 134677 h 155940"/>
              <a:gd name="csX25" fmla="*/ 134695 w 134695"/>
              <a:gd name="csY25" fmla="*/ 122259 h 155940"/>
              <a:gd name="csX26" fmla="*/ 134695 w 134695"/>
              <a:gd name="csY26" fmla="*/ 100995 h 155940"/>
              <a:gd name="csX27" fmla="*/ 129370 w 134695"/>
              <a:gd name="csY27" fmla="*/ 95687 h 155940"/>
              <a:gd name="csX28" fmla="*/ 124062 w 134695"/>
              <a:gd name="csY28" fmla="*/ 95687 h 155940"/>
              <a:gd name="csX29" fmla="*/ 106334 w 134695"/>
              <a:gd name="csY29" fmla="*/ 77962 h 155940"/>
              <a:gd name="csX30" fmla="*/ 124062 w 134695"/>
              <a:gd name="csY30" fmla="*/ 60253 h 155940"/>
            </a:gdLst>
            <a:ahLst/>
            <a:cxnLst/>
            <a:rect l="l" t="t" r="r" b="b"/>
            <a:pathLst>
              <a:path w="100000" h="100000">
                <a:moveTo>
                  <a:pt x="86369" y="38639"/>
                </a:moveTo>
                <a:cubicBezTo>
                  <a:pt x="86522" y="38639"/>
                  <a:pt x="89773" y="38639"/>
                  <a:pt x="89773" y="38639"/>
                </a:cubicBezTo>
                <a:cubicBezTo>
                  <a:pt x="91661" y="38639"/>
                  <a:pt x="93188" y="37112"/>
                  <a:pt x="93188" y="35224"/>
                </a:cubicBezTo>
                <a:lnTo>
                  <a:pt x="93188" y="21588"/>
                </a:lnTo>
                <a:cubicBezTo>
                  <a:pt x="93188" y="17193"/>
                  <a:pt x="89621" y="13636"/>
                  <a:pt x="85224" y="13636"/>
                </a:cubicBezTo>
                <a:lnTo>
                  <a:pt x="68182" y="13636"/>
                </a:lnTo>
                <a:cubicBezTo>
                  <a:pt x="68182" y="13636"/>
                  <a:pt x="68182" y="12120"/>
                  <a:pt x="68182" y="11367"/>
                </a:cubicBezTo>
                <a:cubicBezTo>
                  <a:pt x="68182" y="5083"/>
                  <a:pt x="63098" y="0"/>
                  <a:pt x="56814" y="0"/>
                </a:cubicBezTo>
                <a:cubicBezTo>
                  <a:pt x="50540" y="0"/>
                  <a:pt x="45456" y="5083"/>
                  <a:pt x="45456" y="11367"/>
                </a:cubicBezTo>
                <a:cubicBezTo>
                  <a:pt x="45456" y="12141"/>
                  <a:pt x="45456" y="13636"/>
                  <a:pt x="45456" y="13636"/>
                </a:cubicBezTo>
                <a:lnTo>
                  <a:pt x="28404" y="13636"/>
                </a:lnTo>
                <a:cubicBezTo>
                  <a:pt x="24006" y="13636"/>
                  <a:pt x="20450" y="17193"/>
                  <a:pt x="20450" y="21588"/>
                </a:cubicBezTo>
                <a:lnTo>
                  <a:pt x="20450" y="38639"/>
                </a:lnTo>
                <a:cubicBezTo>
                  <a:pt x="20450" y="38639"/>
                  <a:pt x="18955" y="38639"/>
                  <a:pt x="18180" y="38639"/>
                </a:cubicBezTo>
                <a:cubicBezTo>
                  <a:pt x="11896" y="38639"/>
                  <a:pt x="6812" y="43723"/>
                  <a:pt x="6812" y="49995"/>
                </a:cubicBezTo>
                <a:cubicBezTo>
                  <a:pt x="6812" y="56278"/>
                  <a:pt x="11896" y="61361"/>
                  <a:pt x="18180" y="61361"/>
                </a:cubicBezTo>
                <a:cubicBezTo>
                  <a:pt x="18955" y="61361"/>
                  <a:pt x="20450" y="61361"/>
                  <a:pt x="20450" y="61361"/>
                </a:cubicBezTo>
                <a:lnTo>
                  <a:pt x="20450" y="78401"/>
                </a:lnTo>
                <a:cubicBezTo>
                  <a:pt x="20450" y="82797"/>
                  <a:pt x="24006" y="86365"/>
                  <a:pt x="28404" y="86365"/>
                </a:cubicBezTo>
                <a:lnTo>
                  <a:pt x="45456" y="86365"/>
                </a:lnTo>
                <a:cubicBezTo>
                  <a:pt x="45456" y="86365"/>
                  <a:pt x="45456" y="87859"/>
                  <a:pt x="45456" y="88633"/>
                </a:cubicBezTo>
                <a:cubicBezTo>
                  <a:pt x="45456" y="94906"/>
                  <a:pt x="50540" y="100001"/>
                  <a:pt x="56814" y="100001"/>
                </a:cubicBezTo>
                <a:cubicBezTo>
                  <a:pt x="63098" y="100001"/>
                  <a:pt x="68182" y="94906"/>
                  <a:pt x="68182" y="88633"/>
                </a:cubicBezTo>
                <a:cubicBezTo>
                  <a:pt x="68182" y="87859"/>
                  <a:pt x="68182" y="86365"/>
                  <a:pt x="68182" y="86365"/>
                </a:cubicBezTo>
                <a:lnTo>
                  <a:pt x="85224" y="86365"/>
                </a:lnTo>
                <a:cubicBezTo>
                  <a:pt x="89621" y="86365"/>
                  <a:pt x="93188" y="82797"/>
                  <a:pt x="93188" y="78401"/>
                </a:cubicBezTo>
                <a:lnTo>
                  <a:pt x="93188" y="64765"/>
                </a:lnTo>
                <a:cubicBezTo>
                  <a:pt x="93188" y="62900"/>
                  <a:pt x="91650" y="61361"/>
                  <a:pt x="89773" y="61361"/>
                </a:cubicBezTo>
                <a:cubicBezTo>
                  <a:pt x="86074" y="61361"/>
                  <a:pt x="87482" y="61361"/>
                  <a:pt x="86369" y="61361"/>
                </a:cubicBezTo>
                <a:cubicBezTo>
                  <a:pt x="80096" y="61361"/>
                  <a:pt x="75001" y="56278"/>
                  <a:pt x="75001" y="49995"/>
                </a:cubicBezTo>
                <a:cubicBezTo>
                  <a:pt x="75001" y="43723"/>
                  <a:pt x="80085" y="38639"/>
                  <a:pt x="86369" y="3863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9" name="Чёрный — SVG 2">
            <a:extLst>
              <a:ext uri="{FF2B5EF4-FFF2-40B4-BE49-F238E27FC236}">
                <a16:creationId xmlns:a16="http://schemas.microsoft.com/office/drawing/2014/main" id="{15AA64F4-AD9B-C74C-81B9-983FF591ED26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63798 w 127591"/>
              <a:gd name="csY0" fmla="*/ 0 h 131121"/>
              <a:gd name="csX1" fmla="*/ 21265 w 127591"/>
              <a:gd name="csY1" fmla="*/ 42528 h 131121"/>
              <a:gd name="csX2" fmla="*/ 54866 w 127591"/>
              <a:gd name="csY2" fmla="*/ 105418 h 131121"/>
              <a:gd name="csX3" fmla="*/ 63798 w 127591"/>
              <a:gd name="csY3" fmla="*/ 109790 h 131121"/>
              <a:gd name="csX4" fmla="*/ 72713 w 127591"/>
              <a:gd name="csY4" fmla="*/ 105418 h 131121"/>
              <a:gd name="csX5" fmla="*/ 106332 w 127591"/>
              <a:gd name="csY5" fmla="*/ 42528 h 131121"/>
              <a:gd name="csX6" fmla="*/ 63798 w 127591"/>
              <a:gd name="csY6" fmla="*/ 0 h 131121"/>
              <a:gd name="csX7" fmla="*/ 63798 w 127591"/>
              <a:gd name="csY7" fmla="*/ 31896 h 131121"/>
              <a:gd name="csX8" fmla="*/ 74431 w 127591"/>
              <a:gd name="csY8" fmla="*/ 42528 h 131121"/>
              <a:gd name="csX9" fmla="*/ 63798 w 127591"/>
              <a:gd name="csY9" fmla="*/ 53160 h 131121"/>
              <a:gd name="csX10" fmla="*/ 53165 w 127591"/>
              <a:gd name="csY10" fmla="*/ 42528 h 131121"/>
              <a:gd name="csX11" fmla="*/ 63798 w 127591"/>
              <a:gd name="csY11" fmla="*/ 31896 h 131121"/>
              <a:gd name="csX12" fmla="*/ 20278 w 127591"/>
              <a:gd name="csY12" fmla="*/ 88594 h 131121"/>
              <a:gd name="csX13" fmla="*/ 8947 w 127591"/>
              <a:gd name="csY13" fmla="*/ 95959 h 131121"/>
              <a:gd name="csX14" fmla="*/ 1070 w 127591"/>
              <a:gd name="csY14" fmla="*/ 113685 h 131121"/>
              <a:gd name="csX15" fmla="*/ 2005 w 127591"/>
              <a:gd name="csY15" fmla="*/ 125474 h 131121"/>
              <a:gd name="csX16" fmla="*/ 12401 w 127591"/>
              <a:gd name="csY16" fmla="*/ 131122 h 131121"/>
              <a:gd name="csX17" fmla="*/ 115178 w 127591"/>
              <a:gd name="csY17" fmla="*/ 131122 h 131121"/>
              <a:gd name="csX18" fmla="*/ 125574 w 127591"/>
              <a:gd name="csY18" fmla="*/ 125474 h 131121"/>
              <a:gd name="csX19" fmla="*/ 126509 w 127591"/>
              <a:gd name="csY19" fmla="*/ 113685 h 131121"/>
              <a:gd name="csX20" fmla="*/ 118649 w 127591"/>
              <a:gd name="csY20" fmla="*/ 95959 h 131121"/>
              <a:gd name="csX21" fmla="*/ 107301 w 127591"/>
              <a:gd name="csY21" fmla="*/ 88594 h 131121"/>
              <a:gd name="csX22" fmla="*/ 95766 w 127591"/>
              <a:gd name="csY22" fmla="*/ 88594 h 131121"/>
              <a:gd name="csX23" fmla="*/ 88416 w 127591"/>
              <a:gd name="csY23" fmla="*/ 99226 h 131121"/>
              <a:gd name="csX24" fmla="*/ 107301 w 127591"/>
              <a:gd name="csY24" fmla="*/ 99226 h 131121"/>
              <a:gd name="csX25" fmla="*/ 108918 w 127591"/>
              <a:gd name="csY25" fmla="*/ 100280 h 131121"/>
              <a:gd name="csX26" fmla="*/ 116795 w 127591"/>
              <a:gd name="csY26" fmla="*/ 118006 h 131121"/>
              <a:gd name="csX27" fmla="*/ 116659 w 127591"/>
              <a:gd name="csY27" fmla="*/ 119690 h 131121"/>
              <a:gd name="csX28" fmla="*/ 115178 w 127591"/>
              <a:gd name="csY28" fmla="*/ 120490 h 131121"/>
              <a:gd name="csX29" fmla="*/ 12401 w 127591"/>
              <a:gd name="csY29" fmla="*/ 120490 h 131121"/>
              <a:gd name="csX30" fmla="*/ 10920 w 127591"/>
              <a:gd name="csY30" fmla="*/ 119690 h 131121"/>
              <a:gd name="csX31" fmla="*/ 10784 w 127591"/>
              <a:gd name="csY31" fmla="*/ 118006 h 131121"/>
              <a:gd name="csX32" fmla="*/ 18661 w 127591"/>
              <a:gd name="csY32" fmla="*/ 100280 h 131121"/>
              <a:gd name="csX33" fmla="*/ 20278 w 127591"/>
              <a:gd name="csY33" fmla="*/ 99226 h 131121"/>
              <a:gd name="csX34" fmla="*/ 39163 w 127591"/>
              <a:gd name="csY34" fmla="*/ 99226 h 131121"/>
              <a:gd name="csX35" fmla="*/ 31830 w 127591"/>
              <a:gd name="csY35" fmla="*/ 88594 h 131121"/>
              <a:gd name="csX36" fmla="*/ 20278 w 127591"/>
              <a:gd name="csY36" fmla="*/ 88594 h 131121"/>
            </a:gdLst>
            <a:ahLst/>
            <a:cxnLst/>
            <a:rect l="l" t="t" r="r" b="b"/>
            <a:pathLst>
              <a:path w="100000" h="100000">
                <a:moveTo>
                  <a:pt x="50002" y="0"/>
                </a:moveTo>
                <a:cubicBezTo>
                  <a:pt x="32109" y="0"/>
                  <a:pt x="17564" y="14543"/>
                  <a:pt x="17564" y="32434"/>
                </a:cubicBezTo>
                <a:cubicBezTo>
                  <a:pt x="17564" y="45421"/>
                  <a:pt x="33614" y="68059"/>
                  <a:pt x="43190" y="80397"/>
                </a:cubicBezTo>
                <a:cubicBezTo>
                  <a:pt x="44838" y="82512"/>
                  <a:pt x="47316" y="83732"/>
                  <a:pt x="50002" y="83732"/>
                </a:cubicBezTo>
                <a:cubicBezTo>
                  <a:pt x="52675" y="83732"/>
                  <a:pt x="55166" y="82512"/>
                  <a:pt x="56801" y="80397"/>
                </a:cubicBezTo>
                <a:cubicBezTo>
                  <a:pt x="66377" y="68059"/>
                  <a:pt x="82441" y="45421"/>
                  <a:pt x="82441" y="32434"/>
                </a:cubicBezTo>
                <a:cubicBezTo>
                  <a:pt x="82441" y="14543"/>
                  <a:pt x="67882" y="0"/>
                  <a:pt x="50002" y="0"/>
                </a:cubicBezTo>
                <a:close/>
                <a:moveTo>
                  <a:pt x="50002" y="24326"/>
                </a:moveTo>
                <a:cubicBezTo>
                  <a:pt x="54479" y="24326"/>
                  <a:pt x="58111" y="27958"/>
                  <a:pt x="58111" y="32434"/>
                </a:cubicBezTo>
                <a:cubicBezTo>
                  <a:pt x="58111" y="36910"/>
                  <a:pt x="54479" y="40543"/>
                  <a:pt x="50002" y="40543"/>
                </a:cubicBezTo>
                <a:cubicBezTo>
                  <a:pt x="45525" y="40543"/>
                  <a:pt x="41893" y="36910"/>
                  <a:pt x="41893" y="32434"/>
                </a:cubicBezTo>
                <a:cubicBezTo>
                  <a:pt x="41893" y="27958"/>
                  <a:pt x="45525" y="24326"/>
                  <a:pt x="50002" y="24326"/>
                </a:cubicBezTo>
                <a:close/>
                <a:moveTo>
                  <a:pt x="16811" y="67567"/>
                </a:moveTo>
                <a:cubicBezTo>
                  <a:pt x="13087" y="67567"/>
                  <a:pt x="9687" y="69772"/>
                  <a:pt x="8170" y="73184"/>
                </a:cubicBezTo>
                <a:lnTo>
                  <a:pt x="2162" y="86702"/>
                </a:lnTo>
                <a:cubicBezTo>
                  <a:pt x="864" y="89635"/>
                  <a:pt x="1123" y="93008"/>
                  <a:pt x="2875" y="95693"/>
                </a:cubicBezTo>
                <a:cubicBezTo>
                  <a:pt x="4627" y="98392"/>
                  <a:pt x="7598" y="100001"/>
                  <a:pt x="10804" y="100001"/>
                </a:cubicBezTo>
                <a:lnTo>
                  <a:pt x="89187" y="100001"/>
                </a:lnTo>
                <a:cubicBezTo>
                  <a:pt x="92405" y="100001"/>
                  <a:pt x="95364" y="98392"/>
                  <a:pt x="97116" y="95693"/>
                </a:cubicBezTo>
                <a:cubicBezTo>
                  <a:pt x="98880" y="93008"/>
                  <a:pt x="99140" y="89648"/>
                  <a:pt x="97829" y="86702"/>
                </a:cubicBezTo>
                <a:lnTo>
                  <a:pt x="91834" y="73184"/>
                </a:lnTo>
                <a:cubicBezTo>
                  <a:pt x="90317" y="69772"/>
                  <a:pt x="86917" y="67567"/>
                  <a:pt x="83180" y="67567"/>
                </a:cubicBezTo>
                <a:lnTo>
                  <a:pt x="74382" y="67567"/>
                </a:lnTo>
                <a:cubicBezTo>
                  <a:pt x="72657" y="70174"/>
                  <a:pt x="70789" y="72872"/>
                  <a:pt x="68777" y="75675"/>
                </a:cubicBezTo>
                <a:lnTo>
                  <a:pt x="83180" y="75675"/>
                </a:lnTo>
                <a:cubicBezTo>
                  <a:pt x="83712" y="75675"/>
                  <a:pt x="84205" y="75986"/>
                  <a:pt x="84413" y="76479"/>
                </a:cubicBezTo>
                <a:lnTo>
                  <a:pt x="90420" y="89998"/>
                </a:lnTo>
                <a:cubicBezTo>
                  <a:pt x="90680" y="90582"/>
                  <a:pt x="90472" y="91049"/>
                  <a:pt x="90317" y="91282"/>
                </a:cubicBezTo>
                <a:cubicBezTo>
                  <a:pt x="90173" y="91515"/>
                  <a:pt x="89823" y="91892"/>
                  <a:pt x="89187" y="91892"/>
                </a:cubicBezTo>
                <a:lnTo>
                  <a:pt x="10804" y="91892"/>
                </a:lnTo>
                <a:cubicBezTo>
                  <a:pt x="10168" y="91892"/>
                  <a:pt x="9818" y="91503"/>
                  <a:pt x="9674" y="91282"/>
                </a:cubicBezTo>
                <a:cubicBezTo>
                  <a:pt x="9519" y="91049"/>
                  <a:pt x="9311" y="90582"/>
                  <a:pt x="9571" y="89998"/>
                </a:cubicBezTo>
                <a:lnTo>
                  <a:pt x="15578" y="76479"/>
                </a:lnTo>
                <a:cubicBezTo>
                  <a:pt x="15799" y="75999"/>
                  <a:pt x="16279" y="75675"/>
                  <a:pt x="16811" y="75675"/>
                </a:cubicBezTo>
                <a:lnTo>
                  <a:pt x="31214" y="75675"/>
                </a:lnTo>
                <a:cubicBezTo>
                  <a:pt x="29202" y="72872"/>
                  <a:pt x="27334" y="70174"/>
                  <a:pt x="25621" y="67567"/>
                </a:cubicBezTo>
                <a:lnTo>
                  <a:pt x="16811" y="6756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0" name="Чёрный — SVG 3">
            <a:extLst>
              <a:ext uri="{FF2B5EF4-FFF2-40B4-BE49-F238E27FC236}">
                <a16:creationId xmlns:a16="http://schemas.microsoft.com/office/drawing/2014/main" id="{D59534CF-A6F0-2041-AB56-5E43B79615CF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70896 w 141776"/>
              <a:gd name="csY0" fmla="*/ 0 h 152392"/>
              <a:gd name="csX1" fmla="*/ 10634 w 141776"/>
              <a:gd name="csY1" fmla="*/ 60253 h 152392"/>
              <a:gd name="csX2" fmla="*/ 20927 w 141776"/>
              <a:gd name="csY2" fmla="*/ 93901 h 152392"/>
              <a:gd name="csX3" fmla="*/ 1566 w 141776"/>
              <a:gd name="csY3" fmla="*/ 113277 h 152392"/>
              <a:gd name="csX4" fmla="*/ 205 w 141776"/>
              <a:gd name="csY4" fmla="*/ 115607 h 152392"/>
              <a:gd name="csX5" fmla="*/ 154 w 141776"/>
              <a:gd name="csY5" fmla="*/ 118295 h 152392"/>
              <a:gd name="csX6" fmla="*/ 1447 w 141776"/>
              <a:gd name="csY6" fmla="*/ 120677 h 152392"/>
              <a:gd name="csX7" fmla="*/ 3727 w 141776"/>
              <a:gd name="csY7" fmla="*/ 122106 h 152392"/>
              <a:gd name="csX8" fmla="*/ 24534 w 141776"/>
              <a:gd name="csY8" fmla="*/ 128638 h 152392"/>
              <a:gd name="csX9" fmla="*/ 30251 w 141776"/>
              <a:gd name="csY9" fmla="*/ 148541 h 152392"/>
              <a:gd name="csX10" fmla="*/ 31663 w 141776"/>
              <a:gd name="csY10" fmla="*/ 150888 h 152392"/>
              <a:gd name="csX11" fmla="*/ 34028 w 141776"/>
              <a:gd name="csY11" fmla="*/ 152215 h 152392"/>
              <a:gd name="csX12" fmla="*/ 36767 w 141776"/>
              <a:gd name="csY12" fmla="*/ 152198 h 152392"/>
              <a:gd name="csX13" fmla="*/ 39115 w 141776"/>
              <a:gd name="csY13" fmla="*/ 150837 h 152392"/>
              <a:gd name="csX14" fmla="*/ 69007 w 141776"/>
              <a:gd name="csY14" fmla="*/ 120949 h 152392"/>
              <a:gd name="csX15" fmla="*/ 69483 w 141776"/>
              <a:gd name="csY15" fmla="*/ 120422 h 152392"/>
              <a:gd name="csX16" fmla="*/ 70896 w 141776"/>
              <a:gd name="csY16" fmla="*/ 120490 h 152392"/>
              <a:gd name="csX17" fmla="*/ 72240 w 141776"/>
              <a:gd name="csY17" fmla="*/ 120422 h 152392"/>
              <a:gd name="csX18" fmla="*/ 102660 w 141776"/>
              <a:gd name="csY18" fmla="*/ 150837 h 152392"/>
              <a:gd name="csX19" fmla="*/ 105025 w 141776"/>
              <a:gd name="csY19" fmla="*/ 152198 h 152392"/>
              <a:gd name="csX20" fmla="*/ 107747 w 141776"/>
              <a:gd name="csY20" fmla="*/ 152215 h 152392"/>
              <a:gd name="csX21" fmla="*/ 110129 w 141776"/>
              <a:gd name="csY21" fmla="*/ 150888 h 152392"/>
              <a:gd name="csX22" fmla="*/ 111523 w 141776"/>
              <a:gd name="csY22" fmla="*/ 148541 h 152392"/>
              <a:gd name="csX23" fmla="*/ 117241 w 141776"/>
              <a:gd name="csY23" fmla="*/ 128638 h 152392"/>
              <a:gd name="csX24" fmla="*/ 138048 w 141776"/>
              <a:gd name="csY24" fmla="*/ 122106 h 152392"/>
              <a:gd name="csX25" fmla="*/ 140345 w 141776"/>
              <a:gd name="csY25" fmla="*/ 120677 h 152392"/>
              <a:gd name="csX26" fmla="*/ 141621 w 141776"/>
              <a:gd name="csY26" fmla="*/ 118295 h 152392"/>
              <a:gd name="csX27" fmla="*/ 141587 w 141776"/>
              <a:gd name="csY27" fmla="*/ 115607 h 152392"/>
              <a:gd name="csX28" fmla="*/ 140225 w 141776"/>
              <a:gd name="csY28" fmla="*/ 113277 h 152392"/>
              <a:gd name="csX29" fmla="*/ 120847 w 141776"/>
              <a:gd name="csY29" fmla="*/ 93901 h 152392"/>
              <a:gd name="csX30" fmla="*/ 131140 w 141776"/>
              <a:gd name="csY30" fmla="*/ 60253 h 152392"/>
              <a:gd name="csX31" fmla="*/ 70896 w 141776"/>
              <a:gd name="csY31" fmla="*/ 0 h 152392"/>
              <a:gd name="csX32" fmla="*/ 72223 w 141776"/>
              <a:gd name="csY32" fmla="*/ 35468 h 152392"/>
              <a:gd name="csX33" fmla="*/ 75779 w 141776"/>
              <a:gd name="csY33" fmla="*/ 36438 h 152392"/>
              <a:gd name="csX34" fmla="*/ 77974 w 141776"/>
              <a:gd name="csY34" fmla="*/ 40759 h 152392"/>
              <a:gd name="csX35" fmla="*/ 77974 w 141776"/>
              <a:gd name="csY35" fmla="*/ 79731 h 152392"/>
              <a:gd name="csX36" fmla="*/ 72665 w 141776"/>
              <a:gd name="csY36" fmla="*/ 85056 h 152392"/>
              <a:gd name="csX37" fmla="*/ 67340 w 141776"/>
              <a:gd name="csY37" fmla="*/ 79731 h 152392"/>
              <a:gd name="csX38" fmla="*/ 67340 w 141776"/>
              <a:gd name="csY38" fmla="*/ 48124 h 152392"/>
              <a:gd name="csX39" fmla="*/ 63716 w 141776"/>
              <a:gd name="csY39" fmla="*/ 49349 h 152392"/>
              <a:gd name="csX40" fmla="*/ 56979 w 141776"/>
              <a:gd name="csY40" fmla="*/ 45981 h 152392"/>
              <a:gd name="csX41" fmla="*/ 60347 w 141776"/>
              <a:gd name="csY41" fmla="*/ 39262 h 152392"/>
              <a:gd name="csX42" fmla="*/ 70981 w 141776"/>
              <a:gd name="csY42" fmla="*/ 35706 h 152392"/>
              <a:gd name="csX43" fmla="*/ 72223 w 141776"/>
              <a:gd name="csY43" fmla="*/ 35468 h 152392"/>
              <a:gd name="csX44" fmla="*/ 38996 w 141776"/>
              <a:gd name="csY44" fmla="*/ 53160 h 152392"/>
              <a:gd name="csX45" fmla="*/ 46073 w 141776"/>
              <a:gd name="csY45" fmla="*/ 60253 h 152392"/>
              <a:gd name="csX46" fmla="*/ 38996 w 141776"/>
              <a:gd name="csY46" fmla="*/ 67330 h 152392"/>
              <a:gd name="csX47" fmla="*/ 31901 w 141776"/>
              <a:gd name="csY47" fmla="*/ 60253 h 152392"/>
              <a:gd name="csX48" fmla="*/ 38996 w 141776"/>
              <a:gd name="csY48" fmla="*/ 53160 h 152392"/>
              <a:gd name="csX49" fmla="*/ 102796 w 141776"/>
              <a:gd name="csY49" fmla="*/ 53160 h 152392"/>
              <a:gd name="csX50" fmla="*/ 109874 w 141776"/>
              <a:gd name="csY50" fmla="*/ 60253 h 152392"/>
              <a:gd name="csX51" fmla="*/ 102796 w 141776"/>
              <a:gd name="csY51" fmla="*/ 67330 h 152392"/>
              <a:gd name="csX52" fmla="*/ 95701 w 141776"/>
              <a:gd name="csY52" fmla="*/ 60253 h 152392"/>
              <a:gd name="csX53" fmla="*/ 102796 w 141776"/>
              <a:gd name="csY53" fmla="*/ 53160 h 152392"/>
              <a:gd name="csX54" fmla="*/ 27699 w 141776"/>
              <a:gd name="csY54" fmla="*/ 102169 h 152392"/>
              <a:gd name="csX55" fmla="*/ 56298 w 141776"/>
              <a:gd name="csY55" fmla="*/ 118635 h 152392"/>
              <a:gd name="csX56" fmla="*/ 37975 w 141776"/>
              <a:gd name="csY56" fmla="*/ 136939 h 152392"/>
              <a:gd name="csX57" fmla="*/ 33960 w 141776"/>
              <a:gd name="csY57" fmla="*/ 122956 h 152392"/>
              <a:gd name="csX58" fmla="*/ 32667 w 141776"/>
              <a:gd name="csY58" fmla="*/ 120711 h 152392"/>
              <a:gd name="csX59" fmla="*/ 30455 w 141776"/>
              <a:gd name="csY59" fmla="*/ 119367 h 152392"/>
              <a:gd name="csX60" fmla="*/ 15279 w 141776"/>
              <a:gd name="csY60" fmla="*/ 114604 h 152392"/>
              <a:gd name="csX61" fmla="*/ 27699 w 141776"/>
              <a:gd name="csY61" fmla="*/ 102169 h 152392"/>
              <a:gd name="csX62" fmla="*/ 114075 w 141776"/>
              <a:gd name="csY62" fmla="*/ 102169 h 152392"/>
              <a:gd name="csX63" fmla="*/ 126496 w 141776"/>
              <a:gd name="csY63" fmla="*/ 114604 h 152392"/>
              <a:gd name="csX64" fmla="*/ 111337 w 141776"/>
              <a:gd name="csY64" fmla="*/ 119367 h 152392"/>
              <a:gd name="csX65" fmla="*/ 109125 w 141776"/>
              <a:gd name="csY65" fmla="*/ 120711 h 152392"/>
              <a:gd name="csX66" fmla="*/ 107815 w 141776"/>
              <a:gd name="csY66" fmla="*/ 122956 h 152392"/>
              <a:gd name="csX67" fmla="*/ 103799 w 141776"/>
              <a:gd name="csY67" fmla="*/ 136939 h 152392"/>
              <a:gd name="csX68" fmla="*/ 85493 w 141776"/>
              <a:gd name="csY68" fmla="*/ 118635 h 152392"/>
              <a:gd name="csX69" fmla="*/ 114075 w 141776"/>
              <a:gd name="csY69" fmla="*/ 102169 h 152392"/>
            </a:gdLst>
            <a:ahLst/>
            <a:cxnLst/>
            <a:rect l="l" t="t" r="r" b="b"/>
            <a:pathLst>
              <a:path w="100000" h="100000">
                <a:moveTo>
                  <a:pt x="50005" y="0"/>
                </a:moveTo>
                <a:cubicBezTo>
                  <a:pt x="28201" y="0"/>
                  <a:pt x="10461" y="17737"/>
                  <a:pt x="10461" y="39538"/>
                </a:cubicBezTo>
                <a:cubicBezTo>
                  <a:pt x="10461" y="47709"/>
                  <a:pt x="12951" y="55311"/>
                  <a:pt x="17215" y="61618"/>
                </a:cubicBezTo>
                <a:lnTo>
                  <a:pt x="4511" y="74333"/>
                </a:lnTo>
                <a:cubicBezTo>
                  <a:pt x="4087" y="74757"/>
                  <a:pt x="3774" y="75282"/>
                  <a:pt x="3618" y="75862"/>
                </a:cubicBezTo>
                <a:cubicBezTo>
                  <a:pt x="3450" y="76442"/>
                  <a:pt x="3439" y="77045"/>
                  <a:pt x="3584" y="77625"/>
                </a:cubicBezTo>
                <a:cubicBezTo>
                  <a:pt x="3729" y="78217"/>
                  <a:pt x="4020" y="78753"/>
                  <a:pt x="4433" y="79189"/>
                </a:cubicBezTo>
                <a:cubicBezTo>
                  <a:pt x="4834" y="79624"/>
                  <a:pt x="5359" y="79948"/>
                  <a:pt x="5929" y="80126"/>
                </a:cubicBezTo>
                <a:lnTo>
                  <a:pt x="19582" y="84413"/>
                </a:lnTo>
                <a:lnTo>
                  <a:pt x="23334" y="97473"/>
                </a:lnTo>
                <a:cubicBezTo>
                  <a:pt x="23501" y="98054"/>
                  <a:pt x="23825" y="98589"/>
                  <a:pt x="24260" y="99013"/>
                </a:cubicBezTo>
                <a:cubicBezTo>
                  <a:pt x="24696" y="99438"/>
                  <a:pt x="25232" y="99739"/>
                  <a:pt x="25812" y="99884"/>
                </a:cubicBezTo>
                <a:cubicBezTo>
                  <a:pt x="26404" y="100041"/>
                  <a:pt x="27018" y="100041"/>
                  <a:pt x="27610" y="99873"/>
                </a:cubicBezTo>
                <a:cubicBezTo>
                  <a:pt x="28190" y="99717"/>
                  <a:pt x="28726" y="99404"/>
                  <a:pt x="29150" y="98980"/>
                </a:cubicBezTo>
                <a:lnTo>
                  <a:pt x="48766" y="79367"/>
                </a:lnTo>
                <a:cubicBezTo>
                  <a:pt x="48878" y="79255"/>
                  <a:pt x="48978" y="79144"/>
                  <a:pt x="49078" y="79021"/>
                </a:cubicBezTo>
                <a:cubicBezTo>
                  <a:pt x="49391" y="79032"/>
                  <a:pt x="49693" y="79066"/>
                  <a:pt x="50005" y="79066"/>
                </a:cubicBezTo>
                <a:cubicBezTo>
                  <a:pt x="50306" y="79066"/>
                  <a:pt x="50597" y="79032"/>
                  <a:pt x="50887" y="79021"/>
                </a:cubicBezTo>
                <a:lnTo>
                  <a:pt x="70849" y="98980"/>
                </a:lnTo>
                <a:cubicBezTo>
                  <a:pt x="71273" y="99404"/>
                  <a:pt x="71809" y="99717"/>
                  <a:pt x="72401" y="99873"/>
                </a:cubicBezTo>
                <a:cubicBezTo>
                  <a:pt x="72981" y="100041"/>
                  <a:pt x="73595" y="100041"/>
                  <a:pt x="74187" y="99884"/>
                </a:cubicBezTo>
                <a:cubicBezTo>
                  <a:pt x="74778" y="99739"/>
                  <a:pt x="75314" y="99438"/>
                  <a:pt x="75750" y="99013"/>
                </a:cubicBezTo>
                <a:cubicBezTo>
                  <a:pt x="76185" y="98589"/>
                  <a:pt x="76497" y="98054"/>
                  <a:pt x="76665" y="97473"/>
                </a:cubicBezTo>
                <a:lnTo>
                  <a:pt x="80417" y="84413"/>
                </a:lnTo>
                <a:lnTo>
                  <a:pt x="94071" y="80126"/>
                </a:lnTo>
                <a:cubicBezTo>
                  <a:pt x="94651" y="79948"/>
                  <a:pt x="95164" y="79624"/>
                  <a:pt x="95578" y="79189"/>
                </a:cubicBezTo>
                <a:cubicBezTo>
                  <a:pt x="95991" y="78753"/>
                  <a:pt x="96281" y="78217"/>
                  <a:pt x="96415" y="77625"/>
                </a:cubicBezTo>
                <a:cubicBezTo>
                  <a:pt x="96560" y="77045"/>
                  <a:pt x="96548" y="76442"/>
                  <a:pt x="96393" y="75862"/>
                </a:cubicBezTo>
                <a:cubicBezTo>
                  <a:pt x="96225" y="75282"/>
                  <a:pt x="95924" y="74757"/>
                  <a:pt x="95499" y="74333"/>
                </a:cubicBezTo>
                <a:lnTo>
                  <a:pt x="82783" y="61618"/>
                </a:lnTo>
                <a:cubicBezTo>
                  <a:pt x="87048" y="55311"/>
                  <a:pt x="89538" y="47709"/>
                  <a:pt x="89538" y="39538"/>
                </a:cubicBezTo>
                <a:cubicBezTo>
                  <a:pt x="89538" y="17737"/>
                  <a:pt x="71809" y="0"/>
                  <a:pt x="50005" y="0"/>
                </a:cubicBezTo>
                <a:close/>
                <a:moveTo>
                  <a:pt x="50876" y="23274"/>
                </a:moveTo>
                <a:cubicBezTo>
                  <a:pt x="51691" y="23196"/>
                  <a:pt x="52517" y="23419"/>
                  <a:pt x="53209" y="23911"/>
                </a:cubicBezTo>
                <a:cubicBezTo>
                  <a:pt x="54114" y="24569"/>
                  <a:pt x="54650" y="25618"/>
                  <a:pt x="54650" y="26746"/>
                </a:cubicBezTo>
                <a:lnTo>
                  <a:pt x="54650" y="52320"/>
                </a:lnTo>
                <a:cubicBezTo>
                  <a:pt x="54650" y="54251"/>
                  <a:pt x="53097" y="55814"/>
                  <a:pt x="51166" y="55814"/>
                </a:cubicBezTo>
                <a:cubicBezTo>
                  <a:pt x="49235" y="55814"/>
                  <a:pt x="47672" y="54251"/>
                  <a:pt x="47672" y="52320"/>
                </a:cubicBezTo>
                <a:lnTo>
                  <a:pt x="47672" y="31579"/>
                </a:lnTo>
                <a:lnTo>
                  <a:pt x="45294" y="32383"/>
                </a:lnTo>
                <a:cubicBezTo>
                  <a:pt x="43463" y="32997"/>
                  <a:pt x="41487" y="32004"/>
                  <a:pt x="40873" y="30173"/>
                </a:cubicBezTo>
                <a:cubicBezTo>
                  <a:pt x="40270" y="28342"/>
                  <a:pt x="41252" y="26366"/>
                  <a:pt x="43083" y="25764"/>
                </a:cubicBezTo>
                <a:lnTo>
                  <a:pt x="50061" y="23430"/>
                </a:lnTo>
                <a:cubicBezTo>
                  <a:pt x="50329" y="23341"/>
                  <a:pt x="50597" y="23296"/>
                  <a:pt x="50876" y="23274"/>
                </a:cubicBezTo>
                <a:close/>
                <a:moveTo>
                  <a:pt x="29072" y="34884"/>
                </a:moveTo>
                <a:cubicBezTo>
                  <a:pt x="31640" y="34884"/>
                  <a:pt x="33716" y="36960"/>
                  <a:pt x="33716" y="39538"/>
                </a:cubicBezTo>
                <a:cubicBezTo>
                  <a:pt x="33716" y="42106"/>
                  <a:pt x="31640" y="44182"/>
                  <a:pt x="29072" y="44182"/>
                </a:cubicBezTo>
                <a:cubicBezTo>
                  <a:pt x="26494" y="44182"/>
                  <a:pt x="24417" y="42106"/>
                  <a:pt x="24417" y="39538"/>
                </a:cubicBezTo>
                <a:cubicBezTo>
                  <a:pt x="24417" y="36960"/>
                  <a:pt x="26494" y="34884"/>
                  <a:pt x="29072" y="34884"/>
                </a:cubicBezTo>
                <a:close/>
                <a:moveTo>
                  <a:pt x="70938" y="34884"/>
                </a:moveTo>
                <a:cubicBezTo>
                  <a:pt x="73506" y="34884"/>
                  <a:pt x="75583" y="36960"/>
                  <a:pt x="75583" y="39538"/>
                </a:cubicBezTo>
                <a:cubicBezTo>
                  <a:pt x="75583" y="42106"/>
                  <a:pt x="73506" y="44182"/>
                  <a:pt x="70938" y="44182"/>
                </a:cubicBezTo>
                <a:cubicBezTo>
                  <a:pt x="68359" y="44182"/>
                  <a:pt x="66282" y="42106"/>
                  <a:pt x="66282" y="39538"/>
                </a:cubicBezTo>
                <a:cubicBezTo>
                  <a:pt x="66282" y="36960"/>
                  <a:pt x="68359" y="34884"/>
                  <a:pt x="70938" y="34884"/>
                </a:cubicBezTo>
                <a:close/>
                <a:moveTo>
                  <a:pt x="21659" y="67044"/>
                </a:moveTo>
                <a:cubicBezTo>
                  <a:pt x="26705" y="72245"/>
                  <a:pt x="33170" y="76030"/>
                  <a:pt x="40426" y="77849"/>
                </a:cubicBezTo>
                <a:lnTo>
                  <a:pt x="28402" y="89860"/>
                </a:lnTo>
                <a:lnTo>
                  <a:pt x="25768" y="80684"/>
                </a:lnTo>
                <a:cubicBezTo>
                  <a:pt x="25612" y="80137"/>
                  <a:pt x="25321" y="79624"/>
                  <a:pt x="24919" y="79211"/>
                </a:cubicBezTo>
                <a:cubicBezTo>
                  <a:pt x="24506" y="78798"/>
                  <a:pt x="24014" y="78496"/>
                  <a:pt x="23468" y="78329"/>
                </a:cubicBezTo>
                <a:lnTo>
                  <a:pt x="13509" y="75203"/>
                </a:lnTo>
                <a:lnTo>
                  <a:pt x="21659" y="67044"/>
                </a:lnTo>
                <a:close/>
                <a:moveTo>
                  <a:pt x="78339" y="67044"/>
                </a:moveTo>
                <a:lnTo>
                  <a:pt x="86490" y="75203"/>
                </a:lnTo>
                <a:lnTo>
                  <a:pt x="76543" y="78329"/>
                </a:lnTo>
                <a:cubicBezTo>
                  <a:pt x="75995" y="78496"/>
                  <a:pt x="75493" y="78798"/>
                  <a:pt x="75091" y="79211"/>
                </a:cubicBezTo>
                <a:cubicBezTo>
                  <a:pt x="74689" y="79624"/>
                  <a:pt x="74388" y="80137"/>
                  <a:pt x="74232" y="80684"/>
                </a:cubicBezTo>
                <a:lnTo>
                  <a:pt x="71596" y="89860"/>
                </a:lnTo>
                <a:lnTo>
                  <a:pt x="59584" y="77849"/>
                </a:lnTo>
                <a:cubicBezTo>
                  <a:pt x="66830" y="76030"/>
                  <a:pt x="73293" y="72245"/>
                  <a:pt x="78339" y="6704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1" name="Чёрный — SVG 4">
            <a:extLst>
              <a:ext uri="{FF2B5EF4-FFF2-40B4-BE49-F238E27FC236}">
                <a16:creationId xmlns:a16="http://schemas.microsoft.com/office/drawing/2014/main" id="{8FDB3BC0-3029-0640-AC3F-C8D06284434A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77956 w 155946"/>
              <a:gd name="csY0" fmla="*/ 52717 h 155940"/>
              <a:gd name="csX1" fmla="*/ 109022 w 155946"/>
              <a:gd name="csY1" fmla="*/ 21672 h 155940"/>
              <a:gd name="csX2" fmla="*/ 93965 w 155946"/>
              <a:gd name="csY2" fmla="*/ 6617 h 155940"/>
              <a:gd name="csX3" fmla="*/ 77973 w 155946"/>
              <a:gd name="csY3" fmla="*/ 0 h 155940"/>
              <a:gd name="csX4" fmla="*/ 61997 w 155946"/>
              <a:gd name="csY4" fmla="*/ 6617 h 155940"/>
              <a:gd name="csX5" fmla="*/ 46923 w 155946"/>
              <a:gd name="csY5" fmla="*/ 21689 h 155940"/>
              <a:gd name="csX6" fmla="*/ 77956 w 155946"/>
              <a:gd name="csY6" fmla="*/ 52717 h 155940"/>
              <a:gd name="csX7" fmla="*/ 116542 w 155946"/>
              <a:gd name="csY7" fmla="*/ 29174 h 155940"/>
              <a:gd name="csX8" fmla="*/ 85475 w 155946"/>
              <a:gd name="csY8" fmla="*/ 60236 h 155940"/>
              <a:gd name="csX9" fmla="*/ 113445 w 155946"/>
              <a:gd name="csY9" fmla="*/ 88186 h 155940"/>
              <a:gd name="csX10" fmla="*/ 144648 w 155946"/>
              <a:gd name="csY10" fmla="*/ 57276 h 155940"/>
              <a:gd name="csX11" fmla="*/ 116542 w 155946"/>
              <a:gd name="csY11" fmla="*/ 29174 h 155940"/>
              <a:gd name="csX12" fmla="*/ 70452 w 155946"/>
              <a:gd name="csY12" fmla="*/ 60236 h 155940"/>
              <a:gd name="csX13" fmla="*/ 39403 w 155946"/>
              <a:gd name="csY13" fmla="*/ 29208 h 155940"/>
              <a:gd name="csX14" fmla="*/ 6618 w 155946"/>
              <a:gd name="csY14" fmla="*/ 61988 h 155940"/>
              <a:gd name="csX15" fmla="*/ 0 w 155946"/>
              <a:gd name="csY15" fmla="*/ 77962 h 155940"/>
              <a:gd name="csX16" fmla="*/ 6618 w 155946"/>
              <a:gd name="csY16" fmla="*/ 93952 h 155940"/>
              <a:gd name="csX17" fmla="*/ 21692 w 155946"/>
              <a:gd name="csY17" fmla="*/ 109007 h 155940"/>
              <a:gd name="csX18" fmla="*/ 70452 w 155946"/>
              <a:gd name="csY18" fmla="*/ 60236 h 155940"/>
              <a:gd name="csX19" fmla="*/ 120966 w 155946"/>
              <a:gd name="csY19" fmla="*/ 95704 h 155940"/>
              <a:gd name="csX20" fmla="*/ 134270 w 155946"/>
              <a:gd name="csY20" fmla="*/ 109007 h 155940"/>
              <a:gd name="csX21" fmla="*/ 149327 w 155946"/>
              <a:gd name="csY21" fmla="*/ 93952 h 155940"/>
              <a:gd name="csX22" fmla="*/ 155945 w 155946"/>
              <a:gd name="csY22" fmla="*/ 78115 h 155940"/>
              <a:gd name="csX23" fmla="*/ 151896 w 155946"/>
              <a:gd name="csY23" fmla="*/ 65050 h 155940"/>
              <a:gd name="csX24" fmla="*/ 120966 w 155946"/>
              <a:gd name="csY24" fmla="*/ 95704 h 155940"/>
              <a:gd name="csX25" fmla="*/ 77956 w 155946"/>
              <a:gd name="csY25" fmla="*/ 67755 h 155940"/>
              <a:gd name="csX26" fmla="*/ 29195 w 155946"/>
              <a:gd name="csY26" fmla="*/ 116526 h 155940"/>
              <a:gd name="csX27" fmla="*/ 61997 w 155946"/>
              <a:gd name="csY27" fmla="*/ 149307 h 155940"/>
              <a:gd name="csX28" fmla="*/ 77973 w 155946"/>
              <a:gd name="csY28" fmla="*/ 155941 h 155940"/>
              <a:gd name="csX29" fmla="*/ 93965 w 155946"/>
              <a:gd name="csY29" fmla="*/ 149307 h 155940"/>
              <a:gd name="csX30" fmla="*/ 126750 w 155946"/>
              <a:gd name="csY30" fmla="*/ 116526 h 155940"/>
              <a:gd name="csX31" fmla="*/ 77956 w 155946"/>
              <a:gd name="csY31" fmla="*/ 67755 h 155940"/>
            </a:gdLst>
            <a:ahLst/>
            <a:cxnLst/>
            <a:rect l="l" t="t" r="r" b="b"/>
            <a:pathLst>
              <a:path w="100000" h="100000">
                <a:moveTo>
                  <a:pt x="49989" y="33807"/>
                </a:moveTo>
                <a:lnTo>
                  <a:pt x="69910" y="13899"/>
                </a:lnTo>
                <a:lnTo>
                  <a:pt x="60255" y="4245"/>
                </a:lnTo>
                <a:cubicBezTo>
                  <a:pt x="57517" y="1507"/>
                  <a:pt x="53872" y="2"/>
                  <a:pt x="50000" y="2"/>
                </a:cubicBezTo>
                <a:cubicBezTo>
                  <a:pt x="46127" y="2"/>
                  <a:pt x="42483" y="1507"/>
                  <a:pt x="39755" y="4245"/>
                </a:cubicBezTo>
                <a:lnTo>
                  <a:pt x="30089" y="13910"/>
                </a:lnTo>
                <a:lnTo>
                  <a:pt x="49989" y="33807"/>
                </a:lnTo>
                <a:close/>
                <a:moveTo>
                  <a:pt x="74732" y="18710"/>
                </a:moveTo>
                <a:lnTo>
                  <a:pt x="54811" y="38628"/>
                </a:lnTo>
                <a:lnTo>
                  <a:pt x="72746" y="56551"/>
                </a:lnTo>
                <a:lnTo>
                  <a:pt x="92755" y="36730"/>
                </a:lnTo>
                <a:lnTo>
                  <a:pt x="74732" y="18710"/>
                </a:lnTo>
                <a:close/>
                <a:moveTo>
                  <a:pt x="45177" y="38628"/>
                </a:moveTo>
                <a:lnTo>
                  <a:pt x="25267" y="18731"/>
                </a:lnTo>
                <a:lnTo>
                  <a:pt x="4244" y="39752"/>
                </a:lnTo>
                <a:cubicBezTo>
                  <a:pt x="1506" y="42490"/>
                  <a:pt x="0" y="46133"/>
                  <a:pt x="0" y="49995"/>
                </a:cubicBezTo>
                <a:cubicBezTo>
                  <a:pt x="0" y="53867"/>
                  <a:pt x="1506" y="57510"/>
                  <a:pt x="4244" y="60248"/>
                </a:cubicBezTo>
                <a:lnTo>
                  <a:pt x="13910" y="69902"/>
                </a:lnTo>
                <a:lnTo>
                  <a:pt x="45177" y="38628"/>
                </a:lnTo>
                <a:close/>
                <a:moveTo>
                  <a:pt x="77569" y="61372"/>
                </a:moveTo>
                <a:lnTo>
                  <a:pt x="86100" y="69902"/>
                </a:lnTo>
                <a:lnTo>
                  <a:pt x="95756" y="60248"/>
                </a:lnTo>
                <a:cubicBezTo>
                  <a:pt x="98472" y="57533"/>
                  <a:pt x="99978" y="53922"/>
                  <a:pt x="99999" y="50093"/>
                </a:cubicBezTo>
                <a:cubicBezTo>
                  <a:pt x="100032" y="47061"/>
                  <a:pt x="99116" y="44159"/>
                  <a:pt x="97403" y="41715"/>
                </a:cubicBezTo>
                <a:lnTo>
                  <a:pt x="77569" y="61372"/>
                </a:lnTo>
                <a:close/>
                <a:moveTo>
                  <a:pt x="49989" y="43450"/>
                </a:moveTo>
                <a:lnTo>
                  <a:pt x="18721" y="74724"/>
                </a:lnTo>
                <a:lnTo>
                  <a:pt x="39755" y="95745"/>
                </a:lnTo>
                <a:cubicBezTo>
                  <a:pt x="42483" y="98482"/>
                  <a:pt x="46127" y="99999"/>
                  <a:pt x="50000" y="99999"/>
                </a:cubicBezTo>
                <a:cubicBezTo>
                  <a:pt x="53883" y="99999"/>
                  <a:pt x="57517" y="98482"/>
                  <a:pt x="60255" y="95745"/>
                </a:cubicBezTo>
                <a:lnTo>
                  <a:pt x="81278" y="74724"/>
                </a:lnTo>
                <a:lnTo>
                  <a:pt x="49989" y="4345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2" name="Чёрный — SVG 5">
            <a:extLst>
              <a:ext uri="{FF2B5EF4-FFF2-40B4-BE49-F238E27FC236}">
                <a16:creationId xmlns:a16="http://schemas.microsoft.com/office/drawing/2014/main" id="{8BCFEA61-4749-5A45-826C-6292B97F6CDA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109772 w 131243"/>
              <a:gd name="csY0" fmla="*/ 1 h 134864"/>
              <a:gd name="csX1" fmla="*/ 106675 w 131243"/>
              <a:gd name="csY1" fmla="*/ 766 h 134864"/>
              <a:gd name="csX2" fmla="*/ 104225 w 131243"/>
              <a:gd name="csY2" fmla="*/ 2807 h 134864"/>
              <a:gd name="csX3" fmla="*/ 90683 w 131243"/>
              <a:gd name="csY3" fmla="*/ 16349 h 134864"/>
              <a:gd name="csX4" fmla="*/ 89101 w 131243"/>
              <a:gd name="csY4" fmla="*/ 18645 h 134864"/>
              <a:gd name="csX5" fmla="*/ 88505 w 131243"/>
              <a:gd name="csY5" fmla="*/ 21384 h 134864"/>
              <a:gd name="csX6" fmla="*/ 89032 w 131243"/>
              <a:gd name="csY6" fmla="*/ 24139 h 134864"/>
              <a:gd name="csX7" fmla="*/ 90581 w 131243"/>
              <a:gd name="csY7" fmla="*/ 26470 h 134864"/>
              <a:gd name="csX8" fmla="*/ 92929 w 131243"/>
              <a:gd name="csY8" fmla="*/ 28035 h 134864"/>
              <a:gd name="csX9" fmla="*/ 95668 w 131243"/>
              <a:gd name="csY9" fmla="*/ 28545 h 134864"/>
              <a:gd name="csX10" fmla="*/ 98407 w 131243"/>
              <a:gd name="csY10" fmla="*/ 27967 h 134864"/>
              <a:gd name="csX11" fmla="*/ 100720 w 131243"/>
              <a:gd name="csY11" fmla="*/ 26368 h 134864"/>
              <a:gd name="csX12" fmla="*/ 102796 w 131243"/>
              <a:gd name="csY12" fmla="*/ 24293 h 134864"/>
              <a:gd name="csX13" fmla="*/ 102796 w 131243"/>
              <a:gd name="csY13" fmla="*/ 35537 h 134864"/>
              <a:gd name="csX14" fmla="*/ 74435 w 131243"/>
              <a:gd name="csY14" fmla="*/ 63895 h 134864"/>
              <a:gd name="csX15" fmla="*/ 42535 w 131243"/>
              <a:gd name="csY15" fmla="*/ 63895 h 134864"/>
              <a:gd name="csX16" fmla="*/ 1 w 131243"/>
              <a:gd name="csY16" fmla="*/ 106422 h 134864"/>
              <a:gd name="csX17" fmla="*/ 1 w 131243"/>
              <a:gd name="csY17" fmla="*/ 127686 h 134864"/>
              <a:gd name="csX18" fmla="*/ 512 w 131243"/>
              <a:gd name="csY18" fmla="*/ 130425 h 134864"/>
              <a:gd name="csX19" fmla="*/ 2043 w 131243"/>
              <a:gd name="csY19" fmla="*/ 132756 h 134864"/>
              <a:gd name="csX20" fmla="*/ 4357 w 131243"/>
              <a:gd name="csY20" fmla="*/ 134320 h 134864"/>
              <a:gd name="csX21" fmla="*/ 7096 w 131243"/>
              <a:gd name="csY21" fmla="*/ 134865 h 134864"/>
              <a:gd name="csX22" fmla="*/ 9835 w 131243"/>
              <a:gd name="csY22" fmla="*/ 134320 h 134864"/>
              <a:gd name="csX23" fmla="*/ 12132 w 131243"/>
              <a:gd name="csY23" fmla="*/ 132756 h 134864"/>
              <a:gd name="csX24" fmla="*/ 13663 w 131243"/>
              <a:gd name="csY24" fmla="*/ 130425 h 134864"/>
              <a:gd name="csX25" fmla="*/ 14173 w 131243"/>
              <a:gd name="csY25" fmla="*/ 127686 h 134864"/>
              <a:gd name="csX26" fmla="*/ 14173 w 131243"/>
              <a:gd name="csY26" fmla="*/ 106422 h 134864"/>
              <a:gd name="csX27" fmla="*/ 42535 w 131243"/>
              <a:gd name="csY27" fmla="*/ 78065 h 134864"/>
              <a:gd name="csX28" fmla="*/ 74435 w 131243"/>
              <a:gd name="csY28" fmla="*/ 78065 h 134864"/>
              <a:gd name="csX29" fmla="*/ 116968 w 131243"/>
              <a:gd name="csY29" fmla="*/ 35537 h 134864"/>
              <a:gd name="csX30" fmla="*/ 116968 w 131243"/>
              <a:gd name="csY30" fmla="*/ 24293 h 134864"/>
              <a:gd name="csX31" fmla="*/ 119044 w 131243"/>
              <a:gd name="csY31" fmla="*/ 26368 h 134864"/>
              <a:gd name="csX32" fmla="*/ 121341 w 131243"/>
              <a:gd name="csY32" fmla="*/ 27967 h 134864"/>
              <a:gd name="csX33" fmla="*/ 124080 w 131243"/>
              <a:gd name="csY33" fmla="*/ 28545 h 134864"/>
              <a:gd name="csX34" fmla="*/ 126836 w 131243"/>
              <a:gd name="csY34" fmla="*/ 28035 h 134864"/>
              <a:gd name="csX35" fmla="*/ 129167 w 131243"/>
              <a:gd name="csY35" fmla="*/ 26470 h 134864"/>
              <a:gd name="csX36" fmla="*/ 130715 w 131243"/>
              <a:gd name="csY36" fmla="*/ 24139 h 134864"/>
              <a:gd name="csX37" fmla="*/ 131242 w 131243"/>
              <a:gd name="csY37" fmla="*/ 21384 h 134864"/>
              <a:gd name="csX38" fmla="*/ 130664 w 131243"/>
              <a:gd name="csY38" fmla="*/ 18645 h 134864"/>
              <a:gd name="csX39" fmla="*/ 129065 w 131243"/>
              <a:gd name="csY39" fmla="*/ 16349 h 134864"/>
              <a:gd name="csX40" fmla="*/ 115505 w 131243"/>
              <a:gd name="csY40" fmla="*/ 2790 h 134864"/>
              <a:gd name="csX41" fmla="*/ 112970 w 131243"/>
              <a:gd name="csY41" fmla="*/ 715 h 134864"/>
              <a:gd name="csX42" fmla="*/ 109772 w 131243"/>
              <a:gd name="csY42" fmla="*/ 1 h 134864"/>
              <a:gd name="csX43" fmla="*/ 35389 w 131243"/>
              <a:gd name="csY43" fmla="*/ 3539 h 134864"/>
              <a:gd name="csX44" fmla="*/ 30438 w 131243"/>
              <a:gd name="csY44" fmla="*/ 5717 h 134864"/>
              <a:gd name="csX45" fmla="*/ 23037 w 131243"/>
              <a:gd name="csY45" fmla="*/ 13116 h 134864"/>
              <a:gd name="csX46" fmla="*/ 15653 w 131243"/>
              <a:gd name="csY46" fmla="*/ 5717 h 134864"/>
              <a:gd name="csX47" fmla="*/ 13323 w 131243"/>
              <a:gd name="csY47" fmla="*/ 4134 h 134864"/>
              <a:gd name="csX48" fmla="*/ 10566 w 131243"/>
              <a:gd name="csY48" fmla="*/ 3573 h 134864"/>
              <a:gd name="csX49" fmla="*/ 6602 w 131243"/>
              <a:gd name="csY49" fmla="*/ 4781 h 134864"/>
              <a:gd name="csX50" fmla="*/ 3999 w 131243"/>
              <a:gd name="csY50" fmla="*/ 7996 h 134864"/>
              <a:gd name="csX51" fmla="*/ 3625 w 131243"/>
              <a:gd name="csY51" fmla="*/ 12113 h 134864"/>
              <a:gd name="csX52" fmla="*/ 5616 w 131243"/>
              <a:gd name="csY52" fmla="*/ 15736 h 134864"/>
              <a:gd name="csX53" fmla="*/ 13016 w 131243"/>
              <a:gd name="csY53" fmla="*/ 23136 h 134864"/>
              <a:gd name="csX54" fmla="*/ 5616 w 131243"/>
              <a:gd name="csY54" fmla="*/ 30519 h 134864"/>
              <a:gd name="csX55" fmla="*/ 4034 w 131243"/>
              <a:gd name="csY55" fmla="*/ 32832 h 134864"/>
              <a:gd name="csX56" fmla="*/ 3438 w 131243"/>
              <a:gd name="csY56" fmla="*/ 35571 h 134864"/>
              <a:gd name="csX57" fmla="*/ 3965 w 131243"/>
              <a:gd name="csY57" fmla="*/ 38327 h 134864"/>
              <a:gd name="csX58" fmla="*/ 5513 w 131243"/>
              <a:gd name="csY58" fmla="*/ 40657 h 134864"/>
              <a:gd name="csX59" fmla="*/ 7862 w 131243"/>
              <a:gd name="csY59" fmla="*/ 42205 h 134864"/>
              <a:gd name="csX60" fmla="*/ 10600 w 131243"/>
              <a:gd name="csY60" fmla="*/ 42733 h 134864"/>
              <a:gd name="csX61" fmla="*/ 13340 w 131243"/>
              <a:gd name="csY61" fmla="*/ 42154 h 134864"/>
              <a:gd name="csX62" fmla="*/ 15653 w 131243"/>
              <a:gd name="csY62" fmla="*/ 40555 h 134864"/>
              <a:gd name="csX63" fmla="*/ 23037 w 131243"/>
              <a:gd name="csY63" fmla="*/ 33155 h 134864"/>
              <a:gd name="csX64" fmla="*/ 30438 w 131243"/>
              <a:gd name="csY64" fmla="*/ 40555 h 134864"/>
              <a:gd name="csX65" fmla="*/ 32735 w 131243"/>
              <a:gd name="csY65" fmla="*/ 42154 h 134864"/>
              <a:gd name="csX66" fmla="*/ 35474 w 131243"/>
              <a:gd name="csY66" fmla="*/ 42733 h 134864"/>
              <a:gd name="csX67" fmla="*/ 38230 w 131243"/>
              <a:gd name="csY67" fmla="*/ 42205 h 134864"/>
              <a:gd name="csX68" fmla="*/ 40561 w 131243"/>
              <a:gd name="csY68" fmla="*/ 40657 h 134864"/>
              <a:gd name="csX69" fmla="*/ 42109 w 131243"/>
              <a:gd name="csY69" fmla="*/ 38327 h 134864"/>
              <a:gd name="csX70" fmla="*/ 42637 w 131243"/>
              <a:gd name="csY70" fmla="*/ 35571 h 134864"/>
              <a:gd name="csX71" fmla="*/ 42058 w 131243"/>
              <a:gd name="csY71" fmla="*/ 32832 h 134864"/>
              <a:gd name="csX72" fmla="*/ 40459 w 131243"/>
              <a:gd name="csY72" fmla="*/ 30519 h 134864"/>
              <a:gd name="csX73" fmla="*/ 33058 w 131243"/>
              <a:gd name="csY73" fmla="*/ 23136 h 134864"/>
              <a:gd name="csX74" fmla="*/ 40459 w 131243"/>
              <a:gd name="csY74" fmla="*/ 15736 h 134864"/>
              <a:gd name="csX75" fmla="*/ 42484 w 131243"/>
              <a:gd name="csY75" fmla="*/ 12079 h 134864"/>
              <a:gd name="csX76" fmla="*/ 42092 w 131243"/>
              <a:gd name="csY76" fmla="*/ 7911 h 134864"/>
              <a:gd name="csX77" fmla="*/ 39421 w 131243"/>
              <a:gd name="csY77" fmla="*/ 4679 h 134864"/>
              <a:gd name="csX78" fmla="*/ 35389 w 131243"/>
              <a:gd name="csY78" fmla="*/ 3539 h 134864"/>
              <a:gd name="csX79" fmla="*/ 101027 w 131243"/>
              <a:gd name="csY79" fmla="*/ 95790 h 134864"/>
              <a:gd name="csX80" fmla="*/ 87229 w 131243"/>
              <a:gd name="csY80" fmla="*/ 101489 h 134864"/>
              <a:gd name="csX81" fmla="*/ 81529 w 131243"/>
              <a:gd name="csY81" fmla="*/ 115285 h 134864"/>
              <a:gd name="csX82" fmla="*/ 87229 w 131243"/>
              <a:gd name="csY82" fmla="*/ 129064 h 134864"/>
              <a:gd name="csX83" fmla="*/ 101027 w 131243"/>
              <a:gd name="csY83" fmla="*/ 134763 h 134864"/>
              <a:gd name="csX84" fmla="*/ 114808 w 131243"/>
              <a:gd name="csY84" fmla="*/ 129064 h 134864"/>
              <a:gd name="csX85" fmla="*/ 120507 w 131243"/>
              <a:gd name="csY85" fmla="*/ 115285 h 134864"/>
              <a:gd name="csX86" fmla="*/ 114808 w 131243"/>
              <a:gd name="csY86" fmla="*/ 101489 h 134864"/>
              <a:gd name="csX87" fmla="*/ 101027 w 131243"/>
              <a:gd name="csY87" fmla="*/ 95790 h 134864"/>
            </a:gdLst>
            <a:ahLst/>
            <a:cxnLst/>
            <a:rect l="l" t="t" r="r" b="b"/>
            <a:pathLst>
              <a:path w="100000" h="100000">
                <a:moveTo>
                  <a:pt x="82737" y="1"/>
                </a:moveTo>
                <a:cubicBezTo>
                  <a:pt x="81942" y="13"/>
                  <a:pt x="81160" y="202"/>
                  <a:pt x="80441" y="568"/>
                </a:cubicBezTo>
                <a:cubicBezTo>
                  <a:pt x="79734" y="934"/>
                  <a:pt x="79116" y="1451"/>
                  <a:pt x="78624" y="2081"/>
                </a:cubicBezTo>
                <a:lnTo>
                  <a:pt x="68583" y="12123"/>
                </a:lnTo>
                <a:cubicBezTo>
                  <a:pt x="68078" y="12614"/>
                  <a:pt x="67687" y="13194"/>
                  <a:pt x="67410" y="13825"/>
                </a:cubicBezTo>
                <a:cubicBezTo>
                  <a:pt x="67132" y="14468"/>
                  <a:pt x="66980" y="15162"/>
                  <a:pt x="66968" y="15856"/>
                </a:cubicBezTo>
                <a:cubicBezTo>
                  <a:pt x="66968" y="16562"/>
                  <a:pt x="67094" y="17256"/>
                  <a:pt x="67359" y="17899"/>
                </a:cubicBezTo>
                <a:cubicBezTo>
                  <a:pt x="67624" y="18555"/>
                  <a:pt x="68015" y="19136"/>
                  <a:pt x="68507" y="19627"/>
                </a:cubicBezTo>
                <a:cubicBezTo>
                  <a:pt x="69011" y="20131"/>
                  <a:pt x="69592" y="20523"/>
                  <a:pt x="70248" y="20788"/>
                </a:cubicBezTo>
                <a:cubicBezTo>
                  <a:pt x="70891" y="21040"/>
                  <a:pt x="71585" y="21179"/>
                  <a:pt x="72279" y="21166"/>
                </a:cubicBezTo>
                <a:cubicBezTo>
                  <a:pt x="72985" y="21166"/>
                  <a:pt x="73666" y="21015"/>
                  <a:pt x="74310" y="20737"/>
                </a:cubicBezTo>
                <a:cubicBezTo>
                  <a:pt x="74954" y="20460"/>
                  <a:pt x="75534" y="20056"/>
                  <a:pt x="76025" y="19552"/>
                </a:cubicBezTo>
                <a:lnTo>
                  <a:pt x="77564" y="18013"/>
                </a:lnTo>
                <a:lnTo>
                  <a:pt x="77564" y="26350"/>
                </a:lnTo>
                <a:cubicBezTo>
                  <a:pt x="77564" y="38030"/>
                  <a:pt x="68204" y="47377"/>
                  <a:pt x="56535" y="47377"/>
                </a:cubicBezTo>
                <a:lnTo>
                  <a:pt x="32882" y="47377"/>
                </a:lnTo>
                <a:cubicBezTo>
                  <a:pt x="15523" y="47377"/>
                  <a:pt x="1343" y="61555"/>
                  <a:pt x="1343" y="78911"/>
                </a:cubicBezTo>
                <a:lnTo>
                  <a:pt x="1343" y="94678"/>
                </a:lnTo>
                <a:cubicBezTo>
                  <a:pt x="1331" y="95372"/>
                  <a:pt x="1457" y="96065"/>
                  <a:pt x="1722" y="96709"/>
                </a:cubicBezTo>
                <a:cubicBezTo>
                  <a:pt x="1987" y="97351"/>
                  <a:pt x="2365" y="97945"/>
                  <a:pt x="2857" y="98437"/>
                </a:cubicBezTo>
                <a:cubicBezTo>
                  <a:pt x="3349" y="98941"/>
                  <a:pt x="3930" y="99332"/>
                  <a:pt x="4573" y="99597"/>
                </a:cubicBezTo>
                <a:cubicBezTo>
                  <a:pt x="5216" y="99862"/>
                  <a:pt x="5897" y="100001"/>
                  <a:pt x="6604" y="100001"/>
                </a:cubicBezTo>
                <a:cubicBezTo>
                  <a:pt x="7297" y="100001"/>
                  <a:pt x="7991" y="99862"/>
                  <a:pt x="8635" y="99597"/>
                </a:cubicBezTo>
                <a:cubicBezTo>
                  <a:pt x="9266" y="99332"/>
                  <a:pt x="9858" y="98941"/>
                  <a:pt x="10338" y="98437"/>
                </a:cubicBezTo>
                <a:cubicBezTo>
                  <a:pt x="10830" y="97945"/>
                  <a:pt x="11221" y="97351"/>
                  <a:pt x="11473" y="96709"/>
                </a:cubicBezTo>
                <a:cubicBezTo>
                  <a:pt x="11738" y="96065"/>
                  <a:pt x="11864" y="95372"/>
                  <a:pt x="11852" y="94678"/>
                </a:cubicBezTo>
                <a:lnTo>
                  <a:pt x="11852" y="78911"/>
                </a:lnTo>
                <a:cubicBezTo>
                  <a:pt x="11852" y="67231"/>
                  <a:pt x="21212" y="57884"/>
                  <a:pt x="32882" y="57884"/>
                </a:cubicBezTo>
                <a:lnTo>
                  <a:pt x="56535" y="57884"/>
                </a:lnTo>
                <a:cubicBezTo>
                  <a:pt x="73893" y="57884"/>
                  <a:pt x="88073" y="43706"/>
                  <a:pt x="88073" y="26350"/>
                </a:cubicBezTo>
                <a:lnTo>
                  <a:pt x="88073" y="18013"/>
                </a:lnTo>
                <a:lnTo>
                  <a:pt x="89612" y="19552"/>
                </a:lnTo>
                <a:cubicBezTo>
                  <a:pt x="90104" y="20056"/>
                  <a:pt x="90672" y="20460"/>
                  <a:pt x="91315" y="20737"/>
                </a:cubicBezTo>
                <a:cubicBezTo>
                  <a:pt x="91959" y="21015"/>
                  <a:pt x="92652" y="21166"/>
                  <a:pt x="93346" y="21166"/>
                </a:cubicBezTo>
                <a:cubicBezTo>
                  <a:pt x="94053" y="21179"/>
                  <a:pt x="94747" y="21040"/>
                  <a:pt x="95390" y="20788"/>
                </a:cubicBezTo>
                <a:cubicBezTo>
                  <a:pt x="96046" y="20523"/>
                  <a:pt x="96626" y="20131"/>
                  <a:pt x="97118" y="19627"/>
                </a:cubicBezTo>
                <a:cubicBezTo>
                  <a:pt x="97623" y="19136"/>
                  <a:pt x="98014" y="18555"/>
                  <a:pt x="98266" y="17899"/>
                </a:cubicBezTo>
                <a:cubicBezTo>
                  <a:pt x="98531" y="17256"/>
                  <a:pt x="98669" y="16562"/>
                  <a:pt x="98657" y="15856"/>
                </a:cubicBezTo>
                <a:cubicBezTo>
                  <a:pt x="98657" y="15162"/>
                  <a:pt x="98506" y="14468"/>
                  <a:pt x="98228" y="13825"/>
                </a:cubicBezTo>
                <a:cubicBezTo>
                  <a:pt x="97951" y="13194"/>
                  <a:pt x="97547" y="12614"/>
                  <a:pt x="97043" y="12123"/>
                </a:cubicBezTo>
                <a:lnTo>
                  <a:pt x="86988" y="2069"/>
                </a:lnTo>
                <a:cubicBezTo>
                  <a:pt x="86484" y="1413"/>
                  <a:pt x="85840" y="883"/>
                  <a:pt x="85108" y="530"/>
                </a:cubicBezTo>
                <a:cubicBezTo>
                  <a:pt x="84365" y="177"/>
                  <a:pt x="83556" y="-12"/>
                  <a:pt x="82737" y="1"/>
                </a:cubicBezTo>
                <a:close/>
                <a:moveTo>
                  <a:pt x="27583" y="2624"/>
                </a:moveTo>
                <a:cubicBezTo>
                  <a:pt x="26195" y="2662"/>
                  <a:pt x="24871" y="3243"/>
                  <a:pt x="23912" y="4239"/>
                </a:cubicBezTo>
                <a:lnTo>
                  <a:pt x="18424" y="9725"/>
                </a:lnTo>
                <a:lnTo>
                  <a:pt x="12949" y="4239"/>
                </a:lnTo>
                <a:cubicBezTo>
                  <a:pt x="12457" y="3734"/>
                  <a:pt x="11864" y="3331"/>
                  <a:pt x="11221" y="3065"/>
                </a:cubicBezTo>
                <a:cubicBezTo>
                  <a:pt x="10578" y="2788"/>
                  <a:pt x="9871" y="2649"/>
                  <a:pt x="9177" y="2649"/>
                </a:cubicBezTo>
                <a:cubicBezTo>
                  <a:pt x="8130" y="2649"/>
                  <a:pt x="7108" y="2965"/>
                  <a:pt x="6238" y="3545"/>
                </a:cubicBezTo>
                <a:cubicBezTo>
                  <a:pt x="5367" y="4138"/>
                  <a:pt x="4699" y="4958"/>
                  <a:pt x="4308" y="5929"/>
                </a:cubicBezTo>
                <a:cubicBezTo>
                  <a:pt x="3917" y="6900"/>
                  <a:pt x="3816" y="7960"/>
                  <a:pt x="4030" y="8982"/>
                </a:cubicBezTo>
                <a:cubicBezTo>
                  <a:pt x="4245" y="10003"/>
                  <a:pt x="4762" y="10949"/>
                  <a:pt x="5507" y="11668"/>
                </a:cubicBezTo>
                <a:lnTo>
                  <a:pt x="10994" y="17155"/>
                </a:lnTo>
                <a:lnTo>
                  <a:pt x="5507" y="22629"/>
                </a:lnTo>
                <a:cubicBezTo>
                  <a:pt x="5002" y="23121"/>
                  <a:pt x="4611" y="23702"/>
                  <a:pt x="4334" y="24345"/>
                </a:cubicBezTo>
                <a:cubicBezTo>
                  <a:pt x="4056" y="24988"/>
                  <a:pt x="3904" y="25670"/>
                  <a:pt x="3892" y="26375"/>
                </a:cubicBezTo>
                <a:cubicBezTo>
                  <a:pt x="3892" y="27069"/>
                  <a:pt x="4018" y="27763"/>
                  <a:pt x="4282" y="28419"/>
                </a:cubicBezTo>
                <a:cubicBezTo>
                  <a:pt x="4548" y="29062"/>
                  <a:pt x="4939" y="29655"/>
                  <a:pt x="5430" y="30147"/>
                </a:cubicBezTo>
                <a:cubicBezTo>
                  <a:pt x="5935" y="30639"/>
                  <a:pt x="6516" y="31030"/>
                  <a:pt x="7172" y="31294"/>
                </a:cubicBezTo>
                <a:cubicBezTo>
                  <a:pt x="7815" y="31560"/>
                  <a:pt x="8509" y="31686"/>
                  <a:pt x="9202" y="31686"/>
                </a:cubicBezTo>
                <a:cubicBezTo>
                  <a:pt x="9909" y="31673"/>
                  <a:pt x="10590" y="31535"/>
                  <a:pt x="11234" y="31257"/>
                </a:cubicBezTo>
                <a:cubicBezTo>
                  <a:pt x="11878" y="30979"/>
                  <a:pt x="12457" y="30576"/>
                  <a:pt x="12949" y="30071"/>
                </a:cubicBezTo>
                <a:lnTo>
                  <a:pt x="18424" y="24584"/>
                </a:lnTo>
                <a:lnTo>
                  <a:pt x="23912" y="30071"/>
                </a:lnTo>
                <a:cubicBezTo>
                  <a:pt x="24392" y="30576"/>
                  <a:pt x="24971" y="30979"/>
                  <a:pt x="25615" y="31257"/>
                </a:cubicBezTo>
                <a:cubicBezTo>
                  <a:pt x="26259" y="31535"/>
                  <a:pt x="26952" y="31673"/>
                  <a:pt x="27646" y="31686"/>
                </a:cubicBezTo>
                <a:cubicBezTo>
                  <a:pt x="28353" y="31686"/>
                  <a:pt x="29047" y="31560"/>
                  <a:pt x="29690" y="31294"/>
                </a:cubicBezTo>
                <a:cubicBezTo>
                  <a:pt x="30333" y="31030"/>
                  <a:pt x="30926" y="30639"/>
                  <a:pt x="31418" y="30147"/>
                </a:cubicBezTo>
                <a:cubicBezTo>
                  <a:pt x="31910" y="29655"/>
                  <a:pt x="32301" y="29062"/>
                  <a:pt x="32566" y="28419"/>
                </a:cubicBezTo>
                <a:cubicBezTo>
                  <a:pt x="32831" y="27763"/>
                  <a:pt x="32970" y="27069"/>
                  <a:pt x="32957" y="26375"/>
                </a:cubicBezTo>
                <a:cubicBezTo>
                  <a:pt x="32945" y="25670"/>
                  <a:pt x="32806" y="24988"/>
                  <a:pt x="32528" y="24345"/>
                </a:cubicBezTo>
                <a:cubicBezTo>
                  <a:pt x="32251" y="23702"/>
                  <a:pt x="31847" y="23121"/>
                  <a:pt x="31342" y="22629"/>
                </a:cubicBezTo>
                <a:lnTo>
                  <a:pt x="25855" y="17155"/>
                </a:lnTo>
                <a:lnTo>
                  <a:pt x="31342" y="11668"/>
                </a:lnTo>
                <a:cubicBezTo>
                  <a:pt x="32112" y="10936"/>
                  <a:pt x="32629" y="9990"/>
                  <a:pt x="32844" y="8956"/>
                </a:cubicBezTo>
                <a:cubicBezTo>
                  <a:pt x="33071" y="7922"/>
                  <a:pt x="32970" y="6837"/>
                  <a:pt x="32553" y="5866"/>
                </a:cubicBezTo>
                <a:cubicBezTo>
                  <a:pt x="32150" y="4882"/>
                  <a:pt x="31456" y="4049"/>
                  <a:pt x="30573" y="3469"/>
                </a:cubicBezTo>
                <a:cubicBezTo>
                  <a:pt x="29677" y="2889"/>
                  <a:pt x="28643" y="2599"/>
                  <a:pt x="27583" y="2624"/>
                </a:cubicBezTo>
                <a:close/>
                <a:moveTo>
                  <a:pt x="76253" y="71027"/>
                </a:moveTo>
                <a:cubicBezTo>
                  <a:pt x="72418" y="71027"/>
                  <a:pt x="68734" y="72541"/>
                  <a:pt x="66022" y="75253"/>
                </a:cubicBezTo>
                <a:cubicBezTo>
                  <a:pt x="63309" y="77965"/>
                  <a:pt x="61795" y="81648"/>
                  <a:pt x="61795" y="85482"/>
                </a:cubicBezTo>
                <a:cubicBezTo>
                  <a:pt x="61795" y="89305"/>
                  <a:pt x="63309" y="92988"/>
                  <a:pt x="66022" y="95699"/>
                </a:cubicBezTo>
                <a:cubicBezTo>
                  <a:pt x="68734" y="98411"/>
                  <a:pt x="72418" y="99925"/>
                  <a:pt x="76253" y="99925"/>
                </a:cubicBezTo>
                <a:cubicBezTo>
                  <a:pt x="80075" y="99925"/>
                  <a:pt x="83759" y="98411"/>
                  <a:pt x="86471" y="95699"/>
                </a:cubicBezTo>
                <a:cubicBezTo>
                  <a:pt x="89183" y="92988"/>
                  <a:pt x="90697" y="89305"/>
                  <a:pt x="90697" y="85482"/>
                </a:cubicBezTo>
                <a:cubicBezTo>
                  <a:pt x="90697" y="81648"/>
                  <a:pt x="89183" y="77965"/>
                  <a:pt x="86471" y="75253"/>
                </a:cubicBezTo>
                <a:cubicBezTo>
                  <a:pt x="83759" y="72541"/>
                  <a:pt x="80075" y="71027"/>
                  <a:pt x="76253" y="7102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3" name="Чёрный — SVG 6">
            <a:extLst>
              <a:ext uri="{FF2B5EF4-FFF2-40B4-BE49-F238E27FC236}">
                <a16:creationId xmlns:a16="http://schemas.microsoft.com/office/drawing/2014/main" id="{1F8B4A08-6350-2546-A4AB-B476DF109505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14172 w 131139"/>
              <a:gd name="csY0" fmla="*/ 0 h 141753"/>
              <a:gd name="csX1" fmla="*/ 0 w 131139"/>
              <a:gd name="csY1" fmla="*/ 14170 h 141753"/>
              <a:gd name="csX2" fmla="*/ 0 w 131139"/>
              <a:gd name="csY2" fmla="*/ 113413 h 141753"/>
              <a:gd name="csX3" fmla="*/ 14172 w 131139"/>
              <a:gd name="csY3" fmla="*/ 127583 h 141753"/>
              <a:gd name="csX4" fmla="*/ 63800 w 131139"/>
              <a:gd name="csY4" fmla="*/ 127583 h 141753"/>
              <a:gd name="csX5" fmla="*/ 63800 w 131139"/>
              <a:gd name="csY5" fmla="*/ 122259 h 141753"/>
              <a:gd name="csX6" fmla="*/ 65008 w 131139"/>
              <a:gd name="csY6" fmla="*/ 116951 h 141753"/>
              <a:gd name="csX7" fmla="*/ 65876 w 131139"/>
              <a:gd name="csY7" fmla="*/ 115386 h 141753"/>
              <a:gd name="csX8" fmla="*/ 71694 w 131139"/>
              <a:gd name="csY8" fmla="*/ 106677 h 141753"/>
              <a:gd name="csX9" fmla="*/ 74145 w 131139"/>
              <a:gd name="csY9" fmla="*/ 95687 h 141753"/>
              <a:gd name="csX10" fmla="*/ 53167 w 131139"/>
              <a:gd name="csY10" fmla="*/ 95687 h 141753"/>
              <a:gd name="csX11" fmla="*/ 53167 w 131139"/>
              <a:gd name="csY11" fmla="*/ 116951 h 141753"/>
              <a:gd name="csX12" fmla="*/ 31900 w 131139"/>
              <a:gd name="csY12" fmla="*/ 116951 h 141753"/>
              <a:gd name="csX13" fmla="*/ 31900 w 131139"/>
              <a:gd name="csY13" fmla="*/ 95687 h 141753"/>
              <a:gd name="csX14" fmla="*/ 10633 w 131139"/>
              <a:gd name="csY14" fmla="*/ 95687 h 141753"/>
              <a:gd name="csX15" fmla="*/ 10633 w 131139"/>
              <a:gd name="csY15" fmla="*/ 74424 h 141753"/>
              <a:gd name="csX16" fmla="*/ 31900 w 131139"/>
              <a:gd name="csY16" fmla="*/ 74424 h 141753"/>
              <a:gd name="csX17" fmla="*/ 31900 w 131139"/>
              <a:gd name="csY17" fmla="*/ 53160 h 141753"/>
              <a:gd name="csX18" fmla="*/ 10633 w 131139"/>
              <a:gd name="csY18" fmla="*/ 53160 h 141753"/>
              <a:gd name="csX19" fmla="*/ 10633 w 131139"/>
              <a:gd name="csY19" fmla="*/ 31896 h 141753"/>
              <a:gd name="csX20" fmla="*/ 31900 w 131139"/>
              <a:gd name="csY20" fmla="*/ 31896 h 141753"/>
              <a:gd name="csX21" fmla="*/ 31900 w 131139"/>
              <a:gd name="csY21" fmla="*/ 10632 h 141753"/>
              <a:gd name="csX22" fmla="*/ 53167 w 131139"/>
              <a:gd name="csY22" fmla="*/ 10632 h 141753"/>
              <a:gd name="csX23" fmla="*/ 53167 w 131139"/>
              <a:gd name="csY23" fmla="*/ 31896 h 141753"/>
              <a:gd name="csX24" fmla="*/ 74434 w 131139"/>
              <a:gd name="csY24" fmla="*/ 31896 h 141753"/>
              <a:gd name="csX25" fmla="*/ 74434 w 131139"/>
              <a:gd name="csY25" fmla="*/ 10632 h 141753"/>
              <a:gd name="csX26" fmla="*/ 95700 w 131139"/>
              <a:gd name="csY26" fmla="*/ 10632 h 141753"/>
              <a:gd name="csX27" fmla="*/ 95700 w 131139"/>
              <a:gd name="csY27" fmla="*/ 31896 h 141753"/>
              <a:gd name="csX28" fmla="*/ 116967 w 131139"/>
              <a:gd name="csY28" fmla="*/ 31896 h 141753"/>
              <a:gd name="csX29" fmla="*/ 116967 w 131139"/>
              <a:gd name="csY29" fmla="*/ 42528 h 141753"/>
              <a:gd name="csX30" fmla="*/ 127601 w 131139"/>
              <a:gd name="csY30" fmla="*/ 42528 h 141753"/>
              <a:gd name="csX31" fmla="*/ 127601 w 131139"/>
              <a:gd name="csY31" fmla="*/ 14170 h 141753"/>
              <a:gd name="csX32" fmla="*/ 113428 w 131139"/>
              <a:gd name="csY32" fmla="*/ 0 h 141753"/>
              <a:gd name="csX33" fmla="*/ 14172 w 131139"/>
              <a:gd name="csY33" fmla="*/ 0 h 141753"/>
              <a:gd name="csX34" fmla="*/ 95700 w 131139"/>
              <a:gd name="csY34" fmla="*/ 31896 h 141753"/>
              <a:gd name="csX35" fmla="*/ 74434 w 131139"/>
              <a:gd name="csY35" fmla="*/ 31896 h 141753"/>
              <a:gd name="csX36" fmla="*/ 74434 w 131139"/>
              <a:gd name="csY36" fmla="*/ 42715 h 141753"/>
              <a:gd name="csX37" fmla="*/ 76203 w 131139"/>
              <a:gd name="csY37" fmla="*/ 42528 h 141753"/>
              <a:gd name="csX38" fmla="*/ 95700 w 131139"/>
              <a:gd name="csY38" fmla="*/ 42528 h 141753"/>
              <a:gd name="csX39" fmla="*/ 95700 w 131139"/>
              <a:gd name="csY39" fmla="*/ 31896 h 141753"/>
              <a:gd name="csX40" fmla="*/ 53167 w 131139"/>
              <a:gd name="csY40" fmla="*/ 31896 h 141753"/>
              <a:gd name="csX41" fmla="*/ 31900 w 131139"/>
              <a:gd name="csY41" fmla="*/ 31896 h 141753"/>
              <a:gd name="csX42" fmla="*/ 31900 w 131139"/>
              <a:gd name="csY42" fmla="*/ 53160 h 141753"/>
              <a:gd name="csX43" fmla="*/ 53167 w 131139"/>
              <a:gd name="csY43" fmla="*/ 53160 h 141753"/>
              <a:gd name="csX44" fmla="*/ 53167 w 131139"/>
              <a:gd name="csY44" fmla="*/ 31896 h 141753"/>
              <a:gd name="csX45" fmla="*/ 53167 w 131139"/>
              <a:gd name="csY45" fmla="*/ 53160 h 141753"/>
              <a:gd name="csX46" fmla="*/ 53167 w 131139"/>
              <a:gd name="csY46" fmla="*/ 74424 h 141753"/>
              <a:gd name="csX47" fmla="*/ 63800 w 131139"/>
              <a:gd name="csY47" fmla="*/ 74424 h 141753"/>
              <a:gd name="csX48" fmla="*/ 63800 w 131139"/>
              <a:gd name="csY48" fmla="*/ 54929 h 141753"/>
              <a:gd name="csX49" fmla="*/ 63988 w 131139"/>
              <a:gd name="csY49" fmla="*/ 53160 h 141753"/>
              <a:gd name="csX50" fmla="*/ 53167 w 131139"/>
              <a:gd name="csY50" fmla="*/ 53160 h 141753"/>
              <a:gd name="csX51" fmla="*/ 53167 w 131139"/>
              <a:gd name="csY51" fmla="*/ 74424 h 141753"/>
              <a:gd name="csX52" fmla="*/ 31900 w 131139"/>
              <a:gd name="csY52" fmla="*/ 74424 h 141753"/>
              <a:gd name="csX53" fmla="*/ 31900 w 131139"/>
              <a:gd name="csY53" fmla="*/ 95687 h 141753"/>
              <a:gd name="csX54" fmla="*/ 53167 w 131139"/>
              <a:gd name="csY54" fmla="*/ 95687 h 141753"/>
              <a:gd name="csX55" fmla="*/ 53167 w 131139"/>
              <a:gd name="csY55" fmla="*/ 74424 h 141753"/>
              <a:gd name="csX56" fmla="*/ 76203 w 131139"/>
              <a:gd name="csY56" fmla="*/ 49621 h 141753"/>
              <a:gd name="csX57" fmla="*/ 70895 w 131139"/>
              <a:gd name="csY57" fmla="*/ 54929 h 141753"/>
              <a:gd name="csX58" fmla="*/ 70895 w 131139"/>
              <a:gd name="csY58" fmla="*/ 76193 h 141753"/>
              <a:gd name="csX59" fmla="*/ 76203 w 131139"/>
              <a:gd name="csY59" fmla="*/ 81517 h 141753"/>
              <a:gd name="csX60" fmla="*/ 84540 w 131139"/>
              <a:gd name="csY60" fmla="*/ 81517 h 141753"/>
              <a:gd name="csX61" fmla="*/ 78330 w 131139"/>
              <a:gd name="csY61" fmla="*/ 109517 h 141753"/>
              <a:gd name="csX62" fmla="*/ 71779 w 131139"/>
              <a:gd name="csY62" fmla="*/ 119316 h 141753"/>
              <a:gd name="csX63" fmla="*/ 70895 w 131139"/>
              <a:gd name="csY63" fmla="*/ 122259 h 141753"/>
              <a:gd name="csX64" fmla="*/ 70895 w 131139"/>
              <a:gd name="csY64" fmla="*/ 136446 h 141753"/>
              <a:gd name="csX65" fmla="*/ 76203 w 131139"/>
              <a:gd name="csY65" fmla="*/ 141754 h 141753"/>
              <a:gd name="csX66" fmla="*/ 125831 w 131139"/>
              <a:gd name="csY66" fmla="*/ 141754 h 141753"/>
              <a:gd name="csX67" fmla="*/ 131139 w 131139"/>
              <a:gd name="csY67" fmla="*/ 136446 h 141753"/>
              <a:gd name="csX68" fmla="*/ 131139 w 131139"/>
              <a:gd name="csY68" fmla="*/ 122259 h 141753"/>
              <a:gd name="csX69" fmla="*/ 130255 w 131139"/>
              <a:gd name="csY69" fmla="*/ 119316 h 141753"/>
              <a:gd name="csX70" fmla="*/ 123704 w 131139"/>
              <a:gd name="csY70" fmla="*/ 109517 h 141753"/>
              <a:gd name="csX71" fmla="*/ 117495 w 131139"/>
              <a:gd name="csY71" fmla="*/ 81517 h 141753"/>
              <a:gd name="csX72" fmla="*/ 125831 w 131139"/>
              <a:gd name="csY72" fmla="*/ 81517 h 141753"/>
              <a:gd name="csX73" fmla="*/ 131139 w 131139"/>
              <a:gd name="csY73" fmla="*/ 76193 h 141753"/>
              <a:gd name="csX74" fmla="*/ 131139 w 131139"/>
              <a:gd name="csY74" fmla="*/ 54929 h 141753"/>
              <a:gd name="csX75" fmla="*/ 125831 w 131139"/>
              <a:gd name="csY75" fmla="*/ 49621 h 141753"/>
              <a:gd name="csX76" fmla="*/ 116967 w 131139"/>
              <a:gd name="csY76" fmla="*/ 49621 h 141753"/>
              <a:gd name="csX77" fmla="*/ 116967 w 131139"/>
              <a:gd name="csY77" fmla="*/ 58467 h 141753"/>
              <a:gd name="csX78" fmla="*/ 113428 w 131139"/>
              <a:gd name="csY78" fmla="*/ 62022 h 141753"/>
              <a:gd name="csX79" fmla="*/ 109873 w 131139"/>
              <a:gd name="csY79" fmla="*/ 58467 h 141753"/>
              <a:gd name="csX80" fmla="*/ 109873 w 131139"/>
              <a:gd name="csY80" fmla="*/ 49621 h 141753"/>
              <a:gd name="csX81" fmla="*/ 92162 w 131139"/>
              <a:gd name="csY81" fmla="*/ 49621 h 141753"/>
              <a:gd name="csX82" fmla="*/ 92162 w 131139"/>
              <a:gd name="csY82" fmla="*/ 58467 h 141753"/>
              <a:gd name="csX83" fmla="*/ 88606 w 131139"/>
              <a:gd name="csY83" fmla="*/ 62022 h 141753"/>
              <a:gd name="csX84" fmla="*/ 85067 w 131139"/>
              <a:gd name="csY84" fmla="*/ 58467 h 141753"/>
              <a:gd name="csX85" fmla="*/ 85067 w 131139"/>
              <a:gd name="csY85" fmla="*/ 49621 h 141753"/>
              <a:gd name="csX86" fmla="*/ 76203 w 131139"/>
              <a:gd name="csY86" fmla="*/ 49621 h 141753"/>
            </a:gdLst>
            <a:ahLst/>
            <a:cxnLst/>
            <a:rect l="l" t="t" r="r" b="b"/>
            <a:pathLst>
              <a:path w="100000" h="100000">
                <a:moveTo>
                  <a:pt x="13742" y="0"/>
                </a:moveTo>
                <a:cubicBezTo>
                  <a:pt x="8221" y="0"/>
                  <a:pt x="3744" y="4476"/>
                  <a:pt x="3744" y="9996"/>
                </a:cubicBezTo>
                <a:lnTo>
                  <a:pt x="3744" y="80007"/>
                </a:lnTo>
                <a:cubicBezTo>
                  <a:pt x="3744" y="85528"/>
                  <a:pt x="8221" y="90004"/>
                  <a:pt x="13742" y="90004"/>
                </a:cubicBezTo>
                <a:lnTo>
                  <a:pt x="48752" y="90004"/>
                </a:lnTo>
                <a:lnTo>
                  <a:pt x="48752" y="86248"/>
                </a:lnTo>
                <a:cubicBezTo>
                  <a:pt x="48752" y="84952"/>
                  <a:pt x="49052" y="83667"/>
                  <a:pt x="49604" y="82503"/>
                </a:cubicBezTo>
                <a:cubicBezTo>
                  <a:pt x="49784" y="82132"/>
                  <a:pt x="49988" y="81759"/>
                  <a:pt x="50216" y="81399"/>
                </a:cubicBezTo>
                <a:lnTo>
                  <a:pt x="54321" y="75256"/>
                </a:lnTo>
                <a:lnTo>
                  <a:pt x="56050" y="67503"/>
                </a:lnTo>
                <a:lnTo>
                  <a:pt x="41251" y="67503"/>
                </a:lnTo>
                <a:lnTo>
                  <a:pt x="41251" y="82503"/>
                </a:lnTo>
                <a:lnTo>
                  <a:pt x="26248" y="82503"/>
                </a:lnTo>
                <a:lnTo>
                  <a:pt x="26248" y="67503"/>
                </a:lnTo>
                <a:lnTo>
                  <a:pt x="11245" y="67503"/>
                </a:lnTo>
                <a:lnTo>
                  <a:pt x="11245" y="52503"/>
                </a:lnTo>
                <a:lnTo>
                  <a:pt x="26248" y="52503"/>
                </a:lnTo>
                <a:lnTo>
                  <a:pt x="26248" y="37502"/>
                </a:lnTo>
                <a:lnTo>
                  <a:pt x="11245" y="37502"/>
                </a:lnTo>
                <a:lnTo>
                  <a:pt x="11245" y="22501"/>
                </a:lnTo>
                <a:lnTo>
                  <a:pt x="26248" y="22501"/>
                </a:lnTo>
                <a:lnTo>
                  <a:pt x="26248" y="7500"/>
                </a:lnTo>
                <a:lnTo>
                  <a:pt x="41251" y="7500"/>
                </a:lnTo>
                <a:lnTo>
                  <a:pt x="41251" y="22501"/>
                </a:lnTo>
                <a:lnTo>
                  <a:pt x="56253" y="22501"/>
                </a:lnTo>
                <a:lnTo>
                  <a:pt x="56253" y="7500"/>
                </a:lnTo>
                <a:lnTo>
                  <a:pt x="71256" y="7500"/>
                </a:lnTo>
                <a:lnTo>
                  <a:pt x="71256" y="22501"/>
                </a:lnTo>
                <a:lnTo>
                  <a:pt x="86258" y="22501"/>
                </a:lnTo>
                <a:lnTo>
                  <a:pt x="86258" y="30001"/>
                </a:lnTo>
                <a:lnTo>
                  <a:pt x="93760" y="30001"/>
                </a:lnTo>
                <a:lnTo>
                  <a:pt x="93760" y="9996"/>
                </a:lnTo>
                <a:cubicBezTo>
                  <a:pt x="93760" y="4476"/>
                  <a:pt x="89283" y="0"/>
                  <a:pt x="83762" y="0"/>
                </a:cubicBezTo>
                <a:lnTo>
                  <a:pt x="13742" y="0"/>
                </a:lnTo>
                <a:close/>
                <a:moveTo>
                  <a:pt x="71256" y="22501"/>
                </a:moveTo>
                <a:lnTo>
                  <a:pt x="56253" y="22501"/>
                </a:lnTo>
                <a:lnTo>
                  <a:pt x="56253" y="30133"/>
                </a:lnTo>
                <a:cubicBezTo>
                  <a:pt x="56661" y="30073"/>
                  <a:pt x="57081" y="30001"/>
                  <a:pt x="57501" y="30001"/>
                </a:cubicBezTo>
                <a:lnTo>
                  <a:pt x="71256" y="30001"/>
                </a:lnTo>
                <a:lnTo>
                  <a:pt x="71256" y="22501"/>
                </a:lnTo>
                <a:close/>
                <a:moveTo>
                  <a:pt x="41251" y="22501"/>
                </a:moveTo>
                <a:lnTo>
                  <a:pt x="26248" y="22501"/>
                </a:lnTo>
                <a:lnTo>
                  <a:pt x="26248" y="37502"/>
                </a:lnTo>
                <a:lnTo>
                  <a:pt x="41251" y="37502"/>
                </a:lnTo>
                <a:lnTo>
                  <a:pt x="41251" y="22501"/>
                </a:lnTo>
                <a:close/>
                <a:moveTo>
                  <a:pt x="41251" y="37502"/>
                </a:moveTo>
                <a:lnTo>
                  <a:pt x="41251" y="52503"/>
                </a:lnTo>
                <a:lnTo>
                  <a:pt x="48752" y="52503"/>
                </a:lnTo>
                <a:lnTo>
                  <a:pt x="48752" y="38750"/>
                </a:lnTo>
                <a:cubicBezTo>
                  <a:pt x="48752" y="38329"/>
                  <a:pt x="48824" y="37910"/>
                  <a:pt x="48884" y="37502"/>
                </a:cubicBezTo>
                <a:lnTo>
                  <a:pt x="41251" y="37502"/>
                </a:lnTo>
                <a:close/>
                <a:moveTo>
                  <a:pt x="41251" y="52503"/>
                </a:moveTo>
                <a:lnTo>
                  <a:pt x="26248" y="52503"/>
                </a:lnTo>
                <a:lnTo>
                  <a:pt x="26248" y="67503"/>
                </a:lnTo>
                <a:lnTo>
                  <a:pt x="41251" y="67503"/>
                </a:lnTo>
                <a:lnTo>
                  <a:pt x="41251" y="52503"/>
                </a:lnTo>
                <a:close/>
                <a:moveTo>
                  <a:pt x="57501" y="35005"/>
                </a:moveTo>
                <a:cubicBezTo>
                  <a:pt x="55437" y="35005"/>
                  <a:pt x="53757" y="36674"/>
                  <a:pt x="53757" y="38750"/>
                </a:cubicBezTo>
                <a:lnTo>
                  <a:pt x="53757" y="53751"/>
                </a:lnTo>
                <a:cubicBezTo>
                  <a:pt x="53757" y="55827"/>
                  <a:pt x="55437" y="57506"/>
                  <a:pt x="57501" y="57506"/>
                </a:cubicBezTo>
                <a:lnTo>
                  <a:pt x="63383" y="57506"/>
                </a:lnTo>
                <a:lnTo>
                  <a:pt x="59002" y="77259"/>
                </a:lnTo>
                <a:lnTo>
                  <a:pt x="54381" y="84172"/>
                </a:lnTo>
                <a:cubicBezTo>
                  <a:pt x="53973" y="84795"/>
                  <a:pt x="53757" y="85516"/>
                  <a:pt x="53757" y="86248"/>
                </a:cubicBezTo>
                <a:lnTo>
                  <a:pt x="53757" y="96256"/>
                </a:lnTo>
                <a:cubicBezTo>
                  <a:pt x="53757" y="98332"/>
                  <a:pt x="55437" y="100001"/>
                  <a:pt x="57501" y="100001"/>
                </a:cubicBezTo>
                <a:lnTo>
                  <a:pt x="92512" y="100001"/>
                </a:lnTo>
                <a:cubicBezTo>
                  <a:pt x="94576" y="100001"/>
                  <a:pt x="96256" y="98332"/>
                  <a:pt x="96256" y="96256"/>
                </a:cubicBezTo>
                <a:lnTo>
                  <a:pt x="96256" y="86248"/>
                </a:lnTo>
                <a:cubicBezTo>
                  <a:pt x="96256" y="85516"/>
                  <a:pt x="96040" y="84795"/>
                  <a:pt x="95633" y="84172"/>
                </a:cubicBezTo>
                <a:lnTo>
                  <a:pt x="91011" y="77259"/>
                </a:lnTo>
                <a:lnTo>
                  <a:pt x="86631" y="57506"/>
                </a:lnTo>
                <a:lnTo>
                  <a:pt x="92512" y="57506"/>
                </a:lnTo>
                <a:cubicBezTo>
                  <a:pt x="94576" y="57506"/>
                  <a:pt x="96256" y="55827"/>
                  <a:pt x="96256" y="53751"/>
                </a:cubicBezTo>
                <a:lnTo>
                  <a:pt x="96256" y="38750"/>
                </a:lnTo>
                <a:cubicBezTo>
                  <a:pt x="96256" y="36674"/>
                  <a:pt x="94576" y="35005"/>
                  <a:pt x="92512" y="35005"/>
                </a:cubicBezTo>
                <a:lnTo>
                  <a:pt x="86258" y="35005"/>
                </a:lnTo>
                <a:lnTo>
                  <a:pt x="86258" y="41246"/>
                </a:lnTo>
                <a:cubicBezTo>
                  <a:pt x="86258" y="42626"/>
                  <a:pt x="85142" y="43754"/>
                  <a:pt x="83762" y="43754"/>
                </a:cubicBezTo>
                <a:cubicBezTo>
                  <a:pt x="82370" y="43754"/>
                  <a:pt x="81254" y="42626"/>
                  <a:pt x="81254" y="41246"/>
                </a:cubicBezTo>
                <a:lnTo>
                  <a:pt x="81254" y="35005"/>
                </a:lnTo>
                <a:lnTo>
                  <a:pt x="68760" y="35005"/>
                </a:lnTo>
                <a:lnTo>
                  <a:pt x="68760" y="41246"/>
                </a:lnTo>
                <a:cubicBezTo>
                  <a:pt x="68760" y="42626"/>
                  <a:pt x="67643" y="43754"/>
                  <a:pt x="66251" y="43754"/>
                </a:cubicBezTo>
                <a:cubicBezTo>
                  <a:pt x="64871" y="43754"/>
                  <a:pt x="63755" y="42626"/>
                  <a:pt x="63755" y="41246"/>
                </a:cubicBezTo>
                <a:lnTo>
                  <a:pt x="63755" y="35005"/>
                </a:lnTo>
                <a:lnTo>
                  <a:pt x="57501" y="3500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4" name="Чёрный — SVG 7">
            <a:extLst>
              <a:ext uri="{FF2B5EF4-FFF2-40B4-BE49-F238E27FC236}">
                <a16:creationId xmlns:a16="http://schemas.microsoft.com/office/drawing/2014/main" id="{755463BC-09C8-6244-A2CF-7B49533E50CD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121169 w 143542"/>
              <a:gd name="csY0" fmla="*/ 48 h 133619"/>
              <a:gd name="csX1" fmla="*/ 118277 w 143542"/>
              <a:gd name="csY1" fmla="*/ 660 h 133619"/>
              <a:gd name="csX2" fmla="*/ 56706 w 143542"/>
              <a:gd name="csY2" fmla="*/ 21635 h 133619"/>
              <a:gd name="csX3" fmla="*/ 56706 w 143542"/>
              <a:gd name="csY3" fmla="*/ 96739 h 133619"/>
              <a:gd name="csX4" fmla="*/ 118277 w 143542"/>
              <a:gd name="csY4" fmla="*/ 117731 h 133619"/>
              <a:gd name="csX5" fmla="*/ 129506 w 143542"/>
              <a:gd name="csY5" fmla="*/ 116081 h 133619"/>
              <a:gd name="csX6" fmla="*/ 134695 w 143542"/>
              <a:gd name="csY6" fmla="*/ 105993 h 133619"/>
              <a:gd name="csX7" fmla="*/ 134695 w 143542"/>
              <a:gd name="csY7" fmla="*/ 74097 h 133619"/>
              <a:gd name="csX8" fmla="*/ 143542 w 143542"/>
              <a:gd name="csY8" fmla="*/ 60965 h 133619"/>
              <a:gd name="csX9" fmla="*/ 134695 w 143542"/>
              <a:gd name="csY9" fmla="*/ 47849 h 133619"/>
              <a:gd name="csX10" fmla="*/ 134695 w 143542"/>
              <a:gd name="csY10" fmla="*/ 12398 h 133619"/>
              <a:gd name="csX11" fmla="*/ 129506 w 143542"/>
              <a:gd name="csY11" fmla="*/ 2311 h 133619"/>
              <a:gd name="csX12" fmla="*/ 121169 w 143542"/>
              <a:gd name="csY12" fmla="*/ 48 h 133619"/>
              <a:gd name="csX13" fmla="*/ 46072 w 143542"/>
              <a:gd name="csY13" fmla="*/ 24153 h 133619"/>
              <a:gd name="csX14" fmla="*/ 18000 w 143542"/>
              <a:gd name="csY14" fmla="*/ 26313 h 133619"/>
              <a:gd name="csX15" fmla="*/ 0 w 143542"/>
              <a:gd name="csY15" fmla="*/ 45740 h 133619"/>
              <a:gd name="csX16" fmla="*/ 0 w 143542"/>
              <a:gd name="csY16" fmla="*/ 72651 h 133619"/>
              <a:gd name="csX17" fmla="*/ 17201 w 143542"/>
              <a:gd name="csY17" fmla="*/ 92010 h 133619"/>
              <a:gd name="csX18" fmla="*/ 20552 w 143542"/>
              <a:gd name="csY18" fmla="*/ 122222 h 133619"/>
              <a:gd name="csX19" fmla="*/ 33278 w 143542"/>
              <a:gd name="csY19" fmla="*/ 133619 h 133619"/>
              <a:gd name="csX20" fmla="*/ 46072 w 143542"/>
              <a:gd name="csY20" fmla="*/ 120810 h 133619"/>
              <a:gd name="csX21" fmla="*/ 46072 w 143542"/>
              <a:gd name="csY21" fmla="*/ 24153 h 133619"/>
            </a:gdLst>
            <a:ahLst/>
            <a:cxnLst/>
            <a:rect l="l" t="t" r="r" b="b"/>
            <a:pathLst>
              <a:path w="100000" h="100000">
                <a:moveTo>
                  <a:pt x="84414" y="3490"/>
                </a:moveTo>
                <a:cubicBezTo>
                  <a:pt x="83739" y="3549"/>
                  <a:pt x="83051" y="3691"/>
                  <a:pt x="82399" y="3916"/>
                </a:cubicBezTo>
                <a:lnTo>
                  <a:pt x="39505" y="18529"/>
                </a:lnTo>
                <a:lnTo>
                  <a:pt x="39505" y="70851"/>
                </a:lnTo>
                <a:lnTo>
                  <a:pt x="82399" y="85475"/>
                </a:lnTo>
                <a:cubicBezTo>
                  <a:pt x="85030" y="86376"/>
                  <a:pt x="87958" y="85937"/>
                  <a:pt x="90222" y="84325"/>
                </a:cubicBezTo>
                <a:cubicBezTo>
                  <a:pt x="92486" y="82702"/>
                  <a:pt x="93837" y="80083"/>
                  <a:pt x="93837" y="77298"/>
                </a:cubicBezTo>
                <a:lnTo>
                  <a:pt x="93837" y="55077"/>
                </a:lnTo>
                <a:cubicBezTo>
                  <a:pt x="97452" y="53608"/>
                  <a:pt x="100000" y="50076"/>
                  <a:pt x="100000" y="45928"/>
                </a:cubicBezTo>
                <a:cubicBezTo>
                  <a:pt x="100000" y="41792"/>
                  <a:pt x="97452" y="38249"/>
                  <a:pt x="93837" y="36791"/>
                </a:cubicBezTo>
                <a:lnTo>
                  <a:pt x="93837" y="12094"/>
                </a:lnTo>
                <a:cubicBezTo>
                  <a:pt x="93837" y="9308"/>
                  <a:pt x="92486" y="6678"/>
                  <a:pt x="90222" y="5066"/>
                </a:cubicBezTo>
                <a:cubicBezTo>
                  <a:pt x="88527" y="3845"/>
                  <a:pt x="86453" y="3312"/>
                  <a:pt x="84414" y="3490"/>
                </a:cubicBezTo>
                <a:close/>
                <a:moveTo>
                  <a:pt x="32097" y="20283"/>
                </a:moveTo>
                <a:lnTo>
                  <a:pt x="12540" y="21788"/>
                </a:lnTo>
                <a:cubicBezTo>
                  <a:pt x="5499" y="22321"/>
                  <a:pt x="0" y="28270"/>
                  <a:pt x="0" y="35322"/>
                </a:cubicBezTo>
                <a:lnTo>
                  <a:pt x="0" y="54070"/>
                </a:lnTo>
                <a:cubicBezTo>
                  <a:pt x="0" y="60932"/>
                  <a:pt x="5227" y="66750"/>
                  <a:pt x="11983" y="67556"/>
                </a:cubicBezTo>
                <a:lnTo>
                  <a:pt x="14318" y="88604"/>
                </a:lnTo>
                <a:cubicBezTo>
                  <a:pt x="14828" y="93131"/>
                  <a:pt x="18632" y="96544"/>
                  <a:pt x="23183" y="96544"/>
                </a:cubicBezTo>
                <a:cubicBezTo>
                  <a:pt x="28103" y="96544"/>
                  <a:pt x="32097" y="92538"/>
                  <a:pt x="32097" y="87620"/>
                </a:cubicBezTo>
                <a:lnTo>
                  <a:pt x="32097" y="2028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5" name="Чёрный — SVG 8">
            <a:extLst>
              <a:ext uri="{FF2B5EF4-FFF2-40B4-BE49-F238E27FC236}">
                <a16:creationId xmlns:a16="http://schemas.microsoft.com/office/drawing/2014/main" id="{7475E5B4-C8CF-B940-AFC8-32FBE8564D68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146520 w 148867"/>
              <a:gd name="csY0" fmla="*/ 46389 h 123857"/>
              <a:gd name="csX1" fmla="*/ 146486 w 148867"/>
              <a:gd name="csY1" fmla="*/ 46321 h 123857"/>
              <a:gd name="csX2" fmla="*/ 141773 w 148867"/>
              <a:gd name="csY2" fmla="*/ 43276 h 123857"/>
              <a:gd name="csX3" fmla="*/ 128128 w 148867"/>
              <a:gd name="csY3" fmla="*/ 43157 h 123857"/>
              <a:gd name="csX4" fmla="*/ 113309 w 148867"/>
              <a:gd name="csY4" fmla="*/ 54538 h 123857"/>
              <a:gd name="csX5" fmla="*/ 113428 w 148867"/>
              <a:gd name="csY5" fmla="*/ 56528 h 123857"/>
              <a:gd name="csX6" fmla="*/ 103220 w 148867"/>
              <a:gd name="csY6" fmla="*/ 75665 h 123857"/>
              <a:gd name="csX7" fmla="*/ 116219 w 148867"/>
              <a:gd name="csY7" fmla="*/ 90754 h 123857"/>
              <a:gd name="csX8" fmla="*/ 120659 w 148867"/>
              <a:gd name="csY8" fmla="*/ 110436 h 123857"/>
              <a:gd name="csX9" fmla="*/ 148867 w 148867"/>
              <a:gd name="csY9" fmla="*/ 61836 h 123857"/>
              <a:gd name="csX10" fmla="*/ 146520 w 148867"/>
              <a:gd name="csY10" fmla="*/ 46389 h 123857"/>
              <a:gd name="csX11" fmla="*/ 108240 w 148867"/>
              <a:gd name="csY11" fmla="*/ 42426 h 123857"/>
              <a:gd name="csX12" fmla="*/ 125610 w 148867"/>
              <a:gd name="csY12" fmla="*/ 32814 h 123857"/>
              <a:gd name="csX13" fmla="*/ 139680 w 148867"/>
              <a:gd name="csY13" fmla="*/ 31964 h 123857"/>
              <a:gd name="csX14" fmla="*/ 79742 w 148867"/>
              <a:gd name="csY14" fmla="*/ 0 h 123857"/>
              <a:gd name="csX15" fmla="*/ 79742 w 148867"/>
              <a:gd name="csY15" fmla="*/ 28425 h 123857"/>
              <a:gd name="csX16" fmla="*/ 108240 w 148867"/>
              <a:gd name="csY16" fmla="*/ 42426 h 123857"/>
              <a:gd name="csX17" fmla="*/ 96585 w 148867"/>
              <a:gd name="csY17" fmla="*/ 83984 h 123857"/>
              <a:gd name="csX18" fmla="*/ 91056 w 148867"/>
              <a:gd name="csY18" fmla="*/ 82181 h 123857"/>
              <a:gd name="csX19" fmla="*/ 74434 w 148867"/>
              <a:gd name="csY19" fmla="*/ 84885 h 123857"/>
              <a:gd name="csX20" fmla="*/ 57812 w 148867"/>
              <a:gd name="csY20" fmla="*/ 82181 h 123857"/>
              <a:gd name="csX21" fmla="*/ 52282 w 148867"/>
              <a:gd name="csY21" fmla="*/ 83984 h 123857"/>
              <a:gd name="csX22" fmla="*/ 42142 w 148867"/>
              <a:gd name="csY22" fmla="*/ 95551 h 123857"/>
              <a:gd name="csX23" fmla="*/ 38876 w 148867"/>
              <a:gd name="csY23" fmla="*/ 110538 h 123857"/>
              <a:gd name="csX24" fmla="*/ 42738 w 148867"/>
              <a:gd name="csY24" fmla="*/ 117938 h 123857"/>
              <a:gd name="csX25" fmla="*/ 74434 w 148867"/>
              <a:gd name="csY25" fmla="*/ 123858 h 123857"/>
              <a:gd name="csX26" fmla="*/ 106113 w 148867"/>
              <a:gd name="csY26" fmla="*/ 117938 h 123857"/>
              <a:gd name="csX27" fmla="*/ 109992 w 148867"/>
              <a:gd name="csY27" fmla="*/ 110538 h 123857"/>
              <a:gd name="csX28" fmla="*/ 106725 w 148867"/>
              <a:gd name="csY28" fmla="*/ 95551 h 123857"/>
              <a:gd name="csX29" fmla="*/ 96585 w 148867"/>
              <a:gd name="csY29" fmla="*/ 83984 h 123857"/>
              <a:gd name="csX30" fmla="*/ 23257 w 148867"/>
              <a:gd name="csY30" fmla="*/ 32814 h 123857"/>
              <a:gd name="csX31" fmla="*/ 40611 w 148867"/>
              <a:gd name="csY31" fmla="*/ 42426 h 123857"/>
              <a:gd name="csX32" fmla="*/ 69109 w 148867"/>
              <a:gd name="csY32" fmla="*/ 28425 h 123857"/>
              <a:gd name="csX33" fmla="*/ 69109 w 148867"/>
              <a:gd name="csY33" fmla="*/ 0 h 123857"/>
              <a:gd name="csX34" fmla="*/ 9187 w 148867"/>
              <a:gd name="csY34" fmla="*/ 31964 h 123857"/>
              <a:gd name="csX35" fmla="*/ 23257 w 148867"/>
              <a:gd name="csY35" fmla="*/ 32814 h 123857"/>
              <a:gd name="csX36" fmla="*/ 45647 w 148867"/>
              <a:gd name="csY36" fmla="*/ 75665 h 123857"/>
              <a:gd name="csX37" fmla="*/ 35439 w 148867"/>
              <a:gd name="csY37" fmla="*/ 56528 h 123857"/>
              <a:gd name="csX38" fmla="*/ 35558 w 148867"/>
              <a:gd name="csY38" fmla="*/ 54538 h 123857"/>
              <a:gd name="csX39" fmla="*/ 20739 w 148867"/>
              <a:gd name="csY39" fmla="*/ 43157 h 123857"/>
              <a:gd name="csX40" fmla="*/ 7094 w 148867"/>
              <a:gd name="csY40" fmla="*/ 43276 h 123857"/>
              <a:gd name="csX41" fmla="*/ 2382 w 148867"/>
              <a:gd name="csY41" fmla="*/ 46321 h 123857"/>
              <a:gd name="csX42" fmla="*/ 2348 w 148867"/>
              <a:gd name="csY42" fmla="*/ 46389 h 123857"/>
              <a:gd name="csX43" fmla="*/ 0 w 148867"/>
              <a:gd name="csY43" fmla="*/ 61836 h 123857"/>
              <a:gd name="csX44" fmla="*/ 28208 w 148867"/>
              <a:gd name="csY44" fmla="*/ 110436 h 123857"/>
              <a:gd name="csX45" fmla="*/ 32649 w 148867"/>
              <a:gd name="csY45" fmla="*/ 90754 h 123857"/>
              <a:gd name="csX46" fmla="*/ 45647 w 148867"/>
              <a:gd name="csY46" fmla="*/ 75665 h 123857"/>
            </a:gdLst>
            <a:ahLst/>
            <a:cxnLst/>
            <a:rect l="l" t="t" r="r" b="b"/>
            <a:pathLst>
              <a:path w="100000" h="100000">
                <a:moveTo>
                  <a:pt x="98423" y="39561"/>
                </a:moveTo>
                <a:cubicBezTo>
                  <a:pt x="98423" y="39539"/>
                  <a:pt x="98434" y="39539"/>
                  <a:pt x="98401" y="39516"/>
                </a:cubicBezTo>
                <a:cubicBezTo>
                  <a:pt x="97829" y="38682"/>
                  <a:pt x="96709" y="37939"/>
                  <a:pt x="95235" y="37470"/>
                </a:cubicBezTo>
                <a:cubicBezTo>
                  <a:pt x="92663" y="36613"/>
                  <a:pt x="89337" y="36590"/>
                  <a:pt x="86069" y="37390"/>
                </a:cubicBezTo>
                <a:cubicBezTo>
                  <a:pt x="80263" y="38796"/>
                  <a:pt x="76378" y="42327"/>
                  <a:pt x="76114" y="45036"/>
                </a:cubicBezTo>
                <a:cubicBezTo>
                  <a:pt x="76171" y="45469"/>
                  <a:pt x="76194" y="45915"/>
                  <a:pt x="76194" y="46372"/>
                </a:cubicBezTo>
                <a:cubicBezTo>
                  <a:pt x="76194" y="51320"/>
                  <a:pt x="73600" y="55822"/>
                  <a:pt x="69337" y="59227"/>
                </a:cubicBezTo>
                <a:cubicBezTo>
                  <a:pt x="72834" y="61513"/>
                  <a:pt x="75909" y="65078"/>
                  <a:pt x="78069" y="69363"/>
                </a:cubicBezTo>
                <a:cubicBezTo>
                  <a:pt x="80240" y="73705"/>
                  <a:pt x="81314" y="78345"/>
                  <a:pt x="81052" y="82584"/>
                </a:cubicBezTo>
                <a:cubicBezTo>
                  <a:pt x="92595" y="74963"/>
                  <a:pt x="100000" y="63181"/>
                  <a:pt x="100000" y="49938"/>
                </a:cubicBezTo>
                <a:cubicBezTo>
                  <a:pt x="100000" y="46349"/>
                  <a:pt x="99452" y="42875"/>
                  <a:pt x="98423" y="39561"/>
                </a:cubicBezTo>
                <a:close/>
                <a:moveTo>
                  <a:pt x="72709" y="36899"/>
                </a:moveTo>
                <a:cubicBezTo>
                  <a:pt x="75429" y="33997"/>
                  <a:pt x="79497" y="31654"/>
                  <a:pt x="84377" y="30443"/>
                </a:cubicBezTo>
                <a:cubicBezTo>
                  <a:pt x="87600" y="29655"/>
                  <a:pt x="90858" y="29471"/>
                  <a:pt x="93829" y="29872"/>
                </a:cubicBezTo>
                <a:cubicBezTo>
                  <a:pt x="85852" y="17827"/>
                  <a:pt x="70949" y="9394"/>
                  <a:pt x="53566" y="8400"/>
                </a:cubicBezTo>
                <a:lnTo>
                  <a:pt x="53566" y="27494"/>
                </a:lnTo>
                <a:cubicBezTo>
                  <a:pt x="61760" y="28306"/>
                  <a:pt x="68766" y="31871"/>
                  <a:pt x="72709" y="36899"/>
                </a:cubicBezTo>
                <a:close/>
                <a:moveTo>
                  <a:pt x="64880" y="64816"/>
                </a:moveTo>
                <a:cubicBezTo>
                  <a:pt x="63566" y="64038"/>
                  <a:pt x="62286" y="63627"/>
                  <a:pt x="61166" y="63604"/>
                </a:cubicBezTo>
                <a:cubicBezTo>
                  <a:pt x="57783" y="64770"/>
                  <a:pt x="54000" y="65421"/>
                  <a:pt x="50000" y="65421"/>
                </a:cubicBezTo>
                <a:cubicBezTo>
                  <a:pt x="46000" y="65421"/>
                  <a:pt x="42217" y="64770"/>
                  <a:pt x="38835" y="63604"/>
                </a:cubicBezTo>
                <a:cubicBezTo>
                  <a:pt x="37714" y="63627"/>
                  <a:pt x="36423" y="64038"/>
                  <a:pt x="35120" y="64816"/>
                </a:cubicBezTo>
                <a:cubicBezTo>
                  <a:pt x="32503" y="66392"/>
                  <a:pt x="30023" y="69203"/>
                  <a:pt x="28308" y="72586"/>
                </a:cubicBezTo>
                <a:cubicBezTo>
                  <a:pt x="26617" y="75934"/>
                  <a:pt x="25806" y="79625"/>
                  <a:pt x="26115" y="82653"/>
                </a:cubicBezTo>
                <a:cubicBezTo>
                  <a:pt x="26354" y="85110"/>
                  <a:pt x="27314" y="86938"/>
                  <a:pt x="28709" y="87624"/>
                </a:cubicBezTo>
                <a:cubicBezTo>
                  <a:pt x="35166" y="90172"/>
                  <a:pt x="42377" y="91601"/>
                  <a:pt x="50000" y="91601"/>
                </a:cubicBezTo>
                <a:cubicBezTo>
                  <a:pt x="57623" y="91601"/>
                  <a:pt x="64834" y="90172"/>
                  <a:pt x="71280" y="87624"/>
                </a:cubicBezTo>
                <a:cubicBezTo>
                  <a:pt x="72686" y="86938"/>
                  <a:pt x="73646" y="85110"/>
                  <a:pt x="73886" y="82653"/>
                </a:cubicBezTo>
                <a:cubicBezTo>
                  <a:pt x="74194" y="79625"/>
                  <a:pt x="73383" y="75934"/>
                  <a:pt x="71692" y="72586"/>
                </a:cubicBezTo>
                <a:cubicBezTo>
                  <a:pt x="69977" y="69203"/>
                  <a:pt x="67497" y="66392"/>
                  <a:pt x="64880" y="64816"/>
                </a:cubicBezTo>
                <a:close/>
                <a:moveTo>
                  <a:pt x="15623" y="30443"/>
                </a:moveTo>
                <a:cubicBezTo>
                  <a:pt x="20503" y="31654"/>
                  <a:pt x="24572" y="33997"/>
                  <a:pt x="27280" y="36899"/>
                </a:cubicBezTo>
                <a:cubicBezTo>
                  <a:pt x="31235" y="31871"/>
                  <a:pt x="38240" y="28306"/>
                  <a:pt x="46423" y="27494"/>
                </a:cubicBezTo>
                <a:lnTo>
                  <a:pt x="46423" y="8400"/>
                </a:lnTo>
                <a:cubicBezTo>
                  <a:pt x="29051" y="9394"/>
                  <a:pt x="14137" y="17827"/>
                  <a:pt x="6171" y="29872"/>
                </a:cubicBezTo>
                <a:cubicBezTo>
                  <a:pt x="9143" y="29471"/>
                  <a:pt x="12400" y="29655"/>
                  <a:pt x="15623" y="30443"/>
                </a:cubicBezTo>
                <a:close/>
                <a:moveTo>
                  <a:pt x="30663" y="59227"/>
                </a:moveTo>
                <a:cubicBezTo>
                  <a:pt x="26400" y="55822"/>
                  <a:pt x="23806" y="51320"/>
                  <a:pt x="23806" y="46372"/>
                </a:cubicBezTo>
                <a:cubicBezTo>
                  <a:pt x="23806" y="45915"/>
                  <a:pt x="23829" y="45469"/>
                  <a:pt x="23886" y="45036"/>
                </a:cubicBezTo>
                <a:cubicBezTo>
                  <a:pt x="23623" y="42327"/>
                  <a:pt x="19737" y="38796"/>
                  <a:pt x="13931" y="37390"/>
                </a:cubicBezTo>
                <a:cubicBezTo>
                  <a:pt x="10663" y="36590"/>
                  <a:pt x="7337" y="36613"/>
                  <a:pt x="4765" y="37470"/>
                </a:cubicBezTo>
                <a:cubicBezTo>
                  <a:pt x="3280" y="37939"/>
                  <a:pt x="2171" y="38682"/>
                  <a:pt x="1600" y="39516"/>
                </a:cubicBezTo>
                <a:cubicBezTo>
                  <a:pt x="1577" y="39539"/>
                  <a:pt x="1577" y="39539"/>
                  <a:pt x="1577" y="39561"/>
                </a:cubicBezTo>
                <a:cubicBezTo>
                  <a:pt x="549" y="42875"/>
                  <a:pt x="0" y="46349"/>
                  <a:pt x="0" y="49938"/>
                </a:cubicBezTo>
                <a:cubicBezTo>
                  <a:pt x="0" y="63181"/>
                  <a:pt x="7406" y="74963"/>
                  <a:pt x="18948" y="82584"/>
                </a:cubicBezTo>
                <a:cubicBezTo>
                  <a:pt x="18686" y="78345"/>
                  <a:pt x="19760" y="73705"/>
                  <a:pt x="21932" y="69363"/>
                </a:cubicBezTo>
                <a:cubicBezTo>
                  <a:pt x="24091" y="65078"/>
                  <a:pt x="27166" y="61513"/>
                  <a:pt x="30663" y="5922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6" name="Чёрный — SVG 9">
            <a:extLst>
              <a:ext uri="{FF2B5EF4-FFF2-40B4-BE49-F238E27FC236}">
                <a16:creationId xmlns:a16="http://schemas.microsoft.com/office/drawing/2014/main" id="{A369ED2C-84A7-2E48-A64B-3AC99F8A9B81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71984 w 141670"/>
              <a:gd name="csY0" fmla="*/ 0 h 141685"/>
              <a:gd name="csX1" fmla="*/ 70793 w 141670"/>
              <a:gd name="csY1" fmla="*/ 14102 h 141685"/>
              <a:gd name="csX2" fmla="*/ 71916 w 141670"/>
              <a:gd name="csY2" fmla="*/ 27864 h 141685"/>
              <a:gd name="csX3" fmla="*/ 84965 w 141670"/>
              <a:gd name="csY3" fmla="*/ 1412 h 141685"/>
              <a:gd name="csX4" fmla="*/ 71984 w 141670"/>
              <a:gd name="csY4" fmla="*/ 0 h 141685"/>
              <a:gd name="csX5" fmla="*/ 61112 w 141670"/>
              <a:gd name="csY5" fmla="*/ 680 h 141685"/>
              <a:gd name="csX6" fmla="*/ 289 w 141670"/>
              <a:gd name="csY6" fmla="*/ 63689 h 141685"/>
              <a:gd name="csX7" fmla="*/ 1667 w 141670"/>
              <a:gd name="csY7" fmla="*/ 63724 h 141685"/>
              <a:gd name="csX8" fmla="*/ 24772 w 141670"/>
              <a:gd name="csY8" fmla="*/ 60560 h 141685"/>
              <a:gd name="csX9" fmla="*/ 37106 w 141670"/>
              <a:gd name="csY9" fmla="*/ 49553 h 141685"/>
              <a:gd name="csX10" fmla="*/ 44762 w 141670"/>
              <a:gd name="csY10" fmla="*/ 52241 h 141685"/>
              <a:gd name="csX11" fmla="*/ 63205 w 141670"/>
              <a:gd name="csY11" fmla="*/ 38139 h 141685"/>
              <a:gd name="csX12" fmla="*/ 60159 w 141670"/>
              <a:gd name="csY12" fmla="*/ 14102 h 141685"/>
              <a:gd name="csX13" fmla="*/ 61112 w 141670"/>
              <a:gd name="csY13" fmla="*/ 680 h 141685"/>
              <a:gd name="csX14" fmla="*/ 95173 w 141670"/>
              <a:gd name="csY14" fmla="*/ 4321 h 141685"/>
              <a:gd name="csX15" fmla="*/ 75148 w 141670"/>
              <a:gd name="csY15" fmla="*/ 40861 h 141685"/>
              <a:gd name="csX16" fmla="*/ 90001 w 141670"/>
              <a:gd name="csY16" fmla="*/ 67874 h 141685"/>
              <a:gd name="csX17" fmla="*/ 93829 w 141670"/>
              <a:gd name="csY17" fmla="*/ 67262 h 141685"/>
              <a:gd name="csX18" fmla="*/ 106232 w 141670"/>
              <a:gd name="csY18" fmla="*/ 79663 h 141685"/>
              <a:gd name="csX19" fmla="*/ 105806 w 141670"/>
              <a:gd name="csY19" fmla="*/ 82827 h 141685"/>
              <a:gd name="csX20" fmla="*/ 136601 w 141670"/>
              <a:gd name="csY20" fmla="*/ 96929 h 141685"/>
              <a:gd name="csX21" fmla="*/ 141671 w 141670"/>
              <a:gd name="csY21" fmla="*/ 70817 h 141685"/>
              <a:gd name="csX22" fmla="*/ 95173 w 141670"/>
              <a:gd name="csY22" fmla="*/ 4321 h 141685"/>
              <a:gd name="csX23" fmla="*/ 66846 w 141670"/>
              <a:gd name="csY23" fmla="*/ 49264 h 141685"/>
              <a:gd name="csX24" fmla="*/ 49526 w 141670"/>
              <a:gd name="csY24" fmla="*/ 61767 h 141685"/>
              <a:gd name="csX25" fmla="*/ 49526 w 141670"/>
              <a:gd name="csY25" fmla="*/ 61954 h 141685"/>
              <a:gd name="csX26" fmla="*/ 37106 w 141670"/>
              <a:gd name="csY26" fmla="*/ 74355 h 141685"/>
              <a:gd name="csX27" fmla="*/ 28293 w 141670"/>
              <a:gd name="csY27" fmla="*/ 70630 h 141685"/>
              <a:gd name="csX28" fmla="*/ 1667 w 141670"/>
              <a:gd name="csY28" fmla="*/ 74355 h 141685"/>
              <a:gd name="csX29" fmla="*/ 0 w 141670"/>
              <a:gd name="csY29" fmla="*/ 74321 h 141685"/>
              <a:gd name="csX30" fmla="*/ 4389 w 141670"/>
              <a:gd name="csY30" fmla="*/ 95517 h 141685"/>
              <a:gd name="csX31" fmla="*/ 30029 w 141670"/>
              <a:gd name="csY31" fmla="*/ 92081 h 141685"/>
              <a:gd name="csX32" fmla="*/ 45120 w 141670"/>
              <a:gd name="csY32" fmla="*/ 93238 h 141685"/>
              <a:gd name="csX33" fmla="*/ 54834 w 141670"/>
              <a:gd name="csY33" fmla="*/ 88526 h 141685"/>
              <a:gd name="csX34" fmla="*/ 67135 w 141670"/>
              <a:gd name="csY34" fmla="*/ 99413 h 141685"/>
              <a:gd name="csX35" fmla="*/ 107967 w 141670"/>
              <a:gd name="csY35" fmla="*/ 131054 h 141685"/>
              <a:gd name="csX36" fmla="*/ 131786 w 141670"/>
              <a:gd name="csY36" fmla="*/ 106711 h 141685"/>
              <a:gd name="csX37" fmla="*/ 98899 w 141670"/>
              <a:gd name="csY37" fmla="*/ 90975 h 141685"/>
              <a:gd name="csX38" fmla="*/ 93829 w 141670"/>
              <a:gd name="csY38" fmla="*/ 92081 h 141685"/>
              <a:gd name="csX39" fmla="*/ 81426 w 141670"/>
              <a:gd name="csY39" fmla="*/ 79663 h 141685"/>
              <a:gd name="csX40" fmla="*/ 82277 w 141670"/>
              <a:gd name="csY40" fmla="*/ 75240 h 141685"/>
              <a:gd name="csX41" fmla="*/ 66846 w 141670"/>
              <a:gd name="csY41" fmla="*/ 49264 h 141685"/>
              <a:gd name="csX42" fmla="*/ 30029 w 141670"/>
              <a:gd name="csY42" fmla="*/ 102713 h 141685"/>
              <a:gd name="csX43" fmla="*/ 8932 w 141670"/>
              <a:gd name="csY43" fmla="*/ 105299 h 141685"/>
              <a:gd name="csX44" fmla="*/ 70793 w 141670"/>
              <a:gd name="csY44" fmla="*/ 141686 h 141685"/>
              <a:gd name="csX45" fmla="*/ 98355 w 141670"/>
              <a:gd name="csY45" fmla="*/ 136089 h 141685"/>
              <a:gd name="csX46" fmla="*/ 63732 w 141670"/>
              <a:gd name="csY46" fmla="*/ 109551 h 141685"/>
              <a:gd name="csX47" fmla="*/ 54834 w 141670"/>
              <a:gd name="csY47" fmla="*/ 113345 h 141685"/>
              <a:gd name="csX48" fmla="*/ 42755 w 141670"/>
              <a:gd name="csY48" fmla="*/ 103632 h 141685"/>
              <a:gd name="csX49" fmla="*/ 30029 w 141670"/>
              <a:gd name="csY49" fmla="*/ 102713 h 141685"/>
            </a:gdLst>
            <a:ahLst/>
            <a:cxnLst/>
            <a:rect l="l" t="t" r="r" b="b"/>
            <a:pathLst>
              <a:path w="100000" h="100000">
                <a:moveTo>
                  <a:pt x="50811" y="0"/>
                </a:moveTo>
                <a:cubicBezTo>
                  <a:pt x="50270" y="3230"/>
                  <a:pt x="49970" y="6555"/>
                  <a:pt x="49970" y="9953"/>
                </a:cubicBezTo>
                <a:cubicBezTo>
                  <a:pt x="49970" y="13255"/>
                  <a:pt x="50246" y="16508"/>
                  <a:pt x="50763" y="19666"/>
                </a:cubicBezTo>
                <a:cubicBezTo>
                  <a:pt x="54845" y="14083"/>
                  <a:pt x="57992" y="7780"/>
                  <a:pt x="59973" y="997"/>
                </a:cubicBezTo>
                <a:cubicBezTo>
                  <a:pt x="56995" y="396"/>
                  <a:pt x="53945" y="48"/>
                  <a:pt x="50811" y="0"/>
                </a:cubicBezTo>
                <a:close/>
                <a:moveTo>
                  <a:pt x="43138" y="480"/>
                </a:moveTo>
                <a:cubicBezTo>
                  <a:pt x="20419" y="3602"/>
                  <a:pt x="2479" y="21983"/>
                  <a:pt x="209" y="44951"/>
                </a:cubicBezTo>
                <a:cubicBezTo>
                  <a:pt x="533" y="44976"/>
                  <a:pt x="858" y="44976"/>
                  <a:pt x="1182" y="44976"/>
                </a:cubicBezTo>
                <a:cubicBezTo>
                  <a:pt x="6814" y="44976"/>
                  <a:pt x="12290" y="44195"/>
                  <a:pt x="17489" y="42743"/>
                </a:cubicBezTo>
                <a:cubicBezTo>
                  <a:pt x="17993" y="38372"/>
                  <a:pt x="21691" y="34974"/>
                  <a:pt x="26194" y="34974"/>
                </a:cubicBezTo>
                <a:cubicBezTo>
                  <a:pt x="28224" y="34974"/>
                  <a:pt x="30133" y="35671"/>
                  <a:pt x="31598" y="36871"/>
                </a:cubicBezTo>
                <a:cubicBezTo>
                  <a:pt x="36378" y="34145"/>
                  <a:pt x="40760" y="30796"/>
                  <a:pt x="44615" y="26918"/>
                </a:cubicBezTo>
                <a:cubicBezTo>
                  <a:pt x="43210" y="21491"/>
                  <a:pt x="42465" y="15812"/>
                  <a:pt x="42465" y="9953"/>
                </a:cubicBezTo>
                <a:cubicBezTo>
                  <a:pt x="42465" y="6735"/>
                  <a:pt x="42706" y="3578"/>
                  <a:pt x="43138" y="480"/>
                </a:cubicBezTo>
                <a:close/>
                <a:moveTo>
                  <a:pt x="67178" y="3050"/>
                </a:moveTo>
                <a:cubicBezTo>
                  <a:pt x="64380" y="12679"/>
                  <a:pt x="59492" y="21467"/>
                  <a:pt x="53044" y="28839"/>
                </a:cubicBezTo>
                <a:cubicBezTo>
                  <a:pt x="55374" y="35851"/>
                  <a:pt x="58940" y="42298"/>
                  <a:pt x="63527" y="47905"/>
                </a:cubicBezTo>
                <a:cubicBezTo>
                  <a:pt x="64380" y="47629"/>
                  <a:pt x="65280" y="47473"/>
                  <a:pt x="66229" y="47473"/>
                </a:cubicBezTo>
                <a:cubicBezTo>
                  <a:pt x="71056" y="47473"/>
                  <a:pt x="74983" y="51399"/>
                  <a:pt x="74983" y="56225"/>
                </a:cubicBezTo>
                <a:cubicBezTo>
                  <a:pt x="74983" y="57006"/>
                  <a:pt x="74887" y="57763"/>
                  <a:pt x="74682" y="58459"/>
                </a:cubicBezTo>
                <a:cubicBezTo>
                  <a:pt x="81083" y="63141"/>
                  <a:pt x="88444" y="66562"/>
                  <a:pt x="96417" y="68412"/>
                </a:cubicBezTo>
                <a:cubicBezTo>
                  <a:pt x="98698" y="62709"/>
                  <a:pt x="99995" y="56501"/>
                  <a:pt x="99995" y="49982"/>
                </a:cubicBezTo>
                <a:cubicBezTo>
                  <a:pt x="99995" y="28443"/>
                  <a:pt x="86318" y="10061"/>
                  <a:pt x="67178" y="3050"/>
                </a:cubicBezTo>
                <a:close/>
                <a:moveTo>
                  <a:pt x="47185" y="34770"/>
                </a:moveTo>
                <a:cubicBezTo>
                  <a:pt x="43462" y="38144"/>
                  <a:pt x="39355" y="41098"/>
                  <a:pt x="34960" y="43595"/>
                </a:cubicBezTo>
                <a:lnTo>
                  <a:pt x="34960" y="43727"/>
                </a:lnTo>
                <a:cubicBezTo>
                  <a:pt x="34960" y="48553"/>
                  <a:pt x="31022" y="52479"/>
                  <a:pt x="26194" y="52479"/>
                </a:cubicBezTo>
                <a:cubicBezTo>
                  <a:pt x="23769" y="52479"/>
                  <a:pt x="21547" y="51471"/>
                  <a:pt x="19974" y="49850"/>
                </a:cubicBezTo>
                <a:cubicBezTo>
                  <a:pt x="13995" y="51579"/>
                  <a:pt x="7691" y="52479"/>
                  <a:pt x="1182" y="52479"/>
                </a:cubicBezTo>
                <a:cubicBezTo>
                  <a:pt x="786" y="52479"/>
                  <a:pt x="378" y="52479"/>
                  <a:pt x="5" y="52455"/>
                </a:cubicBezTo>
                <a:cubicBezTo>
                  <a:pt x="257" y="57702"/>
                  <a:pt x="1363" y="62709"/>
                  <a:pt x="3103" y="67415"/>
                </a:cubicBezTo>
                <a:cubicBezTo>
                  <a:pt x="8867" y="65843"/>
                  <a:pt x="14943" y="64990"/>
                  <a:pt x="21199" y="64990"/>
                </a:cubicBezTo>
                <a:cubicBezTo>
                  <a:pt x="24826" y="64990"/>
                  <a:pt x="28380" y="65267"/>
                  <a:pt x="31851" y="65807"/>
                </a:cubicBezTo>
                <a:cubicBezTo>
                  <a:pt x="33459" y="63789"/>
                  <a:pt x="35933" y="62481"/>
                  <a:pt x="38707" y="62481"/>
                </a:cubicBezTo>
                <a:cubicBezTo>
                  <a:pt x="43162" y="62481"/>
                  <a:pt x="46860" y="65831"/>
                  <a:pt x="47389" y="70165"/>
                </a:cubicBezTo>
                <a:cubicBezTo>
                  <a:pt x="58868" y="74919"/>
                  <a:pt x="68823" y="82699"/>
                  <a:pt x="76207" y="92497"/>
                </a:cubicBezTo>
                <a:cubicBezTo>
                  <a:pt x="83088" y="88222"/>
                  <a:pt x="88888" y="82327"/>
                  <a:pt x="93019" y="75316"/>
                </a:cubicBezTo>
                <a:cubicBezTo>
                  <a:pt x="84517" y="73118"/>
                  <a:pt x="76652" y="69288"/>
                  <a:pt x="69807" y="64209"/>
                </a:cubicBezTo>
                <a:cubicBezTo>
                  <a:pt x="68703" y="64714"/>
                  <a:pt x="67501" y="64990"/>
                  <a:pt x="66229" y="64990"/>
                </a:cubicBezTo>
                <a:cubicBezTo>
                  <a:pt x="61402" y="64990"/>
                  <a:pt x="57475" y="61064"/>
                  <a:pt x="57475" y="56225"/>
                </a:cubicBezTo>
                <a:cubicBezTo>
                  <a:pt x="57475" y="55133"/>
                  <a:pt x="57667" y="54076"/>
                  <a:pt x="58076" y="53104"/>
                </a:cubicBezTo>
                <a:cubicBezTo>
                  <a:pt x="53549" y="47653"/>
                  <a:pt x="49838" y="41469"/>
                  <a:pt x="47185" y="34770"/>
                </a:cubicBezTo>
                <a:close/>
                <a:moveTo>
                  <a:pt x="21199" y="72494"/>
                </a:moveTo>
                <a:cubicBezTo>
                  <a:pt x="16072" y="72494"/>
                  <a:pt x="11088" y="73143"/>
                  <a:pt x="6309" y="74319"/>
                </a:cubicBezTo>
                <a:cubicBezTo>
                  <a:pt x="14871" y="89627"/>
                  <a:pt x="31202" y="100001"/>
                  <a:pt x="49970" y="100001"/>
                </a:cubicBezTo>
                <a:cubicBezTo>
                  <a:pt x="56874" y="100001"/>
                  <a:pt x="63443" y="98571"/>
                  <a:pt x="69423" y="96050"/>
                </a:cubicBezTo>
                <a:cubicBezTo>
                  <a:pt x="63047" y="87898"/>
                  <a:pt x="54641" y="81390"/>
                  <a:pt x="44987" y="77320"/>
                </a:cubicBezTo>
                <a:cubicBezTo>
                  <a:pt x="43390" y="78965"/>
                  <a:pt x="41156" y="79998"/>
                  <a:pt x="38707" y="79998"/>
                </a:cubicBezTo>
                <a:cubicBezTo>
                  <a:pt x="34528" y="79998"/>
                  <a:pt x="31022" y="77068"/>
                  <a:pt x="30181" y="73143"/>
                </a:cubicBezTo>
                <a:cubicBezTo>
                  <a:pt x="27251" y="72710"/>
                  <a:pt x="24249" y="72494"/>
                  <a:pt x="21199" y="7249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7" name="Чёрный — SVG 10">
            <a:extLst>
              <a:ext uri="{FF2B5EF4-FFF2-40B4-BE49-F238E27FC236}">
                <a16:creationId xmlns:a16="http://schemas.microsoft.com/office/drawing/2014/main" id="{621B3398-C9EE-224E-9004-CE33C683777B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49628 w 170134"/>
              <a:gd name="csY0" fmla="*/ 99226 h 155940"/>
              <a:gd name="csX1" fmla="*/ 0 w 170134"/>
              <a:gd name="csY1" fmla="*/ 49621 h 155940"/>
              <a:gd name="csX2" fmla="*/ 49628 w 170134"/>
              <a:gd name="csY2" fmla="*/ 0 h 155940"/>
              <a:gd name="csX3" fmla="*/ 99239 w 170134"/>
              <a:gd name="csY3" fmla="*/ 49621 h 155940"/>
              <a:gd name="csX4" fmla="*/ 49628 w 170134"/>
              <a:gd name="csY4" fmla="*/ 99226 h 155940"/>
              <a:gd name="csX5" fmla="*/ 125831 w 170134"/>
              <a:gd name="csY5" fmla="*/ 155941 h 155940"/>
              <a:gd name="csX6" fmla="*/ 99239 w 170134"/>
              <a:gd name="csY6" fmla="*/ 129353 h 155940"/>
              <a:gd name="csX7" fmla="*/ 125831 w 170134"/>
              <a:gd name="csY7" fmla="*/ 102781 h 155940"/>
              <a:gd name="csX8" fmla="*/ 152406 w 170134"/>
              <a:gd name="csY8" fmla="*/ 129353 h 155940"/>
              <a:gd name="csX9" fmla="*/ 125831 w 170134"/>
              <a:gd name="csY9" fmla="*/ 155941 h 155940"/>
              <a:gd name="csX10" fmla="*/ 125831 w 170134"/>
              <a:gd name="csY10" fmla="*/ 99226 h 155940"/>
              <a:gd name="csX11" fmla="*/ 102795 w 170134"/>
              <a:gd name="csY11" fmla="*/ 76193 h 155940"/>
              <a:gd name="csX12" fmla="*/ 125831 w 170134"/>
              <a:gd name="csY12" fmla="*/ 53160 h 155940"/>
              <a:gd name="csX13" fmla="*/ 148867 w 170134"/>
              <a:gd name="csY13" fmla="*/ 76193 h 155940"/>
              <a:gd name="csX14" fmla="*/ 125831 w 170134"/>
              <a:gd name="csY14" fmla="*/ 99226 h 155940"/>
              <a:gd name="csX15" fmla="*/ 155962 w 170134"/>
              <a:gd name="csY15" fmla="*/ 56698 h 155940"/>
              <a:gd name="csX16" fmla="*/ 141773 w 170134"/>
              <a:gd name="csY16" fmla="*/ 42528 h 155940"/>
              <a:gd name="csX17" fmla="*/ 155962 w 170134"/>
              <a:gd name="csY17" fmla="*/ 28357 h 155940"/>
              <a:gd name="csX18" fmla="*/ 170134 w 170134"/>
              <a:gd name="csY18" fmla="*/ 42528 h 155940"/>
              <a:gd name="csX19" fmla="*/ 155962 w 170134"/>
              <a:gd name="csY19" fmla="*/ 56698 h 155940"/>
            </a:gdLst>
            <a:ahLst/>
            <a:cxnLst/>
            <a:rect l="l" t="t" r="r" b="b"/>
            <a:pathLst>
              <a:path w="100000" h="100000">
                <a:moveTo>
                  <a:pt x="29170" y="62494"/>
                </a:moveTo>
                <a:cubicBezTo>
                  <a:pt x="13080" y="62494"/>
                  <a:pt x="0" y="49415"/>
                  <a:pt x="0" y="33337"/>
                </a:cubicBezTo>
                <a:cubicBezTo>
                  <a:pt x="0" y="17250"/>
                  <a:pt x="13080" y="4171"/>
                  <a:pt x="29170" y="4171"/>
                </a:cubicBezTo>
                <a:cubicBezTo>
                  <a:pt x="45250" y="4171"/>
                  <a:pt x="58330" y="17250"/>
                  <a:pt x="58330" y="33337"/>
                </a:cubicBezTo>
                <a:cubicBezTo>
                  <a:pt x="58330" y="49415"/>
                  <a:pt x="45250" y="62494"/>
                  <a:pt x="29170" y="62494"/>
                </a:cubicBezTo>
                <a:close/>
                <a:moveTo>
                  <a:pt x="73960" y="95829"/>
                </a:moveTo>
                <a:cubicBezTo>
                  <a:pt x="65340" y="95829"/>
                  <a:pt x="58330" y="88820"/>
                  <a:pt x="58330" y="80201"/>
                </a:cubicBezTo>
                <a:cubicBezTo>
                  <a:pt x="58330" y="71582"/>
                  <a:pt x="65340" y="64583"/>
                  <a:pt x="73960" y="64583"/>
                </a:cubicBezTo>
                <a:cubicBezTo>
                  <a:pt x="82570" y="64583"/>
                  <a:pt x="89580" y="71582"/>
                  <a:pt x="89580" y="80201"/>
                </a:cubicBezTo>
                <a:cubicBezTo>
                  <a:pt x="89580" y="88820"/>
                  <a:pt x="82570" y="95829"/>
                  <a:pt x="73960" y="95829"/>
                </a:cubicBezTo>
                <a:close/>
                <a:moveTo>
                  <a:pt x="73960" y="62494"/>
                </a:moveTo>
                <a:cubicBezTo>
                  <a:pt x="66490" y="62494"/>
                  <a:pt x="60420" y="56424"/>
                  <a:pt x="60420" y="48956"/>
                </a:cubicBezTo>
                <a:cubicBezTo>
                  <a:pt x="60420" y="41487"/>
                  <a:pt x="66490" y="35417"/>
                  <a:pt x="73960" y="35417"/>
                </a:cubicBezTo>
                <a:cubicBezTo>
                  <a:pt x="81420" y="35417"/>
                  <a:pt x="87500" y="41487"/>
                  <a:pt x="87500" y="48956"/>
                </a:cubicBezTo>
                <a:cubicBezTo>
                  <a:pt x="87500" y="56424"/>
                  <a:pt x="81420" y="62494"/>
                  <a:pt x="73960" y="62494"/>
                </a:cubicBezTo>
                <a:close/>
                <a:moveTo>
                  <a:pt x="91670" y="37497"/>
                </a:moveTo>
                <a:cubicBezTo>
                  <a:pt x="87070" y="37497"/>
                  <a:pt x="83330" y="33758"/>
                  <a:pt x="83330" y="29168"/>
                </a:cubicBezTo>
                <a:cubicBezTo>
                  <a:pt x="83330" y="24579"/>
                  <a:pt x="87070" y="20839"/>
                  <a:pt x="91670" y="20839"/>
                </a:cubicBezTo>
                <a:cubicBezTo>
                  <a:pt x="96260" y="20839"/>
                  <a:pt x="100000" y="24579"/>
                  <a:pt x="100000" y="29168"/>
                </a:cubicBezTo>
                <a:cubicBezTo>
                  <a:pt x="100000" y="33758"/>
                  <a:pt x="96260" y="37497"/>
                  <a:pt x="91670" y="3749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8" name="Чёрный — SVG 11">
            <a:extLst>
              <a:ext uri="{FF2B5EF4-FFF2-40B4-BE49-F238E27FC236}">
                <a16:creationId xmlns:a16="http://schemas.microsoft.com/office/drawing/2014/main" id="{99266B9D-2308-9345-A754-5AB12D3C48AC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22738 w 99244"/>
              <a:gd name="csY0" fmla="*/ 98818 h 141685"/>
              <a:gd name="csX1" fmla="*/ 24385 w 99244"/>
              <a:gd name="csY1" fmla="*/ 106234 h 141685"/>
              <a:gd name="csX2" fmla="*/ 74859 w 99244"/>
              <a:gd name="csY2" fmla="*/ 106234 h 141685"/>
              <a:gd name="csX3" fmla="*/ 76508 w 99244"/>
              <a:gd name="csY3" fmla="*/ 98818 h 141685"/>
              <a:gd name="csX4" fmla="*/ 83742 w 99244"/>
              <a:gd name="csY4" fmla="*/ 85532 h 141685"/>
              <a:gd name="csX5" fmla="*/ 99244 w 99244"/>
              <a:gd name="csY5" fmla="*/ 49537 h 141685"/>
              <a:gd name="csX6" fmla="*/ 49623 w 99244"/>
              <a:gd name="csY6" fmla="*/ 0 h 141685"/>
              <a:gd name="csX7" fmla="*/ 0 w 99244"/>
              <a:gd name="csY7" fmla="*/ 49537 h 141685"/>
              <a:gd name="csX8" fmla="*/ 15499 w 99244"/>
              <a:gd name="csY8" fmla="*/ 85532 h 141685"/>
              <a:gd name="csX9" fmla="*/ 22738 w 99244"/>
              <a:gd name="csY9" fmla="*/ 98818 h 141685"/>
              <a:gd name="csX10" fmla="*/ 26750 w 99244"/>
              <a:gd name="csY10" fmla="*/ 116866 h 141685"/>
              <a:gd name="csX11" fmla="*/ 30104 w 99244"/>
              <a:gd name="csY11" fmla="*/ 131972 h 141685"/>
              <a:gd name="csX12" fmla="*/ 42214 w 99244"/>
              <a:gd name="csY12" fmla="*/ 141686 h 141685"/>
              <a:gd name="csX13" fmla="*/ 57031 w 99244"/>
              <a:gd name="csY13" fmla="*/ 141686 h 141685"/>
              <a:gd name="csX14" fmla="*/ 69143 w 99244"/>
              <a:gd name="csY14" fmla="*/ 131972 h 141685"/>
              <a:gd name="csX15" fmla="*/ 72494 w 99244"/>
              <a:gd name="csY15" fmla="*/ 116866 h 141685"/>
              <a:gd name="csX16" fmla="*/ 26750 w 99244"/>
              <a:gd name="csY16" fmla="*/ 116866 h 141685"/>
            </a:gdLst>
            <a:ahLst/>
            <a:cxnLst/>
            <a:rect l="l" t="t" r="r" b="b"/>
            <a:pathLst>
              <a:path w="100000" h="100000">
                <a:moveTo>
                  <a:pt x="31026" y="69745"/>
                </a:moveTo>
                <a:lnTo>
                  <a:pt x="32188" y="74979"/>
                </a:lnTo>
                <a:lnTo>
                  <a:pt x="67812" y="74979"/>
                </a:lnTo>
                <a:lnTo>
                  <a:pt x="68976" y="69745"/>
                </a:lnTo>
                <a:cubicBezTo>
                  <a:pt x="69764" y="66202"/>
                  <a:pt x="71447" y="62865"/>
                  <a:pt x="74082" y="60368"/>
                </a:cubicBezTo>
                <a:cubicBezTo>
                  <a:pt x="81009" y="53800"/>
                  <a:pt x="85023" y="44627"/>
                  <a:pt x="85023" y="34963"/>
                </a:cubicBezTo>
                <a:cubicBezTo>
                  <a:pt x="85023" y="15657"/>
                  <a:pt x="69306" y="12"/>
                  <a:pt x="50001" y="0"/>
                </a:cubicBezTo>
                <a:cubicBezTo>
                  <a:pt x="30696" y="12"/>
                  <a:pt x="14977" y="15657"/>
                  <a:pt x="14977" y="34963"/>
                </a:cubicBezTo>
                <a:cubicBezTo>
                  <a:pt x="14977" y="44627"/>
                  <a:pt x="18992" y="53800"/>
                  <a:pt x="25916" y="60368"/>
                </a:cubicBezTo>
                <a:cubicBezTo>
                  <a:pt x="28553" y="62865"/>
                  <a:pt x="30237" y="66202"/>
                  <a:pt x="31026" y="69745"/>
                </a:cubicBezTo>
                <a:close/>
                <a:moveTo>
                  <a:pt x="33857" y="82483"/>
                </a:moveTo>
                <a:lnTo>
                  <a:pt x="36224" y="93145"/>
                </a:lnTo>
                <a:cubicBezTo>
                  <a:pt x="37114" y="97143"/>
                  <a:pt x="40669" y="100001"/>
                  <a:pt x="44772" y="100001"/>
                </a:cubicBezTo>
                <a:lnTo>
                  <a:pt x="55229" y="100001"/>
                </a:lnTo>
                <a:cubicBezTo>
                  <a:pt x="59331" y="100001"/>
                  <a:pt x="62886" y="97143"/>
                  <a:pt x="63778" y="93145"/>
                </a:cubicBezTo>
                <a:lnTo>
                  <a:pt x="66143" y="82483"/>
                </a:lnTo>
                <a:lnTo>
                  <a:pt x="33857" y="8248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9" name="Чёрный — SVG 12">
            <a:extLst>
              <a:ext uri="{FF2B5EF4-FFF2-40B4-BE49-F238E27FC236}">
                <a16:creationId xmlns:a16="http://schemas.microsoft.com/office/drawing/2014/main" id="{55672D9F-1EB1-DD43-B261-C114284C6BDE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90375 w 134695"/>
              <a:gd name="csY0" fmla="*/ 0 h 134676"/>
              <a:gd name="csX1" fmla="*/ 46072 w 134695"/>
              <a:gd name="csY1" fmla="*/ 44297 h 134676"/>
              <a:gd name="csX2" fmla="*/ 47706 w 134695"/>
              <a:gd name="csY2" fmla="*/ 56052 h 134676"/>
              <a:gd name="csX3" fmla="*/ 1548 w 134695"/>
              <a:gd name="csY3" fmla="*/ 102186 h 134676"/>
              <a:gd name="csX4" fmla="*/ 0 w 134695"/>
              <a:gd name="csY4" fmla="*/ 105945 h 134676"/>
              <a:gd name="csX5" fmla="*/ 0 w 134695"/>
              <a:gd name="csY5" fmla="*/ 129353 h 134676"/>
              <a:gd name="csX6" fmla="*/ 5308 w 134695"/>
              <a:gd name="csY6" fmla="*/ 134677 h 134676"/>
              <a:gd name="csX7" fmla="*/ 30131 w 134695"/>
              <a:gd name="csY7" fmla="*/ 134677 h 134676"/>
              <a:gd name="csX8" fmla="*/ 35439 w 134695"/>
              <a:gd name="csY8" fmla="*/ 129353 h 134676"/>
              <a:gd name="csX9" fmla="*/ 35439 w 134695"/>
              <a:gd name="csY9" fmla="*/ 120490 h 134676"/>
              <a:gd name="csX10" fmla="*/ 47842 w 134695"/>
              <a:gd name="csY10" fmla="*/ 120490 h 134676"/>
              <a:gd name="csX11" fmla="*/ 53167 w 134695"/>
              <a:gd name="csY11" fmla="*/ 115182 h 134676"/>
              <a:gd name="csX12" fmla="*/ 53167 w 134695"/>
              <a:gd name="csY12" fmla="*/ 102781 h 134676"/>
              <a:gd name="csX13" fmla="*/ 65570 w 134695"/>
              <a:gd name="csY13" fmla="*/ 102781 h 134676"/>
              <a:gd name="csX14" fmla="*/ 70895 w 134695"/>
              <a:gd name="csY14" fmla="*/ 97457 h 134676"/>
              <a:gd name="csX15" fmla="*/ 70895 w 134695"/>
              <a:gd name="csY15" fmla="*/ 84035 h 134676"/>
              <a:gd name="csX16" fmla="*/ 90375 w 134695"/>
              <a:gd name="csY16" fmla="*/ 88594 h 134676"/>
              <a:gd name="csX17" fmla="*/ 134695 w 134695"/>
              <a:gd name="csY17" fmla="*/ 44297 h 134676"/>
              <a:gd name="csX18" fmla="*/ 90375 w 134695"/>
              <a:gd name="csY18" fmla="*/ 0 h 134676"/>
              <a:gd name="csX19" fmla="*/ 95700 w 134695"/>
              <a:gd name="csY19" fmla="*/ 49621 h 134676"/>
              <a:gd name="csX20" fmla="*/ 85067 w 134695"/>
              <a:gd name="csY20" fmla="*/ 38989 h 134676"/>
              <a:gd name="csX21" fmla="*/ 95700 w 134695"/>
              <a:gd name="csY21" fmla="*/ 28357 h 134676"/>
              <a:gd name="csX22" fmla="*/ 106334 w 134695"/>
              <a:gd name="csY22" fmla="*/ 38989 h 134676"/>
              <a:gd name="csX23" fmla="*/ 95700 w 134695"/>
              <a:gd name="csY23" fmla="*/ 49621 h 134676"/>
            </a:gdLst>
            <a:ahLst/>
            <a:cxnLst/>
            <a:rect l="l" t="t" r="r" b="b"/>
            <a:pathLst>
              <a:path w="100000" h="100000">
                <a:moveTo>
                  <a:pt x="67096" y="7"/>
                </a:moveTo>
                <a:cubicBezTo>
                  <a:pt x="48933" y="7"/>
                  <a:pt x="34205" y="14733"/>
                  <a:pt x="34205" y="32894"/>
                </a:cubicBezTo>
                <a:cubicBezTo>
                  <a:pt x="34205" y="35924"/>
                  <a:pt x="34647" y="38830"/>
                  <a:pt x="35418" y="41621"/>
                </a:cubicBezTo>
                <a:lnTo>
                  <a:pt x="1149" y="75872"/>
                </a:lnTo>
                <a:cubicBezTo>
                  <a:pt x="417" y="76604"/>
                  <a:pt x="0" y="77614"/>
                  <a:pt x="0" y="78663"/>
                </a:cubicBezTo>
                <a:lnTo>
                  <a:pt x="0" y="96041"/>
                </a:lnTo>
                <a:cubicBezTo>
                  <a:pt x="0" y="98225"/>
                  <a:pt x="1768" y="99994"/>
                  <a:pt x="3941" y="99994"/>
                </a:cubicBezTo>
                <a:lnTo>
                  <a:pt x="22370" y="99994"/>
                </a:lnTo>
                <a:cubicBezTo>
                  <a:pt x="24555" y="99994"/>
                  <a:pt x="26311" y="98225"/>
                  <a:pt x="26311" y="96041"/>
                </a:cubicBezTo>
                <a:lnTo>
                  <a:pt x="26311" y="89461"/>
                </a:lnTo>
                <a:lnTo>
                  <a:pt x="35519" y="89461"/>
                </a:lnTo>
                <a:cubicBezTo>
                  <a:pt x="37704" y="89461"/>
                  <a:pt x="39472" y="87693"/>
                  <a:pt x="39472" y="85520"/>
                </a:cubicBezTo>
                <a:lnTo>
                  <a:pt x="39472" y="76314"/>
                </a:lnTo>
                <a:lnTo>
                  <a:pt x="48680" y="76314"/>
                </a:lnTo>
                <a:cubicBezTo>
                  <a:pt x="50865" y="76314"/>
                  <a:pt x="52634" y="74546"/>
                  <a:pt x="52634" y="72361"/>
                </a:cubicBezTo>
                <a:lnTo>
                  <a:pt x="52634" y="62396"/>
                </a:lnTo>
                <a:cubicBezTo>
                  <a:pt x="57004" y="64543"/>
                  <a:pt x="61905" y="65781"/>
                  <a:pt x="67096" y="65781"/>
                </a:cubicBezTo>
                <a:cubicBezTo>
                  <a:pt x="85273" y="65781"/>
                  <a:pt x="100000" y="51055"/>
                  <a:pt x="100000" y="32894"/>
                </a:cubicBezTo>
                <a:cubicBezTo>
                  <a:pt x="100000" y="14733"/>
                  <a:pt x="85273" y="7"/>
                  <a:pt x="67096" y="7"/>
                </a:cubicBezTo>
                <a:close/>
                <a:moveTo>
                  <a:pt x="71049" y="36847"/>
                </a:moveTo>
                <a:cubicBezTo>
                  <a:pt x="66692" y="36847"/>
                  <a:pt x="63155" y="33310"/>
                  <a:pt x="63155" y="28953"/>
                </a:cubicBezTo>
                <a:cubicBezTo>
                  <a:pt x="63155" y="24584"/>
                  <a:pt x="66692" y="21060"/>
                  <a:pt x="71049" y="21060"/>
                </a:cubicBezTo>
                <a:cubicBezTo>
                  <a:pt x="75407" y="21060"/>
                  <a:pt x="78944" y="24584"/>
                  <a:pt x="78944" y="28953"/>
                </a:cubicBezTo>
                <a:cubicBezTo>
                  <a:pt x="78944" y="33310"/>
                  <a:pt x="75407" y="36847"/>
                  <a:pt x="71049" y="3684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0" name="Чёрный — SVG 13">
            <a:extLst>
              <a:ext uri="{FF2B5EF4-FFF2-40B4-BE49-F238E27FC236}">
                <a16:creationId xmlns:a16="http://schemas.microsoft.com/office/drawing/2014/main" id="{8CB3EC14-D953-4E4B-BFC7-045D57C25D94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67344 w 134690"/>
              <a:gd name="csY0" fmla="*/ 0 h 141753"/>
              <a:gd name="csX1" fmla="*/ 17723 w 134690"/>
              <a:gd name="csY1" fmla="*/ 49621 h 141753"/>
              <a:gd name="csX2" fmla="*/ 29636 w 134690"/>
              <a:gd name="csY2" fmla="*/ 81824 h 141753"/>
              <a:gd name="csX3" fmla="*/ 57778 w 134690"/>
              <a:gd name="csY3" fmla="*/ 113124 h 141753"/>
              <a:gd name="csX4" fmla="*/ 67344 w 134690"/>
              <a:gd name="csY4" fmla="*/ 116951 h 141753"/>
              <a:gd name="csX5" fmla="*/ 76919 w 134690"/>
              <a:gd name="csY5" fmla="*/ 113124 h 141753"/>
              <a:gd name="csX6" fmla="*/ 105059 w 134690"/>
              <a:gd name="csY6" fmla="*/ 81824 h 141753"/>
              <a:gd name="csX7" fmla="*/ 116967 w 134690"/>
              <a:gd name="csY7" fmla="*/ 49621 h 141753"/>
              <a:gd name="csX8" fmla="*/ 67344 w 134690"/>
              <a:gd name="csY8" fmla="*/ 0 h 141753"/>
              <a:gd name="csX9" fmla="*/ 67344 w 134690"/>
              <a:gd name="csY9" fmla="*/ 31896 h 141753"/>
              <a:gd name="csX10" fmla="*/ 85067 w 134690"/>
              <a:gd name="csY10" fmla="*/ 49621 h 141753"/>
              <a:gd name="csX11" fmla="*/ 67344 w 134690"/>
              <a:gd name="csY11" fmla="*/ 67330 h 141753"/>
              <a:gd name="csX12" fmla="*/ 49623 w 134690"/>
              <a:gd name="csY12" fmla="*/ 49621 h 141753"/>
              <a:gd name="csX13" fmla="*/ 67344 w 134690"/>
              <a:gd name="csY13" fmla="*/ 31896 h 141753"/>
              <a:gd name="csX14" fmla="*/ 27546 w 134690"/>
              <a:gd name="csY14" fmla="*/ 90159 h 141753"/>
              <a:gd name="csX15" fmla="*/ 0 w 134690"/>
              <a:gd name="csY15" fmla="*/ 113413 h 141753"/>
              <a:gd name="csX16" fmla="*/ 67344 w 134690"/>
              <a:gd name="csY16" fmla="*/ 141754 h 141753"/>
              <a:gd name="csX17" fmla="*/ 134690 w 134690"/>
              <a:gd name="csY17" fmla="*/ 113413 h 141753"/>
              <a:gd name="csX18" fmla="*/ 107157 w 134690"/>
              <a:gd name="csY18" fmla="*/ 90176 h 141753"/>
              <a:gd name="csX19" fmla="*/ 99217 w 134690"/>
              <a:gd name="csY19" fmla="*/ 99107 h 141753"/>
              <a:gd name="csX20" fmla="*/ 124057 w 134690"/>
              <a:gd name="csY20" fmla="*/ 113413 h 141753"/>
              <a:gd name="csX21" fmla="*/ 67344 w 134690"/>
              <a:gd name="csY21" fmla="*/ 131122 h 141753"/>
              <a:gd name="csX22" fmla="*/ 10633 w 134690"/>
              <a:gd name="csY22" fmla="*/ 113413 h 141753"/>
              <a:gd name="csX23" fmla="*/ 35514 w 134690"/>
              <a:gd name="csY23" fmla="*/ 99090 h 141753"/>
              <a:gd name="csX24" fmla="*/ 27546 w 134690"/>
              <a:gd name="csY24" fmla="*/ 90159 h 141753"/>
            </a:gdLst>
            <a:ahLst/>
            <a:cxnLst/>
            <a:rect l="l" t="t" r="r" b="b"/>
            <a:pathLst>
              <a:path w="100000" h="100000">
                <a:moveTo>
                  <a:pt x="49999" y="0"/>
                </a:moveTo>
                <a:cubicBezTo>
                  <a:pt x="30697" y="0"/>
                  <a:pt x="14994" y="15697"/>
                  <a:pt x="14994" y="35005"/>
                </a:cubicBezTo>
                <a:cubicBezTo>
                  <a:pt x="14994" y="43310"/>
                  <a:pt x="17975" y="51375"/>
                  <a:pt x="23398" y="57723"/>
                </a:cubicBezTo>
                <a:cubicBezTo>
                  <a:pt x="24009" y="58431"/>
                  <a:pt x="38412" y="75183"/>
                  <a:pt x="43251" y="79804"/>
                </a:cubicBezTo>
                <a:cubicBezTo>
                  <a:pt x="45144" y="81604"/>
                  <a:pt x="47569" y="82503"/>
                  <a:pt x="49999" y="82503"/>
                </a:cubicBezTo>
                <a:cubicBezTo>
                  <a:pt x="52430" y="82503"/>
                  <a:pt x="54859" y="81604"/>
                  <a:pt x="56754" y="79804"/>
                </a:cubicBezTo>
                <a:cubicBezTo>
                  <a:pt x="62375" y="74439"/>
                  <a:pt x="76033" y="58395"/>
                  <a:pt x="76605" y="57723"/>
                </a:cubicBezTo>
                <a:cubicBezTo>
                  <a:pt x="82023" y="51375"/>
                  <a:pt x="85006" y="43310"/>
                  <a:pt x="85006" y="35005"/>
                </a:cubicBezTo>
                <a:cubicBezTo>
                  <a:pt x="85006" y="15697"/>
                  <a:pt x="69304" y="0"/>
                  <a:pt x="49999" y="0"/>
                </a:cubicBezTo>
                <a:close/>
                <a:moveTo>
                  <a:pt x="49999" y="22501"/>
                </a:moveTo>
                <a:cubicBezTo>
                  <a:pt x="56903" y="22501"/>
                  <a:pt x="62502" y="28093"/>
                  <a:pt x="62502" y="35005"/>
                </a:cubicBezTo>
                <a:cubicBezTo>
                  <a:pt x="62502" y="41906"/>
                  <a:pt x="56903" y="47498"/>
                  <a:pt x="49999" y="47498"/>
                </a:cubicBezTo>
                <a:cubicBezTo>
                  <a:pt x="43096" y="47498"/>
                  <a:pt x="37498" y="41906"/>
                  <a:pt x="37498" y="35005"/>
                </a:cubicBezTo>
                <a:cubicBezTo>
                  <a:pt x="37498" y="28093"/>
                  <a:pt x="43096" y="22501"/>
                  <a:pt x="49999" y="22501"/>
                </a:cubicBezTo>
                <a:close/>
                <a:moveTo>
                  <a:pt x="21924" y="63603"/>
                </a:moveTo>
                <a:cubicBezTo>
                  <a:pt x="10559" y="66891"/>
                  <a:pt x="2491" y="72387"/>
                  <a:pt x="2491" y="80007"/>
                </a:cubicBezTo>
                <a:cubicBezTo>
                  <a:pt x="2491" y="93136"/>
                  <a:pt x="26390" y="100001"/>
                  <a:pt x="49999" y="100001"/>
                </a:cubicBezTo>
                <a:cubicBezTo>
                  <a:pt x="73609" y="100001"/>
                  <a:pt x="97509" y="93136"/>
                  <a:pt x="97509" y="80007"/>
                </a:cubicBezTo>
                <a:cubicBezTo>
                  <a:pt x="97509" y="72387"/>
                  <a:pt x="89445" y="66891"/>
                  <a:pt x="78085" y="63615"/>
                </a:cubicBezTo>
                <a:cubicBezTo>
                  <a:pt x="76641" y="65247"/>
                  <a:pt x="74663" y="67491"/>
                  <a:pt x="72484" y="69915"/>
                </a:cubicBezTo>
                <a:cubicBezTo>
                  <a:pt x="83551" y="72519"/>
                  <a:pt x="90008" y="76731"/>
                  <a:pt x="90008" y="80007"/>
                </a:cubicBezTo>
                <a:cubicBezTo>
                  <a:pt x="90008" y="85096"/>
                  <a:pt x="74421" y="92500"/>
                  <a:pt x="49999" y="92500"/>
                </a:cubicBezTo>
                <a:cubicBezTo>
                  <a:pt x="25577" y="92500"/>
                  <a:pt x="9992" y="85096"/>
                  <a:pt x="9992" y="80007"/>
                </a:cubicBezTo>
                <a:cubicBezTo>
                  <a:pt x="9992" y="76731"/>
                  <a:pt x="16461" y="72507"/>
                  <a:pt x="27545" y="69903"/>
                </a:cubicBezTo>
                <a:cubicBezTo>
                  <a:pt x="25377" y="67491"/>
                  <a:pt x="23383" y="65259"/>
                  <a:pt x="21924" y="636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1" name="Чёрный — SVG 14">
            <a:extLst>
              <a:ext uri="{FF2B5EF4-FFF2-40B4-BE49-F238E27FC236}">
                <a16:creationId xmlns:a16="http://schemas.microsoft.com/office/drawing/2014/main" id="{AC72D251-BFBF-CE4B-88CF-594C56E19FF3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49628 w 99239"/>
              <a:gd name="csY0" fmla="*/ 0 h 155940"/>
              <a:gd name="csX1" fmla="*/ 45528 w 99239"/>
              <a:gd name="csY1" fmla="*/ 1310 h 155940"/>
              <a:gd name="csX2" fmla="*/ 42942 w 99239"/>
              <a:gd name="csY2" fmla="*/ 4746 h 155940"/>
              <a:gd name="csX3" fmla="*/ 42823 w 99239"/>
              <a:gd name="csY3" fmla="*/ 9033 h 155940"/>
              <a:gd name="csX4" fmla="*/ 45205 w 99239"/>
              <a:gd name="csY4" fmla="*/ 12622 h 155940"/>
              <a:gd name="csX5" fmla="*/ 35439 w 99239"/>
              <a:gd name="csY5" fmla="*/ 24802 h 155940"/>
              <a:gd name="csX6" fmla="*/ 20382 w 99239"/>
              <a:gd name="csY6" fmla="*/ 14051 h 155940"/>
              <a:gd name="csX7" fmla="*/ 21267 w 99239"/>
              <a:gd name="csY7" fmla="*/ 10530 h 155940"/>
              <a:gd name="csX8" fmla="*/ 20280 w 99239"/>
              <a:gd name="csY8" fmla="*/ 7025 h 155940"/>
              <a:gd name="csX9" fmla="*/ 17694 w 99239"/>
              <a:gd name="csY9" fmla="*/ 4474 h 155940"/>
              <a:gd name="csX10" fmla="*/ 14172 w 99239"/>
              <a:gd name="csY10" fmla="*/ 3538 h 155940"/>
              <a:gd name="csX11" fmla="*/ 9545 w 99239"/>
              <a:gd name="csY11" fmla="*/ 5291 h 155940"/>
              <a:gd name="csX12" fmla="*/ 7197 w 99239"/>
              <a:gd name="csY12" fmla="*/ 9645 h 155940"/>
              <a:gd name="csX13" fmla="*/ 8252 w 99239"/>
              <a:gd name="csY13" fmla="*/ 14476 h 155940"/>
              <a:gd name="csX14" fmla="*/ 12233 w 99239"/>
              <a:gd name="csY14" fmla="*/ 17436 h 155940"/>
              <a:gd name="csX15" fmla="*/ 16792 w 99239"/>
              <a:gd name="csY15" fmla="*/ 47155 h 155940"/>
              <a:gd name="csX16" fmla="*/ 23802 w 99239"/>
              <a:gd name="csY16" fmla="*/ 53160 h 155940"/>
              <a:gd name="csX17" fmla="*/ 75438 w 99239"/>
              <a:gd name="csY17" fmla="*/ 53160 h 155940"/>
              <a:gd name="csX18" fmla="*/ 82447 w 99239"/>
              <a:gd name="csY18" fmla="*/ 47155 h 155940"/>
              <a:gd name="csX19" fmla="*/ 87023 w 99239"/>
              <a:gd name="csY19" fmla="*/ 17436 h 155940"/>
              <a:gd name="csX20" fmla="*/ 90988 w 99239"/>
              <a:gd name="csY20" fmla="*/ 14476 h 155940"/>
              <a:gd name="csX21" fmla="*/ 92060 w 99239"/>
              <a:gd name="csY21" fmla="*/ 9645 h 155940"/>
              <a:gd name="csX22" fmla="*/ 89695 w 99239"/>
              <a:gd name="csY22" fmla="*/ 5291 h 155940"/>
              <a:gd name="csX23" fmla="*/ 85067 w 99239"/>
              <a:gd name="csY23" fmla="*/ 3538 h 155940"/>
              <a:gd name="csX24" fmla="*/ 81562 w 99239"/>
              <a:gd name="csY24" fmla="*/ 4474 h 155940"/>
              <a:gd name="csX25" fmla="*/ 78976 w 99239"/>
              <a:gd name="csY25" fmla="*/ 7025 h 155940"/>
              <a:gd name="csX26" fmla="*/ 77990 w 99239"/>
              <a:gd name="csY26" fmla="*/ 10530 h 155940"/>
              <a:gd name="csX27" fmla="*/ 78857 w 99239"/>
              <a:gd name="csY27" fmla="*/ 14051 h 155940"/>
              <a:gd name="csX28" fmla="*/ 63800 w 99239"/>
              <a:gd name="csY28" fmla="*/ 24802 h 155940"/>
              <a:gd name="csX29" fmla="*/ 54052 w 99239"/>
              <a:gd name="csY29" fmla="*/ 12622 h 155940"/>
              <a:gd name="csX30" fmla="*/ 56433 w 99239"/>
              <a:gd name="csY30" fmla="*/ 9033 h 155940"/>
              <a:gd name="csX31" fmla="*/ 56298 w 99239"/>
              <a:gd name="csY31" fmla="*/ 4746 h 155940"/>
              <a:gd name="csX32" fmla="*/ 53711 w 99239"/>
              <a:gd name="csY32" fmla="*/ 1310 h 155940"/>
              <a:gd name="csX33" fmla="*/ 49628 w 99239"/>
              <a:gd name="csY33" fmla="*/ 0 h 155940"/>
              <a:gd name="csX34" fmla="*/ 31900 w 99239"/>
              <a:gd name="csY34" fmla="*/ 60253 h 155940"/>
              <a:gd name="csX35" fmla="*/ 31900 w 99239"/>
              <a:gd name="csY35" fmla="*/ 70885 h 155940"/>
              <a:gd name="csX36" fmla="*/ 14615 w 99239"/>
              <a:gd name="csY36" fmla="*/ 101335 h 155940"/>
              <a:gd name="csX37" fmla="*/ 3539 w 99239"/>
              <a:gd name="csY37" fmla="*/ 120490 h 155940"/>
              <a:gd name="csX38" fmla="*/ 6993 w 99239"/>
              <a:gd name="csY38" fmla="*/ 131122 h 155940"/>
              <a:gd name="csX39" fmla="*/ 14206 w 99239"/>
              <a:gd name="csY39" fmla="*/ 131122 h 155940"/>
              <a:gd name="csX40" fmla="*/ 85169 w 99239"/>
              <a:gd name="csY40" fmla="*/ 131122 h 155940"/>
              <a:gd name="csX41" fmla="*/ 92332 w 99239"/>
              <a:gd name="csY41" fmla="*/ 131122 h 155940"/>
              <a:gd name="csX42" fmla="*/ 95683 w 99239"/>
              <a:gd name="csY42" fmla="*/ 120490 h 155940"/>
              <a:gd name="csX43" fmla="*/ 84625 w 99239"/>
              <a:gd name="csY43" fmla="*/ 101335 h 155940"/>
              <a:gd name="csX44" fmla="*/ 67339 w 99239"/>
              <a:gd name="csY44" fmla="*/ 70885 h 155940"/>
              <a:gd name="csX45" fmla="*/ 67339 w 99239"/>
              <a:gd name="csY45" fmla="*/ 60253 h 155940"/>
              <a:gd name="csX46" fmla="*/ 31900 w 99239"/>
              <a:gd name="csY46" fmla="*/ 60253 h 155940"/>
              <a:gd name="csX47" fmla="*/ 8864 w 99239"/>
              <a:gd name="csY47" fmla="*/ 138215 h 155940"/>
              <a:gd name="csX48" fmla="*/ 0 w 99239"/>
              <a:gd name="csY48" fmla="*/ 147078 h 155940"/>
              <a:gd name="csX49" fmla="*/ 8864 w 99239"/>
              <a:gd name="csY49" fmla="*/ 155941 h 155940"/>
              <a:gd name="csX50" fmla="*/ 90375 w 99239"/>
              <a:gd name="csY50" fmla="*/ 155941 h 155940"/>
              <a:gd name="csX51" fmla="*/ 99239 w 99239"/>
              <a:gd name="csY51" fmla="*/ 147078 h 155940"/>
              <a:gd name="csX52" fmla="*/ 90375 w 99239"/>
              <a:gd name="csY52" fmla="*/ 138215 h 155940"/>
              <a:gd name="csX53" fmla="*/ 8864 w 99239"/>
              <a:gd name="csY53" fmla="*/ 138215 h 155940"/>
            </a:gdLst>
            <a:ahLst/>
            <a:cxnLst/>
            <a:rect l="l" t="t" r="r" b="b"/>
            <a:pathLst>
              <a:path w="100000" h="100000">
                <a:moveTo>
                  <a:pt x="50005" y="0"/>
                </a:moveTo>
                <a:cubicBezTo>
                  <a:pt x="49056" y="0"/>
                  <a:pt x="48140" y="294"/>
                  <a:pt x="47376" y="840"/>
                </a:cubicBezTo>
                <a:cubicBezTo>
                  <a:pt x="46612" y="1385"/>
                  <a:pt x="46034" y="2149"/>
                  <a:pt x="45718" y="3043"/>
                </a:cubicBezTo>
                <a:cubicBezTo>
                  <a:pt x="45412" y="3927"/>
                  <a:pt x="45379" y="4887"/>
                  <a:pt x="45642" y="5793"/>
                </a:cubicBezTo>
                <a:cubicBezTo>
                  <a:pt x="45892" y="6698"/>
                  <a:pt x="46427" y="7505"/>
                  <a:pt x="47169" y="8094"/>
                </a:cubicBezTo>
                <a:lnTo>
                  <a:pt x="40906" y="15905"/>
                </a:lnTo>
                <a:lnTo>
                  <a:pt x="31251" y="9011"/>
                </a:lnTo>
                <a:cubicBezTo>
                  <a:pt x="31633" y="8323"/>
                  <a:pt x="31829" y="7538"/>
                  <a:pt x="31818" y="6753"/>
                </a:cubicBezTo>
                <a:cubicBezTo>
                  <a:pt x="31797" y="5956"/>
                  <a:pt x="31589" y="5192"/>
                  <a:pt x="31185" y="4505"/>
                </a:cubicBezTo>
                <a:cubicBezTo>
                  <a:pt x="30782" y="3829"/>
                  <a:pt x="30215" y="3262"/>
                  <a:pt x="29527" y="2869"/>
                </a:cubicBezTo>
                <a:cubicBezTo>
                  <a:pt x="28840" y="2477"/>
                  <a:pt x="28065" y="2269"/>
                  <a:pt x="27269" y="2269"/>
                </a:cubicBezTo>
                <a:cubicBezTo>
                  <a:pt x="26178" y="2280"/>
                  <a:pt x="25130" y="2673"/>
                  <a:pt x="24301" y="3393"/>
                </a:cubicBezTo>
                <a:cubicBezTo>
                  <a:pt x="23483" y="4112"/>
                  <a:pt x="22948" y="5105"/>
                  <a:pt x="22796" y="6185"/>
                </a:cubicBezTo>
                <a:cubicBezTo>
                  <a:pt x="22643" y="7265"/>
                  <a:pt x="22883" y="8367"/>
                  <a:pt x="23472" y="9283"/>
                </a:cubicBezTo>
                <a:cubicBezTo>
                  <a:pt x="24072" y="10200"/>
                  <a:pt x="24966" y="10876"/>
                  <a:pt x="26025" y="11181"/>
                </a:cubicBezTo>
                <a:lnTo>
                  <a:pt x="28949" y="30239"/>
                </a:lnTo>
                <a:cubicBezTo>
                  <a:pt x="29287" y="32454"/>
                  <a:pt x="31207" y="34090"/>
                  <a:pt x="33444" y="34090"/>
                </a:cubicBezTo>
                <a:lnTo>
                  <a:pt x="66557" y="34090"/>
                </a:lnTo>
                <a:cubicBezTo>
                  <a:pt x="68804" y="34090"/>
                  <a:pt x="70713" y="32454"/>
                  <a:pt x="71051" y="30239"/>
                </a:cubicBezTo>
                <a:lnTo>
                  <a:pt x="73986" y="11181"/>
                </a:lnTo>
                <a:cubicBezTo>
                  <a:pt x="75034" y="10876"/>
                  <a:pt x="75939" y="10200"/>
                  <a:pt x="76528" y="9283"/>
                </a:cubicBezTo>
                <a:cubicBezTo>
                  <a:pt x="77117" y="8367"/>
                  <a:pt x="77369" y="7265"/>
                  <a:pt x="77216" y="6185"/>
                </a:cubicBezTo>
                <a:cubicBezTo>
                  <a:pt x="77063" y="5105"/>
                  <a:pt x="76528" y="4112"/>
                  <a:pt x="75699" y="3393"/>
                </a:cubicBezTo>
                <a:cubicBezTo>
                  <a:pt x="74881" y="2673"/>
                  <a:pt x="73822" y="2280"/>
                  <a:pt x="72731" y="2269"/>
                </a:cubicBezTo>
                <a:cubicBezTo>
                  <a:pt x="71946" y="2269"/>
                  <a:pt x="71160" y="2477"/>
                  <a:pt x="70484" y="2869"/>
                </a:cubicBezTo>
                <a:cubicBezTo>
                  <a:pt x="69797" y="3262"/>
                  <a:pt x="69219" y="3829"/>
                  <a:pt x="68826" y="4505"/>
                </a:cubicBezTo>
                <a:cubicBezTo>
                  <a:pt x="68422" y="5192"/>
                  <a:pt x="68204" y="5956"/>
                  <a:pt x="68193" y="6753"/>
                </a:cubicBezTo>
                <a:cubicBezTo>
                  <a:pt x="68182" y="7538"/>
                  <a:pt x="68368" y="8323"/>
                  <a:pt x="68749" y="9011"/>
                </a:cubicBezTo>
                <a:lnTo>
                  <a:pt x="59094" y="15905"/>
                </a:lnTo>
                <a:lnTo>
                  <a:pt x="52842" y="8094"/>
                </a:lnTo>
                <a:cubicBezTo>
                  <a:pt x="53573" y="7505"/>
                  <a:pt x="54108" y="6698"/>
                  <a:pt x="54369" y="5793"/>
                </a:cubicBezTo>
                <a:cubicBezTo>
                  <a:pt x="54621" y="4887"/>
                  <a:pt x="54599" y="3927"/>
                  <a:pt x="54283" y="3043"/>
                </a:cubicBezTo>
                <a:cubicBezTo>
                  <a:pt x="53977" y="2149"/>
                  <a:pt x="53398" y="1385"/>
                  <a:pt x="52624" y="840"/>
                </a:cubicBezTo>
                <a:cubicBezTo>
                  <a:pt x="51861" y="294"/>
                  <a:pt x="50944" y="0"/>
                  <a:pt x="50005" y="0"/>
                </a:cubicBezTo>
                <a:close/>
                <a:moveTo>
                  <a:pt x="38637" y="38639"/>
                </a:moveTo>
                <a:lnTo>
                  <a:pt x="38637" y="45457"/>
                </a:lnTo>
                <a:cubicBezTo>
                  <a:pt x="37415" y="55318"/>
                  <a:pt x="31523" y="61493"/>
                  <a:pt x="27553" y="64983"/>
                </a:cubicBezTo>
                <a:cubicBezTo>
                  <a:pt x="24061" y="68049"/>
                  <a:pt x="20450" y="71213"/>
                  <a:pt x="20450" y="77267"/>
                </a:cubicBezTo>
                <a:cubicBezTo>
                  <a:pt x="20450" y="79699"/>
                  <a:pt x="21257" y="82078"/>
                  <a:pt x="22665" y="84085"/>
                </a:cubicBezTo>
                <a:lnTo>
                  <a:pt x="27290" y="84085"/>
                </a:lnTo>
                <a:lnTo>
                  <a:pt x="72797" y="84085"/>
                </a:lnTo>
                <a:lnTo>
                  <a:pt x="77390" y="84085"/>
                </a:lnTo>
                <a:cubicBezTo>
                  <a:pt x="78765" y="82089"/>
                  <a:pt x="79539" y="79710"/>
                  <a:pt x="79539" y="77267"/>
                </a:cubicBezTo>
                <a:cubicBezTo>
                  <a:pt x="79550" y="71213"/>
                  <a:pt x="75939" y="68049"/>
                  <a:pt x="72448" y="64983"/>
                </a:cubicBezTo>
                <a:cubicBezTo>
                  <a:pt x="68477" y="61493"/>
                  <a:pt x="62585" y="55318"/>
                  <a:pt x="61363" y="45457"/>
                </a:cubicBezTo>
                <a:lnTo>
                  <a:pt x="61363" y="38639"/>
                </a:lnTo>
                <a:lnTo>
                  <a:pt x="38637" y="38639"/>
                </a:lnTo>
                <a:close/>
                <a:moveTo>
                  <a:pt x="23865" y="88633"/>
                </a:moveTo>
                <a:cubicBezTo>
                  <a:pt x="20722" y="88633"/>
                  <a:pt x="18180" y="91175"/>
                  <a:pt x="18180" y="94317"/>
                </a:cubicBezTo>
                <a:cubicBezTo>
                  <a:pt x="18180" y="97459"/>
                  <a:pt x="20722" y="100001"/>
                  <a:pt x="23865" y="100001"/>
                </a:cubicBezTo>
                <a:lnTo>
                  <a:pt x="76135" y="100001"/>
                </a:lnTo>
                <a:cubicBezTo>
                  <a:pt x="79278" y="100001"/>
                  <a:pt x="81820" y="97459"/>
                  <a:pt x="81820" y="94317"/>
                </a:cubicBezTo>
                <a:cubicBezTo>
                  <a:pt x="81820" y="91175"/>
                  <a:pt x="79278" y="88633"/>
                  <a:pt x="76135" y="88633"/>
                </a:cubicBezTo>
                <a:lnTo>
                  <a:pt x="23865" y="8863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2" name="Чёрный — SVG 15">
            <a:extLst>
              <a:ext uri="{FF2B5EF4-FFF2-40B4-BE49-F238E27FC236}">
                <a16:creationId xmlns:a16="http://schemas.microsoft.com/office/drawing/2014/main" id="{1CBDE8FB-6768-EE4D-B353-B316D4C5FEFB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15942 w 155961"/>
              <a:gd name="csY0" fmla="*/ 0 h 109857"/>
              <a:gd name="csX1" fmla="*/ 0 w 155961"/>
              <a:gd name="csY1" fmla="*/ 15940 h 109857"/>
              <a:gd name="csX2" fmla="*/ 0 w 155961"/>
              <a:gd name="csY2" fmla="*/ 51390 h 109857"/>
              <a:gd name="csX3" fmla="*/ 15942 w 155961"/>
              <a:gd name="csY3" fmla="*/ 67330 h 109857"/>
              <a:gd name="csX4" fmla="*/ 17728 w 155961"/>
              <a:gd name="csY4" fmla="*/ 67330 h 109857"/>
              <a:gd name="csX5" fmla="*/ 17728 w 155961"/>
              <a:gd name="csY5" fmla="*/ 104550 h 109857"/>
              <a:gd name="csX6" fmla="*/ 23036 w 155961"/>
              <a:gd name="csY6" fmla="*/ 109858 h 109857"/>
              <a:gd name="csX7" fmla="*/ 33670 w 155961"/>
              <a:gd name="csY7" fmla="*/ 109858 h 109857"/>
              <a:gd name="csX8" fmla="*/ 38995 w 155961"/>
              <a:gd name="csY8" fmla="*/ 104550 h 109857"/>
              <a:gd name="csX9" fmla="*/ 38995 w 155961"/>
              <a:gd name="csY9" fmla="*/ 67330 h 109857"/>
              <a:gd name="csX10" fmla="*/ 116967 w 155961"/>
              <a:gd name="csY10" fmla="*/ 67330 h 109857"/>
              <a:gd name="csX11" fmla="*/ 116967 w 155961"/>
              <a:gd name="csY11" fmla="*/ 104550 h 109857"/>
              <a:gd name="csX12" fmla="*/ 122276 w 155961"/>
              <a:gd name="csY12" fmla="*/ 109858 h 109857"/>
              <a:gd name="csX13" fmla="*/ 132909 w 155961"/>
              <a:gd name="csY13" fmla="*/ 109858 h 109857"/>
              <a:gd name="csX14" fmla="*/ 138234 w 155961"/>
              <a:gd name="csY14" fmla="*/ 104550 h 109857"/>
              <a:gd name="csX15" fmla="*/ 138234 w 155961"/>
              <a:gd name="csY15" fmla="*/ 67330 h 109857"/>
              <a:gd name="csX16" fmla="*/ 140003 w 155961"/>
              <a:gd name="csY16" fmla="*/ 67330 h 109857"/>
              <a:gd name="csX17" fmla="*/ 155962 w 155961"/>
              <a:gd name="csY17" fmla="*/ 51390 h 109857"/>
              <a:gd name="csX18" fmla="*/ 155962 w 155961"/>
              <a:gd name="csY18" fmla="*/ 15940 h 109857"/>
              <a:gd name="csX19" fmla="*/ 140003 w 155961"/>
              <a:gd name="csY19" fmla="*/ 0 h 109857"/>
              <a:gd name="csX20" fmla="*/ 15942 w 155961"/>
              <a:gd name="csY20" fmla="*/ 0 h 109857"/>
              <a:gd name="csX21" fmla="*/ 15942 w 155961"/>
              <a:gd name="csY21" fmla="*/ 10632 h 109857"/>
              <a:gd name="csX22" fmla="*/ 32512 w 155961"/>
              <a:gd name="csY22" fmla="*/ 10632 h 109857"/>
              <a:gd name="csX23" fmla="*/ 10633 w 155961"/>
              <a:gd name="csY23" fmla="*/ 32508 h 109857"/>
              <a:gd name="csX24" fmla="*/ 10633 w 155961"/>
              <a:gd name="csY24" fmla="*/ 15940 h 109857"/>
              <a:gd name="csX25" fmla="*/ 15942 w 155961"/>
              <a:gd name="csY25" fmla="*/ 10632 h 109857"/>
              <a:gd name="csX26" fmla="*/ 52555 w 155961"/>
              <a:gd name="csY26" fmla="*/ 10632 h 109857"/>
              <a:gd name="csX27" fmla="*/ 71490 w 155961"/>
              <a:gd name="csY27" fmla="*/ 10632 h 109857"/>
              <a:gd name="csX28" fmla="*/ 25418 w 155961"/>
              <a:gd name="csY28" fmla="*/ 56698 h 109857"/>
              <a:gd name="csX29" fmla="*/ 15942 w 155961"/>
              <a:gd name="csY29" fmla="*/ 56698 h 109857"/>
              <a:gd name="csX30" fmla="*/ 10736 w 155961"/>
              <a:gd name="csY30" fmla="*/ 52445 h 109857"/>
              <a:gd name="csX31" fmla="*/ 52555 w 155961"/>
              <a:gd name="csY31" fmla="*/ 10632 h 109857"/>
              <a:gd name="csX32" fmla="*/ 91549 w 155961"/>
              <a:gd name="csY32" fmla="*/ 10632 h 109857"/>
              <a:gd name="csX33" fmla="*/ 110485 w 155961"/>
              <a:gd name="csY33" fmla="*/ 10632 h 109857"/>
              <a:gd name="csX34" fmla="*/ 64413 w 155961"/>
              <a:gd name="csY34" fmla="*/ 56698 h 109857"/>
              <a:gd name="csX35" fmla="*/ 45477 w 155961"/>
              <a:gd name="csY35" fmla="*/ 56698 h 109857"/>
              <a:gd name="csX36" fmla="*/ 91549 w 155961"/>
              <a:gd name="csY36" fmla="*/ 10632 h 109857"/>
              <a:gd name="csX37" fmla="*/ 130544 w 155961"/>
              <a:gd name="csY37" fmla="*/ 10632 h 109857"/>
              <a:gd name="csX38" fmla="*/ 140003 w 155961"/>
              <a:gd name="csY38" fmla="*/ 10632 h 109857"/>
              <a:gd name="csX39" fmla="*/ 145226 w 155961"/>
              <a:gd name="csY39" fmla="*/ 14885 h 109857"/>
              <a:gd name="csX40" fmla="*/ 103391 w 155961"/>
              <a:gd name="csY40" fmla="*/ 56698 h 109857"/>
              <a:gd name="csX41" fmla="*/ 84455 w 155961"/>
              <a:gd name="csY41" fmla="*/ 56698 h 109857"/>
              <a:gd name="csX42" fmla="*/ 130544 w 155961"/>
              <a:gd name="csY42" fmla="*/ 10632 h 109857"/>
              <a:gd name="csX43" fmla="*/ 145328 w 155961"/>
              <a:gd name="csY43" fmla="*/ 34839 h 109857"/>
              <a:gd name="csX44" fmla="*/ 145328 w 155961"/>
              <a:gd name="csY44" fmla="*/ 51390 h 109857"/>
              <a:gd name="csX45" fmla="*/ 140003 w 155961"/>
              <a:gd name="csY45" fmla="*/ 56698 h 109857"/>
              <a:gd name="csX46" fmla="*/ 123449 w 155961"/>
              <a:gd name="csY46" fmla="*/ 56698 h 109857"/>
              <a:gd name="csX47" fmla="*/ 145328 w 155961"/>
              <a:gd name="csY47" fmla="*/ 34839 h 109857"/>
            </a:gdLst>
            <a:ahLst/>
            <a:cxnLst/>
            <a:rect l="l" t="t" r="r" b="b"/>
            <a:pathLst>
              <a:path w="100000" h="100000">
                <a:moveTo>
                  <a:pt x="10222" y="14781"/>
                </a:moveTo>
                <a:cubicBezTo>
                  <a:pt x="4615" y="14781"/>
                  <a:pt x="0" y="19395"/>
                  <a:pt x="0" y="25001"/>
                </a:cubicBezTo>
                <a:lnTo>
                  <a:pt x="0" y="47731"/>
                </a:lnTo>
                <a:cubicBezTo>
                  <a:pt x="0" y="53338"/>
                  <a:pt x="4615" y="57952"/>
                  <a:pt x="10222" y="57952"/>
                </a:cubicBezTo>
                <a:lnTo>
                  <a:pt x="11367" y="57952"/>
                </a:lnTo>
                <a:lnTo>
                  <a:pt x="11367" y="81817"/>
                </a:lnTo>
                <a:cubicBezTo>
                  <a:pt x="11367" y="83693"/>
                  <a:pt x="12894" y="85220"/>
                  <a:pt x="14770" y="85220"/>
                </a:cubicBezTo>
                <a:lnTo>
                  <a:pt x="21589" y="85220"/>
                </a:lnTo>
                <a:cubicBezTo>
                  <a:pt x="23476" y="85220"/>
                  <a:pt x="25003" y="83693"/>
                  <a:pt x="25003" y="81817"/>
                </a:cubicBezTo>
                <a:lnTo>
                  <a:pt x="25003" y="57952"/>
                </a:lnTo>
                <a:lnTo>
                  <a:pt x="74998" y="57952"/>
                </a:lnTo>
                <a:lnTo>
                  <a:pt x="74998" y="81817"/>
                </a:lnTo>
                <a:cubicBezTo>
                  <a:pt x="74998" y="83693"/>
                  <a:pt x="76525" y="85220"/>
                  <a:pt x="78402" y="85220"/>
                </a:cubicBezTo>
                <a:lnTo>
                  <a:pt x="85219" y="85220"/>
                </a:lnTo>
                <a:cubicBezTo>
                  <a:pt x="87106" y="85220"/>
                  <a:pt x="88634" y="83693"/>
                  <a:pt x="88634" y="81817"/>
                </a:cubicBezTo>
                <a:lnTo>
                  <a:pt x="88634" y="57952"/>
                </a:lnTo>
                <a:lnTo>
                  <a:pt x="89768" y="57952"/>
                </a:lnTo>
                <a:cubicBezTo>
                  <a:pt x="95376" y="57952"/>
                  <a:pt x="100001" y="53338"/>
                  <a:pt x="100001" y="47731"/>
                </a:cubicBezTo>
                <a:lnTo>
                  <a:pt x="100001" y="25001"/>
                </a:lnTo>
                <a:cubicBezTo>
                  <a:pt x="100001" y="19395"/>
                  <a:pt x="95376" y="14781"/>
                  <a:pt x="89768" y="14781"/>
                </a:cubicBezTo>
                <a:lnTo>
                  <a:pt x="10222" y="14781"/>
                </a:lnTo>
                <a:close/>
                <a:moveTo>
                  <a:pt x="10222" y="21598"/>
                </a:moveTo>
                <a:lnTo>
                  <a:pt x="20846" y="21598"/>
                </a:lnTo>
                <a:lnTo>
                  <a:pt x="6818" y="35624"/>
                </a:lnTo>
                <a:lnTo>
                  <a:pt x="6818" y="25001"/>
                </a:lnTo>
                <a:cubicBezTo>
                  <a:pt x="6818" y="23081"/>
                  <a:pt x="8301" y="21598"/>
                  <a:pt x="10222" y="21598"/>
                </a:cubicBezTo>
                <a:close/>
                <a:moveTo>
                  <a:pt x="33698" y="21598"/>
                </a:moveTo>
                <a:lnTo>
                  <a:pt x="45838" y="21598"/>
                </a:lnTo>
                <a:lnTo>
                  <a:pt x="16298" y="51135"/>
                </a:lnTo>
                <a:lnTo>
                  <a:pt x="10222" y="51135"/>
                </a:lnTo>
                <a:cubicBezTo>
                  <a:pt x="8542" y="51135"/>
                  <a:pt x="7189" y="49989"/>
                  <a:pt x="6884" y="48408"/>
                </a:cubicBezTo>
                <a:lnTo>
                  <a:pt x="33698" y="21598"/>
                </a:lnTo>
                <a:close/>
                <a:moveTo>
                  <a:pt x="58700" y="21598"/>
                </a:moveTo>
                <a:lnTo>
                  <a:pt x="70841" y="21598"/>
                </a:lnTo>
                <a:lnTo>
                  <a:pt x="41301" y="51135"/>
                </a:lnTo>
                <a:lnTo>
                  <a:pt x="29159" y="51135"/>
                </a:lnTo>
                <a:lnTo>
                  <a:pt x="58700" y="21598"/>
                </a:lnTo>
                <a:close/>
                <a:moveTo>
                  <a:pt x="83703" y="21598"/>
                </a:moveTo>
                <a:lnTo>
                  <a:pt x="89768" y="21598"/>
                </a:lnTo>
                <a:cubicBezTo>
                  <a:pt x="91459" y="21598"/>
                  <a:pt x="92812" y="22743"/>
                  <a:pt x="93117" y="24325"/>
                </a:cubicBezTo>
                <a:lnTo>
                  <a:pt x="66293" y="51135"/>
                </a:lnTo>
                <a:lnTo>
                  <a:pt x="54151" y="51135"/>
                </a:lnTo>
                <a:lnTo>
                  <a:pt x="83703" y="21598"/>
                </a:lnTo>
                <a:close/>
                <a:moveTo>
                  <a:pt x="93182" y="37119"/>
                </a:moveTo>
                <a:lnTo>
                  <a:pt x="93182" y="47731"/>
                </a:lnTo>
                <a:cubicBezTo>
                  <a:pt x="93182" y="49651"/>
                  <a:pt x="91699" y="51135"/>
                  <a:pt x="89768" y="51135"/>
                </a:cubicBezTo>
                <a:lnTo>
                  <a:pt x="79154" y="51135"/>
                </a:lnTo>
                <a:lnTo>
                  <a:pt x="93182" y="3711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3" name="Чёрный — SVG 16">
            <a:extLst>
              <a:ext uri="{FF2B5EF4-FFF2-40B4-BE49-F238E27FC236}">
                <a16:creationId xmlns:a16="http://schemas.microsoft.com/office/drawing/2014/main" id="{F1AF30A0-A21B-BF4C-9FBD-3786E7C710CF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143551 w 148867"/>
              <a:gd name="csY0" fmla="*/ 0 h 127583"/>
              <a:gd name="csX1" fmla="*/ 99244 w 148867"/>
              <a:gd name="csY1" fmla="*/ 0 h 127583"/>
              <a:gd name="csX2" fmla="*/ 79750 w 148867"/>
              <a:gd name="csY2" fmla="*/ 19495 h 127583"/>
              <a:gd name="csX3" fmla="*/ 79750 w 148867"/>
              <a:gd name="csY3" fmla="*/ 100995 h 127583"/>
              <a:gd name="csX4" fmla="*/ 74434 w 148867"/>
              <a:gd name="csY4" fmla="*/ 106319 h 127583"/>
              <a:gd name="csX5" fmla="*/ 69117 w 148867"/>
              <a:gd name="csY5" fmla="*/ 100995 h 127583"/>
              <a:gd name="csX6" fmla="*/ 69117 w 148867"/>
              <a:gd name="csY6" fmla="*/ 17725 h 127583"/>
              <a:gd name="csX7" fmla="*/ 51394 w 148867"/>
              <a:gd name="csY7" fmla="*/ 0 h 127583"/>
              <a:gd name="csX8" fmla="*/ 5317 w 148867"/>
              <a:gd name="csY8" fmla="*/ 0 h 127583"/>
              <a:gd name="csX9" fmla="*/ 0 w 148867"/>
              <a:gd name="csY9" fmla="*/ 5308 h 127583"/>
              <a:gd name="csX10" fmla="*/ 0 w 148867"/>
              <a:gd name="csY10" fmla="*/ 108089 h 127583"/>
              <a:gd name="csX11" fmla="*/ 5317 w 148867"/>
              <a:gd name="csY11" fmla="*/ 113413 h 127583"/>
              <a:gd name="csX12" fmla="*/ 60256 w 148867"/>
              <a:gd name="csY12" fmla="*/ 113413 h 127583"/>
              <a:gd name="csX13" fmla="*/ 69117 w 148867"/>
              <a:gd name="csY13" fmla="*/ 122259 h 127583"/>
              <a:gd name="csX14" fmla="*/ 74434 w 148867"/>
              <a:gd name="csY14" fmla="*/ 127583 h 127583"/>
              <a:gd name="csX15" fmla="*/ 79750 w 148867"/>
              <a:gd name="csY15" fmla="*/ 122259 h 127583"/>
              <a:gd name="csX16" fmla="*/ 88611 w 148867"/>
              <a:gd name="csY16" fmla="*/ 113413 h 127583"/>
              <a:gd name="csX17" fmla="*/ 143551 w 148867"/>
              <a:gd name="csY17" fmla="*/ 113413 h 127583"/>
              <a:gd name="csX18" fmla="*/ 148867 w 148867"/>
              <a:gd name="csY18" fmla="*/ 108089 h 127583"/>
              <a:gd name="csX19" fmla="*/ 148867 w 148867"/>
              <a:gd name="csY19" fmla="*/ 5308 h 127583"/>
              <a:gd name="csX20" fmla="*/ 143551 w 148867"/>
              <a:gd name="csY20" fmla="*/ 0 h 127583"/>
              <a:gd name="csX21" fmla="*/ 47850 w 148867"/>
              <a:gd name="csY21" fmla="*/ 92149 h 127583"/>
              <a:gd name="csX22" fmla="*/ 15950 w 148867"/>
              <a:gd name="csY22" fmla="*/ 92149 h 127583"/>
              <a:gd name="csX23" fmla="*/ 10633 w 148867"/>
              <a:gd name="csY23" fmla="*/ 86825 h 127583"/>
              <a:gd name="csX24" fmla="*/ 15950 w 148867"/>
              <a:gd name="csY24" fmla="*/ 81517 h 127583"/>
              <a:gd name="csX25" fmla="*/ 47850 w 148867"/>
              <a:gd name="csY25" fmla="*/ 81517 h 127583"/>
              <a:gd name="csX26" fmla="*/ 53167 w 148867"/>
              <a:gd name="csY26" fmla="*/ 86825 h 127583"/>
              <a:gd name="csX27" fmla="*/ 47850 w 148867"/>
              <a:gd name="csY27" fmla="*/ 92149 h 127583"/>
              <a:gd name="csX28" fmla="*/ 47850 w 148867"/>
              <a:gd name="csY28" fmla="*/ 74424 h 127583"/>
              <a:gd name="csX29" fmla="*/ 15950 w 148867"/>
              <a:gd name="csY29" fmla="*/ 74424 h 127583"/>
              <a:gd name="csX30" fmla="*/ 10633 w 148867"/>
              <a:gd name="csY30" fmla="*/ 69099 h 127583"/>
              <a:gd name="csX31" fmla="*/ 15950 w 148867"/>
              <a:gd name="csY31" fmla="*/ 63792 h 127583"/>
              <a:gd name="csX32" fmla="*/ 47850 w 148867"/>
              <a:gd name="csY32" fmla="*/ 63792 h 127583"/>
              <a:gd name="csX33" fmla="*/ 53167 w 148867"/>
              <a:gd name="csY33" fmla="*/ 69099 h 127583"/>
              <a:gd name="csX34" fmla="*/ 47850 w 148867"/>
              <a:gd name="csY34" fmla="*/ 74424 h 127583"/>
              <a:gd name="csX35" fmla="*/ 51610 w 148867"/>
              <a:gd name="csY35" fmla="*/ 33886 h 127583"/>
              <a:gd name="csX36" fmla="*/ 30343 w 148867"/>
              <a:gd name="csY36" fmla="*/ 55150 h 127583"/>
              <a:gd name="csX37" fmla="*/ 26583 w 148867"/>
              <a:gd name="csY37" fmla="*/ 56698 h 127583"/>
              <a:gd name="csX38" fmla="*/ 22823 w 148867"/>
              <a:gd name="csY38" fmla="*/ 55150 h 127583"/>
              <a:gd name="csX39" fmla="*/ 12190 w 148867"/>
              <a:gd name="csY39" fmla="*/ 44518 h 127583"/>
              <a:gd name="csX40" fmla="*/ 12190 w 148867"/>
              <a:gd name="csY40" fmla="*/ 36999 h 127583"/>
              <a:gd name="csX41" fmla="*/ 19707 w 148867"/>
              <a:gd name="csY41" fmla="*/ 36999 h 127583"/>
              <a:gd name="csX42" fmla="*/ 26580 w 148867"/>
              <a:gd name="csY42" fmla="*/ 43872 h 127583"/>
              <a:gd name="csX43" fmla="*/ 44085 w 148867"/>
              <a:gd name="csY43" fmla="*/ 26367 h 127583"/>
              <a:gd name="csX44" fmla="*/ 51603 w 148867"/>
              <a:gd name="csY44" fmla="*/ 26367 h 127583"/>
              <a:gd name="csX45" fmla="*/ 51610 w 148867"/>
              <a:gd name="csY45" fmla="*/ 33886 h 127583"/>
              <a:gd name="csX46" fmla="*/ 100801 w 148867"/>
              <a:gd name="csY46" fmla="*/ 30348 h 127583"/>
              <a:gd name="csX47" fmla="*/ 100801 w 148867"/>
              <a:gd name="csY47" fmla="*/ 22829 h 127583"/>
              <a:gd name="csX48" fmla="*/ 108319 w 148867"/>
              <a:gd name="csY48" fmla="*/ 22829 h 127583"/>
              <a:gd name="csX49" fmla="*/ 116967 w 148867"/>
              <a:gd name="csY49" fmla="*/ 31471 h 127583"/>
              <a:gd name="csX50" fmla="*/ 125612 w 148867"/>
              <a:gd name="csY50" fmla="*/ 22829 h 127583"/>
              <a:gd name="csX51" fmla="*/ 133130 w 148867"/>
              <a:gd name="csY51" fmla="*/ 22829 h 127583"/>
              <a:gd name="csX52" fmla="*/ 133130 w 148867"/>
              <a:gd name="csY52" fmla="*/ 30348 h 127583"/>
              <a:gd name="csX53" fmla="*/ 124485 w 148867"/>
              <a:gd name="csY53" fmla="*/ 38989 h 127583"/>
              <a:gd name="csX54" fmla="*/ 133130 w 148867"/>
              <a:gd name="csY54" fmla="*/ 47631 h 127583"/>
              <a:gd name="csX55" fmla="*/ 133130 w 148867"/>
              <a:gd name="csY55" fmla="*/ 55150 h 127583"/>
              <a:gd name="csX56" fmla="*/ 129373 w 148867"/>
              <a:gd name="csY56" fmla="*/ 56698 h 127583"/>
              <a:gd name="csX57" fmla="*/ 125612 w 148867"/>
              <a:gd name="csY57" fmla="*/ 55150 h 127583"/>
              <a:gd name="csX58" fmla="*/ 116967 w 148867"/>
              <a:gd name="csY58" fmla="*/ 46509 h 127583"/>
              <a:gd name="csX59" fmla="*/ 108323 w 148867"/>
              <a:gd name="csY59" fmla="*/ 55150 h 127583"/>
              <a:gd name="csX60" fmla="*/ 104561 w 148867"/>
              <a:gd name="csY60" fmla="*/ 56698 h 127583"/>
              <a:gd name="csX61" fmla="*/ 100801 w 148867"/>
              <a:gd name="csY61" fmla="*/ 55150 h 127583"/>
              <a:gd name="csX62" fmla="*/ 100801 w 148867"/>
              <a:gd name="csY62" fmla="*/ 47631 h 127583"/>
              <a:gd name="csX63" fmla="*/ 109449 w 148867"/>
              <a:gd name="csY63" fmla="*/ 38989 h 127583"/>
              <a:gd name="csX64" fmla="*/ 100801 w 148867"/>
              <a:gd name="csY64" fmla="*/ 30348 h 127583"/>
              <a:gd name="csX65" fmla="*/ 132917 w 148867"/>
              <a:gd name="csY65" fmla="*/ 92149 h 127583"/>
              <a:gd name="csX66" fmla="*/ 101017 w 148867"/>
              <a:gd name="csY66" fmla="*/ 92149 h 127583"/>
              <a:gd name="csX67" fmla="*/ 95700 w 148867"/>
              <a:gd name="csY67" fmla="*/ 86825 h 127583"/>
              <a:gd name="csX68" fmla="*/ 101017 w 148867"/>
              <a:gd name="csY68" fmla="*/ 81517 h 127583"/>
              <a:gd name="csX69" fmla="*/ 132917 w 148867"/>
              <a:gd name="csY69" fmla="*/ 81517 h 127583"/>
              <a:gd name="csX70" fmla="*/ 138234 w 148867"/>
              <a:gd name="csY70" fmla="*/ 86825 h 127583"/>
              <a:gd name="csX71" fmla="*/ 132917 w 148867"/>
              <a:gd name="csY71" fmla="*/ 92149 h 127583"/>
              <a:gd name="csX72" fmla="*/ 132917 w 148867"/>
              <a:gd name="csY72" fmla="*/ 74424 h 127583"/>
              <a:gd name="csX73" fmla="*/ 101017 w 148867"/>
              <a:gd name="csY73" fmla="*/ 74424 h 127583"/>
              <a:gd name="csX74" fmla="*/ 95700 w 148867"/>
              <a:gd name="csY74" fmla="*/ 69099 h 127583"/>
              <a:gd name="csX75" fmla="*/ 101017 w 148867"/>
              <a:gd name="csY75" fmla="*/ 63792 h 127583"/>
              <a:gd name="csX76" fmla="*/ 132917 w 148867"/>
              <a:gd name="csY76" fmla="*/ 63792 h 127583"/>
              <a:gd name="csX77" fmla="*/ 138234 w 148867"/>
              <a:gd name="csY77" fmla="*/ 69099 h 127583"/>
              <a:gd name="csX78" fmla="*/ 132917 w 148867"/>
              <a:gd name="csY78" fmla="*/ 74424 h 127583"/>
            </a:gdLst>
            <a:ahLst/>
            <a:cxnLst/>
            <a:rect l="l" t="t" r="r" b="b"/>
            <a:pathLst>
              <a:path w="100000" h="100000">
                <a:moveTo>
                  <a:pt x="96429" y="7149"/>
                </a:moveTo>
                <a:lnTo>
                  <a:pt x="66666" y="7149"/>
                </a:lnTo>
                <a:cubicBezTo>
                  <a:pt x="59448" y="7149"/>
                  <a:pt x="53571" y="13022"/>
                  <a:pt x="53571" y="20244"/>
                </a:cubicBezTo>
                <a:lnTo>
                  <a:pt x="53571" y="74991"/>
                </a:lnTo>
                <a:cubicBezTo>
                  <a:pt x="53571" y="76968"/>
                  <a:pt x="51969" y="78567"/>
                  <a:pt x="50000" y="78567"/>
                </a:cubicBezTo>
                <a:cubicBezTo>
                  <a:pt x="48031" y="78567"/>
                  <a:pt x="46429" y="76968"/>
                  <a:pt x="46429" y="74991"/>
                </a:cubicBezTo>
                <a:lnTo>
                  <a:pt x="46429" y="19055"/>
                </a:lnTo>
                <a:cubicBezTo>
                  <a:pt x="46429" y="12485"/>
                  <a:pt x="41088" y="7149"/>
                  <a:pt x="34523" y="7149"/>
                </a:cubicBezTo>
                <a:lnTo>
                  <a:pt x="3572" y="7149"/>
                </a:lnTo>
                <a:cubicBezTo>
                  <a:pt x="1600" y="7149"/>
                  <a:pt x="0" y="8748"/>
                  <a:pt x="0" y="10714"/>
                </a:cubicBezTo>
                <a:lnTo>
                  <a:pt x="0" y="79756"/>
                </a:lnTo>
                <a:cubicBezTo>
                  <a:pt x="0" y="81733"/>
                  <a:pt x="1600" y="83333"/>
                  <a:pt x="3572" y="83333"/>
                </a:cubicBezTo>
                <a:lnTo>
                  <a:pt x="40476" y="83333"/>
                </a:lnTo>
                <a:cubicBezTo>
                  <a:pt x="43760" y="83333"/>
                  <a:pt x="46429" y="85996"/>
                  <a:pt x="46429" y="89275"/>
                </a:cubicBezTo>
                <a:cubicBezTo>
                  <a:pt x="46429" y="91252"/>
                  <a:pt x="48029" y="92851"/>
                  <a:pt x="50000" y="92851"/>
                </a:cubicBezTo>
                <a:cubicBezTo>
                  <a:pt x="51971" y="92851"/>
                  <a:pt x="53571" y="91252"/>
                  <a:pt x="53571" y="89275"/>
                </a:cubicBezTo>
                <a:cubicBezTo>
                  <a:pt x="53571" y="85996"/>
                  <a:pt x="56240" y="83333"/>
                  <a:pt x="59524" y="83333"/>
                </a:cubicBezTo>
                <a:lnTo>
                  <a:pt x="96429" y="83333"/>
                </a:lnTo>
                <a:cubicBezTo>
                  <a:pt x="98400" y="83333"/>
                  <a:pt x="100000" y="81733"/>
                  <a:pt x="100000" y="79756"/>
                </a:cubicBezTo>
                <a:lnTo>
                  <a:pt x="100000" y="10714"/>
                </a:lnTo>
                <a:cubicBezTo>
                  <a:pt x="100000" y="8748"/>
                  <a:pt x="98400" y="7149"/>
                  <a:pt x="96429" y="7149"/>
                </a:cubicBezTo>
                <a:close/>
                <a:moveTo>
                  <a:pt x="32143" y="69049"/>
                </a:moveTo>
                <a:lnTo>
                  <a:pt x="10714" y="69049"/>
                </a:lnTo>
                <a:cubicBezTo>
                  <a:pt x="8743" y="69049"/>
                  <a:pt x="7143" y="67449"/>
                  <a:pt x="7143" y="65473"/>
                </a:cubicBezTo>
                <a:cubicBezTo>
                  <a:pt x="7143" y="63507"/>
                  <a:pt x="8743" y="61907"/>
                  <a:pt x="10714" y="61907"/>
                </a:cubicBezTo>
                <a:lnTo>
                  <a:pt x="32143" y="61907"/>
                </a:lnTo>
                <a:cubicBezTo>
                  <a:pt x="34114" y="61907"/>
                  <a:pt x="35714" y="63507"/>
                  <a:pt x="35714" y="65473"/>
                </a:cubicBezTo>
                <a:cubicBezTo>
                  <a:pt x="35714" y="67449"/>
                  <a:pt x="34114" y="69049"/>
                  <a:pt x="32143" y="69049"/>
                </a:cubicBezTo>
                <a:close/>
                <a:moveTo>
                  <a:pt x="32143" y="57142"/>
                </a:moveTo>
                <a:lnTo>
                  <a:pt x="10714" y="57142"/>
                </a:lnTo>
                <a:cubicBezTo>
                  <a:pt x="8743" y="57142"/>
                  <a:pt x="7143" y="55542"/>
                  <a:pt x="7143" y="53565"/>
                </a:cubicBezTo>
                <a:cubicBezTo>
                  <a:pt x="7143" y="51600"/>
                  <a:pt x="8743" y="50000"/>
                  <a:pt x="10714" y="50000"/>
                </a:cubicBezTo>
                <a:lnTo>
                  <a:pt x="32143" y="50000"/>
                </a:lnTo>
                <a:cubicBezTo>
                  <a:pt x="34114" y="50000"/>
                  <a:pt x="35714" y="51600"/>
                  <a:pt x="35714" y="53565"/>
                </a:cubicBezTo>
                <a:cubicBezTo>
                  <a:pt x="35714" y="55542"/>
                  <a:pt x="34114" y="57142"/>
                  <a:pt x="32143" y="57142"/>
                </a:cubicBezTo>
                <a:close/>
                <a:moveTo>
                  <a:pt x="34669" y="29911"/>
                </a:moveTo>
                <a:lnTo>
                  <a:pt x="20383" y="44195"/>
                </a:lnTo>
                <a:cubicBezTo>
                  <a:pt x="19686" y="44892"/>
                  <a:pt x="18772" y="45235"/>
                  <a:pt x="17857" y="45235"/>
                </a:cubicBezTo>
                <a:cubicBezTo>
                  <a:pt x="16943" y="45235"/>
                  <a:pt x="16028" y="44892"/>
                  <a:pt x="15331" y="44195"/>
                </a:cubicBezTo>
                <a:lnTo>
                  <a:pt x="8189" y="37053"/>
                </a:lnTo>
                <a:cubicBezTo>
                  <a:pt x="6793" y="35659"/>
                  <a:pt x="6793" y="33396"/>
                  <a:pt x="8189" y="32002"/>
                </a:cubicBezTo>
                <a:cubicBezTo>
                  <a:pt x="9583" y="30609"/>
                  <a:pt x="11843" y="30609"/>
                  <a:pt x="13238" y="32002"/>
                </a:cubicBezTo>
                <a:lnTo>
                  <a:pt x="17855" y="36619"/>
                </a:lnTo>
                <a:lnTo>
                  <a:pt x="29614" y="24860"/>
                </a:lnTo>
                <a:cubicBezTo>
                  <a:pt x="31009" y="23467"/>
                  <a:pt x="33269" y="23467"/>
                  <a:pt x="34664" y="24860"/>
                </a:cubicBezTo>
                <a:cubicBezTo>
                  <a:pt x="36060" y="26255"/>
                  <a:pt x="36062" y="28517"/>
                  <a:pt x="34669" y="29911"/>
                </a:cubicBezTo>
                <a:close/>
                <a:moveTo>
                  <a:pt x="67712" y="27535"/>
                </a:moveTo>
                <a:cubicBezTo>
                  <a:pt x="66317" y="26129"/>
                  <a:pt x="66317" y="23878"/>
                  <a:pt x="67712" y="22484"/>
                </a:cubicBezTo>
                <a:cubicBezTo>
                  <a:pt x="69107" y="21089"/>
                  <a:pt x="71367" y="21089"/>
                  <a:pt x="72762" y="22484"/>
                </a:cubicBezTo>
                <a:lnTo>
                  <a:pt x="78571" y="28289"/>
                </a:lnTo>
                <a:lnTo>
                  <a:pt x="84379" y="22484"/>
                </a:lnTo>
                <a:cubicBezTo>
                  <a:pt x="85774" y="21089"/>
                  <a:pt x="88034" y="21089"/>
                  <a:pt x="89429" y="22484"/>
                </a:cubicBezTo>
                <a:cubicBezTo>
                  <a:pt x="90824" y="23878"/>
                  <a:pt x="90824" y="26129"/>
                  <a:pt x="89429" y="27535"/>
                </a:cubicBezTo>
                <a:lnTo>
                  <a:pt x="83622" y="33339"/>
                </a:lnTo>
                <a:lnTo>
                  <a:pt x="89429" y="39144"/>
                </a:lnTo>
                <a:cubicBezTo>
                  <a:pt x="90824" y="40538"/>
                  <a:pt x="90824" y="42801"/>
                  <a:pt x="89429" y="44195"/>
                </a:cubicBezTo>
                <a:cubicBezTo>
                  <a:pt x="88734" y="44892"/>
                  <a:pt x="87819" y="45235"/>
                  <a:pt x="86905" y="45235"/>
                </a:cubicBezTo>
                <a:cubicBezTo>
                  <a:pt x="85991" y="45235"/>
                  <a:pt x="85077" y="44892"/>
                  <a:pt x="84379" y="44195"/>
                </a:cubicBezTo>
                <a:lnTo>
                  <a:pt x="78571" y="38391"/>
                </a:lnTo>
                <a:lnTo>
                  <a:pt x="72765" y="44195"/>
                </a:lnTo>
                <a:cubicBezTo>
                  <a:pt x="72066" y="44892"/>
                  <a:pt x="71152" y="45235"/>
                  <a:pt x="70238" y="45235"/>
                </a:cubicBezTo>
                <a:cubicBezTo>
                  <a:pt x="69324" y="45235"/>
                  <a:pt x="68409" y="44892"/>
                  <a:pt x="67712" y="44195"/>
                </a:cubicBezTo>
                <a:cubicBezTo>
                  <a:pt x="66317" y="42801"/>
                  <a:pt x="66317" y="40538"/>
                  <a:pt x="67712" y="39144"/>
                </a:cubicBezTo>
                <a:lnTo>
                  <a:pt x="73521" y="33339"/>
                </a:lnTo>
                <a:lnTo>
                  <a:pt x="67712" y="27535"/>
                </a:lnTo>
                <a:close/>
                <a:moveTo>
                  <a:pt x="89286" y="69049"/>
                </a:moveTo>
                <a:lnTo>
                  <a:pt x="67857" y="69049"/>
                </a:lnTo>
                <a:cubicBezTo>
                  <a:pt x="65886" y="69049"/>
                  <a:pt x="64286" y="67449"/>
                  <a:pt x="64286" y="65473"/>
                </a:cubicBezTo>
                <a:cubicBezTo>
                  <a:pt x="64286" y="63507"/>
                  <a:pt x="65886" y="61907"/>
                  <a:pt x="67857" y="61907"/>
                </a:cubicBezTo>
                <a:lnTo>
                  <a:pt x="89286" y="61907"/>
                </a:lnTo>
                <a:cubicBezTo>
                  <a:pt x="91257" y="61907"/>
                  <a:pt x="92857" y="63507"/>
                  <a:pt x="92857" y="65473"/>
                </a:cubicBezTo>
                <a:cubicBezTo>
                  <a:pt x="92857" y="67449"/>
                  <a:pt x="91257" y="69049"/>
                  <a:pt x="89286" y="69049"/>
                </a:cubicBezTo>
                <a:close/>
                <a:moveTo>
                  <a:pt x="89286" y="57142"/>
                </a:moveTo>
                <a:lnTo>
                  <a:pt x="67857" y="57142"/>
                </a:lnTo>
                <a:cubicBezTo>
                  <a:pt x="65886" y="57142"/>
                  <a:pt x="64286" y="55542"/>
                  <a:pt x="64286" y="53565"/>
                </a:cubicBezTo>
                <a:cubicBezTo>
                  <a:pt x="64286" y="51600"/>
                  <a:pt x="65886" y="50000"/>
                  <a:pt x="67857" y="50000"/>
                </a:cubicBezTo>
                <a:lnTo>
                  <a:pt x="89286" y="50000"/>
                </a:lnTo>
                <a:cubicBezTo>
                  <a:pt x="91257" y="50000"/>
                  <a:pt x="92857" y="51600"/>
                  <a:pt x="92857" y="53565"/>
                </a:cubicBezTo>
                <a:cubicBezTo>
                  <a:pt x="92857" y="55542"/>
                  <a:pt x="91257" y="57142"/>
                  <a:pt x="89286" y="5714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4" name="Чёрный — SVG 17">
            <a:extLst>
              <a:ext uri="{FF2B5EF4-FFF2-40B4-BE49-F238E27FC236}">
                <a16:creationId xmlns:a16="http://schemas.microsoft.com/office/drawing/2014/main" id="{C42EF5F4-9C0B-7641-8220-3A4BD113EB56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38990 w 170134"/>
              <a:gd name="csY0" fmla="*/ 0 h 127583"/>
              <a:gd name="csX1" fmla="*/ 0 w 170134"/>
              <a:gd name="csY1" fmla="*/ 38989 h 127583"/>
              <a:gd name="csX2" fmla="*/ 38990 w 170134"/>
              <a:gd name="csY2" fmla="*/ 77962 h 127583"/>
              <a:gd name="csX3" fmla="*/ 77978 w 170134"/>
              <a:gd name="csY3" fmla="*/ 38989 h 127583"/>
              <a:gd name="csX4" fmla="*/ 38990 w 170134"/>
              <a:gd name="csY4" fmla="*/ 0 h 127583"/>
              <a:gd name="csX5" fmla="*/ 131144 w 170134"/>
              <a:gd name="csY5" fmla="*/ 0 h 127583"/>
              <a:gd name="csX6" fmla="*/ 92157 w 170134"/>
              <a:gd name="csY6" fmla="*/ 38989 h 127583"/>
              <a:gd name="csX7" fmla="*/ 131144 w 170134"/>
              <a:gd name="csY7" fmla="*/ 77962 h 127583"/>
              <a:gd name="csX8" fmla="*/ 170134 w 170134"/>
              <a:gd name="csY8" fmla="*/ 38989 h 127583"/>
              <a:gd name="csX9" fmla="*/ 131144 w 170134"/>
              <a:gd name="csY9" fmla="*/ 0 h 127583"/>
              <a:gd name="csX10" fmla="*/ 51394 w 170134"/>
              <a:gd name="csY10" fmla="*/ 24802 h 127583"/>
              <a:gd name="csX11" fmla="*/ 56711 w 170134"/>
              <a:gd name="csY11" fmla="*/ 30127 h 127583"/>
              <a:gd name="csX12" fmla="*/ 51394 w 170134"/>
              <a:gd name="csY12" fmla="*/ 35434 h 127583"/>
              <a:gd name="csX13" fmla="*/ 46077 w 170134"/>
              <a:gd name="csY13" fmla="*/ 30127 h 127583"/>
              <a:gd name="csX14" fmla="*/ 51394 w 170134"/>
              <a:gd name="csY14" fmla="*/ 24802 h 127583"/>
              <a:gd name="csX15" fmla="*/ 143551 w 170134"/>
              <a:gd name="csY15" fmla="*/ 24802 h 127583"/>
              <a:gd name="csX16" fmla="*/ 148867 w 170134"/>
              <a:gd name="csY16" fmla="*/ 30127 h 127583"/>
              <a:gd name="csX17" fmla="*/ 143551 w 170134"/>
              <a:gd name="csY17" fmla="*/ 35434 h 127583"/>
              <a:gd name="csX18" fmla="*/ 138234 w 170134"/>
              <a:gd name="csY18" fmla="*/ 30127 h 127583"/>
              <a:gd name="csX19" fmla="*/ 143551 w 170134"/>
              <a:gd name="csY19" fmla="*/ 24802 h 127583"/>
              <a:gd name="csX20" fmla="*/ 26583 w 170134"/>
              <a:gd name="csY20" fmla="*/ 24819 h 127583"/>
              <a:gd name="csX21" fmla="*/ 31893 w 170134"/>
              <a:gd name="csY21" fmla="*/ 30127 h 127583"/>
              <a:gd name="csX22" fmla="*/ 26583 w 170134"/>
              <a:gd name="csY22" fmla="*/ 35434 h 127583"/>
              <a:gd name="csX23" fmla="*/ 21274 w 170134"/>
              <a:gd name="csY23" fmla="*/ 30127 h 127583"/>
              <a:gd name="csX24" fmla="*/ 26583 w 170134"/>
              <a:gd name="csY24" fmla="*/ 24819 h 127583"/>
              <a:gd name="csX25" fmla="*/ 118740 w 170134"/>
              <a:gd name="csY25" fmla="*/ 24819 h 127583"/>
              <a:gd name="csX26" fmla="*/ 124050 w 170134"/>
              <a:gd name="csY26" fmla="*/ 30127 h 127583"/>
              <a:gd name="csX27" fmla="*/ 118740 w 170134"/>
              <a:gd name="csY27" fmla="*/ 35434 h 127583"/>
              <a:gd name="csX28" fmla="*/ 113430 w 170134"/>
              <a:gd name="csY28" fmla="*/ 30127 h 127583"/>
              <a:gd name="csX29" fmla="*/ 118740 w 170134"/>
              <a:gd name="csY29" fmla="*/ 24819 h 127583"/>
              <a:gd name="csX30" fmla="*/ 38990 w 170134"/>
              <a:gd name="csY30" fmla="*/ 42528 h 127583"/>
              <a:gd name="csX31" fmla="*/ 53090 w 170134"/>
              <a:gd name="csY31" fmla="*/ 52411 h 127583"/>
              <a:gd name="csX32" fmla="*/ 52377 w 170134"/>
              <a:gd name="csY32" fmla="*/ 55388 h 127583"/>
              <a:gd name="csX33" fmla="*/ 49623 w 170134"/>
              <a:gd name="csY33" fmla="*/ 56698 h 127583"/>
              <a:gd name="csX34" fmla="*/ 28356 w 170134"/>
              <a:gd name="csY34" fmla="*/ 56698 h 127583"/>
              <a:gd name="csX35" fmla="*/ 25600 w 170134"/>
              <a:gd name="csY35" fmla="*/ 55388 h 127583"/>
              <a:gd name="csX36" fmla="*/ 24887 w 170134"/>
              <a:gd name="csY36" fmla="*/ 52411 h 127583"/>
              <a:gd name="csX37" fmla="*/ 38990 w 170134"/>
              <a:gd name="csY37" fmla="*/ 42528 h 127583"/>
              <a:gd name="csX38" fmla="*/ 120511 w 170134"/>
              <a:gd name="csY38" fmla="*/ 42528 h 127583"/>
              <a:gd name="csX39" fmla="*/ 141778 w 170134"/>
              <a:gd name="csY39" fmla="*/ 42528 h 127583"/>
              <a:gd name="csX40" fmla="*/ 144534 w 170134"/>
              <a:gd name="csY40" fmla="*/ 43838 h 127583"/>
              <a:gd name="csX41" fmla="*/ 145247 w 170134"/>
              <a:gd name="csY41" fmla="*/ 46815 h 127583"/>
              <a:gd name="csX42" fmla="*/ 131144 w 170134"/>
              <a:gd name="csY42" fmla="*/ 56698 h 127583"/>
              <a:gd name="csX43" fmla="*/ 117044 w 170134"/>
              <a:gd name="csY43" fmla="*/ 46815 h 127583"/>
              <a:gd name="csX44" fmla="*/ 117757 w 170134"/>
              <a:gd name="csY44" fmla="*/ 43838 h 127583"/>
              <a:gd name="csX45" fmla="*/ 120511 w 170134"/>
              <a:gd name="csY45" fmla="*/ 42528 h 127583"/>
              <a:gd name="csX46" fmla="*/ 85067 w 170134"/>
              <a:gd name="csY46" fmla="*/ 77962 h 127583"/>
              <a:gd name="csX47" fmla="*/ 81751 w 170134"/>
              <a:gd name="csY47" fmla="*/ 79119 h 127583"/>
              <a:gd name="csX48" fmla="*/ 67477 w 170134"/>
              <a:gd name="csY48" fmla="*/ 99226 h 127583"/>
              <a:gd name="csX49" fmla="*/ 15950 w 170134"/>
              <a:gd name="csY49" fmla="*/ 99226 h 127583"/>
              <a:gd name="csX50" fmla="*/ 13891 w 170134"/>
              <a:gd name="csY50" fmla="*/ 99617 h 127583"/>
              <a:gd name="csX51" fmla="*/ 12142 w 170134"/>
              <a:gd name="csY51" fmla="*/ 100757 h 127583"/>
              <a:gd name="csX52" fmla="*/ 10970 w 170134"/>
              <a:gd name="csY52" fmla="*/ 102492 h 127583"/>
              <a:gd name="csX53" fmla="*/ 10557 w 170134"/>
              <a:gd name="csY53" fmla="*/ 104550 h 127583"/>
              <a:gd name="csX54" fmla="*/ 10970 w 170134"/>
              <a:gd name="csY54" fmla="*/ 106591 h 127583"/>
              <a:gd name="csX55" fmla="*/ 12142 w 170134"/>
              <a:gd name="csY55" fmla="*/ 108327 h 127583"/>
              <a:gd name="csX56" fmla="*/ 13891 w 170134"/>
              <a:gd name="csY56" fmla="*/ 109484 h 127583"/>
              <a:gd name="csX57" fmla="*/ 15950 w 170134"/>
              <a:gd name="csY57" fmla="*/ 109858 h 127583"/>
              <a:gd name="csX58" fmla="*/ 67344 w 170134"/>
              <a:gd name="csY58" fmla="*/ 109858 h 127583"/>
              <a:gd name="csX59" fmla="*/ 67344 w 170134"/>
              <a:gd name="csY59" fmla="*/ 122259 h 127583"/>
              <a:gd name="csX60" fmla="*/ 72661 w 170134"/>
              <a:gd name="csY60" fmla="*/ 127583 h 127583"/>
              <a:gd name="csX61" fmla="*/ 97473 w 170134"/>
              <a:gd name="csY61" fmla="*/ 127583 h 127583"/>
              <a:gd name="csX62" fmla="*/ 102790 w 170134"/>
              <a:gd name="csY62" fmla="*/ 122259 h 127583"/>
              <a:gd name="csX63" fmla="*/ 102790 w 170134"/>
              <a:gd name="csY63" fmla="*/ 109858 h 127583"/>
              <a:gd name="csX64" fmla="*/ 154184 w 170134"/>
              <a:gd name="csY64" fmla="*/ 109858 h 127583"/>
              <a:gd name="csX65" fmla="*/ 156243 w 170134"/>
              <a:gd name="csY65" fmla="*/ 109484 h 127583"/>
              <a:gd name="csX66" fmla="*/ 157992 w 170134"/>
              <a:gd name="csY66" fmla="*/ 108327 h 127583"/>
              <a:gd name="csX67" fmla="*/ 159164 w 170134"/>
              <a:gd name="csY67" fmla="*/ 106591 h 127583"/>
              <a:gd name="csX68" fmla="*/ 159577 w 170134"/>
              <a:gd name="csY68" fmla="*/ 104550 h 127583"/>
              <a:gd name="csX69" fmla="*/ 159164 w 170134"/>
              <a:gd name="csY69" fmla="*/ 102492 h 127583"/>
              <a:gd name="csX70" fmla="*/ 157992 w 170134"/>
              <a:gd name="csY70" fmla="*/ 100757 h 127583"/>
              <a:gd name="csX71" fmla="*/ 156243 w 170134"/>
              <a:gd name="csY71" fmla="*/ 99617 h 127583"/>
              <a:gd name="csX72" fmla="*/ 154184 w 170134"/>
              <a:gd name="csY72" fmla="*/ 99226 h 127583"/>
              <a:gd name="csX73" fmla="*/ 102657 w 170134"/>
              <a:gd name="csY73" fmla="*/ 99226 h 127583"/>
              <a:gd name="csX74" fmla="*/ 88383 w 170134"/>
              <a:gd name="csY74" fmla="*/ 79119 h 127583"/>
              <a:gd name="csX75" fmla="*/ 85067 w 170134"/>
              <a:gd name="csY75" fmla="*/ 77962 h 127583"/>
            </a:gdLst>
            <a:ahLst/>
            <a:cxnLst/>
            <a:rect l="l" t="t" r="r" b="b"/>
            <a:pathLst>
              <a:path w="100000" h="100000">
                <a:moveTo>
                  <a:pt x="22917" y="12505"/>
                </a:moveTo>
                <a:cubicBezTo>
                  <a:pt x="10281" y="12505"/>
                  <a:pt x="0" y="22784"/>
                  <a:pt x="0" y="35422"/>
                </a:cubicBezTo>
                <a:cubicBezTo>
                  <a:pt x="0" y="48051"/>
                  <a:pt x="10281" y="58329"/>
                  <a:pt x="22917" y="58329"/>
                </a:cubicBezTo>
                <a:cubicBezTo>
                  <a:pt x="35552" y="58329"/>
                  <a:pt x="45833" y="48051"/>
                  <a:pt x="45833" y="35422"/>
                </a:cubicBezTo>
                <a:cubicBezTo>
                  <a:pt x="45833" y="22784"/>
                  <a:pt x="35552" y="12505"/>
                  <a:pt x="22917" y="12505"/>
                </a:cubicBezTo>
                <a:close/>
                <a:moveTo>
                  <a:pt x="77083" y="12505"/>
                </a:moveTo>
                <a:cubicBezTo>
                  <a:pt x="64448" y="12505"/>
                  <a:pt x="54167" y="22784"/>
                  <a:pt x="54167" y="35422"/>
                </a:cubicBezTo>
                <a:cubicBezTo>
                  <a:pt x="54167" y="48051"/>
                  <a:pt x="64448" y="58329"/>
                  <a:pt x="77083" y="58329"/>
                </a:cubicBezTo>
                <a:cubicBezTo>
                  <a:pt x="89719" y="58329"/>
                  <a:pt x="100000" y="48051"/>
                  <a:pt x="100000" y="35422"/>
                </a:cubicBezTo>
                <a:cubicBezTo>
                  <a:pt x="100000" y="22784"/>
                  <a:pt x="89719" y="12505"/>
                  <a:pt x="77083" y="12505"/>
                </a:cubicBezTo>
                <a:close/>
                <a:moveTo>
                  <a:pt x="30208" y="27083"/>
                </a:moveTo>
                <a:cubicBezTo>
                  <a:pt x="31933" y="27083"/>
                  <a:pt x="33333" y="28483"/>
                  <a:pt x="33333" y="30213"/>
                </a:cubicBezTo>
                <a:cubicBezTo>
                  <a:pt x="33333" y="31932"/>
                  <a:pt x="31935" y="33332"/>
                  <a:pt x="30208" y="33332"/>
                </a:cubicBezTo>
                <a:cubicBezTo>
                  <a:pt x="28483" y="33332"/>
                  <a:pt x="27083" y="31942"/>
                  <a:pt x="27083" y="30213"/>
                </a:cubicBezTo>
                <a:cubicBezTo>
                  <a:pt x="27083" y="28483"/>
                  <a:pt x="28483" y="27083"/>
                  <a:pt x="30208" y="27083"/>
                </a:cubicBezTo>
                <a:close/>
                <a:moveTo>
                  <a:pt x="84375" y="27083"/>
                </a:moveTo>
                <a:cubicBezTo>
                  <a:pt x="86100" y="27083"/>
                  <a:pt x="87500" y="28483"/>
                  <a:pt x="87500" y="30213"/>
                </a:cubicBezTo>
                <a:cubicBezTo>
                  <a:pt x="87500" y="31932"/>
                  <a:pt x="86102" y="33332"/>
                  <a:pt x="84375" y="33332"/>
                </a:cubicBezTo>
                <a:cubicBezTo>
                  <a:pt x="82650" y="33332"/>
                  <a:pt x="81250" y="31942"/>
                  <a:pt x="81250" y="30213"/>
                </a:cubicBezTo>
                <a:cubicBezTo>
                  <a:pt x="81250" y="28483"/>
                  <a:pt x="82650" y="27083"/>
                  <a:pt x="84375" y="27083"/>
                </a:cubicBezTo>
                <a:close/>
                <a:moveTo>
                  <a:pt x="15625" y="27093"/>
                </a:moveTo>
                <a:cubicBezTo>
                  <a:pt x="17350" y="27093"/>
                  <a:pt x="18746" y="28493"/>
                  <a:pt x="18746" y="30213"/>
                </a:cubicBezTo>
                <a:cubicBezTo>
                  <a:pt x="18746" y="31942"/>
                  <a:pt x="17350" y="33332"/>
                  <a:pt x="15625" y="33332"/>
                </a:cubicBezTo>
                <a:cubicBezTo>
                  <a:pt x="13900" y="33332"/>
                  <a:pt x="12504" y="31942"/>
                  <a:pt x="12504" y="30213"/>
                </a:cubicBezTo>
                <a:cubicBezTo>
                  <a:pt x="12504" y="28493"/>
                  <a:pt x="13900" y="27093"/>
                  <a:pt x="15625" y="27093"/>
                </a:cubicBezTo>
                <a:close/>
                <a:moveTo>
                  <a:pt x="69792" y="27093"/>
                </a:moveTo>
                <a:cubicBezTo>
                  <a:pt x="71517" y="27093"/>
                  <a:pt x="72913" y="28493"/>
                  <a:pt x="72913" y="30213"/>
                </a:cubicBezTo>
                <a:cubicBezTo>
                  <a:pt x="72913" y="31942"/>
                  <a:pt x="71517" y="33332"/>
                  <a:pt x="69792" y="33332"/>
                </a:cubicBezTo>
                <a:cubicBezTo>
                  <a:pt x="68067" y="33332"/>
                  <a:pt x="66671" y="31942"/>
                  <a:pt x="66671" y="30213"/>
                </a:cubicBezTo>
                <a:cubicBezTo>
                  <a:pt x="66671" y="28493"/>
                  <a:pt x="68067" y="27093"/>
                  <a:pt x="69792" y="27093"/>
                </a:cubicBezTo>
                <a:close/>
                <a:moveTo>
                  <a:pt x="22917" y="37502"/>
                </a:moveTo>
                <a:cubicBezTo>
                  <a:pt x="26996" y="37502"/>
                  <a:pt x="30482" y="39941"/>
                  <a:pt x="31205" y="43311"/>
                </a:cubicBezTo>
                <a:cubicBezTo>
                  <a:pt x="31336" y="43931"/>
                  <a:pt x="31182" y="44571"/>
                  <a:pt x="30786" y="45061"/>
                </a:cubicBezTo>
                <a:cubicBezTo>
                  <a:pt x="30390" y="45551"/>
                  <a:pt x="29796" y="45831"/>
                  <a:pt x="29167" y="45831"/>
                </a:cubicBezTo>
                <a:lnTo>
                  <a:pt x="16667" y="45831"/>
                </a:lnTo>
                <a:cubicBezTo>
                  <a:pt x="16037" y="45831"/>
                  <a:pt x="15443" y="45551"/>
                  <a:pt x="15047" y="45061"/>
                </a:cubicBezTo>
                <a:cubicBezTo>
                  <a:pt x="14651" y="44571"/>
                  <a:pt x="14497" y="43931"/>
                  <a:pt x="14628" y="43311"/>
                </a:cubicBezTo>
                <a:cubicBezTo>
                  <a:pt x="15351" y="39941"/>
                  <a:pt x="18837" y="37502"/>
                  <a:pt x="22917" y="37502"/>
                </a:cubicBezTo>
                <a:close/>
                <a:moveTo>
                  <a:pt x="70833" y="37502"/>
                </a:moveTo>
                <a:lnTo>
                  <a:pt x="83333" y="37502"/>
                </a:lnTo>
                <a:cubicBezTo>
                  <a:pt x="83962" y="37502"/>
                  <a:pt x="84557" y="37792"/>
                  <a:pt x="84953" y="38272"/>
                </a:cubicBezTo>
                <a:cubicBezTo>
                  <a:pt x="85349" y="38762"/>
                  <a:pt x="85503" y="39412"/>
                  <a:pt x="85372" y="40022"/>
                </a:cubicBezTo>
                <a:cubicBezTo>
                  <a:pt x="84649" y="43391"/>
                  <a:pt x="81162" y="45831"/>
                  <a:pt x="77083" y="45831"/>
                </a:cubicBezTo>
                <a:cubicBezTo>
                  <a:pt x="73004" y="45831"/>
                  <a:pt x="69518" y="43391"/>
                  <a:pt x="68795" y="40022"/>
                </a:cubicBezTo>
                <a:cubicBezTo>
                  <a:pt x="68664" y="39412"/>
                  <a:pt x="68818" y="38762"/>
                  <a:pt x="69214" y="38272"/>
                </a:cubicBezTo>
                <a:cubicBezTo>
                  <a:pt x="69610" y="37792"/>
                  <a:pt x="70204" y="37502"/>
                  <a:pt x="70833" y="37502"/>
                </a:cubicBezTo>
                <a:close/>
                <a:moveTo>
                  <a:pt x="50000" y="58329"/>
                </a:moveTo>
                <a:cubicBezTo>
                  <a:pt x="49311" y="58329"/>
                  <a:pt x="48621" y="58559"/>
                  <a:pt x="48051" y="59009"/>
                </a:cubicBezTo>
                <a:cubicBezTo>
                  <a:pt x="46721" y="60069"/>
                  <a:pt x="40410" y="65368"/>
                  <a:pt x="39661" y="70827"/>
                </a:cubicBezTo>
                <a:lnTo>
                  <a:pt x="9375" y="70827"/>
                </a:lnTo>
                <a:cubicBezTo>
                  <a:pt x="8961" y="70827"/>
                  <a:pt x="8550" y="70897"/>
                  <a:pt x="8165" y="71057"/>
                </a:cubicBezTo>
                <a:cubicBezTo>
                  <a:pt x="7781" y="71207"/>
                  <a:pt x="7431" y="71437"/>
                  <a:pt x="7137" y="71727"/>
                </a:cubicBezTo>
                <a:cubicBezTo>
                  <a:pt x="6842" y="72017"/>
                  <a:pt x="6607" y="72367"/>
                  <a:pt x="6448" y="72747"/>
                </a:cubicBezTo>
                <a:cubicBezTo>
                  <a:pt x="6288" y="73127"/>
                  <a:pt x="6205" y="73537"/>
                  <a:pt x="6205" y="73957"/>
                </a:cubicBezTo>
                <a:cubicBezTo>
                  <a:pt x="6205" y="74367"/>
                  <a:pt x="6288" y="74777"/>
                  <a:pt x="6448" y="75156"/>
                </a:cubicBezTo>
                <a:cubicBezTo>
                  <a:pt x="6607" y="75547"/>
                  <a:pt x="6842" y="75886"/>
                  <a:pt x="7137" y="76177"/>
                </a:cubicBezTo>
                <a:cubicBezTo>
                  <a:pt x="7431" y="76466"/>
                  <a:pt x="7781" y="76696"/>
                  <a:pt x="8165" y="76857"/>
                </a:cubicBezTo>
                <a:cubicBezTo>
                  <a:pt x="8550" y="77007"/>
                  <a:pt x="8961" y="77087"/>
                  <a:pt x="9375" y="77077"/>
                </a:cubicBezTo>
                <a:lnTo>
                  <a:pt x="39583" y="77077"/>
                </a:lnTo>
                <a:lnTo>
                  <a:pt x="39583" y="84366"/>
                </a:lnTo>
                <a:cubicBezTo>
                  <a:pt x="39583" y="86095"/>
                  <a:pt x="40981" y="87495"/>
                  <a:pt x="42708" y="87495"/>
                </a:cubicBezTo>
                <a:lnTo>
                  <a:pt x="57292" y="87495"/>
                </a:lnTo>
                <a:cubicBezTo>
                  <a:pt x="59019" y="87495"/>
                  <a:pt x="60417" y="86095"/>
                  <a:pt x="60417" y="84366"/>
                </a:cubicBezTo>
                <a:lnTo>
                  <a:pt x="60417" y="77077"/>
                </a:lnTo>
                <a:lnTo>
                  <a:pt x="90625" y="77077"/>
                </a:lnTo>
                <a:cubicBezTo>
                  <a:pt x="91039" y="77087"/>
                  <a:pt x="91450" y="77007"/>
                  <a:pt x="91835" y="76857"/>
                </a:cubicBezTo>
                <a:cubicBezTo>
                  <a:pt x="92219" y="76696"/>
                  <a:pt x="92569" y="76466"/>
                  <a:pt x="92863" y="76177"/>
                </a:cubicBezTo>
                <a:cubicBezTo>
                  <a:pt x="93158" y="75886"/>
                  <a:pt x="93393" y="75547"/>
                  <a:pt x="93552" y="75156"/>
                </a:cubicBezTo>
                <a:cubicBezTo>
                  <a:pt x="93712" y="74777"/>
                  <a:pt x="93795" y="74367"/>
                  <a:pt x="93795" y="73957"/>
                </a:cubicBezTo>
                <a:cubicBezTo>
                  <a:pt x="93795" y="73537"/>
                  <a:pt x="93712" y="73127"/>
                  <a:pt x="93552" y="72747"/>
                </a:cubicBezTo>
                <a:cubicBezTo>
                  <a:pt x="93393" y="72367"/>
                  <a:pt x="93158" y="72017"/>
                  <a:pt x="92863" y="71727"/>
                </a:cubicBezTo>
                <a:cubicBezTo>
                  <a:pt x="92569" y="71437"/>
                  <a:pt x="92219" y="71207"/>
                  <a:pt x="91835" y="71057"/>
                </a:cubicBezTo>
                <a:cubicBezTo>
                  <a:pt x="91450" y="70897"/>
                  <a:pt x="91039" y="70827"/>
                  <a:pt x="90625" y="70827"/>
                </a:cubicBezTo>
                <a:lnTo>
                  <a:pt x="60339" y="70827"/>
                </a:lnTo>
                <a:cubicBezTo>
                  <a:pt x="59590" y="65368"/>
                  <a:pt x="53279" y="60069"/>
                  <a:pt x="51949" y="59009"/>
                </a:cubicBezTo>
                <a:cubicBezTo>
                  <a:pt x="51379" y="58559"/>
                  <a:pt x="50689" y="58329"/>
                  <a:pt x="50000" y="5832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5" name="Чёрный — SVG 18">
            <a:extLst>
              <a:ext uri="{FF2B5EF4-FFF2-40B4-BE49-F238E27FC236}">
                <a16:creationId xmlns:a16="http://schemas.microsoft.com/office/drawing/2014/main" id="{D852A5DD-C389-F345-B443-B3FA406A5572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116316 w 127572"/>
              <a:gd name="csY0" fmla="*/ 21064 h 134646"/>
              <a:gd name="csX1" fmla="*/ 74327 w 127572"/>
              <a:gd name="csY1" fmla="*/ 3457 h 134646"/>
              <a:gd name="csX2" fmla="*/ 53230 w 127572"/>
              <a:gd name="csY2" fmla="*/ 3457 h 134646"/>
              <a:gd name="csX3" fmla="*/ 11241 w 127572"/>
              <a:gd name="csY3" fmla="*/ 21064 h 134646"/>
              <a:gd name="csX4" fmla="*/ 12 w 127572"/>
              <a:gd name="csY4" fmla="*/ 34009 h 134646"/>
              <a:gd name="csX5" fmla="*/ 58470 w 127572"/>
              <a:gd name="csY5" fmla="*/ 133456 h 134646"/>
              <a:gd name="csX6" fmla="*/ 63778 w 127572"/>
              <a:gd name="csY6" fmla="*/ 134647 h 134646"/>
              <a:gd name="csX7" fmla="*/ 69104 w 127572"/>
              <a:gd name="csY7" fmla="*/ 133456 h 134646"/>
              <a:gd name="csX8" fmla="*/ 127562 w 127572"/>
              <a:gd name="csY8" fmla="*/ 34009 h 134646"/>
              <a:gd name="csX9" fmla="*/ 116316 w 127572"/>
              <a:gd name="csY9" fmla="*/ 21064 h 134646"/>
            </a:gdLst>
            <a:ahLst/>
            <a:cxnLst/>
            <a:rect l="l" t="t" r="r" b="b"/>
            <a:pathLst>
              <a:path w="100000" h="100000">
                <a:moveTo>
                  <a:pt x="89013" y="15644"/>
                </a:moveTo>
                <a:cubicBezTo>
                  <a:pt x="75531" y="14242"/>
                  <a:pt x="63691" y="6851"/>
                  <a:pt x="57829" y="2567"/>
                </a:cubicBezTo>
                <a:cubicBezTo>
                  <a:pt x="53153" y="-856"/>
                  <a:pt x="46848" y="-856"/>
                  <a:pt x="42160" y="2567"/>
                </a:cubicBezTo>
                <a:cubicBezTo>
                  <a:pt x="36310" y="6851"/>
                  <a:pt x="24470" y="14242"/>
                  <a:pt x="10975" y="15644"/>
                </a:cubicBezTo>
                <a:cubicBezTo>
                  <a:pt x="6086" y="16149"/>
                  <a:pt x="2421" y="20382"/>
                  <a:pt x="2636" y="25258"/>
                </a:cubicBezTo>
                <a:cubicBezTo>
                  <a:pt x="4784" y="75630"/>
                  <a:pt x="36411" y="94517"/>
                  <a:pt x="46052" y="99116"/>
                </a:cubicBezTo>
                <a:cubicBezTo>
                  <a:pt x="47303" y="99710"/>
                  <a:pt x="48655" y="100001"/>
                  <a:pt x="49994" y="100001"/>
                </a:cubicBezTo>
                <a:cubicBezTo>
                  <a:pt x="51346" y="100001"/>
                  <a:pt x="52698" y="99710"/>
                  <a:pt x="53950" y="99116"/>
                </a:cubicBezTo>
                <a:cubicBezTo>
                  <a:pt x="63590" y="94517"/>
                  <a:pt x="95217" y="75630"/>
                  <a:pt x="97366" y="25258"/>
                </a:cubicBezTo>
                <a:cubicBezTo>
                  <a:pt x="97568" y="20382"/>
                  <a:pt x="93903" y="16149"/>
                  <a:pt x="89013" y="1564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6" name="Чёрный — SVG 19">
            <a:extLst>
              <a:ext uri="{FF2B5EF4-FFF2-40B4-BE49-F238E27FC236}">
                <a16:creationId xmlns:a16="http://schemas.microsoft.com/office/drawing/2014/main" id="{D18B7E6C-4397-0F49-A552-D4B487D95C6B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74434 w 149020"/>
              <a:gd name="csY0" fmla="*/ 1 h 145378"/>
              <a:gd name="csX1" fmla="*/ 70691 w 149020"/>
              <a:gd name="csY1" fmla="*/ 1617 h 145378"/>
              <a:gd name="csX2" fmla="*/ 69193 w 149020"/>
              <a:gd name="csY2" fmla="*/ 5394 h 145378"/>
              <a:gd name="csX3" fmla="*/ 69193 w 149020"/>
              <a:gd name="csY3" fmla="*/ 19564 h 145378"/>
              <a:gd name="csX4" fmla="*/ 69568 w 149020"/>
              <a:gd name="csY4" fmla="*/ 21622 h 145378"/>
              <a:gd name="csX5" fmla="*/ 70725 w 149020"/>
              <a:gd name="csY5" fmla="*/ 23375 h 145378"/>
              <a:gd name="csX6" fmla="*/ 72460 w 149020"/>
              <a:gd name="csY6" fmla="*/ 24548 h 145378"/>
              <a:gd name="csX7" fmla="*/ 74502 w 149020"/>
              <a:gd name="csY7" fmla="*/ 24957 h 145378"/>
              <a:gd name="csX8" fmla="*/ 76560 w 149020"/>
              <a:gd name="csY8" fmla="*/ 24548 h 145378"/>
              <a:gd name="csX9" fmla="*/ 78296 w 149020"/>
              <a:gd name="csY9" fmla="*/ 23375 h 145378"/>
              <a:gd name="csX10" fmla="*/ 79436 w 149020"/>
              <a:gd name="csY10" fmla="*/ 21622 h 145378"/>
              <a:gd name="csX11" fmla="*/ 79827 w 149020"/>
              <a:gd name="csY11" fmla="*/ 19564 h 145378"/>
              <a:gd name="csX12" fmla="*/ 79827 w 149020"/>
              <a:gd name="csY12" fmla="*/ 5394 h 145378"/>
              <a:gd name="csX13" fmla="*/ 79436 w 149020"/>
              <a:gd name="csY13" fmla="*/ 3319 h 145378"/>
              <a:gd name="csX14" fmla="*/ 78262 w 149020"/>
              <a:gd name="csY14" fmla="*/ 1549 h 145378"/>
              <a:gd name="csX15" fmla="*/ 76509 w 149020"/>
              <a:gd name="csY15" fmla="*/ 393 h 145378"/>
              <a:gd name="csX16" fmla="*/ 74434 w 149020"/>
              <a:gd name="csY16" fmla="*/ 1 h 145378"/>
              <a:gd name="csX17" fmla="*/ 23053 w 149020"/>
              <a:gd name="csY17" fmla="*/ 21282 h 145378"/>
              <a:gd name="csX18" fmla="*/ 20093 w 149020"/>
              <a:gd name="csY18" fmla="*/ 22201 h 145378"/>
              <a:gd name="csX19" fmla="*/ 18136 w 149020"/>
              <a:gd name="csY19" fmla="*/ 24599 h 145378"/>
              <a:gd name="csX20" fmla="*/ 17864 w 149020"/>
              <a:gd name="csY20" fmla="*/ 27696 h 145378"/>
              <a:gd name="csX21" fmla="*/ 19361 w 149020"/>
              <a:gd name="csY21" fmla="*/ 30417 h 145378"/>
              <a:gd name="csX22" fmla="*/ 26439 w 149020"/>
              <a:gd name="csY22" fmla="*/ 37511 h 145378"/>
              <a:gd name="csX23" fmla="*/ 28174 w 149020"/>
              <a:gd name="csY23" fmla="*/ 38702 h 145378"/>
              <a:gd name="csX24" fmla="*/ 30233 w 149020"/>
              <a:gd name="csY24" fmla="*/ 39144 h 145378"/>
              <a:gd name="csX25" fmla="*/ 32291 w 149020"/>
              <a:gd name="csY25" fmla="*/ 38753 h 145378"/>
              <a:gd name="csX26" fmla="*/ 34044 w 149020"/>
              <a:gd name="csY26" fmla="*/ 37579 h 145378"/>
              <a:gd name="csX27" fmla="*/ 35201 w 149020"/>
              <a:gd name="csY27" fmla="*/ 35827 h 145378"/>
              <a:gd name="csX28" fmla="*/ 35592 w 149020"/>
              <a:gd name="csY28" fmla="*/ 33769 h 145378"/>
              <a:gd name="csX29" fmla="*/ 35167 w 149020"/>
              <a:gd name="csY29" fmla="*/ 31710 h 145378"/>
              <a:gd name="csX30" fmla="*/ 33959 w 149020"/>
              <a:gd name="csY30" fmla="*/ 29992 h 145378"/>
              <a:gd name="csX31" fmla="*/ 26881 w 149020"/>
              <a:gd name="csY31" fmla="*/ 22898 h 145378"/>
              <a:gd name="csX32" fmla="*/ 25129 w 149020"/>
              <a:gd name="csY32" fmla="*/ 21708 h 145378"/>
              <a:gd name="csX33" fmla="*/ 23053 w 149020"/>
              <a:gd name="csY33" fmla="*/ 21282 h 145378"/>
              <a:gd name="csX34" fmla="*/ 129353 w 149020"/>
              <a:gd name="csY34" fmla="*/ 21299 h 145378"/>
              <a:gd name="csX35" fmla="*/ 125695 w 149020"/>
              <a:gd name="csY35" fmla="*/ 22898 h 145378"/>
              <a:gd name="csX36" fmla="*/ 118600 w 149020"/>
              <a:gd name="csY36" fmla="*/ 29992 h 145378"/>
              <a:gd name="csX37" fmla="*/ 117410 w 149020"/>
              <a:gd name="csY37" fmla="*/ 31710 h 145378"/>
              <a:gd name="csX38" fmla="*/ 116967 w 149020"/>
              <a:gd name="csY38" fmla="*/ 33769 h 145378"/>
              <a:gd name="csX39" fmla="*/ 117358 w 149020"/>
              <a:gd name="csY39" fmla="*/ 35827 h 145378"/>
              <a:gd name="csX40" fmla="*/ 118515 w 149020"/>
              <a:gd name="csY40" fmla="*/ 37579 h 145378"/>
              <a:gd name="csX41" fmla="*/ 120268 w 149020"/>
              <a:gd name="csY41" fmla="*/ 38753 h 145378"/>
              <a:gd name="csX42" fmla="*/ 122343 w 149020"/>
              <a:gd name="csY42" fmla="*/ 39144 h 145378"/>
              <a:gd name="csX43" fmla="*/ 124385 w 149020"/>
              <a:gd name="csY43" fmla="*/ 38702 h 145378"/>
              <a:gd name="csX44" fmla="*/ 126120 w 149020"/>
              <a:gd name="csY44" fmla="*/ 37511 h 145378"/>
              <a:gd name="csX45" fmla="*/ 133215 w 149020"/>
              <a:gd name="csY45" fmla="*/ 30417 h 145378"/>
              <a:gd name="csX46" fmla="*/ 134712 w 149020"/>
              <a:gd name="csY46" fmla="*/ 27661 h 145378"/>
              <a:gd name="csX47" fmla="*/ 134389 w 149020"/>
              <a:gd name="csY47" fmla="*/ 24531 h 145378"/>
              <a:gd name="csX48" fmla="*/ 132364 w 149020"/>
              <a:gd name="csY48" fmla="*/ 22133 h 145378"/>
              <a:gd name="csX49" fmla="*/ 129353 w 149020"/>
              <a:gd name="csY49" fmla="*/ 21299 h 145378"/>
              <a:gd name="csX50" fmla="*/ 66641 w 149020"/>
              <a:gd name="csY50" fmla="*/ 31982 h 145378"/>
              <a:gd name="csX51" fmla="*/ 29552 w 149020"/>
              <a:gd name="csY51" fmla="*/ 66107 h 145378"/>
              <a:gd name="csX52" fmla="*/ 25316 w 149020"/>
              <a:gd name="csY52" fmla="*/ 117038 h 145378"/>
              <a:gd name="csX53" fmla="*/ 23121 w 149020"/>
              <a:gd name="csY53" fmla="*/ 117038 h 145378"/>
              <a:gd name="csX54" fmla="*/ 14257 w 149020"/>
              <a:gd name="csY54" fmla="*/ 125884 h 145378"/>
              <a:gd name="csX55" fmla="*/ 14257 w 149020"/>
              <a:gd name="csY55" fmla="*/ 136516 h 145378"/>
              <a:gd name="csX56" fmla="*/ 23121 w 149020"/>
              <a:gd name="csY56" fmla="*/ 145378 h 145378"/>
              <a:gd name="csX57" fmla="*/ 125899 w 149020"/>
              <a:gd name="csY57" fmla="*/ 145378 h 145378"/>
              <a:gd name="csX58" fmla="*/ 134763 w 149020"/>
              <a:gd name="csY58" fmla="*/ 136516 h 145378"/>
              <a:gd name="csX59" fmla="*/ 134763 w 149020"/>
              <a:gd name="csY59" fmla="*/ 125884 h 145378"/>
              <a:gd name="csX60" fmla="*/ 125899 w 149020"/>
              <a:gd name="csY60" fmla="*/ 117038 h 145378"/>
              <a:gd name="csX61" fmla="*/ 123704 w 149020"/>
              <a:gd name="csY61" fmla="*/ 117038 h 145378"/>
              <a:gd name="csX62" fmla="*/ 119451 w 149020"/>
              <a:gd name="csY62" fmla="*/ 66107 h 145378"/>
              <a:gd name="csX63" fmla="*/ 82379 w 149020"/>
              <a:gd name="csY63" fmla="*/ 31982 h 145378"/>
              <a:gd name="csX64" fmla="*/ 66641 w 149020"/>
              <a:gd name="csY64" fmla="*/ 31982 h 145378"/>
              <a:gd name="csX65" fmla="*/ 65382 w 149020"/>
              <a:gd name="csY65" fmla="*/ 44418 h 145378"/>
              <a:gd name="csX66" fmla="*/ 70963 w 149020"/>
              <a:gd name="csY66" fmla="*/ 49453 h 145378"/>
              <a:gd name="csX67" fmla="*/ 65927 w 149020"/>
              <a:gd name="csY67" fmla="*/ 55033 h 145378"/>
              <a:gd name="csX68" fmla="*/ 52521 w 149020"/>
              <a:gd name="csY68" fmla="*/ 68012 h 145378"/>
              <a:gd name="csX69" fmla="*/ 48999 w 149020"/>
              <a:gd name="csY69" fmla="*/ 112087 h 145378"/>
              <a:gd name="csX70" fmla="*/ 43690 w 149020"/>
              <a:gd name="csY70" fmla="*/ 116970 h 145378"/>
              <a:gd name="csX71" fmla="*/ 43265 w 149020"/>
              <a:gd name="csY71" fmla="*/ 116953 h 145378"/>
              <a:gd name="csX72" fmla="*/ 38399 w 149020"/>
              <a:gd name="csY72" fmla="*/ 111237 h 145378"/>
              <a:gd name="csX73" fmla="*/ 41921 w 149020"/>
              <a:gd name="csY73" fmla="*/ 67144 h 145378"/>
              <a:gd name="csX74" fmla="*/ 65382 w 149020"/>
              <a:gd name="csY74" fmla="*/ 44418 h 145378"/>
              <a:gd name="csX75" fmla="*/ 5393 w 149020"/>
              <a:gd name="csY75" fmla="*/ 70955 h 145378"/>
              <a:gd name="csX76" fmla="*/ 3335 w 149020"/>
              <a:gd name="csY76" fmla="*/ 71346 h 145378"/>
              <a:gd name="csX77" fmla="*/ 1582 w 149020"/>
              <a:gd name="csY77" fmla="*/ 72486 h 145378"/>
              <a:gd name="csX78" fmla="*/ 408 w 149020"/>
              <a:gd name="csY78" fmla="*/ 74221 h 145378"/>
              <a:gd name="csX79" fmla="*/ 0 w 149020"/>
              <a:gd name="csY79" fmla="*/ 76279 h 145378"/>
              <a:gd name="csX80" fmla="*/ 408 w 149020"/>
              <a:gd name="csY80" fmla="*/ 78321 h 145378"/>
              <a:gd name="csX81" fmla="*/ 1582 w 149020"/>
              <a:gd name="csY81" fmla="*/ 80056 h 145378"/>
              <a:gd name="csX82" fmla="*/ 3335 w 149020"/>
              <a:gd name="csY82" fmla="*/ 81212 h 145378"/>
              <a:gd name="csX83" fmla="*/ 5393 w 149020"/>
              <a:gd name="csY83" fmla="*/ 81587 h 145378"/>
              <a:gd name="csX84" fmla="*/ 16026 w 149020"/>
              <a:gd name="csY84" fmla="*/ 81587 h 145378"/>
              <a:gd name="csX85" fmla="*/ 18085 w 149020"/>
              <a:gd name="csY85" fmla="*/ 81212 h 145378"/>
              <a:gd name="csX86" fmla="*/ 19837 w 149020"/>
              <a:gd name="csY86" fmla="*/ 80056 h 145378"/>
              <a:gd name="csX87" fmla="*/ 21012 w 149020"/>
              <a:gd name="csY87" fmla="*/ 78321 h 145378"/>
              <a:gd name="csX88" fmla="*/ 21420 w 149020"/>
              <a:gd name="csY88" fmla="*/ 76279 h 145378"/>
              <a:gd name="csX89" fmla="*/ 21012 w 149020"/>
              <a:gd name="csY89" fmla="*/ 74221 h 145378"/>
              <a:gd name="csX90" fmla="*/ 19837 w 149020"/>
              <a:gd name="csY90" fmla="*/ 72486 h 145378"/>
              <a:gd name="csX91" fmla="*/ 18085 w 149020"/>
              <a:gd name="csY91" fmla="*/ 71346 h 145378"/>
              <a:gd name="csX92" fmla="*/ 16026 w 149020"/>
              <a:gd name="csY92" fmla="*/ 70955 h 145378"/>
              <a:gd name="csX93" fmla="*/ 5393 w 149020"/>
              <a:gd name="csY93" fmla="*/ 70955 h 145378"/>
              <a:gd name="csX94" fmla="*/ 132994 w 149020"/>
              <a:gd name="csY94" fmla="*/ 70955 h 145378"/>
              <a:gd name="csX95" fmla="*/ 130935 w 149020"/>
              <a:gd name="csY95" fmla="*/ 71346 h 145378"/>
              <a:gd name="csX96" fmla="*/ 129183 w 149020"/>
              <a:gd name="csY96" fmla="*/ 72486 h 145378"/>
              <a:gd name="csX97" fmla="*/ 128009 w 149020"/>
              <a:gd name="csY97" fmla="*/ 74221 h 145378"/>
              <a:gd name="csX98" fmla="*/ 127601 w 149020"/>
              <a:gd name="csY98" fmla="*/ 76279 h 145378"/>
              <a:gd name="csX99" fmla="*/ 128009 w 149020"/>
              <a:gd name="csY99" fmla="*/ 78321 h 145378"/>
              <a:gd name="csX100" fmla="*/ 129183 w 149020"/>
              <a:gd name="csY100" fmla="*/ 80056 h 145378"/>
              <a:gd name="csX101" fmla="*/ 130935 w 149020"/>
              <a:gd name="csY101" fmla="*/ 81212 h 145378"/>
              <a:gd name="csX102" fmla="*/ 132994 w 149020"/>
              <a:gd name="csY102" fmla="*/ 81587 h 145378"/>
              <a:gd name="csX103" fmla="*/ 143627 w 149020"/>
              <a:gd name="csY103" fmla="*/ 81587 h 145378"/>
              <a:gd name="csX104" fmla="*/ 145686 w 149020"/>
              <a:gd name="csY104" fmla="*/ 81212 h 145378"/>
              <a:gd name="csX105" fmla="*/ 147438 w 149020"/>
              <a:gd name="csY105" fmla="*/ 80056 h 145378"/>
              <a:gd name="csX106" fmla="*/ 148612 w 149020"/>
              <a:gd name="csY106" fmla="*/ 78321 h 145378"/>
              <a:gd name="csX107" fmla="*/ 149021 w 149020"/>
              <a:gd name="csY107" fmla="*/ 76279 h 145378"/>
              <a:gd name="csX108" fmla="*/ 148612 w 149020"/>
              <a:gd name="csY108" fmla="*/ 74221 h 145378"/>
              <a:gd name="csX109" fmla="*/ 147438 w 149020"/>
              <a:gd name="csY109" fmla="*/ 72486 h 145378"/>
              <a:gd name="csX110" fmla="*/ 145686 w 149020"/>
              <a:gd name="csY110" fmla="*/ 71346 h 145378"/>
              <a:gd name="csX111" fmla="*/ 143627 w 149020"/>
              <a:gd name="csY111" fmla="*/ 70955 h 145378"/>
              <a:gd name="csX112" fmla="*/ 132994 w 149020"/>
              <a:gd name="csY112" fmla="*/ 70955 h 145378"/>
            </a:gdLst>
            <a:ahLst/>
            <a:cxnLst/>
            <a:rect l="l" t="t" r="r" b="b"/>
            <a:pathLst>
              <a:path w="100000" h="100000">
                <a:moveTo>
                  <a:pt x="49949" y="1223"/>
                </a:moveTo>
                <a:cubicBezTo>
                  <a:pt x="49001" y="1234"/>
                  <a:pt x="48099" y="1623"/>
                  <a:pt x="47437" y="2307"/>
                </a:cubicBezTo>
                <a:cubicBezTo>
                  <a:pt x="46775" y="2981"/>
                  <a:pt x="46421" y="3894"/>
                  <a:pt x="46432" y="4842"/>
                </a:cubicBezTo>
                <a:lnTo>
                  <a:pt x="46432" y="14350"/>
                </a:lnTo>
                <a:cubicBezTo>
                  <a:pt x="46421" y="14830"/>
                  <a:pt x="46513" y="15298"/>
                  <a:pt x="46684" y="15731"/>
                </a:cubicBezTo>
                <a:cubicBezTo>
                  <a:pt x="46866" y="16177"/>
                  <a:pt x="47129" y="16576"/>
                  <a:pt x="47460" y="16908"/>
                </a:cubicBezTo>
                <a:cubicBezTo>
                  <a:pt x="47791" y="17250"/>
                  <a:pt x="48191" y="17512"/>
                  <a:pt x="48624" y="17695"/>
                </a:cubicBezTo>
                <a:cubicBezTo>
                  <a:pt x="49059" y="17878"/>
                  <a:pt x="49526" y="17969"/>
                  <a:pt x="49995" y="17969"/>
                </a:cubicBezTo>
                <a:cubicBezTo>
                  <a:pt x="50474" y="17969"/>
                  <a:pt x="50942" y="17878"/>
                  <a:pt x="51376" y="17695"/>
                </a:cubicBezTo>
                <a:cubicBezTo>
                  <a:pt x="51810" y="17512"/>
                  <a:pt x="52209" y="17250"/>
                  <a:pt x="52541" y="16908"/>
                </a:cubicBezTo>
                <a:cubicBezTo>
                  <a:pt x="52871" y="16576"/>
                  <a:pt x="53134" y="16177"/>
                  <a:pt x="53306" y="15731"/>
                </a:cubicBezTo>
                <a:cubicBezTo>
                  <a:pt x="53488" y="15298"/>
                  <a:pt x="53579" y="14830"/>
                  <a:pt x="53568" y="14350"/>
                </a:cubicBezTo>
                <a:lnTo>
                  <a:pt x="53568" y="4842"/>
                </a:lnTo>
                <a:cubicBezTo>
                  <a:pt x="53579" y="4362"/>
                  <a:pt x="53488" y="3894"/>
                  <a:pt x="53306" y="3449"/>
                </a:cubicBezTo>
                <a:cubicBezTo>
                  <a:pt x="53122" y="3004"/>
                  <a:pt x="52860" y="2604"/>
                  <a:pt x="52518" y="2261"/>
                </a:cubicBezTo>
                <a:cubicBezTo>
                  <a:pt x="52186" y="1931"/>
                  <a:pt x="51776" y="1668"/>
                  <a:pt x="51341" y="1486"/>
                </a:cubicBezTo>
                <a:cubicBezTo>
                  <a:pt x="50897" y="1303"/>
                  <a:pt x="50417" y="1211"/>
                  <a:pt x="49949" y="1223"/>
                </a:cubicBezTo>
                <a:close/>
                <a:moveTo>
                  <a:pt x="15470" y="15503"/>
                </a:moveTo>
                <a:cubicBezTo>
                  <a:pt x="14762" y="15503"/>
                  <a:pt x="14066" y="15720"/>
                  <a:pt x="13483" y="16120"/>
                </a:cubicBezTo>
                <a:cubicBezTo>
                  <a:pt x="12890" y="16508"/>
                  <a:pt x="12433" y="17079"/>
                  <a:pt x="12170" y="17729"/>
                </a:cubicBezTo>
                <a:cubicBezTo>
                  <a:pt x="11896" y="18391"/>
                  <a:pt x="11839" y="19111"/>
                  <a:pt x="11988" y="19807"/>
                </a:cubicBezTo>
                <a:cubicBezTo>
                  <a:pt x="12125" y="20503"/>
                  <a:pt x="12479" y="21143"/>
                  <a:pt x="12992" y="21633"/>
                </a:cubicBezTo>
                <a:lnTo>
                  <a:pt x="17742" y="26394"/>
                </a:lnTo>
                <a:cubicBezTo>
                  <a:pt x="18073" y="26736"/>
                  <a:pt x="18473" y="27010"/>
                  <a:pt x="18906" y="27193"/>
                </a:cubicBezTo>
                <a:cubicBezTo>
                  <a:pt x="19340" y="27387"/>
                  <a:pt x="19808" y="27478"/>
                  <a:pt x="20288" y="27490"/>
                </a:cubicBezTo>
                <a:cubicBezTo>
                  <a:pt x="20756" y="27490"/>
                  <a:pt x="21224" y="27398"/>
                  <a:pt x="21669" y="27227"/>
                </a:cubicBezTo>
                <a:cubicBezTo>
                  <a:pt x="22103" y="27045"/>
                  <a:pt x="22502" y="26782"/>
                  <a:pt x="22845" y="26439"/>
                </a:cubicBezTo>
                <a:cubicBezTo>
                  <a:pt x="23176" y="26109"/>
                  <a:pt x="23439" y="25709"/>
                  <a:pt x="23622" y="25264"/>
                </a:cubicBezTo>
                <a:cubicBezTo>
                  <a:pt x="23804" y="24830"/>
                  <a:pt x="23895" y="24362"/>
                  <a:pt x="23884" y="23883"/>
                </a:cubicBezTo>
                <a:cubicBezTo>
                  <a:pt x="23884" y="23403"/>
                  <a:pt x="23781" y="22935"/>
                  <a:pt x="23599" y="22501"/>
                </a:cubicBezTo>
                <a:cubicBezTo>
                  <a:pt x="23404" y="22068"/>
                  <a:pt x="23130" y="21679"/>
                  <a:pt x="22788" y="21348"/>
                </a:cubicBezTo>
                <a:lnTo>
                  <a:pt x="18039" y="16588"/>
                </a:lnTo>
                <a:cubicBezTo>
                  <a:pt x="17696" y="16245"/>
                  <a:pt x="17308" y="15972"/>
                  <a:pt x="16863" y="15789"/>
                </a:cubicBezTo>
                <a:cubicBezTo>
                  <a:pt x="16429" y="15607"/>
                  <a:pt x="15950" y="15503"/>
                  <a:pt x="15470" y="15503"/>
                </a:cubicBezTo>
                <a:close/>
                <a:moveTo>
                  <a:pt x="86802" y="15515"/>
                </a:moveTo>
                <a:cubicBezTo>
                  <a:pt x="85866" y="15538"/>
                  <a:pt x="84987" y="15926"/>
                  <a:pt x="84348" y="16588"/>
                </a:cubicBezTo>
                <a:lnTo>
                  <a:pt x="79587" y="21348"/>
                </a:lnTo>
                <a:cubicBezTo>
                  <a:pt x="79244" y="21679"/>
                  <a:pt x="78971" y="22068"/>
                  <a:pt x="78788" y="22501"/>
                </a:cubicBezTo>
                <a:cubicBezTo>
                  <a:pt x="78593" y="22935"/>
                  <a:pt x="78491" y="23403"/>
                  <a:pt x="78491" y="23883"/>
                </a:cubicBezTo>
                <a:cubicBezTo>
                  <a:pt x="78491" y="24362"/>
                  <a:pt x="78571" y="24830"/>
                  <a:pt x="78753" y="25264"/>
                </a:cubicBezTo>
                <a:cubicBezTo>
                  <a:pt x="78936" y="25709"/>
                  <a:pt x="79199" y="26109"/>
                  <a:pt x="79530" y="26439"/>
                </a:cubicBezTo>
                <a:cubicBezTo>
                  <a:pt x="79873" y="26782"/>
                  <a:pt x="80272" y="27045"/>
                  <a:pt x="80706" y="27227"/>
                </a:cubicBezTo>
                <a:cubicBezTo>
                  <a:pt x="81151" y="27398"/>
                  <a:pt x="81619" y="27490"/>
                  <a:pt x="82098" y="27490"/>
                </a:cubicBezTo>
                <a:cubicBezTo>
                  <a:pt x="82567" y="27478"/>
                  <a:pt x="83034" y="27387"/>
                  <a:pt x="83469" y="27193"/>
                </a:cubicBezTo>
                <a:cubicBezTo>
                  <a:pt x="83914" y="27010"/>
                  <a:pt x="84302" y="26736"/>
                  <a:pt x="84633" y="26394"/>
                </a:cubicBezTo>
                <a:lnTo>
                  <a:pt x="89394" y="21633"/>
                </a:lnTo>
                <a:cubicBezTo>
                  <a:pt x="89908" y="21131"/>
                  <a:pt x="90250" y="20492"/>
                  <a:pt x="90399" y="19784"/>
                </a:cubicBezTo>
                <a:cubicBezTo>
                  <a:pt x="90535" y="19077"/>
                  <a:pt x="90467" y="18346"/>
                  <a:pt x="90182" y="17684"/>
                </a:cubicBezTo>
                <a:cubicBezTo>
                  <a:pt x="89908" y="17022"/>
                  <a:pt x="89428" y="16462"/>
                  <a:pt x="88823" y="16074"/>
                </a:cubicBezTo>
                <a:cubicBezTo>
                  <a:pt x="88218" y="15686"/>
                  <a:pt x="87510" y="15492"/>
                  <a:pt x="86802" y="15515"/>
                </a:cubicBezTo>
                <a:close/>
                <a:moveTo>
                  <a:pt x="44720" y="22684"/>
                </a:moveTo>
                <a:cubicBezTo>
                  <a:pt x="31841" y="22684"/>
                  <a:pt x="20905" y="32741"/>
                  <a:pt x="19831" y="45583"/>
                </a:cubicBezTo>
                <a:lnTo>
                  <a:pt x="16988" y="79760"/>
                </a:lnTo>
                <a:lnTo>
                  <a:pt x="15515" y="79760"/>
                </a:lnTo>
                <a:cubicBezTo>
                  <a:pt x="12239" y="79760"/>
                  <a:pt x="9567" y="82420"/>
                  <a:pt x="9567" y="85697"/>
                </a:cubicBezTo>
                <a:lnTo>
                  <a:pt x="9567" y="92831"/>
                </a:lnTo>
                <a:cubicBezTo>
                  <a:pt x="9567" y="96107"/>
                  <a:pt x="12239" y="98778"/>
                  <a:pt x="15515" y="98778"/>
                </a:cubicBezTo>
                <a:lnTo>
                  <a:pt x="84485" y="98778"/>
                </a:lnTo>
                <a:cubicBezTo>
                  <a:pt x="87761" y="98778"/>
                  <a:pt x="90433" y="96107"/>
                  <a:pt x="90433" y="92831"/>
                </a:cubicBezTo>
                <a:lnTo>
                  <a:pt x="90433" y="85697"/>
                </a:lnTo>
                <a:cubicBezTo>
                  <a:pt x="90433" y="82420"/>
                  <a:pt x="87761" y="79760"/>
                  <a:pt x="84485" y="79760"/>
                </a:cubicBezTo>
                <a:lnTo>
                  <a:pt x="83012" y="79760"/>
                </a:lnTo>
                <a:lnTo>
                  <a:pt x="80158" y="45583"/>
                </a:lnTo>
                <a:cubicBezTo>
                  <a:pt x="79096" y="32741"/>
                  <a:pt x="68159" y="22684"/>
                  <a:pt x="55280" y="22684"/>
                </a:cubicBezTo>
                <a:lnTo>
                  <a:pt x="44720" y="22684"/>
                </a:lnTo>
                <a:close/>
                <a:moveTo>
                  <a:pt x="43875" y="31029"/>
                </a:moveTo>
                <a:cubicBezTo>
                  <a:pt x="45759" y="30903"/>
                  <a:pt x="47517" y="32433"/>
                  <a:pt x="47620" y="34407"/>
                </a:cubicBezTo>
                <a:cubicBezTo>
                  <a:pt x="47722" y="36371"/>
                  <a:pt x="46204" y="38049"/>
                  <a:pt x="44240" y="38152"/>
                </a:cubicBezTo>
                <a:cubicBezTo>
                  <a:pt x="39503" y="38391"/>
                  <a:pt x="35644" y="42135"/>
                  <a:pt x="35244" y="46861"/>
                </a:cubicBezTo>
                <a:lnTo>
                  <a:pt x="32881" y="76438"/>
                </a:lnTo>
                <a:cubicBezTo>
                  <a:pt x="32720" y="78299"/>
                  <a:pt x="31168" y="79715"/>
                  <a:pt x="29318" y="79715"/>
                </a:cubicBezTo>
                <a:cubicBezTo>
                  <a:pt x="29227" y="79715"/>
                  <a:pt x="29124" y="79715"/>
                  <a:pt x="29033" y="79703"/>
                </a:cubicBezTo>
                <a:cubicBezTo>
                  <a:pt x="27070" y="79544"/>
                  <a:pt x="25608" y="77831"/>
                  <a:pt x="25768" y="75868"/>
                </a:cubicBezTo>
                <a:lnTo>
                  <a:pt x="28131" y="46279"/>
                </a:lnTo>
                <a:cubicBezTo>
                  <a:pt x="28828" y="38003"/>
                  <a:pt x="35586" y="31451"/>
                  <a:pt x="43875" y="31029"/>
                </a:cubicBezTo>
                <a:close/>
                <a:moveTo>
                  <a:pt x="3619" y="48836"/>
                </a:moveTo>
                <a:cubicBezTo>
                  <a:pt x="3151" y="48836"/>
                  <a:pt x="2671" y="48916"/>
                  <a:pt x="2238" y="49099"/>
                </a:cubicBezTo>
                <a:cubicBezTo>
                  <a:pt x="1804" y="49270"/>
                  <a:pt x="1405" y="49533"/>
                  <a:pt x="1062" y="49864"/>
                </a:cubicBezTo>
                <a:cubicBezTo>
                  <a:pt x="731" y="50195"/>
                  <a:pt x="456" y="50594"/>
                  <a:pt x="274" y="51028"/>
                </a:cubicBezTo>
                <a:cubicBezTo>
                  <a:pt x="91" y="51462"/>
                  <a:pt x="0" y="51930"/>
                  <a:pt x="0" y="52409"/>
                </a:cubicBezTo>
                <a:cubicBezTo>
                  <a:pt x="0" y="52877"/>
                  <a:pt x="91" y="53345"/>
                  <a:pt x="274" y="53779"/>
                </a:cubicBezTo>
                <a:cubicBezTo>
                  <a:pt x="456" y="54224"/>
                  <a:pt x="731" y="54612"/>
                  <a:pt x="1062" y="54944"/>
                </a:cubicBezTo>
                <a:cubicBezTo>
                  <a:pt x="1405" y="55274"/>
                  <a:pt x="1804" y="55537"/>
                  <a:pt x="2238" y="55719"/>
                </a:cubicBezTo>
                <a:cubicBezTo>
                  <a:pt x="2671" y="55890"/>
                  <a:pt x="3151" y="55982"/>
                  <a:pt x="3619" y="55971"/>
                </a:cubicBezTo>
                <a:lnTo>
                  <a:pt x="10754" y="55971"/>
                </a:lnTo>
                <a:cubicBezTo>
                  <a:pt x="11223" y="55982"/>
                  <a:pt x="11691" y="55890"/>
                  <a:pt x="12136" y="55719"/>
                </a:cubicBezTo>
                <a:cubicBezTo>
                  <a:pt x="12570" y="55537"/>
                  <a:pt x="12969" y="55274"/>
                  <a:pt x="13312" y="54944"/>
                </a:cubicBezTo>
                <a:cubicBezTo>
                  <a:pt x="13643" y="54612"/>
                  <a:pt x="13917" y="54224"/>
                  <a:pt x="14100" y="53779"/>
                </a:cubicBezTo>
                <a:cubicBezTo>
                  <a:pt x="14283" y="53345"/>
                  <a:pt x="14374" y="52877"/>
                  <a:pt x="14374" y="52409"/>
                </a:cubicBezTo>
                <a:cubicBezTo>
                  <a:pt x="14374" y="51930"/>
                  <a:pt x="14283" y="51462"/>
                  <a:pt x="14100" y="51028"/>
                </a:cubicBezTo>
                <a:cubicBezTo>
                  <a:pt x="13917" y="50594"/>
                  <a:pt x="13643" y="50195"/>
                  <a:pt x="13312" y="49864"/>
                </a:cubicBezTo>
                <a:cubicBezTo>
                  <a:pt x="12969" y="49533"/>
                  <a:pt x="12570" y="49270"/>
                  <a:pt x="12136" y="49099"/>
                </a:cubicBezTo>
                <a:cubicBezTo>
                  <a:pt x="11691" y="48916"/>
                  <a:pt x="11223" y="48836"/>
                  <a:pt x="10754" y="48836"/>
                </a:cubicBezTo>
                <a:lnTo>
                  <a:pt x="3619" y="48836"/>
                </a:lnTo>
                <a:close/>
                <a:moveTo>
                  <a:pt x="89246" y="48836"/>
                </a:moveTo>
                <a:cubicBezTo>
                  <a:pt x="88777" y="48836"/>
                  <a:pt x="88298" y="48916"/>
                  <a:pt x="87864" y="49099"/>
                </a:cubicBezTo>
                <a:cubicBezTo>
                  <a:pt x="87431" y="49270"/>
                  <a:pt x="87031" y="49533"/>
                  <a:pt x="86688" y="49864"/>
                </a:cubicBezTo>
                <a:cubicBezTo>
                  <a:pt x="86357" y="50195"/>
                  <a:pt x="86083" y="50594"/>
                  <a:pt x="85901" y="51028"/>
                </a:cubicBezTo>
                <a:cubicBezTo>
                  <a:pt x="85718" y="51462"/>
                  <a:pt x="85627" y="51930"/>
                  <a:pt x="85627" y="52409"/>
                </a:cubicBezTo>
                <a:cubicBezTo>
                  <a:pt x="85627" y="52877"/>
                  <a:pt x="85718" y="53345"/>
                  <a:pt x="85901" y="53779"/>
                </a:cubicBezTo>
                <a:cubicBezTo>
                  <a:pt x="86083" y="54224"/>
                  <a:pt x="86357" y="54612"/>
                  <a:pt x="86688" y="54944"/>
                </a:cubicBezTo>
                <a:cubicBezTo>
                  <a:pt x="87031" y="55274"/>
                  <a:pt x="87431" y="55537"/>
                  <a:pt x="87864" y="55719"/>
                </a:cubicBezTo>
                <a:cubicBezTo>
                  <a:pt x="88298" y="55890"/>
                  <a:pt x="88777" y="55982"/>
                  <a:pt x="89246" y="55971"/>
                </a:cubicBezTo>
                <a:lnTo>
                  <a:pt x="96381" y="55971"/>
                </a:lnTo>
                <a:cubicBezTo>
                  <a:pt x="96849" y="55982"/>
                  <a:pt x="97317" y="55890"/>
                  <a:pt x="97763" y="55719"/>
                </a:cubicBezTo>
                <a:cubicBezTo>
                  <a:pt x="98196" y="55537"/>
                  <a:pt x="98596" y="55274"/>
                  <a:pt x="98938" y="54944"/>
                </a:cubicBezTo>
                <a:cubicBezTo>
                  <a:pt x="99270" y="54612"/>
                  <a:pt x="99544" y="54224"/>
                  <a:pt x="99726" y="53779"/>
                </a:cubicBezTo>
                <a:cubicBezTo>
                  <a:pt x="99909" y="53345"/>
                  <a:pt x="100001" y="52877"/>
                  <a:pt x="100001" y="52409"/>
                </a:cubicBezTo>
                <a:cubicBezTo>
                  <a:pt x="100001" y="51930"/>
                  <a:pt x="99909" y="51462"/>
                  <a:pt x="99726" y="51028"/>
                </a:cubicBezTo>
                <a:cubicBezTo>
                  <a:pt x="99544" y="50594"/>
                  <a:pt x="99270" y="50195"/>
                  <a:pt x="98938" y="49864"/>
                </a:cubicBezTo>
                <a:cubicBezTo>
                  <a:pt x="98596" y="49533"/>
                  <a:pt x="98196" y="49270"/>
                  <a:pt x="97763" y="49099"/>
                </a:cubicBezTo>
                <a:cubicBezTo>
                  <a:pt x="97317" y="48916"/>
                  <a:pt x="96849" y="48836"/>
                  <a:pt x="96381" y="48836"/>
                </a:cubicBezTo>
                <a:lnTo>
                  <a:pt x="89246" y="4883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7" name="Чёрный — SVG 20">
            <a:extLst>
              <a:ext uri="{FF2B5EF4-FFF2-40B4-BE49-F238E27FC236}">
                <a16:creationId xmlns:a16="http://schemas.microsoft.com/office/drawing/2014/main" id="{9DB49053-97CF-6B48-9380-88FBA2D33536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70922 w 141775"/>
              <a:gd name="csY0" fmla="*/ 0 h 134672"/>
              <a:gd name="csX1" fmla="*/ 68106 w 141775"/>
              <a:gd name="csY1" fmla="*/ 782 h 134672"/>
              <a:gd name="csX2" fmla="*/ 66132 w 141775"/>
              <a:gd name="csY2" fmla="*/ 2943 h 134672"/>
              <a:gd name="csX3" fmla="*/ 47869 w 141775"/>
              <a:gd name="csY3" fmla="*/ 39466 h 134672"/>
              <a:gd name="csX4" fmla="*/ 4505 w 141775"/>
              <a:gd name="csY4" fmla="*/ 46134 h 134672"/>
              <a:gd name="csX5" fmla="*/ 1876 w 141775"/>
              <a:gd name="csY5" fmla="*/ 47342 h 134672"/>
              <a:gd name="csX6" fmla="*/ 264 w 141775"/>
              <a:gd name="csY6" fmla="*/ 49740 h 134672"/>
              <a:gd name="csX7" fmla="*/ 145 w 141775"/>
              <a:gd name="csY7" fmla="*/ 52615 h 134672"/>
              <a:gd name="csX8" fmla="*/ 1556 w 141775"/>
              <a:gd name="csY8" fmla="*/ 55150 h 134672"/>
              <a:gd name="csX9" fmla="*/ 31553 w 141775"/>
              <a:gd name="csY9" fmla="*/ 85141 h 134672"/>
              <a:gd name="csX10" fmla="*/ 24872 w 141775"/>
              <a:gd name="csY10" fmla="*/ 128553 h 134672"/>
              <a:gd name="csX11" fmla="*/ 25226 w 141775"/>
              <a:gd name="csY11" fmla="*/ 131411 h 134672"/>
              <a:gd name="csX12" fmla="*/ 27031 w 141775"/>
              <a:gd name="csY12" fmla="*/ 133673 h 134672"/>
              <a:gd name="csX13" fmla="*/ 29752 w 141775"/>
              <a:gd name="csY13" fmla="*/ 134660 h 134672"/>
              <a:gd name="csX14" fmla="*/ 32584 w 141775"/>
              <a:gd name="csY14" fmla="*/ 134065 h 134672"/>
              <a:gd name="csX15" fmla="*/ 70888 w 141775"/>
              <a:gd name="csY15" fmla="*/ 114094 h 134672"/>
              <a:gd name="csX16" fmla="*/ 109191 w 141775"/>
              <a:gd name="csY16" fmla="*/ 134065 h 134672"/>
              <a:gd name="csX17" fmla="*/ 112023 w 141775"/>
              <a:gd name="csY17" fmla="*/ 134660 h 134672"/>
              <a:gd name="csX18" fmla="*/ 114744 w 141775"/>
              <a:gd name="csY18" fmla="*/ 133673 h 134672"/>
              <a:gd name="csX19" fmla="*/ 116549 w 141775"/>
              <a:gd name="csY19" fmla="*/ 131411 h 134672"/>
              <a:gd name="csX20" fmla="*/ 116903 w 141775"/>
              <a:gd name="csY20" fmla="*/ 128553 h 134672"/>
              <a:gd name="csX21" fmla="*/ 110223 w 141775"/>
              <a:gd name="csY21" fmla="*/ 85141 h 134672"/>
              <a:gd name="csX22" fmla="*/ 140219 w 141775"/>
              <a:gd name="csY22" fmla="*/ 55150 h 134672"/>
              <a:gd name="csX23" fmla="*/ 141630 w 141775"/>
              <a:gd name="csY23" fmla="*/ 52615 h 134672"/>
              <a:gd name="csX24" fmla="*/ 141512 w 141775"/>
              <a:gd name="csY24" fmla="*/ 49740 h 134672"/>
              <a:gd name="csX25" fmla="*/ 139900 w 141775"/>
              <a:gd name="csY25" fmla="*/ 47342 h 134672"/>
              <a:gd name="csX26" fmla="*/ 137270 w 141775"/>
              <a:gd name="csY26" fmla="*/ 46134 h 134672"/>
              <a:gd name="csX27" fmla="*/ 93906 w 141775"/>
              <a:gd name="csY27" fmla="*/ 39466 h 134672"/>
              <a:gd name="csX28" fmla="*/ 75644 w 141775"/>
              <a:gd name="csY28" fmla="*/ 2943 h 134672"/>
              <a:gd name="csX29" fmla="*/ 73699 w 141775"/>
              <a:gd name="csY29" fmla="*/ 799 h 134672"/>
              <a:gd name="csX30" fmla="*/ 70922 w 141775"/>
              <a:gd name="csY30" fmla="*/ 0 h 134672"/>
            </a:gdLst>
            <a:ahLst/>
            <a:cxnLst/>
            <a:rect l="l" t="t" r="r" b="b"/>
            <a:pathLst>
              <a:path w="100000" h="100000">
                <a:moveTo>
                  <a:pt x="50024" y="2505"/>
                </a:moveTo>
                <a:cubicBezTo>
                  <a:pt x="49324" y="2505"/>
                  <a:pt x="48636" y="2697"/>
                  <a:pt x="48038" y="3057"/>
                </a:cubicBezTo>
                <a:cubicBezTo>
                  <a:pt x="47441" y="3429"/>
                  <a:pt x="46959" y="3957"/>
                  <a:pt x="46646" y="4581"/>
                </a:cubicBezTo>
                <a:lnTo>
                  <a:pt x="33764" y="30342"/>
                </a:lnTo>
                <a:lnTo>
                  <a:pt x="3178" y="35045"/>
                </a:lnTo>
                <a:cubicBezTo>
                  <a:pt x="2493" y="35153"/>
                  <a:pt x="1851" y="35441"/>
                  <a:pt x="1323" y="35897"/>
                </a:cubicBezTo>
                <a:cubicBezTo>
                  <a:pt x="795" y="36341"/>
                  <a:pt x="401" y="36929"/>
                  <a:pt x="186" y="37589"/>
                </a:cubicBezTo>
                <a:cubicBezTo>
                  <a:pt x="-30" y="38249"/>
                  <a:pt x="-59" y="38945"/>
                  <a:pt x="102" y="39617"/>
                </a:cubicBezTo>
                <a:cubicBezTo>
                  <a:pt x="264" y="40301"/>
                  <a:pt x="608" y="40913"/>
                  <a:pt x="1098" y="41405"/>
                </a:cubicBezTo>
                <a:lnTo>
                  <a:pt x="22256" y="62559"/>
                </a:lnTo>
                <a:lnTo>
                  <a:pt x="17543" y="93179"/>
                </a:lnTo>
                <a:cubicBezTo>
                  <a:pt x="17438" y="93862"/>
                  <a:pt x="17524" y="94559"/>
                  <a:pt x="17793" y="95195"/>
                </a:cubicBezTo>
                <a:cubicBezTo>
                  <a:pt x="18062" y="95842"/>
                  <a:pt x="18503" y="96395"/>
                  <a:pt x="19066" y="96790"/>
                </a:cubicBezTo>
                <a:cubicBezTo>
                  <a:pt x="19630" y="97199"/>
                  <a:pt x="20294" y="97439"/>
                  <a:pt x="20985" y="97487"/>
                </a:cubicBezTo>
                <a:cubicBezTo>
                  <a:pt x="21677" y="97534"/>
                  <a:pt x="22368" y="97391"/>
                  <a:pt x="22983" y="97067"/>
                </a:cubicBezTo>
                <a:lnTo>
                  <a:pt x="50000" y="82980"/>
                </a:lnTo>
                <a:lnTo>
                  <a:pt x="77017" y="97067"/>
                </a:lnTo>
                <a:cubicBezTo>
                  <a:pt x="77632" y="97391"/>
                  <a:pt x="78323" y="97534"/>
                  <a:pt x="79015" y="97487"/>
                </a:cubicBezTo>
                <a:cubicBezTo>
                  <a:pt x="79707" y="97439"/>
                  <a:pt x="80371" y="97199"/>
                  <a:pt x="80934" y="96790"/>
                </a:cubicBezTo>
                <a:cubicBezTo>
                  <a:pt x="81497" y="96395"/>
                  <a:pt x="81938" y="95842"/>
                  <a:pt x="82207" y="95195"/>
                </a:cubicBezTo>
                <a:cubicBezTo>
                  <a:pt x="82476" y="94559"/>
                  <a:pt x="82563" y="93862"/>
                  <a:pt x="82457" y="93179"/>
                </a:cubicBezTo>
                <a:lnTo>
                  <a:pt x="77745" y="62559"/>
                </a:lnTo>
                <a:lnTo>
                  <a:pt x="98902" y="41405"/>
                </a:lnTo>
                <a:cubicBezTo>
                  <a:pt x="99393" y="40913"/>
                  <a:pt x="99737" y="40301"/>
                  <a:pt x="99898" y="39617"/>
                </a:cubicBezTo>
                <a:cubicBezTo>
                  <a:pt x="100059" y="38945"/>
                  <a:pt x="100030" y="38249"/>
                  <a:pt x="99814" y="37589"/>
                </a:cubicBezTo>
                <a:cubicBezTo>
                  <a:pt x="99599" y="36929"/>
                  <a:pt x="99205" y="36341"/>
                  <a:pt x="98677" y="35897"/>
                </a:cubicBezTo>
                <a:cubicBezTo>
                  <a:pt x="98149" y="35441"/>
                  <a:pt x="97507" y="35153"/>
                  <a:pt x="96822" y="35045"/>
                </a:cubicBezTo>
                <a:lnTo>
                  <a:pt x="66236" y="30342"/>
                </a:lnTo>
                <a:lnTo>
                  <a:pt x="53355" y="4581"/>
                </a:lnTo>
                <a:cubicBezTo>
                  <a:pt x="53045" y="3957"/>
                  <a:pt x="52571" y="3441"/>
                  <a:pt x="51983" y="3069"/>
                </a:cubicBezTo>
                <a:cubicBezTo>
                  <a:pt x="51395" y="2709"/>
                  <a:pt x="50717" y="2505"/>
                  <a:pt x="50024" y="250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8" name="Чёрный — SVG 21">
            <a:extLst>
              <a:ext uri="{FF2B5EF4-FFF2-40B4-BE49-F238E27FC236}">
                <a16:creationId xmlns:a16="http://schemas.microsoft.com/office/drawing/2014/main" id="{76ABEB71-FE29-544A-B3D2-7E1F16865EAC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44303 w 113428"/>
              <a:gd name="csY0" fmla="*/ 0 h 141753"/>
              <a:gd name="csX1" fmla="*/ 28532 w 113428"/>
              <a:gd name="csY1" fmla="*/ 14170 h 141753"/>
              <a:gd name="csX2" fmla="*/ 15942 w 113428"/>
              <a:gd name="csY2" fmla="*/ 14170 h 141753"/>
              <a:gd name="csX3" fmla="*/ 0 w 113428"/>
              <a:gd name="csY3" fmla="*/ 30127 h 141753"/>
              <a:gd name="csX4" fmla="*/ 0 w 113428"/>
              <a:gd name="csY4" fmla="*/ 125814 h 141753"/>
              <a:gd name="csX5" fmla="*/ 15942 w 113428"/>
              <a:gd name="csY5" fmla="*/ 141754 h 141753"/>
              <a:gd name="csX6" fmla="*/ 97470 w 113428"/>
              <a:gd name="csY6" fmla="*/ 141754 h 141753"/>
              <a:gd name="csX7" fmla="*/ 113428 w 113428"/>
              <a:gd name="csY7" fmla="*/ 125814 h 141753"/>
              <a:gd name="csX8" fmla="*/ 113428 w 113428"/>
              <a:gd name="csY8" fmla="*/ 30127 h 141753"/>
              <a:gd name="csX9" fmla="*/ 97470 w 113428"/>
              <a:gd name="csY9" fmla="*/ 14170 h 141753"/>
              <a:gd name="csX10" fmla="*/ 84880 w 113428"/>
              <a:gd name="csY10" fmla="*/ 14170 h 141753"/>
              <a:gd name="csX11" fmla="*/ 69109 w 113428"/>
              <a:gd name="csY11" fmla="*/ 0 h 141753"/>
              <a:gd name="csX12" fmla="*/ 44303 w 113428"/>
              <a:gd name="csY12" fmla="*/ 0 h 141753"/>
              <a:gd name="csX13" fmla="*/ 44303 w 113428"/>
              <a:gd name="csY13" fmla="*/ 10632 h 141753"/>
              <a:gd name="csX14" fmla="*/ 69109 w 113428"/>
              <a:gd name="csY14" fmla="*/ 10632 h 141753"/>
              <a:gd name="csX15" fmla="*/ 74434 w 113428"/>
              <a:gd name="csY15" fmla="*/ 15940 h 141753"/>
              <a:gd name="csX16" fmla="*/ 69109 w 113428"/>
              <a:gd name="csY16" fmla="*/ 21264 h 141753"/>
              <a:gd name="csX17" fmla="*/ 44303 w 113428"/>
              <a:gd name="csY17" fmla="*/ 21264 h 141753"/>
              <a:gd name="csX18" fmla="*/ 38995 w 113428"/>
              <a:gd name="csY18" fmla="*/ 15940 h 141753"/>
              <a:gd name="csX19" fmla="*/ 44303 w 113428"/>
              <a:gd name="csY19" fmla="*/ 10632 h 141753"/>
              <a:gd name="csX20" fmla="*/ 85067 w 113428"/>
              <a:gd name="csY20" fmla="*/ 38989 h 141753"/>
              <a:gd name="csX21" fmla="*/ 92162 w 113428"/>
              <a:gd name="csY21" fmla="*/ 46066 h 141753"/>
              <a:gd name="csX22" fmla="*/ 85067 w 113428"/>
              <a:gd name="csY22" fmla="*/ 53160 h 141753"/>
              <a:gd name="csX23" fmla="*/ 77973 w 113428"/>
              <a:gd name="csY23" fmla="*/ 46066 h 141753"/>
              <a:gd name="csX24" fmla="*/ 85067 w 113428"/>
              <a:gd name="csY24" fmla="*/ 38989 h 141753"/>
              <a:gd name="csX25" fmla="*/ 24380 w 113428"/>
              <a:gd name="csY25" fmla="*/ 45641 h 141753"/>
              <a:gd name="csX26" fmla="*/ 26881 w 113428"/>
              <a:gd name="csY26" fmla="*/ 46678 h 141753"/>
              <a:gd name="csX27" fmla="*/ 31900 w 113428"/>
              <a:gd name="csY27" fmla="*/ 51697 h 141753"/>
              <a:gd name="csX28" fmla="*/ 36919 w 113428"/>
              <a:gd name="csY28" fmla="*/ 46678 h 141753"/>
              <a:gd name="csX29" fmla="*/ 41921 w 113428"/>
              <a:gd name="csY29" fmla="*/ 46678 h 141753"/>
              <a:gd name="csX30" fmla="*/ 41921 w 113428"/>
              <a:gd name="csY30" fmla="*/ 51697 h 141753"/>
              <a:gd name="csX31" fmla="*/ 36919 w 113428"/>
              <a:gd name="csY31" fmla="*/ 56698 h 141753"/>
              <a:gd name="csX32" fmla="*/ 41921 w 113428"/>
              <a:gd name="csY32" fmla="*/ 61716 h 141753"/>
              <a:gd name="csX33" fmla="*/ 41921 w 113428"/>
              <a:gd name="csY33" fmla="*/ 66735 h 141753"/>
              <a:gd name="csX34" fmla="*/ 39420 w 113428"/>
              <a:gd name="csY34" fmla="*/ 67772 h 141753"/>
              <a:gd name="csX35" fmla="*/ 36919 w 113428"/>
              <a:gd name="csY35" fmla="*/ 66735 h 141753"/>
              <a:gd name="csX36" fmla="*/ 31900 w 113428"/>
              <a:gd name="csY36" fmla="*/ 61716 h 141753"/>
              <a:gd name="csX37" fmla="*/ 26881 w 113428"/>
              <a:gd name="csY37" fmla="*/ 66735 h 141753"/>
              <a:gd name="csX38" fmla="*/ 24380 w 113428"/>
              <a:gd name="csY38" fmla="*/ 67772 h 141753"/>
              <a:gd name="csX39" fmla="*/ 21879 w 113428"/>
              <a:gd name="csY39" fmla="*/ 66735 h 141753"/>
              <a:gd name="csX40" fmla="*/ 21879 w 113428"/>
              <a:gd name="csY40" fmla="*/ 61716 h 141753"/>
              <a:gd name="csX41" fmla="*/ 26881 w 113428"/>
              <a:gd name="csY41" fmla="*/ 56698 h 141753"/>
              <a:gd name="csX42" fmla="*/ 21879 w 113428"/>
              <a:gd name="csY42" fmla="*/ 51697 h 141753"/>
              <a:gd name="csX43" fmla="*/ 21879 w 113428"/>
              <a:gd name="csY43" fmla="*/ 46678 h 141753"/>
              <a:gd name="csX44" fmla="*/ 24380 w 113428"/>
              <a:gd name="csY44" fmla="*/ 45641 h 141753"/>
              <a:gd name="csX45" fmla="*/ 74876 w 113428"/>
              <a:gd name="csY45" fmla="*/ 53925 h 141753"/>
              <a:gd name="csX46" fmla="*/ 77445 w 113428"/>
              <a:gd name="csY46" fmla="*/ 54759 h 141753"/>
              <a:gd name="csX47" fmla="*/ 77836 w 113428"/>
              <a:gd name="csY47" fmla="*/ 59760 h 141753"/>
              <a:gd name="csX48" fmla="*/ 75522 w 113428"/>
              <a:gd name="csY48" fmla="*/ 62448 h 141753"/>
              <a:gd name="csX49" fmla="*/ 72835 w 113428"/>
              <a:gd name="csY49" fmla="*/ 63689 h 141753"/>
              <a:gd name="csX50" fmla="*/ 70538 w 113428"/>
              <a:gd name="csY50" fmla="*/ 62839 h 141753"/>
              <a:gd name="csX51" fmla="*/ 70146 w 113428"/>
              <a:gd name="csY51" fmla="*/ 57838 h 141753"/>
              <a:gd name="csX52" fmla="*/ 72460 w 113428"/>
              <a:gd name="csY52" fmla="*/ 55150 h 141753"/>
              <a:gd name="csX53" fmla="*/ 74876 w 113428"/>
              <a:gd name="csY53" fmla="*/ 53925 h 141753"/>
              <a:gd name="csX54" fmla="*/ 63341 w 113428"/>
              <a:gd name="csY54" fmla="*/ 67381 h 141753"/>
              <a:gd name="csX55" fmla="*/ 65927 w 113428"/>
              <a:gd name="csY55" fmla="*/ 68232 h 141753"/>
              <a:gd name="csX56" fmla="*/ 66301 w 113428"/>
              <a:gd name="csY56" fmla="*/ 73216 h 141753"/>
              <a:gd name="csX57" fmla="*/ 63988 w 113428"/>
              <a:gd name="csY57" fmla="*/ 75904 h 141753"/>
              <a:gd name="csX58" fmla="*/ 61299 w 113428"/>
              <a:gd name="csY58" fmla="*/ 77146 h 141753"/>
              <a:gd name="csX59" fmla="*/ 59002 w 113428"/>
              <a:gd name="csY59" fmla="*/ 76295 h 141753"/>
              <a:gd name="csX60" fmla="*/ 58611 w 113428"/>
              <a:gd name="csY60" fmla="*/ 71293 h 141753"/>
              <a:gd name="csX61" fmla="*/ 60925 w 113428"/>
              <a:gd name="csY61" fmla="*/ 68606 h 141753"/>
              <a:gd name="csX62" fmla="*/ 63341 w 113428"/>
              <a:gd name="csY62" fmla="*/ 67381 h 141753"/>
              <a:gd name="csX63" fmla="*/ 51789 w 113428"/>
              <a:gd name="csY63" fmla="*/ 80837 h 141753"/>
              <a:gd name="csX64" fmla="*/ 54375 w 113428"/>
              <a:gd name="csY64" fmla="*/ 81670 h 141753"/>
              <a:gd name="csX65" fmla="*/ 54766 w 113428"/>
              <a:gd name="csY65" fmla="*/ 86671 h 141753"/>
              <a:gd name="csX66" fmla="*/ 52452 w 113428"/>
              <a:gd name="csY66" fmla="*/ 89359 h 141753"/>
              <a:gd name="csX67" fmla="*/ 49764 w 113428"/>
              <a:gd name="csY67" fmla="*/ 90601 h 141753"/>
              <a:gd name="csX68" fmla="*/ 47467 w 113428"/>
              <a:gd name="csY68" fmla="*/ 89751 h 141753"/>
              <a:gd name="csX69" fmla="*/ 47076 w 113428"/>
              <a:gd name="csY69" fmla="*/ 84766 h 141753"/>
              <a:gd name="csX70" fmla="*/ 49373 w 113428"/>
              <a:gd name="csY70" fmla="*/ 82062 h 141753"/>
              <a:gd name="csX71" fmla="*/ 51789 w 113428"/>
              <a:gd name="csY71" fmla="*/ 80837 h 141753"/>
              <a:gd name="csX72" fmla="*/ 40271 w 113428"/>
              <a:gd name="csY72" fmla="*/ 94292 h 141753"/>
              <a:gd name="csX73" fmla="*/ 42857 w 113428"/>
              <a:gd name="csY73" fmla="*/ 95143 h 141753"/>
              <a:gd name="csX74" fmla="*/ 43231 w 113428"/>
              <a:gd name="csY74" fmla="*/ 100128 h 141753"/>
              <a:gd name="csX75" fmla="*/ 40934 w 113428"/>
              <a:gd name="csY75" fmla="*/ 102832 h 141753"/>
              <a:gd name="csX76" fmla="*/ 38229 w 113428"/>
              <a:gd name="csY76" fmla="*/ 104057 h 141753"/>
              <a:gd name="csX77" fmla="*/ 35933 w 113428"/>
              <a:gd name="csY77" fmla="*/ 103206 h 141753"/>
              <a:gd name="csX78" fmla="*/ 35541 w 113428"/>
              <a:gd name="csY78" fmla="*/ 98205 h 141753"/>
              <a:gd name="csX79" fmla="*/ 37855 w 113428"/>
              <a:gd name="csY79" fmla="*/ 95517 h 141753"/>
              <a:gd name="csX80" fmla="*/ 40271 w 113428"/>
              <a:gd name="csY80" fmla="*/ 94292 h 141753"/>
              <a:gd name="csX81" fmla="*/ 74008 w 113428"/>
              <a:gd name="csY81" fmla="*/ 98801 h 141753"/>
              <a:gd name="csX82" fmla="*/ 76509 w 113428"/>
              <a:gd name="csY82" fmla="*/ 99838 h 141753"/>
              <a:gd name="csX83" fmla="*/ 81528 w 113428"/>
              <a:gd name="csY83" fmla="*/ 104856 h 141753"/>
              <a:gd name="csX84" fmla="*/ 86530 w 113428"/>
              <a:gd name="csY84" fmla="*/ 99838 h 141753"/>
              <a:gd name="csX85" fmla="*/ 91549 w 113428"/>
              <a:gd name="csY85" fmla="*/ 99838 h 141753"/>
              <a:gd name="csX86" fmla="*/ 91549 w 113428"/>
              <a:gd name="csY86" fmla="*/ 104856 h 141753"/>
              <a:gd name="csX87" fmla="*/ 86530 w 113428"/>
              <a:gd name="csY87" fmla="*/ 109858 h 141753"/>
              <a:gd name="csX88" fmla="*/ 91549 w 113428"/>
              <a:gd name="csY88" fmla="*/ 114876 h 141753"/>
              <a:gd name="csX89" fmla="*/ 91549 w 113428"/>
              <a:gd name="csY89" fmla="*/ 119894 h 141753"/>
              <a:gd name="csX90" fmla="*/ 89048 w 113428"/>
              <a:gd name="csY90" fmla="*/ 120932 h 141753"/>
              <a:gd name="csX91" fmla="*/ 86530 w 113428"/>
              <a:gd name="csY91" fmla="*/ 119894 h 141753"/>
              <a:gd name="csX92" fmla="*/ 81528 w 113428"/>
              <a:gd name="csY92" fmla="*/ 114876 h 141753"/>
              <a:gd name="csX93" fmla="*/ 76509 w 113428"/>
              <a:gd name="csY93" fmla="*/ 119894 h 141753"/>
              <a:gd name="csX94" fmla="*/ 74008 w 113428"/>
              <a:gd name="csY94" fmla="*/ 120932 h 141753"/>
              <a:gd name="csX95" fmla="*/ 71490 w 113428"/>
              <a:gd name="csY95" fmla="*/ 119894 h 141753"/>
              <a:gd name="csX96" fmla="*/ 71490 w 113428"/>
              <a:gd name="csY96" fmla="*/ 114876 h 141753"/>
              <a:gd name="csX97" fmla="*/ 76509 w 113428"/>
              <a:gd name="csY97" fmla="*/ 109858 h 141753"/>
              <a:gd name="csX98" fmla="*/ 71490 w 113428"/>
              <a:gd name="csY98" fmla="*/ 104856 h 141753"/>
              <a:gd name="csX99" fmla="*/ 71490 w 113428"/>
              <a:gd name="csY99" fmla="*/ 99838 h 141753"/>
              <a:gd name="csX100" fmla="*/ 74008 w 113428"/>
              <a:gd name="csY100" fmla="*/ 98801 h 141753"/>
              <a:gd name="csX101" fmla="*/ 28361 w 113428"/>
              <a:gd name="csY101" fmla="*/ 106319 h 141753"/>
              <a:gd name="csX102" fmla="*/ 35439 w 113428"/>
              <a:gd name="csY102" fmla="*/ 113413 h 141753"/>
              <a:gd name="csX103" fmla="*/ 28361 w 113428"/>
              <a:gd name="csY103" fmla="*/ 120490 h 141753"/>
              <a:gd name="csX104" fmla="*/ 21267 w 113428"/>
              <a:gd name="csY104" fmla="*/ 113413 h 141753"/>
              <a:gd name="csX105" fmla="*/ 28361 w 113428"/>
              <a:gd name="csY105" fmla="*/ 106319 h 141753"/>
            </a:gdLst>
            <a:ahLst/>
            <a:cxnLst/>
            <a:rect l="l" t="t" r="r" b="b"/>
            <a:pathLst>
              <a:path w="100000" h="100000">
                <a:moveTo>
                  <a:pt x="41245" y="0"/>
                </a:moveTo>
                <a:cubicBezTo>
                  <a:pt x="35508" y="0"/>
                  <a:pt x="30755" y="4416"/>
                  <a:pt x="30119" y="9996"/>
                </a:cubicBezTo>
                <a:lnTo>
                  <a:pt x="21237" y="9996"/>
                </a:lnTo>
                <a:cubicBezTo>
                  <a:pt x="15068" y="9996"/>
                  <a:pt x="9991" y="15085"/>
                  <a:pt x="9991" y="21253"/>
                </a:cubicBezTo>
                <a:lnTo>
                  <a:pt x="9991" y="88756"/>
                </a:lnTo>
                <a:cubicBezTo>
                  <a:pt x="9991" y="94924"/>
                  <a:pt x="15068" y="100001"/>
                  <a:pt x="21237" y="100001"/>
                </a:cubicBezTo>
                <a:lnTo>
                  <a:pt x="78751" y="100001"/>
                </a:lnTo>
                <a:cubicBezTo>
                  <a:pt x="84921" y="100001"/>
                  <a:pt x="90009" y="94924"/>
                  <a:pt x="90009" y="88756"/>
                </a:cubicBezTo>
                <a:lnTo>
                  <a:pt x="90009" y="21253"/>
                </a:lnTo>
                <a:cubicBezTo>
                  <a:pt x="90009" y="15085"/>
                  <a:pt x="84921" y="9996"/>
                  <a:pt x="78751" y="9996"/>
                </a:cubicBezTo>
                <a:lnTo>
                  <a:pt x="69870" y="9996"/>
                </a:lnTo>
                <a:cubicBezTo>
                  <a:pt x="69233" y="4416"/>
                  <a:pt x="64493" y="0"/>
                  <a:pt x="58744" y="0"/>
                </a:cubicBezTo>
                <a:lnTo>
                  <a:pt x="41245" y="0"/>
                </a:lnTo>
                <a:close/>
                <a:moveTo>
                  <a:pt x="41245" y="7500"/>
                </a:moveTo>
                <a:lnTo>
                  <a:pt x="58744" y="7500"/>
                </a:lnTo>
                <a:cubicBezTo>
                  <a:pt x="60868" y="7500"/>
                  <a:pt x="62501" y="9133"/>
                  <a:pt x="62501" y="11245"/>
                </a:cubicBezTo>
                <a:cubicBezTo>
                  <a:pt x="62501" y="13368"/>
                  <a:pt x="60868" y="15001"/>
                  <a:pt x="58744" y="15001"/>
                </a:cubicBezTo>
                <a:lnTo>
                  <a:pt x="41245" y="15001"/>
                </a:lnTo>
                <a:cubicBezTo>
                  <a:pt x="39133" y="15001"/>
                  <a:pt x="37500" y="13368"/>
                  <a:pt x="37500" y="11245"/>
                </a:cubicBezTo>
                <a:cubicBezTo>
                  <a:pt x="37500" y="9133"/>
                  <a:pt x="39133" y="7500"/>
                  <a:pt x="41245" y="7500"/>
                </a:cubicBezTo>
                <a:close/>
                <a:moveTo>
                  <a:pt x="70002" y="27505"/>
                </a:moveTo>
                <a:cubicBezTo>
                  <a:pt x="72762" y="27505"/>
                  <a:pt x="75007" y="29738"/>
                  <a:pt x="75007" y="32497"/>
                </a:cubicBezTo>
                <a:cubicBezTo>
                  <a:pt x="75007" y="35257"/>
                  <a:pt x="72762" y="37502"/>
                  <a:pt x="70002" y="37502"/>
                </a:cubicBezTo>
                <a:cubicBezTo>
                  <a:pt x="67241" y="37502"/>
                  <a:pt x="64997" y="35257"/>
                  <a:pt x="64997" y="32497"/>
                </a:cubicBezTo>
                <a:cubicBezTo>
                  <a:pt x="64997" y="29738"/>
                  <a:pt x="67241" y="27505"/>
                  <a:pt x="70002" y="27505"/>
                </a:cubicBezTo>
                <a:close/>
                <a:moveTo>
                  <a:pt x="27190" y="32198"/>
                </a:moveTo>
                <a:cubicBezTo>
                  <a:pt x="27826" y="32198"/>
                  <a:pt x="28474" y="32437"/>
                  <a:pt x="28954" y="32929"/>
                </a:cubicBezTo>
                <a:lnTo>
                  <a:pt x="32495" y="36470"/>
                </a:lnTo>
                <a:lnTo>
                  <a:pt x="36036" y="32929"/>
                </a:lnTo>
                <a:cubicBezTo>
                  <a:pt x="37008" y="31957"/>
                  <a:pt x="38592" y="31957"/>
                  <a:pt x="39564" y="32929"/>
                </a:cubicBezTo>
                <a:cubicBezTo>
                  <a:pt x="40548" y="33913"/>
                  <a:pt x="40548" y="35486"/>
                  <a:pt x="39564" y="36470"/>
                </a:cubicBezTo>
                <a:lnTo>
                  <a:pt x="36036" y="39998"/>
                </a:lnTo>
                <a:lnTo>
                  <a:pt x="39564" y="43538"/>
                </a:lnTo>
                <a:cubicBezTo>
                  <a:pt x="40548" y="44510"/>
                  <a:pt x="40548" y="46094"/>
                  <a:pt x="39564" y="47078"/>
                </a:cubicBezTo>
                <a:cubicBezTo>
                  <a:pt x="39084" y="47558"/>
                  <a:pt x="38436" y="47810"/>
                  <a:pt x="37800" y="47810"/>
                </a:cubicBezTo>
                <a:cubicBezTo>
                  <a:pt x="37164" y="47810"/>
                  <a:pt x="36516" y="47558"/>
                  <a:pt x="36036" y="47078"/>
                </a:cubicBezTo>
                <a:lnTo>
                  <a:pt x="32495" y="43538"/>
                </a:lnTo>
                <a:lnTo>
                  <a:pt x="28954" y="47078"/>
                </a:lnTo>
                <a:cubicBezTo>
                  <a:pt x="28474" y="47558"/>
                  <a:pt x="27826" y="47810"/>
                  <a:pt x="27190" y="47810"/>
                </a:cubicBezTo>
                <a:cubicBezTo>
                  <a:pt x="26554" y="47810"/>
                  <a:pt x="25906" y="47558"/>
                  <a:pt x="25426" y="47078"/>
                </a:cubicBezTo>
                <a:cubicBezTo>
                  <a:pt x="24441" y="46094"/>
                  <a:pt x="24441" y="44510"/>
                  <a:pt x="25426" y="43538"/>
                </a:cubicBezTo>
                <a:lnTo>
                  <a:pt x="28954" y="39998"/>
                </a:lnTo>
                <a:lnTo>
                  <a:pt x="25426" y="36470"/>
                </a:lnTo>
                <a:cubicBezTo>
                  <a:pt x="24441" y="35486"/>
                  <a:pt x="24441" y="33913"/>
                  <a:pt x="25426" y="32929"/>
                </a:cubicBezTo>
                <a:cubicBezTo>
                  <a:pt x="25918" y="32437"/>
                  <a:pt x="26554" y="32198"/>
                  <a:pt x="27190" y="32198"/>
                </a:cubicBezTo>
                <a:close/>
                <a:moveTo>
                  <a:pt x="62812" y="38042"/>
                </a:moveTo>
                <a:cubicBezTo>
                  <a:pt x="63449" y="37994"/>
                  <a:pt x="64109" y="38185"/>
                  <a:pt x="64625" y="38630"/>
                </a:cubicBezTo>
                <a:cubicBezTo>
                  <a:pt x="65681" y="39529"/>
                  <a:pt x="65801" y="41114"/>
                  <a:pt x="64901" y="42158"/>
                </a:cubicBezTo>
                <a:lnTo>
                  <a:pt x="63268" y="44054"/>
                </a:lnTo>
                <a:cubicBezTo>
                  <a:pt x="62776" y="44642"/>
                  <a:pt x="62080" y="44930"/>
                  <a:pt x="61373" y="44930"/>
                </a:cubicBezTo>
                <a:cubicBezTo>
                  <a:pt x="60796" y="44930"/>
                  <a:pt x="60220" y="44738"/>
                  <a:pt x="59752" y="44330"/>
                </a:cubicBezTo>
                <a:cubicBezTo>
                  <a:pt x="58696" y="43430"/>
                  <a:pt x="58575" y="41858"/>
                  <a:pt x="59476" y="40802"/>
                </a:cubicBezTo>
                <a:lnTo>
                  <a:pt x="61108" y="38906"/>
                </a:lnTo>
                <a:cubicBezTo>
                  <a:pt x="61552" y="38377"/>
                  <a:pt x="62164" y="38089"/>
                  <a:pt x="62812" y="38042"/>
                </a:cubicBezTo>
                <a:close/>
                <a:moveTo>
                  <a:pt x="54675" y="47534"/>
                </a:moveTo>
                <a:cubicBezTo>
                  <a:pt x="55311" y="47486"/>
                  <a:pt x="55971" y="47678"/>
                  <a:pt x="56499" y="48134"/>
                </a:cubicBezTo>
                <a:cubicBezTo>
                  <a:pt x="57543" y="49023"/>
                  <a:pt x="57663" y="50606"/>
                  <a:pt x="56763" y="51650"/>
                </a:cubicBezTo>
                <a:lnTo>
                  <a:pt x="55131" y="53547"/>
                </a:lnTo>
                <a:cubicBezTo>
                  <a:pt x="54639" y="54122"/>
                  <a:pt x="53943" y="54423"/>
                  <a:pt x="53234" y="54423"/>
                </a:cubicBezTo>
                <a:cubicBezTo>
                  <a:pt x="52659" y="54423"/>
                  <a:pt x="52082" y="54230"/>
                  <a:pt x="51614" y="53822"/>
                </a:cubicBezTo>
                <a:cubicBezTo>
                  <a:pt x="50558" y="52922"/>
                  <a:pt x="50438" y="51351"/>
                  <a:pt x="51338" y="50294"/>
                </a:cubicBezTo>
                <a:lnTo>
                  <a:pt x="52971" y="48398"/>
                </a:lnTo>
                <a:cubicBezTo>
                  <a:pt x="53414" y="47882"/>
                  <a:pt x="54039" y="47582"/>
                  <a:pt x="54675" y="47534"/>
                </a:cubicBezTo>
                <a:close/>
                <a:moveTo>
                  <a:pt x="46526" y="57027"/>
                </a:moveTo>
                <a:cubicBezTo>
                  <a:pt x="47174" y="56979"/>
                  <a:pt x="47822" y="57171"/>
                  <a:pt x="48350" y="57614"/>
                </a:cubicBezTo>
                <a:cubicBezTo>
                  <a:pt x="49406" y="58514"/>
                  <a:pt x="49526" y="60099"/>
                  <a:pt x="48626" y="61142"/>
                </a:cubicBezTo>
                <a:lnTo>
                  <a:pt x="46993" y="63039"/>
                </a:lnTo>
                <a:cubicBezTo>
                  <a:pt x="46502" y="63627"/>
                  <a:pt x="45805" y="63915"/>
                  <a:pt x="45097" y="63915"/>
                </a:cubicBezTo>
                <a:cubicBezTo>
                  <a:pt x="44521" y="63915"/>
                  <a:pt x="43945" y="63723"/>
                  <a:pt x="43477" y="63315"/>
                </a:cubicBezTo>
                <a:cubicBezTo>
                  <a:pt x="42421" y="62415"/>
                  <a:pt x="42301" y="60842"/>
                  <a:pt x="43201" y="59798"/>
                </a:cubicBezTo>
                <a:lnTo>
                  <a:pt x="44821" y="57891"/>
                </a:lnTo>
                <a:cubicBezTo>
                  <a:pt x="45277" y="57362"/>
                  <a:pt x="45889" y="57075"/>
                  <a:pt x="46526" y="57027"/>
                </a:cubicBezTo>
                <a:close/>
                <a:moveTo>
                  <a:pt x="38400" y="66519"/>
                </a:moveTo>
                <a:cubicBezTo>
                  <a:pt x="39048" y="66471"/>
                  <a:pt x="39696" y="66663"/>
                  <a:pt x="40225" y="67119"/>
                </a:cubicBezTo>
                <a:cubicBezTo>
                  <a:pt x="41269" y="68007"/>
                  <a:pt x="41389" y="69591"/>
                  <a:pt x="40488" y="70636"/>
                </a:cubicBezTo>
                <a:lnTo>
                  <a:pt x="38868" y="72543"/>
                </a:lnTo>
                <a:cubicBezTo>
                  <a:pt x="38364" y="73107"/>
                  <a:pt x="37668" y="73407"/>
                  <a:pt x="36960" y="73407"/>
                </a:cubicBezTo>
                <a:cubicBezTo>
                  <a:pt x="36383" y="73407"/>
                  <a:pt x="35808" y="73215"/>
                  <a:pt x="35340" y="72807"/>
                </a:cubicBezTo>
                <a:cubicBezTo>
                  <a:pt x="34295" y="71907"/>
                  <a:pt x="34163" y="70335"/>
                  <a:pt x="35063" y="69279"/>
                </a:cubicBezTo>
                <a:lnTo>
                  <a:pt x="36696" y="67383"/>
                </a:lnTo>
                <a:cubicBezTo>
                  <a:pt x="37140" y="66855"/>
                  <a:pt x="37764" y="66567"/>
                  <a:pt x="38400" y="66519"/>
                </a:cubicBezTo>
                <a:close/>
                <a:moveTo>
                  <a:pt x="62200" y="69699"/>
                </a:moveTo>
                <a:cubicBezTo>
                  <a:pt x="62836" y="69699"/>
                  <a:pt x="63473" y="69939"/>
                  <a:pt x="63964" y="70431"/>
                </a:cubicBezTo>
                <a:lnTo>
                  <a:pt x="67505" y="73971"/>
                </a:lnTo>
                <a:lnTo>
                  <a:pt x="71034" y="70431"/>
                </a:lnTo>
                <a:cubicBezTo>
                  <a:pt x="72018" y="69459"/>
                  <a:pt x="73590" y="69459"/>
                  <a:pt x="74574" y="70431"/>
                </a:cubicBezTo>
                <a:cubicBezTo>
                  <a:pt x="75547" y="71415"/>
                  <a:pt x="75547" y="72988"/>
                  <a:pt x="74574" y="73971"/>
                </a:cubicBezTo>
                <a:lnTo>
                  <a:pt x="71034" y="77500"/>
                </a:lnTo>
                <a:lnTo>
                  <a:pt x="74574" y="81040"/>
                </a:lnTo>
                <a:cubicBezTo>
                  <a:pt x="75547" y="82012"/>
                  <a:pt x="75547" y="83595"/>
                  <a:pt x="74574" y="84580"/>
                </a:cubicBezTo>
                <a:cubicBezTo>
                  <a:pt x="74082" y="85060"/>
                  <a:pt x="73446" y="85312"/>
                  <a:pt x="72810" y="85312"/>
                </a:cubicBezTo>
                <a:cubicBezTo>
                  <a:pt x="72162" y="85312"/>
                  <a:pt x="71526" y="85060"/>
                  <a:pt x="71034" y="84580"/>
                </a:cubicBezTo>
                <a:lnTo>
                  <a:pt x="67505" y="81040"/>
                </a:lnTo>
                <a:lnTo>
                  <a:pt x="63964" y="84580"/>
                </a:lnTo>
                <a:cubicBezTo>
                  <a:pt x="63473" y="85060"/>
                  <a:pt x="62836" y="85312"/>
                  <a:pt x="62200" y="85312"/>
                </a:cubicBezTo>
                <a:cubicBezTo>
                  <a:pt x="61552" y="85312"/>
                  <a:pt x="60916" y="85060"/>
                  <a:pt x="60424" y="84580"/>
                </a:cubicBezTo>
                <a:cubicBezTo>
                  <a:pt x="59452" y="83595"/>
                  <a:pt x="59452" y="82012"/>
                  <a:pt x="60424" y="81040"/>
                </a:cubicBezTo>
                <a:lnTo>
                  <a:pt x="63964" y="77500"/>
                </a:lnTo>
                <a:lnTo>
                  <a:pt x="60424" y="73971"/>
                </a:lnTo>
                <a:cubicBezTo>
                  <a:pt x="59452" y="72988"/>
                  <a:pt x="59452" y="71415"/>
                  <a:pt x="60424" y="70431"/>
                </a:cubicBezTo>
                <a:cubicBezTo>
                  <a:pt x="60916" y="69939"/>
                  <a:pt x="61552" y="69699"/>
                  <a:pt x="62200" y="69699"/>
                </a:cubicBezTo>
                <a:close/>
                <a:moveTo>
                  <a:pt x="29998" y="75003"/>
                </a:moveTo>
                <a:cubicBezTo>
                  <a:pt x="32759" y="75003"/>
                  <a:pt x="34991" y="77248"/>
                  <a:pt x="34991" y="80007"/>
                </a:cubicBezTo>
                <a:cubicBezTo>
                  <a:pt x="34991" y="82768"/>
                  <a:pt x="32759" y="85000"/>
                  <a:pt x="29998" y="85000"/>
                </a:cubicBezTo>
                <a:cubicBezTo>
                  <a:pt x="27226" y="85000"/>
                  <a:pt x="24994" y="82768"/>
                  <a:pt x="24994" y="80007"/>
                </a:cubicBezTo>
                <a:cubicBezTo>
                  <a:pt x="24994" y="77248"/>
                  <a:pt x="27226" y="75003"/>
                  <a:pt x="29998" y="750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9" name="Чёрный — SVG 22">
            <a:extLst>
              <a:ext uri="{FF2B5EF4-FFF2-40B4-BE49-F238E27FC236}">
                <a16:creationId xmlns:a16="http://schemas.microsoft.com/office/drawing/2014/main" id="{ABA91680-6CB7-9C49-84A4-2C9C0066D4BF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18596 w 135141"/>
              <a:gd name="csY0" fmla="*/ 60968 h 134693"/>
              <a:gd name="csX1" fmla="*/ 23292 w 135141"/>
              <a:gd name="csY1" fmla="*/ 63792 h 134693"/>
              <a:gd name="csX2" fmla="*/ 53423 w 135141"/>
              <a:gd name="csY2" fmla="*/ 63826 h 134693"/>
              <a:gd name="csX3" fmla="*/ 53423 w 135141"/>
              <a:gd name="csY3" fmla="*/ 63826 h 134693"/>
              <a:gd name="csX4" fmla="*/ 57829 w 135141"/>
              <a:gd name="csY4" fmla="*/ 61478 h 134693"/>
              <a:gd name="csX5" fmla="*/ 74655 w 135141"/>
              <a:gd name="csY5" fmla="*/ 36489 h 134693"/>
              <a:gd name="csX6" fmla="*/ 74945 w 135141"/>
              <a:gd name="csY6" fmla="*/ 31028 h 134693"/>
              <a:gd name="csX7" fmla="*/ 59956 w 135141"/>
              <a:gd name="csY7" fmla="*/ 2858 h 134693"/>
              <a:gd name="csX8" fmla="*/ 55277 w 135141"/>
              <a:gd name="csY8" fmla="*/ 34 h 134693"/>
              <a:gd name="csX9" fmla="*/ 25147 w 135141"/>
              <a:gd name="csY9" fmla="*/ 0 h 134693"/>
              <a:gd name="csX10" fmla="*/ 20723 w 135141"/>
              <a:gd name="csY10" fmla="*/ 2347 h 134693"/>
              <a:gd name="csX11" fmla="*/ 3914 w 135141"/>
              <a:gd name="csY11" fmla="*/ 27337 h 134693"/>
              <a:gd name="csX12" fmla="*/ 3624 w 135141"/>
              <a:gd name="csY12" fmla="*/ 32814 h 134693"/>
              <a:gd name="csX13" fmla="*/ 18596 w 135141"/>
              <a:gd name="csY13" fmla="*/ 60968 h 134693"/>
              <a:gd name="csX14" fmla="*/ 134526 w 135141"/>
              <a:gd name="csY14" fmla="*/ 68606 h 134693"/>
              <a:gd name="csX15" fmla="*/ 119537 w 135141"/>
              <a:gd name="csY15" fmla="*/ 40452 h 134693"/>
              <a:gd name="csX16" fmla="*/ 114858 w 135141"/>
              <a:gd name="csY16" fmla="*/ 37629 h 134693"/>
              <a:gd name="csX17" fmla="*/ 84728 w 135141"/>
              <a:gd name="csY17" fmla="*/ 37595 h 134693"/>
              <a:gd name="csX18" fmla="*/ 84728 w 135141"/>
              <a:gd name="csY18" fmla="*/ 37595 h 134693"/>
              <a:gd name="csX19" fmla="*/ 80304 w 135141"/>
              <a:gd name="csY19" fmla="*/ 39942 h 134693"/>
              <a:gd name="csX20" fmla="*/ 63495 w 135141"/>
              <a:gd name="csY20" fmla="*/ 64931 h 134693"/>
              <a:gd name="csX21" fmla="*/ 63205 w 135141"/>
              <a:gd name="csY21" fmla="*/ 70392 h 134693"/>
              <a:gd name="csX22" fmla="*/ 66949 w 135141"/>
              <a:gd name="csY22" fmla="*/ 77418 h 134693"/>
              <a:gd name="csX23" fmla="*/ 86582 w 135141"/>
              <a:gd name="csY23" fmla="*/ 69014 h 134693"/>
              <a:gd name="csX24" fmla="*/ 85204 w 135141"/>
              <a:gd name="csY24" fmla="*/ 66497 h 134693"/>
              <a:gd name="csX25" fmla="*/ 85272 w 135141"/>
              <a:gd name="csY25" fmla="*/ 62958 h 134693"/>
              <a:gd name="csX26" fmla="*/ 88368 w 135141"/>
              <a:gd name="csY26" fmla="*/ 61257 h 134693"/>
              <a:gd name="csX27" fmla="*/ 106317 w 135141"/>
              <a:gd name="csY27" fmla="*/ 61614 h 134693"/>
              <a:gd name="csX28" fmla="*/ 109346 w 135141"/>
              <a:gd name="csY28" fmla="*/ 63452 h 134693"/>
              <a:gd name="csX29" fmla="*/ 109261 w 135141"/>
              <a:gd name="csY29" fmla="*/ 67007 h 134693"/>
              <a:gd name="csX30" fmla="*/ 99903 w 135141"/>
              <a:gd name="csY30" fmla="*/ 82300 h 134693"/>
              <a:gd name="csX31" fmla="*/ 96790 w 135141"/>
              <a:gd name="csY31" fmla="*/ 84001 h 134693"/>
              <a:gd name="csX32" fmla="*/ 93779 w 135141"/>
              <a:gd name="csY32" fmla="*/ 82164 h 134693"/>
              <a:gd name="csX33" fmla="*/ 92264 w 135141"/>
              <a:gd name="csY33" fmla="*/ 79391 h 134693"/>
              <a:gd name="csX34" fmla="*/ 74485 w 135141"/>
              <a:gd name="csY34" fmla="*/ 91605 h 134693"/>
              <a:gd name="csX35" fmla="*/ 78177 w 135141"/>
              <a:gd name="csY35" fmla="*/ 98562 h 134693"/>
              <a:gd name="csX36" fmla="*/ 82873 w 135141"/>
              <a:gd name="csY36" fmla="*/ 101386 h 134693"/>
              <a:gd name="csX37" fmla="*/ 113004 w 135141"/>
              <a:gd name="csY37" fmla="*/ 101420 h 134693"/>
              <a:gd name="csX38" fmla="*/ 113004 w 135141"/>
              <a:gd name="csY38" fmla="*/ 101420 h 134693"/>
              <a:gd name="csX39" fmla="*/ 117410 w 135141"/>
              <a:gd name="csY39" fmla="*/ 99073 h 134693"/>
              <a:gd name="csX40" fmla="*/ 134236 w 135141"/>
              <a:gd name="csY40" fmla="*/ 74083 h 134693"/>
              <a:gd name="csX41" fmla="*/ 134526 w 135141"/>
              <a:gd name="csY41" fmla="*/ 68606 h 134693"/>
              <a:gd name="csX42" fmla="*/ 68599 w 135141"/>
              <a:gd name="csY42" fmla="*/ 95636 h 134693"/>
              <a:gd name="csX43" fmla="*/ 37481 w 135141"/>
              <a:gd name="csY43" fmla="*/ 117019 h 134693"/>
              <a:gd name="csX44" fmla="*/ 35474 w 135141"/>
              <a:gd name="csY44" fmla="*/ 117649 h 134693"/>
              <a:gd name="csX45" fmla="*/ 33483 w 135141"/>
              <a:gd name="csY45" fmla="*/ 117036 h 134693"/>
              <a:gd name="csX46" fmla="*/ 32003 w 135141"/>
              <a:gd name="csY46" fmla="*/ 113345 h 134693"/>
              <a:gd name="csX47" fmla="*/ 33874 w 135141"/>
              <a:gd name="csY47" fmla="*/ 104789 h 134693"/>
              <a:gd name="csX48" fmla="*/ 25674 w 135141"/>
              <a:gd name="csY48" fmla="*/ 101778 h 134693"/>
              <a:gd name="csX49" fmla="*/ 23343 w 135141"/>
              <a:gd name="csY49" fmla="*/ 98528 h 134693"/>
              <a:gd name="csX50" fmla="*/ 25487 w 135141"/>
              <a:gd name="csY50" fmla="*/ 95194 h 134693"/>
              <a:gd name="csX51" fmla="*/ 60415 w 135141"/>
              <a:gd name="csY51" fmla="*/ 80224 h 134693"/>
              <a:gd name="csX52" fmla="*/ 56962 w 135141"/>
              <a:gd name="csY52" fmla="*/ 73726 h 134693"/>
              <a:gd name="csX53" fmla="*/ 52266 w 135141"/>
              <a:gd name="csY53" fmla="*/ 70902 h 134693"/>
              <a:gd name="csX54" fmla="*/ 22135 w 135141"/>
              <a:gd name="csY54" fmla="*/ 70868 h 134693"/>
              <a:gd name="csX55" fmla="*/ 22135 w 135141"/>
              <a:gd name="csY55" fmla="*/ 70868 h 134693"/>
              <a:gd name="csX56" fmla="*/ 17729 w 135141"/>
              <a:gd name="csY56" fmla="*/ 73216 h 134693"/>
              <a:gd name="csX57" fmla="*/ 902 w 135141"/>
              <a:gd name="csY57" fmla="*/ 98222 h 134693"/>
              <a:gd name="csX58" fmla="*/ 630 w 135141"/>
              <a:gd name="csY58" fmla="*/ 103683 h 134693"/>
              <a:gd name="csX59" fmla="*/ 15602 w 135141"/>
              <a:gd name="csY59" fmla="*/ 131836 h 134693"/>
              <a:gd name="csX60" fmla="*/ 20281 w 135141"/>
              <a:gd name="csY60" fmla="*/ 134660 h 134693"/>
              <a:gd name="csX61" fmla="*/ 50411 w 135141"/>
              <a:gd name="csY61" fmla="*/ 134694 h 134693"/>
              <a:gd name="csX62" fmla="*/ 50411 w 135141"/>
              <a:gd name="csY62" fmla="*/ 134694 h 134693"/>
              <a:gd name="csX63" fmla="*/ 54835 w 135141"/>
              <a:gd name="csY63" fmla="*/ 132346 h 134693"/>
              <a:gd name="csX64" fmla="*/ 71644 w 135141"/>
              <a:gd name="csY64" fmla="*/ 107357 h 134693"/>
              <a:gd name="csX65" fmla="*/ 71933 w 135141"/>
              <a:gd name="csY65" fmla="*/ 101896 h 134693"/>
              <a:gd name="csX66" fmla="*/ 68599 w 135141"/>
              <a:gd name="csY66" fmla="*/ 95636 h 134693"/>
            </a:gdLst>
            <a:ahLst/>
            <a:cxnLst/>
            <a:rect l="l" t="t" r="r" b="b"/>
            <a:pathLst>
              <a:path w="100000" h="100000">
                <a:moveTo>
                  <a:pt x="13760" y="45280"/>
                </a:moveTo>
                <a:cubicBezTo>
                  <a:pt x="14453" y="46564"/>
                  <a:pt x="15788" y="47370"/>
                  <a:pt x="17235" y="47370"/>
                </a:cubicBezTo>
                <a:lnTo>
                  <a:pt x="39531" y="47395"/>
                </a:lnTo>
                <a:lnTo>
                  <a:pt x="39531" y="47395"/>
                </a:lnTo>
                <a:cubicBezTo>
                  <a:pt x="40840" y="47395"/>
                  <a:pt x="42061" y="46740"/>
                  <a:pt x="42792" y="45657"/>
                </a:cubicBezTo>
                <a:lnTo>
                  <a:pt x="55242" y="27166"/>
                </a:lnTo>
                <a:cubicBezTo>
                  <a:pt x="56048" y="25958"/>
                  <a:pt x="56137" y="24397"/>
                  <a:pt x="55457" y="23125"/>
                </a:cubicBezTo>
                <a:lnTo>
                  <a:pt x="44366" y="2281"/>
                </a:lnTo>
                <a:cubicBezTo>
                  <a:pt x="43685" y="997"/>
                  <a:pt x="42351" y="203"/>
                  <a:pt x="40903" y="191"/>
                </a:cubicBezTo>
                <a:lnTo>
                  <a:pt x="18608" y="166"/>
                </a:lnTo>
                <a:cubicBezTo>
                  <a:pt x="17210" y="178"/>
                  <a:pt x="16065" y="821"/>
                  <a:pt x="15334" y="1902"/>
                </a:cubicBezTo>
                <a:lnTo>
                  <a:pt x="2896" y="20394"/>
                </a:lnTo>
                <a:cubicBezTo>
                  <a:pt x="2090" y="21603"/>
                  <a:pt x="2002" y="23163"/>
                  <a:pt x="2682" y="24447"/>
                </a:cubicBezTo>
                <a:lnTo>
                  <a:pt x="13760" y="45280"/>
                </a:lnTo>
                <a:close/>
                <a:moveTo>
                  <a:pt x="99545" y="50932"/>
                </a:moveTo>
                <a:lnTo>
                  <a:pt x="88454" y="30099"/>
                </a:lnTo>
                <a:cubicBezTo>
                  <a:pt x="87774" y="28815"/>
                  <a:pt x="86439" y="28010"/>
                  <a:pt x="84991" y="28010"/>
                </a:cubicBezTo>
                <a:lnTo>
                  <a:pt x="62696" y="27985"/>
                </a:lnTo>
                <a:lnTo>
                  <a:pt x="62696" y="27985"/>
                </a:lnTo>
                <a:cubicBezTo>
                  <a:pt x="61386" y="27985"/>
                  <a:pt x="60153" y="28626"/>
                  <a:pt x="59422" y="29722"/>
                </a:cubicBezTo>
                <a:lnTo>
                  <a:pt x="46984" y="48213"/>
                </a:lnTo>
                <a:cubicBezTo>
                  <a:pt x="46178" y="49421"/>
                  <a:pt x="46090" y="50970"/>
                  <a:pt x="46770" y="52254"/>
                </a:cubicBezTo>
                <a:lnTo>
                  <a:pt x="49540" y="57453"/>
                </a:lnTo>
                <a:lnTo>
                  <a:pt x="64068" y="51234"/>
                </a:lnTo>
                <a:lnTo>
                  <a:pt x="63048" y="49371"/>
                </a:lnTo>
                <a:cubicBezTo>
                  <a:pt x="62595" y="48553"/>
                  <a:pt x="62620" y="47558"/>
                  <a:pt x="63099" y="46753"/>
                </a:cubicBezTo>
                <a:cubicBezTo>
                  <a:pt x="63589" y="45959"/>
                  <a:pt x="64483" y="45481"/>
                  <a:pt x="65389" y="45494"/>
                </a:cubicBezTo>
                <a:lnTo>
                  <a:pt x="78671" y="45758"/>
                </a:lnTo>
                <a:cubicBezTo>
                  <a:pt x="79603" y="45771"/>
                  <a:pt x="80472" y="46300"/>
                  <a:pt x="80913" y="47118"/>
                </a:cubicBezTo>
                <a:cubicBezTo>
                  <a:pt x="81365" y="47936"/>
                  <a:pt x="81340" y="48943"/>
                  <a:pt x="80850" y="49749"/>
                </a:cubicBezTo>
                <a:lnTo>
                  <a:pt x="73925" y="61065"/>
                </a:lnTo>
                <a:cubicBezTo>
                  <a:pt x="73434" y="61870"/>
                  <a:pt x="72553" y="62362"/>
                  <a:pt x="71621" y="62324"/>
                </a:cubicBezTo>
                <a:cubicBezTo>
                  <a:pt x="70690" y="62299"/>
                  <a:pt x="69834" y="61782"/>
                  <a:pt x="69393" y="60964"/>
                </a:cubicBezTo>
                <a:lnTo>
                  <a:pt x="68272" y="58913"/>
                </a:lnTo>
                <a:lnTo>
                  <a:pt x="55117" y="67951"/>
                </a:lnTo>
                <a:lnTo>
                  <a:pt x="57848" y="73098"/>
                </a:lnTo>
                <a:cubicBezTo>
                  <a:pt x="58528" y="74382"/>
                  <a:pt x="59876" y="75188"/>
                  <a:pt x="61323" y="75188"/>
                </a:cubicBezTo>
                <a:lnTo>
                  <a:pt x="83619" y="75213"/>
                </a:lnTo>
                <a:lnTo>
                  <a:pt x="83619" y="75213"/>
                </a:lnTo>
                <a:cubicBezTo>
                  <a:pt x="84928" y="75213"/>
                  <a:pt x="86149" y="74559"/>
                  <a:pt x="86880" y="73477"/>
                </a:cubicBezTo>
                <a:lnTo>
                  <a:pt x="99330" y="54985"/>
                </a:lnTo>
                <a:cubicBezTo>
                  <a:pt x="100136" y="53776"/>
                  <a:pt x="100225" y="52216"/>
                  <a:pt x="99545" y="50932"/>
                </a:cubicBezTo>
                <a:close/>
                <a:moveTo>
                  <a:pt x="50761" y="70933"/>
                </a:moveTo>
                <a:lnTo>
                  <a:pt x="27735" y="86756"/>
                </a:lnTo>
                <a:cubicBezTo>
                  <a:pt x="27282" y="87059"/>
                  <a:pt x="26765" y="87222"/>
                  <a:pt x="26250" y="87222"/>
                </a:cubicBezTo>
                <a:cubicBezTo>
                  <a:pt x="25733" y="87222"/>
                  <a:pt x="25217" y="87071"/>
                  <a:pt x="24776" y="86769"/>
                </a:cubicBezTo>
                <a:cubicBezTo>
                  <a:pt x="23882" y="86177"/>
                  <a:pt x="23454" y="85082"/>
                  <a:pt x="23681" y="84037"/>
                </a:cubicBezTo>
                <a:lnTo>
                  <a:pt x="25066" y="77706"/>
                </a:lnTo>
                <a:lnTo>
                  <a:pt x="18998" y="75478"/>
                </a:lnTo>
                <a:cubicBezTo>
                  <a:pt x="17991" y="75100"/>
                  <a:pt x="17298" y="74156"/>
                  <a:pt x="17273" y="73073"/>
                </a:cubicBezTo>
                <a:cubicBezTo>
                  <a:pt x="17248" y="72003"/>
                  <a:pt x="17878" y="71022"/>
                  <a:pt x="18860" y="70606"/>
                </a:cubicBezTo>
                <a:lnTo>
                  <a:pt x="44705" y="59529"/>
                </a:lnTo>
                <a:lnTo>
                  <a:pt x="42150" y="54721"/>
                </a:lnTo>
                <a:cubicBezTo>
                  <a:pt x="41457" y="53437"/>
                  <a:pt x="40135" y="52644"/>
                  <a:pt x="38675" y="52631"/>
                </a:cubicBezTo>
                <a:lnTo>
                  <a:pt x="16379" y="52606"/>
                </a:lnTo>
                <a:lnTo>
                  <a:pt x="16379" y="52606"/>
                </a:lnTo>
                <a:cubicBezTo>
                  <a:pt x="15070" y="52606"/>
                  <a:pt x="13848" y="53261"/>
                  <a:pt x="13119" y="54343"/>
                </a:cubicBezTo>
                <a:lnTo>
                  <a:pt x="667" y="72847"/>
                </a:lnTo>
                <a:cubicBezTo>
                  <a:pt x="-138" y="74043"/>
                  <a:pt x="-226" y="75603"/>
                  <a:pt x="466" y="76888"/>
                </a:cubicBezTo>
                <a:lnTo>
                  <a:pt x="11545" y="97720"/>
                </a:lnTo>
                <a:cubicBezTo>
                  <a:pt x="12225" y="99004"/>
                  <a:pt x="13559" y="99810"/>
                  <a:pt x="15007" y="99810"/>
                </a:cubicBezTo>
                <a:lnTo>
                  <a:pt x="37303" y="99835"/>
                </a:lnTo>
                <a:lnTo>
                  <a:pt x="37303" y="99835"/>
                </a:lnTo>
                <a:cubicBezTo>
                  <a:pt x="38625" y="99835"/>
                  <a:pt x="39846" y="99180"/>
                  <a:pt x="40576" y="98098"/>
                </a:cubicBezTo>
                <a:lnTo>
                  <a:pt x="53014" y="79606"/>
                </a:lnTo>
                <a:cubicBezTo>
                  <a:pt x="53833" y="78398"/>
                  <a:pt x="53908" y="76850"/>
                  <a:pt x="53228" y="75566"/>
                </a:cubicBezTo>
                <a:lnTo>
                  <a:pt x="50761" y="7093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0" name="Чёрный — SVG 23">
            <a:extLst>
              <a:ext uri="{FF2B5EF4-FFF2-40B4-BE49-F238E27FC236}">
                <a16:creationId xmlns:a16="http://schemas.microsoft.com/office/drawing/2014/main" id="{C31058D4-5C2E-B64D-B33F-264C482A118C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42534 w 155961"/>
              <a:gd name="csY0" fmla="*/ 0 h 85055"/>
              <a:gd name="csX1" fmla="*/ 0 w 155961"/>
              <a:gd name="csY1" fmla="*/ 42528 h 85055"/>
              <a:gd name="csX2" fmla="*/ 42534 w 155961"/>
              <a:gd name="csY2" fmla="*/ 85056 h 85055"/>
              <a:gd name="csX3" fmla="*/ 85067 w 155961"/>
              <a:gd name="csY3" fmla="*/ 42528 h 85055"/>
              <a:gd name="csX4" fmla="*/ 42534 w 155961"/>
              <a:gd name="csY4" fmla="*/ 0 h 85055"/>
              <a:gd name="csX5" fmla="*/ 74297 w 155961"/>
              <a:gd name="csY5" fmla="*/ 0 h 85055"/>
              <a:gd name="csX6" fmla="*/ 95700 w 155961"/>
              <a:gd name="csY6" fmla="*/ 42528 h 85055"/>
              <a:gd name="csX7" fmla="*/ 74297 w 155961"/>
              <a:gd name="csY7" fmla="*/ 85056 h 85055"/>
              <a:gd name="csX8" fmla="*/ 113428 w 155961"/>
              <a:gd name="csY8" fmla="*/ 85056 h 85055"/>
              <a:gd name="csX9" fmla="*/ 155962 w 155961"/>
              <a:gd name="csY9" fmla="*/ 42528 h 85055"/>
              <a:gd name="csX10" fmla="*/ 113428 w 155961"/>
              <a:gd name="csY10" fmla="*/ 0 h 85055"/>
              <a:gd name="csX11" fmla="*/ 74297 w 155961"/>
              <a:gd name="csY11" fmla="*/ 0 h 85055"/>
            </a:gdLst>
            <a:ahLst/>
            <a:cxnLst/>
            <a:rect l="l" t="t" r="r" b="b"/>
            <a:pathLst>
              <a:path w="100000" h="100000">
                <a:moveTo>
                  <a:pt x="27272" y="22732"/>
                </a:moveTo>
                <a:cubicBezTo>
                  <a:pt x="12229" y="22732"/>
                  <a:pt x="0" y="34959"/>
                  <a:pt x="0" y="50000"/>
                </a:cubicBezTo>
                <a:cubicBezTo>
                  <a:pt x="0" y="65041"/>
                  <a:pt x="12229" y="77269"/>
                  <a:pt x="27272" y="77269"/>
                </a:cubicBezTo>
                <a:cubicBezTo>
                  <a:pt x="42315" y="77269"/>
                  <a:pt x="54544" y="65041"/>
                  <a:pt x="54544" y="50000"/>
                </a:cubicBezTo>
                <a:cubicBezTo>
                  <a:pt x="54544" y="34959"/>
                  <a:pt x="42315" y="22732"/>
                  <a:pt x="27272" y="22732"/>
                </a:cubicBezTo>
                <a:close/>
                <a:moveTo>
                  <a:pt x="47638" y="22732"/>
                </a:moveTo>
                <a:cubicBezTo>
                  <a:pt x="55951" y="28949"/>
                  <a:pt x="61361" y="38842"/>
                  <a:pt x="61361" y="50000"/>
                </a:cubicBezTo>
                <a:cubicBezTo>
                  <a:pt x="61361" y="61158"/>
                  <a:pt x="55951" y="71051"/>
                  <a:pt x="47638" y="77269"/>
                </a:cubicBezTo>
                <a:lnTo>
                  <a:pt x="72728" y="77269"/>
                </a:lnTo>
                <a:cubicBezTo>
                  <a:pt x="87761" y="77269"/>
                  <a:pt x="100001" y="65041"/>
                  <a:pt x="100001" y="50000"/>
                </a:cubicBezTo>
                <a:cubicBezTo>
                  <a:pt x="100001" y="34959"/>
                  <a:pt x="87761" y="22732"/>
                  <a:pt x="72728" y="22732"/>
                </a:cubicBezTo>
                <a:lnTo>
                  <a:pt x="47638" y="2273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1" name="Чёрный — SVG 24">
            <a:extLst>
              <a:ext uri="{FF2B5EF4-FFF2-40B4-BE49-F238E27FC236}">
                <a16:creationId xmlns:a16="http://schemas.microsoft.com/office/drawing/2014/main" id="{6716F43D-BBEC-3D41-8F7F-F178D51F7CE0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90384 w 141777"/>
              <a:gd name="csY0" fmla="*/ 0 h 141753"/>
              <a:gd name="csX1" fmla="*/ 42581 w 141777"/>
              <a:gd name="csY1" fmla="*/ 32627 h 141753"/>
              <a:gd name="csX2" fmla="*/ 51394 w 141777"/>
              <a:gd name="csY2" fmla="*/ 31896 h 141753"/>
              <a:gd name="csX3" fmla="*/ 54516 w 141777"/>
              <a:gd name="csY3" fmla="*/ 32049 h 141753"/>
              <a:gd name="csX4" fmla="*/ 90384 w 141777"/>
              <a:gd name="csY4" fmla="*/ 10632 h 141753"/>
              <a:gd name="csX5" fmla="*/ 131144 w 141777"/>
              <a:gd name="csY5" fmla="*/ 51390 h 141753"/>
              <a:gd name="csX6" fmla="*/ 109719 w 141777"/>
              <a:gd name="csY6" fmla="*/ 87250 h 141753"/>
              <a:gd name="csX7" fmla="*/ 109878 w 141777"/>
              <a:gd name="csY7" fmla="*/ 90363 h 141753"/>
              <a:gd name="csX8" fmla="*/ 109144 w 141777"/>
              <a:gd name="csY8" fmla="*/ 99175 h 141753"/>
              <a:gd name="csX9" fmla="*/ 141778 w 141777"/>
              <a:gd name="csY9" fmla="*/ 51390 h 141753"/>
              <a:gd name="csX10" fmla="*/ 90384 w 141777"/>
              <a:gd name="csY10" fmla="*/ 0 h 141753"/>
              <a:gd name="csX11" fmla="*/ 83294 w 141777"/>
              <a:gd name="csY11" fmla="*/ 28357 h 141753"/>
              <a:gd name="csX12" fmla="*/ 81237 w 141777"/>
              <a:gd name="csY12" fmla="*/ 28732 h 141753"/>
              <a:gd name="csX13" fmla="*/ 79487 w 141777"/>
              <a:gd name="csY13" fmla="*/ 29889 h 141753"/>
              <a:gd name="csX14" fmla="*/ 78314 w 141777"/>
              <a:gd name="csY14" fmla="*/ 31624 h 141753"/>
              <a:gd name="csX15" fmla="*/ 77903 w 141777"/>
              <a:gd name="csY15" fmla="*/ 33665 h 141753"/>
              <a:gd name="csX16" fmla="*/ 78314 w 141777"/>
              <a:gd name="csY16" fmla="*/ 35723 h 141753"/>
              <a:gd name="csX17" fmla="*/ 79487 w 141777"/>
              <a:gd name="csY17" fmla="*/ 37458 h 141753"/>
              <a:gd name="csX18" fmla="*/ 81237 w 141777"/>
              <a:gd name="csY18" fmla="*/ 38598 h 141753"/>
              <a:gd name="csX19" fmla="*/ 83294 w 141777"/>
              <a:gd name="csY19" fmla="*/ 38989 h 141753"/>
              <a:gd name="csX20" fmla="*/ 95272 w 141777"/>
              <a:gd name="csY20" fmla="*/ 38989 h 141753"/>
              <a:gd name="csX21" fmla="*/ 83772 w 141777"/>
              <a:gd name="csY21" fmla="*/ 50489 h 141753"/>
              <a:gd name="csX22" fmla="*/ 91291 w 141777"/>
              <a:gd name="csY22" fmla="*/ 57991 h 141753"/>
              <a:gd name="csX23" fmla="*/ 102790 w 141777"/>
              <a:gd name="csY23" fmla="*/ 46509 h 141753"/>
              <a:gd name="csX24" fmla="*/ 102790 w 141777"/>
              <a:gd name="csY24" fmla="*/ 58467 h 141753"/>
              <a:gd name="csX25" fmla="*/ 103173 w 141777"/>
              <a:gd name="csY25" fmla="*/ 60526 h 141753"/>
              <a:gd name="csX26" fmla="*/ 104319 w 141777"/>
              <a:gd name="csY26" fmla="*/ 62278 h 141753"/>
              <a:gd name="csX27" fmla="*/ 106053 w 141777"/>
              <a:gd name="csY27" fmla="*/ 63452 h 141753"/>
              <a:gd name="csX28" fmla="*/ 108107 w 141777"/>
              <a:gd name="csY28" fmla="*/ 63860 h 141753"/>
              <a:gd name="csX29" fmla="*/ 110158 w 141777"/>
              <a:gd name="csY29" fmla="*/ 63452 h 141753"/>
              <a:gd name="csX30" fmla="*/ 111892 w 141777"/>
              <a:gd name="csY30" fmla="*/ 62278 h 141753"/>
              <a:gd name="csX31" fmla="*/ 113041 w 141777"/>
              <a:gd name="csY31" fmla="*/ 60526 h 141753"/>
              <a:gd name="csX32" fmla="*/ 113423 w 141777"/>
              <a:gd name="csY32" fmla="*/ 58467 h 141753"/>
              <a:gd name="csX33" fmla="*/ 113423 w 141777"/>
              <a:gd name="csY33" fmla="*/ 33665 h 141753"/>
              <a:gd name="csX34" fmla="*/ 111865 w 141777"/>
              <a:gd name="csY34" fmla="*/ 29906 h 141753"/>
              <a:gd name="csX35" fmla="*/ 108107 w 141777"/>
              <a:gd name="csY35" fmla="*/ 28357 h 141753"/>
              <a:gd name="csX36" fmla="*/ 83294 w 141777"/>
              <a:gd name="csY36" fmla="*/ 28357 h 141753"/>
              <a:gd name="csX37" fmla="*/ 91291 w 141777"/>
              <a:gd name="csY37" fmla="*/ 57991 h 141753"/>
              <a:gd name="csX38" fmla="*/ 53596 w 141777"/>
              <a:gd name="csY38" fmla="*/ 95687 h 141753"/>
              <a:gd name="csX39" fmla="*/ 65573 w 141777"/>
              <a:gd name="csY39" fmla="*/ 95687 h 141753"/>
              <a:gd name="csX40" fmla="*/ 70890 w 141777"/>
              <a:gd name="csY40" fmla="*/ 100995 h 141753"/>
              <a:gd name="csX41" fmla="*/ 65573 w 141777"/>
              <a:gd name="csY41" fmla="*/ 106319 h 141753"/>
              <a:gd name="csX42" fmla="*/ 40761 w 141777"/>
              <a:gd name="csY42" fmla="*/ 106319 h 141753"/>
              <a:gd name="csX43" fmla="*/ 35444 w 141777"/>
              <a:gd name="csY43" fmla="*/ 100995 h 141753"/>
              <a:gd name="csX44" fmla="*/ 35444 w 141777"/>
              <a:gd name="csY44" fmla="*/ 76193 h 141753"/>
              <a:gd name="csX45" fmla="*/ 40761 w 141777"/>
              <a:gd name="csY45" fmla="*/ 70885 h 141753"/>
              <a:gd name="csX46" fmla="*/ 46077 w 141777"/>
              <a:gd name="csY46" fmla="*/ 76193 h 141753"/>
              <a:gd name="csX47" fmla="*/ 46077 w 141777"/>
              <a:gd name="csY47" fmla="*/ 88169 h 141753"/>
              <a:gd name="csX48" fmla="*/ 83772 w 141777"/>
              <a:gd name="csY48" fmla="*/ 50489 h 141753"/>
              <a:gd name="csX49" fmla="*/ 51394 w 141777"/>
              <a:gd name="csY49" fmla="*/ 38989 h 141753"/>
              <a:gd name="csX50" fmla="*/ 0 w 141777"/>
              <a:gd name="csY50" fmla="*/ 90363 h 141753"/>
              <a:gd name="csX51" fmla="*/ 51394 w 141777"/>
              <a:gd name="csY51" fmla="*/ 141754 h 141753"/>
              <a:gd name="csX52" fmla="*/ 102790 w 141777"/>
              <a:gd name="csY52" fmla="*/ 90363 h 141753"/>
              <a:gd name="csX53" fmla="*/ 91291 w 141777"/>
              <a:gd name="csY53" fmla="*/ 57991 h 141753"/>
            </a:gdLst>
            <a:ahLst/>
            <a:cxnLst/>
            <a:rect l="l" t="t" r="r" b="b"/>
            <a:pathLst>
              <a:path w="100000" h="100000">
                <a:moveTo>
                  <a:pt x="63751" y="8"/>
                </a:moveTo>
                <a:cubicBezTo>
                  <a:pt x="48435" y="8"/>
                  <a:pt x="35334" y="9571"/>
                  <a:pt x="30034" y="23021"/>
                </a:cubicBezTo>
                <a:cubicBezTo>
                  <a:pt x="32067" y="22710"/>
                  <a:pt x="34133" y="22506"/>
                  <a:pt x="36250" y="22506"/>
                </a:cubicBezTo>
                <a:cubicBezTo>
                  <a:pt x="36993" y="22506"/>
                  <a:pt x="37720" y="22578"/>
                  <a:pt x="38452" y="22614"/>
                </a:cubicBezTo>
                <a:cubicBezTo>
                  <a:pt x="43318" y="13627"/>
                  <a:pt x="52831" y="7508"/>
                  <a:pt x="63751" y="7508"/>
                </a:cubicBezTo>
                <a:cubicBezTo>
                  <a:pt x="79602" y="7508"/>
                  <a:pt x="92500" y="20406"/>
                  <a:pt x="92500" y="36256"/>
                </a:cubicBezTo>
                <a:cubicBezTo>
                  <a:pt x="92500" y="47175"/>
                  <a:pt x="86378" y="56689"/>
                  <a:pt x="77388" y="61549"/>
                </a:cubicBezTo>
                <a:cubicBezTo>
                  <a:pt x="77429" y="62280"/>
                  <a:pt x="77501" y="63012"/>
                  <a:pt x="77501" y="63744"/>
                </a:cubicBezTo>
                <a:cubicBezTo>
                  <a:pt x="77501" y="65868"/>
                  <a:pt x="77293" y="67932"/>
                  <a:pt x="76983" y="69960"/>
                </a:cubicBezTo>
                <a:cubicBezTo>
                  <a:pt x="90441" y="64668"/>
                  <a:pt x="100001" y="51566"/>
                  <a:pt x="100001" y="36256"/>
                </a:cubicBezTo>
                <a:cubicBezTo>
                  <a:pt x="100001" y="16266"/>
                  <a:pt x="83738" y="8"/>
                  <a:pt x="63751" y="8"/>
                </a:cubicBezTo>
                <a:close/>
                <a:moveTo>
                  <a:pt x="58750" y="20010"/>
                </a:moveTo>
                <a:cubicBezTo>
                  <a:pt x="58253" y="19998"/>
                  <a:pt x="57760" y="20094"/>
                  <a:pt x="57299" y="20274"/>
                </a:cubicBezTo>
                <a:cubicBezTo>
                  <a:pt x="56839" y="20466"/>
                  <a:pt x="56419" y="20742"/>
                  <a:pt x="56065" y="21090"/>
                </a:cubicBezTo>
                <a:cubicBezTo>
                  <a:pt x="55711" y="21438"/>
                  <a:pt x="55430" y="21846"/>
                  <a:pt x="55237" y="22314"/>
                </a:cubicBezTo>
                <a:cubicBezTo>
                  <a:pt x="55046" y="22770"/>
                  <a:pt x="54948" y="23261"/>
                  <a:pt x="54948" y="23754"/>
                </a:cubicBezTo>
                <a:cubicBezTo>
                  <a:pt x="54948" y="24257"/>
                  <a:pt x="55046" y="24749"/>
                  <a:pt x="55237" y="25205"/>
                </a:cubicBezTo>
                <a:cubicBezTo>
                  <a:pt x="55430" y="25661"/>
                  <a:pt x="55711" y="26081"/>
                  <a:pt x="56065" y="26429"/>
                </a:cubicBezTo>
                <a:cubicBezTo>
                  <a:pt x="56419" y="26777"/>
                  <a:pt x="56839" y="27053"/>
                  <a:pt x="57299" y="27233"/>
                </a:cubicBezTo>
                <a:cubicBezTo>
                  <a:pt x="57760" y="27425"/>
                  <a:pt x="58253" y="27509"/>
                  <a:pt x="58750" y="27509"/>
                </a:cubicBezTo>
                <a:lnTo>
                  <a:pt x="67198" y="27509"/>
                </a:lnTo>
                <a:lnTo>
                  <a:pt x="59087" y="35620"/>
                </a:lnTo>
                <a:cubicBezTo>
                  <a:pt x="61032" y="37192"/>
                  <a:pt x="62810" y="38968"/>
                  <a:pt x="64391" y="40911"/>
                </a:cubicBezTo>
                <a:lnTo>
                  <a:pt x="72501" y="32813"/>
                </a:lnTo>
                <a:lnTo>
                  <a:pt x="72501" y="41247"/>
                </a:lnTo>
                <a:cubicBezTo>
                  <a:pt x="72494" y="41751"/>
                  <a:pt x="72585" y="42243"/>
                  <a:pt x="72771" y="42699"/>
                </a:cubicBezTo>
                <a:cubicBezTo>
                  <a:pt x="72956" y="43167"/>
                  <a:pt x="73230" y="43587"/>
                  <a:pt x="73580" y="43935"/>
                </a:cubicBezTo>
                <a:cubicBezTo>
                  <a:pt x="73929" y="44295"/>
                  <a:pt x="74344" y="44571"/>
                  <a:pt x="74803" y="44763"/>
                </a:cubicBezTo>
                <a:cubicBezTo>
                  <a:pt x="75263" y="44955"/>
                  <a:pt x="75754" y="45051"/>
                  <a:pt x="76251" y="45051"/>
                </a:cubicBezTo>
                <a:cubicBezTo>
                  <a:pt x="76748" y="45051"/>
                  <a:pt x="77240" y="44955"/>
                  <a:pt x="77698" y="44763"/>
                </a:cubicBezTo>
                <a:cubicBezTo>
                  <a:pt x="78157" y="44571"/>
                  <a:pt x="78572" y="44295"/>
                  <a:pt x="78921" y="43935"/>
                </a:cubicBezTo>
                <a:cubicBezTo>
                  <a:pt x="79270" y="43587"/>
                  <a:pt x="79545" y="43167"/>
                  <a:pt x="79732" y="42699"/>
                </a:cubicBezTo>
                <a:cubicBezTo>
                  <a:pt x="79916" y="42243"/>
                  <a:pt x="80008" y="41751"/>
                  <a:pt x="80001" y="41247"/>
                </a:cubicBezTo>
                <a:lnTo>
                  <a:pt x="80001" y="23754"/>
                </a:lnTo>
                <a:cubicBezTo>
                  <a:pt x="80001" y="22758"/>
                  <a:pt x="79605" y="21810"/>
                  <a:pt x="78902" y="21102"/>
                </a:cubicBezTo>
                <a:cubicBezTo>
                  <a:pt x="78199" y="20406"/>
                  <a:pt x="77245" y="20010"/>
                  <a:pt x="76251" y="20010"/>
                </a:cubicBezTo>
                <a:lnTo>
                  <a:pt x="58750" y="20010"/>
                </a:lnTo>
                <a:close/>
                <a:moveTo>
                  <a:pt x="64391" y="40911"/>
                </a:moveTo>
                <a:lnTo>
                  <a:pt x="37803" y="67500"/>
                </a:lnTo>
                <a:lnTo>
                  <a:pt x="46251" y="67500"/>
                </a:lnTo>
                <a:cubicBezTo>
                  <a:pt x="48323" y="67500"/>
                  <a:pt x="50001" y="69180"/>
                  <a:pt x="50001" y="71244"/>
                </a:cubicBezTo>
                <a:cubicBezTo>
                  <a:pt x="50001" y="73319"/>
                  <a:pt x="48323" y="74999"/>
                  <a:pt x="46251" y="74999"/>
                </a:cubicBezTo>
                <a:lnTo>
                  <a:pt x="28750" y="74999"/>
                </a:lnTo>
                <a:cubicBezTo>
                  <a:pt x="26678" y="74999"/>
                  <a:pt x="25000" y="73319"/>
                  <a:pt x="25000" y="71244"/>
                </a:cubicBezTo>
                <a:lnTo>
                  <a:pt x="25000" y="53750"/>
                </a:lnTo>
                <a:cubicBezTo>
                  <a:pt x="25000" y="51686"/>
                  <a:pt x="26678" y="50006"/>
                  <a:pt x="28750" y="50006"/>
                </a:cubicBezTo>
                <a:cubicBezTo>
                  <a:pt x="30822" y="50006"/>
                  <a:pt x="32500" y="51686"/>
                  <a:pt x="32500" y="53750"/>
                </a:cubicBezTo>
                <a:lnTo>
                  <a:pt x="32500" y="62197"/>
                </a:lnTo>
                <a:lnTo>
                  <a:pt x="59087" y="35620"/>
                </a:lnTo>
                <a:cubicBezTo>
                  <a:pt x="52855" y="30544"/>
                  <a:pt x="44911" y="27509"/>
                  <a:pt x="36250" y="27509"/>
                </a:cubicBezTo>
                <a:cubicBezTo>
                  <a:pt x="16230" y="27509"/>
                  <a:pt x="0" y="43731"/>
                  <a:pt x="0" y="63744"/>
                </a:cubicBezTo>
                <a:cubicBezTo>
                  <a:pt x="0" y="83770"/>
                  <a:pt x="16230" y="99992"/>
                  <a:pt x="36250" y="99992"/>
                </a:cubicBezTo>
                <a:cubicBezTo>
                  <a:pt x="56271" y="99992"/>
                  <a:pt x="72501" y="83770"/>
                  <a:pt x="72501" y="63744"/>
                </a:cubicBezTo>
                <a:cubicBezTo>
                  <a:pt x="72501" y="55094"/>
                  <a:pt x="69458" y="47151"/>
                  <a:pt x="64391" y="4091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2" name="Чёрный — SVG 25">
            <a:extLst>
              <a:ext uri="{FF2B5EF4-FFF2-40B4-BE49-F238E27FC236}">
                <a16:creationId xmlns:a16="http://schemas.microsoft.com/office/drawing/2014/main" id="{60054C27-7540-D04E-B219-50E72428FFA0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37217 w 124056"/>
              <a:gd name="csY0" fmla="*/ 0 h 141753"/>
              <a:gd name="csX1" fmla="*/ 21447 w 124056"/>
              <a:gd name="csY1" fmla="*/ 14170 h 141753"/>
              <a:gd name="csX2" fmla="*/ 12406 w 124056"/>
              <a:gd name="csY2" fmla="*/ 14170 h 141753"/>
              <a:gd name="csX3" fmla="*/ 0 w 124056"/>
              <a:gd name="csY3" fmla="*/ 26572 h 141753"/>
              <a:gd name="csX4" fmla="*/ 0 w 124056"/>
              <a:gd name="csY4" fmla="*/ 47835 h 141753"/>
              <a:gd name="csX5" fmla="*/ 23040 w 124056"/>
              <a:gd name="csY5" fmla="*/ 70885 h 141753"/>
              <a:gd name="csX6" fmla="*/ 23211 w 124056"/>
              <a:gd name="csY6" fmla="*/ 70885 h 141753"/>
              <a:gd name="csX7" fmla="*/ 56711 w 124056"/>
              <a:gd name="csY7" fmla="*/ 98852 h 141753"/>
              <a:gd name="csX8" fmla="*/ 56711 w 124056"/>
              <a:gd name="csY8" fmla="*/ 109858 h 141753"/>
              <a:gd name="csX9" fmla="*/ 44306 w 124056"/>
              <a:gd name="csY9" fmla="*/ 109858 h 141753"/>
              <a:gd name="csX10" fmla="*/ 21267 w 124056"/>
              <a:gd name="csY10" fmla="*/ 132891 h 141753"/>
              <a:gd name="csX11" fmla="*/ 21267 w 124056"/>
              <a:gd name="csY11" fmla="*/ 136446 h 141753"/>
              <a:gd name="csX12" fmla="*/ 26583 w 124056"/>
              <a:gd name="csY12" fmla="*/ 141754 h 141753"/>
              <a:gd name="csX13" fmla="*/ 97473 w 124056"/>
              <a:gd name="csY13" fmla="*/ 141754 h 141753"/>
              <a:gd name="csX14" fmla="*/ 102790 w 124056"/>
              <a:gd name="csY14" fmla="*/ 136446 h 141753"/>
              <a:gd name="csX15" fmla="*/ 102790 w 124056"/>
              <a:gd name="csY15" fmla="*/ 132891 h 141753"/>
              <a:gd name="csX16" fmla="*/ 79750 w 124056"/>
              <a:gd name="csY16" fmla="*/ 109858 h 141753"/>
              <a:gd name="csX17" fmla="*/ 67344 w 124056"/>
              <a:gd name="csY17" fmla="*/ 109858 h 141753"/>
              <a:gd name="csX18" fmla="*/ 67344 w 124056"/>
              <a:gd name="csY18" fmla="*/ 98852 h 141753"/>
              <a:gd name="csX19" fmla="*/ 100844 w 124056"/>
              <a:gd name="csY19" fmla="*/ 70885 h 141753"/>
              <a:gd name="csX20" fmla="*/ 101017 w 124056"/>
              <a:gd name="csY20" fmla="*/ 70885 h 141753"/>
              <a:gd name="csX21" fmla="*/ 124057 w 124056"/>
              <a:gd name="csY21" fmla="*/ 47835 h 141753"/>
              <a:gd name="csX22" fmla="*/ 124057 w 124056"/>
              <a:gd name="csY22" fmla="*/ 26572 h 141753"/>
              <a:gd name="csX23" fmla="*/ 111650 w 124056"/>
              <a:gd name="csY23" fmla="*/ 14170 h 141753"/>
              <a:gd name="csX24" fmla="*/ 102610 w 124056"/>
              <a:gd name="csY24" fmla="*/ 14170 h 141753"/>
              <a:gd name="csX25" fmla="*/ 86840 w 124056"/>
              <a:gd name="csY25" fmla="*/ 0 h 141753"/>
              <a:gd name="csX26" fmla="*/ 37217 w 124056"/>
              <a:gd name="csY26" fmla="*/ 0 h 141753"/>
              <a:gd name="csX27" fmla="*/ 12406 w 124056"/>
              <a:gd name="csY27" fmla="*/ 24802 h 141753"/>
              <a:gd name="csX28" fmla="*/ 21267 w 124056"/>
              <a:gd name="csY28" fmla="*/ 24802 h 141753"/>
              <a:gd name="csX29" fmla="*/ 21267 w 124056"/>
              <a:gd name="csY29" fmla="*/ 58467 h 141753"/>
              <a:gd name="csX30" fmla="*/ 21350 w 124056"/>
              <a:gd name="csY30" fmla="*/ 60083 h 141753"/>
              <a:gd name="csX31" fmla="*/ 10633 w 124056"/>
              <a:gd name="csY31" fmla="*/ 47835 h 141753"/>
              <a:gd name="csX32" fmla="*/ 10633 w 124056"/>
              <a:gd name="csY32" fmla="*/ 26572 h 141753"/>
              <a:gd name="csX33" fmla="*/ 12406 w 124056"/>
              <a:gd name="csY33" fmla="*/ 24802 h 141753"/>
              <a:gd name="csX34" fmla="*/ 102790 w 124056"/>
              <a:gd name="csY34" fmla="*/ 24802 h 141753"/>
              <a:gd name="csX35" fmla="*/ 111650 w 124056"/>
              <a:gd name="csY35" fmla="*/ 24802 h 141753"/>
              <a:gd name="csX36" fmla="*/ 113423 w 124056"/>
              <a:gd name="csY36" fmla="*/ 26572 h 141753"/>
              <a:gd name="csX37" fmla="*/ 113423 w 124056"/>
              <a:gd name="csY37" fmla="*/ 47835 h 141753"/>
              <a:gd name="csX38" fmla="*/ 102707 w 124056"/>
              <a:gd name="csY38" fmla="*/ 60083 h 141753"/>
              <a:gd name="csX39" fmla="*/ 102790 w 124056"/>
              <a:gd name="csY39" fmla="*/ 58467 h 141753"/>
              <a:gd name="csX40" fmla="*/ 102790 w 124056"/>
              <a:gd name="csY40" fmla="*/ 24802 h 141753"/>
            </a:gdLst>
            <a:ahLst/>
            <a:cxnLst/>
            <a:rect l="l" t="t" r="r" b="b"/>
            <a:pathLst>
              <a:path w="100000" h="100000">
                <a:moveTo>
                  <a:pt x="32497" y="0"/>
                </a:moveTo>
                <a:cubicBezTo>
                  <a:pt x="26721" y="0"/>
                  <a:pt x="22003" y="4392"/>
                  <a:pt x="21372" y="9996"/>
                </a:cubicBezTo>
                <a:lnTo>
                  <a:pt x="14994" y="9996"/>
                </a:lnTo>
                <a:cubicBezTo>
                  <a:pt x="10205" y="9996"/>
                  <a:pt x="6242" y="13969"/>
                  <a:pt x="6242" y="18745"/>
                </a:cubicBezTo>
                <a:lnTo>
                  <a:pt x="6242" y="33745"/>
                </a:lnTo>
                <a:cubicBezTo>
                  <a:pt x="6242" y="42686"/>
                  <a:pt x="13563" y="50006"/>
                  <a:pt x="22496" y="50006"/>
                </a:cubicBezTo>
                <a:lnTo>
                  <a:pt x="22616" y="50006"/>
                </a:lnTo>
                <a:cubicBezTo>
                  <a:pt x="25960" y="60435"/>
                  <a:pt x="35112" y="68271"/>
                  <a:pt x="46249" y="69735"/>
                </a:cubicBezTo>
                <a:lnTo>
                  <a:pt x="46249" y="77500"/>
                </a:lnTo>
                <a:lnTo>
                  <a:pt x="37498" y="77500"/>
                </a:lnTo>
                <a:cubicBezTo>
                  <a:pt x="28536" y="77500"/>
                  <a:pt x="21245" y="84795"/>
                  <a:pt x="21245" y="93748"/>
                </a:cubicBezTo>
                <a:lnTo>
                  <a:pt x="21245" y="96256"/>
                </a:lnTo>
                <a:cubicBezTo>
                  <a:pt x="21245" y="98332"/>
                  <a:pt x="22923" y="100001"/>
                  <a:pt x="24995" y="100001"/>
                </a:cubicBezTo>
                <a:lnTo>
                  <a:pt x="75005" y="100001"/>
                </a:lnTo>
                <a:cubicBezTo>
                  <a:pt x="77077" y="100001"/>
                  <a:pt x="78756" y="98332"/>
                  <a:pt x="78756" y="96256"/>
                </a:cubicBezTo>
                <a:lnTo>
                  <a:pt x="78756" y="93748"/>
                </a:lnTo>
                <a:cubicBezTo>
                  <a:pt x="78756" y="84795"/>
                  <a:pt x="71464" y="77500"/>
                  <a:pt x="62502" y="77500"/>
                </a:cubicBezTo>
                <a:lnTo>
                  <a:pt x="53750" y="77500"/>
                </a:lnTo>
                <a:lnTo>
                  <a:pt x="53750" y="69735"/>
                </a:lnTo>
                <a:cubicBezTo>
                  <a:pt x="64887" y="68271"/>
                  <a:pt x="74040" y="60435"/>
                  <a:pt x="77383" y="50006"/>
                </a:cubicBezTo>
                <a:lnTo>
                  <a:pt x="77505" y="50006"/>
                </a:lnTo>
                <a:cubicBezTo>
                  <a:pt x="86437" y="50006"/>
                  <a:pt x="93759" y="42686"/>
                  <a:pt x="93759" y="33745"/>
                </a:cubicBezTo>
                <a:lnTo>
                  <a:pt x="93759" y="18745"/>
                </a:lnTo>
                <a:cubicBezTo>
                  <a:pt x="93759" y="13969"/>
                  <a:pt x="89794" y="9996"/>
                  <a:pt x="85006" y="9996"/>
                </a:cubicBezTo>
                <a:lnTo>
                  <a:pt x="78629" y="9996"/>
                </a:lnTo>
                <a:cubicBezTo>
                  <a:pt x="77997" y="4392"/>
                  <a:pt x="73279" y="0"/>
                  <a:pt x="67504" y="0"/>
                </a:cubicBezTo>
                <a:lnTo>
                  <a:pt x="32497" y="0"/>
                </a:lnTo>
                <a:close/>
                <a:moveTo>
                  <a:pt x="14994" y="17497"/>
                </a:moveTo>
                <a:lnTo>
                  <a:pt x="21245" y="17497"/>
                </a:lnTo>
                <a:lnTo>
                  <a:pt x="21245" y="41246"/>
                </a:lnTo>
                <a:cubicBezTo>
                  <a:pt x="21245" y="41629"/>
                  <a:pt x="21288" y="42002"/>
                  <a:pt x="21304" y="42386"/>
                </a:cubicBezTo>
                <a:cubicBezTo>
                  <a:pt x="17008" y="41810"/>
                  <a:pt x="13743" y="38222"/>
                  <a:pt x="13743" y="33745"/>
                </a:cubicBezTo>
                <a:lnTo>
                  <a:pt x="13743" y="18745"/>
                </a:lnTo>
                <a:cubicBezTo>
                  <a:pt x="13743" y="18013"/>
                  <a:pt x="14256" y="17497"/>
                  <a:pt x="14994" y="17497"/>
                </a:cubicBezTo>
                <a:close/>
                <a:moveTo>
                  <a:pt x="78756" y="17497"/>
                </a:moveTo>
                <a:lnTo>
                  <a:pt x="85006" y="17497"/>
                </a:lnTo>
                <a:cubicBezTo>
                  <a:pt x="85745" y="17497"/>
                  <a:pt x="86257" y="18013"/>
                  <a:pt x="86257" y="18745"/>
                </a:cubicBezTo>
                <a:lnTo>
                  <a:pt x="86257" y="33745"/>
                </a:lnTo>
                <a:cubicBezTo>
                  <a:pt x="86257" y="38222"/>
                  <a:pt x="82993" y="41810"/>
                  <a:pt x="78697" y="42386"/>
                </a:cubicBezTo>
                <a:cubicBezTo>
                  <a:pt x="78711" y="42002"/>
                  <a:pt x="78756" y="41629"/>
                  <a:pt x="78756" y="41246"/>
                </a:cubicBezTo>
                <a:lnTo>
                  <a:pt x="78756" y="1749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4081857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5C735E73-3AD4-3C48-A54D-988DC6C713D8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14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A78CCC5-88CC-3D4D-B75C-DDDA277B4A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t>Строения</a:t>
            </a:r>
          </a:p>
        </p:txBody>
      </p:sp>
      <p:sp>
        <p:nvSpPr>
          <p:cNvPr id="200" name="Красный — SVG 1">
            <a:extLst>
              <a:ext uri="{FF2B5EF4-FFF2-40B4-BE49-F238E27FC236}">
                <a16:creationId xmlns:a16="http://schemas.microsoft.com/office/drawing/2014/main" id="{DCF7560B-2E41-B045-A247-3EF6E02EF4E5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44221 w 155961"/>
              <a:gd name="csY0" fmla="*/ 1 h 141840"/>
              <a:gd name="csX1" fmla="*/ 40488 w 155961"/>
              <a:gd name="csY1" fmla="*/ 1617 h 141840"/>
              <a:gd name="csX2" fmla="*/ 38986 w 155961"/>
              <a:gd name="csY2" fmla="*/ 5394 h 141840"/>
              <a:gd name="csX3" fmla="*/ 38986 w 155961"/>
              <a:gd name="csY3" fmla="*/ 14257 h 141840"/>
              <a:gd name="csX4" fmla="*/ 25792 w 155961"/>
              <a:gd name="csY4" fmla="*/ 14257 h 141840"/>
              <a:gd name="csX5" fmla="*/ 19244 w 155961"/>
              <a:gd name="csY5" fmla="*/ 17608 h 141840"/>
              <a:gd name="csX6" fmla="*/ 18136 w 155961"/>
              <a:gd name="csY6" fmla="*/ 24872 h 141840"/>
              <a:gd name="csX7" fmla="*/ 20503 w 155961"/>
              <a:gd name="csY7" fmla="*/ 31982 h 141840"/>
              <a:gd name="csX8" fmla="*/ 68089 w 155961"/>
              <a:gd name="csY8" fmla="*/ 31982 h 141840"/>
              <a:gd name="csX9" fmla="*/ 70464 w 155961"/>
              <a:gd name="csY9" fmla="*/ 24906 h 141840"/>
              <a:gd name="csX10" fmla="*/ 69363 w 155961"/>
              <a:gd name="csY10" fmla="*/ 17608 h 141840"/>
              <a:gd name="csX11" fmla="*/ 62815 w 155961"/>
              <a:gd name="csY11" fmla="*/ 14257 h 141840"/>
              <a:gd name="csX12" fmla="*/ 49619 w 155961"/>
              <a:gd name="csY12" fmla="*/ 14257 h 141840"/>
              <a:gd name="csX13" fmla="*/ 49619 w 155961"/>
              <a:gd name="csY13" fmla="*/ 5394 h 141840"/>
              <a:gd name="csX14" fmla="*/ 49230 w 155961"/>
              <a:gd name="csY14" fmla="*/ 3319 h 141840"/>
              <a:gd name="csX15" fmla="*/ 48061 w 155961"/>
              <a:gd name="csY15" fmla="*/ 1549 h 141840"/>
              <a:gd name="csX16" fmla="*/ 46298 w 155961"/>
              <a:gd name="csY16" fmla="*/ 393 h 141840"/>
              <a:gd name="csX17" fmla="*/ 44221 w 155961"/>
              <a:gd name="csY17" fmla="*/ 1 h 141840"/>
              <a:gd name="csX18" fmla="*/ 8069 w 155961"/>
              <a:gd name="csY18" fmla="*/ 39059 h 141840"/>
              <a:gd name="csX19" fmla="*/ 1521 w 155961"/>
              <a:gd name="csY19" fmla="*/ 42410 h 141840"/>
              <a:gd name="csX20" fmla="*/ 413 w 155961"/>
              <a:gd name="csY20" fmla="*/ 49691 h 141840"/>
              <a:gd name="csX21" fmla="*/ 6844 w 155961"/>
              <a:gd name="csY21" fmla="*/ 68982 h 141840"/>
              <a:gd name="csX22" fmla="*/ 14507 w 155961"/>
              <a:gd name="csY22" fmla="*/ 74510 h 141840"/>
              <a:gd name="csX23" fmla="*/ 74051 w 155961"/>
              <a:gd name="csY23" fmla="*/ 74510 h 141840"/>
              <a:gd name="csX24" fmla="*/ 81707 w 155961"/>
              <a:gd name="csY24" fmla="*/ 68999 h 141840"/>
              <a:gd name="csX25" fmla="*/ 88187 w 155961"/>
              <a:gd name="csY25" fmla="*/ 49708 h 141840"/>
              <a:gd name="csX26" fmla="*/ 87086 w 155961"/>
              <a:gd name="csY26" fmla="*/ 42427 h 141840"/>
              <a:gd name="csX27" fmla="*/ 80538 w 155961"/>
              <a:gd name="csY27" fmla="*/ 39059 h 141840"/>
              <a:gd name="csX28" fmla="*/ 8069 w 155961"/>
              <a:gd name="csY28" fmla="*/ 39059 h 141840"/>
              <a:gd name="csX29" fmla="*/ 28353 w 155961"/>
              <a:gd name="csY29" fmla="*/ 81587 h 141840"/>
              <a:gd name="csX30" fmla="*/ 28353 w 155961"/>
              <a:gd name="csY30" fmla="*/ 136516 h 141840"/>
              <a:gd name="csX31" fmla="*/ 33669 w 155961"/>
              <a:gd name="csY31" fmla="*/ 141840 h 141840"/>
              <a:gd name="csX32" fmla="*/ 54936 w 155961"/>
              <a:gd name="csY32" fmla="*/ 141840 h 141840"/>
              <a:gd name="csX33" fmla="*/ 60253 w 155961"/>
              <a:gd name="csY33" fmla="*/ 136516 h 141840"/>
              <a:gd name="csX34" fmla="*/ 60253 w 155961"/>
              <a:gd name="csY34" fmla="*/ 81587 h 141840"/>
              <a:gd name="csX35" fmla="*/ 28353 w 155961"/>
              <a:gd name="csY35" fmla="*/ 81587 h 141840"/>
              <a:gd name="csX36" fmla="*/ 67342 w 155961"/>
              <a:gd name="csY36" fmla="*/ 88680 h 141840"/>
              <a:gd name="csX37" fmla="*/ 67342 w 155961"/>
              <a:gd name="csY37" fmla="*/ 136516 h 141840"/>
              <a:gd name="csX38" fmla="*/ 66104 w 155961"/>
              <a:gd name="csY38" fmla="*/ 141840 h 141840"/>
              <a:gd name="csX39" fmla="*/ 140821 w 155961"/>
              <a:gd name="csY39" fmla="*/ 141840 h 141840"/>
              <a:gd name="csX40" fmla="*/ 145908 w 155961"/>
              <a:gd name="csY40" fmla="*/ 138064 h 141840"/>
              <a:gd name="csX41" fmla="*/ 155276 w 155961"/>
              <a:gd name="csY41" fmla="*/ 107274 h 141840"/>
              <a:gd name="csX42" fmla="*/ 153199 w 155961"/>
              <a:gd name="csY42" fmla="*/ 94515 h 141840"/>
              <a:gd name="csX43" fmla="*/ 141679 w 155961"/>
              <a:gd name="csY43" fmla="*/ 88680 h 141840"/>
              <a:gd name="csX44" fmla="*/ 67342 w 155961"/>
              <a:gd name="csY44" fmla="*/ 88680 h 141840"/>
              <a:gd name="csX45" fmla="*/ 85065 w 155961"/>
              <a:gd name="csY45" fmla="*/ 102850 h 141840"/>
              <a:gd name="csX46" fmla="*/ 88609 w 155961"/>
              <a:gd name="csY46" fmla="*/ 102850 h 141840"/>
              <a:gd name="csX47" fmla="*/ 92153 w 155961"/>
              <a:gd name="csY47" fmla="*/ 106406 h 141840"/>
              <a:gd name="csX48" fmla="*/ 92153 w 155961"/>
              <a:gd name="csY48" fmla="*/ 127670 h 141840"/>
              <a:gd name="csX49" fmla="*/ 88609 w 155961"/>
              <a:gd name="csY49" fmla="*/ 131208 h 141840"/>
              <a:gd name="csX50" fmla="*/ 85065 w 155961"/>
              <a:gd name="csY50" fmla="*/ 131208 h 141840"/>
              <a:gd name="csX51" fmla="*/ 81519 w 155961"/>
              <a:gd name="csY51" fmla="*/ 127670 h 141840"/>
              <a:gd name="csX52" fmla="*/ 81519 w 155961"/>
              <a:gd name="csY52" fmla="*/ 106406 h 141840"/>
              <a:gd name="csX53" fmla="*/ 85065 w 155961"/>
              <a:gd name="csY53" fmla="*/ 102850 h 141840"/>
              <a:gd name="csX54" fmla="*/ 106332 w 155961"/>
              <a:gd name="csY54" fmla="*/ 102850 h 141840"/>
              <a:gd name="csX55" fmla="*/ 109876 w 155961"/>
              <a:gd name="csY55" fmla="*/ 102850 h 141840"/>
              <a:gd name="csX56" fmla="*/ 113420 w 155961"/>
              <a:gd name="csY56" fmla="*/ 106406 h 141840"/>
              <a:gd name="csX57" fmla="*/ 113420 w 155961"/>
              <a:gd name="csY57" fmla="*/ 127670 h 141840"/>
              <a:gd name="csX58" fmla="*/ 109876 w 155961"/>
              <a:gd name="csY58" fmla="*/ 131208 h 141840"/>
              <a:gd name="csX59" fmla="*/ 106332 w 155961"/>
              <a:gd name="csY59" fmla="*/ 131208 h 141840"/>
              <a:gd name="csX60" fmla="*/ 102786 w 155961"/>
              <a:gd name="csY60" fmla="*/ 127670 h 141840"/>
              <a:gd name="csX61" fmla="*/ 102786 w 155961"/>
              <a:gd name="csY61" fmla="*/ 106406 h 141840"/>
              <a:gd name="csX62" fmla="*/ 106332 w 155961"/>
              <a:gd name="csY62" fmla="*/ 102850 h 141840"/>
              <a:gd name="csX63" fmla="*/ 127599 w 155961"/>
              <a:gd name="csY63" fmla="*/ 102850 h 141840"/>
              <a:gd name="csX64" fmla="*/ 131142 w 155961"/>
              <a:gd name="csY64" fmla="*/ 102850 h 141840"/>
              <a:gd name="csX65" fmla="*/ 134686 w 155961"/>
              <a:gd name="csY65" fmla="*/ 106406 h 141840"/>
              <a:gd name="csX66" fmla="*/ 134686 w 155961"/>
              <a:gd name="csY66" fmla="*/ 127670 h 141840"/>
              <a:gd name="csX67" fmla="*/ 131142 w 155961"/>
              <a:gd name="csY67" fmla="*/ 131208 h 141840"/>
              <a:gd name="csX68" fmla="*/ 127599 w 155961"/>
              <a:gd name="csY68" fmla="*/ 131208 h 141840"/>
              <a:gd name="csX69" fmla="*/ 124053 w 155961"/>
              <a:gd name="csY69" fmla="*/ 127670 h 141840"/>
              <a:gd name="csX70" fmla="*/ 124053 w 155961"/>
              <a:gd name="csY70" fmla="*/ 106406 h 141840"/>
              <a:gd name="csX71" fmla="*/ 127599 w 155961"/>
              <a:gd name="csY71" fmla="*/ 102850 h 141840"/>
            </a:gdLst>
            <a:ahLst/>
            <a:cxnLst/>
            <a:rect l="l" t="t" r="r" b="b"/>
            <a:pathLst>
              <a:path w="100000" h="100000">
                <a:moveTo>
                  <a:pt x="28354" y="4528"/>
                </a:moveTo>
                <a:cubicBezTo>
                  <a:pt x="27450" y="4539"/>
                  <a:pt x="26589" y="4910"/>
                  <a:pt x="25960" y="5564"/>
                </a:cubicBezTo>
                <a:cubicBezTo>
                  <a:pt x="25331" y="6208"/>
                  <a:pt x="24984" y="7080"/>
                  <a:pt x="24997" y="7986"/>
                </a:cubicBezTo>
                <a:lnTo>
                  <a:pt x="24997" y="13668"/>
                </a:lnTo>
                <a:lnTo>
                  <a:pt x="16537" y="13668"/>
                </a:lnTo>
                <a:cubicBezTo>
                  <a:pt x="14878" y="13668"/>
                  <a:pt x="13308" y="14465"/>
                  <a:pt x="12339" y="15817"/>
                </a:cubicBezTo>
                <a:cubicBezTo>
                  <a:pt x="11368" y="17158"/>
                  <a:pt x="11103" y="18904"/>
                  <a:pt x="11629" y="20475"/>
                </a:cubicBezTo>
                <a:lnTo>
                  <a:pt x="13146" y="25034"/>
                </a:lnTo>
                <a:lnTo>
                  <a:pt x="43658" y="25034"/>
                </a:lnTo>
                <a:lnTo>
                  <a:pt x="45181" y="20496"/>
                </a:lnTo>
                <a:cubicBezTo>
                  <a:pt x="45711" y="18915"/>
                  <a:pt x="45446" y="17169"/>
                  <a:pt x="44475" y="15817"/>
                </a:cubicBezTo>
                <a:cubicBezTo>
                  <a:pt x="43505" y="14465"/>
                  <a:pt x="41937" y="13668"/>
                  <a:pt x="40276" y="13668"/>
                </a:cubicBezTo>
                <a:lnTo>
                  <a:pt x="31815" y="13668"/>
                </a:lnTo>
                <a:lnTo>
                  <a:pt x="31815" y="7986"/>
                </a:lnTo>
                <a:cubicBezTo>
                  <a:pt x="31822" y="7527"/>
                  <a:pt x="31737" y="7080"/>
                  <a:pt x="31566" y="6655"/>
                </a:cubicBezTo>
                <a:cubicBezTo>
                  <a:pt x="31393" y="6229"/>
                  <a:pt x="31139" y="5848"/>
                  <a:pt x="30816" y="5520"/>
                </a:cubicBezTo>
                <a:cubicBezTo>
                  <a:pt x="30493" y="5204"/>
                  <a:pt x="30109" y="4953"/>
                  <a:pt x="29686" y="4779"/>
                </a:cubicBezTo>
                <a:cubicBezTo>
                  <a:pt x="29262" y="4604"/>
                  <a:pt x="28810" y="4517"/>
                  <a:pt x="28354" y="4528"/>
                </a:cubicBezTo>
                <a:close/>
                <a:moveTo>
                  <a:pt x="5174" y="29571"/>
                </a:moveTo>
                <a:cubicBezTo>
                  <a:pt x="3514" y="29571"/>
                  <a:pt x="1945" y="30378"/>
                  <a:pt x="975" y="31720"/>
                </a:cubicBezTo>
                <a:cubicBezTo>
                  <a:pt x="4" y="33062"/>
                  <a:pt x="-260" y="34817"/>
                  <a:pt x="265" y="36388"/>
                </a:cubicBezTo>
                <a:lnTo>
                  <a:pt x="4388" y="48757"/>
                </a:lnTo>
                <a:cubicBezTo>
                  <a:pt x="5096" y="50873"/>
                  <a:pt x="7071" y="52302"/>
                  <a:pt x="9302" y="52302"/>
                </a:cubicBezTo>
                <a:lnTo>
                  <a:pt x="47480" y="52302"/>
                </a:lnTo>
                <a:cubicBezTo>
                  <a:pt x="49708" y="52302"/>
                  <a:pt x="51680" y="50873"/>
                  <a:pt x="52389" y="48768"/>
                </a:cubicBezTo>
                <a:lnTo>
                  <a:pt x="56544" y="36399"/>
                </a:lnTo>
                <a:cubicBezTo>
                  <a:pt x="57073" y="34828"/>
                  <a:pt x="56808" y="33073"/>
                  <a:pt x="55838" y="31731"/>
                </a:cubicBezTo>
                <a:cubicBezTo>
                  <a:pt x="54869" y="30378"/>
                  <a:pt x="53300" y="29571"/>
                  <a:pt x="51640" y="29571"/>
                </a:cubicBezTo>
                <a:lnTo>
                  <a:pt x="5174" y="29571"/>
                </a:lnTo>
                <a:close/>
                <a:moveTo>
                  <a:pt x="18180" y="56840"/>
                </a:moveTo>
                <a:lnTo>
                  <a:pt x="18180" y="92059"/>
                </a:lnTo>
                <a:cubicBezTo>
                  <a:pt x="18180" y="93946"/>
                  <a:pt x="19704" y="95473"/>
                  <a:pt x="21588" y="95473"/>
                </a:cubicBezTo>
                <a:lnTo>
                  <a:pt x="35224" y="95473"/>
                </a:lnTo>
                <a:cubicBezTo>
                  <a:pt x="37108" y="95473"/>
                  <a:pt x="38633" y="93946"/>
                  <a:pt x="38633" y="92059"/>
                </a:cubicBezTo>
                <a:lnTo>
                  <a:pt x="38633" y="56840"/>
                </a:lnTo>
                <a:lnTo>
                  <a:pt x="18180" y="56840"/>
                </a:lnTo>
                <a:close/>
                <a:moveTo>
                  <a:pt x="43179" y="61387"/>
                </a:moveTo>
                <a:lnTo>
                  <a:pt x="43179" y="92059"/>
                </a:lnTo>
                <a:cubicBezTo>
                  <a:pt x="43179" y="93292"/>
                  <a:pt x="42880" y="94437"/>
                  <a:pt x="42385" y="95473"/>
                </a:cubicBezTo>
                <a:lnTo>
                  <a:pt x="90292" y="95473"/>
                </a:lnTo>
                <a:cubicBezTo>
                  <a:pt x="91793" y="95473"/>
                  <a:pt x="93118" y="94491"/>
                  <a:pt x="93554" y="93052"/>
                </a:cubicBezTo>
                <a:lnTo>
                  <a:pt x="99561" y="73310"/>
                </a:lnTo>
                <a:cubicBezTo>
                  <a:pt x="100455" y="70496"/>
                  <a:pt x="99972" y="67518"/>
                  <a:pt x="98229" y="65129"/>
                </a:cubicBezTo>
                <a:cubicBezTo>
                  <a:pt x="96488" y="62751"/>
                  <a:pt x="93792" y="61387"/>
                  <a:pt x="90843" y="61387"/>
                </a:cubicBezTo>
                <a:lnTo>
                  <a:pt x="43179" y="61387"/>
                </a:lnTo>
                <a:close/>
                <a:moveTo>
                  <a:pt x="54542" y="70473"/>
                </a:moveTo>
                <a:lnTo>
                  <a:pt x="56815" y="70473"/>
                </a:lnTo>
                <a:cubicBezTo>
                  <a:pt x="58069" y="70473"/>
                  <a:pt x="59087" y="71499"/>
                  <a:pt x="59087" y="72753"/>
                </a:cubicBezTo>
                <a:lnTo>
                  <a:pt x="59087" y="86387"/>
                </a:lnTo>
                <a:cubicBezTo>
                  <a:pt x="59087" y="87641"/>
                  <a:pt x="58069" y="88656"/>
                  <a:pt x="56815" y="88656"/>
                </a:cubicBezTo>
                <a:lnTo>
                  <a:pt x="54542" y="88656"/>
                </a:lnTo>
                <a:cubicBezTo>
                  <a:pt x="53288" y="88656"/>
                  <a:pt x="52269" y="87641"/>
                  <a:pt x="52269" y="86387"/>
                </a:cubicBezTo>
                <a:lnTo>
                  <a:pt x="52269" y="72753"/>
                </a:lnTo>
                <a:cubicBezTo>
                  <a:pt x="52269" y="71499"/>
                  <a:pt x="53288" y="70473"/>
                  <a:pt x="54542" y="70473"/>
                </a:cubicBezTo>
                <a:close/>
                <a:moveTo>
                  <a:pt x="68179" y="70473"/>
                </a:moveTo>
                <a:lnTo>
                  <a:pt x="70451" y="70473"/>
                </a:lnTo>
                <a:cubicBezTo>
                  <a:pt x="71705" y="70473"/>
                  <a:pt x="72723" y="71499"/>
                  <a:pt x="72723" y="72753"/>
                </a:cubicBezTo>
                <a:lnTo>
                  <a:pt x="72723" y="86387"/>
                </a:lnTo>
                <a:cubicBezTo>
                  <a:pt x="72723" y="87641"/>
                  <a:pt x="71705" y="88656"/>
                  <a:pt x="70451" y="88656"/>
                </a:cubicBezTo>
                <a:lnTo>
                  <a:pt x="68179" y="88656"/>
                </a:lnTo>
                <a:cubicBezTo>
                  <a:pt x="66924" y="88656"/>
                  <a:pt x="65905" y="87641"/>
                  <a:pt x="65905" y="86387"/>
                </a:cubicBezTo>
                <a:lnTo>
                  <a:pt x="65905" y="72753"/>
                </a:lnTo>
                <a:cubicBezTo>
                  <a:pt x="65905" y="71499"/>
                  <a:pt x="66924" y="70473"/>
                  <a:pt x="68179" y="70473"/>
                </a:cubicBezTo>
                <a:close/>
                <a:moveTo>
                  <a:pt x="81815" y="70473"/>
                </a:moveTo>
                <a:lnTo>
                  <a:pt x="84086" y="70473"/>
                </a:lnTo>
                <a:cubicBezTo>
                  <a:pt x="85341" y="70473"/>
                  <a:pt x="86359" y="71499"/>
                  <a:pt x="86359" y="72753"/>
                </a:cubicBezTo>
                <a:lnTo>
                  <a:pt x="86359" y="86387"/>
                </a:lnTo>
                <a:cubicBezTo>
                  <a:pt x="86359" y="87641"/>
                  <a:pt x="85341" y="88656"/>
                  <a:pt x="84086" y="88656"/>
                </a:cubicBezTo>
                <a:lnTo>
                  <a:pt x="81815" y="88656"/>
                </a:lnTo>
                <a:cubicBezTo>
                  <a:pt x="80560" y="88656"/>
                  <a:pt x="79541" y="87641"/>
                  <a:pt x="79541" y="86387"/>
                </a:cubicBezTo>
                <a:lnTo>
                  <a:pt x="79541" y="72753"/>
                </a:lnTo>
                <a:cubicBezTo>
                  <a:pt x="79541" y="71499"/>
                  <a:pt x="80560" y="70473"/>
                  <a:pt x="81815" y="7047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1" name="Красный — SVG 2">
            <a:extLst>
              <a:ext uri="{FF2B5EF4-FFF2-40B4-BE49-F238E27FC236}">
                <a16:creationId xmlns:a16="http://schemas.microsoft.com/office/drawing/2014/main" id="{D992DCB5-4C4C-A94B-AF29-7C981E9679E7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49628 w 148867"/>
              <a:gd name="csY0" fmla="*/ 0 h 141685"/>
              <a:gd name="csX1" fmla="*/ 45800 w 148867"/>
              <a:gd name="csY1" fmla="*/ 1565 h 141685"/>
              <a:gd name="csX2" fmla="*/ 7622 w 148867"/>
              <a:gd name="csY2" fmla="*/ 41252 h 141685"/>
              <a:gd name="csX3" fmla="*/ 0 w 148867"/>
              <a:gd name="csY3" fmla="*/ 61631 h 141685"/>
              <a:gd name="csX4" fmla="*/ 0 w 148867"/>
              <a:gd name="csY4" fmla="*/ 132823 h 141685"/>
              <a:gd name="csX5" fmla="*/ 7996 w 148867"/>
              <a:gd name="csY5" fmla="*/ 141686 h 141685"/>
              <a:gd name="csX6" fmla="*/ 91243 w 148867"/>
              <a:gd name="csY6" fmla="*/ 141686 h 141685"/>
              <a:gd name="csX7" fmla="*/ 99239 w 148867"/>
              <a:gd name="csY7" fmla="*/ 132823 h 141685"/>
              <a:gd name="csX8" fmla="*/ 99239 w 148867"/>
              <a:gd name="csY8" fmla="*/ 61631 h 141685"/>
              <a:gd name="csX9" fmla="*/ 91617 w 148867"/>
              <a:gd name="csY9" fmla="*/ 41252 h 141685"/>
              <a:gd name="csX10" fmla="*/ 53456 w 148867"/>
              <a:gd name="csY10" fmla="*/ 1565 h 141685"/>
              <a:gd name="csX11" fmla="*/ 49628 w 148867"/>
              <a:gd name="csY11" fmla="*/ 0 h 141685"/>
              <a:gd name="csX12" fmla="*/ 99239 w 148867"/>
              <a:gd name="csY12" fmla="*/ 0 h 141685"/>
              <a:gd name="csX13" fmla="*/ 95411 w 148867"/>
              <a:gd name="csY13" fmla="*/ 1565 h 141685"/>
              <a:gd name="csX14" fmla="*/ 79351 w 148867"/>
              <a:gd name="csY14" fmla="*/ 18270 h 141685"/>
              <a:gd name="csX15" fmla="*/ 96721 w 148867"/>
              <a:gd name="csY15" fmla="*/ 36336 h 141685"/>
              <a:gd name="csX16" fmla="*/ 106334 w 148867"/>
              <a:gd name="csY16" fmla="*/ 61631 h 141685"/>
              <a:gd name="csX17" fmla="*/ 106334 w 148867"/>
              <a:gd name="csY17" fmla="*/ 132823 h 141685"/>
              <a:gd name="csX18" fmla="*/ 103850 w 148867"/>
              <a:gd name="csY18" fmla="*/ 141686 h 141685"/>
              <a:gd name="csX19" fmla="*/ 140871 w 148867"/>
              <a:gd name="csY19" fmla="*/ 141686 h 141685"/>
              <a:gd name="csX20" fmla="*/ 148867 w 148867"/>
              <a:gd name="csY20" fmla="*/ 132823 h 141685"/>
              <a:gd name="csX21" fmla="*/ 148867 w 148867"/>
              <a:gd name="csY21" fmla="*/ 61631 h 141685"/>
              <a:gd name="csX22" fmla="*/ 141245 w 148867"/>
              <a:gd name="csY22" fmla="*/ 41252 h 141685"/>
              <a:gd name="csX23" fmla="*/ 103067 w 148867"/>
              <a:gd name="csY23" fmla="*/ 1565 h 141685"/>
              <a:gd name="csX24" fmla="*/ 99239 w 148867"/>
              <a:gd name="csY24" fmla="*/ 0 h 141685"/>
              <a:gd name="csX25" fmla="*/ 31900 w 148867"/>
              <a:gd name="csY25" fmla="*/ 60185 h 141685"/>
              <a:gd name="csX26" fmla="*/ 38995 w 148867"/>
              <a:gd name="csY26" fmla="*/ 67262 h 141685"/>
              <a:gd name="csX27" fmla="*/ 31900 w 148867"/>
              <a:gd name="csY27" fmla="*/ 74355 h 141685"/>
              <a:gd name="csX28" fmla="*/ 24805 w 148867"/>
              <a:gd name="csY28" fmla="*/ 67262 h 141685"/>
              <a:gd name="csX29" fmla="*/ 31900 w 148867"/>
              <a:gd name="csY29" fmla="*/ 60185 h 141685"/>
              <a:gd name="csX30" fmla="*/ 67339 w 148867"/>
              <a:gd name="csY30" fmla="*/ 60185 h 141685"/>
              <a:gd name="csX31" fmla="*/ 74434 w 148867"/>
              <a:gd name="csY31" fmla="*/ 67262 h 141685"/>
              <a:gd name="csX32" fmla="*/ 67339 w 148867"/>
              <a:gd name="csY32" fmla="*/ 74355 h 141685"/>
              <a:gd name="csX33" fmla="*/ 60262 w 148867"/>
              <a:gd name="csY33" fmla="*/ 67262 h 141685"/>
              <a:gd name="csX34" fmla="*/ 67339 w 148867"/>
              <a:gd name="csY34" fmla="*/ 60185 h 141685"/>
              <a:gd name="csX35" fmla="*/ 124062 w 148867"/>
              <a:gd name="csY35" fmla="*/ 60185 h 141685"/>
              <a:gd name="csX36" fmla="*/ 131139 w 148867"/>
              <a:gd name="csY36" fmla="*/ 67262 h 141685"/>
              <a:gd name="csX37" fmla="*/ 124062 w 148867"/>
              <a:gd name="csY37" fmla="*/ 74355 h 141685"/>
              <a:gd name="csX38" fmla="*/ 116967 w 148867"/>
              <a:gd name="csY38" fmla="*/ 67262 h 141685"/>
              <a:gd name="csX39" fmla="*/ 124062 w 148867"/>
              <a:gd name="csY39" fmla="*/ 60185 h 141685"/>
              <a:gd name="csX40" fmla="*/ 31900 w 148867"/>
              <a:gd name="csY40" fmla="*/ 84987 h 141685"/>
              <a:gd name="csX41" fmla="*/ 38995 w 148867"/>
              <a:gd name="csY41" fmla="*/ 92081 h 141685"/>
              <a:gd name="csX42" fmla="*/ 31900 w 148867"/>
              <a:gd name="csY42" fmla="*/ 99158 h 141685"/>
              <a:gd name="csX43" fmla="*/ 24805 w 148867"/>
              <a:gd name="csY43" fmla="*/ 92081 h 141685"/>
              <a:gd name="csX44" fmla="*/ 31900 w 148867"/>
              <a:gd name="csY44" fmla="*/ 84987 h 141685"/>
              <a:gd name="csX45" fmla="*/ 67339 w 148867"/>
              <a:gd name="csY45" fmla="*/ 84987 h 141685"/>
              <a:gd name="csX46" fmla="*/ 74434 w 148867"/>
              <a:gd name="csY46" fmla="*/ 92081 h 141685"/>
              <a:gd name="csX47" fmla="*/ 67339 w 148867"/>
              <a:gd name="csY47" fmla="*/ 99158 h 141685"/>
              <a:gd name="csX48" fmla="*/ 60262 w 148867"/>
              <a:gd name="csY48" fmla="*/ 92081 h 141685"/>
              <a:gd name="csX49" fmla="*/ 67339 w 148867"/>
              <a:gd name="csY49" fmla="*/ 84987 h 141685"/>
              <a:gd name="csX50" fmla="*/ 124062 w 148867"/>
              <a:gd name="csY50" fmla="*/ 84987 h 141685"/>
              <a:gd name="csX51" fmla="*/ 131139 w 148867"/>
              <a:gd name="csY51" fmla="*/ 92081 h 141685"/>
              <a:gd name="csX52" fmla="*/ 124062 w 148867"/>
              <a:gd name="csY52" fmla="*/ 99158 h 141685"/>
              <a:gd name="csX53" fmla="*/ 116967 w 148867"/>
              <a:gd name="csY53" fmla="*/ 92081 h 141685"/>
              <a:gd name="csX54" fmla="*/ 124062 w 148867"/>
              <a:gd name="csY54" fmla="*/ 84987 h 141685"/>
              <a:gd name="csX55" fmla="*/ 31900 w 148867"/>
              <a:gd name="csY55" fmla="*/ 109790 h 141685"/>
              <a:gd name="csX56" fmla="*/ 38995 w 148867"/>
              <a:gd name="csY56" fmla="*/ 116883 h 141685"/>
              <a:gd name="csX57" fmla="*/ 31900 w 148867"/>
              <a:gd name="csY57" fmla="*/ 123977 h 141685"/>
              <a:gd name="csX58" fmla="*/ 24805 w 148867"/>
              <a:gd name="csY58" fmla="*/ 116883 h 141685"/>
              <a:gd name="csX59" fmla="*/ 31900 w 148867"/>
              <a:gd name="csY59" fmla="*/ 109790 h 141685"/>
              <a:gd name="csX60" fmla="*/ 67339 w 148867"/>
              <a:gd name="csY60" fmla="*/ 109790 h 141685"/>
              <a:gd name="csX61" fmla="*/ 74434 w 148867"/>
              <a:gd name="csY61" fmla="*/ 116883 h 141685"/>
              <a:gd name="csX62" fmla="*/ 67339 w 148867"/>
              <a:gd name="csY62" fmla="*/ 123977 h 141685"/>
              <a:gd name="csX63" fmla="*/ 60262 w 148867"/>
              <a:gd name="csY63" fmla="*/ 116883 h 141685"/>
              <a:gd name="csX64" fmla="*/ 67339 w 148867"/>
              <a:gd name="csY64" fmla="*/ 109790 h 141685"/>
              <a:gd name="csX65" fmla="*/ 124062 w 148867"/>
              <a:gd name="csY65" fmla="*/ 109790 h 141685"/>
              <a:gd name="csX66" fmla="*/ 131139 w 148867"/>
              <a:gd name="csY66" fmla="*/ 116883 h 141685"/>
              <a:gd name="csX67" fmla="*/ 124062 w 148867"/>
              <a:gd name="csY67" fmla="*/ 123977 h 141685"/>
              <a:gd name="csX68" fmla="*/ 116967 w 148867"/>
              <a:gd name="csY68" fmla="*/ 116883 h 141685"/>
              <a:gd name="csX69" fmla="*/ 124062 w 148867"/>
              <a:gd name="csY69" fmla="*/ 109790 h 141685"/>
            </a:gdLst>
            <a:ahLst/>
            <a:cxnLst/>
            <a:rect l="l" t="t" r="r" b="b"/>
            <a:pathLst>
              <a:path w="100000" h="100000">
                <a:moveTo>
                  <a:pt x="33337" y="2412"/>
                </a:moveTo>
                <a:cubicBezTo>
                  <a:pt x="32377" y="2412"/>
                  <a:pt x="31429" y="2766"/>
                  <a:pt x="30766" y="3463"/>
                </a:cubicBezTo>
                <a:lnTo>
                  <a:pt x="5120" y="30123"/>
                </a:lnTo>
                <a:cubicBezTo>
                  <a:pt x="1863" y="33505"/>
                  <a:pt x="0" y="38499"/>
                  <a:pt x="0" y="43812"/>
                </a:cubicBezTo>
                <a:lnTo>
                  <a:pt x="0" y="91635"/>
                </a:lnTo>
                <a:cubicBezTo>
                  <a:pt x="0" y="94983"/>
                  <a:pt x="2366" y="97588"/>
                  <a:pt x="5371" y="97588"/>
                </a:cubicBezTo>
                <a:lnTo>
                  <a:pt x="61292" y="97588"/>
                </a:lnTo>
                <a:cubicBezTo>
                  <a:pt x="64308" y="97588"/>
                  <a:pt x="66663" y="94983"/>
                  <a:pt x="66663" y="91635"/>
                </a:cubicBezTo>
                <a:lnTo>
                  <a:pt x="66663" y="43812"/>
                </a:lnTo>
                <a:cubicBezTo>
                  <a:pt x="66663" y="38499"/>
                  <a:pt x="64800" y="33505"/>
                  <a:pt x="61543" y="30123"/>
                </a:cubicBezTo>
                <a:lnTo>
                  <a:pt x="35909" y="3463"/>
                </a:lnTo>
                <a:cubicBezTo>
                  <a:pt x="35234" y="2766"/>
                  <a:pt x="34286" y="2412"/>
                  <a:pt x="33337" y="2412"/>
                </a:cubicBezTo>
                <a:close/>
                <a:moveTo>
                  <a:pt x="66663" y="2412"/>
                </a:moveTo>
                <a:cubicBezTo>
                  <a:pt x="65714" y="2412"/>
                  <a:pt x="64766" y="2766"/>
                  <a:pt x="64091" y="3463"/>
                </a:cubicBezTo>
                <a:lnTo>
                  <a:pt x="53303" y="14685"/>
                </a:lnTo>
                <a:lnTo>
                  <a:pt x="64971" y="26821"/>
                </a:lnTo>
                <a:cubicBezTo>
                  <a:pt x="69074" y="31083"/>
                  <a:pt x="71429" y="37276"/>
                  <a:pt x="71429" y="43812"/>
                </a:cubicBezTo>
                <a:lnTo>
                  <a:pt x="71429" y="91635"/>
                </a:lnTo>
                <a:cubicBezTo>
                  <a:pt x="71429" y="93863"/>
                  <a:pt x="70812" y="95897"/>
                  <a:pt x="69760" y="97588"/>
                </a:cubicBezTo>
                <a:lnTo>
                  <a:pt x="94629" y="97588"/>
                </a:lnTo>
                <a:cubicBezTo>
                  <a:pt x="97635" y="97588"/>
                  <a:pt x="100000" y="94983"/>
                  <a:pt x="100000" y="91635"/>
                </a:cubicBezTo>
                <a:lnTo>
                  <a:pt x="100000" y="43812"/>
                </a:lnTo>
                <a:cubicBezTo>
                  <a:pt x="100000" y="38499"/>
                  <a:pt x="98137" y="33505"/>
                  <a:pt x="94880" y="30123"/>
                </a:cubicBezTo>
                <a:lnTo>
                  <a:pt x="69234" y="3463"/>
                </a:lnTo>
                <a:cubicBezTo>
                  <a:pt x="68571" y="2766"/>
                  <a:pt x="67623" y="2412"/>
                  <a:pt x="66663" y="2412"/>
                </a:cubicBezTo>
                <a:close/>
                <a:moveTo>
                  <a:pt x="21429" y="42841"/>
                </a:moveTo>
                <a:cubicBezTo>
                  <a:pt x="24057" y="42841"/>
                  <a:pt x="26195" y="44966"/>
                  <a:pt x="26195" y="47595"/>
                </a:cubicBezTo>
                <a:cubicBezTo>
                  <a:pt x="26195" y="50223"/>
                  <a:pt x="24057" y="52359"/>
                  <a:pt x="21429" y="52359"/>
                </a:cubicBezTo>
                <a:cubicBezTo>
                  <a:pt x="18800" y="52359"/>
                  <a:pt x="16663" y="50223"/>
                  <a:pt x="16663" y="47595"/>
                </a:cubicBezTo>
                <a:cubicBezTo>
                  <a:pt x="16663" y="44966"/>
                  <a:pt x="18800" y="42841"/>
                  <a:pt x="21429" y="42841"/>
                </a:cubicBezTo>
                <a:close/>
                <a:moveTo>
                  <a:pt x="45234" y="42841"/>
                </a:moveTo>
                <a:cubicBezTo>
                  <a:pt x="47874" y="42841"/>
                  <a:pt x="50000" y="44966"/>
                  <a:pt x="50000" y="47595"/>
                </a:cubicBezTo>
                <a:cubicBezTo>
                  <a:pt x="50000" y="50223"/>
                  <a:pt x="47874" y="52359"/>
                  <a:pt x="45234" y="52359"/>
                </a:cubicBezTo>
                <a:cubicBezTo>
                  <a:pt x="42606" y="52359"/>
                  <a:pt x="40480" y="50223"/>
                  <a:pt x="40480" y="47595"/>
                </a:cubicBezTo>
                <a:cubicBezTo>
                  <a:pt x="40480" y="44966"/>
                  <a:pt x="42606" y="42841"/>
                  <a:pt x="45234" y="42841"/>
                </a:cubicBezTo>
                <a:close/>
                <a:moveTo>
                  <a:pt x="83337" y="42841"/>
                </a:moveTo>
                <a:cubicBezTo>
                  <a:pt x="85966" y="42841"/>
                  <a:pt x="88091" y="44966"/>
                  <a:pt x="88091" y="47595"/>
                </a:cubicBezTo>
                <a:cubicBezTo>
                  <a:pt x="88091" y="50223"/>
                  <a:pt x="85966" y="52359"/>
                  <a:pt x="83337" y="52359"/>
                </a:cubicBezTo>
                <a:cubicBezTo>
                  <a:pt x="80698" y="52359"/>
                  <a:pt x="78571" y="50223"/>
                  <a:pt x="78571" y="47595"/>
                </a:cubicBezTo>
                <a:cubicBezTo>
                  <a:pt x="78571" y="44966"/>
                  <a:pt x="80698" y="42841"/>
                  <a:pt x="83337" y="42841"/>
                </a:cubicBezTo>
                <a:close/>
                <a:moveTo>
                  <a:pt x="21429" y="59501"/>
                </a:moveTo>
                <a:cubicBezTo>
                  <a:pt x="24057" y="59501"/>
                  <a:pt x="26195" y="61627"/>
                  <a:pt x="26195" y="64267"/>
                </a:cubicBezTo>
                <a:cubicBezTo>
                  <a:pt x="26195" y="66895"/>
                  <a:pt x="24057" y="69021"/>
                  <a:pt x="21429" y="69021"/>
                </a:cubicBezTo>
                <a:cubicBezTo>
                  <a:pt x="18800" y="69021"/>
                  <a:pt x="16663" y="66895"/>
                  <a:pt x="16663" y="64267"/>
                </a:cubicBezTo>
                <a:cubicBezTo>
                  <a:pt x="16663" y="61627"/>
                  <a:pt x="18800" y="59501"/>
                  <a:pt x="21429" y="59501"/>
                </a:cubicBezTo>
                <a:close/>
                <a:moveTo>
                  <a:pt x="45234" y="59501"/>
                </a:moveTo>
                <a:cubicBezTo>
                  <a:pt x="47874" y="59501"/>
                  <a:pt x="50000" y="61627"/>
                  <a:pt x="50000" y="64267"/>
                </a:cubicBezTo>
                <a:cubicBezTo>
                  <a:pt x="50000" y="66895"/>
                  <a:pt x="47874" y="69021"/>
                  <a:pt x="45234" y="69021"/>
                </a:cubicBezTo>
                <a:cubicBezTo>
                  <a:pt x="42606" y="69021"/>
                  <a:pt x="40480" y="66895"/>
                  <a:pt x="40480" y="64267"/>
                </a:cubicBezTo>
                <a:cubicBezTo>
                  <a:pt x="40480" y="61627"/>
                  <a:pt x="42606" y="59501"/>
                  <a:pt x="45234" y="59501"/>
                </a:cubicBezTo>
                <a:close/>
                <a:moveTo>
                  <a:pt x="83337" y="59501"/>
                </a:moveTo>
                <a:cubicBezTo>
                  <a:pt x="85966" y="59501"/>
                  <a:pt x="88091" y="61627"/>
                  <a:pt x="88091" y="64267"/>
                </a:cubicBezTo>
                <a:cubicBezTo>
                  <a:pt x="88091" y="66895"/>
                  <a:pt x="85966" y="69021"/>
                  <a:pt x="83337" y="69021"/>
                </a:cubicBezTo>
                <a:cubicBezTo>
                  <a:pt x="80698" y="69021"/>
                  <a:pt x="78571" y="66895"/>
                  <a:pt x="78571" y="64267"/>
                </a:cubicBezTo>
                <a:cubicBezTo>
                  <a:pt x="78571" y="61627"/>
                  <a:pt x="80698" y="59501"/>
                  <a:pt x="83337" y="59501"/>
                </a:cubicBezTo>
                <a:close/>
                <a:moveTo>
                  <a:pt x="21429" y="76163"/>
                </a:moveTo>
                <a:cubicBezTo>
                  <a:pt x="24057" y="76163"/>
                  <a:pt x="26195" y="78299"/>
                  <a:pt x="26195" y="80927"/>
                </a:cubicBezTo>
                <a:cubicBezTo>
                  <a:pt x="26195" y="83556"/>
                  <a:pt x="24057" y="85693"/>
                  <a:pt x="21429" y="85693"/>
                </a:cubicBezTo>
                <a:cubicBezTo>
                  <a:pt x="18800" y="85693"/>
                  <a:pt x="16663" y="83556"/>
                  <a:pt x="16663" y="80927"/>
                </a:cubicBezTo>
                <a:cubicBezTo>
                  <a:pt x="16663" y="78299"/>
                  <a:pt x="18800" y="76163"/>
                  <a:pt x="21429" y="76163"/>
                </a:cubicBezTo>
                <a:close/>
                <a:moveTo>
                  <a:pt x="45234" y="76163"/>
                </a:moveTo>
                <a:cubicBezTo>
                  <a:pt x="47874" y="76163"/>
                  <a:pt x="50000" y="78299"/>
                  <a:pt x="50000" y="80927"/>
                </a:cubicBezTo>
                <a:cubicBezTo>
                  <a:pt x="50000" y="83556"/>
                  <a:pt x="47874" y="85693"/>
                  <a:pt x="45234" y="85693"/>
                </a:cubicBezTo>
                <a:cubicBezTo>
                  <a:pt x="42606" y="85693"/>
                  <a:pt x="40480" y="83556"/>
                  <a:pt x="40480" y="80927"/>
                </a:cubicBezTo>
                <a:cubicBezTo>
                  <a:pt x="40480" y="78299"/>
                  <a:pt x="42606" y="76163"/>
                  <a:pt x="45234" y="76163"/>
                </a:cubicBezTo>
                <a:close/>
                <a:moveTo>
                  <a:pt x="83337" y="76163"/>
                </a:moveTo>
                <a:cubicBezTo>
                  <a:pt x="85966" y="76163"/>
                  <a:pt x="88091" y="78299"/>
                  <a:pt x="88091" y="80927"/>
                </a:cubicBezTo>
                <a:cubicBezTo>
                  <a:pt x="88091" y="83556"/>
                  <a:pt x="85966" y="85693"/>
                  <a:pt x="83337" y="85693"/>
                </a:cubicBezTo>
                <a:cubicBezTo>
                  <a:pt x="80698" y="85693"/>
                  <a:pt x="78571" y="83556"/>
                  <a:pt x="78571" y="80927"/>
                </a:cubicBezTo>
                <a:cubicBezTo>
                  <a:pt x="78571" y="78299"/>
                  <a:pt x="80698" y="76163"/>
                  <a:pt x="83337" y="7616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2" name="Красный — SVG 3">
            <a:extLst>
              <a:ext uri="{FF2B5EF4-FFF2-40B4-BE49-F238E27FC236}">
                <a16:creationId xmlns:a16="http://schemas.microsoft.com/office/drawing/2014/main" id="{9E13057E-4772-4F48-8933-4AA33207B79F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86837 w 106333"/>
              <a:gd name="csY0" fmla="*/ 0 h 141753"/>
              <a:gd name="csX1" fmla="*/ 19497 w 106333"/>
              <a:gd name="csY1" fmla="*/ 0 h 141753"/>
              <a:gd name="csX2" fmla="*/ 0 w 106333"/>
              <a:gd name="csY2" fmla="*/ 19495 h 141753"/>
              <a:gd name="csX3" fmla="*/ 0 w 106333"/>
              <a:gd name="csY3" fmla="*/ 132891 h 141753"/>
              <a:gd name="csX4" fmla="*/ 8864 w 106333"/>
              <a:gd name="csY4" fmla="*/ 141753 h 141753"/>
              <a:gd name="csX5" fmla="*/ 33670 w 106333"/>
              <a:gd name="csY5" fmla="*/ 141753 h 141753"/>
              <a:gd name="csX6" fmla="*/ 42534 w 106333"/>
              <a:gd name="csY6" fmla="*/ 132891 h 141753"/>
              <a:gd name="csX7" fmla="*/ 42534 w 106333"/>
              <a:gd name="csY7" fmla="*/ 116951 h 141753"/>
              <a:gd name="csX8" fmla="*/ 46072 w 106333"/>
              <a:gd name="csY8" fmla="*/ 113413 h 141753"/>
              <a:gd name="csX9" fmla="*/ 60261 w 106333"/>
              <a:gd name="csY9" fmla="*/ 113413 h 141753"/>
              <a:gd name="csX10" fmla="*/ 63800 w 106333"/>
              <a:gd name="csY10" fmla="*/ 116951 h 141753"/>
              <a:gd name="csX11" fmla="*/ 63800 w 106333"/>
              <a:gd name="csY11" fmla="*/ 132891 h 141753"/>
              <a:gd name="csX12" fmla="*/ 72664 w 106333"/>
              <a:gd name="csY12" fmla="*/ 141753 h 141753"/>
              <a:gd name="csX13" fmla="*/ 97470 w 106333"/>
              <a:gd name="csY13" fmla="*/ 141753 h 141753"/>
              <a:gd name="csX14" fmla="*/ 106334 w 106333"/>
              <a:gd name="csY14" fmla="*/ 132891 h 141753"/>
              <a:gd name="csX15" fmla="*/ 106334 w 106333"/>
              <a:gd name="csY15" fmla="*/ 19495 h 141753"/>
              <a:gd name="csX16" fmla="*/ 86837 w 106333"/>
              <a:gd name="csY16" fmla="*/ 0 h 141753"/>
              <a:gd name="csX17" fmla="*/ 30131 w 106333"/>
              <a:gd name="csY17" fmla="*/ 95687 h 141753"/>
              <a:gd name="csX18" fmla="*/ 26575 w 106333"/>
              <a:gd name="csY18" fmla="*/ 95687 h 141753"/>
              <a:gd name="csX19" fmla="*/ 21267 w 106333"/>
              <a:gd name="csY19" fmla="*/ 90363 h 141753"/>
              <a:gd name="csX20" fmla="*/ 26575 w 106333"/>
              <a:gd name="csY20" fmla="*/ 85056 h 141753"/>
              <a:gd name="csX21" fmla="*/ 30131 w 106333"/>
              <a:gd name="csY21" fmla="*/ 85056 h 141753"/>
              <a:gd name="csX22" fmla="*/ 35439 w 106333"/>
              <a:gd name="csY22" fmla="*/ 90363 h 141753"/>
              <a:gd name="csX23" fmla="*/ 30131 w 106333"/>
              <a:gd name="csY23" fmla="*/ 95687 h 141753"/>
              <a:gd name="csX24" fmla="*/ 30131 w 106333"/>
              <a:gd name="csY24" fmla="*/ 74424 h 141753"/>
              <a:gd name="csX25" fmla="*/ 26575 w 106333"/>
              <a:gd name="csY25" fmla="*/ 74424 h 141753"/>
              <a:gd name="csX26" fmla="*/ 21267 w 106333"/>
              <a:gd name="csY26" fmla="*/ 69099 h 141753"/>
              <a:gd name="csX27" fmla="*/ 26575 w 106333"/>
              <a:gd name="csY27" fmla="*/ 63792 h 141753"/>
              <a:gd name="csX28" fmla="*/ 30131 w 106333"/>
              <a:gd name="csY28" fmla="*/ 63792 h 141753"/>
              <a:gd name="csX29" fmla="*/ 35439 w 106333"/>
              <a:gd name="csY29" fmla="*/ 69099 h 141753"/>
              <a:gd name="csX30" fmla="*/ 30131 w 106333"/>
              <a:gd name="csY30" fmla="*/ 74424 h 141753"/>
              <a:gd name="csX31" fmla="*/ 30131 w 106333"/>
              <a:gd name="csY31" fmla="*/ 53160 h 141753"/>
              <a:gd name="csX32" fmla="*/ 26575 w 106333"/>
              <a:gd name="csY32" fmla="*/ 53160 h 141753"/>
              <a:gd name="csX33" fmla="*/ 21267 w 106333"/>
              <a:gd name="csY33" fmla="*/ 47835 h 141753"/>
              <a:gd name="csX34" fmla="*/ 26575 w 106333"/>
              <a:gd name="csY34" fmla="*/ 42528 h 141753"/>
              <a:gd name="csX35" fmla="*/ 30131 w 106333"/>
              <a:gd name="csY35" fmla="*/ 42528 h 141753"/>
              <a:gd name="csX36" fmla="*/ 35439 w 106333"/>
              <a:gd name="csY36" fmla="*/ 47835 h 141753"/>
              <a:gd name="csX37" fmla="*/ 30131 w 106333"/>
              <a:gd name="csY37" fmla="*/ 53160 h 141753"/>
              <a:gd name="csX38" fmla="*/ 30131 w 106333"/>
              <a:gd name="csY38" fmla="*/ 31896 h 141753"/>
              <a:gd name="csX39" fmla="*/ 26575 w 106333"/>
              <a:gd name="csY39" fmla="*/ 31896 h 141753"/>
              <a:gd name="csX40" fmla="*/ 21267 w 106333"/>
              <a:gd name="csY40" fmla="*/ 26571 h 141753"/>
              <a:gd name="csX41" fmla="*/ 26575 w 106333"/>
              <a:gd name="csY41" fmla="*/ 21264 h 141753"/>
              <a:gd name="csX42" fmla="*/ 30131 w 106333"/>
              <a:gd name="csY42" fmla="*/ 21264 h 141753"/>
              <a:gd name="csX43" fmla="*/ 35439 w 106333"/>
              <a:gd name="csY43" fmla="*/ 26571 h 141753"/>
              <a:gd name="csX44" fmla="*/ 30131 w 106333"/>
              <a:gd name="csY44" fmla="*/ 31896 h 141753"/>
              <a:gd name="csX45" fmla="*/ 54936 w 106333"/>
              <a:gd name="csY45" fmla="*/ 95687 h 141753"/>
              <a:gd name="csX46" fmla="*/ 51397 w 106333"/>
              <a:gd name="csY46" fmla="*/ 95687 h 141753"/>
              <a:gd name="csX47" fmla="*/ 46072 w 106333"/>
              <a:gd name="csY47" fmla="*/ 90363 h 141753"/>
              <a:gd name="csX48" fmla="*/ 51397 w 106333"/>
              <a:gd name="csY48" fmla="*/ 85056 h 141753"/>
              <a:gd name="csX49" fmla="*/ 54936 w 106333"/>
              <a:gd name="csY49" fmla="*/ 85056 h 141753"/>
              <a:gd name="csX50" fmla="*/ 60261 w 106333"/>
              <a:gd name="csY50" fmla="*/ 90363 h 141753"/>
              <a:gd name="csX51" fmla="*/ 54936 w 106333"/>
              <a:gd name="csY51" fmla="*/ 95687 h 141753"/>
              <a:gd name="csX52" fmla="*/ 54936 w 106333"/>
              <a:gd name="csY52" fmla="*/ 74424 h 141753"/>
              <a:gd name="csX53" fmla="*/ 51397 w 106333"/>
              <a:gd name="csY53" fmla="*/ 74424 h 141753"/>
              <a:gd name="csX54" fmla="*/ 46072 w 106333"/>
              <a:gd name="csY54" fmla="*/ 69099 h 141753"/>
              <a:gd name="csX55" fmla="*/ 51397 w 106333"/>
              <a:gd name="csY55" fmla="*/ 63792 h 141753"/>
              <a:gd name="csX56" fmla="*/ 54936 w 106333"/>
              <a:gd name="csY56" fmla="*/ 63792 h 141753"/>
              <a:gd name="csX57" fmla="*/ 60261 w 106333"/>
              <a:gd name="csY57" fmla="*/ 69099 h 141753"/>
              <a:gd name="csX58" fmla="*/ 54936 w 106333"/>
              <a:gd name="csY58" fmla="*/ 74424 h 141753"/>
              <a:gd name="csX59" fmla="*/ 54936 w 106333"/>
              <a:gd name="csY59" fmla="*/ 53160 h 141753"/>
              <a:gd name="csX60" fmla="*/ 51397 w 106333"/>
              <a:gd name="csY60" fmla="*/ 53160 h 141753"/>
              <a:gd name="csX61" fmla="*/ 46072 w 106333"/>
              <a:gd name="csY61" fmla="*/ 47835 h 141753"/>
              <a:gd name="csX62" fmla="*/ 51397 w 106333"/>
              <a:gd name="csY62" fmla="*/ 42528 h 141753"/>
              <a:gd name="csX63" fmla="*/ 54936 w 106333"/>
              <a:gd name="csY63" fmla="*/ 42528 h 141753"/>
              <a:gd name="csX64" fmla="*/ 60261 w 106333"/>
              <a:gd name="csY64" fmla="*/ 47835 h 141753"/>
              <a:gd name="csX65" fmla="*/ 54936 w 106333"/>
              <a:gd name="csY65" fmla="*/ 53160 h 141753"/>
              <a:gd name="csX66" fmla="*/ 54936 w 106333"/>
              <a:gd name="csY66" fmla="*/ 31896 h 141753"/>
              <a:gd name="csX67" fmla="*/ 51397 w 106333"/>
              <a:gd name="csY67" fmla="*/ 31896 h 141753"/>
              <a:gd name="csX68" fmla="*/ 46072 w 106333"/>
              <a:gd name="csY68" fmla="*/ 26571 h 141753"/>
              <a:gd name="csX69" fmla="*/ 51397 w 106333"/>
              <a:gd name="csY69" fmla="*/ 21264 h 141753"/>
              <a:gd name="csX70" fmla="*/ 54936 w 106333"/>
              <a:gd name="csY70" fmla="*/ 21264 h 141753"/>
              <a:gd name="csX71" fmla="*/ 60261 w 106333"/>
              <a:gd name="csY71" fmla="*/ 26571 h 141753"/>
              <a:gd name="csX72" fmla="*/ 54936 w 106333"/>
              <a:gd name="csY72" fmla="*/ 31896 h 141753"/>
              <a:gd name="csX73" fmla="*/ 79742 w 106333"/>
              <a:gd name="csY73" fmla="*/ 95687 h 141753"/>
              <a:gd name="csX74" fmla="*/ 76203 w 106333"/>
              <a:gd name="csY74" fmla="*/ 95687 h 141753"/>
              <a:gd name="csX75" fmla="*/ 70895 w 106333"/>
              <a:gd name="csY75" fmla="*/ 90363 h 141753"/>
              <a:gd name="csX76" fmla="*/ 76203 w 106333"/>
              <a:gd name="csY76" fmla="*/ 85056 h 141753"/>
              <a:gd name="csX77" fmla="*/ 79742 w 106333"/>
              <a:gd name="csY77" fmla="*/ 85056 h 141753"/>
              <a:gd name="csX78" fmla="*/ 85067 w 106333"/>
              <a:gd name="csY78" fmla="*/ 90363 h 141753"/>
              <a:gd name="csX79" fmla="*/ 79742 w 106333"/>
              <a:gd name="csY79" fmla="*/ 95687 h 141753"/>
              <a:gd name="csX80" fmla="*/ 79742 w 106333"/>
              <a:gd name="csY80" fmla="*/ 74424 h 141753"/>
              <a:gd name="csX81" fmla="*/ 76203 w 106333"/>
              <a:gd name="csY81" fmla="*/ 74424 h 141753"/>
              <a:gd name="csX82" fmla="*/ 70895 w 106333"/>
              <a:gd name="csY82" fmla="*/ 69099 h 141753"/>
              <a:gd name="csX83" fmla="*/ 76203 w 106333"/>
              <a:gd name="csY83" fmla="*/ 63792 h 141753"/>
              <a:gd name="csX84" fmla="*/ 79742 w 106333"/>
              <a:gd name="csY84" fmla="*/ 63792 h 141753"/>
              <a:gd name="csX85" fmla="*/ 85067 w 106333"/>
              <a:gd name="csY85" fmla="*/ 69099 h 141753"/>
              <a:gd name="csX86" fmla="*/ 79742 w 106333"/>
              <a:gd name="csY86" fmla="*/ 74424 h 141753"/>
              <a:gd name="csX87" fmla="*/ 79742 w 106333"/>
              <a:gd name="csY87" fmla="*/ 53160 h 141753"/>
              <a:gd name="csX88" fmla="*/ 76203 w 106333"/>
              <a:gd name="csY88" fmla="*/ 53160 h 141753"/>
              <a:gd name="csX89" fmla="*/ 70895 w 106333"/>
              <a:gd name="csY89" fmla="*/ 47835 h 141753"/>
              <a:gd name="csX90" fmla="*/ 76203 w 106333"/>
              <a:gd name="csY90" fmla="*/ 42528 h 141753"/>
              <a:gd name="csX91" fmla="*/ 79742 w 106333"/>
              <a:gd name="csY91" fmla="*/ 42528 h 141753"/>
              <a:gd name="csX92" fmla="*/ 85067 w 106333"/>
              <a:gd name="csY92" fmla="*/ 47835 h 141753"/>
              <a:gd name="csX93" fmla="*/ 79742 w 106333"/>
              <a:gd name="csY93" fmla="*/ 53160 h 141753"/>
              <a:gd name="csX94" fmla="*/ 79742 w 106333"/>
              <a:gd name="csY94" fmla="*/ 31896 h 141753"/>
              <a:gd name="csX95" fmla="*/ 76203 w 106333"/>
              <a:gd name="csY95" fmla="*/ 31896 h 141753"/>
              <a:gd name="csX96" fmla="*/ 70895 w 106333"/>
              <a:gd name="csY96" fmla="*/ 26571 h 141753"/>
              <a:gd name="csX97" fmla="*/ 76203 w 106333"/>
              <a:gd name="csY97" fmla="*/ 21264 h 141753"/>
              <a:gd name="csX98" fmla="*/ 79742 w 106333"/>
              <a:gd name="csY98" fmla="*/ 21264 h 141753"/>
              <a:gd name="csX99" fmla="*/ 85067 w 106333"/>
              <a:gd name="csY99" fmla="*/ 26571 h 141753"/>
              <a:gd name="csX100" fmla="*/ 79742 w 106333"/>
              <a:gd name="csY100" fmla="*/ 31896 h 141753"/>
            </a:gdLst>
            <a:ahLst/>
            <a:cxnLst/>
            <a:rect l="l" t="t" r="r" b="b"/>
            <a:pathLst>
              <a:path w="100000" h="100000">
                <a:moveTo>
                  <a:pt x="73753" y="0"/>
                </a:moveTo>
                <a:lnTo>
                  <a:pt x="26248" y="0"/>
                </a:lnTo>
                <a:cubicBezTo>
                  <a:pt x="18651" y="0"/>
                  <a:pt x="12494" y="6156"/>
                  <a:pt x="12494" y="13753"/>
                </a:cubicBezTo>
                <a:lnTo>
                  <a:pt x="12494" y="93748"/>
                </a:lnTo>
                <a:cubicBezTo>
                  <a:pt x="12494" y="97204"/>
                  <a:pt x="15290" y="100000"/>
                  <a:pt x="18747" y="100000"/>
                </a:cubicBezTo>
                <a:lnTo>
                  <a:pt x="36246" y="100000"/>
                </a:lnTo>
                <a:cubicBezTo>
                  <a:pt x="39702" y="100000"/>
                  <a:pt x="42499" y="97204"/>
                  <a:pt x="42499" y="93748"/>
                </a:cubicBezTo>
                <a:lnTo>
                  <a:pt x="42499" y="82503"/>
                </a:lnTo>
                <a:cubicBezTo>
                  <a:pt x="42499" y="81124"/>
                  <a:pt x="43615" y="80007"/>
                  <a:pt x="44995" y="80007"/>
                </a:cubicBezTo>
                <a:lnTo>
                  <a:pt x="55005" y="80007"/>
                </a:lnTo>
                <a:cubicBezTo>
                  <a:pt x="56385" y="80007"/>
                  <a:pt x="57501" y="81124"/>
                  <a:pt x="57501" y="82503"/>
                </a:cubicBezTo>
                <a:lnTo>
                  <a:pt x="57501" y="93748"/>
                </a:lnTo>
                <a:cubicBezTo>
                  <a:pt x="57501" y="97204"/>
                  <a:pt x="60299" y="100000"/>
                  <a:pt x="63755" y="100000"/>
                </a:cubicBezTo>
                <a:lnTo>
                  <a:pt x="81254" y="100000"/>
                </a:lnTo>
                <a:cubicBezTo>
                  <a:pt x="84711" y="100000"/>
                  <a:pt x="87507" y="97204"/>
                  <a:pt x="87507" y="93748"/>
                </a:cubicBezTo>
                <a:lnTo>
                  <a:pt x="87507" y="13753"/>
                </a:lnTo>
                <a:cubicBezTo>
                  <a:pt x="87507" y="6156"/>
                  <a:pt x="81350" y="0"/>
                  <a:pt x="73753" y="0"/>
                </a:cubicBezTo>
                <a:close/>
                <a:moveTo>
                  <a:pt x="33750" y="67503"/>
                </a:moveTo>
                <a:lnTo>
                  <a:pt x="31241" y="67503"/>
                </a:lnTo>
                <a:cubicBezTo>
                  <a:pt x="29176" y="67503"/>
                  <a:pt x="27496" y="65823"/>
                  <a:pt x="27496" y="63747"/>
                </a:cubicBezTo>
                <a:cubicBezTo>
                  <a:pt x="27496" y="61683"/>
                  <a:pt x="29176" y="60003"/>
                  <a:pt x="31241" y="60003"/>
                </a:cubicBezTo>
                <a:lnTo>
                  <a:pt x="33750" y="60003"/>
                </a:lnTo>
                <a:cubicBezTo>
                  <a:pt x="35826" y="60003"/>
                  <a:pt x="37494" y="61683"/>
                  <a:pt x="37494" y="63747"/>
                </a:cubicBezTo>
                <a:cubicBezTo>
                  <a:pt x="37494" y="65823"/>
                  <a:pt x="35826" y="67503"/>
                  <a:pt x="33750" y="67503"/>
                </a:cubicBezTo>
                <a:close/>
                <a:moveTo>
                  <a:pt x="33750" y="52503"/>
                </a:moveTo>
                <a:lnTo>
                  <a:pt x="31241" y="52503"/>
                </a:lnTo>
                <a:cubicBezTo>
                  <a:pt x="29176" y="52503"/>
                  <a:pt x="27496" y="50822"/>
                  <a:pt x="27496" y="48746"/>
                </a:cubicBezTo>
                <a:cubicBezTo>
                  <a:pt x="27496" y="46682"/>
                  <a:pt x="29176" y="45002"/>
                  <a:pt x="31241" y="45002"/>
                </a:cubicBezTo>
                <a:lnTo>
                  <a:pt x="33750" y="45002"/>
                </a:lnTo>
                <a:cubicBezTo>
                  <a:pt x="35826" y="45002"/>
                  <a:pt x="37494" y="46682"/>
                  <a:pt x="37494" y="48746"/>
                </a:cubicBezTo>
                <a:cubicBezTo>
                  <a:pt x="37494" y="50822"/>
                  <a:pt x="35826" y="52503"/>
                  <a:pt x="33750" y="52503"/>
                </a:cubicBezTo>
                <a:close/>
                <a:moveTo>
                  <a:pt x="33750" y="37502"/>
                </a:moveTo>
                <a:lnTo>
                  <a:pt x="31241" y="37502"/>
                </a:lnTo>
                <a:cubicBezTo>
                  <a:pt x="29176" y="37502"/>
                  <a:pt x="27496" y="35821"/>
                  <a:pt x="27496" y="33745"/>
                </a:cubicBezTo>
                <a:cubicBezTo>
                  <a:pt x="27496" y="31681"/>
                  <a:pt x="29176" y="30001"/>
                  <a:pt x="31241" y="30001"/>
                </a:cubicBezTo>
                <a:lnTo>
                  <a:pt x="33750" y="30001"/>
                </a:lnTo>
                <a:cubicBezTo>
                  <a:pt x="35826" y="30001"/>
                  <a:pt x="37494" y="31681"/>
                  <a:pt x="37494" y="33745"/>
                </a:cubicBezTo>
                <a:cubicBezTo>
                  <a:pt x="37494" y="35821"/>
                  <a:pt x="35826" y="37502"/>
                  <a:pt x="33750" y="37502"/>
                </a:cubicBezTo>
                <a:close/>
                <a:moveTo>
                  <a:pt x="33750" y="22501"/>
                </a:moveTo>
                <a:lnTo>
                  <a:pt x="31241" y="22501"/>
                </a:lnTo>
                <a:cubicBezTo>
                  <a:pt x="29176" y="22501"/>
                  <a:pt x="27496" y="20821"/>
                  <a:pt x="27496" y="18745"/>
                </a:cubicBezTo>
                <a:cubicBezTo>
                  <a:pt x="27496" y="16680"/>
                  <a:pt x="29176" y="15001"/>
                  <a:pt x="31241" y="15001"/>
                </a:cubicBezTo>
                <a:lnTo>
                  <a:pt x="33750" y="15001"/>
                </a:lnTo>
                <a:cubicBezTo>
                  <a:pt x="35826" y="15001"/>
                  <a:pt x="37494" y="16680"/>
                  <a:pt x="37494" y="18745"/>
                </a:cubicBezTo>
                <a:cubicBezTo>
                  <a:pt x="37494" y="20821"/>
                  <a:pt x="35826" y="22501"/>
                  <a:pt x="33750" y="22501"/>
                </a:cubicBezTo>
                <a:close/>
                <a:moveTo>
                  <a:pt x="51248" y="67503"/>
                </a:moveTo>
                <a:lnTo>
                  <a:pt x="48752" y="67503"/>
                </a:lnTo>
                <a:cubicBezTo>
                  <a:pt x="46676" y="67503"/>
                  <a:pt x="44995" y="65823"/>
                  <a:pt x="44995" y="63747"/>
                </a:cubicBezTo>
                <a:cubicBezTo>
                  <a:pt x="44995" y="61683"/>
                  <a:pt x="46676" y="60003"/>
                  <a:pt x="48752" y="60003"/>
                </a:cubicBezTo>
                <a:lnTo>
                  <a:pt x="51248" y="60003"/>
                </a:lnTo>
                <a:cubicBezTo>
                  <a:pt x="53325" y="60003"/>
                  <a:pt x="55005" y="61683"/>
                  <a:pt x="55005" y="63747"/>
                </a:cubicBezTo>
                <a:cubicBezTo>
                  <a:pt x="55005" y="65823"/>
                  <a:pt x="53325" y="67503"/>
                  <a:pt x="51248" y="67503"/>
                </a:cubicBezTo>
                <a:close/>
                <a:moveTo>
                  <a:pt x="51248" y="52503"/>
                </a:moveTo>
                <a:lnTo>
                  <a:pt x="48752" y="52503"/>
                </a:lnTo>
                <a:cubicBezTo>
                  <a:pt x="46676" y="52503"/>
                  <a:pt x="44995" y="50822"/>
                  <a:pt x="44995" y="48746"/>
                </a:cubicBezTo>
                <a:cubicBezTo>
                  <a:pt x="44995" y="46682"/>
                  <a:pt x="46676" y="45002"/>
                  <a:pt x="48752" y="45002"/>
                </a:cubicBezTo>
                <a:lnTo>
                  <a:pt x="51248" y="45002"/>
                </a:lnTo>
                <a:cubicBezTo>
                  <a:pt x="53325" y="45002"/>
                  <a:pt x="55005" y="46682"/>
                  <a:pt x="55005" y="48746"/>
                </a:cubicBezTo>
                <a:cubicBezTo>
                  <a:pt x="55005" y="50822"/>
                  <a:pt x="53325" y="52503"/>
                  <a:pt x="51248" y="52503"/>
                </a:cubicBezTo>
                <a:close/>
                <a:moveTo>
                  <a:pt x="51248" y="37502"/>
                </a:moveTo>
                <a:lnTo>
                  <a:pt x="48752" y="37502"/>
                </a:lnTo>
                <a:cubicBezTo>
                  <a:pt x="46676" y="37502"/>
                  <a:pt x="44995" y="35821"/>
                  <a:pt x="44995" y="33745"/>
                </a:cubicBezTo>
                <a:cubicBezTo>
                  <a:pt x="44995" y="31681"/>
                  <a:pt x="46676" y="30001"/>
                  <a:pt x="48752" y="30001"/>
                </a:cubicBezTo>
                <a:lnTo>
                  <a:pt x="51248" y="30001"/>
                </a:lnTo>
                <a:cubicBezTo>
                  <a:pt x="53325" y="30001"/>
                  <a:pt x="55005" y="31681"/>
                  <a:pt x="55005" y="33745"/>
                </a:cubicBezTo>
                <a:cubicBezTo>
                  <a:pt x="55005" y="35821"/>
                  <a:pt x="53325" y="37502"/>
                  <a:pt x="51248" y="37502"/>
                </a:cubicBezTo>
                <a:close/>
                <a:moveTo>
                  <a:pt x="51248" y="22501"/>
                </a:moveTo>
                <a:lnTo>
                  <a:pt x="48752" y="22501"/>
                </a:lnTo>
                <a:cubicBezTo>
                  <a:pt x="46676" y="22501"/>
                  <a:pt x="44995" y="20821"/>
                  <a:pt x="44995" y="18745"/>
                </a:cubicBezTo>
                <a:cubicBezTo>
                  <a:pt x="44995" y="16680"/>
                  <a:pt x="46676" y="15001"/>
                  <a:pt x="48752" y="15001"/>
                </a:cubicBezTo>
                <a:lnTo>
                  <a:pt x="51248" y="15001"/>
                </a:lnTo>
                <a:cubicBezTo>
                  <a:pt x="53325" y="15001"/>
                  <a:pt x="55005" y="16680"/>
                  <a:pt x="55005" y="18745"/>
                </a:cubicBezTo>
                <a:cubicBezTo>
                  <a:pt x="55005" y="20821"/>
                  <a:pt x="53325" y="22501"/>
                  <a:pt x="51248" y="22501"/>
                </a:cubicBezTo>
                <a:close/>
                <a:moveTo>
                  <a:pt x="68748" y="67503"/>
                </a:moveTo>
                <a:lnTo>
                  <a:pt x="66251" y="67503"/>
                </a:lnTo>
                <a:cubicBezTo>
                  <a:pt x="64175" y="67503"/>
                  <a:pt x="62507" y="65823"/>
                  <a:pt x="62507" y="63747"/>
                </a:cubicBezTo>
                <a:cubicBezTo>
                  <a:pt x="62507" y="61683"/>
                  <a:pt x="64175" y="60003"/>
                  <a:pt x="66251" y="60003"/>
                </a:cubicBezTo>
                <a:lnTo>
                  <a:pt x="68748" y="60003"/>
                </a:lnTo>
                <a:cubicBezTo>
                  <a:pt x="70824" y="60003"/>
                  <a:pt x="72504" y="61683"/>
                  <a:pt x="72504" y="63747"/>
                </a:cubicBezTo>
                <a:cubicBezTo>
                  <a:pt x="72504" y="65823"/>
                  <a:pt x="70824" y="67503"/>
                  <a:pt x="68748" y="67503"/>
                </a:cubicBezTo>
                <a:close/>
                <a:moveTo>
                  <a:pt x="68748" y="52503"/>
                </a:moveTo>
                <a:lnTo>
                  <a:pt x="66251" y="52503"/>
                </a:lnTo>
                <a:cubicBezTo>
                  <a:pt x="64175" y="52503"/>
                  <a:pt x="62507" y="50822"/>
                  <a:pt x="62507" y="48746"/>
                </a:cubicBezTo>
                <a:cubicBezTo>
                  <a:pt x="62507" y="46682"/>
                  <a:pt x="64175" y="45002"/>
                  <a:pt x="66251" y="45002"/>
                </a:cubicBezTo>
                <a:lnTo>
                  <a:pt x="68748" y="45002"/>
                </a:lnTo>
                <a:cubicBezTo>
                  <a:pt x="70824" y="45002"/>
                  <a:pt x="72504" y="46682"/>
                  <a:pt x="72504" y="48746"/>
                </a:cubicBezTo>
                <a:cubicBezTo>
                  <a:pt x="72504" y="50822"/>
                  <a:pt x="70824" y="52503"/>
                  <a:pt x="68748" y="52503"/>
                </a:cubicBezTo>
                <a:close/>
                <a:moveTo>
                  <a:pt x="68748" y="37502"/>
                </a:moveTo>
                <a:lnTo>
                  <a:pt x="66251" y="37502"/>
                </a:lnTo>
                <a:cubicBezTo>
                  <a:pt x="64175" y="37502"/>
                  <a:pt x="62507" y="35821"/>
                  <a:pt x="62507" y="33745"/>
                </a:cubicBezTo>
                <a:cubicBezTo>
                  <a:pt x="62507" y="31681"/>
                  <a:pt x="64175" y="30001"/>
                  <a:pt x="66251" y="30001"/>
                </a:cubicBezTo>
                <a:lnTo>
                  <a:pt x="68748" y="30001"/>
                </a:lnTo>
                <a:cubicBezTo>
                  <a:pt x="70824" y="30001"/>
                  <a:pt x="72504" y="31681"/>
                  <a:pt x="72504" y="33745"/>
                </a:cubicBezTo>
                <a:cubicBezTo>
                  <a:pt x="72504" y="35821"/>
                  <a:pt x="70824" y="37502"/>
                  <a:pt x="68748" y="37502"/>
                </a:cubicBezTo>
                <a:close/>
                <a:moveTo>
                  <a:pt x="68748" y="22501"/>
                </a:moveTo>
                <a:lnTo>
                  <a:pt x="66251" y="22501"/>
                </a:lnTo>
                <a:cubicBezTo>
                  <a:pt x="64175" y="22501"/>
                  <a:pt x="62507" y="20821"/>
                  <a:pt x="62507" y="18745"/>
                </a:cubicBezTo>
                <a:cubicBezTo>
                  <a:pt x="62507" y="16680"/>
                  <a:pt x="64175" y="15001"/>
                  <a:pt x="66251" y="15001"/>
                </a:cubicBezTo>
                <a:lnTo>
                  <a:pt x="68748" y="15001"/>
                </a:lnTo>
                <a:cubicBezTo>
                  <a:pt x="70824" y="15001"/>
                  <a:pt x="72504" y="16680"/>
                  <a:pt x="72504" y="18745"/>
                </a:cubicBezTo>
                <a:cubicBezTo>
                  <a:pt x="72504" y="20821"/>
                  <a:pt x="70824" y="22501"/>
                  <a:pt x="68748" y="2250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3" name="Красный — SVG 4">
            <a:extLst>
              <a:ext uri="{FF2B5EF4-FFF2-40B4-BE49-F238E27FC236}">
                <a16:creationId xmlns:a16="http://schemas.microsoft.com/office/drawing/2014/main" id="{ED24054A-E357-1F42-A969-B9B3EC4A5FA0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134643 w 134689"/>
              <a:gd name="csY0" fmla="*/ 128672 h 134676"/>
              <a:gd name="csX1" fmla="*/ 104564 w 134689"/>
              <a:gd name="csY1" fmla="*/ 42528 h 134676"/>
              <a:gd name="csX2" fmla="*/ 91481 w 134689"/>
              <a:gd name="csY2" fmla="*/ 55779 h 134676"/>
              <a:gd name="csX3" fmla="*/ 67339 w 134689"/>
              <a:gd name="csY3" fmla="*/ 0 h 134676"/>
              <a:gd name="csX4" fmla="*/ 47178 w 134689"/>
              <a:gd name="csY4" fmla="*/ 39398 h 134676"/>
              <a:gd name="csX5" fmla="*/ 37225 w 134689"/>
              <a:gd name="csY5" fmla="*/ 24802 h 134676"/>
              <a:gd name="csX6" fmla="*/ 50 w 134689"/>
              <a:gd name="csY6" fmla="*/ 128604 h 134676"/>
              <a:gd name="csX7" fmla="*/ 220 w 134689"/>
              <a:gd name="csY7" fmla="*/ 130849 h 134676"/>
              <a:gd name="csX8" fmla="*/ 1292 w 134689"/>
              <a:gd name="csY8" fmla="*/ 132840 h 134676"/>
              <a:gd name="csX9" fmla="*/ 3113 w 134689"/>
              <a:gd name="csY9" fmla="*/ 134184 h 134676"/>
              <a:gd name="csX10" fmla="*/ 5324 w 134689"/>
              <a:gd name="csY10" fmla="*/ 134677 h 134676"/>
              <a:gd name="csX11" fmla="*/ 44302 w 134689"/>
              <a:gd name="csY11" fmla="*/ 134677 h 134676"/>
              <a:gd name="csX12" fmla="*/ 47671 w 134689"/>
              <a:gd name="csY12" fmla="*/ 133469 h 134676"/>
              <a:gd name="csX13" fmla="*/ 49526 w 134689"/>
              <a:gd name="csY13" fmla="*/ 130390 h 134676"/>
              <a:gd name="csX14" fmla="*/ 67339 w 134689"/>
              <a:gd name="csY14" fmla="*/ 99226 h 134676"/>
              <a:gd name="csX15" fmla="*/ 85169 w 134689"/>
              <a:gd name="csY15" fmla="*/ 130424 h 134676"/>
              <a:gd name="csX16" fmla="*/ 87023 w 134689"/>
              <a:gd name="csY16" fmla="*/ 133469 h 134676"/>
              <a:gd name="csX17" fmla="*/ 90391 w 134689"/>
              <a:gd name="csY17" fmla="*/ 134677 h 134676"/>
              <a:gd name="csX18" fmla="*/ 129369 w 134689"/>
              <a:gd name="csY18" fmla="*/ 134677 h 134676"/>
              <a:gd name="csX19" fmla="*/ 131564 w 134689"/>
              <a:gd name="csY19" fmla="*/ 134201 h 134676"/>
              <a:gd name="csX20" fmla="*/ 133367 w 134689"/>
              <a:gd name="csY20" fmla="*/ 132857 h 134676"/>
              <a:gd name="csX21" fmla="*/ 134456 w 134689"/>
              <a:gd name="csY21" fmla="*/ 130900 h 134676"/>
              <a:gd name="csX22" fmla="*/ 134643 w 134689"/>
              <a:gd name="csY22" fmla="*/ 128672 h 134676"/>
            </a:gdLst>
            <a:ahLst/>
            <a:cxnLst/>
            <a:rect l="l" t="t" r="r" b="b"/>
            <a:pathLst>
              <a:path w="100000" h="100000">
                <a:moveTo>
                  <a:pt x="99966" y="95537"/>
                </a:moveTo>
                <a:cubicBezTo>
                  <a:pt x="96164" y="66362"/>
                  <a:pt x="89217" y="31580"/>
                  <a:pt x="77634" y="31580"/>
                </a:cubicBezTo>
                <a:cubicBezTo>
                  <a:pt x="74097" y="31580"/>
                  <a:pt x="70851" y="34876"/>
                  <a:pt x="67920" y="41418"/>
                </a:cubicBezTo>
                <a:cubicBezTo>
                  <a:pt x="58547" y="5"/>
                  <a:pt x="52661" y="5"/>
                  <a:pt x="49996" y="5"/>
                </a:cubicBezTo>
                <a:cubicBezTo>
                  <a:pt x="47633" y="5"/>
                  <a:pt x="42707" y="5"/>
                  <a:pt x="35027" y="29256"/>
                </a:cubicBezTo>
                <a:cubicBezTo>
                  <a:pt x="32956" y="18419"/>
                  <a:pt x="29596" y="18419"/>
                  <a:pt x="27638" y="18419"/>
                </a:cubicBezTo>
                <a:cubicBezTo>
                  <a:pt x="13199" y="18419"/>
                  <a:pt x="4155" y="66704"/>
                  <a:pt x="37" y="95487"/>
                </a:cubicBezTo>
                <a:cubicBezTo>
                  <a:pt x="-39" y="96043"/>
                  <a:pt x="-1" y="96611"/>
                  <a:pt x="163" y="97154"/>
                </a:cubicBezTo>
                <a:cubicBezTo>
                  <a:pt x="316" y="97697"/>
                  <a:pt x="593" y="98202"/>
                  <a:pt x="959" y="98632"/>
                </a:cubicBezTo>
                <a:cubicBezTo>
                  <a:pt x="1339" y="99061"/>
                  <a:pt x="1793" y="99402"/>
                  <a:pt x="2311" y="99630"/>
                </a:cubicBezTo>
                <a:cubicBezTo>
                  <a:pt x="2816" y="99870"/>
                  <a:pt x="3385" y="99996"/>
                  <a:pt x="3953" y="99996"/>
                </a:cubicBezTo>
                <a:lnTo>
                  <a:pt x="32892" y="99996"/>
                </a:lnTo>
                <a:cubicBezTo>
                  <a:pt x="33802" y="99996"/>
                  <a:pt x="34686" y="99680"/>
                  <a:pt x="35393" y="99099"/>
                </a:cubicBezTo>
                <a:cubicBezTo>
                  <a:pt x="36101" y="98518"/>
                  <a:pt x="36581" y="97710"/>
                  <a:pt x="36771" y="96813"/>
                </a:cubicBezTo>
                <a:cubicBezTo>
                  <a:pt x="38628" y="87492"/>
                  <a:pt x="44134" y="73675"/>
                  <a:pt x="49996" y="73675"/>
                </a:cubicBezTo>
                <a:cubicBezTo>
                  <a:pt x="55869" y="73675"/>
                  <a:pt x="61352" y="87492"/>
                  <a:pt x="63234" y="96838"/>
                </a:cubicBezTo>
                <a:cubicBezTo>
                  <a:pt x="63411" y="97723"/>
                  <a:pt x="63903" y="98531"/>
                  <a:pt x="64610" y="99099"/>
                </a:cubicBezTo>
                <a:cubicBezTo>
                  <a:pt x="65318" y="99680"/>
                  <a:pt x="66189" y="99996"/>
                  <a:pt x="67111" y="99996"/>
                </a:cubicBezTo>
                <a:lnTo>
                  <a:pt x="96050" y="99996"/>
                </a:lnTo>
                <a:cubicBezTo>
                  <a:pt x="96619" y="99996"/>
                  <a:pt x="97174" y="99870"/>
                  <a:pt x="97680" y="99643"/>
                </a:cubicBezTo>
                <a:cubicBezTo>
                  <a:pt x="98198" y="99402"/>
                  <a:pt x="98652" y="99074"/>
                  <a:pt x="99018" y="98645"/>
                </a:cubicBezTo>
                <a:cubicBezTo>
                  <a:pt x="99385" y="98227"/>
                  <a:pt x="99663" y="97735"/>
                  <a:pt x="99827" y="97192"/>
                </a:cubicBezTo>
                <a:cubicBezTo>
                  <a:pt x="99991" y="96662"/>
                  <a:pt x="100042" y="96093"/>
                  <a:pt x="99966" y="9553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4" name="Красный — SVG 5">
            <a:extLst>
              <a:ext uri="{FF2B5EF4-FFF2-40B4-BE49-F238E27FC236}">
                <a16:creationId xmlns:a16="http://schemas.microsoft.com/office/drawing/2014/main" id="{FE0B1236-2CDD-2247-A624-EF0631D6FEDB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53756 w 148867"/>
              <a:gd name="csY0" fmla="*/ 10 h 141746"/>
              <a:gd name="csX1" fmla="*/ 42396 w 148867"/>
              <a:gd name="csY1" fmla="*/ 3650 h 141746"/>
              <a:gd name="csX2" fmla="*/ 35444 w 148867"/>
              <a:gd name="csY2" fmla="*/ 17701 h 141746"/>
              <a:gd name="csX3" fmla="*/ 35444 w 148867"/>
              <a:gd name="csY3" fmla="*/ 77955 h 141746"/>
              <a:gd name="csX4" fmla="*/ 47850 w 148867"/>
              <a:gd name="csY4" fmla="*/ 77955 h 141746"/>
              <a:gd name="csX5" fmla="*/ 74434 w 148867"/>
              <a:gd name="csY5" fmla="*/ 104543 h 141746"/>
              <a:gd name="csX6" fmla="*/ 74434 w 148867"/>
              <a:gd name="csY6" fmla="*/ 136439 h 141746"/>
              <a:gd name="csX7" fmla="*/ 73188 w 148867"/>
              <a:gd name="csY7" fmla="*/ 141746 h 141746"/>
              <a:gd name="csX8" fmla="*/ 111650 w 148867"/>
              <a:gd name="csY8" fmla="*/ 141746 h 141746"/>
              <a:gd name="csX9" fmla="*/ 116967 w 148867"/>
              <a:gd name="csY9" fmla="*/ 136439 h 141746"/>
              <a:gd name="csX10" fmla="*/ 116967 w 148867"/>
              <a:gd name="csY10" fmla="*/ 30119 h 141746"/>
              <a:gd name="csX11" fmla="*/ 103855 w 148867"/>
              <a:gd name="csY11" fmla="*/ 13006 h 141746"/>
              <a:gd name="csX12" fmla="*/ 57778 w 148867"/>
              <a:gd name="csY12" fmla="*/ 605 h 141746"/>
              <a:gd name="csX13" fmla="*/ 53756 w 148867"/>
              <a:gd name="csY13" fmla="*/ 10 h 141746"/>
              <a:gd name="csX14" fmla="*/ 60256 w 148867"/>
              <a:gd name="csY14" fmla="*/ 31872 h 141746"/>
              <a:gd name="csX15" fmla="*/ 67344 w 148867"/>
              <a:gd name="csY15" fmla="*/ 31872 h 141746"/>
              <a:gd name="csX16" fmla="*/ 70890 w 148867"/>
              <a:gd name="csY16" fmla="*/ 35427 h 141746"/>
              <a:gd name="csX17" fmla="*/ 70890 w 148867"/>
              <a:gd name="csY17" fmla="*/ 42504 h 141746"/>
              <a:gd name="csX18" fmla="*/ 67344 w 148867"/>
              <a:gd name="csY18" fmla="*/ 46059 h 141746"/>
              <a:gd name="csX19" fmla="*/ 60256 w 148867"/>
              <a:gd name="csY19" fmla="*/ 46059 h 141746"/>
              <a:gd name="csX20" fmla="*/ 56711 w 148867"/>
              <a:gd name="csY20" fmla="*/ 42504 h 141746"/>
              <a:gd name="csX21" fmla="*/ 56711 w 148867"/>
              <a:gd name="csY21" fmla="*/ 35427 h 141746"/>
              <a:gd name="csX22" fmla="*/ 60256 w 148867"/>
              <a:gd name="csY22" fmla="*/ 31872 h 141746"/>
              <a:gd name="csX23" fmla="*/ 85067 w 148867"/>
              <a:gd name="csY23" fmla="*/ 31872 h 141746"/>
              <a:gd name="csX24" fmla="*/ 92157 w 148867"/>
              <a:gd name="csY24" fmla="*/ 31872 h 141746"/>
              <a:gd name="csX25" fmla="*/ 95700 w 148867"/>
              <a:gd name="csY25" fmla="*/ 35427 h 141746"/>
              <a:gd name="csX26" fmla="*/ 95700 w 148867"/>
              <a:gd name="csY26" fmla="*/ 42504 h 141746"/>
              <a:gd name="csX27" fmla="*/ 92157 w 148867"/>
              <a:gd name="csY27" fmla="*/ 46059 h 141746"/>
              <a:gd name="csX28" fmla="*/ 85067 w 148867"/>
              <a:gd name="csY28" fmla="*/ 46059 h 141746"/>
              <a:gd name="csX29" fmla="*/ 81523 w 148867"/>
              <a:gd name="csY29" fmla="*/ 42504 h 141746"/>
              <a:gd name="csX30" fmla="*/ 81523 w 148867"/>
              <a:gd name="csY30" fmla="*/ 35427 h 141746"/>
              <a:gd name="csX31" fmla="*/ 85067 w 148867"/>
              <a:gd name="csY31" fmla="*/ 31872 h 141746"/>
              <a:gd name="csX32" fmla="*/ 60256 w 148867"/>
              <a:gd name="csY32" fmla="*/ 56691 h 141746"/>
              <a:gd name="csX33" fmla="*/ 67344 w 148867"/>
              <a:gd name="csY33" fmla="*/ 56691 h 141746"/>
              <a:gd name="csX34" fmla="*/ 70890 w 148867"/>
              <a:gd name="csY34" fmla="*/ 60229 h 141746"/>
              <a:gd name="csX35" fmla="*/ 70890 w 148867"/>
              <a:gd name="csY35" fmla="*/ 67323 h 141746"/>
              <a:gd name="csX36" fmla="*/ 67344 w 148867"/>
              <a:gd name="csY36" fmla="*/ 70861 h 141746"/>
              <a:gd name="csX37" fmla="*/ 60256 w 148867"/>
              <a:gd name="csY37" fmla="*/ 70861 h 141746"/>
              <a:gd name="csX38" fmla="*/ 56711 w 148867"/>
              <a:gd name="csY38" fmla="*/ 67323 h 141746"/>
              <a:gd name="csX39" fmla="*/ 56711 w 148867"/>
              <a:gd name="csY39" fmla="*/ 60229 h 141746"/>
              <a:gd name="csX40" fmla="*/ 60256 w 148867"/>
              <a:gd name="csY40" fmla="*/ 56691 h 141746"/>
              <a:gd name="csX41" fmla="*/ 85067 w 148867"/>
              <a:gd name="csY41" fmla="*/ 56691 h 141746"/>
              <a:gd name="csX42" fmla="*/ 92157 w 148867"/>
              <a:gd name="csY42" fmla="*/ 56691 h 141746"/>
              <a:gd name="csX43" fmla="*/ 95700 w 148867"/>
              <a:gd name="csY43" fmla="*/ 60229 h 141746"/>
              <a:gd name="csX44" fmla="*/ 95700 w 148867"/>
              <a:gd name="csY44" fmla="*/ 67323 h 141746"/>
              <a:gd name="csX45" fmla="*/ 92157 w 148867"/>
              <a:gd name="csY45" fmla="*/ 70861 h 141746"/>
              <a:gd name="csX46" fmla="*/ 85067 w 148867"/>
              <a:gd name="csY46" fmla="*/ 70861 h 141746"/>
              <a:gd name="csX47" fmla="*/ 81523 w 148867"/>
              <a:gd name="csY47" fmla="*/ 67323 h 141746"/>
              <a:gd name="csX48" fmla="*/ 81523 w 148867"/>
              <a:gd name="csY48" fmla="*/ 60229 h 141746"/>
              <a:gd name="csX49" fmla="*/ 85067 w 148867"/>
              <a:gd name="csY49" fmla="*/ 56691 h 141746"/>
              <a:gd name="csX50" fmla="*/ 124057 w 148867"/>
              <a:gd name="csY50" fmla="*/ 56691 h 141746"/>
              <a:gd name="csX51" fmla="*/ 124057 w 148867"/>
              <a:gd name="csY51" fmla="*/ 81493 h 141746"/>
              <a:gd name="csX52" fmla="*/ 131144 w 148867"/>
              <a:gd name="csY52" fmla="*/ 81493 h 141746"/>
              <a:gd name="csX53" fmla="*/ 134690 w 148867"/>
              <a:gd name="csY53" fmla="*/ 85048 h 141746"/>
              <a:gd name="csX54" fmla="*/ 134690 w 148867"/>
              <a:gd name="csY54" fmla="*/ 92125 h 141746"/>
              <a:gd name="csX55" fmla="*/ 131144 w 148867"/>
              <a:gd name="csY55" fmla="*/ 95680 h 141746"/>
              <a:gd name="csX56" fmla="*/ 124057 w 148867"/>
              <a:gd name="csY56" fmla="*/ 95680 h 141746"/>
              <a:gd name="csX57" fmla="*/ 124057 w 148867"/>
              <a:gd name="csY57" fmla="*/ 106312 h 141746"/>
              <a:gd name="csX58" fmla="*/ 131144 w 148867"/>
              <a:gd name="csY58" fmla="*/ 106312 h 141746"/>
              <a:gd name="csX59" fmla="*/ 134690 w 148867"/>
              <a:gd name="csY59" fmla="*/ 109850 h 141746"/>
              <a:gd name="csX60" fmla="*/ 134690 w 148867"/>
              <a:gd name="csY60" fmla="*/ 116944 h 141746"/>
              <a:gd name="csX61" fmla="*/ 131144 w 148867"/>
              <a:gd name="csY61" fmla="*/ 120482 h 141746"/>
              <a:gd name="csX62" fmla="*/ 124057 w 148867"/>
              <a:gd name="csY62" fmla="*/ 120482 h 141746"/>
              <a:gd name="csX63" fmla="*/ 124057 w 148867"/>
              <a:gd name="csY63" fmla="*/ 141746 h 141746"/>
              <a:gd name="csX64" fmla="*/ 143551 w 148867"/>
              <a:gd name="csY64" fmla="*/ 141746 h 141746"/>
              <a:gd name="csX65" fmla="*/ 148867 w 148867"/>
              <a:gd name="csY65" fmla="*/ 136439 h 141746"/>
              <a:gd name="csX66" fmla="*/ 148867 w 148867"/>
              <a:gd name="csY66" fmla="*/ 76186 h 141746"/>
              <a:gd name="csX67" fmla="*/ 129373 w 148867"/>
              <a:gd name="csY67" fmla="*/ 56691 h 141746"/>
              <a:gd name="csX68" fmla="*/ 124057 w 148867"/>
              <a:gd name="csY68" fmla="*/ 56691 h 141746"/>
              <a:gd name="csX69" fmla="*/ 85067 w 148867"/>
              <a:gd name="csY69" fmla="*/ 81493 h 141746"/>
              <a:gd name="csX70" fmla="*/ 92157 w 148867"/>
              <a:gd name="csY70" fmla="*/ 81493 h 141746"/>
              <a:gd name="csX71" fmla="*/ 95700 w 148867"/>
              <a:gd name="csY71" fmla="*/ 85031 h 141746"/>
              <a:gd name="csX72" fmla="*/ 95700 w 148867"/>
              <a:gd name="csY72" fmla="*/ 92125 h 141746"/>
              <a:gd name="csX73" fmla="*/ 92157 w 148867"/>
              <a:gd name="csY73" fmla="*/ 95663 h 141746"/>
              <a:gd name="csX74" fmla="*/ 85067 w 148867"/>
              <a:gd name="csY74" fmla="*/ 95663 h 141746"/>
              <a:gd name="csX75" fmla="*/ 81523 w 148867"/>
              <a:gd name="csY75" fmla="*/ 92125 h 141746"/>
              <a:gd name="csX76" fmla="*/ 81523 w 148867"/>
              <a:gd name="csY76" fmla="*/ 85031 h 141746"/>
              <a:gd name="csX77" fmla="*/ 85067 w 148867"/>
              <a:gd name="csY77" fmla="*/ 81493 h 141746"/>
              <a:gd name="csX78" fmla="*/ 19494 w 148867"/>
              <a:gd name="csY78" fmla="*/ 85048 h 141746"/>
              <a:gd name="csX79" fmla="*/ 0 w 148867"/>
              <a:gd name="csY79" fmla="*/ 104543 h 141746"/>
              <a:gd name="csX80" fmla="*/ 0 w 148867"/>
              <a:gd name="csY80" fmla="*/ 136439 h 141746"/>
              <a:gd name="csX81" fmla="*/ 5317 w 148867"/>
              <a:gd name="csY81" fmla="*/ 141746 h 141746"/>
              <a:gd name="csX82" fmla="*/ 62027 w 148867"/>
              <a:gd name="csY82" fmla="*/ 141746 h 141746"/>
              <a:gd name="csX83" fmla="*/ 67344 w 148867"/>
              <a:gd name="csY83" fmla="*/ 136439 h 141746"/>
              <a:gd name="csX84" fmla="*/ 67344 w 148867"/>
              <a:gd name="csY84" fmla="*/ 104543 h 141746"/>
              <a:gd name="csX85" fmla="*/ 47850 w 148867"/>
              <a:gd name="csY85" fmla="*/ 85048 h 141746"/>
              <a:gd name="csX86" fmla="*/ 19494 w 148867"/>
              <a:gd name="csY86" fmla="*/ 85048 h 141746"/>
              <a:gd name="csX87" fmla="*/ 85067 w 148867"/>
              <a:gd name="csY87" fmla="*/ 106295 h 141746"/>
              <a:gd name="csX88" fmla="*/ 92157 w 148867"/>
              <a:gd name="csY88" fmla="*/ 106295 h 141746"/>
              <a:gd name="csX89" fmla="*/ 94918 w 148867"/>
              <a:gd name="csY89" fmla="*/ 107724 h 141746"/>
              <a:gd name="csX90" fmla="*/ 94994 w 148867"/>
              <a:gd name="csY90" fmla="*/ 107724 h 141746"/>
              <a:gd name="csX91" fmla="*/ 94994 w 148867"/>
              <a:gd name="csY91" fmla="*/ 107826 h 141746"/>
              <a:gd name="csX92" fmla="*/ 95700 w 148867"/>
              <a:gd name="csY92" fmla="*/ 109850 h 141746"/>
              <a:gd name="csX93" fmla="*/ 95700 w 148867"/>
              <a:gd name="csY93" fmla="*/ 116927 h 141746"/>
              <a:gd name="csX94" fmla="*/ 94994 w 148867"/>
              <a:gd name="csY94" fmla="*/ 118952 h 141746"/>
              <a:gd name="csX95" fmla="*/ 94994 w 148867"/>
              <a:gd name="csY95" fmla="*/ 119071 h 141746"/>
              <a:gd name="csX96" fmla="*/ 94918 w 148867"/>
              <a:gd name="csY96" fmla="*/ 119071 h 141746"/>
              <a:gd name="csX97" fmla="*/ 92157 w 148867"/>
              <a:gd name="csY97" fmla="*/ 120482 h 141746"/>
              <a:gd name="csX98" fmla="*/ 85067 w 148867"/>
              <a:gd name="csY98" fmla="*/ 120482 h 141746"/>
              <a:gd name="csX99" fmla="*/ 81523 w 148867"/>
              <a:gd name="csY99" fmla="*/ 116927 h 141746"/>
              <a:gd name="csX100" fmla="*/ 81523 w 148867"/>
              <a:gd name="csY100" fmla="*/ 109850 h 141746"/>
              <a:gd name="csX101" fmla="*/ 85067 w 148867"/>
              <a:gd name="csY101" fmla="*/ 106295 h 141746"/>
              <a:gd name="csX102" fmla="*/ 17723 w 148867"/>
              <a:gd name="csY102" fmla="*/ 106312 h 141746"/>
              <a:gd name="csX103" fmla="*/ 24811 w 148867"/>
              <a:gd name="csY103" fmla="*/ 106312 h 141746"/>
              <a:gd name="csX104" fmla="*/ 28356 w 148867"/>
              <a:gd name="csY104" fmla="*/ 109850 h 141746"/>
              <a:gd name="csX105" fmla="*/ 28356 w 148867"/>
              <a:gd name="csY105" fmla="*/ 116944 h 141746"/>
              <a:gd name="csX106" fmla="*/ 24811 w 148867"/>
              <a:gd name="csY106" fmla="*/ 120482 h 141746"/>
              <a:gd name="csX107" fmla="*/ 17723 w 148867"/>
              <a:gd name="csY107" fmla="*/ 120482 h 141746"/>
              <a:gd name="csX108" fmla="*/ 14177 w 148867"/>
              <a:gd name="csY108" fmla="*/ 116944 h 141746"/>
              <a:gd name="csX109" fmla="*/ 14177 w 148867"/>
              <a:gd name="csY109" fmla="*/ 109850 h 141746"/>
              <a:gd name="csX110" fmla="*/ 17723 w 148867"/>
              <a:gd name="csY110" fmla="*/ 106312 h 141746"/>
              <a:gd name="csX111" fmla="*/ 42534 w 148867"/>
              <a:gd name="csY111" fmla="*/ 106312 h 141746"/>
              <a:gd name="csX112" fmla="*/ 49623 w 148867"/>
              <a:gd name="csY112" fmla="*/ 106312 h 141746"/>
              <a:gd name="csX113" fmla="*/ 53167 w 148867"/>
              <a:gd name="csY113" fmla="*/ 109850 h 141746"/>
              <a:gd name="csX114" fmla="*/ 53167 w 148867"/>
              <a:gd name="csY114" fmla="*/ 116944 h 141746"/>
              <a:gd name="csX115" fmla="*/ 49623 w 148867"/>
              <a:gd name="csY115" fmla="*/ 120482 h 141746"/>
              <a:gd name="csX116" fmla="*/ 42534 w 148867"/>
              <a:gd name="csY116" fmla="*/ 120482 h 141746"/>
              <a:gd name="csX117" fmla="*/ 38990 w 148867"/>
              <a:gd name="csY117" fmla="*/ 116944 h 141746"/>
              <a:gd name="csX118" fmla="*/ 38990 w 148867"/>
              <a:gd name="csY118" fmla="*/ 109850 h 141746"/>
              <a:gd name="csX119" fmla="*/ 42534 w 148867"/>
              <a:gd name="csY119" fmla="*/ 106312 h 141746"/>
            </a:gdLst>
            <a:ahLst/>
            <a:cxnLst/>
            <a:rect l="l" t="t" r="r" b="b"/>
            <a:pathLst>
              <a:path w="100000" h="100000">
                <a:moveTo>
                  <a:pt x="36110" y="2398"/>
                </a:moveTo>
                <a:cubicBezTo>
                  <a:pt x="33388" y="2307"/>
                  <a:pt x="30666" y="3164"/>
                  <a:pt x="28479" y="4844"/>
                </a:cubicBezTo>
                <a:cubicBezTo>
                  <a:pt x="25554" y="7072"/>
                  <a:pt x="23809" y="10603"/>
                  <a:pt x="23809" y="14282"/>
                </a:cubicBezTo>
                <a:lnTo>
                  <a:pt x="23809" y="54757"/>
                </a:lnTo>
                <a:lnTo>
                  <a:pt x="32143" y="54757"/>
                </a:lnTo>
                <a:cubicBezTo>
                  <a:pt x="41988" y="54757"/>
                  <a:pt x="50000" y="62767"/>
                  <a:pt x="50000" y="72618"/>
                </a:cubicBezTo>
                <a:lnTo>
                  <a:pt x="50000" y="94043"/>
                </a:lnTo>
                <a:cubicBezTo>
                  <a:pt x="50000" y="95323"/>
                  <a:pt x="49683" y="96523"/>
                  <a:pt x="49163" y="97608"/>
                </a:cubicBezTo>
                <a:lnTo>
                  <a:pt x="75000" y="97608"/>
                </a:lnTo>
                <a:cubicBezTo>
                  <a:pt x="76971" y="97608"/>
                  <a:pt x="78571" y="96009"/>
                  <a:pt x="78571" y="94043"/>
                </a:cubicBezTo>
                <a:lnTo>
                  <a:pt x="78571" y="22624"/>
                </a:lnTo>
                <a:cubicBezTo>
                  <a:pt x="78571" y="17253"/>
                  <a:pt x="74952" y="12523"/>
                  <a:pt x="69764" y="11128"/>
                </a:cubicBezTo>
                <a:lnTo>
                  <a:pt x="38812" y="2798"/>
                </a:lnTo>
                <a:cubicBezTo>
                  <a:pt x="37924" y="2547"/>
                  <a:pt x="37017" y="2421"/>
                  <a:pt x="36110" y="2398"/>
                </a:cubicBezTo>
                <a:close/>
                <a:moveTo>
                  <a:pt x="40476" y="23801"/>
                </a:moveTo>
                <a:lnTo>
                  <a:pt x="45238" y="23801"/>
                </a:lnTo>
                <a:cubicBezTo>
                  <a:pt x="46552" y="23801"/>
                  <a:pt x="47620" y="24876"/>
                  <a:pt x="47620" y="26189"/>
                </a:cubicBezTo>
                <a:lnTo>
                  <a:pt x="47620" y="30943"/>
                </a:lnTo>
                <a:cubicBezTo>
                  <a:pt x="47620" y="32257"/>
                  <a:pt x="46552" y="33331"/>
                  <a:pt x="45238" y="33331"/>
                </a:cubicBezTo>
                <a:lnTo>
                  <a:pt x="40476" y="33331"/>
                </a:lnTo>
                <a:cubicBezTo>
                  <a:pt x="39162" y="33331"/>
                  <a:pt x="38095" y="32257"/>
                  <a:pt x="38095" y="30943"/>
                </a:cubicBezTo>
                <a:lnTo>
                  <a:pt x="38095" y="26189"/>
                </a:lnTo>
                <a:cubicBezTo>
                  <a:pt x="38095" y="24876"/>
                  <a:pt x="39162" y="23801"/>
                  <a:pt x="40476" y="23801"/>
                </a:cubicBezTo>
                <a:close/>
                <a:moveTo>
                  <a:pt x="57143" y="23801"/>
                </a:moveTo>
                <a:lnTo>
                  <a:pt x="61906" y="23801"/>
                </a:lnTo>
                <a:cubicBezTo>
                  <a:pt x="63220" y="23801"/>
                  <a:pt x="64286" y="24876"/>
                  <a:pt x="64286" y="26189"/>
                </a:cubicBezTo>
                <a:lnTo>
                  <a:pt x="64286" y="30943"/>
                </a:lnTo>
                <a:cubicBezTo>
                  <a:pt x="64286" y="32257"/>
                  <a:pt x="63220" y="33331"/>
                  <a:pt x="61906" y="33331"/>
                </a:cubicBezTo>
                <a:lnTo>
                  <a:pt x="57143" y="33331"/>
                </a:lnTo>
                <a:cubicBezTo>
                  <a:pt x="55829" y="33331"/>
                  <a:pt x="54762" y="32257"/>
                  <a:pt x="54762" y="30943"/>
                </a:cubicBezTo>
                <a:lnTo>
                  <a:pt x="54762" y="26189"/>
                </a:lnTo>
                <a:cubicBezTo>
                  <a:pt x="54762" y="24876"/>
                  <a:pt x="55829" y="23801"/>
                  <a:pt x="57143" y="23801"/>
                </a:cubicBezTo>
                <a:close/>
                <a:moveTo>
                  <a:pt x="40476" y="40473"/>
                </a:moveTo>
                <a:lnTo>
                  <a:pt x="45238" y="40473"/>
                </a:lnTo>
                <a:cubicBezTo>
                  <a:pt x="46552" y="40473"/>
                  <a:pt x="47620" y="41536"/>
                  <a:pt x="47620" y="42850"/>
                </a:cubicBezTo>
                <a:lnTo>
                  <a:pt x="47620" y="47615"/>
                </a:lnTo>
                <a:cubicBezTo>
                  <a:pt x="47620" y="48929"/>
                  <a:pt x="46552" y="49992"/>
                  <a:pt x="45238" y="49992"/>
                </a:cubicBezTo>
                <a:lnTo>
                  <a:pt x="40476" y="49992"/>
                </a:lnTo>
                <a:cubicBezTo>
                  <a:pt x="39162" y="49992"/>
                  <a:pt x="38095" y="48929"/>
                  <a:pt x="38095" y="47615"/>
                </a:cubicBezTo>
                <a:lnTo>
                  <a:pt x="38095" y="42850"/>
                </a:lnTo>
                <a:cubicBezTo>
                  <a:pt x="38095" y="41536"/>
                  <a:pt x="39162" y="40473"/>
                  <a:pt x="40476" y="40473"/>
                </a:cubicBezTo>
                <a:close/>
                <a:moveTo>
                  <a:pt x="57143" y="40473"/>
                </a:moveTo>
                <a:lnTo>
                  <a:pt x="61906" y="40473"/>
                </a:lnTo>
                <a:cubicBezTo>
                  <a:pt x="63220" y="40473"/>
                  <a:pt x="64286" y="41536"/>
                  <a:pt x="64286" y="42850"/>
                </a:cubicBezTo>
                <a:lnTo>
                  <a:pt x="64286" y="47615"/>
                </a:lnTo>
                <a:cubicBezTo>
                  <a:pt x="64286" y="48929"/>
                  <a:pt x="63220" y="49992"/>
                  <a:pt x="61906" y="49992"/>
                </a:cubicBezTo>
                <a:lnTo>
                  <a:pt x="57143" y="49992"/>
                </a:lnTo>
                <a:cubicBezTo>
                  <a:pt x="55829" y="49992"/>
                  <a:pt x="54762" y="48929"/>
                  <a:pt x="54762" y="47615"/>
                </a:cubicBezTo>
                <a:lnTo>
                  <a:pt x="54762" y="42850"/>
                </a:lnTo>
                <a:cubicBezTo>
                  <a:pt x="54762" y="41536"/>
                  <a:pt x="55829" y="40473"/>
                  <a:pt x="57143" y="40473"/>
                </a:cubicBezTo>
                <a:close/>
                <a:moveTo>
                  <a:pt x="83334" y="40473"/>
                </a:moveTo>
                <a:lnTo>
                  <a:pt x="83334" y="57134"/>
                </a:lnTo>
                <a:lnTo>
                  <a:pt x="88095" y="57134"/>
                </a:lnTo>
                <a:cubicBezTo>
                  <a:pt x="89409" y="57134"/>
                  <a:pt x="90477" y="58208"/>
                  <a:pt x="90477" y="59522"/>
                </a:cubicBezTo>
                <a:lnTo>
                  <a:pt x="90477" y="64276"/>
                </a:lnTo>
                <a:cubicBezTo>
                  <a:pt x="90477" y="65590"/>
                  <a:pt x="89409" y="66664"/>
                  <a:pt x="88095" y="66664"/>
                </a:cubicBezTo>
                <a:lnTo>
                  <a:pt x="83334" y="66664"/>
                </a:lnTo>
                <a:lnTo>
                  <a:pt x="83334" y="73806"/>
                </a:lnTo>
                <a:lnTo>
                  <a:pt x="88095" y="73806"/>
                </a:lnTo>
                <a:cubicBezTo>
                  <a:pt x="89409" y="73806"/>
                  <a:pt x="90477" y="74869"/>
                  <a:pt x="90477" y="76182"/>
                </a:cubicBezTo>
                <a:lnTo>
                  <a:pt x="90477" y="80948"/>
                </a:lnTo>
                <a:cubicBezTo>
                  <a:pt x="90477" y="82262"/>
                  <a:pt x="89409" y="83324"/>
                  <a:pt x="88095" y="83324"/>
                </a:cubicBezTo>
                <a:lnTo>
                  <a:pt x="83334" y="83324"/>
                </a:lnTo>
                <a:lnTo>
                  <a:pt x="83334" y="97608"/>
                </a:lnTo>
                <a:lnTo>
                  <a:pt x="96429" y="97608"/>
                </a:lnTo>
                <a:cubicBezTo>
                  <a:pt x="98400" y="97608"/>
                  <a:pt x="100000" y="96009"/>
                  <a:pt x="100000" y="94043"/>
                </a:cubicBezTo>
                <a:lnTo>
                  <a:pt x="100000" y="53569"/>
                </a:lnTo>
                <a:cubicBezTo>
                  <a:pt x="100000" y="46370"/>
                  <a:pt x="94107" y="40473"/>
                  <a:pt x="86905" y="40473"/>
                </a:cubicBezTo>
                <a:lnTo>
                  <a:pt x="83334" y="40473"/>
                </a:lnTo>
                <a:close/>
                <a:moveTo>
                  <a:pt x="57143" y="57134"/>
                </a:moveTo>
                <a:lnTo>
                  <a:pt x="61906" y="57134"/>
                </a:lnTo>
                <a:cubicBezTo>
                  <a:pt x="63220" y="57134"/>
                  <a:pt x="64286" y="58197"/>
                  <a:pt x="64286" y="59511"/>
                </a:cubicBezTo>
                <a:lnTo>
                  <a:pt x="64286" y="64276"/>
                </a:lnTo>
                <a:cubicBezTo>
                  <a:pt x="64286" y="65590"/>
                  <a:pt x="63220" y="66652"/>
                  <a:pt x="61906" y="66652"/>
                </a:cubicBezTo>
                <a:lnTo>
                  <a:pt x="57143" y="66652"/>
                </a:lnTo>
                <a:cubicBezTo>
                  <a:pt x="55829" y="66652"/>
                  <a:pt x="54762" y="65590"/>
                  <a:pt x="54762" y="64276"/>
                </a:cubicBezTo>
                <a:lnTo>
                  <a:pt x="54762" y="59511"/>
                </a:lnTo>
                <a:cubicBezTo>
                  <a:pt x="54762" y="58197"/>
                  <a:pt x="55829" y="57134"/>
                  <a:pt x="57143" y="57134"/>
                </a:cubicBezTo>
                <a:close/>
                <a:moveTo>
                  <a:pt x="13095" y="59522"/>
                </a:moveTo>
                <a:cubicBezTo>
                  <a:pt x="5893" y="59522"/>
                  <a:pt x="0" y="65407"/>
                  <a:pt x="0" y="72618"/>
                </a:cubicBezTo>
                <a:lnTo>
                  <a:pt x="0" y="94043"/>
                </a:lnTo>
                <a:cubicBezTo>
                  <a:pt x="0" y="96009"/>
                  <a:pt x="1600" y="97608"/>
                  <a:pt x="3572" y="97608"/>
                </a:cubicBezTo>
                <a:lnTo>
                  <a:pt x="41666" y="97608"/>
                </a:lnTo>
                <a:cubicBezTo>
                  <a:pt x="43638" y="97608"/>
                  <a:pt x="45238" y="96009"/>
                  <a:pt x="45238" y="94043"/>
                </a:cubicBezTo>
                <a:lnTo>
                  <a:pt x="45238" y="72618"/>
                </a:lnTo>
                <a:cubicBezTo>
                  <a:pt x="45238" y="65407"/>
                  <a:pt x="39345" y="59522"/>
                  <a:pt x="32143" y="59522"/>
                </a:cubicBezTo>
                <a:lnTo>
                  <a:pt x="13095" y="59522"/>
                </a:lnTo>
                <a:close/>
                <a:moveTo>
                  <a:pt x="57143" y="73794"/>
                </a:moveTo>
                <a:lnTo>
                  <a:pt x="61906" y="73794"/>
                </a:lnTo>
                <a:cubicBezTo>
                  <a:pt x="62675" y="73794"/>
                  <a:pt x="63325" y="74183"/>
                  <a:pt x="63760" y="74754"/>
                </a:cubicBezTo>
                <a:lnTo>
                  <a:pt x="63811" y="74754"/>
                </a:lnTo>
                <a:lnTo>
                  <a:pt x="63811" y="74823"/>
                </a:lnTo>
                <a:cubicBezTo>
                  <a:pt x="64090" y="75212"/>
                  <a:pt x="64286" y="75669"/>
                  <a:pt x="64286" y="76182"/>
                </a:cubicBezTo>
                <a:lnTo>
                  <a:pt x="64286" y="80936"/>
                </a:lnTo>
                <a:cubicBezTo>
                  <a:pt x="64286" y="81451"/>
                  <a:pt x="64090" y="81908"/>
                  <a:pt x="63811" y="82297"/>
                </a:cubicBezTo>
                <a:lnTo>
                  <a:pt x="63811" y="82377"/>
                </a:lnTo>
                <a:lnTo>
                  <a:pt x="63760" y="82377"/>
                </a:lnTo>
                <a:cubicBezTo>
                  <a:pt x="63325" y="82936"/>
                  <a:pt x="62671" y="83324"/>
                  <a:pt x="61906" y="83324"/>
                </a:cubicBezTo>
                <a:lnTo>
                  <a:pt x="57143" y="83324"/>
                </a:lnTo>
                <a:cubicBezTo>
                  <a:pt x="55829" y="83324"/>
                  <a:pt x="54762" y="82250"/>
                  <a:pt x="54762" y="80936"/>
                </a:cubicBezTo>
                <a:lnTo>
                  <a:pt x="54762" y="76182"/>
                </a:lnTo>
                <a:cubicBezTo>
                  <a:pt x="54762" y="74869"/>
                  <a:pt x="55829" y="73794"/>
                  <a:pt x="57143" y="73794"/>
                </a:cubicBezTo>
                <a:close/>
                <a:moveTo>
                  <a:pt x="11905" y="73806"/>
                </a:moveTo>
                <a:lnTo>
                  <a:pt x="16667" y="73806"/>
                </a:lnTo>
                <a:cubicBezTo>
                  <a:pt x="17980" y="73806"/>
                  <a:pt x="19048" y="74869"/>
                  <a:pt x="19048" y="76182"/>
                </a:cubicBezTo>
                <a:lnTo>
                  <a:pt x="19048" y="80948"/>
                </a:lnTo>
                <a:cubicBezTo>
                  <a:pt x="19048" y="82262"/>
                  <a:pt x="17980" y="83324"/>
                  <a:pt x="16667" y="83324"/>
                </a:cubicBezTo>
                <a:lnTo>
                  <a:pt x="11905" y="83324"/>
                </a:lnTo>
                <a:cubicBezTo>
                  <a:pt x="10591" y="83324"/>
                  <a:pt x="9523" y="82262"/>
                  <a:pt x="9523" y="80948"/>
                </a:cubicBezTo>
                <a:lnTo>
                  <a:pt x="9523" y="76182"/>
                </a:lnTo>
                <a:cubicBezTo>
                  <a:pt x="9523" y="74869"/>
                  <a:pt x="10591" y="73806"/>
                  <a:pt x="11905" y="73806"/>
                </a:cubicBezTo>
                <a:close/>
                <a:moveTo>
                  <a:pt x="28572" y="73806"/>
                </a:moveTo>
                <a:lnTo>
                  <a:pt x="33334" y="73806"/>
                </a:lnTo>
                <a:cubicBezTo>
                  <a:pt x="34648" y="73806"/>
                  <a:pt x="35714" y="74869"/>
                  <a:pt x="35714" y="76182"/>
                </a:cubicBezTo>
                <a:lnTo>
                  <a:pt x="35714" y="80948"/>
                </a:lnTo>
                <a:cubicBezTo>
                  <a:pt x="35714" y="82262"/>
                  <a:pt x="34648" y="83324"/>
                  <a:pt x="33334" y="83324"/>
                </a:cubicBezTo>
                <a:lnTo>
                  <a:pt x="28572" y="83324"/>
                </a:lnTo>
                <a:cubicBezTo>
                  <a:pt x="27257" y="83324"/>
                  <a:pt x="26191" y="82262"/>
                  <a:pt x="26191" y="80948"/>
                </a:cubicBezTo>
                <a:lnTo>
                  <a:pt x="26191" y="76182"/>
                </a:lnTo>
                <a:cubicBezTo>
                  <a:pt x="26191" y="74869"/>
                  <a:pt x="27257" y="73806"/>
                  <a:pt x="28572" y="7380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5" name="Красный — SVG 6">
            <a:extLst>
              <a:ext uri="{FF2B5EF4-FFF2-40B4-BE49-F238E27FC236}">
                <a16:creationId xmlns:a16="http://schemas.microsoft.com/office/drawing/2014/main" id="{FEFBBA1A-8BDB-434A-A888-51D7CE12049F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38995 w 134763"/>
              <a:gd name="csY0" fmla="*/ 0 h 134676"/>
              <a:gd name="csX1" fmla="*/ 23955 w 134763"/>
              <a:gd name="csY1" fmla="*/ 6226 h 134676"/>
              <a:gd name="csX2" fmla="*/ 17728 w 134763"/>
              <a:gd name="csY2" fmla="*/ 21264 h 134676"/>
              <a:gd name="csX3" fmla="*/ 17728 w 134763"/>
              <a:gd name="csY3" fmla="*/ 70885 h 134676"/>
              <a:gd name="csX4" fmla="*/ 20978 w 134763"/>
              <a:gd name="csY4" fmla="*/ 82113 h 134676"/>
              <a:gd name="csX5" fmla="*/ 0 w 134763"/>
              <a:gd name="csY5" fmla="*/ 108089 h 134676"/>
              <a:gd name="csX6" fmla="*/ 26575 w 134763"/>
              <a:gd name="csY6" fmla="*/ 134677 h 134676"/>
              <a:gd name="csX7" fmla="*/ 129370 w 134763"/>
              <a:gd name="csY7" fmla="*/ 134677 h 134676"/>
              <a:gd name="csX8" fmla="*/ 131429 w 134763"/>
              <a:gd name="csY8" fmla="*/ 134286 h 134676"/>
              <a:gd name="csX9" fmla="*/ 133181 w 134763"/>
              <a:gd name="csY9" fmla="*/ 133146 h 134676"/>
              <a:gd name="csX10" fmla="*/ 134355 w 134763"/>
              <a:gd name="csY10" fmla="*/ 131411 h 134676"/>
              <a:gd name="csX11" fmla="*/ 134763 w 134763"/>
              <a:gd name="csY11" fmla="*/ 129353 h 134676"/>
              <a:gd name="csX12" fmla="*/ 134355 w 134763"/>
              <a:gd name="csY12" fmla="*/ 127311 h 134676"/>
              <a:gd name="csX13" fmla="*/ 133181 w 134763"/>
              <a:gd name="csY13" fmla="*/ 125576 h 134676"/>
              <a:gd name="csX14" fmla="*/ 131429 w 134763"/>
              <a:gd name="csY14" fmla="*/ 124419 h 134676"/>
              <a:gd name="csX15" fmla="*/ 129370 w 134763"/>
              <a:gd name="csY15" fmla="*/ 124045 h 134676"/>
              <a:gd name="csX16" fmla="*/ 26575 w 134763"/>
              <a:gd name="csY16" fmla="*/ 124045 h 134676"/>
              <a:gd name="csX17" fmla="*/ 10633 w 134763"/>
              <a:gd name="csY17" fmla="*/ 108089 h 134676"/>
              <a:gd name="csX18" fmla="*/ 26575 w 134763"/>
              <a:gd name="csY18" fmla="*/ 92149 h 134676"/>
              <a:gd name="csX19" fmla="*/ 38995 w 134763"/>
              <a:gd name="csY19" fmla="*/ 92149 h 134676"/>
              <a:gd name="csX20" fmla="*/ 95700 w 134763"/>
              <a:gd name="csY20" fmla="*/ 92149 h 134676"/>
              <a:gd name="csX21" fmla="*/ 129370 w 134763"/>
              <a:gd name="csY21" fmla="*/ 92149 h 134676"/>
              <a:gd name="csX22" fmla="*/ 131429 w 134763"/>
              <a:gd name="csY22" fmla="*/ 91758 h 134676"/>
              <a:gd name="csX23" fmla="*/ 133181 w 134763"/>
              <a:gd name="csY23" fmla="*/ 90618 h 134676"/>
              <a:gd name="csX24" fmla="*/ 134355 w 134763"/>
              <a:gd name="csY24" fmla="*/ 88883 h 134676"/>
              <a:gd name="csX25" fmla="*/ 134763 w 134763"/>
              <a:gd name="csY25" fmla="*/ 86825 h 134676"/>
              <a:gd name="csX26" fmla="*/ 134355 w 134763"/>
              <a:gd name="csY26" fmla="*/ 84783 h 134676"/>
              <a:gd name="csX27" fmla="*/ 133181 w 134763"/>
              <a:gd name="csY27" fmla="*/ 83048 h 134676"/>
              <a:gd name="csX28" fmla="*/ 131429 w 134763"/>
              <a:gd name="csY28" fmla="*/ 81891 h 134676"/>
              <a:gd name="csX29" fmla="*/ 129370 w 134763"/>
              <a:gd name="csY29" fmla="*/ 81517 h 134676"/>
              <a:gd name="csX30" fmla="*/ 114092 w 134763"/>
              <a:gd name="csY30" fmla="*/ 81517 h 134676"/>
              <a:gd name="csX31" fmla="*/ 116967 w 134763"/>
              <a:gd name="csY31" fmla="*/ 70885 h 134676"/>
              <a:gd name="csX32" fmla="*/ 116967 w 134763"/>
              <a:gd name="csY32" fmla="*/ 21264 h 134676"/>
              <a:gd name="csX33" fmla="*/ 110740 w 134763"/>
              <a:gd name="csY33" fmla="*/ 6226 h 134676"/>
              <a:gd name="csX34" fmla="*/ 95700 w 134763"/>
              <a:gd name="csY34" fmla="*/ 0 h 134676"/>
              <a:gd name="csX35" fmla="*/ 38995 w 134763"/>
              <a:gd name="csY35" fmla="*/ 0 h 134676"/>
              <a:gd name="csX36" fmla="*/ 49475 w 134763"/>
              <a:gd name="csY36" fmla="*/ 21264 h 134676"/>
              <a:gd name="csX37" fmla="*/ 49628 w 134763"/>
              <a:gd name="csY37" fmla="*/ 21264 h 134676"/>
              <a:gd name="csX38" fmla="*/ 85067 w 134763"/>
              <a:gd name="csY38" fmla="*/ 21264 h 134676"/>
              <a:gd name="csX39" fmla="*/ 87568 w 134763"/>
              <a:gd name="csY39" fmla="*/ 22302 h 134676"/>
              <a:gd name="csX40" fmla="*/ 88606 w 134763"/>
              <a:gd name="csY40" fmla="*/ 24802 h 134676"/>
              <a:gd name="csX41" fmla="*/ 87568 w 134763"/>
              <a:gd name="csY41" fmla="*/ 27320 h 134676"/>
              <a:gd name="csX42" fmla="*/ 85067 w 134763"/>
              <a:gd name="csY42" fmla="*/ 28358 h 134676"/>
              <a:gd name="csX43" fmla="*/ 49628 w 134763"/>
              <a:gd name="csY43" fmla="*/ 28358 h 134676"/>
              <a:gd name="csX44" fmla="*/ 47093 w 134763"/>
              <a:gd name="csY44" fmla="*/ 27371 h 134676"/>
              <a:gd name="csX45" fmla="*/ 46004 w 134763"/>
              <a:gd name="csY45" fmla="*/ 24887 h 134676"/>
              <a:gd name="csX46" fmla="*/ 46991 w 134763"/>
              <a:gd name="csY46" fmla="*/ 22353 h 134676"/>
              <a:gd name="csX47" fmla="*/ 49475 w 134763"/>
              <a:gd name="csY47" fmla="*/ 21264 h 134676"/>
              <a:gd name="csX48" fmla="*/ 26575 w 134763"/>
              <a:gd name="csY48" fmla="*/ 99226 h 134676"/>
              <a:gd name="csX49" fmla="*/ 20314 w 134763"/>
              <a:gd name="csY49" fmla="*/ 101828 h 134676"/>
              <a:gd name="csX50" fmla="*/ 17728 w 134763"/>
              <a:gd name="csY50" fmla="*/ 108089 h 134676"/>
              <a:gd name="csX51" fmla="*/ 20314 w 134763"/>
              <a:gd name="csY51" fmla="*/ 114349 h 134676"/>
              <a:gd name="csX52" fmla="*/ 26575 w 134763"/>
              <a:gd name="csY52" fmla="*/ 116951 h 134676"/>
              <a:gd name="csX53" fmla="*/ 32853 w 134763"/>
              <a:gd name="csY53" fmla="*/ 114349 h 134676"/>
              <a:gd name="csX54" fmla="*/ 35439 w 134763"/>
              <a:gd name="csY54" fmla="*/ 108089 h 134676"/>
              <a:gd name="csX55" fmla="*/ 32853 w 134763"/>
              <a:gd name="csY55" fmla="*/ 101828 h 134676"/>
              <a:gd name="csX56" fmla="*/ 26575 w 134763"/>
              <a:gd name="csY56" fmla="*/ 99226 h 134676"/>
              <a:gd name="csX57" fmla="*/ 58475 w 134763"/>
              <a:gd name="csY57" fmla="*/ 99226 h 134676"/>
              <a:gd name="csX58" fmla="*/ 52214 w 134763"/>
              <a:gd name="csY58" fmla="*/ 101828 h 134676"/>
              <a:gd name="csX59" fmla="*/ 49628 w 134763"/>
              <a:gd name="csY59" fmla="*/ 108089 h 134676"/>
              <a:gd name="csX60" fmla="*/ 52214 w 134763"/>
              <a:gd name="csY60" fmla="*/ 114349 h 134676"/>
              <a:gd name="csX61" fmla="*/ 58475 w 134763"/>
              <a:gd name="csY61" fmla="*/ 116951 h 134676"/>
              <a:gd name="csX62" fmla="*/ 64753 w 134763"/>
              <a:gd name="csY62" fmla="*/ 114349 h 134676"/>
              <a:gd name="csX63" fmla="*/ 67339 w 134763"/>
              <a:gd name="csY63" fmla="*/ 108089 h 134676"/>
              <a:gd name="csX64" fmla="*/ 64753 w 134763"/>
              <a:gd name="csY64" fmla="*/ 101828 h 134676"/>
              <a:gd name="csX65" fmla="*/ 58475 w 134763"/>
              <a:gd name="csY65" fmla="*/ 99226 h 134676"/>
              <a:gd name="csX66" fmla="*/ 90375 w 134763"/>
              <a:gd name="csY66" fmla="*/ 99226 h 134676"/>
              <a:gd name="csX67" fmla="*/ 84114 w 134763"/>
              <a:gd name="csY67" fmla="*/ 101828 h 134676"/>
              <a:gd name="csX68" fmla="*/ 81528 w 134763"/>
              <a:gd name="csY68" fmla="*/ 108089 h 134676"/>
              <a:gd name="csX69" fmla="*/ 84114 w 134763"/>
              <a:gd name="csY69" fmla="*/ 114349 h 134676"/>
              <a:gd name="csX70" fmla="*/ 90375 w 134763"/>
              <a:gd name="csY70" fmla="*/ 116951 h 134676"/>
              <a:gd name="csX71" fmla="*/ 96653 w 134763"/>
              <a:gd name="csY71" fmla="*/ 114349 h 134676"/>
              <a:gd name="csX72" fmla="*/ 99239 w 134763"/>
              <a:gd name="csY72" fmla="*/ 108089 h 134676"/>
              <a:gd name="csX73" fmla="*/ 96653 w 134763"/>
              <a:gd name="csY73" fmla="*/ 101828 h 134676"/>
              <a:gd name="csX74" fmla="*/ 90375 w 134763"/>
              <a:gd name="csY74" fmla="*/ 99226 h 134676"/>
              <a:gd name="csX75" fmla="*/ 122276 w 134763"/>
              <a:gd name="csY75" fmla="*/ 99226 h 134676"/>
              <a:gd name="csX76" fmla="*/ 116014 w 134763"/>
              <a:gd name="csY76" fmla="*/ 101828 h 134676"/>
              <a:gd name="csX77" fmla="*/ 113428 w 134763"/>
              <a:gd name="csY77" fmla="*/ 108089 h 134676"/>
              <a:gd name="csX78" fmla="*/ 116014 w 134763"/>
              <a:gd name="csY78" fmla="*/ 114349 h 134676"/>
              <a:gd name="csX79" fmla="*/ 122276 w 134763"/>
              <a:gd name="csY79" fmla="*/ 116951 h 134676"/>
              <a:gd name="csX80" fmla="*/ 128553 w 134763"/>
              <a:gd name="csY80" fmla="*/ 114349 h 134676"/>
              <a:gd name="csX81" fmla="*/ 131139 w 134763"/>
              <a:gd name="csY81" fmla="*/ 108089 h 134676"/>
              <a:gd name="csX82" fmla="*/ 128553 w 134763"/>
              <a:gd name="csY82" fmla="*/ 101828 h 134676"/>
              <a:gd name="csX83" fmla="*/ 122276 w 134763"/>
              <a:gd name="csY83" fmla="*/ 99226 h 134676"/>
            </a:gdLst>
            <a:ahLst/>
            <a:cxnLst/>
            <a:rect l="l" t="t" r="r" b="b"/>
            <a:pathLst>
              <a:path w="100000" h="100000">
                <a:moveTo>
                  <a:pt x="28936" y="32"/>
                </a:moveTo>
                <a:cubicBezTo>
                  <a:pt x="24744" y="32"/>
                  <a:pt x="20730" y="1698"/>
                  <a:pt x="17776" y="4652"/>
                </a:cubicBezTo>
                <a:cubicBezTo>
                  <a:pt x="14809" y="7619"/>
                  <a:pt x="13155" y="11620"/>
                  <a:pt x="13155" y="15811"/>
                </a:cubicBezTo>
                <a:lnTo>
                  <a:pt x="13155" y="52632"/>
                </a:lnTo>
                <a:cubicBezTo>
                  <a:pt x="13155" y="55573"/>
                  <a:pt x="13988" y="58464"/>
                  <a:pt x="15567" y="60964"/>
                </a:cubicBezTo>
                <a:cubicBezTo>
                  <a:pt x="6691" y="62894"/>
                  <a:pt x="0" y="70822"/>
                  <a:pt x="0" y="80239"/>
                </a:cubicBezTo>
                <a:cubicBezTo>
                  <a:pt x="0" y="91082"/>
                  <a:pt x="8875" y="99968"/>
                  <a:pt x="19720" y="99968"/>
                </a:cubicBezTo>
                <a:lnTo>
                  <a:pt x="95998" y="99968"/>
                </a:lnTo>
                <a:cubicBezTo>
                  <a:pt x="96528" y="99968"/>
                  <a:pt x="97046" y="99880"/>
                  <a:pt x="97526" y="99678"/>
                </a:cubicBezTo>
                <a:cubicBezTo>
                  <a:pt x="98018" y="99489"/>
                  <a:pt x="98460" y="99198"/>
                  <a:pt x="98826" y="98832"/>
                </a:cubicBezTo>
                <a:cubicBezTo>
                  <a:pt x="99205" y="98467"/>
                  <a:pt x="99495" y="98024"/>
                  <a:pt x="99697" y="97545"/>
                </a:cubicBezTo>
                <a:cubicBezTo>
                  <a:pt x="99899" y="97065"/>
                  <a:pt x="100000" y="96548"/>
                  <a:pt x="100000" y="96018"/>
                </a:cubicBezTo>
                <a:cubicBezTo>
                  <a:pt x="100000" y="95500"/>
                  <a:pt x="99899" y="94982"/>
                  <a:pt x="99697" y="94503"/>
                </a:cubicBezTo>
                <a:cubicBezTo>
                  <a:pt x="99495" y="94011"/>
                  <a:pt x="99205" y="93581"/>
                  <a:pt x="98826" y="93215"/>
                </a:cubicBezTo>
                <a:cubicBezTo>
                  <a:pt x="98460" y="92849"/>
                  <a:pt x="98018" y="92558"/>
                  <a:pt x="97526" y="92357"/>
                </a:cubicBezTo>
                <a:cubicBezTo>
                  <a:pt x="97046" y="92167"/>
                  <a:pt x="96528" y="92066"/>
                  <a:pt x="95998" y="92079"/>
                </a:cubicBezTo>
                <a:lnTo>
                  <a:pt x="19720" y="92079"/>
                </a:lnTo>
                <a:cubicBezTo>
                  <a:pt x="13142" y="92079"/>
                  <a:pt x="7890" y="86828"/>
                  <a:pt x="7890" y="80239"/>
                </a:cubicBezTo>
                <a:cubicBezTo>
                  <a:pt x="7890" y="73662"/>
                  <a:pt x="13142" y="68411"/>
                  <a:pt x="19720" y="68411"/>
                </a:cubicBezTo>
                <a:lnTo>
                  <a:pt x="28936" y="68411"/>
                </a:lnTo>
                <a:lnTo>
                  <a:pt x="71014" y="68411"/>
                </a:lnTo>
                <a:lnTo>
                  <a:pt x="95998" y="68411"/>
                </a:lnTo>
                <a:cubicBezTo>
                  <a:pt x="96528" y="68411"/>
                  <a:pt x="97046" y="68323"/>
                  <a:pt x="97526" y="68121"/>
                </a:cubicBezTo>
                <a:cubicBezTo>
                  <a:pt x="98018" y="67931"/>
                  <a:pt x="98460" y="67641"/>
                  <a:pt x="98826" y="67275"/>
                </a:cubicBezTo>
                <a:cubicBezTo>
                  <a:pt x="99205" y="66909"/>
                  <a:pt x="99495" y="66467"/>
                  <a:pt x="99697" y="65987"/>
                </a:cubicBezTo>
                <a:cubicBezTo>
                  <a:pt x="99899" y="65508"/>
                  <a:pt x="100000" y="64990"/>
                  <a:pt x="100000" y="64460"/>
                </a:cubicBezTo>
                <a:cubicBezTo>
                  <a:pt x="100000" y="63942"/>
                  <a:pt x="99899" y="63425"/>
                  <a:pt x="99697" y="62945"/>
                </a:cubicBezTo>
                <a:cubicBezTo>
                  <a:pt x="99495" y="62453"/>
                  <a:pt x="99205" y="62024"/>
                  <a:pt x="98826" y="61658"/>
                </a:cubicBezTo>
                <a:cubicBezTo>
                  <a:pt x="98460" y="61292"/>
                  <a:pt x="98018" y="61002"/>
                  <a:pt x="97526" y="60799"/>
                </a:cubicBezTo>
                <a:cubicBezTo>
                  <a:pt x="97046" y="60610"/>
                  <a:pt x="96528" y="60509"/>
                  <a:pt x="95998" y="60521"/>
                </a:cubicBezTo>
                <a:lnTo>
                  <a:pt x="84661" y="60521"/>
                </a:lnTo>
                <a:cubicBezTo>
                  <a:pt x="86050" y="58123"/>
                  <a:pt x="86783" y="55397"/>
                  <a:pt x="86795" y="52632"/>
                </a:cubicBezTo>
                <a:lnTo>
                  <a:pt x="86795" y="15811"/>
                </a:lnTo>
                <a:cubicBezTo>
                  <a:pt x="86795" y="11620"/>
                  <a:pt x="85129" y="7619"/>
                  <a:pt x="82174" y="4652"/>
                </a:cubicBezTo>
                <a:cubicBezTo>
                  <a:pt x="79208" y="1698"/>
                  <a:pt x="75205" y="32"/>
                  <a:pt x="71014" y="32"/>
                </a:cubicBezTo>
                <a:lnTo>
                  <a:pt x="28936" y="32"/>
                </a:lnTo>
                <a:close/>
                <a:moveTo>
                  <a:pt x="36713" y="15811"/>
                </a:moveTo>
                <a:cubicBezTo>
                  <a:pt x="36750" y="15811"/>
                  <a:pt x="36788" y="15811"/>
                  <a:pt x="36826" y="15811"/>
                </a:cubicBezTo>
                <a:lnTo>
                  <a:pt x="63123" y="15811"/>
                </a:lnTo>
                <a:cubicBezTo>
                  <a:pt x="63817" y="15811"/>
                  <a:pt x="64487" y="16089"/>
                  <a:pt x="64979" y="16581"/>
                </a:cubicBezTo>
                <a:cubicBezTo>
                  <a:pt x="65471" y="17073"/>
                  <a:pt x="65750" y="17743"/>
                  <a:pt x="65750" y="18436"/>
                </a:cubicBezTo>
                <a:cubicBezTo>
                  <a:pt x="65750" y="19144"/>
                  <a:pt x="65471" y="19812"/>
                  <a:pt x="64979" y="20305"/>
                </a:cubicBezTo>
                <a:cubicBezTo>
                  <a:pt x="64487" y="20797"/>
                  <a:pt x="63817" y="21075"/>
                  <a:pt x="63123" y="21075"/>
                </a:cubicBezTo>
                <a:lnTo>
                  <a:pt x="36826" y="21075"/>
                </a:lnTo>
                <a:cubicBezTo>
                  <a:pt x="36119" y="21088"/>
                  <a:pt x="35450" y="20822"/>
                  <a:pt x="34945" y="20343"/>
                </a:cubicBezTo>
                <a:cubicBezTo>
                  <a:pt x="34440" y="19850"/>
                  <a:pt x="34150" y="19194"/>
                  <a:pt x="34137" y="18500"/>
                </a:cubicBezTo>
                <a:cubicBezTo>
                  <a:pt x="34124" y="17793"/>
                  <a:pt x="34390" y="17124"/>
                  <a:pt x="34869" y="16619"/>
                </a:cubicBezTo>
                <a:cubicBezTo>
                  <a:pt x="35349" y="16114"/>
                  <a:pt x="36018" y="15824"/>
                  <a:pt x="36713" y="15811"/>
                </a:cubicBezTo>
                <a:close/>
                <a:moveTo>
                  <a:pt x="19720" y="73662"/>
                </a:moveTo>
                <a:cubicBezTo>
                  <a:pt x="17977" y="73662"/>
                  <a:pt x="16311" y="74356"/>
                  <a:pt x="15074" y="75593"/>
                </a:cubicBezTo>
                <a:cubicBezTo>
                  <a:pt x="13849" y="76831"/>
                  <a:pt x="13155" y="78497"/>
                  <a:pt x="13155" y="80239"/>
                </a:cubicBezTo>
                <a:cubicBezTo>
                  <a:pt x="13155" y="81981"/>
                  <a:pt x="13849" y="83660"/>
                  <a:pt x="15074" y="84884"/>
                </a:cubicBezTo>
                <a:cubicBezTo>
                  <a:pt x="16311" y="86121"/>
                  <a:pt x="17977" y="86815"/>
                  <a:pt x="19720" y="86815"/>
                </a:cubicBezTo>
                <a:cubicBezTo>
                  <a:pt x="21474" y="86815"/>
                  <a:pt x="23141" y="86121"/>
                  <a:pt x="24378" y="84884"/>
                </a:cubicBezTo>
                <a:cubicBezTo>
                  <a:pt x="25603" y="83660"/>
                  <a:pt x="26297" y="81981"/>
                  <a:pt x="26297" y="80239"/>
                </a:cubicBezTo>
                <a:cubicBezTo>
                  <a:pt x="26297" y="78497"/>
                  <a:pt x="25603" y="76831"/>
                  <a:pt x="24378" y="75593"/>
                </a:cubicBezTo>
                <a:cubicBezTo>
                  <a:pt x="23141" y="74356"/>
                  <a:pt x="21474" y="73662"/>
                  <a:pt x="19720" y="73662"/>
                </a:cubicBezTo>
                <a:close/>
                <a:moveTo>
                  <a:pt x="43391" y="73662"/>
                </a:moveTo>
                <a:cubicBezTo>
                  <a:pt x="41649" y="73662"/>
                  <a:pt x="39982" y="74356"/>
                  <a:pt x="38745" y="75593"/>
                </a:cubicBezTo>
                <a:cubicBezTo>
                  <a:pt x="37521" y="76831"/>
                  <a:pt x="36826" y="78497"/>
                  <a:pt x="36826" y="80239"/>
                </a:cubicBezTo>
                <a:cubicBezTo>
                  <a:pt x="36826" y="81981"/>
                  <a:pt x="37521" y="83660"/>
                  <a:pt x="38745" y="84884"/>
                </a:cubicBezTo>
                <a:cubicBezTo>
                  <a:pt x="39982" y="86121"/>
                  <a:pt x="41649" y="86815"/>
                  <a:pt x="43391" y="86815"/>
                </a:cubicBezTo>
                <a:cubicBezTo>
                  <a:pt x="45146" y="86815"/>
                  <a:pt x="46813" y="86121"/>
                  <a:pt x="48050" y="84884"/>
                </a:cubicBezTo>
                <a:cubicBezTo>
                  <a:pt x="49274" y="83660"/>
                  <a:pt x="49968" y="81981"/>
                  <a:pt x="49968" y="80239"/>
                </a:cubicBezTo>
                <a:cubicBezTo>
                  <a:pt x="49968" y="78497"/>
                  <a:pt x="49274" y="76831"/>
                  <a:pt x="48050" y="75593"/>
                </a:cubicBezTo>
                <a:cubicBezTo>
                  <a:pt x="46813" y="74356"/>
                  <a:pt x="45146" y="73662"/>
                  <a:pt x="43391" y="73662"/>
                </a:cubicBezTo>
                <a:close/>
                <a:moveTo>
                  <a:pt x="67062" y="73662"/>
                </a:moveTo>
                <a:cubicBezTo>
                  <a:pt x="65321" y="73662"/>
                  <a:pt x="63653" y="74356"/>
                  <a:pt x="62416" y="75593"/>
                </a:cubicBezTo>
                <a:cubicBezTo>
                  <a:pt x="61192" y="76831"/>
                  <a:pt x="60497" y="78497"/>
                  <a:pt x="60497" y="80239"/>
                </a:cubicBezTo>
                <a:cubicBezTo>
                  <a:pt x="60497" y="81981"/>
                  <a:pt x="61192" y="83660"/>
                  <a:pt x="62416" y="84884"/>
                </a:cubicBezTo>
                <a:cubicBezTo>
                  <a:pt x="63653" y="86121"/>
                  <a:pt x="65321" y="86815"/>
                  <a:pt x="67062" y="86815"/>
                </a:cubicBezTo>
                <a:cubicBezTo>
                  <a:pt x="68817" y="86815"/>
                  <a:pt x="70484" y="86121"/>
                  <a:pt x="71721" y="84884"/>
                </a:cubicBezTo>
                <a:cubicBezTo>
                  <a:pt x="72945" y="83660"/>
                  <a:pt x="73640" y="81981"/>
                  <a:pt x="73640" y="80239"/>
                </a:cubicBezTo>
                <a:cubicBezTo>
                  <a:pt x="73640" y="78497"/>
                  <a:pt x="72945" y="76831"/>
                  <a:pt x="71721" y="75593"/>
                </a:cubicBezTo>
                <a:cubicBezTo>
                  <a:pt x="70484" y="74356"/>
                  <a:pt x="68817" y="73662"/>
                  <a:pt x="67062" y="73662"/>
                </a:cubicBezTo>
                <a:close/>
                <a:moveTo>
                  <a:pt x="90734" y="73662"/>
                </a:moveTo>
                <a:cubicBezTo>
                  <a:pt x="88992" y="73662"/>
                  <a:pt x="87325" y="74356"/>
                  <a:pt x="86087" y="75593"/>
                </a:cubicBezTo>
                <a:cubicBezTo>
                  <a:pt x="84864" y="76831"/>
                  <a:pt x="84169" y="78497"/>
                  <a:pt x="84169" y="80239"/>
                </a:cubicBezTo>
                <a:cubicBezTo>
                  <a:pt x="84169" y="81981"/>
                  <a:pt x="84864" y="83660"/>
                  <a:pt x="86087" y="84884"/>
                </a:cubicBezTo>
                <a:cubicBezTo>
                  <a:pt x="87325" y="86121"/>
                  <a:pt x="88992" y="86815"/>
                  <a:pt x="90734" y="86815"/>
                </a:cubicBezTo>
                <a:cubicBezTo>
                  <a:pt x="92488" y="86815"/>
                  <a:pt x="94155" y="86121"/>
                  <a:pt x="95392" y="84884"/>
                </a:cubicBezTo>
                <a:cubicBezTo>
                  <a:pt x="96616" y="83660"/>
                  <a:pt x="97311" y="81981"/>
                  <a:pt x="97311" y="80239"/>
                </a:cubicBezTo>
                <a:cubicBezTo>
                  <a:pt x="97311" y="78497"/>
                  <a:pt x="96616" y="76831"/>
                  <a:pt x="95392" y="75593"/>
                </a:cubicBezTo>
                <a:cubicBezTo>
                  <a:pt x="94155" y="74356"/>
                  <a:pt x="92488" y="73662"/>
                  <a:pt x="90734" y="7366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6" name="Красный — SVG 7">
            <a:extLst>
              <a:ext uri="{FF2B5EF4-FFF2-40B4-BE49-F238E27FC236}">
                <a16:creationId xmlns:a16="http://schemas.microsoft.com/office/drawing/2014/main" id="{D2D37C16-21D5-724D-BC65-D6A76A7EDAC7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144580 w 148867"/>
              <a:gd name="csY0" fmla="*/ 85192 h 141906"/>
              <a:gd name="csX1" fmla="*/ 117324 w 148867"/>
              <a:gd name="csY1" fmla="*/ 85192 h 141906"/>
              <a:gd name="csX2" fmla="*/ 87619 w 148867"/>
              <a:gd name="csY2" fmla="*/ 34090 h 141906"/>
              <a:gd name="csX3" fmla="*/ 93863 w 148867"/>
              <a:gd name="csY3" fmla="*/ 22217 h 141906"/>
              <a:gd name="csX4" fmla="*/ 100941 w 148867"/>
              <a:gd name="csY4" fmla="*/ 17862 h 141906"/>
              <a:gd name="csX5" fmla="*/ 101059 w 148867"/>
              <a:gd name="csY5" fmla="*/ 17862 h 141906"/>
              <a:gd name="csX6" fmla="*/ 108171 w 148867"/>
              <a:gd name="csY6" fmla="*/ 22080 h 141906"/>
              <a:gd name="csX7" fmla="*/ 144580 w 148867"/>
              <a:gd name="csY7" fmla="*/ 85192 h 141906"/>
              <a:gd name="csX8" fmla="*/ 109090 w 148867"/>
              <a:gd name="csY8" fmla="*/ 85192 h 141906"/>
              <a:gd name="csX9" fmla="*/ 3998 w 148867"/>
              <a:gd name="csY9" fmla="*/ 85192 h 141906"/>
              <a:gd name="csX10" fmla="*/ 46685 w 148867"/>
              <a:gd name="csY10" fmla="*/ 4746 h 141906"/>
              <a:gd name="csX11" fmla="*/ 54409 w 148867"/>
              <a:gd name="csY11" fmla="*/ 0 h 141906"/>
              <a:gd name="csX12" fmla="*/ 54545 w 148867"/>
              <a:gd name="csY12" fmla="*/ 0 h 141906"/>
              <a:gd name="csX13" fmla="*/ 62269 w 148867"/>
              <a:gd name="csY13" fmla="*/ 4576 h 141906"/>
              <a:gd name="csX14" fmla="*/ 109090 w 148867"/>
              <a:gd name="csY14" fmla="*/ 85192 h 141906"/>
              <a:gd name="csX15" fmla="*/ 148765 w 148867"/>
              <a:gd name="csY15" fmla="*/ 93068 h 141906"/>
              <a:gd name="csX16" fmla="*/ 148731 w 148867"/>
              <a:gd name="csY16" fmla="*/ 92932 h 141906"/>
              <a:gd name="csX17" fmla="*/ 148544 w 148867"/>
              <a:gd name="csY17" fmla="*/ 92285 h 141906"/>
              <a:gd name="csX18" fmla="*/ 120370 w 148867"/>
              <a:gd name="csY18" fmla="*/ 92285 h 141906"/>
              <a:gd name="csX19" fmla="*/ 113105 w 148867"/>
              <a:gd name="csY19" fmla="*/ 92285 h 141906"/>
              <a:gd name="csX20" fmla="*/ 323 w 148867"/>
              <a:gd name="csY20" fmla="*/ 92285 h 141906"/>
              <a:gd name="csX21" fmla="*/ 102 w 148867"/>
              <a:gd name="csY21" fmla="*/ 93000 h 141906"/>
              <a:gd name="csX22" fmla="*/ 0 w 148867"/>
              <a:gd name="csY22" fmla="*/ 94054 h 141906"/>
              <a:gd name="csX23" fmla="*/ 0 w 148867"/>
              <a:gd name="csY23" fmla="*/ 129489 h 141906"/>
              <a:gd name="csX24" fmla="*/ 12403 w 148867"/>
              <a:gd name="csY24" fmla="*/ 141907 h 141906"/>
              <a:gd name="csX25" fmla="*/ 136464 w 148867"/>
              <a:gd name="csY25" fmla="*/ 141907 h 141906"/>
              <a:gd name="csX26" fmla="*/ 148867 w 148867"/>
              <a:gd name="csY26" fmla="*/ 129489 h 141906"/>
              <a:gd name="csX27" fmla="*/ 148867 w 148867"/>
              <a:gd name="csY27" fmla="*/ 94054 h 141906"/>
              <a:gd name="csX28" fmla="*/ 148765 w 148867"/>
              <a:gd name="csY28" fmla="*/ 93068 h 141906"/>
            </a:gdLst>
            <a:ahLst/>
            <a:cxnLst/>
            <a:rect l="l" t="t" r="r" b="b"/>
            <a:pathLst>
              <a:path w="100000" h="100000">
                <a:moveTo>
                  <a:pt x="97120" y="59565"/>
                </a:moveTo>
                <a:lnTo>
                  <a:pt x="78811" y="59565"/>
                </a:lnTo>
                <a:lnTo>
                  <a:pt x="58857" y="25238"/>
                </a:lnTo>
                <a:lnTo>
                  <a:pt x="63052" y="17262"/>
                </a:lnTo>
                <a:cubicBezTo>
                  <a:pt x="63977" y="15502"/>
                  <a:pt x="65783" y="14359"/>
                  <a:pt x="67806" y="14337"/>
                </a:cubicBezTo>
                <a:lnTo>
                  <a:pt x="67885" y="14337"/>
                </a:lnTo>
                <a:cubicBezTo>
                  <a:pt x="69886" y="14337"/>
                  <a:pt x="71714" y="15411"/>
                  <a:pt x="72663" y="17170"/>
                </a:cubicBezTo>
                <a:lnTo>
                  <a:pt x="97120" y="59565"/>
                </a:lnTo>
                <a:close/>
                <a:moveTo>
                  <a:pt x="73280" y="59565"/>
                </a:moveTo>
                <a:lnTo>
                  <a:pt x="2686" y="59565"/>
                </a:lnTo>
                <a:lnTo>
                  <a:pt x="31360" y="5526"/>
                </a:lnTo>
                <a:cubicBezTo>
                  <a:pt x="32354" y="3595"/>
                  <a:pt x="34354" y="2361"/>
                  <a:pt x="36549" y="2338"/>
                </a:cubicBezTo>
                <a:lnTo>
                  <a:pt x="36640" y="2338"/>
                </a:lnTo>
                <a:cubicBezTo>
                  <a:pt x="38811" y="2338"/>
                  <a:pt x="40789" y="3503"/>
                  <a:pt x="41829" y="5412"/>
                </a:cubicBezTo>
                <a:lnTo>
                  <a:pt x="73280" y="59565"/>
                </a:lnTo>
                <a:close/>
                <a:moveTo>
                  <a:pt x="99931" y="64856"/>
                </a:moveTo>
                <a:cubicBezTo>
                  <a:pt x="99931" y="64810"/>
                  <a:pt x="99931" y="64787"/>
                  <a:pt x="99909" y="64764"/>
                </a:cubicBezTo>
                <a:cubicBezTo>
                  <a:pt x="99886" y="64616"/>
                  <a:pt x="99852" y="64467"/>
                  <a:pt x="99783" y="64330"/>
                </a:cubicBezTo>
                <a:lnTo>
                  <a:pt x="80857" y="64330"/>
                </a:lnTo>
                <a:lnTo>
                  <a:pt x="75977" y="64330"/>
                </a:lnTo>
                <a:lnTo>
                  <a:pt x="217" y="64330"/>
                </a:lnTo>
                <a:cubicBezTo>
                  <a:pt x="137" y="64467"/>
                  <a:pt x="91" y="64639"/>
                  <a:pt x="69" y="64810"/>
                </a:cubicBezTo>
                <a:cubicBezTo>
                  <a:pt x="23" y="65050"/>
                  <a:pt x="0" y="65278"/>
                  <a:pt x="0" y="65518"/>
                </a:cubicBezTo>
                <a:lnTo>
                  <a:pt x="0" y="89321"/>
                </a:lnTo>
                <a:cubicBezTo>
                  <a:pt x="0" y="93926"/>
                  <a:pt x="3737" y="97663"/>
                  <a:pt x="8332" y="97663"/>
                </a:cubicBezTo>
                <a:lnTo>
                  <a:pt x="91668" y="97663"/>
                </a:lnTo>
                <a:cubicBezTo>
                  <a:pt x="96263" y="97663"/>
                  <a:pt x="100000" y="93926"/>
                  <a:pt x="100000" y="89321"/>
                </a:cubicBezTo>
                <a:lnTo>
                  <a:pt x="100000" y="65518"/>
                </a:lnTo>
                <a:cubicBezTo>
                  <a:pt x="100000" y="65278"/>
                  <a:pt x="99977" y="65073"/>
                  <a:pt x="99931" y="6485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7" name="Красный — SVG 8">
            <a:extLst>
              <a:ext uri="{FF2B5EF4-FFF2-40B4-BE49-F238E27FC236}">
                <a16:creationId xmlns:a16="http://schemas.microsoft.com/office/drawing/2014/main" id="{3A92A478-4F65-9747-84A7-32AAB5C9CAD7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122292 w 134695"/>
              <a:gd name="csY0" fmla="*/ 0 h 134676"/>
              <a:gd name="csX1" fmla="*/ 101025 w 134695"/>
              <a:gd name="csY1" fmla="*/ 0 h 134676"/>
              <a:gd name="csX2" fmla="*/ 92247 w 134695"/>
              <a:gd name="csY2" fmla="*/ 3640 h 134676"/>
              <a:gd name="csX3" fmla="*/ 88606 w 134695"/>
              <a:gd name="csY3" fmla="*/ 12401 h 134676"/>
              <a:gd name="csX4" fmla="*/ 88606 w 134695"/>
              <a:gd name="csY4" fmla="*/ 47835 h 134676"/>
              <a:gd name="csX5" fmla="*/ 88095 w 134695"/>
              <a:gd name="csY5" fmla="*/ 49094 h 134676"/>
              <a:gd name="csX6" fmla="*/ 86837 w 134695"/>
              <a:gd name="csY6" fmla="*/ 49621 h 134676"/>
              <a:gd name="csX7" fmla="*/ 76203 w 134695"/>
              <a:gd name="csY7" fmla="*/ 49621 h 134676"/>
              <a:gd name="csX8" fmla="*/ 74961 w 134695"/>
              <a:gd name="csY8" fmla="*/ 49094 h 134676"/>
              <a:gd name="csX9" fmla="*/ 74434 w 134695"/>
              <a:gd name="csY9" fmla="*/ 47835 h 134676"/>
              <a:gd name="csX10" fmla="*/ 74434 w 134695"/>
              <a:gd name="csY10" fmla="*/ 33665 h 134676"/>
              <a:gd name="csX11" fmla="*/ 73685 w 134695"/>
              <a:gd name="csY11" fmla="*/ 30943 h 134676"/>
              <a:gd name="csX12" fmla="*/ 71627 w 134695"/>
              <a:gd name="csY12" fmla="*/ 28987 h 134676"/>
              <a:gd name="csX13" fmla="*/ 68870 w 134695"/>
              <a:gd name="csY13" fmla="*/ 28358 h 134676"/>
              <a:gd name="csX14" fmla="*/ 66182 w 134695"/>
              <a:gd name="csY14" fmla="*/ 29242 h 134676"/>
              <a:gd name="csX15" fmla="*/ 42534 w 134695"/>
              <a:gd name="csY15" fmla="*/ 45011 h 134676"/>
              <a:gd name="csX16" fmla="*/ 42534 w 134695"/>
              <a:gd name="csY16" fmla="*/ 33665 h 134676"/>
              <a:gd name="csX17" fmla="*/ 41785 w 134695"/>
              <a:gd name="csY17" fmla="*/ 30943 h 134676"/>
              <a:gd name="csX18" fmla="*/ 39726 w 134695"/>
              <a:gd name="csY18" fmla="*/ 28987 h 134676"/>
              <a:gd name="csX19" fmla="*/ 36970 w 134695"/>
              <a:gd name="csY19" fmla="*/ 28358 h 134676"/>
              <a:gd name="csX20" fmla="*/ 34282 w 134695"/>
              <a:gd name="csY20" fmla="*/ 29242 h 134676"/>
              <a:gd name="csX21" fmla="*/ 5529 w 134695"/>
              <a:gd name="csY21" fmla="*/ 48414 h 134676"/>
              <a:gd name="csX22" fmla="*/ 1463 w 134695"/>
              <a:gd name="csY22" fmla="*/ 52870 h 134676"/>
              <a:gd name="csX23" fmla="*/ 0 w 134695"/>
              <a:gd name="csY23" fmla="*/ 58722 h 134676"/>
              <a:gd name="csX24" fmla="*/ 0 w 134695"/>
              <a:gd name="csY24" fmla="*/ 122259 h 134676"/>
              <a:gd name="csX25" fmla="*/ 3641 w 134695"/>
              <a:gd name="csY25" fmla="*/ 131037 h 134676"/>
              <a:gd name="csX26" fmla="*/ 12403 w 134695"/>
              <a:gd name="csY26" fmla="*/ 134677 h 134676"/>
              <a:gd name="csX27" fmla="*/ 122292 w 134695"/>
              <a:gd name="csY27" fmla="*/ 134677 h 134676"/>
              <a:gd name="csX28" fmla="*/ 131054 w 134695"/>
              <a:gd name="csY28" fmla="*/ 131037 h 134676"/>
              <a:gd name="csX29" fmla="*/ 134695 w 134695"/>
              <a:gd name="csY29" fmla="*/ 122259 h 134676"/>
              <a:gd name="csX30" fmla="*/ 134695 w 134695"/>
              <a:gd name="csY30" fmla="*/ 12401 h 134676"/>
              <a:gd name="csX31" fmla="*/ 131054 w 134695"/>
              <a:gd name="csY31" fmla="*/ 3640 h 134676"/>
              <a:gd name="csX32" fmla="*/ 122292 w 134695"/>
              <a:gd name="csY32" fmla="*/ 0 h 134676"/>
              <a:gd name="csX33" fmla="*/ 38995 w 134695"/>
              <a:gd name="csY33" fmla="*/ 109858 h 134676"/>
              <a:gd name="csX34" fmla="*/ 37957 w 134695"/>
              <a:gd name="csY34" fmla="*/ 112375 h 134676"/>
              <a:gd name="csX35" fmla="*/ 35439 w 134695"/>
              <a:gd name="csY35" fmla="*/ 113413 h 134676"/>
              <a:gd name="csX36" fmla="*/ 28361 w 134695"/>
              <a:gd name="csY36" fmla="*/ 113413 h 134676"/>
              <a:gd name="csX37" fmla="*/ 25843 w 134695"/>
              <a:gd name="csY37" fmla="*/ 112375 h 134676"/>
              <a:gd name="csX38" fmla="*/ 24806 w 134695"/>
              <a:gd name="csY38" fmla="*/ 109858 h 134676"/>
              <a:gd name="csX39" fmla="*/ 24806 w 134695"/>
              <a:gd name="csY39" fmla="*/ 102781 h 134676"/>
              <a:gd name="csX40" fmla="*/ 25843 w 134695"/>
              <a:gd name="csY40" fmla="*/ 100263 h 134676"/>
              <a:gd name="csX41" fmla="*/ 28361 w 134695"/>
              <a:gd name="csY41" fmla="*/ 99226 h 134676"/>
              <a:gd name="csX42" fmla="*/ 35439 w 134695"/>
              <a:gd name="csY42" fmla="*/ 99226 h 134676"/>
              <a:gd name="csX43" fmla="*/ 37957 w 134695"/>
              <a:gd name="csY43" fmla="*/ 100263 h 134676"/>
              <a:gd name="csX44" fmla="*/ 38995 w 134695"/>
              <a:gd name="csY44" fmla="*/ 102781 h 134676"/>
              <a:gd name="csX45" fmla="*/ 38995 w 134695"/>
              <a:gd name="csY45" fmla="*/ 109858 h 134676"/>
              <a:gd name="csX46" fmla="*/ 38995 w 134695"/>
              <a:gd name="csY46" fmla="*/ 81517 h 134676"/>
              <a:gd name="csX47" fmla="*/ 37957 w 134695"/>
              <a:gd name="csY47" fmla="*/ 84018 h 134676"/>
              <a:gd name="csX48" fmla="*/ 35439 w 134695"/>
              <a:gd name="csY48" fmla="*/ 85056 h 134676"/>
              <a:gd name="csX49" fmla="*/ 28361 w 134695"/>
              <a:gd name="csY49" fmla="*/ 85056 h 134676"/>
              <a:gd name="csX50" fmla="*/ 25843 w 134695"/>
              <a:gd name="csY50" fmla="*/ 84018 h 134676"/>
              <a:gd name="csX51" fmla="*/ 24806 w 134695"/>
              <a:gd name="csY51" fmla="*/ 81517 h 134676"/>
              <a:gd name="csX52" fmla="*/ 24806 w 134695"/>
              <a:gd name="csY52" fmla="*/ 74424 h 134676"/>
              <a:gd name="csX53" fmla="*/ 25843 w 134695"/>
              <a:gd name="csY53" fmla="*/ 71923 h 134676"/>
              <a:gd name="csX54" fmla="*/ 28361 w 134695"/>
              <a:gd name="csY54" fmla="*/ 70885 h 134676"/>
              <a:gd name="csX55" fmla="*/ 35439 w 134695"/>
              <a:gd name="csY55" fmla="*/ 70885 h 134676"/>
              <a:gd name="csX56" fmla="*/ 37957 w 134695"/>
              <a:gd name="csY56" fmla="*/ 71923 h 134676"/>
              <a:gd name="csX57" fmla="*/ 38995 w 134695"/>
              <a:gd name="csY57" fmla="*/ 74424 h 134676"/>
              <a:gd name="csX58" fmla="*/ 38995 w 134695"/>
              <a:gd name="csY58" fmla="*/ 81517 h 134676"/>
              <a:gd name="csX59" fmla="*/ 74434 w 134695"/>
              <a:gd name="csY59" fmla="*/ 109858 h 134676"/>
              <a:gd name="csX60" fmla="*/ 73396 w 134695"/>
              <a:gd name="csY60" fmla="*/ 112375 h 134676"/>
              <a:gd name="csX61" fmla="*/ 70895 w 134695"/>
              <a:gd name="csY61" fmla="*/ 113413 h 134676"/>
              <a:gd name="csX62" fmla="*/ 63800 w 134695"/>
              <a:gd name="csY62" fmla="*/ 113413 h 134676"/>
              <a:gd name="csX63" fmla="*/ 61299 w 134695"/>
              <a:gd name="csY63" fmla="*/ 112375 h 134676"/>
              <a:gd name="csX64" fmla="*/ 60261 w 134695"/>
              <a:gd name="csY64" fmla="*/ 109858 h 134676"/>
              <a:gd name="csX65" fmla="*/ 60261 w 134695"/>
              <a:gd name="csY65" fmla="*/ 102781 h 134676"/>
              <a:gd name="csX66" fmla="*/ 61299 w 134695"/>
              <a:gd name="csY66" fmla="*/ 100263 h 134676"/>
              <a:gd name="csX67" fmla="*/ 63800 w 134695"/>
              <a:gd name="csY67" fmla="*/ 99226 h 134676"/>
              <a:gd name="csX68" fmla="*/ 70895 w 134695"/>
              <a:gd name="csY68" fmla="*/ 99226 h 134676"/>
              <a:gd name="csX69" fmla="*/ 73396 w 134695"/>
              <a:gd name="csY69" fmla="*/ 100263 h 134676"/>
              <a:gd name="csX70" fmla="*/ 74434 w 134695"/>
              <a:gd name="csY70" fmla="*/ 102781 h 134676"/>
              <a:gd name="csX71" fmla="*/ 74434 w 134695"/>
              <a:gd name="csY71" fmla="*/ 109858 h 134676"/>
              <a:gd name="csX72" fmla="*/ 74434 w 134695"/>
              <a:gd name="csY72" fmla="*/ 81517 h 134676"/>
              <a:gd name="csX73" fmla="*/ 73396 w 134695"/>
              <a:gd name="csY73" fmla="*/ 84018 h 134676"/>
              <a:gd name="csX74" fmla="*/ 70895 w 134695"/>
              <a:gd name="csY74" fmla="*/ 85056 h 134676"/>
              <a:gd name="csX75" fmla="*/ 63800 w 134695"/>
              <a:gd name="csY75" fmla="*/ 85056 h 134676"/>
              <a:gd name="csX76" fmla="*/ 61299 w 134695"/>
              <a:gd name="csY76" fmla="*/ 84018 h 134676"/>
              <a:gd name="csX77" fmla="*/ 60261 w 134695"/>
              <a:gd name="csY77" fmla="*/ 81517 h 134676"/>
              <a:gd name="csX78" fmla="*/ 60261 w 134695"/>
              <a:gd name="csY78" fmla="*/ 74424 h 134676"/>
              <a:gd name="csX79" fmla="*/ 61299 w 134695"/>
              <a:gd name="csY79" fmla="*/ 71923 h 134676"/>
              <a:gd name="csX80" fmla="*/ 63800 w 134695"/>
              <a:gd name="csY80" fmla="*/ 70885 h 134676"/>
              <a:gd name="csX81" fmla="*/ 70895 w 134695"/>
              <a:gd name="csY81" fmla="*/ 70885 h 134676"/>
              <a:gd name="csX82" fmla="*/ 73396 w 134695"/>
              <a:gd name="csY82" fmla="*/ 71923 h 134676"/>
              <a:gd name="csX83" fmla="*/ 74434 w 134695"/>
              <a:gd name="csY83" fmla="*/ 74424 h 134676"/>
              <a:gd name="csX84" fmla="*/ 74434 w 134695"/>
              <a:gd name="csY84" fmla="*/ 81517 h 134676"/>
              <a:gd name="csX85" fmla="*/ 109873 w 134695"/>
              <a:gd name="csY85" fmla="*/ 109858 h 134676"/>
              <a:gd name="csX86" fmla="*/ 108835 w 134695"/>
              <a:gd name="csY86" fmla="*/ 112375 h 134676"/>
              <a:gd name="csX87" fmla="*/ 106334 w 134695"/>
              <a:gd name="csY87" fmla="*/ 113413 h 134676"/>
              <a:gd name="csX88" fmla="*/ 99239 w 134695"/>
              <a:gd name="csY88" fmla="*/ 113413 h 134676"/>
              <a:gd name="csX89" fmla="*/ 96738 w 134695"/>
              <a:gd name="csY89" fmla="*/ 112375 h 134676"/>
              <a:gd name="csX90" fmla="*/ 95700 w 134695"/>
              <a:gd name="csY90" fmla="*/ 109858 h 134676"/>
              <a:gd name="csX91" fmla="*/ 95700 w 134695"/>
              <a:gd name="csY91" fmla="*/ 102781 h 134676"/>
              <a:gd name="csX92" fmla="*/ 96738 w 134695"/>
              <a:gd name="csY92" fmla="*/ 100263 h 134676"/>
              <a:gd name="csX93" fmla="*/ 99239 w 134695"/>
              <a:gd name="csY93" fmla="*/ 99226 h 134676"/>
              <a:gd name="csX94" fmla="*/ 106334 w 134695"/>
              <a:gd name="csY94" fmla="*/ 99226 h 134676"/>
              <a:gd name="csX95" fmla="*/ 108835 w 134695"/>
              <a:gd name="csY95" fmla="*/ 100263 h 134676"/>
              <a:gd name="csX96" fmla="*/ 109873 w 134695"/>
              <a:gd name="csY96" fmla="*/ 102781 h 134676"/>
              <a:gd name="csX97" fmla="*/ 109873 w 134695"/>
              <a:gd name="csY97" fmla="*/ 109858 h 134676"/>
              <a:gd name="csX98" fmla="*/ 109873 w 134695"/>
              <a:gd name="csY98" fmla="*/ 81517 h 134676"/>
              <a:gd name="csX99" fmla="*/ 108835 w 134695"/>
              <a:gd name="csY99" fmla="*/ 84018 h 134676"/>
              <a:gd name="csX100" fmla="*/ 106334 w 134695"/>
              <a:gd name="csY100" fmla="*/ 85056 h 134676"/>
              <a:gd name="csX101" fmla="*/ 99239 w 134695"/>
              <a:gd name="csY101" fmla="*/ 85056 h 134676"/>
              <a:gd name="csX102" fmla="*/ 96738 w 134695"/>
              <a:gd name="csY102" fmla="*/ 84018 h 134676"/>
              <a:gd name="csX103" fmla="*/ 95700 w 134695"/>
              <a:gd name="csY103" fmla="*/ 81517 h 134676"/>
              <a:gd name="csX104" fmla="*/ 95700 w 134695"/>
              <a:gd name="csY104" fmla="*/ 74424 h 134676"/>
              <a:gd name="csX105" fmla="*/ 96738 w 134695"/>
              <a:gd name="csY105" fmla="*/ 71923 h 134676"/>
              <a:gd name="csX106" fmla="*/ 99239 w 134695"/>
              <a:gd name="csY106" fmla="*/ 70885 h 134676"/>
              <a:gd name="csX107" fmla="*/ 106334 w 134695"/>
              <a:gd name="csY107" fmla="*/ 70885 h 134676"/>
              <a:gd name="csX108" fmla="*/ 108835 w 134695"/>
              <a:gd name="csY108" fmla="*/ 71923 h 134676"/>
              <a:gd name="csX109" fmla="*/ 109873 w 134695"/>
              <a:gd name="csY109" fmla="*/ 74424 h 134676"/>
              <a:gd name="csX110" fmla="*/ 109873 w 134695"/>
              <a:gd name="csY110" fmla="*/ 81517 h 134676"/>
            </a:gdLst>
            <a:ahLst/>
            <a:cxnLst/>
            <a:rect l="l" t="t" r="r" b="b"/>
            <a:pathLst>
              <a:path w="100000" h="100000">
                <a:moveTo>
                  <a:pt x="90792" y="7"/>
                </a:moveTo>
                <a:lnTo>
                  <a:pt x="75003" y="7"/>
                </a:lnTo>
                <a:cubicBezTo>
                  <a:pt x="72553" y="7"/>
                  <a:pt x="70216" y="980"/>
                  <a:pt x="68486" y="2709"/>
                </a:cubicBezTo>
                <a:cubicBezTo>
                  <a:pt x="66755" y="4427"/>
                  <a:pt x="65783" y="6776"/>
                  <a:pt x="65783" y="9214"/>
                </a:cubicBezTo>
                <a:lnTo>
                  <a:pt x="65783" y="35521"/>
                </a:lnTo>
                <a:cubicBezTo>
                  <a:pt x="65783" y="35875"/>
                  <a:pt x="65644" y="36216"/>
                  <a:pt x="65403" y="36455"/>
                </a:cubicBezTo>
                <a:cubicBezTo>
                  <a:pt x="65151" y="36708"/>
                  <a:pt x="64823" y="36847"/>
                  <a:pt x="64469" y="36847"/>
                </a:cubicBezTo>
                <a:lnTo>
                  <a:pt x="56574" y="36847"/>
                </a:lnTo>
                <a:cubicBezTo>
                  <a:pt x="56234" y="36847"/>
                  <a:pt x="55892" y="36708"/>
                  <a:pt x="55652" y="36455"/>
                </a:cubicBezTo>
                <a:cubicBezTo>
                  <a:pt x="55400" y="36216"/>
                  <a:pt x="55261" y="35875"/>
                  <a:pt x="55261" y="35521"/>
                </a:cubicBezTo>
                <a:lnTo>
                  <a:pt x="55261" y="25001"/>
                </a:lnTo>
                <a:cubicBezTo>
                  <a:pt x="55261" y="24293"/>
                  <a:pt x="55072" y="23586"/>
                  <a:pt x="54705" y="22980"/>
                </a:cubicBezTo>
                <a:cubicBezTo>
                  <a:pt x="54339" y="22361"/>
                  <a:pt x="53808" y="21856"/>
                  <a:pt x="53177" y="21528"/>
                </a:cubicBezTo>
                <a:cubicBezTo>
                  <a:pt x="52545" y="21187"/>
                  <a:pt x="51838" y="21023"/>
                  <a:pt x="51130" y="21061"/>
                </a:cubicBezTo>
                <a:cubicBezTo>
                  <a:pt x="50410" y="21098"/>
                  <a:pt x="49729" y="21313"/>
                  <a:pt x="49135" y="21717"/>
                </a:cubicBezTo>
                <a:lnTo>
                  <a:pt x="31578" y="33424"/>
                </a:lnTo>
                <a:lnTo>
                  <a:pt x="31578" y="25001"/>
                </a:lnTo>
                <a:cubicBezTo>
                  <a:pt x="31578" y="24293"/>
                  <a:pt x="31388" y="23586"/>
                  <a:pt x="31022" y="22980"/>
                </a:cubicBezTo>
                <a:cubicBezTo>
                  <a:pt x="30656" y="22361"/>
                  <a:pt x="30125" y="21856"/>
                  <a:pt x="29493" y="21528"/>
                </a:cubicBezTo>
                <a:cubicBezTo>
                  <a:pt x="28862" y="21187"/>
                  <a:pt x="28155" y="21023"/>
                  <a:pt x="27447" y="21061"/>
                </a:cubicBezTo>
                <a:cubicBezTo>
                  <a:pt x="26727" y="21098"/>
                  <a:pt x="26046" y="21313"/>
                  <a:pt x="25452" y="21717"/>
                </a:cubicBezTo>
                <a:lnTo>
                  <a:pt x="4105" y="35950"/>
                </a:lnTo>
                <a:cubicBezTo>
                  <a:pt x="2842" y="36783"/>
                  <a:pt x="1806" y="37920"/>
                  <a:pt x="1086" y="39259"/>
                </a:cubicBezTo>
                <a:cubicBezTo>
                  <a:pt x="366" y="40598"/>
                  <a:pt x="0" y="42088"/>
                  <a:pt x="0" y="43603"/>
                </a:cubicBezTo>
                <a:lnTo>
                  <a:pt x="0" y="90774"/>
                </a:lnTo>
                <a:cubicBezTo>
                  <a:pt x="0" y="93224"/>
                  <a:pt x="973" y="95561"/>
                  <a:pt x="2703" y="97291"/>
                </a:cubicBezTo>
                <a:cubicBezTo>
                  <a:pt x="4421" y="99021"/>
                  <a:pt x="6770" y="99994"/>
                  <a:pt x="9208" y="99994"/>
                </a:cubicBezTo>
                <a:lnTo>
                  <a:pt x="90792" y="99994"/>
                </a:lnTo>
                <a:cubicBezTo>
                  <a:pt x="93230" y="99994"/>
                  <a:pt x="95566" y="99021"/>
                  <a:pt x="97297" y="97291"/>
                </a:cubicBezTo>
                <a:cubicBezTo>
                  <a:pt x="99027" y="95561"/>
                  <a:pt x="100000" y="93224"/>
                  <a:pt x="100000" y="90774"/>
                </a:cubicBezTo>
                <a:lnTo>
                  <a:pt x="100000" y="9214"/>
                </a:lnTo>
                <a:cubicBezTo>
                  <a:pt x="100000" y="6776"/>
                  <a:pt x="99027" y="4427"/>
                  <a:pt x="97297" y="2709"/>
                </a:cubicBezTo>
                <a:cubicBezTo>
                  <a:pt x="95566" y="980"/>
                  <a:pt x="93230" y="7"/>
                  <a:pt x="90792" y="7"/>
                </a:cubicBezTo>
                <a:close/>
                <a:moveTo>
                  <a:pt x="28951" y="81568"/>
                </a:moveTo>
                <a:cubicBezTo>
                  <a:pt x="28951" y="82274"/>
                  <a:pt x="28672" y="82944"/>
                  <a:pt x="28180" y="83436"/>
                </a:cubicBezTo>
                <a:cubicBezTo>
                  <a:pt x="27687" y="83929"/>
                  <a:pt x="27018" y="84207"/>
                  <a:pt x="26311" y="84207"/>
                </a:cubicBezTo>
                <a:lnTo>
                  <a:pt x="21056" y="84207"/>
                </a:lnTo>
                <a:cubicBezTo>
                  <a:pt x="20349" y="84207"/>
                  <a:pt x="19679" y="83929"/>
                  <a:pt x="19186" y="83436"/>
                </a:cubicBezTo>
                <a:cubicBezTo>
                  <a:pt x="18694" y="82944"/>
                  <a:pt x="18416" y="82274"/>
                  <a:pt x="18416" y="81568"/>
                </a:cubicBezTo>
                <a:lnTo>
                  <a:pt x="18416" y="76314"/>
                </a:lnTo>
                <a:cubicBezTo>
                  <a:pt x="18416" y="75606"/>
                  <a:pt x="18694" y="74937"/>
                  <a:pt x="19186" y="74444"/>
                </a:cubicBezTo>
                <a:cubicBezTo>
                  <a:pt x="19679" y="73952"/>
                  <a:pt x="20349" y="73674"/>
                  <a:pt x="21056" y="73674"/>
                </a:cubicBezTo>
                <a:lnTo>
                  <a:pt x="26311" y="73674"/>
                </a:lnTo>
                <a:cubicBezTo>
                  <a:pt x="27018" y="73674"/>
                  <a:pt x="27687" y="73952"/>
                  <a:pt x="28180" y="74444"/>
                </a:cubicBezTo>
                <a:cubicBezTo>
                  <a:pt x="28672" y="74937"/>
                  <a:pt x="28951" y="75606"/>
                  <a:pt x="28951" y="76314"/>
                </a:cubicBezTo>
                <a:lnTo>
                  <a:pt x="28951" y="81568"/>
                </a:lnTo>
                <a:close/>
                <a:moveTo>
                  <a:pt x="28951" y="60527"/>
                </a:moveTo>
                <a:cubicBezTo>
                  <a:pt x="28951" y="61222"/>
                  <a:pt x="28672" y="61891"/>
                  <a:pt x="28180" y="62384"/>
                </a:cubicBezTo>
                <a:cubicBezTo>
                  <a:pt x="27687" y="62876"/>
                  <a:pt x="27018" y="63154"/>
                  <a:pt x="26311" y="63154"/>
                </a:cubicBezTo>
                <a:lnTo>
                  <a:pt x="21056" y="63154"/>
                </a:lnTo>
                <a:cubicBezTo>
                  <a:pt x="20349" y="63154"/>
                  <a:pt x="19679" y="62876"/>
                  <a:pt x="19186" y="62384"/>
                </a:cubicBezTo>
                <a:cubicBezTo>
                  <a:pt x="18694" y="61891"/>
                  <a:pt x="18416" y="61222"/>
                  <a:pt x="18416" y="60527"/>
                </a:cubicBezTo>
                <a:lnTo>
                  <a:pt x="18416" y="55261"/>
                </a:lnTo>
                <a:cubicBezTo>
                  <a:pt x="18416" y="54566"/>
                  <a:pt x="18694" y="53896"/>
                  <a:pt x="19186" y="53404"/>
                </a:cubicBezTo>
                <a:cubicBezTo>
                  <a:pt x="19679" y="52912"/>
                  <a:pt x="20349" y="52633"/>
                  <a:pt x="21056" y="52633"/>
                </a:cubicBezTo>
                <a:lnTo>
                  <a:pt x="26311" y="52633"/>
                </a:lnTo>
                <a:cubicBezTo>
                  <a:pt x="27018" y="52633"/>
                  <a:pt x="27687" y="52912"/>
                  <a:pt x="28180" y="53404"/>
                </a:cubicBezTo>
                <a:cubicBezTo>
                  <a:pt x="28672" y="53896"/>
                  <a:pt x="28951" y="54566"/>
                  <a:pt x="28951" y="55261"/>
                </a:cubicBezTo>
                <a:lnTo>
                  <a:pt x="28951" y="60527"/>
                </a:lnTo>
                <a:close/>
                <a:moveTo>
                  <a:pt x="55261" y="81568"/>
                </a:moveTo>
                <a:cubicBezTo>
                  <a:pt x="55261" y="82274"/>
                  <a:pt x="54983" y="82944"/>
                  <a:pt x="54491" y="83436"/>
                </a:cubicBezTo>
                <a:cubicBezTo>
                  <a:pt x="53998" y="83929"/>
                  <a:pt x="53329" y="84207"/>
                  <a:pt x="52634" y="84207"/>
                </a:cubicBezTo>
                <a:lnTo>
                  <a:pt x="47366" y="84207"/>
                </a:lnTo>
                <a:cubicBezTo>
                  <a:pt x="46671" y="84207"/>
                  <a:pt x="46002" y="83929"/>
                  <a:pt x="45509" y="83436"/>
                </a:cubicBezTo>
                <a:cubicBezTo>
                  <a:pt x="45017" y="82944"/>
                  <a:pt x="44739" y="82274"/>
                  <a:pt x="44739" y="81568"/>
                </a:cubicBezTo>
                <a:lnTo>
                  <a:pt x="44739" y="76314"/>
                </a:lnTo>
                <a:cubicBezTo>
                  <a:pt x="44739" y="75606"/>
                  <a:pt x="45017" y="74937"/>
                  <a:pt x="45509" y="74444"/>
                </a:cubicBezTo>
                <a:cubicBezTo>
                  <a:pt x="46002" y="73952"/>
                  <a:pt x="46671" y="73674"/>
                  <a:pt x="47366" y="73674"/>
                </a:cubicBezTo>
                <a:lnTo>
                  <a:pt x="52634" y="73674"/>
                </a:lnTo>
                <a:cubicBezTo>
                  <a:pt x="53329" y="73674"/>
                  <a:pt x="53998" y="73952"/>
                  <a:pt x="54491" y="74444"/>
                </a:cubicBezTo>
                <a:cubicBezTo>
                  <a:pt x="54983" y="74937"/>
                  <a:pt x="55261" y="75606"/>
                  <a:pt x="55261" y="76314"/>
                </a:cubicBezTo>
                <a:lnTo>
                  <a:pt x="55261" y="81568"/>
                </a:lnTo>
                <a:close/>
                <a:moveTo>
                  <a:pt x="55261" y="60527"/>
                </a:moveTo>
                <a:cubicBezTo>
                  <a:pt x="55261" y="61222"/>
                  <a:pt x="54983" y="61891"/>
                  <a:pt x="54491" y="62384"/>
                </a:cubicBezTo>
                <a:cubicBezTo>
                  <a:pt x="53998" y="62876"/>
                  <a:pt x="53329" y="63154"/>
                  <a:pt x="52634" y="63154"/>
                </a:cubicBezTo>
                <a:lnTo>
                  <a:pt x="47366" y="63154"/>
                </a:lnTo>
                <a:cubicBezTo>
                  <a:pt x="46671" y="63154"/>
                  <a:pt x="46002" y="62876"/>
                  <a:pt x="45509" y="62384"/>
                </a:cubicBezTo>
                <a:cubicBezTo>
                  <a:pt x="45017" y="61891"/>
                  <a:pt x="44739" y="61222"/>
                  <a:pt x="44739" y="60527"/>
                </a:cubicBezTo>
                <a:lnTo>
                  <a:pt x="44739" y="55261"/>
                </a:lnTo>
                <a:cubicBezTo>
                  <a:pt x="44739" y="54566"/>
                  <a:pt x="45017" y="53896"/>
                  <a:pt x="45509" y="53404"/>
                </a:cubicBezTo>
                <a:cubicBezTo>
                  <a:pt x="46002" y="52912"/>
                  <a:pt x="46671" y="52633"/>
                  <a:pt x="47366" y="52633"/>
                </a:cubicBezTo>
                <a:lnTo>
                  <a:pt x="52634" y="52633"/>
                </a:lnTo>
                <a:cubicBezTo>
                  <a:pt x="53329" y="52633"/>
                  <a:pt x="53998" y="52912"/>
                  <a:pt x="54491" y="53404"/>
                </a:cubicBezTo>
                <a:cubicBezTo>
                  <a:pt x="54983" y="53896"/>
                  <a:pt x="55261" y="54566"/>
                  <a:pt x="55261" y="55261"/>
                </a:cubicBezTo>
                <a:lnTo>
                  <a:pt x="55261" y="60527"/>
                </a:lnTo>
                <a:close/>
                <a:moveTo>
                  <a:pt x="81572" y="81568"/>
                </a:moveTo>
                <a:cubicBezTo>
                  <a:pt x="81572" y="82274"/>
                  <a:pt x="81293" y="82944"/>
                  <a:pt x="80801" y="83436"/>
                </a:cubicBezTo>
                <a:cubicBezTo>
                  <a:pt x="80308" y="83929"/>
                  <a:pt x="79639" y="84207"/>
                  <a:pt x="78944" y="84207"/>
                </a:cubicBezTo>
                <a:lnTo>
                  <a:pt x="73677" y="84207"/>
                </a:lnTo>
                <a:cubicBezTo>
                  <a:pt x="72983" y="84207"/>
                  <a:pt x="72313" y="83929"/>
                  <a:pt x="71820" y="83436"/>
                </a:cubicBezTo>
                <a:cubicBezTo>
                  <a:pt x="71328" y="82944"/>
                  <a:pt x="71049" y="82274"/>
                  <a:pt x="71049" y="81568"/>
                </a:cubicBezTo>
                <a:lnTo>
                  <a:pt x="71049" y="76314"/>
                </a:lnTo>
                <a:cubicBezTo>
                  <a:pt x="71049" y="75606"/>
                  <a:pt x="71328" y="74937"/>
                  <a:pt x="71820" y="74444"/>
                </a:cubicBezTo>
                <a:cubicBezTo>
                  <a:pt x="72313" y="73952"/>
                  <a:pt x="72983" y="73674"/>
                  <a:pt x="73677" y="73674"/>
                </a:cubicBezTo>
                <a:lnTo>
                  <a:pt x="78944" y="73674"/>
                </a:lnTo>
                <a:cubicBezTo>
                  <a:pt x="79639" y="73674"/>
                  <a:pt x="80308" y="73952"/>
                  <a:pt x="80801" y="74444"/>
                </a:cubicBezTo>
                <a:cubicBezTo>
                  <a:pt x="81293" y="74937"/>
                  <a:pt x="81572" y="75606"/>
                  <a:pt x="81572" y="76314"/>
                </a:cubicBezTo>
                <a:lnTo>
                  <a:pt x="81572" y="81568"/>
                </a:lnTo>
                <a:close/>
                <a:moveTo>
                  <a:pt x="81572" y="60527"/>
                </a:moveTo>
                <a:cubicBezTo>
                  <a:pt x="81572" y="61222"/>
                  <a:pt x="81293" y="61891"/>
                  <a:pt x="80801" y="62384"/>
                </a:cubicBezTo>
                <a:cubicBezTo>
                  <a:pt x="80308" y="62876"/>
                  <a:pt x="79639" y="63154"/>
                  <a:pt x="78944" y="63154"/>
                </a:cubicBezTo>
                <a:lnTo>
                  <a:pt x="73677" y="63154"/>
                </a:lnTo>
                <a:cubicBezTo>
                  <a:pt x="72983" y="63154"/>
                  <a:pt x="72313" y="62876"/>
                  <a:pt x="71820" y="62384"/>
                </a:cubicBezTo>
                <a:cubicBezTo>
                  <a:pt x="71328" y="61891"/>
                  <a:pt x="71049" y="61222"/>
                  <a:pt x="71049" y="60527"/>
                </a:cubicBezTo>
                <a:lnTo>
                  <a:pt x="71049" y="55261"/>
                </a:lnTo>
                <a:cubicBezTo>
                  <a:pt x="71049" y="54566"/>
                  <a:pt x="71328" y="53896"/>
                  <a:pt x="71820" y="53404"/>
                </a:cubicBezTo>
                <a:cubicBezTo>
                  <a:pt x="72313" y="52912"/>
                  <a:pt x="72983" y="52633"/>
                  <a:pt x="73677" y="52633"/>
                </a:cubicBezTo>
                <a:lnTo>
                  <a:pt x="78944" y="52633"/>
                </a:lnTo>
                <a:cubicBezTo>
                  <a:pt x="79639" y="52633"/>
                  <a:pt x="80308" y="52912"/>
                  <a:pt x="80801" y="53404"/>
                </a:cubicBezTo>
                <a:cubicBezTo>
                  <a:pt x="81293" y="53896"/>
                  <a:pt x="81572" y="54566"/>
                  <a:pt x="81572" y="55261"/>
                </a:cubicBezTo>
                <a:lnTo>
                  <a:pt x="81572" y="6052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8" name="Красный — SVG 9">
            <a:extLst>
              <a:ext uri="{FF2B5EF4-FFF2-40B4-BE49-F238E27FC236}">
                <a16:creationId xmlns:a16="http://schemas.microsoft.com/office/drawing/2014/main" id="{23E1CCFB-F7A9-EC4F-ADF9-F0D92AD22264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129370 w 134695"/>
              <a:gd name="csY0" fmla="*/ 0 h 134676"/>
              <a:gd name="csX1" fmla="*/ 104564 w 134695"/>
              <a:gd name="csY1" fmla="*/ 0 h 134676"/>
              <a:gd name="csX2" fmla="*/ 99290 w 134695"/>
              <a:gd name="csY2" fmla="*/ 4559 h 134676"/>
              <a:gd name="csX3" fmla="*/ 92859 w 134695"/>
              <a:gd name="csY3" fmla="*/ 49621 h 134676"/>
              <a:gd name="csX4" fmla="*/ 81528 w 134695"/>
              <a:gd name="csY4" fmla="*/ 49621 h 134676"/>
              <a:gd name="csX5" fmla="*/ 81528 w 134695"/>
              <a:gd name="csY5" fmla="*/ 33665 h 134676"/>
              <a:gd name="csX6" fmla="*/ 78687 w 134695"/>
              <a:gd name="csY6" fmla="*/ 28970 h 134676"/>
              <a:gd name="csX7" fmla="*/ 73209 w 134695"/>
              <a:gd name="csY7" fmla="*/ 29276 h 134676"/>
              <a:gd name="csX8" fmla="*/ 42534 w 134695"/>
              <a:gd name="csY8" fmla="*/ 50183 h 134676"/>
              <a:gd name="csX9" fmla="*/ 42534 w 134695"/>
              <a:gd name="csY9" fmla="*/ 33665 h 134676"/>
              <a:gd name="csX10" fmla="*/ 39726 w 134695"/>
              <a:gd name="csY10" fmla="*/ 28987 h 134676"/>
              <a:gd name="csX11" fmla="*/ 34265 w 134695"/>
              <a:gd name="csY11" fmla="*/ 29242 h 134676"/>
              <a:gd name="csX12" fmla="*/ 8677 w 134695"/>
              <a:gd name="csY12" fmla="*/ 46304 h 134676"/>
              <a:gd name="csX13" fmla="*/ 0 w 134695"/>
              <a:gd name="csY13" fmla="*/ 62516 h 134676"/>
              <a:gd name="csX14" fmla="*/ 0 w 134695"/>
              <a:gd name="csY14" fmla="*/ 129353 h 134676"/>
              <a:gd name="csX15" fmla="*/ 5308 w 134695"/>
              <a:gd name="csY15" fmla="*/ 134677 h 134676"/>
              <a:gd name="csX16" fmla="*/ 129370 w 134695"/>
              <a:gd name="csY16" fmla="*/ 134677 h 134676"/>
              <a:gd name="csX17" fmla="*/ 134695 w 134695"/>
              <a:gd name="csY17" fmla="*/ 129353 h 134676"/>
              <a:gd name="csX18" fmla="*/ 134695 w 134695"/>
              <a:gd name="csY18" fmla="*/ 5307 h 134676"/>
              <a:gd name="csX19" fmla="*/ 129370 w 134695"/>
              <a:gd name="csY19" fmla="*/ 0 h 134676"/>
              <a:gd name="csX20" fmla="*/ 35439 w 134695"/>
              <a:gd name="csY20" fmla="*/ 109858 h 134676"/>
              <a:gd name="csX21" fmla="*/ 31900 w 134695"/>
              <a:gd name="csY21" fmla="*/ 113413 h 134676"/>
              <a:gd name="csX22" fmla="*/ 28361 w 134695"/>
              <a:gd name="csY22" fmla="*/ 113413 h 134676"/>
              <a:gd name="csX23" fmla="*/ 24806 w 134695"/>
              <a:gd name="csY23" fmla="*/ 109858 h 134676"/>
              <a:gd name="csX24" fmla="*/ 24806 w 134695"/>
              <a:gd name="csY24" fmla="*/ 74424 h 134676"/>
              <a:gd name="csX25" fmla="*/ 28361 w 134695"/>
              <a:gd name="csY25" fmla="*/ 70885 h 134676"/>
              <a:gd name="csX26" fmla="*/ 31900 w 134695"/>
              <a:gd name="csY26" fmla="*/ 70885 h 134676"/>
              <a:gd name="csX27" fmla="*/ 35439 w 134695"/>
              <a:gd name="csY27" fmla="*/ 74424 h 134676"/>
              <a:gd name="csX28" fmla="*/ 35439 w 134695"/>
              <a:gd name="csY28" fmla="*/ 109858 h 134676"/>
              <a:gd name="csX29" fmla="*/ 60261 w 134695"/>
              <a:gd name="csY29" fmla="*/ 109858 h 134676"/>
              <a:gd name="csX30" fmla="*/ 56706 w 134695"/>
              <a:gd name="csY30" fmla="*/ 113413 h 134676"/>
              <a:gd name="csX31" fmla="*/ 53167 w 134695"/>
              <a:gd name="csY31" fmla="*/ 113413 h 134676"/>
              <a:gd name="csX32" fmla="*/ 49628 w 134695"/>
              <a:gd name="csY32" fmla="*/ 109858 h 134676"/>
              <a:gd name="csX33" fmla="*/ 49628 w 134695"/>
              <a:gd name="csY33" fmla="*/ 74424 h 134676"/>
              <a:gd name="csX34" fmla="*/ 53167 w 134695"/>
              <a:gd name="csY34" fmla="*/ 70885 h 134676"/>
              <a:gd name="csX35" fmla="*/ 56706 w 134695"/>
              <a:gd name="csY35" fmla="*/ 70885 h 134676"/>
              <a:gd name="csX36" fmla="*/ 60261 w 134695"/>
              <a:gd name="csY36" fmla="*/ 74424 h 134676"/>
              <a:gd name="csX37" fmla="*/ 60261 w 134695"/>
              <a:gd name="csY37" fmla="*/ 109858 h 134676"/>
              <a:gd name="csX38" fmla="*/ 85067 w 134695"/>
              <a:gd name="csY38" fmla="*/ 109858 h 134676"/>
              <a:gd name="csX39" fmla="*/ 81528 w 134695"/>
              <a:gd name="csY39" fmla="*/ 113413 h 134676"/>
              <a:gd name="csX40" fmla="*/ 77973 w 134695"/>
              <a:gd name="csY40" fmla="*/ 113413 h 134676"/>
              <a:gd name="csX41" fmla="*/ 74434 w 134695"/>
              <a:gd name="csY41" fmla="*/ 109858 h 134676"/>
              <a:gd name="csX42" fmla="*/ 74434 w 134695"/>
              <a:gd name="csY42" fmla="*/ 74424 h 134676"/>
              <a:gd name="csX43" fmla="*/ 77973 w 134695"/>
              <a:gd name="csY43" fmla="*/ 70885 h 134676"/>
              <a:gd name="csX44" fmla="*/ 81528 w 134695"/>
              <a:gd name="csY44" fmla="*/ 70885 h 134676"/>
              <a:gd name="csX45" fmla="*/ 85067 w 134695"/>
              <a:gd name="csY45" fmla="*/ 74424 h 134676"/>
              <a:gd name="csX46" fmla="*/ 85067 w 134695"/>
              <a:gd name="csY46" fmla="*/ 109858 h 134676"/>
              <a:gd name="csX47" fmla="*/ 109873 w 134695"/>
              <a:gd name="csY47" fmla="*/ 109858 h 134676"/>
              <a:gd name="csX48" fmla="*/ 106334 w 134695"/>
              <a:gd name="csY48" fmla="*/ 113413 h 134676"/>
              <a:gd name="csX49" fmla="*/ 102795 w 134695"/>
              <a:gd name="csY49" fmla="*/ 113413 h 134676"/>
              <a:gd name="csX50" fmla="*/ 99239 w 134695"/>
              <a:gd name="csY50" fmla="*/ 109858 h 134676"/>
              <a:gd name="csX51" fmla="*/ 99239 w 134695"/>
              <a:gd name="csY51" fmla="*/ 74424 h 134676"/>
              <a:gd name="csX52" fmla="*/ 102795 w 134695"/>
              <a:gd name="csY52" fmla="*/ 70885 h 134676"/>
              <a:gd name="csX53" fmla="*/ 106334 w 134695"/>
              <a:gd name="csY53" fmla="*/ 70885 h 134676"/>
              <a:gd name="csX54" fmla="*/ 109873 w 134695"/>
              <a:gd name="csY54" fmla="*/ 74424 h 134676"/>
              <a:gd name="csX55" fmla="*/ 109873 w 134695"/>
              <a:gd name="csY55" fmla="*/ 109858 h 134676"/>
            </a:gdLst>
            <a:ahLst/>
            <a:cxnLst/>
            <a:rect l="l" t="t" r="r" b="b"/>
            <a:pathLst>
              <a:path w="100000" h="100000">
                <a:moveTo>
                  <a:pt x="96047" y="7"/>
                </a:moveTo>
                <a:lnTo>
                  <a:pt x="77630" y="7"/>
                </a:lnTo>
                <a:cubicBezTo>
                  <a:pt x="75660" y="7"/>
                  <a:pt x="74006" y="1447"/>
                  <a:pt x="73715" y="3392"/>
                </a:cubicBezTo>
                <a:lnTo>
                  <a:pt x="68940" y="36847"/>
                </a:lnTo>
                <a:lnTo>
                  <a:pt x="60528" y="36847"/>
                </a:lnTo>
                <a:lnTo>
                  <a:pt x="60528" y="25001"/>
                </a:lnTo>
                <a:cubicBezTo>
                  <a:pt x="60528" y="23536"/>
                  <a:pt x="59707" y="22196"/>
                  <a:pt x="58419" y="21515"/>
                </a:cubicBezTo>
                <a:cubicBezTo>
                  <a:pt x="57131" y="20833"/>
                  <a:pt x="55564" y="20921"/>
                  <a:pt x="54352" y="21742"/>
                </a:cubicBezTo>
                <a:lnTo>
                  <a:pt x="31578" y="37264"/>
                </a:lnTo>
                <a:lnTo>
                  <a:pt x="31578" y="25001"/>
                </a:lnTo>
                <a:cubicBezTo>
                  <a:pt x="31578" y="23548"/>
                  <a:pt x="30770" y="22209"/>
                  <a:pt x="29493" y="21528"/>
                </a:cubicBezTo>
                <a:cubicBezTo>
                  <a:pt x="28218" y="20833"/>
                  <a:pt x="26651" y="20908"/>
                  <a:pt x="25439" y="21717"/>
                </a:cubicBezTo>
                <a:lnTo>
                  <a:pt x="6442" y="34384"/>
                </a:lnTo>
                <a:cubicBezTo>
                  <a:pt x="2412" y="37075"/>
                  <a:pt x="0" y="41571"/>
                  <a:pt x="0" y="46420"/>
                </a:cubicBezTo>
                <a:lnTo>
                  <a:pt x="0" y="96041"/>
                </a:lnTo>
                <a:cubicBezTo>
                  <a:pt x="0" y="98225"/>
                  <a:pt x="1768" y="99994"/>
                  <a:pt x="3941" y="99994"/>
                </a:cubicBezTo>
                <a:lnTo>
                  <a:pt x="96047" y="99994"/>
                </a:lnTo>
                <a:cubicBezTo>
                  <a:pt x="98232" y="99994"/>
                  <a:pt x="100000" y="98225"/>
                  <a:pt x="100000" y="96041"/>
                </a:cubicBezTo>
                <a:lnTo>
                  <a:pt x="100000" y="3947"/>
                </a:lnTo>
                <a:cubicBezTo>
                  <a:pt x="100000" y="1775"/>
                  <a:pt x="98232" y="7"/>
                  <a:pt x="96047" y="7"/>
                </a:cubicBezTo>
                <a:close/>
                <a:moveTo>
                  <a:pt x="26311" y="81568"/>
                </a:moveTo>
                <a:cubicBezTo>
                  <a:pt x="26311" y="83020"/>
                  <a:pt x="25136" y="84207"/>
                  <a:pt x="23683" y="84207"/>
                </a:cubicBezTo>
                <a:lnTo>
                  <a:pt x="21056" y="84207"/>
                </a:lnTo>
                <a:cubicBezTo>
                  <a:pt x="19604" y="84207"/>
                  <a:pt x="18416" y="83020"/>
                  <a:pt x="18416" y="81568"/>
                </a:cubicBezTo>
                <a:lnTo>
                  <a:pt x="18416" y="55261"/>
                </a:lnTo>
                <a:cubicBezTo>
                  <a:pt x="18416" y="53808"/>
                  <a:pt x="19604" y="52633"/>
                  <a:pt x="21056" y="52633"/>
                </a:cubicBezTo>
                <a:lnTo>
                  <a:pt x="23683" y="52633"/>
                </a:lnTo>
                <a:cubicBezTo>
                  <a:pt x="25136" y="52633"/>
                  <a:pt x="26311" y="53808"/>
                  <a:pt x="26311" y="55261"/>
                </a:cubicBezTo>
                <a:lnTo>
                  <a:pt x="26311" y="81568"/>
                </a:lnTo>
                <a:close/>
                <a:moveTo>
                  <a:pt x="44739" y="81568"/>
                </a:moveTo>
                <a:cubicBezTo>
                  <a:pt x="44739" y="83020"/>
                  <a:pt x="43552" y="84207"/>
                  <a:pt x="42100" y="84207"/>
                </a:cubicBezTo>
                <a:lnTo>
                  <a:pt x="39472" y="84207"/>
                </a:lnTo>
                <a:cubicBezTo>
                  <a:pt x="38020" y="84207"/>
                  <a:pt x="36845" y="83020"/>
                  <a:pt x="36845" y="81568"/>
                </a:cubicBezTo>
                <a:lnTo>
                  <a:pt x="36845" y="55261"/>
                </a:lnTo>
                <a:cubicBezTo>
                  <a:pt x="36845" y="53808"/>
                  <a:pt x="38020" y="52633"/>
                  <a:pt x="39472" y="52633"/>
                </a:cubicBezTo>
                <a:lnTo>
                  <a:pt x="42100" y="52633"/>
                </a:lnTo>
                <a:cubicBezTo>
                  <a:pt x="43552" y="52633"/>
                  <a:pt x="44739" y="53808"/>
                  <a:pt x="44739" y="55261"/>
                </a:cubicBezTo>
                <a:lnTo>
                  <a:pt x="44739" y="81568"/>
                </a:lnTo>
                <a:close/>
                <a:moveTo>
                  <a:pt x="63155" y="81568"/>
                </a:moveTo>
                <a:cubicBezTo>
                  <a:pt x="63155" y="83020"/>
                  <a:pt x="61981" y="84207"/>
                  <a:pt x="60528" y="84207"/>
                </a:cubicBezTo>
                <a:lnTo>
                  <a:pt x="57889" y="84207"/>
                </a:lnTo>
                <a:cubicBezTo>
                  <a:pt x="56436" y="84207"/>
                  <a:pt x="55261" y="83020"/>
                  <a:pt x="55261" y="81568"/>
                </a:cubicBezTo>
                <a:lnTo>
                  <a:pt x="55261" y="55261"/>
                </a:lnTo>
                <a:cubicBezTo>
                  <a:pt x="55261" y="53808"/>
                  <a:pt x="56436" y="52633"/>
                  <a:pt x="57889" y="52633"/>
                </a:cubicBezTo>
                <a:lnTo>
                  <a:pt x="60528" y="52633"/>
                </a:lnTo>
                <a:cubicBezTo>
                  <a:pt x="61981" y="52633"/>
                  <a:pt x="63155" y="53808"/>
                  <a:pt x="63155" y="55261"/>
                </a:cubicBezTo>
                <a:lnTo>
                  <a:pt x="63155" y="81568"/>
                </a:lnTo>
                <a:close/>
                <a:moveTo>
                  <a:pt x="81572" y="81568"/>
                </a:moveTo>
                <a:cubicBezTo>
                  <a:pt x="81572" y="83020"/>
                  <a:pt x="80396" y="84207"/>
                  <a:pt x="78944" y="84207"/>
                </a:cubicBezTo>
                <a:lnTo>
                  <a:pt x="76317" y="84207"/>
                </a:lnTo>
                <a:cubicBezTo>
                  <a:pt x="74865" y="84207"/>
                  <a:pt x="73677" y="83020"/>
                  <a:pt x="73677" y="81568"/>
                </a:cubicBezTo>
                <a:lnTo>
                  <a:pt x="73677" y="55261"/>
                </a:lnTo>
                <a:cubicBezTo>
                  <a:pt x="73677" y="53808"/>
                  <a:pt x="74865" y="52633"/>
                  <a:pt x="76317" y="52633"/>
                </a:cubicBezTo>
                <a:lnTo>
                  <a:pt x="78944" y="52633"/>
                </a:lnTo>
                <a:cubicBezTo>
                  <a:pt x="80396" y="52633"/>
                  <a:pt x="81572" y="53808"/>
                  <a:pt x="81572" y="55261"/>
                </a:cubicBezTo>
                <a:lnTo>
                  <a:pt x="81572" y="8156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9" name="Красный — SVG 10">
            <a:extLst>
              <a:ext uri="{FF2B5EF4-FFF2-40B4-BE49-F238E27FC236}">
                <a16:creationId xmlns:a16="http://schemas.microsoft.com/office/drawing/2014/main" id="{77F20720-C51F-5B46-B177-1E58D88FAB7B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34095 w 148867"/>
              <a:gd name="csY0" fmla="*/ 16 h 134676"/>
              <a:gd name="csX1" fmla="*/ 11212 w 148867"/>
              <a:gd name="csY1" fmla="*/ 9577 h 134676"/>
              <a:gd name="csX2" fmla="*/ 0 w 148867"/>
              <a:gd name="csY2" fmla="*/ 35433 h 134676"/>
              <a:gd name="csX3" fmla="*/ 70844 w 148867"/>
              <a:gd name="csY3" fmla="*/ 35433 h 134676"/>
              <a:gd name="csX4" fmla="*/ 37787 w 148867"/>
              <a:gd name="csY4" fmla="*/ 85 h 134676"/>
              <a:gd name="csX5" fmla="*/ 34095 w 148867"/>
              <a:gd name="csY5" fmla="*/ 16 h 134676"/>
              <a:gd name="csX6" fmla="*/ 104564 w 148867"/>
              <a:gd name="csY6" fmla="*/ 38989 h 134676"/>
              <a:gd name="csX7" fmla="*/ 102795 w 148867"/>
              <a:gd name="csY7" fmla="*/ 39278 h 134676"/>
              <a:gd name="csX8" fmla="*/ 77445 w 148867"/>
              <a:gd name="csY8" fmla="*/ 48226 h 134676"/>
              <a:gd name="csX9" fmla="*/ 74757 w 148867"/>
              <a:gd name="csY9" fmla="*/ 50352 h 134676"/>
              <a:gd name="csX10" fmla="*/ 61112 w 148867"/>
              <a:gd name="csY10" fmla="*/ 71429 h 134676"/>
              <a:gd name="csX11" fmla="*/ 60262 w 148867"/>
              <a:gd name="csY11" fmla="*/ 74321 h 134676"/>
              <a:gd name="csX12" fmla="*/ 60262 w 148867"/>
              <a:gd name="csY12" fmla="*/ 122275 h 134676"/>
              <a:gd name="csX13" fmla="*/ 72664 w 148867"/>
              <a:gd name="csY13" fmla="*/ 134676 h 134676"/>
              <a:gd name="csX14" fmla="*/ 79742 w 148867"/>
              <a:gd name="csY14" fmla="*/ 134676 h 134676"/>
              <a:gd name="csX15" fmla="*/ 85067 w 148867"/>
              <a:gd name="csY15" fmla="*/ 129352 h 134676"/>
              <a:gd name="csX16" fmla="*/ 85067 w 148867"/>
              <a:gd name="csY16" fmla="*/ 104550 h 134676"/>
              <a:gd name="csX17" fmla="*/ 93931 w 148867"/>
              <a:gd name="csY17" fmla="*/ 95687 h 134676"/>
              <a:gd name="csX18" fmla="*/ 115198 w 148867"/>
              <a:gd name="csY18" fmla="*/ 95687 h 134676"/>
              <a:gd name="csX19" fmla="*/ 124062 w 148867"/>
              <a:gd name="csY19" fmla="*/ 104550 h 134676"/>
              <a:gd name="csX20" fmla="*/ 124062 w 148867"/>
              <a:gd name="csY20" fmla="*/ 129352 h 134676"/>
              <a:gd name="csX21" fmla="*/ 129370 w 148867"/>
              <a:gd name="csY21" fmla="*/ 134676 h 134676"/>
              <a:gd name="csX22" fmla="*/ 136464 w 148867"/>
              <a:gd name="csY22" fmla="*/ 134676 h 134676"/>
              <a:gd name="csX23" fmla="*/ 148867 w 148867"/>
              <a:gd name="csY23" fmla="*/ 122275 h 134676"/>
              <a:gd name="csX24" fmla="*/ 148867 w 148867"/>
              <a:gd name="csY24" fmla="*/ 74321 h 134676"/>
              <a:gd name="csX25" fmla="*/ 148017 w 148867"/>
              <a:gd name="csY25" fmla="*/ 71429 h 134676"/>
              <a:gd name="csX26" fmla="*/ 134372 w 148867"/>
              <a:gd name="csY26" fmla="*/ 50352 h 134676"/>
              <a:gd name="csX27" fmla="*/ 131667 w 148867"/>
              <a:gd name="csY27" fmla="*/ 48226 h 134676"/>
              <a:gd name="csX28" fmla="*/ 106334 w 148867"/>
              <a:gd name="csY28" fmla="*/ 39278 h 134676"/>
              <a:gd name="csX29" fmla="*/ 104564 w 148867"/>
              <a:gd name="csY29" fmla="*/ 38989 h 134676"/>
              <a:gd name="csX30" fmla="*/ 0 w 148867"/>
              <a:gd name="csY30" fmla="*/ 42527 h 134676"/>
              <a:gd name="csX31" fmla="*/ 0 w 148867"/>
              <a:gd name="csY31" fmla="*/ 122275 h 134676"/>
              <a:gd name="csX32" fmla="*/ 12403 w 148867"/>
              <a:gd name="csY32" fmla="*/ 134676 h 134676"/>
              <a:gd name="csX33" fmla="*/ 57284 w 148867"/>
              <a:gd name="csY33" fmla="*/ 134676 h 134676"/>
              <a:gd name="csX34" fmla="*/ 53167 w 148867"/>
              <a:gd name="csY34" fmla="*/ 122275 h 134676"/>
              <a:gd name="csX35" fmla="*/ 53167 w 148867"/>
              <a:gd name="csY35" fmla="*/ 74321 h 134676"/>
              <a:gd name="csX36" fmla="*/ 55158 w 148867"/>
              <a:gd name="csY36" fmla="*/ 67585 h 134676"/>
              <a:gd name="csX37" fmla="*/ 68802 w 148867"/>
              <a:gd name="csY37" fmla="*/ 46491 h 134676"/>
              <a:gd name="csX38" fmla="*/ 70895 w 148867"/>
              <a:gd name="csY38" fmla="*/ 44109 h 134676"/>
              <a:gd name="csX39" fmla="*/ 70895 w 148867"/>
              <a:gd name="csY39" fmla="*/ 42527 h 134676"/>
              <a:gd name="csX40" fmla="*/ 0 w 148867"/>
              <a:gd name="csY40" fmla="*/ 42527 h 134676"/>
              <a:gd name="csX41" fmla="*/ 104564 w 148867"/>
              <a:gd name="csY41" fmla="*/ 67329 h 134676"/>
              <a:gd name="csX42" fmla="*/ 109873 w 148867"/>
              <a:gd name="csY42" fmla="*/ 72654 h 134676"/>
              <a:gd name="csX43" fmla="*/ 104564 w 148867"/>
              <a:gd name="csY43" fmla="*/ 77961 h 134676"/>
              <a:gd name="csX44" fmla="*/ 99239 w 148867"/>
              <a:gd name="csY44" fmla="*/ 72654 h 134676"/>
              <a:gd name="csX45" fmla="*/ 104564 w 148867"/>
              <a:gd name="csY45" fmla="*/ 67329 h 134676"/>
            </a:gdLst>
            <a:ahLst/>
            <a:cxnLst/>
            <a:rect l="l" t="t" r="r" b="b"/>
            <a:pathLst>
              <a:path w="100000" h="100000">
                <a:moveTo>
                  <a:pt x="22903" y="4777"/>
                </a:moveTo>
                <a:cubicBezTo>
                  <a:pt x="17154" y="4983"/>
                  <a:pt x="11772" y="7223"/>
                  <a:pt x="7532" y="11200"/>
                </a:cubicBezTo>
                <a:cubicBezTo>
                  <a:pt x="2743" y="15690"/>
                  <a:pt x="0" y="22021"/>
                  <a:pt x="0" y="28568"/>
                </a:cubicBezTo>
                <a:lnTo>
                  <a:pt x="47589" y="28568"/>
                </a:lnTo>
                <a:cubicBezTo>
                  <a:pt x="47246" y="15987"/>
                  <a:pt x="37634" y="5611"/>
                  <a:pt x="25383" y="4823"/>
                </a:cubicBezTo>
                <a:cubicBezTo>
                  <a:pt x="24549" y="4766"/>
                  <a:pt x="23726" y="4754"/>
                  <a:pt x="22903" y="4777"/>
                </a:cubicBezTo>
                <a:close/>
                <a:moveTo>
                  <a:pt x="70240" y="30957"/>
                </a:moveTo>
                <a:cubicBezTo>
                  <a:pt x="69840" y="30957"/>
                  <a:pt x="69440" y="31025"/>
                  <a:pt x="69052" y="31151"/>
                </a:cubicBezTo>
                <a:lnTo>
                  <a:pt x="52023" y="37162"/>
                </a:lnTo>
                <a:cubicBezTo>
                  <a:pt x="51280" y="37424"/>
                  <a:pt x="50641" y="37916"/>
                  <a:pt x="50217" y="38590"/>
                </a:cubicBezTo>
                <a:lnTo>
                  <a:pt x="41051" y="52748"/>
                </a:lnTo>
                <a:cubicBezTo>
                  <a:pt x="40675" y="53320"/>
                  <a:pt x="40480" y="54005"/>
                  <a:pt x="40480" y="54691"/>
                </a:cubicBezTo>
                <a:lnTo>
                  <a:pt x="40480" y="86903"/>
                </a:lnTo>
                <a:cubicBezTo>
                  <a:pt x="40480" y="91497"/>
                  <a:pt x="44217" y="95234"/>
                  <a:pt x="48811" y="95234"/>
                </a:cubicBezTo>
                <a:lnTo>
                  <a:pt x="53566" y="95234"/>
                </a:lnTo>
                <a:cubicBezTo>
                  <a:pt x="55543" y="95234"/>
                  <a:pt x="57143" y="93634"/>
                  <a:pt x="57143" y="91657"/>
                </a:cubicBezTo>
                <a:lnTo>
                  <a:pt x="57143" y="74997"/>
                </a:lnTo>
                <a:cubicBezTo>
                  <a:pt x="57143" y="71717"/>
                  <a:pt x="59817" y="69043"/>
                  <a:pt x="63097" y="69043"/>
                </a:cubicBezTo>
                <a:lnTo>
                  <a:pt x="77383" y="69043"/>
                </a:lnTo>
                <a:cubicBezTo>
                  <a:pt x="80663" y="69043"/>
                  <a:pt x="83337" y="71717"/>
                  <a:pt x="83337" y="74997"/>
                </a:cubicBezTo>
                <a:lnTo>
                  <a:pt x="83337" y="91657"/>
                </a:lnTo>
                <a:cubicBezTo>
                  <a:pt x="83337" y="93634"/>
                  <a:pt x="84938" y="95234"/>
                  <a:pt x="86903" y="95234"/>
                </a:cubicBezTo>
                <a:lnTo>
                  <a:pt x="91668" y="95234"/>
                </a:lnTo>
                <a:cubicBezTo>
                  <a:pt x="96263" y="95234"/>
                  <a:pt x="100000" y="91497"/>
                  <a:pt x="100000" y="86903"/>
                </a:cubicBezTo>
                <a:lnTo>
                  <a:pt x="100000" y="54691"/>
                </a:lnTo>
                <a:cubicBezTo>
                  <a:pt x="100000" y="54005"/>
                  <a:pt x="99794" y="53320"/>
                  <a:pt x="99429" y="52748"/>
                </a:cubicBezTo>
                <a:lnTo>
                  <a:pt x="90263" y="38590"/>
                </a:lnTo>
                <a:cubicBezTo>
                  <a:pt x="89829" y="37916"/>
                  <a:pt x="89189" y="37424"/>
                  <a:pt x="88446" y="37162"/>
                </a:cubicBezTo>
                <a:lnTo>
                  <a:pt x="71429" y="31151"/>
                </a:lnTo>
                <a:cubicBezTo>
                  <a:pt x="71040" y="31025"/>
                  <a:pt x="70640" y="30957"/>
                  <a:pt x="70240" y="30957"/>
                </a:cubicBezTo>
                <a:close/>
                <a:moveTo>
                  <a:pt x="0" y="33333"/>
                </a:moveTo>
                <a:lnTo>
                  <a:pt x="0" y="86903"/>
                </a:lnTo>
                <a:cubicBezTo>
                  <a:pt x="0" y="91497"/>
                  <a:pt x="3737" y="95234"/>
                  <a:pt x="8332" y="95234"/>
                </a:cubicBezTo>
                <a:lnTo>
                  <a:pt x="38480" y="95234"/>
                </a:lnTo>
                <a:cubicBezTo>
                  <a:pt x="36709" y="92663"/>
                  <a:pt x="35714" y="89498"/>
                  <a:pt x="35714" y="86903"/>
                </a:cubicBezTo>
                <a:lnTo>
                  <a:pt x="35714" y="54691"/>
                </a:lnTo>
                <a:cubicBezTo>
                  <a:pt x="35714" y="53079"/>
                  <a:pt x="36183" y="51514"/>
                  <a:pt x="37052" y="50166"/>
                </a:cubicBezTo>
                <a:lnTo>
                  <a:pt x="46217" y="35996"/>
                </a:lnTo>
                <a:cubicBezTo>
                  <a:pt x="46617" y="35390"/>
                  <a:pt x="47097" y="34865"/>
                  <a:pt x="47623" y="34396"/>
                </a:cubicBezTo>
                <a:lnTo>
                  <a:pt x="47623" y="33333"/>
                </a:lnTo>
                <a:lnTo>
                  <a:pt x="0" y="33333"/>
                </a:lnTo>
                <a:close/>
                <a:moveTo>
                  <a:pt x="70240" y="49994"/>
                </a:moveTo>
                <a:cubicBezTo>
                  <a:pt x="72206" y="49994"/>
                  <a:pt x="73806" y="51594"/>
                  <a:pt x="73806" y="53571"/>
                </a:cubicBezTo>
                <a:cubicBezTo>
                  <a:pt x="73806" y="55536"/>
                  <a:pt x="72206" y="57136"/>
                  <a:pt x="70240" y="57136"/>
                </a:cubicBezTo>
                <a:cubicBezTo>
                  <a:pt x="68263" y="57136"/>
                  <a:pt x="66663" y="55536"/>
                  <a:pt x="66663" y="53571"/>
                </a:cubicBezTo>
                <a:cubicBezTo>
                  <a:pt x="66663" y="51594"/>
                  <a:pt x="68263" y="49994"/>
                  <a:pt x="70240" y="4999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0" name="Красный — SVG 11">
            <a:extLst>
              <a:ext uri="{FF2B5EF4-FFF2-40B4-BE49-F238E27FC236}">
                <a16:creationId xmlns:a16="http://schemas.microsoft.com/office/drawing/2014/main" id="{9719E084-FD82-BD44-8877-242B77D4F98E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42127 w 145432"/>
              <a:gd name="csY0" fmla="*/ 3 h 141841"/>
              <a:gd name="csX1" fmla="*/ 38928 w 145432"/>
              <a:gd name="csY1" fmla="*/ 921 h 141841"/>
              <a:gd name="csX2" fmla="*/ 36887 w 145432"/>
              <a:gd name="csY2" fmla="*/ 3541 h 141841"/>
              <a:gd name="csX3" fmla="*/ 34692 w 145432"/>
              <a:gd name="csY3" fmla="*/ 9478 h 141841"/>
              <a:gd name="csX4" fmla="*/ 32004 w 145432"/>
              <a:gd name="csY4" fmla="*/ 8933 h 141841"/>
              <a:gd name="csX5" fmla="*/ 27700 w 145432"/>
              <a:gd name="csY5" fmla="*/ 9818 h 141841"/>
              <a:gd name="csX6" fmla="*/ 25028 w 145432"/>
              <a:gd name="csY6" fmla="*/ 3983 h 141841"/>
              <a:gd name="csX7" fmla="*/ 23821 w 145432"/>
              <a:gd name="csY7" fmla="*/ 2248 h 141841"/>
              <a:gd name="csX8" fmla="*/ 22051 w 145432"/>
              <a:gd name="csY8" fmla="*/ 1125 h 141841"/>
              <a:gd name="csX9" fmla="*/ 19976 w 145432"/>
              <a:gd name="csY9" fmla="*/ 768 h 141841"/>
              <a:gd name="csX10" fmla="*/ 17917 w 145432"/>
              <a:gd name="csY10" fmla="*/ 1244 h 141841"/>
              <a:gd name="csX11" fmla="*/ 16216 w 145432"/>
              <a:gd name="csY11" fmla="*/ 2486 h 141841"/>
              <a:gd name="csX12" fmla="*/ 15127 w 145432"/>
              <a:gd name="csY12" fmla="*/ 4289 h 141841"/>
              <a:gd name="csX13" fmla="*/ 14820 w 145432"/>
              <a:gd name="csY13" fmla="*/ 6365 h 141841"/>
              <a:gd name="csX14" fmla="*/ 15365 w 145432"/>
              <a:gd name="csY14" fmla="*/ 8406 h 141841"/>
              <a:gd name="csX15" fmla="*/ 18002 w 145432"/>
              <a:gd name="csY15" fmla="*/ 14173 h 141841"/>
              <a:gd name="csX16" fmla="*/ 13272 w 145432"/>
              <a:gd name="csY16" fmla="*/ 19344 h 141841"/>
              <a:gd name="csX17" fmla="*/ 7267 w 145432"/>
              <a:gd name="csY17" fmla="*/ 17116 h 141841"/>
              <a:gd name="csX18" fmla="*/ 5208 w 145432"/>
              <a:gd name="csY18" fmla="*/ 16741 h 141841"/>
              <a:gd name="csX19" fmla="*/ 3149 w 145432"/>
              <a:gd name="csY19" fmla="*/ 17201 h 141841"/>
              <a:gd name="csX20" fmla="*/ 1431 w 145432"/>
              <a:gd name="csY20" fmla="*/ 18426 h 141841"/>
              <a:gd name="csX21" fmla="*/ 325 w 145432"/>
              <a:gd name="csY21" fmla="*/ 20212 h 141841"/>
              <a:gd name="csX22" fmla="*/ 2 w 145432"/>
              <a:gd name="csY22" fmla="*/ 22287 h 141841"/>
              <a:gd name="csX23" fmla="*/ 512 w 145432"/>
              <a:gd name="csY23" fmla="*/ 24329 h 141841"/>
              <a:gd name="csX24" fmla="*/ 1771 w 145432"/>
              <a:gd name="csY24" fmla="*/ 26013 h 141841"/>
              <a:gd name="csX25" fmla="*/ 3575 w 145432"/>
              <a:gd name="csY25" fmla="*/ 27084 h 141841"/>
              <a:gd name="csX26" fmla="*/ 9512 w 145432"/>
              <a:gd name="csY26" fmla="*/ 29279 h 141841"/>
              <a:gd name="csX27" fmla="*/ 8968 w 145432"/>
              <a:gd name="csY27" fmla="*/ 31966 h 141841"/>
              <a:gd name="csX28" fmla="*/ 9682 w 145432"/>
              <a:gd name="csY28" fmla="*/ 36338 h 141841"/>
              <a:gd name="csX29" fmla="*/ 4017 w 145432"/>
              <a:gd name="csY29" fmla="*/ 38941 h 141841"/>
              <a:gd name="csX30" fmla="*/ 2333 w 145432"/>
              <a:gd name="csY30" fmla="*/ 40166 h 141841"/>
              <a:gd name="csX31" fmla="*/ 1244 w 145432"/>
              <a:gd name="csY31" fmla="*/ 41935 h 141841"/>
              <a:gd name="csX32" fmla="*/ 904 w 145432"/>
              <a:gd name="csY32" fmla="*/ 43976 h 141841"/>
              <a:gd name="csX33" fmla="*/ 1397 w 145432"/>
              <a:gd name="csY33" fmla="*/ 46001 h 141841"/>
              <a:gd name="csX34" fmla="*/ 2605 w 145432"/>
              <a:gd name="csY34" fmla="*/ 47685 h 141841"/>
              <a:gd name="csX35" fmla="*/ 4374 w 145432"/>
              <a:gd name="csY35" fmla="*/ 48773 h 141841"/>
              <a:gd name="csX36" fmla="*/ 6416 w 145432"/>
              <a:gd name="csY36" fmla="*/ 49097 h 141841"/>
              <a:gd name="csX37" fmla="*/ 8440 w 145432"/>
              <a:gd name="csY37" fmla="*/ 48620 h 141841"/>
              <a:gd name="csX38" fmla="*/ 13936 w 145432"/>
              <a:gd name="csY38" fmla="*/ 46103 h 141841"/>
              <a:gd name="csX39" fmla="*/ 19669 w 145432"/>
              <a:gd name="csY39" fmla="*/ 51325 h 141841"/>
              <a:gd name="csX40" fmla="*/ 6127 w 145432"/>
              <a:gd name="csY40" fmla="*/ 65751 h 141841"/>
              <a:gd name="csX41" fmla="*/ 3643 w 145432"/>
              <a:gd name="csY41" fmla="*/ 73218 h 141841"/>
              <a:gd name="csX42" fmla="*/ 3643 w 145432"/>
              <a:gd name="csY42" fmla="*/ 109061 h 141841"/>
              <a:gd name="csX43" fmla="*/ 85699 w 145432"/>
              <a:gd name="csY43" fmla="*/ 27084 h 141841"/>
              <a:gd name="csX44" fmla="*/ 55006 w 145432"/>
              <a:gd name="csY44" fmla="*/ 32562 h 141841"/>
              <a:gd name="csX45" fmla="*/ 55040 w 145432"/>
              <a:gd name="csY45" fmla="*/ 31966 h 141841"/>
              <a:gd name="csX46" fmla="*/ 54173 w 145432"/>
              <a:gd name="csY46" fmla="*/ 27663 h 141841"/>
              <a:gd name="csX47" fmla="*/ 59991 w 145432"/>
              <a:gd name="csY47" fmla="*/ 24992 h 141841"/>
              <a:gd name="csX48" fmla="*/ 61727 w 145432"/>
              <a:gd name="csY48" fmla="*/ 23784 h 141841"/>
              <a:gd name="csX49" fmla="*/ 62849 w 145432"/>
              <a:gd name="csY49" fmla="*/ 22015 h 141841"/>
              <a:gd name="csX50" fmla="*/ 63206 w 145432"/>
              <a:gd name="csY50" fmla="*/ 19940 h 141841"/>
              <a:gd name="csX51" fmla="*/ 62730 w 145432"/>
              <a:gd name="csY51" fmla="*/ 17881 h 141841"/>
              <a:gd name="csX52" fmla="*/ 61488 w 145432"/>
              <a:gd name="csY52" fmla="*/ 16180 h 141841"/>
              <a:gd name="csX53" fmla="*/ 59685 w 145432"/>
              <a:gd name="csY53" fmla="*/ 15091 h 141841"/>
              <a:gd name="csX54" fmla="*/ 57609 w 145432"/>
              <a:gd name="csY54" fmla="*/ 14802 h 141841"/>
              <a:gd name="csX55" fmla="*/ 55567 w 145432"/>
              <a:gd name="csY55" fmla="*/ 15330 h 141841"/>
              <a:gd name="csX56" fmla="*/ 49800 w 145432"/>
              <a:gd name="csY56" fmla="*/ 17966 h 141841"/>
              <a:gd name="csX57" fmla="*/ 44628 w 145432"/>
              <a:gd name="csY57" fmla="*/ 13237 h 141841"/>
              <a:gd name="csX58" fmla="*/ 46857 w 145432"/>
              <a:gd name="csY58" fmla="*/ 7249 h 141841"/>
              <a:gd name="csX59" fmla="*/ 47197 w 145432"/>
              <a:gd name="csY59" fmla="*/ 4766 h 141841"/>
              <a:gd name="csX60" fmla="*/ 46363 w 145432"/>
              <a:gd name="csY60" fmla="*/ 2401 h 141841"/>
              <a:gd name="csX61" fmla="*/ 44526 w 145432"/>
              <a:gd name="csY61" fmla="*/ 700 h 141841"/>
              <a:gd name="csX62" fmla="*/ 42127 w 145432"/>
              <a:gd name="csY62" fmla="*/ 3 h 141841"/>
              <a:gd name="csX63" fmla="*/ 32004 w 145432"/>
              <a:gd name="csY63" fmla="*/ 19565 h 141841"/>
              <a:gd name="csX64" fmla="*/ 36360 w 145432"/>
              <a:gd name="csY64" fmla="*/ 20433 h 141841"/>
              <a:gd name="csX65" fmla="*/ 36360 w 145432"/>
              <a:gd name="csY65" fmla="*/ 20433 h 141841"/>
              <a:gd name="csX66" fmla="*/ 36955 w 145432"/>
              <a:gd name="csY66" fmla="*/ 20603 h 141841"/>
              <a:gd name="csX67" fmla="*/ 43165 w 145432"/>
              <a:gd name="csY67" fmla="*/ 26710 h 141841"/>
              <a:gd name="csX68" fmla="*/ 43488 w 145432"/>
              <a:gd name="csY68" fmla="*/ 27356 h 141841"/>
              <a:gd name="csX69" fmla="*/ 44407 w 145432"/>
              <a:gd name="csY69" fmla="*/ 31966 h 141841"/>
              <a:gd name="csX70" fmla="*/ 43845 w 145432"/>
              <a:gd name="csY70" fmla="*/ 35692 h 141841"/>
              <a:gd name="csX71" fmla="*/ 43624 w 145432"/>
              <a:gd name="csY71" fmla="*/ 36679 h 141841"/>
              <a:gd name="csX72" fmla="*/ 29282 w 145432"/>
              <a:gd name="csY72" fmla="*/ 44214 h 141841"/>
              <a:gd name="csX73" fmla="*/ 28278 w 145432"/>
              <a:gd name="csY73" fmla="*/ 43806 h 141841"/>
              <a:gd name="csX74" fmla="*/ 19601 w 145432"/>
              <a:gd name="csY74" fmla="*/ 31966 h 141841"/>
              <a:gd name="csX75" fmla="*/ 20469 w 145432"/>
              <a:gd name="csY75" fmla="*/ 27595 h 141841"/>
              <a:gd name="csX76" fmla="*/ 20486 w 145432"/>
              <a:gd name="csY76" fmla="*/ 27577 h 141841"/>
              <a:gd name="csX77" fmla="*/ 20639 w 145432"/>
              <a:gd name="csY77" fmla="*/ 27016 h 141841"/>
              <a:gd name="csX78" fmla="*/ 26764 w 145432"/>
              <a:gd name="csY78" fmla="*/ 20807 h 141841"/>
              <a:gd name="csX79" fmla="*/ 27377 w 145432"/>
              <a:gd name="csY79" fmla="*/ 20501 h 141841"/>
              <a:gd name="csX80" fmla="*/ 32004 w 145432"/>
              <a:gd name="csY80" fmla="*/ 19565 h 141841"/>
              <a:gd name="csX81" fmla="*/ 104481 w 145432"/>
              <a:gd name="csY81" fmla="*/ 26727 h 141841"/>
              <a:gd name="csX82" fmla="*/ 4681 w 145432"/>
              <a:gd name="csY82" fmla="*/ 126803 h 141841"/>
              <a:gd name="csX83" fmla="*/ 3643 w 145432"/>
              <a:gd name="csY83" fmla="*/ 128011 h 141841"/>
              <a:gd name="csX84" fmla="*/ 3643 w 145432"/>
              <a:gd name="csY84" fmla="*/ 129423 h 141841"/>
              <a:gd name="csX85" fmla="*/ 16062 w 145432"/>
              <a:gd name="csY85" fmla="*/ 141841 h 141841"/>
              <a:gd name="csX86" fmla="*/ 34726 w 145432"/>
              <a:gd name="csY86" fmla="*/ 141841 h 141841"/>
              <a:gd name="csX87" fmla="*/ 116323 w 145432"/>
              <a:gd name="csY87" fmla="*/ 27084 h 141841"/>
              <a:gd name="csX88" fmla="*/ 104481 w 145432"/>
              <a:gd name="csY88" fmla="*/ 26727 h 141841"/>
              <a:gd name="csX89" fmla="*/ 129372 w 145432"/>
              <a:gd name="csY89" fmla="*/ 28360 h 141841"/>
              <a:gd name="csX90" fmla="*/ 46142 w 145432"/>
              <a:gd name="csY90" fmla="*/ 141841 h 141841"/>
              <a:gd name="csX91" fmla="*/ 86941 w 145432"/>
              <a:gd name="csY91" fmla="*/ 141841 h 141841"/>
              <a:gd name="csX92" fmla="*/ 87127 w 145432"/>
              <a:gd name="csY92" fmla="*/ 140531 h 141841"/>
              <a:gd name="csX93" fmla="*/ 136705 w 145432"/>
              <a:gd name="csY93" fmla="*/ 29534 h 141841"/>
              <a:gd name="csX94" fmla="*/ 134935 w 145432"/>
              <a:gd name="csY94" fmla="*/ 29092 h 141841"/>
              <a:gd name="csX95" fmla="*/ 129372 w 145432"/>
              <a:gd name="csY95" fmla="*/ 28360 h 141841"/>
              <a:gd name="csX96" fmla="*/ 144548 w 145432"/>
              <a:gd name="csY96" fmla="*/ 36747 h 141841"/>
              <a:gd name="csX97" fmla="*/ 97761 w 145432"/>
              <a:gd name="csY97" fmla="*/ 141841 h 141841"/>
              <a:gd name="csX98" fmla="*/ 133030 w 145432"/>
              <a:gd name="csY98" fmla="*/ 141841 h 141841"/>
              <a:gd name="csX99" fmla="*/ 145432 w 145432"/>
              <a:gd name="csY99" fmla="*/ 129423 h 141841"/>
              <a:gd name="csX100" fmla="*/ 145432 w 145432"/>
              <a:gd name="csY100" fmla="*/ 41357 h 141841"/>
              <a:gd name="csX101" fmla="*/ 144548 w 145432"/>
              <a:gd name="csY101" fmla="*/ 36747 h 141841"/>
            </a:gdLst>
            <a:ahLst/>
            <a:cxnLst/>
            <a:rect l="l" t="t" r="r" b="b"/>
            <a:pathLst>
              <a:path w="100000" h="100000">
                <a:moveTo>
                  <a:pt x="28967" y="1237"/>
                </a:moveTo>
                <a:cubicBezTo>
                  <a:pt x="28183" y="1213"/>
                  <a:pt x="27411" y="1424"/>
                  <a:pt x="26767" y="1868"/>
                </a:cubicBezTo>
                <a:cubicBezTo>
                  <a:pt x="26124" y="2301"/>
                  <a:pt x="25633" y="2932"/>
                  <a:pt x="25364" y="3669"/>
                </a:cubicBezTo>
                <a:lnTo>
                  <a:pt x="23854" y="7752"/>
                </a:lnTo>
                <a:cubicBezTo>
                  <a:pt x="23223" y="7682"/>
                  <a:pt x="22661" y="7377"/>
                  <a:pt x="22006" y="7377"/>
                </a:cubicBezTo>
                <a:cubicBezTo>
                  <a:pt x="20953" y="7377"/>
                  <a:pt x="20041" y="7787"/>
                  <a:pt x="19047" y="7986"/>
                </a:cubicBezTo>
                <a:lnTo>
                  <a:pt x="17209" y="3973"/>
                </a:lnTo>
                <a:cubicBezTo>
                  <a:pt x="17011" y="3529"/>
                  <a:pt x="16730" y="3119"/>
                  <a:pt x="16379" y="2780"/>
                </a:cubicBezTo>
                <a:cubicBezTo>
                  <a:pt x="16028" y="2441"/>
                  <a:pt x="15619" y="2184"/>
                  <a:pt x="15162" y="2008"/>
                </a:cubicBezTo>
                <a:cubicBezTo>
                  <a:pt x="14707" y="1833"/>
                  <a:pt x="14215" y="1751"/>
                  <a:pt x="13736" y="1763"/>
                </a:cubicBezTo>
                <a:cubicBezTo>
                  <a:pt x="13244" y="1774"/>
                  <a:pt x="12764" y="1891"/>
                  <a:pt x="12320" y="2090"/>
                </a:cubicBezTo>
                <a:cubicBezTo>
                  <a:pt x="11875" y="2289"/>
                  <a:pt x="11478" y="2582"/>
                  <a:pt x="11150" y="2944"/>
                </a:cubicBezTo>
                <a:cubicBezTo>
                  <a:pt x="10822" y="3307"/>
                  <a:pt x="10565" y="3728"/>
                  <a:pt x="10401" y="4184"/>
                </a:cubicBezTo>
                <a:cubicBezTo>
                  <a:pt x="10238" y="4640"/>
                  <a:pt x="10167" y="5131"/>
                  <a:pt x="10190" y="5611"/>
                </a:cubicBezTo>
                <a:cubicBezTo>
                  <a:pt x="10226" y="6102"/>
                  <a:pt x="10343" y="6582"/>
                  <a:pt x="10565" y="7015"/>
                </a:cubicBezTo>
                <a:lnTo>
                  <a:pt x="12378" y="10980"/>
                </a:lnTo>
                <a:cubicBezTo>
                  <a:pt x="11091" y="11998"/>
                  <a:pt x="10050" y="13179"/>
                  <a:pt x="9126" y="14536"/>
                </a:cubicBezTo>
                <a:lnTo>
                  <a:pt x="4997" y="13004"/>
                </a:lnTo>
                <a:cubicBezTo>
                  <a:pt x="4552" y="12828"/>
                  <a:pt x="4060" y="12734"/>
                  <a:pt x="3581" y="12746"/>
                </a:cubicBezTo>
                <a:cubicBezTo>
                  <a:pt x="3089" y="12758"/>
                  <a:pt x="2610" y="12875"/>
                  <a:pt x="2165" y="13062"/>
                </a:cubicBezTo>
                <a:cubicBezTo>
                  <a:pt x="1721" y="13261"/>
                  <a:pt x="1323" y="13553"/>
                  <a:pt x="984" y="13904"/>
                </a:cubicBezTo>
                <a:cubicBezTo>
                  <a:pt x="657" y="14255"/>
                  <a:pt x="399" y="14676"/>
                  <a:pt x="223" y="15133"/>
                </a:cubicBezTo>
                <a:cubicBezTo>
                  <a:pt x="60" y="15588"/>
                  <a:pt x="-10" y="16080"/>
                  <a:pt x="1" y="16559"/>
                </a:cubicBezTo>
                <a:cubicBezTo>
                  <a:pt x="25" y="17051"/>
                  <a:pt x="142" y="17530"/>
                  <a:pt x="352" y="17963"/>
                </a:cubicBezTo>
                <a:cubicBezTo>
                  <a:pt x="562" y="18408"/>
                  <a:pt x="855" y="18793"/>
                  <a:pt x="1218" y="19121"/>
                </a:cubicBezTo>
                <a:cubicBezTo>
                  <a:pt x="1581" y="19449"/>
                  <a:pt x="2002" y="19694"/>
                  <a:pt x="2458" y="19858"/>
                </a:cubicBezTo>
                <a:lnTo>
                  <a:pt x="6541" y="21367"/>
                </a:lnTo>
                <a:cubicBezTo>
                  <a:pt x="6459" y="22010"/>
                  <a:pt x="6166" y="22560"/>
                  <a:pt x="6166" y="23215"/>
                </a:cubicBezTo>
                <a:cubicBezTo>
                  <a:pt x="6166" y="24267"/>
                  <a:pt x="6459" y="25227"/>
                  <a:pt x="6657" y="26221"/>
                </a:cubicBezTo>
                <a:lnTo>
                  <a:pt x="2762" y="28011"/>
                </a:lnTo>
                <a:cubicBezTo>
                  <a:pt x="2317" y="28221"/>
                  <a:pt x="1931" y="28502"/>
                  <a:pt x="1604" y="28853"/>
                </a:cubicBezTo>
                <a:cubicBezTo>
                  <a:pt x="1276" y="29204"/>
                  <a:pt x="1019" y="29613"/>
                  <a:pt x="855" y="30069"/>
                </a:cubicBezTo>
                <a:cubicBezTo>
                  <a:pt x="680" y="30514"/>
                  <a:pt x="610" y="30994"/>
                  <a:pt x="622" y="31473"/>
                </a:cubicBezTo>
                <a:cubicBezTo>
                  <a:pt x="645" y="31953"/>
                  <a:pt x="749" y="32432"/>
                  <a:pt x="961" y="32865"/>
                </a:cubicBezTo>
                <a:cubicBezTo>
                  <a:pt x="1159" y="33298"/>
                  <a:pt x="1440" y="33695"/>
                  <a:pt x="1791" y="34023"/>
                </a:cubicBezTo>
                <a:cubicBezTo>
                  <a:pt x="2142" y="34350"/>
                  <a:pt x="2552" y="34596"/>
                  <a:pt x="3008" y="34771"/>
                </a:cubicBezTo>
                <a:cubicBezTo>
                  <a:pt x="3452" y="34936"/>
                  <a:pt x="3932" y="35017"/>
                  <a:pt x="4412" y="34994"/>
                </a:cubicBezTo>
                <a:cubicBezTo>
                  <a:pt x="4891" y="34982"/>
                  <a:pt x="5371" y="34865"/>
                  <a:pt x="5803" y="34666"/>
                </a:cubicBezTo>
                <a:lnTo>
                  <a:pt x="9582" y="32935"/>
                </a:lnTo>
                <a:cubicBezTo>
                  <a:pt x="10682" y="34339"/>
                  <a:pt x="12028" y="35543"/>
                  <a:pt x="13525" y="36526"/>
                </a:cubicBezTo>
                <a:cubicBezTo>
                  <a:pt x="8764" y="40562"/>
                  <a:pt x="5838" y="44316"/>
                  <a:pt x="4213" y="46445"/>
                </a:cubicBezTo>
                <a:cubicBezTo>
                  <a:pt x="3113" y="47907"/>
                  <a:pt x="2505" y="49732"/>
                  <a:pt x="2505" y="51580"/>
                </a:cubicBezTo>
                <a:lnTo>
                  <a:pt x="2505" y="76226"/>
                </a:lnTo>
                <a:cubicBezTo>
                  <a:pt x="19304" y="52679"/>
                  <a:pt x="44338" y="30701"/>
                  <a:pt x="58927" y="19858"/>
                </a:cubicBezTo>
                <a:cubicBezTo>
                  <a:pt x="50820" y="20408"/>
                  <a:pt x="43859" y="21788"/>
                  <a:pt x="37822" y="23624"/>
                </a:cubicBezTo>
                <a:cubicBezTo>
                  <a:pt x="37822" y="23484"/>
                  <a:pt x="37846" y="23356"/>
                  <a:pt x="37846" y="23215"/>
                </a:cubicBezTo>
                <a:cubicBezTo>
                  <a:pt x="37846" y="22174"/>
                  <a:pt x="37437" y="21250"/>
                  <a:pt x="37250" y="20256"/>
                </a:cubicBezTo>
                <a:lnTo>
                  <a:pt x="41250" y="18419"/>
                </a:lnTo>
                <a:cubicBezTo>
                  <a:pt x="41694" y="18221"/>
                  <a:pt x="42104" y="17939"/>
                  <a:pt x="42444" y="17589"/>
                </a:cubicBezTo>
                <a:cubicBezTo>
                  <a:pt x="42783" y="17238"/>
                  <a:pt x="43040" y="16828"/>
                  <a:pt x="43215" y="16372"/>
                </a:cubicBezTo>
                <a:cubicBezTo>
                  <a:pt x="43391" y="15916"/>
                  <a:pt x="43473" y="15436"/>
                  <a:pt x="43461" y="14945"/>
                </a:cubicBezTo>
                <a:cubicBezTo>
                  <a:pt x="43449" y="14454"/>
                  <a:pt x="43333" y="13975"/>
                  <a:pt x="43134" y="13530"/>
                </a:cubicBezTo>
                <a:cubicBezTo>
                  <a:pt x="42935" y="13097"/>
                  <a:pt x="42643" y="12687"/>
                  <a:pt x="42280" y="12360"/>
                </a:cubicBezTo>
                <a:cubicBezTo>
                  <a:pt x="41917" y="12033"/>
                  <a:pt x="41496" y="11776"/>
                  <a:pt x="41040" y="11611"/>
                </a:cubicBezTo>
                <a:cubicBezTo>
                  <a:pt x="40583" y="11448"/>
                  <a:pt x="40092" y="11377"/>
                  <a:pt x="39612" y="11413"/>
                </a:cubicBezTo>
                <a:cubicBezTo>
                  <a:pt x="39121" y="11436"/>
                  <a:pt x="38641" y="11553"/>
                  <a:pt x="38208" y="11776"/>
                </a:cubicBezTo>
                <a:lnTo>
                  <a:pt x="34243" y="13588"/>
                </a:lnTo>
                <a:cubicBezTo>
                  <a:pt x="33225" y="12302"/>
                  <a:pt x="32043" y="11261"/>
                  <a:pt x="30687" y="10336"/>
                </a:cubicBezTo>
                <a:lnTo>
                  <a:pt x="32219" y="6219"/>
                </a:lnTo>
                <a:cubicBezTo>
                  <a:pt x="32430" y="5681"/>
                  <a:pt x="32511" y="5085"/>
                  <a:pt x="32453" y="4512"/>
                </a:cubicBezTo>
                <a:cubicBezTo>
                  <a:pt x="32395" y="3927"/>
                  <a:pt x="32196" y="3377"/>
                  <a:pt x="31880" y="2886"/>
                </a:cubicBezTo>
                <a:cubicBezTo>
                  <a:pt x="31552" y="2406"/>
                  <a:pt x="31120" y="1996"/>
                  <a:pt x="30616" y="1716"/>
                </a:cubicBezTo>
                <a:cubicBezTo>
                  <a:pt x="30113" y="1424"/>
                  <a:pt x="29540" y="1260"/>
                  <a:pt x="28967" y="1237"/>
                </a:cubicBezTo>
                <a:close/>
                <a:moveTo>
                  <a:pt x="22006" y="14688"/>
                </a:moveTo>
                <a:cubicBezTo>
                  <a:pt x="23071" y="14688"/>
                  <a:pt x="24066" y="14945"/>
                  <a:pt x="25001" y="15284"/>
                </a:cubicBezTo>
                <a:lnTo>
                  <a:pt x="25001" y="15284"/>
                </a:lnTo>
                <a:cubicBezTo>
                  <a:pt x="25142" y="15331"/>
                  <a:pt x="25282" y="15378"/>
                  <a:pt x="25411" y="15401"/>
                </a:cubicBezTo>
                <a:cubicBezTo>
                  <a:pt x="27317" y="16220"/>
                  <a:pt x="28803" y="17729"/>
                  <a:pt x="29681" y="19601"/>
                </a:cubicBezTo>
                <a:cubicBezTo>
                  <a:pt x="29739" y="19753"/>
                  <a:pt x="29821" y="19904"/>
                  <a:pt x="29903" y="20045"/>
                </a:cubicBezTo>
                <a:cubicBezTo>
                  <a:pt x="30288" y="21027"/>
                  <a:pt x="30535" y="22092"/>
                  <a:pt x="30535" y="23215"/>
                </a:cubicBezTo>
                <a:cubicBezTo>
                  <a:pt x="30535" y="24115"/>
                  <a:pt x="30394" y="24969"/>
                  <a:pt x="30148" y="25777"/>
                </a:cubicBezTo>
                <a:cubicBezTo>
                  <a:pt x="30078" y="25999"/>
                  <a:pt x="30031" y="26221"/>
                  <a:pt x="29996" y="26455"/>
                </a:cubicBezTo>
                <a:cubicBezTo>
                  <a:pt x="26265" y="28046"/>
                  <a:pt x="22977" y="29812"/>
                  <a:pt x="20134" y="31636"/>
                </a:cubicBezTo>
                <a:cubicBezTo>
                  <a:pt x="19912" y="31520"/>
                  <a:pt x="19690" y="31426"/>
                  <a:pt x="19444" y="31356"/>
                </a:cubicBezTo>
                <a:cubicBezTo>
                  <a:pt x="15993" y="30280"/>
                  <a:pt x="13478" y="27075"/>
                  <a:pt x="13478" y="23215"/>
                </a:cubicBezTo>
                <a:cubicBezTo>
                  <a:pt x="13478" y="22150"/>
                  <a:pt x="13724" y="21157"/>
                  <a:pt x="14075" y="20209"/>
                </a:cubicBezTo>
                <a:cubicBezTo>
                  <a:pt x="14075" y="20209"/>
                  <a:pt x="14075" y="20209"/>
                  <a:pt x="14086" y="20197"/>
                </a:cubicBezTo>
                <a:cubicBezTo>
                  <a:pt x="14121" y="20068"/>
                  <a:pt x="14156" y="19940"/>
                  <a:pt x="14192" y="19811"/>
                </a:cubicBezTo>
                <a:cubicBezTo>
                  <a:pt x="15010" y="17904"/>
                  <a:pt x="16531" y="16407"/>
                  <a:pt x="18403" y="15542"/>
                </a:cubicBezTo>
                <a:cubicBezTo>
                  <a:pt x="18543" y="15471"/>
                  <a:pt x="18684" y="15401"/>
                  <a:pt x="18825" y="15331"/>
                </a:cubicBezTo>
                <a:cubicBezTo>
                  <a:pt x="19807" y="14933"/>
                  <a:pt x="20872" y="14688"/>
                  <a:pt x="22006" y="14688"/>
                </a:cubicBezTo>
                <a:close/>
                <a:moveTo>
                  <a:pt x="71842" y="19612"/>
                </a:moveTo>
                <a:cubicBezTo>
                  <a:pt x="64659" y="24584"/>
                  <a:pt x="21761" y="56820"/>
                  <a:pt x="3219" y="88425"/>
                </a:cubicBezTo>
                <a:cubicBezTo>
                  <a:pt x="3019" y="88741"/>
                  <a:pt x="2774" y="89034"/>
                  <a:pt x="2505" y="89256"/>
                </a:cubicBezTo>
                <a:lnTo>
                  <a:pt x="2505" y="90227"/>
                </a:lnTo>
                <a:cubicBezTo>
                  <a:pt x="2505" y="94940"/>
                  <a:pt x="6342" y="98765"/>
                  <a:pt x="11044" y="98765"/>
                </a:cubicBezTo>
                <a:lnTo>
                  <a:pt x="23878" y="98765"/>
                </a:lnTo>
                <a:cubicBezTo>
                  <a:pt x="40256" y="55019"/>
                  <a:pt x="66578" y="30256"/>
                  <a:pt x="79984" y="19858"/>
                </a:cubicBezTo>
                <a:cubicBezTo>
                  <a:pt x="77528" y="19729"/>
                  <a:pt x="74825" y="19636"/>
                  <a:pt x="71842" y="19612"/>
                </a:cubicBezTo>
                <a:close/>
                <a:moveTo>
                  <a:pt x="88957" y="20735"/>
                </a:moveTo>
                <a:cubicBezTo>
                  <a:pt x="83599" y="24174"/>
                  <a:pt x="51615" y="47907"/>
                  <a:pt x="31728" y="98765"/>
                </a:cubicBezTo>
                <a:lnTo>
                  <a:pt x="59781" y="98765"/>
                </a:lnTo>
                <a:cubicBezTo>
                  <a:pt x="59781" y="98450"/>
                  <a:pt x="59839" y="98181"/>
                  <a:pt x="59909" y="97865"/>
                </a:cubicBezTo>
                <a:cubicBezTo>
                  <a:pt x="72871" y="47100"/>
                  <a:pt x="89051" y="26361"/>
                  <a:pt x="93999" y="21542"/>
                </a:cubicBezTo>
                <a:cubicBezTo>
                  <a:pt x="93613" y="21390"/>
                  <a:pt x="93191" y="21320"/>
                  <a:pt x="92782" y="21238"/>
                </a:cubicBezTo>
                <a:cubicBezTo>
                  <a:pt x="91706" y="21074"/>
                  <a:pt x="90443" y="20910"/>
                  <a:pt x="88957" y="20735"/>
                </a:cubicBezTo>
                <a:close/>
                <a:moveTo>
                  <a:pt x="99392" y="26502"/>
                </a:moveTo>
                <a:cubicBezTo>
                  <a:pt x="96093" y="29649"/>
                  <a:pt x="80066" y="49100"/>
                  <a:pt x="67221" y="98765"/>
                </a:cubicBezTo>
                <a:lnTo>
                  <a:pt x="91472" y="98765"/>
                </a:lnTo>
                <a:cubicBezTo>
                  <a:pt x="96175" y="98765"/>
                  <a:pt x="100000" y="94940"/>
                  <a:pt x="100000" y="90227"/>
                </a:cubicBezTo>
                <a:lnTo>
                  <a:pt x="100000" y="29672"/>
                </a:lnTo>
                <a:cubicBezTo>
                  <a:pt x="100000" y="28560"/>
                  <a:pt x="99778" y="27484"/>
                  <a:pt x="99392" y="2650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1" name="Красный — SVG 12">
            <a:extLst>
              <a:ext uri="{FF2B5EF4-FFF2-40B4-BE49-F238E27FC236}">
                <a16:creationId xmlns:a16="http://schemas.microsoft.com/office/drawing/2014/main" id="{B7E294D0-58A3-5F4F-BF10-393B518A996C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21267 w 141772"/>
              <a:gd name="csY0" fmla="*/ 0 h 134676"/>
              <a:gd name="csX1" fmla="*/ 0 w 141772"/>
              <a:gd name="csY1" fmla="*/ 21264 h 134676"/>
              <a:gd name="csX2" fmla="*/ 0 w 141772"/>
              <a:gd name="csY2" fmla="*/ 24802 h 134676"/>
              <a:gd name="csX3" fmla="*/ 42534 w 141772"/>
              <a:gd name="csY3" fmla="*/ 24802 h 134676"/>
              <a:gd name="csX4" fmla="*/ 42534 w 141772"/>
              <a:gd name="csY4" fmla="*/ 21264 h 134676"/>
              <a:gd name="csX5" fmla="*/ 21267 w 141772"/>
              <a:gd name="csY5" fmla="*/ 0 h 134676"/>
              <a:gd name="csX6" fmla="*/ 90494 w 141772"/>
              <a:gd name="csY6" fmla="*/ 10564 h 134676"/>
              <a:gd name="csX7" fmla="*/ 89491 w 141772"/>
              <a:gd name="csY7" fmla="*/ 10632 h 134676"/>
              <a:gd name="csX8" fmla="*/ 72664 w 141772"/>
              <a:gd name="csY8" fmla="*/ 10632 h 134676"/>
              <a:gd name="csX9" fmla="*/ 63800 w 141772"/>
              <a:gd name="csY9" fmla="*/ 19495 h 134676"/>
              <a:gd name="csX10" fmla="*/ 63800 w 141772"/>
              <a:gd name="csY10" fmla="*/ 39891 h 134676"/>
              <a:gd name="csX11" fmla="*/ 63800 w 141772"/>
              <a:gd name="csY11" fmla="*/ 41609 h 134676"/>
              <a:gd name="csX12" fmla="*/ 63800 w 141772"/>
              <a:gd name="csY12" fmla="*/ 42953 h 134676"/>
              <a:gd name="csX13" fmla="*/ 56706 w 141772"/>
              <a:gd name="csY13" fmla="*/ 60236 h 134676"/>
              <a:gd name="csX14" fmla="*/ 81511 w 141772"/>
              <a:gd name="csY14" fmla="*/ 85021 h 134676"/>
              <a:gd name="csX15" fmla="*/ 105245 w 141772"/>
              <a:gd name="csY15" fmla="*/ 67330 h 134676"/>
              <a:gd name="csX16" fmla="*/ 119689 w 141772"/>
              <a:gd name="csY16" fmla="*/ 67330 h 134676"/>
              <a:gd name="csX17" fmla="*/ 117120 w 141772"/>
              <a:gd name="csY17" fmla="*/ 72774 h 134676"/>
              <a:gd name="csX18" fmla="*/ 117903 w 141772"/>
              <a:gd name="csY18" fmla="*/ 78762 h 134676"/>
              <a:gd name="csX19" fmla="*/ 121816 w 141772"/>
              <a:gd name="csY19" fmla="*/ 83337 h 134676"/>
              <a:gd name="csX20" fmla="*/ 127601 w 141772"/>
              <a:gd name="csY20" fmla="*/ 85056 h 134676"/>
              <a:gd name="csX21" fmla="*/ 134083 w 141772"/>
              <a:gd name="csY21" fmla="*/ 82844 h 134676"/>
              <a:gd name="csX22" fmla="*/ 137860 w 141772"/>
              <a:gd name="csY22" fmla="*/ 77128 h 134676"/>
              <a:gd name="csX23" fmla="*/ 137383 w 141772"/>
              <a:gd name="csY23" fmla="*/ 70290 h 134676"/>
              <a:gd name="csX24" fmla="*/ 132824 w 141772"/>
              <a:gd name="csY24" fmla="*/ 65170 h 134676"/>
              <a:gd name="csX25" fmla="*/ 135648 w 141772"/>
              <a:gd name="csY25" fmla="*/ 62669 h 134676"/>
              <a:gd name="csX26" fmla="*/ 135665 w 141772"/>
              <a:gd name="csY26" fmla="*/ 62669 h 134676"/>
              <a:gd name="csX27" fmla="*/ 139068 w 141772"/>
              <a:gd name="csY27" fmla="*/ 58416 h 134676"/>
              <a:gd name="csX28" fmla="*/ 139051 w 141772"/>
              <a:gd name="csY28" fmla="*/ 58416 h 134676"/>
              <a:gd name="csX29" fmla="*/ 141773 w 141772"/>
              <a:gd name="csY29" fmla="*/ 50676 h 134676"/>
              <a:gd name="csX30" fmla="*/ 141773 w 141772"/>
              <a:gd name="csY30" fmla="*/ 44297 h 134676"/>
              <a:gd name="csX31" fmla="*/ 132909 w 141772"/>
              <a:gd name="csY31" fmla="*/ 35434 h 134676"/>
              <a:gd name="csX32" fmla="*/ 120506 w 141772"/>
              <a:gd name="csY32" fmla="*/ 35434 h 134676"/>
              <a:gd name="csX33" fmla="*/ 120506 w 141772"/>
              <a:gd name="csY33" fmla="*/ 28358 h 134676"/>
              <a:gd name="csX34" fmla="*/ 124062 w 141772"/>
              <a:gd name="csY34" fmla="*/ 24802 h 134676"/>
              <a:gd name="csX35" fmla="*/ 125423 w 141772"/>
              <a:gd name="csY35" fmla="*/ 24547 h 134676"/>
              <a:gd name="csX36" fmla="*/ 126597 w 141772"/>
              <a:gd name="csY36" fmla="*/ 23781 h 134676"/>
              <a:gd name="csX37" fmla="*/ 127380 w 141772"/>
              <a:gd name="csY37" fmla="*/ 22625 h 134676"/>
              <a:gd name="csX38" fmla="*/ 127652 w 141772"/>
              <a:gd name="csY38" fmla="*/ 21264 h 134676"/>
              <a:gd name="csX39" fmla="*/ 127380 w 141772"/>
              <a:gd name="csY39" fmla="*/ 19903 h 134676"/>
              <a:gd name="csX40" fmla="*/ 126597 w 141772"/>
              <a:gd name="csY40" fmla="*/ 18746 h 134676"/>
              <a:gd name="csX41" fmla="*/ 125423 w 141772"/>
              <a:gd name="csY41" fmla="*/ 17981 h 134676"/>
              <a:gd name="csX42" fmla="*/ 124062 w 141772"/>
              <a:gd name="csY42" fmla="*/ 17726 h 134676"/>
              <a:gd name="csX43" fmla="*/ 113428 w 141772"/>
              <a:gd name="csY43" fmla="*/ 28358 h 134676"/>
              <a:gd name="csX44" fmla="*/ 113428 w 141772"/>
              <a:gd name="csY44" fmla="*/ 35434 h 134676"/>
              <a:gd name="csX45" fmla="*/ 101094 w 141772"/>
              <a:gd name="csY45" fmla="*/ 35434 h 134676"/>
              <a:gd name="csX46" fmla="*/ 97300 w 141772"/>
              <a:gd name="csY46" fmla="*/ 21264 h 134676"/>
              <a:gd name="csX47" fmla="*/ 97470 w 141772"/>
              <a:gd name="csY47" fmla="*/ 21264 h 134676"/>
              <a:gd name="csX48" fmla="*/ 99528 w 141772"/>
              <a:gd name="csY48" fmla="*/ 20873 h 134676"/>
              <a:gd name="csX49" fmla="*/ 101281 w 141772"/>
              <a:gd name="csY49" fmla="*/ 19733 h 134676"/>
              <a:gd name="csX50" fmla="*/ 102455 w 141772"/>
              <a:gd name="csY50" fmla="*/ 17998 h 134676"/>
              <a:gd name="csX51" fmla="*/ 102863 w 141772"/>
              <a:gd name="csY51" fmla="*/ 15939 h 134676"/>
              <a:gd name="csX52" fmla="*/ 102455 w 141772"/>
              <a:gd name="csY52" fmla="*/ 13898 h 134676"/>
              <a:gd name="csX53" fmla="*/ 101281 w 141772"/>
              <a:gd name="csY53" fmla="*/ 12163 h 134676"/>
              <a:gd name="csX54" fmla="*/ 99528 w 141772"/>
              <a:gd name="csY54" fmla="*/ 11023 h 134676"/>
              <a:gd name="csX55" fmla="*/ 97470 w 141772"/>
              <a:gd name="csY55" fmla="*/ 10632 h 134676"/>
              <a:gd name="csX56" fmla="*/ 91209 w 141772"/>
              <a:gd name="csY56" fmla="*/ 10632 h 134676"/>
              <a:gd name="csX57" fmla="*/ 90494 w 141772"/>
              <a:gd name="csY57" fmla="*/ 10564 h 134676"/>
              <a:gd name="csX58" fmla="*/ 127601 w 141772"/>
              <a:gd name="csY58" fmla="*/ 85056 h 134676"/>
              <a:gd name="csX59" fmla="*/ 122922 w 141772"/>
              <a:gd name="csY59" fmla="*/ 85056 h 134676"/>
              <a:gd name="csX60" fmla="*/ 103833 w 141772"/>
              <a:gd name="csY60" fmla="*/ 134677 h 134676"/>
              <a:gd name="csX61" fmla="*/ 129370 w 141772"/>
              <a:gd name="csY61" fmla="*/ 134677 h 134676"/>
              <a:gd name="csX62" fmla="*/ 141773 w 141772"/>
              <a:gd name="csY62" fmla="*/ 122259 h 134676"/>
              <a:gd name="csX63" fmla="*/ 141773 w 141772"/>
              <a:gd name="csY63" fmla="*/ 90363 h 134676"/>
              <a:gd name="csX64" fmla="*/ 136447 w 141772"/>
              <a:gd name="csY64" fmla="*/ 85056 h 134676"/>
              <a:gd name="csX65" fmla="*/ 127601 w 141772"/>
              <a:gd name="csY65" fmla="*/ 85056 h 134676"/>
              <a:gd name="csX66" fmla="*/ 74434 w 141772"/>
              <a:gd name="csY66" fmla="*/ 21264 h 134676"/>
              <a:gd name="csX67" fmla="*/ 86292 w 141772"/>
              <a:gd name="csY67" fmla="*/ 21264 h 134676"/>
              <a:gd name="csX68" fmla="*/ 90086 w 141772"/>
              <a:gd name="csY68" fmla="*/ 35434 h 134676"/>
              <a:gd name="csX69" fmla="*/ 74434 w 141772"/>
              <a:gd name="csY69" fmla="*/ 35434 h 134676"/>
              <a:gd name="csX70" fmla="*/ 74434 w 141772"/>
              <a:gd name="csY70" fmla="*/ 21264 h 134676"/>
              <a:gd name="csX71" fmla="*/ 0 w 141772"/>
              <a:gd name="csY71" fmla="*/ 31896 h 134676"/>
              <a:gd name="csX72" fmla="*/ 0 w 141772"/>
              <a:gd name="csY72" fmla="*/ 77962 h 134676"/>
              <a:gd name="csX73" fmla="*/ 42534 w 141772"/>
              <a:gd name="csY73" fmla="*/ 77962 h 134676"/>
              <a:gd name="csX74" fmla="*/ 42534 w 141772"/>
              <a:gd name="csY74" fmla="*/ 31896 h 134676"/>
              <a:gd name="csX75" fmla="*/ 0 w 141772"/>
              <a:gd name="csY75" fmla="*/ 31896 h 134676"/>
              <a:gd name="csX76" fmla="*/ 81511 w 141772"/>
              <a:gd name="csY76" fmla="*/ 46066 h 134676"/>
              <a:gd name="csX77" fmla="*/ 95666 w 141772"/>
              <a:gd name="csY77" fmla="*/ 60236 h 134676"/>
              <a:gd name="csX78" fmla="*/ 81511 w 141772"/>
              <a:gd name="csY78" fmla="*/ 74390 h 134676"/>
              <a:gd name="csX79" fmla="*/ 67339 w 141772"/>
              <a:gd name="csY79" fmla="*/ 60236 h 134676"/>
              <a:gd name="csX80" fmla="*/ 72120 w 141772"/>
              <a:gd name="csY80" fmla="*/ 49672 h 134676"/>
              <a:gd name="csX81" fmla="*/ 72869 w 141772"/>
              <a:gd name="csY81" fmla="*/ 49043 h 134676"/>
              <a:gd name="csX82" fmla="*/ 81511 w 141772"/>
              <a:gd name="csY82" fmla="*/ 46066 h 134676"/>
              <a:gd name="csX83" fmla="*/ 101808 w 141772"/>
              <a:gd name="csY83" fmla="*/ 46066 h 134676"/>
              <a:gd name="csX84" fmla="*/ 131139 w 141772"/>
              <a:gd name="csY84" fmla="*/ 46066 h 134676"/>
              <a:gd name="csX85" fmla="*/ 131139 w 141772"/>
              <a:gd name="csY85" fmla="*/ 50676 h 134676"/>
              <a:gd name="csX86" fmla="*/ 130765 w 141772"/>
              <a:gd name="csY86" fmla="*/ 51782 h 134676"/>
              <a:gd name="csX87" fmla="*/ 127346 w 141772"/>
              <a:gd name="csY87" fmla="*/ 56034 h 134676"/>
              <a:gd name="csX88" fmla="*/ 125967 w 141772"/>
              <a:gd name="csY88" fmla="*/ 56698 h 134676"/>
              <a:gd name="csX89" fmla="*/ 106028 w 141772"/>
              <a:gd name="csY89" fmla="*/ 56698 h 134676"/>
              <a:gd name="csX90" fmla="*/ 101808 w 141772"/>
              <a:gd name="csY90" fmla="*/ 46066 h 134676"/>
              <a:gd name="csX91" fmla="*/ 81528 w 141772"/>
              <a:gd name="csY91" fmla="*/ 53160 h 134676"/>
              <a:gd name="csX92" fmla="*/ 74434 w 141772"/>
              <a:gd name="csY92" fmla="*/ 60253 h 134676"/>
              <a:gd name="csX93" fmla="*/ 81528 w 141772"/>
              <a:gd name="csY93" fmla="*/ 67330 h 134676"/>
              <a:gd name="csX94" fmla="*/ 88606 w 141772"/>
              <a:gd name="csY94" fmla="*/ 60253 h 134676"/>
              <a:gd name="csX95" fmla="*/ 81528 w 141772"/>
              <a:gd name="csY95" fmla="*/ 53160 h 134676"/>
              <a:gd name="csX96" fmla="*/ 0 w 141772"/>
              <a:gd name="csY96" fmla="*/ 85056 h 134676"/>
              <a:gd name="csX97" fmla="*/ 0 w 141772"/>
              <a:gd name="csY97" fmla="*/ 122939 h 134676"/>
              <a:gd name="csX98" fmla="*/ 11739 w 141772"/>
              <a:gd name="csY98" fmla="*/ 134660 h 134676"/>
              <a:gd name="csX99" fmla="*/ 17609 w 141772"/>
              <a:gd name="csY99" fmla="*/ 134660 h 134676"/>
              <a:gd name="csX100" fmla="*/ 36698 w 141772"/>
              <a:gd name="csY100" fmla="*/ 85056 h 134676"/>
              <a:gd name="csX101" fmla="*/ 0 w 141772"/>
              <a:gd name="csY101" fmla="*/ 85056 h 134676"/>
              <a:gd name="csX102" fmla="*/ 44286 w 141772"/>
              <a:gd name="csY102" fmla="*/ 85056 h 134676"/>
              <a:gd name="csX103" fmla="*/ 25214 w 141772"/>
              <a:gd name="csY103" fmla="*/ 134660 h 134676"/>
              <a:gd name="csX104" fmla="*/ 57250 w 141772"/>
              <a:gd name="csY104" fmla="*/ 134660 h 134676"/>
              <a:gd name="csX105" fmla="*/ 76322 w 141772"/>
              <a:gd name="csY105" fmla="*/ 85056 h 134676"/>
              <a:gd name="csX106" fmla="*/ 44286 w 141772"/>
              <a:gd name="csY106" fmla="*/ 85056 h 134676"/>
              <a:gd name="csX107" fmla="*/ 83927 w 141772"/>
              <a:gd name="csY107" fmla="*/ 85056 h 134676"/>
              <a:gd name="csX108" fmla="*/ 64838 w 141772"/>
              <a:gd name="csY108" fmla="*/ 134660 h 134676"/>
              <a:gd name="csX109" fmla="*/ 96228 w 141772"/>
              <a:gd name="csY109" fmla="*/ 134677 h 134676"/>
              <a:gd name="csX110" fmla="*/ 115317 w 141772"/>
              <a:gd name="csY110" fmla="*/ 85056 h 134676"/>
              <a:gd name="csX111" fmla="*/ 83927 w 141772"/>
              <a:gd name="csY111" fmla="*/ 85056 h 134676"/>
            </a:gdLst>
            <a:ahLst/>
            <a:cxnLst/>
            <a:rect l="l" t="t" r="r" b="b"/>
            <a:pathLst>
              <a:path w="100000" h="100000">
                <a:moveTo>
                  <a:pt x="15001" y="2503"/>
                </a:moveTo>
                <a:cubicBezTo>
                  <a:pt x="6721" y="2503"/>
                  <a:pt x="0" y="9222"/>
                  <a:pt x="0" y="17501"/>
                </a:cubicBezTo>
                <a:lnTo>
                  <a:pt x="0" y="19997"/>
                </a:lnTo>
                <a:lnTo>
                  <a:pt x="30002" y="19997"/>
                </a:lnTo>
                <a:lnTo>
                  <a:pt x="30002" y="17501"/>
                </a:lnTo>
                <a:cubicBezTo>
                  <a:pt x="30002" y="9222"/>
                  <a:pt x="23281" y="2503"/>
                  <a:pt x="15001" y="2503"/>
                </a:cubicBezTo>
                <a:close/>
                <a:moveTo>
                  <a:pt x="63831" y="9954"/>
                </a:moveTo>
                <a:cubicBezTo>
                  <a:pt x="63591" y="9942"/>
                  <a:pt x="63363" y="9966"/>
                  <a:pt x="63123" y="10002"/>
                </a:cubicBezTo>
                <a:lnTo>
                  <a:pt x="51254" y="10002"/>
                </a:lnTo>
                <a:cubicBezTo>
                  <a:pt x="47847" y="10002"/>
                  <a:pt x="45002" y="12846"/>
                  <a:pt x="45002" y="16254"/>
                </a:cubicBezTo>
                <a:lnTo>
                  <a:pt x="45002" y="30640"/>
                </a:lnTo>
                <a:cubicBezTo>
                  <a:pt x="44930" y="31036"/>
                  <a:pt x="44930" y="31444"/>
                  <a:pt x="45002" y="31852"/>
                </a:cubicBezTo>
                <a:lnTo>
                  <a:pt x="45002" y="32800"/>
                </a:lnTo>
                <a:cubicBezTo>
                  <a:pt x="41918" y="35956"/>
                  <a:pt x="39998" y="40263"/>
                  <a:pt x="39998" y="44991"/>
                </a:cubicBezTo>
                <a:cubicBezTo>
                  <a:pt x="39998" y="54602"/>
                  <a:pt x="47882" y="62473"/>
                  <a:pt x="57494" y="62473"/>
                </a:cubicBezTo>
                <a:cubicBezTo>
                  <a:pt x="65367" y="62473"/>
                  <a:pt x="72064" y="57194"/>
                  <a:pt x="74235" y="49994"/>
                </a:cubicBezTo>
                <a:lnTo>
                  <a:pt x="84424" y="49994"/>
                </a:lnTo>
                <a:cubicBezTo>
                  <a:pt x="83464" y="51074"/>
                  <a:pt x="82828" y="52406"/>
                  <a:pt x="82612" y="53834"/>
                </a:cubicBezTo>
                <a:cubicBezTo>
                  <a:pt x="82384" y="55274"/>
                  <a:pt x="82576" y="56738"/>
                  <a:pt x="83164" y="58058"/>
                </a:cubicBezTo>
                <a:cubicBezTo>
                  <a:pt x="83752" y="59378"/>
                  <a:pt x="84712" y="60494"/>
                  <a:pt x="85924" y="61285"/>
                </a:cubicBezTo>
                <a:cubicBezTo>
                  <a:pt x="87148" y="62077"/>
                  <a:pt x="88552" y="62498"/>
                  <a:pt x="90004" y="62498"/>
                </a:cubicBezTo>
                <a:cubicBezTo>
                  <a:pt x="91660" y="62498"/>
                  <a:pt x="93268" y="61945"/>
                  <a:pt x="94577" y="60937"/>
                </a:cubicBezTo>
                <a:cubicBezTo>
                  <a:pt x="95884" y="59917"/>
                  <a:pt x="96820" y="58502"/>
                  <a:pt x="97241" y="56905"/>
                </a:cubicBezTo>
                <a:cubicBezTo>
                  <a:pt x="97660" y="55310"/>
                  <a:pt x="97540" y="53606"/>
                  <a:pt x="96904" y="52082"/>
                </a:cubicBezTo>
                <a:cubicBezTo>
                  <a:pt x="96256" y="50559"/>
                  <a:pt x="95128" y="49286"/>
                  <a:pt x="93688" y="48471"/>
                </a:cubicBezTo>
                <a:cubicBezTo>
                  <a:pt x="94432" y="47978"/>
                  <a:pt x="95116" y="47415"/>
                  <a:pt x="95680" y="46707"/>
                </a:cubicBezTo>
                <a:cubicBezTo>
                  <a:pt x="95680" y="46707"/>
                  <a:pt x="95680" y="46707"/>
                  <a:pt x="95692" y="46707"/>
                </a:cubicBezTo>
                <a:lnTo>
                  <a:pt x="98093" y="43707"/>
                </a:lnTo>
                <a:lnTo>
                  <a:pt x="98081" y="43707"/>
                </a:lnTo>
                <a:cubicBezTo>
                  <a:pt x="99328" y="42159"/>
                  <a:pt x="100001" y="40227"/>
                  <a:pt x="100001" y="38247"/>
                </a:cubicBezTo>
                <a:lnTo>
                  <a:pt x="100001" y="33748"/>
                </a:lnTo>
                <a:cubicBezTo>
                  <a:pt x="100001" y="30340"/>
                  <a:pt x="97169" y="27496"/>
                  <a:pt x="93748" y="27496"/>
                </a:cubicBezTo>
                <a:lnTo>
                  <a:pt x="85000" y="27496"/>
                </a:lnTo>
                <a:lnTo>
                  <a:pt x="85000" y="22505"/>
                </a:lnTo>
                <a:cubicBezTo>
                  <a:pt x="85000" y="21089"/>
                  <a:pt x="86092" y="19997"/>
                  <a:pt x="87508" y="19997"/>
                </a:cubicBezTo>
                <a:cubicBezTo>
                  <a:pt x="87832" y="20009"/>
                  <a:pt x="88168" y="19949"/>
                  <a:pt x="88468" y="19817"/>
                </a:cubicBezTo>
                <a:cubicBezTo>
                  <a:pt x="88780" y="19697"/>
                  <a:pt x="89056" y="19517"/>
                  <a:pt x="89296" y="19277"/>
                </a:cubicBezTo>
                <a:cubicBezTo>
                  <a:pt x="89536" y="19049"/>
                  <a:pt x="89716" y="18773"/>
                  <a:pt x="89848" y="18461"/>
                </a:cubicBezTo>
                <a:cubicBezTo>
                  <a:pt x="89968" y="18162"/>
                  <a:pt x="90040" y="17837"/>
                  <a:pt x="90040" y="17501"/>
                </a:cubicBezTo>
                <a:cubicBezTo>
                  <a:pt x="90040" y="17166"/>
                  <a:pt x="89968" y="16841"/>
                  <a:pt x="89848" y="16541"/>
                </a:cubicBezTo>
                <a:cubicBezTo>
                  <a:pt x="89716" y="16230"/>
                  <a:pt x="89536" y="15953"/>
                  <a:pt x="89296" y="15725"/>
                </a:cubicBezTo>
                <a:cubicBezTo>
                  <a:pt x="89056" y="15485"/>
                  <a:pt x="88780" y="15306"/>
                  <a:pt x="88468" y="15186"/>
                </a:cubicBezTo>
                <a:cubicBezTo>
                  <a:pt x="88168" y="15054"/>
                  <a:pt x="87832" y="14994"/>
                  <a:pt x="87508" y="15006"/>
                </a:cubicBezTo>
                <a:cubicBezTo>
                  <a:pt x="83392" y="15006"/>
                  <a:pt x="80007" y="18389"/>
                  <a:pt x="80007" y="22505"/>
                </a:cubicBezTo>
                <a:lnTo>
                  <a:pt x="80007" y="27496"/>
                </a:lnTo>
                <a:lnTo>
                  <a:pt x="71307" y="27496"/>
                </a:lnTo>
                <a:lnTo>
                  <a:pt x="68631" y="17501"/>
                </a:lnTo>
                <a:lnTo>
                  <a:pt x="68751" y="17501"/>
                </a:lnTo>
                <a:cubicBezTo>
                  <a:pt x="69255" y="17513"/>
                  <a:pt x="69747" y="17417"/>
                  <a:pt x="70203" y="17226"/>
                </a:cubicBezTo>
                <a:cubicBezTo>
                  <a:pt x="70671" y="17045"/>
                  <a:pt x="71091" y="16769"/>
                  <a:pt x="71439" y="16421"/>
                </a:cubicBezTo>
                <a:cubicBezTo>
                  <a:pt x="71799" y="16074"/>
                  <a:pt x="72076" y="15653"/>
                  <a:pt x="72267" y="15198"/>
                </a:cubicBezTo>
                <a:cubicBezTo>
                  <a:pt x="72459" y="14741"/>
                  <a:pt x="72555" y="14250"/>
                  <a:pt x="72555" y="13745"/>
                </a:cubicBezTo>
                <a:cubicBezTo>
                  <a:pt x="72555" y="13254"/>
                  <a:pt x="72459" y="12762"/>
                  <a:pt x="72267" y="12306"/>
                </a:cubicBezTo>
                <a:cubicBezTo>
                  <a:pt x="72076" y="11850"/>
                  <a:pt x="71799" y="11430"/>
                  <a:pt x="71439" y="11082"/>
                </a:cubicBezTo>
                <a:cubicBezTo>
                  <a:pt x="71091" y="10734"/>
                  <a:pt x="70671" y="10458"/>
                  <a:pt x="70203" y="10278"/>
                </a:cubicBezTo>
                <a:cubicBezTo>
                  <a:pt x="69747" y="10086"/>
                  <a:pt x="69255" y="9990"/>
                  <a:pt x="68751" y="10002"/>
                </a:cubicBezTo>
                <a:lnTo>
                  <a:pt x="64335" y="10002"/>
                </a:lnTo>
                <a:cubicBezTo>
                  <a:pt x="64167" y="9978"/>
                  <a:pt x="63999" y="9954"/>
                  <a:pt x="63831" y="9954"/>
                </a:cubicBezTo>
                <a:close/>
                <a:moveTo>
                  <a:pt x="90004" y="62498"/>
                </a:moveTo>
                <a:lnTo>
                  <a:pt x="86704" y="62498"/>
                </a:lnTo>
                <a:lnTo>
                  <a:pt x="73239" y="97498"/>
                </a:lnTo>
                <a:lnTo>
                  <a:pt x="91252" y="97498"/>
                </a:lnTo>
                <a:cubicBezTo>
                  <a:pt x="96076" y="97498"/>
                  <a:pt x="100001" y="93574"/>
                  <a:pt x="100001" y="88739"/>
                </a:cubicBezTo>
                <a:lnTo>
                  <a:pt x="100001" y="66241"/>
                </a:lnTo>
                <a:cubicBezTo>
                  <a:pt x="100001" y="64177"/>
                  <a:pt x="98321" y="62498"/>
                  <a:pt x="96244" y="62498"/>
                </a:cubicBezTo>
                <a:lnTo>
                  <a:pt x="90004" y="62498"/>
                </a:lnTo>
                <a:close/>
                <a:moveTo>
                  <a:pt x="52503" y="17501"/>
                </a:moveTo>
                <a:lnTo>
                  <a:pt x="60867" y="17501"/>
                </a:lnTo>
                <a:lnTo>
                  <a:pt x="63543" y="27496"/>
                </a:lnTo>
                <a:lnTo>
                  <a:pt x="52503" y="27496"/>
                </a:lnTo>
                <a:lnTo>
                  <a:pt x="52503" y="17501"/>
                </a:lnTo>
                <a:close/>
                <a:moveTo>
                  <a:pt x="0" y="25001"/>
                </a:moveTo>
                <a:lnTo>
                  <a:pt x="0" y="57494"/>
                </a:lnTo>
                <a:lnTo>
                  <a:pt x="30002" y="57494"/>
                </a:lnTo>
                <a:lnTo>
                  <a:pt x="30002" y="25001"/>
                </a:lnTo>
                <a:lnTo>
                  <a:pt x="0" y="25001"/>
                </a:lnTo>
                <a:close/>
                <a:moveTo>
                  <a:pt x="57494" y="34996"/>
                </a:moveTo>
                <a:cubicBezTo>
                  <a:pt x="63051" y="34996"/>
                  <a:pt x="67479" y="39423"/>
                  <a:pt x="67479" y="44991"/>
                </a:cubicBezTo>
                <a:cubicBezTo>
                  <a:pt x="67479" y="50547"/>
                  <a:pt x="63051" y="54974"/>
                  <a:pt x="57494" y="54974"/>
                </a:cubicBezTo>
                <a:cubicBezTo>
                  <a:pt x="51926" y="54974"/>
                  <a:pt x="47498" y="50547"/>
                  <a:pt x="47498" y="44991"/>
                </a:cubicBezTo>
                <a:cubicBezTo>
                  <a:pt x="47498" y="41991"/>
                  <a:pt x="48818" y="39351"/>
                  <a:pt x="50870" y="37539"/>
                </a:cubicBezTo>
                <a:cubicBezTo>
                  <a:pt x="51062" y="37407"/>
                  <a:pt x="51230" y="37263"/>
                  <a:pt x="51399" y="37095"/>
                </a:cubicBezTo>
                <a:cubicBezTo>
                  <a:pt x="53078" y="35800"/>
                  <a:pt x="55179" y="34996"/>
                  <a:pt x="57494" y="34996"/>
                </a:cubicBezTo>
                <a:close/>
                <a:moveTo>
                  <a:pt x="71811" y="34996"/>
                </a:moveTo>
                <a:lnTo>
                  <a:pt x="92500" y="34996"/>
                </a:lnTo>
                <a:lnTo>
                  <a:pt x="92500" y="38247"/>
                </a:lnTo>
                <a:cubicBezTo>
                  <a:pt x="92500" y="38535"/>
                  <a:pt x="92404" y="38800"/>
                  <a:pt x="92236" y="39027"/>
                </a:cubicBezTo>
                <a:lnTo>
                  <a:pt x="89825" y="42027"/>
                </a:lnTo>
                <a:cubicBezTo>
                  <a:pt x="89584" y="42327"/>
                  <a:pt x="89236" y="42495"/>
                  <a:pt x="88852" y="42495"/>
                </a:cubicBezTo>
                <a:lnTo>
                  <a:pt x="74788" y="42495"/>
                </a:lnTo>
                <a:cubicBezTo>
                  <a:pt x="74379" y="39748"/>
                  <a:pt x="73347" y="37191"/>
                  <a:pt x="71811" y="34996"/>
                </a:cubicBezTo>
                <a:close/>
                <a:moveTo>
                  <a:pt x="57506" y="39999"/>
                </a:moveTo>
                <a:cubicBezTo>
                  <a:pt x="54734" y="39999"/>
                  <a:pt x="52503" y="42231"/>
                  <a:pt x="52503" y="45003"/>
                </a:cubicBezTo>
                <a:cubicBezTo>
                  <a:pt x="52503" y="47763"/>
                  <a:pt x="54734" y="49994"/>
                  <a:pt x="57506" y="49994"/>
                </a:cubicBezTo>
                <a:cubicBezTo>
                  <a:pt x="60266" y="49994"/>
                  <a:pt x="62499" y="47763"/>
                  <a:pt x="62499" y="45003"/>
                </a:cubicBezTo>
                <a:cubicBezTo>
                  <a:pt x="62499" y="42231"/>
                  <a:pt x="60266" y="39999"/>
                  <a:pt x="57506" y="39999"/>
                </a:cubicBezTo>
                <a:close/>
                <a:moveTo>
                  <a:pt x="0" y="62498"/>
                </a:moveTo>
                <a:lnTo>
                  <a:pt x="0" y="89219"/>
                </a:lnTo>
                <a:cubicBezTo>
                  <a:pt x="12" y="93767"/>
                  <a:pt x="3720" y="97474"/>
                  <a:pt x="8280" y="97486"/>
                </a:cubicBezTo>
                <a:lnTo>
                  <a:pt x="12421" y="97486"/>
                </a:lnTo>
                <a:lnTo>
                  <a:pt x="25885" y="62498"/>
                </a:lnTo>
                <a:lnTo>
                  <a:pt x="0" y="62498"/>
                </a:lnTo>
                <a:close/>
                <a:moveTo>
                  <a:pt x="31237" y="62498"/>
                </a:moveTo>
                <a:lnTo>
                  <a:pt x="17785" y="97486"/>
                </a:lnTo>
                <a:lnTo>
                  <a:pt x="40382" y="97486"/>
                </a:lnTo>
                <a:lnTo>
                  <a:pt x="53834" y="62498"/>
                </a:lnTo>
                <a:lnTo>
                  <a:pt x="31237" y="62498"/>
                </a:lnTo>
                <a:close/>
                <a:moveTo>
                  <a:pt x="59199" y="62498"/>
                </a:moveTo>
                <a:lnTo>
                  <a:pt x="45734" y="97486"/>
                </a:lnTo>
                <a:lnTo>
                  <a:pt x="67875" y="97498"/>
                </a:lnTo>
                <a:lnTo>
                  <a:pt x="81340" y="62498"/>
                </a:lnTo>
                <a:lnTo>
                  <a:pt x="59199" y="6249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2" name="Красный — SVG 13">
            <a:extLst>
              <a:ext uri="{FF2B5EF4-FFF2-40B4-BE49-F238E27FC236}">
                <a16:creationId xmlns:a16="http://schemas.microsoft.com/office/drawing/2014/main" id="{4622F66F-8B9A-B74E-9EE5-DD4DB38628A1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51466 w 156115"/>
              <a:gd name="csY0" fmla="*/ 0 h 134676"/>
              <a:gd name="csX1" fmla="*/ 46293 w 156115"/>
              <a:gd name="csY1" fmla="*/ 4151 h 134676"/>
              <a:gd name="csX2" fmla="*/ 38314 w 156115"/>
              <a:gd name="csY2" fmla="*/ 38990 h 134676"/>
              <a:gd name="csX3" fmla="*/ 72732 w 156115"/>
              <a:gd name="csY3" fmla="*/ 38990 h 134676"/>
              <a:gd name="csX4" fmla="*/ 72732 w 156115"/>
              <a:gd name="csY4" fmla="*/ 0 h 134676"/>
              <a:gd name="csX5" fmla="*/ 51466 w 156115"/>
              <a:gd name="csY5" fmla="*/ 0 h 134676"/>
              <a:gd name="csX6" fmla="*/ 83366 w 156115"/>
              <a:gd name="csY6" fmla="*/ 0 h 134676"/>
              <a:gd name="csX7" fmla="*/ 83366 w 156115"/>
              <a:gd name="csY7" fmla="*/ 38990 h 134676"/>
              <a:gd name="csX8" fmla="*/ 117784 w 156115"/>
              <a:gd name="csY8" fmla="*/ 38990 h 134676"/>
              <a:gd name="csX9" fmla="*/ 109822 w 156115"/>
              <a:gd name="csY9" fmla="*/ 4151 h 134676"/>
              <a:gd name="csX10" fmla="*/ 104632 w 156115"/>
              <a:gd name="csY10" fmla="*/ 0 h 134676"/>
              <a:gd name="csX11" fmla="*/ 83366 w 156115"/>
              <a:gd name="csY11" fmla="*/ 0 h 134676"/>
              <a:gd name="csX12" fmla="*/ 15942 w 156115"/>
              <a:gd name="csY12" fmla="*/ 49536 h 134676"/>
              <a:gd name="csX13" fmla="*/ 15176 w 156115"/>
              <a:gd name="csY13" fmla="*/ 49621 h 134676"/>
              <a:gd name="csX14" fmla="*/ 5393 w 156115"/>
              <a:gd name="csY14" fmla="*/ 49621 h 134676"/>
              <a:gd name="csX15" fmla="*/ 3335 w 156115"/>
              <a:gd name="csY15" fmla="*/ 49996 h 134676"/>
              <a:gd name="csX16" fmla="*/ 1582 w 156115"/>
              <a:gd name="csY16" fmla="*/ 51152 h 134676"/>
              <a:gd name="csX17" fmla="*/ 408 w 156115"/>
              <a:gd name="csY17" fmla="*/ 52887 h 134676"/>
              <a:gd name="csX18" fmla="*/ 0 w 156115"/>
              <a:gd name="csY18" fmla="*/ 54929 h 134676"/>
              <a:gd name="csX19" fmla="*/ 408 w 156115"/>
              <a:gd name="csY19" fmla="*/ 56987 h 134676"/>
              <a:gd name="csX20" fmla="*/ 1582 w 156115"/>
              <a:gd name="csY20" fmla="*/ 58722 h 134676"/>
              <a:gd name="csX21" fmla="*/ 3335 w 156115"/>
              <a:gd name="csY21" fmla="*/ 59862 h 134676"/>
              <a:gd name="csX22" fmla="*/ 5393 w 156115"/>
              <a:gd name="csY22" fmla="*/ 60253 h 134676"/>
              <a:gd name="csX23" fmla="*/ 10702 w 156115"/>
              <a:gd name="csY23" fmla="*/ 60253 h 134676"/>
              <a:gd name="csX24" fmla="*/ 10702 w 156115"/>
              <a:gd name="csY24" fmla="*/ 65561 h 134676"/>
              <a:gd name="csX25" fmla="*/ 11093 w 156115"/>
              <a:gd name="csY25" fmla="*/ 67619 h 134676"/>
              <a:gd name="csX26" fmla="*/ 12233 w 156115"/>
              <a:gd name="csY26" fmla="*/ 69371 h 134676"/>
              <a:gd name="csX27" fmla="*/ 13968 w 156115"/>
              <a:gd name="csY27" fmla="*/ 70545 h 134676"/>
              <a:gd name="csX28" fmla="*/ 16027 w 156115"/>
              <a:gd name="csY28" fmla="*/ 70953 h 134676"/>
              <a:gd name="csX29" fmla="*/ 18085 w 156115"/>
              <a:gd name="csY29" fmla="*/ 70545 h 134676"/>
              <a:gd name="csX30" fmla="*/ 19821 w 156115"/>
              <a:gd name="csY30" fmla="*/ 69371 h 134676"/>
              <a:gd name="csX31" fmla="*/ 20960 w 156115"/>
              <a:gd name="csY31" fmla="*/ 67619 h 134676"/>
              <a:gd name="csX32" fmla="*/ 21335 w 156115"/>
              <a:gd name="csY32" fmla="*/ 65561 h 134676"/>
              <a:gd name="csX33" fmla="*/ 21335 w 156115"/>
              <a:gd name="csY33" fmla="*/ 60253 h 134676"/>
              <a:gd name="csX34" fmla="*/ 134763 w 156115"/>
              <a:gd name="csY34" fmla="*/ 60253 h 134676"/>
              <a:gd name="csX35" fmla="*/ 134763 w 156115"/>
              <a:gd name="csY35" fmla="*/ 65561 h 134676"/>
              <a:gd name="csX36" fmla="*/ 135154 w 156115"/>
              <a:gd name="csY36" fmla="*/ 67619 h 134676"/>
              <a:gd name="csX37" fmla="*/ 136294 w 156115"/>
              <a:gd name="csY37" fmla="*/ 69371 h 134676"/>
              <a:gd name="csX38" fmla="*/ 138030 w 156115"/>
              <a:gd name="csY38" fmla="*/ 70545 h 134676"/>
              <a:gd name="csX39" fmla="*/ 140088 w 156115"/>
              <a:gd name="csY39" fmla="*/ 70953 h 134676"/>
              <a:gd name="csX40" fmla="*/ 142130 w 156115"/>
              <a:gd name="csY40" fmla="*/ 70545 h 134676"/>
              <a:gd name="csX41" fmla="*/ 143865 w 156115"/>
              <a:gd name="csY41" fmla="*/ 69371 h 134676"/>
              <a:gd name="csX42" fmla="*/ 145022 w 156115"/>
              <a:gd name="csY42" fmla="*/ 67619 h 134676"/>
              <a:gd name="csX43" fmla="*/ 145397 w 156115"/>
              <a:gd name="csY43" fmla="*/ 65561 h 134676"/>
              <a:gd name="csX44" fmla="*/ 145397 w 156115"/>
              <a:gd name="csY44" fmla="*/ 60253 h 134676"/>
              <a:gd name="csX45" fmla="*/ 150722 w 156115"/>
              <a:gd name="csY45" fmla="*/ 60253 h 134676"/>
              <a:gd name="csX46" fmla="*/ 152780 w 156115"/>
              <a:gd name="csY46" fmla="*/ 59862 h 134676"/>
              <a:gd name="csX47" fmla="*/ 154516 w 156115"/>
              <a:gd name="csY47" fmla="*/ 58722 h 134676"/>
              <a:gd name="csX48" fmla="*/ 155690 w 156115"/>
              <a:gd name="csY48" fmla="*/ 56987 h 134676"/>
              <a:gd name="csX49" fmla="*/ 156115 w 156115"/>
              <a:gd name="csY49" fmla="*/ 54929 h 134676"/>
              <a:gd name="csX50" fmla="*/ 155690 w 156115"/>
              <a:gd name="csY50" fmla="*/ 52887 h 134676"/>
              <a:gd name="csX51" fmla="*/ 154516 w 156115"/>
              <a:gd name="csY51" fmla="*/ 51152 h 134676"/>
              <a:gd name="csX52" fmla="*/ 152780 w 156115"/>
              <a:gd name="csY52" fmla="*/ 49996 h 134676"/>
              <a:gd name="csX53" fmla="*/ 150722 w 156115"/>
              <a:gd name="csY53" fmla="*/ 49621 h 134676"/>
              <a:gd name="csX54" fmla="*/ 140956 w 156115"/>
              <a:gd name="csY54" fmla="*/ 49621 h 134676"/>
              <a:gd name="csX55" fmla="*/ 139238 w 156115"/>
              <a:gd name="csY55" fmla="*/ 49621 h 134676"/>
              <a:gd name="csX56" fmla="*/ 16894 w 156115"/>
              <a:gd name="csY56" fmla="*/ 49621 h 134676"/>
              <a:gd name="csX57" fmla="*/ 15942 w 156115"/>
              <a:gd name="csY57" fmla="*/ 49536 h 134676"/>
              <a:gd name="csX58" fmla="*/ 31049 w 156115"/>
              <a:gd name="csY58" fmla="*/ 70885 h 134676"/>
              <a:gd name="csX59" fmla="*/ 17932 w 156115"/>
              <a:gd name="csY59" fmla="*/ 128179 h 134676"/>
              <a:gd name="csX60" fmla="*/ 18970 w 156115"/>
              <a:gd name="csY60" fmla="*/ 132653 h 134676"/>
              <a:gd name="csX61" fmla="*/ 23121 w 156115"/>
              <a:gd name="csY61" fmla="*/ 134677 h 134676"/>
              <a:gd name="csX62" fmla="*/ 72732 w 156115"/>
              <a:gd name="csY62" fmla="*/ 134677 h 134676"/>
              <a:gd name="csX63" fmla="*/ 72732 w 156115"/>
              <a:gd name="csY63" fmla="*/ 70885 h 134676"/>
              <a:gd name="csX64" fmla="*/ 31049 w 156115"/>
              <a:gd name="csY64" fmla="*/ 70885 h 134676"/>
              <a:gd name="csX65" fmla="*/ 83366 w 156115"/>
              <a:gd name="csY65" fmla="*/ 70885 h 134676"/>
              <a:gd name="csX66" fmla="*/ 83366 w 156115"/>
              <a:gd name="csY66" fmla="*/ 134677 h 134676"/>
              <a:gd name="csX67" fmla="*/ 132994 w 156115"/>
              <a:gd name="csY67" fmla="*/ 134677 h 134676"/>
              <a:gd name="csX68" fmla="*/ 137145 w 156115"/>
              <a:gd name="csY68" fmla="*/ 132653 h 134676"/>
              <a:gd name="csX69" fmla="*/ 138166 w 156115"/>
              <a:gd name="csY69" fmla="*/ 128179 h 134676"/>
              <a:gd name="csX70" fmla="*/ 125049 w 156115"/>
              <a:gd name="csY70" fmla="*/ 70885 h 134676"/>
              <a:gd name="csX71" fmla="*/ 83366 w 156115"/>
              <a:gd name="csY71" fmla="*/ 70885 h 134676"/>
            </a:gdLst>
            <a:ahLst/>
            <a:cxnLst/>
            <a:rect l="l" t="t" r="r" b="b"/>
            <a:pathLst>
              <a:path w="100000" h="100000">
                <a:moveTo>
                  <a:pt x="32967" y="6866"/>
                </a:moveTo>
                <a:cubicBezTo>
                  <a:pt x="31376" y="6866"/>
                  <a:pt x="29991" y="7956"/>
                  <a:pt x="29653" y="9525"/>
                </a:cubicBezTo>
                <a:lnTo>
                  <a:pt x="24542" y="31842"/>
                </a:lnTo>
                <a:lnTo>
                  <a:pt x="46589" y="31842"/>
                </a:lnTo>
                <a:lnTo>
                  <a:pt x="46589" y="6866"/>
                </a:lnTo>
                <a:lnTo>
                  <a:pt x="32967" y="6866"/>
                </a:lnTo>
                <a:close/>
                <a:moveTo>
                  <a:pt x="53400" y="6866"/>
                </a:moveTo>
                <a:lnTo>
                  <a:pt x="53400" y="31842"/>
                </a:lnTo>
                <a:lnTo>
                  <a:pt x="75447" y="31842"/>
                </a:lnTo>
                <a:lnTo>
                  <a:pt x="70347" y="9525"/>
                </a:lnTo>
                <a:cubicBezTo>
                  <a:pt x="69998" y="7956"/>
                  <a:pt x="68614" y="6866"/>
                  <a:pt x="67022" y="6866"/>
                </a:cubicBezTo>
                <a:lnTo>
                  <a:pt x="53400" y="6866"/>
                </a:lnTo>
                <a:close/>
                <a:moveTo>
                  <a:pt x="10212" y="38597"/>
                </a:moveTo>
                <a:cubicBezTo>
                  <a:pt x="10048" y="38608"/>
                  <a:pt x="9884" y="38619"/>
                  <a:pt x="9721" y="38651"/>
                </a:cubicBezTo>
                <a:lnTo>
                  <a:pt x="3455" y="38651"/>
                </a:lnTo>
                <a:cubicBezTo>
                  <a:pt x="3008" y="38640"/>
                  <a:pt x="2550" y="38728"/>
                  <a:pt x="2136" y="38892"/>
                </a:cubicBezTo>
                <a:cubicBezTo>
                  <a:pt x="1722" y="39066"/>
                  <a:pt x="1341" y="39316"/>
                  <a:pt x="1013" y="39632"/>
                </a:cubicBezTo>
                <a:cubicBezTo>
                  <a:pt x="698" y="39948"/>
                  <a:pt x="436" y="40319"/>
                  <a:pt x="261" y="40743"/>
                </a:cubicBezTo>
                <a:cubicBezTo>
                  <a:pt x="87" y="41158"/>
                  <a:pt x="0" y="41604"/>
                  <a:pt x="0" y="42051"/>
                </a:cubicBezTo>
                <a:cubicBezTo>
                  <a:pt x="0" y="42509"/>
                  <a:pt x="87" y="42956"/>
                  <a:pt x="261" y="43370"/>
                </a:cubicBezTo>
                <a:cubicBezTo>
                  <a:pt x="436" y="43784"/>
                  <a:pt x="698" y="44165"/>
                  <a:pt x="1013" y="44481"/>
                </a:cubicBezTo>
                <a:cubicBezTo>
                  <a:pt x="1341" y="44797"/>
                  <a:pt x="1722" y="45048"/>
                  <a:pt x="2136" y="45211"/>
                </a:cubicBezTo>
                <a:cubicBezTo>
                  <a:pt x="2550" y="45385"/>
                  <a:pt x="3008" y="45462"/>
                  <a:pt x="3455" y="45462"/>
                </a:cubicBezTo>
                <a:lnTo>
                  <a:pt x="6855" y="45462"/>
                </a:lnTo>
                <a:lnTo>
                  <a:pt x="6855" y="48862"/>
                </a:lnTo>
                <a:cubicBezTo>
                  <a:pt x="6855" y="49319"/>
                  <a:pt x="6942" y="49766"/>
                  <a:pt x="7106" y="50180"/>
                </a:cubicBezTo>
                <a:cubicBezTo>
                  <a:pt x="7269" y="50605"/>
                  <a:pt x="7519" y="50986"/>
                  <a:pt x="7836" y="51302"/>
                </a:cubicBezTo>
                <a:cubicBezTo>
                  <a:pt x="8152" y="51630"/>
                  <a:pt x="8533" y="51880"/>
                  <a:pt x="8947" y="52054"/>
                </a:cubicBezTo>
                <a:cubicBezTo>
                  <a:pt x="9372" y="52228"/>
                  <a:pt x="9819" y="52316"/>
                  <a:pt x="10266" y="52316"/>
                </a:cubicBezTo>
                <a:cubicBezTo>
                  <a:pt x="10713" y="52316"/>
                  <a:pt x="11160" y="52228"/>
                  <a:pt x="11584" y="52054"/>
                </a:cubicBezTo>
                <a:cubicBezTo>
                  <a:pt x="11999" y="51880"/>
                  <a:pt x="12369" y="51630"/>
                  <a:pt x="12696" y="51302"/>
                </a:cubicBezTo>
                <a:cubicBezTo>
                  <a:pt x="13012" y="50986"/>
                  <a:pt x="13263" y="50605"/>
                  <a:pt x="13426" y="50180"/>
                </a:cubicBezTo>
                <a:cubicBezTo>
                  <a:pt x="13590" y="49766"/>
                  <a:pt x="13677" y="49319"/>
                  <a:pt x="13666" y="48862"/>
                </a:cubicBezTo>
                <a:lnTo>
                  <a:pt x="13666" y="45462"/>
                </a:lnTo>
                <a:lnTo>
                  <a:pt x="86323" y="45462"/>
                </a:lnTo>
                <a:lnTo>
                  <a:pt x="86323" y="48862"/>
                </a:lnTo>
                <a:cubicBezTo>
                  <a:pt x="86323" y="49319"/>
                  <a:pt x="86399" y="49766"/>
                  <a:pt x="86573" y="50180"/>
                </a:cubicBezTo>
                <a:cubicBezTo>
                  <a:pt x="86737" y="50605"/>
                  <a:pt x="86988" y="50986"/>
                  <a:pt x="87304" y="51302"/>
                </a:cubicBezTo>
                <a:cubicBezTo>
                  <a:pt x="87620" y="51630"/>
                  <a:pt x="88001" y="51880"/>
                  <a:pt x="88416" y="52054"/>
                </a:cubicBezTo>
                <a:cubicBezTo>
                  <a:pt x="88829" y="52228"/>
                  <a:pt x="89276" y="52316"/>
                  <a:pt x="89734" y="52316"/>
                </a:cubicBezTo>
                <a:cubicBezTo>
                  <a:pt x="90181" y="52316"/>
                  <a:pt x="90628" y="52228"/>
                  <a:pt x="91042" y="52054"/>
                </a:cubicBezTo>
                <a:cubicBezTo>
                  <a:pt x="91456" y="51880"/>
                  <a:pt x="91837" y="51630"/>
                  <a:pt x="92153" y="51302"/>
                </a:cubicBezTo>
                <a:cubicBezTo>
                  <a:pt x="92470" y="50986"/>
                  <a:pt x="92720" y="50605"/>
                  <a:pt x="92894" y="50180"/>
                </a:cubicBezTo>
                <a:cubicBezTo>
                  <a:pt x="93058" y="49766"/>
                  <a:pt x="93145" y="49319"/>
                  <a:pt x="93135" y="48862"/>
                </a:cubicBezTo>
                <a:lnTo>
                  <a:pt x="93135" y="45462"/>
                </a:lnTo>
                <a:lnTo>
                  <a:pt x="96545" y="45462"/>
                </a:lnTo>
                <a:cubicBezTo>
                  <a:pt x="96992" y="45462"/>
                  <a:pt x="97439" y="45385"/>
                  <a:pt x="97864" y="45211"/>
                </a:cubicBezTo>
                <a:cubicBezTo>
                  <a:pt x="98278" y="45048"/>
                  <a:pt x="98659" y="44797"/>
                  <a:pt x="98976" y="44481"/>
                </a:cubicBezTo>
                <a:cubicBezTo>
                  <a:pt x="99302" y="44165"/>
                  <a:pt x="99553" y="43784"/>
                  <a:pt x="99728" y="43370"/>
                </a:cubicBezTo>
                <a:cubicBezTo>
                  <a:pt x="99902" y="42956"/>
                  <a:pt x="100000" y="42509"/>
                  <a:pt x="100000" y="42051"/>
                </a:cubicBezTo>
                <a:cubicBezTo>
                  <a:pt x="100000" y="41604"/>
                  <a:pt x="99902" y="41158"/>
                  <a:pt x="99728" y="40743"/>
                </a:cubicBezTo>
                <a:cubicBezTo>
                  <a:pt x="99553" y="40319"/>
                  <a:pt x="99302" y="39948"/>
                  <a:pt x="98976" y="39632"/>
                </a:cubicBezTo>
                <a:cubicBezTo>
                  <a:pt x="98659" y="39316"/>
                  <a:pt x="98278" y="39066"/>
                  <a:pt x="97864" y="38892"/>
                </a:cubicBezTo>
                <a:cubicBezTo>
                  <a:pt x="97439" y="38728"/>
                  <a:pt x="96992" y="38640"/>
                  <a:pt x="96545" y="38651"/>
                </a:cubicBezTo>
                <a:lnTo>
                  <a:pt x="90290" y="38651"/>
                </a:lnTo>
                <a:cubicBezTo>
                  <a:pt x="89920" y="38586"/>
                  <a:pt x="89549" y="38586"/>
                  <a:pt x="89189" y="38651"/>
                </a:cubicBezTo>
                <a:lnTo>
                  <a:pt x="10822" y="38651"/>
                </a:lnTo>
                <a:cubicBezTo>
                  <a:pt x="10626" y="38608"/>
                  <a:pt x="10419" y="38597"/>
                  <a:pt x="10212" y="38597"/>
                </a:cubicBezTo>
                <a:close/>
                <a:moveTo>
                  <a:pt x="19889" y="52272"/>
                </a:moveTo>
                <a:lnTo>
                  <a:pt x="11486" y="88972"/>
                </a:lnTo>
                <a:cubicBezTo>
                  <a:pt x="11258" y="89974"/>
                  <a:pt x="11486" y="91042"/>
                  <a:pt x="12151" y="91838"/>
                </a:cubicBezTo>
                <a:cubicBezTo>
                  <a:pt x="12784" y="92654"/>
                  <a:pt x="13764" y="93134"/>
                  <a:pt x="14810" y="93134"/>
                </a:cubicBezTo>
                <a:lnTo>
                  <a:pt x="46589" y="93134"/>
                </a:lnTo>
                <a:lnTo>
                  <a:pt x="46589" y="52272"/>
                </a:lnTo>
                <a:lnTo>
                  <a:pt x="19889" y="52272"/>
                </a:lnTo>
                <a:close/>
                <a:moveTo>
                  <a:pt x="53400" y="52272"/>
                </a:moveTo>
                <a:lnTo>
                  <a:pt x="53400" y="93134"/>
                </a:lnTo>
                <a:lnTo>
                  <a:pt x="85190" y="93134"/>
                </a:lnTo>
                <a:cubicBezTo>
                  <a:pt x="86236" y="93134"/>
                  <a:pt x="87206" y="92654"/>
                  <a:pt x="87849" y="91838"/>
                </a:cubicBezTo>
                <a:cubicBezTo>
                  <a:pt x="88503" y="91042"/>
                  <a:pt x="88731" y="89974"/>
                  <a:pt x="88503" y="88972"/>
                </a:cubicBezTo>
                <a:lnTo>
                  <a:pt x="80101" y="52272"/>
                </a:lnTo>
                <a:lnTo>
                  <a:pt x="53400" y="5227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3" name="Красный — SVG 14">
            <a:extLst>
              <a:ext uri="{FF2B5EF4-FFF2-40B4-BE49-F238E27FC236}">
                <a16:creationId xmlns:a16="http://schemas.microsoft.com/office/drawing/2014/main" id="{908B3659-723D-654F-9CB9-8975B8720E0E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62031 w 148867"/>
              <a:gd name="csY0" fmla="*/ 0 h 155940"/>
              <a:gd name="csX1" fmla="*/ 42534 w 148867"/>
              <a:gd name="csY1" fmla="*/ 19495 h 155940"/>
              <a:gd name="csX2" fmla="*/ 42534 w 148867"/>
              <a:gd name="csY2" fmla="*/ 28358 h 155940"/>
              <a:gd name="csX3" fmla="*/ 19497 w 148867"/>
              <a:gd name="csY3" fmla="*/ 28358 h 155940"/>
              <a:gd name="csX4" fmla="*/ 0 w 148867"/>
              <a:gd name="csY4" fmla="*/ 47835 h 155940"/>
              <a:gd name="csX5" fmla="*/ 0 w 148867"/>
              <a:gd name="csY5" fmla="*/ 136446 h 155940"/>
              <a:gd name="csX6" fmla="*/ 19497 w 148867"/>
              <a:gd name="csY6" fmla="*/ 155941 h 155940"/>
              <a:gd name="csX7" fmla="*/ 62031 w 148867"/>
              <a:gd name="csY7" fmla="*/ 155941 h 155940"/>
              <a:gd name="csX8" fmla="*/ 67339 w 148867"/>
              <a:gd name="csY8" fmla="*/ 150616 h 155940"/>
              <a:gd name="csX9" fmla="*/ 67339 w 148867"/>
              <a:gd name="csY9" fmla="*/ 127583 h 155940"/>
              <a:gd name="csX10" fmla="*/ 70895 w 148867"/>
              <a:gd name="csY10" fmla="*/ 124045 h 155940"/>
              <a:gd name="csX11" fmla="*/ 77973 w 148867"/>
              <a:gd name="csY11" fmla="*/ 124045 h 155940"/>
              <a:gd name="csX12" fmla="*/ 81528 w 148867"/>
              <a:gd name="csY12" fmla="*/ 127583 h 155940"/>
              <a:gd name="csX13" fmla="*/ 81528 w 148867"/>
              <a:gd name="csY13" fmla="*/ 150616 h 155940"/>
              <a:gd name="csX14" fmla="*/ 86837 w 148867"/>
              <a:gd name="csY14" fmla="*/ 155941 h 155940"/>
              <a:gd name="csX15" fmla="*/ 129370 w 148867"/>
              <a:gd name="csY15" fmla="*/ 155941 h 155940"/>
              <a:gd name="csX16" fmla="*/ 148867 w 148867"/>
              <a:gd name="csY16" fmla="*/ 136446 h 155940"/>
              <a:gd name="csX17" fmla="*/ 148867 w 148867"/>
              <a:gd name="csY17" fmla="*/ 47835 h 155940"/>
              <a:gd name="csX18" fmla="*/ 129370 w 148867"/>
              <a:gd name="csY18" fmla="*/ 28358 h 155940"/>
              <a:gd name="csX19" fmla="*/ 106334 w 148867"/>
              <a:gd name="csY19" fmla="*/ 28358 h 155940"/>
              <a:gd name="csX20" fmla="*/ 106334 w 148867"/>
              <a:gd name="csY20" fmla="*/ 19495 h 155940"/>
              <a:gd name="csX21" fmla="*/ 86837 w 148867"/>
              <a:gd name="csY21" fmla="*/ 0 h 155940"/>
              <a:gd name="csX22" fmla="*/ 62031 w 148867"/>
              <a:gd name="csY22" fmla="*/ 0 h 155940"/>
              <a:gd name="csX23" fmla="*/ 60261 w 148867"/>
              <a:gd name="csY23" fmla="*/ 10632 h 155940"/>
              <a:gd name="csX24" fmla="*/ 62031 w 148867"/>
              <a:gd name="csY24" fmla="*/ 10632 h 155940"/>
              <a:gd name="csX25" fmla="*/ 86837 w 148867"/>
              <a:gd name="csY25" fmla="*/ 10632 h 155940"/>
              <a:gd name="csX26" fmla="*/ 88606 w 148867"/>
              <a:gd name="csY26" fmla="*/ 10632 h 155940"/>
              <a:gd name="csX27" fmla="*/ 95700 w 148867"/>
              <a:gd name="csY27" fmla="*/ 17726 h 155940"/>
              <a:gd name="csX28" fmla="*/ 95700 w 148867"/>
              <a:gd name="csY28" fmla="*/ 19495 h 155940"/>
              <a:gd name="csX29" fmla="*/ 95700 w 148867"/>
              <a:gd name="csY29" fmla="*/ 33665 h 155940"/>
              <a:gd name="csX30" fmla="*/ 95700 w 148867"/>
              <a:gd name="csY30" fmla="*/ 46066 h 155940"/>
              <a:gd name="csX31" fmla="*/ 88606 w 148867"/>
              <a:gd name="csY31" fmla="*/ 53160 h 155940"/>
              <a:gd name="csX32" fmla="*/ 60261 w 148867"/>
              <a:gd name="csY32" fmla="*/ 53160 h 155940"/>
              <a:gd name="csX33" fmla="*/ 53167 w 148867"/>
              <a:gd name="csY33" fmla="*/ 46066 h 155940"/>
              <a:gd name="csX34" fmla="*/ 53167 w 148867"/>
              <a:gd name="csY34" fmla="*/ 33665 h 155940"/>
              <a:gd name="csX35" fmla="*/ 53167 w 148867"/>
              <a:gd name="csY35" fmla="*/ 19495 h 155940"/>
              <a:gd name="csX36" fmla="*/ 53167 w 148867"/>
              <a:gd name="csY36" fmla="*/ 17726 h 155940"/>
              <a:gd name="csX37" fmla="*/ 60261 w 148867"/>
              <a:gd name="csY37" fmla="*/ 10632 h 155940"/>
              <a:gd name="csX38" fmla="*/ 74434 w 148867"/>
              <a:gd name="csY38" fmla="*/ 17726 h 155940"/>
              <a:gd name="csX39" fmla="*/ 69109 w 148867"/>
              <a:gd name="csY39" fmla="*/ 23033 h 155940"/>
              <a:gd name="csX40" fmla="*/ 69109 w 148867"/>
              <a:gd name="csY40" fmla="*/ 26571 h 155940"/>
              <a:gd name="csX41" fmla="*/ 65570 w 148867"/>
              <a:gd name="csY41" fmla="*/ 26571 h 155940"/>
              <a:gd name="csX42" fmla="*/ 60261 w 148867"/>
              <a:gd name="csY42" fmla="*/ 31896 h 155940"/>
              <a:gd name="csX43" fmla="*/ 65570 w 148867"/>
              <a:gd name="csY43" fmla="*/ 37203 h 155940"/>
              <a:gd name="csX44" fmla="*/ 69109 w 148867"/>
              <a:gd name="csY44" fmla="*/ 37203 h 155940"/>
              <a:gd name="csX45" fmla="*/ 69109 w 148867"/>
              <a:gd name="csY45" fmla="*/ 40759 h 155940"/>
              <a:gd name="csX46" fmla="*/ 74434 w 148867"/>
              <a:gd name="csY46" fmla="*/ 46066 h 155940"/>
              <a:gd name="csX47" fmla="*/ 79742 w 148867"/>
              <a:gd name="csY47" fmla="*/ 40759 h 155940"/>
              <a:gd name="csX48" fmla="*/ 79742 w 148867"/>
              <a:gd name="csY48" fmla="*/ 37203 h 155940"/>
              <a:gd name="csX49" fmla="*/ 83298 w 148867"/>
              <a:gd name="csY49" fmla="*/ 37203 h 155940"/>
              <a:gd name="csX50" fmla="*/ 88606 w 148867"/>
              <a:gd name="csY50" fmla="*/ 31896 h 155940"/>
              <a:gd name="csX51" fmla="*/ 83298 w 148867"/>
              <a:gd name="csY51" fmla="*/ 26571 h 155940"/>
              <a:gd name="csX52" fmla="*/ 79742 w 148867"/>
              <a:gd name="csY52" fmla="*/ 26571 h 155940"/>
              <a:gd name="csX53" fmla="*/ 79742 w 148867"/>
              <a:gd name="csY53" fmla="*/ 23033 h 155940"/>
              <a:gd name="csX54" fmla="*/ 74434 w 148867"/>
              <a:gd name="csY54" fmla="*/ 17726 h 155940"/>
              <a:gd name="csX55" fmla="*/ 28361 w 148867"/>
              <a:gd name="csY55" fmla="*/ 70885 h 155940"/>
              <a:gd name="csX56" fmla="*/ 35439 w 148867"/>
              <a:gd name="csY56" fmla="*/ 70885 h 155940"/>
              <a:gd name="csX57" fmla="*/ 38995 w 148867"/>
              <a:gd name="csY57" fmla="*/ 74424 h 155940"/>
              <a:gd name="csX58" fmla="*/ 38995 w 148867"/>
              <a:gd name="csY58" fmla="*/ 81517 h 155940"/>
              <a:gd name="csX59" fmla="*/ 35439 w 148867"/>
              <a:gd name="csY59" fmla="*/ 85056 h 155940"/>
              <a:gd name="csX60" fmla="*/ 28361 w 148867"/>
              <a:gd name="csY60" fmla="*/ 85056 h 155940"/>
              <a:gd name="csX61" fmla="*/ 24806 w 148867"/>
              <a:gd name="csY61" fmla="*/ 81517 h 155940"/>
              <a:gd name="csX62" fmla="*/ 24806 w 148867"/>
              <a:gd name="csY62" fmla="*/ 74424 h 155940"/>
              <a:gd name="csX63" fmla="*/ 28361 w 148867"/>
              <a:gd name="csY63" fmla="*/ 70885 h 155940"/>
              <a:gd name="csX64" fmla="*/ 56706 w 148867"/>
              <a:gd name="csY64" fmla="*/ 70885 h 155940"/>
              <a:gd name="csX65" fmla="*/ 63800 w 148867"/>
              <a:gd name="csY65" fmla="*/ 70885 h 155940"/>
              <a:gd name="csX66" fmla="*/ 67339 w 148867"/>
              <a:gd name="csY66" fmla="*/ 74424 h 155940"/>
              <a:gd name="csX67" fmla="*/ 67339 w 148867"/>
              <a:gd name="csY67" fmla="*/ 81517 h 155940"/>
              <a:gd name="csX68" fmla="*/ 63800 w 148867"/>
              <a:gd name="csY68" fmla="*/ 85056 h 155940"/>
              <a:gd name="csX69" fmla="*/ 56706 w 148867"/>
              <a:gd name="csY69" fmla="*/ 85056 h 155940"/>
              <a:gd name="csX70" fmla="*/ 53167 w 148867"/>
              <a:gd name="csY70" fmla="*/ 81517 h 155940"/>
              <a:gd name="csX71" fmla="*/ 53167 w 148867"/>
              <a:gd name="csY71" fmla="*/ 74424 h 155940"/>
              <a:gd name="csX72" fmla="*/ 56706 w 148867"/>
              <a:gd name="csY72" fmla="*/ 70885 h 155940"/>
              <a:gd name="csX73" fmla="*/ 85067 w 148867"/>
              <a:gd name="csY73" fmla="*/ 70885 h 155940"/>
              <a:gd name="csX74" fmla="*/ 92162 w 148867"/>
              <a:gd name="csY74" fmla="*/ 70885 h 155940"/>
              <a:gd name="csX75" fmla="*/ 95700 w 148867"/>
              <a:gd name="csY75" fmla="*/ 74424 h 155940"/>
              <a:gd name="csX76" fmla="*/ 95700 w 148867"/>
              <a:gd name="csY76" fmla="*/ 81517 h 155940"/>
              <a:gd name="csX77" fmla="*/ 92162 w 148867"/>
              <a:gd name="csY77" fmla="*/ 85056 h 155940"/>
              <a:gd name="csX78" fmla="*/ 85067 w 148867"/>
              <a:gd name="csY78" fmla="*/ 85056 h 155940"/>
              <a:gd name="csX79" fmla="*/ 81528 w 148867"/>
              <a:gd name="csY79" fmla="*/ 81517 h 155940"/>
              <a:gd name="csX80" fmla="*/ 81528 w 148867"/>
              <a:gd name="csY80" fmla="*/ 74424 h 155940"/>
              <a:gd name="csX81" fmla="*/ 85067 w 148867"/>
              <a:gd name="csY81" fmla="*/ 70885 h 155940"/>
              <a:gd name="csX82" fmla="*/ 113428 w 148867"/>
              <a:gd name="csY82" fmla="*/ 70885 h 155940"/>
              <a:gd name="csX83" fmla="*/ 120506 w 148867"/>
              <a:gd name="csY83" fmla="*/ 70885 h 155940"/>
              <a:gd name="csX84" fmla="*/ 124062 w 148867"/>
              <a:gd name="csY84" fmla="*/ 74424 h 155940"/>
              <a:gd name="csX85" fmla="*/ 124062 w 148867"/>
              <a:gd name="csY85" fmla="*/ 81517 h 155940"/>
              <a:gd name="csX86" fmla="*/ 120506 w 148867"/>
              <a:gd name="csY86" fmla="*/ 85056 h 155940"/>
              <a:gd name="csX87" fmla="*/ 113428 w 148867"/>
              <a:gd name="csY87" fmla="*/ 85056 h 155940"/>
              <a:gd name="csX88" fmla="*/ 109873 w 148867"/>
              <a:gd name="csY88" fmla="*/ 81517 h 155940"/>
              <a:gd name="csX89" fmla="*/ 109873 w 148867"/>
              <a:gd name="csY89" fmla="*/ 74424 h 155940"/>
              <a:gd name="csX90" fmla="*/ 113428 w 148867"/>
              <a:gd name="csY90" fmla="*/ 70885 h 155940"/>
              <a:gd name="csX91" fmla="*/ 28361 w 148867"/>
              <a:gd name="csY91" fmla="*/ 92149 h 155940"/>
              <a:gd name="csX92" fmla="*/ 35439 w 148867"/>
              <a:gd name="csY92" fmla="*/ 92149 h 155940"/>
              <a:gd name="csX93" fmla="*/ 38995 w 148867"/>
              <a:gd name="csY93" fmla="*/ 95687 h 155940"/>
              <a:gd name="csX94" fmla="*/ 38995 w 148867"/>
              <a:gd name="csY94" fmla="*/ 102781 h 155940"/>
              <a:gd name="csX95" fmla="*/ 35439 w 148867"/>
              <a:gd name="csY95" fmla="*/ 106319 h 155940"/>
              <a:gd name="csX96" fmla="*/ 28361 w 148867"/>
              <a:gd name="csY96" fmla="*/ 106319 h 155940"/>
              <a:gd name="csX97" fmla="*/ 24806 w 148867"/>
              <a:gd name="csY97" fmla="*/ 102781 h 155940"/>
              <a:gd name="csX98" fmla="*/ 24806 w 148867"/>
              <a:gd name="csY98" fmla="*/ 95687 h 155940"/>
              <a:gd name="csX99" fmla="*/ 28361 w 148867"/>
              <a:gd name="csY99" fmla="*/ 92149 h 155940"/>
              <a:gd name="csX100" fmla="*/ 56706 w 148867"/>
              <a:gd name="csY100" fmla="*/ 92149 h 155940"/>
              <a:gd name="csX101" fmla="*/ 63800 w 148867"/>
              <a:gd name="csY101" fmla="*/ 92149 h 155940"/>
              <a:gd name="csX102" fmla="*/ 67339 w 148867"/>
              <a:gd name="csY102" fmla="*/ 95687 h 155940"/>
              <a:gd name="csX103" fmla="*/ 67339 w 148867"/>
              <a:gd name="csY103" fmla="*/ 102781 h 155940"/>
              <a:gd name="csX104" fmla="*/ 63800 w 148867"/>
              <a:gd name="csY104" fmla="*/ 106319 h 155940"/>
              <a:gd name="csX105" fmla="*/ 56706 w 148867"/>
              <a:gd name="csY105" fmla="*/ 106319 h 155940"/>
              <a:gd name="csX106" fmla="*/ 53167 w 148867"/>
              <a:gd name="csY106" fmla="*/ 102781 h 155940"/>
              <a:gd name="csX107" fmla="*/ 53167 w 148867"/>
              <a:gd name="csY107" fmla="*/ 95687 h 155940"/>
              <a:gd name="csX108" fmla="*/ 56706 w 148867"/>
              <a:gd name="csY108" fmla="*/ 92149 h 155940"/>
              <a:gd name="csX109" fmla="*/ 85067 w 148867"/>
              <a:gd name="csY109" fmla="*/ 92149 h 155940"/>
              <a:gd name="csX110" fmla="*/ 92162 w 148867"/>
              <a:gd name="csY110" fmla="*/ 92149 h 155940"/>
              <a:gd name="csX111" fmla="*/ 95700 w 148867"/>
              <a:gd name="csY111" fmla="*/ 95687 h 155940"/>
              <a:gd name="csX112" fmla="*/ 95700 w 148867"/>
              <a:gd name="csY112" fmla="*/ 102781 h 155940"/>
              <a:gd name="csX113" fmla="*/ 92162 w 148867"/>
              <a:gd name="csY113" fmla="*/ 106319 h 155940"/>
              <a:gd name="csX114" fmla="*/ 85067 w 148867"/>
              <a:gd name="csY114" fmla="*/ 106319 h 155940"/>
              <a:gd name="csX115" fmla="*/ 81528 w 148867"/>
              <a:gd name="csY115" fmla="*/ 102781 h 155940"/>
              <a:gd name="csX116" fmla="*/ 81528 w 148867"/>
              <a:gd name="csY116" fmla="*/ 95687 h 155940"/>
              <a:gd name="csX117" fmla="*/ 85067 w 148867"/>
              <a:gd name="csY117" fmla="*/ 92149 h 155940"/>
              <a:gd name="csX118" fmla="*/ 113428 w 148867"/>
              <a:gd name="csY118" fmla="*/ 92149 h 155940"/>
              <a:gd name="csX119" fmla="*/ 120506 w 148867"/>
              <a:gd name="csY119" fmla="*/ 92149 h 155940"/>
              <a:gd name="csX120" fmla="*/ 124062 w 148867"/>
              <a:gd name="csY120" fmla="*/ 95687 h 155940"/>
              <a:gd name="csX121" fmla="*/ 124062 w 148867"/>
              <a:gd name="csY121" fmla="*/ 102781 h 155940"/>
              <a:gd name="csX122" fmla="*/ 120506 w 148867"/>
              <a:gd name="csY122" fmla="*/ 106319 h 155940"/>
              <a:gd name="csX123" fmla="*/ 113428 w 148867"/>
              <a:gd name="csY123" fmla="*/ 106319 h 155940"/>
              <a:gd name="csX124" fmla="*/ 109873 w 148867"/>
              <a:gd name="csY124" fmla="*/ 102781 h 155940"/>
              <a:gd name="csX125" fmla="*/ 109873 w 148867"/>
              <a:gd name="csY125" fmla="*/ 95687 h 155940"/>
              <a:gd name="csX126" fmla="*/ 113428 w 148867"/>
              <a:gd name="csY126" fmla="*/ 92149 h 155940"/>
              <a:gd name="csX127" fmla="*/ 28361 w 148867"/>
              <a:gd name="csY127" fmla="*/ 113413 h 155940"/>
              <a:gd name="csX128" fmla="*/ 35439 w 148867"/>
              <a:gd name="csY128" fmla="*/ 113413 h 155940"/>
              <a:gd name="csX129" fmla="*/ 38995 w 148867"/>
              <a:gd name="csY129" fmla="*/ 116951 h 155940"/>
              <a:gd name="csX130" fmla="*/ 38995 w 148867"/>
              <a:gd name="csY130" fmla="*/ 124045 h 155940"/>
              <a:gd name="csX131" fmla="*/ 35439 w 148867"/>
              <a:gd name="csY131" fmla="*/ 127583 h 155940"/>
              <a:gd name="csX132" fmla="*/ 28361 w 148867"/>
              <a:gd name="csY132" fmla="*/ 127583 h 155940"/>
              <a:gd name="csX133" fmla="*/ 24806 w 148867"/>
              <a:gd name="csY133" fmla="*/ 124045 h 155940"/>
              <a:gd name="csX134" fmla="*/ 24806 w 148867"/>
              <a:gd name="csY134" fmla="*/ 116951 h 155940"/>
              <a:gd name="csX135" fmla="*/ 28361 w 148867"/>
              <a:gd name="csY135" fmla="*/ 113413 h 155940"/>
              <a:gd name="csX136" fmla="*/ 113428 w 148867"/>
              <a:gd name="csY136" fmla="*/ 113413 h 155940"/>
              <a:gd name="csX137" fmla="*/ 120506 w 148867"/>
              <a:gd name="csY137" fmla="*/ 113413 h 155940"/>
              <a:gd name="csX138" fmla="*/ 124062 w 148867"/>
              <a:gd name="csY138" fmla="*/ 116951 h 155940"/>
              <a:gd name="csX139" fmla="*/ 124062 w 148867"/>
              <a:gd name="csY139" fmla="*/ 124045 h 155940"/>
              <a:gd name="csX140" fmla="*/ 120506 w 148867"/>
              <a:gd name="csY140" fmla="*/ 127583 h 155940"/>
              <a:gd name="csX141" fmla="*/ 113428 w 148867"/>
              <a:gd name="csY141" fmla="*/ 127583 h 155940"/>
              <a:gd name="csX142" fmla="*/ 109873 w 148867"/>
              <a:gd name="csY142" fmla="*/ 124045 h 155940"/>
              <a:gd name="csX143" fmla="*/ 109873 w 148867"/>
              <a:gd name="csY143" fmla="*/ 116951 h 155940"/>
              <a:gd name="csX144" fmla="*/ 113428 w 148867"/>
              <a:gd name="csY144" fmla="*/ 113413 h 155940"/>
            </a:gdLst>
            <a:ahLst/>
            <a:cxnLst/>
            <a:rect l="l" t="t" r="r" b="b"/>
            <a:pathLst>
              <a:path w="100000" h="100000">
                <a:moveTo>
                  <a:pt x="42047" y="0"/>
                </a:moveTo>
                <a:cubicBezTo>
                  <a:pt x="35152" y="0"/>
                  <a:pt x="29544" y="5607"/>
                  <a:pt x="29544" y="12502"/>
                </a:cubicBezTo>
                <a:lnTo>
                  <a:pt x="29544" y="18185"/>
                </a:lnTo>
                <a:lnTo>
                  <a:pt x="14771" y="18185"/>
                </a:lnTo>
                <a:cubicBezTo>
                  <a:pt x="7865" y="18185"/>
                  <a:pt x="2268" y="23781"/>
                  <a:pt x="2268" y="30675"/>
                </a:cubicBezTo>
                <a:lnTo>
                  <a:pt x="2268" y="87499"/>
                </a:lnTo>
                <a:cubicBezTo>
                  <a:pt x="2268" y="94404"/>
                  <a:pt x="7865" y="100001"/>
                  <a:pt x="14771" y="100001"/>
                </a:cubicBezTo>
                <a:lnTo>
                  <a:pt x="42047" y="100001"/>
                </a:lnTo>
                <a:cubicBezTo>
                  <a:pt x="43923" y="100001"/>
                  <a:pt x="45450" y="98473"/>
                  <a:pt x="45450" y="96586"/>
                </a:cubicBezTo>
                <a:lnTo>
                  <a:pt x="45450" y="81815"/>
                </a:lnTo>
                <a:cubicBezTo>
                  <a:pt x="45450" y="80561"/>
                  <a:pt x="46476" y="79547"/>
                  <a:pt x="47731" y="79547"/>
                </a:cubicBezTo>
                <a:lnTo>
                  <a:pt x="52270" y="79547"/>
                </a:lnTo>
                <a:cubicBezTo>
                  <a:pt x="53524" y="79547"/>
                  <a:pt x="54550" y="80561"/>
                  <a:pt x="54550" y="81815"/>
                </a:cubicBezTo>
                <a:lnTo>
                  <a:pt x="54550" y="96586"/>
                </a:lnTo>
                <a:cubicBezTo>
                  <a:pt x="54550" y="98473"/>
                  <a:pt x="56077" y="100001"/>
                  <a:pt x="57954" y="100001"/>
                </a:cubicBezTo>
                <a:lnTo>
                  <a:pt x="85229" y="100001"/>
                </a:lnTo>
                <a:cubicBezTo>
                  <a:pt x="92136" y="100001"/>
                  <a:pt x="97732" y="94404"/>
                  <a:pt x="97732" y="87499"/>
                </a:cubicBezTo>
                <a:lnTo>
                  <a:pt x="97732" y="30675"/>
                </a:lnTo>
                <a:cubicBezTo>
                  <a:pt x="97732" y="23781"/>
                  <a:pt x="92136" y="18185"/>
                  <a:pt x="85229" y="18185"/>
                </a:cubicBezTo>
                <a:lnTo>
                  <a:pt x="70457" y="18185"/>
                </a:lnTo>
                <a:lnTo>
                  <a:pt x="70457" y="12502"/>
                </a:lnTo>
                <a:cubicBezTo>
                  <a:pt x="70457" y="5607"/>
                  <a:pt x="64849" y="0"/>
                  <a:pt x="57954" y="0"/>
                </a:cubicBezTo>
                <a:lnTo>
                  <a:pt x="42047" y="0"/>
                </a:lnTo>
                <a:close/>
                <a:moveTo>
                  <a:pt x="40912" y="6818"/>
                </a:moveTo>
                <a:lnTo>
                  <a:pt x="42047" y="6818"/>
                </a:lnTo>
                <a:lnTo>
                  <a:pt x="57954" y="6818"/>
                </a:lnTo>
                <a:lnTo>
                  <a:pt x="59088" y="6818"/>
                </a:lnTo>
                <a:cubicBezTo>
                  <a:pt x="61609" y="6818"/>
                  <a:pt x="63638" y="8847"/>
                  <a:pt x="63638" y="11367"/>
                </a:cubicBezTo>
                <a:lnTo>
                  <a:pt x="63638" y="12502"/>
                </a:lnTo>
                <a:lnTo>
                  <a:pt x="63638" y="21588"/>
                </a:lnTo>
                <a:lnTo>
                  <a:pt x="63638" y="29541"/>
                </a:lnTo>
                <a:cubicBezTo>
                  <a:pt x="63638" y="32061"/>
                  <a:pt x="61609" y="34090"/>
                  <a:pt x="59088" y="34090"/>
                </a:cubicBezTo>
                <a:lnTo>
                  <a:pt x="40912" y="34090"/>
                </a:lnTo>
                <a:cubicBezTo>
                  <a:pt x="38391" y="34090"/>
                  <a:pt x="36362" y="32061"/>
                  <a:pt x="36362" y="29541"/>
                </a:cubicBezTo>
                <a:lnTo>
                  <a:pt x="36362" y="21588"/>
                </a:lnTo>
                <a:lnTo>
                  <a:pt x="36362" y="12502"/>
                </a:lnTo>
                <a:lnTo>
                  <a:pt x="36362" y="11367"/>
                </a:lnTo>
                <a:cubicBezTo>
                  <a:pt x="36362" y="8847"/>
                  <a:pt x="38391" y="6818"/>
                  <a:pt x="40912" y="6818"/>
                </a:cubicBezTo>
                <a:close/>
                <a:moveTo>
                  <a:pt x="50000" y="11367"/>
                </a:moveTo>
                <a:cubicBezTo>
                  <a:pt x="48112" y="11367"/>
                  <a:pt x="46586" y="12894"/>
                  <a:pt x="46586" y="14770"/>
                </a:cubicBezTo>
                <a:lnTo>
                  <a:pt x="46586" y="17039"/>
                </a:lnTo>
                <a:lnTo>
                  <a:pt x="44316" y="17039"/>
                </a:lnTo>
                <a:cubicBezTo>
                  <a:pt x="42439" y="17039"/>
                  <a:pt x="40912" y="18567"/>
                  <a:pt x="40912" y="20454"/>
                </a:cubicBezTo>
                <a:cubicBezTo>
                  <a:pt x="40912" y="22330"/>
                  <a:pt x="42439" y="23857"/>
                  <a:pt x="44316" y="23857"/>
                </a:cubicBezTo>
                <a:lnTo>
                  <a:pt x="46586" y="23857"/>
                </a:lnTo>
                <a:lnTo>
                  <a:pt x="46586" y="26138"/>
                </a:lnTo>
                <a:cubicBezTo>
                  <a:pt x="46586" y="28014"/>
                  <a:pt x="48112" y="29541"/>
                  <a:pt x="50000" y="29541"/>
                </a:cubicBezTo>
                <a:cubicBezTo>
                  <a:pt x="51877" y="29541"/>
                  <a:pt x="53404" y="28014"/>
                  <a:pt x="53404" y="26138"/>
                </a:cubicBezTo>
                <a:lnTo>
                  <a:pt x="53404" y="23857"/>
                </a:lnTo>
                <a:lnTo>
                  <a:pt x="55685" y="23857"/>
                </a:lnTo>
                <a:cubicBezTo>
                  <a:pt x="57561" y="23857"/>
                  <a:pt x="59088" y="22330"/>
                  <a:pt x="59088" y="20454"/>
                </a:cubicBezTo>
                <a:cubicBezTo>
                  <a:pt x="59088" y="18567"/>
                  <a:pt x="57561" y="17039"/>
                  <a:pt x="55685" y="17039"/>
                </a:cubicBezTo>
                <a:lnTo>
                  <a:pt x="53404" y="17039"/>
                </a:lnTo>
                <a:lnTo>
                  <a:pt x="53404" y="14770"/>
                </a:lnTo>
                <a:cubicBezTo>
                  <a:pt x="53404" y="12894"/>
                  <a:pt x="51877" y="11367"/>
                  <a:pt x="50000" y="11367"/>
                </a:cubicBezTo>
                <a:close/>
                <a:moveTo>
                  <a:pt x="20455" y="45457"/>
                </a:moveTo>
                <a:lnTo>
                  <a:pt x="24994" y="45457"/>
                </a:lnTo>
                <a:cubicBezTo>
                  <a:pt x="26248" y="45457"/>
                  <a:pt x="27274" y="46471"/>
                  <a:pt x="27274" y="47726"/>
                </a:cubicBezTo>
                <a:lnTo>
                  <a:pt x="27274" y="52275"/>
                </a:lnTo>
                <a:cubicBezTo>
                  <a:pt x="27274" y="53529"/>
                  <a:pt x="26248" y="54544"/>
                  <a:pt x="24994" y="54544"/>
                </a:cubicBezTo>
                <a:lnTo>
                  <a:pt x="20455" y="54544"/>
                </a:lnTo>
                <a:cubicBezTo>
                  <a:pt x="19201" y="54544"/>
                  <a:pt x="18175" y="53529"/>
                  <a:pt x="18175" y="52275"/>
                </a:cubicBezTo>
                <a:lnTo>
                  <a:pt x="18175" y="47726"/>
                </a:lnTo>
                <a:cubicBezTo>
                  <a:pt x="18175" y="46471"/>
                  <a:pt x="19201" y="45457"/>
                  <a:pt x="20455" y="45457"/>
                </a:cubicBezTo>
                <a:close/>
                <a:moveTo>
                  <a:pt x="38632" y="45457"/>
                </a:moveTo>
                <a:lnTo>
                  <a:pt x="43181" y="45457"/>
                </a:lnTo>
                <a:cubicBezTo>
                  <a:pt x="44436" y="45457"/>
                  <a:pt x="45450" y="46471"/>
                  <a:pt x="45450" y="47726"/>
                </a:cubicBezTo>
                <a:lnTo>
                  <a:pt x="45450" y="52275"/>
                </a:lnTo>
                <a:cubicBezTo>
                  <a:pt x="45450" y="53529"/>
                  <a:pt x="44436" y="54544"/>
                  <a:pt x="43181" y="54544"/>
                </a:cubicBezTo>
                <a:lnTo>
                  <a:pt x="38632" y="54544"/>
                </a:lnTo>
                <a:cubicBezTo>
                  <a:pt x="37377" y="54544"/>
                  <a:pt x="36362" y="53529"/>
                  <a:pt x="36362" y="52275"/>
                </a:cubicBezTo>
                <a:lnTo>
                  <a:pt x="36362" y="47726"/>
                </a:lnTo>
                <a:cubicBezTo>
                  <a:pt x="36362" y="46471"/>
                  <a:pt x="37377" y="45457"/>
                  <a:pt x="38632" y="45457"/>
                </a:cubicBezTo>
                <a:close/>
                <a:moveTo>
                  <a:pt x="56819" y="45457"/>
                </a:moveTo>
                <a:lnTo>
                  <a:pt x="61369" y="45457"/>
                </a:lnTo>
                <a:cubicBezTo>
                  <a:pt x="62623" y="45457"/>
                  <a:pt x="63638" y="46471"/>
                  <a:pt x="63638" y="47726"/>
                </a:cubicBezTo>
                <a:lnTo>
                  <a:pt x="63638" y="52275"/>
                </a:lnTo>
                <a:cubicBezTo>
                  <a:pt x="63638" y="53529"/>
                  <a:pt x="62623" y="54544"/>
                  <a:pt x="61369" y="54544"/>
                </a:cubicBezTo>
                <a:lnTo>
                  <a:pt x="56819" y="54544"/>
                </a:lnTo>
                <a:cubicBezTo>
                  <a:pt x="55565" y="54544"/>
                  <a:pt x="54550" y="53529"/>
                  <a:pt x="54550" y="52275"/>
                </a:cubicBezTo>
                <a:lnTo>
                  <a:pt x="54550" y="47726"/>
                </a:lnTo>
                <a:cubicBezTo>
                  <a:pt x="54550" y="46471"/>
                  <a:pt x="55565" y="45457"/>
                  <a:pt x="56819" y="45457"/>
                </a:cubicBezTo>
                <a:close/>
                <a:moveTo>
                  <a:pt x="75006" y="45457"/>
                </a:moveTo>
                <a:lnTo>
                  <a:pt x="79545" y="45457"/>
                </a:lnTo>
                <a:cubicBezTo>
                  <a:pt x="80799" y="45457"/>
                  <a:pt x="81825" y="46471"/>
                  <a:pt x="81825" y="47726"/>
                </a:cubicBezTo>
                <a:lnTo>
                  <a:pt x="81825" y="52275"/>
                </a:lnTo>
                <a:cubicBezTo>
                  <a:pt x="81825" y="53529"/>
                  <a:pt x="80799" y="54544"/>
                  <a:pt x="79545" y="54544"/>
                </a:cubicBezTo>
                <a:lnTo>
                  <a:pt x="75006" y="54544"/>
                </a:lnTo>
                <a:cubicBezTo>
                  <a:pt x="73752" y="54544"/>
                  <a:pt x="72726" y="53529"/>
                  <a:pt x="72726" y="52275"/>
                </a:cubicBezTo>
                <a:lnTo>
                  <a:pt x="72726" y="47726"/>
                </a:lnTo>
                <a:cubicBezTo>
                  <a:pt x="72726" y="46471"/>
                  <a:pt x="73752" y="45457"/>
                  <a:pt x="75006" y="45457"/>
                </a:cubicBezTo>
                <a:close/>
                <a:moveTo>
                  <a:pt x="20455" y="59093"/>
                </a:moveTo>
                <a:lnTo>
                  <a:pt x="24994" y="59093"/>
                </a:lnTo>
                <a:cubicBezTo>
                  <a:pt x="26248" y="59093"/>
                  <a:pt x="27274" y="60107"/>
                  <a:pt x="27274" y="61361"/>
                </a:cubicBezTo>
                <a:lnTo>
                  <a:pt x="27274" y="65911"/>
                </a:lnTo>
                <a:cubicBezTo>
                  <a:pt x="27274" y="67165"/>
                  <a:pt x="26248" y="68179"/>
                  <a:pt x="24994" y="68179"/>
                </a:cubicBezTo>
                <a:lnTo>
                  <a:pt x="20455" y="68179"/>
                </a:lnTo>
                <a:cubicBezTo>
                  <a:pt x="19201" y="68179"/>
                  <a:pt x="18175" y="67165"/>
                  <a:pt x="18175" y="65911"/>
                </a:cubicBezTo>
                <a:lnTo>
                  <a:pt x="18175" y="61361"/>
                </a:lnTo>
                <a:cubicBezTo>
                  <a:pt x="18175" y="60107"/>
                  <a:pt x="19201" y="59093"/>
                  <a:pt x="20455" y="59093"/>
                </a:cubicBezTo>
                <a:close/>
                <a:moveTo>
                  <a:pt x="38632" y="59093"/>
                </a:moveTo>
                <a:lnTo>
                  <a:pt x="43181" y="59093"/>
                </a:lnTo>
                <a:cubicBezTo>
                  <a:pt x="44436" y="59093"/>
                  <a:pt x="45450" y="60107"/>
                  <a:pt x="45450" y="61361"/>
                </a:cubicBezTo>
                <a:lnTo>
                  <a:pt x="45450" y="65911"/>
                </a:lnTo>
                <a:cubicBezTo>
                  <a:pt x="45450" y="67165"/>
                  <a:pt x="44436" y="68179"/>
                  <a:pt x="43181" y="68179"/>
                </a:cubicBezTo>
                <a:lnTo>
                  <a:pt x="38632" y="68179"/>
                </a:lnTo>
                <a:cubicBezTo>
                  <a:pt x="37377" y="68179"/>
                  <a:pt x="36362" y="67165"/>
                  <a:pt x="36362" y="65911"/>
                </a:cubicBezTo>
                <a:lnTo>
                  <a:pt x="36362" y="61361"/>
                </a:lnTo>
                <a:cubicBezTo>
                  <a:pt x="36362" y="60107"/>
                  <a:pt x="37377" y="59093"/>
                  <a:pt x="38632" y="59093"/>
                </a:cubicBezTo>
                <a:close/>
                <a:moveTo>
                  <a:pt x="56819" y="59093"/>
                </a:moveTo>
                <a:lnTo>
                  <a:pt x="61369" y="59093"/>
                </a:lnTo>
                <a:cubicBezTo>
                  <a:pt x="62623" y="59093"/>
                  <a:pt x="63638" y="60107"/>
                  <a:pt x="63638" y="61361"/>
                </a:cubicBezTo>
                <a:lnTo>
                  <a:pt x="63638" y="65911"/>
                </a:lnTo>
                <a:cubicBezTo>
                  <a:pt x="63638" y="67165"/>
                  <a:pt x="62623" y="68179"/>
                  <a:pt x="61369" y="68179"/>
                </a:cubicBezTo>
                <a:lnTo>
                  <a:pt x="56819" y="68179"/>
                </a:lnTo>
                <a:cubicBezTo>
                  <a:pt x="55565" y="68179"/>
                  <a:pt x="54550" y="67165"/>
                  <a:pt x="54550" y="65911"/>
                </a:cubicBezTo>
                <a:lnTo>
                  <a:pt x="54550" y="61361"/>
                </a:lnTo>
                <a:cubicBezTo>
                  <a:pt x="54550" y="60107"/>
                  <a:pt x="55565" y="59093"/>
                  <a:pt x="56819" y="59093"/>
                </a:cubicBezTo>
                <a:close/>
                <a:moveTo>
                  <a:pt x="75006" y="59093"/>
                </a:moveTo>
                <a:lnTo>
                  <a:pt x="79545" y="59093"/>
                </a:lnTo>
                <a:cubicBezTo>
                  <a:pt x="80799" y="59093"/>
                  <a:pt x="81825" y="60107"/>
                  <a:pt x="81825" y="61361"/>
                </a:cubicBezTo>
                <a:lnTo>
                  <a:pt x="81825" y="65911"/>
                </a:lnTo>
                <a:cubicBezTo>
                  <a:pt x="81825" y="67165"/>
                  <a:pt x="80799" y="68179"/>
                  <a:pt x="79545" y="68179"/>
                </a:cubicBezTo>
                <a:lnTo>
                  <a:pt x="75006" y="68179"/>
                </a:lnTo>
                <a:cubicBezTo>
                  <a:pt x="73752" y="68179"/>
                  <a:pt x="72726" y="67165"/>
                  <a:pt x="72726" y="65911"/>
                </a:cubicBezTo>
                <a:lnTo>
                  <a:pt x="72726" y="61361"/>
                </a:lnTo>
                <a:cubicBezTo>
                  <a:pt x="72726" y="60107"/>
                  <a:pt x="73752" y="59093"/>
                  <a:pt x="75006" y="59093"/>
                </a:cubicBezTo>
                <a:close/>
                <a:moveTo>
                  <a:pt x="20455" y="72729"/>
                </a:moveTo>
                <a:lnTo>
                  <a:pt x="24994" y="72729"/>
                </a:lnTo>
                <a:cubicBezTo>
                  <a:pt x="26248" y="72729"/>
                  <a:pt x="27274" y="73743"/>
                  <a:pt x="27274" y="74997"/>
                </a:cubicBezTo>
                <a:lnTo>
                  <a:pt x="27274" y="79547"/>
                </a:lnTo>
                <a:cubicBezTo>
                  <a:pt x="27274" y="80801"/>
                  <a:pt x="26248" y="81815"/>
                  <a:pt x="24994" y="81815"/>
                </a:cubicBezTo>
                <a:lnTo>
                  <a:pt x="20455" y="81815"/>
                </a:lnTo>
                <a:cubicBezTo>
                  <a:pt x="19201" y="81815"/>
                  <a:pt x="18175" y="80801"/>
                  <a:pt x="18175" y="79547"/>
                </a:cubicBezTo>
                <a:lnTo>
                  <a:pt x="18175" y="74997"/>
                </a:lnTo>
                <a:cubicBezTo>
                  <a:pt x="18175" y="73743"/>
                  <a:pt x="19201" y="72729"/>
                  <a:pt x="20455" y="72729"/>
                </a:cubicBezTo>
                <a:close/>
                <a:moveTo>
                  <a:pt x="75006" y="72729"/>
                </a:moveTo>
                <a:lnTo>
                  <a:pt x="79545" y="72729"/>
                </a:lnTo>
                <a:cubicBezTo>
                  <a:pt x="80799" y="72729"/>
                  <a:pt x="81825" y="73743"/>
                  <a:pt x="81825" y="74997"/>
                </a:cubicBezTo>
                <a:lnTo>
                  <a:pt x="81825" y="79547"/>
                </a:lnTo>
                <a:cubicBezTo>
                  <a:pt x="81825" y="80801"/>
                  <a:pt x="80799" y="81815"/>
                  <a:pt x="79545" y="81815"/>
                </a:cubicBezTo>
                <a:lnTo>
                  <a:pt x="75006" y="81815"/>
                </a:lnTo>
                <a:cubicBezTo>
                  <a:pt x="73752" y="81815"/>
                  <a:pt x="72726" y="80801"/>
                  <a:pt x="72726" y="79547"/>
                </a:cubicBezTo>
                <a:lnTo>
                  <a:pt x="72726" y="74997"/>
                </a:lnTo>
                <a:cubicBezTo>
                  <a:pt x="72726" y="73743"/>
                  <a:pt x="73752" y="72729"/>
                  <a:pt x="75006" y="7272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4" name="Красный — SVG 15">
            <a:extLst>
              <a:ext uri="{FF2B5EF4-FFF2-40B4-BE49-F238E27FC236}">
                <a16:creationId xmlns:a16="http://schemas.microsoft.com/office/drawing/2014/main" id="{4BF5BFF9-338F-1245-9356-C3CB7FE32097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67339 w 134695"/>
              <a:gd name="csY0" fmla="*/ 0 h 148847"/>
              <a:gd name="csX1" fmla="*/ 66573 w 134695"/>
              <a:gd name="csY1" fmla="*/ 561 h 148847"/>
              <a:gd name="csX2" fmla="*/ 64702 w 134695"/>
              <a:gd name="csY2" fmla="*/ 6073 h 148847"/>
              <a:gd name="csX3" fmla="*/ 58884 w 134695"/>
              <a:gd name="csY3" fmla="*/ 6141 h 148847"/>
              <a:gd name="csX4" fmla="*/ 58407 w 134695"/>
              <a:gd name="csY4" fmla="*/ 7621 h 148847"/>
              <a:gd name="csX5" fmla="*/ 63069 w 134695"/>
              <a:gd name="csY5" fmla="*/ 11108 h 148847"/>
              <a:gd name="csX6" fmla="*/ 61350 w 134695"/>
              <a:gd name="csY6" fmla="*/ 16654 h 148847"/>
              <a:gd name="csX7" fmla="*/ 62592 w 134695"/>
              <a:gd name="csY7" fmla="*/ 17572 h 148847"/>
              <a:gd name="csX8" fmla="*/ 67339 w 134695"/>
              <a:gd name="csY8" fmla="*/ 14204 h 148847"/>
              <a:gd name="csX9" fmla="*/ 72086 w 134695"/>
              <a:gd name="csY9" fmla="*/ 17572 h 148847"/>
              <a:gd name="csX10" fmla="*/ 73345 w 134695"/>
              <a:gd name="csY10" fmla="*/ 16654 h 148847"/>
              <a:gd name="csX11" fmla="*/ 71610 w 134695"/>
              <a:gd name="csY11" fmla="*/ 11108 h 148847"/>
              <a:gd name="csX12" fmla="*/ 76288 w 134695"/>
              <a:gd name="csY12" fmla="*/ 7621 h 148847"/>
              <a:gd name="csX13" fmla="*/ 75812 w 134695"/>
              <a:gd name="csY13" fmla="*/ 6141 h 148847"/>
              <a:gd name="csX14" fmla="*/ 69976 w 134695"/>
              <a:gd name="csY14" fmla="*/ 6073 h 148847"/>
              <a:gd name="csX15" fmla="*/ 68105 w 134695"/>
              <a:gd name="csY15" fmla="*/ 561 h 148847"/>
              <a:gd name="csX16" fmla="*/ 67339 w 134695"/>
              <a:gd name="csY16" fmla="*/ 0 h 148847"/>
              <a:gd name="csX17" fmla="*/ 67339 w 134695"/>
              <a:gd name="csY17" fmla="*/ 21349 h 148847"/>
              <a:gd name="csX18" fmla="*/ 63443 w 134695"/>
              <a:gd name="csY18" fmla="*/ 22965 h 148847"/>
              <a:gd name="csX19" fmla="*/ 41989 w 134695"/>
              <a:gd name="csY19" fmla="*/ 46083 h 148847"/>
              <a:gd name="csX20" fmla="*/ 92706 w 134695"/>
              <a:gd name="csY20" fmla="*/ 46083 h 148847"/>
              <a:gd name="csX21" fmla="*/ 71235 w 134695"/>
              <a:gd name="csY21" fmla="*/ 22965 h 148847"/>
              <a:gd name="csX22" fmla="*/ 67339 w 134695"/>
              <a:gd name="csY22" fmla="*/ 21349 h 148847"/>
              <a:gd name="csX23" fmla="*/ 38995 w 134695"/>
              <a:gd name="csY23" fmla="*/ 53160 h 148847"/>
              <a:gd name="csX24" fmla="*/ 38995 w 134695"/>
              <a:gd name="csY24" fmla="*/ 88628 h 148847"/>
              <a:gd name="csX25" fmla="*/ 45375 w 134695"/>
              <a:gd name="csY25" fmla="*/ 90737 h 148847"/>
              <a:gd name="csX26" fmla="*/ 52452 w 134695"/>
              <a:gd name="csY26" fmla="*/ 96045 h 148847"/>
              <a:gd name="csX27" fmla="*/ 53167 w 134695"/>
              <a:gd name="csY27" fmla="*/ 96623 h 148847"/>
              <a:gd name="csX28" fmla="*/ 53881 w 134695"/>
              <a:gd name="csY28" fmla="*/ 96045 h 148847"/>
              <a:gd name="csX29" fmla="*/ 60959 w 134695"/>
              <a:gd name="csY29" fmla="*/ 90737 h 148847"/>
              <a:gd name="csX30" fmla="*/ 73719 w 134695"/>
              <a:gd name="csY30" fmla="*/ 90737 h 148847"/>
              <a:gd name="csX31" fmla="*/ 80814 w 134695"/>
              <a:gd name="csY31" fmla="*/ 96045 h 148847"/>
              <a:gd name="csX32" fmla="*/ 81528 w 134695"/>
              <a:gd name="csY32" fmla="*/ 96623 h 148847"/>
              <a:gd name="csX33" fmla="*/ 82243 w 134695"/>
              <a:gd name="csY33" fmla="*/ 96045 h 148847"/>
              <a:gd name="csX34" fmla="*/ 89320 w 134695"/>
              <a:gd name="csY34" fmla="*/ 90737 h 148847"/>
              <a:gd name="csX35" fmla="*/ 95700 w 134695"/>
              <a:gd name="csY35" fmla="*/ 88628 h 148847"/>
              <a:gd name="csX36" fmla="*/ 95700 w 134695"/>
              <a:gd name="csY36" fmla="*/ 53160 h 148847"/>
              <a:gd name="csX37" fmla="*/ 38995 w 134695"/>
              <a:gd name="csY37" fmla="*/ 53160 h 148847"/>
              <a:gd name="csX38" fmla="*/ 67339 w 134695"/>
              <a:gd name="csY38" fmla="*/ 60253 h 148847"/>
              <a:gd name="csX39" fmla="*/ 77973 w 134695"/>
              <a:gd name="csY39" fmla="*/ 70885 h 148847"/>
              <a:gd name="csX40" fmla="*/ 67339 w 134695"/>
              <a:gd name="csY40" fmla="*/ 81517 h 148847"/>
              <a:gd name="csX41" fmla="*/ 56706 w 134695"/>
              <a:gd name="csY41" fmla="*/ 70885 h 148847"/>
              <a:gd name="csX42" fmla="*/ 67339 w 134695"/>
              <a:gd name="csY42" fmla="*/ 60253 h 148847"/>
              <a:gd name="csX43" fmla="*/ 10633 w 134695"/>
              <a:gd name="csY43" fmla="*/ 95687 h 148847"/>
              <a:gd name="csX44" fmla="*/ 8507 w 134695"/>
              <a:gd name="csY44" fmla="*/ 96402 h 148847"/>
              <a:gd name="csX45" fmla="*/ 1412 w 134695"/>
              <a:gd name="csY45" fmla="*/ 101709 h 148847"/>
              <a:gd name="csX46" fmla="*/ 68 w 134695"/>
              <a:gd name="csY46" fmla="*/ 104550 h 148847"/>
              <a:gd name="csX47" fmla="*/ 0 w 134695"/>
              <a:gd name="csY47" fmla="*/ 104550 h 148847"/>
              <a:gd name="csX48" fmla="*/ 0 w 134695"/>
              <a:gd name="csY48" fmla="*/ 143540 h 148847"/>
              <a:gd name="csX49" fmla="*/ 5308 w 134695"/>
              <a:gd name="csY49" fmla="*/ 148847 h 148847"/>
              <a:gd name="csX50" fmla="*/ 47842 w 134695"/>
              <a:gd name="csY50" fmla="*/ 148847 h 148847"/>
              <a:gd name="csX51" fmla="*/ 53167 w 134695"/>
              <a:gd name="csY51" fmla="*/ 143540 h 148847"/>
              <a:gd name="csX52" fmla="*/ 53167 w 134695"/>
              <a:gd name="csY52" fmla="*/ 138215 h 148847"/>
              <a:gd name="csX53" fmla="*/ 67339 w 134695"/>
              <a:gd name="csY53" fmla="*/ 124045 h 148847"/>
              <a:gd name="csX54" fmla="*/ 81528 w 134695"/>
              <a:gd name="csY54" fmla="*/ 138215 h 148847"/>
              <a:gd name="csX55" fmla="*/ 81528 w 134695"/>
              <a:gd name="csY55" fmla="*/ 143540 h 148847"/>
              <a:gd name="csX56" fmla="*/ 86837 w 134695"/>
              <a:gd name="csY56" fmla="*/ 148847 h 148847"/>
              <a:gd name="csX57" fmla="*/ 129370 w 134695"/>
              <a:gd name="csY57" fmla="*/ 148847 h 148847"/>
              <a:gd name="csX58" fmla="*/ 134695 w 134695"/>
              <a:gd name="csY58" fmla="*/ 143540 h 148847"/>
              <a:gd name="csX59" fmla="*/ 134695 w 134695"/>
              <a:gd name="csY59" fmla="*/ 104550 h 148847"/>
              <a:gd name="csX60" fmla="*/ 134627 w 134695"/>
              <a:gd name="csY60" fmla="*/ 104550 h 148847"/>
              <a:gd name="csX61" fmla="*/ 133266 w 134695"/>
              <a:gd name="csY61" fmla="*/ 101709 h 148847"/>
              <a:gd name="csX62" fmla="*/ 126188 w 134695"/>
              <a:gd name="csY62" fmla="*/ 96402 h 148847"/>
              <a:gd name="csX63" fmla="*/ 121935 w 134695"/>
              <a:gd name="csY63" fmla="*/ 96402 h 148847"/>
              <a:gd name="csX64" fmla="*/ 114841 w 134695"/>
              <a:gd name="csY64" fmla="*/ 101709 h 148847"/>
              <a:gd name="csX65" fmla="*/ 113479 w 134695"/>
              <a:gd name="csY65" fmla="*/ 104550 h 148847"/>
              <a:gd name="csX66" fmla="*/ 113428 w 134695"/>
              <a:gd name="csY66" fmla="*/ 104550 h 148847"/>
              <a:gd name="csX67" fmla="*/ 113428 w 134695"/>
              <a:gd name="csY67" fmla="*/ 109875 h 148847"/>
              <a:gd name="csX68" fmla="*/ 109873 w 134695"/>
              <a:gd name="csY68" fmla="*/ 113413 h 148847"/>
              <a:gd name="csX69" fmla="*/ 106334 w 134695"/>
              <a:gd name="csY69" fmla="*/ 109875 h 148847"/>
              <a:gd name="csX70" fmla="*/ 106334 w 134695"/>
              <a:gd name="csY70" fmla="*/ 104550 h 148847"/>
              <a:gd name="csX71" fmla="*/ 106266 w 134695"/>
              <a:gd name="csY71" fmla="*/ 104550 h 148847"/>
              <a:gd name="csX72" fmla="*/ 104922 w 134695"/>
              <a:gd name="csY72" fmla="*/ 101709 h 148847"/>
              <a:gd name="csX73" fmla="*/ 97827 w 134695"/>
              <a:gd name="csY73" fmla="*/ 96402 h 148847"/>
              <a:gd name="csX74" fmla="*/ 93574 w 134695"/>
              <a:gd name="csY74" fmla="*/ 96402 h 148847"/>
              <a:gd name="csX75" fmla="*/ 86479 w 134695"/>
              <a:gd name="csY75" fmla="*/ 101709 h 148847"/>
              <a:gd name="csX76" fmla="*/ 85135 w 134695"/>
              <a:gd name="csY76" fmla="*/ 104550 h 148847"/>
              <a:gd name="csX77" fmla="*/ 85067 w 134695"/>
              <a:gd name="csY77" fmla="*/ 104550 h 148847"/>
              <a:gd name="csX78" fmla="*/ 85067 w 134695"/>
              <a:gd name="csY78" fmla="*/ 109875 h 148847"/>
              <a:gd name="csX79" fmla="*/ 81528 w 134695"/>
              <a:gd name="csY79" fmla="*/ 113413 h 148847"/>
              <a:gd name="csX80" fmla="*/ 77973 w 134695"/>
              <a:gd name="csY80" fmla="*/ 109875 h 148847"/>
              <a:gd name="csX81" fmla="*/ 77973 w 134695"/>
              <a:gd name="csY81" fmla="*/ 104550 h 148847"/>
              <a:gd name="csX82" fmla="*/ 77921 w 134695"/>
              <a:gd name="csY82" fmla="*/ 104550 h 148847"/>
              <a:gd name="csX83" fmla="*/ 76560 w 134695"/>
              <a:gd name="csY83" fmla="*/ 101709 h 148847"/>
              <a:gd name="csX84" fmla="*/ 69466 w 134695"/>
              <a:gd name="csY84" fmla="*/ 96402 h 148847"/>
              <a:gd name="csX85" fmla="*/ 65213 w 134695"/>
              <a:gd name="csY85" fmla="*/ 96402 h 148847"/>
              <a:gd name="csX86" fmla="*/ 58135 w 134695"/>
              <a:gd name="csY86" fmla="*/ 101709 h 148847"/>
              <a:gd name="csX87" fmla="*/ 56774 w 134695"/>
              <a:gd name="csY87" fmla="*/ 104550 h 148847"/>
              <a:gd name="csX88" fmla="*/ 56706 w 134695"/>
              <a:gd name="csY88" fmla="*/ 104550 h 148847"/>
              <a:gd name="csX89" fmla="*/ 56706 w 134695"/>
              <a:gd name="csY89" fmla="*/ 109875 h 148847"/>
              <a:gd name="csX90" fmla="*/ 53167 w 134695"/>
              <a:gd name="csY90" fmla="*/ 113413 h 148847"/>
              <a:gd name="csX91" fmla="*/ 49628 w 134695"/>
              <a:gd name="csY91" fmla="*/ 109875 h 148847"/>
              <a:gd name="csX92" fmla="*/ 49628 w 134695"/>
              <a:gd name="csY92" fmla="*/ 104550 h 148847"/>
              <a:gd name="csX93" fmla="*/ 49560 w 134695"/>
              <a:gd name="csY93" fmla="*/ 104550 h 148847"/>
              <a:gd name="csX94" fmla="*/ 48199 w 134695"/>
              <a:gd name="csY94" fmla="*/ 101709 h 148847"/>
              <a:gd name="csX95" fmla="*/ 41121 w 134695"/>
              <a:gd name="csY95" fmla="*/ 96402 h 148847"/>
              <a:gd name="csX96" fmla="*/ 36868 w 134695"/>
              <a:gd name="csY96" fmla="*/ 96402 h 148847"/>
              <a:gd name="csX97" fmla="*/ 29773 w 134695"/>
              <a:gd name="csY97" fmla="*/ 101709 h 148847"/>
              <a:gd name="csX98" fmla="*/ 28412 w 134695"/>
              <a:gd name="csY98" fmla="*/ 104550 h 148847"/>
              <a:gd name="csX99" fmla="*/ 28361 w 134695"/>
              <a:gd name="csY99" fmla="*/ 104550 h 148847"/>
              <a:gd name="csX100" fmla="*/ 28361 w 134695"/>
              <a:gd name="csY100" fmla="*/ 109875 h 148847"/>
              <a:gd name="csX101" fmla="*/ 24806 w 134695"/>
              <a:gd name="csY101" fmla="*/ 113413 h 148847"/>
              <a:gd name="csX102" fmla="*/ 21267 w 134695"/>
              <a:gd name="csY102" fmla="*/ 109875 h 148847"/>
              <a:gd name="csX103" fmla="*/ 21267 w 134695"/>
              <a:gd name="csY103" fmla="*/ 104550 h 148847"/>
              <a:gd name="csX104" fmla="*/ 21199 w 134695"/>
              <a:gd name="csY104" fmla="*/ 104550 h 148847"/>
              <a:gd name="csX105" fmla="*/ 19855 w 134695"/>
              <a:gd name="csY105" fmla="*/ 101709 h 148847"/>
              <a:gd name="csX106" fmla="*/ 12760 w 134695"/>
              <a:gd name="csY106" fmla="*/ 96402 h 148847"/>
              <a:gd name="csX107" fmla="*/ 10633 w 134695"/>
              <a:gd name="csY107" fmla="*/ 95687 h 148847"/>
            </a:gdLst>
            <a:ahLst/>
            <a:cxnLst/>
            <a:rect l="l" t="t" r="r" b="b"/>
            <a:pathLst>
              <a:path w="100000" h="100000">
                <a:moveTo>
                  <a:pt x="49994" y="0"/>
                </a:moveTo>
                <a:cubicBezTo>
                  <a:pt x="49777" y="0"/>
                  <a:pt x="49560" y="126"/>
                  <a:pt x="49480" y="377"/>
                </a:cubicBezTo>
                <a:lnTo>
                  <a:pt x="48223" y="4080"/>
                </a:lnTo>
                <a:lnTo>
                  <a:pt x="44314" y="4126"/>
                </a:lnTo>
                <a:cubicBezTo>
                  <a:pt x="43776" y="4137"/>
                  <a:pt x="43570" y="4812"/>
                  <a:pt x="43993" y="5120"/>
                </a:cubicBezTo>
                <a:lnTo>
                  <a:pt x="47126" y="7463"/>
                </a:lnTo>
                <a:lnTo>
                  <a:pt x="45971" y="11189"/>
                </a:lnTo>
                <a:cubicBezTo>
                  <a:pt x="45811" y="11691"/>
                  <a:pt x="46383" y="12103"/>
                  <a:pt x="46805" y="11805"/>
                </a:cubicBezTo>
                <a:lnTo>
                  <a:pt x="49994" y="9543"/>
                </a:lnTo>
                <a:lnTo>
                  <a:pt x="53183" y="11805"/>
                </a:lnTo>
                <a:cubicBezTo>
                  <a:pt x="53617" y="12114"/>
                  <a:pt x="54189" y="11691"/>
                  <a:pt x="54029" y="11189"/>
                </a:cubicBezTo>
                <a:lnTo>
                  <a:pt x="52864" y="7463"/>
                </a:lnTo>
                <a:lnTo>
                  <a:pt x="56007" y="5120"/>
                </a:lnTo>
                <a:cubicBezTo>
                  <a:pt x="56430" y="4800"/>
                  <a:pt x="56212" y="4137"/>
                  <a:pt x="55687" y="4126"/>
                </a:cubicBezTo>
                <a:lnTo>
                  <a:pt x="51766" y="4080"/>
                </a:lnTo>
                <a:lnTo>
                  <a:pt x="50509" y="377"/>
                </a:lnTo>
                <a:cubicBezTo>
                  <a:pt x="50429" y="126"/>
                  <a:pt x="50211" y="0"/>
                  <a:pt x="49994" y="0"/>
                </a:cubicBezTo>
                <a:close/>
                <a:moveTo>
                  <a:pt x="49994" y="14343"/>
                </a:moveTo>
                <a:cubicBezTo>
                  <a:pt x="49023" y="14343"/>
                  <a:pt x="48051" y="14697"/>
                  <a:pt x="47377" y="15429"/>
                </a:cubicBezTo>
                <a:lnTo>
                  <a:pt x="32963" y="30960"/>
                </a:lnTo>
                <a:lnTo>
                  <a:pt x="67037" y="30960"/>
                </a:lnTo>
                <a:lnTo>
                  <a:pt x="52612" y="15429"/>
                </a:lnTo>
                <a:cubicBezTo>
                  <a:pt x="51937" y="14697"/>
                  <a:pt x="50966" y="14343"/>
                  <a:pt x="49994" y="14343"/>
                </a:cubicBezTo>
                <a:close/>
                <a:moveTo>
                  <a:pt x="30952" y="35715"/>
                </a:moveTo>
                <a:lnTo>
                  <a:pt x="30952" y="59543"/>
                </a:lnTo>
                <a:cubicBezTo>
                  <a:pt x="32460" y="59543"/>
                  <a:pt x="33969" y="60011"/>
                  <a:pt x="35238" y="60960"/>
                </a:cubicBezTo>
                <a:lnTo>
                  <a:pt x="39993" y="64526"/>
                </a:lnTo>
                <a:cubicBezTo>
                  <a:pt x="40165" y="64652"/>
                  <a:pt x="40325" y="64777"/>
                  <a:pt x="40473" y="64914"/>
                </a:cubicBezTo>
                <a:cubicBezTo>
                  <a:pt x="40622" y="64777"/>
                  <a:pt x="40781" y="64652"/>
                  <a:pt x="40953" y="64526"/>
                </a:cubicBezTo>
                <a:lnTo>
                  <a:pt x="45708" y="60960"/>
                </a:lnTo>
                <a:cubicBezTo>
                  <a:pt x="48234" y="59063"/>
                  <a:pt x="51754" y="59063"/>
                  <a:pt x="54281" y="60960"/>
                </a:cubicBezTo>
                <a:lnTo>
                  <a:pt x="59047" y="64526"/>
                </a:lnTo>
                <a:cubicBezTo>
                  <a:pt x="59219" y="64652"/>
                  <a:pt x="59378" y="64777"/>
                  <a:pt x="59527" y="64914"/>
                </a:cubicBezTo>
                <a:cubicBezTo>
                  <a:pt x="59676" y="64777"/>
                  <a:pt x="59836" y="64652"/>
                  <a:pt x="60007" y="64526"/>
                </a:cubicBezTo>
                <a:lnTo>
                  <a:pt x="64762" y="60960"/>
                </a:lnTo>
                <a:cubicBezTo>
                  <a:pt x="66031" y="60011"/>
                  <a:pt x="67540" y="59543"/>
                  <a:pt x="69048" y="59543"/>
                </a:cubicBezTo>
                <a:lnTo>
                  <a:pt x="69048" y="35715"/>
                </a:lnTo>
                <a:lnTo>
                  <a:pt x="30952" y="35715"/>
                </a:lnTo>
                <a:close/>
                <a:moveTo>
                  <a:pt x="49994" y="40480"/>
                </a:moveTo>
                <a:cubicBezTo>
                  <a:pt x="53938" y="40480"/>
                  <a:pt x="57139" y="43680"/>
                  <a:pt x="57139" y="47623"/>
                </a:cubicBezTo>
                <a:cubicBezTo>
                  <a:pt x="57139" y="51566"/>
                  <a:pt x="53938" y="54766"/>
                  <a:pt x="49994" y="54766"/>
                </a:cubicBezTo>
                <a:cubicBezTo>
                  <a:pt x="46051" y="54766"/>
                  <a:pt x="42851" y="51566"/>
                  <a:pt x="42851" y="47623"/>
                </a:cubicBezTo>
                <a:cubicBezTo>
                  <a:pt x="42851" y="43680"/>
                  <a:pt x="46051" y="40480"/>
                  <a:pt x="49994" y="40480"/>
                </a:cubicBezTo>
                <a:close/>
                <a:moveTo>
                  <a:pt x="11897" y="64285"/>
                </a:moveTo>
                <a:cubicBezTo>
                  <a:pt x="11395" y="64285"/>
                  <a:pt x="10892" y="64446"/>
                  <a:pt x="10469" y="64766"/>
                </a:cubicBezTo>
                <a:lnTo>
                  <a:pt x="5702" y="68331"/>
                </a:lnTo>
                <a:cubicBezTo>
                  <a:pt x="5085" y="68800"/>
                  <a:pt x="4800" y="69520"/>
                  <a:pt x="4800" y="70240"/>
                </a:cubicBezTo>
                <a:lnTo>
                  <a:pt x="4754" y="70240"/>
                </a:lnTo>
                <a:lnTo>
                  <a:pt x="4754" y="96435"/>
                </a:lnTo>
                <a:cubicBezTo>
                  <a:pt x="4754" y="98400"/>
                  <a:pt x="6354" y="100000"/>
                  <a:pt x="8320" y="100000"/>
                </a:cubicBezTo>
                <a:lnTo>
                  <a:pt x="36896" y="100000"/>
                </a:lnTo>
                <a:cubicBezTo>
                  <a:pt x="38873" y="100000"/>
                  <a:pt x="40473" y="98400"/>
                  <a:pt x="40473" y="96435"/>
                </a:cubicBezTo>
                <a:lnTo>
                  <a:pt x="40473" y="92857"/>
                </a:lnTo>
                <a:cubicBezTo>
                  <a:pt x="40473" y="87600"/>
                  <a:pt x="44737" y="83337"/>
                  <a:pt x="49994" y="83337"/>
                </a:cubicBezTo>
                <a:cubicBezTo>
                  <a:pt x="55263" y="83337"/>
                  <a:pt x="59527" y="87600"/>
                  <a:pt x="59527" y="92857"/>
                </a:cubicBezTo>
                <a:lnTo>
                  <a:pt x="59527" y="96435"/>
                </a:lnTo>
                <a:cubicBezTo>
                  <a:pt x="59527" y="98400"/>
                  <a:pt x="61127" y="100000"/>
                  <a:pt x="63094" y="100000"/>
                </a:cubicBezTo>
                <a:lnTo>
                  <a:pt x="91669" y="100000"/>
                </a:lnTo>
                <a:cubicBezTo>
                  <a:pt x="93646" y="100000"/>
                  <a:pt x="95246" y="98400"/>
                  <a:pt x="95246" y="96435"/>
                </a:cubicBezTo>
                <a:lnTo>
                  <a:pt x="95246" y="70240"/>
                </a:lnTo>
                <a:lnTo>
                  <a:pt x="95200" y="70240"/>
                </a:lnTo>
                <a:cubicBezTo>
                  <a:pt x="95200" y="69520"/>
                  <a:pt x="94915" y="68800"/>
                  <a:pt x="94286" y="68331"/>
                </a:cubicBezTo>
                <a:lnTo>
                  <a:pt x="89531" y="64766"/>
                </a:lnTo>
                <a:cubicBezTo>
                  <a:pt x="88685" y="64126"/>
                  <a:pt x="87519" y="64126"/>
                  <a:pt x="86674" y="64766"/>
                </a:cubicBezTo>
                <a:lnTo>
                  <a:pt x="81908" y="68331"/>
                </a:lnTo>
                <a:cubicBezTo>
                  <a:pt x="81279" y="68800"/>
                  <a:pt x="80993" y="69520"/>
                  <a:pt x="80993" y="70240"/>
                </a:cubicBezTo>
                <a:lnTo>
                  <a:pt x="80958" y="70240"/>
                </a:lnTo>
                <a:lnTo>
                  <a:pt x="80958" y="73817"/>
                </a:lnTo>
                <a:cubicBezTo>
                  <a:pt x="80958" y="75132"/>
                  <a:pt x="79884" y="76194"/>
                  <a:pt x="78570" y="76194"/>
                </a:cubicBezTo>
                <a:cubicBezTo>
                  <a:pt x="77255" y="76194"/>
                  <a:pt x="76192" y="75132"/>
                  <a:pt x="76192" y="73817"/>
                </a:cubicBezTo>
                <a:lnTo>
                  <a:pt x="76192" y="70240"/>
                </a:lnTo>
                <a:lnTo>
                  <a:pt x="76147" y="70240"/>
                </a:lnTo>
                <a:cubicBezTo>
                  <a:pt x="76147" y="69520"/>
                  <a:pt x="75860" y="68800"/>
                  <a:pt x="75244" y="68331"/>
                </a:cubicBezTo>
                <a:lnTo>
                  <a:pt x="70477" y="64766"/>
                </a:lnTo>
                <a:cubicBezTo>
                  <a:pt x="69631" y="64126"/>
                  <a:pt x="68466" y="64126"/>
                  <a:pt x="67620" y="64766"/>
                </a:cubicBezTo>
                <a:lnTo>
                  <a:pt x="62853" y="68331"/>
                </a:lnTo>
                <a:cubicBezTo>
                  <a:pt x="62236" y="68800"/>
                  <a:pt x="61950" y="69520"/>
                  <a:pt x="61950" y="70240"/>
                </a:cubicBezTo>
                <a:lnTo>
                  <a:pt x="61905" y="70240"/>
                </a:lnTo>
                <a:lnTo>
                  <a:pt x="61905" y="73817"/>
                </a:lnTo>
                <a:cubicBezTo>
                  <a:pt x="61905" y="75132"/>
                  <a:pt x="60842" y="76194"/>
                  <a:pt x="59527" y="76194"/>
                </a:cubicBezTo>
                <a:cubicBezTo>
                  <a:pt x="58213" y="76194"/>
                  <a:pt x="57139" y="75132"/>
                  <a:pt x="57139" y="73817"/>
                </a:cubicBezTo>
                <a:lnTo>
                  <a:pt x="57139" y="70240"/>
                </a:lnTo>
                <a:lnTo>
                  <a:pt x="57104" y="70240"/>
                </a:lnTo>
                <a:cubicBezTo>
                  <a:pt x="57104" y="69520"/>
                  <a:pt x="56818" y="68800"/>
                  <a:pt x="56189" y="68331"/>
                </a:cubicBezTo>
                <a:lnTo>
                  <a:pt x="51423" y="64766"/>
                </a:lnTo>
                <a:cubicBezTo>
                  <a:pt x="50577" y="64126"/>
                  <a:pt x="49412" y="64126"/>
                  <a:pt x="48566" y="64766"/>
                </a:cubicBezTo>
                <a:lnTo>
                  <a:pt x="43811" y="68331"/>
                </a:lnTo>
                <a:cubicBezTo>
                  <a:pt x="43182" y="68800"/>
                  <a:pt x="42896" y="69520"/>
                  <a:pt x="42896" y="70240"/>
                </a:cubicBezTo>
                <a:lnTo>
                  <a:pt x="42851" y="70240"/>
                </a:lnTo>
                <a:lnTo>
                  <a:pt x="42851" y="73817"/>
                </a:lnTo>
                <a:cubicBezTo>
                  <a:pt x="42851" y="75132"/>
                  <a:pt x="41787" y="76194"/>
                  <a:pt x="40473" y="76194"/>
                </a:cubicBezTo>
                <a:cubicBezTo>
                  <a:pt x="39159" y="76194"/>
                  <a:pt x="38095" y="75132"/>
                  <a:pt x="38095" y="73817"/>
                </a:cubicBezTo>
                <a:lnTo>
                  <a:pt x="38095" y="70240"/>
                </a:lnTo>
                <a:lnTo>
                  <a:pt x="38050" y="70240"/>
                </a:lnTo>
                <a:cubicBezTo>
                  <a:pt x="38050" y="69520"/>
                  <a:pt x="37764" y="68800"/>
                  <a:pt x="37135" y="68331"/>
                </a:cubicBezTo>
                <a:lnTo>
                  <a:pt x="32380" y="64766"/>
                </a:lnTo>
                <a:cubicBezTo>
                  <a:pt x="31534" y="64126"/>
                  <a:pt x="30369" y="64126"/>
                  <a:pt x="29523" y="64766"/>
                </a:cubicBezTo>
                <a:lnTo>
                  <a:pt x="24756" y="68331"/>
                </a:lnTo>
                <a:cubicBezTo>
                  <a:pt x="24128" y="68800"/>
                  <a:pt x="23842" y="69520"/>
                  <a:pt x="23842" y="70240"/>
                </a:cubicBezTo>
                <a:lnTo>
                  <a:pt x="23808" y="70240"/>
                </a:lnTo>
                <a:lnTo>
                  <a:pt x="23808" y="73817"/>
                </a:lnTo>
                <a:cubicBezTo>
                  <a:pt x="23808" y="75132"/>
                  <a:pt x="22745" y="76194"/>
                  <a:pt x="21419" y="76194"/>
                </a:cubicBezTo>
                <a:cubicBezTo>
                  <a:pt x="20105" y="76194"/>
                  <a:pt x="19042" y="75132"/>
                  <a:pt x="19042" y="73817"/>
                </a:cubicBezTo>
                <a:lnTo>
                  <a:pt x="19042" y="70240"/>
                </a:lnTo>
                <a:lnTo>
                  <a:pt x="18996" y="70240"/>
                </a:lnTo>
                <a:cubicBezTo>
                  <a:pt x="18996" y="69520"/>
                  <a:pt x="18710" y="68800"/>
                  <a:pt x="18093" y="68331"/>
                </a:cubicBezTo>
                <a:lnTo>
                  <a:pt x="13326" y="64766"/>
                </a:lnTo>
                <a:cubicBezTo>
                  <a:pt x="12903" y="64446"/>
                  <a:pt x="12401" y="64285"/>
                  <a:pt x="11897" y="6428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5" name="Красный — SVG 16">
            <a:extLst>
              <a:ext uri="{FF2B5EF4-FFF2-40B4-BE49-F238E27FC236}">
                <a16:creationId xmlns:a16="http://schemas.microsoft.com/office/drawing/2014/main" id="{D4E20B86-B9F8-BB4E-A700-66C5D2959492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46025 w 141197"/>
              <a:gd name="csY0" fmla="*/ 15089 h 141753"/>
              <a:gd name="csX1" fmla="*/ 30100 w 141197"/>
              <a:gd name="csY1" fmla="*/ 0 h 141753"/>
              <a:gd name="csX2" fmla="*/ 21900 w 141197"/>
              <a:gd name="csY2" fmla="*/ 0 h 141753"/>
              <a:gd name="csX3" fmla="*/ 5958 w 141197"/>
              <a:gd name="csY3" fmla="*/ 15089 h 141753"/>
              <a:gd name="csX4" fmla="*/ 20 w 141197"/>
              <a:gd name="csY4" fmla="*/ 124946 h 141753"/>
              <a:gd name="csX5" fmla="*/ 4376 w 141197"/>
              <a:gd name="csY5" fmla="*/ 136786 h 141753"/>
              <a:gd name="csX6" fmla="*/ 15962 w 141197"/>
              <a:gd name="csY6" fmla="*/ 141753 h 141753"/>
              <a:gd name="csX7" fmla="*/ 36038 w 141197"/>
              <a:gd name="csY7" fmla="*/ 141753 h 141753"/>
              <a:gd name="csX8" fmla="*/ 47624 w 141197"/>
              <a:gd name="csY8" fmla="*/ 136786 h 141753"/>
              <a:gd name="csX9" fmla="*/ 51962 w 141197"/>
              <a:gd name="csY9" fmla="*/ 124946 h 141753"/>
              <a:gd name="csX10" fmla="*/ 46025 w 141197"/>
              <a:gd name="csY10" fmla="*/ 15089 h 141753"/>
              <a:gd name="csX11" fmla="*/ 138101 w 141197"/>
              <a:gd name="csY11" fmla="*/ 21757 h 141753"/>
              <a:gd name="csX12" fmla="*/ 132419 w 141197"/>
              <a:gd name="csY12" fmla="*/ 22540 h 141753"/>
              <a:gd name="csX13" fmla="*/ 91570 w 141197"/>
              <a:gd name="csY13" fmla="*/ 57548 h 141753"/>
              <a:gd name="csX14" fmla="*/ 91570 w 141197"/>
              <a:gd name="csY14" fmla="*/ 26571 h 141753"/>
              <a:gd name="csX15" fmla="*/ 88405 w 141197"/>
              <a:gd name="csY15" fmla="*/ 21723 h 141753"/>
              <a:gd name="csX16" fmla="*/ 82672 w 141197"/>
              <a:gd name="csY16" fmla="*/ 22659 h 141753"/>
              <a:gd name="csX17" fmla="*/ 54906 w 141197"/>
              <a:gd name="csY17" fmla="*/ 47971 h 141753"/>
              <a:gd name="csX18" fmla="*/ 59040 w 141197"/>
              <a:gd name="csY18" fmla="*/ 124572 h 141753"/>
              <a:gd name="csX19" fmla="*/ 52762 w 141197"/>
              <a:gd name="csY19" fmla="*/ 141652 h 141753"/>
              <a:gd name="csX20" fmla="*/ 52660 w 141197"/>
              <a:gd name="csY20" fmla="*/ 141753 h 141753"/>
              <a:gd name="csX21" fmla="*/ 125239 w 141197"/>
              <a:gd name="csY21" fmla="*/ 141753 h 141753"/>
              <a:gd name="csX22" fmla="*/ 141198 w 141197"/>
              <a:gd name="csY22" fmla="*/ 125814 h 141753"/>
              <a:gd name="csX23" fmla="*/ 141198 w 141197"/>
              <a:gd name="csY23" fmla="*/ 26571 h 141753"/>
              <a:gd name="csX24" fmla="*/ 138101 w 141197"/>
              <a:gd name="csY24" fmla="*/ 21757 h 141753"/>
              <a:gd name="csX25" fmla="*/ 116375 w 141197"/>
              <a:gd name="csY25" fmla="*/ 131122 h 141753"/>
              <a:gd name="csX26" fmla="*/ 77397 w 141197"/>
              <a:gd name="csY26" fmla="*/ 131122 h 141753"/>
              <a:gd name="csX27" fmla="*/ 77397 w 141197"/>
              <a:gd name="csY27" fmla="*/ 102781 h 141753"/>
              <a:gd name="csX28" fmla="*/ 84475 w 141197"/>
              <a:gd name="csY28" fmla="*/ 95687 h 141753"/>
              <a:gd name="csX29" fmla="*/ 109298 w 141197"/>
              <a:gd name="csY29" fmla="*/ 95687 h 141753"/>
              <a:gd name="csX30" fmla="*/ 116375 w 141197"/>
              <a:gd name="csY30" fmla="*/ 102781 h 141753"/>
              <a:gd name="csX31" fmla="*/ 116375 w 141197"/>
              <a:gd name="csY31" fmla="*/ 131122 h 141753"/>
            </a:gdLst>
            <a:ahLst/>
            <a:cxnLst/>
            <a:rect l="l" t="t" r="r" b="b"/>
            <a:pathLst>
              <a:path w="100000" h="100000">
                <a:moveTo>
                  <a:pt x="32665" y="10645"/>
                </a:moveTo>
                <a:cubicBezTo>
                  <a:pt x="32340" y="4680"/>
                  <a:pt x="27408" y="0"/>
                  <a:pt x="21430" y="0"/>
                </a:cubicBezTo>
                <a:lnTo>
                  <a:pt x="15646" y="0"/>
                </a:lnTo>
                <a:cubicBezTo>
                  <a:pt x="9668" y="0"/>
                  <a:pt x="4724" y="4680"/>
                  <a:pt x="4399" y="10645"/>
                </a:cubicBezTo>
                <a:lnTo>
                  <a:pt x="210" y="88143"/>
                </a:lnTo>
                <a:cubicBezTo>
                  <a:pt x="54" y="91216"/>
                  <a:pt x="1171" y="94264"/>
                  <a:pt x="3283" y="96496"/>
                </a:cubicBezTo>
                <a:cubicBezTo>
                  <a:pt x="5395" y="98728"/>
                  <a:pt x="8372" y="100000"/>
                  <a:pt x="11457" y="100000"/>
                </a:cubicBezTo>
                <a:lnTo>
                  <a:pt x="25619" y="100000"/>
                </a:lnTo>
                <a:cubicBezTo>
                  <a:pt x="28691" y="100000"/>
                  <a:pt x="31668" y="98728"/>
                  <a:pt x="33793" y="96496"/>
                </a:cubicBezTo>
                <a:cubicBezTo>
                  <a:pt x="35905" y="94264"/>
                  <a:pt x="37021" y="91216"/>
                  <a:pt x="36853" y="88143"/>
                </a:cubicBezTo>
                <a:lnTo>
                  <a:pt x="32665" y="10645"/>
                </a:lnTo>
                <a:close/>
                <a:moveTo>
                  <a:pt x="97620" y="15349"/>
                </a:moveTo>
                <a:cubicBezTo>
                  <a:pt x="96288" y="14725"/>
                  <a:pt x="94715" y="14953"/>
                  <a:pt x="93611" y="15901"/>
                </a:cubicBezTo>
                <a:lnTo>
                  <a:pt x="64794" y="40597"/>
                </a:lnTo>
                <a:lnTo>
                  <a:pt x="64794" y="18745"/>
                </a:lnTo>
                <a:cubicBezTo>
                  <a:pt x="64794" y="17269"/>
                  <a:pt x="63918" y="15925"/>
                  <a:pt x="62562" y="15325"/>
                </a:cubicBezTo>
                <a:cubicBezTo>
                  <a:pt x="61194" y="14725"/>
                  <a:pt x="59609" y="14977"/>
                  <a:pt x="58517" y="15985"/>
                </a:cubicBezTo>
                <a:lnTo>
                  <a:pt x="38930" y="33841"/>
                </a:lnTo>
                <a:lnTo>
                  <a:pt x="41846" y="87880"/>
                </a:lnTo>
                <a:cubicBezTo>
                  <a:pt x="42086" y="92308"/>
                  <a:pt x="40466" y="96712"/>
                  <a:pt x="37417" y="99929"/>
                </a:cubicBezTo>
                <a:cubicBezTo>
                  <a:pt x="37393" y="99953"/>
                  <a:pt x="37369" y="99977"/>
                  <a:pt x="37345" y="100000"/>
                </a:cubicBezTo>
                <a:lnTo>
                  <a:pt x="88546" y="100000"/>
                </a:lnTo>
                <a:cubicBezTo>
                  <a:pt x="94751" y="100000"/>
                  <a:pt x="99805" y="94960"/>
                  <a:pt x="99805" y="88756"/>
                </a:cubicBezTo>
                <a:lnTo>
                  <a:pt x="99805" y="18745"/>
                </a:lnTo>
                <a:cubicBezTo>
                  <a:pt x="99805" y="17281"/>
                  <a:pt x="98952" y="15961"/>
                  <a:pt x="97620" y="15349"/>
                </a:cubicBezTo>
                <a:close/>
                <a:moveTo>
                  <a:pt x="82293" y="92500"/>
                </a:moveTo>
                <a:lnTo>
                  <a:pt x="54796" y="92500"/>
                </a:lnTo>
                <a:lnTo>
                  <a:pt x="54796" y="72507"/>
                </a:lnTo>
                <a:cubicBezTo>
                  <a:pt x="54796" y="69735"/>
                  <a:pt x="57029" y="67503"/>
                  <a:pt x="59789" y="67503"/>
                </a:cubicBezTo>
                <a:lnTo>
                  <a:pt x="77301" y="67503"/>
                </a:lnTo>
                <a:cubicBezTo>
                  <a:pt x="80061" y="67503"/>
                  <a:pt x="82293" y="69735"/>
                  <a:pt x="82293" y="72507"/>
                </a:cubicBezTo>
                <a:lnTo>
                  <a:pt x="82293" y="9250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6" name="Красный — SVG 17">
            <a:extLst>
              <a:ext uri="{FF2B5EF4-FFF2-40B4-BE49-F238E27FC236}">
                <a16:creationId xmlns:a16="http://schemas.microsoft.com/office/drawing/2014/main" id="{F46A326D-E401-0C47-998A-E7C359B078D8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85094 w 163186"/>
              <a:gd name="csY0" fmla="*/ 0 h 131290"/>
              <a:gd name="csX1" fmla="*/ 82440 w 163186"/>
              <a:gd name="csY1" fmla="*/ 732 h 131290"/>
              <a:gd name="csX2" fmla="*/ 80518 w 163186"/>
              <a:gd name="csY2" fmla="*/ 2671 h 131290"/>
              <a:gd name="csX3" fmla="*/ 41438 w 163186"/>
              <a:gd name="csY3" fmla="*/ 71055 h 131290"/>
              <a:gd name="csX4" fmla="*/ 35721 w 163186"/>
              <a:gd name="csY4" fmla="*/ 65357 h 131290"/>
              <a:gd name="csX5" fmla="*/ 33561 w 163186"/>
              <a:gd name="csY5" fmla="*/ 64047 h 131290"/>
              <a:gd name="csX6" fmla="*/ 31043 w 163186"/>
              <a:gd name="csY6" fmla="*/ 63877 h 131290"/>
              <a:gd name="csX7" fmla="*/ 28746 w 163186"/>
              <a:gd name="csY7" fmla="*/ 64880 h 131290"/>
              <a:gd name="csX8" fmla="*/ 27163 w 163186"/>
              <a:gd name="csY8" fmla="*/ 66854 h 131290"/>
              <a:gd name="csX9" fmla="*/ 572 w 163186"/>
              <a:gd name="csY9" fmla="*/ 123552 h 131290"/>
              <a:gd name="csX10" fmla="*/ 27 w 163186"/>
              <a:gd name="csY10" fmla="*/ 126495 h 131290"/>
              <a:gd name="csX11" fmla="*/ 1150 w 163186"/>
              <a:gd name="csY11" fmla="*/ 129284 h 131290"/>
              <a:gd name="csX12" fmla="*/ 3600 w 163186"/>
              <a:gd name="csY12" fmla="*/ 131003 h 131290"/>
              <a:gd name="csX13" fmla="*/ 6594 w 163186"/>
              <a:gd name="csY13" fmla="*/ 131122 h 131290"/>
              <a:gd name="csX14" fmla="*/ 156568 w 163186"/>
              <a:gd name="csY14" fmla="*/ 131122 h 131290"/>
              <a:gd name="csX15" fmla="*/ 159545 w 163186"/>
              <a:gd name="csY15" fmla="*/ 131020 h 131290"/>
              <a:gd name="csX16" fmla="*/ 161995 w 163186"/>
              <a:gd name="csY16" fmla="*/ 129318 h 131290"/>
              <a:gd name="csX17" fmla="*/ 163152 w 163186"/>
              <a:gd name="csY17" fmla="*/ 126563 h 131290"/>
              <a:gd name="csX18" fmla="*/ 162641 w 163186"/>
              <a:gd name="csY18" fmla="*/ 123637 h 131290"/>
              <a:gd name="csX19" fmla="*/ 146700 w 163186"/>
              <a:gd name="csY19" fmla="*/ 88186 h 131290"/>
              <a:gd name="csX20" fmla="*/ 144913 w 163186"/>
              <a:gd name="csY20" fmla="*/ 86025 h 131290"/>
              <a:gd name="csX21" fmla="*/ 142276 w 163186"/>
              <a:gd name="csY21" fmla="*/ 85073 h 131290"/>
              <a:gd name="csX22" fmla="*/ 139537 w 163186"/>
              <a:gd name="csY22" fmla="*/ 85583 h 131290"/>
              <a:gd name="csX23" fmla="*/ 137427 w 163186"/>
              <a:gd name="csY23" fmla="*/ 87420 h 131290"/>
              <a:gd name="csX24" fmla="*/ 135318 w 163186"/>
              <a:gd name="csY24" fmla="*/ 90550 h 131290"/>
              <a:gd name="csX25" fmla="*/ 89858 w 163186"/>
              <a:gd name="csY25" fmla="*/ 2858 h 131290"/>
              <a:gd name="csX26" fmla="*/ 87884 w 163186"/>
              <a:gd name="csY26" fmla="*/ 765 h 131290"/>
              <a:gd name="csX27" fmla="*/ 85094 w 163186"/>
              <a:gd name="csY27" fmla="*/ 0 h 131290"/>
              <a:gd name="csX28" fmla="*/ 84907 w 163186"/>
              <a:gd name="csY28" fmla="*/ 16433 h 131290"/>
              <a:gd name="csX29" fmla="*/ 103622 w 163186"/>
              <a:gd name="csY29" fmla="*/ 52530 h 131290"/>
              <a:gd name="csX30" fmla="*/ 97548 w 163186"/>
              <a:gd name="csY30" fmla="*/ 56001 h 131290"/>
              <a:gd name="csX31" fmla="*/ 87765 w 163186"/>
              <a:gd name="csY31" fmla="*/ 50421 h 131290"/>
              <a:gd name="csX32" fmla="*/ 85230 w 163186"/>
              <a:gd name="csY32" fmla="*/ 49723 h 131290"/>
              <a:gd name="csX33" fmla="*/ 82491 w 163186"/>
              <a:gd name="csY33" fmla="*/ 50421 h 131290"/>
              <a:gd name="csX34" fmla="*/ 72725 w 163186"/>
              <a:gd name="csY34" fmla="*/ 56001 h 131290"/>
              <a:gd name="csX35" fmla="*/ 64865 w 163186"/>
              <a:gd name="csY35" fmla="*/ 51527 h 131290"/>
              <a:gd name="csX36" fmla="*/ 84907 w 163186"/>
              <a:gd name="csY36" fmla="*/ 16433 h 131290"/>
            </a:gdLst>
            <a:ahLst/>
            <a:cxnLst/>
            <a:rect l="l" t="t" r="r" b="b"/>
            <a:pathLst>
              <a:path w="100000" h="100000">
                <a:moveTo>
                  <a:pt x="52145" y="9773"/>
                </a:moveTo>
                <a:cubicBezTo>
                  <a:pt x="51572" y="9773"/>
                  <a:pt x="51020" y="9929"/>
                  <a:pt x="50519" y="10221"/>
                </a:cubicBezTo>
                <a:cubicBezTo>
                  <a:pt x="50029" y="10503"/>
                  <a:pt x="49623" y="10919"/>
                  <a:pt x="49341" y="11410"/>
                </a:cubicBezTo>
                <a:lnTo>
                  <a:pt x="25393" y="53315"/>
                </a:lnTo>
                <a:lnTo>
                  <a:pt x="21890" y="49824"/>
                </a:lnTo>
                <a:cubicBezTo>
                  <a:pt x="21525" y="49448"/>
                  <a:pt x="21066" y="49177"/>
                  <a:pt x="20566" y="49021"/>
                </a:cubicBezTo>
                <a:cubicBezTo>
                  <a:pt x="20076" y="48864"/>
                  <a:pt x="19544" y="48823"/>
                  <a:pt x="19023" y="48917"/>
                </a:cubicBezTo>
                <a:cubicBezTo>
                  <a:pt x="18512" y="49010"/>
                  <a:pt x="18032" y="49219"/>
                  <a:pt x="17615" y="49531"/>
                </a:cubicBezTo>
                <a:cubicBezTo>
                  <a:pt x="17198" y="49855"/>
                  <a:pt x="16865" y="50261"/>
                  <a:pt x="16645" y="50741"/>
                </a:cubicBezTo>
                <a:lnTo>
                  <a:pt x="351" y="85485"/>
                </a:lnTo>
                <a:cubicBezTo>
                  <a:pt x="69" y="86048"/>
                  <a:pt x="-46" y="86673"/>
                  <a:pt x="17" y="87289"/>
                </a:cubicBezTo>
                <a:cubicBezTo>
                  <a:pt x="79" y="87914"/>
                  <a:pt x="319" y="88508"/>
                  <a:pt x="705" y="88998"/>
                </a:cubicBezTo>
                <a:cubicBezTo>
                  <a:pt x="1091" y="89488"/>
                  <a:pt x="1612" y="89853"/>
                  <a:pt x="2206" y="90051"/>
                </a:cubicBezTo>
                <a:cubicBezTo>
                  <a:pt x="2800" y="90249"/>
                  <a:pt x="3437" y="90280"/>
                  <a:pt x="4041" y="90124"/>
                </a:cubicBezTo>
                <a:lnTo>
                  <a:pt x="95945" y="90124"/>
                </a:lnTo>
                <a:cubicBezTo>
                  <a:pt x="96549" y="90280"/>
                  <a:pt x="97174" y="90260"/>
                  <a:pt x="97769" y="90062"/>
                </a:cubicBezTo>
                <a:cubicBezTo>
                  <a:pt x="98363" y="89863"/>
                  <a:pt x="98884" y="89509"/>
                  <a:pt x="99270" y="89019"/>
                </a:cubicBezTo>
                <a:cubicBezTo>
                  <a:pt x="99666" y="88539"/>
                  <a:pt x="99906" y="87955"/>
                  <a:pt x="99979" y="87330"/>
                </a:cubicBezTo>
                <a:cubicBezTo>
                  <a:pt x="100052" y="86715"/>
                  <a:pt x="99937" y="86089"/>
                  <a:pt x="99666" y="85537"/>
                </a:cubicBezTo>
                <a:lnTo>
                  <a:pt x="89897" y="63813"/>
                </a:lnTo>
                <a:cubicBezTo>
                  <a:pt x="89657" y="63281"/>
                  <a:pt x="89272" y="62823"/>
                  <a:pt x="88802" y="62489"/>
                </a:cubicBezTo>
                <a:cubicBezTo>
                  <a:pt x="88323" y="62155"/>
                  <a:pt x="87770" y="61947"/>
                  <a:pt x="87186" y="61905"/>
                </a:cubicBezTo>
                <a:cubicBezTo>
                  <a:pt x="86613" y="61853"/>
                  <a:pt x="86029" y="61968"/>
                  <a:pt x="85508" y="62218"/>
                </a:cubicBezTo>
                <a:cubicBezTo>
                  <a:pt x="84986" y="62468"/>
                  <a:pt x="84539" y="62854"/>
                  <a:pt x="84215" y="63344"/>
                </a:cubicBezTo>
                <a:lnTo>
                  <a:pt x="82923" y="65262"/>
                </a:lnTo>
                <a:lnTo>
                  <a:pt x="55065" y="11524"/>
                </a:lnTo>
                <a:cubicBezTo>
                  <a:pt x="54783" y="10992"/>
                  <a:pt x="54366" y="10544"/>
                  <a:pt x="53855" y="10242"/>
                </a:cubicBezTo>
                <a:cubicBezTo>
                  <a:pt x="53334" y="9929"/>
                  <a:pt x="52750" y="9773"/>
                  <a:pt x="52145" y="9773"/>
                </a:cubicBezTo>
                <a:close/>
                <a:moveTo>
                  <a:pt x="52031" y="19843"/>
                </a:moveTo>
                <a:lnTo>
                  <a:pt x="63499" y="41963"/>
                </a:lnTo>
                <a:lnTo>
                  <a:pt x="59777" y="44090"/>
                </a:lnTo>
                <a:lnTo>
                  <a:pt x="53782" y="40671"/>
                </a:lnTo>
                <a:cubicBezTo>
                  <a:pt x="53313" y="40400"/>
                  <a:pt x="52781" y="40253"/>
                  <a:pt x="52229" y="40243"/>
                </a:cubicBezTo>
                <a:cubicBezTo>
                  <a:pt x="51645" y="40233"/>
                  <a:pt x="51061" y="40379"/>
                  <a:pt x="50550" y="40671"/>
                </a:cubicBezTo>
                <a:lnTo>
                  <a:pt x="44566" y="44090"/>
                </a:lnTo>
                <a:lnTo>
                  <a:pt x="39749" y="41349"/>
                </a:lnTo>
                <a:lnTo>
                  <a:pt x="52031" y="1984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7" name="Красный — SVG 18">
            <a:extLst>
              <a:ext uri="{FF2B5EF4-FFF2-40B4-BE49-F238E27FC236}">
                <a16:creationId xmlns:a16="http://schemas.microsoft.com/office/drawing/2014/main" id="{9147362C-7139-E942-AB6B-E4957C4ABD2E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67356 w 134695"/>
              <a:gd name="csY0" fmla="*/ 0 h 138096"/>
              <a:gd name="csX1" fmla="*/ 55294 w 134695"/>
              <a:gd name="csY1" fmla="*/ 3981 h 138096"/>
              <a:gd name="csX2" fmla="*/ 2144 w 134695"/>
              <a:gd name="csY2" fmla="*/ 43446 h 138096"/>
              <a:gd name="csX3" fmla="*/ 255 w 134695"/>
              <a:gd name="csY3" fmla="*/ 46117 h 138096"/>
              <a:gd name="csX4" fmla="*/ 272 w 134695"/>
              <a:gd name="csY4" fmla="*/ 49383 h 138096"/>
              <a:gd name="csX5" fmla="*/ 2212 w 134695"/>
              <a:gd name="csY5" fmla="*/ 52037 h 138096"/>
              <a:gd name="csX6" fmla="*/ 5325 w 134695"/>
              <a:gd name="csY6" fmla="*/ 53041 h 138096"/>
              <a:gd name="csX7" fmla="*/ 129370 w 134695"/>
              <a:gd name="csY7" fmla="*/ 53041 h 138096"/>
              <a:gd name="csX8" fmla="*/ 132500 w 134695"/>
              <a:gd name="csY8" fmla="*/ 52037 h 138096"/>
              <a:gd name="csX9" fmla="*/ 134423 w 134695"/>
              <a:gd name="csY9" fmla="*/ 49383 h 138096"/>
              <a:gd name="csX10" fmla="*/ 134457 w 134695"/>
              <a:gd name="csY10" fmla="*/ 46117 h 138096"/>
              <a:gd name="csX11" fmla="*/ 132552 w 134695"/>
              <a:gd name="csY11" fmla="*/ 43446 h 138096"/>
              <a:gd name="csX12" fmla="*/ 79402 w 134695"/>
              <a:gd name="csY12" fmla="*/ 3981 h 138096"/>
              <a:gd name="csX13" fmla="*/ 67356 w 134695"/>
              <a:gd name="csY13" fmla="*/ 0 h 138096"/>
              <a:gd name="csX14" fmla="*/ 67356 w 134695"/>
              <a:gd name="csY14" fmla="*/ 21145 h 138096"/>
              <a:gd name="csX15" fmla="*/ 74434 w 134695"/>
              <a:gd name="csY15" fmla="*/ 28221 h 138096"/>
              <a:gd name="csX16" fmla="*/ 67356 w 134695"/>
              <a:gd name="csY16" fmla="*/ 35315 h 138096"/>
              <a:gd name="csX17" fmla="*/ 60262 w 134695"/>
              <a:gd name="csY17" fmla="*/ 28221 h 138096"/>
              <a:gd name="csX18" fmla="*/ 67356 w 134695"/>
              <a:gd name="csY18" fmla="*/ 21145 h 138096"/>
              <a:gd name="csX19" fmla="*/ 15959 w 134695"/>
              <a:gd name="csY19" fmla="*/ 60117 h 138096"/>
              <a:gd name="csX20" fmla="*/ 15959 w 134695"/>
              <a:gd name="csY20" fmla="*/ 113277 h 138096"/>
              <a:gd name="csX21" fmla="*/ 12845 w 134695"/>
              <a:gd name="csY21" fmla="*/ 113277 h 138096"/>
              <a:gd name="csX22" fmla="*/ 0 w 134695"/>
              <a:gd name="csY22" fmla="*/ 125695 h 138096"/>
              <a:gd name="csX23" fmla="*/ 12845 w 134695"/>
              <a:gd name="csY23" fmla="*/ 138096 h 138096"/>
              <a:gd name="csX24" fmla="*/ 121850 w 134695"/>
              <a:gd name="csY24" fmla="*/ 138096 h 138096"/>
              <a:gd name="csX25" fmla="*/ 134695 w 134695"/>
              <a:gd name="csY25" fmla="*/ 125695 h 138096"/>
              <a:gd name="csX26" fmla="*/ 121850 w 134695"/>
              <a:gd name="csY26" fmla="*/ 113277 h 138096"/>
              <a:gd name="csX27" fmla="*/ 118737 w 134695"/>
              <a:gd name="csY27" fmla="*/ 113277 h 138096"/>
              <a:gd name="csX28" fmla="*/ 118737 w 134695"/>
              <a:gd name="csY28" fmla="*/ 60117 h 138096"/>
              <a:gd name="csX29" fmla="*/ 108103 w 134695"/>
              <a:gd name="csY29" fmla="*/ 60117 h 138096"/>
              <a:gd name="csX30" fmla="*/ 108103 w 134695"/>
              <a:gd name="csY30" fmla="*/ 113277 h 138096"/>
              <a:gd name="csX31" fmla="*/ 95700 w 134695"/>
              <a:gd name="csY31" fmla="*/ 113277 h 138096"/>
              <a:gd name="csX32" fmla="*/ 95700 w 134695"/>
              <a:gd name="csY32" fmla="*/ 60117 h 138096"/>
              <a:gd name="csX33" fmla="*/ 85067 w 134695"/>
              <a:gd name="csY33" fmla="*/ 60117 h 138096"/>
              <a:gd name="csX34" fmla="*/ 85067 w 134695"/>
              <a:gd name="csY34" fmla="*/ 113277 h 138096"/>
              <a:gd name="csX35" fmla="*/ 72664 w 134695"/>
              <a:gd name="csY35" fmla="*/ 113277 h 138096"/>
              <a:gd name="csX36" fmla="*/ 72664 w 134695"/>
              <a:gd name="csY36" fmla="*/ 60117 h 138096"/>
              <a:gd name="csX37" fmla="*/ 62031 w 134695"/>
              <a:gd name="csY37" fmla="*/ 60117 h 138096"/>
              <a:gd name="csX38" fmla="*/ 62031 w 134695"/>
              <a:gd name="csY38" fmla="*/ 113277 h 138096"/>
              <a:gd name="csX39" fmla="*/ 49628 w 134695"/>
              <a:gd name="csY39" fmla="*/ 113277 h 138096"/>
              <a:gd name="csX40" fmla="*/ 49628 w 134695"/>
              <a:gd name="csY40" fmla="*/ 60117 h 138096"/>
              <a:gd name="csX41" fmla="*/ 38995 w 134695"/>
              <a:gd name="csY41" fmla="*/ 60117 h 138096"/>
              <a:gd name="csX42" fmla="*/ 38995 w 134695"/>
              <a:gd name="csY42" fmla="*/ 113277 h 138096"/>
              <a:gd name="csX43" fmla="*/ 26592 w 134695"/>
              <a:gd name="csY43" fmla="*/ 113277 h 138096"/>
              <a:gd name="csX44" fmla="*/ 26592 w 134695"/>
              <a:gd name="csY44" fmla="*/ 60117 h 138096"/>
              <a:gd name="csX45" fmla="*/ 15959 w 134695"/>
              <a:gd name="csY45" fmla="*/ 60117 h 138096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46926" y="0"/>
                  <a:pt x="43858" y="961"/>
                  <a:pt x="41272" y="2883"/>
                </a:cubicBezTo>
                <a:lnTo>
                  <a:pt x="2784" y="31461"/>
                </a:lnTo>
                <a:cubicBezTo>
                  <a:pt x="2143" y="31942"/>
                  <a:pt x="1650" y="32619"/>
                  <a:pt x="1416" y="33395"/>
                </a:cubicBezTo>
                <a:cubicBezTo>
                  <a:pt x="1170" y="34159"/>
                  <a:pt x="1170" y="34997"/>
                  <a:pt x="1428" y="35760"/>
                </a:cubicBezTo>
                <a:cubicBezTo>
                  <a:pt x="1675" y="36536"/>
                  <a:pt x="2168" y="37201"/>
                  <a:pt x="2833" y="37682"/>
                </a:cubicBezTo>
                <a:cubicBezTo>
                  <a:pt x="3486" y="38150"/>
                  <a:pt x="4274" y="38409"/>
                  <a:pt x="5087" y="38409"/>
                </a:cubicBezTo>
                <a:lnTo>
                  <a:pt x="94913" y="38409"/>
                </a:lnTo>
                <a:cubicBezTo>
                  <a:pt x="95726" y="38409"/>
                  <a:pt x="96514" y="38150"/>
                  <a:pt x="97179" y="37682"/>
                </a:cubicBezTo>
                <a:cubicBezTo>
                  <a:pt x="97832" y="37201"/>
                  <a:pt x="98325" y="36536"/>
                  <a:pt x="98572" y="35760"/>
                </a:cubicBezTo>
                <a:cubicBezTo>
                  <a:pt x="98830" y="34997"/>
                  <a:pt x="98830" y="34159"/>
                  <a:pt x="98596" y="33395"/>
                </a:cubicBezTo>
                <a:cubicBezTo>
                  <a:pt x="98350" y="32619"/>
                  <a:pt x="97869" y="31942"/>
                  <a:pt x="97217" y="31461"/>
                </a:cubicBezTo>
                <a:lnTo>
                  <a:pt x="58729" y="2883"/>
                </a:lnTo>
                <a:cubicBezTo>
                  <a:pt x="56142" y="961"/>
                  <a:pt x="53074" y="0"/>
                  <a:pt x="50006" y="0"/>
                </a:cubicBezTo>
                <a:close/>
                <a:moveTo>
                  <a:pt x="50006" y="15312"/>
                </a:moveTo>
                <a:cubicBezTo>
                  <a:pt x="52840" y="15312"/>
                  <a:pt x="55132" y="17603"/>
                  <a:pt x="55132" y="20436"/>
                </a:cubicBezTo>
                <a:cubicBezTo>
                  <a:pt x="55132" y="23282"/>
                  <a:pt x="52840" y="25573"/>
                  <a:pt x="50006" y="25573"/>
                </a:cubicBezTo>
                <a:cubicBezTo>
                  <a:pt x="47160" y="25573"/>
                  <a:pt x="44869" y="23282"/>
                  <a:pt x="44869" y="20436"/>
                </a:cubicBezTo>
                <a:cubicBezTo>
                  <a:pt x="44869" y="17603"/>
                  <a:pt x="47160" y="15312"/>
                  <a:pt x="50006" y="15312"/>
                </a:cubicBezTo>
                <a:close/>
                <a:moveTo>
                  <a:pt x="12788" y="43533"/>
                </a:moveTo>
                <a:lnTo>
                  <a:pt x="12788" y="82028"/>
                </a:lnTo>
                <a:lnTo>
                  <a:pt x="10533" y="82028"/>
                </a:lnTo>
                <a:cubicBezTo>
                  <a:pt x="5556" y="82028"/>
                  <a:pt x="1231" y="85970"/>
                  <a:pt x="1231" y="91020"/>
                </a:cubicBezTo>
                <a:cubicBezTo>
                  <a:pt x="1231" y="96059"/>
                  <a:pt x="5556" y="100000"/>
                  <a:pt x="10533" y="100000"/>
                </a:cubicBezTo>
                <a:lnTo>
                  <a:pt x="89467" y="100000"/>
                </a:lnTo>
                <a:cubicBezTo>
                  <a:pt x="94445" y="100000"/>
                  <a:pt x="98769" y="96059"/>
                  <a:pt x="98769" y="91020"/>
                </a:cubicBezTo>
                <a:cubicBezTo>
                  <a:pt x="98769" y="85970"/>
                  <a:pt x="94445" y="82028"/>
                  <a:pt x="89467" y="82028"/>
                </a:cubicBezTo>
                <a:lnTo>
                  <a:pt x="87213" y="82028"/>
                </a:lnTo>
                <a:lnTo>
                  <a:pt x="87213" y="43533"/>
                </a:lnTo>
                <a:lnTo>
                  <a:pt x="79512" y="43533"/>
                </a:lnTo>
                <a:lnTo>
                  <a:pt x="79512" y="82028"/>
                </a:lnTo>
                <a:lnTo>
                  <a:pt x="70531" y="82028"/>
                </a:lnTo>
                <a:lnTo>
                  <a:pt x="70531" y="43533"/>
                </a:lnTo>
                <a:lnTo>
                  <a:pt x="62831" y="43533"/>
                </a:lnTo>
                <a:lnTo>
                  <a:pt x="62831" y="82028"/>
                </a:lnTo>
                <a:lnTo>
                  <a:pt x="53850" y="82028"/>
                </a:lnTo>
                <a:lnTo>
                  <a:pt x="53850" y="43533"/>
                </a:lnTo>
                <a:lnTo>
                  <a:pt x="46150" y="43533"/>
                </a:lnTo>
                <a:lnTo>
                  <a:pt x="46150" y="82028"/>
                </a:lnTo>
                <a:lnTo>
                  <a:pt x="37169" y="82028"/>
                </a:lnTo>
                <a:lnTo>
                  <a:pt x="37169" y="43533"/>
                </a:lnTo>
                <a:lnTo>
                  <a:pt x="29469" y="43533"/>
                </a:lnTo>
                <a:lnTo>
                  <a:pt x="29469" y="82028"/>
                </a:lnTo>
                <a:lnTo>
                  <a:pt x="20488" y="82028"/>
                </a:lnTo>
                <a:lnTo>
                  <a:pt x="20488" y="43533"/>
                </a:lnTo>
                <a:lnTo>
                  <a:pt x="12788" y="4353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8" name="Красный — SVG 19">
            <a:extLst>
              <a:ext uri="{FF2B5EF4-FFF2-40B4-BE49-F238E27FC236}">
                <a16:creationId xmlns:a16="http://schemas.microsoft.com/office/drawing/2014/main" id="{31037298-5AAE-CE4A-AF0B-4733C02C9173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37209 w 141772"/>
              <a:gd name="csY0" fmla="*/ 0 h 141753"/>
              <a:gd name="csX1" fmla="*/ 15550 w 141772"/>
              <a:gd name="csY1" fmla="*/ 21655 h 141753"/>
              <a:gd name="csX2" fmla="*/ 16129 w 141772"/>
              <a:gd name="csY2" fmla="*/ 26316 h 141753"/>
              <a:gd name="csX3" fmla="*/ 7673 w 141772"/>
              <a:gd name="csY3" fmla="*/ 41337 h 141753"/>
              <a:gd name="csX4" fmla="*/ 20280 w 141772"/>
              <a:gd name="csY4" fmla="*/ 58280 h 141753"/>
              <a:gd name="csX5" fmla="*/ 31900 w 141772"/>
              <a:gd name="csY5" fmla="*/ 70052 h 141753"/>
              <a:gd name="csX6" fmla="*/ 31900 w 141772"/>
              <a:gd name="csY6" fmla="*/ 81755 h 141753"/>
              <a:gd name="csX7" fmla="*/ 2348 w 141772"/>
              <a:gd name="csY7" fmla="*/ 95823 h 141753"/>
              <a:gd name="csX8" fmla="*/ 0 w 141772"/>
              <a:gd name="csY8" fmla="*/ 102509 h 141753"/>
              <a:gd name="csX9" fmla="*/ 0 w 141772"/>
              <a:gd name="csY9" fmla="*/ 134677 h 141753"/>
              <a:gd name="csX10" fmla="*/ 7094 w 141772"/>
              <a:gd name="csY10" fmla="*/ 141753 h 141753"/>
              <a:gd name="csX11" fmla="*/ 134695 w 141772"/>
              <a:gd name="csY11" fmla="*/ 141753 h 141753"/>
              <a:gd name="csX12" fmla="*/ 141773 w 141772"/>
              <a:gd name="csY12" fmla="*/ 134677 h 141753"/>
              <a:gd name="csX13" fmla="*/ 141773 w 141772"/>
              <a:gd name="csY13" fmla="*/ 127583 h 141753"/>
              <a:gd name="csX14" fmla="*/ 42534 w 141772"/>
              <a:gd name="csY14" fmla="*/ 81823 h 141753"/>
              <a:gd name="csX15" fmla="*/ 42534 w 141772"/>
              <a:gd name="csY15" fmla="*/ 69984 h 141753"/>
              <a:gd name="csX16" fmla="*/ 54936 w 141772"/>
              <a:gd name="csY16" fmla="*/ 53160 h 141753"/>
              <a:gd name="csX17" fmla="*/ 54919 w 141772"/>
              <a:gd name="csY17" fmla="*/ 52768 h 141753"/>
              <a:gd name="csX18" fmla="*/ 66744 w 141772"/>
              <a:gd name="csY18" fmla="*/ 33478 h 141753"/>
              <a:gd name="csX19" fmla="*/ 58169 w 141772"/>
              <a:gd name="csY19" fmla="*/ 16246 h 141753"/>
              <a:gd name="csX20" fmla="*/ 37209 w 141772"/>
              <a:gd name="csY20" fmla="*/ 0 h 141753"/>
              <a:gd name="csX21" fmla="*/ 108103 w 141772"/>
              <a:gd name="csY21" fmla="*/ 31896 h 141753"/>
              <a:gd name="csX22" fmla="*/ 96823 w 141772"/>
              <a:gd name="csY22" fmla="*/ 36574 h 141753"/>
              <a:gd name="csX23" fmla="*/ 92162 w 141772"/>
              <a:gd name="csY23" fmla="*/ 47835 h 141753"/>
              <a:gd name="csX24" fmla="*/ 96823 w 141772"/>
              <a:gd name="csY24" fmla="*/ 59114 h 141753"/>
              <a:gd name="csX25" fmla="*/ 108103 w 141772"/>
              <a:gd name="csY25" fmla="*/ 63792 h 141753"/>
              <a:gd name="csX26" fmla="*/ 119383 w 141772"/>
              <a:gd name="csY26" fmla="*/ 59114 h 141753"/>
              <a:gd name="csX27" fmla="*/ 124062 w 141772"/>
              <a:gd name="csY27" fmla="*/ 47835 h 141753"/>
              <a:gd name="csX28" fmla="*/ 119383 w 141772"/>
              <a:gd name="csY28" fmla="*/ 36574 h 141753"/>
              <a:gd name="csX29" fmla="*/ 108103 w 141772"/>
              <a:gd name="csY29" fmla="*/ 31896 h 141753"/>
              <a:gd name="csX30" fmla="*/ 134219 w 141772"/>
              <a:gd name="csY30" fmla="*/ 81891 h 141753"/>
              <a:gd name="csX31" fmla="*/ 106334 w 141772"/>
              <a:gd name="csY31" fmla="*/ 85056 h 141753"/>
              <a:gd name="csX32" fmla="*/ 89116 w 141772"/>
              <a:gd name="csY32" fmla="*/ 90584 h 141753"/>
              <a:gd name="csX33" fmla="*/ 97895 w 141772"/>
              <a:gd name="csY33" fmla="*/ 96538 h 141753"/>
              <a:gd name="csX34" fmla="*/ 141739 w 141772"/>
              <a:gd name="csY34" fmla="*/ 116951 h 141753"/>
              <a:gd name="csX35" fmla="*/ 141705 w 141772"/>
              <a:gd name="csY35" fmla="*/ 88985 h 141753"/>
              <a:gd name="csX36" fmla="*/ 134219 w 141772"/>
              <a:gd name="csY36" fmla="*/ 81891 h 141753"/>
            </a:gdLst>
            <a:ahLst/>
            <a:cxnLst/>
            <a:rect l="l" t="t" r="r" b="b"/>
            <a:pathLst>
              <a:path w="100000" h="100000">
                <a:moveTo>
                  <a:pt x="26246" y="7"/>
                </a:moveTo>
                <a:cubicBezTo>
                  <a:pt x="17821" y="7"/>
                  <a:pt x="10980" y="6858"/>
                  <a:pt x="10968" y="15281"/>
                </a:cubicBezTo>
                <a:cubicBezTo>
                  <a:pt x="10968" y="16337"/>
                  <a:pt x="11100" y="17405"/>
                  <a:pt x="11377" y="18569"/>
                </a:cubicBezTo>
                <a:cubicBezTo>
                  <a:pt x="7680" y="20837"/>
                  <a:pt x="5412" y="24797"/>
                  <a:pt x="5412" y="29164"/>
                </a:cubicBezTo>
                <a:cubicBezTo>
                  <a:pt x="5412" y="34743"/>
                  <a:pt x="9024" y="39531"/>
                  <a:pt x="14305" y="41115"/>
                </a:cubicBezTo>
                <a:cubicBezTo>
                  <a:pt x="15516" y="45159"/>
                  <a:pt x="18613" y="48207"/>
                  <a:pt x="22501" y="49418"/>
                </a:cubicBezTo>
                <a:lnTo>
                  <a:pt x="22501" y="57673"/>
                </a:lnTo>
                <a:cubicBezTo>
                  <a:pt x="10633" y="58681"/>
                  <a:pt x="4356" y="64297"/>
                  <a:pt x="1656" y="67596"/>
                </a:cubicBezTo>
                <a:cubicBezTo>
                  <a:pt x="576" y="68929"/>
                  <a:pt x="0" y="70596"/>
                  <a:pt x="0" y="72312"/>
                </a:cubicBezTo>
                <a:lnTo>
                  <a:pt x="0" y="95002"/>
                </a:lnTo>
                <a:cubicBezTo>
                  <a:pt x="0" y="97762"/>
                  <a:pt x="2232" y="99993"/>
                  <a:pt x="5004" y="99993"/>
                </a:cubicBezTo>
                <a:lnTo>
                  <a:pt x="95008" y="99993"/>
                </a:lnTo>
                <a:cubicBezTo>
                  <a:pt x="97768" y="99993"/>
                  <a:pt x="100001" y="97762"/>
                  <a:pt x="100001" y="95002"/>
                </a:cubicBezTo>
                <a:lnTo>
                  <a:pt x="100001" y="89998"/>
                </a:lnTo>
                <a:cubicBezTo>
                  <a:pt x="75928" y="89998"/>
                  <a:pt x="55754" y="60433"/>
                  <a:pt x="30002" y="57721"/>
                </a:cubicBezTo>
                <a:lnTo>
                  <a:pt x="30002" y="49370"/>
                </a:lnTo>
                <a:cubicBezTo>
                  <a:pt x="35053" y="47762"/>
                  <a:pt x="38750" y="43083"/>
                  <a:pt x="38750" y="37504"/>
                </a:cubicBezTo>
                <a:cubicBezTo>
                  <a:pt x="38750" y="37408"/>
                  <a:pt x="38750" y="37323"/>
                  <a:pt x="38738" y="37227"/>
                </a:cubicBezTo>
                <a:cubicBezTo>
                  <a:pt x="43838" y="34636"/>
                  <a:pt x="47078" y="29392"/>
                  <a:pt x="47078" y="23621"/>
                </a:cubicBezTo>
                <a:cubicBezTo>
                  <a:pt x="47078" y="18857"/>
                  <a:pt x="44834" y="14357"/>
                  <a:pt x="41030" y="11466"/>
                </a:cubicBezTo>
                <a:cubicBezTo>
                  <a:pt x="39302" y="4794"/>
                  <a:pt x="33181" y="7"/>
                  <a:pt x="26246" y="7"/>
                </a:cubicBezTo>
                <a:close/>
                <a:moveTo>
                  <a:pt x="76251" y="22505"/>
                </a:moveTo>
                <a:cubicBezTo>
                  <a:pt x="73275" y="22505"/>
                  <a:pt x="70407" y="23693"/>
                  <a:pt x="68295" y="25804"/>
                </a:cubicBezTo>
                <a:cubicBezTo>
                  <a:pt x="66183" y="27904"/>
                  <a:pt x="65007" y="30772"/>
                  <a:pt x="65007" y="33747"/>
                </a:cubicBezTo>
                <a:cubicBezTo>
                  <a:pt x="65007" y="36735"/>
                  <a:pt x="66183" y="39603"/>
                  <a:pt x="68295" y="41703"/>
                </a:cubicBezTo>
                <a:cubicBezTo>
                  <a:pt x="70407" y="43815"/>
                  <a:pt x="73275" y="45003"/>
                  <a:pt x="76251" y="45003"/>
                </a:cubicBezTo>
                <a:cubicBezTo>
                  <a:pt x="79240" y="45003"/>
                  <a:pt x="82096" y="43815"/>
                  <a:pt x="84208" y="41703"/>
                </a:cubicBezTo>
                <a:cubicBezTo>
                  <a:pt x="86320" y="39603"/>
                  <a:pt x="87508" y="36735"/>
                  <a:pt x="87508" y="33747"/>
                </a:cubicBezTo>
                <a:cubicBezTo>
                  <a:pt x="87508" y="30772"/>
                  <a:pt x="86320" y="27904"/>
                  <a:pt x="84208" y="25804"/>
                </a:cubicBezTo>
                <a:cubicBezTo>
                  <a:pt x="82096" y="23693"/>
                  <a:pt x="79240" y="22505"/>
                  <a:pt x="76251" y="22505"/>
                </a:cubicBezTo>
                <a:close/>
                <a:moveTo>
                  <a:pt x="94672" y="57769"/>
                </a:moveTo>
                <a:cubicBezTo>
                  <a:pt x="89224" y="58070"/>
                  <a:pt x="81484" y="58705"/>
                  <a:pt x="75004" y="60002"/>
                </a:cubicBezTo>
                <a:cubicBezTo>
                  <a:pt x="70899" y="60829"/>
                  <a:pt x="66879" y="62197"/>
                  <a:pt x="62859" y="63901"/>
                </a:cubicBezTo>
                <a:cubicBezTo>
                  <a:pt x="64959" y="65281"/>
                  <a:pt x="66999" y="66697"/>
                  <a:pt x="69051" y="68101"/>
                </a:cubicBezTo>
                <a:cubicBezTo>
                  <a:pt x="79827" y="75504"/>
                  <a:pt x="89980" y="82499"/>
                  <a:pt x="99977" y="82499"/>
                </a:cubicBezTo>
                <a:lnTo>
                  <a:pt x="99953" y="62773"/>
                </a:lnTo>
                <a:cubicBezTo>
                  <a:pt x="99953" y="59906"/>
                  <a:pt x="97552" y="57625"/>
                  <a:pt x="94672" y="5776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9" name="Красный — SVG 20">
            <a:extLst>
              <a:ext uri="{FF2B5EF4-FFF2-40B4-BE49-F238E27FC236}">
                <a16:creationId xmlns:a16="http://schemas.microsoft.com/office/drawing/2014/main" id="{446389C1-69B3-1C41-B62A-FB57C3E20893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84755 w 170168"/>
              <a:gd name="csY0" fmla="*/ 3 h 153205"/>
              <a:gd name="csX1" fmla="*/ 84330 w 170168"/>
              <a:gd name="csY1" fmla="*/ 105 h 153205"/>
              <a:gd name="csX2" fmla="*/ 81676 w 170168"/>
              <a:gd name="csY2" fmla="*/ 105 h 153205"/>
              <a:gd name="csX3" fmla="*/ 81353 w 170168"/>
              <a:gd name="csY3" fmla="*/ 105 h 153205"/>
              <a:gd name="csX4" fmla="*/ 78103 w 170168"/>
              <a:gd name="csY4" fmla="*/ 3678 h 153205"/>
              <a:gd name="csX5" fmla="*/ 81676 w 170168"/>
              <a:gd name="csY5" fmla="*/ 6910 h 153205"/>
              <a:gd name="csX6" fmla="*/ 81676 w 170168"/>
              <a:gd name="csY6" fmla="*/ 10312 h 153205"/>
              <a:gd name="csX7" fmla="*/ 74870 w 170168"/>
              <a:gd name="csY7" fmla="*/ 10312 h 153205"/>
              <a:gd name="csX8" fmla="*/ 74547 w 170168"/>
              <a:gd name="csY8" fmla="*/ 10312 h 153205"/>
              <a:gd name="csX9" fmla="*/ 71468 w 170168"/>
              <a:gd name="csY9" fmla="*/ 13187 h 153205"/>
              <a:gd name="csX10" fmla="*/ 61685 w 170168"/>
              <a:gd name="csY10" fmla="*/ 71552 h 153205"/>
              <a:gd name="csX11" fmla="*/ 23830 w 170168"/>
              <a:gd name="csY11" fmla="*/ 71552 h 153205"/>
              <a:gd name="csX12" fmla="*/ 20428 w 170168"/>
              <a:gd name="csY12" fmla="*/ 74954 h 153205"/>
              <a:gd name="csX13" fmla="*/ 20428 w 170168"/>
              <a:gd name="csY13" fmla="*/ 85161 h 153205"/>
              <a:gd name="csX14" fmla="*/ 10220 w 170168"/>
              <a:gd name="csY14" fmla="*/ 85161 h 153205"/>
              <a:gd name="csX15" fmla="*/ 6817 w 170168"/>
              <a:gd name="csY15" fmla="*/ 88563 h 153205"/>
              <a:gd name="csX16" fmla="*/ 6817 w 170168"/>
              <a:gd name="csY16" fmla="*/ 98770 h 153205"/>
              <a:gd name="csX17" fmla="*/ 10220 w 170168"/>
              <a:gd name="csY17" fmla="*/ 102172 h 153205"/>
              <a:gd name="csX18" fmla="*/ 159938 w 170168"/>
              <a:gd name="csY18" fmla="*/ 102172 h 153205"/>
              <a:gd name="csX19" fmla="*/ 163340 w 170168"/>
              <a:gd name="csY19" fmla="*/ 98770 h 153205"/>
              <a:gd name="csX20" fmla="*/ 163340 w 170168"/>
              <a:gd name="csY20" fmla="*/ 88563 h 153205"/>
              <a:gd name="csX21" fmla="*/ 159938 w 170168"/>
              <a:gd name="csY21" fmla="*/ 85161 h 153205"/>
              <a:gd name="csX22" fmla="*/ 146327 w 170168"/>
              <a:gd name="csY22" fmla="*/ 85161 h 153205"/>
              <a:gd name="csX23" fmla="*/ 146327 w 170168"/>
              <a:gd name="csY23" fmla="*/ 74954 h 153205"/>
              <a:gd name="csX24" fmla="*/ 142924 w 170168"/>
              <a:gd name="csY24" fmla="*/ 71552 h 153205"/>
              <a:gd name="csX25" fmla="*/ 108472 w 170168"/>
              <a:gd name="csY25" fmla="*/ 71552 h 153205"/>
              <a:gd name="csX26" fmla="*/ 98689 w 170168"/>
              <a:gd name="csY26" fmla="*/ 13187 h 153205"/>
              <a:gd name="csX27" fmla="*/ 95287 w 170168"/>
              <a:gd name="csY27" fmla="*/ 10312 h 153205"/>
              <a:gd name="csX28" fmla="*/ 88481 w 170168"/>
              <a:gd name="csY28" fmla="*/ 10312 h 153205"/>
              <a:gd name="csX29" fmla="*/ 88481 w 170168"/>
              <a:gd name="csY29" fmla="*/ 6910 h 153205"/>
              <a:gd name="csX30" fmla="*/ 91459 w 170168"/>
              <a:gd name="csY30" fmla="*/ 5226 h 153205"/>
              <a:gd name="csX31" fmla="*/ 91459 w 170168"/>
              <a:gd name="csY31" fmla="*/ 1807 h 153205"/>
              <a:gd name="csX32" fmla="*/ 88481 w 170168"/>
              <a:gd name="csY32" fmla="*/ 105 h 153205"/>
              <a:gd name="csX33" fmla="*/ 85708 w 170168"/>
              <a:gd name="csY33" fmla="*/ 105 h 153205"/>
              <a:gd name="csX34" fmla="*/ 84755 w 170168"/>
              <a:gd name="csY34" fmla="*/ 3 h 153205"/>
              <a:gd name="csX35" fmla="*/ 77848 w 170168"/>
              <a:gd name="csY35" fmla="*/ 17117 h 153205"/>
              <a:gd name="csX36" fmla="*/ 81676 w 170168"/>
              <a:gd name="csY36" fmla="*/ 17117 h 153205"/>
              <a:gd name="csX37" fmla="*/ 81676 w 170168"/>
              <a:gd name="csY37" fmla="*/ 71552 h 153205"/>
              <a:gd name="csX38" fmla="*/ 68694 w 170168"/>
              <a:gd name="csY38" fmla="*/ 71552 h 153205"/>
              <a:gd name="csX39" fmla="*/ 77848 w 170168"/>
              <a:gd name="csY39" fmla="*/ 17117 h 153205"/>
              <a:gd name="csX40" fmla="*/ 88481 w 170168"/>
              <a:gd name="csY40" fmla="*/ 17117 h 153205"/>
              <a:gd name="csX41" fmla="*/ 92309 w 170168"/>
              <a:gd name="csY41" fmla="*/ 17117 h 153205"/>
              <a:gd name="csX42" fmla="*/ 101445 w 170168"/>
              <a:gd name="csY42" fmla="*/ 71552 h 153205"/>
              <a:gd name="csX43" fmla="*/ 88481 w 170168"/>
              <a:gd name="csY43" fmla="*/ 71552 h 153205"/>
              <a:gd name="csX44" fmla="*/ 88481 w 170168"/>
              <a:gd name="csY44" fmla="*/ 17117 h 153205"/>
              <a:gd name="csX45" fmla="*/ 37441 w 170168"/>
              <a:gd name="csY45" fmla="*/ 105574 h 153205"/>
              <a:gd name="csX46" fmla="*/ 37441 w 170168"/>
              <a:gd name="csY46" fmla="*/ 123334 h 153205"/>
              <a:gd name="csX47" fmla="*/ 47428 w 170168"/>
              <a:gd name="csY47" fmla="*/ 125988 h 153205"/>
              <a:gd name="csX48" fmla="*/ 57857 w 170168"/>
              <a:gd name="csY48" fmla="*/ 123011 h 153205"/>
              <a:gd name="csX49" fmla="*/ 57857 w 170168"/>
              <a:gd name="csY49" fmla="*/ 105574 h 153205"/>
              <a:gd name="csX50" fmla="*/ 37441 w 170168"/>
              <a:gd name="csY50" fmla="*/ 105574 h 153205"/>
              <a:gd name="csX51" fmla="*/ 112300 w 170168"/>
              <a:gd name="csY51" fmla="*/ 105574 h 153205"/>
              <a:gd name="csX52" fmla="*/ 112300 w 170168"/>
              <a:gd name="csY52" fmla="*/ 123011 h 153205"/>
              <a:gd name="csX53" fmla="*/ 122712 w 170168"/>
              <a:gd name="csY53" fmla="*/ 125988 h 153205"/>
              <a:gd name="csX54" fmla="*/ 132716 w 170168"/>
              <a:gd name="csY54" fmla="*/ 123334 h 153205"/>
              <a:gd name="csX55" fmla="*/ 132716 w 170168"/>
              <a:gd name="csY55" fmla="*/ 105574 h 153205"/>
              <a:gd name="csX56" fmla="*/ 112300 w 170168"/>
              <a:gd name="csY56" fmla="*/ 105574 h 153205"/>
              <a:gd name="csX57" fmla="*/ 27964 w 170168"/>
              <a:gd name="csY57" fmla="*/ 125988 h 153205"/>
              <a:gd name="csX58" fmla="*/ 26263 w 170168"/>
              <a:gd name="csY58" fmla="*/ 126838 h 153205"/>
              <a:gd name="csX59" fmla="*/ 9675 w 170168"/>
              <a:gd name="csY59" fmla="*/ 132792 h 153205"/>
              <a:gd name="csX60" fmla="*/ 4043 w 170168"/>
              <a:gd name="csY60" fmla="*/ 132265 h 153205"/>
              <a:gd name="csX61" fmla="*/ 63 w 170168"/>
              <a:gd name="csY61" fmla="*/ 134986 h 153205"/>
              <a:gd name="csX62" fmla="*/ 2767 w 170168"/>
              <a:gd name="csY62" fmla="*/ 138967 h 153205"/>
              <a:gd name="csX63" fmla="*/ 9675 w 170168"/>
              <a:gd name="csY63" fmla="*/ 139597 h 153205"/>
              <a:gd name="csX64" fmla="*/ 28509 w 170168"/>
              <a:gd name="csY64" fmla="*/ 133217 h 153205"/>
              <a:gd name="csX65" fmla="*/ 47428 w 170168"/>
              <a:gd name="csY65" fmla="*/ 139597 h 153205"/>
              <a:gd name="csX66" fmla="*/ 66142 w 170168"/>
              <a:gd name="csY66" fmla="*/ 133217 h 153205"/>
              <a:gd name="csX67" fmla="*/ 85079 w 170168"/>
              <a:gd name="csY67" fmla="*/ 139597 h 153205"/>
              <a:gd name="csX68" fmla="*/ 103997 w 170168"/>
              <a:gd name="csY68" fmla="*/ 133217 h 153205"/>
              <a:gd name="csX69" fmla="*/ 122712 w 170168"/>
              <a:gd name="csY69" fmla="*/ 139597 h 153205"/>
              <a:gd name="csX70" fmla="*/ 141648 w 170168"/>
              <a:gd name="csY70" fmla="*/ 133217 h 153205"/>
              <a:gd name="csX71" fmla="*/ 160465 w 170168"/>
              <a:gd name="csY71" fmla="*/ 139597 h 153205"/>
              <a:gd name="csX72" fmla="*/ 168019 w 170168"/>
              <a:gd name="csY72" fmla="*/ 138219 h 153205"/>
              <a:gd name="csX73" fmla="*/ 169924 w 170168"/>
              <a:gd name="csY73" fmla="*/ 133762 h 153205"/>
              <a:gd name="csX74" fmla="*/ 165467 w 170168"/>
              <a:gd name="csY74" fmla="*/ 131839 h 153205"/>
              <a:gd name="csX75" fmla="*/ 160465 w 170168"/>
              <a:gd name="csY75" fmla="*/ 132792 h 153205"/>
              <a:gd name="csX76" fmla="*/ 143877 w 170168"/>
              <a:gd name="csY76" fmla="*/ 126838 h 153205"/>
              <a:gd name="csX77" fmla="*/ 139300 w 170168"/>
              <a:gd name="csY77" fmla="*/ 126838 h 153205"/>
              <a:gd name="csX78" fmla="*/ 122712 w 170168"/>
              <a:gd name="csY78" fmla="*/ 132792 h 153205"/>
              <a:gd name="csX79" fmla="*/ 106226 w 170168"/>
              <a:gd name="csY79" fmla="*/ 126838 h 153205"/>
              <a:gd name="csX80" fmla="*/ 101667 w 170168"/>
              <a:gd name="csY80" fmla="*/ 126838 h 153205"/>
              <a:gd name="csX81" fmla="*/ 85079 w 170168"/>
              <a:gd name="csY81" fmla="*/ 132792 h 153205"/>
              <a:gd name="csX82" fmla="*/ 68490 w 170168"/>
              <a:gd name="csY82" fmla="*/ 126838 h 153205"/>
              <a:gd name="csX83" fmla="*/ 63914 w 170168"/>
              <a:gd name="csY83" fmla="*/ 126838 h 153205"/>
              <a:gd name="csX84" fmla="*/ 47428 w 170168"/>
              <a:gd name="csY84" fmla="*/ 132792 h 153205"/>
              <a:gd name="csX85" fmla="*/ 30840 w 170168"/>
              <a:gd name="csY85" fmla="*/ 126838 h 153205"/>
              <a:gd name="csX86" fmla="*/ 27964 w 170168"/>
              <a:gd name="csY86" fmla="*/ 125988 h 153205"/>
              <a:gd name="csX87" fmla="*/ 27964 w 170168"/>
              <a:gd name="csY87" fmla="*/ 139597 h 153205"/>
              <a:gd name="csX88" fmla="*/ 26263 w 170168"/>
              <a:gd name="csY88" fmla="*/ 140447 h 153205"/>
              <a:gd name="csX89" fmla="*/ 9675 w 170168"/>
              <a:gd name="csY89" fmla="*/ 146401 h 153205"/>
              <a:gd name="csX90" fmla="*/ 4043 w 170168"/>
              <a:gd name="csY90" fmla="*/ 145874 h 153205"/>
              <a:gd name="csX91" fmla="*/ 63 w 170168"/>
              <a:gd name="csY91" fmla="*/ 148595 h 153205"/>
              <a:gd name="csX92" fmla="*/ 2767 w 170168"/>
              <a:gd name="csY92" fmla="*/ 152576 h 153205"/>
              <a:gd name="csX93" fmla="*/ 9675 w 170168"/>
              <a:gd name="csY93" fmla="*/ 153205 h 153205"/>
              <a:gd name="csX94" fmla="*/ 28509 w 170168"/>
              <a:gd name="csY94" fmla="*/ 146826 h 153205"/>
              <a:gd name="csX95" fmla="*/ 47428 w 170168"/>
              <a:gd name="csY95" fmla="*/ 153205 h 153205"/>
              <a:gd name="csX96" fmla="*/ 66142 w 170168"/>
              <a:gd name="csY96" fmla="*/ 146826 h 153205"/>
              <a:gd name="csX97" fmla="*/ 85079 w 170168"/>
              <a:gd name="csY97" fmla="*/ 153205 h 153205"/>
              <a:gd name="csX98" fmla="*/ 103997 w 170168"/>
              <a:gd name="csY98" fmla="*/ 146826 h 153205"/>
              <a:gd name="csX99" fmla="*/ 122712 w 170168"/>
              <a:gd name="csY99" fmla="*/ 153205 h 153205"/>
              <a:gd name="csX100" fmla="*/ 141648 w 170168"/>
              <a:gd name="csY100" fmla="*/ 146826 h 153205"/>
              <a:gd name="csX101" fmla="*/ 160465 w 170168"/>
              <a:gd name="csY101" fmla="*/ 153205 h 153205"/>
              <a:gd name="csX102" fmla="*/ 168019 w 170168"/>
              <a:gd name="csY102" fmla="*/ 151827 h 153205"/>
              <a:gd name="csX103" fmla="*/ 169924 w 170168"/>
              <a:gd name="csY103" fmla="*/ 147371 h 153205"/>
              <a:gd name="csX104" fmla="*/ 165467 w 170168"/>
              <a:gd name="csY104" fmla="*/ 145448 h 153205"/>
              <a:gd name="csX105" fmla="*/ 160465 w 170168"/>
              <a:gd name="csY105" fmla="*/ 146401 h 153205"/>
              <a:gd name="csX106" fmla="*/ 143877 w 170168"/>
              <a:gd name="csY106" fmla="*/ 140447 h 153205"/>
              <a:gd name="csX107" fmla="*/ 139300 w 170168"/>
              <a:gd name="csY107" fmla="*/ 140447 h 153205"/>
              <a:gd name="csX108" fmla="*/ 122712 w 170168"/>
              <a:gd name="csY108" fmla="*/ 146401 h 153205"/>
              <a:gd name="csX109" fmla="*/ 106226 w 170168"/>
              <a:gd name="csY109" fmla="*/ 140447 h 153205"/>
              <a:gd name="csX110" fmla="*/ 101667 w 170168"/>
              <a:gd name="csY110" fmla="*/ 140447 h 153205"/>
              <a:gd name="csX111" fmla="*/ 85079 w 170168"/>
              <a:gd name="csY111" fmla="*/ 146401 h 153205"/>
              <a:gd name="csX112" fmla="*/ 68490 w 170168"/>
              <a:gd name="csY112" fmla="*/ 140447 h 153205"/>
              <a:gd name="csX113" fmla="*/ 63914 w 170168"/>
              <a:gd name="csY113" fmla="*/ 140447 h 153205"/>
              <a:gd name="csX114" fmla="*/ 47428 w 170168"/>
              <a:gd name="csY114" fmla="*/ 146401 h 153205"/>
              <a:gd name="csX115" fmla="*/ 30840 w 170168"/>
              <a:gd name="csY115" fmla="*/ 140447 h 153205"/>
              <a:gd name="csX116" fmla="*/ 27964 w 170168"/>
              <a:gd name="csY116" fmla="*/ 139597 h 153205"/>
            </a:gdLst>
            <a:ahLst/>
            <a:cxnLst/>
            <a:rect l="l" t="t" r="r" b="b"/>
            <a:pathLst>
              <a:path w="100000" h="100000">
                <a:moveTo>
                  <a:pt x="49807" y="4986"/>
                </a:moveTo>
                <a:cubicBezTo>
                  <a:pt x="49717" y="5006"/>
                  <a:pt x="49637" y="5026"/>
                  <a:pt x="49557" y="5046"/>
                </a:cubicBezTo>
                <a:lnTo>
                  <a:pt x="47997" y="5046"/>
                </a:lnTo>
                <a:cubicBezTo>
                  <a:pt x="47927" y="5046"/>
                  <a:pt x="47867" y="5046"/>
                  <a:pt x="47807" y="5046"/>
                </a:cubicBezTo>
                <a:cubicBezTo>
                  <a:pt x="46707" y="5106"/>
                  <a:pt x="45848" y="6046"/>
                  <a:pt x="45898" y="7146"/>
                </a:cubicBezTo>
                <a:cubicBezTo>
                  <a:pt x="45958" y="8245"/>
                  <a:pt x="46887" y="9105"/>
                  <a:pt x="47997" y="9045"/>
                </a:cubicBezTo>
                <a:lnTo>
                  <a:pt x="47997" y="11044"/>
                </a:lnTo>
                <a:lnTo>
                  <a:pt x="43998" y="11044"/>
                </a:lnTo>
                <a:cubicBezTo>
                  <a:pt x="43928" y="11044"/>
                  <a:pt x="43868" y="11044"/>
                  <a:pt x="43808" y="11044"/>
                </a:cubicBezTo>
                <a:cubicBezTo>
                  <a:pt x="42888" y="11124"/>
                  <a:pt x="42138" y="11824"/>
                  <a:pt x="41998" y="12734"/>
                </a:cubicBezTo>
                <a:lnTo>
                  <a:pt x="36249" y="47032"/>
                </a:lnTo>
                <a:lnTo>
                  <a:pt x="14004" y="47032"/>
                </a:lnTo>
                <a:cubicBezTo>
                  <a:pt x="12894" y="47032"/>
                  <a:pt x="12005" y="47932"/>
                  <a:pt x="12005" y="49031"/>
                </a:cubicBezTo>
                <a:lnTo>
                  <a:pt x="12005" y="55029"/>
                </a:lnTo>
                <a:lnTo>
                  <a:pt x="6006" y="55029"/>
                </a:lnTo>
                <a:cubicBezTo>
                  <a:pt x="4896" y="55029"/>
                  <a:pt x="4006" y="55919"/>
                  <a:pt x="4006" y="57029"/>
                </a:cubicBezTo>
                <a:lnTo>
                  <a:pt x="4006" y="63027"/>
                </a:lnTo>
                <a:cubicBezTo>
                  <a:pt x="4006" y="64136"/>
                  <a:pt x="4896" y="65026"/>
                  <a:pt x="6006" y="65026"/>
                </a:cubicBezTo>
                <a:lnTo>
                  <a:pt x="93988" y="65026"/>
                </a:lnTo>
                <a:cubicBezTo>
                  <a:pt x="95088" y="65026"/>
                  <a:pt x="95987" y="64136"/>
                  <a:pt x="95987" y="63027"/>
                </a:cubicBezTo>
                <a:lnTo>
                  <a:pt x="95987" y="57029"/>
                </a:lnTo>
                <a:cubicBezTo>
                  <a:pt x="95987" y="55919"/>
                  <a:pt x="95088" y="55029"/>
                  <a:pt x="93988" y="55029"/>
                </a:cubicBezTo>
                <a:lnTo>
                  <a:pt x="85990" y="55029"/>
                </a:lnTo>
                <a:lnTo>
                  <a:pt x="85990" y="49031"/>
                </a:lnTo>
                <a:cubicBezTo>
                  <a:pt x="85990" y="47932"/>
                  <a:pt x="85090" y="47032"/>
                  <a:pt x="83990" y="47032"/>
                </a:cubicBezTo>
                <a:lnTo>
                  <a:pt x="63744" y="47032"/>
                </a:lnTo>
                <a:lnTo>
                  <a:pt x="57995" y="12734"/>
                </a:lnTo>
                <a:cubicBezTo>
                  <a:pt x="57835" y="11754"/>
                  <a:pt x="56985" y="11034"/>
                  <a:pt x="55996" y="11044"/>
                </a:cubicBezTo>
                <a:lnTo>
                  <a:pt x="51996" y="11044"/>
                </a:lnTo>
                <a:lnTo>
                  <a:pt x="51996" y="9045"/>
                </a:lnTo>
                <a:cubicBezTo>
                  <a:pt x="52706" y="9055"/>
                  <a:pt x="53386" y="8685"/>
                  <a:pt x="53746" y="8055"/>
                </a:cubicBezTo>
                <a:cubicBezTo>
                  <a:pt x="54106" y="7435"/>
                  <a:pt x="54106" y="6665"/>
                  <a:pt x="53746" y="6046"/>
                </a:cubicBezTo>
                <a:cubicBezTo>
                  <a:pt x="53386" y="5416"/>
                  <a:pt x="52706" y="5046"/>
                  <a:pt x="51996" y="5046"/>
                </a:cubicBezTo>
                <a:lnTo>
                  <a:pt x="50367" y="5046"/>
                </a:lnTo>
                <a:cubicBezTo>
                  <a:pt x="50187" y="5006"/>
                  <a:pt x="49997" y="4976"/>
                  <a:pt x="49807" y="4986"/>
                </a:cubicBezTo>
                <a:close/>
                <a:moveTo>
                  <a:pt x="45748" y="15043"/>
                </a:moveTo>
                <a:lnTo>
                  <a:pt x="47997" y="15043"/>
                </a:lnTo>
                <a:lnTo>
                  <a:pt x="47997" y="47032"/>
                </a:lnTo>
                <a:lnTo>
                  <a:pt x="40368" y="47032"/>
                </a:lnTo>
                <a:lnTo>
                  <a:pt x="45748" y="15043"/>
                </a:lnTo>
                <a:close/>
                <a:moveTo>
                  <a:pt x="51996" y="15043"/>
                </a:moveTo>
                <a:lnTo>
                  <a:pt x="54246" y="15043"/>
                </a:lnTo>
                <a:lnTo>
                  <a:pt x="59615" y="47032"/>
                </a:lnTo>
                <a:lnTo>
                  <a:pt x="51996" y="47032"/>
                </a:lnTo>
                <a:lnTo>
                  <a:pt x="51996" y="15043"/>
                </a:lnTo>
                <a:close/>
                <a:moveTo>
                  <a:pt x="22002" y="67025"/>
                </a:moveTo>
                <a:lnTo>
                  <a:pt x="22002" y="77462"/>
                </a:lnTo>
                <a:cubicBezTo>
                  <a:pt x="23782" y="78532"/>
                  <a:pt x="26161" y="79022"/>
                  <a:pt x="27871" y="79022"/>
                </a:cubicBezTo>
                <a:cubicBezTo>
                  <a:pt x="29681" y="79022"/>
                  <a:pt x="32181" y="78482"/>
                  <a:pt x="34000" y="77272"/>
                </a:cubicBezTo>
                <a:lnTo>
                  <a:pt x="34000" y="67025"/>
                </a:lnTo>
                <a:lnTo>
                  <a:pt x="22002" y="67025"/>
                </a:lnTo>
                <a:close/>
                <a:moveTo>
                  <a:pt x="65994" y="67025"/>
                </a:moveTo>
                <a:lnTo>
                  <a:pt x="65994" y="77272"/>
                </a:lnTo>
                <a:cubicBezTo>
                  <a:pt x="67814" y="78482"/>
                  <a:pt x="70303" y="79022"/>
                  <a:pt x="72112" y="79022"/>
                </a:cubicBezTo>
                <a:cubicBezTo>
                  <a:pt x="73822" y="79022"/>
                  <a:pt x="76202" y="78522"/>
                  <a:pt x="77991" y="77462"/>
                </a:cubicBezTo>
                <a:lnTo>
                  <a:pt x="77991" y="67025"/>
                </a:lnTo>
                <a:lnTo>
                  <a:pt x="65994" y="67025"/>
                </a:lnTo>
                <a:close/>
                <a:moveTo>
                  <a:pt x="16433" y="79022"/>
                </a:moveTo>
                <a:cubicBezTo>
                  <a:pt x="16064" y="79092"/>
                  <a:pt x="15713" y="79271"/>
                  <a:pt x="15434" y="79521"/>
                </a:cubicBezTo>
                <a:cubicBezTo>
                  <a:pt x="12714" y="82040"/>
                  <a:pt x="8335" y="83020"/>
                  <a:pt x="5686" y="83020"/>
                </a:cubicBezTo>
                <a:cubicBezTo>
                  <a:pt x="4446" y="83020"/>
                  <a:pt x="3406" y="82900"/>
                  <a:pt x="2376" y="82710"/>
                </a:cubicBezTo>
                <a:cubicBezTo>
                  <a:pt x="1286" y="82500"/>
                  <a:pt x="247" y="83220"/>
                  <a:pt x="37" y="84309"/>
                </a:cubicBezTo>
                <a:cubicBezTo>
                  <a:pt x="-173" y="85389"/>
                  <a:pt x="537" y="86439"/>
                  <a:pt x="1626" y="86649"/>
                </a:cubicBezTo>
                <a:cubicBezTo>
                  <a:pt x="2816" y="86859"/>
                  <a:pt x="4166" y="87019"/>
                  <a:pt x="5686" y="87019"/>
                </a:cubicBezTo>
                <a:cubicBezTo>
                  <a:pt x="8815" y="87019"/>
                  <a:pt x="13124" y="85949"/>
                  <a:pt x="16753" y="83270"/>
                </a:cubicBezTo>
                <a:cubicBezTo>
                  <a:pt x="20383" y="85979"/>
                  <a:pt x="24742" y="87019"/>
                  <a:pt x="27871" y="87019"/>
                </a:cubicBezTo>
                <a:cubicBezTo>
                  <a:pt x="31001" y="87019"/>
                  <a:pt x="35250" y="85949"/>
                  <a:pt x="38869" y="83270"/>
                </a:cubicBezTo>
                <a:cubicBezTo>
                  <a:pt x="42498" y="85969"/>
                  <a:pt x="46858" y="87019"/>
                  <a:pt x="49997" y="87019"/>
                </a:cubicBezTo>
                <a:cubicBezTo>
                  <a:pt x="53126" y="87019"/>
                  <a:pt x="57486" y="85969"/>
                  <a:pt x="61114" y="83270"/>
                </a:cubicBezTo>
                <a:cubicBezTo>
                  <a:pt x="64744" y="85949"/>
                  <a:pt x="68993" y="87019"/>
                  <a:pt x="72112" y="87019"/>
                </a:cubicBezTo>
                <a:cubicBezTo>
                  <a:pt x="75242" y="87019"/>
                  <a:pt x="79601" y="85979"/>
                  <a:pt x="83240" y="83270"/>
                </a:cubicBezTo>
                <a:cubicBezTo>
                  <a:pt x="86859" y="85949"/>
                  <a:pt x="91169" y="87019"/>
                  <a:pt x="94298" y="87019"/>
                </a:cubicBezTo>
                <a:cubicBezTo>
                  <a:pt x="96057" y="87019"/>
                  <a:pt x="97527" y="86699"/>
                  <a:pt x="98737" y="86209"/>
                </a:cubicBezTo>
                <a:cubicBezTo>
                  <a:pt x="99767" y="85799"/>
                  <a:pt x="100267" y="84630"/>
                  <a:pt x="99857" y="83590"/>
                </a:cubicBezTo>
                <a:cubicBezTo>
                  <a:pt x="99447" y="82550"/>
                  <a:pt x="98267" y="82050"/>
                  <a:pt x="97237" y="82460"/>
                </a:cubicBezTo>
                <a:cubicBezTo>
                  <a:pt x="96468" y="82770"/>
                  <a:pt x="95558" y="83020"/>
                  <a:pt x="94298" y="83020"/>
                </a:cubicBezTo>
                <a:cubicBezTo>
                  <a:pt x="91648" y="83020"/>
                  <a:pt x="87270" y="82040"/>
                  <a:pt x="84550" y="79521"/>
                </a:cubicBezTo>
                <a:cubicBezTo>
                  <a:pt x="83780" y="78831"/>
                  <a:pt x="82630" y="78831"/>
                  <a:pt x="81860" y="79521"/>
                </a:cubicBezTo>
                <a:cubicBezTo>
                  <a:pt x="79131" y="82040"/>
                  <a:pt x="74762" y="83020"/>
                  <a:pt x="72112" y="83020"/>
                </a:cubicBezTo>
                <a:cubicBezTo>
                  <a:pt x="69463" y="83020"/>
                  <a:pt x="65154" y="82040"/>
                  <a:pt x="62424" y="79521"/>
                </a:cubicBezTo>
                <a:cubicBezTo>
                  <a:pt x="61664" y="78831"/>
                  <a:pt x="60505" y="78831"/>
                  <a:pt x="59745" y="79521"/>
                </a:cubicBezTo>
                <a:cubicBezTo>
                  <a:pt x="57015" y="82040"/>
                  <a:pt x="52636" y="83020"/>
                  <a:pt x="49997" y="83020"/>
                </a:cubicBezTo>
                <a:cubicBezTo>
                  <a:pt x="47347" y="83020"/>
                  <a:pt x="42968" y="82040"/>
                  <a:pt x="40248" y="79521"/>
                </a:cubicBezTo>
                <a:cubicBezTo>
                  <a:pt x="39479" y="78831"/>
                  <a:pt x="38319" y="78831"/>
                  <a:pt x="37559" y="79521"/>
                </a:cubicBezTo>
                <a:cubicBezTo>
                  <a:pt x="34830" y="82040"/>
                  <a:pt x="30520" y="83020"/>
                  <a:pt x="27871" y="83020"/>
                </a:cubicBezTo>
                <a:cubicBezTo>
                  <a:pt x="25222" y="83020"/>
                  <a:pt x="20853" y="82040"/>
                  <a:pt x="18123" y="79521"/>
                </a:cubicBezTo>
                <a:cubicBezTo>
                  <a:pt x="17673" y="79102"/>
                  <a:pt x="17043" y="78921"/>
                  <a:pt x="16433" y="79022"/>
                </a:cubicBezTo>
                <a:close/>
                <a:moveTo>
                  <a:pt x="16433" y="87019"/>
                </a:moveTo>
                <a:cubicBezTo>
                  <a:pt x="16064" y="87089"/>
                  <a:pt x="15713" y="87269"/>
                  <a:pt x="15434" y="87519"/>
                </a:cubicBezTo>
                <a:cubicBezTo>
                  <a:pt x="12714" y="90038"/>
                  <a:pt x="8335" y="91017"/>
                  <a:pt x="5686" y="91017"/>
                </a:cubicBezTo>
                <a:cubicBezTo>
                  <a:pt x="4446" y="91017"/>
                  <a:pt x="3406" y="90898"/>
                  <a:pt x="2376" y="90708"/>
                </a:cubicBezTo>
                <a:cubicBezTo>
                  <a:pt x="1286" y="90497"/>
                  <a:pt x="247" y="91217"/>
                  <a:pt x="37" y="92307"/>
                </a:cubicBezTo>
                <a:cubicBezTo>
                  <a:pt x="-173" y="93387"/>
                  <a:pt x="537" y="94436"/>
                  <a:pt x="1626" y="94646"/>
                </a:cubicBezTo>
                <a:cubicBezTo>
                  <a:pt x="2816" y="94856"/>
                  <a:pt x="4166" y="95016"/>
                  <a:pt x="5686" y="95016"/>
                </a:cubicBezTo>
                <a:cubicBezTo>
                  <a:pt x="8815" y="95016"/>
                  <a:pt x="13124" y="93946"/>
                  <a:pt x="16753" y="91267"/>
                </a:cubicBezTo>
                <a:cubicBezTo>
                  <a:pt x="20383" y="93976"/>
                  <a:pt x="24742" y="95016"/>
                  <a:pt x="27871" y="95016"/>
                </a:cubicBezTo>
                <a:cubicBezTo>
                  <a:pt x="31001" y="95016"/>
                  <a:pt x="35250" y="93946"/>
                  <a:pt x="38869" y="91267"/>
                </a:cubicBezTo>
                <a:cubicBezTo>
                  <a:pt x="42498" y="93966"/>
                  <a:pt x="46858" y="95016"/>
                  <a:pt x="49997" y="95016"/>
                </a:cubicBezTo>
                <a:cubicBezTo>
                  <a:pt x="53126" y="95016"/>
                  <a:pt x="57486" y="93966"/>
                  <a:pt x="61114" y="91267"/>
                </a:cubicBezTo>
                <a:cubicBezTo>
                  <a:pt x="64744" y="93946"/>
                  <a:pt x="68993" y="95016"/>
                  <a:pt x="72112" y="95016"/>
                </a:cubicBezTo>
                <a:cubicBezTo>
                  <a:pt x="75242" y="95016"/>
                  <a:pt x="79601" y="93976"/>
                  <a:pt x="83240" y="91267"/>
                </a:cubicBezTo>
                <a:cubicBezTo>
                  <a:pt x="86859" y="93946"/>
                  <a:pt x="91169" y="95016"/>
                  <a:pt x="94298" y="95016"/>
                </a:cubicBezTo>
                <a:cubicBezTo>
                  <a:pt x="96057" y="95016"/>
                  <a:pt x="97527" y="94696"/>
                  <a:pt x="98737" y="94206"/>
                </a:cubicBezTo>
                <a:cubicBezTo>
                  <a:pt x="99767" y="93796"/>
                  <a:pt x="100267" y="92627"/>
                  <a:pt x="99857" y="91587"/>
                </a:cubicBezTo>
                <a:cubicBezTo>
                  <a:pt x="99447" y="90547"/>
                  <a:pt x="98267" y="90048"/>
                  <a:pt x="97237" y="90457"/>
                </a:cubicBezTo>
                <a:cubicBezTo>
                  <a:pt x="96468" y="90768"/>
                  <a:pt x="95558" y="91017"/>
                  <a:pt x="94298" y="91017"/>
                </a:cubicBezTo>
                <a:cubicBezTo>
                  <a:pt x="91648" y="91017"/>
                  <a:pt x="87270" y="90038"/>
                  <a:pt x="84550" y="87519"/>
                </a:cubicBezTo>
                <a:cubicBezTo>
                  <a:pt x="83780" y="86829"/>
                  <a:pt x="82630" y="86829"/>
                  <a:pt x="81860" y="87519"/>
                </a:cubicBezTo>
                <a:cubicBezTo>
                  <a:pt x="79131" y="90038"/>
                  <a:pt x="74762" y="91017"/>
                  <a:pt x="72112" y="91017"/>
                </a:cubicBezTo>
                <a:cubicBezTo>
                  <a:pt x="69463" y="91017"/>
                  <a:pt x="65154" y="90038"/>
                  <a:pt x="62424" y="87519"/>
                </a:cubicBezTo>
                <a:cubicBezTo>
                  <a:pt x="61664" y="86829"/>
                  <a:pt x="60505" y="86829"/>
                  <a:pt x="59745" y="87519"/>
                </a:cubicBezTo>
                <a:cubicBezTo>
                  <a:pt x="57015" y="90038"/>
                  <a:pt x="52636" y="91017"/>
                  <a:pt x="49997" y="91017"/>
                </a:cubicBezTo>
                <a:cubicBezTo>
                  <a:pt x="47347" y="91017"/>
                  <a:pt x="42968" y="90038"/>
                  <a:pt x="40248" y="87519"/>
                </a:cubicBezTo>
                <a:cubicBezTo>
                  <a:pt x="39479" y="86829"/>
                  <a:pt x="38319" y="86829"/>
                  <a:pt x="37559" y="87519"/>
                </a:cubicBezTo>
                <a:cubicBezTo>
                  <a:pt x="34830" y="90038"/>
                  <a:pt x="30520" y="91017"/>
                  <a:pt x="27871" y="91017"/>
                </a:cubicBezTo>
                <a:cubicBezTo>
                  <a:pt x="25222" y="91017"/>
                  <a:pt x="20853" y="90038"/>
                  <a:pt x="18123" y="87519"/>
                </a:cubicBezTo>
                <a:cubicBezTo>
                  <a:pt x="17673" y="87099"/>
                  <a:pt x="17043" y="86919"/>
                  <a:pt x="16433" y="8701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0" name="Красный — SVG 21">
            <a:extLst>
              <a:ext uri="{FF2B5EF4-FFF2-40B4-BE49-F238E27FC236}">
                <a16:creationId xmlns:a16="http://schemas.microsoft.com/office/drawing/2014/main" id="{9FB8A869-959A-1F4D-8F77-2D943C7A6015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5392 w 120663"/>
              <a:gd name="csY0" fmla="*/ 1 h 134678"/>
              <a:gd name="csX1" fmla="*/ 3335 w 120663"/>
              <a:gd name="csY1" fmla="*/ 393 h 134678"/>
              <a:gd name="csX2" fmla="*/ 1584 w 120663"/>
              <a:gd name="csY2" fmla="*/ 1532 h 134678"/>
              <a:gd name="csX3" fmla="*/ 412 w 120663"/>
              <a:gd name="csY3" fmla="*/ 3268 h 134678"/>
              <a:gd name="csX4" fmla="*/ 0 w 120663"/>
              <a:gd name="csY4" fmla="*/ 5326 h 134678"/>
              <a:gd name="csX5" fmla="*/ 412 w 120663"/>
              <a:gd name="csY5" fmla="*/ 7367 h 134678"/>
              <a:gd name="csX6" fmla="*/ 1584 w 120663"/>
              <a:gd name="csY6" fmla="*/ 9102 h 134678"/>
              <a:gd name="csX7" fmla="*/ 3335 w 120663"/>
              <a:gd name="csY7" fmla="*/ 10259 h 134678"/>
              <a:gd name="csX8" fmla="*/ 5392 w 120663"/>
              <a:gd name="csY8" fmla="*/ 10633 h 134678"/>
              <a:gd name="csX9" fmla="*/ 10709 w 120663"/>
              <a:gd name="csY9" fmla="*/ 10633 h 134678"/>
              <a:gd name="csX10" fmla="*/ 10709 w 120663"/>
              <a:gd name="csY10" fmla="*/ 81638 h 134678"/>
              <a:gd name="csX11" fmla="*/ 76 w 120663"/>
              <a:gd name="csY11" fmla="*/ 93920 h 134678"/>
              <a:gd name="csX12" fmla="*/ 76 w 120663"/>
              <a:gd name="csY12" fmla="*/ 129354 h 134678"/>
              <a:gd name="csX13" fmla="*/ 5392 w 120663"/>
              <a:gd name="csY13" fmla="*/ 134678 h 134678"/>
              <a:gd name="csX14" fmla="*/ 44382 w 120663"/>
              <a:gd name="csY14" fmla="*/ 134678 h 134678"/>
              <a:gd name="csX15" fmla="*/ 49698 w 120663"/>
              <a:gd name="csY15" fmla="*/ 129354 h 134678"/>
              <a:gd name="csX16" fmla="*/ 49698 w 120663"/>
              <a:gd name="csY16" fmla="*/ 106321 h 134678"/>
              <a:gd name="csX17" fmla="*/ 53243 w 120663"/>
              <a:gd name="csY17" fmla="*/ 102783 h 134678"/>
              <a:gd name="csX18" fmla="*/ 67420 w 120663"/>
              <a:gd name="csY18" fmla="*/ 102783 h 134678"/>
              <a:gd name="csX19" fmla="*/ 70965 w 120663"/>
              <a:gd name="csY19" fmla="*/ 106321 h 134678"/>
              <a:gd name="csX20" fmla="*/ 70965 w 120663"/>
              <a:gd name="csY20" fmla="*/ 129354 h 134678"/>
              <a:gd name="csX21" fmla="*/ 76282 w 120663"/>
              <a:gd name="csY21" fmla="*/ 134678 h 134678"/>
              <a:gd name="csX22" fmla="*/ 115271 w 120663"/>
              <a:gd name="csY22" fmla="*/ 134678 h 134678"/>
              <a:gd name="csX23" fmla="*/ 120587 w 120663"/>
              <a:gd name="csY23" fmla="*/ 129354 h 134678"/>
              <a:gd name="csX24" fmla="*/ 120587 w 120663"/>
              <a:gd name="csY24" fmla="*/ 93920 h 134678"/>
              <a:gd name="csX25" fmla="*/ 109954 w 120663"/>
              <a:gd name="csY25" fmla="*/ 81638 h 134678"/>
              <a:gd name="csX26" fmla="*/ 109954 w 120663"/>
              <a:gd name="csY26" fmla="*/ 10633 h 134678"/>
              <a:gd name="csX27" fmla="*/ 115271 w 120663"/>
              <a:gd name="csY27" fmla="*/ 10633 h 134678"/>
              <a:gd name="csX28" fmla="*/ 117328 w 120663"/>
              <a:gd name="csY28" fmla="*/ 10259 h 134678"/>
              <a:gd name="csX29" fmla="*/ 119079 w 120663"/>
              <a:gd name="csY29" fmla="*/ 9102 h 134678"/>
              <a:gd name="csX30" fmla="*/ 120251 w 120663"/>
              <a:gd name="csY30" fmla="*/ 7367 h 134678"/>
              <a:gd name="csX31" fmla="*/ 120663 w 120663"/>
              <a:gd name="csY31" fmla="*/ 5326 h 134678"/>
              <a:gd name="csX32" fmla="*/ 120251 w 120663"/>
              <a:gd name="csY32" fmla="*/ 3268 h 134678"/>
              <a:gd name="csX33" fmla="*/ 119079 w 120663"/>
              <a:gd name="csY33" fmla="*/ 1532 h 134678"/>
              <a:gd name="csX34" fmla="*/ 117328 w 120663"/>
              <a:gd name="csY34" fmla="*/ 393 h 134678"/>
              <a:gd name="csX35" fmla="*/ 115271 w 120663"/>
              <a:gd name="csY35" fmla="*/ 1 h 134678"/>
              <a:gd name="csX36" fmla="*/ 5392 w 120663"/>
              <a:gd name="csY36" fmla="*/ 1 h 134678"/>
              <a:gd name="csX37" fmla="*/ 31976 w 120663"/>
              <a:gd name="csY37" fmla="*/ 24804 h 134678"/>
              <a:gd name="csX38" fmla="*/ 39065 w 120663"/>
              <a:gd name="csY38" fmla="*/ 24804 h 134678"/>
              <a:gd name="csX39" fmla="*/ 42609 w 120663"/>
              <a:gd name="csY39" fmla="*/ 28359 h 134678"/>
              <a:gd name="csX40" fmla="*/ 42609 w 120663"/>
              <a:gd name="csY40" fmla="*/ 35435 h 134678"/>
              <a:gd name="csX41" fmla="*/ 39065 w 120663"/>
              <a:gd name="csY41" fmla="*/ 38991 h 134678"/>
              <a:gd name="csX42" fmla="*/ 31976 w 120663"/>
              <a:gd name="csY42" fmla="*/ 38991 h 134678"/>
              <a:gd name="csX43" fmla="*/ 28431 w 120663"/>
              <a:gd name="csY43" fmla="*/ 35435 h 134678"/>
              <a:gd name="csX44" fmla="*/ 28431 w 120663"/>
              <a:gd name="csY44" fmla="*/ 28359 h 134678"/>
              <a:gd name="csX45" fmla="*/ 31976 w 120663"/>
              <a:gd name="csY45" fmla="*/ 24804 h 134678"/>
              <a:gd name="csX46" fmla="*/ 56787 w 120663"/>
              <a:gd name="csY46" fmla="*/ 24804 h 134678"/>
              <a:gd name="csX47" fmla="*/ 63876 w 120663"/>
              <a:gd name="csY47" fmla="*/ 24804 h 134678"/>
              <a:gd name="csX48" fmla="*/ 67420 w 120663"/>
              <a:gd name="csY48" fmla="*/ 28359 h 134678"/>
              <a:gd name="csX49" fmla="*/ 67420 w 120663"/>
              <a:gd name="csY49" fmla="*/ 35435 h 134678"/>
              <a:gd name="csX50" fmla="*/ 63876 w 120663"/>
              <a:gd name="csY50" fmla="*/ 38991 h 134678"/>
              <a:gd name="csX51" fmla="*/ 56787 w 120663"/>
              <a:gd name="csY51" fmla="*/ 38991 h 134678"/>
              <a:gd name="csX52" fmla="*/ 53243 w 120663"/>
              <a:gd name="csY52" fmla="*/ 35435 h 134678"/>
              <a:gd name="csX53" fmla="*/ 53243 w 120663"/>
              <a:gd name="csY53" fmla="*/ 28359 h 134678"/>
              <a:gd name="csX54" fmla="*/ 56787 w 120663"/>
              <a:gd name="csY54" fmla="*/ 24804 h 134678"/>
              <a:gd name="csX55" fmla="*/ 81598 w 120663"/>
              <a:gd name="csY55" fmla="*/ 24804 h 134678"/>
              <a:gd name="csX56" fmla="*/ 88687 w 120663"/>
              <a:gd name="csY56" fmla="*/ 24804 h 134678"/>
              <a:gd name="csX57" fmla="*/ 92232 w 120663"/>
              <a:gd name="csY57" fmla="*/ 28359 h 134678"/>
              <a:gd name="csX58" fmla="*/ 92232 w 120663"/>
              <a:gd name="csY58" fmla="*/ 35435 h 134678"/>
              <a:gd name="csX59" fmla="*/ 88687 w 120663"/>
              <a:gd name="csY59" fmla="*/ 38991 h 134678"/>
              <a:gd name="csX60" fmla="*/ 81598 w 120663"/>
              <a:gd name="csY60" fmla="*/ 38991 h 134678"/>
              <a:gd name="csX61" fmla="*/ 78054 w 120663"/>
              <a:gd name="csY61" fmla="*/ 35435 h 134678"/>
              <a:gd name="csX62" fmla="*/ 78054 w 120663"/>
              <a:gd name="csY62" fmla="*/ 28359 h 134678"/>
              <a:gd name="csX63" fmla="*/ 81598 w 120663"/>
              <a:gd name="csY63" fmla="*/ 24804 h 134678"/>
              <a:gd name="csX64" fmla="*/ 31976 w 120663"/>
              <a:gd name="csY64" fmla="*/ 49623 h 134678"/>
              <a:gd name="csX65" fmla="*/ 39065 w 120663"/>
              <a:gd name="csY65" fmla="*/ 49623 h 134678"/>
              <a:gd name="csX66" fmla="*/ 42609 w 120663"/>
              <a:gd name="csY66" fmla="*/ 53161 h 134678"/>
              <a:gd name="csX67" fmla="*/ 42609 w 120663"/>
              <a:gd name="csY67" fmla="*/ 60255 h 134678"/>
              <a:gd name="csX68" fmla="*/ 39065 w 120663"/>
              <a:gd name="csY68" fmla="*/ 63793 h 134678"/>
              <a:gd name="csX69" fmla="*/ 31976 w 120663"/>
              <a:gd name="csY69" fmla="*/ 63793 h 134678"/>
              <a:gd name="csX70" fmla="*/ 28431 w 120663"/>
              <a:gd name="csY70" fmla="*/ 60255 h 134678"/>
              <a:gd name="csX71" fmla="*/ 28431 w 120663"/>
              <a:gd name="csY71" fmla="*/ 53161 h 134678"/>
              <a:gd name="csX72" fmla="*/ 31976 w 120663"/>
              <a:gd name="csY72" fmla="*/ 49623 h 134678"/>
              <a:gd name="csX73" fmla="*/ 56787 w 120663"/>
              <a:gd name="csY73" fmla="*/ 49623 h 134678"/>
              <a:gd name="csX74" fmla="*/ 63876 w 120663"/>
              <a:gd name="csY74" fmla="*/ 49623 h 134678"/>
              <a:gd name="csX75" fmla="*/ 67420 w 120663"/>
              <a:gd name="csY75" fmla="*/ 53161 h 134678"/>
              <a:gd name="csX76" fmla="*/ 67420 w 120663"/>
              <a:gd name="csY76" fmla="*/ 60255 h 134678"/>
              <a:gd name="csX77" fmla="*/ 63876 w 120663"/>
              <a:gd name="csY77" fmla="*/ 63793 h 134678"/>
              <a:gd name="csX78" fmla="*/ 56787 w 120663"/>
              <a:gd name="csY78" fmla="*/ 63793 h 134678"/>
              <a:gd name="csX79" fmla="*/ 53243 w 120663"/>
              <a:gd name="csY79" fmla="*/ 60255 h 134678"/>
              <a:gd name="csX80" fmla="*/ 53243 w 120663"/>
              <a:gd name="csY80" fmla="*/ 53161 h 134678"/>
              <a:gd name="csX81" fmla="*/ 56787 w 120663"/>
              <a:gd name="csY81" fmla="*/ 49623 h 134678"/>
              <a:gd name="csX82" fmla="*/ 81598 w 120663"/>
              <a:gd name="csY82" fmla="*/ 49623 h 134678"/>
              <a:gd name="csX83" fmla="*/ 88687 w 120663"/>
              <a:gd name="csY83" fmla="*/ 49623 h 134678"/>
              <a:gd name="csX84" fmla="*/ 92232 w 120663"/>
              <a:gd name="csY84" fmla="*/ 53161 h 134678"/>
              <a:gd name="csX85" fmla="*/ 92232 w 120663"/>
              <a:gd name="csY85" fmla="*/ 60255 h 134678"/>
              <a:gd name="csX86" fmla="*/ 88687 w 120663"/>
              <a:gd name="csY86" fmla="*/ 63793 h 134678"/>
              <a:gd name="csX87" fmla="*/ 81598 w 120663"/>
              <a:gd name="csY87" fmla="*/ 63793 h 134678"/>
              <a:gd name="csX88" fmla="*/ 78054 w 120663"/>
              <a:gd name="csY88" fmla="*/ 60255 h 134678"/>
              <a:gd name="csX89" fmla="*/ 78054 w 120663"/>
              <a:gd name="csY89" fmla="*/ 53161 h 134678"/>
              <a:gd name="csX90" fmla="*/ 81598 w 120663"/>
              <a:gd name="csY90" fmla="*/ 49623 h 134678"/>
              <a:gd name="csX91" fmla="*/ 31976 w 120663"/>
              <a:gd name="csY91" fmla="*/ 74425 h 134678"/>
              <a:gd name="csX92" fmla="*/ 39065 w 120663"/>
              <a:gd name="csY92" fmla="*/ 74425 h 134678"/>
              <a:gd name="csX93" fmla="*/ 42609 w 120663"/>
              <a:gd name="csY93" fmla="*/ 77963 h 134678"/>
              <a:gd name="csX94" fmla="*/ 42609 w 120663"/>
              <a:gd name="csY94" fmla="*/ 85057 h 134678"/>
              <a:gd name="csX95" fmla="*/ 39065 w 120663"/>
              <a:gd name="csY95" fmla="*/ 88595 h 134678"/>
              <a:gd name="csX96" fmla="*/ 31976 w 120663"/>
              <a:gd name="csY96" fmla="*/ 88595 h 134678"/>
              <a:gd name="csX97" fmla="*/ 28431 w 120663"/>
              <a:gd name="csY97" fmla="*/ 85057 h 134678"/>
              <a:gd name="csX98" fmla="*/ 28431 w 120663"/>
              <a:gd name="csY98" fmla="*/ 77963 h 134678"/>
              <a:gd name="csX99" fmla="*/ 31976 w 120663"/>
              <a:gd name="csY99" fmla="*/ 74425 h 134678"/>
              <a:gd name="csX100" fmla="*/ 56787 w 120663"/>
              <a:gd name="csY100" fmla="*/ 74425 h 134678"/>
              <a:gd name="csX101" fmla="*/ 63876 w 120663"/>
              <a:gd name="csY101" fmla="*/ 74425 h 134678"/>
              <a:gd name="csX102" fmla="*/ 67420 w 120663"/>
              <a:gd name="csY102" fmla="*/ 77963 h 134678"/>
              <a:gd name="csX103" fmla="*/ 67420 w 120663"/>
              <a:gd name="csY103" fmla="*/ 85057 h 134678"/>
              <a:gd name="csX104" fmla="*/ 63876 w 120663"/>
              <a:gd name="csY104" fmla="*/ 88595 h 134678"/>
              <a:gd name="csX105" fmla="*/ 56787 w 120663"/>
              <a:gd name="csY105" fmla="*/ 88595 h 134678"/>
              <a:gd name="csX106" fmla="*/ 53243 w 120663"/>
              <a:gd name="csY106" fmla="*/ 85057 h 134678"/>
              <a:gd name="csX107" fmla="*/ 53243 w 120663"/>
              <a:gd name="csY107" fmla="*/ 77963 h 134678"/>
              <a:gd name="csX108" fmla="*/ 56787 w 120663"/>
              <a:gd name="csY108" fmla="*/ 74425 h 134678"/>
              <a:gd name="csX109" fmla="*/ 81598 w 120663"/>
              <a:gd name="csY109" fmla="*/ 74425 h 134678"/>
              <a:gd name="csX110" fmla="*/ 88687 w 120663"/>
              <a:gd name="csY110" fmla="*/ 74425 h 134678"/>
              <a:gd name="csX111" fmla="*/ 92232 w 120663"/>
              <a:gd name="csY111" fmla="*/ 77963 h 134678"/>
              <a:gd name="csX112" fmla="*/ 92232 w 120663"/>
              <a:gd name="csY112" fmla="*/ 85057 h 134678"/>
              <a:gd name="csX113" fmla="*/ 88687 w 120663"/>
              <a:gd name="csY113" fmla="*/ 88595 h 134678"/>
              <a:gd name="csX114" fmla="*/ 81598 w 120663"/>
              <a:gd name="csY114" fmla="*/ 88595 h 134678"/>
              <a:gd name="csX115" fmla="*/ 78054 w 120663"/>
              <a:gd name="csY115" fmla="*/ 85057 h 134678"/>
              <a:gd name="csX116" fmla="*/ 78054 w 120663"/>
              <a:gd name="csY116" fmla="*/ 77963 h 134678"/>
              <a:gd name="csX117" fmla="*/ 81598 w 120663"/>
              <a:gd name="csY117" fmla="*/ 74425 h 134678"/>
              <a:gd name="csX118" fmla="*/ 21342 w 120663"/>
              <a:gd name="csY118" fmla="*/ 102783 h 134678"/>
              <a:gd name="csX119" fmla="*/ 28431 w 120663"/>
              <a:gd name="csY119" fmla="*/ 102783 h 134678"/>
              <a:gd name="csX120" fmla="*/ 31976 w 120663"/>
              <a:gd name="csY120" fmla="*/ 106321 h 134678"/>
              <a:gd name="csX121" fmla="*/ 31976 w 120663"/>
              <a:gd name="csY121" fmla="*/ 113415 h 134678"/>
              <a:gd name="csX122" fmla="*/ 28431 w 120663"/>
              <a:gd name="csY122" fmla="*/ 116953 h 134678"/>
              <a:gd name="csX123" fmla="*/ 21342 w 120663"/>
              <a:gd name="csY123" fmla="*/ 116953 h 134678"/>
              <a:gd name="csX124" fmla="*/ 17798 w 120663"/>
              <a:gd name="csY124" fmla="*/ 113415 h 134678"/>
              <a:gd name="csX125" fmla="*/ 17798 w 120663"/>
              <a:gd name="csY125" fmla="*/ 106321 h 134678"/>
              <a:gd name="csX126" fmla="*/ 21342 w 120663"/>
              <a:gd name="csY126" fmla="*/ 102783 h 134678"/>
              <a:gd name="csX127" fmla="*/ 92232 w 120663"/>
              <a:gd name="csY127" fmla="*/ 102783 h 134678"/>
              <a:gd name="csX128" fmla="*/ 99321 w 120663"/>
              <a:gd name="csY128" fmla="*/ 102783 h 134678"/>
              <a:gd name="csX129" fmla="*/ 102865 w 120663"/>
              <a:gd name="csY129" fmla="*/ 106321 h 134678"/>
              <a:gd name="csX130" fmla="*/ 102865 w 120663"/>
              <a:gd name="csY130" fmla="*/ 113415 h 134678"/>
              <a:gd name="csX131" fmla="*/ 99321 w 120663"/>
              <a:gd name="csY131" fmla="*/ 116953 h 134678"/>
              <a:gd name="csX132" fmla="*/ 92232 w 120663"/>
              <a:gd name="csY132" fmla="*/ 116953 h 134678"/>
              <a:gd name="csX133" fmla="*/ 88687 w 120663"/>
              <a:gd name="csY133" fmla="*/ 113415 h 134678"/>
              <a:gd name="csX134" fmla="*/ 88687 w 120663"/>
              <a:gd name="csY134" fmla="*/ 106321 h 134678"/>
              <a:gd name="csX135" fmla="*/ 92232 w 120663"/>
              <a:gd name="csY135" fmla="*/ 102783 h 134678"/>
            </a:gdLst>
            <a:ahLst/>
            <a:cxnLst/>
            <a:rect l="l" t="t" r="r" b="b"/>
            <a:pathLst>
              <a:path w="100000" h="100000">
                <a:moveTo>
                  <a:pt x="9207" y="1"/>
                </a:moveTo>
                <a:cubicBezTo>
                  <a:pt x="8684" y="-12"/>
                  <a:pt x="8164" y="89"/>
                  <a:pt x="7679" y="292"/>
                </a:cubicBezTo>
                <a:cubicBezTo>
                  <a:pt x="7194" y="481"/>
                  <a:pt x="6752" y="771"/>
                  <a:pt x="6379" y="1138"/>
                </a:cubicBezTo>
                <a:cubicBezTo>
                  <a:pt x="6007" y="1504"/>
                  <a:pt x="5711" y="1946"/>
                  <a:pt x="5509" y="2427"/>
                </a:cubicBezTo>
                <a:cubicBezTo>
                  <a:pt x="5307" y="2906"/>
                  <a:pt x="5203" y="3424"/>
                  <a:pt x="5203" y="3955"/>
                </a:cubicBezTo>
                <a:cubicBezTo>
                  <a:pt x="5203" y="4472"/>
                  <a:pt x="5307" y="4990"/>
                  <a:pt x="5509" y="5470"/>
                </a:cubicBezTo>
                <a:cubicBezTo>
                  <a:pt x="5711" y="5950"/>
                  <a:pt x="6007" y="6392"/>
                  <a:pt x="6379" y="6758"/>
                </a:cubicBezTo>
                <a:cubicBezTo>
                  <a:pt x="6752" y="7125"/>
                  <a:pt x="7194" y="7415"/>
                  <a:pt x="7679" y="7617"/>
                </a:cubicBezTo>
                <a:cubicBezTo>
                  <a:pt x="8164" y="7807"/>
                  <a:pt x="8684" y="7908"/>
                  <a:pt x="9207" y="7895"/>
                </a:cubicBezTo>
                <a:lnTo>
                  <a:pt x="13155" y="7895"/>
                </a:lnTo>
                <a:lnTo>
                  <a:pt x="13155" y="60617"/>
                </a:lnTo>
                <a:cubicBezTo>
                  <a:pt x="8697" y="61261"/>
                  <a:pt x="5260" y="65101"/>
                  <a:pt x="5260" y="69737"/>
                </a:cubicBezTo>
                <a:lnTo>
                  <a:pt x="5260" y="96047"/>
                </a:lnTo>
                <a:cubicBezTo>
                  <a:pt x="5260" y="98232"/>
                  <a:pt x="7028" y="100000"/>
                  <a:pt x="9207" y="100000"/>
                </a:cubicBezTo>
                <a:lnTo>
                  <a:pt x="38157" y="100000"/>
                </a:lnTo>
                <a:cubicBezTo>
                  <a:pt x="40336" y="100000"/>
                  <a:pt x="42105" y="98232"/>
                  <a:pt x="42105" y="96047"/>
                </a:cubicBezTo>
                <a:lnTo>
                  <a:pt x="42105" y="78945"/>
                </a:lnTo>
                <a:cubicBezTo>
                  <a:pt x="42105" y="77492"/>
                  <a:pt x="43284" y="76318"/>
                  <a:pt x="44737" y="76318"/>
                </a:cubicBezTo>
                <a:lnTo>
                  <a:pt x="55263" y="76318"/>
                </a:lnTo>
                <a:cubicBezTo>
                  <a:pt x="56716" y="76318"/>
                  <a:pt x="57895" y="77492"/>
                  <a:pt x="57895" y="78945"/>
                </a:cubicBezTo>
                <a:lnTo>
                  <a:pt x="57895" y="96047"/>
                </a:lnTo>
                <a:cubicBezTo>
                  <a:pt x="57895" y="98232"/>
                  <a:pt x="59664" y="100000"/>
                  <a:pt x="61843" y="100000"/>
                </a:cubicBezTo>
                <a:lnTo>
                  <a:pt x="90793" y="100000"/>
                </a:lnTo>
                <a:cubicBezTo>
                  <a:pt x="92972" y="100000"/>
                  <a:pt x="94740" y="98232"/>
                  <a:pt x="94740" y="96047"/>
                </a:cubicBezTo>
                <a:lnTo>
                  <a:pt x="94740" y="69737"/>
                </a:lnTo>
                <a:cubicBezTo>
                  <a:pt x="94740" y="65101"/>
                  <a:pt x="91303" y="61261"/>
                  <a:pt x="86845" y="60617"/>
                </a:cubicBezTo>
                <a:lnTo>
                  <a:pt x="86845" y="7895"/>
                </a:lnTo>
                <a:lnTo>
                  <a:pt x="90793" y="7895"/>
                </a:lnTo>
                <a:cubicBezTo>
                  <a:pt x="91316" y="7908"/>
                  <a:pt x="91836" y="7807"/>
                  <a:pt x="92321" y="7617"/>
                </a:cubicBezTo>
                <a:cubicBezTo>
                  <a:pt x="92806" y="7415"/>
                  <a:pt x="93248" y="7125"/>
                  <a:pt x="93621" y="6758"/>
                </a:cubicBezTo>
                <a:cubicBezTo>
                  <a:pt x="93993" y="6392"/>
                  <a:pt x="94289" y="5950"/>
                  <a:pt x="94491" y="5470"/>
                </a:cubicBezTo>
                <a:cubicBezTo>
                  <a:pt x="94693" y="4990"/>
                  <a:pt x="94797" y="4472"/>
                  <a:pt x="94797" y="3955"/>
                </a:cubicBezTo>
                <a:cubicBezTo>
                  <a:pt x="94797" y="3424"/>
                  <a:pt x="94693" y="2906"/>
                  <a:pt x="94491" y="2427"/>
                </a:cubicBezTo>
                <a:cubicBezTo>
                  <a:pt x="94289" y="1946"/>
                  <a:pt x="93993" y="1504"/>
                  <a:pt x="93621" y="1138"/>
                </a:cubicBezTo>
                <a:cubicBezTo>
                  <a:pt x="93248" y="771"/>
                  <a:pt x="92806" y="481"/>
                  <a:pt x="92321" y="292"/>
                </a:cubicBezTo>
                <a:cubicBezTo>
                  <a:pt x="91836" y="89"/>
                  <a:pt x="91316" y="-12"/>
                  <a:pt x="90793" y="1"/>
                </a:cubicBezTo>
                <a:lnTo>
                  <a:pt x="9207" y="1"/>
                </a:lnTo>
                <a:close/>
                <a:moveTo>
                  <a:pt x="28946" y="18417"/>
                </a:moveTo>
                <a:lnTo>
                  <a:pt x="34209" y="18417"/>
                </a:lnTo>
                <a:cubicBezTo>
                  <a:pt x="35662" y="18417"/>
                  <a:pt x="36841" y="19605"/>
                  <a:pt x="36841" y="21057"/>
                </a:cubicBezTo>
                <a:lnTo>
                  <a:pt x="36841" y="26311"/>
                </a:lnTo>
                <a:cubicBezTo>
                  <a:pt x="36841" y="27764"/>
                  <a:pt x="35662" y="28951"/>
                  <a:pt x="34209" y="28951"/>
                </a:cubicBezTo>
                <a:lnTo>
                  <a:pt x="28946" y="28951"/>
                </a:lnTo>
                <a:cubicBezTo>
                  <a:pt x="27493" y="28951"/>
                  <a:pt x="26314" y="27764"/>
                  <a:pt x="26314" y="26311"/>
                </a:cubicBezTo>
                <a:lnTo>
                  <a:pt x="26314" y="21057"/>
                </a:lnTo>
                <a:cubicBezTo>
                  <a:pt x="26314" y="19605"/>
                  <a:pt x="27493" y="18417"/>
                  <a:pt x="28946" y="18417"/>
                </a:cubicBezTo>
                <a:close/>
                <a:moveTo>
                  <a:pt x="47368" y="18417"/>
                </a:moveTo>
                <a:lnTo>
                  <a:pt x="52632" y="18417"/>
                </a:lnTo>
                <a:cubicBezTo>
                  <a:pt x="54085" y="18417"/>
                  <a:pt x="55263" y="19605"/>
                  <a:pt x="55263" y="21057"/>
                </a:cubicBezTo>
                <a:lnTo>
                  <a:pt x="55263" y="26311"/>
                </a:lnTo>
                <a:cubicBezTo>
                  <a:pt x="55263" y="27764"/>
                  <a:pt x="54085" y="28951"/>
                  <a:pt x="52632" y="28951"/>
                </a:cubicBezTo>
                <a:lnTo>
                  <a:pt x="47368" y="28951"/>
                </a:lnTo>
                <a:cubicBezTo>
                  <a:pt x="45915" y="28951"/>
                  <a:pt x="44737" y="27764"/>
                  <a:pt x="44737" y="26311"/>
                </a:cubicBezTo>
                <a:lnTo>
                  <a:pt x="44737" y="21057"/>
                </a:lnTo>
                <a:cubicBezTo>
                  <a:pt x="44737" y="19605"/>
                  <a:pt x="45915" y="18417"/>
                  <a:pt x="47368" y="18417"/>
                </a:cubicBezTo>
                <a:close/>
                <a:moveTo>
                  <a:pt x="65791" y="18417"/>
                </a:moveTo>
                <a:lnTo>
                  <a:pt x="71054" y="18417"/>
                </a:lnTo>
                <a:cubicBezTo>
                  <a:pt x="72507" y="18417"/>
                  <a:pt x="73686" y="19605"/>
                  <a:pt x="73686" y="21057"/>
                </a:cubicBezTo>
                <a:lnTo>
                  <a:pt x="73686" y="26311"/>
                </a:lnTo>
                <a:cubicBezTo>
                  <a:pt x="73686" y="27764"/>
                  <a:pt x="72507" y="28951"/>
                  <a:pt x="71054" y="28951"/>
                </a:cubicBezTo>
                <a:lnTo>
                  <a:pt x="65791" y="28951"/>
                </a:lnTo>
                <a:cubicBezTo>
                  <a:pt x="64338" y="28951"/>
                  <a:pt x="63159" y="27764"/>
                  <a:pt x="63159" y="26311"/>
                </a:cubicBezTo>
                <a:lnTo>
                  <a:pt x="63159" y="21057"/>
                </a:lnTo>
                <a:cubicBezTo>
                  <a:pt x="63159" y="19605"/>
                  <a:pt x="64338" y="18417"/>
                  <a:pt x="65791" y="18417"/>
                </a:cubicBezTo>
                <a:close/>
                <a:moveTo>
                  <a:pt x="28946" y="36846"/>
                </a:moveTo>
                <a:lnTo>
                  <a:pt x="34209" y="36846"/>
                </a:lnTo>
                <a:cubicBezTo>
                  <a:pt x="35662" y="36846"/>
                  <a:pt x="36841" y="38020"/>
                  <a:pt x="36841" y="39473"/>
                </a:cubicBezTo>
                <a:lnTo>
                  <a:pt x="36841" y="44740"/>
                </a:lnTo>
                <a:cubicBezTo>
                  <a:pt x="36841" y="46192"/>
                  <a:pt x="35662" y="47367"/>
                  <a:pt x="34209" y="47367"/>
                </a:cubicBezTo>
                <a:lnTo>
                  <a:pt x="28946" y="47367"/>
                </a:lnTo>
                <a:cubicBezTo>
                  <a:pt x="27493" y="47367"/>
                  <a:pt x="26314" y="46192"/>
                  <a:pt x="26314" y="44740"/>
                </a:cubicBezTo>
                <a:lnTo>
                  <a:pt x="26314" y="39473"/>
                </a:lnTo>
                <a:cubicBezTo>
                  <a:pt x="26314" y="38020"/>
                  <a:pt x="27493" y="36846"/>
                  <a:pt x="28946" y="36846"/>
                </a:cubicBezTo>
                <a:close/>
                <a:moveTo>
                  <a:pt x="47368" y="36846"/>
                </a:moveTo>
                <a:lnTo>
                  <a:pt x="52632" y="36846"/>
                </a:lnTo>
                <a:cubicBezTo>
                  <a:pt x="54085" y="36846"/>
                  <a:pt x="55263" y="38020"/>
                  <a:pt x="55263" y="39473"/>
                </a:cubicBezTo>
                <a:lnTo>
                  <a:pt x="55263" y="44740"/>
                </a:lnTo>
                <a:cubicBezTo>
                  <a:pt x="55263" y="46192"/>
                  <a:pt x="54085" y="47367"/>
                  <a:pt x="52632" y="47367"/>
                </a:cubicBezTo>
                <a:lnTo>
                  <a:pt x="47368" y="47367"/>
                </a:lnTo>
                <a:cubicBezTo>
                  <a:pt x="45915" y="47367"/>
                  <a:pt x="44737" y="46192"/>
                  <a:pt x="44737" y="44740"/>
                </a:cubicBezTo>
                <a:lnTo>
                  <a:pt x="44737" y="39473"/>
                </a:lnTo>
                <a:cubicBezTo>
                  <a:pt x="44737" y="38020"/>
                  <a:pt x="45915" y="36846"/>
                  <a:pt x="47368" y="36846"/>
                </a:cubicBezTo>
                <a:close/>
                <a:moveTo>
                  <a:pt x="65791" y="36846"/>
                </a:moveTo>
                <a:lnTo>
                  <a:pt x="71054" y="36846"/>
                </a:lnTo>
                <a:cubicBezTo>
                  <a:pt x="72507" y="36846"/>
                  <a:pt x="73686" y="38020"/>
                  <a:pt x="73686" y="39473"/>
                </a:cubicBezTo>
                <a:lnTo>
                  <a:pt x="73686" y="44740"/>
                </a:lnTo>
                <a:cubicBezTo>
                  <a:pt x="73686" y="46192"/>
                  <a:pt x="72507" y="47367"/>
                  <a:pt x="71054" y="47367"/>
                </a:cubicBezTo>
                <a:lnTo>
                  <a:pt x="65791" y="47367"/>
                </a:lnTo>
                <a:cubicBezTo>
                  <a:pt x="64338" y="47367"/>
                  <a:pt x="63159" y="46192"/>
                  <a:pt x="63159" y="44740"/>
                </a:cubicBezTo>
                <a:lnTo>
                  <a:pt x="63159" y="39473"/>
                </a:lnTo>
                <a:cubicBezTo>
                  <a:pt x="63159" y="38020"/>
                  <a:pt x="64338" y="36846"/>
                  <a:pt x="65791" y="36846"/>
                </a:cubicBezTo>
                <a:close/>
                <a:moveTo>
                  <a:pt x="28946" y="55261"/>
                </a:moveTo>
                <a:lnTo>
                  <a:pt x="34209" y="55261"/>
                </a:lnTo>
                <a:cubicBezTo>
                  <a:pt x="35662" y="55261"/>
                  <a:pt x="36841" y="56436"/>
                  <a:pt x="36841" y="57888"/>
                </a:cubicBezTo>
                <a:lnTo>
                  <a:pt x="36841" y="63156"/>
                </a:lnTo>
                <a:cubicBezTo>
                  <a:pt x="36841" y="64608"/>
                  <a:pt x="35662" y="65783"/>
                  <a:pt x="34209" y="65783"/>
                </a:cubicBezTo>
                <a:lnTo>
                  <a:pt x="28946" y="65783"/>
                </a:lnTo>
                <a:cubicBezTo>
                  <a:pt x="27493" y="65783"/>
                  <a:pt x="26314" y="64608"/>
                  <a:pt x="26314" y="63156"/>
                </a:cubicBezTo>
                <a:lnTo>
                  <a:pt x="26314" y="57888"/>
                </a:lnTo>
                <a:cubicBezTo>
                  <a:pt x="26314" y="56436"/>
                  <a:pt x="27493" y="55261"/>
                  <a:pt x="28946" y="55261"/>
                </a:cubicBezTo>
                <a:close/>
                <a:moveTo>
                  <a:pt x="47368" y="55261"/>
                </a:moveTo>
                <a:lnTo>
                  <a:pt x="52632" y="55261"/>
                </a:lnTo>
                <a:cubicBezTo>
                  <a:pt x="54085" y="55261"/>
                  <a:pt x="55263" y="56436"/>
                  <a:pt x="55263" y="57888"/>
                </a:cubicBezTo>
                <a:lnTo>
                  <a:pt x="55263" y="63156"/>
                </a:lnTo>
                <a:cubicBezTo>
                  <a:pt x="55263" y="64608"/>
                  <a:pt x="54085" y="65783"/>
                  <a:pt x="52632" y="65783"/>
                </a:cubicBezTo>
                <a:lnTo>
                  <a:pt x="47368" y="65783"/>
                </a:lnTo>
                <a:cubicBezTo>
                  <a:pt x="45915" y="65783"/>
                  <a:pt x="44737" y="64608"/>
                  <a:pt x="44737" y="63156"/>
                </a:cubicBezTo>
                <a:lnTo>
                  <a:pt x="44737" y="57888"/>
                </a:lnTo>
                <a:cubicBezTo>
                  <a:pt x="44737" y="56436"/>
                  <a:pt x="45915" y="55261"/>
                  <a:pt x="47368" y="55261"/>
                </a:cubicBezTo>
                <a:close/>
                <a:moveTo>
                  <a:pt x="65791" y="55261"/>
                </a:moveTo>
                <a:lnTo>
                  <a:pt x="71054" y="55261"/>
                </a:lnTo>
                <a:cubicBezTo>
                  <a:pt x="72507" y="55261"/>
                  <a:pt x="73686" y="56436"/>
                  <a:pt x="73686" y="57888"/>
                </a:cubicBezTo>
                <a:lnTo>
                  <a:pt x="73686" y="63156"/>
                </a:lnTo>
                <a:cubicBezTo>
                  <a:pt x="73686" y="64608"/>
                  <a:pt x="72507" y="65783"/>
                  <a:pt x="71054" y="65783"/>
                </a:cubicBezTo>
                <a:lnTo>
                  <a:pt x="65791" y="65783"/>
                </a:lnTo>
                <a:cubicBezTo>
                  <a:pt x="64338" y="65783"/>
                  <a:pt x="63159" y="64608"/>
                  <a:pt x="63159" y="63156"/>
                </a:cubicBezTo>
                <a:lnTo>
                  <a:pt x="63159" y="57888"/>
                </a:lnTo>
                <a:cubicBezTo>
                  <a:pt x="63159" y="56436"/>
                  <a:pt x="64338" y="55261"/>
                  <a:pt x="65791" y="55261"/>
                </a:cubicBezTo>
                <a:close/>
                <a:moveTo>
                  <a:pt x="21050" y="76318"/>
                </a:moveTo>
                <a:lnTo>
                  <a:pt x="26314" y="76318"/>
                </a:lnTo>
                <a:cubicBezTo>
                  <a:pt x="27767" y="76318"/>
                  <a:pt x="28946" y="77492"/>
                  <a:pt x="28946" y="78945"/>
                </a:cubicBezTo>
                <a:lnTo>
                  <a:pt x="28946" y="84212"/>
                </a:lnTo>
                <a:cubicBezTo>
                  <a:pt x="28946" y="85664"/>
                  <a:pt x="27767" y="86839"/>
                  <a:pt x="26314" y="86839"/>
                </a:cubicBezTo>
                <a:lnTo>
                  <a:pt x="21050" y="86839"/>
                </a:lnTo>
                <a:cubicBezTo>
                  <a:pt x="19597" y="86839"/>
                  <a:pt x="18418" y="85664"/>
                  <a:pt x="18418" y="84212"/>
                </a:cubicBezTo>
                <a:lnTo>
                  <a:pt x="18418" y="78945"/>
                </a:lnTo>
                <a:cubicBezTo>
                  <a:pt x="18418" y="77492"/>
                  <a:pt x="19597" y="76318"/>
                  <a:pt x="21050" y="76318"/>
                </a:cubicBezTo>
                <a:close/>
                <a:moveTo>
                  <a:pt x="73686" y="76318"/>
                </a:moveTo>
                <a:lnTo>
                  <a:pt x="78950" y="76318"/>
                </a:lnTo>
                <a:cubicBezTo>
                  <a:pt x="80403" y="76318"/>
                  <a:pt x="81582" y="77492"/>
                  <a:pt x="81582" y="78945"/>
                </a:cubicBezTo>
                <a:lnTo>
                  <a:pt x="81582" y="84212"/>
                </a:lnTo>
                <a:cubicBezTo>
                  <a:pt x="81582" y="85664"/>
                  <a:pt x="80403" y="86839"/>
                  <a:pt x="78950" y="86839"/>
                </a:cubicBezTo>
                <a:lnTo>
                  <a:pt x="73686" y="86839"/>
                </a:lnTo>
                <a:cubicBezTo>
                  <a:pt x="72233" y="86839"/>
                  <a:pt x="71054" y="85664"/>
                  <a:pt x="71054" y="84212"/>
                </a:cubicBezTo>
                <a:lnTo>
                  <a:pt x="71054" y="78945"/>
                </a:lnTo>
                <a:cubicBezTo>
                  <a:pt x="71054" y="77492"/>
                  <a:pt x="72233" y="76318"/>
                  <a:pt x="73686" y="7631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1" name="Красный — SVG 22">
            <a:extLst>
              <a:ext uri="{FF2B5EF4-FFF2-40B4-BE49-F238E27FC236}">
                <a16:creationId xmlns:a16="http://schemas.microsoft.com/office/drawing/2014/main" id="{399A21D8-1EED-FE4B-B1FB-D7C2D007D19C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116969 w 163047"/>
              <a:gd name="csY0" fmla="*/ 42533 h 148852"/>
              <a:gd name="csX1" fmla="*/ 46079 w 163047"/>
              <a:gd name="csY1" fmla="*/ 42533 h 148852"/>
              <a:gd name="csX2" fmla="*/ 21488 w 163047"/>
              <a:gd name="csY2" fmla="*/ 28108 h 148852"/>
              <a:gd name="csX3" fmla="*/ 22321 w 163047"/>
              <a:gd name="csY3" fmla="*/ 23412 h 148852"/>
              <a:gd name="csX4" fmla="*/ 26585 w 163047"/>
              <a:gd name="csY4" fmla="*/ 21269 h 148852"/>
              <a:gd name="csX5" fmla="*/ 78228 w 163047"/>
              <a:gd name="csY5" fmla="*/ 1145 h 148852"/>
              <a:gd name="csX6" fmla="*/ 84653 w 163047"/>
              <a:gd name="csY6" fmla="*/ 1026 h 148852"/>
              <a:gd name="csX7" fmla="*/ 136463 w 163047"/>
              <a:gd name="csY7" fmla="*/ 21269 h 148852"/>
              <a:gd name="csX8" fmla="*/ 140728 w 163047"/>
              <a:gd name="csY8" fmla="*/ 23412 h 148852"/>
              <a:gd name="csX9" fmla="*/ 141560 w 163047"/>
              <a:gd name="csY9" fmla="*/ 28108 h 148852"/>
              <a:gd name="csX10" fmla="*/ 116969 w 163047"/>
              <a:gd name="csY10" fmla="*/ 42533 h 148852"/>
              <a:gd name="csX11" fmla="*/ 38991 w 163047"/>
              <a:gd name="csY11" fmla="*/ 70890 h 148852"/>
              <a:gd name="csX12" fmla="*/ 63802 w 163047"/>
              <a:gd name="csY12" fmla="*/ 70890 h 148852"/>
              <a:gd name="csX13" fmla="*/ 63802 w 163047"/>
              <a:gd name="csY13" fmla="*/ 62028 h 148852"/>
              <a:gd name="csX14" fmla="*/ 69119 w 163047"/>
              <a:gd name="csY14" fmla="*/ 56703 h 148852"/>
              <a:gd name="csX15" fmla="*/ 74435 w 163047"/>
              <a:gd name="csY15" fmla="*/ 62028 h 148852"/>
              <a:gd name="csX16" fmla="*/ 74435 w 163047"/>
              <a:gd name="csY16" fmla="*/ 70890 h 148852"/>
              <a:gd name="csX17" fmla="*/ 88613 w 163047"/>
              <a:gd name="csY17" fmla="*/ 70890 h 148852"/>
              <a:gd name="csX18" fmla="*/ 88613 w 163047"/>
              <a:gd name="csY18" fmla="*/ 62028 h 148852"/>
              <a:gd name="csX19" fmla="*/ 93929 w 163047"/>
              <a:gd name="csY19" fmla="*/ 56703 h 148852"/>
              <a:gd name="csX20" fmla="*/ 99246 w 163047"/>
              <a:gd name="csY20" fmla="*/ 62028 h 148852"/>
              <a:gd name="csX21" fmla="*/ 99246 w 163047"/>
              <a:gd name="csY21" fmla="*/ 70890 h 148852"/>
              <a:gd name="csX22" fmla="*/ 124058 w 163047"/>
              <a:gd name="csY22" fmla="*/ 70890 h 148852"/>
              <a:gd name="csX23" fmla="*/ 124058 w 163047"/>
              <a:gd name="csY23" fmla="*/ 49627 h 148852"/>
              <a:gd name="csX24" fmla="*/ 38991 w 163047"/>
              <a:gd name="csY24" fmla="*/ 49627 h 148852"/>
              <a:gd name="csX25" fmla="*/ 38991 w 163047"/>
              <a:gd name="csY25" fmla="*/ 70890 h 148852"/>
              <a:gd name="csX26" fmla="*/ 21268 w 163047"/>
              <a:gd name="csY26" fmla="*/ 143545 h 148852"/>
              <a:gd name="csX27" fmla="*/ 26585 w 163047"/>
              <a:gd name="csY27" fmla="*/ 148852 h 148852"/>
              <a:gd name="csX28" fmla="*/ 62029 w 163047"/>
              <a:gd name="csY28" fmla="*/ 148852 h 148852"/>
              <a:gd name="csX29" fmla="*/ 67346 w 163047"/>
              <a:gd name="csY29" fmla="*/ 143545 h 148852"/>
              <a:gd name="csX30" fmla="*/ 67346 w 163047"/>
              <a:gd name="csY30" fmla="*/ 131127 h 148852"/>
              <a:gd name="csX31" fmla="*/ 74435 w 163047"/>
              <a:gd name="csY31" fmla="*/ 124050 h 148852"/>
              <a:gd name="csX32" fmla="*/ 88613 w 163047"/>
              <a:gd name="csY32" fmla="*/ 124050 h 148852"/>
              <a:gd name="csX33" fmla="*/ 95702 w 163047"/>
              <a:gd name="csY33" fmla="*/ 131127 h 148852"/>
              <a:gd name="csX34" fmla="*/ 95702 w 163047"/>
              <a:gd name="csY34" fmla="*/ 143545 h 148852"/>
              <a:gd name="csX35" fmla="*/ 101019 w 163047"/>
              <a:gd name="csY35" fmla="*/ 148852 h 148852"/>
              <a:gd name="csX36" fmla="*/ 136463 w 163047"/>
              <a:gd name="csY36" fmla="*/ 148852 h 148852"/>
              <a:gd name="csX37" fmla="*/ 141779 w 163047"/>
              <a:gd name="csY37" fmla="*/ 143545 h 148852"/>
              <a:gd name="csX38" fmla="*/ 141779 w 163047"/>
              <a:gd name="csY38" fmla="*/ 113418 h 148852"/>
              <a:gd name="csX39" fmla="*/ 21268 w 163047"/>
              <a:gd name="csY39" fmla="*/ 113418 h 148852"/>
              <a:gd name="csX40" fmla="*/ 21268 w 163047"/>
              <a:gd name="csY40" fmla="*/ 143545 h 148852"/>
              <a:gd name="csX41" fmla="*/ 138235 w 163047"/>
              <a:gd name="csY41" fmla="*/ 106325 h 148852"/>
              <a:gd name="csX42" fmla="*/ 24812 w 163047"/>
              <a:gd name="csY42" fmla="*/ 106325 h 148852"/>
              <a:gd name="csX43" fmla="*/ 310 w 163047"/>
              <a:gd name="csY43" fmla="*/ 93940 h 148852"/>
              <a:gd name="csX44" fmla="*/ 973 w 163047"/>
              <a:gd name="csY44" fmla="*/ 89092 h 148852"/>
              <a:gd name="csX45" fmla="*/ 5318 w 163047"/>
              <a:gd name="csY45" fmla="*/ 86830 h 148852"/>
              <a:gd name="csX46" fmla="*/ 37002 w 163047"/>
              <a:gd name="csY46" fmla="*/ 79532 h 148852"/>
              <a:gd name="csX47" fmla="*/ 40762 w 163047"/>
              <a:gd name="csY47" fmla="*/ 77967 h 148852"/>
              <a:gd name="csX48" fmla="*/ 122285 w 163047"/>
              <a:gd name="csY48" fmla="*/ 77967 h 148852"/>
              <a:gd name="csX49" fmla="*/ 126369 w 163047"/>
              <a:gd name="csY49" fmla="*/ 79889 h 148852"/>
              <a:gd name="csX50" fmla="*/ 157729 w 163047"/>
              <a:gd name="csY50" fmla="*/ 88599 h 148852"/>
              <a:gd name="csX51" fmla="*/ 162192 w 163047"/>
              <a:gd name="csY51" fmla="*/ 91032 h 148852"/>
              <a:gd name="csX52" fmla="*/ 162585 w 163047"/>
              <a:gd name="csY52" fmla="*/ 96101 h 148852"/>
              <a:gd name="csX53" fmla="*/ 138235 w 163047"/>
              <a:gd name="csY53" fmla="*/ 106325 h 148852"/>
            </a:gdLst>
            <a:ahLst/>
            <a:cxnLst/>
            <a:rect l="l" t="t" r="r" b="b"/>
            <a:pathLst>
              <a:path w="100000" h="100000">
                <a:moveTo>
                  <a:pt x="71739" y="30439"/>
                </a:moveTo>
                <a:lnTo>
                  <a:pt x="28261" y="30439"/>
                </a:lnTo>
                <a:cubicBezTo>
                  <a:pt x="15960" y="30439"/>
                  <a:pt x="13288" y="21957"/>
                  <a:pt x="13179" y="21592"/>
                </a:cubicBezTo>
                <a:cubicBezTo>
                  <a:pt x="12886" y="20601"/>
                  <a:pt x="13075" y="19536"/>
                  <a:pt x="13690" y="18712"/>
                </a:cubicBezTo>
                <a:cubicBezTo>
                  <a:pt x="14305" y="17888"/>
                  <a:pt x="15274" y="17398"/>
                  <a:pt x="16305" y="17398"/>
                </a:cubicBezTo>
                <a:cubicBezTo>
                  <a:pt x="32188" y="17398"/>
                  <a:pt x="47822" y="5180"/>
                  <a:pt x="47979" y="5055"/>
                </a:cubicBezTo>
                <a:cubicBezTo>
                  <a:pt x="49124" y="4148"/>
                  <a:pt x="50738" y="4116"/>
                  <a:pt x="51919" y="4982"/>
                </a:cubicBezTo>
                <a:cubicBezTo>
                  <a:pt x="52092" y="5107"/>
                  <a:pt x="69151" y="17398"/>
                  <a:pt x="83695" y="17398"/>
                </a:cubicBezTo>
                <a:cubicBezTo>
                  <a:pt x="84726" y="17398"/>
                  <a:pt x="85694" y="17888"/>
                  <a:pt x="86311" y="18712"/>
                </a:cubicBezTo>
                <a:cubicBezTo>
                  <a:pt x="86928" y="19536"/>
                  <a:pt x="87115" y="20601"/>
                  <a:pt x="86822" y="21592"/>
                </a:cubicBezTo>
                <a:cubicBezTo>
                  <a:pt x="86713" y="21957"/>
                  <a:pt x="84042" y="30439"/>
                  <a:pt x="71739" y="30439"/>
                </a:cubicBezTo>
                <a:close/>
                <a:moveTo>
                  <a:pt x="23914" y="47831"/>
                </a:moveTo>
                <a:lnTo>
                  <a:pt x="39131" y="47831"/>
                </a:lnTo>
                <a:lnTo>
                  <a:pt x="39131" y="42396"/>
                </a:lnTo>
                <a:cubicBezTo>
                  <a:pt x="39131" y="40591"/>
                  <a:pt x="40590" y="39130"/>
                  <a:pt x="42392" y="39130"/>
                </a:cubicBezTo>
                <a:cubicBezTo>
                  <a:pt x="44194" y="39130"/>
                  <a:pt x="45652" y="40591"/>
                  <a:pt x="45652" y="42396"/>
                </a:cubicBezTo>
                <a:lnTo>
                  <a:pt x="45652" y="47831"/>
                </a:lnTo>
                <a:lnTo>
                  <a:pt x="54348" y="47831"/>
                </a:lnTo>
                <a:lnTo>
                  <a:pt x="54348" y="42396"/>
                </a:lnTo>
                <a:cubicBezTo>
                  <a:pt x="54348" y="40591"/>
                  <a:pt x="55807" y="39130"/>
                  <a:pt x="57609" y="39130"/>
                </a:cubicBezTo>
                <a:cubicBezTo>
                  <a:pt x="59410" y="39130"/>
                  <a:pt x="60870" y="40591"/>
                  <a:pt x="60870" y="42396"/>
                </a:cubicBezTo>
                <a:lnTo>
                  <a:pt x="60870" y="47831"/>
                </a:lnTo>
                <a:lnTo>
                  <a:pt x="76087" y="47831"/>
                </a:lnTo>
                <a:lnTo>
                  <a:pt x="76087" y="34790"/>
                </a:lnTo>
                <a:lnTo>
                  <a:pt x="23914" y="34790"/>
                </a:lnTo>
                <a:lnTo>
                  <a:pt x="23914" y="47831"/>
                </a:lnTo>
                <a:close/>
                <a:moveTo>
                  <a:pt x="13044" y="92392"/>
                </a:moveTo>
                <a:cubicBezTo>
                  <a:pt x="13044" y="94187"/>
                  <a:pt x="14505" y="95647"/>
                  <a:pt x="16305" y="95647"/>
                </a:cubicBezTo>
                <a:lnTo>
                  <a:pt x="38044" y="95647"/>
                </a:lnTo>
                <a:cubicBezTo>
                  <a:pt x="39844" y="95647"/>
                  <a:pt x="41305" y="94187"/>
                  <a:pt x="41305" y="92392"/>
                </a:cubicBezTo>
                <a:lnTo>
                  <a:pt x="41305" y="84776"/>
                </a:lnTo>
                <a:cubicBezTo>
                  <a:pt x="41305" y="82376"/>
                  <a:pt x="43251" y="80435"/>
                  <a:pt x="45652" y="80435"/>
                </a:cubicBezTo>
                <a:lnTo>
                  <a:pt x="54348" y="80435"/>
                </a:lnTo>
                <a:cubicBezTo>
                  <a:pt x="56750" y="80435"/>
                  <a:pt x="58696" y="82376"/>
                  <a:pt x="58696" y="84776"/>
                </a:cubicBezTo>
                <a:lnTo>
                  <a:pt x="58696" y="92392"/>
                </a:lnTo>
                <a:cubicBezTo>
                  <a:pt x="58696" y="94187"/>
                  <a:pt x="60157" y="95647"/>
                  <a:pt x="61957" y="95647"/>
                </a:cubicBezTo>
                <a:lnTo>
                  <a:pt x="83695" y="95647"/>
                </a:lnTo>
                <a:cubicBezTo>
                  <a:pt x="85496" y="95647"/>
                  <a:pt x="86956" y="94187"/>
                  <a:pt x="86956" y="92392"/>
                </a:cubicBezTo>
                <a:lnTo>
                  <a:pt x="86956" y="73915"/>
                </a:lnTo>
                <a:lnTo>
                  <a:pt x="13044" y="73915"/>
                </a:lnTo>
                <a:lnTo>
                  <a:pt x="13044" y="92392"/>
                </a:lnTo>
                <a:close/>
                <a:moveTo>
                  <a:pt x="84782" y="69564"/>
                </a:moveTo>
                <a:lnTo>
                  <a:pt x="15218" y="69564"/>
                </a:lnTo>
                <a:cubicBezTo>
                  <a:pt x="3049" y="69564"/>
                  <a:pt x="304" y="62282"/>
                  <a:pt x="190" y="61968"/>
                </a:cubicBezTo>
                <a:cubicBezTo>
                  <a:pt x="-166" y="60967"/>
                  <a:pt x="-17" y="59861"/>
                  <a:pt x="597" y="58995"/>
                </a:cubicBezTo>
                <a:cubicBezTo>
                  <a:pt x="1207" y="58129"/>
                  <a:pt x="2201" y="57608"/>
                  <a:pt x="3262" y="57608"/>
                </a:cubicBezTo>
                <a:cubicBezTo>
                  <a:pt x="17573" y="57608"/>
                  <a:pt x="22651" y="53173"/>
                  <a:pt x="22694" y="53132"/>
                </a:cubicBezTo>
                <a:cubicBezTo>
                  <a:pt x="23307" y="52516"/>
                  <a:pt x="24135" y="52172"/>
                  <a:pt x="25000" y="52172"/>
                </a:cubicBezTo>
                <a:lnTo>
                  <a:pt x="75000" y="52172"/>
                </a:lnTo>
                <a:cubicBezTo>
                  <a:pt x="75968" y="52172"/>
                  <a:pt x="76885" y="52610"/>
                  <a:pt x="77505" y="53351"/>
                </a:cubicBezTo>
                <a:cubicBezTo>
                  <a:pt x="77515" y="53361"/>
                  <a:pt x="82481" y="58693"/>
                  <a:pt x="96738" y="58693"/>
                </a:cubicBezTo>
                <a:cubicBezTo>
                  <a:pt x="97844" y="58693"/>
                  <a:pt x="98873" y="59256"/>
                  <a:pt x="99476" y="60185"/>
                </a:cubicBezTo>
                <a:cubicBezTo>
                  <a:pt x="100075" y="61113"/>
                  <a:pt x="100167" y="62282"/>
                  <a:pt x="99717" y="63294"/>
                </a:cubicBezTo>
                <a:cubicBezTo>
                  <a:pt x="99247" y="64337"/>
                  <a:pt x="96326" y="69564"/>
                  <a:pt x="84782" y="6956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2" name="Красный — SVG 23">
            <a:extLst>
              <a:ext uri="{FF2B5EF4-FFF2-40B4-BE49-F238E27FC236}">
                <a16:creationId xmlns:a16="http://schemas.microsoft.com/office/drawing/2014/main" id="{D1D10CD6-51FC-644A-BE25-0E30CED96BDE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70890 w 134690"/>
              <a:gd name="csY0" fmla="*/ 0 h 163017"/>
              <a:gd name="csX1" fmla="*/ 67344 w 134690"/>
              <a:gd name="csY1" fmla="*/ 3538 h 163017"/>
              <a:gd name="csX2" fmla="*/ 67344 w 134690"/>
              <a:gd name="csY2" fmla="*/ 10632 h 163017"/>
              <a:gd name="csX3" fmla="*/ 70890 w 134690"/>
              <a:gd name="csY3" fmla="*/ 14170 h 163017"/>
              <a:gd name="csX4" fmla="*/ 79556 w 134690"/>
              <a:gd name="csY4" fmla="*/ 17130 h 163017"/>
              <a:gd name="csX5" fmla="*/ 92157 w 134690"/>
              <a:gd name="csY5" fmla="*/ 21264 h 163017"/>
              <a:gd name="csX6" fmla="*/ 95700 w 134690"/>
              <a:gd name="csY6" fmla="*/ 17726 h 163017"/>
              <a:gd name="csX7" fmla="*/ 95700 w 134690"/>
              <a:gd name="csY7" fmla="*/ 10632 h 163017"/>
              <a:gd name="csX8" fmla="*/ 92157 w 134690"/>
              <a:gd name="csY8" fmla="*/ 7094 h 163017"/>
              <a:gd name="csX9" fmla="*/ 83488 w 134690"/>
              <a:gd name="csY9" fmla="*/ 4134 h 163017"/>
              <a:gd name="csX10" fmla="*/ 70890 w 134690"/>
              <a:gd name="csY10" fmla="*/ 0 h 163017"/>
              <a:gd name="csX11" fmla="*/ 67344 w 134690"/>
              <a:gd name="csY11" fmla="*/ 24802 h 163017"/>
              <a:gd name="csX12" fmla="*/ 24991 w 134690"/>
              <a:gd name="csY12" fmla="*/ 63792 h 163017"/>
              <a:gd name="csX13" fmla="*/ 23040 w 134690"/>
              <a:gd name="csY13" fmla="*/ 63792 h 163017"/>
              <a:gd name="csX14" fmla="*/ 20981 w 134690"/>
              <a:gd name="csY14" fmla="*/ 64183 h 163017"/>
              <a:gd name="csX15" fmla="*/ 19230 w 134690"/>
              <a:gd name="csY15" fmla="*/ 65323 h 163017"/>
              <a:gd name="csX16" fmla="*/ 18058 w 134690"/>
              <a:gd name="csY16" fmla="*/ 67058 h 163017"/>
              <a:gd name="csX17" fmla="*/ 17646 w 134690"/>
              <a:gd name="csY17" fmla="*/ 69099 h 163017"/>
              <a:gd name="csX18" fmla="*/ 18058 w 134690"/>
              <a:gd name="csY18" fmla="*/ 71157 h 163017"/>
              <a:gd name="csX19" fmla="*/ 19230 w 134690"/>
              <a:gd name="csY19" fmla="*/ 72893 h 163017"/>
              <a:gd name="csX20" fmla="*/ 20981 w 134690"/>
              <a:gd name="csY20" fmla="*/ 74032 h 163017"/>
              <a:gd name="csX21" fmla="*/ 23040 w 134690"/>
              <a:gd name="csY21" fmla="*/ 74424 h 163017"/>
              <a:gd name="csX22" fmla="*/ 24811 w 134690"/>
              <a:gd name="csY22" fmla="*/ 74424 h 163017"/>
              <a:gd name="csX23" fmla="*/ 24811 w 134690"/>
              <a:gd name="csY23" fmla="*/ 92149 h 163017"/>
              <a:gd name="csX24" fmla="*/ 19494 w 134690"/>
              <a:gd name="csY24" fmla="*/ 92149 h 163017"/>
              <a:gd name="csX25" fmla="*/ 0 w 134690"/>
              <a:gd name="csY25" fmla="*/ 111627 h 163017"/>
              <a:gd name="csX26" fmla="*/ 0 w 134690"/>
              <a:gd name="csY26" fmla="*/ 157710 h 163017"/>
              <a:gd name="csX27" fmla="*/ 5317 w 134690"/>
              <a:gd name="csY27" fmla="*/ 163017 h 163017"/>
              <a:gd name="csX28" fmla="*/ 129373 w 134690"/>
              <a:gd name="csY28" fmla="*/ 163017 h 163017"/>
              <a:gd name="csX29" fmla="*/ 134690 w 134690"/>
              <a:gd name="csY29" fmla="*/ 157710 h 163017"/>
              <a:gd name="csX30" fmla="*/ 134690 w 134690"/>
              <a:gd name="csY30" fmla="*/ 111627 h 163017"/>
              <a:gd name="csX31" fmla="*/ 115194 w 134690"/>
              <a:gd name="csY31" fmla="*/ 92149 h 163017"/>
              <a:gd name="csX32" fmla="*/ 109878 w 134690"/>
              <a:gd name="csY32" fmla="*/ 92149 h 163017"/>
              <a:gd name="csX33" fmla="*/ 109878 w 134690"/>
              <a:gd name="csY33" fmla="*/ 74424 h 163017"/>
              <a:gd name="csX34" fmla="*/ 111650 w 134690"/>
              <a:gd name="csY34" fmla="*/ 74424 h 163017"/>
              <a:gd name="csX35" fmla="*/ 113709 w 134690"/>
              <a:gd name="csY35" fmla="*/ 74032 h 163017"/>
              <a:gd name="csX36" fmla="*/ 115458 w 134690"/>
              <a:gd name="csY36" fmla="*/ 72893 h 163017"/>
              <a:gd name="csX37" fmla="*/ 116630 w 134690"/>
              <a:gd name="csY37" fmla="*/ 71157 h 163017"/>
              <a:gd name="csX38" fmla="*/ 117044 w 134690"/>
              <a:gd name="csY38" fmla="*/ 69099 h 163017"/>
              <a:gd name="csX39" fmla="*/ 116630 w 134690"/>
              <a:gd name="csY39" fmla="*/ 67058 h 163017"/>
              <a:gd name="csX40" fmla="*/ 115458 w 134690"/>
              <a:gd name="csY40" fmla="*/ 65323 h 163017"/>
              <a:gd name="csX41" fmla="*/ 113709 w 134690"/>
              <a:gd name="csY41" fmla="*/ 64183 h 163017"/>
              <a:gd name="csX42" fmla="*/ 111650 w 134690"/>
              <a:gd name="csY42" fmla="*/ 63792 h 163017"/>
              <a:gd name="csX43" fmla="*/ 109699 w 134690"/>
              <a:gd name="csY43" fmla="*/ 63792 h 163017"/>
              <a:gd name="csX44" fmla="*/ 67344 w 134690"/>
              <a:gd name="csY44" fmla="*/ 24802 h 163017"/>
              <a:gd name="csX45" fmla="*/ 35444 w 134690"/>
              <a:gd name="csY45" fmla="*/ 74424 h 163017"/>
              <a:gd name="csX46" fmla="*/ 49623 w 134690"/>
              <a:gd name="csY46" fmla="*/ 74424 h 163017"/>
              <a:gd name="csX47" fmla="*/ 49623 w 134690"/>
              <a:gd name="csY47" fmla="*/ 92149 h 163017"/>
              <a:gd name="csX48" fmla="*/ 35444 w 134690"/>
              <a:gd name="csY48" fmla="*/ 92149 h 163017"/>
              <a:gd name="csX49" fmla="*/ 35444 w 134690"/>
              <a:gd name="csY49" fmla="*/ 74424 h 163017"/>
              <a:gd name="csX50" fmla="*/ 60256 w 134690"/>
              <a:gd name="csY50" fmla="*/ 74424 h 163017"/>
              <a:gd name="csX51" fmla="*/ 74434 w 134690"/>
              <a:gd name="csY51" fmla="*/ 74424 h 163017"/>
              <a:gd name="csX52" fmla="*/ 74434 w 134690"/>
              <a:gd name="csY52" fmla="*/ 92149 h 163017"/>
              <a:gd name="csX53" fmla="*/ 60256 w 134690"/>
              <a:gd name="csY53" fmla="*/ 92149 h 163017"/>
              <a:gd name="csX54" fmla="*/ 60256 w 134690"/>
              <a:gd name="csY54" fmla="*/ 74424 h 163017"/>
              <a:gd name="csX55" fmla="*/ 85067 w 134690"/>
              <a:gd name="csY55" fmla="*/ 74424 h 163017"/>
              <a:gd name="csX56" fmla="*/ 99244 w 134690"/>
              <a:gd name="csY56" fmla="*/ 74424 h 163017"/>
              <a:gd name="csX57" fmla="*/ 99244 w 134690"/>
              <a:gd name="csY57" fmla="*/ 92149 h 163017"/>
              <a:gd name="csX58" fmla="*/ 85067 w 134690"/>
              <a:gd name="csY58" fmla="*/ 92149 h 163017"/>
              <a:gd name="csX59" fmla="*/ 85067 w 134690"/>
              <a:gd name="csY59" fmla="*/ 74424 h 163017"/>
              <a:gd name="csX60" fmla="*/ 23040 w 134690"/>
              <a:gd name="csY60" fmla="*/ 109858 h 163017"/>
              <a:gd name="csX61" fmla="*/ 26583 w 134690"/>
              <a:gd name="csY61" fmla="*/ 109858 h 163017"/>
              <a:gd name="csX62" fmla="*/ 30127 w 134690"/>
              <a:gd name="csY62" fmla="*/ 113413 h 163017"/>
              <a:gd name="csX63" fmla="*/ 30127 w 134690"/>
              <a:gd name="csY63" fmla="*/ 116951 h 163017"/>
              <a:gd name="csX64" fmla="*/ 26583 w 134690"/>
              <a:gd name="csY64" fmla="*/ 120490 h 163017"/>
              <a:gd name="csX65" fmla="*/ 23040 w 134690"/>
              <a:gd name="csY65" fmla="*/ 120490 h 163017"/>
              <a:gd name="csX66" fmla="*/ 19494 w 134690"/>
              <a:gd name="csY66" fmla="*/ 116951 h 163017"/>
              <a:gd name="csX67" fmla="*/ 19494 w 134690"/>
              <a:gd name="csY67" fmla="*/ 113413 h 163017"/>
              <a:gd name="csX68" fmla="*/ 23040 w 134690"/>
              <a:gd name="csY68" fmla="*/ 109858 h 163017"/>
              <a:gd name="csX69" fmla="*/ 44306 w 134690"/>
              <a:gd name="csY69" fmla="*/ 109858 h 163017"/>
              <a:gd name="csX70" fmla="*/ 47850 w 134690"/>
              <a:gd name="csY70" fmla="*/ 109858 h 163017"/>
              <a:gd name="csX71" fmla="*/ 51394 w 134690"/>
              <a:gd name="csY71" fmla="*/ 113413 h 163017"/>
              <a:gd name="csX72" fmla="*/ 51394 w 134690"/>
              <a:gd name="csY72" fmla="*/ 116951 h 163017"/>
              <a:gd name="csX73" fmla="*/ 47850 w 134690"/>
              <a:gd name="csY73" fmla="*/ 120490 h 163017"/>
              <a:gd name="csX74" fmla="*/ 44306 w 134690"/>
              <a:gd name="csY74" fmla="*/ 120490 h 163017"/>
              <a:gd name="csX75" fmla="*/ 40761 w 134690"/>
              <a:gd name="csY75" fmla="*/ 116951 h 163017"/>
              <a:gd name="csX76" fmla="*/ 40761 w 134690"/>
              <a:gd name="csY76" fmla="*/ 113413 h 163017"/>
              <a:gd name="csX77" fmla="*/ 44306 w 134690"/>
              <a:gd name="csY77" fmla="*/ 109858 h 163017"/>
              <a:gd name="csX78" fmla="*/ 65573 w 134690"/>
              <a:gd name="csY78" fmla="*/ 109858 h 163017"/>
              <a:gd name="csX79" fmla="*/ 69117 w 134690"/>
              <a:gd name="csY79" fmla="*/ 109858 h 163017"/>
              <a:gd name="csX80" fmla="*/ 72661 w 134690"/>
              <a:gd name="csY80" fmla="*/ 113413 h 163017"/>
              <a:gd name="csX81" fmla="*/ 72661 w 134690"/>
              <a:gd name="csY81" fmla="*/ 116951 h 163017"/>
              <a:gd name="csX82" fmla="*/ 69117 w 134690"/>
              <a:gd name="csY82" fmla="*/ 120490 h 163017"/>
              <a:gd name="csX83" fmla="*/ 65573 w 134690"/>
              <a:gd name="csY83" fmla="*/ 120490 h 163017"/>
              <a:gd name="csX84" fmla="*/ 62028 w 134690"/>
              <a:gd name="csY84" fmla="*/ 116951 h 163017"/>
              <a:gd name="csX85" fmla="*/ 62028 w 134690"/>
              <a:gd name="csY85" fmla="*/ 113413 h 163017"/>
              <a:gd name="csX86" fmla="*/ 65573 w 134690"/>
              <a:gd name="csY86" fmla="*/ 109858 h 163017"/>
              <a:gd name="csX87" fmla="*/ 86840 w 134690"/>
              <a:gd name="csY87" fmla="*/ 109858 h 163017"/>
              <a:gd name="csX88" fmla="*/ 90384 w 134690"/>
              <a:gd name="csY88" fmla="*/ 109858 h 163017"/>
              <a:gd name="csX89" fmla="*/ 93928 w 134690"/>
              <a:gd name="csY89" fmla="*/ 113413 h 163017"/>
              <a:gd name="csX90" fmla="*/ 93928 w 134690"/>
              <a:gd name="csY90" fmla="*/ 116951 h 163017"/>
              <a:gd name="csX91" fmla="*/ 90384 w 134690"/>
              <a:gd name="csY91" fmla="*/ 120490 h 163017"/>
              <a:gd name="csX92" fmla="*/ 86840 w 134690"/>
              <a:gd name="csY92" fmla="*/ 120490 h 163017"/>
              <a:gd name="csX93" fmla="*/ 83294 w 134690"/>
              <a:gd name="csY93" fmla="*/ 116951 h 163017"/>
              <a:gd name="csX94" fmla="*/ 83294 w 134690"/>
              <a:gd name="csY94" fmla="*/ 113413 h 163017"/>
              <a:gd name="csX95" fmla="*/ 86840 w 134690"/>
              <a:gd name="csY95" fmla="*/ 109858 h 163017"/>
              <a:gd name="csX96" fmla="*/ 108107 w 134690"/>
              <a:gd name="csY96" fmla="*/ 109858 h 163017"/>
              <a:gd name="csX97" fmla="*/ 111650 w 134690"/>
              <a:gd name="csY97" fmla="*/ 109858 h 163017"/>
              <a:gd name="csX98" fmla="*/ 115194 w 134690"/>
              <a:gd name="csY98" fmla="*/ 113413 h 163017"/>
              <a:gd name="csX99" fmla="*/ 115194 w 134690"/>
              <a:gd name="csY99" fmla="*/ 116951 h 163017"/>
              <a:gd name="csX100" fmla="*/ 111650 w 134690"/>
              <a:gd name="csY100" fmla="*/ 120490 h 163017"/>
              <a:gd name="csX101" fmla="*/ 108107 w 134690"/>
              <a:gd name="csY101" fmla="*/ 120490 h 163017"/>
              <a:gd name="csX102" fmla="*/ 104561 w 134690"/>
              <a:gd name="csY102" fmla="*/ 116951 h 163017"/>
              <a:gd name="csX103" fmla="*/ 104561 w 134690"/>
              <a:gd name="csY103" fmla="*/ 113413 h 163017"/>
              <a:gd name="csX104" fmla="*/ 108107 w 134690"/>
              <a:gd name="csY104" fmla="*/ 109858 h 163017"/>
              <a:gd name="csX105" fmla="*/ 23040 w 134690"/>
              <a:gd name="csY105" fmla="*/ 131122 h 163017"/>
              <a:gd name="csX106" fmla="*/ 26583 w 134690"/>
              <a:gd name="csY106" fmla="*/ 131122 h 163017"/>
              <a:gd name="csX107" fmla="*/ 30127 w 134690"/>
              <a:gd name="csY107" fmla="*/ 134677 h 163017"/>
              <a:gd name="csX108" fmla="*/ 30127 w 134690"/>
              <a:gd name="csY108" fmla="*/ 138215 h 163017"/>
              <a:gd name="csX109" fmla="*/ 26583 w 134690"/>
              <a:gd name="csY109" fmla="*/ 141753 h 163017"/>
              <a:gd name="csX110" fmla="*/ 23040 w 134690"/>
              <a:gd name="csY110" fmla="*/ 141753 h 163017"/>
              <a:gd name="csX111" fmla="*/ 19494 w 134690"/>
              <a:gd name="csY111" fmla="*/ 138215 h 163017"/>
              <a:gd name="csX112" fmla="*/ 19494 w 134690"/>
              <a:gd name="csY112" fmla="*/ 134677 h 163017"/>
              <a:gd name="csX113" fmla="*/ 23040 w 134690"/>
              <a:gd name="csY113" fmla="*/ 131122 h 163017"/>
              <a:gd name="csX114" fmla="*/ 44306 w 134690"/>
              <a:gd name="csY114" fmla="*/ 131122 h 163017"/>
              <a:gd name="csX115" fmla="*/ 47850 w 134690"/>
              <a:gd name="csY115" fmla="*/ 131122 h 163017"/>
              <a:gd name="csX116" fmla="*/ 51394 w 134690"/>
              <a:gd name="csY116" fmla="*/ 134677 h 163017"/>
              <a:gd name="csX117" fmla="*/ 51394 w 134690"/>
              <a:gd name="csY117" fmla="*/ 138215 h 163017"/>
              <a:gd name="csX118" fmla="*/ 47850 w 134690"/>
              <a:gd name="csY118" fmla="*/ 141753 h 163017"/>
              <a:gd name="csX119" fmla="*/ 44306 w 134690"/>
              <a:gd name="csY119" fmla="*/ 141753 h 163017"/>
              <a:gd name="csX120" fmla="*/ 40761 w 134690"/>
              <a:gd name="csY120" fmla="*/ 138215 h 163017"/>
              <a:gd name="csX121" fmla="*/ 40761 w 134690"/>
              <a:gd name="csY121" fmla="*/ 134677 h 163017"/>
              <a:gd name="csX122" fmla="*/ 44306 w 134690"/>
              <a:gd name="csY122" fmla="*/ 131122 h 163017"/>
              <a:gd name="csX123" fmla="*/ 65573 w 134690"/>
              <a:gd name="csY123" fmla="*/ 131122 h 163017"/>
              <a:gd name="csX124" fmla="*/ 69117 w 134690"/>
              <a:gd name="csY124" fmla="*/ 131122 h 163017"/>
              <a:gd name="csX125" fmla="*/ 72661 w 134690"/>
              <a:gd name="csY125" fmla="*/ 134677 h 163017"/>
              <a:gd name="csX126" fmla="*/ 72661 w 134690"/>
              <a:gd name="csY126" fmla="*/ 138215 h 163017"/>
              <a:gd name="csX127" fmla="*/ 69117 w 134690"/>
              <a:gd name="csY127" fmla="*/ 141753 h 163017"/>
              <a:gd name="csX128" fmla="*/ 65573 w 134690"/>
              <a:gd name="csY128" fmla="*/ 141753 h 163017"/>
              <a:gd name="csX129" fmla="*/ 62028 w 134690"/>
              <a:gd name="csY129" fmla="*/ 138215 h 163017"/>
              <a:gd name="csX130" fmla="*/ 62028 w 134690"/>
              <a:gd name="csY130" fmla="*/ 134677 h 163017"/>
              <a:gd name="csX131" fmla="*/ 65573 w 134690"/>
              <a:gd name="csY131" fmla="*/ 131122 h 163017"/>
              <a:gd name="csX132" fmla="*/ 86840 w 134690"/>
              <a:gd name="csY132" fmla="*/ 131122 h 163017"/>
              <a:gd name="csX133" fmla="*/ 90384 w 134690"/>
              <a:gd name="csY133" fmla="*/ 131122 h 163017"/>
              <a:gd name="csX134" fmla="*/ 93928 w 134690"/>
              <a:gd name="csY134" fmla="*/ 134677 h 163017"/>
              <a:gd name="csX135" fmla="*/ 93928 w 134690"/>
              <a:gd name="csY135" fmla="*/ 138215 h 163017"/>
              <a:gd name="csX136" fmla="*/ 90384 w 134690"/>
              <a:gd name="csY136" fmla="*/ 141753 h 163017"/>
              <a:gd name="csX137" fmla="*/ 86840 w 134690"/>
              <a:gd name="csY137" fmla="*/ 141753 h 163017"/>
              <a:gd name="csX138" fmla="*/ 83294 w 134690"/>
              <a:gd name="csY138" fmla="*/ 138215 h 163017"/>
              <a:gd name="csX139" fmla="*/ 83294 w 134690"/>
              <a:gd name="csY139" fmla="*/ 134677 h 163017"/>
              <a:gd name="csX140" fmla="*/ 86840 w 134690"/>
              <a:gd name="csY140" fmla="*/ 131122 h 163017"/>
              <a:gd name="csX141" fmla="*/ 108107 w 134690"/>
              <a:gd name="csY141" fmla="*/ 131122 h 163017"/>
              <a:gd name="csX142" fmla="*/ 111650 w 134690"/>
              <a:gd name="csY142" fmla="*/ 131122 h 163017"/>
              <a:gd name="csX143" fmla="*/ 115194 w 134690"/>
              <a:gd name="csY143" fmla="*/ 134677 h 163017"/>
              <a:gd name="csX144" fmla="*/ 115194 w 134690"/>
              <a:gd name="csY144" fmla="*/ 138215 h 163017"/>
              <a:gd name="csX145" fmla="*/ 111650 w 134690"/>
              <a:gd name="csY145" fmla="*/ 141753 h 163017"/>
              <a:gd name="csX146" fmla="*/ 108107 w 134690"/>
              <a:gd name="csY146" fmla="*/ 141753 h 163017"/>
              <a:gd name="csX147" fmla="*/ 104561 w 134690"/>
              <a:gd name="csY147" fmla="*/ 138215 h 163017"/>
              <a:gd name="csX148" fmla="*/ 104561 w 134690"/>
              <a:gd name="csY148" fmla="*/ 134677 h 163017"/>
              <a:gd name="csX149" fmla="*/ 108107 w 134690"/>
              <a:gd name="csY149" fmla="*/ 131122 h 163017"/>
            </a:gdLst>
            <a:ahLst/>
            <a:cxnLst/>
            <a:rect l="l" t="t" r="r" b="b"/>
            <a:pathLst>
              <a:path w="100000" h="100000">
                <a:moveTo>
                  <a:pt x="52175" y="0"/>
                </a:moveTo>
                <a:cubicBezTo>
                  <a:pt x="50974" y="0"/>
                  <a:pt x="49999" y="970"/>
                  <a:pt x="49999" y="2170"/>
                </a:cubicBezTo>
                <a:lnTo>
                  <a:pt x="49999" y="6522"/>
                </a:lnTo>
                <a:cubicBezTo>
                  <a:pt x="49999" y="7722"/>
                  <a:pt x="50974" y="8692"/>
                  <a:pt x="52175" y="8692"/>
                </a:cubicBezTo>
                <a:cubicBezTo>
                  <a:pt x="54776" y="8692"/>
                  <a:pt x="55975" y="9496"/>
                  <a:pt x="57491" y="10508"/>
                </a:cubicBezTo>
                <a:cubicBezTo>
                  <a:pt x="59189" y="11635"/>
                  <a:pt x="61299" y="13044"/>
                  <a:pt x="65220" y="13044"/>
                </a:cubicBezTo>
                <a:cubicBezTo>
                  <a:pt x="66420" y="13044"/>
                  <a:pt x="67394" y="12074"/>
                  <a:pt x="67394" y="10874"/>
                </a:cubicBezTo>
                <a:lnTo>
                  <a:pt x="67394" y="6522"/>
                </a:lnTo>
                <a:cubicBezTo>
                  <a:pt x="67394" y="5322"/>
                  <a:pt x="66420" y="4352"/>
                  <a:pt x="65220" y="4352"/>
                </a:cubicBezTo>
                <a:cubicBezTo>
                  <a:pt x="62617" y="4352"/>
                  <a:pt x="61418" y="3548"/>
                  <a:pt x="59903" y="2536"/>
                </a:cubicBezTo>
                <a:cubicBezTo>
                  <a:pt x="58205" y="1408"/>
                  <a:pt x="56094" y="0"/>
                  <a:pt x="52175" y="0"/>
                </a:cubicBezTo>
                <a:close/>
                <a:moveTo>
                  <a:pt x="49999" y="15214"/>
                </a:moveTo>
                <a:cubicBezTo>
                  <a:pt x="36346" y="15214"/>
                  <a:pt x="25130" y="25764"/>
                  <a:pt x="24019" y="39132"/>
                </a:cubicBezTo>
                <a:lnTo>
                  <a:pt x="22822" y="39132"/>
                </a:lnTo>
                <a:cubicBezTo>
                  <a:pt x="22389" y="39122"/>
                  <a:pt x="21959" y="39205"/>
                  <a:pt x="21559" y="39372"/>
                </a:cubicBezTo>
                <a:cubicBezTo>
                  <a:pt x="21158" y="39528"/>
                  <a:pt x="20793" y="39768"/>
                  <a:pt x="20485" y="40071"/>
                </a:cubicBezTo>
                <a:cubicBezTo>
                  <a:pt x="20177" y="40374"/>
                  <a:pt x="19933" y="40739"/>
                  <a:pt x="19766" y="41136"/>
                </a:cubicBezTo>
                <a:cubicBezTo>
                  <a:pt x="19599" y="41532"/>
                  <a:pt x="19513" y="41960"/>
                  <a:pt x="19513" y="42388"/>
                </a:cubicBezTo>
                <a:cubicBezTo>
                  <a:pt x="19513" y="42826"/>
                  <a:pt x="19599" y="43254"/>
                  <a:pt x="19766" y="43650"/>
                </a:cubicBezTo>
                <a:cubicBezTo>
                  <a:pt x="19933" y="44047"/>
                  <a:pt x="20177" y="44412"/>
                  <a:pt x="20485" y="44715"/>
                </a:cubicBezTo>
                <a:cubicBezTo>
                  <a:pt x="20793" y="45017"/>
                  <a:pt x="21158" y="45257"/>
                  <a:pt x="21559" y="45414"/>
                </a:cubicBezTo>
                <a:cubicBezTo>
                  <a:pt x="21959" y="45581"/>
                  <a:pt x="22389" y="45665"/>
                  <a:pt x="22822" y="45654"/>
                </a:cubicBezTo>
                <a:lnTo>
                  <a:pt x="23908" y="45654"/>
                </a:lnTo>
                <a:lnTo>
                  <a:pt x="23908" y="56527"/>
                </a:lnTo>
                <a:lnTo>
                  <a:pt x="20647" y="56527"/>
                </a:lnTo>
                <a:cubicBezTo>
                  <a:pt x="14053" y="56527"/>
                  <a:pt x="8688" y="61891"/>
                  <a:pt x="8688" y="68476"/>
                </a:cubicBezTo>
                <a:lnTo>
                  <a:pt x="8688" y="96745"/>
                </a:lnTo>
                <a:cubicBezTo>
                  <a:pt x="8688" y="98550"/>
                  <a:pt x="10147" y="100000"/>
                  <a:pt x="11950" y="100000"/>
                </a:cubicBezTo>
                <a:lnTo>
                  <a:pt x="88050" y="100000"/>
                </a:lnTo>
                <a:cubicBezTo>
                  <a:pt x="89853" y="100000"/>
                  <a:pt x="91312" y="98550"/>
                  <a:pt x="91312" y="96745"/>
                </a:cubicBezTo>
                <a:lnTo>
                  <a:pt x="91312" y="68476"/>
                </a:lnTo>
                <a:cubicBezTo>
                  <a:pt x="91312" y="61891"/>
                  <a:pt x="85947" y="56527"/>
                  <a:pt x="79352" y="56527"/>
                </a:cubicBezTo>
                <a:lnTo>
                  <a:pt x="76091" y="56527"/>
                </a:lnTo>
                <a:lnTo>
                  <a:pt x="76091" y="45654"/>
                </a:lnTo>
                <a:lnTo>
                  <a:pt x="77178" y="45654"/>
                </a:lnTo>
                <a:cubicBezTo>
                  <a:pt x="77611" y="45665"/>
                  <a:pt x="78039" y="45581"/>
                  <a:pt x="78441" y="45414"/>
                </a:cubicBezTo>
                <a:cubicBezTo>
                  <a:pt x="78842" y="45257"/>
                  <a:pt x="79207" y="45017"/>
                  <a:pt x="79514" y="44715"/>
                </a:cubicBezTo>
                <a:cubicBezTo>
                  <a:pt x="79822" y="44412"/>
                  <a:pt x="80067" y="44047"/>
                  <a:pt x="80233" y="43650"/>
                </a:cubicBezTo>
                <a:cubicBezTo>
                  <a:pt x="80400" y="43254"/>
                  <a:pt x="80487" y="42826"/>
                  <a:pt x="80487" y="42388"/>
                </a:cubicBezTo>
                <a:cubicBezTo>
                  <a:pt x="80487" y="41960"/>
                  <a:pt x="80400" y="41532"/>
                  <a:pt x="80233" y="41136"/>
                </a:cubicBezTo>
                <a:cubicBezTo>
                  <a:pt x="80067" y="40739"/>
                  <a:pt x="79822" y="40374"/>
                  <a:pt x="79514" y="40071"/>
                </a:cubicBezTo>
                <a:cubicBezTo>
                  <a:pt x="79207" y="39768"/>
                  <a:pt x="78842" y="39528"/>
                  <a:pt x="78441" y="39372"/>
                </a:cubicBezTo>
                <a:cubicBezTo>
                  <a:pt x="78039" y="39205"/>
                  <a:pt x="77611" y="39122"/>
                  <a:pt x="77178" y="39132"/>
                </a:cubicBezTo>
                <a:lnTo>
                  <a:pt x="75981" y="39132"/>
                </a:lnTo>
                <a:cubicBezTo>
                  <a:pt x="74870" y="25764"/>
                  <a:pt x="63653" y="15214"/>
                  <a:pt x="49999" y="15214"/>
                </a:cubicBezTo>
                <a:close/>
                <a:moveTo>
                  <a:pt x="30431" y="45654"/>
                </a:moveTo>
                <a:lnTo>
                  <a:pt x="39129" y="45654"/>
                </a:lnTo>
                <a:lnTo>
                  <a:pt x="39129" y="56527"/>
                </a:lnTo>
                <a:lnTo>
                  <a:pt x="30431" y="56527"/>
                </a:lnTo>
                <a:lnTo>
                  <a:pt x="30431" y="45654"/>
                </a:lnTo>
                <a:close/>
                <a:moveTo>
                  <a:pt x="45651" y="45654"/>
                </a:moveTo>
                <a:lnTo>
                  <a:pt x="54349" y="45654"/>
                </a:lnTo>
                <a:lnTo>
                  <a:pt x="54349" y="56527"/>
                </a:lnTo>
                <a:lnTo>
                  <a:pt x="45651" y="56527"/>
                </a:lnTo>
                <a:lnTo>
                  <a:pt x="45651" y="45654"/>
                </a:lnTo>
                <a:close/>
                <a:moveTo>
                  <a:pt x="60871" y="45654"/>
                </a:moveTo>
                <a:lnTo>
                  <a:pt x="69568" y="45654"/>
                </a:lnTo>
                <a:lnTo>
                  <a:pt x="69568" y="56527"/>
                </a:lnTo>
                <a:lnTo>
                  <a:pt x="60871" y="56527"/>
                </a:lnTo>
                <a:lnTo>
                  <a:pt x="60871" y="45654"/>
                </a:lnTo>
                <a:close/>
                <a:moveTo>
                  <a:pt x="22822" y="67391"/>
                </a:moveTo>
                <a:lnTo>
                  <a:pt x="24995" y="67391"/>
                </a:lnTo>
                <a:cubicBezTo>
                  <a:pt x="26196" y="67391"/>
                  <a:pt x="27169" y="68371"/>
                  <a:pt x="27169" y="69571"/>
                </a:cubicBezTo>
                <a:lnTo>
                  <a:pt x="27169" y="71742"/>
                </a:lnTo>
                <a:cubicBezTo>
                  <a:pt x="27169" y="72942"/>
                  <a:pt x="26196" y="73913"/>
                  <a:pt x="24995" y="73913"/>
                </a:cubicBezTo>
                <a:lnTo>
                  <a:pt x="22822" y="73913"/>
                </a:lnTo>
                <a:cubicBezTo>
                  <a:pt x="21621" y="73913"/>
                  <a:pt x="20647" y="72942"/>
                  <a:pt x="20647" y="71742"/>
                </a:cubicBezTo>
                <a:lnTo>
                  <a:pt x="20647" y="69571"/>
                </a:lnTo>
                <a:cubicBezTo>
                  <a:pt x="20647" y="68371"/>
                  <a:pt x="21621" y="67391"/>
                  <a:pt x="22822" y="67391"/>
                </a:cubicBezTo>
                <a:close/>
                <a:moveTo>
                  <a:pt x="35867" y="67391"/>
                </a:moveTo>
                <a:lnTo>
                  <a:pt x="38041" y="67391"/>
                </a:lnTo>
                <a:cubicBezTo>
                  <a:pt x="39242" y="67391"/>
                  <a:pt x="40215" y="68371"/>
                  <a:pt x="40215" y="69571"/>
                </a:cubicBezTo>
                <a:lnTo>
                  <a:pt x="40215" y="71742"/>
                </a:lnTo>
                <a:cubicBezTo>
                  <a:pt x="40215" y="72942"/>
                  <a:pt x="39242" y="73913"/>
                  <a:pt x="38041" y="73913"/>
                </a:cubicBezTo>
                <a:lnTo>
                  <a:pt x="35867" y="73913"/>
                </a:lnTo>
                <a:cubicBezTo>
                  <a:pt x="34667" y="73913"/>
                  <a:pt x="33692" y="72942"/>
                  <a:pt x="33692" y="71742"/>
                </a:cubicBezTo>
                <a:lnTo>
                  <a:pt x="33692" y="69571"/>
                </a:lnTo>
                <a:cubicBezTo>
                  <a:pt x="33692" y="68371"/>
                  <a:pt x="34667" y="67391"/>
                  <a:pt x="35867" y="67391"/>
                </a:cubicBezTo>
                <a:close/>
                <a:moveTo>
                  <a:pt x="48913" y="67391"/>
                </a:moveTo>
                <a:lnTo>
                  <a:pt x="51087" y="67391"/>
                </a:lnTo>
                <a:cubicBezTo>
                  <a:pt x="52287" y="67391"/>
                  <a:pt x="53261" y="68371"/>
                  <a:pt x="53261" y="69571"/>
                </a:cubicBezTo>
                <a:lnTo>
                  <a:pt x="53261" y="71742"/>
                </a:lnTo>
                <a:cubicBezTo>
                  <a:pt x="53261" y="72942"/>
                  <a:pt x="52287" y="73913"/>
                  <a:pt x="51087" y="73913"/>
                </a:cubicBezTo>
                <a:lnTo>
                  <a:pt x="48913" y="73913"/>
                </a:lnTo>
                <a:cubicBezTo>
                  <a:pt x="47713" y="73913"/>
                  <a:pt x="46738" y="72942"/>
                  <a:pt x="46738" y="71742"/>
                </a:cubicBezTo>
                <a:lnTo>
                  <a:pt x="46738" y="69571"/>
                </a:lnTo>
                <a:cubicBezTo>
                  <a:pt x="46738" y="68371"/>
                  <a:pt x="47713" y="67391"/>
                  <a:pt x="48913" y="67391"/>
                </a:cubicBezTo>
                <a:close/>
                <a:moveTo>
                  <a:pt x="61959" y="67391"/>
                </a:moveTo>
                <a:lnTo>
                  <a:pt x="64133" y="67391"/>
                </a:lnTo>
                <a:cubicBezTo>
                  <a:pt x="65333" y="67391"/>
                  <a:pt x="66307" y="68371"/>
                  <a:pt x="66307" y="69571"/>
                </a:cubicBezTo>
                <a:lnTo>
                  <a:pt x="66307" y="71742"/>
                </a:lnTo>
                <a:cubicBezTo>
                  <a:pt x="66307" y="72942"/>
                  <a:pt x="65333" y="73913"/>
                  <a:pt x="64133" y="73913"/>
                </a:cubicBezTo>
                <a:lnTo>
                  <a:pt x="61959" y="73913"/>
                </a:lnTo>
                <a:cubicBezTo>
                  <a:pt x="60758" y="73913"/>
                  <a:pt x="59784" y="72942"/>
                  <a:pt x="59784" y="71742"/>
                </a:cubicBezTo>
                <a:lnTo>
                  <a:pt x="59784" y="69571"/>
                </a:lnTo>
                <a:cubicBezTo>
                  <a:pt x="59784" y="68371"/>
                  <a:pt x="60758" y="67391"/>
                  <a:pt x="61959" y="67391"/>
                </a:cubicBezTo>
                <a:close/>
                <a:moveTo>
                  <a:pt x="75005" y="67391"/>
                </a:moveTo>
                <a:lnTo>
                  <a:pt x="77178" y="67391"/>
                </a:lnTo>
                <a:cubicBezTo>
                  <a:pt x="78379" y="67391"/>
                  <a:pt x="79352" y="68371"/>
                  <a:pt x="79352" y="69571"/>
                </a:cubicBezTo>
                <a:lnTo>
                  <a:pt x="79352" y="71742"/>
                </a:lnTo>
                <a:cubicBezTo>
                  <a:pt x="79352" y="72942"/>
                  <a:pt x="78379" y="73913"/>
                  <a:pt x="77178" y="73913"/>
                </a:cubicBezTo>
                <a:lnTo>
                  <a:pt x="75005" y="73913"/>
                </a:lnTo>
                <a:cubicBezTo>
                  <a:pt x="73804" y="73913"/>
                  <a:pt x="72830" y="72942"/>
                  <a:pt x="72830" y="71742"/>
                </a:cubicBezTo>
                <a:lnTo>
                  <a:pt x="72830" y="69571"/>
                </a:lnTo>
                <a:cubicBezTo>
                  <a:pt x="72830" y="68371"/>
                  <a:pt x="73804" y="67391"/>
                  <a:pt x="75005" y="67391"/>
                </a:cubicBezTo>
                <a:close/>
                <a:moveTo>
                  <a:pt x="22822" y="80435"/>
                </a:moveTo>
                <a:lnTo>
                  <a:pt x="24995" y="80435"/>
                </a:lnTo>
                <a:cubicBezTo>
                  <a:pt x="26196" y="80435"/>
                  <a:pt x="27169" y="81415"/>
                  <a:pt x="27169" y="82615"/>
                </a:cubicBezTo>
                <a:lnTo>
                  <a:pt x="27169" y="84786"/>
                </a:lnTo>
                <a:cubicBezTo>
                  <a:pt x="27169" y="85986"/>
                  <a:pt x="26196" y="86956"/>
                  <a:pt x="24995" y="86956"/>
                </a:cubicBezTo>
                <a:lnTo>
                  <a:pt x="22822" y="86956"/>
                </a:lnTo>
                <a:cubicBezTo>
                  <a:pt x="21621" y="86956"/>
                  <a:pt x="20647" y="85986"/>
                  <a:pt x="20647" y="84786"/>
                </a:cubicBezTo>
                <a:lnTo>
                  <a:pt x="20647" y="82615"/>
                </a:lnTo>
                <a:cubicBezTo>
                  <a:pt x="20647" y="81415"/>
                  <a:pt x="21621" y="80435"/>
                  <a:pt x="22822" y="80435"/>
                </a:cubicBezTo>
                <a:close/>
                <a:moveTo>
                  <a:pt x="35867" y="80435"/>
                </a:moveTo>
                <a:lnTo>
                  <a:pt x="38041" y="80435"/>
                </a:lnTo>
                <a:cubicBezTo>
                  <a:pt x="39242" y="80435"/>
                  <a:pt x="40215" y="81415"/>
                  <a:pt x="40215" y="82615"/>
                </a:cubicBezTo>
                <a:lnTo>
                  <a:pt x="40215" y="84786"/>
                </a:lnTo>
                <a:cubicBezTo>
                  <a:pt x="40215" y="85986"/>
                  <a:pt x="39242" y="86956"/>
                  <a:pt x="38041" y="86956"/>
                </a:cubicBezTo>
                <a:lnTo>
                  <a:pt x="35867" y="86956"/>
                </a:lnTo>
                <a:cubicBezTo>
                  <a:pt x="34667" y="86956"/>
                  <a:pt x="33692" y="85986"/>
                  <a:pt x="33692" y="84786"/>
                </a:cubicBezTo>
                <a:lnTo>
                  <a:pt x="33692" y="82615"/>
                </a:lnTo>
                <a:cubicBezTo>
                  <a:pt x="33692" y="81415"/>
                  <a:pt x="34667" y="80435"/>
                  <a:pt x="35867" y="80435"/>
                </a:cubicBezTo>
                <a:close/>
                <a:moveTo>
                  <a:pt x="48913" y="80435"/>
                </a:moveTo>
                <a:lnTo>
                  <a:pt x="51087" y="80435"/>
                </a:lnTo>
                <a:cubicBezTo>
                  <a:pt x="52287" y="80435"/>
                  <a:pt x="53261" y="81415"/>
                  <a:pt x="53261" y="82615"/>
                </a:cubicBezTo>
                <a:lnTo>
                  <a:pt x="53261" y="84786"/>
                </a:lnTo>
                <a:cubicBezTo>
                  <a:pt x="53261" y="85986"/>
                  <a:pt x="52287" y="86956"/>
                  <a:pt x="51087" y="86956"/>
                </a:cubicBezTo>
                <a:lnTo>
                  <a:pt x="48913" y="86956"/>
                </a:lnTo>
                <a:cubicBezTo>
                  <a:pt x="47713" y="86956"/>
                  <a:pt x="46738" y="85986"/>
                  <a:pt x="46738" y="84786"/>
                </a:cubicBezTo>
                <a:lnTo>
                  <a:pt x="46738" y="82615"/>
                </a:lnTo>
                <a:cubicBezTo>
                  <a:pt x="46738" y="81415"/>
                  <a:pt x="47713" y="80435"/>
                  <a:pt x="48913" y="80435"/>
                </a:cubicBezTo>
                <a:close/>
                <a:moveTo>
                  <a:pt x="61959" y="80435"/>
                </a:moveTo>
                <a:lnTo>
                  <a:pt x="64133" y="80435"/>
                </a:lnTo>
                <a:cubicBezTo>
                  <a:pt x="65333" y="80435"/>
                  <a:pt x="66307" y="81415"/>
                  <a:pt x="66307" y="82615"/>
                </a:cubicBezTo>
                <a:lnTo>
                  <a:pt x="66307" y="84786"/>
                </a:lnTo>
                <a:cubicBezTo>
                  <a:pt x="66307" y="85986"/>
                  <a:pt x="65333" y="86956"/>
                  <a:pt x="64133" y="86956"/>
                </a:cubicBezTo>
                <a:lnTo>
                  <a:pt x="61959" y="86956"/>
                </a:lnTo>
                <a:cubicBezTo>
                  <a:pt x="60758" y="86956"/>
                  <a:pt x="59784" y="85986"/>
                  <a:pt x="59784" y="84786"/>
                </a:cubicBezTo>
                <a:lnTo>
                  <a:pt x="59784" y="82615"/>
                </a:lnTo>
                <a:cubicBezTo>
                  <a:pt x="59784" y="81415"/>
                  <a:pt x="60758" y="80435"/>
                  <a:pt x="61959" y="80435"/>
                </a:cubicBezTo>
                <a:close/>
                <a:moveTo>
                  <a:pt x="75005" y="80435"/>
                </a:moveTo>
                <a:lnTo>
                  <a:pt x="77178" y="80435"/>
                </a:lnTo>
                <a:cubicBezTo>
                  <a:pt x="78379" y="80435"/>
                  <a:pt x="79352" y="81415"/>
                  <a:pt x="79352" y="82615"/>
                </a:cubicBezTo>
                <a:lnTo>
                  <a:pt x="79352" y="84786"/>
                </a:lnTo>
                <a:cubicBezTo>
                  <a:pt x="79352" y="85986"/>
                  <a:pt x="78379" y="86956"/>
                  <a:pt x="77178" y="86956"/>
                </a:cubicBezTo>
                <a:lnTo>
                  <a:pt x="75005" y="86956"/>
                </a:lnTo>
                <a:cubicBezTo>
                  <a:pt x="73804" y="86956"/>
                  <a:pt x="72830" y="85986"/>
                  <a:pt x="72830" y="84786"/>
                </a:cubicBezTo>
                <a:lnTo>
                  <a:pt x="72830" y="82615"/>
                </a:lnTo>
                <a:cubicBezTo>
                  <a:pt x="72830" y="81415"/>
                  <a:pt x="73804" y="80435"/>
                  <a:pt x="75005" y="8043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3" name="Красный — SVG 24">
            <a:extLst>
              <a:ext uri="{FF2B5EF4-FFF2-40B4-BE49-F238E27FC236}">
                <a16:creationId xmlns:a16="http://schemas.microsoft.com/office/drawing/2014/main" id="{C423B252-B714-3A43-94A2-FEC44F375E83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72663 w 113428"/>
              <a:gd name="csY0" fmla="*/ 1 h 155942"/>
              <a:gd name="csX1" fmla="*/ 54237 w 113428"/>
              <a:gd name="csY1" fmla="*/ 9222 h 155942"/>
              <a:gd name="csX2" fmla="*/ 51311 w 113428"/>
              <a:gd name="csY2" fmla="*/ 15124 h 155942"/>
              <a:gd name="csX3" fmla="*/ 36527 w 113428"/>
              <a:gd name="csY3" fmla="*/ 23392 h 155942"/>
              <a:gd name="csX4" fmla="*/ 32069 w 113428"/>
              <a:gd name="csY4" fmla="*/ 32391 h 155942"/>
              <a:gd name="csX5" fmla="*/ 31916 w 113428"/>
              <a:gd name="csY5" fmla="*/ 34483 h 155942"/>
              <a:gd name="csX6" fmla="*/ 32596 w 113428"/>
              <a:gd name="csY6" fmla="*/ 36473 h 155942"/>
              <a:gd name="csX7" fmla="*/ 34009 w 113428"/>
              <a:gd name="csY7" fmla="*/ 38038 h 155942"/>
              <a:gd name="csX8" fmla="*/ 35914 w 113428"/>
              <a:gd name="csY8" fmla="*/ 38940 h 155942"/>
              <a:gd name="csX9" fmla="*/ 38007 w 113428"/>
              <a:gd name="csY9" fmla="*/ 39042 h 155942"/>
              <a:gd name="csX10" fmla="*/ 39980 w 113428"/>
              <a:gd name="csY10" fmla="*/ 38310 h 155942"/>
              <a:gd name="csX11" fmla="*/ 41529 w 113428"/>
              <a:gd name="csY11" fmla="*/ 36882 h 155942"/>
              <a:gd name="csX12" fmla="*/ 42379 w 113428"/>
              <a:gd name="csY12" fmla="*/ 34959 h 155942"/>
              <a:gd name="csX13" fmla="*/ 45016 w 113428"/>
              <a:gd name="csY13" fmla="*/ 29771 h 155942"/>
              <a:gd name="csX14" fmla="*/ 54680 w 113428"/>
              <a:gd name="csY14" fmla="*/ 24872 h 155942"/>
              <a:gd name="csX15" fmla="*/ 57964 w 113428"/>
              <a:gd name="csY15" fmla="*/ 23919 h 155942"/>
              <a:gd name="csX16" fmla="*/ 57981 w 113428"/>
              <a:gd name="csY16" fmla="*/ 23919 h 155942"/>
              <a:gd name="csX17" fmla="*/ 58321 w 113428"/>
              <a:gd name="csY17" fmla="*/ 23647 h 155942"/>
              <a:gd name="csX18" fmla="*/ 58627 w 113428"/>
              <a:gd name="csY18" fmla="*/ 23392 h 155942"/>
              <a:gd name="csX19" fmla="*/ 60243 w 113428"/>
              <a:gd name="csY19" fmla="*/ 20517 h 155942"/>
              <a:gd name="csX20" fmla="*/ 62744 w 113428"/>
              <a:gd name="csY20" fmla="*/ 15601 h 155942"/>
              <a:gd name="csX21" fmla="*/ 72663 w 113428"/>
              <a:gd name="csY21" fmla="*/ 10633 h 155942"/>
              <a:gd name="csX22" fmla="*/ 74722 w 113428"/>
              <a:gd name="csY22" fmla="*/ 10259 h 155942"/>
              <a:gd name="csX23" fmla="*/ 76474 w 113428"/>
              <a:gd name="csY23" fmla="*/ 9102 h 155942"/>
              <a:gd name="csX24" fmla="*/ 77648 w 113428"/>
              <a:gd name="csY24" fmla="*/ 7367 h 155942"/>
              <a:gd name="csX25" fmla="*/ 78056 w 113428"/>
              <a:gd name="csY25" fmla="*/ 5326 h 155942"/>
              <a:gd name="csX26" fmla="*/ 77648 w 113428"/>
              <a:gd name="csY26" fmla="*/ 3268 h 155942"/>
              <a:gd name="csX27" fmla="*/ 76474 w 113428"/>
              <a:gd name="csY27" fmla="*/ 1532 h 155942"/>
              <a:gd name="csX28" fmla="*/ 74722 w 113428"/>
              <a:gd name="csY28" fmla="*/ 393 h 155942"/>
              <a:gd name="csX29" fmla="*/ 72663 w 113428"/>
              <a:gd name="csY29" fmla="*/ 1 h 155942"/>
              <a:gd name="csX30" fmla="*/ 97656 w 113428"/>
              <a:gd name="csY30" fmla="*/ 7027 h 155942"/>
              <a:gd name="csX31" fmla="*/ 94253 w 113428"/>
              <a:gd name="csY31" fmla="*/ 8116 h 155942"/>
              <a:gd name="csX32" fmla="*/ 92331 w 113428"/>
              <a:gd name="csY32" fmla="*/ 11127 h 155942"/>
              <a:gd name="csX33" fmla="*/ 89694 w 113428"/>
              <a:gd name="csY33" fmla="*/ 16298 h 155942"/>
              <a:gd name="csX34" fmla="*/ 79758 w 113428"/>
              <a:gd name="csY34" fmla="*/ 21265 h 155942"/>
              <a:gd name="csX35" fmla="*/ 77699 w 113428"/>
              <a:gd name="csY35" fmla="*/ 21657 h 155942"/>
              <a:gd name="csX36" fmla="*/ 75947 w 113428"/>
              <a:gd name="csY36" fmla="*/ 22796 h 155942"/>
              <a:gd name="csX37" fmla="*/ 74773 w 113428"/>
              <a:gd name="csY37" fmla="*/ 24532 h 155942"/>
              <a:gd name="csX38" fmla="*/ 74364 w 113428"/>
              <a:gd name="csY38" fmla="*/ 26590 h 155942"/>
              <a:gd name="csX39" fmla="*/ 74773 w 113428"/>
              <a:gd name="csY39" fmla="*/ 28631 h 155942"/>
              <a:gd name="csX40" fmla="*/ 75947 w 113428"/>
              <a:gd name="csY40" fmla="*/ 30366 h 155942"/>
              <a:gd name="csX41" fmla="*/ 77699 w 113428"/>
              <a:gd name="csY41" fmla="*/ 31523 h 155942"/>
              <a:gd name="csX42" fmla="*/ 79758 w 113428"/>
              <a:gd name="csY42" fmla="*/ 31897 h 155942"/>
              <a:gd name="csX43" fmla="*/ 98183 w 113428"/>
              <a:gd name="csY43" fmla="*/ 22677 h 155942"/>
              <a:gd name="csX44" fmla="*/ 102641 w 113428"/>
              <a:gd name="csY44" fmla="*/ 13695 h 155942"/>
              <a:gd name="csX45" fmla="*/ 102726 w 113428"/>
              <a:gd name="csY45" fmla="*/ 11331 h 155942"/>
              <a:gd name="csX46" fmla="*/ 101756 w 113428"/>
              <a:gd name="csY46" fmla="*/ 9153 h 155942"/>
              <a:gd name="csX47" fmla="*/ 99953 w 113428"/>
              <a:gd name="csY47" fmla="*/ 7622 h 155942"/>
              <a:gd name="csX48" fmla="*/ 97656 w 113428"/>
              <a:gd name="csY48" fmla="*/ 7027 h 155942"/>
              <a:gd name="csX49" fmla="*/ 26591 w 113428"/>
              <a:gd name="csY49" fmla="*/ 46067 h 155942"/>
              <a:gd name="csX50" fmla="*/ 25162 w 113428"/>
              <a:gd name="csY50" fmla="*/ 46289 h 155942"/>
              <a:gd name="csX51" fmla="*/ 23052 w 113428"/>
              <a:gd name="csY51" fmla="*/ 46289 h 155942"/>
              <a:gd name="csX52" fmla="*/ 19581 w 113428"/>
              <a:gd name="csY52" fmla="*/ 47530 h 155942"/>
              <a:gd name="csX53" fmla="*/ 17744 w 113428"/>
              <a:gd name="csY53" fmla="*/ 50712 h 155942"/>
              <a:gd name="csX54" fmla="*/ 18425 w 113428"/>
              <a:gd name="csY54" fmla="*/ 54335 h 155942"/>
              <a:gd name="csX55" fmla="*/ 21283 w 113428"/>
              <a:gd name="csY55" fmla="*/ 56648 h 155942"/>
              <a:gd name="csX56" fmla="*/ 21283 w 113428"/>
              <a:gd name="csY56" fmla="*/ 71754 h 155942"/>
              <a:gd name="csX57" fmla="*/ 935 w 113428"/>
              <a:gd name="csY57" fmla="*/ 130528 h 155942"/>
              <a:gd name="csX58" fmla="*/ 3776 w 113428"/>
              <a:gd name="csY58" fmla="*/ 147947 h 155942"/>
              <a:gd name="csX59" fmla="*/ 19513 w 113428"/>
              <a:gd name="csY59" fmla="*/ 155942 h 155942"/>
              <a:gd name="csX60" fmla="*/ 93930 w 113428"/>
              <a:gd name="csY60" fmla="*/ 155942 h 155942"/>
              <a:gd name="csX61" fmla="*/ 109650 w 113428"/>
              <a:gd name="csY61" fmla="*/ 147964 h 155942"/>
              <a:gd name="csX62" fmla="*/ 112475 w 113428"/>
              <a:gd name="csY62" fmla="*/ 130443 h 155942"/>
              <a:gd name="csX63" fmla="*/ 92314 w 113428"/>
              <a:gd name="csY63" fmla="*/ 71754 h 155942"/>
              <a:gd name="csX64" fmla="*/ 92195 w 113428"/>
              <a:gd name="csY64" fmla="*/ 56631 h 155942"/>
              <a:gd name="csX65" fmla="*/ 95036 w 113428"/>
              <a:gd name="csY65" fmla="*/ 54301 h 155942"/>
              <a:gd name="csX66" fmla="*/ 95682 w 113428"/>
              <a:gd name="csY66" fmla="*/ 50695 h 155942"/>
              <a:gd name="csX67" fmla="*/ 93845 w 113428"/>
              <a:gd name="csY67" fmla="*/ 47530 h 155942"/>
              <a:gd name="csX68" fmla="*/ 90391 w 113428"/>
              <a:gd name="csY68" fmla="*/ 46289 h 155942"/>
              <a:gd name="csX69" fmla="*/ 88281 w 113428"/>
              <a:gd name="csY69" fmla="*/ 46289 h 155942"/>
              <a:gd name="csX70" fmla="*/ 86852 w 113428"/>
              <a:gd name="csY70" fmla="*/ 46067 h 155942"/>
              <a:gd name="csX71" fmla="*/ 26591 w 113428"/>
              <a:gd name="csY71" fmla="*/ 46067 h 155942"/>
              <a:gd name="csX72" fmla="*/ 58321 w 113428"/>
              <a:gd name="csY72" fmla="*/ 77963 h 155942"/>
              <a:gd name="csX73" fmla="*/ 58389 w 113428"/>
              <a:gd name="csY73" fmla="*/ 77963 h 155942"/>
              <a:gd name="csX74" fmla="*/ 61877 w 113428"/>
              <a:gd name="csY74" fmla="*/ 81519 h 155942"/>
              <a:gd name="csX75" fmla="*/ 61860 w 113428"/>
              <a:gd name="csY75" fmla="*/ 81774 h 155942"/>
              <a:gd name="csX76" fmla="*/ 61826 w 113428"/>
              <a:gd name="csY76" fmla="*/ 98479 h 155942"/>
              <a:gd name="csX77" fmla="*/ 75096 w 113428"/>
              <a:gd name="csY77" fmla="*/ 101200 h 155942"/>
              <a:gd name="csX78" fmla="*/ 77682 w 113428"/>
              <a:gd name="csY78" fmla="*/ 103395 h 155942"/>
              <a:gd name="csX79" fmla="*/ 77240 w 113428"/>
              <a:gd name="csY79" fmla="*/ 106763 h 155942"/>
              <a:gd name="csX80" fmla="*/ 57930 w 113428"/>
              <a:gd name="csY80" fmla="*/ 133215 h 155942"/>
              <a:gd name="csX81" fmla="*/ 55055 w 113428"/>
              <a:gd name="csY81" fmla="*/ 134678 h 155942"/>
              <a:gd name="csX82" fmla="*/ 53948 w 113428"/>
              <a:gd name="csY82" fmla="*/ 134491 h 155942"/>
              <a:gd name="csX83" fmla="*/ 51516 w 113428"/>
              <a:gd name="csY83" fmla="*/ 131123 h 155942"/>
              <a:gd name="csX84" fmla="*/ 51533 w 113428"/>
              <a:gd name="csY84" fmla="*/ 114163 h 155942"/>
              <a:gd name="csX85" fmla="*/ 38279 w 113428"/>
              <a:gd name="csY85" fmla="*/ 111441 h 155942"/>
              <a:gd name="csX86" fmla="*/ 35693 w 113428"/>
              <a:gd name="csY86" fmla="*/ 109247 h 155942"/>
              <a:gd name="csX87" fmla="*/ 36135 w 113428"/>
              <a:gd name="csY87" fmla="*/ 105879 h 155942"/>
              <a:gd name="csX88" fmla="*/ 55429 w 113428"/>
              <a:gd name="csY88" fmla="*/ 79460 h 155942"/>
              <a:gd name="csX89" fmla="*/ 55616 w 113428"/>
              <a:gd name="csY89" fmla="*/ 79222 h 155942"/>
              <a:gd name="csX90" fmla="*/ 56262 w 113428"/>
              <a:gd name="csY90" fmla="*/ 78627 h 155942"/>
              <a:gd name="csX91" fmla="*/ 58032 w 113428"/>
              <a:gd name="csY91" fmla="*/ 77980 h 155942"/>
              <a:gd name="csX92" fmla="*/ 58321 w 113428"/>
              <a:gd name="csY92" fmla="*/ 77963 h 155942"/>
            </a:gdLst>
            <a:ahLst/>
            <a:cxnLst/>
            <a:rect l="l" t="t" r="r" b="b"/>
            <a:pathLst>
              <a:path w="100000" h="100000">
                <a:moveTo>
                  <a:pt x="60228" y="1"/>
                </a:moveTo>
                <a:cubicBezTo>
                  <a:pt x="54554" y="1"/>
                  <a:pt x="50550" y="3056"/>
                  <a:pt x="48412" y="5914"/>
                </a:cubicBezTo>
                <a:cubicBezTo>
                  <a:pt x="47005" y="7779"/>
                  <a:pt x="46917" y="8608"/>
                  <a:pt x="46535" y="9698"/>
                </a:cubicBezTo>
                <a:cubicBezTo>
                  <a:pt x="42226" y="10451"/>
                  <a:pt x="38844" y="12600"/>
                  <a:pt x="37055" y="15000"/>
                </a:cubicBezTo>
                <a:cubicBezTo>
                  <a:pt x="34905" y="17859"/>
                  <a:pt x="34196" y="20771"/>
                  <a:pt x="34196" y="20771"/>
                </a:cubicBezTo>
                <a:cubicBezTo>
                  <a:pt x="34076" y="21207"/>
                  <a:pt x="34043" y="21665"/>
                  <a:pt x="34098" y="22113"/>
                </a:cubicBezTo>
                <a:cubicBezTo>
                  <a:pt x="34163" y="22560"/>
                  <a:pt x="34305" y="22996"/>
                  <a:pt x="34534" y="23389"/>
                </a:cubicBezTo>
                <a:cubicBezTo>
                  <a:pt x="34764" y="23782"/>
                  <a:pt x="35069" y="24120"/>
                  <a:pt x="35440" y="24392"/>
                </a:cubicBezTo>
                <a:cubicBezTo>
                  <a:pt x="35800" y="24666"/>
                  <a:pt x="36215" y="24862"/>
                  <a:pt x="36662" y="24971"/>
                </a:cubicBezTo>
                <a:cubicBezTo>
                  <a:pt x="37098" y="25091"/>
                  <a:pt x="37556" y="25102"/>
                  <a:pt x="38004" y="25036"/>
                </a:cubicBezTo>
                <a:cubicBezTo>
                  <a:pt x="38451" y="24971"/>
                  <a:pt x="38888" y="24807"/>
                  <a:pt x="39269" y="24567"/>
                </a:cubicBezTo>
                <a:cubicBezTo>
                  <a:pt x="39662" y="24327"/>
                  <a:pt x="39989" y="24022"/>
                  <a:pt x="40262" y="23651"/>
                </a:cubicBezTo>
                <a:cubicBezTo>
                  <a:pt x="40524" y="23280"/>
                  <a:pt x="40709" y="22866"/>
                  <a:pt x="40807" y="22418"/>
                </a:cubicBezTo>
                <a:cubicBezTo>
                  <a:pt x="40807" y="22418"/>
                  <a:pt x="41233" y="20782"/>
                  <a:pt x="42498" y="19091"/>
                </a:cubicBezTo>
                <a:cubicBezTo>
                  <a:pt x="43743" y="17433"/>
                  <a:pt x="45434" y="16015"/>
                  <a:pt x="48696" y="15950"/>
                </a:cubicBezTo>
                <a:cubicBezTo>
                  <a:pt x="49449" y="15982"/>
                  <a:pt x="50190" y="15774"/>
                  <a:pt x="50802" y="15338"/>
                </a:cubicBezTo>
                <a:cubicBezTo>
                  <a:pt x="50802" y="15338"/>
                  <a:pt x="50802" y="15338"/>
                  <a:pt x="50812" y="15338"/>
                </a:cubicBezTo>
                <a:cubicBezTo>
                  <a:pt x="50878" y="15284"/>
                  <a:pt x="50954" y="15229"/>
                  <a:pt x="51031" y="15164"/>
                </a:cubicBezTo>
                <a:cubicBezTo>
                  <a:pt x="51096" y="15109"/>
                  <a:pt x="51161" y="15055"/>
                  <a:pt x="51227" y="15000"/>
                </a:cubicBezTo>
                <a:cubicBezTo>
                  <a:pt x="51762" y="14509"/>
                  <a:pt x="52121" y="13865"/>
                  <a:pt x="52263" y="13157"/>
                </a:cubicBezTo>
                <a:cubicBezTo>
                  <a:pt x="52296" y="13004"/>
                  <a:pt x="52656" y="11608"/>
                  <a:pt x="53867" y="10004"/>
                </a:cubicBezTo>
                <a:cubicBezTo>
                  <a:pt x="55133" y="8313"/>
                  <a:pt x="56824" y="6819"/>
                  <a:pt x="60228" y="6819"/>
                </a:cubicBezTo>
                <a:cubicBezTo>
                  <a:pt x="60686" y="6829"/>
                  <a:pt x="61133" y="6742"/>
                  <a:pt x="61548" y="6579"/>
                </a:cubicBezTo>
                <a:cubicBezTo>
                  <a:pt x="61973" y="6404"/>
                  <a:pt x="62355" y="6154"/>
                  <a:pt x="62671" y="5837"/>
                </a:cubicBezTo>
                <a:cubicBezTo>
                  <a:pt x="62999" y="5521"/>
                  <a:pt x="63250" y="5139"/>
                  <a:pt x="63424" y="4724"/>
                </a:cubicBezTo>
                <a:cubicBezTo>
                  <a:pt x="63599" y="4310"/>
                  <a:pt x="63686" y="3862"/>
                  <a:pt x="63686" y="3415"/>
                </a:cubicBezTo>
                <a:cubicBezTo>
                  <a:pt x="63686" y="2957"/>
                  <a:pt x="63599" y="2510"/>
                  <a:pt x="63424" y="2096"/>
                </a:cubicBezTo>
                <a:cubicBezTo>
                  <a:pt x="63250" y="1681"/>
                  <a:pt x="62999" y="1299"/>
                  <a:pt x="62671" y="982"/>
                </a:cubicBezTo>
                <a:cubicBezTo>
                  <a:pt x="62355" y="666"/>
                  <a:pt x="61973" y="416"/>
                  <a:pt x="61548" y="252"/>
                </a:cubicBezTo>
                <a:cubicBezTo>
                  <a:pt x="61133" y="77"/>
                  <a:pt x="60686" y="-10"/>
                  <a:pt x="60228" y="1"/>
                </a:cubicBezTo>
                <a:close/>
                <a:moveTo>
                  <a:pt x="76255" y="4506"/>
                </a:moveTo>
                <a:cubicBezTo>
                  <a:pt x="75469" y="4473"/>
                  <a:pt x="74705" y="4724"/>
                  <a:pt x="74072" y="5204"/>
                </a:cubicBezTo>
                <a:cubicBezTo>
                  <a:pt x="73451" y="5684"/>
                  <a:pt x="73014" y="6361"/>
                  <a:pt x="72840" y="7135"/>
                </a:cubicBezTo>
                <a:cubicBezTo>
                  <a:pt x="72840" y="7135"/>
                  <a:pt x="72414" y="8760"/>
                  <a:pt x="71149" y="10451"/>
                </a:cubicBezTo>
                <a:cubicBezTo>
                  <a:pt x="69872" y="12142"/>
                  <a:pt x="68192" y="13636"/>
                  <a:pt x="64777" y="13636"/>
                </a:cubicBezTo>
                <a:cubicBezTo>
                  <a:pt x="64330" y="13626"/>
                  <a:pt x="63872" y="13713"/>
                  <a:pt x="63457" y="13888"/>
                </a:cubicBezTo>
                <a:cubicBezTo>
                  <a:pt x="63043" y="14051"/>
                  <a:pt x="62660" y="14302"/>
                  <a:pt x="62333" y="14618"/>
                </a:cubicBezTo>
                <a:cubicBezTo>
                  <a:pt x="62017" y="14935"/>
                  <a:pt x="61755" y="15317"/>
                  <a:pt x="61581" y="15731"/>
                </a:cubicBezTo>
                <a:cubicBezTo>
                  <a:pt x="61406" y="16146"/>
                  <a:pt x="61318" y="16593"/>
                  <a:pt x="61318" y="17051"/>
                </a:cubicBezTo>
                <a:cubicBezTo>
                  <a:pt x="61318" y="17498"/>
                  <a:pt x="61406" y="17946"/>
                  <a:pt x="61581" y="18360"/>
                </a:cubicBezTo>
                <a:cubicBezTo>
                  <a:pt x="61755" y="18774"/>
                  <a:pt x="62017" y="19156"/>
                  <a:pt x="62333" y="19473"/>
                </a:cubicBezTo>
                <a:cubicBezTo>
                  <a:pt x="62660" y="19789"/>
                  <a:pt x="63043" y="20040"/>
                  <a:pt x="63457" y="20215"/>
                </a:cubicBezTo>
                <a:cubicBezTo>
                  <a:pt x="63872" y="20378"/>
                  <a:pt x="64330" y="20465"/>
                  <a:pt x="64777" y="20454"/>
                </a:cubicBezTo>
                <a:cubicBezTo>
                  <a:pt x="70461" y="20454"/>
                  <a:pt x="74455" y="17400"/>
                  <a:pt x="76593" y="14542"/>
                </a:cubicBezTo>
                <a:cubicBezTo>
                  <a:pt x="78731" y="11695"/>
                  <a:pt x="79451" y="8782"/>
                  <a:pt x="79451" y="8782"/>
                </a:cubicBezTo>
                <a:cubicBezTo>
                  <a:pt x="79582" y="8281"/>
                  <a:pt x="79593" y="7768"/>
                  <a:pt x="79506" y="7266"/>
                </a:cubicBezTo>
                <a:cubicBezTo>
                  <a:pt x="79408" y="6753"/>
                  <a:pt x="79190" y="6284"/>
                  <a:pt x="78884" y="5869"/>
                </a:cubicBezTo>
                <a:cubicBezTo>
                  <a:pt x="78579" y="5455"/>
                  <a:pt x="78185" y="5128"/>
                  <a:pt x="77728" y="4888"/>
                </a:cubicBezTo>
                <a:cubicBezTo>
                  <a:pt x="77269" y="4648"/>
                  <a:pt x="76768" y="4517"/>
                  <a:pt x="76255" y="4506"/>
                </a:cubicBezTo>
                <a:close/>
                <a:moveTo>
                  <a:pt x="30683" y="29541"/>
                </a:moveTo>
                <a:cubicBezTo>
                  <a:pt x="30367" y="29541"/>
                  <a:pt x="30061" y="29607"/>
                  <a:pt x="29767" y="29683"/>
                </a:cubicBezTo>
                <a:lnTo>
                  <a:pt x="28414" y="29683"/>
                </a:lnTo>
                <a:cubicBezTo>
                  <a:pt x="27596" y="29683"/>
                  <a:pt x="26810" y="29956"/>
                  <a:pt x="26188" y="30479"/>
                </a:cubicBezTo>
                <a:cubicBezTo>
                  <a:pt x="25567" y="31003"/>
                  <a:pt x="25152" y="31723"/>
                  <a:pt x="25010" y="32520"/>
                </a:cubicBezTo>
                <a:cubicBezTo>
                  <a:pt x="24879" y="33316"/>
                  <a:pt x="25032" y="34145"/>
                  <a:pt x="25447" y="34843"/>
                </a:cubicBezTo>
                <a:cubicBezTo>
                  <a:pt x="25861" y="35531"/>
                  <a:pt x="26505" y="36065"/>
                  <a:pt x="27279" y="36326"/>
                </a:cubicBezTo>
                <a:lnTo>
                  <a:pt x="27279" y="46013"/>
                </a:lnTo>
                <a:lnTo>
                  <a:pt x="14231" y="83703"/>
                </a:lnTo>
                <a:cubicBezTo>
                  <a:pt x="13009" y="87554"/>
                  <a:pt x="13674" y="91623"/>
                  <a:pt x="16053" y="94873"/>
                </a:cubicBezTo>
                <a:cubicBezTo>
                  <a:pt x="18431" y="98135"/>
                  <a:pt x="22118" y="100000"/>
                  <a:pt x="26144" y="100000"/>
                </a:cubicBezTo>
                <a:lnTo>
                  <a:pt x="73865" y="100000"/>
                </a:lnTo>
                <a:cubicBezTo>
                  <a:pt x="77891" y="100000"/>
                  <a:pt x="81568" y="98135"/>
                  <a:pt x="83946" y="94884"/>
                </a:cubicBezTo>
                <a:cubicBezTo>
                  <a:pt x="86324" y="91633"/>
                  <a:pt x="87001" y="87565"/>
                  <a:pt x="85758" y="83648"/>
                </a:cubicBezTo>
                <a:lnTo>
                  <a:pt x="72829" y="46013"/>
                </a:lnTo>
                <a:lnTo>
                  <a:pt x="72753" y="36315"/>
                </a:lnTo>
                <a:cubicBezTo>
                  <a:pt x="73516" y="36043"/>
                  <a:pt x="74160" y="35520"/>
                  <a:pt x="74575" y="34821"/>
                </a:cubicBezTo>
                <a:cubicBezTo>
                  <a:pt x="74978" y="34123"/>
                  <a:pt x="75131" y="33305"/>
                  <a:pt x="74989" y="32509"/>
                </a:cubicBezTo>
                <a:cubicBezTo>
                  <a:pt x="74847" y="31712"/>
                  <a:pt x="74433" y="30992"/>
                  <a:pt x="73811" y="30479"/>
                </a:cubicBezTo>
                <a:cubicBezTo>
                  <a:pt x="73189" y="29956"/>
                  <a:pt x="72403" y="29683"/>
                  <a:pt x="71596" y="29683"/>
                </a:cubicBezTo>
                <a:lnTo>
                  <a:pt x="70243" y="29683"/>
                </a:lnTo>
                <a:cubicBezTo>
                  <a:pt x="69948" y="29607"/>
                  <a:pt x="69643" y="29541"/>
                  <a:pt x="69326" y="29541"/>
                </a:cubicBezTo>
                <a:lnTo>
                  <a:pt x="30683" y="29541"/>
                </a:lnTo>
                <a:close/>
                <a:moveTo>
                  <a:pt x="51031" y="49995"/>
                </a:moveTo>
                <a:lnTo>
                  <a:pt x="51074" y="49995"/>
                </a:lnTo>
                <a:cubicBezTo>
                  <a:pt x="52307" y="50017"/>
                  <a:pt x="53311" y="51020"/>
                  <a:pt x="53311" y="52275"/>
                </a:cubicBezTo>
                <a:cubicBezTo>
                  <a:pt x="53311" y="52330"/>
                  <a:pt x="53311" y="52384"/>
                  <a:pt x="53300" y="52439"/>
                </a:cubicBezTo>
                <a:lnTo>
                  <a:pt x="53278" y="63151"/>
                </a:lnTo>
                <a:lnTo>
                  <a:pt x="61788" y="64896"/>
                </a:lnTo>
                <a:cubicBezTo>
                  <a:pt x="62541" y="65049"/>
                  <a:pt x="63163" y="65583"/>
                  <a:pt x="63446" y="66303"/>
                </a:cubicBezTo>
                <a:cubicBezTo>
                  <a:pt x="63729" y="67024"/>
                  <a:pt x="63620" y="67831"/>
                  <a:pt x="63163" y="68463"/>
                </a:cubicBezTo>
                <a:lnTo>
                  <a:pt x="50780" y="85426"/>
                </a:lnTo>
                <a:cubicBezTo>
                  <a:pt x="50343" y="86026"/>
                  <a:pt x="49645" y="86364"/>
                  <a:pt x="48936" y="86364"/>
                </a:cubicBezTo>
                <a:cubicBezTo>
                  <a:pt x="48707" y="86364"/>
                  <a:pt x="48467" y="86321"/>
                  <a:pt x="48226" y="86244"/>
                </a:cubicBezTo>
                <a:cubicBezTo>
                  <a:pt x="47300" y="85939"/>
                  <a:pt x="46667" y="85066"/>
                  <a:pt x="46667" y="84084"/>
                </a:cubicBezTo>
                <a:lnTo>
                  <a:pt x="46678" y="73209"/>
                </a:lnTo>
                <a:lnTo>
                  <a:pt x="38178" y="71463"/>
                </a:lnTo>
                <a:cubicBezTo>
                  <a:pt x="37425" y="71310"/>
                  <a:pt x="36793" y="70776"/>
                  <a:pt x="36520" y="70056"/>
                </a:cubicBezTo>
                <a:cubicBezTo>
                  <a:pt x="36237" y="69336"/>
                  <a:pt x="36346" y="68529"/>
                  <a:pt x="36803" y="67896"/>
                </a:cubicBezTo>
                <a:lnTo>
                  <a:pt x="49176" y="50955"/>
                </a:lnTo>
                <a:cubicBezTo>
                  <a:pt x="49220" y="50900"/>
                  <a:pt x="49252" y="50846"/>
                  <a:pt x="49296" y="50802"/>
                </a:cubicBezTo>
                <a:cubicBezTo>
                  <a:pt x="49416" y="50650"/>
                  <a:pt x="49558" y="50530"/>
                  <a:pt x="49710" y="50421"/>
                </a:cubicBezTo>
                <a:cubicBezTo>
                  <a:pt x="50038" y="50192"/>
                  <a:pt x="50419" y="50038"/>
                  <a:pt x="50845" y="50006"/>
                </a:cubicBezTo>
                <a:cubicBezTo>
                  <a:pt x="50911" y="50006"/>
                  <a:pt x="50965" y="49995"/>
                  <a:pt x="51031" y="4999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4" name="Красный — SVG 25">
            <a:extLst>
              <a:ext uri="{FF2B5EF4-FFF2-40B4-BE49-F238E27FC236}">
                <a16:creationId xmlns:a16="http://schemas.microsoft.com/office/drawing/2014/main" id="{697D3937-5126-C345-BEC4-68D7CBB8CEF7}"/>
              </a:ext>
            </a:extLst>
          </p:cNvPr>
          <p:cNvSpPr>
            <a:spLocks noGrp="1"/>
          </p:cNvSpPr>
          <p:nvPr/>
        </p:nvSpPr>
        <p:spPr>
          <a:xfrm>
            <a:off x="4020000" y="1410000"/>
            <a:ext cx="220000" cy="220000"/>
          </a:xfrm>
          <a:custGeom>
            <a:avLst/>
            <a:gdLst>
              <a:gd name="csX0" fmla="*/ 92162 w 134695"/>
              <a:gd name="csY0" fmla="*/ 21264 h 163017"/>
              <a:gd name="csX1" fmla="*/ 79555 w 134695"/>
              <a:gd name="csY1" fmla="*/ 17130 h 163017"/>
              <a:gd name="csX2" fmla="*/ 70895 w 134695"/>
              <a:gd name="csY2" fmla="*/ 14170 h 163017"/>
              <a:gd name="csX3" fmla="*/ 67339 w 134695"/>
              <a:gd name="csY3" fmla="*/ 10632 h 163017"/>
              <a:gd name="csX4" fmla="*/ 67339 w 134695"/>
              <a:gd name="csY4" fmla="*/ 3538 h 163017"/>
              <a:gd name="csX5" fmla="*/ 70895 w 134695"/>
              <a:gd name="csY5" fmla="*/ 0 h 163017"/>
              <a:gd name="csX6" fmla="*/ 83485 w 134695"/>
              <a:gd name="csY6" fmla="*/ 4134 h 163017"/>
              <a:gd name="csX7" fmla="*/ 92162 w 134695"/>
              <a:gd name="csY7" fmla="*/ 7094 h 163017"/>
              <a:gd name="csX8" fmla="*/ 95700 w 134695"/>
              <a:gd name="csY8" fmla="*/ 10632 h 163017"/>
              <a:gd name="csX9" fmla="*/ 95700 w 134695"/>
              <a:gd name="csY9" fmla="*/ 17726 h 163017"/>
              <a:gd name="csX10" fmla="*/ 92162 w 134695"/>
              <a:gd name="csY10" fmla="*/ 21264 h 163017"/>
              <a:gd name="csX11" fmla="*/ 115198 w 134695"/>
              <a:gd name="csY11" fmla="*/ 81517 h 163017"/>
              <a:gd name="csX12" fmla="*/ 109873 w 134695"/>
              <a:gd name="csY12" fmla="*/ 81517 h 163017"/>
              <a:gd name="csX13" fmla="*/ 109873 w 134695"/>
              <a:gd name="csY13" fmla="*/ 67330 h 163017"/>
              <a:gd name="csX14" fmla="*/ 108324 w 134695"/>
              <a:gd name="csY14" fmla="*/ 63570 h 163017"/>
              <a:gd name="csX15" fmla="*/ 71099 w 134695"/>
              <a:gd name="csY15" fmla="*/ 26367 h 163017"/>
              <a:gd name="csX16" fmla="*/ 63579 w 134695"/>
              <a:gd name="csY16" fmla="*/ 26367 h 163017"/>
              <a:gd name="csX17" fmla="*/ 26371 w 134695"/>
              <a:gd name="csY17" fmla="*/ 63570 h 163017"/>
              <a:gd name="csX18" fmla="*/ 24805 w 134695"/>
              <a:gd name="csY18" fmla="*/ 67330 h 163017"/>
              <a:gd name="csX19" fmla="*/ 24805 w 134695"/>
              <a:gd name="csY19" fmla="*/ 81517 h 163017"/>
              <a:gd name="csX20" fmla="*/ 19497 w 134695"/>
              <a:gd name="csY20" fmla="*/ 81517 h 163017"/>
              <a:gd name="csX21" fmla="*/ 0 w 134695"/>
              <a:gd name="csY21" fmla="*/ 100995 h 163017"/>
              <a:gd name="csX22" fmla="*/ 0 w 134695"/>
              <a:gd name="csY22" fmla="*/ 157710 h 163017"/>
              <a:gd name="csX23" fmla="*/ 5308 w 134695"/>
              <a:gd name="csY23" fmla="*/ 163017 h 163017"/>
              <a:gd name="csX24" fmla="*/ 44303 w 134695"/>
              <a:gd name="csY24" fmla="*/ 163017 h 163017"/>
              <a:gd name="csX25" fmla="*/ 49628 w 134695"/>
              <a:gd name="csY25" fmla="*/ 157710 h 163017"/>
              <a:gd name="csX26" fmla="*/ 49628 w 134695"/>
              <a:gd name="csY26" fmla="*/ 138981 h 163017"/>
              <a:gd name="csX27" fmla="*/ 65604 w 134695"/>
              <a:gd name="csY27" fmla="*/ 120575 h 163017"/>
              <a:gd name="csX28" fmla="*/ 85067 w 134695"/>
              <a:gd name="csY28" fmla="*/ 138215 h 163017"/>
              <a:gd name="csX29" fmla="*/ 85067 w 134695"/>
              <a:gd name="csY29" fmla="*/ 157710 h 163017"/>
              <a:gd name="csX30" fmla="*/ 90375 w 134695"/>
              <a:gd name="csY30" fmla="*/ 163017 h 163017"/>
              <a:gd name="csX31" fmla="*/ 129370 w 134695"/>
              <a:gd name="csY31" fmla="*/ 163017 h 163017"/>
              <a:gd name="csX32" fmla="*/ 134695 w 134695"/>
              <a:gd name="csY32" fmla="*/ 157710 h 163017"/>
              <a:gd name="csX33" fmla="*/ 134695 w 134695"/>
              <a:gd name="csY33" fmla="*/ 100995 h 163017"/>
              <a:gd name="csX34" fmla="*/ 115198 w 134695"/>
              <a:gd name="csY34" fmla="*/ 81517 h 163017"/>
              <a:gd name="csX35" fmla="*/ 35439 w 134695"/>
              <a:gd name="csY35" fmla="*/ 138215 h 163017"/>
              <a:gd name="csX36" fmla="*/ 31900 w 134695"/>
              <a:gd name="csY36" fmla="*/ 141753 h 163017"/>
              <a:gd name="csX37" fmla="*/ 24805 w 134695"/>
              <a:gd name="csY37" fmla="*/ 141753 h 163017"/>
              <a:gd name="csX38" fmla="*/ 21267 w 134695"/>
              <a:gd name="csY38" fmla="*/ 138215 h 163017"/>
              <a:gd name="csX39" fmla="*/ 21267 w 134695"/>
              <a:gd name="csY39" fmla="*/ 131122 h 163017"/>
              <a:gd name="csX40" fmla="*/ 24805 w 134695"/>
              <a:gd name="csY40" fmla="*/ 127583 h 163017"/>
              <a:gd name="csX41" fmla="*/ 31900 w 134695"/>
              <a:gd name="csY41" fmla="*/ 127583 h 163017"/>
              <a:gd name="csX42" fmla="*/ 35439 w 134695"/>
              <a:gd name="csY42" fmla="*/ 131122 h 163017"/>
              <a:gd name="csX43" fmla="*/ 35439 w 134695"/>
              <a:gd name="csY43" fmla="*/ 138215 h 163017"/>
              <a:gd name="csX44" fmla="*/ 35439 w 134695"/>
              <a:gd name="csY44" fmla="*/ 113413 h 163017"/>
              <a:gd name="csX45" fmla="*/ 31900 w 134695"/>
              <a:gd name="csY45" fmla="*/ 116951 h 163017"/>
              <a:gd name="csX46" fmla="*/ 24805 w 134695"/>
              <a:gd name="csY46" fmla="*/ 116951 h 163017"/>
              <a:gd name="csX47" fmla="*/ 21267 w 134695"/>
              <a:gd name="csY47" fmla="*/ 113413 h 163017"/>
              <a:gd name="csX48" fmla="*/ 21267 w 134695"/>
              <a:gd name="csY48" fmla="*/ 106319 h 163017"/>
              <a:gd name="csX49" fmla="*/ 24805 w 134695"/>
              <a:gd name="csY49" fmla="*/ 102781 h 163017"/>
              <a:gd name="csX50" fmla="*/ 31900 w 134695"/>
              <a:gd name="csY50" fmla="*/ 102781 h 163017"/>
              <a:gd name="csX51" fmla="*/ 35439 w 134695"/>
              <a:gd name="csY51" fmla="*/ 106319 h 163017"/>
              <a:gd name="csX52" fmla="*/ 35439 w 134695"/>
              <a:gd name="csY52" fmla="*/ 113413 h 163017"/>
              <a:gd name="csX53" fmla="*/ 67339 w 134695"/>
              <a:gd name="csY53" fmla="*/ 92149 h 163017"/>
              <a:gd name="csX54" fmla="*/ 53167 w 134695"/>
              <a:gd name="csY54" fmla="*/ 77962 h 163017"/>
              <a:gd name="csX55" fmla="*/ 67339 w 134695"/>
              <a:gd name="csY55" fmla="*/ 63792 h 163017"/>
              <a:gd name="csX56" fmla="*/ 81528 w 134695"/>
              <a:gd name="csY56" fmla="*/ 77962 h 163017"/>
              <a:gd name="csX57" fmla="*/ 67339 w 134695"/>
              <a:gd name="csY57" fmla="*/ 92149 h 163017"/>
              <a:gd name="csX58" fmla="*/ 116967 w 134695"/>
              <a:gd name="csY58" fmla="*/ 138215 h 163017"/>
              <a:gd name="csX59" fmla="*/ 113428 w 134695"/>
              <a:gd name="csY59" fmla="*/ 141753 h 163017"/>
              <a:gd name="csX60" fmla="*/ 106334 w 134695"/>
              <a:gd name="csY60" fmla="*/ 141753 h 163017"/>
              <a:gd name="csX61" fmla="*/ 102795 w 134695"/>
              <a:gd name="csY61" fmla="*/ 138215 h 163017"/>
              <a:gd name="csX62" fmla="*/ 102795 w 134695"/>
              <a:gd name="csY62" fmla="*/ 131122 h 163017"/>
              <a:gd name="csX63" fmla="*/ 106334 w 134695"/>
              <a:gd name="csY63" fmla="*/ 127583 h 163017"/>
              <a:gd name="csX64" fmla="*/ 113428 w 134695"/>
              <a:gd name="csY64" fmla="*/ 127583 h 163017"/>
              <a:gd name="csX65" fmla="*/ 116967 w 134695"/>
              <a:gd name="csY65" fmla="*/ 131122 h 163017"/>
              <a:gd name="csX66" fmla="*/ 116967 w 134695"/>
              <a:gd name="csY66" fmla="*/ 138215 h 163017"/>
              <a:gd name="csX67" fmla="*/ 116967 w 134695"/>
              <a:gd name="csY67" fmla="*/ 113413 h 163017"/>
              <a:gd name="csX68" fmla="*/ 113428 w 134695"/>
              <a:gd name="csY68" fmla="*/ 116951 h 163017"/>
              <a:gd name="csX69" fmla="*/ 106334 w 134695"/>
              <a:gd name="csY69" fmla="*/ 116951 h 163017"/>
              <a:gd name="csX70" fmla="*/ 102795 w 134695"/>
              <a:gd name="csY70" fmla="*/ 113413 h 163017"/>
              <a:gd name="csX71" fmla="*/ 102795 w 134695"/>
              <a:gd name="csY71" fmla="*/ 106319 h 163017"/>
              <a:gd name="csX72" fmla="*/ 106334 w 134695"/>
              <a:gd name="csY72" fmla="*/ 102781 h 163017"/>
              <a:gd name="csX73" fmla="*/ 113428 w 134695"/>
              <a:gd name="csY73" fmla="*/ 102781 h 163017"/>
              <a:gd name="csX74" fmla="*/ 116967 w 134695"/>
              <a:gd name="csY74" fmla="*/ 106319 h 163017"/>
              <a:gd name="csX75" fmla="*/ 116967 w 134695"/>
              <a:gd name="csY75" fmla="*/ 113413 h 163017"/>
            </a:gdLst>
            <a:ahLst/>
            <a:cxnLst/>
            <a:rect l="l" t="t" r="r" b="b"/>
            <a:pathLst>
              <a:path w="100000" h="100000">
                <a:moveTo>
                  <a:pt x="65222" y="13044"/>
                </a:moveTo>
                <a:cubicBezTo>
                  <a:pt x="61298" y="13044"/>
                  <a:pt x="59190" y="11635"/>
                  <a:pt x="57488" y="10508"/>
                </a:cubicBezTo>
                <a:cubicBezTo>
                  <a:pt x="55975" y="9496"/>
                  <a:pt x="54775" y="8692"/>
                  <a:pt x="52176" y="8692"/>
                </a:cubicBezTo>
                <a:cubicBezTo>
                  <a:pt x="50965" y="8692"/>
                  <a:pt x="49995" y="7722"/>
                  <a:pt x="49995" y="6522"/>
                </a:cubicBezTo>
                <a:lnTo>
                  <a:pt x="49995" y="2170"/>
                </a:lnTo>
                <a:cubicBezTo>
                  <a:pt x="49995" y="970"/>
                  <a:pt x="50965" y="0"/>
                  <a:pt x="52176" y="0"/>
                </a:cubicBezTo>
                <a:cubicBezTo>
                  <a:pt x="56090" y="0"/>
                  <a:pt x="58209" y="1408"/>
                  <a:pt x="59899" y="2536"/>
                </a:cubicBezTo>
                <a:cubicBezTo>
                  <a:pt x="61413" y="3548"/>
                  <a:pt x="62612" y="4352"/>
                  <a:pt x="65222" y="4352"/>
                </a:cubicBezTo>
                <a:cubicBezTo>
                  <a:pt x="66422" y="4352"/>
                  <a:pt x="67392" y="5322"/>
                  <a:pt x="67392" y="6522"/>
                </a:cubicBezTo>
                <a:lnTo>
                  <a:pt x="67392" y="10874"/>
                </a:lnTo>
                <a:cubicBezTo>
                  <a:pt x="67392" y="12074"/>
                  <a:pt x="66422" y="13044"/>
                  <a:pt x="65222" y="13044"/>
                </a:cubicBezTo>
                <a:close/>
                <a:moveTo>
                  <a:pt x="79353" y="50005"/>
                </a:moveTo>
                <a:lnTo>
                  <a:pt x="76087" y="50005"/>
                </a:lnTo>
                <a:lnTo>
                  <a:pt x="76087" y="41302"/>
                </a:lnTo>
                <a:cubicBezTo>
                  <a:pt x="76087" y="40436"/>
                  <a:pt x="75742" y="39612"/>
                  <a:pt x="75136" y="38996"/>
                </a:cubicBezTo>
                <a:lnTo>
                  <a:pt x="52301" y="16174"/>
                </a:lnTo>
                <a:cubicBezTo>
                  <a:pt x="51028" y="14902"/>
                  <a:pt x="48972" y="14902"/>
                  <a:pt x="47688" y="16174"/>
                </a:cubicBezTo>
                <a:lnTo>
                  <a:pt x="24864" y="38996"/>
                </a:lnTo>
                <a:cubicBezTo>
                  <a:pt x="24248" y="39612"/>
                  <a:pt x="23903" y="40436"/>
                  <a:pt x="23903" y="41302"/>
                </a:cubicBezTo>
                <a:lnTo>
                  <a:pt x="23903" y="50005"/>
                </a:lnTo>
                <a:lnTo>
                  <a:pt x="20647" y="50005"/>
                </a:lnTo>
                <a:cubicBezTo>
                  <a:pt x="14041" y="50005"/>
                  <a:pt x="8687" y="55359"/>
                  <a:pt x="8687" y="61954"/>
                </a:cubicBezTo>
                <a:lnTo>
                  <a:pt x="8687" y="96745"/>
                </a:lnTo>
                <a:cubicBezTo>
                  <a:pt x="8687" y="98539"/>
                  <a:pt x="10148" y="100000"/>
                  <a:pt x="11943" y="100000"/>
                </a:cubicBezTo>
                <a:lnTo>
                  <a:pt x="35864" y="100000"/>
                </a:lnTo>
                <a:cubicBezTo>
                  <a:pt x="37669" y="100000"/>
                  <a:pt x="39130" y="98539"/>
                  <a:pt x="39130" y="96745"/>
                </a:cubicBezTo>
                <a:lnTo>
                  <a:pt x="39130" y="85256"/>
                </a:lnTo>
                <a:cubicBezTo>
                  <a:pt x="39130" y="79579"/>
                  <a:pt x="43273" y="74507"/>
                  <a:pt x="48930" y="73965"/>
                </a:cubicBezTo>
                <a:cubicBezTo>
                  <a:pt x="55411" y="73349"/>
                  <a:pt x="60870" y="78431"/>
                  <a:pt x="60870" y="84786"/>
                </a:cubicBezTo>
                <a:lnTo>
                  <a:pt x="60870" y="96745"/>
                </a:lnTo>
                <a:cubicBezTo>
                  <a:pt x="60870" y="98539"/>
                  <a:pt x="62331" y="100000"/>
                  <a:pt x="64126" y="100000"/>
                </a:cubicBezTo>
                <a:lnTo>
                  <a:pt x="88047" y="100000"/>
                </a:lnTo>
                <a:cubicBezTo>
                  <a:pt x="89852" y="100000"/>
                  <a:pt x="91313" y="98539"/>
                  <a:pt x="91313" y="96745"/>
                </a:cubicBezTo>
                <a:lnTo>
                  <a:pt x="91313" y="61954"/>
                </a:lnTo>
                <a:cubicBezTo>
                  <a:pt x="91313" y="55359"/>
                  <a:pt x="85959" y="50005"/>
                  <a:pt x="79353" y="50005"/>
                </a:cubicBezTo>
                <a:close/>
                <a:moveTo>
                  <a:pt x="30426" y="84786"/>
                </a:moveTo>
                <a:cubicBezTo>
                  <a:pt x="30426" y="85986"/>
                  <a:pt x="29456" y="86956"/>
                  <a:pt x="28255" y="86956"/>
                </a:cubicBezTo>
                <a:lnTo>
                  <a:pt x="23903" y="86956"/>
                </a:lnTo>
                <a:cubicBezTo>
                  <a:pt x="22703" y="86956"/>
                  <a:pt x="21733" y="85986"/>
                  <a:pt x="21733" y="84786"/>
                </a:cubicBezTo>
                <a:lnTo>
                  <a:pt x="21733" y="80435"/>
                </a:lnTo>
                <a:cubicBezTo>
                  <a:pt x="21733" y="79234"/>
                  <a:pt x="22703" y="78264"/>
                  <a:pt x="23903" y="78264"/>
                </a:cubicBezTo>
                <a:lnTo>
                  <a:pt x="28255" y="78264"/>
                </a:lnTo>
                <a:cubicBezTo>
                  <a:pt x="29456" y="78264"/>
                  <a:pt x="30426" y="79234"/>
                  <a:pt x="30426" y="80435"/>
                </a:cubicBezTo>
                <a:lnTo>
                  <a:pt x="30426" y="84786"/>
                </a:lnTo>
                <a:close/>
                <a:moveTo>
                  <a:pt x="30426" y="69571"/>
                </a:moveTo>
                <a:cubicBezTo>
                  <a:pt x="30426" y="70771"/>
                  <a:pt x="29456" y="71742"/>
                  <a:pt x="28255" y="71742"/>
                </a:cubicBezTo>
                <a:lnTo>
                  <a:pt x="23903" y="71742"/>
                </a:lnTo>
                <a:cubicBezTo>
                  <a:pt x="22703" y="71742"/>
                  <a:pt x="21733" y="70771"/>
                  <a:pt x="21733" y="69571"/>
                </a:cubicBezTo>
                <a:lnTo>
                  <a:pt x="21733" y="65220"/>
                </a:lnTo>
                <a:cubicBezTo>
                  <a:pt x="21733" y="64020"/>
                  <a:pt x="22703" y="63049"/>
                  <a:pt x="23903" y="63049"/>
                </a:cubicBezTo>
                <a:lnTo>
                  <a:pt x="28255" y="63049"/>
                </a:lnTo>
                <a:cubicBezTo>
                  <a:pt x="29456" y="63049"/>
                  <a:pt x="30426" y="64020"/>
                  <a:pt x="30426" y="65220"/>
                </a:cubicBezTo>
                <a:lnTo>
                  <a:pt x="30426" y="69571"/>
                </a:lnTo>
                <a:close/>
                <a:moveTo>
                  <a:pt x="49995" y="56527"/>
                </a:moveTo>
                <a:cubicBezTo>
                  <a:pt x="45194" y="56527"/>
                  <a:pt x="41301" y="52635"/>
                  <a:pt x="41301" y="47824"/>
                </a:cubicBezTo>
                <a:cubicBezTo>
                  <a:pt x="41301" y="43024"/>
                  <a:pt x="45194" y="39132"/>
                  <a:pt x="49995" y="39132"/>
                </a:cubicBezTo>
                <a:cubicBezTo>
                  <a:pt x="54806" y="39132"/>
                  <a:pt x="58699" y="43024"/>
                  <a:pt x="58699" y="47824"/>
                </a:cubicBezTo>
                <a:cubicBezTo>
                  <a:pt x="58699" y="52635"/>
                  <a:pt x="54806" y="56527"/>
                  <a:pt x="49995" y="56527"/>
                </a:cubicBezTo>
                <a:close/>
                <a:moveTo>
                  <a:pt x="80438" y="84786"/>
                </a:moveTo>
                <a:cubicBezTo>
                  <a:pt x="80438" y="85986"/>
                  <a:pt x="79468" y="86956"/>
                  <a:pt x="78267" y="86956"/>
                </a:cubicBezTo>
                <a:lnTo>
                  <a:pt x="73916" y="86956"/>
                </a:lnTo>
                <a:cubicBezTo>
                  <a:pt x="72715" y="86956"/>
                  <a:pt x="71745" y="85986"/>
                  <a:pt x="71745" y="84786"/>
                </a:cubicBezTo>
                <a:lnTo>
                  <a:pt x="71745" y="80435"/>
                </a:lnTo>
                <a:cubicBezTo>
                  <a:pt x="71745" y="79234"/>
                  <a:pt x="72715" y="78264"/>
                  <a:pt x="73916" y="78264"/>
                </a:cubicBezTo>
                <a:lnTo>
                  <a:pt x="78267" y="78264"/>
                </a:lnTo>
                <a:cubicBezTo>
                  <a:pt x="79468" y="78264"/>
                  <a:pt x="80438" y="79234"/>
                  <a:pt x="80438" y="80435"/>
                </a:cubicBezTo>
                <a:lnTo>
                  <a:pt x="80438" y="84786"/>
                </a:lnTo>
                <a:close/>
                <a:moveTo>
                  <a:pt x="80438" y="69571"/>
                </a:moveTo>
                <a:cubicBezTo>
                  <a:pt x="80438" y="70771"/>
                  <a:pt x="79468" y="71742"/>
                  <a:pt x="78267" y="71742"/>
                </a:cubicBezTo>
                <a:lnTo>
                  <a:pt x="73916" y="71742"/>
                </a:lnTo>
                <a:cubicBezTo>
                  <a:pt x="72715" y="71742"/>
                  <a:pt x="71745" y="70771"/>
                  <a:pt x="71745" y="69571"/>
                </a:cubicBezTo>
                <a:lnTo>
                  <a:pt x="71745" y="65220"/>
                </a:lnTo>
                <a:cubicBezTo>
                  <a:pt x="71745" y="64020"/>
                  <a:pt x="72715" y="63049"/>
                  <a:pt x="73916" y="63049"/>
                </a:cubicBezTo>
                <a:lnTo>
                  <a:pt x="78267" y="63049"/>
                </a:lnTo>
                <a:cubicBezTo>
                  <a:pt x="79468" y="63049"/>
                  <a:pt x="80438" y="64020"/>
                  <a:pt x="80438" y="65220"/>
                </a:cubicBezTo>
                <a:lnTo>
                  <a:pt x="80438" y="6957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5" name="Красный — SVG 26">
            <a:extLst>
              <a:ext uri="{FF2B5EF4-FFF2-40B4-BE49-F238E27FC236}">
                <a16:creationId xmlns:a16="http://schemas.microsoft.com/office/drawing/2014/main" id="{27348B44-EF77-214E-85F0-6F305BAC51C1}"/>
              </a:ext>
            </a:extLst>
          </p:cNvPr>
          <p:cNvSpPr>
            <a:spLocks noGrp="1"/>
          </p:cNvSpPr>
          <p:nvPr/>
        </p:nvSpPr>
        <p:spPr>
          <a:xfrm>
            <a:off x="4620000" y="1410000"/>
            <a:ext cx="220000" cy="220000"/>
          </a:xfrm>
          <a:custGeom>
            <a:avLst/>
            <a:gdLst>
              <a:gd name="csX0" fmla="*/ 46072 w 148867"/>
              <a:gd name="csY0" fmla="*/ 0 h 134676"/>
              <a:gd name="csX1" fmla="*/ 24806 w 148867"/>
              <a:gd name="csY1" fmla="*/ 21264 h 134676"/>
              <a:gd name="csX2" fmla="*/ 24806 w 148867"/>
              <a:gd name="csY2" fmla="*/ 70885 h 134676"/>
              <a:gd name="csX3" fmla="*/ 27681 w 148867"/>
              <a:gd name="csY3" fmla="*/ 81517 h 134676"/>
              <a:gd name="csX4" fmla="*/ 26575 w 148867"/>
              <a:gd name="csY4" fmla="*/ 81517 h 134676"/>
              <a:gd name="csX5" fmla="*/ 0 w 148867"/>
              <a:gd name="csY5" fmla="*/ 108089 h 134676"/>
              <a:gd name="csX6" fmla="*/ 26575 w 148867"/>
              <a:gd name="csY6" fmla="*/ 134677 h 134676"/>
              <a:gd name="csX7" fmla="*/ 122276 w 148867"/>
              <a:gd name="csY7" fmla="*/ 134677 h 134676"/>
              <a:gd name="csX8" fmla="*/ 148867 w 148867"/>
              <a:gd name="csY8" fmla="*/ 108089 h 134676"/>
              <a:gd name="csX9" fmla="*/ 122276 w 148867"/>
              <a:gd name="csY9" fmla="*/ 81517 h 134676"/>
              <a:gd name="csX10" fmla="*/ 121186 w 148867"/>
              <a:gd name="csY10" fmla="*/ 81517 h 134676"/>
              <a:gd name="csX11" fmla="*/ 124062 w 148867"/>
              <a:gd name="csY11" fmla="*/ 70885 h 134676"/>
              <a:gd name="csX12" fmla="*/ 124062 w 148867"/>
              <a:gd name="csY12" fmla="*/ 21264 h 134676"/>
              <a:gd name="csX13" fmla="*/ 102795 w 148867"/>
              <a:gd name="csY13" fmla="*/ 0 h 134676"/>
              <a:gd name="csX14" fmla="*/ 46072 w 148867"/>
              <a:gd name="csY14" fmla="*/ 0 h 134676"/>
              <a:gd name="csX15" fmla="*/ 62031 w 148867"/>
              <a:gd name="csY15" fmla="*/ 17726 h 134676"/>
              <a:gd name="csX16" fmla="*/ 86837 w 148867"/>
              <a:gd name="csY16" fmla="*/ 17726 h 134676"/>
              <a:gd name="csX17" fmla="*/ 92162 w 148867"/>
              <a:gd name="csY17" fmla="*/ 23033 h 134676"/>
              <a:gd name="csX18" fmla="*/ 86837 w 148867"/>
              <a:gd name="csY18" fmla="*/ 28358 h 134676"/>
              <a:gd name="csX19" fmla="*/ 62031 w 148867"/>
              <a:gd name="csY19" fmla="*/ 28358 h 134676"/>
              <a:gd name="csX20" fmla="*/ 56706 w 148867"/>
              <a:gd name="csY20" fmla="*/ 23033 h 134676"/>
              <a:gd name="csX21" fmla="*/ 62031 w 148867"/>
              <a:gd name="csY21" fmla="*/ 17726 h 134676"/>
              <a:gd name="csX22" fmla="*/ 26575 w 148867"/>
              <a:gd name="csY22" fmla="*/ 92149 h 134676"/>
              <a:gd name="csX23" fmla="*/ 46072 w 148867"/>
              <a:gd name="csY23" fmla="*/ 92149 h 134676"/>
              <a:gd name="csX24" fmla="*/ 102795 w 148867"/>
              <a:gd name="csY24" fmla="*/ 92149 h 134676"/>
              <a:gd name="csX25" fmla="*/ 122276 w 148867"/>
              <a:gd name="csY25" fmla="*/ 92149 h 134676"/>
              <a:gd name="csX26" fmla="*/ 138234 w 148867"/>
              <a:gd name="csY26" fmla="*/ 108089 h 134676"/>
              <a:gd name="csX27" fmla="*/ 122276 w 148867"/>
              <a:gd name="csY27" fmla="*/ 124045 h 134676"/>
              <a:gd name="csX28" fmla="*/ 26575 w 148867"/>
              <a:gd name="csY28" fmla="*/ 124045 h 134676"/>
              <a:gd name="csX29" fmla="*/ 10633 w 148867"/>
              <a:gd name="csY29" fmla="*/ 108089 h 134676"/>
              <a:gd name="csX30" fmla="*/ 26575 w 148867"/>
              <a:gd name="csY30" fmla="*/ 92149 h 134676"/>
              <a:gd name="csX31" fmla="*/ 26575 w 148867"/>
              <a:gd name="csY31" fmla="*/ 99226 h 134676"/>
              <a:gd name="csX32" fmla="*/ 20314 w 148867"/>
              <a:gd name="csY32" fmla="*/ 101828 h 134676"/>
              <a:gd name="csX33" fmla="*/ 17728 w 148867"/>
              <a:gd name="csY33" fmla="*/ 108089 h 134676"/>
              <a:gd name="csX34" fmla="*/ 20314 w 148867"/>
              <a:gd name="csY34" fmla="*/ 114349 h 134676"/>
              <a:gd name="csX35" fmla="*/ 26575 w 148867"/>
              <a:gd name="csY35" fmla="*/ 116951 h 134676"/>
              <a:gd name="csX36" fmla="*/ 32853 w 148867"/>
              <a:gd name="csY36" fmla="*/ 114349 h 134676"/>
              <a:gd name="csX37" fmla="*/ 35439 w 148867"/>
              <a:gd name="csY37" fmla="*/ 108089 h 134676"/>
              <a:gd name="csX38" fmla="*/ 32853 w 148867"/>
              <a:gd name="csY38" fmla="*/ 101828 h 134676"/>
              <a:gd name="csX39" fmla="*/ 26575 w 148867"/>
              <a:gd name="csY39" fmla="*/ 99226 h 134676"/>
              <a:gd name="csX40" fmla="*/ 58475 w 148867"/>
              <a:gd name="csY40" fmla="*/ 99226 h 134676"/>
              <a:gd name="csX41" fmla="*/ 52214 w 148867"/>
              <a:gd name="csY41" fmla="*/ 101828 h 134676"/>
              <a:gd name="csX42" fmla="*/ 49628 w 148867"/>
              <a:gd name="csY42" fmla="*/ 108089 h 134676"/>
              <a:gd name="csX43" fmla="*/ 52214 w 148867"/>
              <a:gd name="csY43" fmla="*/ 114349 h 134676"/>
              <a:gd name="csX44" fmla="*/ 58475 w 148867"/>
              <a:gd name="csY44" fmla="*/ 116951 h 134676"/>
              <a:gd name="csX45" fmla="*/ 64753 w 148867"/>
              <a:gd name="csY45" fmla="*/ 114349 h 134676"/>
              <a:gd name="csX46" fmla="*/ 67339 w 148867"/>
              <a:gd name="csY46" fmla="*/ 108089 h 134676"/>
              <a:gd name="csX47" fmla="*/ 64753 w 148867"/>
              <a:gd name="csY47" fmla="*/ 101828 h 134676"/>
              <a:gd name="csX48" fmla="*/ 58475 w 148867"/>
              <a:gd name="csY48" fmla="*/ 99226 h 134676"/>
              <a:gd name="csX49" fmla="*/ 90375 w 148867"/>
              <a:gd name="csY49" fmla="*/ 99226 h 134676"/>
              <a:gd name="csX50" fmla="*/ 84114 w 148867"/>
              <a:gd name="csY50" fmla="*/ 101828 h 134676"/>
              <a:gd name="csX51" fmla="*/ 81528 w 148867"/>
              <a:gd name="csY51" fmla="*/ 108089 h 134676"/>
              <a:gd name="csX52" fmla="*/ 84114 w 148867"/>
              <a:gd name="csY52" fmla="*/ 114349 h 134676"/>
              <a:gd name="csX53" fmla="*/ 90375 w 148867"/>
              <a:gd name="csY53" fmla="*/ 116951 h 134676"/>
              <a:gd name="csX54" fmla="*/ 96653 w 148867"/>
              <a:gd name="csY54" fmla="*/ 114349 h 134676"/>
              <a:gd name="csX55" fmla="*/ 99239 w 148867"/>
              <a:gd name="csY55" fmla="*/ 108089 h 134676"/>
              <a:gd name="csX56" fmla="*/ 96653 w 148867"/>
              <a:gd name="csY56" fmla="*/ 101828 h 134676"/>
              <a:gd name="csX57" fmla="*/ 90375 w 148867"/>
              <a:gd name="csY57" fmla="*/ 99226 h 134676"/>
              <a:gd name="csX58" fmla="*/ 122276 w 148867"/>
              <a:gd name="csY58" fmla="*/ 99226 h 134676"/>
              <a:gd name="csX59" fmla="*/ 116014 w 148867"/>
              <a:gd name="csY59" fmla="*/ 101828 h 134676"/>
              <a:gd name="csX60" fmla="*/ 113428 w 148867"/>
              <a:gd name="csY60" fmla="*/ 108089 h 134676"/>
              <a:gd name="csX61" fmla="*/ 116014 w 148867"/>
              <a:gd name="csY61" fmla="*/ 114349 h 134676"/>
              <a:gd name="csX62" fmla="*/ 122276 w 148867"/>
              <a:gd name="csY62" fmla="*/ 116951 h 134676"/>
              <a:gd name="csX63" fmla="*/ 128553 w 148867"/>
              <a:gd name="csY63" fmla="*/ 114349 h 134676"/>
              <a:gd name="csX64" fmla="*/ 131139 w 148867"/>
              <a:gd name="csY64" fmla="*/ 108089 h 134676"/>
              <a:gd name="csX65" fmla="*/ 128553 w 148867"/>
              <a:gd name="csY65" fmla="*/ 101828 h 134676"/>
              <a:gd name="csX66" fmla="*/ 122276 w 148867"/>
              <a:gd name="csY66" fmla="*/ 99226 h 134676"/>
            </a:gdLst>
            <a:ahLst/>
            <a:cxnLst/>
            <a:rect l="l" t="t" r="r" b="b"/>
            <a:pathLst>
              <a:path w="100000" h="100000">
                <a:moveTo>
                  <a:pt x="30948" y="4766"/>
                </a:moveTo>
                <a:cubicBezTo>
                  <a:pt x="23063" y="4766"/>
                  <a:pt x="16663" y="11165"/>
                  <a:pt x="16663" y="19050"/>
                </a:cubicBezTo>
                <a:lnTo>
                  <a:pt x="16663" y="52383"/>
                </a:lnTo>
                <a:cubicBezTo>
                  <a:pt x="16663" y="54988"/>
                  <a:pt x="17383" y="57422"/>
                  <a:pt x="18594" y="59525"/>
                </a:cubicBezTo>
                <a:lnTo>
                  <a:pt x="17852" y="59525"/>
                </a:lnTo>
                <a:cubicBezTo>
                  <a:pt x="8034" y="59525"/>
                  <a:pt x="0" y="67558"/>
                  <a:pt x="0" y="77374"/>
                </a:cubicBezTo>
                <a:cubicBezTo>
                  <a:pt x="0" y="87190"/>
                  <a:pt x="8034" y="95234"/>
                  <a:pt x="17852" y="95234"/>
                </a:cubicBezTo>
                <a:lnTo>
                  <a:pt x="82138" y="95234"/>
                </a:lnTo>
                <a:cubicBezTo>
                  <a:pt x="91966" y="95234"/>
                  <a:pt x="100000" y="87190"/>
                  <a:pt x="100000" y="77374"/>
                </a:cubicBezTo>
                <a:cubicBezTo>
                  <a:pt x="100000" y="67558"/>
                  <a:pt x="91966" y="59525"/>
                  <a:pt x="82138" y="59525"/>
                </a:cubicBezTo>
                <a:lnTo>
                  <a:pt x="81406" y="59525"/>
                </a:lnTo>
                <a:cubicBezTo>
                  <a:pt x="82617" y="57422"/>
                  <a:pt x="83337" y="54988"/>
                  <a:pt x="83337" y="52383"/>
                </a:cubicBezTo>
                <a:lnTo>
                  <a:pt x="83337" y="19050"/>
                </a:lnTo>
                <a:cubicBezTo>
                  <a:pt x="83337" y="11165"/>
                  <a:pt x="76937" y="4766"/>
                  <a:pt x="69052" y="4766"/>
                </a:cubicBezTo>
                <a:lnTo>
                  <a:pt x="30948" y="4766"/>
                </a:lnTo>
                <a:close/>
                <a:moveTo>
                  <a:pt x="41669" y="16674"/>
                </a:moveTo>
                <a:lnTo>
                  <a:pt x="58332" y="16674"/>
                </a:lnTo>
                <a:cubicBezTo>
                  <a:pt x="60309" y="16674"/>
                  <a:pt x="61909" y="18273"/>
                  <a:pt x="61909" y="20239"/>
                </a:cubicBezTo>
                <a:cubicBezTo>
                  <a:pt x="61909" y="22215"/>
                  <a:pt x="60309" y="23816"/>
                  <a:pt x="58332" y="23816"/>
                </a:cubicBezTo>
                <a:lnTo>
                  <a:pt x="41669" y="23816"/>
                </a:lnTo>
                <a:cubicBezTo>
                  <a:pt x="39692" y="23816"/>
                  <a:pt x="38092" y="22215"/>
                  <a:pt x="38092" y="20239"/>
                </a:cubicBezTo>
                <a:cubicBezTo>
                  <a:pt x="38092" y="18273"/>
                  <a:pt x="39692" y="16674"/>
                  <a:pt x="41669" y="16674"/>
                </a:cubicBezTo>
                <a:close/>
                <a:moveTo>
                  <a:pt x="17852" y="66667"/>
                </a:moveTo>
                <a:lnTo>
                  <a:pt x="30948" y="66667"/>
                </a:lnTo>
                <a:lnTo>
                  <a:pt x="69052" y="66667"/>
                </a:lnTo>
                <a:lnTo>
                  <a:pt x="82138" y="66667"/>
                </a:lnTo>
                <a:cubicBezTo>
                  <a:pt x="88103" y="66667"/>
                  <a:pt x="92857" y="71420"/>
                  <a:pt x="92857" y="77374"/>
                </a:cubicBezTo>
                <a:cubicBezTo>
                  <a:pt x="92857" y="83338"/>
                  <a:pt x="88103" y="88092"/>
                  <a:pt x="82138" y="88092"/>
                </a:cubicBezTo>
                <a:lnTo>
                  <a:pt x="17852" y="88092"/>
                </a:lnTo>
                <a:cubicBezTo>
                  <a:pt x="11897" y="88092"/>
                  <a:pt x="7143" y="83338"/>
                  <a:pt x="7143" y="77374"/>
                </a:cubicBezTo>
                <a:cubicBezTo>
                  <a:pt x="7143" y="71420"/>
                  <a:pt x="11897" y="66667"/>
                  <a:pt x="17852" y="66667"/>
                </a:cubicBezTo>
                <a:close/>
                <a:moveTo>
                  <a:pt x="17852" y="71420"/>
                </a:moveTo>
                <a:cubicBezTo>
                  <a:pt x="16274" y="71420"/>
                  <a:pt x="14766" y="72049"/>
                  <a:pt x="13646" y="73168"/>
                </a:cubicBezTo>
                <a:cubicBezTo>
                  <a:pt x="12537" y="74289"/>
                  <a:pt x="11909" y="75797"/>
                  <a:pt x="11909" y="77374"/>
                </a:cubicBezTo>
                <a:cubicBezTo>
                  <a:pt x="11909" y="78951"/>
                  <a:pt x="12537" y="80471"/>
                  <a:pt x="13646" y="81579"/>
                </a:cubicBezTo>
                <a:cubicBezTo>
                  <a:pt x="14766" y="82699"/>
                  <a:pt x="16274" y="83327"/>
                  <a:pt x="17852" y="83327"/>
                </a:cubicBezTo>
                <a:cubicBezTo>
                  <a:pt x="19440" y="83327"/>
                  <a:pt x="20949" y="82699"/>
                  <a:pt x="22069" y="81579"/>
                </a:cubicBezTo>
                <a:cubicBezTo>
                  <a:pt x="23177" y="80471"/>
                  <a:pt x="23806" y="78951"/>
                  <a:pt x="23806" y="77374"/>
                </a:cubicBezTo>
                <a:cubicBezTo>
                  <a:pt x="23806" y="75797"/>
                  <a:pt x="23177" y="74289"/>
                  <a:pt x="22069" y="73168"/>
                </a:cubicBezTo>
                <a:cubicBezTo>
                  <a:pt x="20949" y="72049"/>
                  <a:pt x="19440" y="71420"/>
                  <a:pt x="17852" y="71420"/>
                </a:cubicBezTo>
                <a:close/>
                <a:moveTo>
                  <a:pt x="39280" y="71420"/>
                </a:moveTo>
                <a:cubicBezTo>
                  <a:pt x="37703" y="71420"/>
                  <a:pt x="36194" y="72049"/>
                  <a:pt x="35074" y="73168"/>
                </a:cubicBezTo>
                <a:cubicBezTo>
                  <a:pt x="33966" y="74289"/>
                  <a:pt x="33337" y="75797"/>
                  <a:pt x="33337" y="77374"/>
                </a:cubicBezTo>
                <a:cubicBezTo>
                  <a:pt x="33337" y="78951"/>
                  <a:pt x="33966" y="80471"/>
                  <a:pt x="35074" y="81579"/>
                </a:cubicBezTo>
                <a:cubicBezTo>
                  <a:pt x="36194" y="82699"/>
                  <a:pt x="37703" y="83327"/>
                  <a:pt x="39280" y="83327"/>
                </a:cubicBezTo>
                <a:cubicBezTo>
                  <a:pt x="40869" y="83327"/>
                  <a:pt x="42377" y="82699"/>
                  <a:pt x="43497" y="81579"/>
                </a:cubicBezTo>
                <a:cubicBezTo>
                  <a:pt x="44606" y="80471"/>
                  <a:pt x="45234" y="78951"/>
                  <a:pt x="45234" y="77374"/>
                </a:cubicBezTo>
                <a:cubicBezTo>
                  <a:pt x="45234" y="75797"/>
                  <a:pt x="44606" y="74289"/>
                  <a:pt x="43497" y="73168"/>
                </a:cubicBezTo>
                <a:cubicBezTo>
                  <a:pt x="42377" y="72049"/>
                  <a:pt x="40869" y="71420"/>
                  <a:pt x="39280" y="71420"/>
                </a:cubicBezTo>
                <a:close/>
                <a:moveTo>
                  <a:pt x="60709" y="71420"/>
                </a:moveTo>
                <a:cubicBezTo>
                  <a:pt x="59131" y="71420"/>
                  <a:pt x="57623" y="72049"/>
                  <a:pt x="56503" y="73168"/>
                </a:cubicBezTo>
                <a:cubicBezTo>
                  <a:pt x="55394" y="74289"/>
                  <a:pt x="54766" y="75797"/>
                  <a:pt x="54766" y="77374"/>
                </a:cubicBezTo>
                <a:cubicBezTo>
                  <a:pt x="54766" y="78951"/>
                  <a:pt x="55394" y="80471"/>
                  <a:pt x="56503" y="81579"/>
                </a:cubicBezTo>
                <a:cubicBezTo>
                  <a:pt x="57623" y="82699"/>
                  <a:pt x="59131" y="83327"/>
                  <a:pt x="60709" y="83327"/>
                </a:cubicBezTo>
                <a:cubicBezTo>
                  <a:pt x="62297" y="83327"/>
                  <a:pt x="63806" y="82699"/>
                  <a:pt x="64926" y="81579"/>
                </a:cubicBezTo>
                <a:cubicBezTo>
                  <a:pt x="66035" y="80471"/>
                  <a:pt x="66663" y="78951"/>
                  <a:pt x="66663" y="77374"/>
                </a:cubicBezTo>
                <a:cubicBezTo>
                  <a:pt x="66663" y="75797"/>
                  <a:pt x="66035" y="74289"/>
                  <a:pt x="64926" y="73168"/>
                </a:cubicBezTo>
                <a:cubicBezTo>
                  <a:pt x="63806" y="72049"/>
                  <a:pt x="62297" y="71420"/>
                  <a:pt x="60709" y="71420"/>
                </a:cubicBezTo>
                <a:close/>
                <a:moveTo>
                  <a:pt x="82138" y="71420"/>
                </a:moveTo>
                <a:cubicBezTo>
                  <a:pt x="80561" y="71420"/>
                  <a:pt x="79052" y="72049"/>
                  <a:pt x="77931" y="73168"/>
                </a:cubicBezTo>
                <a:cubicBezTo>
                  <a:pt x="76823" y="74289"/>
                  <a:pt x="76194" y="75797"/>
                  <a:pt x="76194" y="77374"/>
                </a:cubicBezTo>
                <a:cubicBezTo>
                  <a:pt x="76194" y="78951"/>
                  <a:pt x="76823" y="80471"/>
                  <a:pt x="77931" y="81579"/>
                </a:cubicBezTo>
                <a:cubicBezTo>
                  <a:pt x="79052" y="82699"/>
                  <a:pt x="80561" y="83327"/>
                  <a:pt x="82138" y="83327"/>
                </a:cubicBezTo>
                <a:cubicBezTo>
                  <a:pt x="83726" y="83327"/>
                  <a:pt x="85234" y="82699"/>
                  <a:pt x="86354" y="81579"/>
                </a:cubicBezTo>
                <a:cubicBezTo>
                  <a:pt x="87463" y="80471"/>
                  <a:pt x="88091" y="78951"/>
                  <a:pt x="88091" y="77374"/>
                </a:cubicBezTo>
                <a:cubicBezTo>
                  <a:pt x="88091" y="75797"/>
                  <a:pt x="87463" y="74289"/>
                  <a:pt x="86354" y="73168"/>
                </a:cubicBezTo>
                <a:cubicBezTo>
                  <a:pt x="85234" y="72049"/>
                  <a:pt x="83726" y="71420"/>
                  <a:pt x="82138" y="7142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6" name="Красный — SVG 27">
            <a:extLst>
              <a:ext uri="{FF2B5EF4-FFF2-40B4-BE49-F238E27FC236}">
                <a16:creationId xmlns:a16="http://schemas.microsoft.com/office/drawing/2014/main" id="{B55277E6-8D16-7844-B80B-BCC16245FE50}"/>
              </a:ext>
            </a:extLst>
          </p:cNvPr>
          <p:cNvSpPr>
            <a:spLocks noGrp="1"/>
          </p:cNvSpPr>
          <p:nvPr/>
        </p:nvSpPr>
        <p:spPr>
          <a:xfrm>
            <a:off x="5220000" y="1410000"/>
            <a:ext cx="220000" cy="220000"/>
          </a:xfrm>
          <a:custGeom>
            <a:avLst/>
            <a:gdLst>
              <a:gd name="csX0" fmla="*/ 19466 w 141754"/>
              <a:gd name="csY0" fmla="*/ 0 h 138215"/>
              <a:gd name="csX1" fmla="*/ 15043 w 141754"/>
              <a:gd name="csY1" fmla="*/ 2365 h 138215"/>
              <a:gd name="csX2" fmla="*/ 871 w 141754"/>
              <a:gd name="csY2" fmla="*/ 23628 h 138215"/>
              <a:gd name="csX3" fmla="*/ 139 w 141754"/>
              <a:gd name="csY3" fmla="*/ 27728 h 138215"/>
              <a:gd name="csX4" fmla="*/ 31869 w 141754"/>
              <a:gd name="csY4" fmla="*/ 56698 h 138215"/>
              <a:gd name="csX5" fmla="*/ 50839 w 141754"/>
              <a:gd name="csY5" fmla="*/ 50472 h 138215"/>
              <a:gd name="csX6" fmla="*/ 70864 w 141754"/>
              <a:gd name="csY6" fmla="*/ 56698 h 138215"/>
              <a:gd name="csX7" fmla="*/ 90889 w 141754"/>
              <a:gd name="csY7" fmla="*/ 50472 h 138215"/>
              <a:gd name="csX8" fmla="*/ 109859 w 141754"/>
              <a:gd name="csY8" fmla="*/ 56698 h 138215"/>
              <a:gd name="csX9" fmla="*/ 141572 w 141754"/>
              <a:gd name="csY9" fmla="*/ 27983 h 138215"/>
              <a:gd name="csX10" fmla="*/ 140857 w 141754"/>
              <a:gd name="csY10" fmla="*/ 23628 h 138215"/>
              <a:gd name="csX11" fmla="*/ 126685 w 141754"/>
              <a:gd name="csY11" fmla="*/ 2365 h 138215"/>
              <a:gd name="csX12" fmla="*/ 122261 w 141754"/>
              <a:gd name="csY12" fmla="*/ 0 h 138215"/>
              <a:gd name="csX13" fmla="*/ 19466 w 141754"/>
              <a:gd name="csY13" fmla="*/ 0 h 138215"/>
              <a:gd name="csX14" fmla="*/ 7064 w 141754"/>
              <a:gd name="csY14" fmla="*/ 54691 h 138215"/>
              <a:gd name="csX15" fmla="*/ 7064 w 141754"/>
              <a:gd name="csY15" fmla="*/ 132891 h 138215"/>
              <a:gd name="csX16" fmla="*/ 12389 w 141754"/>
              <a:gd name="csY16" fmla="*/ 138215 h 138215"/>
              <a:gd name="csX17" fmla="*/ 24792 w 141754"/>
              <a:gd name="csY17" fmla="*/ 138215 h 138215"/>
              <a:gd name="csX18" fmla="*/ 35425 w 141754"/>
              <a:gd name="csY18" fmla="*/ 138215 h 138215"/>
              <a:gd name="csX19" fmla="*/ 65556 w 141754"/>
              <a:gd name="csY19" fmla="*/ 138215 h 138215"/>
              <a:gd name="csX20" fmla="*/ 76189 w 141754"/>
              <a:gd name="csY20" fmla="*/ 138215 h 138215"/>
              <a:gd name="csX21" fmla="*/ 106303 w 141754"/>
              <a:gd name="csY21" fmla="*/ 138215 h 138215"/>
              <a:gd name="csX22" fmla="*/ 116936 w 141754"/>
              <a:gd name="csY22" fmla="*/ 138215 h 138215"/>
              <a:gd name="csX23" fmla="*/ 129356 w 141754"/>
              <a:gd name="csY23" fmla="*/ 138215 h 138215"/>
              <a:gd name="csX24" fmla="*/ 134664 w 141754"/>
              <a:gd name="csY24" fmla="*/ 132891 h 138215"/>
              <a:gd name="csX25" fmla="*/ 134664 w 141754"/>
              <a:gd name="csY25" fmla="*/ 54878 h 138215"/>
              <a:gd name="csX26" fmla="*/ 109859 w 141754"/>
              <a:gd name="csY26" fmla="*/ 63792 h 138215"/>
              <a:gd name="csX27" fmla="*/ 90770 w 141754"/>
              <a:gd name="csY27" fmla="*/ 58824 h 138215"/>
              <a:gd name="csX28" fmla="*/ 70864 w 141754"/>
              <a:gd name="csY28" fmla="*/ 63792 h 138215"/>
              <a:gd name="csX29" fmla="*/ 50958 w 141754"/>
              <a:gd name="csY29" fmla="*/ 58824 h 138215"/>
              <a:gd name="csX30" fmla="*/ 31869 w 141754"/>
              <a:gd name="csY30" fmla="*/ 63792 h 138215"/>
              <a:gd name="csX31" fmla="*/ 7064 w 141754"/>
              <a:gd name="csY31" fmla="*/ 54691 h 138215"/>
              <a:gd name="csX32" fmla="*/ 40733 w 141754"/>
              <a:gd name="csY32" fmla="*/ 74424 h 138215"/>
              <a:gd name="csX33" fmla="*/ 65556 w 141754"/>
              <a:gd name="csY33" fmla="*/ 74424 h 138215"/>
              <a:gd name="csX34" fmla="*/ 65556 w 141754"/>
              <a:gd name="csY34" fmla="*/ 127583 h 138215"/>
              <a:gd name="csX35" fmla="*/ 35425 w 141754"/>
              <a:gd name="csY35" fmla="*/ 127583 h 138215"/>
              <a:gd name="csX36" fmla="*/ 35425 w 141754"/>
              <a:gd name="csY36" fmla="*/ 79731 h 138215"/>
              <a:gd name="csX37" fmla="*/ 40733 w 141754"/>
              <a:gd name="csY37" fmla="*/ 74424 h 138215"/>
              <a:gd name="csX38" fmla="*/ 76189 w 141754"/>
              <a:gd name="csY38" fmla="*/ 74424 h 138215"/>
              <a:gd name="csX39" fmla="*/ 100995 w 141754"/>
              <a:gd name="csY39" fmla="*/ 74424 h 138215"/>
              <a:gd name="csX40" fmla="*/ 106303 w 141754"/>
              <a:gd name="csY40" fmla="*/ 79731 h 138215"/>
              <a:gd name="csX41" fmla="*/ 106303 w 141754"/>
              <a:gd name="csY41" fmla="*/ 127583 h 138215"/>
              <a:gd name="csX42" fmla="*/ 76189 w 141754"/>
              <a:gd name="csY42" fmla="*/ 127583 h 138215"/>
              <a:gd name="csX43" fmla="*/ 76189 w 141754"/>
              <a:gd name="csY43" fmla="*/ 74424 h 138215"/>
            </a:gdLst>
            <a:ahLst/>
            <a:cxnLst/>
            <a:rect l="l" t="t" r="r" b="b"/>
            <a:pathLst>
              <a:path w="100000" h="100000">
                <a:moveTo>
                  <a:pt x="13732" y="1248"/>
                </a:moveTo>
                <a:cubicBezTo>
                  <a:pt x="12484" y="1248"/>
                  <a:pt x="11308" y="1873"/>
                  <a:pt x="10612" y="2917"/>
                </a:cubicBezTo>
                <a:lnTo>
                  <a:pt x="614" y="17917"/>
                </a:lnTo>
                <a:cubicBezTo>
                  <a:pt x="38" y="18781"/>
                  <a:pt x="-130" y="19825"/>
                  <a:pt x="98" y="20809"/>
                </a:cubicBezTo>
                <a:cubicBezTo>
                  <a:pt x="1154" y="32318"/>
                  <a:pt x="10876" y="41246"/>
                  <a:pt x="22482" y="41246"/>
                </a:cubicBezTo>
                <a:cubicBezTo>
                  <a:pt x="27367" y="41246"/>
                  <a:pt x="32012" y="39710"/>
                  <a:pt x="35864" y="36854"/>
                </a:cubicBezTo>
                <a:cubicBezTo>
                  <a:pt x="40005" y="39710"/>
                  <a:pt x="44926" y="41246"/>
                  <a:pt x="49991" y="41246"/>
                </a:cubicBezTo>
                <a:cubicBezTo>
                  <a:pt x="55068" y="41246"/>
                  <a:pt x="59976" y="39710"/>
                  <a:pt x="64117" y="36854"/>
                </a:cubicBezTo>
                <a:cubicBezTo>
                  <a:pt x="67970" y="39710"/>
                  <a:pt x="72615" y="41246"/>
                  <a:pt x="77500" y="41246"/>
                </a:cubicBezTo>
                <a:cubicBezTo>
                  <a:pt x="89045" y="41246"/>
                  <a:pt x="98731" y="32414"/>
                  <a:pt x="99872" y="20989"/>
                </a:cubicBezTo>
                <a:cubicBezTo>
                  <a:pt x="100147" y="19957"/>
                  <a:pt x="99980" y="18829"/>
                  <a:pt x="99367" y="17917"/>
                </a:cubicBezTo>
                <a:lnTo>
                  <a:pt x="89370" y="2917"/>
                </a:lnTo>
                <a:cubicBezTo>
                  <a:pt x="88673" y="1873"/>
                  <a:pt x="87497" y="1248"/>
                  <a:pt x="86249" y="1248"/>
                </a:cubicBezTo>
                <a:lnTo>
                  <a:pt x="13732" y="1248"/>
                </a:lnTo>
                <a:close/>
                <a:moveTo>
                  <a:pt x="4983" y="39830"/>
                </a:moveTo>
                <a:lnTo>
                  <a:pt x="4983" y="94996"/>
                </a:lnTo>
                <a:cubicBezTo>
                  <a:pt x="4983" y="97072"/>
                  <a:pt x="6664" y="98752"/>
                  <a:pt x="8740" y="98752"/>
                </a:cubicBezTo>
                <a:lnTo>
                  <a:pt x="17489" y="98752"/>
                </a:lnTo>
                <a:lnTo>
                  <a:pt x="24990" y="98752"/>
                </a:lnTo>
                <a:lnTo>
                  <a:pt x="46246" y="98752"/>
                </a:lnTo>
                <a:lnTo>
                  <a:pt x="53747" y="98752"/>
                </a:lnTo>
                <a:lnTo>
                  <a:pt x="74991" y="98752"/>
                </a:lnTo>
                <a:lnTo>
                  <a:pt x="82492" y="98752"/>
                </a:lnTo>
                <a:lnTo>
                  <a:pt x="91254" y="98752"/>
                </a:lnTo>
                <a:cubicBezTo>
                  <a:pt x="93318" y="98752"/>
                  <a:pt x="94998" y="97072"/>
                  <a:pt x="94998" y="94996"/>
                </a:cubicBezTo>
                <a:lnTo>
                  <a:pt x="94998" y="39962"/>
                </a:lnTo>
                <a:cubicBezTo>
                  <a:pt x="90234" y="43898"/>
                  <a:pt x="84137" y="46250"/>
                  <a:pt x="77500" y="46250"/>
                </a:cubicBezTo>
                <a:cubicBezTo>
                  <a:pt x="72710" y="46250"/>
                  <a:pt x="68114" y="45050"/>
                  <a:pt x="64033" y="42746"/>
                </a:cubicBezTo>
                <a:cubicBezTo>
                  <a:pt x="59725" y="45050"/>
                  <a:pt x="54923" y="46250"/>
                  <a:pt x="49991" y="46250"/>
                </a:cubicBezTo>
                <a:cubicBezTo>
                  <a:pt x="45058" y="46250"/>
                  <a:pt x="40257" y="45050"/>
                  <a:pt x="35948" y="42746"/>
                </a:cubicBezTo>
                <a:cubicBezTo>
                  <a:pt x="31868" y="45050"/>
                  <a:pt x="27271" y="46250"/>
                  <a:pt x="22482" y="46250"/>
                </a:cubicBezTo>
                <a:cubicBezTo>
                  <a:pt x="15905" y="46250"/>
                  <a:pt x="9784" y="43826"/>
                  <a:pt x="4983" y="39830"/>
                </a:cubicBezTo>
                <a:close/>
                <a:moveTo>
                  <a:pt x="28735" y="53751"/>
                </a:moveTo>
                <a:lnTo>
                  <a:pt x="46246" y="53751"/>
                </a:lnTo>
                <a:lnTo>
                  <a:pt x="46246" y="91251"/>
                </a:lnTo>
                <a:lnTo>
                  <a:pt x="24990" y="91251"/>
                </a:lnTo>
                <a:lnTo>
                  <a:pt x="24990" y="57494"/>
                </a:lnTo>
                <a:cubicBezTo>
                  <a:pt x="24990" y="55430"/>
                  <a:pt x="26659" y="53751"/>
                  <a:pt x="28735" y="53751"/>
                </a:cubicBezTo>
                <a:close/>
                <a:moveTo>
                  <a:pt x="53747" y="53751"/>
                </a:moveTo>
                <a:lnTo>
                  <a:pt x="71247" y="53751"/>
                </a:lnTo>
                <a:cubicBezTo>
                  <a:pt x="73323" y="53751"/>
                  <a:pt x="74991" y="55430"/>
                  <a:pt x="74991" y="57494"/>
                </a:cubicBezTo>
                <a:lnTo>
                  <a:pt x="74991" y="91251"/>
                </a:lnTo>
                <a:lnTo>
                  <a:pt x="53747" y="91251"/>
                </a:lnTo>
                <a:lnTo>
                  <a:pt x="53747" y="5375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7" name="Красный — SVG 28">
            <a:extLst>
              <a:ext uri="{FF2B5EF4-FFF2-40B4-BE49-F238E27FC236}">
                <a16:creationId xmlns:a16="http://schemas.microsoft.com/office/drawing/2014/main" id="{27B3F6A3-7D66-C44A-A3B4-C2211D5639DB}"/>
              </a:ext>
            </a:extLst>
          </p:cNvPr>
          <p:cNvSpPr>
            <a:spLocks noGrp="1"/>
          </p:cNvSpPr>
          <p:nvPr/>
        </p:nvSpPr>
        <p:spPr>
          <a:xfrm>
            <a:off x="5820000" y="1410000"/>
            <a:ext cx="220000" cy="220000"/>
          </a:xfrm>
          <a:custGeom>
            <a:avLst/>
            <a:gdLst>
              <a:gd name="csX0" fmla="*/ 104564 w 127600"/>
              <a:gd name="csY0" fmla="*/ 127583 h 127583"/>
              <a:gd name="csX1" fmla="*/ 23036 w 127600"/>
              <a:gd name="csY1" fmla="*/ 127583 h 127583"/>
              <a:gd name="csX2" fmla="*/ 0 w 127600"/>
              <a:gd name="csY2" fmla="*/ 104550 h 127583"/>
              <a:gd name="csX3" fmla="*/ 0 w 127600"/>
              <a:gd name="csY3" fmla="*/ 90363 h 127583"/>
              <a:gd name="csX4" fmla="*/ 5308 w 127600"/>
              <a:gd name="csY4" fmla="*/ 85056 h 127583"/>
              <a:gd name="csX5" fmla="*/ 21267 w 127600"/>
              <a:gd name="csY5" fmla="*/ 85056 h 127583"/>
              <a:gd name="csX6" fmla="*/ 21267 w 127600"/>
              <a:gd name="csY6" fmla="*/ 69099 h 127583"/>
              <a:gd name="csX7" fmla="*/ 26575 w 127600"/>
              <a:gd name="csY7" fmla="*/ 63792 h 127583"/>
              <a:gd name="csX8" fmla="*/ 42534 w 127600"/>
              <a:gd name="csY8" fmla="*/ 63792 h 127583"/>
              <a:gd name="csX9" fmla="*/ 42534 w 127600"/>
              <a:gd name="csY9" fmla="*/ 47835 h 127583"/>
              <a:gd name="csX10" fmla="*/ 47842 w 127600"/>
              <a:gd name="csY10" fmla="*/ 42528 h 127583"/>
              <a:gd name="csX11" fmla="*/ 63800 w 127600"/>
              <a:gd name="csY11" fmla="*/ 42528 h 127583"/>
              <a:gd name="csX12" fmla="*/ 63800 w 127600"/>
              <a:gd name="csY12" fmla="*/ 26571 h 127583"/>
              <a:gd name="csX13" fmla="*/ 69109 w 127600"/>
              <a:gd name="csY13" fmla="*/ 21264 h 127583"/>
              <a:gd name="csX14" fmla="*/ 85067 w 127600"/>
              <a:gd name="csY14" fmla="*/ 21264 h 127583"/>
              <a:gd name="csX15" fmla="*/ 85067 w 127600"/>
              <a:gd name="csY15" fmla="*/ 5307 h 127583"/>
              <a:gd name="csX16" fmla="*/ 90375 w 127600"/>
              <a:gd name="csY16" fmla="*/ 0 h 127583"/>
              <a:gd name="csX17" fmla="*/ 104564 w 127600"/>
              <a:gd name="csY17" fmla="*/ 0 h 127583"/>
              <a:gd name="csX18" fmla="*/ 127601 w 127600"/>
              <a:gd name="csY18" fmla="*/ 23033 h 127583"/>
              <a:gd name="csX19" fmla="*/ 127601 w 127600"/>
              <a:gd name="csY19" fmla="*/ 104550 h 127583"/>
              <a:gd name="csX20" fmla="*/ 104564 w 127600"/>
              <a:gd name="csY20" fmla="*/ 127583 h 127583"/>
            </a:gdLst>
            <a:ahLst/>
            <a:cxnLst/>
            <a:rect l="l" t="t" r="r" b="b"/>
            <a:pathLst>
              <a:path w="100000" h="100000">
                <a:moveTo>
                  <a:pt x="81947" y="99993"/>
                </a:moveTo>
                <a:lnTo>
                  <a:pt x="18053" y="99993"/>
                </a:lnTo>
                <a:cubicBezTo>
                  <a:pt x="8093" y="99993"/>
                  <a:pt x="0" y="91888"/>
                  <a:pt x="0" y="81942"/>
                </a:cubicBezTo>
                <a:lnTo>
                  <a:pt x="0" y="70824"/>
                </a:lnTo>
                <a:cubicBezTo>
                  <a:pt x="0" y="68531"/>
                  <a:pt x="1867" y="66665"/>
                  <a:pt x="4160" y="66665"/>
                </a:cubicBezTo>
                <a:lnTo>
                  <a:pt x="16667" y="66665"/>
                </a:lnTo>
                <a:lnTo>
                  <a:pt x="16667" y="54159"/>
                </a:lnTo>
                <a:cubicBezTo>
                  <a:pt x="16667" y="51866"/>
                  <a:pt x="18533" y="50000"/>
                  <a:pt x="20827" y="50000"/>
                </a:cubicBezTo>
                <a:lnTo>
                  <a:pt x="33334" y="50000"/>
                </a:lnTo>
                <a:lnTo>
                  <a:pt x="33334" y="37495"/>
                </a:lnTo>
                <a:cubicBezTo>
                  <a:pt x="33334" y="35202"/>
                  <a:pt x="35200" y="33336"/>
                  <a:pt x="37494" y="33336"/>
                </a:cubicBezTo>
                <a:lnTo>
                  <a:pt x="50000" y="33336"/>
                </a:lnTo>
                <a:lnTo>
                  <a:pt x="50000" y="20830"/>
                </a:lnTo>
                <a:cubicBezTo>
                  <a:pt x="50000" y="18537"/>
                  <a:pt x="51867" y="16671"/>
                  <a:pt x="54161" y="16671"/>
                </a:cubicBezTo>
                <a:lnTo>
                  <a:pt x="66667" y="16671"/>
                </a:lnTo>
                <a:lnTo>
                  <a:pt x="66667" y="4166"/>
                </a:lnTo>
                <a:cubicBezTo>
                  <a:pt x="66667" y="1873"/>
                  <a:pt x="68534" y="7"/>
                  <a:pt x="70827" y="7"/>
                </a:cubicBezTo>
                <a:lnTo>
                  <a:pt x="81947" y="7"/>
                </a:lnTo>
                <a:cubicBezTo>
                  <a:pt x="91893" y="7"/>
                  <a:pt x="100001" y="8099"/>
                  <a:pt x="100001" y="18058"/>
                </a:cubicBezTo>
                <a:lnTo>
                  <a:pt x="100001" y="81942"/>
                </a:lnTo>
                <a:cubicBezTo>
                  <a:pt x="100001" y="91888"/>
                  <a:pt x="91893" y="99993"/>
                  <a:pt x="81947" y="9999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8" name="Красный — SVG 29">
            <a:extLst>
              <a:ext uri="{FF2B5EF4-FFF2-40B4-BE49-F238E27FC236}">
                <a16:creationId xmlns:a16="http://schemas.microsoft.com/office/drawing/2014/main" id="{90DEBC84-D72B-4C45-877C-6A7613F0B406}"/>
              </a:ext>
            </a:extLst>
          </p:cNvPr>
          <p:cNvSpPr>
            <a:spLocks noGrp="1"/>
          </p:cNvSpPr>
          <p:nvPr/>
        </p:nvSpPr>
        <p:spPr>
          <a:xfrm>
            <a:off x="6420000" y="1410000"/>
            <a:ext cx="220000" cy="220000"/>
          </a:xfrm>
          <a:custGeom>
            <a:avLst/>
            <a:gdLst>
              <a:gd name="csX0" fmla="*/ 127601 w 127600"/>
              <a:gd name="csY0" fmla="*/ 8863 h 131121"/>
              <a:gd name="csX1" fmla="*/ 127601 w 127600"/>
              <a:gd name="csY1" fmla="*/ 26078 h 131121"/>
              <a:gd name="csX2" fmla="*/ 118924 w 127600"/>
              <a:gd name="csY2" fmla="*/ 42324 h 131121"/>
              <a:gd name="csX3" fmla="*/ 107967 w 127600"/>
              <a:gd name="csY3" fmla="*/ 49621 h 131121"/>
              <a:gd name="csX4" fmla="*/ 19634 w 127600"/>
              <a:gd name="csY4" fmla="*/ 49621 h 131121"/>
              <a:gd name="csX5" fmla="*/ 8677 w 127600"/>
              <a:gd name="csY5" fmla="*/ 42324 h 131121"/>
              <a:gd name="csX6" fmla="*/ 0 w 127600"/>
              <a:gd name="csY6" fmla="*/ 26078 h 131121"/>
              <a:gd name="csX7" fmla="*/ 0 w 127600"/>
              <a:gd name="csY7" fmla="*/ 8863 h 131121"/>
              <a:gd name="csX8" fmla="*/ 8864 w 127600"/>
              <a:gd name="csY8" fmla="*/ 0 h 131121"/>
              <a:gd name="csX9" fmla="*/ 19497 w 127600"/>
              <a:gd name="csY9" fmla="*/ 0 h 131121"/>
              <a:gd name="csX10" fmla="*/ 28361 w 127600"/>
              <a:gd name="csY10" fmla="*/ 8863 h 131121"/>
              <a:gd name="csX11" fmla="*/ 28361 w 127600"/>
              <a:gd name="csY11" fmla="*/ 19495 h 131121"/>
              <a:gd name="csX12" fmla="*/ 30131 w 127600"/>
              <a:gd name="csY12" fmla="*/ 21264 h 131121"/>
              <a:gd name="csX13" fmla="*/ 44303 w 127600"/>
              <a:gd name="csY13" fmla="*/ 21264 h 131121"/>
              <a:gd name="csX14" fmla="*/ 46072 w 127600"/>
              <a:gd name="csY14" fmla="*/ 19495 h 131121"/>
              <a:gd name="csX15" fmla="*/ 46072 w 127600"/>
              <a:gd name="csY15" fmla="*/ 8863 h 131121"/>
              <a:gd name="csX16" fmla="*/ 54936 w 127600"/>
              <a:gd name="csY16" fmla="*/ 0 h 131121"/>
              <a:gd name="csX17" fmla="*/ 72664 w 127600"/>
              <a:gd name="csY17" fmla="*/ 0 h 131121"/>
              <a:gd name="csX18" fmla="*/ 81528 w 127600"/>
              <a:gd name="csY18" fmla="*/ 8863 h 131121"/>
              <a:gd name="csX19" fmla="*/ 81528 w 127600"/>
              <a:gd name="csY19" fmla="*/ 19495 h 131121"/>
              <a:gd name="csX20" fmla="*/ 83298 w 127600"/>
              <a:gd name="csY20" fmla="*/ 21264 h 131121"/>
              <a:gd name="csX21" fmla="*/ 97470 w 127600"/>
              <a:gd name="csY21" fmla="*/ 21264 h 131121"/>
              <a:gd name="csX22" fmla="*/ 99239 w 127600"/>
              <a:gd name="csY22" fmla="*/ 19495 h 131121"/>
              <a:gd name="csX23" fmla="*/ 99239 w 127600"/>
              <a:gd name="csY23" fmla="*/ 8863 h 131121"/>
              <a:gd name="csX24" fmla="*/ 108103 w 127600"/>
              <a:gd name="csY24" fmla="*/ 0 h 131121"/>
              <a:gd name="csX25" fmla="*/ 118737 w 127600"/>
              <a:gd name="csY25" fmla="*/ 0 h 131121"/>
              <a:gd name="csX26" fmla="*/ 127601 w 127600"/>
              <a:gd name="csY26" fmla="*/ 8863 h 131121"/>
              <a:gd name="csX27" fmla="*/ 116082 w 127600"/>
              <a:gd name="csY27" fmla="*/ 127515 h 131121"/>
              <a:gd name="csX28" fmla="*/ 106402 w 127600"/>
              <a:gd name="csY28" fmla="*/ 131122 h 131121"/>
              <a:gd name="csX29" fmla="*/ 86837 w 127600"/>
              <a:gd name="csY29" fmla="*/ 131122 h 131121"/>
              <a:gd name="csX30" fmla="*/ 81528 w 127600"/>
              <a:gd name="csY30" fmla="*/ 125814 h 131121"/>
              <a:gd name="csX31" fmla="*/ 81528 w 127600"/>
              <a:gd name="csY31" fmla="*/ 102781 h 131121"/>
              <a:gd name="csX32" fmla="*/ 76356 w 127600"/>
              <a:gd name="csY32" fmla="*/ 90227 h 131121"/>
              <a:gd name="csX33" fmla="*/ 64430 w 127600"/>
              <a:gd name="csY33" fmla="*/ 85056 h 131121"/>
              <a:gd name="csX34" fmla="*/ 46072 w 127600"/>
              <a:gd name="csY34" fmla="*/ 103632 h 131121"/>
              <a:gd name="csX35" fmla="*/ 46072 w 127600"/>
              <a:gd name="csY35" fmla="*/ 125814 h 131121"/>
              <a:gd name="csX36" fmla="*/ 40764 w 127600"/>
              <a:gd name="csY36" fmla="*/ 131122 h 131121"/>
              <a:gd name="csX37" fmla="*/ 21199 w 127600"/>
              <a:gd name="csY37" fmla="*/ 131122 h 131121"/>
              <a:gd name="csX38" fmla="*/ 11518 w 127600"/>
              <a:gd name="csY38" fmla="*/ 127515 h 131121"/>
              <a:gd name="csX39" fmla="*/ 7554 w 127600"/>
              <a:gd name="csY39" fmla="*/ 114825 h 131121"/>
              <a:gd name="csX40" fmla="*/ 19242 w 127600"/>
              <a:gd name="csY40" fmla="*/ 60253 h 131121"/>
              <a:gd name="csX41" fmla="*/ 108358 w 127600"/>
              <a:gd name="csY41" fmla="*/ 60253 h 131121"/>
              <a:gd name="csX42" fmla="*/ 120047 w 127600"/>
              <a:gd name="csY42" fmla="*/ 114825 h 131121"/>
              <a:gd name="csX43" fmla="*/ 116082 w 127600"/>
              <a:gd name="csY43" fmla="*/ 127515 h 131121"/>
            </a:gdLst>
            <a:ahLst/>
            <a:cxnLst/>
            <a:rect l="l" t="t" r="r" b="b"/>
            <a:pathLst>
              <a:path w="100000" h="100000">
                <a:moveTo>
                  <a:pt x="98658" y="6759"/>
                </a:moveTo>
                <a:lnTo>
                  <a:pt x="98658" y="19888"/>
                </a:lnTo>
                <a:cubicBezTo>
                  <a:pt x="98658" y="24870"/>
                  <a:pt x="96167" y="29489"/>
                  <a:pt x="92041" y="32279"/>
                </a:cubicBezTo>
                <a:lnTo>
                  <a:pt x="83684" y="37844"/>
                </a:lnTo>
                <a:lnTo>
                  <a:pt x="16317" y="37844"/>
                </a:lnTo>
                <a:lnTo>
                  <a:pt x="7960" y="32279"/>
                </a:lnTo>
                <a:cubicBezTo>
                  <a:pt x="3834" y="29489"/>
                  <a:pt x="1343" y="24870"/>
                  <a:pt x="1343" y="19888"/>
                </a:cubicBezTo>
                <a:lnTo>
                  <a:pt x="1343" y="6759"/>
                </a:lnTo>
                <a:cubicBezTo>
                  <a:pt x="1343" y="3023"/>
                  <a:pt x="4366" y="0"/>
                  <a:pt x="8103" y="0"/>
                </a:cubicBezTo>
                <a:lnTo>
                  <a:pt x="16212" y="0"/>
                </a:lnTo>
                <a:cubicBezTo>
                  <a:pt x="19936" y="0"/>
                  <a:pt x="22972" y="3023"/>
                  <a:pt x="22972" y="6759"/>
                </a:cubicBezTo>
                <a:lnTo>
                  <a:pt x="22972" y="14868"/>
                </a:lnTo>
                <a:cubicBezTo>
                  <a:pt x="22972" y="15620"/>
                  <a:pt x="23556" y="16217"/>
                  <a:pt x="24322" y="16217"/>
                </a:cubicBezTo>
                <a:lnTo>
                  <a:pt x="35131" y="16217"/>
                </a:lnTo>
                <a:cubicBezTo>
                  <a:pt x="35883" y="16217"/>
                  <a:pt x="36480" y="15620"/>
                  <a:pt x="36480" y="14868"/>
                </a:cubicBezTo>
                <a:lnTo>
                  <a:pt x="36480" y="6759"/>
                </a:lnTo>
                <a:cubicBezTo>
                  <a:pt x="36480" y="3023"/>
                  <a:pt x="39517" y="0"/>
                  <a:pt x="43240" y="0"/>
                </a:cubicBezTo>
                <a:lnTo>
                  <a:pt x="56760" y="0"/>
                </a:lnTo>
                <a:cubicBezTo>
                  <a:pt x="60484" y="0"/>
                  <a:pt x="63520" y="3023"/>
                  <a:pt x="63520" y="6759"/>
                </a:cubicBezTo>
                <a:lnTo>
                  <a:pt x="63520" y="14868"/>
                </a:lnTo>
                <a:cubicBezTo>
                  <a:pt x="63520" y="15620"/>
                  <a:pt x="64105" y="16217"/>
                  <a:pt x="64870" y="16217"/>
                </a:cubicBezTo>
                <a:lnTo>
                  <a:pt x="75679" y="16217"/>
                </a:lnTo>
                <a:cubicBezTo>
                  <a:pt x="76431" y="16217"/>
                  <a:pt x="77028" y="15620"/>
                  <a:pt x="77028" y="14868"/>
                </a:cubicBezTo>
                <a:lnTo>
                  <a:pt x="77028" y="6759"/>
                </a:lnTo>
                <a:cubicBezTo>
                  <a:pt x="77028" y="3023"/>
                  <a:pt x="80064" y="0"/>
                  <a:pt x="83788" y="0"/>
                </a:cubicBezTo>
                <a:lnTo>
                  <a:pt x="91898" y="0"/>
                </a:lnTo>
                <a:cubicBezTo>
                  <a:pt x="95635" y="0"/>
                  <a:pt x="98658" y="3023"/>
                  <a:pt x="98658" y="6759"/>
                </a:cubicBezTo>
                <a:close/>
                <a:moveTo>
                  <a:pt x="89873" y="97250"/>
                </a:moveTo>
                <a:cubicBezTo>
                  <a:pt x="87901" y="99118"/>
                  <a:pt x="85190" y="100001"/>
                  <a:pt x="82491" y="100001"/>
                </a:cubicBezTo>
                <a:lnTo>
                  <a:pt x="67569" y="100001"/>
                </a:lnTo>
                <a:cubicBezTo>
                  <a:pt x="65324" y="100001"/>
                  <a:pt x="63520" y="98197"/>
                  <a:pt x="63520" y="95953"/>
                </a:cubicBezTo>
                <a:lnTo>
                  <a:pt x="63520" y="78386"/>
                </a:lnTo>
                <a:cubicBezTo>
                  <a:pt x="63520" y="74650"/>
                  <a:pt x="62003" y="71277"/>
                  <a:pt x="59576" y="68812"/>
                </a:cubicBezTo>
                <a:cubicBezTo>
                  <a:pt x="57215" y="66490"/>
                  <a:pt x="54022" y="64998"/>
                  <a:pt x="50480" y="64868"/>
                </a:cubicBezTo>
                <a:cubicBezTo>
                  <a:pt x="42786" y="64595"/>
                  <a:pt x="36480" y="71329"/>
                  <a:pt x="36480" y="79035"/>
                </a:cubicBezTo>
                <a:lnTo>
                  <a:pt x="36480" y="95953"/>
                </a:lnTo>
                <a:cubicBezTo>
                  <a:pt x="36480" y="98197"/>
                  <a:pt x="34676" y="100001"/>
                  <a:pt x="32431" y="100001"/>
                </a:cubicBezTo>
                <a:lnTo>
                  <a:pt x="17510" y="100001"/>
                </a:lnTo>
                <a:cubicBezTo>
                  <a:pt x="14798" y="100001"/>
                  <a:pt x="12099" y="99118"/>
                  <a:pt x="10127" y="97250"/>
                </a:cubicBezTo>
                <a:cubicBezTo>
                  <a:pt x="7480" y="94733"/>
                  <a:pt x="6338" y="91088"/>
                  <a:pt x="7104" y="87572"/>
                </a:cubicBezTo>
                <a:lnTo>
                  <a:pt x="16018" y="45952"/>
                </a:lnTo>
                <a:lnTo>
                  <a:pt x="83982" y="45952"/>
                </a:lnTo>
                <a:lnTo>
                  <a:pt x="92897" y="87572"/>
                </a:lnTo>
                <a:cubicBezTo>
                  <a:pt x="93662" y="91088"/>
                  <a:pt x="92520" y="94733"/>
                  <a:pt x="89873" y="9725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9" name="Красный — SVG 30">
            <a:extLst>
              <a:ext uri="{FF2B5EF4-FFF2-40B4-BE49-F238E27FC236}">
                <a16:creationId xmlns:a16="http://schemas.microsoft.com/office/drawing/2014/main" id="{CECA1801-E79C-7D4E-B5BA-33BA7679D66A}"/>
              </a:ext>
            </a:extLst>
          </p:cNvPr>
          <p:cNvSpPr>
            <a:spLocks noGrp="1"/>
          </p:cNvSpPr>
          <p:nvPr/>
        </p:nvSpPr>
        <p:spPr>
          <a:xfrm>
            <a:off x="7020000" y="1410000"/>
            <a:ext cx="220000" cy="220000"/>
          </a:xfrm>
          <a:custGeom>
            <a:avLst/>
            <a:gdLst>
              <a:gd name="csX0" fmla="*/ 5317 w 155956"/>
              <a:gd name="csY0" fmla="*/ 0 h 159483"/>
              <a:gd name="csX1" fmla="*/ 0 w 155956"/>
              <a:gd name="csY1" fmla="*/ 5307 h 159483"/>
              <a:gd name="csX2" fmla="*/ 0 w 155956"/>
              <a:gd name="csY2" fmla="*/ 27507 h 159483"/>
              <a:gd name="csX3" fmla="*/ 97 w 155956"/>
              <a:gd name="csY3" fmla="*/ 27507 h 159483"/>
              <a:gd name="csX4" fmla="*/ 5317 w 155956"/>
              <a:gd name="csY4" fmla="*/ 31896 h 159483"/>
              <a:gd name="csX5" fmla="*/ 42534 w 155956"/>
              <a:gd name="csY5" fmla="*/ 31896 h 159483"/>
              <a:gd name="csX6" fmla="*/ 42534 w 155956"/>
              <a:gd name="csY6" fmla="*/ 35434 h 159483"/>
              <a:gd name="csX7" fmla="*/ 40761 w 155956"/>
              <a:gd name="csY7" fmla="*/ 38990 h 159483"/>
              <a:gd name="csX8" fmla="*/ 5317 w 155956"/>
              <a:gd name="csY8" fmla="*/ 38990 h 159483"/>
              <a:gd name="csX9" fmla="*/ 0 w 155956"/>
              <a:gd name="csY9" fmla="*/ 44297 h 159483"/>
              <a:gd name="csX10" fmla="*/ 325 w 155956"/>
              <a:gd name="csY10" fmla="*/ 46066 h 159483"/>
              <a:gd name="csX11" fmla="*/ 0 w 155956"/>
              <a:gd name="csY11" fmla="*/ 46066 h 159483"/>
              <a:gd name="csX12" fmla="*/ 0 w 155956"/>
              <a:gd name="csY12" fmla="*/ 155005 h 159483"/>
              <a:gd name="csX13" fmla="*/ 83 w 155956"/>
              <a:gd name="csY13" fmla="*/ 155005 h 159483"/>
              <a:gd name="csX14" fmla="*/ 5967 w 155956"/>
              <a:gd name="csY14" fmla="*/ 159445 h 159483"/>
              <a:gd name="csX15" fmla="*/ 24680 w 155956"/>
              <a:gd name="csY15" fmla="*/ 151722 h 159483"/>
              <a:gd name="csX16" fmla="*/ 42534 w 155956"/>
              <a:gd name="csY16" fmla="*/ 159479 h 159483"/>
              <a:gd name="csX17" fmla="*/ 60243 w 155956"/>
              <a:gd name="csY17" fmla="*/ 152045 h 159483"/>
              <a:gd name="csX18" fmla="*/ 77978 w 155956"/>
              <a:gd name="csY18" fmla="*/ 159479 h 159483"/>
              <a:gd name="csX19" fmla="*/ 95569 w 155956"/>
              <a:gd name="csY19" fmla="*/ 151892 h 159483"/>
              <a:gd name="csX20" fmla="*/ 113423 w 155956"/>
              <a:gd name="csY20" fmla="*/ 159479 h 159483"/>
              <a:gd name="csX21" fmla="*/ 131381 w 155956"/>
              <a:gd name="csY21" fmla="*/ 151518 h 159483"/>
              <a:gd name="csX22" fmla="*/ 149630 w 155956"/>
              <a:gd name="csY22" fmla="*/ 159377 h 159483"/>
              <a:gd name="csX23" fmla="*/ 150647 w 155956"/>
              <a:gd name="csY23" fmla="*/ 159479 h 159483"/>
              <a:gd name="csX24" fmla="*/ 155860 w 155956"/>
              <a:gd name="csY24" fmla="*/ 155175 h 159483"/>
              <a:gd name="csX25" fmla="*/ 155950 w 155956"/>
              <a:gd name="csY25" fmla="*/ 154155 h 159483"/>
              <a:gd name="csX26" fmla="*/ 155957 w 155956"/>
              <a:gd name="csY26" fmla="*/ 154155 h 159483"/>
              <a:gd name="csX27" fmla="*/ 155957 w 155956"/>
              <a:gd name="csY27" fmla="*/ 45232 h 159483"/>
              <a:gd name="csX28" fmla="*/ 155860 w 155956"/>
              <a:gd name="csY28" fmla="*/ 45232 h 159483"/>
              <a:gd name="csX29" fmla="*/ 155957 w 155956"/>
              <a:gd name="csY29" fmla="*/ 44297 h 159483"/>
              <a:gd name="csX30" fmla="*/ 150640 w 155956"/>
              <a:gd name="csY30" fmla="*/ 38990 h 159483"/>
              <a:gd name="csX31" fmla="*/ 115194 w 155956"/>
              <a:gd name="csY31" fmla="*/ 38990 h 159483"/>
              <a:gd name="csX32" fmla="*/ 113423 w 155956"/>
              <a:gd name="csY32" fmla="*/ 35434 h 159483"/>
              <a:gd name="csX33" fmla="*/ 113423 w 155956"/>
              <a:gd name="csY33" fmla="*/ 31896 h 159483"/>
              <a:gd name="csX34" fmla="*/ 150640 w 155956"/>
              <a:gd name="csY34" fmla="*/ 31896 h 159483"/>
              <a:gd name="csX35" fmla="*/ 155957 w 155956"/>
              <a:gd name="csY35" fmla="*/ 26571 h 159483"/>
              <a:gd name="csX36" fmla="*/ 155957 w 155956"/>
              <a:gd name="csY36" fmla="*/ 4389 h 159483"/>
              <a:gd name="csX37" fmla="*/ 155860 w 155956"/>
              <a:gd name="csY37" fmla="*/ 4389 h 159483"/>
              <a:gd name="csX38" fmla="*/ 150640 w 155956"/>
              <a:gd name="csY38" fmla="*/ 0 h 159483"/>
              <a:gd name="csX39" fmla="*/ 138823 w 155956"/>
              <a:gd name="csY39" fmla="*/ 0 h 159483"/>
              <a:gd name="csX40" fmla="*/ 135798 w 155956"/>
              <a:gd name="csY40" fmla="*/ 936 h 159483"/>
              <a:gd name="csX41" fmla="*/ 105082 w 155956"/>
              <a:gd name="csY41" fmla="*/ 22200 h 159483"/>
              <a:gd name="csX42" fmla="*/ 102851 w 155956"/>
              <a:gd name="csY42" fmla="*/ 26911 h 159483"/>
              <a:gd name="csX43" fmla="*/ 102790 w 155956"/>
              <a:gd name="csY43" fmla="*/ 27524 h 159483"/>
              <a:gd name="csX44" fmla="*/ 102790 w 155956"/>
              <a:gd name="csY44" fmla="*/ 35434 h 159483"/>
              <a:gd name="csX45" fmla="*/ 106334 w 155956"/>
              <a:gd name="csY45" fmla="*/ 45556 h 159483"/>
              <a:gd name="csX46" fmla="*/ 106334 w 155956"/>
              <a:gd name="csY46" fmla="*/ 146823 h 159483"/>
              <a:gd name="csX47" fmla="*/ 100234 w 155956"/>
              <a:gd name="csY47" fmla="*/ 140767 h 159483"/>
              <a:gd name="csX48" fmla="*/ 95825 w 155956"/>
              <a:gd name="csY48" fmla="*/ 138215 h 159483"/>
              <a:gd name="csX49" fmla="*/ 91297 w 155956"/>
              <a:gd name="csY49" fmla="*/ 140546 h 159483"/>
              <a:gd name="csX50" fmla="*/ 77978 w 155956"/>
              <a:gd name="csY50" fmla="*/ 148847 h 159483"/>
              <a:gd name="csX51" fmla="*/ 64908 w 155956"/>
              <a:gd name="csY51" fmla="*/ 140954 h 159483"/>
              <a:gd name="csX52" fmla="*/ 60347 w 155956"/>
              <a:gd name="csY52" fmla="*/ 138215 h 159483"/>
              <a:gd name="csX53" fmla="*/ 55693 w 155956"/>
              <a:gd name="csY53" fmla="*/ 140801 h 159483"/>
              <a:gd name="csX54" fmla="*/ 49623 w 155956"/>
              <a:gd name="csY54" fmla="*/ 146823 h 159483"/>
              <a:gd name="csX55" fmla="*/ 49623 w 155956"/>
              <a:gd name="csY55" fmla="*/ 45556 h 159483"/>
              <a:gd name="csX56" fmla="*/ 53167 w 155956"/>
              <a:gd name="csY56" fmla="*/ 35434 h 159483"/>
              <a:gd name="csX57" fmla="*/ 53167 w 155956"/>
              <a:gd name="csY57" fmla="*/ 27524 h 159483"/>
              <a:gd name="csX58" fmla="*/ 53104 w 155956"/>
              <a:gd name="csY58" fmla="*/ 26911 h 159483"/>
              <a:gd name="csX59" fmla="*/ 50875 w 155956"/>
              <a:gd name="csY59" fmla="*/ 22217 h 159483"/>
              <a:gd name="csX60" fmla="*/ 20159 w 155956"/>
              <a:gd name="csY60" fmla="*/ 953 h 159483"/>
              <a:gd name="csX61" fmla="*/ 17127 w 155956"/>
              <a:gd name="csY61" fmla="*/ 0 h 159483"/>
              <a:gd name="csX62" fmla="*/ 5317 w 155956"/>
              <a:gd name="csY62" fmla="*/ 0 h 159483"/>
              <a:gd name="csX63" fmla="*/ 17723 w 155956"/>
              <a:gd name="csY63" fmla="*/ 62448 h 159483"/>
              <a:gd name="csX64" fmla="*/ 21986 w 155956"/>
              <a:gd name="csY64" fmla="*/ 64999 h 159483"/>
              <a:gd name="csX65" fmla="*/ 24811 w 155956"/>
              <a:gd name="csY65" fmla="*/ 70868 h 159483"/>
              <a:gd name="csX66" fmla="*/ 24811 w 155956"/>
              <a:gd name="csY66" fmla="*/ 85124 h 159483"/>
              <a:gd name="csX67" fmla="*/ 21337 w 155956"/>
              <a:gd name="csY67" fmla="*/ 88594 h 159483"/>
              <a:gd name="csX68" fmla="*/ 14109 w 155956"/>
              <a:gd name="csY68" fmla="*/ 88594 h 159483"/>
              <a:gd name="csX69" fmla="*/ 10633 w 155956"/>
              <a:gd name="csY69" fmla="*/ 85124 h 159483"/>
              <a:gd name="csX70" fmla="*/ 10633 w 155956"/>
              <a:gd name="csY70" fmla="*/ 70885 h 159483"/>
              <a:gd name="csX71" fmla="*/ 13458 w 155956"/>
              <a:gd name="csY71" fmla="*/ 65016 h 159483"/>
              <a:gd name="csX72" fmla="*/ 17723 w 155956"/>
              <a:gd name="csY72" fmla="*/ 62448 h 159483"/>
              <a:gd name="csX73" fmla="*/ 138234 w 155956"/>
              <a:gd name="csY73" fmla="*/ 62448 h 159483"/>
              <a:gd name="csX74" fmla="*/ 142499 w 155956"/>
              <a:gd name="csY74" fmla="*/ 64999 h 159483"/>
              <a:gd name="csX75" fmla="*/ 145323 w 155956"/>
              <a:gd name="csY75" fmla="*/ 70868 h 159483"/>
              <a:gd name="csX76" fmla="*/ 145323 w 155956"/>
              <a:gd name="csY76" fmla="*/ 85124 h 159483"/>
              <a:gd name="csX77" fmla="*/ 141848 w 155956"/>
              <a:gd name="csY77" fmla="*/ 88594 h 159483"/>
              <a:gd name="csX78" fmla="*/ 134620 w 155956"/>
              <a:gd name="csY78" fmla="*/ 88594 h 159483"/>
              <a:gd name="csX79" fmla="*/ 131144 w 155956"/>
              <a:gd name="csY79" fmla="*/ 85124 h 159483"/>
              <a:gd name="csX80" fmla="*/ 131144 w 155956"/>
              <a:gd name="csY80" fmla="*/ 70885 h 159483"/>
              <a:gd name="csX81" fmla="*/ 133969 w 155956"/>
              <a:gd name="csY81" fmla="*/ 65016 h 159483"/>
              <a:gd name="csX82" fmla="*/ 138234 w 155956"/>
              <a:gd name="csY82" fmla="*/ 62448 h 159483"/>
              <a:gd name="csX83" fmla="*/ 65573 w 155956"/>
              <a:gd name="csY83" fmla="*/ 81517 h 159483"/>
              <a:gd name="csX84" fmla="*/ 62623 w 155956"/>
              <a:gd name="csY84" fmla="*/ 82402 h 159483"/>
              <a:gd name="csX85" fmla="*/ 56711 w 155956"/>
              <a:gd name="csY85" fmla="*/ 86348 h 159483"/>
              <a:gd name="csX86" fmla="*/ 56711 w 155956"/>
              <a:gd name="csY86" fmla="*/ 120745 h 159483"/>
              <a:gd name="csX87" fmla="*/ 77978 w 155956"/>
              <a:gd name="csY87" fmla="*/ 113413 h 159483"/>
              <a:gd name="csX88" fmla="*/ 99244 w 155956"/>
              <a:gd name="csY88" fmla="*/ 120745 h 159483"/>
              <a:gd name="csX89" fmla="*/ 99244 w 155956"/>
              <a:gd name="csY89" fmla="*/ 86348 h 159483"/>
              <a:gd name="csX90" fmla="*/ 93332 w 155956"/>
              <a:gd name="csY90" fmla="*/ 82402 h 159483"/>
              <a:gd name="csX91" fmla="*/ 90384 w 155956"/>
              <a:gd name="csY91" fmla="*/ 81517 h 159483"/>
              <a:gd name="csX92" fmla="*/ 65573 w 155956"/>
              <a:gd name="csY92" fmla="*/ 81517 h 159483"/>
              <a:gd name="csX93" fmla="*/ 17723 w 155956"/>
              <a:gd name="csY93" fmla="*/ 102781 h 159483"/>
              <a:gd name="csX94" fmla="*/ 24811 w 155956"/>
              <a:gd name="csY94" fmla="*/ 109858 h 159483"/>
              <a:gd name="csX95" fmla="*/ 24811 w 155956"/>
              <a:gd name="csY95" fmla="*/ 124164 h 159483"/>
              <a:gd name="csX96" fmla="*/ 21377 w 155956"/>
              <a:gd name="csY96" fmla="*/ 127583 h 159483"/>
              <a:gd name="csX97" fmla="*/ 14060 w 155956"/>
              <a:gd name="csY97" fmla="*/ 127583 h 159483"/>
              <a:gd name="csX98" fmla="*/ 10633 w 155956"/>
              <a:gd name="csY98" fmla="*/ 124164 h 159483"/>
              <a:gd name="csX99" fmla="*/ 10633 w 155956"/>
              <a:gd name="csY99" fmla="*/ 109858 h 159483"/>
              <a:gd name="csX100" fmla="*/ 17723 w 155956"/>
              <a:gd name="csY100" fmla="*/ 102781 h 159483"/>
              <a:gd name="csX101" fmla="*/ 138234 w 155956"/>
              <a:gd name="csY101" fmla="*/ 102781 h 159483"/>
              <a:gd name="csX102" fmla="*/ 145323 w 155956"/>
              <a:gd name="csY102" fmla="*/ 109858 h 159483"/>
              <a:gd name="csX103" fmla="*/ 145323 w 155956"/>
              <a:gd name="csY103" fmla="*/ 124164 h 159483"/>
              <a:gd name="csX104" fmla="*/ 141888 w 155956"/>
              <a:gd name="csY104" fmla="*/ 127583 h 159483"/>
              <a:gd name="csX105" fmla="*/ 134571 w 155956"/>
              <a:gd name="csY105" fmla="*/ 127583 h 159483"/>
              <a:gd name="csX106" fmla="*/ 131144 w 155956"/>
              <a:gd name="csY106" fmla="*/ 124164 h 159483"/>
              <a:gd name="csX107" fmla="*/ 131144 w 155956"/>
              <a:gd name="csY107" fmla="*/ 109858 h 159483"/>
              <a:gd name="csX108" fmla="*/ 138234 w 155956"/>
              <a:gd name="csY108" fmla="*/ 102781 h 159483"/>
            </a:gdLst>
            <a:ahLst/>
            <a:cxnLst/>
            <a:rect l="l" t="t" r="r" b="b"/>
            <a:pathLst>
              <a:path w="100000" h="100000">
                <a:moveTo>
                  <a:pt x="4440" y="0"/>
                </a:moveTo>
                <a:cubicBezTo>
                  <a:pt x="2599" y="0"/>
                  <a:pt x="1106" y="1494"/>
                  <a:pt x="1106" y="3328"/>
                </a:cubicBezTo>
                <a:lnTo>
                  <a:pt x="1106" y="17248"/>
                </a:lnTo>
                <a:lnTo>
                  <a:pt x="1167" y="17248"/>
                </a:lnTo>
                <a:cubicBezTo>
                  <a:pt x="1444" y="18816"/>
                  <a:pt x="2800" y="20000"/>
                  <a:pt x="4440" y="20000"/>
                </a:cubicBezTo>
                <a:lnTo>
                  <a:pt x="27776" y="20000"/>
                </a:lnTo>
                <a:lnTo>
                  <a:pt x="27776" y="22218"/>
                </a:lnTo>
                <a:cubicBezTo>
                  <a:pt x="27776" y="23285"/>
                  <a:pt x="27351" y="24448"/>
                  <a:pt x="26664" y="24448"/>
                </a:cubicBezTo>
                <a:lnTo>
                  <a:pt x="4440" y="24448"/>
                </a:lnTo>
                <a:cubicBezTo>
                  <a:pt x="2599" y="24448"/>
                  <a:pt x="1106" y="25941"/>
                  <a:pt x="1106" y="27775"/>
                </a:cubicBezTo>
                <a:cubicBezTo>
                  <a:pt x="1106" y="28170"/>
                  <a:pt x="1186" y="28543"/>
                  <a:pt x="1310" y="28885"/>
                </a:cubicBezTo>
                <a:lnTo>
                  <a:pt x="1106" y="28885"/>
                </a:lnTo>
                <a:lnTo>
                  <a:pt x="1106" y="97192"/>
                </a:lnTo>
                <a:lnTo>
                  <a:pt x="1158" y="97192"/>
                </a:lnTo>
                <a:cubicBezTo>
                  <a:pt x="1437" y="98952"/>
                  <a:pt x="3061" y="100189"/>
                  <a:pt x="4847" y="99976"/>
                </a:cubicBezTo>
                <a:cubicBezTo>
                  <a:pt x="7823" y="99603"/>
                  <a:pt x="12734" y="98493"/>
                  <a:pt x="16581" y="95134"/>
                </a:cubicBezTo>
                <a:cubicBezTo>
                  <a:pt x="19792" y="98397"/>
                  <a:pt x="23482" y="99997"/>
                  <a:pt x="27776" y="99997"/>
                </a:cubicBezTo>
                <a:cubicBezTo>
                  <a:pt x="31866" y="99997"/>
                  <a:pt x="35846" y="98280"/>
                  <a:pt x="38880" y="95336"/>
                </a:cubicBezTo>
                <a:cubicBezTo>
                  <a:pt x="41888" y="98195"/>
                  <a:pt x="46006" y="99997"/>
                  <a:pt x="50000" y="99997"/>
                </a:cubicBezTo>
                <a:cubicBezTo>
                  <a:pt x="53947" y="99997"/>
                  <a:pt x="57863" y="98269"/>
                  <a:pt x="61030" y="95240"/>
                </a:cubicBezTo>
                <a:cubicBezTo>
                  <a:pt x="64087" y="98269"/>
                  <a:pt x="68055" y="99997"/>
                  <a:pt x="72225" y="99997"/>
                </a:cubicBezTo>
                <a:cubicBezTo>
                  <a:pt x="76161" y="99997"/>
                  <a:pt x="80285" y="98120"/>
                  <a:pt x="83485" y="95006"/>
                </a:cubicBezTo>
                <a:cubicBezTo>
                  <a:pt x="86312" y="97320"/>
                  <a:pt x="90240" y="99027"/>
                  <a:pt x="94928" y="99934"/>
                </a:cubicBezTo>
                <a:cubicBezTo>
                  <a:pt x="95143" y="99976"/>
                  <a:pt x="95352" y="99997"/>
                  <a:pt x="95565" y="99997"/>
                </a:cubicBezTo>
                <a:cubicBezTo>
                  <a:pt x="97127" y="99997"/>
                  <a:pt x="98522" y="98888"/>
                  <a:pt x="98834" y="97299"/>
                </a:cubicBezTo>
                <a:cubicBezTo>
                  <a:pt x="98875" y="97086"/>
                  <a:pt x="98890" y="96872"/>
                  <a:pt x="98890" y="96659"/>
                </a:cubicBezTo>
                <a:lnTo>
                  <a:pt x="98895" y="96659"/>
                </a:lnTo>
                <a:lnTo>
                  <a:pt x="98895" y="28362"/>
                </a:lnTo>
                <a:lnTo>
                  <a:pt x="98834" y="28362"/>
                </a:lnTo>
                <a:cubicBezTo>
                  <a:pt x="98868" y="28170"/>
                  <a:pt x="98895" y="27978"/>
                  <a:pt x="98895" y="27775"/>
                </a:cubicBezTo>
                <a:cubicBezTo>
                  <a:pt x="98895" y="25941"/>
                  <a:pt x="97401" y="24448"/>
                  <a:pt x="95561" y="24448"/>
                </a:cubicBezTo>
                <a:lnTo>
                  <a:pt x="73335" y="24448"/>
                </a:lnTo>
                <a:cubicBezTo>
                  <a:pt x="72649" y="24448"/>
                  <a:pt x="72225" y="23285"/>
                  <a:pt x="72225" y="22218"/>
                </a:cubicBezTo>
                <a:lnTo>
                  <a:pt x="72225" y="20000"/>
                </a:lnTo>
                <a:lnTo>
                  <a:pt x="95561" y="20000"/>
                </a:lnTo>
                <a:cubicBezTo>
                  <a:pt x="97401" y="20000"/>
                  <a:pt x="98895" y="18506"/>
                  <a:pt x="98895" y="16661"/>
                </a:cubicBezTo>
                <a:lnTo>
                  <a:pt x="98895" y="2752"/>
                </a:lnTo>
                <a:lnTo>
                  <a:pt x="98834" y="2752"/>
                </a:lnTo>
                <a:cubicBezTo>
                  <a:pt x="98556" y="1184"/>
                  <a:pt x="97201" y="0"/>
                  <a:pt x="95561" y="0"/>
                </a:cubicBezTo>
                <a:lnTo>
                  <a:pt x="88151" y="0"/>
                </a:lnTo>
                <a:cubicBezTo>
                  <a:pt x="87473" y="0"/>
                  <a:pt x="86812" y="203"/>
                  <a:pt x="86255" y="587"/>
                </a:cubicBezTo>
                <a:lnTo>
                  <a:pt x="66995" y="13920"/>
                </a:lnTo>
                <a:cubicBezTo>
                  <a:pt x="66016" y="14602"/>
                  <a:pt x="65523" y="15733"/>
                  <a:pt x="65596" y="16874"/>
                </a:cubicBezTo>
                <a:cubicBezTo>
                  <a:pt x="65582" y="17002"/>
                  <a:pt x="65558" y="17130"/>
                  <a:pt x="65558" y="17258"/>
                </a:cubicBezTo>
                <a:lnTo>
                  <a:pt x="65558" y="22218"/>
                </a:lnTo>
                <a:cubicBezTo>
                  <a:pt x="65558" y="24757"/>
                  <a:pt x="66392" y="26975"/>
                  <a:pt x="67780" y="28565"/>
                </a:cubicBezTo>
                <a:lnTo>
                  <a:pt x="67780" y="92062"/>
                </a:lnTo>
                <a:cubicBezTo>
                  <a:pt x="66283" y="91176"/>
                  <a:pt x="64948" y="89886"/>
                  <a:pt x="63955" y="88265"/>
                </a:cubicBezTo>
                <a:cubicBezTo>
                  <a:pt x="63364" y="87294"/>
                  <a:pt x="62327" y="86696"/>
                  <a:pt x="61191" y="86664"/>
                </a:cubicBezTo>
                <a:cubicBezTo>
                  <a:pt x="60053" y="86686"/>
                  <a:pt x="58987" y="87187"/>
                  <a:pt x="58351" y="88126"/>
                </a:cubicBezTo>
                <a:cubicBezTo>
                  <a:pt x="56179" y="91336"/>
                  <a:pt x="52978" y="93331"/>
                  <a:pt x="50000" y="93331"/>
                </a:cubicBezTo>
                <a:cubicBezTo>
                  <a:pt x="46889" y="93331"/>
                  <a:pt x="43367" y="91208"/>
                  <a:pt x="41805" y="88382"/>
                </a:cubicBezTo>
                <a:cubicBezTo>
                  <a:pt x="41227" y="87337"/>
                  <a:pt x="40135" y="86686"/>
                  <a:pt x="38945" y="86664"/>
                </a:cubicBezTo>
                <a:cubicBezTo>
                  <a:pt x="37661" y="86632"/>
                  <a:pt x="36638" y="87262"/>
                  <a:pt x="36027" y="88286"/>
                </a:cubicBezTo>
                <a:cubicBezTo>
                  <a:pt x="35074" y="89886"/>
                  <a:pt x="33731" y="91176"/>
                  <a:pt x="32221" y="92062"/>
                </a:cubicBezTo>
                <a:lnTo>
                  <a:pt x="32221" y="28565"/>
                </a:lnTo>
                <a:cubicBezTo>
                  <a:pt x="33608" y="26975"/>
                  <a:pt x="34443" y="24757"/>
                  <a:pt x="34443" y="22218"/>
                </a:cubicBezTo>
                <a:lnTo>
                  <a:pt x="34443" y="17258"/>
                </a:lnTo>
                <a:cubicBezTo>
                  <a:pt x="34443" y="17130"/>
                  <a:pt x="34418" y="17002"/>
                  <a:pt x="34403" y="16874"/>
                </a:cubicBezTo>
                <a:cubicBezTo>
                  <a:pt x="34476" y="15733"/>
                  <a:pt x="33983" y="14602"/>
                  <a:pt x="33006" y="13931"/>
                </a:cubicBezTo>
                <a:lnTo>
                  <a:pt x="13746" y="598"/>
                </a:lnTo>
                <a:cubicBezTo>
                  <a:pt x="13188" y="203"/>
                  <a:pt x="12523" y="0"/>
                  <a:pt x="11845" y="0"/>
                </a:cubicBezTo>
                <a:lnTo>
                  <a:pt x="4440" y="0"/>
                </a:lnTo>
                <a:close/>
                <a:moveTo>
                  <a:pt x="12219" y="39157"/>
                </a:moveTo>
                <a:cubicBezTo>
                  <a:pt x="13337" y="39157"/>
                  <a:pt x="14360" y="39775"/>
                  <a:pt x="14892" y="40756"/>
                </a:cubicBezTo>
                <a:cubicBezTo>
                  <a:pt x="15831" y="41994"/>
                  <a:pt x="16663" y="43380"/>
                  <a:pt x="16663" y="44436"/>
                </a:cubicBezTo>
                <a:lnTo>
                  <a:pt x="16663" y="53375"/>
                </a:lnTo>
                <a:cubicBezTo>
                  <a:pt x="16663" y="54580"/>
                  <a:pt x="15687" y="55551"/>
                  <a:pt x="14485" y="55551"/>
                </a:cubicBezTo>
                <a:lnTo>
                  <a:pt x="9952" y="55551"/>
                </a:lnTo>
                <a:cubicBezTo>
                  <a:pt x="8747" y="55551"/>
                  <a:pt x="7773" y="54580"/>
                  <a:pt x="7773" y="53375"/>
                </a:cubicBezTo>
                <a:lnTo>
                  <a:pt x="7773" y="44447"/>
                </a:lnTo>
                <a:cubicBezTo>
                  <a:pt x="7773" y="43380"/>
                  <a:pt x="8602" y="41994"/>
                  <a:pt x="9544" y="40767"/>
                </a:cubicBezTo>
                <a:cubicBezTo>
                  <a:pt x="10075" y="39775"/>
                  <a:pt x="11101" y="39157"/>
                  <a:pt x="12219" y="39157"/>
                </a:cubicBezTo>
                <a:close/>
                <a:moveTo>
                  <a:pt x="87782" y="39157"/>
                </a:moveTo>
                <a:cubicBezTo>
                  <a:pt x="88900" y="39157"/>
                  <a:pt x="89925" y="39775"/>
                  <a:pt x="90456" y="40756"/>
                </a:cubicBezTo>
                <a:cubicBezTo>
                  <a:pt x="91396" y="41994"/>
                  <a:pt x="92227" y="43380"/>
                  <a:pt x="92227" y="44436"/>
                </a:cubicBezTo>
                <a:lnTo>
                  <a:pt x="92227" y="53375"/>
                </a:lnTo>
                <a:cubicBezTo>
                  <a:pt x="92227" y="54580"/>
                  <a:pt x="91250" y="55551"/>
                  <a:pt x="90048" y="55551"/>
                </a:cubicBezTo>
                <a:lnTo>
                  <a:pt x="85516" y="55551"/>
                </a:lnTo>
                <a:cubicBezTo>
                  <a:pt x="84312" y="55551"/>
                  <a:pt x="83336" y="54580"/>
                  <a:pt x="83336" y="53375"/>
                </a:cubicBezTo>
                <a:lnTo>
                  <a:pt x="83336" y="44447"/>
                </a:lnTo>
                <a:cubicBezTo>
                  <a:pt x="83336" y="43380"/>
                  <a:pt x="84165" y="41994"/>
                  <a:pt x="85108" y="40767"/>
                </a:cubicBezTo>
                <a:cubicBezTo>
                  <a:pt x="85639" y="39775"/>
                  <a:pt x="86664" y="39157"/>
                  <a:pt x="87782" y="39157"/>
                </a:cubicBezTo>
                <a:close/>
                <a:moveTo>
                  <a:pt x="42222" y="51113"/>
                </a:moveTo>
                <a:cubicBezTo>
                  <a:pt x="41563" y="51113"/>
                  <a:pt x="40919" y="51305"/>
                  <a:pt x="40372" y="51668"/>
                </a:cubicBezTo>
                <a:lnTo>
                  <a:pt x="36665" y="54142"/>
                </a:lnTo>
                <a:lnTo>
                  <a:pt x="36665" y="75710"/>
                </a:lnTo>
                <a:cubicBezTo>
                  <a:pt x="39848" y="72841"/>
                  <a:pt x="44515" y="71113"/>
                  <a:pt x="50000" y="71113"/>
                </a:cubicBezTo>
                <a:cubicBezTo>
                  <a:pt x="55485" y="71113"/>
                  <a:pt x="60155" y="72841"/>
                  <a:pt x="63334" y="75710"/>
                </a:cubicBezTo>
                <a:lnTo>
                  <a:pt x="63334" y="54142"/>
                </a:lnTo>
                <a:lnTo>
                  <a:pt x="59627" y="51668"/>
                </a:lnTo>
                <a:cubicBezTo>
                  <a:pt x="59081" y="51305"/>
                  <a:pt x="58437" y="51113"/>
                  <a:pt x="57779" y="51113"/>
                </a:cubicBezTo>
                <a:lnTo>
                  <a:pt x="42222" y="51113"/>
                </a:lnTo>
                <a:close/>
                <a:moveTo>
                  <a:pt x="12219" y="64446"/>
                </a:moveTo>
                <a:cubicBezTo>
                  <a:pt x="14674" y="64446"/>
                  <a:pt x="16663" y="66430"/>
                  <a:pt x="16663" y="68884"/>
                </a:cubicBezTo>
                <a:lnTo>
                  <a:pt x="16663" y="77854"/>
                </a:lnTo>
                <a:cubicBezTo>
                  <a:pt x="16663" y="79038"/>
                  <a:pt x="15699" y="79998"/>
                  <a:pt x="14510" y="79998"/>
                </a:cubicBezTo>
                <a:lnTo>
                  <a:pt x="9922" y="79998"/>
                </a:lnTo>
                <a:cubicBezTo>
                  <a:pt x="8735" y="79998"/>
                  <a:pt x="7773" y="79038"/>
                  <a:pt x="7773" y="77854"/>
                </a:cubicBezTo>
                <a:lnTo>
                  <a:pt x="7773" y="68884"/>
                </a:lnTo>
                <a:cubicBezTo>
                  <a:pt x="7773" y="66430"/>
                  <a:pt x="9762" y="64446"/>
                  <a:pt x="12219" y="64446"/>
                </a:cubicBezTo>
                <a:close/>
                <a:moveTo>
                  <a:pt x="87782" y="64446"/>
                </a:moveTo>
                <a:cubicBezTo>
                  <a:pt x="90238" y="64446"/>
                  <a:pt x="92227" y="66430"/>
                  <a:pt x="92227" y="68884"/>
                </a:cubicBezTo>
                <a:lnTo>
                  <a:pt x="92227" y="77854"/>
                </a:lnTo>
                <a:cubicBezTo>
                  <a:pt x="92227" y="79038"/>
                  <a:pt x="91263" y="79998"/>
                  <a:pt x="90073" y="79998"/>
                </a:cubicBezTo>
                <a:lnTo>
                  <a:pt x="85485" y="79998"/>
                </a:lnTo>
                <a:cubicBezTo>
                  <a:pt x="84299" y="79998"/>
                  <a:pt x="83336" y="79038"/>
                  <a:pt x="83336" y="77854"/>
                </a:cubicBezTo>
                <a:lnTo>
                  <a:pt x="83336" y="68884"/>
                </a:lnTo>
                <a:cubicBezTo>
                  <a:pt x="83336" y="66430"/>
                  <a:pt x="85326" y="64446"/>
                  <a:pt x="87782" y="6444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0" name="Красный — SVG 31">
            <a:extLst>
              <a:ext uri="{FF2B5EF4-FFF2-40B4-BE49-F238E27FC236}">
                <a16:creationId xmlns:a16="http://schemas.microsoft.com/office/drawing/2014/main" id="{4AD68804-894E-D34D-B6FF-63B8458F247E}"/>
              </a:ext>
            </a:extLst>
          </p:cNvPr>
          <p:cNvSpPr>
            <a:spLocks noGrp="1"/>
          </p:cNvSpPr>
          <p:nvPr/>
        </p:nvSpPr>
        <p:spPr>
          <a:xfrm>
            <a:off x="7620000" y="1410000"/>
            <a:ext cx="220000" cy="220000"/>
          </a:xfrm>
          <a:custGeom>
            <a:avLst/>
            <a:gdLst>
              <a:gd name="csX0" fmla="*/ 3898 w 113432"/>
              <a:gd name="csY0" fmla="*/ 84917 h 148896"/>
              <a:gd name="csX1" fmla="*/ 15484 w 113432"/>
              <a:gd name="csY1" fmla="*/ 76837 h 148896"/>
              <a:gd name="csX2" fmla="*/ 10993 w 113432"/>
              <a:gd name="csY2" fmla="*/ 106930 h 148896"/>
              <a:gd name="csX3" fmla="*/ 2690 w 113432"/>
              <a:gd name="csY3" fmla="*/ 98645 h 148896"/>
              <a:gd name="csX4" fmla="*/ 70 w 113432"/>
              <a:gd name="csY4" fmla="*/ 91484 h 148896"/>
              <a:gd name="csX5" fmla="*/ 3898 w 113432"/>
              <a:gd name="csY5" fmla="*/ 84917 h 148896"/>
              <a:gd name="csX6" fmla="*/ 113396 w 113432"/>
              <a:gd name="csY6" fmla="*/ 91450 h 148896"/>
              <a:gd name="csX7" fmla="*/ 110810 w 113432"/>
              <a:gd name="csY7" fmla="*/ 98560 h 148896"/>
              <a:gd name="csX8" fmla="*/ 110810 w 113432"/>
              <a:gd name="csY8" fmla="*/ 98594 h 148896"/>
              <a:gd name="csX9" fmla="*/ 102440 w 113432"/>
              <a:gd name="csY9" fmla="*/ 106930 h 148896"/>
              <a:gd name="csX10" fmla="*/ 97931 w 113432"/>
              <a:gd name="csY10" fmla="*/ 76769 h 148896"/>
              <a:gd name="csX11" fmla="*/ 109568 w 113432"/>
              <a:gd name="csY11" fmla="*/ 84849 h 148896"/>
              <a:gd name="csX12" fmla="*/ 113396 w 113432"/>
              <a:gd name="csY12" fmla="*/ 91450 h 148896"/>
              <a:gd name="csX13" fmla="*/ 110742 w 113432"/>
              <a:gd name="csY13" fmla="*/ 14764 h 148896"/>
              <a:gd name="csX14" fmla="*/ 98595 w 113432"/>
              <a:gd name="csY14" fmla="*/ 2635 h 148896"/>
              <a:gd name="csX15" fmla="*/ 91449 w 113432"/>
              <a:gd name="csY15" fmla="*/ 32 h 148896"/>
              <a:gd name="csX16" fmla="*/ 84882 w 113432"/>
              <a:gd name="csY16" fmla="*/ 3842 h 148896"/>
              <a:gd name="csX17" fmla="*/ 73296 w 113432"/>
              <a:gd name="csY17" fmla="*/ 20462 h 148896"/>
              <a:gd name="csX18" fmla="*/ 74538 w 113432"/>
              <a:gd name="csY18" fmla="*/ 21602 h 148896"/>
              <a:gd name="csX19" fmla="*/ 92980 w 113432"/>
              <a:gd name="csY19" fmla="*/ 40025 h 148896"/>
              <a:gd name="csX20" fmla="*/ 109534 w 113432"/>
              <a:gd name="csY20" fmla="*/ 28491 h 148896"/>
              <a:gd name="csX21" fmla="*/ 113346 w 113432"/>
              <a:gd name="csY21" fmla="*/ 21908 h 148896"/>
              <a:gd name="csX22" fmla="*/ 110742 w 113432"/>
              <a:gd name="csY22" fmla="*/ 14764 h 148896"/>
              <a:gd name="csX23" fmla="*/ 38878 w 113432"/>
              <a:gd name="csY23" fmla="*/ 21602 h 148896"/>
              <a:gd name="csX24" fmla="*/ 40086 w 113432"/>
              <a:gd name="csY24" fmla="*/ 20513 h 148896"/>
              <a:gd name="csX25" fmla="*/ 28499 w 113432"/>
              <a:gd name="csY25" fmla="*/ 3893 h 148896"/>
              <a:gd name="csX26" fmla="*/ 21915 w 113432"/>
              <a:gd name="csY26" fmla="*/ 83 h 148896"/>
              <a:gd name="csX27" fmla="*/ 14770 w 113432"/>
              <a:gd name="csY27" fmla="*/ 2668 h 148896"/>
              <a:gd name="csX28" fmla="*/ 2639 w 113432"/>
              <a:gd name="csY28" fmla="*/ 14814 h 148896"/>
              <a:gd name="csX29" fmla="*/ 36 w 113432"/>
              <a:gd name="csY29" fmla="*/ 21959 h 148896"/>
              <a:gd name="csX30" fmla="*/ 3847 w 113432"/>
              <a:gd name="csY30" fmla="*/ 28543 h 148896"/>
              <a:gd name="csX31" fmla="*/ 20401 w 113432"/>
              <a:gd name="csY31" fmla="*/ 40076 h 148896"/>
              <a:gd name="csX32" fmla="*/ 38878 w 113432"/>
              <a:gd name="csY32" fmla="*/ 21602 h 148896"/>
              <a:gd name="csX33" fmla="*/ 90598 w 113432"/>
              <a:gd name="csY33" fmla="*/ 47680 h 148896"/>
              <a:gd name="csX34" fmla="*/ 69536 w 113432"/>
              <a:gd name="csY34" fmla="*/ 26603 h 148896"/>
              <a:gd name="csX35" fmla="*/ 56708 w 113432"/>
              <a:gd name="csY35" fmla="*/ 21296 h 148896"/>
              <a:gd name="csX36" fmla="*/ 43897 w 113432"/>
              <a:gd name="csY36" fmla="*/ 26603 h 148896"/>
              <a:gd name="csX37" fmla="*/ 22834 w 113432"/>
              <a:gd name="csY37" fmla="*/ 47680 h 148896"/>
              <a:gd name="csX38" fmla="*/ 21677 w 113432"/>
              <a:gd name="csY38" fmla="*/ 53464 h 148896"/>
              <a:gd name="csX39" fmla="*/ 26594 w 113432"/>
              <a:gd name="csY39" fmla="*/ 56747 h 148896"/>
              <a:gd name="csX40" fmla="*/ 86838 w 113432"/>
              <a:gd name="csY40" fmla="*/ 56747 h 148896"/>
              <a:gd name="csX41" fmla="*/ 91755 w 113432"/>
              <a:gd name="csY41" fmla="*/ 53464 h 148896"/>
              <a:gd name="csX42" fmla="*/ 90598 w 113432"/>
              <a:gd name="csY42" fmla="*/ 47680 h 148896"/>
              <a:gd name="csX43" fmla="*/ 99037 w 113432"/>
              <a:gd name="csY43" fmla="*/ 132276 h 148896"/>
              <a:gd name="csX44" fmla="*/ 96094 w 113432"/>
              <a:gd name="csY44" fmla="*/ 112492 h 148896"/>
              <a:gd name="csX45" fmla="*/ 89969 w 113432"/>
              <a:gd name="csY45" fmla="*/ 71206 h 148896"/>
              <a:gd name="csX46" fmla="*/ 88863 w 113432"/>
              <a:gd name="csY46" fmla="*/ 63841 h 148896"/>
              <a:gd name="csX47" fmla="*/ 24569 w 113432"/>
              <a:gd name="csY47" fmla="*/ 63841 h 148896"/>
              <a:gd name="csX48" fmla="*/ 23464 w 113432"/>
              <a:gd name="csY48" fmla="*/ 71274 h 148896"/>
              <a:gd name="csX49" fmla="*/ 17339 w 113432"/>
              <a:gd name="csY49" fmla="*/ 112526 h 148896"/>
              <a:gd name="csX50" fmla="*/ 14395 w 113432"/>
              <a:gd name="csY50" fmla="*/ 132310 h 148896"/>
              <a:gd name="csX51" fmla="*/ 15025 w 113432"/>
              <a:gd name="csY51" fmla="*/ 139574 h 148896"/>
              <a:gd name="csX52" fmla="*/ 28363 w 113432"/>
              <a:gd name="csY52" fmla="*/ 148896 h 148896"/>
              <a:gd name="csX53" fmla="*/ 37227 w 113432"/>
              <a:gd name="csY53" fmla="*/ 148896 h 148896"/>
              <a:gd name="csX54" fmla="*/ 42536 w 113432"/>
              <a:gd name="csY54" fmla="*/ 143572 h 148896"/>
              <a:gd name="csX55" fmla="*/ 42536 w 113432"/>
              <a:gd name="csY55" fmla="*/ 121423 h 148896"/>
              <a:gd name="csX56" fmla="*/ 56708 w 113432"/>
              <a:gd name="csY56" fmla="*/ 106368 h 148896"/>
              <a:gd name="csX57" fmla="*/ 70897 w 113432"/>
              <a:gd name="csY57" fmla="*/ 121423 h 148896"/>
              <a:gd name="csX58" fmla="*/ 70897 w 113432"/>
              <a:gd name="csY58" fmla="*/ 143572 h 148896"/>
              <a:gd name="csX59" fmla="*/ 76205 w 113432"/>
              <a:gd name="csY59" fmla="*/ 148896 h 148896"/>
              <a:gd name="csX60" fmla="*/ 85069 w 113432"/>
              <a:gd name="csY60" fmla="*/ 148896 h 148896"/>
              <a:gd name="csX61" fmla="*/ 98425 w 113432"/>
              <a:gd name="csY61" fmla="*/ 139540 h 148896"/>
              <a:gd name="csX62" fmla="*/ 99037 w 113432"/>
              <a:gd name="csY62" fmla="*/ 132276 h 148896"/>
              <a:gd name="csX63" fmla="*/ 56708 w 113432"/>
              <a:gd name="csY63" fmla="*/ 88643 h 148896"/>
              <a:gd name="csX64" fmla="*/ 49630 w 113432"/>
              <a:gd name="csY64" fmla="*/ 81549 h 148896"/>
              <a:gd name="csX65" fmla="*/ 56708 w 113432"/>
              <a:gd name="csY65" fmla="*/ 74473 h 148896"/>
              <a:gd name="csX66" fmla="*/ 63802 w 113432"/>
              <a:gd name="csY66" fmla="*/ 81549 h 148896"/>
              <a:gd name="csX67" fmla="*/ 56708 w 113432"/>
              <a:gd name="csY67" fmla="*/ 88643 h 148896"/>
            </a:gdLst>
            <a:ahLst/>
            <a:cxnLst/>
            <a:rect l="l" t="t" r="r" b="b"/>
            <a:pathLst>
              <a:path w="100000" h="100000">
                <a:moveTo>
                  <a:pt x="14527" y="57031"/>
                </a:moveTo>
                <a:lnTo>
                  <a:pt x="22308" y="51604"/>
                </a:lnTo>
                <a:lnTo>
                  <a:pt x="19292" y="71815"/>
                </a:lnTo>
                <a:lnTo>
                  <a:pt x="13716" y="66251"/>
                </a:lnTo>
                <a:cubicBezTo>
                  <a:pt x="12436" y="64983"/>
                  <a:pt x="11819" y="63223"/>
                  <a:pt x="11956" y="61442"/>
                </a:cubicBezTo>
                <a:cubicBezTo>
                  <a:pt x="12127" y="59648"/>
                  <a:pt x="13053" y="58059"/>
                  <a:pt x="14527" y="57031"/>
                </a:cubicBezTo>
                <a:close/>
                <a:moveTo>
                  <a:pt x="88067" y="61419"/>
                </a:moveTo>
                <a:cubicBezTo>
                  <a:pt x="88227" y="63200"/>
                  <a:pt x="87587" y="64937"/>
                  <a:pt x="86330" y="66194"/>
                </a:cubicBezTo>
                <a:cubicBezTo>
                  <a:pt x="86330" y="66217"/>
                  <a:pt x="86330" y="66217"/>
                  <a:pt x="86330" y="66217"/>
                </a:cubicBezTo>
                <a:lnTo>
                  <a:pt x="80709" y="71815"/>
                </a:lnTo>
                <a:lnTo>
                  <a:pt x="77680" y="51559"/>
                </a:lnTo>
                <a:lnTo>
                  <a:pt x="85496" y="56985"/>
                </a:lnTo>
                <a:cubicBezTo>
                  <a:pt x="86970" y="58014"/>
                  <a:pt x="87896" y="59625"/>
                  <a:pt x="88067" y="61419"/>
                </a:cubicBezTo>
                <a:close/>
                <a:moveTo>
                  <a:pt x="86284" y="9916"/>
                </a:moveTo>
                <a:lnTo>
                  <a:pt x="78126" y="1770"/>
                </a:lnTo>
                <a:cubicBezTo>
                  <a:pt x="76869" y="501"/>
                  <a:pt x="75109" y="-127"/>
                  <a:pt x="73327" y="21"/>
                </a:cubicBezTo>
                <a:cubicBezTo>
                  <a:pt x="71545" y="181"/>
                  <a:pt x="69933" y="1118"/>
                  <a:pt x="68917" y="2580"/>
                </a:cubicBezTo>
                <a:lnTo>
                  <a:pt x="61135" y="13742"/>
                </a:lnTo>
                <a:cubicBezTo>
                  <a:pt x="61421" y="13994"/>
                  <a:pt x="61707" y="14234"/>
                  <a:pt x="61969" y="14508"/>
                </a:cubicBezTo>
                <a:lnTo>
                  <a:pt x="74355" y="26881"/>
                </a:lnTo>
                <a:lnTo>
                  <a:pt x="85473" y="19135"/>
                </a:lnTo>
                <a:cubicBezTo>
                  <a:pt x="86936" y="18107"/>
                  <a:pt x="87873" y="16496"/>
                  <a:pt x="88033" y="14714"/>
                </a:cubicBezTo>
                <a:cubicBezTo>
                  <a:pt x="88193" y="12931"/>
                  <a:pt x="87553" y="11184"/>
                  <a:pt x="86284" y="9916"/>
                </a:cubicBezTo>
                <a:close/>
                <a:moveTo>
                  <a:pt x="38020" y="14508"/>
                </a:moveTo>
                <a:cubicBezTo>
                  <a:pt x="38282" y="14246"/>
                  <a:pt x="38556" y="14016"/>
                  <a:pt x="38831" y="13777"/>
                </a:cubicBezTo>
                <a:lnTo>
                  <a:pt x="31049" y="2615"/>
                </a:lnTo>
                <a:cubicBezTo>
                  <a:pt x="30021" y="1141"/>
                  <a:pt x="28410" y="216"/>
                  <a:pt x="26627" y="56"/>
                </a:cubicBezTo>
                <a:cubicBezTo>
                  <a:pt x="24856" y="-104"/>
                  <a:pt x="23097" y="524"/>
                  <a:pt x="21829" y="1792"/>
                </a:cubicBezTo>
                <a:lnTo>
                  <a:pt x="13681" y="9949"/>
                </a:lnTo>
                <a:cubicBezTo>
                  <a:pt x="12413" y="11218"/>
                  <a:pt x="11773" y="12965"/>
                  <a:pt x="11933" y="14748"/>
                </a:cubicBezTo>
                <a:cubicBezTo>
                  <a:pt x="12093" y="16530"/>
                  <a:pt x="13030" y="18141"/>
                  <a:pt x="14493" y="19170"/>
                </a:cubicBezTo>
                <a:lnTo>
                  <a:pt x="25610" y="26915"/>
                </a:lnTo>
                <a:lnTo>
                  <a:pt x="38020" y="14508"/>
                </a:lnTo>
                <a:close/>
                <a:moveTo>
                  <a:pt x="72755" y="32022"/>
                </a:moveTo>
                <a:lnTo>
                  <a:pt x="58610" y="17867"/>
                </a:lnTo>
                <a:cubicBezTo>
                  <a:pt x="56302" y="15571"/>
                  <a:pt x="53251" y="14303"/>
                  <a:pt x="49995" y="14303"/>
                </a:cubicBezTo>
                <a:cubicBezTo>
                  <a:pt x="46749" y="14303"/>
                  <a:pt x="43687" y="15571"/>
                  <a:pt x="41391" y="17867"/>
                </a:cubicBezTo>
                <a:lnTo>
                  <a:pt x="27245" y="32022"/>
                </a:lnTo>
                <a:cubicBezTo>
                  <a:pt x="26216" y="33039"/>
                  <a:pt x="25907" y="34570"/>
                  <a:pt x="26467" y="35907"/>
                </a:cubicBezTo>
                <a:cubicBezTo>
                  <a:pt x="27028" y="37243"/>
                  <a:pt x="28318" y="38112"/>
                  <a:pt x="29770" y="38112"/>
                </a:cubicBezTo>
                <a:lnTo>
                  <a:pt x="70230" y="38112"/>
                </a:lnTo>
                <a:cubicBezTo>
                  <a:pt x="71670" y="38112"/>
                  <a:pt x="72973" y="37243"/>
                  <a:pt x="73533" y="35907"/>
                </a:cubicBezTo>
                <a:cubicBezTo>
                  <a:pt x="74081" y="34570"/>
                  <a:pt x="73772" y="33039"/>
                  <a:pt x="72755" y="32022"/>
                </a:cubicBezTo>
                <a:close/>
                <a:moveTo>
                  <a:pt x="78423" y="88838"/>
                </a:moveTo>
                <a:lnTo>
                  <a:pt x="76447" y="75551"/>
                </a:lnTo>
                <a:lnTo>
                  <a:pt x="72333" y="47823"/>
                </a:lnTo>
                <a:lnTo>
                  <a:pt x="71590" y="42876"/>
                </a:lnTo>
                <a:lnTo>
                  <a:pt x="28410" y="42876"/>
                </a:lnTo>
                <a:lnTo>
                  <a:pt x="27668" y="47868"/>
                </a:lnTo>
                <a:lnTo>
                  <a:pt x="23554" y="75574"/>
                </a:lnTo>
                <a:lnTo>
                  <a:pt x="21577" y="88861"/>
                </a:lnTo>
                <a:cubicBezTo>
                  <a:pt x="21337" y="90472"/>
                  <a:pt x="21406" y="92185"/>
                  <a:pt x="22000" y="93739"/>
                </a:cubicBezTo>
                <a:cubicBezTo>
                  <a:pt x="23451" y="97612"/>
                  <a:pt x="27050" y="100000"/>
                  <a:pt x="30958" y="100000"/>
                </a:cubicBezTo>
                <a:lnTo>
                  <a:pt x="36911" y="100000"/>
                </a:lnTo>
                <a:cubicBezTo>
                  <a:pt x="38877" y="99977"/>
                  <a:pt x="40477" y="98377"/>
                  <a:pt x="40477" y="96424"/>
                </a:cubicBezTo>
                <a:lnTo>
                  <a:pt x="40477" y="81549"/>
                </a:lnTo>
                <a:cubicBezTo>
                  <a:pt x="40477" y="75985"/>
                  <a:pt x="44738" y="71438"/>
                  <a:pt x="49995" y="71438"/>
                </a:cubicBezTo>
                <a:cubicBezTo>
                  <a:pt x="55262" y="71438"/>
                  <a:pt x="59524" y="75985"/>
                  <a:pt x="59524" y="81549"/>
                </a:cubicBezTo>
                <a:lnTo>
                  <a:pt x="59524" y="96424"/>
                </a:lnTo>
                <a:cubicBezTo>
                  <a:pt x="59524" y="98377"/>
                  <a:pt x="61112" y="99977"/>
                  <a:pt x="63089" y="100000"/>
                </a:cubicBezTo>
                <a:lnTo>
                  <a:pt x="69042" y="100000"/>
                </a:lnTo>
                <a:cubicBezTo>
                  <a:pt x="72950" y="100000"/>
                  <a:pt x="76538" y="97612"/>
                  <a:pt x="78012" y="93716"/>
                </a:cubicBezTo>
                <a:cubicBezTo>
                  <a:pt x="78583" y="92163"/>
                  <a:pt x="78663" y="90472"/>
                  <a:pt x="78423" y="88838"/>
                </a:cubicBezTo>
                <a:close/>
                <a:moveTo>
                  <a:pt x="49995" y="59533"/>
                </a:moveTo>
                <a:cubicBezTo>
                  <a:pt x="47367" y="59533"/>
                  <a:pt x="45241" y="57409"/>
                  <a:pt x="45241" y="54769"/>
                </a:cubicBezTo>
                <a:cubicBezTo>
                  <a:pt x="45241" y="52142"/>
                  <a:pt x="47367" y="50017"/>
                  <a:pt x="49995" y="50017"/>
                </a:cubicBezTo>
                <a:cubicBezTo>
                  <a:pt x="52634" y="50017"/>
                  <a:pt x="54759" y="52142"/>
                  <a:pt x="54759" y="54769"/>
                </a:cubicBezTo>
                <a:cubicBezTo>
                  <a:pt x="54759" y="57409"/>
                  <a:pt x="52634" y="59533"/>
                  <a:pt x="49995" y="5953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1" name="Красный — SVG 32">
            <a:extLst>
              <a:ext uri="{FF2B5EF4-FFF2-40B4-BE49-F238E27FC236}">
                <a16:creationId xmlns:a16="http://schemas.microsoft.com/office/drawing/2014/main" id="{A51EAD4E-92D8-104A-87F9-4E162D528266}"/>
              </a:ext>
            </a:extLst>
          </p:cNvPr>
          <p:cNvSpPr>
            <a:spLocks noGrp="1"/>
          </p:cNvSpPr>
          <p:nvPr/>
        </p:nvSpPr>
        <p:spPr>
          <a:xfrm>
            <a:off x="8220000" y="1410000"/>
            <a:ext cx="220000" cy="220000"/>
          </a:xfrm>
          <a:custGeom>
            <a:avLst/>
            <a:gdLst>
              <a:gd name="csX0" fmla="*/ 19482 w 141766"/>
              <a:gd name="csY0" fmla="*/ 0 h 138215"/>
              <a:gd name="csX1" fmla="*/ 7076 w 141766"/>
              <a:gd name="csY1" fmla="*/ 12401 h 138215"/>
              <a:gd name="csX2" fmla="*/ 7076 w 141766"/>
              <a:gd name="csY2" fmla="*/ 18474 h 138215"/>
              <a:gd name="csX3" fmla="*/ 368 w 141766"/>
              <a:gd name="csY3" fmla="*/ 35247 h 138215"/>
              <a:gd name="csX4" fmla="*/ 153 w 141766"/>
              <a:gd name="csY4" fmla="*/ 38411 h 138215"/>
              <a:gd name="csX5" fmla="*/ 31887 w 141766"/>
              <a:gd name="csY5" fmla="*/ 67330 h 138215"/>
              <a:gd name="csX6" fmla="*/ 50848 w 141766"/>
              <a:gd name="csY6" fmla="*/ 61104 h 138215"/>
              <a:gd name="csX7" fmla="*/ 70876 w 141766"/>
              <a:gd name="csY7" fmla="*/ 67330 h 138215"/>
              <a:gd name="csX8" fmla="*/ 90905 w 141766"/>
              <a:gd name="csY8" fmla="*/ 61104 h 138215"/>
              <a:gd name="csX9" fmla="*/ 109866 w 141766"/>
              <a:gd name="csY9" fmla="*/ 67330 h 138215"/>
              <a:gd name="csX10" fmla="*/ 141579 w 141766"/>
              <a:gd name="csY10" fmla="*/ 38615 h 138215"/>
              <a:gd name="csX11" fmla="*/ 141385 w 141766"/>
              <a:gd name="csY11" fmla="*/ 35247 h 138215"/>
              <a:gd name="csX12" fmla="*/ 134677 w 141766"/>
              <a:gd name="csY12" fmla="*/ 18474 h 138215"/>
              <a:gd name="csX13" fmla="*/ 134677 w 141766"/>
              <a:gd name="csY13" fmla="*/ 12401 h 138215"/>
              <a:gd name="csX14" fmla="*/ 122271 w 141766"/>
              <a:gd name="csY14" fmla="*/ 0 h 138215"/>
              <a:gd name="csX15" fmla="*/ 19482 w 141766"/>
              <a:gd name="csY15" fmla="*/ 0 h 138215"/>
              <a:gd name="csX16" fmla="*/ 97460 w 141766"/>
              <a:gd name="csY16" fmla="*/ 10632 h 138215"/>
              <a:gd name="csX17" fmla="*/ 102777 w 141766"/>
              <a:gd name="csY17" fmla="*/ 15939 h 138215"/>
              <a:gd name="csX18" fmla="*/ 97460 w 141766"/>
              <a:gd name="csY18" fmla="*/ 21264 h 138215"/>
              <a:gd name="csX19" fmla="*/ 92143 w 141766"/>
              <a:gd name="csY19" fmla="*/ 15939 h 138215"/>
              <a:gd name="csX20" fmla="*/ 97460 w 141766"/>
              <a:gd name="csY20" fmla="*/ 10632 h 138215"/>
              <a:gd name="csX21" fmla="*/ 115183 w 141766"/>
              <a:gd name="csY21" fmla="*/ 10632 h 138215"/>
              <a:gd name="csX22" fmla="*/ 120499 w 141766"/>
              <a:gd name="csY22" fmla="*/ 15939 h 138215"/>
              <a:gd name="csX23" fmla="*/ 115183 w 141766"/>
              <a:gd name="csY23" fmla="*/ 21264 h 138215"/>
              <a:gd name="csX24" fmla="*/ 109866 w 141766"/>
              <a:gd name="csY24" fmla="*/ 15939 h 138215"/>
              <a:gd name="csX25" fmla="*/ 115183 w 141766"/>
              <a:gd name="csY25" fmla="*/ 10632 h 138215"/>
              <a:gd name="csX26" fmla="*/ 7076 w 141766"/>
              <a:gd name="csY26" fmla="*/ 69814 h 138215"/>
              <a:gd name="csX27" fmla="*/ 7076 w 141766"/>
              <a:gd name="csY27" fmla="*/ 132891 h 138215"/>
              <a:gd name="csX28" fmla="*/ 12393 w 141766"/>
              <a:gd name="csY28" fmla="*/ 138215 h 138215"/>
              <a:gd name="csX29" fmla="*/ 60243 w 141766"/>
              <a:gd name="csY29" fmla="*/ 138215 h 138215"/>
              <a:gd name="csX30" fmla="*/ 60243 w 141766"/>
              <a:gd name="csY30" fmla="*/ 93918 h 138215"/>
              <a:gd name="csX31" fmla="*/ 65560 w 141766"/>
              <a:gd name="csY31" fmla="*/ 88594 h 138215"/>
              <a:gd name="csX32" fmla="*/ 104549 w 141766"/>
              <a:gd name="csY32" fmla="*/ 88594 h 138215"/>
              <a:gd name="csX33" fmla="*/ 109866 w 141766"/>
              <a:gd name="csY33" fmla="*/ 93918 h 138215"/>
              <a:gd name="csX34" fmla="*/ 109866 w 141766"/>
              <a:gd name="csY34" fmla="*/ 138215 h 138215"/>
              <a:gd name="csX35" fmla="*/ 129360 w 141766"/>
              <a:gd name="csY35" fmla="*/ 138215 h 138215"/>
              <a:gd name="csX36" fmla="*/ 134677 w 141766"/>
              <a:gd name="csY36" fmla="*/ 132891 h 138215"/>
              <a:gd name="csX37" fmla="*/ 134677 w 141766"/>
              <a:gd name="csY37" fmla="*/ 70001 h 138215"/>
              <a:gd name="csX38" fmla="*/ 109866 w 141766"/>
              <a:gd name="csY38" fmla="*/ 77962 h 138215"/>
              <a:gd name="csX39" fmla="*/ 90745 w 141766"/>
              <a:gd name="csY39" fmla="*/ 73454 h 138215"/>
              <a:gd name="csX40" fmla="*/ 70876 w 141766"/>
              <a:gd name="csY40" fmla="*/ 77962 h 138215"/>
              <a:gd name="csX41" fmla="*/ 51008 w 141766"/>
              <a:gd name="csY41" fmla="*/ 73454 h 138215"/>
              <a:gd name="csX42" fmla="*/ 31887 w 141766"/>
              <a:gd name="csY42" fmla="*/ 77962 h 138215"/>
              <a:gd name="csX43" fmla="*/ 7076 w 141766"/>
              <a:gd name="csY43" fmla="*/ 69814 h 138215"/>
              <a:gd name="csX44" fmla="*/ 70876 w 141766"/>
              <a:gd name="csY44" fmla="*/ 99226 h 138215"/>
              <a:gd name="csX45" fmla="*/ 70876 w 141766"/>
              <a:gd name="csY45" fmla="*/ 138215 h 138215"/>
              <a:gd name="csX46" fmla="*/ 99233 w 141766"/>
              <a:gd name="csY46" fmla="*/ 138215 h 138215"/>
              <a:gd name="csX47" fmla="*/ 99233 w 141766"/>
              <a:gd name="csY47" fmla="*/ 99226 h 138215"/>
              <a:gd name="csX48" fmla="*/ 70876 w 141766"/>
              <a:gd name="csY48" fmla="*/ 99226 h 138215"/>
            </a:gdLst>
            <a:ahLst/>
            <a:cxnLst/>
            <a:rect l="l" t="t" r="r" b="b"/>
            <a:pathLst>
              <a:path w="100000" h="100000">
                <a:moveTo>
                  <a:pt x="13742" y="1252"/>
                </a:moveTo>
                <a:cubicBezTo>
                  <a:pt x="8917" y="1252"/>
                  <a:pt x="4991" y="5176"/>
                  <a:pt x="4991" y="10000"/>
                </a:cubicBezTo>
                <a:lnTo>
                  <a:pt x="4991" y="14284"/>
                </a:lnTo>
                <a:lnTo>
                  <a:pt x="260" y="26115"/>
                </a:lnTo>
                <a:cubicBezTo>
                  <a:pt x="-31" y="26835"/>
                  <a:pt x="-72" y="27615"/>
                  <a:pt x="108" y="28347"/>
                </a:cubicBezTo>
                <a:cubicBezTo>
                  <a:pt x="1181" y="39843"/>
                  <a:pt x="10897" y="48746"/>
                  <a:pt x="22493" y="48746"/>
                </a:cubicBezTo>
                <a:cubicBezTo>
                  <a:pt x="27373" y="48746"/>
                  <a:pt x="32018" y="47211"/>
                  <a:pt x="35868" y="44354"/>
                </a:cubicBezTo>
                <a:cubicBezTo>
                  <a:pt x="40017" y="47211"/>
                  <a:pt x="44925" y="48746"/>
                  <a:pt x="49995" y="48746"/>
                </a:cubicBezTo>
                <a:cubicBezTo>
                  <a:pt x="55066" y="48746"/>
                  <a:pt x="59974" y="47211"/>
                  <a:pt x="64123" y="44354"/>
                </a:cubicBezTo>
                <a:cubicBezTo>
                  <a:pt x="67973" y="47211"/>
                  <a:pt x="72618" y="48746"/>
                  <a:pt x="77498" y="48746"/>
                </a:cubicBezTo>
                <a:cubicBezTo>
                  <a:pt x="89049" y="48746"/>
                  <a:pt x="98733" y="39915"/>
                  <a:pt x="99868" y="28491"/>
                </a:cubicBezTo>
                <a:cubicBezTo>
                  <a:pt x="100080" y="27712"/>
                  <a:pt x="100039" y="26871"/>
                  <a:pt x="99731" y="26115"/>
                </a:cubicBezTo>
                <a:lnTo>
                  <a:pt x="95000" y="14284"/>
                </a:lnTo>
                <a:lnTo>
                  <a:pt x="95000" y="10000"/>
                </a:lnTo>
                <a:cubicBezTo>
                  <a:pt x="95000" y="5176"/>
                  <a:pt x="91074" y="1252"/>
                  <a:pt x="86248" y="1252"/>
                </a:cubicBezTo>
                <a:lnTo>
                  <a:pt x="13742" y="1252"/>
                </a:lnTo>
                <a:close/>
                <a:moveTo>
                  <a:pt x="68747" y="8752"/>
                </a:moveTo>
                <a:cubicBezTo>
                  <a:pt x="70817" y="8752"/>
                  <a:pt x="72498" y="10432"/>
                  <a:pt x="72498" y="12496"/>
                </a:cubicBezTo>
                <a:cubicBezTo>
                  <a:pt x="72498" y="14572"/>
                  <a:pt x="70817" y="16252"/>
                  <a:pt x="68747" y="16252"/>
                </a:cubicBezTo>
                <a:cubicBezTo>
                  <a:pt x="66677" y="16252"/>
                  <a:pt x="64997" y="14572"/>
                  <a:pt x="64997" y="12496"/>
                </a:cubicBezTo>
                <a:cubicBezTo>
                  <a:pt x="64997" y="10432"/>
                  <a:pt x="66677" y="8752"/>
                  <a:pt x="68747" y="8752"/>
                </a:cubicBezTo>
                <a:close/>
                <a:moveTo>
                  <a:pt x="81249" y="8752"/>
                </a:moveTo>
                <a:cubicBezTo>
                  <a:pt x="83319" y="8752"/>
                  <a:pt x="84999" y="10432"/>
                  <a:pt x="84999" y="12496"/>
                </a:cubicBezTo>
                <a:cubicBezTo>
                  <a:pt x="84999" y="14572"/>
                  <a:pt x="83319" y="16252"/>
                  <a:pt x="81249" y="16252"/>
                </a:cubicBezTo>
                <a:cubicBezTo>
                  <a:pt x="79178" y="16252"/>
                  <a:pt x="77498" y="14572"/>
                  <a:pt x="77498" y="12496"/>
                </a:cubicBezTo>
                <a:cubicBezTo>
                  <a:pt x="77498" y="10432"/>
                  <a:pt x="79178" y="8752"/>
                  <a:pt x="81249" y="8752"/>
                </a:cubicBezTo>
                <a:close/>
                <a:moveTo>
                  <a:pt x="4991" y="50498"/>
                </a:moveTo>
                <a:lnTo>
                  <a:pt x="4991" y="94992"/>
                </a:lnTo>
                <a:cubicBezTo>
                  <a:pt x="4991" y="97068"/>
                  <a:pt x="6672" y="98748"/>
                  <a:pt x="8742" y="98748"/>
                </a:cubicBezTo>
                <a:lnTo>
                  <a:pt x="42495" y="98748"/>
                </a:lnTo>
                <a:lnTo>
                  <a:pt x="42495" y="67501"/>
                </a:lnTo>
                <a:cubicBezTo>
                  <a:pt x="42495" y="65425"/>
                  <a:pt x="44175" y="63746"/>
                  <a:pt x="46245" y="63746"/>
                </a:cubicBezTo>
                <a:lnTo>
                  <a:pt x="73748" y="63746"/>
                </a:lnTo>
                <a:cubicBezTo>
                  <a:pt x="75818" y="63746"/>
                  <a:pt x="77498" y="65425"/>
                  <a:pt x="77498" y="67501"/>
                </a:cubicBezTo>
                <a:lnTo>
                  <a:pt x="77498" y="98748"/>
                </a:lnTo>
                <a:lnTo>
                  <a:pt x="91249" y="98748"/>
                </a:lnTo>
                <a:cubicBezTo>
                  <a:pt x="93319" y="98748"/>
                  <a:pt x="95000" y="97068"/>
                  <a:pt x="95000" y="94992"/>
                </a:cubicBezTo>
                <a:lnTo>
                  <a:pt x="95000" y="50630"/>
                </a:lnTo>
                <a:cubicBezTo>
                  <a:pt x="90065" y="54170"/>
                  <a:pt x="84023" y="56246"/>
                  <a:pt x="77498" y="56246"/>
                </a:cubicBezTo>
                <a:cubicBezTo>
                  <a:pt x="72740" y="56246"/>
                  <a:pt x="68158" y="55154"/>
                  <a:pt x="64010" y="53066"/>
                </a:cubicBezTo>
                <a:cubicBezTo>
                  <a:pt x="59653" y="55154"/>
                  <a:pt x="54886" y="56246"/>
                  <a:pt x="49995" y="56246"/>
                </a:cubicBezTo>
                <a:cubicBezTo>
                  <a:pt x="45105" y="56246"/>
                  <a:pt x="40338" y="55154"/>
                  <a:pt x="35980" y="53066"/>
                </a:cubicBezTo>
                <a:cubicBezTo>
                  <a:pt x="31833" y="55154"/>
                  <a:pt x="27251" y="56246"/>
                  <a:pt x="22493" y="56246"/>
                </a:cubicBezTo>
                <a:cubicBezTo>
                  <a:pt x="16025" y="56246"/>
                  <a:pt x="9960" y="54098"/>
                  <a:pt x="4991" y="50498"/>
                </a:cubicBezTo>
                <a:close/>
                <a:moveTo>
                  <a:pt x="49995" y="71245"/>
                </a:moveTo>
                <a:lnTo>
                  <a:pt x="49995" y="98748"/>
                </a:lnTo>
                <a:lnTo>
                  <a:pt x="69998" y="98748"/>
                </a:lnTo>
                <a:lnTo>
                  <a:pt x="69998" y="71245"/>
                </a:lnTo>
                <a:lnTo>
                  <a:pt x="49995" y="7124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2" name="Белый — SVG 1">
            <a:extLst>
              <a:ext uri="{FF2B5EF4-FFF2-40B4-BE49-F238E27FC236}">
                <a16:creationId xmlns:a16="http://schemas.microsoft.com/office/drawing/2014/main" id="{DCF7560B-2E41-B045-A247-3EF6E02EF4E5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44221 w 155961"/>
              <a:gd name="csY0" fmla="*/ 1 h 141840"/>
              <a:gd name="csX1" fmla="*/ 40488 w 155961"/>
              <a:gd name="csY1" fmla="*/ 1617 h 141840"/>
              <a:gd name="csX2" fmla="*/ 38986 w 155961"/>
              <a:gd name="csY2" fmla="*/ 5394 h 141840"/>
              <a:gd name="csX3" fmla="*/ 38986 w 155961"/>
              <a:gd name="csY3" fmla="*/ 14257 h 141840"/>
              <a:gd name="csX4" fmla="*/ 25792 w 155961"/>
              <a:gd name="csY4" fmla="*/ 14257 h 141840"/>
              <a:gd name="csX5" fmla="*/ 19244 w 155961"/>
              <a:gd name="csY5" fmla="*/ 17608 h 141840"/>
              <a:gd name="csX6" fmla="*/ 18136 w 155961"/>
              <a:gd name="csY6" fmla="*/ 24872 h 141840"/>
              <a:gd name="csX7" fmla="*/ 20503 w 155961"/>
              <a:gd name="csY7" fmla="*/ 31982 h 141840"/>
              <a:gd name="csX8" fmla="*/ 68089 w 155961"/>
              <a:gd name="csY8" fmla="*/ 31982 h 141840"/>
              <a:gd name="csX9" fmla="*/ 70464 w 155961"/>
              <a:gd name="csY9" fmla="*/ 24906 h 141840"/>
              <a:gd name="csX10" fmla="*/ 69363 w 155961"/>
              <a:gd name="csY10" fmla="*/ 17608 h 141840"/>
              <a:gd name="csX11" fmla="*/ 62815 w 155961"/>
              <a:gd name="csY11" fmla="*/ 14257 h 141840"/>
              <a:gd name="csX12" fmla="*/ 49619 w 155961"/>
              <a:gd name="csY12" fmla="*/ 14257 h 141840"/>
              <a:gd name="csX13" fmla="*/ 49619 w 155961"/>
              <a:gd name="csY13" fmla="*/ 5394 h 141840"/>
              <a:gd name="csX14" fmla="*/ 49230 w 155961"/>
              <a:gd name="csY14" fmla="*/ 3319 h 141840"/>
              <a:gd name="csX15" fmla="*/ 48061 w 155961"/>
              <a:gd name="csY15" fmla="*/ 1549 h 141840"/>
              <a:gd name="csX16" fmla="*/ 46298 w 155961"/>
              <a:gd name="csY16" fmla="*/ 393 h 141840"/>
              <a:gd name="csX17" fmla="*/ 44221 w 155961"/>
              <a:gd name="csY17" fmla="*/ 1 h 141840"/>
              <a:gd name="csX18" fmla="*/ 8069 w 155961"/>
              <a:gd name="csY18" fmla="*/ 39059 h 141840"/>
              <a:gd name="csX19" fmla="*/ 1521 w 155961"/>
              <a:gd name="csY19" fmla="*/ 42410 h 141840"/>
              <a:gd name="csX20" fmla="*/ 413 w 155961"/>
              <a:gd name="csY20" fmla="*/ 49691 h 141840"/>
              <a:gd name="csX21" fmla="*/ 6844 w 155961"/>
              <a:gd name="csY21" fmla="*/ 68982 h 141840"/>
              <a:gd name="csX22" fmla="*/ 14507 w 155961"/>
              <a:gd name="csY22" fmla="*/ 74510 h 141840"/>
              <a:gd name="csX23" fmla="*/ 74051 w 155961"/>
              <a:gd name="csY23" fmla="*/ 74510 h 141840"/>
              <a:gd name="csX24" fmla="*/ 81707 w 155961"/>
              <a:gd name="csY24" fmla="*/ 68999 h 141840"/>
              <a:gd name="csX25" fmla="*/ 88187 w 155961"/>
              <a:gd name="csY25" fmla="*/ 49708 h 141840"/>
              <a:gd name="csX26" fmla="*/ 87086 w 155961"/>
              <a:gd name="csY26" fmla="*/ 42427 h 141840"/>
              <a:gd name="csX27" fmla="*/ 80538 w 155961"/>
              <a:gd name="csY27" fmla="*/ 39059 h 141840"/>
              <a:gd name="csX28" fmla="*/ 8069 w 155961"/>
              <a:gd name="csY28" fmla="*/ 39059 h 141840"/>
              <a:gd name="csX29" fmla="*/ 28353 w 155961"/>
              <a:gd name="csY29" fmla="*/ 81587 h 141840"/>
              <a:gd name="csX30" fmla="*/ 28353 w 155961"/>
              <a:gd name="csY30" fmla="*/ 136516 h 141840"/>
              <a:gd name="csX31" fmla="*/ 33669 w 155961"/>
              <a:gd name="csY31" fmla="*/ 141840 h 141840"/>
              <a:gd name="csX32" fmla="*/ 54936 w 155961"/>
              <a:gd name="csY32" fmla="*/ 141840 h 141840"/>
              <a:gd name="csX33" fmla="*/ 60253 w 155961"/>
              <a:gd name="csY33" fmla="*/ 136516 h 141840"/>
              <a:gd name="csX34" fmla="*/ 60253 w 155961"/>
              <a:gd name="csY34" fmla="*/ 81587 h 141840"/>
              <a:gd name="csX35" fmla="*/ 28353 w 155961"/>
              <a:gd name="csY35" fmla="*/ 81587 h 141840"/>
              <a:gd name="csX36" fmla="*/ 67342 w 155961"/>
              <a:gd name="csY36" fmla="*/ 88680 h 141840"/>
              <a:gd name="csX37" fmla="*/ 67342 w 155961"/>
              <a:gd name="csY37" fmla="*/ 136516 h 141840"/>
              <a:gd name="csX38" fmla="*/ 66104 w 155961"/>
              <a:gd name="csY38" fmla="*/ 141840 h 141840"/>
              <a:gd name="csX39" fmla="*/ 140821 w 155961"/>
              <a:gd name="csY39" fmla="*/ 141840 h 141840"/>
              <a:gd name="csX40" fmla="*/ 145908 w 155961"/>
              <a:gd name="csY40" fmla="*/ 138064 h 141840"/>
              <a:gd name="csX41" fmla="*/ 155276 w 155961"/>
              <a:gd name="csY41" fmla="*/ 107274 h 141840"/>
              <a:gd name="csX42" fmla="*/ 153199 w 155961"/>
              <a:gd name="csY42" fmla="*/ 94515 h 141840"/>
              <a:gd name="csX43" fmla="*/ 141679 w 155961"/>
              <a:gd name="csY43" fmla="*/ 88680 h 141840"/>
              <a:gd name="csX44" fmla="*/ 67342 w 155961"/>
              <a:gd name="csY44" fmla="*/ 88680 h 141840"/>
              <a:gd name="csX45" fmla="*/ 85065 w 155961"/>
              <a:gd name="csY45" fmla="*/ 102850 h 141840"/>
              <a:gd name="csX46" fmla="*/ 88609 w 155961"/>
              <a:gd name="csY46" fmla="*/ 102850 h 141840"/>
              <a:gd name="csX47" fmla="*/ 92153 w 155961"/>
              <a:gd name="csY47" fmla="*/ 106406 h 141840"/>
              <a:gd name="csX48" fmla="*/ 92153 w 155961"/>
              <a:gd name="csY48" fmla="*/ 127670 h 141840"/>
              <a:gd name="csX49" fmla="*/ 88609 w 155961"/>
              <a:gd name="csY49" fmla="*/ 131208 h 141840"/>
              <a:gd name="csX50" fmla="*/ 85065 w 155961"/>
              <a:gd name="csY50" fmla="*/ 131208 h 141840"/>
              <a:gd name="csX51" fmla="*/ 81519 w 155961"/>
              <a:gd name="csY51" fmla="*/ 127670 h 141840"/>
              <a:gd name="csX52" fmla="*/ 81519 w 155961"/>
              <a:gd name="csY52" fmla="*/ 106406 h 141840"/>
              <a:gd name="csX53" fmla="*/ 85065 w 155961"/>
              <a:gd name="csY53" fmla="*/ 102850 h 141840"/>
              <a:gd name="csX54" fmla="*/ 106332 w 155961"/>
              <a:gd name="csY54" fmla="*/ 102850 h 141840"/>
              <a:gd name="csX55" fmla="*/ 109876 w 155961"/>
              <a:gd name="csY55" fmla="*/ 102850 h 141840"/>
              <a:gd name="csX56" fmla="*/ 113420 w 155961"/>
              <a:gd name="csY56" fmla="*/ 106406 h 141840"/>
              <a:gd name="csX57" fmla="*/ 113420 w 155961"/>
              <a:gd name="csY57" fmla="*/ 127670 h 141840"/>
              <a:gd name="csX58" fmla="*/ 109876 w 155961"/>
              <a:gd name="csY58" fmla="*/ 131208 h 141840"/>
              <a:gd name="csX59" fmla="*/ 106332 w 155961"/>
              <a:gd name="csY59" fmla="*/ 131208 h 141840"/>
              <a:gd name="csX60" fmla="*/ 102786 w 155961"/>
              <a:gd name="csY60" fmla="*/ 127670 h 141840"/>
              <a:gd name="csX61" fmla="*/ 102786 w 155961"/>
              <a:gd name="csY61" fmla="*/ 106406 h 141840"/>
              <a:gd name="csX62" fmla="*/ 106332 w 155961"/>
              <a:gd name="csY62" fmla="*/ 102850 h 141840"/>
              <a:gd name="csX63" fmla="*/ 127599 w 155961"/>
              <a:gd name="csY63" fmla="*/ 102850 h 141840"/>
              <a:gd name="csX64" fmla="*/ 131142 w 155961"/>
              <a:gd name="csY64" fmla="*/ 102850 h 141840"/>
              <a:gd name="csX65" fmla="*/ 134686 w 155961"/>
              <a:gd name="csY65" fmla="*/ 106406 h 141840"/>
              <a:gd name="csX66" fmla="*/ 134686 w 155961"/>
              <a:gd name="csY66" fmla="*/ 127670 h 141840"/>
              <a:gd name="csX67" fmla="*/ 131142 w 155961"/>
              <a:gd name="csY67" fmla="*/ 131208 h 141840"/>
              <a:gd name="csX68" fmla="*/ 127599 w 155961"/>
              <a:gd name="csY68" fmla="*/ 131208 h 141840"/>
              <a:gd name="csX69" fmla="*/ 124053 w 155961"/>
              <a:gd name="csY69" fmla="*/ 127670 h 141840"/>
              <a:gd name="csX70" fmla="*/ 124053 w 155961"/>
              <a:gd name="csY70" fmla="*/ 106406 h 141840"/>
              <a:gd name="csX71" fmla="*/ 127599 w 155961"/>
              <a:gd name="csY71" fmla="*/ 102850 h 141840"/>
            </a:gdLst>
            <a:ahLst/>
            <a:cxnLst/>
            <a:rect l="l" t="t" r="r" b="b"/>
            <a:pathLst>
              <a:path w="100000" h="100000">
                <a:moveTo>
                  <a:pt x="28354" y="4528"/>
                </a:moveTo>
                <a:cubicBezTo>
                  <a:pt x="27450" y="4539"/>
                  <a:pt x="26589" y="4910"/>
                  <a:pt x="25960" y="5564"/>
                </a:cubicBezTo>
                <a:cubicBezTo>
                  <a:pt x="25331" y="6208"/>
                  <a:pt x="24984" y="7080"/>
                  <a:pt x="24997" y="7986"/>
                </a:cubicBezTo>
                <a:lnTo>
                  <a:pt x="24997" y="13668"/>
                </a:lnTo>
                <a:lnTo>
                  <a:pt x="16537" y="13668"/>
                </a:lnTo>
                <a:cubicBezTo>
                  <a:pt x="14878" y="13668"/>
                  <a:pt x="13308" y="14465"/>
                  <a:pt x="12339" y="15817"/>
                </a:cubicBezTo>
                <a:cubicBezTo>
                  <a:pt x="11368" y="17158"/>
                  <a:pt x="11103" y="18904"/>
                  <a:pt x="11629" y="20475"/>
                </a:cubicBezTo>
                <a:lnTo>
                  <a:pt x="13146" y="25034"/>
                </a:lnTo>
                <a:lnTo>
                  <a:pt x="43658" y="25034"/>
                </a:lnTo>
                <a:lnTo>
                  <a:pt x="45181" y="20496"/>
                </a:lnTo>
                <a:cubicBezTo>
                  <a:pt x="45711" y="18915"/>
                  <a:pt x="45446" y="17169"/>
                  <a:pt x="44475" y="15817"/>
                </a:cubicBezTo>
                <a:cubicBezTo>
                  <a:pt x="43505" y="14465"/>
                  <a:pt x="41937" y="13668"/>
                  <a:pt x="40276" y="13668"/>
                </a:cubicBezTo>
                <a:lnTo>
                  <a:pt x="31815" y="13668"/>
                </a:lnTo>
                <a:lnTo>
                  <a:pt x="31815" y="7986"/>
                </a:lnTo>
                <a:cubicBezTo>
                  <a:pt x="31822" y="7527"/>
                  <a:pt x="31737" y="7080"/>
                  <a:pt x="31566" y="6655"/>
                </a:cubicBezTo>
                <a:cubicBezTo>
                  <a:pt x="31393" y="6229"/>
                  <a:pt x="31139" y="5848"/>
                  <a:pt x="30816" y="5520"/>
                </a:cubicBezTo>
                <a:cubicBezTo>
                  <a:pt x="30493" y="5204"/>
                  <a:pt x="30109" y="4953"/>
                  <a:pt x="29686" y="4779"/>
                </a:cubicBezTo>
                <a:cubicBezTo>
                  <a:pt x="29262" y="4604"/>
                  <a:pt x="28810" y="4517"/>
                  <a:pt x="28354" y="4528"/>
                </a:cubicBezTo>
                <a:close/>
                <a:moveTo>
                  <a:pt x="5174" y="29571"/>
                </a:moveTo>
                <a:cubicBezTo>
                  <a:pt x="3514" y="29571"/>
                  <a:pt x="1945" y="30378"/>
                  <a:pt x="975" y="31720"/>
                </a:cubicBezTo>
                <a:cubicBezTo>
                  <a:pt x="4" y="33062"/>
                  <a:pt x="-260" y="34817"/>
                  <a:pt x="265" y="36388"/>
                </a:cubicBezTo>
                <a:lnTo>
                  <a:pt x="4388" y="48757"/>
                </a:lnTo>
                <a:cubicBezTo>
                  <a:pt x="5096" y="50873"/>
                  <a:pt x="7071" y="52302"/>
                  <a:pt x="9302" y="52302"/>
                </a:cubicBezTo>
                <a:lnTo>
                  <a:pt x="47480" y="52302"/>
                </a:lnTo>
                <a:cubicBezTo>
                  <a:pt x="49708" y="52302"/>
                  <a:pt x="51680" y="50873"/>
                  <a:pt x="52389" y="48768"/>
                </a:cubicBezTo>
                <a:lnTo>
                  <a:pt x="56544" y="36399"/>
                </a:lnTo>
                <a:cubicBezTo>
                  <a:pt x="57073" y="34828"/>
                  <a:pt x="56808" y="33073"/>
                  <a:pt x="55838" y="31731"/>
                </a:cubicBezTo>
                <a:cubicBezTo>
                  <a:pt x="54869" y="30378"/>
                  <a:pt x="53300" y="29571"/>
                  <a:pt x="51640" y="29571"/>
                </a:cubicBezTo>
                <a:lnTo>
                  <a:pt x="5174" y="29571"/>
                </a:lnTo>
                <a:close/>
                <a:moveTo>
                  <a:pt x="18180" y="56840"/>
                </a:moveTo>
                <a:lnTo>
                  <a:pt x="18180" y="92059"/>
                </a:lnTo>
                <a:cubicBezTo>
                  <a:pt x="18180" y="93946"/>
                  <a:pt x="19704" y="95473"/>
                  <a:pt x="21588" y="95473"/>
                </a:cubicBezTo>
                <a:lnTo>
                  <a:pt x="35224" y="95473"/>
                </a:lnTo>
                <a:cubicBezTo>
                  <a:pt x="37108" y="95473"/>
                  <a:pt x="38633" y="93946"/>
                  <a:pt x="38633" y="92059"/>
                </a:cubicBezTo>
                <a:lnTo>
                  <a:pt x="38633" y="56840"/>
                </a:lnTo>
                <a:lnTo>
                  <a:pt x="18180" y="56840"/>
                </a:lnTo>
                <a:close/>
                <a:moveTo>
                  <a:pt x="43179" y="61387"/>
                </a:moveTo>
                <a:lnTo>
                  <a:pt x="43179" y="92059"/>
                </a:lnTo>
                <a:cubicBezTo>
                  <a:pt x="43179" y="93292"/>
                  <a:pt x="42880" y="94437"/>
                  <a:pt x="42385" y="95473"/>
                </a:cubicBezTo>
                <a:lnTo>
                  <a:pt x="90292" y="95473"/>
                </a:lnTo>
                <a:cubicBezTo>
                  <a:pt x="91793" y="95473"/>
                  <a:pt x="93118" y="94491"/>
                  <a:pt x="93554" y="93052"/>
                </a:cubicBezTo>
                <a:lnTo>
                  <a:pt x="99561" y="73310"/>
                </a:lnTo>
                <a:cubicBezTo>
                  <a:pt x="100455" y="70496"/>
                  <a:pt x="99972" y="67518"/>
                  <a:pt x="98229" y="65129"/>
                </a:cubicBezTo>
                <a:cubicBezTo>
                  <a:pt x="96488" y="62751"/>
                  <a:pt x="93792" y="61387"/>
                  <a:pt x="90843" y="61387"/>
                </a:cubicBezTo>
                <a:lnTo>
                  <a:pt x="43179" y="61387"/>
                </a:lnTo>
                <a:close/>
                <a:moveTo>
                  <a:pt x="54542" y="70473"/>
                </a:moveTo>
                <a:lnTo>
                  <a:pt x="56815" y="70473"/>
                </a:lnTo>
                <a:cubicBezTo>
                  <a:pt x="58069" y="70473"/>
                  <a:pt x="59087" y="71499"/>
                  <a:pt x="59087" y="72753"/>
                </a:cubicBezTo>
                <a:lnTo>
                  <a:pt x="59087" y="86387"/>
                </a:lnTo>
                <a:cubicBezTo>
                  <a:pt x="59087" y="87641"/>
                  <a:pt x="58069" y="88656"/>
                  <a:pt x="56815" y="88656"/>
                </a:cubicBezTo>
                <a:lnTo>
                  <a:pt x="54542" y="88656"/>
                </a:lnTo>
                <a:cubicBezTo>
                  <a:pt x="53288" y="88656"/>
                  <a:pt x="52269" y="87641"/>
                  <a:pt x="52269" y="86387"/>
                </a:cubicBezTo>
                <a:lnTo>
                  <a:pt x="52269" y="72753"/>
                </a:lnTo>
                <a:cubicBezTo>
                  <a:pt x="52269" y="71499"/>
                  <a:pt x="53288" y="70473"/>
                  <a:pt x="54542" y="70473"/>
                </a:cubicBezTo>
                <a:close/>
                <a:moveTo>
                  <a:pt x="68179" y="70473"/>
                </a:moveTo>
                <a:lnTo>
                  <a:pt x="70451" y="70473"/>
                </a:lnTo>
                <a:cubicBezTo>
                  <a:pt x="71705" y="70473"/>
                  <a:pt x="72723" y="71499"/>
                  <a:pt x="72723" y="72753"/>
                </a:cubicBezTo>
                <a:lnTo>
                  <a:pt x="72723" y="86387"/>
                </a:lnTo>
                <a:cubicBezTo>
                  <a:pt x="72723" y="87641"/>
                  <a:pt x="71705" y="88656"/>
                  <a:pt x="70451" y="88656"/>
                </a:cubicBezTo>
                <a:lnTo>
                  <a:pt x="68179" y="88656"/>
                </a:lnTo>
                <a:cubicBezTo>
                  <a:pt x="66924" y="88656"/>
                  <a:pt x="65905" y="87641"/>
                  <a:pt x="65905" y="86387"/>
                </a:cubicBezTo>
                <a:lnTo>
                  <a:pt x="65905" y="72753"/>
                </a:lnTo>
                <a:cubicBezTo>
                  <a:pt x="65905" y="71499"/>
                  <a:pt x="66924" y="70473"/>
                  <a:pt x="68179" y="70473"/>
                </a:cubicBezTo>
                <a:close/>
                <a:moveTo>
                  <a:pt x="81815" y="70473"/>
                </a:moveTo>
                <a:lnTo>
                  <a:pt x="84086" y="70473"/>
                </a:lnTo>
                <a:cubicBezTo>
                  <a:pt x="85341" y="70473"/>
                  <a:pt x="86359" y="71499"/>
                  <a:pt x="86359" y="72753"/>
                </a:cubicBezTo>
                <a:lnTo>
                  <a:pt x="86359" y="86387"/>
                </a:lnTo>
                <a:cubicBezTo>
                  <a:pt x="86359" y="87641"/>
                  <a:pt x="85341" y="88656"/>
                  <a:pt x="84086" y="88656"/>
                </a:cubicBezTo>
                <a:lnTo>
                  <a:pt x="81815" y="88656"/>
                </a:lnTo>
                <a:cubicBezTo>
                  <a:pt x="80560" y="88656"/>
                  <a:pt x="79541" y="87641"/>
                  <a:pt x="79541" y="86387"/>
                </a:cubicBezTo>
                <a:lnTo>
                  <a:pt x="79541" y="72753"/>
                </a:lnTo>
                <a:cubicBezTo>
                  <a:pt x="79541" y="71499"/>
                  <a:pt x="80560" y="70473"/>
                  <a:pt x="81815" y="7047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3" name="Белый — SVG 2">
            <a:extLst>
              <a:ext uri="{FF2B5EF4-FFF2-40B4-BE49-F238E27FC236}">
                <a16:creationId xmlns:a16="http://schemas.microsoft.com/office/drawing/2014/main" id="{D992DCB5-4C4C-A94B-AF29-7C981E9679E7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49628 w 148867"/>
              <a:gd name="csY0" fmla="*/ 0 h 141685"/>
              <a:gd name="csX1" fmla="*/ 45800 w 148867"/>
              <a:gd name="csY1" fmla="*/ 1565 h 141685"/>
              <a:gd name="csX2" fmla="*/ 7622 w 148867"/>
              <a:gd name="csY2" fmla="*/ 41252 h 141685"/>
              <a:gd name="csX3" fmla="*/ 0 w 148867"/>
              <a:gd name="csY3" fmla="*/ 61631 h 141685"/>
              <a:gd name="csX4" fmla="*/ 0 w 148867"/>
              <a:gd name="csY4" fmla="*/ 132823 h 141685"/>
              <a:gd name="csX5" fmla="*/ 7996 w 148867"/>
              <a:gd name="csY5" fmla="*/ 141686 h 141685"/>
              <a:gd name="csX6" fmla="*/ 91243 w 148867"/>
              <a:gd name="csY6" fmla="*/ 141686 h 141685"/>
              <a:gd name="csX7" fmla="*/ 99239 w 148867"/>
              <a:gd name="csY7" fmla="*/ 132823 h 141685"/>
              <a:gd name="csX8" fmla="*/ 99239 w 148867"/>
              <a:gd name="csY8" fmla="*/ 61631 h 141685"/>
              <a:gd name="csX9" fmla="*/ 91617 w 148867"/>
              <a:gd name="csY9" fmla="*/ 41252 h 141685"/>
              <a:gd name="csX10" fmla="*/ 53456 w 148867"/>
              <a:gd name="csY10" fmla="*/ 1565 h 141685"/>
              <a:gd name="csX11" fmla="*/ 49628 w 148867"/>
              <a:gd name="csY11" fmla="*/ 0 h 141685"/>
              <a:gd name="csX12" fmla="*/ 99239 w 148867"/>
              <a:gd name="csY12" fmla="*/ 0 h 141685"/>
              <a:gd name="csX13" fmla="*/ 95411 w 148867"/>
              <a:gd name="csY13" fmla="*/ 1565 h 141685"/>
              <a:gd name="csX14" fmla="*/ 79351 w 148867"/>
              <a:gd name="csY14" fmla="*/ 18270 h 141685"/>
              <a:gd name="csX15" fmla="*/ 96721 w 148867"/>
              <a:gd name="csY15" fmla="*/ 36336 h 141685"/>
              <a:gd name="csX16" fmla="*/ 106334 w 148867"/>
              <a:gd name="csY16" fmla="*/ 61631 h 141685"/>
              <a:gd name="csX17" fmla="*/ 106334 w 148867"/>
              <a:gd name="csY17" fmla="*/ 132823 h 141685"/>
              <a:gd name="csX18" fmla="*/ 103850 w 148867"/>
              <a:gd name="csY18" fmla="*/ 141686 h 141685"/>
              <a:gd name="csX19" fmla="*/ 140871 w 148867"/>
              <a:gd name="csY19" fmla="*/ 141686 h 141685"/>
              <a:gd name="csX20" fmla="*/ 148867 w 148867"/>
              <a:gd name="csY20" fmla="*/ 132823 h 141685"/>
              <a:gd name="csX21" fmla="*/ 148867 w 148867"/>
              <a:gd name="csY21" fmla="*/ 61631 h 141685"/>
              <a:gd name="csX22" fmla="*/ 141245 w 148867"/>
              <a:gd name="csY22" fmla="*/ 41252 h 141685"/>
              <a:gd name="csX23" fmla="*/ 103067 w 148867"/>
              <a:gd name="csY23" fmla="*/ 1565 h 141685"/>
              <a:gd name="csX24" fmla="*/ 99239 w 148867"/>
              <a:gd name="csY24" fmla="*/ 0 h 141685"/>
              <a:gd name="csX25" fmla="*/ 31900 w 148867"/>
              <a:gd name="csY25" fmla="*/ 60185 h 141685"/>
              <a:gd name="csX26" fmla="*/ 38995 w 148867"/>
              <a:gd name="csY26" fmla="*/ 67262 h 141685"/>
              <a:gd name="csX27" fmla="*/ 31900 w 148867"/>
              <a:gd name="csY27" fmla="*/ 74355 h 141685"/>
              <a:gd name="csX28" fmla="*/ 24805 w 148867"/>
              <a:gd name="csY28" fmla="*/ 67262 h 141685"/>
              <a:gd name="csX29" fmla="*/ 31900 w 148867"/>
              <a:gd name="csY29" fmla="*/ 60185 h 141685"/>
              <a:gd name="csX30" fmla="*/ 67339 w 148867"/>
              <a:gd name="csY30" fmla="*/ 60185 h 141685"/>
              <a:gd name="csX31" fmla="*/ 74434 w 148867"/>
              <a:gd name="csY31" fmla="*/ 67262 h 141685"/>
              <a:gd name="csX32" fmla="*/ 67339 w 148867"/>
              <a:gd name="csY32" fmla="*/ 74355 h 141685"/>
              <a:gd name="csX33" fmla="*/ 60262 w 148867"/>
              <a:gd name="csY33" fmla="*/ 67262 h 141685"/>
              <a:gd name="csX34" fmla="*/ 67339 w 148867"/>
              <a:gd name="csY34" fmla="*/ 60185 h 141685"/>
              <a:gd name="csX35" fmla="*/ 124062 w 148867"/>
              <a:gd name="csY35" fmla="*/ 60185 h 141685"/>
              <a:gd name="csX36" fmla="*/ 131139 w 148867"/>
              <a:gd name="csY36" fmla="*/ 67262 h 141685"/>
              <a:gd name="csX37" fmla="*/ 124062 w 148867"/>
              <a:gd name="csY37" fmla="*/ 74355 h 141685"/>
              <a:gd name="csX38" fmla="*/ 116967 w 148867"/>
              <a:gd name="csY38" fmla="*/ 67262 h 141685"/>
              <a:gd name="csX39" fmla="*/ 124062 w 148867"/>
              <a:gd name="csY39" fmla="*/ 60185 h 141685"/>
              <a:gd name="csX40" fmla="*/ 31900 w 148867"/>
              <a:gd name="csY40" fmla="*/ 84987 h 141685"/>
              <a:gd name="csX41" fmla="*/ 38995 w 148867"/>
              <a:gd name="csY41" fmla="*/ 92081 h 141685"/>
              <a:gd name="csX42" fmla="*/ 31900 w 148867"/>
              <a:gd name="csY42" fmla="*/ 99158 h 141685"/>
              <a:gd name="csX43" fmla="*/ 24805 w 148867"/>
              <a:gd name="csY43" fmla="*/ 92081 h 141685"/>
              <a:gd name="csX44" fmla="*/ 31900 w 148867"/>
              <a:gd name="csY44" fmla="*/ 84987 h 141685"/>
              <a:gd name="csX45" fmla="*/ 67339 w 148867"/>
              <a:gd name="csY45" fmla="*/ 84987 h 141685"/>
              <a:gd name="csX46" fmla="*/ 74434 w 148867"/>
              <a:gd name="csY46" fmla="*/ 92081 h 141685"/>
              <a:gd name="csX47" fmla="*/ 67339 w 148867"/>
              <a:gd name="csY47" fmla="*/ 99158 h 141685"/>
              <a:gd name="csX48" fmla="*/ 60262 w 148867"/>
              <a:gd name="csY48" fmla="*/ 92081 h 141685"/>
              <a:gd name="csX49" fmla="*/ 67339 w 148867"/>
              <a:gd name="csY49" fmla="*/ 84987 h 141685"/>
              <a:gd name="csX50" fmla="*/ 124062 w 148867"/>
              <a:gd name="csY50" fmla="*/ 84987 h 141685"/>
              <a:gd name="csX51" fmla="*/ 131139 w 148867"/>
              <a:gd name="csY51" fmla="*/ 92081 h 141685"/>
              <a:gd name="csX52" fmla="*/ 124062 w 148867"/>
              <a:gd name="csY52" fmla="*/ 99158 h 141685"/>
              <a:gd name="csX53" fmla="*/ 116967 w 148867"/>
              <a:gd name="csY53" fmla="*/ 92081 h 141685"/>
              <a:gd name="csX54" fmla="*/ 124062 w 148867"/>
              <a:gd name="csY54" fmla="*/ 84987 h 141685"/>
              <a:gd name="csX55" fmla="*/ 31900 w 148867"/>
              <a:gd name="csY55" fmla="*/ 109790 h 141685"/>
              <a:gd name="csX56" fmla="*/ 38995 w 148867"/>
              <a:gd name="csY56" fmla="*/ 116883 h 141685"/>
              <a:gd name="csX57" fmla="*/ 31900 w 148867"/>
              <a:gd name="csY57" fmla="*/ 123977 h 141685"/>
              <a:gd name="csX58" fmla="*/ 24805 w 148867"/>
              <a:gd name="csY58" fmla="*/ 116883 h 141685"/>
              <a:gd name="csX59" fmla="*/ 31900 w 148867"/>
              <a:gd name="csY59" fmla="*/ 109790 h 141685"/>
              <a:gd name="csX60" fmla="*/ 67339 w 148867"/>
              <a:gd name="csY60" fmla="*/ 109790 h 141685"/>
              <a:gd name="csX61" fmla="*/ 74434 w 148867"/>
              <a:gd name="csY61" fmla="*/ 116883 h 141685"/>
              <a:gd name="csX62" fmla="*/ 67339 w 148867"/>
              <a:gd name="csY62" fmla="*/ 123977 h 141685"/>
              <a:gd name="csX63" fmla="*/ 60262 w 148867"/>
              <a:gd name="csY63" fmla="*/ 116883 h 141685"/>
              <a:gd name="csX64" fmla="*/ 67339 w 148867"/>
              <a:gd name="csY64" fmla="*/ 109790 h 141685"/>
              <a:gd name="csX65" fmla="*/ 124062 w 148867"/>
              <a:gd name="csY65" fmla="*/ 109790 h 141685"/>
              <a:gd name="csX66" fmla="*/ 131139 w 148867"/>
              <a:gd name="csY66" fmla="*/ 116883 h 141685"/>
              <a:gd name="csX67" fmla="*/ 124062 w 148867"/>
              <a:gd name="csY67" fmla="*/ 123977 h 141685"/>
              <a:gd name="csX68" fmla="*/ 116967 w 148867"/>
              <a:gd name="csY68" fmla="*/ 116883 h 141685"/>
              <a:gd name="csX69" fmla="*/ 124062 w 148867"/>
              <a:gd name="csY69" fmla="*/ 109790 h 141685"/>
            </a:gdLst>
            <a:ahLst/>
            <a:cxnLst/>
            <a:rect l="l" t="t" r="r" b="b"/>
            <a:pathLst>
              <a:path w="100000" h="100000">
                <a:moveTo>
                  <a:pt x="33337" y="2412"/>
                </a:moveTo>
                <a:cubicBezTo>
                  <a:pt x="32377" y="2412"/>
                  <a:pt x="31429" y="2766"/>
                  <a:pt x="30766" y="3463"/>
                </a:cubicBezTo>
                <a:lnTo>
                  <a:pt x="5120" y="30123"/>
                </a:lnTo>
                <a:cubicBezTo>
                  <a:pt x="1863" y="33505"/>
                  <a:pt x="0" y="38499"/>
                  <a:pt x="0" y="43812"/>
                </a:cubicBezTo>
                <a:lnTo>
                  <a:pt x="0" y="91635"/>
                </a:lnTo>
                <a:cubicBezTo>
                  <a:pt x="0" y="94983"/>
                  <a:pt x="2366" y="97588"/>
                  <a:pt x="5371" y="97588"/>
                </a:cubicBezTo>
                <a:lnTo>
                  <a:pt x="61292" y="97588"/>
                </a:lnTo>
                <a:cubicBezTo>
                  <a:pt x="64308" y="97588"/>
                  <a:pt x="66663" y="94983"/>
                  <a:pt x="66663" y="91635"/>
                </a:cubicBezTo>
                <a:lnTo>
                  <a:pt x="66663" y="43812"/>
                </a:lnTo>
                <a:cubicBezTo>
                  <a:pt x="66663" y="38499"/>
                  <a:pt x="64800" y="33505"/>
                  <a:pt x="61543" y="30123"/>
                </a:cubicBezTo>
                <a:lnTo>
                  <a:pt x="35909" y="3463"/>
                </a:lnTo>
                <a:cubicBezTo>
                  <a:pt x="35234" y="2766"/>
                  <a:pt x="34286" y="2412"/>
                  <a:pt x="33337" y="2412"/>
                </a:cubicBezTo>
                <a:close/>
                <a:moveTo>
                  <a:pt x="66663" y="2412"/>
                </a:moveTo>
                <a:cubicBezTo>
                  <a:pt x="65714" y="2412"/>
                  <a:pt x="64766" y="2766"/>
                  <a:pt x="64091" y="3463"/>
                </a:cubicBezTo>
                <a:lnTo>
                  <a:pt x="53303" y="14685"/>
                </a:lnTo>
                <a:lnTo>
                  <a:pt x="64971" y="26821"/>
                </a:lnTo>
                <a:cubicBezTo>
                  <a:pt x="69074" y="31083"/>
                  <a:pt x="71429" y="37276"/>
                  <a:pt x="71429" y="43812"/>
                </a:cubicBezTo>
                <a:lnTo>
                  <a:pt x="71429" y="91635"/>
                </a:lnTo>
                <a:cubicBezTo>
                  <a:pt x="71429" y="93863"/>
                  <a:pt x="70812" y="95897"/>
                  <a:pt x="69760" y="97588"/>
                </a:cubicBezTo>
                <a:lnTo>
                  <a:pt x="94629" y="97588"/>
                </a:lnTo>
                <a:cubicBezTo>
                  <a:pt x="97635" y="97588"/>
                  <a:pt x="100000" y="94983"/>
                  <a:pt x="100000" y="91635"/>
                </a:cubicBezTo>
                <a:lnTo>
                  <a:pt x="100000" y="43812"/>
                </a:lnTo>
                <a:cubicBezTo>
                  <a:pt x="100000" y="38499"/>
                  <a:pt x="98137" y="33505"/>
                  <a:pt x="94880" y="30123"/>
                </a:cubicBezTo>
                <a:lnTo>
                  <a:pt x="69234" y="3463"/>
                </a:lnTo>
                <a:cubicBezTo>
                  <a:pt x="68571" y="2766"/>
                  <a:pt x="67623" y="2412"/>
                  <a:pt x="66663" y="2412"/>
                </a:cubicBezTo>
                <a:close/>
                <a:moveTo>
                  <a:pt x="21429" y="42841"/>
                </a:moveTo>
                <a:cubicBezTo>
                  <a:pt x="24057" y="42841"/>
                  <a:pt x="26195" y="44966"/>
                  <a:pt x="26195" y="47595"/>
                </a:cubicBezTo>
                <a:cubicBezTo>
                  <a:pt x="26195" y="50223"/>
                  <a:pt x="24057" y="52359"/>
                  <a:pt x="21429" y="52359"/>
                </a:cubicBezTo>
                <a:cubicBezTo>
                  <a:pt x="18800" y="52359"/>
                  <a:pt x="16663" y="50223"/>
                  <a:pt x="16663" y="47595"/>
                </a:cubicBezTo>
                <a:cubicBezTo>
                  <a:pt x="16663" y="44966"/>
                  <a:pt x="18800" y="42841"/>
                  <a:pt x="21429" y="42841"/>
                </a:cubicBezTo>
                <a:close/>
                <a:moveTo>
                  <a:pt x="45234" y="42841"/>
                </a:moveTo>
                <a:cubicBezTo>
                  <a:pt x="47874" y="42841"/>
                  <a:pt x="50000" y="44966"/>
                  <a:pt x="50000" y="47595"/>
                </a:cubicBezTo>
                <a:cubicBezTo>
                  <a:pt x="50000" y="50223"/>
                  <a:pt x="47874" y="52359"/>
                  <a:pt x="45234" y="52359"/>
                </a:cubicBezTo>
                <a:cubicBezTo>
                  <a:pt x="42606" y="52359"/>
                  <a:pt x="40480" y="50223"/>
                  <a:pt x="40480" y="47595"/>
                </a:cubicBezTo>
                <a:cubicBezTo>
                  <a:pt x="40480" y="44966"/>
                  <a:pt x="42606" y="42841"/>
                  <a:pt x="45234" y="42841"/>
                </a:cubicBezTo>
                <a:close/>
                <a:moveTo>
                  <a:pt x="83337" y="42841"/>
                </a:moveTo>
                <a:cubicBezTo>
                  <a:pt x="85966" y="42841"/>
                  <a:pt x="88091" y="44966"/>
                  <a:pt x="88091" y="47595"/>
                </a:cubicBezTo>
                <a:cubicBezTo>
                  <a:pt x="88091" y="50223"/>
                  <a:pt x="85966" y="52359"/>
                  <a:pt x="83337" y="52359"/>
                </a:cubicBezTo>
                <a:cubicBezTo>
                  <a:pt x="80698" y="52359"/>
                  <a:pt x="78571" y="50223"/>
                  <a:pt x="78571" y="47595"/>
                </a:cubicBezTo>
                <a:cubicBezTo>
                  <a:pt x="78571" y="44966"/>
                  <a:pt x="80698" y="42841"/>
                  <a:pt x="83337" y="42841"/>
                </a:cubicBezTo>
                <a:close/>
                <a:moveTo>
                  <a:pt x="21429" y="59501"/>
                </a:moveTo>
                <a:cubicBezTo>
                  <a:pt x="24057" y="59501"/>
                  <a:pt x="26195" y="61627"/>
                  <a:pt x="26195" y="64267"/>
                </a:cubicBezTo>
                <a:cubicBezTo>
                  <a:pt x="26195" y="66895"/>
                  <a:pt x="24057" y="69021"/>
                  <a:pt x="21429" y="69021"/>
                </a:cubicBezTo>
                <a:cubicBezTo>
                  <a:pt x="18800" y="69021"/>
                  <a:pt x="16663" y="66895"/>
                  <a:pt x="16663" y="64267"/>
                </a:cubicBezTo>
                <a:cubicBezTo>
                  <a:pt x="16663" y="61627"/>
                  <a:pt x="18800" y="59501"/>
                  <a:pt x="21429" y="59501"/>
                </a:cubicBezTo>
                <a:close/>
                <a:moveTo>
                  <a:pt x="45234" y="59501"/>
                </a:moveTo>
                <a:cubicBezTo>
                  <a:pt x="47874" y="59501"/>
                  <a:pt x="50000" y="61627"/>
                  <a:pt x="50000" y="64267"/>
                </a:cubicBezTo>
                <a:cubicBezTo>
                  <a:pt x="50000" y="66895"/>
                  <a:pt x="47874" y="69021"/>
                  <a:pt x="45234" y="69021"/>
                </a:cubicBezTo>
                <a:cubicBezTo>
                  <a:pt x="42606" y="69021"/>
                  <a:pt x="40480" y="66895"/>
                  <a:pt x="40480" y="64267"/>
                </a:cubicBezTo>
                <a:cubicBezTo>
                  <a:pt x="40480" y="61627"/>
                  <a:pt x="42606" y="59501"/>
                  <a:pt x="45234" y="59501"/>
                </a:cubicBezTo>
                <a:close/>
                <a:moveTo>
                  <a:pt x="83337" y="59501"/>
                </a:moveTo>
                <a:cubicBezTo>
                  <a:pt x="85966" y="59501"/>
                  <a:pt x="88091" y="61627"/>
                  <a:pt x="88091" y="64267"/>
                </a:cubicBezTo>
                <a:cubicBezTo>
                  <a:pt x="88091" y="66895"/>
                  <a:pt x="85966" y="69021"/>
                  <a:pt x="83337" y="69021"/>
                </a:cubicBezTo>
                <a:cubicBezTo>
                  <a:pt x="80698" y="69021"/>
                  <a:pt x="78571" y="66895"/>
                  <a:pt x="78571" y="64267"/>
                </a:cubicBezTo>
                <a:cubicBezTo>
                  <a:pt x="78571" y="61627"/>
                  <a:pt x="80698" y="59501"/>
                  <a:pt x="83337" y="59501"/>
                </a:cubicBezTo>
                <a:close/>
                <a:moveTo>
                  <a:pt x="21429" y="76163"/>
                </a:moveTo>
                <a:cubicBezTo>
                  <a:pt x="24057" y="76163"/>
                  <a:pt x="26195" y="78299"/>
                  <a:pt x="26195" y="80927"/>
                </a:cubicBezTo>
                <a:cubicBezTo>
                  <a:pt x="26195" y="83556"/>
                  <a:pt x="24057" y="85693"/>
                  <a:pt x="21429" y="85693"/>
                </a:cubicBezTo>
                <a:cubicBezTo>
                  <a:pt x="18800" y="85693"/>
                  <a:pt x="16663" y="83556"/>
                  <a:pt x="16663" y="80927"/>
                </a:cubicBezTo>
                <a:cubicBezTo>
                  <a:pt x="16663" y="78299"/>
                  <a:pt x="18800" y="76163"/>
                  <a:pt x="21429" y="76163"/>
                </a:cubicBezTo>
                <a:close/>
                <a:moveTo>
                  <a:pt x="45234" y="76163"/>
                </a:moveTo>
                <a:cubicBezTo>
                  <a:pt x="47874" y="76163"/>
                  <a:pt x="50000" y="78299"/>
                  <a:pt x="50000" y="80927"/>
                </a:cubicBezTo>
                <a:cubicBezTo>
                  <a:pt x="50000" y="83556"/>
                  <a:pt x="47874" y="85693"/>
                  <a:pt x="45234" y="85693"/>
                </a:cubicBezTo>
                <a:cubicBezTo>
                  <a:pt x="42606" y="85693"/>
                  <a:pt x="40480" y="83556"/>
                  <a:pt x="40480" y="80927"/>
                </a:cubicBezTo>
                <a:cubicBezTo>
                  <a:pt x="40480" y="78299"/>
                  <a:pt x="42606" y="76163"/>
                  <a:pt x="45234" y="76163"/>
                </a:cubicBezTo>
                <a:close/>
                <a:moveTo>
                  <a:pt x="83337" y="76163"/>
                </a:moveTo>
                <a:cubicBezTo>
                  <a:pt x="85966" y="76163"/>
                  <a:pt x="88091" y="78299"/>
                  <a:pt x="88091" y="80927"/>
                </a:cubicBezTo>
                <a:cubicBezTo>
                  <a:pt x="88091" y="83556"/>
                  <a:pt x="85966" y="85693"/>
                  <a:pt x="83337" y="85693"/>
                </a:cubicBezTo>
                <a:cubicBezTo>
                  <a:pt x="80698" y="85693"/>
                  <a:pt x="78571" y="83556"/>
                  <a:pt x="78571" y="80927"/>
                </a:cubicBezTo>
                <a:cubicBezTo>
                  <a:pt x="78571" y="78299"/>
                  <a:pt x="80698" y="76163"/>
                  <a:pt x="83337" y="7616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4" name="Белый — SVG 3">
            <a:extLst>
              <a:ext uri="{FF2B5EF4-FFF2-40B4-BE49-F238E27FC236}">
                <a16:creationId xmlns:a16="http://schemas.microsoft.com/office/drawing/2014/main" id="{9E13057E-4772-4F48-8933-4AA33207B79F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86837 w 106333"/>
              <a:gd name="csY0" fmla="*/ 0 h 141753"/>
              <a:gd name="csX1" fmla="*/ 19497 w 106333"/>
              <a:gd name="csY1" fmla="*/ 0 h 141753"/>
              <a:gd name="csX2" fmla="*/ 0 w 106333"/>
              <a:gd name="csY2" fmla="*/ 19495 h 141753"/>
              <a:gd name="csX3" fmla="*/ 0 w 106333"/>
              <a:gd name="csY3" fmla="*/ 132891 h 141753"/>
              <a:gd name="csX4" fmla="*/ 8864 w 106333"/>
              <a:gd name="csY4" fmla="*/ 141753 h 141753"/>
              <a:gd name="csX5" fmla="*/ 33670 w 106333"/>
              <a:gd name="csY5" fmla="*/ 141753 h 141753"/>
              <a:gd name="csX6" fmla="*/ 42534 w 106333"/>
              <a:gd name="csY6" fmla="*/ 132891 h 141753"/>
              <a:gd name="csX7" fmla="*/ 42534 w 106333"/>
              <a:gd name="csY7" fmla="*/ 116951 h 141753"/>
              <a:gd name="csX8" fmla="*/ 46072 w 106333"/>
              <a:gd name="csY8" fmla="*/ 113413 h 141753"/>
              <a:gd name="csX9" fmla="*/ 60261 w 106333"/>
              <a:gd name="csY9" fmla="*/ 113413 h 141753"/>
              <a:gd name="csX10" fmla="*/ 63800 w 106333"/>
              <a:gd name="csY10" fmla="*/ 116951 h 141753"/>
              <a:gd name="csX11" fmla="*/ 63800 w 106333"/>
              <a:gd name="csY11" fmla="*/ 132891 h 141753"/>
              <a:gd name="csX12" fmla="*/ 72664 w 106333"/>
              <a:gd name="csY12" fmla="*/ 141753 h 141753"/>
              <a:gd name="csX13" fmla="*/ 97470 w 106333"/>
              <a:gd name="csY13" fmla="*/ 141753 h 141753"/>
              <a:gd name="csX14" fmla="*/ 106334 w 106333"/>
              <a:gd name="csY14" fmla="*/ 132891 h 141753"/>
              <a:gd name="csX15" fmla="*/ 106334 w 106333"/>
              <a:gd name="csY15" fmla="*/ 19495 h 141753"/>
              <a:gd name="csX16" fmla="*/ 86837 w 106333"/>
              <a:gd name="csY16" fmla="*/ 0 h 141753"/>
              <a:gd name="csX17" fmla="*/ 30131 w 106333"/>
              <a:gd name="csY17" fmla="*/ 95687 h 141753"/>
              <a:gd name="csX18" fmla="*/ 26575 w 106333"/>
              <a:gd name="csY18" fmla="*/ 95687 h 141753"/>
              <a:gd name="csX19" fmla="*/ 21267 w 106333"/>
              <a:gd name="csY19" fmla="*/ 90363 h 141753"/>
              <a:gd name="csX20" fmla="*/ 26575 w 106333"/>
              <a:gd name="csY20" fmla="*/ 85056 h 141753"/>
              <a:gd name="csX21" fmla="*/ 30131 w 106333"/>
              <a:gd name="csY21" fmla="*/ 85056 h 141753"/>
              <a:gd name="csX22" fmla="*/ 35439 w 106333"/>
              <a:gd name="csY22" fmla="*/ 90363 h 141753"/>
              <a:gd name="csX23" fmla="*/ 30131 w 106333"/>
              <a:gd name="csY23" fmla="*/ 95687 h 141753"/>
              <a:gd name="csX24" fmla="*/ 30131 w 106333"/>
              <a:gd name="csY24" fmla="*/ 74424 h 141753"/>
              <a:gd name="csX25" fmla="*/ 26575 w 106333"/>
              <a:gd name="csY25" fmla="*/ 74424 h 141753"/>
              <a:gd name="csX26" fmla="*/ 21267 w 106333"/>
              <a:gd name="csY26" fmla="*/ 69099 h 141753"/>
              <a:gd name="csX27" fmla="*/ 26575 w 106333"/>
              <a:gd name="csY27" fmla="*/ 63792 h 141753"/>
              <a:gd name="csX28" fmla="*/ 30131 w 106333"/>
              <a:gd name="csY28" fmla="*/ 63792 h 141753"/>
              <a:gd name="csX29" fmla="*/ 35439 w 106333"/>
              <a:gd name="csY29" fmla="*/ 69099 h 141753"/>
              <a:gd name="csX30" fmla="*/ 30131 w 106333"/>
              <a:gd name="csY30" fmla="*/ 74424 h 141753"/>
              <a:gd name="csX31" fmla="*/ 30131 w 106333"/>
              <a:gd name="csY31" fmla="*/ 53160 h 141753"/>
              <a:gd name="csX32" fmla="*/ 26575 w 106333"/>
              <a:gd name="csY32" fmla="*/ 53160 h 141753"/>
              <a:gd name="csX33" fmla="*/ 21267 w 106333"/>
              <a:gd name="csY33" fmla="*/ 47835 h 141753"/>
              <a:gd name="csX34" fmla="*/ 26575 w 106333"/>
              <a:gd name="csY34" fmla="*/ 42528 h 141753"/>
              <a:gd name="csX35" fmla="*/ 30131 w 106333"/>
              <a:gd name="csY35" fmla="*/ 42528 h 141753"/>
              <a:gd name="csX36" fmla="*/ 35439 w 106333"/>
              <a:gd name="csY36" fmla="*/ 47835 h 141753"/>
              <a:gd name="csX37" fmla="*/ 30131 w 106333"/>
              <a:gd name="csY37" fmla="*/ 53160 h 141753"/>
              <a:gd name="csX38" fmla="*/ 30131 w 106333"/>
              <a:gd name="csY38" fmla="*/ 31896 h 141753"/>
              <a:gd name="csX39" fmla="*/ 26575 w 106333"/>
              <a:gd name="csY39" fmla="*/ 31896 h 141753"/>
              <a:gd name="csX40" fmla="*/ 21267 w 106333"/>
              <a:gd name="csY40" fmla="*/ 26571 h 141753"/>
              <a:gd name="csX41" fmla="*/ 26575 w 106333"/>
              <a:gd name="csY41" fmla="*/ 21264 h 141753"/>
              <a:gd name="csX42" fmla="*/ 30131 w 106333"/>
              <a:gd name="csY42" fmla="*/ 21264 h 141753"/>
              <a:gd name="csX43" fmla="*/ 35439 w 106333"/>
              <a:gd name="csY43" fmla="*/ 26571 h 141753"/>
              <a:gd name="csX44" fmla="*/ 30131 w 106333"/>
              <a:gd name="csY44" fmla="*/ 31896 h 141753"/>
              <a:gd name="csX45" fmla="*/ 54936 w 106333"/>
              <a:gd name="csY45" fmla="*/ 95687 h 141753"/>
              <a:gd name="csX46" fmla="*/ 51397 w 106333"/>
              <a:gd name="csY46" fmla="*/ 95687 h 141753"/>
              <a:gd name="csX47" fmla="*/ 46072 w 106333"/>
              <a:gd name="csY47" fmla="*/ 90363 h 141753"/>
              <a:gd name="csX48" fmla="*/ 51397 w 106333"/>
              <a:gd name="csY48" fmla="*/ 85056 h 141753"/>
              <a:gd name="csX49" fmla="*/ 54936 w 106333"/>
              <a:gd name="csY49" fmla="*/ 85056 h 141753"/>
              <a:gd name="csX50" fmla="*/ 60261 w 106333"/>
              <a:gd name="csY50" fmla="*/ 90363 h 141753"/>
              <a:gd name="csX51" fmla="*/ 54936 w 106333"/>
              <a:gd name="csY51" fmla="*/ 95687 h 141753"/>
              <a:gd name="csX52" fmla="*/ 54936 w 106333"/>
              <a:gd name="csY52" fmla="*/ 74424 h 141753"/>
              <a:gd name="csX53" fmla="*/ 51397 w 106333"/>
              <a:gd name="csY53" fmla="*/ 74424 h 141753"/>
              <a:gd name="csX54" fmla="*/ 46072 w 106333"/>
              <a:gd name="csY54" fmla="*/ 69099 h 141753"/>
              <a:gd name="csX55" fmla="*/ 51397 w 106333"/>
              <a:gd name="csY55" fmla="*/ 63792 h 141753"/>
              <a:gd name="csX56" fmla="*/ 54936 w 106333"/>
              <a:gd name="csY56" fmla="*/ 63792 h 141753"/>
              <a:gd name="csX57" fmla="*/ 60261 w 106333"/>
              <a:gd name="csY57" fmla="*/ 69099 h 141753"/>
              <a:gd name="csX58" fmla="*/ 54936 w 106333"/>
              <a:gd name="csY58" fmla="*/ 74424 h 141753"/>
              <a:gd name="csX59" fmla="*/ 54936 w 106333"/>
              <a:gd name="csY59" fmla="*/ 53160 h 141753"/>
              <a:gd name="csX60" fmla="*/ 51397 w 106333"/>
              <a:gd name="csY60" fmla="*/ 53160 h 141753"/>
              <a:gd name="csX61" fmla="*/ 46072 w 106333"/>
              <a:gd name="csY61" fmla="*/ 47835 h 141753"/>
              <a:gd name="csX62" fmla="*/ 51397 w 106333"/>
              <a:gd name="csY62" fmla="*/ 42528 h 141753"/>
              <a:gd name="csX63" fmla="*/ 54936 w 106333"/>
              <a:gd name="csY63" fmla="*/ 42528 h 141753"/>
              <a:gd name="csX64" fmla="*/ 60261 w 106333"/>
              <a:gd name="csY64" fmla="*/ 47835 h 141753"/>
              <a:gd name="csX65" fmla="*/ 54936 w 106333"/>
              <a:gd name="csY65" fmla="*/ 53160 h 141753"/>
              <a:gd name="csX66" fmla="*/ 54936 w 106333"/>
              <a:gd name="csY66" fmla="*/ 31896 h 141753"/>
              <a:gd name="csX67" fmla="*/ 51397 w 106333"/>
              <a:gd name="csY67" fmla="*/ 31896 h 141753"/>
              <a:gd name="csX68" fmla="*/ 46072 w 106333"/>
              <a:gd name="csY68" fmla="*/ 26571 h 141753"/>
              <a:gd name="csX69" fmla="*/ 51397 w 106333"/>
              <a:gd name="csY69" fmla="*/ 21264 h 141753"/>
              <a:gd name="csX70" fmla="*/ 54936 w 106333"/>
              <a:gd name="csY70" fmla="*/ 21264 h 141753"/>
              <a:gd name="csX71" fmla="*/ 60261 w 106333"/>
              <a:gd name="csY71" fmla="*/ 26571 h 141753"/>
              <a:gd name="csX72" fmla="*/ 54936 w 106333"/>
              <a:gd name="csY72" fmla="*/ 31896 h 141753"/>
              <a:gd name="csX73" fmla="*/ 79742 w 106333"/>
              <a:gd name="csY73" fmla="*/ 95687 h 141753"/>
              <a:gd name="csX74" fmla="*/ 76203 w 106333"/>
              <a:gd name="csY74" fmla="*/ 95687 h 141753"/>
              <a:gd name="csX75" fmla="*/ 70895 w 106333"/>
              <a:gd name="csY75" fmla="*/ 90363 h 141753"/>
              <a:gd name="csX76" fmla="*/ 76203 w 106333"/>
              <a:gd name="csY76" fmla="*/ 85056 h 141753"/>
              <a:gd name="csX77" fmla="*/ 79742 w 106333"/>
              <a:gd name="csY77" fmla="*/ 85056 h 141753"/>
              <a:gd name="csX78" fmla="*/ 85067 w 106333"/>
              <a:gd name="csY78" fmla="*/ 90363 h 141753"/>
              <a:gd name="csX79" fmla="*/ 79742 w 106333"/>
              <a:gd name="csY79" fmla="*/ 95687 h 141753"/>
              <a:gd name="csX80" fmla="*/ 79742 w 106333"/>
              <a:gd name="csY80" fmla="*/ 74424 h 141753"/>
              <a:gd name="csX81" fmla="*/ 76203 w 106333"/>
              <a:gd name="csY81" fmla="*/ 74424 h 141753"/>
              <a:gd name="csX82" fmla="*/ 70895 w 106333"/>
              <a:gd name="csY82" fmla="*/ 69099 h 141753"/>
              <a:gd name="csX83" fmla="*/ 76203 w 106333"/>
              <a:gd name="csY83" fmla="*/ 63792 h 141753"/>
              <a:gd name="csX84" fmla="*/ 79742 w 106333"/>
              <a:gd name="csY84" fmla="*/ 63792 h 141753"/>
              <a:gd name="csX85" fmla="*/ 85067 w 106333"/>
              <a:gd name="csY85" fmla="*/ 69099 h 141753"/>
              <a:gd name="csX86" fmla="*/ 79742 w 106333"/>
              <a:gd name="csY86" fmla="*/ 74424 h 141753"/>
              <a:gd name="csX87" fmla="*/ 79742 w 106333"/>
              <a:gd name="csY87" fmla="*/ 53160 h 141753"/>
              <a:gd name="csX88" fmla="*/ 76203 w 106333"/>
              <a:gd name="csY88" fmla="*/ 53160 h 141753"/>
              <a:gd name="csX89" fmla="*/ 70895 w 106333"/>
              <a:gd name="csY89" fmla="*/ 47835 h 141753"/>
              <a:gd name="csX90" fmla="*/ 76203 w 106333"/>
              <a:gd name="csY90" fmla="*/ 42528 h 141753"/>
              <a:gd name="csX91" fmla="*/ 79742 w 106333"/>
              <a:gd name="csY91" fmla="*/ 42528 h 141753"/>
              <a:gd name="csX92" fmla="*/ 85067 w 106333"/>
              <a:gd name="csY92" fmla="*/ 47835 h 141753"/>
              <a:gd name="csX93" fmla="*/ 79742 w 106333"/>
              <a:gd name="csY93" fmla="*/ 53160 h 141753"/>
              <a:gd name="csX94" fmla="*/ 79742 w 106333"/>
              <a:gd name="csY94" fmla="*/ 31896 h 141753"/>
              <a:gd name="csX95" fmla="*/ 76203 w 106333"/>
              <a:gd name="csY95" fmla="*/ 31896 h 141753"/>
              <a:gd name="csX96" fmla="*/ 70895 w 106333"/>
              <a:gd name="csY96" fmla="*/ 26571 h 141753"/>
              <a:gd name="csX97" fmla="*/ 76203 w 106333"/>
              <a:gd name="csY97" fmla="*/ 21264 h 141753"/>
              <a:gd name="csX98" fmla="*/ 79742 w 106333"/>
              <a:gd name="csY98" fmla="*/ 21264 h 141753"/>
              <a:gd name="csX99" fmla="*/ 85067 w 106333"/>
              <a:gd name="csY99" fmla="*/ 26571 h 141753"/>
              <a:gd name="csX100" fmla="*/ 79742 w 106333"/>
              <a:gd name="csY100" fmla="*/ 31896 h 141753"/>
            </a:gdLst>
            <a:ahLst/>
            <a:cxnLst/>
            <a:rect l="l" t="t" r="r" b="b"/>
            <a:pathLst>
              <a:path w="100000" h="100000">
                <a:moveTo>
                  <a:pt x="73753" y="0"/>
                </a:moveTo>
                <a:lnTo>
                  <a:pt x="26248" y="0"/>
                </a:lnTo>
                <a:cubicBezTo>
                  <a:pt x="18651" y="0"/>
                  <a:pt x="12494" y="6156"/>
                  <a:pt x="12494" y="13753"/>
                </a:cubicBezTo>
                <a:lnTo>
                  <a:pt x="12494" y="93748"/>
                </a:lnTo>
                <a:cubicBezTo>
                  <a:pt x="12494" y="97204"/>
                  <a:pt x="15290" y="100000"/>
                  <a:pt x="18747" y="100000"/>
                </a:cubicBezTo>
                <a:lnTo>
                  <a:pt x="36246" y="100000"/>
                </a:lnTo>
                <a:cubicBezTo>
                  <a:pt x="39702" y="100000"/>
                  <a:pt x="42499" y="97204"/>
                  <a:pt x="42499" y="93748"/>
                </a:cubicBezTo>
                <a:lnTo>
                  <a:pt x="42499" y="82503"/>
                </a:lnTo>
                <a:cubicBezTo>
                  <a:pt x="42499" y="81124"/>
                  <a:pt x="43615" y="80007"/>
                  <a:pt x="44995" y="80007"/>
                </a:cubicBezTo>
                <a:lnTo>
                  <a:pt x="55005" y="80007"/>
                </a:lnTo>
                <a:cubicBezTo>
                  <a:pt x="56385" y="80007"/>
                  <a:pt x="57501" y="81124"/>
                  <a:pt x="57501" y="82503"/>
                </a:cubicBezTo>
                <a:lnTo>
                  <a:pt x="57501" y="93748"/>
                </a:lnTo>
                <a:cubicBezTo>
                  <a:pt x="57501" y="97204"/>
                  <a:pt x="60299" y="100000"/>
                  <a:pt x="63755" y="100000"/>
                </a:cubicBezTo>
                <a:lnTo>
                  <a:pt x="81254" y="100000"/>
                </a:lnTo>
                <a:cubicBezTo>
                  <a:pt x="84711" y="100000"/>
                  <a:pt x="87507" y="97204"/>
                  <a:pt x="87507" y="93748"/>
                </a:cubicBezTo>
                <a:lnTo>
                  <a:pt x="87507" y="13753"/>
                </a:lnTo>
                <a:cubicBezTo>
                  <a:pt x="87507" y="6156"/>
                  <a:pt x="81350" y="0"/>
                  <a:pt x="73753" y="0"/>
                </a:cubicBezTo>
                <a:close/>
                <a:moveTo>
                  <a:pt x="33750" y="67503"/>
                </a:moveTo>
                <a:lnTo>
                  <a:pt x="31241" y="67503"/>
                </a:lnTo>
                <a:cubicBezTo>
                  <a:pt x="29176" y="67503"/>
                  <a:pt x="27496" y="65823"/>
                  <a:pt x="27496" y="63747"/>
                </a:cubicBezTo>
                <a:cubicBezTo>
                  <a:pt x="27496" y="61683"/>
                  <a:pt x="29176" y="60003"/>
                  <a:pt x="31241" y="60003"/>
                </a:cubicBezTo>
                <a:lnTo>
                  <a:pt x="33750" y="60003"/>
                </a:lnTo>
                <a:cubicBezTo>
                  <a:pt x="35826" y="60003"/>
                  <a:pt x="37494" y="61683"/>
                  <a:pt x="37494" y="63747"/>
                </a:cubicBezTo>
                <a:cubicBezTo>
                  <a:pt x="37494" y="65823"/>
                  <a:pt x="35826" y="67503"/>
                  <a:pt x="33750" y="67503"/>
                </a:cubicBezTo>
                <a:close/>
                <a:moveTo>
                  <a:pt x="33750" y="52503"/>
                </a:moveTo>
                <a:lnTo>
                  <a:pt x="31241" y="52503"/>
                </a:lnTo>
                <a:cubicBezTo>
                  <a:pt x="29176" y="52503"/>
                  <a:pt x="27496" y="50822"/>
                  <a:pt x="27496" y="48746"/>
                </a:cubicBezTo>
                <a:cubicBezTo>
                  <a:pt x="27496" y="46682"/>
                  <a:pt x="29176" y="45002"/>
                  <a:pt x="31241" y="45002"/>
                </a:cubicBezTo>
                <a:lnTo>
                  <a:pt x="33750" y="45002"/>
                </a:lnTo>
                <a:cubicBezTo>
                  <a:pt x="35826" y="45002"/>
                  <a:pt x="37494" y="46682"/>
                  <a:pt x="37494" y="48746"/>
                </a:cubicBezTo>
                <a:cubicBezTo>
                  <a:pt x="37494" y="50822"/>
                  <a:pt x="35826" y="52503"/>
                  <a:pt x="33750" y="52503"/>
                </a:cubicBezTo>
                <a:close/>
                <a:moveTo>
                  <a:pt x="33750" y="37502"/>
                </a:moveTo>
                <a:lnTo>
                  <a:pt x="31241" y="37502"/>
                </a:lnTo>
                <a:cubicBezTo>
                  <a:pt x="29176" y="37502"/>
                  <a:pt x="27496" y="35821"/>
                  <a:pt x="27496" y="33745"/>
                </a:cubicBezTo>
                <a:cubicBezTo>
                  <a:pt x="27496" y="31681"/>
                  <a:pt x="29176" y="30001"/>
                  <a:pt x="31241" y="30001"/>
                </a:cubicBezTo>
                <a:lnTo>
                  <a:pt x="33750" y="30001"/>
                </a:lnTo>
                <a:cubicBezTo>
                  <a:pt x="35826" y="30001"/>
                  <a:pt x="37494" y="31681"/>
                  <a:pt x="37494" y="33745"/>
                </a:cubicBezTo>
                <a:cubicBezTo>
                  <a:pt x="37494" y="35821"/>
                  <a:pt x="35826" y="37502"/>
                  <a:pt x="33750" y="37502"/>
                </a:cubicBezTo>
                <a:close/>
                <a:moveTo>
                  <a:pt x="33750" y="22501"/>
                </a:moveTo>
                <a:lnTo>
                  <a:pt x="31241" y="22501"/>
                </a:lnTo>
                <a:cubicBezTo>
                  <a:pt x="29176" y="22501"/>
                  <a:pt x="27496" y="20821"/>
                  <a:pt x="27496" y="18745"/>
                </a:cubicBezTo>
                <a:cubicBezTo>
                  <a:pt x="27496" y="16680"/>
                  <a:pt x="29176" y="15001"/>
                  <a:pt x="31241" y="15001"/>
                </a:cubicBezTo>
                <a:lnTo>
                  <a:pt x="33750" y="15001"/>
                </a:lnTo>
                <a:cubicBezTo>
                  <a:pt x="35826" y="15001"/>
                  <a:pt x="37494" y="16680"/>
                  <a:pt x="37494" y="18745"/>
                </a:cubicBezTo>
                <a:cubicBezTo>
                  <a:pt x="37494" y="20821"/>
                  <a:pt x="35826" y="22501"/>
                  <a:pt x="33750" y="22501"/>
                </a:cubicBezTo>
                <a:close/>
                <a:moveTo>
                  <a:pt x="51248" y="67503"/>
                </a:moveTo>
                <a:lnTo>
                  <a:pt x="48752" y="67503"/>
                </a:lnTo>
                <a:cubicBezTo>
                  <a:pt x="46676" y="67503"/>
                  <a:pt x="44995" y="65823"/>
                  <a:pt x="44995" y="63747"/>
                </a:cubicBezTo>
                <a:cubicBezTo>
                  <a:pt x="44995" y="61683"/>
                  <a:pt x="46676" y="60003"/>
                  <a:pt x="48752" y="60003"/>
                </a:cubicBezTo>
                <a:lnTo>
                  <a:pt x="51248" y="60003"/>
                </a:lnTo>
                <a:cubicBezTo>
                  <a:pt x="53325" y="60003"/>
                  <a:pt x="55005" y="61683"/>
                  <a:pt x="55005" y="63747"/>
                </a:cubicBezTo>
                <a:cubicBezTo>
                  <a:pt x="55005" y="65823"/>
                  <a:pt x="53325" y="67503"/>
                  <a:pt x="51248" y="67503"/>
                </a:cubicBezTo>
                <a:close/>
                <a:moveTo>
                  <a:pt x="51248" y="52503"/>
                </a:moveTo>
                <a:lnTo>
                  <a:pt x="48752" y="52503"/>
                </a:lnTo>
                <a:cubicBezTo>
                  <a:pt x="46676" y="52503"/>
                  <a:pt x="44995" y="50822"/>
                  <a:pt x="44995" y="48746"/>
                </a:cubicBezTo>
                <a:cubicBezTo>
                  <a:pt x="44995" y="46682"/>
                  <a:pt x="46676" y="45002"/>
                  <a:pt x="48752" y="45002"/>
                </a:cubicBezTo>
                <a:lnTo>
                  <a:pt x="51248" y="45002"/>
                </a:lnTo>
                <a:cubicBezTo>
                  <a:pt x="53325" y="45002"/>
                  <a:pt x="55005" y="46682"/>
                  <a:pt x="55005" y="48746"/>
                </a:cubicBezTo>
                <a:cubicBezTo>
                  <a:pt x="55005" y="50822"/>
                  <a:pt x="53325" y="52503"/>
                  <a:pt x="51248" y="52503"/>
                </a:cubicBezTo>
                <a:close/>
                <a:moveTo>
                  <a:pt x="51248" y="37502"/>
                </a:moveTo>
                <a:lnTo>
                  <a:pt x="48752" y="37502"/>
                </a:lnTo>
                <a:cubicBezTo>
                  <a:pt x="46676" y="37502"/>
                  <a:pt x="44995" y="35821"/>
                  <a:pt x="44995" y="33745"/>
                </a:cubicBezTo>
                <a:cubicBezTo>
                  <a:pt x="44995" y="31681"/>
                  <a:pt x="46676" y="30001"/>
                  <a:pt x="48752" y="30001"/>
                </a:cubicBezTo>
                <a:lnTo>
                  <a:pt x="51248" y="30001"/>
                </a:lnTo>
                <a:cubicBezTo>
                  <a:pt x="53325" y="30001"/>
                  <a:pt x="55005" y="31681"/>
                  <a:pt x="55005" y="33745"/>
                </a:cubicBezTo>
                <a:cubicBezTo>
                  <a:pt x="55005" y="35821"/>
                  <a:pt x="53325" y="37502"/>
                  <a:pt x="51248" y="37502"/>
                </a:cubicBezTo>
                <a:close/>
                <a:moveTo>
                  <a:pt x="51248" y="22501"/>
                </a:moveTo>
                <a:lnTo>
                  <a:pt x="48752" y="22501"/>
                </a:lnTo>
                <a:cubicBezTo>
                  <a:pt x="46676" y="22501"/>
                  <a:pt x="44995" y="20821"/>
                  <a:pt x="44995" y="18745"/>
                </a:cubicBezTo>
                <a:cubicBezTo>
                  <a:pt x="44995" y="16680"/>
                  <a:pt x="46676" y="15001"/>
                  <a:pt x="48752" y="15001"/>
                </a:cubicBezTo>
                <a:lnTo>
                  <a:pt x="51248" y="15001"/>
                </a:lnTo>
                <a:cubicBezTo>
                  <a:pt x="53325" y="15001"/>
                  <a:pt x="55005" y="16680"/>
                  <a:pt x="55005" y="18745"/>
                </a:cubicBezTo>
                <a:cubicBezTo>
                  <a:pt x="55005" y="20821"/>
                  <a:pt x="53325" y="22501"/>
                  <a:pt x="51248" y="22501"/>
                </a:cubicBezTo>
                <a:close/>
                <a:moveTo>
                  <a:pt x="68748" y="67503"/>
                </a:moveTo>
                <a:lnTo>
                  <a:pt x="66251" y="67503"/>
                </a:lnTo>
                <a:cubicBezTo>
                  <a:pt x="64175" y="67503"/>
                  <a:pt x="62507" y="65823"/>
                  <a:pt x="62507" y="63747"/>
                </a:cubicBezTo>
                <a:cubicBezTo>
                  <a:pt x="62507" y="61683"/>
                  <a:pt x="64175" y="60003"/>
                  <a:pt x="66251" y="60003"/>
                </a:cubicBezTo>
                <a:lnTo>
                  <a:pt x="68748" y="60003"/>
                </a:lnTo>
                <a:cubicBezTo>
                  <a:pt x="70824" y="60003"/>
                  <a:pt x="72504" y="61683"/>
                  <a:pt x="72504" y="63747"/>
                </a:cubicBezTo>
                <a:cubicBezTo>
                  <a:pt x="72504" y="65823"/>
                  <a:pt x="70824" y="67503"/>
                  <a:pt x="68748" y="67503"/>
                </a:cubicBezTo>
                <a:close/>
                <a:moveTo>
                  <a:pt x="68748" y="52503"/>
                </a:moveTo>
                <a:lnTo>
                  <a:pt x="66251" y="52503"/>
                </a:lnTo>
                <a:cubicBezTo>
                  <a:pt x="64175" y="52503"/>
                  <a:pt x="62507" y="50822"/>
                  <a:pt x="62507" y="48746"/>
                </a:cubicBezTo>
                <a:cubicBezTo>
                  <a:pt x="62507" y="46682"/>
                  <a:pt x="64175" y="45002"/>
                  <a:pt x="66251" y="45002"/>
                </a:cubicBezTo>
                <a:lnTo>
                  <a:pt x="68748" y="45002"/>
                </a:lnTo>
                <a:cubicBezTo>
                  <a:pt x="70824" y="45002"/>
                  <a:pt x="72504" y="46682"/>
                  <a:pt x="72504" y="48746"/>
                </a:cubicBezTo>
                <a:cubicBezTo>
                  <a:pt x="72504" y="50822"/>
                  <a:pt x="70824" y="52503"/>
                  <a:pt x="68748" y="52503"/>
                </a:cubicBezTo>
                <a:close/>
                <a:moveTo>
                  <a:pt x="68748" y="37502"/>
                </a:moveTo>
                <a:lnTo>
                  <a:pt x="66251" y="37502"/>
                </a:lnTo>
                <a:cubicBezTo>
                  <a:pt x="64175" y="37502"/>
                  <a:pt x="62507" y="35821"/>
                  <a:pt x="62507" y="33745"/>
                </a:cubicBezTo>
                <a:cubicBezTo>
                  <a:pt x="62507" y="31681"/>
                  <a:pt x="64175" y="30001"/>
                  <a:pt x="66251" y="30001"/>
                </a:cubicBezTo>
                <a:lnTo>
                  <a:pt x="68748" y="30001"/>
                </a:lnTo>
                <a:cubicBezTo>
                  <a:pt x="70824" y="30001"/>
                  <a:pt x="72504" y="31681"/>
                  <a:pt x="72504" y="33745"/>
                </a:cubicBezTo>
                <a:cubicBezTo>
                  <a:pt x="72504" y="35821"/>
                  <a:pt x="70824" y="37502"/>
                  <a:pt x="68748" y="37502"/>
                </a:cubicBezTo>
                <a:close/>
                <a:moveTo>
                  <a:pt x="68748" y="22501"/>
                </a:moveTo>
                <a:lnTo>
                  <a:pt x="66251" y="22501"/>
                </a:lnTo>
                <a:cubicBezTo>
                  <a:pt x="64175" y="22501"/>
                  <a:pt x="62507" y="20821"/>
                  <a:pt x="62507" y="18745"/>
                </a:cubicBezTo>
                <a:cubicBezTo>
                  <a:pt x="62507" y="16680"/>
                  <a:pt x="64175" y="15001"/>
                  <a:pt x="66251" y="15001"/>
                </a:cubicBezTo>
                <a:lnTo>
                  <a:pt x="68748" y="15001"/>
                </a:lnTo>
                <a:cubicBezTo>
                  <a:pt x="70824" y="15001"/>
                  <a:pt x="72504" y="16680"/>
                  <a:pt x="72504" y="18745"/>
                </a:cubicBezTo>
                <a:cubicBezTo>
                  <a:pt x="72504" y="20821"/>
                  <a:pt x="70824" y="22501"/>
                  <a:pt x="68748" y="2250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5" name="Белый — SVG 4">
            <a:extLst>
              <a:ext uri="{FF2B5EF4-FFF2-40B4-BE49-F238E27FC236}">
                <a16:creationId xmlns:a16="http://schemas.microsoft.com/office/drawing/2014/main" id="{ED24054A-E357-1F42-A969-B9B3EC4A5FA0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134643 w 134689"/>
              <a:gd name="csY0" fmla="*/ 128672 h 134676"/>
              <a:gd name="csX1" fmla="*/ 104564 w 134689"/>
              <a:gd name="csY1" fmla="*/ 42528 h 134676"/>
              <a:gd name="csX2" fmla="*/ 91481 w 134689"/>
              <a:gd name="csY2" fmla="*/ 55779 h 134676"/>
              <a:gd name="csX3" fmla="*/ 67339 w 134689"/>
              <a:gd name="csY3" fmla="*/ 0 h 134676"/>
              <a:gd name="csX4" fmla="*/ 47178 w 134689"/>
              <a:gd name="csY4" fmla="*/ 39398 h 134676"/>
              <a:gd name="csX5" fmla="*/ 37225 w 134689"/>
              <a:gd name="csY5" fmla="*/ 24802 h 134676"/>
              <a:gd name="csX6" fmla="*/ 50 w 134689"/>
              <a:gd name="csY6" fmla="*/ 128604 h 134676"/>
              <a:gd name="csX7" fmla="*/ 220 w 134689"/>
              <a:gd name="csY7" fmla="*/ 130849 h 134676"/>
              <a:gd name="csX8" fmla="*/ 1292 w 134689"/>
              <a:gd name="csY8" fmla="*/ 132840 h 134676"/>
              <a:gd name="csX9" fmla="*/ 3113 w 134689"/>
              <a:gd name="csY9" fmla="*/ 134184 h 134676"/>
              <a:gd name="csX10" fmla="*/ 5324 w 134689"/>
              <a:gd name="csY10" fmla="*/ 134677 h 134676"/>
              <a:gd name="csX11" fmla="*/ 44302 w 134689"/>
              <a:gd name="csY11" fmla="*/ 134677 h 134676"/>
              <a:gd name="csX12" fmla="*/ 47671 w 134689"/>
              <a:gd name="csY12" fmla="*/ 133469 h 134676"/>
              <a:gd name="csX13" fmla="*/ 49526 w 134689"/>
              <a:gd name="csY13" fmla="*/ 130390 h 134676"/>
              <a:gd name="csX14" fmla="*/ 67339 w 134689"/>
              <a:gd name="csY14" fmla="*/ 99226 h 134676"/>
              <a:gd name="csX15" fmla="*/ 85169 w 134689"/>
              <a:gd name="csY15" fmla="*/ 130424 h 134676"/>
              <a:gd name="csX16" fmla="*/ 87023 w 134689"/>
              <a:gd name="csY16" fmla="*/ 133469 h 134676"/>
              <a:gd name="csX17" fmla="*/ 90391 w 134689"/>
              <a:gd name="csY17" fmla="*/ 134677 h 134676"/>
              <a:gd name="csX18" fmla="*/ 129369 w 134689"/>
              <a:gd name="csY18" fmla="*/ 134677 h 134676"/>
              <a:gd name="csX19" fmla="*/ 131564 w 134689"/>
              <a:gd name="csY19" fmla="*/ 134201 h 134676"/>
              <a:gd name="csX20" fmla="*/ 133367 w 134689"/>
              <a:gd name="csY20" fmla="*/ 132857 h 134676"/>
              <a:gd name="csX21" fmla="*/ 134456 w 134689"/>
              <a:gd name="csY21" fmla="*/ 130900 h 134676"/>
              <a:gd name="csX22" fmla="*/ 134643 w 134689"/>
              <a:gd name="csY22" fmla="*/ 128672 h 134676"/>
            </a:gdLst>
            <a:ahLst/>
            <a:cxnLst/>
            <a:rect l="l" t="t" r="r" b="b"/>
            <a:pathLst>
              <a:path w="100000" h="100000">
                <a:moveTo>
                  <a:pt x="99966" y="95537"/>
                </a:moveTo>
                <a:cubicBezTo>
                  <a:pt x="96164" y="66362"/>
                  <a:pt x="89217" y="31580"/>
                  <a:pt x="77634" y="31580"/>
                </a:cubicBezTo>
                <a:cubicBezTo>
                  <a:pt x="74097" y="31580"/>
                  <a:pt x="70851" y="34876"/>
                  <a:pt x="67920" y="41418"/>
                </a:cubicBezTo>
                <a:cubicBezTo>
                  <a:pt x="58547" y="5"/>
                  <a:pt x="52661" y="5"/>
                  <a:pt x="49996" y="5"/>
                </a:cubicBezTo>
                <a:cubicBezTo>
                  <a:pt x="47633" y="5"/>
                  <a:pt x="42707" y="5"/>
                  <a:pt x="35027" y="29256"/>
                </a:cubicBezTo>
                <a:cubicBezTo>
                  <a:pt x="32956" y="18419"/>
                  <a:pt x="29596" y="18419"/>
                  <a:pt x="27638" y="18419"/>
                </a:cubicBezTo>
                <a:cubicBezTo>
                  <a:pt x="13199" y="18419"/>
                  <a:pt x="4155" y="66704"/>
                  <a:pt x="37" y="95487"/>
                </a:cubicBezTo>
                <a:cubicBezTo>
                  <a:pt x="-39" y="96043"/>
                  <a:pt x="-1" y="96611"/>
                  <a:pt x="163" y="97154"/>
                </a:cubicBezTo>
                <a:cubicBezTo>
                  <a:pt x="316" y="97697"/>
                  <a:pt x="593" y="98202"/>
                  <a:pt x="959" y="98632"/>
                </a:cubicBezTo>
                <a:cubicBezTo>
                  <a:pt x="1339" y="99061"/>
                  <a:pt x="1793" y="99402"/>
                  <a:pt x="2311" y="99630"/>
                </a:cubicBezTo>
                <a:cubicBezTo>
                  <a:pt x="2816" y="99870"/>
                  <a:pt x="3385" y="99996"/>
                  <a:pt x="3953" y="99996"/>
                </a:cubicBezTo>
                <a:lnTo>
                  <a:pt x="32892" y="99996"/>
                </a:lnTo>
                <a:cubicBezTo>
                  <a:pt x="33802" y="99996"/>
                  <a:pt x="34686" y="99680"/>
                  <a:pt x="35393" y="99099"/>
                </a:cubicBezTo>
                <a:cubicBezTo>
                  <a:pt x="36101" y="98518"/>
                  <a:pt x="36581" y="97710"/>
                  <a:pt x="36771" y="96813"/>
                </a:cubicBezTo>
                <a:cubicBezTo>
                  <a:pt x="38628" y="87492"/>
                  <a:pt x="44134" y="73675"/>
                  <a:pt x="49996" y="73675"/>
                </a:cubicBezTo>
                <a:cubicBezTo>
                  <a:pt x="55869" y="73675"/>
                  <a:pt x="61352" y="87492"/>
                  <a:pt x="63234" y="96838"/>
                </a:cubicBezTo>
                <a:cubicBezTo>
                  <a:pt x="63411" y="97723"/>
                  <a:pt x="63903" y="98531"/>
                  <a:pt x="64610" y="99099"/>
                </a:cubicBezTo>
                <a:cubicBezTo>
                  <a:pt x="65318" y="99680"/>
                  <a:pt x="66189" y="99996"/>
                  <a:pt x="67111" y="99996"/>
                </a:cubicBezTo>
                <a:lnTo>
                  <a:pt x="96050" y="99996"/>
                </a:lnTo>
                <a:cubicBezTo>
                  <a:pt x="96619" y="99996"/>
                  <a:pt x="97174" y="99870"/>
                  <a:pt x="97680" y="99643"/>
                </a:cubicBezTo>
                <a:cubicBezTo>
                  <a:pt x="98198" y="99402"/>
                  <a:pt x="98652" y="99074"/>
                  <a:pt x="99018" y="98645"/>
                </a:cubicBezTo>
                <a:cubicBezTo>
                  <a:pt x="99385" y="98227"/>
                  <a:pt x="99663" y="97735"/>
                  <a:pt x="99827" y="97192"/>
                </a:cubicBezTo>
                <a:cubicBezTo>
                  <a:pt x="99991" y="96662"/>
                  <a:pt x="100042" y="96093"/>
                  <a:pt x="99966" y="9553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6" name="Белый — SVG 5">
            <a:extLst>
              <a:ext uri="{FF2B5EF4-FFF2-40B4-BE49-F238E27FC236}">
                <a16:creationId xmlns:a16="http://schemas.microsoft.com/office/drawing/2014/main" id="{FE0B1236-2CDD-2247-A624-EF0631D6FEDB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53756 w 148867"/>
              <a:gd name="csY0" fmla="*/ 10 h 141746"/>
              <a:gd name="csX1" fmla="*/ 42396 w 148867"/>
              <a:gd name="csY1" fmla="*/ 3650 h 141746"/>
              <a:gd name="csX2" fmla="*/ 35444 w 148867"/>
              <a:gd name="csY2" fmla="*/ 17701 h 141746"/>
              <a:gd name="csX3" fmla="*/ 35444 w 148867"/>
              <a:gd name="csY3" fmla="*/ 77955 h 141746"/>
              <a:gd name="csX4" fmla="*/ 47850 w 148867"/>
              <a:gd name="csY4" fmla="*/ 77955 h 141746"/>
              <a:gd name="csX5" fmla="*/ 74434 w 148867"/>
              <a:gd name="csY5" fmla="*/ 104543 h 141746"/>
              <a:gd name="csX6" fmla="*/ 74434 w 148867"/>
              <a:gd name="csY6" fmla="*/ 136439 h 141746"/>
              <a:gd name="csX7" fmla="*/ 73188 w 148867"/>
              <a:gd name="csY7" fmla="*/ 141746 h 141746"/>
              <a:gd name="csX8" fmla="*/ 111650 w 148867"/>
              <a:gd name="csY8" fmla="*/ 141746 h 141746"/>
              <a:gd name="csX9" fmla="*/ 116967 w 148867"/>
              <a:gd name="csY9" fmla="*/ 136439 h 141746"/>
              <a:gd name="csX10" fmla="*/ 116967 w 148867"/>
              <a:gd name="csY10" fmla="*/ 30119 h 141746"/>
              <a:gd name="csX11" fmla="*/ 103855 w 148867"/>
              <a:gd name="csY11" fmla="*/ 13006 h 141746"/>
              <a:gd name="csX12" fmla="*/ 57778 w 148867"/>
              <a:gd name="csY12" fmla="*/ 605 h 141746"/>
              <a:gd name="csX13" fmla="*/ 53756 w 148867"/>
              <a:gd name="csY13" fmla="*/ 10 h 141746"/>
              <a:gd name="csX14" fmla="*/ 60256 w 148867"/>
              <a:gd name="csY14" fmla="*/ 31872 h 141746"/>
              <a:gd name="csX15" fmla="*/ 67344 w 148867"/>
              <a:gd name="csY15" fmla="*/ 31872 h 141746"/>
              <a:gd name="csX16" fmla="*/ 70890 w 148867"/>
              <a:gd name="csY16" fmla="*/ 35427 h 141746"/>
              <a:gd name="csX17" fmla="*/ 70890 w 148867"/>
              <a:gd name="csY17" fmla="*/ 42504 h 141746"/>
              <a:gd name="csX18" fmla="*/ 67344 w 148867"/>
              <a:gd name="csY18" fmla="*/ 46059 h 141746"/>
              <a:gd name="csX19" fmla="*/ 60256 w 148867"/>
              <a:gd name="csY19" fmla="*/ 46059 h 141746"/>
              <a:gd name="csX20" fmla="*/ 56711 w 148867"/>
              <a:gd name="csY20" fmla="*/ 42504 h 141746"/>
              <a:gd name="csX21" fmla="*/ 56711 w 148867"/>
              <a:gd name="csY21" fmla="*/ 35427 h 141746"/>
              <a:gd name="csX22" fmla="*/ 60256 w 148867"/>
              <a:gd name="csY22" fmla="*/ 31872 h 141746"/>
              <a:gd name="csX23" fmla="*/ 85067 w 148867"/>
              <a:gd name="csY23" fmla="*/ 31872 h 141746"/>
              <a:gd name="csX24" fmla="*/ 92157 w 148867"/>
              <a:gd name="csY24" fmla="*/ 31872 h 141746"/>
              <a:gd name="csX25" fmla="*/ 95700 w 148867"/>
              <a:gd name="csY25" fmla="*/ 35427 h 141746"/>
              <a:gd name="csX26" fmla="*/ 95700 w 148867"/>
              <a:gd name="csY26" fmla="*/ 42504 h 141746"/>
              <a:gd name="csX27" fmla="*/ 92157 w 148867"/>
              <a:gd name="csY27" fmla="*/ 46059 h 141746"/>
              <a:gd name="csX28" fmla="*/ 85067 w 148867"/>
              <a:gd name="csY28" fmla="*/ 46059 h 141746"/>
              <a:gd name="csX29" fmla="*/ 81523 w 148867"/>
              <a:gd name="csY29" fmla="*/ 42504 h 141746"/>
              <a:gd name="csX30" fmla="*/ 81523 w 148867"/>
              <a:gd name="csY30" fmla="*/ 35427 h 141746"/>
              <a:gd name="csX31" fmla="*/ 85067 w 148867"/>
              <a:gd name="csY31" fmla="*/ 31872 h 141746"/>
              <a:gd name="csX32" fmla="*/ 60256 w 148867"/>
              <a:gd name="csY32" fmla="*/ 56691 h 141746"/>
              <a:gd name="csX33" fmla="*/ 67344 w 148867"/>
              <a:gd name="csY33" fmla="*/ 56691 h 141746"/>
              <a:gd name="csX34" fmla="*/ 70890 w 148867"/>
              <a:gd name="csY34" fmla="*/ 60229 h 141746"/>
              <a:gd name="csX35" fmla="*/ 70890 w 148867"/>
              <a:gd name="csY35" fmla="*/ 67323 h 141746"/>
              <a:gd name="csX36" fmla="*/ 67344 w 148867"/>
              <a:gd name="csY36" fmla="*/ 70861 h 141746"/>
              <a:gd name="csX37" fmla="*/ 60256 w 148867"/>
              <a:gd name="csY37" fmla="*/ 70861 h 141746"/>
              <a:gd name="csX38" fmla="*/ 56711 w 148867"/>
              <a:gd name="csY38" fmla="*/ 67323 h 141746"/>
              <a:gd name="csX39" fmla="*/ 56711 w 148867"/>
              <a:gd name="csY39" fmla="*/ 60229 h 141746"/>
              <a:gd name="csX40" fmla="*/ 60256 w 148867"/>
              <a:gd name="csY40" fmla="*/ 56691 h 141746"/>
              <a:gd name="csX41" fmla="*/ 85067 w 148867"/>
              <a:gd name="csY41" fmla="*/ 56691 h 141746"/>
              <a:gd name="csX42" fmla="*/ 92157 w 148867"/>
              <a:gd name="csY42" fmla="*/ 56691 h 141746"/>
              <a:gd name="csX43" fmla="*/ 95700 w 148867"/>
              <a:gd name="csY43" fmla="*/ 60229 h 141746"/>
              <a:gd name="csX44" fmla="*/ 95700 w 148867"/>
              <a:gd name="csY44" fmla="*/ 67323 h 141746"/>
              <a:gd name="csX45" fmla="*/ 92157 w 148867"/>
              <a:gd name="csY45" fmla="*/ 70861 h 141746"/>
              <a:gd name="csX46" fmla="*/ 85067 w 148867"/>
              <a:gd name="csY46" fmla="*/ 70861 h 141746"/>
              <a:gd name="csX47" fmla="*/ 81523 w 148867"/>
              <a:gd name="csY47" fmla="*/ 67323 h 141746"/>
              <a:gd name="csX48" fmla="*/ 81523 w 148867"/>
              <a:gd name="csY48" fmla="*/ 60229 h 141746"/>
              <a:gd name="csX49" fmla="*/ 85067 w 148867"/>
              <a:gd name="csY49" fmla="*/ 56691 h 141746"/>
              <a:gd name="csX50" fmla="*/ 124057 w 148867"/>
              <a:gd name="csY50" fmla="*/ 56691 h 141746"/>
              <a:gd name="csX51" fmla="*/ 124057 w 148867"/>
              <a:gd name="csY51" fmla="*/ 81493 h 141746"/>
              <a:gd name="csX52" fmla="*/ 131144 w 148867"/>
              <a:gd name="csY52" fmla="*/ 81493 h 141746"/>
              <a:gd name="csX53" fmla="*/ 134690 w 148867"/>
              <a:gd name="csY53" fmla="*/ 85048 h 141746"/>
              <a:gd name="csX54" fmla="*/ 134690 w 148867"/>
              <a:gd name="csY54" fmla="*/ 92125 h 141746"/>
              <a:gd name="csX55" fmla="*/ 131144 w 148867"/>
              <a:gd name="csY55" fmla="*/ 95680 h 141746"/>
              <a:gd name="csX56" fmla="*/ 124057 w 148867"/>
              <a:gd name="csY56" fmla="*/ 95680 h 141746"/>
              <a:gd name="csX57" fmla="*/ 124057 w 148867"/>
              <a:gd name="csY57" fmla="*/ 106312 h 141746"/>
              <a:gd name="csX58" fmla="*/ 131144 w 148867"/>
              <a:gd name="csY58" fmla="*/ 106312 h 141746"/>
              <a:gd name="csX59" fmla="*/ 134690 w 148867"/>
              <a:gd name="csY59" fmla="*/ 109850 h 141746"/>
              <a:gd name="csX60" fmla="*/ 134690 w 148867"/>
              <a:gd name="csY60" fmla="*/ 116944 h 141746"/>
              <a:gd name="csX61" fmla="*/ 131144 w 148867"/>
              <a:gd name="csY61" fmla="*/ 120482 h 141746"/>
              <a:gd name="csX62" fmla="*/ 124057 w 148867"/>
              <a:gd name="csY62" fmla="*/ 120482 h 141746"/>
              <a:gd name="csX63" fmla="*/ 124057 w 148867"/>
              <a:gd name="csY63" fmla="*/ 141746 h 141746"/>
              <a:gd name="csX64" fmla="*/ 143551 w 148867"/>
              <a:gd name="csY64" fmla="*/ 141746 h 141746"/>
              <a:gd name="csX65" fmla="*/ 148867 w 148867"/>
              <a:gd name="csY65" fmla="*/ 136439 h 141746"/>
              <a:gd name="csX66" fmla="*/ 148867 w 148867"/>
              <a:gd name="csY66" fmla="*/ 76186 h 141746"/>
              <a:gd name="csX67" fmla="*/ 129373 w 148867"/>
              <a:gd name="csY67" fmla="*/ 56691 h 141746"/>
              <a:gd name="csX68" fmla="*/ 124057 w 148867"/>
              <a:gd name="csY68" fmla="*/ 56691 h 141746"/>
              <a:gd name="csX69" fmla="*/ 85067 w 148867"/>
              <a:gd name="csY69" fmla="*/ 81493 h 141746"/>
              <a:gd name="csX70" fmla="*/ 92157 w 148867"/>
              <a:gd name="csY70" fmla="*/ 81493 h 141746"/>
              <a:gd name="csX71" fmla="*/ 95700 w 148867"/>
              <a:gd name="csY71" fmla="*/ 85031 h 141746"/>
              <a:gd name="csX72" fmla="*/ 95700 w 148867"/>
              <a:gd name="csY72" fmla="*/ 92125 h 141746"/>
              <a:gd name="csX73" fmla="*/ 92157 w 148867"/>
              <a:gd name="csY73" fmla="*/ 95663 h 141746"/>
              <a:gd name="csX74" fmla="*/ 85067 w 148867"/>
              <a:gd name="csY74" fmla="*/ 95663 h 141746"/>
              <a:gd name="csX75" fmla="*/ 81523 w 148867"/>
              <a:gd name="csY75" fmla="*/ 92125 h 141746"/>
              <a:gd name="csX76" fmla="*/ 81523 w 148867"/>
              <a:gd name="csY76" fmla="*/ 85031 h 141746"/>
              <a:gd name="csX77" fmla="*/ 85067 w 148867"/>
              <a:gd name="csY77" fmla="*/ 81493 h 141746"/>
              <a:gd name="csX78" fmla="*/ 19494 w 148867"/>
              <a:gd name="csY78" fmla="*/ 85048 h 141746"/>
              <a:gd name="csX79" fmla="*/ 0 w 148867"/>
              <a:gd name="csY79" fmla="*/ 104543 h 141746"/>
              <a:gd name="csX80" fmla="*/ 0 w 148867"/>
              <a:gd name="csY80" fmla="*/ 136439 h 141746"/>
              <a:gd name="csX81" fmla="*/ 5317 w 148867"/>
              <a:gd name="csY81" fmla="*/ 141746 h 141746"/>
              <a:gd name="csX82" fmla="*/ 62027 w 148867"/>
              <a:gd name="csY82" fmla="*/ 141746 h 141746"/>
              <a:gd name="csX83" fmla="*/ 67344 w 148867"/>
              <a:gd name="csY83" fmla="*/ 136439 h 141746"/>
              <a:gd name="csX84" fmla="*/ 67344 w 148867"/>
              <a:gd name="csY84" fmla="*/ 104543 h 141746"/>
              <a:gd name="csX85" fmla="*/ 47850 w 148867"/>
              <a:gd name="csY85" fmla="*/ 85048 h 141746"/>
              <a:gd name="csX86" fmla="*/ 19494 w 148867"/>
              <a:gd name="csY86" fmla="*/ 85048 h 141746"/>
              <a:gd name="csX87" fmla="*/ 85067 w 148867"/>
              <a:gd name="csY87" fmla="*/ 106295 h 141746"/>
              <a:gd name="csX88" fmla="*/ 92157 w 148867"/>
              <a:gd name="csY88" fmla="*/ 106295 h 141746"/>
              <a:gd name="csX89" fmla="*/ 94918 w 148867"/>
              <a:gd name="csY89" fmla="*/ 107724 h 141746"/>
              <a:gd name="csX90" fmla="*/ 94994 w 148867"/>
              <a:gd name="csY90" fmla="*/ 107724 h 141746"/>
              <a:gd name="csX91" fmla="*/ 94994 w 148867"/>
              <a:gd name="csY91" fmla="*/ 107826 h 141746"/>
              <a:gd name="csX92" fmla="*/ 95700 w 148867"/>
              <a:gd name="csY92" fmla="*/ 109850 h 141746"/>
              <a:gd name="csX93" fmla="*/ 95700 w 148867"/>
              <a:gd name="csY93" fmla="*/ 116927 h 141746"/>
              <a:gd name="csX94" fmla="*/ 94994 w 148867"/>
              <a:gd name="csY94" fmla="*/ 118952 h 141746"/>
              <a:gd name="csX95" fmla="*/ 94994 w 148867"/>
              <a:gd name="csY95" fmla="*/ 119071 h 141746"/>
              <a:gd name="csX96" fmla="*/ 94918 w 148867"/>
              <a:gd name="csY96" fmla="*/ 119071 h 141746"/>
              <a:gd name="csX97" fmla="*/ 92157 w 148867"/>
              <a:gd name="csY97" fmla="*/ 120482 h 141746"/>
              <a:gd name="csX98" fmla="*/ 85067 w 148867"/>
              <a:gd name="csY98" fmla="*/ 120482 h 141746"/>
              <a:gd name="csX99" fmla="*/ 81523 w 148867"/>
              <a:gd name="csY99" fmla="*/ 116927 h 141746"/>
              <a:gd name="csX100" fmla="*/ 81523 w 148867"/>
              <a:gd name="csY100" fmla="*/ 109850 h 141746"/>
              <a:gd name="csX101" fmla="*/ 85067 w 148867"/>
              <a:gd name="csY101" fmla="*/ 106295 h 141746"/>
              <a:gd name="csX102" fmla="*/ 17723 w 148867"/>
              <a:gd name="csY102" fmla="*/ 106312 h 141746"/>
              <a:gd name="csX103" fmla="*/ 24811 w 148867"/>
              <a:gd name="csY103" fmla="*/ 106312 h 141746"/>
              <a:gd name="csX104" fmla="*/ 28356 w 148867"/>
              <a:gd name="csY104" fmla="*/ 109850 h 141746"/>
              <a:gd name="csX105" fmla="*/ 28356 w 148867"/>
              <a:gd name="csY105" fmla="*/ 116944 h 141746"/>
              <a:gd name="csX106" fmla="*/ 24811 w 148867"/>
              <a:gd name="csY106" fmla="*/ 120482 h 141746"/>
              <a:gd name="csX107" fmla="*/ 17723 w 148867"/>
              <a:gd name="csY107" fmla="*/ 120482 h 141746"/>
              <a:gd name="csX108" fmla="*/ 14177 w 148867"/>
              <a:gd name="csY108" fmla="*/ 116944 h 141746"/>
              <a:gd name="csX109" fmla="*/ 14177 w 148867"/>
              <a:gd name="csY109" fmla="*/ 109850 h 141746"/>
              <a:gd name="csX110" fmla="*/ 17723 w 148867"/>
              <a:gd name="csY110" fmla="*/ 106312 h 141746"/>
              <a:gd name="csX111" fmla="*/ 42534 w 148867"/>
              <a:gd name="csY111" fmla="*/ 106312 h 141746"/>
              <a:gd name="csX112" fmla="*/ 49623 w 148867"/>
              <a:gd name="csY112" fmla="*/ 106312 h 141746"/>
              <a:gd name="csX113" fmla="*/ 53167 w 148867"/>
              <a:gd name="csY113" fmla="*/ 109850 h 141746"/>
              <a:gd name="csX114" fmla="*/ 53167 w 148867"/>
              <a:gd name="csY114" fmla="*/ 116944 h 141746"/>
              <a:gd name="csX115" fmla="*/ 49623 w 148867"/>
              <a:gd name="csY115" fmla="*/ 120482 h 141746"/>
              <a:gd name="csX116" fmla="*/ 42534 w 148867"/>
              <a:gd name="csY116" fmla="*/ 120482 h 141746"/>
              <a:gd name="csX117" fmla="*/ 38990 w 148867"/>
              <a:gd name="csY117" fmla="*/ 116944 h 141746"/>
              <a:gd name="csX118" fmla="*/ 38990 w 148867"/>
              <a:gd name="csY118" fmla="*/ 109850 h 141746"/>
              <a:gd name="csX119" fmla="*/ 42534 w 148867"/>
              <a:gd name="csY119" fmla="*/ 106312 h 141746"/>
            </a:gdLst>
            <a:ahLst/>
            <a:cxnLst/>
            <a:rect l="l" t="t" r="r" b="b"/>
            <a:pathLst>
              <a:path w="100000" h="100000">
                <a:moveTo>
                  <a:pt x="36110" y="2398"/>
                </a:moveTo>
                <a:cubicBezTo>
                  <a:pt x="33388" y="2307"/>
                  <a:pt x="30666" y="3164"/>
                  <a:pt x="28479" y="4844"/>
                </a:cubicBezTo>
                <a:cubicBezTo>
                  <a:pt x="25554" y="7072"/>
                  <a:pt x="23809" y="10603"/>
                  <a:pt x="23809" y="14282"/>
                </a:cubicBezTo>
                <a:lnTo>
                  <a:pt x="23809" y="54757"/>
                </a:lnTo>
                <a:lnTo>
                  <a:pt x="32143" y="54757"/>
                </a:lnTo>
                <a:cubicBezTo>
                  <a:pt x="41988" y="54757"/>
                  <a:pt x="50000" y="62767"/>
                  <a:pt x="50000" y="72618"/>
                </a:cubicBezTo>
                <a:lnTo>
                  <a:pt x="50000" y="94043"/>
                </a:lnTo>
                <a:cubicBezTo>
                  <a:pt x="50000" y="95323"/>
                  <a:pt x="49683" y="96523"/>
                  <a:pt x="49163" y="97608"/>
                </a:cubicBezTo>
                <a:lnTo>
                  <a:pt x="75000" y="97608"/>
                </a:lnTo>
                <a:cubicBezTo>
                  <a:pt x="76971" y="97608"/>
                  <a:pt x="78571" y="96009"/>
                  <a:pt x="78571" y="94043"/>
                </a:cubicBezTo>
                <a:lnTo>
                  <a:pt x="78571" y="22624"/>
                </a:lnTo>
                <a:cubicBezTo>
                  <a:pt x="78571" y="17253"/>
                  <a:pt x="74952" y="12523"/>
                  <a:pt x="69764" y="11128"/>
                </a:cubicBezTo>
                <a:lnTo>
                  <a:pt x="38812" y="2798"/>
                </a:lnTo>
                <a:cubicBezTo>
                  <a:pt x="37924" y="2547"/>
                  <a:pt x="37017" y="2421"/>
                  <a:pt x="36110" y="2398"/>
                </a:cubicBezTo>
                <a:close/>
                <a:moveTo>
                  <a:pt x="40476" y="23801"/>
                </a:moveTo>
                <a:lnTo>
                  <a:pt x="45238" y="23801"/>
                </a:lnTo>
                <a:cubicBezTo>
                  <a:pt x="46552" y="23801"/>
                  <a:pt x="47620" y="24876"/>
                  <a:pt x="47620" y="26189"/>
                </a:cubicBezTo>
                <a:lnTo>
                  <a:pt x="47620" y="30943"/>
                </a:lnTo>
                <a:cubicBezTo>
                  <a:pt x="47620" y="32257"/>
                  <a:pt x="46552" y="33331"/>
                  <a:pt x="45238" y="33331"/>
                </a:cubicBezTo>
                <a:lnTo>
                  <a:pt x="40476" y="33331"/>
                </a:lnTo>
                <a:cubicBezTo>
                  <a:pt x="39162" y="33331"/>
                  <a:pt x="38095" y="32257"/>
                  <a:pt x="38095" y="30943"/>
                </a:cubicBezTo>
                <a:lnTo>
                  <a:pt x="38095" y="26189"/>
                </a:lnTo>
                <a:cubicBezTo>
                  <a:pt x="38095" y="24876"/>
                  <a:pt x="39162" y="23801"/>
                  <a:pt x="40476" y="23801"/>
                </a:cubicBezTo>
                <a:close/>
                <a:moveTo>
                  <a:pt x="57143" y="23801"/>
                </a:moveTo>
                <a:lnTo>
                  <a:pt x="61906" y="23801"/>
                </a:lnTo>
                <a:cubicBezTo>
                  <a:pt x="63220" y="23801"/>
                  <a:pt x="64286" y="24876"/>
                  <a:pt x="64286" y="26189"/>
                </a:cubicBezTo>
                <a:lnTo>
                  <a:pt x="64286" y="30943"/>
                </a:lnTo>
                <a:cubicBezTo>
                  <a:pt x="64286" y="32257"/>
                  <a:pt x="63220" y="33331"/>
                  <a:pt x="61906" y="33331"/>
                </a:cubicBezTo>
                <a:lnTo>
                  <a:pt x="57143" y="33331"/>
                </a:lnTo>
                <a:cubicBezTo>
                  <a:pt x="55829" y="33331"/>
                  <a:pt x="54762" y="32257"/>
                  <a:pt x="54762" y="30943"/>
                </a:cubicBezTo>
                <a:lnTo>
                  <a:pt x="54762" y="26189"/>
                </a:lnTo>
                <a:cubicBezTo>
                  <a:pt x="54762" y="24876"/>
                  <a:pt x="55829" y="23801"/>
                  <a:pt x="57143" y="23801"/>
                </a:cubicBezTo>
                <a:close/>
                <a:moveTo>
                  <a:pt x="40476" y="40473"/>
                </a:moveTo>
                <a:lnTo>
                  <a:pt x="45238" y="40473"/>
                </a:lnTo>
                <a:cubicBezTo>
                  <a:pt x="46552" y="40473"/>
                  <a:pt x="47620" y="41536"/>
                  <a:pt x="47620" y="42850"/>
                </a:cubicBezTo>
                <a:lnTo>
                  <a:pt x="47620" y="47615"/>
                </a:lnTo>
                <a:cubicBezTo>
                  <a:pt x="47620" y="48929"/>
                  <a:pt x="46552" y="49992"/>
                  <a:pt x="45238" y="49992"/>
                </a:cubicBezTo>
                <a:lnTo>
                  <a:pt x="40476" y="49992"/>
                </a:lnTo>
                <a:cubicBezTo>
                  <a:pt x="39162" y="49992"/>
                  <a:pt x="38095" y="48929"/>
                  <a:pt x="38095" y="47615"/>
                </a:cubicBezTo>
                <a:lnTo>
                  <a:pt x="38095" y="42850"/>
                </a:lnTo>
                <a:cubicBezTo>
                  <a:pt x="38095" y="41536"/>
                  <a:pt x="39162" y="40473"/>
                  <a:pt x="40476" y="40473"/>
                </a:cubicBezTo>
                <a:close/>
                <a:moveTo>
                  <a:pt x="57143" y="40473"/>
                </a:moveTo>
                <a:lnTo>
                  <a:pt x="61906" y="40473"/>
                </a:lnTo>
                <a:cubicBezTo>
                  <a:pt x="63220" y="40473"/>
                  <a:pt x="64286" y="41536"/>
                  <a:pt x="64286" y="42850"/>
                </a:cubicBezTo>
                <a:lnTo>
                  <a:pt x="64286" y="47615"/>
                </a:lnTo>
                <a:cubicBezTo>
                  <a:pt x="64286" y="48929"/>
                  <a:pt x="63220" y="49992"/>
                  <a:pt x="61906" y="49992"/>
                </a:cubicBezTo>
                <a:lnTo>
                  <a:pt x="57143" y="49992"/>
                </a:lnTo>
                <a:cubicBezTo>
                  <a:pt x="55829" y="49992"/>
                  <a:pt x="54762" y="48929"/>
                  <a:pt x="54762" y="47615"/>
                </a:cubicBezTo>
                <a:lnTo>
                  <a:pt x="54762" y="42850"/>
                </a:lnTo>
                <a:cubicBezTo>
                  <a:pt x="54762" y="41536"/>
                  <a:pt x="55829" y="40473"/>
                  <a:pt x="57143" y="40473"/>
                </a:cubicBezTo>
                <a:close/>
                <a:moveTo>
                  <a:pt x="83334" y="40473"/>
                </a:moveTo>
                <a:lnTo>
                  <a:pt x="83334" y="57134"/>
                </a:lnTo>
                <a:lnTo>
                  <a:pt x="88095" y="57134"/>
                </a:lnTo>
                <a:cubicBezTo>
                  <a:pt x="89409" y="57134"/>
                  <a:pt x="90477" y="58208"/>
                  <a:pt x="90477" y="59522"/>
                </a:cubicBezTo>
                <a:lnTo>
                  <a:pt x="90477" y="64276"/>
                </a:lnTo>
                <a:cubicBezTo>
                  <a:pt x="90477" y="65590"/>
                  <a:pt x="89409" y="66664"/>
                  <a:pt x="88095" y="66664"/>
                </a:cubicBezTo>
                <a:lnTo>
                  <a:pt x="83334" y="66664"/>
                </a:lnTo>
                <a:lnTo>
                  <a:pt x="83334" y="73806"/>
                </a:lnTo>
                <a:lnTo>
                  <a:pt x="88095" y="73806"/>
                </a:lnTo>
                <a:cubicBezTo>
                  <a:pt x="89409" y="73806"/>
                  <a:pt x="90477" y="74869"/>
                  <a:pt x="90477" y="76182"/>
                </a:cubicBezTo>
                <a:lnTo>
                  <a:pt x="90477" y="80948"/>
                </a:lnTo>
                <a:cubicBezTo>
                  <a:pt x="90477" y="82262"/>
                  <a:pt x="89409" y="83324"/>
                  <a:pt x="88095" y="83324"/>
                </a:cubicBezTo>
                <a:lnTo>
                  <a:pt x="83334" y="83324"/>
                </a:lnTo>
                <a:lnTo>
                  <a:pt x="83334" y="97608"/>
                </a:lnTo>
                <a:lnTo>
                  <a:pt x="96429" y="97608"/>
                </a:lnTo>
                <a:cubicBezTo>
                  <a:pt x="98400" y="97608"/>
                  <a:pt x="100000" y="96009"/>
                  <a:pt x="100000" y="94043"/>
                </a:cubicBezTo>
                <a:lnTo>
                  <a:pt x="100000" y="53569"/>
                </a:lnTo>
                <a:cubicBezTo>
                  <a:pt x="100000" y="46370"/>
                  <a:pt x="94107" y="40473"/>
                  <a:pt x="86905" y="40473"/>
                </a:cubicBezTo>
                <a:lnTo>
                  <a:pt x="83334" y="40473"/>
                </a:lnTo>
                <a:close/>
                <a:moveTo>
                  <a:pt x="57143" y="57134"/>
                </a:moveTo>
                <a:lnTo>
                  <a:pt x="61906" y="57134"/>
                </a:lnTo>
                <a:cubicBezTo>
                  <a:pt x="63220" y="57134"/>
                  <a:pt x="64286" y="58197"/>
                  <a:pt x="64286" y="59511"/>
                </a:cubicBezTo>
                <a:lnTo>
                  <a:pt x="64286" y="64276"/>
                </a:lnTo>
                <a:cubicBezTo>
                  <a:pt x="64286" y="65590"/>
                  <a:pt x="63220" y="66652"/>
                  <a:pt x="61906" y="66652"/>
                </a:cubicBezTo>
                <a:lnTo>
                  <a:pt x="57143" y="66652"/>
                </a:lnTo>
                <a:cubicBezTo>
                  <a:pt x="55829" y="66652"/>
                  <a:pt x="54762" y="65590"/>
                  <a:pt x="54762" y="64276"/>
                </a:cubicBezTo>
                <a:lnTo>
                  <a:pt x="54762" y="59511"/>
                </a:lnTo>
                <a:cubicBezTo>
                  <a:pt x="54762" y="58197"/>
                  <a:pt x="55829" y="57134"/>
                  <a:pt x="57143" y="57134"/>
                </a:cubicBezTo>
                <a:close/>
                <a:moveTo>
                  <a:pt x="13095" y="59522"/>
                </a:moveTo>
                <a:cubicBezTo>
                  <a:pt x="5893" y="59522"/>
                  <a:pt x="0" y="65407"/>
                  <a:pt x="0" y="72618"/>
                </a:cubicBezTo>
                <a:lnTo>
                  <a:pt x="0" y="94043"/>
                </a:lnTo>
                <a:cubicBezTo>
                  <a:pt x="0" y="96009"/>
                  <a:pt x="1600" y="97608"/>
                  <a:pt x="3572" y="97608"/>
                </a:cubicBezTo>
                <a:lnTo>
                  <a:pt x="41666" y="97608"/>
                </a:lnTo>
                <a:cubicBezTo>
                  <a:pt x="43638" y="97608"/>
                  <a:pt x="45238" y="96009"/>
                  <a:pt x="45238" y="94043"/>
                </a:cubicBezTo>
                <a:lnTo>
                  <a:pt x="45238" y="72618"/>
                </a:lnTo>
                <a:cubicBezTo>
                  <a:pt x="45238" y="65407"/>
                  <a:pt x="39345" y="59522"/>
                  <a:pt x="32143" y="59522"/>
                </a:cubicBezTo>
                <a:lnTo>
                  <a:pt x="13095" y="59522"/>
                </a:lnTo>
                <a:close/>
                <a:moveTo>
                  <a:pt x="57143" y="73794"/>
                </a:moveTo>
                <a:lnTo>
                  <a:pt x="61906" y="73794"/>
                </a:lnTo>
                <a:cubicBezTo>
                  <a:pt x="62675" y="73794"/>
                  <a:pt x="63325" y="74183"/>
                  <a:pt x="63760" y="74754"/>
                </a:cubicBezTo>
                <a:lnTo>
                  <a:pt x="63811" y="74754"/>
                </a:lnTo>
                <a:lnTo>
                  <a:pt x="63811" y="74823"/>
                </a:lnTo>
                <a:cubicBezTo>
                  <a:pt x="64090" y="75212"/>
                  <a:pt x="64286" y="75669"/>
                  <a:pt x="64286" y="76182"/>
                </a:cubicBezTo>
                <a:lnTo>
                  <a:pt x="64286" y="80936"/>
                </a:lnTo>
                <a:cubicBezTo>
                  <a:pt x="64286" y="81451"/>
                  <a:pt x="64090" y="81908"/>
                  <a:pt x="63811" y="82297"/>
                </a:cubicBezTo>
                <a:lnTo>
                  <a:pt x="63811" y="82377"/>
                </a:lnTo>
                <a:lnTo>
                  <a:pt x="63760" y="82377"/>
                </a:lnTo>
                <a:cubicBezTo>
                  <a:pt x="63325" y="82936"/>
                  <a:pt x="62671" y="83324"/>
                  <a:pt x="61906" y="83324"/>
                </a:cubicBezTo>
                <a:lnTo>
                  <a:pt x="57143" y="83324"/>
                </a:lnTo>
                <a:cubicBezTo>
                  <a:pt x="55829" y="83324"/>
                  <a:pt x="54762" y="82250"/>
                  <a:pt x="54762" y="80936"/>
                </a:cubicBezTo>
                <a:lnTo>
                  <a:pt x="54762" y="76182"/>
                </a:lnTo>
                <a:cubicBezTo>
                  <a:pt x="54762" y="74869"/>
                  <a:pt x="55829" y="73794"/>
                  <a:pt x="57143" y="73794"/>
                </a:cubicBezTo>
                <a:close/>
                <a:moveTo>
                  <a:pt x="11905" y="73806"/>
                </a:moveTo>
                <a:lnTo>
                  <a:pt x="16667" y="73806"/>
                </a:lnTo>
                <a:cubicBezTo>
                  <a:pt x="17980" y="73806"/>
                  <a:pt x="19048" y="74869"/>
                  <a:pt x="19048" y="76182"/>
                </a:cubicBezTo>
                <a:lnTo>
                  <a:pt x="19048" y="80948"/>
                </a:lnTo>
                <a:cubicBezTo>
                  <a:pt x="19048" y="82262"/>
                  <a:pt x="17980" y="83324"/>
                  <a:pt x="16667" y="83324"/>
                </a:cubicBezTo>
                <a:lnTo>
                  <a:pt x="11905" y="83324"/>
                </a:lnTo>
                <a:cubicBezTo>
                  <a:pt x="10591" y="83324"/>
                  <a:pt x="9523" y="82262"/>
                  <a:pt x="9523" y="80948"/>
                </a:cubicBezTo>
                <a:lnTo>
                  <a:pt x="9523" y="76182"/>
                </a:lnTo>
                <a:cubicBezTo>
                  <a:pt x="9523" y="74869"/>
                  <a:pt x="10591" y="73806"/>
                  <a:pt x="11905" y="73806"/>
                </a:cubicBezTo>
                <a:close/>
                <a:moveTo>
                  <a:pt x="28572" y="73806"/>
                </a:moveTo>
                <a:lnTo>
                  <a:pt x="33334" y="73806"/>
                </a:lnTo>
                <a:cubicBezTo>
                  <a:pt x="34648" y="73806"/>
                  <a:pt x="35714" y="74869"/>
                  <a:pt x="35714" y="76182"/>
                </a:cubicBezTo>
                <a:lnTo>
                  <a:pt x="35714" y="80948"/>
                </a:lnTo>
                <a:cubicBezTo>
                  <a:pt x="35714" y="82262"/>
                  <a:pt x="34648" y="83324"/>
                  <a:pt x="33334" y="83324"/>
                </a:cubicBezTo>
                <a:lnTo>
                  <a:pt x="28572" y="83324"/>
                </a:lnTo>
                <a:cubicBezTo>
                  <a:pt x="27257" y="83324"/>
                  <a:pt x="26191" y="82262"/>
                  <a:pt x="26191" y="80948"/>
                </a:cubicBezTo>
                <a:lnTo>
                  <a:pt x="26191" y="76182"/>
                </a:lnTo>
                <a:cubicBezTo>
                  <a:pt x="26191" y="74869"/>
                  <a:pt x="27257" y="73806"/>
                  <a:pt x="28572" y="7380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7" name="Белый — SVG 6">
            <a:extLst>
              <a:ext uri="{FF2B5EF4-FFF2-40B4-BE49-F238E27FC236}">
                <a16:creationId xmlns:a16="http://schemas.microsoft.com/office/drawing/2014/main" id="{FEFBBA1A-8BDB-434A-A888-51D7CE12049F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38995 w 134763"/>
              <a:gd name="csY0" fmla="*/ 0 h 134676"/>
              <a:gd name="csX1" fmla="*/ 23955 w 134763"/>
              <a:gd name="csY1" fmla="*/ 6226 h 134676"/>
              <a:gd name="csX2" fmla="*/ 17728 w 134763"/>
              <a:gd name="csY2" fmla="*/ 21264 h 134676"/>
              <a:gd name="csX3" fmla="*/ 17728 w 134763"/>
              <a:gd name="csY3" fmla="*/ 70885 h 134676"/>
              <a:gd name="csX4" fmla="*/ 20978 w 134763"/>
              <a:gd name="csY4" fmla="*/ 82113 h 134676"/>
              <a:gd name="csX5" fmla="*/ 0 w 134763"/>
              <a:gd name="csY5" fmla="*/ 108089 h 134676"/>
              <a:gd name="csX6" fmla="*/ 26575 w 134763"/>
              <a:gd name="csY6" fmla="*/ 134677 h 134676"/>
              <a:gd name="csX7" fmla="*/ 129370 w 134763"/>
              <a:gd name="csY7" fmla="*/ 134677 h 134676"/>
              <a:gd name="csX8" fmla="*/ 131429 w 134763"/>
              <a:gd name="csY8" fmla="*/ 134286 h 134676"/>
              <a:gd name="csX9" fmla="*/ 133181 w 134763"/>
              <a:gd name="csY9" fmla="*/ 133146 h 134676"/>
              <a:gd name="csX10" fmla="*/ 134355 w 134763"/>
              <a:gd name="csY10" fmla="*/ 131411 h 134676"/>
              <a:gd name="csX11" fmla="*/ 134763 w 134763"/>
              <a:gd name="csY11" fmla="*/ 129353 h 134676"/>
              <a:gd name="csX12" fmla="*/ 134355 w 134763"/>
              <a:gd name="csY12" fmla="*/ 127311 h 134676"/>
              <a:gd name="csX13" fmla="*/ 133181 w 134763"/>
              <a:gd name="csY13" fmla="*/ 125576 h 134676"/>
              <a:gd name="csX14" fmla="*/ 131429 w 134763"/>
              <a:gd name="csY14" fmla="*/ 124419 h 134676"/>
              <a:gd name="csX15" fmla="*/ 129370 w 134763"/>
              <a:gd name="csY15" fmla="*/ 124045 h 134676"/>
              <a:gd name="csX16" fmla="*/ 26575 w 134763"/>
              <a:gd name="csY16" fmla="*/ 124045 h 134676"/>
              <a:gd name="csX17" fmla="*/ 10633 w 134763"/>
              <a:gd name="csY17" fmla="*/ 108089 h 134676"/>
              <a:gd name="csX18" fmla="*/ 26575 w 134763"/>
              <a:gd name="csY18" fmla="*/ 92149 h 134676"/>
              <a:gd name="csX19" fmla="*/ 38995 w 134763"/>
              <a:gd name="csY19" fmla="*/ 92149 h 134676"/>
              <a:gd name="csX20" fmla="*/ 95700 w 134763"/>
              <a:gd name="csY20" fmla="*/ 92149 h 134676"/>
              <a:gd name="csX21" fmla="*/ 129370 w 134763"/>
              <a:gd name="csY21" fmla="*/ 92149 h 134676"/>
              <a:gd name="csX22" fmla="*/ 131429 w 134763"/>
              <a:gd name="csY22" fmla="*/ 91758 h 134676"/>
              <a:gd name="csX23" fmla="*/ 133181 w 134763"/>
              <a:gd name="csY23" fmla="*/ 90618 h 134676"/>
              <a:gd name="csX24" fmla="*/ 134355 w 134763"/>
              <a:gd name="csY24" fmla="*/ 88883 h 134676"/>
              <a:gd name="csX25" fmla="*/ 134763 w 134763"/>
              <a:gd name="csY25" fmla="*/ 86825 h 134676"/>
              <a:gd name="csX26" fmla="*/ 134355 w 134763"/>
              <a:gd name="csY26" fmla="*/ 84783 h 134676"/>
              <a:gd name="csX27" fmla="*/ 133181 w 134763"/>
              <a:gd name="csY27" fmla="*/ 83048 h 134676"/>
              <a:gd name="csX28" fmla="*/ 131429 w 134763"/>
              <a:gd name="csY28" fmla="*/ 81891 h 134676"/>
              <a:gd name="csX29" fmla="*/ 129370 w 134763"/>
              <a:gd name="csY29" fmla="*/ 81517 h 134676"/>
              <a:gd name="csX30" fmla="*/ 114092 w 134763"/>
              <a:gd name="csY30" fmla="*/ 81517 h 134676"/>
              <a:gd name="csX31" fmla="*/ 116967 w 134763"/>
              <a:gd name="csY31" fmla="*/ 70885 h 134676"/>
              <a:gd name="csX32" fmla="*/ 116967 w 134763"/>
              <a:gd name="csY32" fmla="*/ 21264 h 134676"/>
              <a:gd name="csX33" fmla="*/ 110740 w 134763"/>
              <a:gd name="csY33" fmla="*/ 6226 h 134676"/>
              <a:gd name="csX34" fmla="*/ 95700 w 134763"/>
              <a:gd name="csY34" fmla="*/ 0 h 134676"/>
              <a:gd name="csX35" fmla="*/ 38995 w 134763"/>
              <a:gd name="csY35" fmla="*/ 0 h 134676"/>
              <a:gd name="csX36" fmla="*/ 49475 w 134763"/>
              <a:gd name="csY36" fmla="*/ 21264 h 134676"/>
              <a:gd name="csX37" fmla="*/ 49628 w 134763"/>
              <a:gd name="csY37" fmla="*/ 21264 h 134676"/>
              <a:gd name="csX38" fmla="*/ 85067 w 134763"/>
              <a:gd name="csY38" fmla="*/ 21264 h 134676"/>
              <a:gd name="csX39" fmla="*/ 87568 w 134763"/>
              <a:gd name="csY39" fmla="*/ 22302 h 134676"/>
              <a:gd name="csX40" fmla="*/ 88606 w 134763"/>
              <a:gd name="csY40" fmla="*/ 24802 h 134676"/>
              <a:gd name="csX41" fmla="*/ 87568 w 134763"/>
              <a:gd name="csY41" fmla="*/ 27320 h 134676"/>
              <a:gd name="csX42" fmla="*/ 85067 w 134763"/>
              <a:gd name="csY42" fmla="*/ 28358 h 134676"/>
              <a:gd name="csX43" fmla="*/ 49628 w 134763"/>
              <a:gd name="csY43" fmla="*/ 28358 h 134676"/>
              <a:gd name="csX44" fmla="*/ 47093 w 134763"/>
              <a:gd name="csY44" fmla="*/ 27371 h 134676"/>
              <a:gd name="csX45" fmla="*/ 46004 w 134763"/>
              <a:gd name="csY45" fmla="*/ 24887 h 134676"/>
              <a:gd name="csX46" fmla="*/ 46991 w 134763"/>
              <a:gd name="csY46" fmla="*/ 22353 h 134676"/>
              <a:gd name="csX47" fmla="*/ 49475 w 134763"/>
              <a:gd name="csY47" fmla="*/ 21264 h 134676"/>
              <a:gd name="csX48" fmla="*/ 26575 w 134763"/>
              <a:gd name="csY48" fmla="*/ 99226 h 134676"/>
              <a:gd name="csX49" fmla="*/ 20314 w 134763"/>
              <a:gd name="csY49" fmla="*/ 101828 h 134676"/>
              <a:gd name="csX50" fmla="*/ 17728 w 134763"/>
              <a:gd name="csY50" fmla="*/ 108089 h 134676"/>
              <a:gd name="csX51" fmla="*/ 20314 w 134763"/>
              <a:gd name="csY51" fmla="*/ 114349 h 134676"/>
              <a:gd name="csX52" fmla="*/ 26575 w 134763"/>
              <a:gd name="csY52" fmla="*/ 116951 h 134676"/>
              <a:gd name="csX53" fmla="*/ 32853 w 134763"/>
              <a:gd name="csY53" fmla="*/ 114349 h 134676"/>
              <a:gd name="csX54" fmla="*/ 35439 w 134763"/>
              <a:gd name="csY54" fmla="*/ 108089 h 134676"/>
              <a:gd name="csX55" fmla="*/ 32853 w 134763"/>
              <a:gd name="csY55" fmla="*/ 101828 h 134676"/>
              <a:gd name="csX56" fmla="*/ 26575 w 134763"/>
              <a:gd name="csY56" fmla="*/ 99226 h 134676"/>
              <a:gd name="csX57" fmla="*/ 58475 w 134763"/>
              <a:gd name="csY57" fmla="*/ 99226 h 134676"/>
              <a:gd name="csX58" fmla="*/ 52214 w 134763"/>
              <a:gd name="csY58" fmla="*/ 101828 h 134676"/>
              <a:gd name="csX59" fmla="*/ 49628 w 134763"/>
              <a:gd name="csY59" fmla="*/ 108089 h 134676"/>
              <a:gd name="csX60" fmla="*/ 52214 w 134763"/>
              <a:gd name="csY60" fmla="*/ 114349 h 134676"/>
              <a:gd name="csX61" fmla="*/ 58475 w 134763"/>
              <a:gd name="csY61" fmla="*/ 116951 h 134676"/>
              <a:gd name="csX62" fmla="*/ 64753 w 134763"/>
              <a:gd name="csY62" fmla="*/ 114349 h 134676"/>
              <a:gd name="csX63" fmla="*/ 67339 w 134763"/>
              <a:gd name="csY63" fmla="*/ 108089 h 134676"/>
              <a:gd name="csX64" fmla="*/ 64753 w 134763"/>
              <a:gd name="csY64" fmla="*/ 101828 h 134676"/>
              <a:gd name="csX65" fmla="*/ 58475 w 134763"/>
              <a:gd name="csY65" fmla="*/ 99226 h 134676"/>
              <a:gd name="csX66" fmla="*/ 90375 w 134763"/>
              <a:gd name="csY66" fmla="*/ 99226 h 134676"/>
              <a:gd name="csX67" fmla="*/ 84114 w 134763"/>
              <a:gd name="csY67" fmla="*/ 101828 h 134676"/>
              <a:gd name="csX68" fmla="*/ 81528 w 134763"/>
              <a:gd name="csY68" fmla="*/ 108089 h 134676"/>
              <a:gd name="csX69" fmla="*/ 84114 w 134763"/>
              <a:gd name="csY69" fmla="*/ 114349 h 134676"/>
              <a:gd name="csX70" fmla="*/ 90375 w 134763"/>
              <a:gd name="csY70" fmla="*/ 116951 h 134676"/>
              <a:gd name="csX71" fmla="*/ 96653 w 134763"/>
              <a:gd name="csY71" fmla="*/ 114349 h 134676"/>
              <a:gd name="csX72" fmla="*/ 99239 w 134763"/>
              <a:gd name="csY72" fmla="*/ 108089 h 134676"/>
              <a:gd name="csX73" fmla="*/ 96653 w 134763"/>
              <a:gd name="csY73" fmla="*/ 101828 h 134676"/>
              <a:gd name="csX74" fmla="*/ 90375 w 134763"/>
              <a:gd name="csY74" fmla="*/ 99226 h 134676"/>
              <a:gd name="csX75" fmla="*/ 122276 w 134763"/>
              <a:gd name="csY75" fmla="*/ 99226 h 134676"/>
              <a:gd name="csX76" fmla="*/ 116014 w 134763"/>
              <a:gd name="csY76" fmla="*/ 101828 h 134676"/>
              <a:gd name="csX77" fmla="*/ 113428 w 134763"/>
              <a:gd name="csY77" fmla="*/ 108089 h 134676"/>
              <a:gd name="csX78" fmla="*/ 116014 w 134763"/>
              <a:gd name="csY78" fmla="*/ 114349 h 134676"/>
              <a:gd name="csX79" fmla="*/ 122276 w 134763"/>
              <a:gd name="csY79" fmla="*/ 116951 h 134676"/>
              <a:gd name="csX80" fmla="*/ 128553 w 134763"/>
              <a:gd name="csY80" fmla="*/ 114349 h 134676"/>
              <a:gd name="csX81" fmla="*/ 131139 w 134763"/>
              <a:gd name="csY81" fmla="*/ 108089 h 134676"/>
              <a:gd name="csX82" fmla="*/ 128553 w 134763"/>
              <a:gd name="csY82" fmla="*/ 101828 h 134676"/>
              <a:gd name="csX83" fmla="*/ 122276 w 134763"/>
              <a:gd name="csY83" fmla="*/ 99226 h 134676"/>
            </a:gdLst>
            <a:ahLst/>
            <a:cxnLst/>
            <a:rect l="l" t="t" r="r" b="b"/>
            <a:pathLst>
              <a:path w="100000" h="100000">
                <a:moveTo>
                  <a:pt x="28936" y="32"/>
                </a:moveTo>
                <a:cubicBezTo>
                  <a:pt x="24744" y="32"/>
                  <a:pt x="20730" y="1698"/>
                  <a:pt x="17776" y="4652"/>
                </a:cubicBezTo>
                <a:cubicBezTo>
                  <a:pt x="14809" y="7619"/>
                  <a:pt x="13155" y="11620"/>
                  <a:pt x="13155" y="15811"/>
                </a:cubicBezTo>
                <a:lnTo>
                  <a:pt x="13155" y="52632"/>
                </a:lnTo>
                <a:cubicBezTo>
                  <a:pt x="13155" y="55573"/>
                  <a:pt x="13988" y="58464"/>
                  <a:pt x="15567" y="60964"/>
                </a:cubicBezTo>
                <a:cubicBezTo>
                  <a:pt x="6691" y="62894"/>
                  <a:pt x="0" y="70822"/>
                  <a:pt x="0" y="80239"/>
                </a:cubicBezTo>
                <a:cubicBezTo>
                  <a:pt x="0" y="91082"/>
                  <a:pt x="8875" y="99968"/>
                  <a:pt x="19720" y="99968"/>
                </a:cubicBezTo>
                <a:lnTo>
                  <a:pt x="95998" y="99968"/>
                </a:lnTo>
                <a:cubicBezTo>
                  <a:pt x="96528" y="99968"/>
                  <a:pt x="97046" y="99880"/>
                  <a:pt x="97526" y="99678"/>
                </a:cubicBezTo>
                <a:cubicBezTo>
                  <a:pt x="98018" y="99489"/>
                  <a:pt x="98460" y="99198"/>
                  <a:pt x="98826" y="98832"/>
                </a:cubicBezTo>
                <a:cubicBezTo>
                  <a:pt x="99205" y="98467"/>
                  <a:pt x="99495" y="98024"/>
                  <a:pt x="99697" y="97545"/>
                </a:cubicBezTo>
                <a:cubicBezTo>
                  <a:pt x="99899" y="97065"/>
                  <a:pt x="100000" y="96548"/>
                  <a:pt x="100000" y="96018"/>
                </a:cubicBezTo>
                <a:cubicBezTo>
                  <a:pt x="100000" y="95500"/>
                  <a:pt x="99899" y="94982"/>
                  <a:pt x="99697" y="94503"/>
                </a:cubicBezTo>
                <a:cubicBezTo>
                  <a:pt x="99495" y="94011"/>
                  <a:pt x="99205" y="93581"/>
                  <a:pt x="98826" y="93215"/>
                </a:cubicBezTo>
                <a:cubicBezTo>
                  <a:pt x="98460" y="92849"/>
                  <a:pt x="98018" y="92558"/>
                  <a:pt x="97526" y="92357"/>
                </a:cubicBezTo>
                <a:cubicBezTo>
                  <a:pt x="97046" y="92167"/>
                  <a:pt x="96528" y="92066"/>
                  <a:pt x="95998" y="92079"/>
                </a:cubicBezTo>
                <a:lnTo>
                  <a:pt x="19720" y="92079"/>
                </a:lnTo>
                <a:cubicBezTo>
                  <a:pt x="13142" y="92079"/>
                  <a:pt x="7890" y="86828"/>
                  <a:pt x="7890" y="80239"/>
                </a:cubicBezTo>
                <a:cubicBezTo>
                  <a:pt x="7890" y="73662"/>
                  <a:pt x="13142" y="68411"/>
                  <a:pt x="19720" y="68411"/>
                </a:cubicBezTo>
                <a:lnTo>
                  <a:pt x="28936" y="68411"/>
                </a:lnTo>
                <a:lnTo>
                  <a:pt x="71014" y="68411"/>
                </a:lnTo>
                <a:lnTo>
                  <a:pt x="95998" y="68411"/>
                </a:lnTo>
                <a:cubicBezTo>
                  <a:pt x="96528" y="68411"/>
                  <a:pt x="97046" y="68323"/>
                  <a:pt x="97526" y="68121"/>
                </a:cubicBezTo>
                <a:cubicBezTo>
                  <a:pt x="98018" y="67931"/>
                  <a:pt x="98460" y="67641"/>
                  <a:pt x="98826" y="67275"/>
                </a:cubicBezTo>
                <a:cubicBezTo>
                  <a:pt x="99205" y="66909"/>
                  <a:pt x="99495" y="66467"/>
                  <a:pt x="99697" y="65987"/>
                </a:cubicBezTo>
                <a:cubicBezTo>
                  <a:pt x="99899" y="65508"/>
                  <a:pt x="100000" y="64990"/>
                  <a:pt x="100000" y="64460"/>
                </a:cubicBezTo>
                <a:cubicBezTo>
                  <a:pt x="100000" y="63942"/>
                  <a:pt x="99899" y="63425"/>
                  <a:pt x="99697" y="62945"/>
                </a:cubicBezTo>
                <a:cubicBezTo>
                  <a:pt x="99495" y="62453"/>
                  <a:pt x="99205" y="62024"/>
                  <a:pt x="98826" y="61658"/>
                </a:cubicBezTo>
                <a:cubicBezTo>
                  <a:pt x="98460" y="61292"/>
                  <a:pt x="98018" y="61002"/>
                  <a:pt x="97526" y="60799"/>
                </a:cubicBezTo>
                <a:cubicBezTo>
                  <a:pt x="97046" y="60610"/>
                  <a:pt x="96528" y="60509"/>
                  <a:pt x="95998" y="60521"/>
                </a:cubicBezTo>
                <a:lnTo>
                  <a:pt x="84661" y="60521"/>
                </a:lnTo>
                <a:cubicBezTo>
                  <a:pt x="86050" y="58123"/>
                  <a:pt x="86783" y="55397"/>
                  <a:pt x="86795" y="52632"/>
                </a:cubicBezTo>
                <a:lnTo>
                  <a:pt x="86795" y="15811"/>
                </a:lnTo>
                <a:cubicBezTo>
                  <a:pt x="86795" y="11620"/>
                  <a:pt x="85129" y="7619"/>
                  <a:pt x="82174" y="4652"/>
                </a:cubicBezTo>
                <a:cubicBezTo>
                  <a:pt x="79208" y="1698"/>
                  <a:pt x="75205" y="32"/>
                  <a:pt x="71014" y="32"/>
                </a:cubicBezTo>
                <a:lnTo>
                  <a:pt x="28936" y="32"/>
                </a:lnTo>
                <a:close/>
                <a:moveTo>
                  <a:pt x="36713" y="15811"/>
                </a:moveTo>
                <a:cubicBezTo>
                  <a:pt x="36750" y="15811"/>
                  <a:pt x="36788" y="15811"/>
                  <a:pt x="36826" y="15811"/>
                </a:cubicBezTo>
                <a:lnTo>
                  <a:pt x="63123" y="15811"/>
                </a:lnTo>
                <a:cubicBezTo>
                  <a:pt x="63817" y="15811"/>
                  <a:pt x="64487" y="16089"/>
                  <a:pt x="64979" y="16581"/>
                </a:cubicBezTo>
                <a:cubicBezTo>
                  <a:pt x="65471" y="17073"/>
                  <a:pt x="65750" y="17743"/>
                  <a:pt x="65750" y="18436"/>
                </a:cubicBezTo>
                <a:cubicBezTo>
                  <a:pt x="65750" y="19144"/>
                  <a:pt x="65471" y="19812"/>
                  <a:pt x="64979" y="20305"/>
                </a:cubicBezTo>
                <a:cubicBezTo>
                  <a:pt x="64487" y="20797"/>
                  <a:pt x="63817" y="21075"/>
                  <a:pt x="63123" y="21075"/>
                </a:cubicBezTo>
                <a:lnTo>
                  <a:pt x="36826" y="21075"/>
                </a:lnTo>
                <a:cubicBezTo>
                  <a:pt x="36119" y="21088"/>
                  <a:pt x="35450" y="20822"/>
                  <a:pt x="34945" y="20343"/>
                </a:cubicBezTo>
                <a:cubicBezTo>
                  <a:pt x="34440" y="19850"/>
                  <a:pt x="34150" y="19194"/>
                  <a:pt x="34137" y="18500"/>
                </a:cubicBezTo>
                <a:cubicBezTo>
                  <a:pt x="34124" y="17793"/>
                  <a:pt x="34390" y="17124"/>
                  <a:pt x="34869" y="16619"/>
                </a:cubicBezTo>
                <a:cubicBezTo>
                  <a:pt x="35349" y="16114"/>
                  <a:pt x="36018" y="15824"/>
                  <a:pt x="36713" y="15811"/>
                </a:cubicBezTo>
                <a:close/>
                <a:moveTo>
                  <a:pt x="19720" y="73662"/>
                </a:moveTo>
                <a:cubicBezTo>
                  <a:pt x="17977" y="73662"/>
                  <a:pt x="16311" y="74356"/>
                  <a:pt x="15074" y="75593"/>
                </a:cubicBezTo>
                <a:cubicBezTo>
                  <a:pt x="13849" y="76831"/>
                  <a:pt x="13155" y="78497"/>
                  <a:pt x="13155" y="80239"/>
                </a:cubicBezTo>
                <a:cubicBezTo>
                  <a:pt x="13155" y="81981"/>
                  <a:pt x="13849" y="83660"/>
                  <a:pt x="15074" y="84884"/>
                </a:cubicBezTo>
                <a:cubicBezTo>
                  <a:pt x="16311" y="86121"/>
                  <a:pt x="17977" y="86815"/>
                  <a:pt x="19720" y="86815"/>
                </a:cubicBezTo>
                <a:cubicBezTo>
                  <a:pt x="21474" y="86815"/>
                  <a:pt x="23141" y="86121"/>
                  <a:pt x="24378" y="84884"/>
                </a:cubicBezTo>
                <a:cubicBezTo>
                  <a:pt x="25603" y="83660"/>
                  <a:pt x="26297" y="81981"/>
                  <a:pt x="26297" y="80239"/>
                </a:cubicBezTo>
                <a:cubicBezTo>
                  <a:pt x="26297" y="78497"/>
                  <a:pt x="25603" y="76831"/>
                  <a:pt x="24378" y="75593"/>
                </a:cubicBezTo>
                <a:cubicBezTo>
                  <a:pt x="23141" y="74356"/>
                  <a:pt x="21474" y="73662"/>
                  <a:pt x="19720" y="73662"/>
                </a:cubicBezTo>
                <a:close/>
                <a:moveTo>
                  <a:pt x="43391" y="73662"/>
                </a:moveTo>
                <a:cubicBezTo>
                  <a:pt x="41649" y="73662"/>
                  <a:pt x="39982" y="74356"/>
                  <a:pt x="38745" y="75593"/>
                </a:cubicBezTo>
                <a:cubicBezTo>
                  <a:pt x="37521" y="76831"/>
                  <a:pt x="36826" y="78497"/>
                  <a:pt x="36826" y="80239"/>
                </a:cubicBezTo>
                <a:cubicBezTo>
                  <a:pt x="36826" y="81981"/>
                  <a:pt x="37521" y="83660"/>
                  <a:pt x="38745" y="84884"/>
                </a:cubicBezTo>
                <a:cubicBezTo>
                  <a:pt x="39982" y="86121"/>
                  <a:pt x="41649" y="86815"/>
                  <a:pt x="43391" y="86815"/>
                </a:cubicBezTo>
                <a:cubicBezTo>
                  <a:pt x="45146" y="86815"/>
                  <a:pt x="46813" y="86121"/>
                  <a:pt x="48050" y="84884"/>
                </a:cubicBezTo>
                <a:cubicBezTo>
                  <a:pt x="49274" y="83660"/>
                  <a:pt x="49968" y="81981"/>
                  <a:pt x="49968" y="80239"/>
                </a:cubicBezTo>
                <a:cubicBezTo>
                  <a:pt x="49968" y="78497"/>
                  <a:pt x="49274" y="76831"/>
                  <a:pt x="48050" y="75593"/>
                </a:cubicBezTo>
                <a:cubicBezTo>
                  <a:pt x="46813" y="74356"/>
                  <a:pt x="45146" y="73662"/>
                  <a:pt x="43391" y="73662"/>
                </a:cubicBezTo>
                <a:close/>
                <a:moveTo>
                  <a:pt x="67062" y="73662"/>
                </a:moveTo>
                <a:cubicBezTo>
                  <a:pt x="65321" y="73662"/>
                  <a:pt x="63653" y="74356"/>
                  <a:pt x="62416" y="75593"/>
                </a:cubicBezTo>
                <a:cubicBezTo>
                  <a:pt x="61192" y="76831"/>
                  <a:pt x="60497" y="78497"/>
                  <a:pt x="60497" y="80239"/>
                </a:cubicBezTo>
                <a:cubicBezTo>
                  <a:pt x="60497" y="81981"/>
                  <a:pt x="61192" y="83660"/>
                  <a:pt x="62416" y="84884"/>
                </a:cubicBezTo>
                <a:cubicBezTo>
                  <a:pt x="63653" y="86121"/>
                  <a:pt x="65321" y="86815"/>
                  <a:pt x="67062" y="86815"/>
                </a:cubicBezTo>
                <a:cubicBezTo>
                  <a:pt x="68817" y="86815"/>
                  <a:pt x="70484" y="86121"/>
                  <a:pt x="71721" y="84884"/>
                </a:cubicBezTo>
                <a:cubicBezTo>
                  <a:pt x="72945" y="83660"/>
                  <a:pt x="73640" y="81981"/>
                  <a:pt x="73640" y="80239"/>
                </a:cubicBezTo>
                <a:cubicBezTo>
                  <a:pt x="73640" y="78497"/>
                  <a:pt x="72945" y="76831"/>
                  <a:pt x="71721" y="75593"/>
                </a:cubicBezTo>
                <a:cubicBezTo>
                  <a:pt x="70484" y="74356"/>
                  <a:pt x="68817" y="73662"/>
                  <a:pt x="67062" y="73662"/>
                </a:cubicBezTo>
                <a:close/>
                <a:moveTo>
                  <a:pt x="90734" y="73662"/>
                </a:moveTo>
                <a:cubicBezTo>
                  <a:pt x="88992" y="73662"/>
                  <a:pt x="87325" y="74356"/>
                  <a:pt x="86087" y="75593"/>
                </a:cubicBezTo>
                <a:cubicBezTo>
                  <a:pt x="84864" y="76831"/>
                  <a:pt x="84169" y="78497"/>
                  <a:pt x="84169" y="80239"/>
                </a:cubicBezTo>
                <a:cubicBezTo>
                  <a:pt x="84169" y="81981"/>
                  <a:pt x="84864" y="83660"/>
                  <a:pt x="86087" y="84884"/>
                </a:cubicBezTo>
                <a:cubicBezTo>
                  <a:pt x="87325" y="86121"/>
                  <a:pt x="88992" y="86815"/>
                  <a:pt x="90734" y="86815"/>
                </a:cubicBezTo>
                <a:cubicBezTo>
                  <a:pt x="92488" y="86815"/>
                  <a:pt x="94155" y="86121"/>
                  <a:pt x="95392" y="84884"/>
                </a:cubicBezTo>
                <a:cubicBezTo>
                  <a:pt x="96616" y="83660"/>
                  <a:pt x="97311" y="81981"/>
                  <a:pt x="97311" y="80239"/>
                </a:cubicBezTo>
                <a:cubicBezTo>
                  <a:pt x="97311" y="78497"/>
                  <a:pt x="96616" y="76831"/>
                  <a:pt x="95392" y="75593"/>
                </a:cubicBezTo>
                <a:cubicBezTo>
                  <a:pt x="94155" y="74356"/>
                  <a:pt x="92488" y="73662"/>
                  <a:pt x="90734" y="7366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8" name="Белый — SVG 7">
            <a:extLst>
              <a:ext uri="{FF2B5EF4-FFF2-40B4-BE49-F238E27FC236}">
                <a16:creationId xmlns:a16="http://schemas.microsoft.com/office/drawing/2014/main" id="{D2D37C16-21D5-724D-BC65-D6A76A7EDAC7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144580 w 148867"/>
              <a:gd name="csY0" fmla="*/ 85192 h 141906"/>
              <a:gd name="csX1" fmla="*/ 117324 w 148867"/>
              <a:gd name="csY1" fmla="*/ 85192 h 141906"/>
              <a:gd name="csX2" fmla="*/ 87619 w 148867"/>
              <a:gd name="csY2" fmla="*/ 34090 h 141906"/>
              <a:gd name="csX3" fmla="*/ 93863 w 148867"/>
              <a:gd name="csY3" fmla="*/ 22217 h 141906"/>
              <a:gd name="csX4" fmla="*/ 100941 w 148867"/>
              <a:gd name="csY4" fmla="*/ 17862 h 141906"/>
              <a:gd name="csX5" fmla="*/ 101059 w 148867"/>
              <a:gd name="csY5" fmla="*/ 17862 h 141906"/>
              <a:gd name="csX6" fmla="*/ 108171 w 148867"/>
              <a:gd name="csY6" fmla="*/ 22080 h 141906"/>
              <a:gd name="csX7" fmla="*/ 144580 w 148867"/>
              <a:gd name="csY7" fmla="*/ 85192 h 141906"/>
              <a:gd name="csX8" fmla="*/ 109090 w 148867"/>
              <a:gd name="csY8" fmla="*/ 85192 h 141906"/>
              <a:gd name="csX9" fmla="*/ 3998 w 148867"/>
              <a:gd name="csY9" fmla="*/ 85192 h 141906"/>
              <a:gd name="csX10" fmla="*/ 46685 w 148867"/>
              <a:gd name="csY10" fmla="*/ 4746 h 141906"/>
              <a:gd name="csX11" fmla="*/ 54409 w 148867"/>
              <a:gd name="csY11" fmla="*/ 0 h 141906"/>
              <a:gd name="csX12" fmla="*/ 54545 w 148867"/>
              <a:gd name="csY12" fmla="*/ 0 h 141906"/>
              <a:gd name="csX13" fmla="*/ 62269 w 148867"/>
              <a:gd name="csY13" fmla="*/ 4576 h 141906"/>
              <a:gd name="csX14" fmla="*/ 109090 w 148867"/>
              <a:gd name="csY14" fmla="*/ 85192 h 141906"/>
              <a:gd name="csX15" fmla="*/ 148765 w 148867"/>
              <a:gd name="csY15" fmla="*/ 93068 h 141906"/>
              <a:gd name="csX16" fmla="*/ 148731 w 148867"/>
              <a:gd name="csY16" fmla="*/ 92932 h 141906"/>
              <a:gd name="csX17" fmla="*/ 148544 w 148867"/>
              <a:gd name="csY17" fmla="*/ 92285 h 141906"/>
              <a:gd name="csX18" fmla="*/ 120370 w 148867"/>
              <a:gd name="csY18" fmla="*/ 92285 h 141906"/>
              <a:gd name="csX19" fmla="*/ 113105 w 148867"/>
              <a:gd name="csY19" fmla="*/ 92285 h 141906"/>
              <a:gd name="csX20" fmla="*/ 323 w 148867"/>
              <a:gd name="csY20" fmla="*/ 92285 h 141906"/>
              <a:gd name="csX21" fmla="*/ 102 w 148867"/>
              <a:gd name="csY21" fmla="*/ 93000 h 141906"/>
              <a:gd name="csX22" fmla="*/ 0 w 148867"/>
              <a:gd name="csY22" fmla="*/ 94054 h 141906"/>
              <a:gd name="csX23" fmla="*/ 0 w 148867"/>
              <a:gd name="csY23" fmla="*/ 129489 h 141906"/>
              <a:gd name="csX24" fmla="*/ 12403 w 148867"/>
              <a:gd name="csY24" fmla="*/ 141907 h 141906"/>
              <a:gd name="csX25" fmla="*/ 136464 w 148867"/>
              <a:gd name="csY25" fmla="*/ 141907 h 141906"/>
              <a:gd name="csX26" fmla="*/ 148867 w 148867"/>
              <a:gd name="csY26" fmla="*/ 129489 h 141906"/>
              <a:gd name="csX27" fmla="*/ 148867 w 148867"/>
              <a:gd name="csY27" fmla="*/ 94054 h 141906"/>
              <a:gd name="csX28" fmla="*/ 148765 w 148867"/>
              <a:gd name="csY28" fmla="*/ 93068 h 141906"/>
            </a:gdLst>
            <a:ahLst/>
            <a:cxnLst/>
            <a:rect l="l" t="t" r="r" b="b"/>
            <a:pathLst>
              <a:path w="100000" h="100000">
                <a:moveTo>
                  <a:pt x="97120" y="59565"/>
                </a:moveTo>
                <a:lnTo>
                  <a:pt x="78811" y="59565"/>
                </a:lnTo>
                <a:lnTo>
                  <a:pt x="58857" y="25238"/>
                </a:lnTo>
                <a:lnTo>
                  <a:pt x="63052" y="17262"/>
                </a:lnTo>
                <a:cubicBezTo>
                  <a:pt x="63977" y="15502"/>
                  <a:pt x="65783" y="14359"/>
                  <a:pt x="67806" y="14337"/>
                </a:cubicBezTo>
                <a:lnTo>
                  <a:pt x="67885" y="14337"/>
                </a:lnTo>
                <a:cubicBezTo>
                  <a:pt x="69886" y="14337"/>
                  <a:pt x="71714" y="15411"/>
                  <a:pt x="72663" y="17170"/>
                </a:cubicBezTo>
                <a:lnTo>
                  <a:pt x="97120" y="59565"/>
                </a:lnTo>
                <a:close/>
                <a:moveTo>
                  <a:pt x="73280" y="59565"/>
                </a:moveTo>
                <a:lnTo>
                  <a:pt x="2686" y="59565"/>
                </a:lnTo>
                <a:lnTo>
                  <a:pt x="31360" y="5526"/>
                </a:lnTo>
                <a:cubicBezTo>
                  <a:pt x="32354" y="3595"/>
                  <a:pt x="34354" y="2361"/>
                  <a:pt x="36549" y="2338"/>
                </a:cubicBezTo>
                <a:lnTo>
                  <a:pt x="36640" y="2338"/>
                </a:lnTo>
                <a:cubicBezTo>
                  <a:pt x="38811" y="2338"/>
                  <a:pt x="40789" y="3503"/>
                  <a:pt x="41829" y="5412"/>
                </a:cubicBezTo>
                <a:lnTo>
                  <a:pt x="73280" y="59565"/>
                </a:lnTo>
                <a:close/>
                <a:moveTo>
                  <a:pt x="99931" y="64856"/>
                </a:moveTo>
                <a:cubicBezTo>
                  <a:pt x="99931" y="64810"/>
                  <a:pt x="99931" y="64787"/>
                  <a:pt x="99909" y="64764"/>
                </a:cubicBezTo>
                <a:cubicBezTo>
                  <a:pt x="99886" y="64616"/>
                  <a:pt x="99852" y="64467"/>
                  <a:pt x="99783" y="64330"/>
                </a:cubicBezTo>
                <a:lnTo>
                  <a:pt x="80857" y="64330"/>
                </a:lnTo>
                <a:lnTo>
                  <a:pt x="75977" y="64330"/>
                </a:lnTo>
                <a:lnTo>
                  <a:pt x="217" y="64330"/>
                </a:lnTo>
                <a:cubicBezTo>
                  <a:pt x="137" y="64467"/>
                  <a:pt x="91" y="64639"/>
                  <a:pt x="69" y="64810"/>
                </a:cubicBezTo>
                <a:cubicBezTo>
                  <a:pt x="23" y="65050"/>
                  <a:pt x="0" y="65278"/>
                  <a:pt x="0" y="65518"/>
                </a:cubicBezTo>
                <a:lnTo>
                  <a:pt x="0" y="89321"/>
                </a:lnTo>
                <a:cubicBezTo>
                  <a:pt x="0" y="93926"/>
                  <a:pt x="3737" y="97663"/>
                  <a:pt x="8332" y="97663"/>
                </a:cubicBezTo>
                <a:lnTo>
                  <a:pt x="91668" y="97663"/>
                </a:lnTo>
                <a:cubicBezTo>
                  <a:pt x="96263" y="97663"/>
                  <a:pt x="100000" y="93926"/>
                  <a:pt x="100000" y="89321"/>
                </a:cubicBezTo>
                <a:lnTo>
                  <a:pt x="100000" y="65518"/>
                </a:lnTo>
                <a:cubicBezTo>
                  <a:pt x="100000" y="65278"/>
                  <a:pt x="99977" y="65073"/>
                  <a:pt x="99931" y="6485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39" name="Белый — SVG 8">
            <a:extLst>
              <a:ext uri="{FF2B5EF4-FFF2-40B4-BE49-F238E27FC236}">
                <a16:creationId xmlns:a16="http://schemas.microsoft.com/office/drawing/2014/main" id="{3A92A478-4F65-9747-84A7-32AAB5C9CAD7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122292 w 134695"/>
              <a:gd name="csY0" fmla="*/ 0 h 134676"/>
              <a:gd name="csX1" fmla="*/ 101025 w 134695"/>
              <a:gd name="csY1" fmla="*/ 0 h 134676"/>
              <a:gd name="csX2" fmla="*/ 92247 w 134695"/>
              <a:gd name="csY2" fmla="*/ 3640 h 134676"/>
              <a:gd name="csX3" fmla="*/ 88606 w 134695"/>
              <a:gd name="csY3" fmla="*/ 12401 h 134676"/>
              <a:gd name="csX4" fmla="*/ 88606 w 134695"/>
              <a:gd name="csY4" fmla="*/ 47835 h 134676"/>
              <a:gd name="csX5" fmla="*/ 88095 w 134695"/>
              <a:gd name="csY5" fmla="*/ 49094 h 134676"/>
              <a:gd name="csX6" fmla="*/ 86837 w 134695"/>
              <a:gd name="csY6" fmla="*/ 49621 h 134676"/>
              <a:gd name="csX7" fmla="*/ 76203 w 134695"/>
              <a:gd name="csY7" fmla="*/ 49621 h 134676"/>
              <a:gd name="csX8" fmla="*/ 74961 w 134695"/>
              <a:gd name="csY8" fmla="*/ 49094 h 134676"/>
              <a:gd name="csX9" fmla="*/ 74434 w 134695"/>
              <a:gd name="csY9" fmla="*/ 47835 h 134676"/>
              <a:gd name="csX10" fmla="*/ 74434 w 134695"/>
              <a:gd name="csY10" fmla="*/ 33665 h 134676"/>
              <a:gd name="csX11" fmla="*/ 73685 w 134695"/>
              <a:gd name="csY11" fmla="*/ 30943 h 134676"/>
              <a:gd name="csX12" fmla="*/ 71627 w 134695"/>
              <a:gd name="csY12" fmla="*/ 28987 h 134676"/>
              <a:gd name="csX13" fmla="*/ 68870 w 134695"/>
              <a:gd name="csY13" fmla="*/ 28358 h 134676"/>
              <a:gd name="csX14" fmla="*/ 66182 w 134695"/>
              <a:gd name="csY14" fmla="*/ 29242 h 134676"/>
              <a:gd name="csX15" fmla="*/ 42534 w 134695"/>
              <a:gd name="csY15" fmla="*/ 45011 h 134676"/>
              <a:gd name="csX16" fmla="*/ 42534 w 134695"/>
              <a:gd name="csY16" fmla="*/ 33665 h 134676"/>
              <a:gd name="csX17" fmla="*/ 41785 w 134695"/>
              <a:gd name="csY17" fmla="*/ 30943 h 134676"/>
              <a:gd name="csX18" fmla="*/ 39726 w 134695"/>
              <a:gd name="csY18" fmla="*/ 28987 h 134676"/>
              <a:gd name="csX19" fmla="*/ 36970 w 134695"/>
              <a:gd name="csY19" fmla="*/ 28358 h 134676"/>
              <a:gd name="csX20" fmla="*/ 34282 w 134695"/>
              <a:gd name="csY20" fmla="*/ 29242 h 134676"/>
              <a:gd name="csX21" fmla="*/ 5529 w 134695"/>
              <a:gd name="csY21" fmla="*/ 48414 h 134676"/>
              <a:gd name="csX22" fmla="*/ 1463 w 134695"/>
              <a:gd name="csY22" fmla="*/ 52870 h 134676"/>
              <a:gd name="csX23" fmla="*/ 0 w 134695"/>
              <a:gd name="csY23" fmla="*/ 58722 h 134676"/>
              <a:gd name="csX24" fmla="*/ 0 w 134695"/>
              <a:gd name="csY24" fmla="*/ 122259 h 134676"/>
              <a:gd name="csX25" fmla="*/ 3641 w 134695"/>
              <a:gd name="csY25" fmla="*/ 131037 h 134676"/>
              <a:gd name="csX26" fmla="*/ 12403 w 134695"/>
              <a:gd name="csY26" fmla="*/ 134677 h 134676"/>
              <a:gd name="csX27" fmla="*/ 122292 w 134695"/>
              <a:gd name="csY27" fmla="*/ 134677 h 134676"/>
              <a:gd name="csX28" fmla="*/ 131054 w 134695"/>
              <a:gd name="csY28" fmla="*/ 131037 h 134676"/>
              <a:gd name="csX29" fmla="*/ 134695 w 134695"/>
              <a:gd name="csY29" fmla="*/ 122259 h 134676"/>
              <a:gd name="csX30" fmla="*/ 134695 w 134695"/>
              <a:gd name="csY30" fmla="*/ 12401 h 134676"/>
              <a:gd name="csX31" fmla="*/ 131054 w 134695"/>
              <a:gd name="csY31" fmla="*/ 3640 h 134676"/>
              <a:gd name="csX32" fmla="*/ 122292 w 134695"/>
              <a:gd name="csY32" fmla="*/ 0 h 134676"/>
              <a:gd name="csX33" fmla="*/ 38995 w 134695"/>
              <a:gd name="csY33" fmla="*/ 109858 h 134676"/>
              <a:gd name="csX34" fmla="*/ 37957 w 134695"/>
              <a:gd name="csY34" fmla="*/ 112375 h 134676"/>
              <a:gd name="csX35" fmla="*/ 35439 w 134695"/>
              <a:gd name="csY35" fmla="*/ 113413 h 134676"/>
              <a:gd name="csX36" fmla="*/ 28361 w 134695"/>
              <a:gd name="csY36" fmla="*/ 113413 h 134676"/>
              <a:gd name="csX37" fmla="*/ 25843 w 134695"/>
              <a:gd name="csY37" fmla="*/ 112375 h 134676"/>
              <a:gd name="csX38" fmla="*/ 24806 w 134695"/>
              <a:gd name="csY38" fmla="*/ 109858 h 134676"/>
              <a:gd name="csX39" fmla="*/ 24806 w 134695"/>
              <a:gd name="csY39" fmla="*/ 102781 h 134676"/>
              <a:gd name="csX40" fmla="*/ 25843 w 134695"/>
              <a:gd name="csY40" fmla="*/ 100263 h 134676"/>
              <a:gd name="csX41" fmla="*/ 28361 w 134695"/>
              <a:gd name="csY41" fmla="*/ 99226 h 134676"/>
              <a:gd name="csX42" fmla="*/ 35439 w 134695"/>
              <a:gd name="csY42" fmla="*/ 99226 h 134676"/>
              <a:gd name="csX43" fmla="*/ 37957 w 134695"/>
              <a:gd name="csY43" fmla="*/ 100263 h 134676"/>
              <a:gd name="csX44" fmla="*/ 38995 w 134695"/>
              <a:gd name="csY44" fmla="*/ 102781 h 134676"/>
              <a:gd name="csX45" fmla="*/ 38995 w 134695"/>
              <a:gd name="csY45" fmla="*/ 109858 h 134676"/>
              <a:gd name="csX46" fmla="*/ 38995 w 134695"/>
              <a:gd name="csY46" fmla="*/ 81517 h 134676"/>
              <a:gd name="csX47" fmla="*/ 37957 w 134695"/>
              <a:gd name="csY47" fmla="*/ 84018 h 134676"/>
              <a:gd name="csX48" fmla="*/ 35439 w 134695"/>
              <a:gd name="csY48" fmla="*/ 85056 h 134676"/>
              <a:gd name="csX49" fmla="*/ 28361 w 134695"/>
              <a:gd name="csY49" fmla="*/ 85056 h 134676"/>
              <a:gd name="csX50" fmla="*/ 25843 w 134695"/>
              <a:gd name="csY50" fmla="*/ 84018 h 134676"/>
              <a:gd name="csX51" fmla="*/ 24806 w 134695"/>
              <a:gd name="csY51" fmla="*/ 81517 h 134676"/>
              <a:gd name="csX52" fmla="*/ 24806 w 134695"/>
              <a:gd name="csY52" fmla="*/ 74424 h 134676"/>
              <a:gd name="csX53" fmla="*/ 25843 w 134695"/>
              <a:gd name="csY53" fmla="*/ 71923 h 134676"/>
              <a:gd name="csX54" fmla="*/ 28361 w 134695"/>
              <a:gd name="csY54" fmla="*/ 70885 h 134676"/>
              <a:gd name="csX55" fmla="*/ 35439 w 134695"/>
              <a:gd name="csY55" fmla="*/ 70885 h 134676"/>
              <a:gd name="csX56" fmla="*/ 37957 w 134695"/>
              <a:gd name="csY56" fmla="*/ 71923 h 134676"/>
              <a:gd name="csX57" fmla="*/ 38995 w 134695"/>
              <a:gd name="csY57" fmla="*/ 74424 h 134676"/>
              <a:gd name="csX58" fmla="*/ 38995 w 134695"/>
              <a:gd name="csY58" fmla="*/ 81517 h 134676"/>
              <a:gd name="csX59" fmla="*/ 74434 w 134695"/>
              <a:gd name="csY59" fmla="*/ 109858 h 134676"/>
              <a:gd name="csX60" fmla="*/ 73396 w 134695"/>
              <a:gd name="csY60" fmla="*/ 112375 h 134676"/>
              <a:gd name="csX61" fmla="*/ 70895 w 134695"/>
              <a:gd name="csY61" fmla="*/ 113413 h 134676"/>
              <a:gd name="csX62" fmla="*/ 63800 w 134695"/>
              <a:gd name="csY62" fmla="*/ 113413 h 134676"/>
              <a:gd name="csX63" fmla="*/ 61299 w 134695"/>
              <a:gd name="csY63" fmla="*/ 112375 h 134676"/>
              <a:gd name="csX64" fmla="*/ 60261 w 134695"/>
              <a:gd name="csY64" fmla="*/ 109858 h 134676"/>
              <a:gd name="csX65" fmla="*/ 60261 w 134695"/>
              <a:gd name="csY65" fmla="*/ 102781 h 134676"/>
              <a:gd name="csX66" fmla="*/ 61299 w 134695"/>
              <a:gd name="csY66" fmla="*/ 100263 h 134676"/>
              <a:gd name="csX67" fmla="*/ 63800 w 134695"/>
              <a:gd name="csY67" fmla="*/ 99226 h 134676"/>
              <a:gd name="csX68" fmla="*/ 70895 w 134695"/>
              <a:gd name="csY68" fmla="*/ 99226 h 134676"/>
              <a:gd name="csX69" fmla="*/ 73396 w 134695"/>
              <a:gd name="csY69" fmla="*/ 100263 h 134676"/>
              <a:gd name="csX70" fmla="*/ 74434 w 134695"/>
              <a:gd name="csY70" fmla="*/ 102781 h 134676"/>
              <a:gd name="csX71" fmla="*/ 74434 w 134695"/>
              <a:gd name="csY71" fmla="*/ 109858 h 134676"/>
              <a:gd name="csX72" fmla="*/ 74434 w 134695"/>
              <a:gd name="csY72" fmla="*/ 81517 h 134676"/>
              <a:gd name="csX73" fmla="*/ 73396 w 134695"/>
              <a:gd name="csY73" fmla="*/ 84018 h 134676"/>
              <a:gd name="csX74" fmla="*/ 70895 w 134695"/>
              <a:gd name="csY74" fmla="*/ 85056 h 134676"/>
              <a:gd name="csX75" fmla="*/ 63800 w 134695"/>
              <a:gd name="csY75" fmla="*/ 85056 h 134676"/>
              <a:gd name="csX76" fmla="*/ 61299 w 134695"/>
              <a:gd name="csY76" fmla="*/ 84018 h 134676"/>
              <a:gd name="csX77" fmla="*/ 60261 w 134695"/>
              <a:gd name="csY77" fmla="*/ 81517 h 134676"/>
              <a:gd name="csX78" fmla="*/ 60261 w 134695"/>
              <a:gd name="csY78" fmla="*/ 74424 h 134676"/>
              <a:gd name="csX79" fmla="*/ 61299 w 134695"/>
              <a:gd name="csY79" fmla="*/ 71923 h 134676"/>
              <a:gd name="csX80" fmla="*/ 63800 w 134695"/>
              <a:gd name="csY80" fmla="*/ 70885 h 134676"/>
              <a:gd name="csX81" fmla="*/ 70895 w 134695"/>
              <a:gd name="csY81" fmla="*/ 70885 h 134676"/>
              <a:gd name="csX82" fmla="*/ 73396 w 134695"/>
              <a:gd name="csY82" fmla="*/ 71923 h 134676"/>
              <a:gd name="csX83" fmla="*/ 74434 w 134695"/>
              <a:gd name="csY83" fmla="*/ 74424 h 134676"/>
              <a:gd name="csX84" fmla="*/ 74434 w 134695"/>
              <a:gd name="csY84" fmla="*/ 81517 h 134676"/>
              <a:gd name="csX85" fmla="*/ 109873 w 134695"/>
              <a:gd name="csY85" fmla="*/ 109858 h 134676"/>
              <a:gd name="csX86" fmla="*/ 108835 w 134695"/>
              <a:gd name="csY86" fmla="*/ 112375 h 134676"/>
              <a:gd name="csX87" fmla="*/ 106334 w 134695"/>
              <a:gd name="csY87" fmla="*/ 113413 h 134676"/>
              <a:gd name="csX88" fmla="*/ 99239 w 134695"/>
              <a:gd name="csY88" fmla="*/ 113413 h 134676"/>
              <a:gd name="csX89" fmla="*/ 96738 w 134695"/>
              <a:gd name="csY89" fmla="*/ 112375 h 134676"/>
              <a:gd name="csX90" fmla="*/ 95700 w 134695"/>
              <a:gd name="csY90" fmla="*/ 109858 h 134676"/>
              <a:gd name="csX91" fmla="*/ 95700 w 134695"/>
              <a:gd name="csY91" fmla="*/ 102781 h 134676"/>
              <a:gd name="csX92" fmla="*/ 96738 w 134695"/>
              <a:gd name="csY92" fmla="*/ 100263 h 134676"/>
              <a:gd name="csX93" fmla="*/ 99239 w 134695"/>
              <a:gd name="csY93" fmla="*/ 99226 h 134676"/>
              <a:gd name="csX94" fmla="*/ 106334 w 134695"/>
              <a:gd name="csY94" fmla="*/ 99226 h 134676"/>
              <a:gd name="csX95" fmla="*/ 108835 w 134695"/>
              <a:gd name="csY95" fmla="*/ 100263 h 134676"/>
              <a:gd name="csX96" fmla="*/ 109873 w 134695"/>
              <a:gd name="csY96" fmla="*/ 102781 h 134676"/>
              <a:gd name="csX97" fmla="*/ 109873 w 134695"/>
              <a:gd name="csY97" fmla="*/ 109858 h 134676"/>
              <a:gd name="csX98" fmla="*/ 109873 w 134695"/>
              <a:gd name="csY98" fmla="*/ 81517 h 134676"/>
              <a:gd name="csX99" fmla="*/ 108835 w 134695"/>
              <a:gd name="csY99" fmla="*/ 84018 h 134676"/>
              <a:gd name="csX100" fmla="*/ 106334 w 134695"/>
              <a:gd name="csY100" fmla="*/ 85056 h 134676"/>
              <a:gd name="csX101" fmla="*/ 99239 w 134695"/>
              <a:gd name="csY101" fmla="*/ 85056 h 134676"/>
              <a:gd name="csX102" fmla="*/ 96738 w 134695"/>
              <a:gd name="csY102" fmla="*/ 84018 h 134676"/>
              <a:gd name="csX103" fmla="*/ 95700 w 134695"/>
              <a:gd name="csY103" fmla="*/ 81517 h 134676"/>
              <a:gd name="csX104" fmla="*/ 95700 w 134695"/>
              <a:gd name="csY104" fmla="*/ 74424 h 134676"/>
              <a:gd name="csX105" fmla="*/ 96738 w 134695"/>
              <a:gd name="csY105" fmla="*/ 71923 h 134676"/>
              <a:gd name="csX106" fmla="*/ 99239 w 134695"/>
              <a:gd name="csY106" fmla="*/ 70885 h 134676"/>
              <a:gd name="csX107" fmla="*/ 106334 w 134695"/>
              <a:gd name="csY107" fmla="*/ 70885 h 134676"/>
              <a:gd name="csX108" fmla="*/ 108835 w 134695"/>
              <a:gd name="csY108" fmla="*/ 71923 h 134676"/>
              <a:gd name="csX109" fmla="*/ 109873 w 134695"/>
              <a:gd name="csY109" fmla="*/ 74424 h 134676"/>
              <a:gd name="csX110" fmla="*/ 109873 w 134695"/>
              <a:gd name="csY110" fmla="*/ 81517 h 134676"/>
            </a:gdLst>
            <a:ahLst/>
            <a:cxnLst/>
            <a:rect l="l" t="t" r="r" b="b"/>
            <a:pathLst>
              <a:path w="100000" h="100000">
                <a:moveTo>
                  <a:pt x="90792" y="7"/>
                </a:moveTo>
                <a:lnTo>
                  <a:pt x="75003" y="7"/>
                </a:lnTo>
                <a:cubicBezTo>
                  <a:pt x="72553" y="7"/>
                  <a:pt x="70216" y="980"/>
                  <a:pt x="68486" y="2709"/>
                </a:cubicBezTo>
                <a:cubicBezTo>
                  <a:pt x="66755" y="4427"/>
                  <a:pt x="65783" y="6776"/>
                  <a:pt x="65783" y="9214"/>
                </a:cubicBezTo>
                <a:lnTo>
                  <a:pt x="65783" y="35521"/>
                </a:lnTo>
                <a:cubicBezTo>
                  <a:pt x="65783" y="35875"/>
                  <a:pt x="65644" y="36216"/>
                  <a:pt x="65403" y="36455"/>
                </a:cubicBezTo>
                <a:cubicBezTo>
                  <a:pt x="65151" y="36708"/>
                  <a:pt x="64823" y="36847"/>
                  <a:pt x="64469" y="36847"/>
                </a:cubicBezTo>
                <a:lnTo>
                  <a:pt x="56574" y="36847"/>
                </a:lnTo>
                <a:cubicBezTo>
                  <a:pt x="56234" y="36847"/>
                  <a:pt x="55892" y="36708"/>
                  <a:pt x="55652" y="36455"/>
                </a:cubicBezTo>
                <a:cubicBezTo>
                  <a:pt x="55400" y="36216"/>
                  <a:pt x="55261" y="35875"/>
                  <a:pt x="55261" y="35521"/>
                </a:cubicBezTo>
                <a:lnTo>
                  <a:pt x="55261" y="25001"/>
                </a:lnTo>
                <a:cubicBezTo>
                  <a:pt x="55261" y="24293"/>
                  <a:pt x="55072" y="23586"/>
                  <a:pt x="54705" y="22980"/>
                </a:cubicBezTo>
                <a:cubicBezTo>
                  <a:pt x="54339" y="22361"/>
                  <a:pt x="53808" y="21856"/>
                  <a:pt x="53177" y="21528"/>
                </a:cubicBezTo>
                <a:cubicBezTo>
                  <a:pt x="52545" y="21187"/>
                  <a:pt x="51838" y="21023"/>
                  <a:pt x="51130" y="21061"/>
                </a:cubicBezTo>
                <a:cubicBezTo>
                  <a:pt x="50410" y="21098"/>
                  <a:pt x="49729" y="21313"/>
                  <a:pt x="49135" y="21717"/>
                </a:cubicBezTo>
                <a:lnTo>
                  <a:pt x="31578" y="33424"/>
                </a:lnTo>
                <a:lnTo>
                  <a:pt x="31578" y="25001"/>
                </a:lnTo>
                <a:cubicBezTo>
                  <a:pt x="31578" y="24293"/>
                  <a:pt x="31388" y="23586"/>
                  <a:pt x="31022" y="22980"/>
                </a:cubicBezTo>
                <a:cubicBezTo>
                  <a:pt x="30656" y="22361"/>
                  <a:pt x="30125" y="21856"/>
                  <a:pt x="29493" y="21528"/>
                </a:cubicBezTo>
                <a:cubicBezTo>
                  <a:pt x="28862" y="21187"/>
                  <a:pt x="28155" y="21023"/>
                  <a:pt x="27447" y="21061"/>
                </a:cubicBezTo>
                <a:cubicBezTo>
                  <a:pt x="26727" y="21098"/>
                  <a:pt x="26046" y="21313"/>
                  <a:pt x="25452" y="21717"/>
                </a:cubicBezTo>
                <a:lnTo>
                  <a:pt x="4105" y="35950"/>
                </a:lnTo>
                <a:cubicBezTo>
                  <a:pt x="2842" y="36783"/>
                  <a:pt x="1806" y="37920"/>
                  <a:pt x="1086" y="39259"/>
                </a:cubicBezTo>
                <a:cubicBezTo>
                  <a:pt x="366" y="40598"/>
                  <a:pt x="0" y="42088"/>
                  <a:pt x="0" y="43603"/>
                </a:cubicBezTo>
                <a:lnTo>
                  <a:pt x="0" y="90774"/>
                </a:lnTo>
                <a:cubicBezTo>
                  <a:pt x="0" y="93224"/>
                  <a:pt x="973" y="95561"/>
                  <a:pt x="2703" y="97291"/>
                </a:cubicBezTo>
                <a:cubicBezTo>
                  <a:pt x="4421" y="99021"/>
                  <a:pt x="6770" y="99994"/>
                  <a:pt x="9208" y="99994"/>
                </a:cubicBezTo>
                <a:lnTo>
                  <a:pt x="90792" y="99994"/>
                </a:lnTo>
                <a:cubicBezTo>
                  <a:pt x="93230" y="99994"/>
                  <a:pt x="95566" y="99021"/>
                  <a:pt x="97297" y="97291"/>
                </a:cubicBezTo>
                <a:cubicBezTo>
                  <a:pt x="99027" y="95561"/>
                  <a:pt x="100000" y="93224"/>
                  <a:pt x="100000" y="90774"/>
                </a:cubicBezTo>
                <a:lnTo>
                  <a:pt x="100000" y="9214"/>
                </a:lnTo>
                <a:cubicBezTo>
                  <a:pt x="100000" y="6776"/>
                  <a:pt x="99027" y="4427"/>
                  <a:pt x="97297" y="2709"/>
                </a:cubicBezTo>
                <a:cubicBezTo>
                  <a:pt x="95566" y="980"/>
                  <a:pt x="93230" y="7"/>
                  <a:pt x="90792" y="7"/>
                </a:cubicBezTo>
                <a:close/>
                <a:moveTo>
                  <a:pt x="28951" y="81568"/>
                </a:moveTo>
                <a:cubicBezTo>
                  <a:pt x="28951" y="82274"/>
                  <a:pt x="28672" y="82944"/>
                  <a:pt x="28180" y="83436"/>
                </a:cubicBezTo>
                <a:cubicBezTo>
                  <a:pt x="27687" y="83929"/>
                  <a:pt x="27018" y="84207"/>
                  <a:pt x="26311" y="84207"/>
                </a:cubicBezTo>
                <a:lnTo>
                  <a:pt x="21056" y="84207"/>
                </a:lnTo>
                <a:cubicBezTo>
                  <a:pt x="20349" y="84207"/>
                  <a:pt x="19679" y="83929"/>
                  <a:pt x="19186" y="83436"/>
                </a:cubicBezTo>
                <a:cubicBezTo>
                  <a:pt x="18694" y="82944"/>
                  <a:pt x="18416" y="82274"/>
                  <a:pt x="18416" y="81568"/>
                </a:cubicBezTo>
                <a:lnTo>
                  <a:pt x="18416" y="76314"/>
                </a:lnTo>
                <a:cubicBezTo>
                  <a:pt x="18416" y="75606"/>
                  <a:pt x="18694" y="74937"/>
                  <a:pt x="19186" y="74444"/>
                </a:cubicBezTo>
                <a:cubicBezTo>
                  <a:pt x="19679" y="73952"/>
                  <a:pt x="20349" y="73674"/>
                  <a:pt x="21056" y="73674"/>
                </a:cubicBezTo>
                <a:lnTo>
                  <a:pt x="26311" y="73674"/>
                </a:lnTo>
                <a:cubicBezTo>
                  <a:pt x="27018" y="73674"/>
                  <a:pt x="27687" y="73952"/>
                  <a:pt x="28180" y="74444"/>
                </a:cubicBezTo>
                <a:cubicBezTo>
                  <a:pt x="28672" y="74937"/>
                  <a:pt x="28951" y="75606"/>
                  <a:pt x="28951" y="76314"/>
                </a:cubicBezTo>
                <a:lnTo>
                  <a:pt x="28951" y="81568"/>
                </a:lnTo>
                <a:close/>
                <a:moveTo>
                  <a:pt x="28951" y="60527"/>
                </a:moveTo>
                <a:cubicBezTo>
                  <a:pt x="28951" y="61222"/>
                  <a:pt x="28672" y="61891"/>
                  <a:pt x="28180" y="62384"/>
                </a:cubicBezTo>
                <a:cubicBezTo>
                  <a:pt x="27687" y="62876"/>
                  <a:pt x="27018" y="63154"/>
                  <a:pt x="26311" y="63154"/>
                </a:cubicBezTo>
                <a:lnTo>
                  <a:pt x="21056" y="63154"/>
                </a:lnTo>
                <a:cubicBezTo>
                  <a:pt x="20349" y="63154"/>
                  <a:pt x="19679" y="62876"/>
                  <a:pt x="19186" y="62384"/>
                </a:cubicBezTo>
                <a:cubicBezTo>
                  <a:pt x="18694" y="61891"/>
                  <a:pt x="18416" y="61222"/>
                  <a:pt x="18416" y="60527"/>
                </a:cubicBezTo>
                <a:lnTo>
                  <a:pt x="18416" y="55261"/>
                </a:lnTo>
                <a:cubicBezTo>
                  <a:pt x="18416" y="54566"/>
                  <a:pt x="18694" y="53896"/>
                  <a:pt x="19186" y="53404"/>
                </a:cubicBezTo>
                <a:cubicBezTo>
                  <a:pt x="19679" y="52912"/>
                  <a:pt x="20349" y="52633"/>
                  <a:pt x="21056" y="52633"/>
                </a:cubicBezTo>
                <a:lnTo>
                  <a:pt x="26311" y="52633"/>
                </a:lnTo>
                <a:cubicBezTo>
                  <a:pt x="27018" y="52633"/>
                  <a:pt x="27687" y="52912"/>
                  <a:pt x="28180" y="53404"/>
                </a:cubicBezTo>
                <a:cubicBezTo>
                  <a:pt x="28672" y="53896"/>
                  <a:pt x="28951" y="54566"/>
                  <a:pt x="28951" y="55261"/>
                </a:cubicBezTo>
                <a:lnTo>
                  <a:pt x="28951" y="60527"/>
                </a:lnTo>
                <a:close/>
                <a:moveTo>
                  <a:pt x="55261" y="81568"/>
                </a:moveTo>
                <a:cubicBezTo>
                  <a:pt x="55261" y="82274"/>
                  <a:pt x="54983" y="82944"/>
                  <a:pt x="54491" y="83436"/>
                </a:cubicBezTo>
                <a:cubicBezTo>
                  <a:pt x="53998" y="83929"/>
                  <a:pt x="53329" y="84207"/>
                  <a:pt x="52634" y="84207"/>
                </a:cubicBezTo>
                <a:lnTo>
                  <a:pt x="47366" y="84207"/>
                </a:lnTo>
                <a:cubicBezTo>
                  <a:pt x="46671" y="84207"/>
                  <a:pt x="46002" y="83929"/>
                  <a:pt x="45509" y="83436"/>
                </a:cubicBezTo>
                <a:cubicBezTo>
                  <a:pt x="45017" y="82944"/>
                  <a:pt x="44739" y="82274"/>
                  <a:pt x="44739" y="81568"/>
                </a:cubicBezTo>
                <a:lnTo>
                  <a:pt x="44739" y="76314"/>
                </a:lnTo>
                <a:cubicBezTo>
                  <a:pt x="44739" y="75606"/>
                  <a:pt x="45017" y="74937"/>
                  <a:pt x="45509" y="74444"/>
                </a:cubicBezTo>
                <a:cubicBezTo>
                  <a:pt x="46002" y="73952"/>
                  <a:pt x="46671" y="73674"/>
                  <a:pt x="47366" y="73674"/>
                </a:cubicBezTo>
                <a:lnTo>
                  <a:pt x="52634" y="73674"/>
                </a:lnTo>
                <a:cubicBezTo>
                  <a:pt x="53329" y="73674"/>
                  <a:pt x="53998" y="73952"/>
                  <a:pt x="54491" y="74444"/>
                </a:cubicBezTo>
                <a:cubicBezTo>
                  <a:pt x="54983" y="74937"/>
                  <a:pt x="55261" y="75606"/>
                  <a:pt x="55261" y="76314"/>
                </a:cubicBezTo>
                <a:lnTo>
                  <a:pt x="55261" y="81568"/>
                </a:lnTo>
                <a:close/>
                <a:moveTo>
                  <a:pt x="55261" y="60527"/>
                </a:moveTo>
                <a:cubicBezTo>
                  <a:pt x="55261" y="61222"/>
                  <a:pt x="54983" y="61891"/>
                  <a:pt x="54491" y="62384"/>
                </a:cubicBezTo>
                <a:cubicBezTo>
                  <a:pt x="53998" y="62876"/>
                  <a:pt x="53329" y="63154"/>
                  <a:pt x="52634" y="63154"/>
                </a:cubicBezTo>
                <a:lnTo>
                  <a:pt x="47366" y="63154"/>
                </a:lnTo>
                <a:cubicBezTo>
                  <a:pt x="46671" y="63154"/>
                  <a:pt x="46002" y="62876"/>
                  <a:pt x="45509" y="62384"/>
                </a:cubicBezTo>
                <a:cubicBezTo>
                  <a:pt x="45017" y="61891"/>
                  <a:pt x="44739" y="61222"/>
                  <a:pt x="44739" y="60527"/>
                </a:cubicBezTo>
                <a:lnTo>
                  <a:pt x="44739" y="55261"/>
                </a:lnTo>
                <a:cubicBezTo>
                  <a:pt x="44739" y="54566"/>
                  <a:pt x="45017" y="53896"/>
                  <a:pt x="45509" y="53404"/>
                </a:cubicBezTo>
                <a:cubicBezTo>
                  <a:pt x="46002" y="52912"/>
                  <a:pt x="46671" y="52633"/>
                  <a:pt x="47366" y="52633"/>
                </a:cubicBezTo>
                <a:lnTo>
                  <a:pt x="52634" y="52633"/>
                </a:lnTo>
                <a:cubicBezTo>
                  <a:pt x="53329" y="52633"/>
                  <a:pt x="53998" y="52912"/>
                  <a:pt x="54491" y="53404"/>
                </a:cubicBezTo>
                <a:cubicBezTo>
                  <a:pt x="54983" y="53896"/>
                  <a:pt x="55261" y="54566"/>
                  <a:pt x="55261" y="55261"/>
                </a:cubicBezTo>
                <a:lnTo>
                  <a:pt x="55261" y="60527"/>
                </a:lnTo>
                <a:close/>
                <a:moveTo>
                  <a:pt x="81572" y="81568"/>
                </a:moveTo>
                <a:cubicBezTo>
                  <a:pt x="81572" y="82274"/>
                  <a:pt x="81293" y="82944"/>
                  <a:pt x="80801" y="83436"/>
                </a:cubicBezTo>
                <a:cubicBezTo>
                  <a:pt x="80308" y="83929"/>
                  <a:pt x="79639" y="84207"/>
                  <a:pt x="78944" y="84207"/>
                </a:cubicBezTo>
                <a:lnTo>
                  <a:pt x="73677" y="84207"/>
                </a:lnTo>
                <a:cubicBezTo>
                  <a:pt x="72983" y="84207"/>
                  <a:pt x="72313" y="83929"/>
                  <a:pt x="71820" y="83436"/>
                </a:cubicBezTo>
                <a:cubicBezTo>
                  <a:pt x="71328" y="82944"/>
                  <a:pt x="71049" y="82274"/>
                  <a:pt x="71049" y="81568"/>
                </a:cubicBezTo>
                <a:lnTo>
                  <a:pt x="71049" y="76314"/>
                </a:lnTo>
                <a:cubicBezTo>
                  <a:pt x="71049" y="75606"/>
                  <a:pt x="71328" y="74937"/>
                  <a:pt x="71820" y="74444"/>
                </a:cubicBezTo>
                <a:cubicBezTo>
                  <a:pt x="72313" y="73952"/>
                  <a:pt x="72983" y="73674"/>
                  <a:pt x="73677" y="73674"/>
                </a:cubicBezTo>
                <a:lnTo>
                  <a:pt x="78944" y="73674"/>
                </a:lnTo>
                <a:cubicBezTo>
                  <a:pt x="79639" y="73674"/>
                  <a:pt x="80308" y="73952"/>
                  <a:pt x="80801" y="74444"/>
                </a:cubicBezTo>
                <a:cubicBezTo>
                  <a:pt x="81293" y="74937"/>
                  <a:pt x="81572" y="75606"/>
                  <a:pt x="81572" y="76314"/>
                </a:cubicBezTo>
                <a:lnTo>
                  <a:pt x="81572" y="81568"/>
                </a:lnTo>
                <a:close/>
                <a:moveTo>
                  <a:pt x="81572" y="60527"/>
                </a:moveTo>
                <a:cubicBezTo>
                  <a:pt x="81572" y="61222"/>
                  <a:pt x="81293" y="61891"/>
                  <a:pt x="80801" y="62384"/>
                </a:cubicBezTo>
                <a:cubicBezTo>
                  <a:pt x="80308" y="62876"/>
                  <a:pt x="79639" y="63154"/>
                  <a:pt x="78944" y="63154"/>
                </a:cubicBezTo>
                <a:lnTo>
                  <a:pt x="73677" y="63154"/>
                </a:lnTo>
                <a:cubicBezTo>
                  <a:pt x="72983" y="63154"/>
                  <a:pt x="72313" y="62876"/>
                  <a:pt x="71820" y="62384"/>
                </a:cubicBezTo>
                <a:cubicBezTo>
                  <a:pt x="71328" y="61891"/>
                  <a:pt x="71049" y="61222"/>
                  <a:pt x="71049" y="60527"/>
                </a:cubicBezTo>
                <a:lnTo>
                  <a:pt x="71049" y="55261"/>
                </a:lnTo>
                <a:cubicBezTo>
                  <a:pt x="71049" y="54566"/>
                  <a:pt x="71328" y="53896"/>
                  <a:pt x="71820" y="53404"/>
                </a:cubicBezTo>
                <a:cubicBezTo>
                  <a:pt x="72313" y="52912"/>
                  <a:pt x="72983" y="52633"/>
                  <a:pt x="73677" y="52633"/>
                </a:cubicBezTo>
                <a:lnTo>
                  <a:pt x="78944" y="52633"/>
                </a:lnTo>
                <a:cubicBezTo>
                  <a:pt x="79639" y="52633"/>
                  <a:pt x="80308" y="52912"/>
                  <a:pt x="80801" y="53404"/>
                </a:cubicBezTo>
                <a:cubicBezTo>
                  <a:pt x="81293" y="53896"/>
                  <a:pt x="81572" y="54566"/>
                  <a:pt x="81572" y="55261"/>
                </a:cubicBezTo>
                <a:lnTo>
                  <a:pt x="81572" y="6052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0" name="Белый — SVG 9">
            <a:extLst>
              <a:ext uri="{FF2B5EF4-FFF2-40B4-BE49-F238E27FC236}">
                <a16:creationId xmlns:a16="http://schemas.microsoft.com/office/drawing/2014/main" id="{23E1CCFB-F7A9-EC4F-ADF9-F0D92AD22264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129370 w 134695"/>
              <a:gd name="csY0" fmla="*/ 0 h 134676"/>
              <a:gd name="csX1" fmla="*/ 104564 w 134695"/>
              <a:gd name="csY1" fmla="*/ 0 h 134676"/>
              <a:gd name="csX2" fmla="*/ 99290 w 134695"/>
              <a:gd name="csY2" fmla="*/ 4559 h 134676"/>
              <a:gd name="csX3" fmla="*/ 92859 w 134695"/>
              <a:gd name="csY3" fmla="*/ 49621 h 134676"/>
              <a:gd name="csX4" fmla="*/ 81528 w 134695"/>
              <a:gd name="csY4" fmla="*/ 49621 h 134676"/>
              <a:gd name="csX5" fmla="*/ 81528 w 134695"/>
              <a:gd name="csY5" fmla="*/ 33665 h 134676"/>
              <a:gd name="csX6" fmla="*/ 78687 w 134695"/>
              <a:gd name="csY6" fmla="*/ 28970 h 134676"/>
              <a:gd name="csX7" fmla="*/ 73209 w 134695"/>
              <a:gd name="csY7" fmla="*/ 29276 h 134676"/>
              <a:gd name="csX8" fmla="*/ 42534 w 134695"/>
              <a:gd name="csY8" fmla="*/ 50183 h 134676"/>
              <a:gd name="csX9" fmla="*/ 42534 w 134695"/>
              <a:gd name="csY9" fmla="*/ 33665 h 134676"/>
              <a:gd name="csX10" fmla="*/ 39726 w 134695"/>
              <a:gd name="csY10" fmla="*/ 28987 h 134676"/>
              <a:gd name="csX11" fmla="*/ 34265 w 134695"/>
              <a:gd name="csY11" fmla="*/ 29242 h 134676"/>
              <a:gd name="csX12" fmla="*/ 8677 w 134695"/>
              <a:gd name="csY12" fmla="*/ 46304 h 134676"/>
              <a:gd name="csX13" fmla="*/ 0 w 134695"/>
              <a:gd name="csY13" fmla="*/ 62516 h 134676"/>
              <a:gd name="csX14" fmla="*/ 0 w 134695"/>
              <a:gd name="csY14" fmla="*/ 129353 h 134676"/>
              <a:gd name="csX15" fmla="*/ 5308 w 134695"/>
              <a:gd name="csY15" fmla="*/ 134677 h 134676"/>
              <a:gd name="csX16" fmla="*/ 129370 w 134695"/>
              <a:gd name="csY16" fmla="*/ 134677 h 134676"/>
              <a:gd name="csX17" fmla="*/ 134695 w 134695"/>
              <a:gd name="csY17" fmla="*/ 129353 h 134676"/>
              <a:gd name="csX18" fmla="*/ 134695 w 134695"/>
              <a:gd name="csY18" fmla="*/ 5307 h 134676"/>
              <a:gd name="csX19" fmla="*/ 129370 w 134695"/>
              <a:gd name="csY19" fmla="*/ 0 h 134676"/>
              <a:gd name="csX20" fmla="*/ 35439 w 134695"/>
              <a:gd name="csY20" fmla="*/ 109858 h 134676"/>
              <a:gd name="csX21" fmla="*/ 31900 w 134695"/>
              <a:gd name="csY21" fmla="*/ 113413 h 134676"/>
              <a:gd name="csX22" fmla="*/ 28361 w 134695"/>
              <a:gd name="csY22" fmla="*/ 113413 h 134676"/>
              <a:gd name="csX23" fmla="*/ 24806 w 134695"/>
              <a:gd name="csY23" fmla="*/ 109858 h 134676"/>
              <a:gd name="csX24" fmla="*/ 24806 w 134695"/>
              <a:gd name="csY24" fmla="*/ 74424 h 134676"/>
              <a:gd name="csX25" fmla="*/ 28361 w 134695"/>
              <a:gd name="csY25" fmla="*/ 70885 h 134676"/>
              <a:gd name="csX26" fmla="*/ 31900 w 134695"/>
              <a:gd name="csY26" fmla="*/ 70885 h 134676"/>
              <a:gd name="csX27" fmla="*/ 35439 w 134695"/>
              <a:gd name="csY27" fmla="*/ 74424 h 134676"/>
              <a:gd name="csX28" fmla="*/ 35439 w 134695"/>
              <a:gd name="csY28" fmla="*/ 109858 h 134676"/>
              <a:gd name="csX29" fmla="*/ 60261 w 134695"/>
              <a:gd name="csY29" fmla="*/ 109858 h 134676"/>
              <a:gd name="csX30" fmla="*/ 56706 w 134695"/>
              <a:gd name="csY30" fmla="*/ 113413 h 134676"/>
              <a:gd name="csX31" fmla="*/ 53167 w 134695"/>
              <a:gd name="csY31" fmla="*/ 113413 h 134676"/>
              <a:gd name="csX32" fmla="*/ 49628 w 134695"/>
              <a:gd name="csY32" fmla="*/ 109858 h 134676"/>
              <a:gd name="csX33" fmla="*/ 49628 w 134695"/>
              <a:gd name="csY33" fmla="*/ 74424 h 134676"/>
              <a:gd name="csX34" fmla="*/ 53167 w 134695"/>
              <a:gd name="csY34" fmla="*/ 70885 h 134676"/>
              <a:gd name="csX35" fmla="*/ 56706 w 134695"/>
              <a:gd name="csY35" fmla="*/ 70885 h 134676"/>
              <a:gd name="csX36" fmla="*/ 60261 w 134695"/>
              <a:gd name="csY36" fmla="*/ 74424 h 134676"/>
              <a:gd name="csX37" fmla="*/ 60261 w 134695"/>
              <a:gd name="csY37" fmla="*/ 109858 h 134676"/>
              <a:gd name="csX38" fmla="*/ 85067 w 134695"/>
              <a:gd name="csY38" fmla="*/ 109858 h 134676"/>
              <a:gd name="csX39" fmla="*/ 81528 w 134695"/>
              <a:gd name="csY39" fmla="*/ 113413 h 134676"/>
              <a:gd name="csX40" fmla="*/ 77973 w 134695"/>
              <a:gd name="csY40" fmla="*/ 113413 h 134676"/>
              <a:gd name="csX41" fmla="*/ 74434 w 134695"/>
              <a:gd name="csY41" fmla="*/ 109858 h 134676"/>
              <a:gd name="csX42" fmla="*/ 74434 w 134695"/>
              <a:gd name="csY42" fmla="*/ 74424 h 134676"/>
              <a:gd name="csX43" fmla="*/ 77973 w 134695"/>
              <a:gd name="csY43" fmla="*/ 70885 h 134676"/>
              <a:gd name="csX44" fmla="*/ 81528 w 134695"/>
              <a:gd name="csY44" fmla="*/ 70885 h 134676"/>
              <a:gd name="csX45" fmla="*/ 85067 w 134695"/>
              <a:gd name="csY45" fmla="*/ 74424 h 134676"/>
              <a:gd name="csX46" fmla="*/ 85067 w 134695"/>
              <a:gd name="csY46" fmla="*/ 109858 h 134676"/>
              <a:gd name="csX47" fmla="*/ 109873 w 134695"/>
              <a:gd name="csY47" fmla="*/ 109858 h 134676"/>
              <a:gd name="csX48" fmla="*/ 106334 w 134695"/>
              <a:gd name="csY48" fmla="*/ 113413 h 134676"/>
              <a:gd name="csX49" fmla="*/ 102795 w 134695"/>
              <a:gd name="csY49" fmla="*/ 113413 h 134676"/>
              <a:gd name="csX50" fmla="*/ 99239 w 134695"/>
              <a:gd name="csY50" fmla="*/ 109858 h 134676"/>
              <a:gd name="csX51" fmla="*/ 99239 w 134695"/>
              <a:gd name="csY51" fmla="*/ 74424 h 134676"/>
              <a:gd name="csX52" fmla="*/ 102795 w 134695"/>
              <a:gd name="csY52" fmla="*/ 70885 h 134676"/>
              <a:gd name="csX53" fmla="*/ 106334 w 134695"/>
              <a:gd name="csY53" fmla="*/ 70885 h 134676"/>
              <a:gd name="csX54" fmla="*/ 109873 w 134695"/>
              <a:gd name="csY54" fmla="*/ 74424 h 134676"/>
              <a:gd name="csX55" fmla="*/ 109873 w 134695"/>
              <a:gd name="csY55" fmla="*/ 109858 h 134676"/>
            </a:gdLst>
            <a:ahLst/>
            <a:cxnLst/>
            <a:rect l="l" t="t" r="r" b="b"/>
            <a:pathLst>
              <a:path w="100000" h="100000">
                <a:moveTo>
                  <a:pt x="96047" y="7"/>
                </a:moveTo>
                <a:lnTo>
                  <a:pt x="77630" y="7"/>
                </a:lnTo>
                <a:cubicBezTo>
                  <a:pt x="75660" y="7"/>
                  <a:pt x="74006" y="1447"/>
                  <a:pt x="73715" y="3392"/>
                </a:cubicBezTo>
                <a:lnTo>
                  <a:pt x="68940" y="36847"/>
                </a:lnTo>
                <a:lnTo>
                  <a:pt x="60528" y="36847"/>
                </a:lnTo>
                <a:lnTo>
                  <a:pt x="60528" y="25001"/>
                </a:lnTo>
                <a:cubicBezTo>
                  <a:pt x="60528" y="23536"/>
                  <a:pt x="59707" y="22196"/>
                  <a:pt x="58419" y="21515"/>
                </a:cubicBezTo>
                <a:cubicBezTo>
                  <a:pt x="57131" y="20833"/>
                  <a:pt x="55564" y="20921"/>
                  <a:pt x="54352" y="21742"/>
                </a:cubicBezTo>
                <a:lnTo>
                  <a:pt x="31578" y="37264"/>
                </a:lnTo>
                <a:lnTo>
                  <a:pt x="31578" y="25001"/>
                </a:lnTo>
                <a:cubicBezTo>
                  <a:pt x="31578" y="23548"/>
                  <a:pt x="30770" y="22209"/>
                  <a:pt x="29493" y="21528"/>
                </a:cubicBezTo>
                <a:cubicBezTo>
                  <a:pt x="28218" y="20833"/>
                  <a:pt x="26651" y="20908"/>
                  <a:pt x="25439" y="21717"/>
                </a:cubicBezTo>
                <a:lnTo>
                  <a:pt x="6442" y="34384"/>
                </a:lnTo>
                <a:cubicBezTo>
                  <a:pt x="2412" y="37075"/>
                  <a:pt x="0" y="41571"/>
                  <a:pt x="0" y="46420"/>
                </a:cubicBezTo>
                <a:lnTo>
                  <a:pt x="0" y="96041"/>
                </a:lnTo>
                <a:cubicBezTo>
                  <a:pt x="0" y="98225"/>
                  <a:pt x="1768" y="99994"/>
                  <a:pt x="3941" y="99994"/>
                </a:cubicBezTo>
                <a:lnTo>
                  <a:pt x="96047" y="99994"/>
                </a:lnTo>
                <a:cubicBezTo>
                  <a:pt x="98232" y="99994"/>
                  <a:pt x="100000" y="98225"/>
                  <a:pt x="100000" y="96041"/>
                </a:cubicBezTo>
                <a:lnTo>
                  <a:pt x="100000" y="3947"/>
                </a:lnTo>
                <a:cubicBezTo>
                  <a:pt x="100000" y="1775"/>
                  <a:pt x="98232" y="7"/>
                  <a:pt x="96047" y="7"/>
                </a:cubicBezTo>
                <a:close/>
                <a:moveTo>
                  <a:pt x="26311" y="81568"/>
                </a:moveTo>
                <a:cubicBezTo>
                  <a:pt x="26311" y="83020"/>
                  <a:pt x="25136" y="84207"/>
                  <a:pt x="23683" y="84207"/>
                </a:cubicBezTo>
                <a:lnTo>
                  <a:pt x="21056" y="84207"/>
                </a:lnTo>
                <a:cubicBezTo>
                  <a:pt x="19604" y="84207"/>
                  <a:pt x="18416" y="83020"/>
                  <a:pt x="18416" y="81568"/>
                </a:cubicBezTo>
                <a:lnTo>
                  <a:pt x="18416" y="55261"/>
                </a:lnTo>
                <a:cubicBezTo>
                  <a:pt x="18416" y="53808"/>
                  <a:pt x="19604" y="52633"/>
                  <a:pt x="21056" y="52633"/>
                </a:cubicBezTo>
                <a:lnTo>
                  <a:pt x="23683" y="52633"/>
                </a:lnTo>
                <a:cubicBezTo>
                  <a:pt x="25136" y="52633"/>
                  <a:pt x="26311" y="53808"/>
                  <a:pt x="26311" y="55261"/>
                </a:cubicBezTo>
                <a:lnTo>
                  <a:pt x="26311" y="81568"/>
                </a:lnTo>
                <a:close/>
                <a:moveTo>
                  <a:pt x="44739" y="81568"/>
                </a:moveTo>
                <a:cubicBezTo>
                  <a:pt x="44739" y="83020"/>
                  <a:pt x="43552" y="84207"/>
                  <a:pt x="42100" y="84207"/>
                </a:cubicBezTo>
                <a:lnTo>
                  <a:pt x="39472" y="84207"/>
                </a:lnTo>
                <a:cubicBezTo>
                  <a:pt x="38020" y="84207"/>
                  <a:pt x="36845" y="83020"/>
                  <a:pt x="36845" y="81568"/>
                </a:cubicBezTo>
                <a:lnTo>
                  <a:pt x="36845" y="55261"/>
                </a:lnTo>
                <a:cubicBezTo>
                  <a:pt x="36845" y="53808"/>
                  <a:pt x="38020" y="52633"/>
                  <a:pt x="39472" y="52633"/>
                </a:cubicBezTo>
                <a:lnTo>
                  <a:pt x="42100" y="52633"/>
                </a:lnTo>
                <a:cubicBezTo>
                  <a:pt x="43552" y="52633"/>
                  <a:pt x="44739" y="53808"/>
                  <a:pt x="44739" y="55261"/>
                </a:cubicBezTo>
                <a:lnTo>
                  <a:pt x="44739" y="81568"/>
                </a:lnTo>
                <a:close/>
                <a:moveTo>
                  <a:pt x="63155" y="81568"/>
                </a:moveTo>
                <a:cubicBezTo>
                  <a:pt x="63155" y="83020"/>
                  <a:pt x="61981" y="84207"/>
                  <a:pt x="60528" y="84207"/>
                </a:cubicBezTo>
                <a:lnTo>
                  <a:pt x="57889" y="84207"/>
                </a:lnTo>
                <a:cubicBezTo>
                  <a:pt x="56436" y="84207"/>
                  <a:pt x="55261" y="83020"/>
                  <a:pt x="55261" y="81568"/>
                </a:cubicBezTo>
                <a:lnTo>
                  <a:pt x="55261" y="55261"/>
                </a:lnTo>
                <a:cubicBezTo>
                  <a:pt x="55261" y="53808"/>
                  <a:pt x="56436" y="52633"/>
                  <a:pt x="57889" y="52633"/>
                </a:cubicBezTo>
                <a:lnTo>
                  <a:pt x="60528" y="52633"/>
                </a:lnTo>
                <a:cubicBezTo>
                  <a:pt x="61981" y="52633"/>
                  <a:pt x="63155" y="53808"/>
                  <a:pt x="63155" y="55261"/>
                </a:cubicBezTo>
                <a:lnTo>
                  <a:pt x="63155" y="81568"/>
                </a:lnTo>
                <a:close/>
                <a:moveTo>
                  <a:pt x="81572" y="81568"/>
                </a:moveTo>
                <a:cubicBezTo>
                  <a:pt x="81572" y="83020"/>
                  <a:pt x="80396" y="84207"/>
                  <a:pt x="78944" y="84207"/>
                </a:cubicBezTo>
                <a:lnTo>
                  <a:pt x="76317" y="84207"/>
                </a:lnTo>
                <a:cubicBezTo>
                  <a:pt x="74865" y="84207"/>
                  <a:pt x="73677" y="83020"/>
                  <a:pt x="73677" y="81568"/>
                </a:cubicBezTo>
                <a:lnTo>
                  <a:pt x="73677" y="55261"/>
                </a:lnTo>
                <a:cubicBezTo>
                  <a:pt x="73677" y="53808"/>
                  <a:pt x="74865" y="52633"/>
                  <a:pt x="76317" y="52633"/>
                </a:cubicBezTo>
                <a:lnTo>
                  <a:pt x="78944" y="52633"/>
                </a:lnTo>
                <a:cubicBezTo>
                  <a:pt x="80396" y="52633"/>
                  <a:pt x="81572" y="53808"/>
                  <a:pt x="81572" y="55261"/>
                </a:cubicBezTo>
                <a:lnTo>
                  <a:pt x="81572" y="8156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1" name="Белый — SVG 10">
            <a:extLst>
              <a:ext uri="{FF2B5EF4-FFF2-40B4-BE49-F238E27FC236}">
                <a16:creationId xmlns:a16="http://schemas.microsoft.com/office/drawing/2014/main" id="{77F20720-C51F-5B46-B177-1E58D88FAB7B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34095 w 148867"/>
              <a:gd name="csY0" fmla="*/ 16 h 134676"/>
              <a:gd name="csX1" fmla="*/ 11212 w 148867"/>
              <a:gd name="csY1" fmla="*/ 9577 h 134676"/>
              <a:gd name="csX2" fmla="*/ 0 w 148867"/>
              <a:gd name="csY2" fmla="*/ 35433 h 134676"/>
              <a:gd name="csX3" fmla="*/ 70844 w 148867"/>
              <a:gd name="csY3" fmla="*/ 35433 h 134676"/>
              <a:gd name="csX4" fmla="*/ 37787 w 148867"/>
              <a:gd name="csY4" fmla="*/ 85 h 134676"/>
              <a:gd name="csX5" fmla="*/ 34095 w 148867"/>
              <a:gd name="csY5" fmla="*/ 16 h 134676"/>
              <a:gd name="csX6" fmla="*/ 104564 w 148867"/>
              <a:gd name="csY6" fmla="*/ 38989 h 134676"/>
              <a:gd name="csX7" fmla="*/ 102795 w 148867"/>
              <a:gd name="csY7" fmla="*/ 39278 h 134676"/>
              <a:gd name="csX8" fmla="*/ 77445 w 148867"/>
              <a:gd name="csY8" fmla="*/ 48226 h 134676"/>
              <a:gd name="csX9" fmla="*/ 74757 w 148867"/>
              <a:gd name="csY9" fmla="*/ 50352 h 134676"/>
              <a:gd name="csX10" fmla="*/ 61112 w 148867"/>
              <a:gd name="csY10" fmla="*/ 71429 h 134676"/>
              <a:gd name="csX11" fmla="*/ 60262 w 148867"/>
              <a:gd name="csY11" fmla="*/ 74321 h 134676"/>
              <a:gd name="csX12" fmla="*/ 60262 w 148867"/>
              <a:gd name="csY12" fmla="*/ 122275 h 134676"/>
              <a:gd name="csX13" fmla="*/ 72664 w 148867"/>
              <a:gd name="csY13" fmla="*/ 134676 h 134676"/>
              <a:gd name="csX14" fmla="*/ 79742 w 148867"/>
              <a:gd name="csY14" fmla="*/ 134676 h 134676"/>
              <a:gd name="csX15" fmla="*/ 85067 w 148867"/>
              <a:gd name="csY15" fmla="*/ 129352 h 134676"/>
              <a:gd name="csX16" fmla="*/ 85067 w 148867"/>
              <a:gd name="csY16" fmla="*/ 104550 h 134676"/>
              <a:gd name="csX17" fmla="*/ 93931 w 148867"/>
              <a:gd name="csY17" fmla="*/ 95687 h 134676"/>
              <a:gd name="csX18" fmla="*/ 115198 w 148867"/>
              <a:gd name="csY18" fmla="*/ 95687 h 134676"/>
              <a:gd name="csX19" fmla="*/ 124062 w 148867"/>
              <a:gd name="csY19" fmla="*/ 104550 h 134676"/>
              <a:gd name="csX20" fmla="*/ 124062 w 148867"/>
              <a:gd name="csY20" fmla="*/ 129352 h 134676"/>
              <a:gd name="csX21" fmla="*/ 129370 w 148867"/>
              <a:gd name="csY21" fmla="*/ 134676 h 134676"/>
              <a:gd name="csX22" fmla="*/ 136464 w 148867"/>
              <a:gd name="csY22" fmla="*/ 134676 h 134676"/>
              <a:gd name="csX23" fmla="*/ 148867 w 148867"/>
              <a:gd name="csY23" fmla="*/ 122275 h 134676"/>
              <a:gd name="csX24" fmla="*/ 148867 w 148867"/>
              <a:gd name="csY24" fmla="*/ 74321 h 134676"/>
              <a:gd name="csX25" fmla="*/ 148017 w 148867"/>
              <a:gd name="csY25" fmla="*/ 71429 h 134676"/>
              <a:gd name="csX26" fmla="*/ 134372 w 148867"/>
              <a:gd name="csY26" fmla="*/ 50352 h 134676"/>
              <a:gd name="csX27" fmla="*/ 131667 w 148867"/>
              <a:gd name="csY27" fmla="*/ 48226 h 134676"/>
              <a:gd name="csX28" fmla="*/ 106334 w 148867"/>
              <a:gd name="csY28" fmla="*/ 39278 h 134676"/>
              <a:gd name="csX29" fmla="*/ 104564 w 148867"/>
              <a:gd name="csY29" fmla="*/ 38989 h 134676"/>
              <a:gd name="csX30" fmla="*/ 0 w 148867"/>
              <a:gd name="csY30" fmla="*/ 42527 h 134676"/>
              <a:gd name="csX31" fmla="*/ 0 w 148867"/>
              <a:gd name="csY31" fmla="*/ 122275 h 134676"/>
              <a:gd name="csX32" fmla="*/ 12403 w 148867"/>
              <a:gd name="csY32" fmla="*/ 134676 h 134676"/>
              <a:gd name="csX33" fmla="*/ 57284 w 148867"/>
              <a:gd name="csY33" fmla="*/ 134676 h 134676"/>
              <a:gd name="csX34" fmla="*/ 53167 w 148867"/>
              <a:gd name="csY34" fmla="*/ 122275 h 134676"/>
              <a:gd name="csX35" fmla="*/ 53167 w 148867"/>
              <a:gd name="csY35" fmla="*/ 74321 h 134676"/>
              <a:gd name="csX36" fmla="*/ 55158 w 148867"/>
              <a:gd name="csY36" fmla="*/ 67585 h 134676"/>
              <a:gd name="csX37" fmla="*/ 68802 w 148867"/>
              <a:gd name="csY37" fmla="*/ 46491 h 134676"/>
              <a:gd name="csX38" fmla="*/ 70895 w 148867"/>
              <a:gd name="csY38" fmla="*/ 44109 h 134676"/>
              <a:gd name="csX39" fmla="*/ 70895 w 148867"/>
              <a:gd name="csY39" fmla="*/ 42527 h 134676"/>
              <a:gd name="csX40" fmla="*/ 0 w 148867"/>
              <a:gd name="csY40" fmla="*/ 42527 h 134676"/>
              <a:gd name="csX41" fmla="*/ 104564 w 148867"/>
              <a:gd name="csY41" fmla="*/ 67329 h 134676"/>
              <a:gd name="csX42" fmla="*/ 109873 w 148867"/>
              <a:gd name="csY42" fmla="*/ 72654 h 134676"/>
              <a:gd name="csX43" fmla="*/ 104564 w 148867"/>
              <a:gd name="csY43" fmla="*/ 77961 h 134676"/>
              <a:gd name="csX44" fmla="*/ 99239 w 148867"/>
              <a:gd name="csY44" fmla="*/ 72654 h 134676"/>
              <a:gd name="csX45" fmla="*/ 104564 w 148867"/>
              <a:gd name="csY45" fmla="*/ 67329 h 134676"/>
            </a:gdLst>
            <a:ahLst/>
            <a:cxnLst/>
            <a:rect l="l" t="t" r="r" b="b"/>
            <a:pathLst>
              <a:path w="100000" h="100000">
                <a:moveTo>
                  <a:pt x="22903" y="4777"/>
                </a:moveTo>
                <a:cubicBezTo>
                  <a:pt x="17154" y="4983"/>
                  <a:pt x="11772" y="7223"/>
                  <a:pt x="7532" y="11200"/>
                </a:cubicBezTo>
                <a:cubicBezTo>
                  <a:pt x="2743" y="15690"/>
                  <a:pt x="0" y="22021"/>
                  <a:pt x="0" y="28568"/>
                </a:cubicBezTo>
                <a:lnTo>
                  <a:pt x="47589" y="28568"/>
                </a:lnTo>
                <a:cubicBezTo>
                  <a:pt x="47246" y="15987"/>
                  <a:pt x="37634" y="5611"/>
                  <a:pt x="25383" y="4823"/>
                </a:cubicBezTo>
                <a:cubicBezTo>
                  <a:pt x="24549" y="4766"/>
                  <a:pt x="23726" y="4754"/>
                  <a:pt x="22903" y="4777"/>
                </a:cubicBezTo>
                <a:close/>
                <a:moveTo>
                  <a:pt x="70240" y="30957"/>
                </a:moveTo>
                <a:cubicBezTo>
                  <a:pt x="69840" y="30957"/>
                  <a:pt x="69440" y="31025"/>
                  <a:pt x="69052" y="31151"/>
                </a:cubicBezTo>
                <a:lnTo>
                  <a:pt x="52023" y="37162"/>
                </a:lnTo>
                <a:cubicBezTo>
                  <a:pt x="51280" y="37424"/>
                  <a:pt x="50641" y="37916"/>
                  <a:pt x="50217" y="38590"/>
                </a:cubicBezTo>
                <a:lnTo>
                  <a:pt x="41051" y="52748"/>
                </a:lnTo>
                <a:cubicBezTo>
                  <a:pt x="40675" y="53320"/>
                  <a:pt x="40480" y="54005"/>
                  <a:pt x="40480" y="54691"/>
                </a:cubicBezTo>
                <a:lnTo>
                  <a:pt x="40480" y="86903"/>
                </a:lnTo>
                <a:cubicBezTo>
                  <a:pt x="40480" y="91497"/>
                  <a:pt x="44217" y="95234"/>
                  <a:pt x="48811" y="95234"/>
                </a:cubicBezTo>
                <a:lnTo>
                  <a:pt x="53566" y="95234"/>
                </a:lnTo>
                <a:cubicBezTo>
                  <a:pt x="55543" y="95234"/>
                  <a:pt x="57143" y="93634"/>
                  <a:pt x="57143" y="91657"/>
                </a:cubicBezTo>
                <a:lnTo>
                  <a:pt x="57143" y="74997"/>
                </a:lnTo>
                <a:cubicBezTo>
                  <a:pt x="57143" y="71717"/>
                  <a:pt x="59817" y="69043"/>
                  <a:pt x="63097" y="69043"/>
                </a:cubicBezTo>
                <a:lnTo>
                  <a:pt x="77383" y="69043"/>
                </a:lnTo>
                <a:cubicBezTo>
                  <a:pt x="80663" y="69043"/>
                  <a:pt x="83337" y="71717"/>
                  <a:pt x="83337" y="74997"/>
                </a:cubicBezTo>
                <a:lnTo>
                  <a:pt x="83337" y="91657"/>
                </a:lnTo>
                <a:cubicBezTo>
                  <a:pt x="83337" y="93634"/>
                  <a:pt x="84938" y="95234"/>
                  <a:pt x="86903" y="95234"/>
                </a:cubicBezTo>
                <a:lnTo>
                  <a:pt x="91668" y="95234"/>
                </a:lnTo>
                <a:cubicBezTo>
                  <a:pt x="96263" y="95234"/>
                  <a:pt x="100000" y="91497"/>
                  <a:pt x="100000" y="86903"/>
                </a:cubicBezTo>
                <a:lnTo>
                  <a:pt x="100000" y="54691"/>
                </a:lnTo>
                <a:cubicBezTo>
                  <a:pt x="100000" y="54005"/>
                  <a:pt x="99794" y="53320"/>
                  <a:pt x="99429" y="52748"/>
                </a:cubicBezTo>
                <a:lnTo>
                  <a:pt x="90263" y="38590"/>
                </a:lnTo>
                <a:cubicBezTo>
                  <a:pt x="89829" y="37916"/>
                  <a:pt x="89189" y="37424"/>
                  <a:pt x="88446" y="37162"/>
                </a:cubicBezTo>
                <a:lnTo>
                  <a:pt x="71429" y="31151"/>
                </a:lnTo>
                <a:cubicBezTo>
                  <a:pt x="71040" y="31025"/>
                  <a:pt x="70640" y="30957"/>
                  <a:pt x="70240" y="30957"/>
                </a:cubicBezTo>
                <a:close/>
                <a:moveTo>
                  <a:pt x="0" y="33333"/>
                </a:moveTo>
                <a:lnTo>
                  <a:pt x="0" y="86903"/>
                </a:lnTo>
                <a:cubicBezTo>
                  <a:pt x="0" y="91497"/>
                  <a:pt x="3737" y="95234"/>
                  <a:pt x="8332" y="95234"/>
                </a:cubicBezTo>
                <a:lnTo>
                  <a:pt x="38480" y="95234"/>
                </a:lnTo>
                <a:cubicBezTo>
                  <a:pt x="36709" y="92663"/>
                  <a:pt x="35714" y="89498"/>
                  <a:pt x="35714" y="86903"/>
                </a:cubicBezTo>
                <a:lnTo>
                  <a:pt x="35714" y="54691"/>
                </a:lnTo>
                <a:cubicBezTo>
                  <a:pt x="35714" y="53079"/>
                  <a:pt x="36183" y="51514"/>
                  <a:pt x="37052" y="50166"/>
                </a:cubicBezTo>
                <a:lnTo>
                  <a:pt x="46217" y="35996"/>
                </a:lnTo>
                <a:cubicBezTo>
                  <a:pt x="46617" y="35390"/>
                  <a:pt x="47097" y="34865"/>
                  <a:pt x="47623" y="34396"/>
                </a:cubicBezTo>
                <a:lnTo>
                  <a:pt x="47623" y="33333"/>
                </a:lnTo>
                <a:lnTo>
                  <a:pt x="0" y="33333"/>
                </a:lnTo>
                <a:close/>
                <a:moveTo>
                  <a:pt x="70240" y="49994"/>
                </a:moveTo>
                <a:cubicBezTo>
                  <a:pt x="72206" y="49994"/>
                  <a:pt x="73806" y="51594"/>
                  <a:pt x="73806" y="53571"/>
                </a:cubicBezTo>
                <a:cubicBezTo>
                  <a:pt x="73806" y="55536"/>
                  <a:pt x="72206" y="57136"/>
                  <a:pt x="70240" y="57136"/>
                </a:cubicBezTo>
                <a:cubicBezTo>
                  <a:pt x="68263" y="57136"/>
                  <a:pt x="66663" y="55536"/>
                  <a:pt x="66663" y="53571"/>
                </a:cubicBezTo>
                <a:cubicBezTo>
                  <a:pt x="66663" y="51594"/>
                  <a:pt x="68263" y="49994"/>
                  <a:pt x="70240" y="4999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2" name="Белый — SVG 11">
            <a:extLst>
              <a:ext uri="{FF2B5EF4-FFF2-40B4-BE49-F238E27FC236}">
                <a16:creationId xmlns:a16="http://schemas.microsoft.com/office/drawing/2014/main" id="{9719E084-FD82-BD44-8877-242B77D4F98E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42127 w 145432"/>
              <a:gd name="csY0" fmla="*/ 3 h 141841"/>
              <a:gd name="csX1" fmla="*/ 38928 w 145432"/>
              <a:gd name="csY1" fmla="*/ 921 h 141841"/>
              <a:gd name="csX2" fmla="*/ 36887 w 145432"/>
              <a:gd name="csY2" fmla="*/ 3541 h 141841"/>
              <a:gd name="csX3" fmla="*/ 34692 w 145432"/>
              <a:gd name="csY3" fmla="*/ 9478 h 141841"/>
              <a:gd name="csX4" fmla="*/ 32004 w 145432"/>
              <a:gd name="csY4" fmla="*/ 8933 h 141841"/>
              <a:gd name="csX5" fmla="*/ 27700 w 145432"/>
              <a:gd name="csY5" fmla="*/ 9818 h 141841"/>
              <a:gd name="csX6" fmla="*/ 25028 w 145432"/>
              <a:gd name="csY6" fmla="*/ 3983 h 141841"/>
              <a:gd name="csX7" fmla="*/ 23821 w 145432"/>
              <a:gd name="csY7" fmla="*/ 2248 h 141841"/>
              <a:gd name="csX8" fmla="*/ 22051 w 145432"/>
              <a:gd name="csY8" fmla="*/ 1125 h 141841"/>
              <a:gd name="csX9" fmla="*/ 19976 w 145432"/>
              <a:gd name="csY9" fmla="*/ 768 h 141841"/>
              <a:gd name="csX10" fmla="*/ 17917 w 145432"/>
              <a:gd name="csY10" fmla="*/ 1244 h 141841"/>
              <a:gd name="csX11" fmla="*/ 16216 w 145432"/>
              <a:gd name="csY11" fmla="*/ 2486 h 141841"/>
              <a:gd name="csX12" fmla="*/ 15127 w 145432"/>
              <a:gd name="csY12" fmla="*/ 4289 h 141841"/>
              <a:gd name="csX13" fmla="*/ 14820 w 145432"/>
              <a:gd name="csY13" fmla="*/ 6365 h 141841"/>
              <a:gd name="csX14" fmla="*/ 15365 w 145432"/>
              <a:gd name="csY14" fmla="*/ 8406 h 141841"/>
              <a:gd name="csX15" fmla="*/ 18002 w 145432"/>
              <a:gd name="csY15" fmla="*/ 14173 h 141841"/>
              <a:gd name="csX16" fmla="*/ 13272 w 145432"/>
              <a:gd name="csY16" fmla="*/ 19344 h 141841"/>
              <a:gd name="csX17" fmla="*/ 7267 w 145432"/>
              <a:gd name="csY17" fmla="*/ 17116 h 141841"/>
              <a:gd name="csX18" fmla="*/ 5208 w 145432"/>
              <a:gd name="csY18" fmla="*/ 16741 h 141841"/>
              <a:gd name="csX19" fmla="*/ 3149 w 145432"/>
              <a:gd name="csY19" fmla="*/ 17201 h 141841"/>
              <a:gd name="csX20" fmla="*/ 1431 w 145432"/>
              <a:gd name="csY20" fmla="*/ 18426 h 141841"/>
              <a:gd name="csX21" fmla="*/ 325 w 145432"/>
              <a:gd name="csY21" fmla="*/ 20212 h 141841"/>
              <a:gd name="csX22" fmla="*/ 2 w 145432"/>
              <a:gd name="csY22" fmla="*/ 22287 h 141841"/>
              <a:gd name="csX23" fmla="*/ 512 w 145432"/>
              <a:gd name="csY23" fmla="*/ 24329 h 141841"/>
              <a:gd name="csX24" fmla="*/ 1771 w 145432"/>
              <a:gd name="csY24" fmla="*/ 26013 h 141841"/>
              <a:gd name="csX25" fmla="*/ 3575 w 145432"/>
              <a:gd name="csY25" fmla="*/ 27084 h 141841"/>
              <a:gd name="csX26" fmla="*/ 9512 w 145432"/>
              <a:gd name="csY26" fmla="*/ 29279 h 141841"/>
              <a:gd name="csX27" fmla="*/ 8968 w 145432"/>
              <a:gd name="csY27" fmla="*/ 31966 h 141841"/>
              <a:gd name="csX28" fmla="*/ 9682 w 145432"/>
              <a:gd name="csY28" fmla="*/ 36338 h 141841"/>
              <a:gd name="csX29" fmla="*/ 4017 w 145432"/>
              <a:gd name="csY29" fmla="*/ 38941 h 141841"/>
              <a:gd name="csX30" fmla="*/ 2333 w 145432"/>
              <a:gd name="csY30" fmla="*/ 40166 h 141841"/>
              <a:gd name="csX31" fmla="*/ 1244 w 145432"/>
              <a:gd name="csY31" fmla="*/ 41935 h 141841"/>
              <a:gd name="csX32" fmla="*/ 904 w 145432"/>
              <a:gd name="csY32" fmla="*/ 43976 h 141841"/>
              <a:gd name="csX33" fmla="*/ 1397 w 145432"/>
              <a:gd name="csY33" fmla="*/ 46001 h 141841"/>
              <a:gd name="csX34" fmla="*/ 2605 w 145432"/>
              <a:gd name="csY34" fmla="*/ 47685 h 141841"/>
              <a:gd name="csX35" fmla="*/ 4374 w 145432"/>
              <a:gd name="csY35" fmla="*/ 48773 h 141841"/>
              <a:gd name="csX36" fmla="*/ 6416 w 145432"/>
              <a:gd name="csY36" fmla="*/ 49097 h 141841"/>
              <a:gd name="csX37" fmla="*/ 8440 w 145432"/>
              <a:gd name="csY37" fmla="*/ 48620 h 141841"/>
              <a:gd name="csX38" fmla="*/ 13936 w 145432"/>
              <a:gd name="csY38" fmla="*/ 46103 h 141841"/>
              <a:gd name="csX39" fmla="*/ 19669 w 145432"/>
              <a:gd name="csY39" fmla="*/ 51325 h 141841"/>
              <a:gd name="csX40" fmla="*/ 6127 w 145432"/>
              <a:gd name="csY40" fmla="*/ 65751 h 141841"/>
              <a:gd name="csX41" fmla="*/ 3643 w 145432"/>
              <a:gd name="csY41" fmla="*/ 73218 h 141841"/>
              <a:gd name="csX42" fmla="*/ 3643 w 145432"/>
              <a:gd name="csY42" fmla="*/ 109061 h 141841"/>
              <a:gd name="csX43" fmla="*/ 85699 w 145432"/>
              <a:gd name="csY43" fmla="*/ 27084 h 141841"/>
              <a:gd name="csX44" fmla="*/ 55006 w 145432"/>
              <a:gd name="csY44" fmla="*/ 32562 h 141841"/>
              <a:gd name="csX45" fmla="*/ 55040 w 145432"/>
              <a:gd name="csY45" fmla="*/ 31966 h 141841"/>
              <a:gd name="csX46" fmla="*/ 54173 w 145432"/>
              <a:gd name="csY46" fmla="*/ 27663 h 141841"/>
              <a:gd name="csX47" fmla="*/ 59991 w 145432"/>
              <a:gd name="csY47" fmla="*/ 24992 h 141841"/>
              <a:gd name="csX48" fmla="*/ 61727 w 145432"/>
              <a:gd name="csY48" fmla="*/ 23784 h 141841"/>
              <a:gd name="csX49" fmla="*/ 62849 w 145432"/>
              <a:gd name="csY49" fmla="*/ 22015 h 141841"/>
              <a:gd name="csX50" fmla="*/ 63206 w 145432"/>
              <a:gd name="csY50" fmla="*/ 19940 h 141841"/>
              <a:gd name="csX51" fmla="*/ 62730 w 145432"/>
              <a:gd name="csY51" fmla="*/ 17881 h 141841"/>
              <a:gd name="csX52" fmla="*/ 61488 w 145432"/>
              <a:gd name="csY52" fmla="*/ 16180 h 141841"/>
              <a:gd name="csX53" fmla="*/ 59685 w 145432"/>
              <a:gd name="csY53" fmla="*/ 15091 h 141841"/>
              <a:gd name="csX54" fmla="*/ 57609 w 145432"/>
              <a:gd name="csY54" fmla="*/ 14802 h 141841"/>
              <a:gd name="csX55" fmla="*/ 55567 w 145432"/>
              <a:gd name="csY55" fmla="*/ 15330 h 141841"/>
              <a:gd name="csX56" fmla="*/ 49800 w 145432"/>
              <a:gd name="csY56" fmla="*/ 17966 h 141841"/>
              <a:gd name="csX57" fmla="*/ 44628 w 145432"/>
              <a:gd name="csY57" fmla="*/ 13237 h 141841"/>
              <a:gd name="csX58" fmla="*/ 46857 w 145432"/>
              <a:gd name="csY58" fmla="*/ 7249 h 141841"/>
              <a:gd name="csX59" fmla="*/ 47197 w 145432"/>
              <a:gd name="csY59" fmla="*/ 4766 h 141841"/>
              <a:gd name="csX60" fmla="*/ 46363 w 145432"/>
              <a:gd name="csY60" fmla="*/ 2401 h 141841"/>
              <a:gd name="csX61" fmla="*/ 44526 w 145432"/>
              <a:gd name="csY61" fmla="*/ 700 h 141841"/>
              <a:gd name="csX62" fmla="*/ 42127 w 145432"/>
              <a:gd name="csY62" fmla="*/ 3 h 141841"/>
              <a:gd name="csX63" fmla="*/ 32004 w 145432"/>
              <a:gd name="csY63" fmla="*/ 19565 h 141841"/>
              <a:gd name="csX64" fmla="*/ 36360 w 145432"/>
              <a:gd name="csY64" fmla="*/ 20433 h 141841"/>
              <a:gd name="csX65" fmla="*/ 36360 w 145432"/>
              <a:gd name="csY65" fmla="*/ 20433 h 141841"/>
              <a:gd name="csX66" fmla="*/ 36955 w 145432"/>
              <a:gd name="csY66" fmla="*/ 20603 h 141841"/>
              <a:gd name="csX67" fmla="*/ 43165 w 145432"/>
              <a:gd name="csY67" fmla="*/ 26710 h 141841"/>
              <a:gd name="csX68" fmla="*/ 43488 w 145432"/>
              <a:gd name="csY68" fmla="*/ 27356 h 141841"/>
              <a:gd name="csX69" fmla="*/ 44407 w 145432"/>
              <a:gd name="csY69" fmla="*/ 31966 h 141841"/>
              <a:gd name="csX70" fmla="*/ 43845 w 145432"/>
              <a:gd name="csY70" fmla="*/ 35692 h 141841"/>
              <a:gd name="csX71" fmla="*/ 43624 w 145432"/>
              <a:gd name="csY71" fmla="*/ 36679 h 141841"/>
              <a:gd name="csX72" fmla="*/ 29282 w 145432"/>
              <a:gd name="csY72" fmla="*/ 44214 h 141841"/>
              <a:gd name="csX73" fmla="*/ 28278 w 145432"/>
              <a:gd name="csY73" fmla="*/ 43806 h 141841"/>
              <a:gd name="csX74" fmla="*/ 19601 w 145432"/>
              <a:gd name="csY74" fmla="*/ 31966 h 141841"/>
              <a:gd name="csX75" fmla="*/ 20469 w 145432"/>
              <a:gd name="csY75" fmla="*/ 27595 h 141841"/>
              <a:gd name="csX76" fmla="*/ 20486 w 145432"/>
              <a:gd name="csY76" fmla="*/ 27577 h 141841"/>
              <a:gd name="csX77" fmla="*/ 20639 w 145432"/>
              <a:gd name="csY77" fmla="*/ 27016 h 141841"/>
              <a:gd name="csX78" fmla="*/ 26764 w 145432"/>
              <a:gd name="csY78" fmla="*/ 20807 h 141841"/>
              <a:gd name="csX79" fmla="*/ 27377 w 145432"/>
              <a:gd name="csY79" fmla="*/ 20501 h 141841"/>
              <a:gd name="csX80" fmla="*/ 32004 w 145432"/>
              <a:gd name="csY80" fmla="*/ 19565 h 141841"/>
              <a:gd name="csX81" fmla="*/ 104481 w 145432"/>
              <a:gd name="csY81" fmla="*/ 26727 h 141841"/>
              <a:gd name="csX82" fmla="*/ 4681 w 145432"/>
              <a:gd name="csY82" fmla="*/ 126803 h 141841"/>
              <a:gd name="csX83" fmla="*/ 3643 w 145432"/>
              <a:gd name="csY83" fmla="*/ 128011 h 141841"/>
              <a:gd name="csX84" fmla="*/ 3643 w 145432"/>
              <a:gd name="csY84" fmla="*/ 129423 h 141841"/>
              <a:gd name="csX85" fmla="*/ 16062 w 145432"/>
              <a:gd name="csY85" fmla="*/ 141841 h 141841"/>
              <a:gd name="csX86" fmla="*/ 34726 w 145432"/>
              <a:gd name="csY86" fmla="*/ 141841 h 141841"/>
              <a:gd name="csX87" fmla="*/ 116323 w 145432"/>
              <a:gd name="csY87" fmla="*/ 27084 h 141841"/>
              <a:gd name="csX88" fmla="*/ 104481 w 145432"/>
              <a:gd name="csY88" fmla="*/ 26727 h 141841"/>
              <a:gd name="csX89" fmla="*/ 129372 w 145432"/>
              <a:gd name="csY89" fmla="*/ 28360 h 141841"/>
              <a:gd name="csX90" fmla="*/ 46142 w 145432"/>
              <a:gd name="csY90" fmla="*/ 141841 h 141841"/>
              <a:gd name="csX91" fmla="*/ 86941 w 145432"/>
              <a:gd name="csY91" fmla="*/ 141841 h 141841"/>
              <a:gd name="csX92" fmla="*/ 87127 w 145432"/>
              <a:gd name="csY92" fmla="*/ 140531 h 141841"/>
              <a:gd name="csX93" fmla="*/ 136705 w 145432"/>
              <a:gd name="csY93" fmla="*/ 29534 h 141841"/>
              <a:gd name="csX94" fmla="*/ 134935 w 145432"/>
              <a:gd name="csY94" fmla="*/ 29092 h 141841"/>
              <a:gd name="csX95" fmla="*/ 129372 w 145432"/>
              <a:gd name="csY95" fmla="*/ 28360 h 141841"/>
              <a:gd name="csX96" fmla="*/ 144548 w 145432"/>
              <a:gd name="csY96" fmla="*/ 36747 h 141841"/>
              <a:gd name="csX97" fmla="*/ 97761 w 145432"/>
              <a:gd name="csY97" fmla="*/ 141841 h 141841"/>
              <a:gd name="csX98" fmla="*/ 133030 w 145432"/>
              <a:gd name="csY98" fmla="*/ 141841 h 141841"/>
              <a:gd name="csX99" fmla="*/ 145432 w 145432"/>
              <a:gd name="csY99" fmla="*/ 129423 h 141841"/>
              <a:gd name="csX100" fmla="*/ 145432 w 145432"/>
              <a:gd name="csY100" fmla="*/ 41357 h 141841"/>
              <a:gd name="csX101" fmla="*/ 144548 w 145432"/>
              <a:gd name="csY101" fmla="*/ 36747 h 141841"/>
            </a:gdLst>
            <a:ahLst/>
            <a:cxnLst/>
            <a:rect l="l" t="t" r="r" b="b"/>
            <a:pathLst>
              <a:path w="100000" h="100000">
                <a:moveTo>
                  <a:pt x="28967" y="1237"/>
                </a:moveTo>
                <a:cubicBezTo>
                  <a:pt x="28183" y="1213"/>
                  <a:pt x="27411" y="1424"/>
                  <a:pt x="26767" y="1868"/>
                </a:cubicBezTo>
                <a:cubicBezTo>
                  <a:pt x="26124" y="2301"/>
                  <a:pt x="25633" y="2932"/>
                  <a:pt x="25364" y="3669"/>
                </a:cubicBezTo>
                <a:lnTo>
                  <a:pt x="23854" y="7752"/>
                </a:lnTo>
                <a:cubicBezTo>
                  <a:pt x="23223" y="7682"/>
                  <a:pt x="22661" y="7377"/>
                  <a:pt x="22006" y="7377"/>
                </a:cubicBezTo>
                <a:cubicBezTo>
                  <a:pt x="20953" y="7377"/>
                  <a:pt x="20041" y="7787"/>
                  <a:pt x="19047" y="7986"/>
                </a:cubicBezTo>
                <a:lnTo>
                  <a:pt x="17209" y="3973"/>
                </a:lnTo>
                <a:cubicBezTo>
                  <a:pt x="17011" y="3529"/>
                  <a:pt x="16730" y="3119"/>
                  <a:pt x="16379" y="2780"/>
                </a:cubicBezTo>
                <a:cubicBezTo>
                  <a:pt x="16028" y="2441"/>
                  <a:pt x="15619" y="2184"/>
                  <a:pt x="15162" y="2008"/>
                </a:cubicBezTo>
                <a:cubicBezTo>
                  <a:pt x="14707" y="1833"/>
                  <a:pt x="14215" y="1751"/>
                  <a:pt x="13736" y="1763"/>
                </a:cubicBezTo>
                <a:cubicBezTo>
                  <a:pt x="13244" y="1774"/>
                  <a:pt x="12764" y="1891"/>
                  <a:pt x="12320" y="2090"/>
                </a:cubicBezTo>
                <a:cubicBezTo>
                  <a:pt x="11875" y="2289"/>
                  <a:pt x="11478" y="2582"/>
                  <a:pt x="11150" y="2944"/>
                </a:cubicBezTo>
                <a:cubicBezTo>
                  <a:pt x="10822" y="3307"/>
                  <a:pt x="10565" y="3728"/>
                  <a:pt x="10401" y="4184"/>
                </a:cubicBezTo>
                <a:cubicBezTo>
                  <a:pt x="10238" y="4640"/>
                  <a:pt x="10167" y="5131"/>
                  <a:pt x="10190" y="5611"/>
                </a:cubicBezTo>
                <a:cubicBezTo>
                  <a:pt x="10226" y="6102"/>
                  <a:pt x="10343" y="6582"/>
                  <a:pt x="10565" y="7015"/>
                </a:cubicBezTo>
                <a:lnTo>
                  <a:pt x="12378" y="10980"/>
                </a:lnTo>
                <a:cubicBezTo>
                  <a:pt x="11091" y="11998"/>
                  <a:pt x="10050" y="13179"/>
                  <a:pt x="9126" y="14536"/>
                </a:cubicBezTo>
                <a:lnTo>
                  <a:pt x="4997" y="13004"/>
                </a:lnTo>
                <a:cubicBezTo>
                  <a:pt x="4552" y="12828"/>
                  <a:pt x="4060" y="12734"/>
                  <a:pt x="3581" y="12746"/>
                </a:cubicBezTo>
                <a:cubicBezTo>
                  <a:pt x="3089" y="12758"/>
                  <a:pt x="2610" y="12875"/>
                  <a:pt x="2165" y="13062"/>
                </a:cubicBezTo>
                <a:cubicBezTo>
                  <a:pt x="1721" y="13261"/>
                  <a:pt x="1323" y="13553"/>
                  <a:pt x="984" y="13904"/>
                </a:cubicBezTo>
                <a:cubicBezTo>
                  <a:pt x="657" y="14255"/>
                  <a:pt x="399" y="14676"/>
                  <a:pt x="223" y="15133"/>
                </a:cubicBezTo>
                <a:cubicBezTo>
                  <a:pt x="60" y="15588"/>
                  <a:pt x="-10" y="16080"/>
                  <a:pt x="1" y="16559"/>
                </a:cubicBezTo>
                <a:cubicBezTo>
                  <a:pt x="25" y="17051"/>
                  <a:pt x="142" y="17530"/>
                  <a:pt x="352" y="17963"/>
                </a:cubicBezTo>
                <a:cubicBezTo>
                  <a:pt x="562" y="18408"/>
                  <a:pt x="855" y="18793"/>
                  <a:pt x="1218" y="19121"/>
                </a:cubicBezTo>
                <a:cubicBezTo>
                  <a:pt x="1581" y="19449"/>
                  <a:pt x="2002" y="19694"/>
                  <a:pt x="2458" y="19858"/>
                </a:cubicBezTo>
                <a:lnTo>
                  <a:pt x="6541" y="21367"/>
                </a:lnTo>
                <a:cubicBezTo>
                  <a:pt x="6459" y="22010"/>
                  <a:pt x="6166" y="22560"/>
                  <a:pt x="6166" y="23215"/>
                </a:cubicBezTo>
                <a:cubicBezTo>
                  <a:pt x="6166" y="24267"/>
                  <a:pt x="6459" y="25227"/>
                  <a:pt x="6657" y="26221"/>
                </a:cubicBezTo>
                <a:lnTo>
                  <a:pt x="2762" y="28011"/>
                </a:lnTo>
                <a:cubicBezTo>
                  <a:pt x="2317" y="28221"/>
                  <a:pt x="1931" y="28502"/>
                  <a:pt x="1604" y="28853"/>
                </a:cubicBezTo>
                <a:cubicBezTo>
                  <a:pt x="1276" y="29204"/>
                  <a:pt x="1019" y="29613"/>
                  <a:pt x="855" y="30069"/>
                </a:cubicBezTo>
                <a:cubicBezTo>
                  <a:pt x="680" y="30514"/>
                  <a:pt x="610" y="30994"/>
                  <a:pt x="622" y="31473"/>
                </a:cubicBezTo>
                <a:cubicBezTo>
                  <a:pt x="645" y="31953"/>
                  <a:pt x="749" y="32432"/>
                  <a:pt x="961" y="32865"/>
                </a:cubicBezTo>
                <a:cubicBezTo>
                  <a:pt x="1159" y="33298"/>
                  <a:pt x="1440" y="33695"/>
                  <a:pt x="1791" y="34023"/>
                </a:cubicBezTo>
                <a:cubicBezTo>
                  <a:pt x="2142" y="34350"/>
                  <a:pt x="2552" y="34596"/>
                  <a:pt x="3008" y="34771"/>
                </a:cubicBezTo>
                <a:cubicBezTo>
                  <a:pt x="3452" y="34936"/>
                  <a:pt x="3932" y="35017"/>
                  <a:pt x="4412" y="34994"/>
                </a:cubicBezTo>
                <a:cubicBezTo>
                  <a:pt x="4891" y="34982"/>
                  <a:pt x="5371" y="34865"/>
                  <a:pt x="5803" y="34666"/>
                </a:cubicBezTo>
                <a:lnTo>
                  <a:pt x="9582" y="32935"/>
                </a:lnTo>
                <a:cubicBezTo>
                  <a:pt x="10682" y="34339"/>
                  <a:pt x="12028" y="35543"/>
                  <a:pt x="13525" y="36526"/>
                </a:cubicBezTo>
                <a:cubicBezTo>
                  <a:pt x="8764" y="40562"/>
                  <a:pt x="5838" y="44316"/>
                  <a:pt x="4213" y="46445"/>
                </a:cubicBezTo>
                <a:cubicBezTo>
                  <a:pt x="3113" y="47907"/>
                  <a:pt x="2505" y="49732"/>
                  <a:pt x="2505" y="51580"/>
                </a:cubicBezTo>
                <a:lnTo>
                  <a:pt x="2505" y="76226"/>
                </a:lnTo>
                <a:cubicBezTo>
                  <a:pt x="19304" y="52679"/>
                  <a:pt x="44338" y="30701"/>
                  <a:pt x="58927" y="19858"/>
                </a:cubicBezTo>
                <a:cubicBezTo>
                  <a:pt x="50820" y="20408"/>
                  <a:pt x="43859" y="21788"/>
                  <a:pt x="37822" y="23624"/>
                </a:cubicBezTo>
                <a:cubicBezTo>
                  <a:pt x="37822" y="23484"/>
                  <a:pt x="37846" y="23356"/>
                  <a:pt x="37846" y="23215"/>
                </a:cubicBezTo>
                <a:cubicBezTo>
                  <a:pt x="37846" y="22174"/>
                  <a:pt x="37437" y="21250"/>
                  <a:pt x="37250" y="20256"/>
                </a:cubicBezTo>
                <a:lnTo>
                  <a:pt x="41250" y="18419"/>
                </a:lnTo>
                <a:cubicBezTo>
                  <a:pt x="41694" y="18221"/>
                  <a:pt x="42104" y="17939"/>
                  <a:pt x="42444" y="17589"/>
                </a:cubicBezTo>
                <a:cubicBezTo>
                  <a:pt x="42783" y="17238"/>
                  <a:pt x="43040" y="16828"/>
                  <a:pt x="43215" y="16372"/>
                </a:cubicBezTo>
                <a:cubicBezTo>
                  <a:pt x="43391" y="15916"/>
                  <a:pt x="43473" y="15436"/>
                  <a:pt x="43461" y="14945"/>
                </a:cubicBezTo>
                <a:cubicBezTo>
                  <a:pt x="43449" y="14454"/>
                  <a:pt x="43333" y="13975"/>
                  <a:pt x="43134" y="13530"/>
                </a:cubicBezTo>
                <a:cubicBezTo>
                  <a:pt x="42935" y="13097"/>
                  <a:pt x="42643" y="12687"/>
                  <a:pt x="42280" y="12360"/>
                </a:cubicBezTo>
                <a:cubicBezTo>
                  <a:pt x="41917" y="12033"/>
                  <a:pt x="41496" y="11776"/>
                  <a:pt x="41040" y="11611"/>
                </a:cubicBezTo>
                <a:cubicBezTo>
                  <a:pt x="40583" y="11448"/>
                  <a:pt x="40092" y="11377"/>
                  <a:pt x="39612" y="11413"/>
                </a:cubicBezTo>
                <a:cubicBezTo>
                  <a:pt x="39121" y="11436"/>
                  <a:pt x="38641" y="11553"/>
                  <a:pt x="38208" y="11776"/>
                </a:cubicBezTo>
                <a:lnTo>
                  <a:pt x="34243" y="13588"/>
                </a:lnTo>
                <a:cubicBezTo>
                  <a:pt x="33225" y="12302"/>
                  <a:pt x="32043" y="11261"/>
                  <a:pt x="30687" y="10336"/>
                </a:cubicBezTo>
                <a:lnTo>
                  <a:pt x="32219" y="6219"/>
                </a:lnTo>
                <a:cubicBezTo>
                  <a:pt x="32430" y="5681"/>
                  <a:pt x="32511" y="5085"/>
                  <a:pt x="32453" y="4512"/>
                </a:cubicBezTo>
                <a:cubicBezTo>
                  <a:pt x="32395" y="3927"/>
                  <a:pt x="32196" y="3377"/>
                  <a:pt x="31880" y="2886"/>
                </a:cubicBezTo>
                <a:cubicBezTo>
                  <a:pt x="31552" y="2406"/>
                  <a:pt x="31120" y="1996"/>
                  <a:pt x="30616" y="1716"/>
                </a:cubicBezTo>
                <a:cubicBezTo>
                  <a:pt x="30113" y="1424"/>
                  <a:pt x="29540" y="1260"/>
                  <a:pt x="28967" y="1237"/>
                </a:cubicBezTo>
                <a:close/>
                <a:moveTo>
                  <a:pt x="22006" y="14688"/>
                </a:moveTo>
                <a:cubicBezTo>
                  <a:pt x="23071" y="14688"/>
                  <a:pt x="24066" y="14945"/>
                  <a:pt x="25001" y="15284"/>
                </a:cubicBezTo>
                <a:lnTo>
                  <a:pt x="25001" y="15284"/>
                </a:lnTo>
                <a:cubicBezTo>
                  <a:pt x="25142" y="15331"/>
                  <a:pt x="25282" y="15378"/>
                  <a:pt x="25411" y="15401"/>
                </a:cubicBezTo>
                <a:cubicBezTo>
                  <a:pt x="27317" y="16220"/>
                  <a:pt x="28803" y="17729"/>
                  <a:pt x="29681" y="19601"/>
                </a:cubicBezTo>
                <a:cubicBezTo>
                  <a:pt x="29739" y="19753"/>
                  <a:pt x="29821" y="19904"/>
                  <a:pt x="29903" y="20045"/>
                </a:cubicBezTo>
                <a:cubicBezTo>
                  <a:pt x="30288" y="21027"/>
                  <a:pt x="30535" y="22092"/>
                  <a:pt x="30535" y="23215"/>
                </a:cubicBezTo>
                <a:cubicBezTo>
                  <a:pt x="30535" y="24115"/>
                  <a:pt x="30394" y="24969"/>
                  <a:pt x="30148" y="25777"/>
                </a:cubicBezTo>
                <a:cubicBezTo>
                  <a:pt x="30078" y="25999"/>
                  <a:pt x="30031" y="26221"/>
                  <a:pt x="29996" y="26455"/>
                </a:cubicBezTo>
                <a:cubicBezTo>
                  <a:pt x="26265" y="28046"/>
                  <a:pt x="22977" y="29812"/>
                  <a:pt x="20134" y="31636"/>
                </a:cubicBezTo>
                <a:cubicBezTo>
                  <a:pt x="19912" y="31520"/>
                  <a:pt x="19690" y="31426"/>
                  <a:pt x="19444" y="31356"/>
                </a:cubicBezTo>
                <a:cubicBezTo>
                  <a:pt x="15993" y="30280"/>
                  <a:pt x="13478" y="27075"/>
                  <a:pt x="13478" y="23215"/>
                </a:cubicBezTo>
                <a:cubicBezTo>
                  <a:pt x="13478" y="22150"/>
                  <a:pt x="13724" y="21157"/>
                  <a:pt x="14075" y="20209"/>
                </a:cubicBezTo>
                <a:cubicBezTo>
                  <a:pt x="14075" y="20209"/>
                  <a:pt x="14075" y="20209"/>
                  <a:pt x="14086" y="20197"/>
                </a:cubicBezTo>
                <a:cubicBezTo>
                  <a:pt x="14121" y="20068"/>
                  <a:pt x="14156" y="19940"/>
                  <a:pt x="14192" y="19811"/>
                </a:cubicBezTo>
                <a:cubicBezTo>
                  <a:pt x="15010" y="17904"/>
                  <a:pt x="16531" y="16407"/>
                  <a:pt x="18403" y="15542"/>
                </a:cubicBezTo>
                <a:cubicBezTo>
                  <a:pt x="18543" y="15471"/>
                  <a:pt x="18684" y="15401"/>
                  <a:pt x="18825" y="15331"/>
                </a:cubicBezTo>
                <a:cubicBezTo>
                  <a:pt x="19807" y="14933"/>
                  <a:pt x="20872" y="14688"/>
                  <a:pt x="22006" y="14688"/>
                </a:cubicBezTo>
                <a:close/>
                <a:moveTo>
                  <a:pt x="71842" y="19612"/>
                </a:moveTo>
                <a:cubicBezTo>
                  <a:pt x="64659" y="24584"/>
                  <a:pt x="21761" y="56820"/>
                  <a:pt x="3219" y="88425"/>
                </a:cubicBezTo>
                <a:cubicBezTo>
                  <a:pt x="3019" y="88741"/>
                  <a:pt x="2774" y="89034"/>
                  <a:pt x="2505" y="89256"/>
                </a:cubicBezTo>
                <a:lnTo>
                  <a:pt x="2505" y="90227"/>
                </a:lnTo>
                <a:cubicBezTo>
                  <a:pt x="2505" y="94940"/>
                  <a:pt x="6342" y="98765"/>
                  <a:pt x="11044" y="98765"/>
                </a:cubicBezTo>
                <a:lnTo>
                  <a:pt x="23878" y="98765"/>
                </a:lnTo>
                <a:cubicBezTo>
                  <a:pt x="40256" y="55019"/>
                  <a:pt x="66578" y="30256"/>
                  <a:pt x="79984" y="19858"/>
                </a:cubicBezTo>
                <a:cubicBezTo>
                  <a:pt x="77528" y="19729"/>
                  <a:pt x="74825" y="19636"/>
                  <a:pt x="71842" y="19612"/>
                </a:cubicBezTo>
                <a:close/>
                <a:moveTo>
                  <a:pt x="88957" y="20735"/>
                </a:moveTo>
                <a:cubicBezTo>
                  <a:pt x="83599" y="24174"/>
                  <a:pt x="51615" y="47907"/>
                  <a:pt x="31728" y="98765"/>
                </a:cubicBezTo>
                <a:lnTo>
                  <a:pt x="59781" y="98765"/>
                </a:lnTo>
                <a:cubicBezTo>
                  <a:pt x="59781" y="98450"/>
                  <a:pt x="59839" y="98181"/>
                  <a:pt x="59909" y="97865"/>
                </a:cubicBezTo>
                <a:cubicBezTo>
                  <a:pt x="72871" y="47100"/>
                  <a:pt x="89051" y="26361"/>
                  <a:pt x="93999" y="21542"/>
                </a:cubicBezTo>
                <a:cubicBezTo>
                  <a:pt x="93613" y="21390"/>
                  <a:pt x="93191" y="21320"/>
                  <a:pt x="92782" y="21238"/>
                </a:cubicBezTo>
                <a:cubicBezTo>
                  <a:pt x="91706" y="21074"/>
                  <a:pt x="90443" y="20910"/>
                  <a:pt x="88957" y="20735"/>
                </a:cubicBezTo>
                <a:close/>
                <a:moveTo>
                  <a:pt x="99392" y="26502"/>
                </a:moveTo>
                <a:cubicBezTo>
                  <a:pt x="96093" y="29649"/>
                  <a:pt x="80066" y="49100"/>
                  <a:pt x="67221" y="98765"/>
                </a:cubicBezTo>
                <a:lnTo>
                  <a:pt x="91472" y="98765"/>
                </a:lnTo>
                <a:cubicBezTo>
                  <a:pt x="96175" y="98765"/>
                  <a:pt x="100000" y="94940"/>
                  <a:pt x="100000" y="90227"/>
                </a:cubicBezTo>
                <a:lnTo>
                  <a:pt x="100000" y="29672"/>
                </a:lnTo>
                <a:cubicBezTo>
                  <a:pt x="100000" y="28560"/>
                  <a:pt x="99778" y="27484"/>
                  <a:pt x="99392" y="2650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3" name="Белый — SVG 12">
            <a:extLst>
              <a:ext uri="{FF2B5EF4-FFF2-40B4-BE49-F238E27FC236}">
                <a16:creationId xmlns:a16="http://schemas.microsoft.com/office/drawing/2014/main" id="{B7E294D0-58A3-5F4F-BF10-393B518A996C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21267 w 141772"/>
              <a:gd name="csY0" fmla="*/ 0 h 134676"/>
              <a:gd name="csX1" fmla="*/ 0 w 141772"/>
              <a:gd name="csY1" fmla="*/ 21264 h 134676"/>
              <a:gd name="csX2" fmla="*/ 0 w 141772"/>
              <a:gd name="csY2" fmla="*/ 24802 h 134676"/>
              <a:gd name="csX3" fmla="*/ 42534 w 141772"/>
              <a:gd name="csY3" fmla="*/ 24802 h 134676"/>
              <a:gd name="csX4" fmla="*/ 42534 w 141772"/>
              <a:gd name="csY4" fmla="*/ 21264 h 134676"/>
              <a:gd name="csX5" fmla="*/ 21267 w 141772"/>
              <a:gd name="csY5" fmla="*/ 0 h 134676"/>
              <a:gd name="csX6" fmla="*/ 90494 w 141772"/>
              <a:gd name="csY6" fmla="*/ 10564 h 134676"/>
              <a:gd name="csX7" fmla="*/ 89491 w 141772"/>
              <a:gd name="csY7" fmla="*/ 10632 h 134676"/>
              <a:gd name="csX8" fmla="*/ 72664 w 141772"/>
              <a:gd name="csY8" fmla="*/ 10632 h 134676"/>
              <a:gd name="csX9" fmla="*/ 63800 w 141772"/>
              <a:gd name="csY9" fmla="*/ 19495 h 134676"/>
              <a:gd name="csX10" fmla="*/ 63800 w 141772"/>
              <a:gd name="csY10" fmla="*/ 39891 h 134676"/>
              <a:gd name="csX11" fmla="*/ 63800 w 141772"/>
              <a:gd name="csY11" fmla="*/ 41609 h 134676"/>
              <a:gd name="csX12" fmla="*/ 63800 w 141772"/>
              <a:gd name="csY12" fmla="*/ 42953 h 134676"/>
              <a:gd name="csX13" fmla="*/ 56706 w 141772"/>
              <a:gd name="csY13" fmla="*/ 60236 h 134676"/>
              <a:gd name="csX14" fmla="*/ 81511 w 141772"/>
              <a:gd name="csY14" fmla="*/ 85021 h 134676"/>
              <a:gd name="csX15" fmla="*/ 105245 w 141772"/>
              <a:gd name="csY15" fmla="*/ 67330 h 134676"/>
              <a:gd name="csX16" fmla="*/ 119689 w 141772"/>
              <a:gd name="csY16" fmla="*/ 67330 h 134676"/>
              <a:gd name="csX17" fmla="*/ 117120 w 141772"/>
              <a:gd name="csY17" fmla="*/ 72774 h 134676"/>
              <a:gd name="csX18" fmla="*/ 117903 w 141772"/>
              <a:gd name="csY18" fmla="*/ 78762 h 134676"/>
              <a:gd name="csX19" fmla="*/ 121816 w 141772"/>
              <a:gd name="csY19" fmla="*/ 83337 h 134676"/>
              <a:gd name="csX20" fmla="*/ 127601 w 141772"/>
              <a:gd name="csY20" fmla="*/ 85056 h 134676"/>
              <a:gd name="csX21" fmla="*/ 134083 w 141772"/>
              <a:gd name="csY21" fmla="*/ 82844 h 134676"/>
              <a:gd name="csX22" fmla="*/ 137860 w 141772"/>
              <a:gd name="csY22" fmla="*/ 77128 h 134676"/>
              <a:gd name="csX23" fmla="*/ 137383 w 141772"/>
              <a:gd name="csY23" fmla="*/ 70290 h 134676"/>
              <a:gd name="csX24" fmla="*/ 132824 w 141772"/>
              <a:gd name="csY24" fmla="*/ 65170 h 134676"/>
              <a:gd name="csX25" fmla="*/ 135648 w 141772"/>
              <a:gd name="csY25" fmla="*/ 62669 h 134676"/>
              <a:gd name="csX26" fmla="*/ 135665 w 141772"/>
              <a:gd name="csY26" fmla="*/ 62669 h 134676"/>
              <a:gd name="csX27" fmla="*/ 139068 w 141772"/>
              <a:gd name="csY27" fmla="*/ 58416 h 134676"/>
              <a:gd name="csX28" fmla="*/ 139051 w 141772"/>
              <a:gd name="csY28" fmla="*/ 58416 h 134676"/>
              <a:gd name="csX29" fmla="*/ 141773 w 141772"/>
              <a:gd name="csY29" fmla="*/ 50676 h 134676"/>
              <a:gd name="csX30" fmla="*/ 141773 w 141772"/>
              <a:gd name="csY30" fmla="*/ 44297 h 134676"/>
              <a:gd name="csX31" fmla="*/ 132909 w 141772"/>
              <a:gd name="csY31" fmla="*/ 35434 h 134676"/>
              <a:gd name="csX32" fmla="*/ 120506 w 141772"/>
              <a:gd name="csY32" fmla="*/ 35434 h 134676"/>
              <a:gd name="csX33" fmla="*/ 120506 w 141772"/>
              <a:gd name="csY33" fmla="*/ 28358 h 134676"/>
              <a:gd name="csX34" fmla="*/ 124062 w 141772"/>
              <a:gd name="csY34" fmla="*/ 24802 h 134676"/>
              <a:gd name="csX35" fmla="*/ 125423 w 141772"/>
              <a:gd name="csY35" fmla="*/ 24547 h 134676"/>
              <a:gd name="csX36" fmla="*/ 126597 w 141772"/>
              <a:gd name="csY36" fmla="*/ 23781 h 134676"/>
              <a:gd name="csX37" fmla="*/ 127380 w 141772"/>
              <a:gd name="csY37" fmla="*/ 22625 h 134676"/>
              <a:gd name="csX38" fmla="*/ 127652 w 141772"/>
              <a:gd name="csY38" fmla="*/ 21264 h 134676"/>
              <a:gd name="csX39" fmla="*/ 127380 w 141772"/>
              <a:gd name="csY39" fmla="*/ 19903 h 134676"/>
              <a:gd name="csX40" fmla="*/ 126597 w 141772"/>
              <a:gd name="csY40" fmla="*/ 18746 h 134676"/>
              <a:gd name="csX41" fmla="*/ 125423 w 141772"/>
              <a:gd name="csY41" fmla="*/ 17981 h 134676"/>
              <a:gd name="csX42" fmla="*/ 124062 w 141772"/>
              <a:gd name="csY42" fmla="*/ 17726 h 134676"/>
              <a:gd name="csX43" fmla="*/ 113428 w 141772"/>
              <a:gd name="csY43" fmla="*/ 28358 h 134676"/>
              <a:gd name="csX44" fmla="*/ 113428 w 141772"/>
              <a:gd name="csY44" fmla="*/ 35434 h 134676"/>
              <a:gd name="csX45" fmla="*/ 101094 w 141772"/>
              <a:gd name="csY45" fmla="*/ 35434 h 134676"/>
              <a:gd name="csX46" fmla="*/ 97300 w 141772"/>
              <a:gd name="csY46" fmla="*/ 21264 h 134676"/>
              <a:gd name="csX47" fmla="*/ 97470 w 141772"/>
              <a:gd name="csY47" fmla="*/ 21264 h 134676"/>
              <a:gd name="csX48" fmla="*/ 99528 w 141772"/>
              <a:gd name="csY48" fmla="*/ 20873 h 134676"/>
              <a:gd name="csX49" fmla="*/ 101281 w 141772"/>
              <a:gd name="csY49" fmla="*/ 19733 h 134676"/>
              <a:gd name="csX50" fmla="*/ 102455 w 141772"/>
              <a:gd name="csY50" fmla="*/ 17998 h 134676"/>
              <a:gd name="csX51" fmla="*/ 102863 w 141772"/>
              <a:gd name="csY51" fmla="*/ 15939 h 134676"/>
              <a:gd name="csX52" fmla="*/ 102455 w 141772"/>
              <a:gd name="csY52" fmla="*/ 13898 h 134676"/>
              <a:gd name="csX53" fmla="*/ 101281 w 141772"/>
              <a:gd name="csY53" fmla="*/ 12163 h 134676"/>
              <a:gd name="csX54" fmla="*/ 99528 w 141772"/>
              <a:gd name="csY54" fmla="*/ 11023 h 134676"/>
              <a:gd name="csX55" fmla="*/ 97470 w 141772"/>
              <a:gd name="csY55" fmla="*/ 10632 h 134676"/>
              <a:gd name="csX56" fmla="*/ 91209 w 141772"/>
              <a:gd name="csY56" fmla="*/ 10632 h 134676"/>
              <a:gd name="csX57" fmla="*/ 90494 w 141772"/>
              <a:gd name="csY57" fmla="*/ 10564 h 134676"/>
              <a:gd name="csX58" fmla="*/ 127601 w 141772"/>
              <a:gd name="csY58" fmla="*/ 85056 h 134676"/>
              <a:gd name="csX59" fmla="*/ 122922 w 141772"/>
              <a:gd name="csY59" fmla="*/ 85056 h 134676"/>
              <a:gd name="csX60" fmla="*/ 103833 w 141772"/>
              <a:gd name="csY60" fmla="*/ 134677 h 134676"/>
              <a:gd name="csX61" fmla="*/ 129370 w 141772"/>
              <a:gd name="csY61" fmla="*/ 134677 h 134676"/>
              <a:gd name="csX62" fmla="*/ 141773 w 141772"/>
              <a:gd name="csY62" fmla="*/ 122259 h 134676"/>
              <a:gd name="csX63" fmla="*/ 141773 w 141772"/>
              <a:gd name="csY63" fmla="*/ 90363 h 134676"/>
              <a:gd name="csX64" fmla="*/ 136447 w 141772"/>
              <a:gd name="csY64" fmla="*/ 85056 h 134676"/>
              <a:gd name="csX65" fmla="*/ 127601 w 141772"/>
              <a:gd name="csY65" fmla="*/ 85056 h 134676"/>
              <a:gd name="csX66" fmla="*/ 74434 w 141772"/>
              <a:gd name="csY66" fmla="*/ 21264 h 134676"/>
              <a:gd name="csX67" fmla="*/ 86292 w 141772"/>
              <a:gd name="csY67" fmla="*/ 21264 h 134676"/>
              <a:gd name="csX68" fmla="*/ 90086 w 141772"/>
              <a:gd name="csY68" fmla="*/ 35434 h 134676"/>
              <a:gd name="csX69" fmla="*/ 74434 w 141772"/>
              <a:gd name="csY69" fmla="*/ 35434 h 134676"/>
              <a:gd name="csX70" fmla="*/ 74434 w 141772"/>
              <a:gd name="csY70" fmla="*/ 21264 h 134676"/>
              <a:gd name="csX71" fmla="*/ 0 w 141772"/>
              <a:gd name="csY71" fmla="*/ 31896 h 134676"/>
              <a:gd name="csX72" fmla="*/ 0 w 141772"/>
              <a:gd name="csY72" fmla="*/ 77962 h 134676"/>
              <a:gd name="csX73" fmla="*/ 42534 w 141772"/>
              <a:gd name="csY73" fmla="*/ 77962 h 134676"/>
              <a:gd name="csX74" fmla="*/ 42534 w 141772"/>
              <a:gd name="csY74" fmla="*/ 31896 h 134676"/>
              <a:gd name="csX75" fmla="*/ 0 w 141772"/>
              <a:gd name="csY75" fmla="*/ 31896 h 134676"/>
              <a:gd name="csX76" fmla="*/ 81511 w 141772"/>
              <a:gd name="csY76" fmla="*/ 46066 h 134676"/>
              <a:gd name="csX77" fmla="*/ 95666 w 141772"/>
              <a:gd name="csY77" fmla="*/ 60236 h 134676"/>
              <a:gd name="csX78" fmla="*/ 81511 w 141772"/>
              <a:gd name="csY78" fmla="*/ 74390 h 134676"/>
              <a:gd name="csX79" fmla="*/ 67339 w 141772"/>
              <a:gd name="csY79" fmla="*/ 60236 h 134676"/>
              <a:gd name="csX80" fmla="*/ 72120 w 141772"/>
              <a:gd name="csY80" fmla="*/ 49672 h 134676"/>
              <a:gd name="csX81" fmla="*/ 72869 w 141772"/>
              <a:gd name="csY81" fmla="*/ 49043 h 134676"/>
              <a:gd name="csX82" fmla="*/ 81511 w 141772"/>
              <a:gd name="csY82" fmla="*/ 46066 h 134676"/>
              <a:gd name="csX83" fmla="*/ 101808 w 141772"/>
              <a:gd name="csY83" fmla="*/ 46066 h 134676"/>
              <a:gd name="csX84" fmla="*/ 131139 w 141772"/>
              <a:gd name="csY84" fmla="*/ 46066 h 134676"/>
              <a:gd name="csX85" fmla="*/ 131139 w 141772"/>
              <a:gd name="csY85" fmla="*/ 50676 h 134676"/>
              <a:gd name="csX86" fmla="*/ 130765 w 141772"/>
              <a:gd name="csY86" fmla="*/ 51782 h 134676"/>
              <a:gd name="csX87" fmla="*/ 127346 w 141772"/>
              <a:gd name="csY87" fmla="*/ 56034 h 134676"/>
              <a:gd name="csX88" fmla="*/ 125967 w 141772"/>
              <a:gd name="csY88" fmla="*/ 56698 h 134676"/>
              <a:gd name="csX89" fmla="*/ 106028 w 141772"/>
              <a:gd name="csY89" fmla="*/ 56698 h 134676"/>
              <a:gd name="csX90" fmla="*/ 101808 w 141772"/>
              <a:gd name="csY90" fmla="*/ 46066 h 134676"/>
              <a:gd name="csX91" fmla="*/ 81528 w 141772"/>
              <a:gd name="csY91" fmla="*/ 53160 h 134676"/>
              <a:gd name="csX92" fmla="*/ 74434 w 141772"/>
              <a:gd name="csY92" fmla="*/ 60253 h 134676"/>
              <a:gd name="csX93" fmla="*/ 81528 w 141772"/>
              <a:gd name="csY93" fmla="*/ 67330 h 134676"/>
              <a:gd name="csX94" fmla="*/ 88606 w 141772"/>
              <a:gd name="csY94" fmla="*/ 60253 h 134676"/>
              <a:gd name="csX95" fmla="*/ 81528 w 141772"/>
              <a:gd name="csY95" fmla="*/ 53160 h 134676"/>
              <a:gd name="csX96" fmla="*/ 0 w 141772"/>
              <a:gd name="csY96" fmla="*/ 85056 h 134676"/>
              <a:gd name="csX97" fmla="*/ 0 w 141772"/>
              <a:gd name="csY97" fmla="*/ 122939 h 134676"/>
              <a:gd name="csX98" fmla="*/ 11739 w 141772"/>
              <a:gd name="csY98" fmla="*/ 134660 h 134676"/>
              <a:gd name="csX99" fmla="*/ 17609 w 141772"/>
              <a:gd name="csY99" fmla="*/ 134660 h 134676"/>
              <a:gd name="csX100" fmla="*/ 36698 w 141772"/>
              <a:gd name="csY100" fmla="*/ 85056 h 134676"/>
              <a:gd name="csX101" fmla="*/ 0 w 141772"/>
              <a:gd name="csY101" fmla="*/ 85056 h 134676"/>
              <a:gd name="csX102" fmla="*/ 44286 w 141772"/>
              <a:gd name="csY102" fmla="*/ 85056 h 134676"/>
              <a:gd name="csX103" fmla="*/ 25214 w 141772"/>
              <a:gd name="csY103" fmla="*/ 134660 h 134676"/>
              <a:gd name="csX104" fmla="*/ 57250 w 141772"/>
              <a:gd name="csY104" fmla="*/ 134660 h 134676"/>
              <a:gd name="csX105" fmla="*/ 76322 w 141772"/>
              <a:gd name="csY105" fmla="*/ 85056 h 134676"/>
              <a:gd name="csX106" fmla="*/ 44286 w 141772"/>
              <a:gd name="csY106" fmla="*/ 85056 h 134676"/>
              <a:gd name="csX107" fmla="*/ 83927 w 141772"/>
              <a:gd name="csY107" fmla="*/ 85056 h 134676"/>
              <a:gd name="csX108" fmla="*/ 64838 w 141772"/>
              <a:gd name="csY108" fmla="*/ 134660 h 134676"/>
              <a:gd name="csX109" fmla="*/ 96228 w 141772"/>
              <a:gd name="csY109" fmla="*/ 134677 h 134676"/>
              <a:gd name="csX110" fmla="*/ 115317 w 141772"/>
              <a:gd name="csY110" fmla="*/ 85056 h 134676"/>
              <a:gd name="csX111" fmla="*/ 83927 w 141772"/>
              <a:gd name="csY111" fmla="*/ 85056 h 134676"/>
            </a:gdLst>
            <a:ahLst/>
            <a:cxnLst/>
            <a:rect l="l" t="t" r="r" b="b"/>
            <a:pathLst>
              <a:path w="100000" h="100000">
                <a:moveTo>
                  <a:pt x="15001" y="2503"/>
                </a:moveTo>
                <a:cubicBezTo>
                  <a:pt x="6721" y="2503"/>
                  <a:pt x="0" y="9222"/>
                  <a:pt x="0" y="17501"/>
                </a:cubicBezTo>
                <a:lnTo>
                  <a:pt x="0" y="19997"/>
                </a:lnTo>
                <a:lnTo>
                  <a:pt x="30002" y="19997"/>
                </a:lnTo>
                <a:lnTo>
                  <a:pt x="30002" y="17501"/>
                </a:lnTo>
                <a:cubicBezTo>
                  <a:pt x="30002" y="9222"/>
                  <a:pt x="23281" y="2503"/>
                  <a:pt x="15001" y="2503"/>
                </a:cubicBezTo>
                <a:close/>
                <a:moveTo>
                  <a:pt x="63831" y="9954"/>
                </a:moveTo>
                <a:cubicBezTo>
                  <a:pt x="63591" y="9942"/>
                  <a:pt x="63363" y="9966"/>
                  <a:pt x="63123" y="10002"/>
                </a:cubicBezTo>
                <a:lnTo>
                  <a:pt x="51254" y="10002"/>
                </a:lnTo>
                <a:cubicBezTo>
                  <a:pt x="47847" y="10002"/>
                  <a:pt x="45002" y="12846"/>
                  <a:pt x="45002" y="16254"/>
                </a:cubicBezTo>
                <a:lnTo>
                  <a:pt x="45002" y="30640"/>
                </a:lnTo>
                <a:cubicBezTo>
                  <a:pt x="44930" y="31036"/>
                  <a:pt x="44930" y="31444"/>
                  <a:pt x="45002" y="31852"/>
                </a:cubicBezTo>
                <a:lnTo>
                  <a:pt x="45002" y="32800"/>
                </a:lnTo>
                <a:cubicBezTo>
                  <a:pt x="41918" y="35956"/>
                  <a:pt x="39998" y="40263"/>
                  <a:pt x="39998" y="44991"/>
                </a:cubicBezTo>
                <a:cubicBezTo>
                  <a:pt x="39998" y="54602"/>
                  <a:pt x="47882" y="62473"/>
                  <a:pt x="57494" y="62473"/>
                </a:cubicBezTo>
                <a:cubicBezTo>
                  <a:pt x="65367" y="62473"/>
                  <a:pt x="72064" y="57194"/>
                  <a:pt x="74235" y="49994"/>
                </a:cubicBezTo>
                <a:lnTo>
                  <a:pt x="84424" y="49994"/>
                </a:lnTo>
                <a:cubicBezTo>
                  <a:pt x="83464" y="51074"/>
                  <a:pt x="82828" y="52406"/>
                  <a:pt x="82612" y="53834"/>
                </a:cubicBezTo>
                <a:cubicBezTo>
                  <a:pt x="82384" y="55274"/>
                  <a:pt x="82576" y="56738"/>
                  <a:pt x="83164" y="58058"/>
                </a:cubicBezTo>
                <a:cubicBezTo>
                  <a:pt x="83752" y="59378"/>
                  <a:pt x="84712" y="60494"/>
                  <a:pt x="85924" y="61285"/>
                </a:cubicBezTo>
                <a:cubicBezTo>
                  <a:pt x="87148" y="62077"/>
                  <a:pt x="88552" y="62498"/>
                  <a:pt x="90004" y="62498"/>
                </a:cubicBezTo>
                <a:cubicBezTo>
                  <a:pt x="91660" y="62498"/>
                  <a:pt x="93268" y="61945"/>
                  <a:pt x="94577" y="60937"/>
                </a:cubicBezTo>
                <a:cubicBezTo>
                  <a:pt x="95884" y="59917"/>
                  <a:pt x="96820" y="58502"/>
                  <a:pt x="97241" y="56905"/>
                </a:cubicBezTo>
                <a:cubicBezTo>
                  <a:pt x="97660" y="55310"/>
                  <a:pt x="97540" y="53606"/>
                  <a:pt x="96904" y="52082"/>
                </a:cubicBezTo>
                <a:cubicBezTo>
                  <a:pt x="96256" y="50559"/>
                  <a:pt x="95128" y="49286"/>
                  <a:pt x="93688" y="48471"/>
                </a:cubicBezTo>
                <a:cubicBezTo>
                  <a:pt x="94432" y="47978"/>
                  <a:pt x="95116" y="47415"/>
                  <a:pt x="95680" y="46707"/>
                </a:cubicBezTo>
                <a:cubicBezTo>
                  <a:pt x="95680" y="46707"/>
                  <a:pt x="95680" y="46707"/>
                  <a:pt x="95692" y="46707"/>
                </a:cubicBezTo>
                <a:lnTo>
                  <a:pt x="98093" y="43707"/>
                </a:lnTo>
                <a:lnTo>
                  <a:pt x="98081" y="43707"/>
                </a:lnTo>
                <a:cubicBezTo>
                  <a:pt x="99328" y="42159"/>
                  <a:pt x="100001" y="40227"/>
                  <a:pt x="100001" y="38247"/>
                </a:cubicBezTo>
                <a:lnTo>
                  <a:pt x="100001" y="33748"/>
                </a:lnTo>
                <a:cubicBezTo>
                  <a:pt x="100001" y="30340"/>
                  <a:pt x="97169" y="27496"/>
                  <a:pt x="93748" y="27496"/>
                </a:cubicBezTo>
                <a:lnTo>
                  <a:pt x="85000" y="27496"/>
                </a:lnTo>
                <a:lnTo>
                  <a:pt x="85000" y="22505"/>
                </a:lnTo>
                <a:cubicBezTo>
                  <a:pt x="85000" y="21089"/>
                  <a:pt x="86092" y="19997"/>
                  <a:pt x="87508" y="19997"/>
                </a:cubicBezTo>
                <a:cubicBezTo>
                  <a:pt x="87832" y="20009"/>
                  <a:pt x="88168" y="19949"/>
                  <a:pt x="88468" y="19817"/>
                </a:cubicBezTo>
                <a:cubicBezTo>
                  <a:pt x="88780" y="19697"/>
                  <a:pt x="89056" y="19517"/>
                  <a:pt x="89296" y="19277"/>
                </a:cubicBezTo>
                <a:cubicBezTo>
                  <a:pt x="89536" y="19049"/>
                  <a:pt x="89716" y="18773"/>
                  <a:pt x="89848" y="18461"/>
                </a:cubicBezTo>
                <a:cubicBezTo>
                  <a:pt x="89968" y="18162"/>
                  <a:pt x="90040" y="17837"/>
                  <a:pt x="90040" y="17501"/>
                </a:cubicBezTo>
                <a:cubicBezTo>
                  <a:pt x="90040" y="17166"/>
                  <a:pt x="89968" y="16841"/>
                  <a:pt x="89848" y="16541"/>
                </a:cubicBezTo>
                <a:cubicBezTo>
                  <a:pt x="89716" y="16230"/>
                  <a:pt x="89536" y="15953"/>
                  <a:pt x="89296" y="15725"/>
                </a:cubicBezTo>
                <a:cubicBezTo>
                  <a:pt x="89056" y="15485"/>
                  <a:pt x="88780" y="15306"/>
                  <a:pt x="88468" y="15186"/>
                </a:cubicBezTo>
                <a:cubicBezTo>
                  <a:pt x="88168" y="15054"/>
                  <a:pt x="87832" y="14994"/>
                  <a:pt x="87508" y="15006"/>
                </a:cubicBezTo>
                <a:cubicBezTo>
                  <a:pt x="83392" y="15006"/>
                  <a:pt x="80007" y="18389"/>
                  <a:pt x="80007" y="22505"/>
                </a:cubicBezTo>
                <a:lnTo>
                  <a:pt x="80007" y="27496"/>
                </a:lnTo>
                <a:lnTo>
                  <a:pt x="71307" y="27496"/>
                </a:lnTo>
                <a:lnTo>
                  <a:pt x="68631" y="17501"/>
                </a:lnTo>
                <a:lnTo>
                  <a:pt x="68751" y="17501"/>
                </a:lnTo>
                <a:cubicBezTo>
                  <a:pt x="69255" y="17513"/>
                  <a:pt x="69747" y="17417"/>
                  <a:pt x="70203" y="17226"/>
                </a:cubicBezTo>
                <a:cubicBezTo>
                  <a:pt x="70671" y="17045"/>
                  <a:pt x="71091" y="16769"/>
                  <a:pt x="71439" y="16421"/>
                </a:cubicBezTo>
                <a:cubicBezTo>
                  <a:pt x="71799" y="16074"/>
                  <a:pt x="72076" y="15653"/>
                  <a:pt x="72267" y="15198"/>
                </a:cubicBezTo>
                <a:cubicBezTo>
                  <a:pt x="72459" y="14741"/>
                  <a:pt x="72555" y="14250"/>
                  <a:pt x="72555" y="13745"/>
                </a:cubicBezTo>
                <a:cubicBezTo>
                  <a:pt x="72555" y="13254"/>
                  <a:pt x="72459" y="12762"/>
                  <a:pt x="72267" y="12306"/>
                </a:cubicBezTo>
                <a:cubicBezTo>
                  <a:pt x="72076" y="11850"/>
                  <a:pt x="71799" y="11430"/>
                  <a:pt x="71439" y="11082"/>
                </a:cubicBezTo>
                <a:cubicBezTo>
                  <a:pt x="71091" y="10734"/>
                  <a:pt x="70671" y="10458"/>
                  <a:pt x="70203" y="10278"/>
                </a:cubicBezTo>
                <a:cubicBezTo>
                  <a:pt x="69747" y="10086"/>
                  <a:pt x="69255" y="9990"/>
                  <a:pt x="68751" y="10002"/>
                </a:cubicBezTo>
                <a:lnTo>
                  <a:pt x="64335" y="10002"/>
                </a:lnTo>
                <a:cubicBezTo>
                  <a:pt x="64167" y="9978"/>
                  <a:pt x="63999" y="9954"/>
                  <a:pt x="63831" y="9954"/>
                </a:cubicBezTo>
                <a:close/>
                <a:moveTo>
                  <a:pt x="90004" y="62498"/>
                </a:moveTo>
                <a:lnTo>
                  <a:pt x="86704" y="62498"/>
                </a:lnTo>
                <a:lnTo>
                  <a:pt x="73239" y="97498"/>
                </a:lnTo>
                <a:lnTo>
                  <a:pt x="91252" y="97498"/>
                </a:lnTo>
                <a:cubicBezTo>
                  <a:pt x="96076" y="97498"/>
                  <a:pt x="100001" y="93574"/>
                  <a:pt x="100001" y="88739"/>
                </a:cubicBezTo>
                <a:lnTo>
                  <a:pt x="100001" y="66241"/>
                </a:lnTo>
                <a:cubicBezTo>
                  <a:pt x="100001" y="64177"/>
                  <a:pt x="98321" y="62498"/>
                  <a:pt x="96244" y="62498"/>
                </a:cubicBezTo>
                <a:lnTo>
                  <a:pt x="90004" y="62498"/>
                </a:lnTo>
                <a:close/>
                <a:moveTo>
                  <a:pt x="52503" y="17501"/>
                </a:moveTo>
                <a:lnTo>
                  <a:pt x="60867" y="17501"/>
                </a:lnTo>
                <a:lnTo>
                  <a:pt x="63543" y="27496"/>
                </a:lnTo>
                <a:lnTo>
                  <a:pt x="52503" y="27496"/>
                </a:lnTo>
                <a:lnTo>
                  <a:pt x="52503" y="17501"/>
                </a:lnTo>
                <a:close/>
                <a:moveTo>
                  <a:pt x="0" y="25001"/>
                </a:moveTo>
                <a:lnTo>
                  <a:pt x="0" y="57494"/>
                </a:lnTo>
                <a:lnTo>
                  <a:pt x="30002" y="57494"/>
                </a:lnTo>
                <a:lnTo>
                  <a:pt x="30002" y="25001"/>
                </a:lnTo>
                <a:lnTo>
                  <a:pt x="0" y="25001"/>
                </a:lnTo>
                <a:close/>
                <a:moveTo>
                  <a:pt x="57494" y="34996"/>
                </a:moveTo>
                <a:cubicBezTo>
                  <a:pt x="63051" y="34996"/>
                  <a:pt x="67479" y="39423"/>
                  <a:pt x="67479" y="44991"/>
                </a:cubicBezTo>
                <a:cubicBezTo>
                  <a:pt x="67479" y="50547"/>
                  <a:pt x="63051" y="54974"/>
                  <a:pt x="57494" y="54974"/>
                </a:cubicBezTo>
                <a:cubicBezTo>
                  <a:pt x="51926" y="54974"/>
                  <a:pt x="47498" y="50547"/>
                  <a:pt x="47498" y="44991"/>
                </a:cubicBezTo>
                <a:cubicBezTo>
                  <a:pt x="47498" y="41991"/>
                  <a:pt x="48818" y="39351"/>
                  <a:pt x="50870" y="37539"/>
                </a:cubicBezTo>
                <a:cubicBezTo>
                  <a:pt x="51062" y="37407"/>
                  <a:pt x="51230" y="37263"/>
                  <a:pt x="51399" y="37095"/>
                </a:cubicBezTo>
                <a:cubicBezTo>
                  <a:pt x="53078" y="35800"/>
                  <a:pt x="55179" y="34996"/>
                  <a:pt x="57494" y="34996"/>
                </a:cubicBezTo>
                <a:close/>
                <a:moveTo>
                  <a:pt x="71811" y="34996"/>
                </a:moveTo>
                <a:lnTo>
                  <a:pt x="92500" y="34996"/>
                </a:lnTo>
                <a:lnTo>
                  <a:pt x="92500" y="38247"/>
                </a:lnTo>
                <a:cubicBezTo>
                  <a:pt x="92500" y="38535"/>
                  <a:pt x="92404" y="38800"/>
                  <a:pt x="92236" y="39027"/>
                </a:cubicBezTo>
                <a:lnTo>
                  <a:pt x="89825" y="42027"/>
                </a:lnTo>
                <a:cubicBezTo>
                  <a:pt x="89584" y="42327"/>
                  <a:pt x="89236" y="42495"/>
                  <a:pt x="88852" y="42495"/>
                </a:cubicBezTo>
                <a:lnTo>
                  <a:pt x="74788" y="42495"/>
                </a:lnTo>
                <a:cubicBezTo>
                  <a:pt x="74379" y="39748"/>
                  <a:pt x="73347" y="37191"/>
                  <a:pt x="71811" y="34996"/>
                </a:cubicBezTo>
                <a:close/>
                <a:moveTo>
                  <a:pt x="57506" y="39999"/>
                </a:moveTo>
                <a:cubicBezTo>
                  <a:pt x="54734" y="39999"/>
                  <a:pt x="52503" y="42231"/>
                  <a:pt x="52503" y="45003"/>
                </a:cubicBezTo>
                <a:cubicBezTo>
                  <a:pt x="52503" y="47763"/>
                  <a:pt x="54734" y="49994"/>
                  <a:pt x="57506" y="49994"/>
                </a:cubicBezTo>
                <a:cubicBezTo>
                  <a:pt x="60266" y="49994"/>
                  <a:pt x="62499" y="47763"/>
                  <a:pt x="62499" y="45003"/>
                </a:cubicBezTo>
                <a:cubicBezTo>
                  <a:pt x="62499" y="42231"/>
                  <a:pt x="60266" y="39999"/>
                  <a:pt x="57506" y="39999"/>
                </a:cubicBezTo>
                <a:close/>
                <a:moveTo>
                  <a:pt x="0" y="62498"/>
                </a:moveTo>
                <a:lnTo>
                  <a:pt x="0" y="89219"/>
                </a:lnTo>
                <a:cubicBezTo>
                  <a:pt x="12" y="93767"/>
                  <a:pt x="3720" y="97474"/>
                  <a:pt x="8280" y="97486"/>
                </a:cubicBezTo>
                <a:lnTo>
                  <a:pt x="12421" y="97486"/>
                </a:lnTo>
                <a:lnTo>
                  <a:pt x="25885" y="62498"/>
                </a:lnTo>
                <a:lnTo>
                  <a:pt x="0" y="62498"/>
                </a:lnTo>
                <a:close/>
                <a:moveTo>
                  <a:pt x="31237" y="62498"/>
                </a:moveTo>
                <a:lnTo>
                  <a:pt x="17785" y="97486"/>
                </a:lnTo>
                <a:lnTo>
                  <a:pt x="40382" y="97486"/>
                </a:lnTo>
                <a:lnTo>
                  <a:pt x="53834" y="62498"/>
                </a:lnTo>
                <a:lnTo>
                  <a:pt x="31237" y="62498"/>
                </a:lnTo>
                <a:close/>
                <a:moveTo>
                  <a:pt x="59199" y="62498"/>
                </a:moveTo>
                <a:lnTo>
                  <a:pt x="45734" y="97486"/>
                </a:lnTo>
                <a:lnTo>
                  <a:pt x="67875" y="97498"/>
                </a:lnTo>
                <a:lnTo>
                  <a:pt x="81340" y="62498"/>
                </a:lnTo>
                <a:lnTo>
                  <a:pt x="59199" y="6249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4" name="Белый — SVG 13">
            <a:extLst>
              <a:ext uri="{FF2B5EF4-FFF2-40B4-BE49-F238E27FC236}">
                <a16:creationId xmlns:a16="http://schemas.microsoft.com/office/drawing/2014/main" id="{4622F66F-8B9A-B74E-9EE5-DD4DB38628A1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51466 w 156115"/>
              <a:gd name="csY0" fmla="*/ 0 h 134676"/>
              <a:gd name="csX1" fmla="*/ 46293 w 156115"/>
              <a:gd name="csY1" fmla="*/ 4151 h 134676"/>
              <a:gd name="csX2" fmla="*/ 38314 w 156115"/>
              <a:gd name="csY2" fmla="*/ 38990 h 134676"/>
              <a:gd name="csX3" fmla="*/ 72732 w 156115"/>
              <a:gd name="csY3" fmla="*/ 38990 h 134676"/>
              <a:gd name="csX4" fmla="*/ 72732 w 156115"/>
              <a:gd name="csY4" fmla="*/ 0 h 134676"/>
              <a:gd name="csX5" fmla="*/ 51466 w 156115"/>
              <a:gd name="csY5" fmla="*/ 0 h 134676"/>
              <a:gd name="csX6" fmla="*/ 83366 w 156115"/>
              <a:gd name="csY6" fmla="*/ 0 h 134676"/>
              <a:gd name="csX7" fmla="*/ 83366 w 156115"/>
              <a:gd name="csY7" fmla="*/ 38990 h 134676"/>
              <a:gd name="csX8" fmla="*/ 117784 w 156115"/>
              <a:gd name="csY8" fmla="*/ 38990 h 134676"/>
              <a:gd name="csX9" fmla="*/ 109822 w 156115"/>
              <a:gd name="csY9" fmla="*/ 4151 h 134676"/>
              <a:gd name="csX10" fmla="*/ 104632 w 156115"/>
              <a:gd name="csY10" fmla="*/ 0 h 134676"/>
              <a:gd name="csX11" fmla="*/ 83366 w 156115"/>
              <a:gd name="csY11" fmla="*/ 0 h 134676"/>
              <a:gd name="csX12" fmla="*/ 15942 w 156115"/>
              <a:gd name="csY12" fmla="*/ 49536 h 134676"/>
              <a:gd name="csX13" fmla="*/ 15176 w 156115"/>
              <a:gd name="csY13" fmla="*/ 49621 h 134676"/>
              <a:gd name="csX14" fmla="*/ 5393 w 156115"/>
              <a:gd name="csY14" fmla="*/ 49621 h 134676"/>
              <a:gd name="csX15" fmla="*/ 3335 w 156115"/>
              <a:gd name="csY15" fmla="*/ 49996 h 134676"/>
              <a:gd name="csX16" fmla="*/ 1582 w 156115"/>
              <a:gd name="csY16" fmla="*/ 51152 h 134676"/>
              <a:gd name="csX17" fmla="*/ 408 w 156115"/>
              <a:gd name="csY17" fmla="*/ 52887 h 134676"/>
              <a:gd name="csX18" fmla="*/ 0 w 156115"/>
              <a:gd name="csY18" fmla="*/ 54929 h 134676"/>
              <a:gd name="csX19" fmla="*/ 408 w 156115"/>
              <a:gd name="csY19" fmla="*/ 56987 h 134676"/>
              <a:gd name="csX20" fmla="*/ 1582 w 156115"/>
              <a:gd name="csY20" fmla="*/ 58722 h 134676"/>
              <a:gd name="csX21" fmla="*/ 3335 w 156115"/>
              <a:gd name="csY21" fmla="*/ 59862 h 134676"/>
              <a:gd name="csX22" fmla="*/ 5393 w 156115"/>
              <a:gd name="csY22" fmla="*/ 60253 h 134676"/>
              <a:gd name="csX23" fmla="*/ 10702 w 156115"/>
              <a:gd name="csY23" fmla="*/ 60253 h 134676"/>
              <a:gd name="csX24" fmla="*/ 10702 w 156115"/>
              <a:gd name="csY24" fmla="*/ 65561 h 134676"/>
              <a:gd name="csX25" fmla="*/ 11093 w 156115"/>
              <a:gd name="csY25" fmla="*/ 67619 h 134676"/>
              <a:gd name="csX26" fmla="*/ 12233 w 156115"/>
              <a:gd name="csY26" fmla="*/ 69371 h 134676"/>
              <a:gd name="csX27" fmla="*/ 13968 w 156115"/>
              <a:gd name="csY27" fmla="*/ 70545 h 134676"/>
              <a:gd name="csX28" fmla="*/ 16027 w 156115"/>
              <a:gd name="csY28" fmla="*/ 70953 h 134676"/>
              <a:gd name="csX29" fmla="*/ 18085 w 156115"/>
              <a:gd name="csY29" fmla="*/ 70545 h 134676"/>
              <a:gd name="csX30" fmla="*/ 19821 w 156115"/>
              <a:gd name="csY30" fmla="*/ 69371 h 134676"/>
              <a:gd name="csX31" fmla="*/ 20960 w 156115"/>
              <a:gd name="csY31" fmla="*/ 67619 h 134676"/>
              <a:gd name="csX32" fmla="*/ 21335 w 156115"/>
              <a:gd name="csY32" fmla="*/ 65561 h 134676"/>
              <a:gd name="csX33" fmla="*/ 21335 w 156115"/>
              <a:gd name="csY33" fmla="*/ 60253 h 134676"/>
              <a:gd name="csX34" fmla="*/ 134763 w 156115"/>
              <a:gd name="csY34" fmla="*/ 60253 h 134676"/>
              <a:gd name="csX35" fmla="*/ 134763 w 156115"/>
              <a:gd name="csY35" fmla="*/ 65561 h 134676"/>
              <a:gd name="csX36" fmla="*/ 135154 w 156115"/>
              <a:gd name="csY36" fmla="*/ 67619 h 134676"/>
              <a:gd name="csX37" fmla="*/ 136294 w 156115"/>
              <a:gd name="csY37" fmla="*/ 69371 h 134676"/>
              <a:gd name="csX38" fmla="*/ 138030 w 156115"/>
              <a:gd name="csY38" fmla="*/ 70545 h 134676"/>
              <a:gd name="csX39" fmla="*/ 140088 w 156115"/>
              <a:gd name="csY39" fmla="*/ 70953 h 134676"/>
              <a:gd name="csX40" fmla="*/ 142130 w 156115"/>
              <a:gd name="csY40" fmla="*/ 70545 h 134676"/>
              <a:gd name="csX41" fmla="*/ 143865 w 156115"/>
              <a:gd name="csY41" fmla="*/ 69371 h 134676"/>
              <a:gd name="csX42" fmla="*/ 145022 w 156115"/>
              <a:gd name="csY42" fmla="*/ 67619 h 134676"/>
              <a:gd name="csX43" fmla="*/ 145397 w 156115"/>
              <a:gd name="csY43" fmla="*/ 65561 h 134676"/>
              <a:gd name="csX44" fmla="*/ 145397 w 156115"/>
              <a:gd name="csY44" fmla="*/ 60253 h 134676"/>
              <a:gd name="csX45" fmla="*/ 150722 w 156115"/>
              <a:gd name="csY45" fmla="*/ 60253 h 134676"/>
              <a:gd name="csX46" fmla="*/ 152780 w 156115"/>
              <a:gd name="csY46" fmla="*/ 59862 h 134676"/>
              <a:gd name="csX47" fmla="*/ 154516 w 156115"/>
              <a:gd name="csY47" fmla="*/ 58722 h 134676"/>
              <a:gd name="csX48" fmla="*/ 155690 w 156115"/>
              <a:gd name="csY48" fmla="*/ 56987 h 134676"/>
              <a:gd name="csX49" fmla="*/ 156115 w 156115"/>
              <a:gd name="csY49" fmla="*/ 54929 h 134676"/>
              <a:gd name="csX50" fmla="*/ 155690 w 156115"/>
              <a:gd name="csY50" fmla="*/ 52887 h 134676"/>
              <a:gd name="csX51" fmla="*/ 154516 w 156115"/>
              <a:gd name="csY51" fmla="*/ 51152 h 134676"/>
              <a:gd name="csX52" fmla="*/ 152780 w 156115"/>
              <a:gd name="csY52" fmla="*/ 49996 h 134676"/>
              <a:gd name="csX53" fmla="*/ 150722 w 156115"/>
              <a:gd name="csY53" fmla="*/ 49621 h 134676"/>
              <a:gd name="csX54" fmla="*/ 140956 w 156115"/>
              <a:gd name="csY54" fmla="*/ 49621 h 134676"/>
              <a:gd name="csX55" fmla="*/ 139238 w 156115"/>
              <a:gd name="csY55" fmla="*/ 49621 h 134676"/>
              <a:gd name="csX56" fmla="*/ 16894 w 156115"/>
              <a:gd name="csY56" fmla="*/ 49621 h 134676"/>
              <a:gd name="csX57" fmla="*/ 15942 w 156115"/>
              <a:gd name="csY57" fmla="*/ 49536 h 134676"/>
              <a:gd name="csX58" fmla="*/ 31049 w 156115"/>
              <a:gd name="csY58" fmla="*/ 70885 h 134676"/>
              <a:gd name="csX59" fmla="*/ 17932 w 156115"/>
              <a:gd name="csY59" fmla="*/ 128179 h 134676"/>
              <a:gd name="csX60" fmla="*/ 18970 w 156115"/>
              <a:gd name="csY60" fmla="*/ 132653 h 134676"/>
              <a:gd name="csX61" fmla="*/ 23121 w 156115"/>
              <a:gd name="csY61" fmla="*/ 134677 h 134676"/>
              <a:gd name="csX62" fmla="*/ 72732 w 156115"/>
              <a:gd name="csY62" fmla="*/ 134677 h 134676"/>
              <a:gd name="csX63" fmla="*/ 72732 w 156115"/>
              <a:gd name="csY63" fmla="*/ 70885 h 134676"/>
              <a:gd name="csX64" fmla="*/ 31049 w 156115"/>
              <a:gd name="csY64" fmla="*/ 70885 h 134676"/>
              <a:gd name="csX65" fmla="*/ 83366 w 156115"/>
              <a:gd name="csY65" fmla="*/ 70885 h 134676"/>
              <a:gd name="csX66" fmla="*/ 83366 w 156115"/>
              <a:gd name="csY66" fmla="*/ 134677 h 134676"/>
              <a:gd name="csX67" fmla="*/ 132994 w 156115"/>
              <a:gd name="csY67" fmla="*/ 134677 h 134676"/>
              <a:gd name="csX68" fmla="*/ 137145 w 156115"/>
              <a:gd name="csY68" fmla="*/ 132653 h 134676"/>
              <a:gd name="csX69" fmla="*/ 138166 w 156115"/>
              <a:gd name="csY69" fmla="*/ 128179 h 134676"/>
              <a:gd name="csX70" fmla="*/ 125049 w 156115"/>
              <a:gd name="csY70" fmla="*/ 70885 h 134676"/>
              <a:gd name="csX71" fmla="*/ 83366 w 156115"/>
              <a:gd name="csY71" fmla="*/ 70885 h 134676"/>
            </a:gdLst>
            <a:ahLst/>
            <a:cxnLst/>
            <a:rect l="l" t="t" r="r" b="b"/>
            <a:pathLst>
              <a:path w="100000" h="100000">
                <a:moveTo>
                  <a:pt x="32967" y="6866"/>
                </a:moveTo>
                <a:cubicBezTo>
                  <a:pt x="31376" y="6866"/>
                  <a:pt x="29991" y="7956"/>
                  <a:pt x="29653" y="9525"/>
                </a:cubicBezTo>
                <a:lnTo>
                  <a:pt x="24542" y="31842"/>
                </a:lnTo>
                <a:lnTo>
                  <a:pt x="46589" y="31842"/>
                </a:lnTo>
                <a:lnTo>
                  <a:pt x="46589" y="6866"/>
                </a:lnTo>
                <a:lnTo>
                  <a:pt x="32967" y="6866"/>
                </a:lnTo>
                <a:close/>
                <a:moveTo>
                  <a:pt x="53400" y="6866"/>
                </a:moveTo>
                <a:lnTo>
                  <a:pt x="53400" y="31842"/>
                </a:lnTo>
                <a:lnTo>
                  <a:pt x="75447" y="31842"/>
                </a:lnTo>
                <a:lnTo>
                  <a:pt x="70347" y="9525"/>
                </a:lnTo>
                <a:cubicBezTo>
                  <a:pt x="69998" y="7956"/>
                  <a:pt x="68614" y="6866"/>
                  <a:pt x="67022" y="6866"/>
                </a:cubicBezTo>
                <a:lnTo>
                  <a:pt x="53400" y="6866"/>
                </a:lnTo>
                <a:close/>
                <a:moveTo>
                  <a:pt x="10212" y="38597"/>
                </a:moveTo>
                <a:cubicBezTo>
                  <a:pt x="10048" y="38608"/>
                  <a:pt x="9884" y="38619"/>
                  <a:pt x="9721" y="38651"/>
                </a:cubicBezTo>
                <a:lnTo>
                  <a:pt x="3455" y="38651"/>
                </a:lnTo>
                <a:cubicBezTo>
                  <a:pt x="3008" y="38640"/>
                  <a:pt x="2550" y="38728"/>
                  <a:pt x="2136" y="38892"/>
                </a:cubicBezTo>
                <a:cubicBezTo>
                  <a:pt x="1722" y="39066"/>
                  <a:pt x="1341" y="39316"/>
                  <a:pt x="1013" y="39632"/>
                </a:cubicBezTo>
                <a:cubicBezTo>
                  <a:pt x="698" y="39948"/>
                  <a:pt x="436" y="40319"/>
                  <a:pt x="261" y="40743"/>
                </a:cubicBezTo>
                <a:cubicBezTo>
                  <a:pt x="87" y="41158"/>
                  <a:pt x="0" y="41604"/>
                  <a:pt x="0" y="42051"/>
                </a:cubicBezTo>
                <a:cubicBezTo>
                  <a:pt x="0" y="42509"/>
                  <a:pt x="87" y="42956"/>
                  <a:pt x="261" y="43370"/>
                </a:cubicBezTo>
                <a:cubicBezTo>
                  <a:pt x="436" y="43784"/>
                  <a:pt x="698" y="44165"/>
                  <a:pt x="1013" y="44481"/>
                </a:cubicBezTo>
                <a:cubicBezTo>
                  <a:pt x="1341" y="44797"/>
                  <a:pt x="1722" y="45048"/>
                  <a:pt x="2136" y="45211"/>
                </a:cubicBezTo>
                <a:cubicBezTo>
                  <a:pt x="2550" y="45385"/>
                  <a:pt x="3008" y="45462"/>
                  <a:pt x="3455" y="45462"/>
                </a:cubicBezTo>
                <a:lnTo>
                  <a:pt x="6855" y="45462"/>
                </a:lnTo>
                <a:lnTo>
                  <a:pt x="6855" y="48862"/>
                </a:lnTo>
                <a:cubicBezTo>
                  <a:pt x="6855" y="49319"/>
                  <a:pt x="6942" y="49766"/>
                  <a:pt x="7106" y="50180"/>
                </a:cubicBezTo>
                <a:cubicBezTo>
                  <a:pt x="7269" y="50605"/>
                  <a:pt x="7519" y="50986"/>
                  <a:pt x="7836" y="51302"/>
                </a:cubicBezTo>
                <a:cubicBezTo>
                  <a:pt x="8152" y="51630"/>
                  <a:pt x="8533" y="51880"/>
                  <a:pt x="8947" y="52054"/>
                </a:cubicBezTo>
                <a:cubicBezTo>
                  <a:pt x="9372" y="52228"/>
                  <a:pt x="9819" y="52316"/>
                  <a:pt x="10266" y="52316"/>
                </a:cubicBezTo>
                <a:cubicBezTo>
                  <a:pt x="10713" y="52316"/>
                  <a:pt x="11160" y="52228"/>
                  <a:pt x="11584" y="52054"/>
                </a:cubicBezTo>
                <a:cubicBezTo>
                  <a:pt x="11999" y="51880"/>
                  <a:pt x="12369" y="51630"/>
                  <a:pt x="12696" y="51302"/>
                </a:cubicBezTo>
                <a:cubicBezTo>
                  <a:pt x="13012" y="50986"/>
                  <a:pt x="13263" y="50605"/>
                  <a:pt x="13426" y="50180"/>
                </a:cubicBezTo>
                <a:cubicBezTo>
                  <a:pt x="13590" y="49766"/>
                  <a:pt x="13677" y="49319"/>
                  <a:pt x="13666" y="48862"/>
                </a:cubicBezTo>
                <a:lnTo>
                  <a:pt x="13666" y="45462"/>
                </a:lnTo>
                <a:lnTo>
                  <a:pt x="86323" y="45462"/>
                </a:lnTo>
                <a:lnTo>
                  <a:pt x="86323" y="48862"/>
                </a:lnTo>
                <a:cubicBezTo>
                  <a:pt x="86323" y="49319"/>
                  <a:pt x="86399" y="49766"/>
                  <a:pt x="86573" y="50180"/>
                </a:cubicBezTo>
                <a:cubicBezTo>
                  <a:pt x="86737" y="50605"/>
                  <a:pt x="86988" y="50986"/>
                  <a:pt x="87304" y="51302"/>
                </a:cubicBezTo>
                <a:cubicBezTo>
                  <a:pt x="87620" y="51630"/>
                  <a:pt x="88001" y="51880"/>
                  <a:pt x="88416" y="52054"/>
                </a:cubicBezTo>
                <a:cubicBezTo>
                  <a:pt x="88829" y="52228"/>
                  <a:pt x="89276" y="52316"/>
                  <a:pt x="89734" y="52316"/>
                </a:cubicBezTo>
                <a:cubicBezTo>
                  <a:pt x="90181" y="52316"/>
                  <a:pt x="90628" y="52228"/>
                  <a:pt x="91042" y="52054"/>
                </a:cubicBezTo>
                <a:cubicBezTo>
                  <a:pt x="91456" y="51880"/>
                  <a:pt x="91837" y="51630"/>
                  <a:pt x="92153" y="51302"/>
                </a:cubicBezTo>
                <a:cubicBezTo>
                  <a:pt x="92470" y="50986"/>
                  <a:pt x="92720" y="50605"/>
                  <a:pt x="92894" y="50180"/>
                </a:cubicBezTo>
                <a:cubicBezTo>
                  <a:pt x="93058" y="49766"/>
                  <a:pt x="93145" y="49319"/>
                  <a:pt x="93135" y="48862"/>
                </a:cubicBezTo>
                <a:lnTo>
                  <a:pt x="93135" y="45462"/>
                </a:lnTo>
                <a:lnTo>
                  <a:pt x="96545" y="45462"/>
                </a:lnTo>
                <a:cubicBezTo>
                  <a:pt x="96992" y="45462"/>
                  <a:pt x="97439" y="45385"/>
                  <a:pt x="97864" y="45211"/>
                </a:cubicBezTo>
                <a:cubicBezTo>
                  <a:pt x="98278" y="45048"/>
                  <a:pt x="98659" y="44797"/>
                  <a:pt x="98976" y="44481"/>
                </a:cubicBezTo>
                <a:cubicBezTo>
                  <a:pt x="99302" y="44165"/>
                  <a:pt x="99553" y="43784"/>
                  <a:pt x="99728" y="43370"/>
                </a:cubicBezTo>
                <a:cubicBezTo>
                  <a:pt x="99902" y="42956"/>
                  <a:pt x="100000" y="42509"/>
                  <a:pt x="100000" y="42051"/>
                </a:cubicBezTo>
                <a:cubicBezTo>
                  <a:pt x="100000" y="41604"/>
                  <a:pt x="99902" y="41158"/>
                  <a:pt x="99728" y="40743"/>
                </a:cubicBezTo>
                <a:cubicBezTo>
                  <a:pt x="99553" y="40319"/>
                  <a:pt x="99302" y="39948"/>
                  <a:pt x="98976" y="39632"/>
                </a:cubicBezTo>
                <a:cubicBezTo>
                  <a:pt x="98659" y="39316"/>
                  <a:pt x="98278" y="39066"/>
                  <a:pt x="97864" y="38892"/>
                </a:cubicBezTo>
                <a:cubicBezTo>
                  <a:pt x="97439" y="38728"/>
                  <a:pt x="96992" y="38640"/>
                  <a:pt x="96545" y="38651"/>
                </a:cubicBezTo>
                <a:lnTo>
                  <a:pt x="90290" y="38651"/>
                </a:lnTo>
                <a:cubicBezTo>
                  <a:pt x="89920" y="38586"/>
                  <a:pt x="89549" y="38586"/>
                  <a:pt x="89189" y="38651"/>
                </a:cubicBezTo>
                <a:lnTo>
                  <a:pt x="10822" y="38651"/>
                </a:lnTo>
                <a:cubicBezTo>
                  <a:pt x="10626" y="38608"/>
                  <a:pt x="10419" y="38597"/>
                  <a:pt x="10212" y="38597"/>
                </a:cubicBezTo>
                <a:close/>
                <a:moveTo>
                  <a:pt x="19889" y="52272"/>
                </a:moveTo>
                <a:lnTo>
                  <a:pt x="11486" y="88972"/>
                </a:lnTo>
                <a:cubicBezTo>
                  <a:pt x="11258" y="89974"/>
                  <a:pt x="11486" y="91042"/>
                  <a:pt x="12151" y="91838"/>
                </a:cubicBezTo>
                <a:cubicBezTo>
                  <a:pt x="12784" y="92654"/>
                  <a:pt x="13764" y="93134"/>
                  <a:pt x="14810" y="93134"/>
                </a:cubicBezTo>
                <a:lnTo>
                  <a:pt x="46589" y="93134"/>
                </a:lnTo>
                <a:lnTo>
                  <a:pt x="46589" y="52272"/>
                </a:lnTo>
                <a:lnTo>
                  <a:pt x="19889" y="52272"/>
                </a:lnTo>
                <a:close/>
                <a:moveTo>
                  <a:pt x="53400" y="52272"/>
                </a:moveTo>
                <a:lnTo>
                  <a:pt x="53400" y="93134"/>
                </a:lnTo>
                <a:lnTo>
                  <a:pt x="85190" y="93134"/>
                </a:lnTo>
                <a:cubicBezTo>
                  <a:pt x="86236" y="93134"/>
                  <a:pt x="87206" y="92654"/>
                  <a:pt x="87849" y="91838"/>
                </a:cubicBezTo>
                <a:cubicBezTo>
                  <a:pt x="88503" y="91042"/>
                  <a:pt x="88731" y="89974"/>
                  <a:pt x="88503" y="88972"/>
                </a:cubicBezTo>
                <a:lnTo>
                  <a:pt x="80101" y="52272"/>
                </a:lnTo>
                <a:lnTo>
                  <a:pt x="53400" y="5227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5" name="Белый — SVG 14">
            <a:extLst>
              <a:ext uri="{FF2B5EF4-FFF2-40B4-BE49-F238E27FC236}">
                <a16:creationId xmlns:a16="http://schemas.microsoft.com/office/drawing/2014/main" id="{908B3659-723D-654F-9CB9-8975B8720E0E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62031 w 148867"/>
              <a:gd name="csY0" fmla="*/ 0 h 155940"/>
              <a:gd name="csX1" fmla="*/ 42534 w 148867"/>
              <a:gd name="csY1" fmla="*/ 19495 h 155940"/>
              <a:gd name="csX2" fmla="*/ 42534 w 148867"/>
              <a:gd name="csY2" fmla="*/ 28358 h 155940"/>
              <a:gd name="csX3" fmla="*/ 19497 w 148867"/>
              <a:gd name="csY3" fmla="*/ 28358 h 155940"/>
              <a:gd name="csX4" fmla="*/ 0 w 148867"/>
              <a:gd name="csY4" fmla="*/ 47835 h 155940"/>
              <a:gd name="csX5" fmla="*/ 0 w 148867"/>
              <a:gd name="csY5" fmla="*/ 136446 h 155940"/>
              <a:gd name="csX6" fmla="*/ 19497 w 148867"/>
              <a:gd name="csY6" fmla="*/ 155941 h 155940"/>
              <a:gd name="csX7" fmla="*/ 62031 w 148867"/>
              <a:gd name="csY7" fmla="*/ 155941 h 155940"/>
              <a:gd name="csX8" fmla="*/ 67339 w 148867"/>
              <a:gd name="csY8" fmla="*/ 150616 h 155940"/>
              <a:gd name="csX9" fmla="*/ 67339 w 148867"/>
              <a:gd name="csY9" fmla="*/ 127583 h 155940"/>
              <a:gd name="csX10" fmla="*/ 70895 w 148867"/>
              <a:gd name="csY10" fmla="*/ 124045 h 155940"/>
              <a:gd name="csX11" fmla="*/ 77973 w 148867"/>
              <a:gd name="csY11" fmla="*/ 124045 h 155940"/>
              <a:gd name="csX12" fmla="*/ 81528 w 148867"/>
              <a:gd name="csY12" fmla="*/ 127583 h 155940"/>
              <a:gd name="csX13" fmla="*/ 81528 w 148867"/>
              <a:gd name="csY13" fmla="*/ 150616 h 155940"/>
              <a:gd name="csX14" fmla="*/ 86837 w 148867"/>
              <a:gd name="csY14" fmla="*/ 155941 h 155940"/>
              <a:gd name="csX15" fmla="*/ 129370 w 148867"/>
              <a:gd name="csY15" fmla="*/ 155941 h 155940"/>
              <a:gd name="csX16" fmla="*/ 148867 w 148867"/>
              <a:gd name="csY16" fmla="*/ 136446 h 155940"/>
              <a:gd name="csX17" fmla="*/ 148867 w 148867"/>
              <a:gd name="csY17" fmla="*/ 47835 h 155940"/>
              <a:gd name="csX18" fmla="*/ 129370 w 148867"/>
              <a:gd name="csY18" fmla="*/ 28358 h 155940"/>
              <a:gd name="csX19" fmla="*/ 106334 w 148867"/>
              <a:gd name="csY19" fmla="*/ 28358 h 155940"/>
              <a:gd name="csX20" fmla="*/ 106334 w 148867"/>
              <a:gd name="csY20" fmla="*/ 19495 h 155940"/>
              <a:gd name="csX21" fmla="*/ 86837 w 148867"/>
              <a:gd name="csY21" fmla="*/ 0 h 155940"/>
              <a:gd name="csX22" fmla="*/ 62031 w 148867"/>
              <a:gd name="csY22" fmla="*/ 0 h 155940"/>
              <a:gd name="csX23" fmla="*/ 60261 w 148867"/>
              <a:gd name="csY23" fmla="*/ 10632 h 155940"/>
              <a:gd name="csX24" fmla="*/ 62031 w 148867"/>
              <a:gd name="csY24" fmla="*/ 10632 h 155940"/>
              <a:gd name="csX25" fmla="*/ 86837 w 148867"/>
              <a:gd name="csY25" fmla="*/ 10632 h 155940"/>
              <a:gd name="csX26" fmla="*/ 88606 w 148867"/>
              <a:gd name="csY26" fmla="*/ 10632 h 155940"/>
              <a:gd name="csX27" fmla="*/ 95700 w 148867"/>
              <a:gd name="csY27" fmla="*/ 17726 h 155940"/>
              <a:gd name="csX28" fmla="*/ 95700 w 148867"/>
              <a:gd name="csY28" fmla="*/ 19495 h 155940"/>
              <a:gd name="csX29" fmla="*/ 95700 w 148867"/>
              <a:gd name="csY29" fmla="*/ 33665 h 155940"/>
              <a:gd name="csX30" fmla="*/ 95700 w 148867"/>
              <a:gd name="csY30" fmla="*/ 46066 h 155940"/>
              <a:gd name="csX31" fmla="*/ 88606 w 148867"/>
              <a:gd name="csY31" fmla="*/ 53160 h 155940"/>
              <a:gd name="csX32" fmla="*/ 60261 w 148867"/>
              <a:gd name="csY32" fmla="*/ 53160 h 155940"/>
              <a:gd name="csX33" fmla="*/ 53167 w 148867"/>
              <a:gd name="csY33" fmla="*/ 46066 h 155940"/>
              <a:gd name="csX34" fmla="*/ 53167 w 148867"/>
              <a:gd name="csY34" fmla="*/ 33665 h 155940"/>
              <a:gd name="csX35" fmla="*/ 53167 w 148867"/>
              <a:gd name="csY35" fmla="*/ 19495 h 155940"/>
              <a:gd name="csX36" fmla="*/ 53167 w 148867"/>
              <a:gd name="csY36" fmla="*/ 17726 h 155940"/>
              <a:gd name="csX37" fmla="*/ 60261 w 148867"/>
              <a:gd name="csY37" fmla="*/ 10632 h 155940"/>
              <a:gd name="csX38" fmla="*/ 74434 w 148867"/>
              <a:gd name="csY38" fmla="*/ 17726 h 155940"/>
              <a:gd name="csX39" fmla="*/ 69109 w 148867"/>
              <a:gd name="csY39" fmla="*/ 23033 h 155940"/>
              <a:gd name="csX40" fmla="*/ 69109 w 148867"/>
              <a:gd name="csY40" fmla="*/ 26571 h 155940"/>
              <a:gd name="csX41" fmla="*/ 65570 w 148867"/>
              <a:gd name="csY41" fmla="*/ 26571 h 155940"/>
              <a:gd name="csX42" fmla="*/ 60261 w 148867"/>
              <a:gd name="csY42" fmla="*/ 31896 h 155940"/>
              <a:gd name="csX43" fmla="*/ 65570 w 148867"/>
              <a:gd name="csY43" fmla="*/ 37203 h 155940"/>
              <a:gd name="csX44" fmla="*/ 69109 w 148867"/>
              <a:gd name="csY44" fmla="*/ 37203 h 155940"/>
              <a:gd name="csX45" fmla="*/ 69109 w 148867"/>
              <a:gd name="csY45" fmla="*/ 40759 h 155940"/>
              <a:gd name="csX46" fmla="*/ 74434 w 148867"/>
              <a:gd name="csY46" fmla="*/ 46066 h 155940"/>
              <a:gd name="csX47" fmla="*/ 79742 w 148867"/>
              <a:gd name="csY47" fmla="*/ 40759 h 155940"/>
              <a:gd name="csX48" fmla="*/ 79742 w 148867"/>
              <a:gd name="csY48" fmla="*/ 37203 h 155940"/>
              <a:gd name="csX49" fmla="*/ 83298 w 148867"/>
              <a:gd name="csY49" fmla="*/ 37203 h 155940"/>
              <a:gd name="csX50" fmla="*/ 88606 w 148867"/>
              <a:gd name="csY50" fmla="*/ 31896 h 155940"/>
              <a:gd name="csX51" fmla="*/ 83298 w 148867"/>
              <a:gd name="csY51" fmla="*/ 26571 h 155940"/>
              <a:gd name="csX52" fmla="*/ 79742 w 148867"/>
              <a:gd name="csY52" fmla="*/ 26571 h 155940"/>
              <a:gd name="csX53" fmla="*/ 79742 w 148867"/>
              <a:gd name="csY53" fmla="*/ 23033 h 155940"/>
              <a:gd name="csX54" fmla="*/ 74434 w 148867"/>
              <a:gd name="csY54" fmla="*/ 17726 h 155940"/>
              <a:gd name="csX55" fmla="*/ 28361 w 148867"/>
              <a:gd name="csY55" fmla="*/ 70885 h 155940"/>
              <a:gd name="csX56" fmla="*/ 35439 w 148867"/>
              <a:gd name="csY56" fmla="*/ 70885 h 155940"/>
              <a:gd name="csX57" fmla="*/ 38995 w 148867"/>
              <a:gd name="csY57" fmla="*/ 74424 h 155940"/>
              <a:gd name="csX58" fmla="*/ 38995 w 148867"/>
              <a:gd name="csY58" fmla="*/ 81517 h 155940"/>
              <a:gd name="csX59" fmla="*/ 35439 w 148867"/>
              <a:gd name="csY59" fmla="*/ 85056 h 155940"/>
              <a:gd name="csX60" fmla="*/ 28361 w 148867"/>
              <a:gd name="csY60" fmla="*/ 85056 h 155940"/>
              <a:gd name="csX61" fmla="*/ 24806 w 148867"/>
              <a:gd name="csY61" fmla="*/ 81517 h 155940"/>
              <a:gd name="csX62" fmla="*/ 24806 w 148867"/>
              <a:gd name="csY62" fmla="*/ 74424 h 155940"/>
              <a:gd name="csX63" fmla="*/ 28361 w 148867"/>
              <a:gd name="csY63" fmla="*/ 70885 h 155940"/>
              <a:gd name="csX64" fmla="*/ 56706 w 148867"/>
              <a:gd name="csY64" fmla="*/ 70885 h 155940"/>
              <a:gd name="csX65" fmla="*/ 63800 w 148867"/>
              <a:gd name="csY65" fmla="*/ 70885 h 155940"/>
              <a:gd name="csX66" fmla="*/ 67339 w 148867"/>
              <a:gd name="csY66" fmla="*/ 74424 h 155940"/>
              <a:gd name="csX67" fmla="*/ 67339 w 148867"/>
              <a:gd name="csY67" fmla="*/ 81517 h 155940"/>
              <a:gd name="csX68" fmla="*/ 63800 w 148867"/>
              <a:gd name="csY68" fmla="*/ 85056 h 155940"/>
              <a:gd name="csX69" fmla="*/ 56706 w 148867"/>
              <a:gd name="csY69" fmla="*/ 85056 h 155940"/>
              <a:gd name="csX70" fmla="*/ 53167 w 148867"/>
              <a:gd name="csY70" fmla="*/ 81517 h 155940"/>
              <a:gd name="csX71" fmla="*/ 53167 w 148867"/>
              <a:gd name="csY71" fmla="*/ 74424 h 155940"/>
              <a:gd name="csX72" fmla="*/ 56706 w 148867"/>
              <a:gd name="csY72" fmla="*/ 70885 h 155940"/>
              <a:gd name="csX73" fmla="*/ 85067 w 148867"/>
              <a:gd name="csY73" fmla="*/ 70885 h 155940"/>
              <a:gd name="csX74" fmla="*/ 92162 w 148867"/>
              <a:gd name="csY74" fmla="*/ 70885 h 155940"/>
              <a:gd name="csX75" fmla="*/ 95700 w 148867"/>
              <a:gd name="csY75" fmla="*/ 74424 h 155940"/>
              <a:gd name="csX76" fmla="*/ 95700 w 148867"/>
              <a:gd name="csY76" fmla="*/ 81517 h 155940"/>
              <a:gd name="csX77" fmla="*/ 92162 w 148867"/>
              <a:gd name="csY77" fmla="*/ 85056 h 155940"/>
              <a:gd name="csX78" fmla="*/ 85067 w 148867"/>
              <a:gd name="csY78" fmla="*/ 85056 h 155940"/>
              <a:gd name="csX79" fmla="*/ 81528 w 148867"/>
              <a:gd name="csY79" fmla="*/ 81517 h 155940"/>
              <a:gd name="csX80" fmla="*/ 81528 w 148867"/>
              <a:gd name="csY80" fmla="*/ 74424 h 155940"/>
              <a:gd name="csX81" fmla="*/ 85067 w 148867"/>
              <a:gd name="csY81" fmla="*/ 70885 h 155940"/>
              <a:gd name="csX82" fmla="*/ 113428 w 148867"/>
              <a:gd name="csY82" fmla="*/ 70885 h 155940"/>
              <a:gd name="csX83" fmla="*/ 120506 w 148867"/>
              <a:gd name="csY83" fmla="*/ 70885 h 155940"/>
              <a:gd name="csX84" fmla="*/ 124062 w 148867"/>
              <a:gd name="csY84" fmla="*/ 74424 h 155940"/>
              <a:gd name="csX85" fmla="*/ 124062 w 148867"/>
              <a:gd name="csY85" fmla="*/ 81517 h 155940"/>
              <a:gd name="csX86" fmla="*/ 120506 w 148867"/>
              <a:gd name="csY86" fmla="*/ 85056 h 155940"/>
              <a:gd name="csX87" fmla="*/ 113428 w 148867"/>
              <a:gd name="csY87" fmla="*/ 85056 h 155940"/>
              <a:gd name="csX88" fmla="*/ 109873 w 148867"/>
              <a:gd name="csY88" fmla="*/ 81517 h 155940"/>
              <a:gd name="csX89" fmla="*/ 109873 w 148867"/>
              <a:gd name="csY89" fmla="*/ 74424 h 155940"/>
              <a:gd name="csX90" fmla="*/ 113428 w 148867"/>
              <a:gd name="csY90" fmla="*/ 70885 h 155940"/>
              <a:gd name="csX91" fmla="*/ 28361 w 148867"/>
              <a:gd name="csY91" fmla="*/ 92149 h 155940"/>
              <a:gd name="csX92" fmla="*/ 35439 w 148867"/>
              <a:gd name="csY92" fmla="*/ 92149 h 155940"/>
              <a:gd name="csX93" fmla="*/ 38995 w 148867"/>
              <a:gd name="csY93" fmla="*/ 95687 h 155940"/>
              <a:gd name="csX94" fmla="*/ 38995 w 148867"/>
              <a:gd name="csY94" fmla="*/ 102781 h 155940"/>
              <a:gd name="csX95" fmla="*/ 35439 w 148867"/>
              <a:gd name="csY95" fmla="*/ 106319 h 155940"/>
              <a:gd name="csX96" fmla="*/ 28361 w 148867"/>
              <a:gd name="csY96" fmla="*/ 106319 h 155940"/>
              <a:gd name="csX97" fmla="*/ 24806 w 148867"/>
              <a:gd name="csY97" fmla="*/ 102781 h 155940"/>
              <a:gd name="csX98" fmla="*/ 24806 w 148867"/>
              <a:gd name="csY98" fmla="*/ 95687 h 155940"/>
              <a:gd name="csX99" fmla="*/ 28361 w 148867"/>
              <a:gd name="csY99" fmla="*/ 92149 h 155940"/>
              <a:gd name="csX100" fmla="*/ 56706 w 148867"/>
              <a:gd name="csY100" fmla="*/ 92149 h 155940"/>
              <a:gd name="csX101" fmla="*/ 63800 w 148867"/>
              <a:gd name="csY101" fmla="*/ 92149 h 155940"/>
              <a:gd name="csX102" fmla="*/ 67339 w 148867"/>
              <a:gd name="csY102" fmla="*/ 95687 h 155940"/>
              <a:gd name="csX103" fmla="*/ 67339 w 148867"/>
              <a:gd name="csY103" fmla="*/ 102781 h 155940"/>
              <a:gd name="csX104" fmla="*/ 63800 w 148867"/>
              <a:gd name="csY104" fmla="*/ 106319 h 155940"/>
              <a:gd name="csX105" fmla="*/ 56706 w 148867"/>
              <a:gd name="csY105" fmla="*/ 106319 h 155940"/>
              <a:gd name="csX106" fmla="*/ 53167 w 148867"/>
              <a:gd name="csY106" fmla="*/ 102781 h 155940"/>
              <a:gd name="csX107" fmla="*/ 53167 w 148867"/>
              <a:gd name="csY107" fmla="*/ 95687 h 155940"/>
              <a:gd name="csX108" fmla="*/ 56706 w 148867"/>
              <a:gd name="csY108" fmla="*/ 92149 h 155940"/>
              <a:gd name="csX109" fmla="*/ 85067 w 148867"/>
              <a:gd name="csY109" fmla="*/ 92149 h 155940"/>
              <a:gd name="csX110" fmla="*/ 92162 w 148867"/>
              <a:gd name="csY110" fmla="*/ 92149 h 155940"/>
              <a:gd name="csX111" fmla="*/ 95700 w 148867"/>
              <a:gd name="csY111" fmla="*/ 95687 h 155940"/>
              <a:gd name="csX112" fmla="*/ 95700 w 148867"/>
              <a:gd name="csY112" fmla="*/ 102781 h 155940"/>
              <a:gd name="csX113" fmla="*/ 92162 w 148867"/>
              <a:gd name="csY113" fmla="*/ 106319 h 155940"/>
              <a:gd name="csX114" fmla="*/ 85067 w 148867"/>
              <a:gd name="csY114" fmla="*/ 106319 h 155940"/>
              <a:gd name="csX115" fmla="*/ 81528 w 148867"/>
              <a:gd name="csY115" fmla="*/ 102781 h 155940"/>
              <a:gd name="csX116" fmla="*/ 81528 w 148867"/>
              <a:gd name="csY116" fmla="*/ 95687 h 155940"/>
              <a:gd name="csX117" fmla="*/ 85067 w 148867"/>
              <a:gd name="csY117" fmla="*/ 92149 h 155940"/>
              <a:gd name="csX118" fmla="*/ 113428 w 148867"/>
              <a:gd name="csY118" fmla="*/ 92149 h 155940"/>
              <a:gd name="csX119" fmla="*/ 120506 w 148867"/>
              <a:gd name="csY119" fmla="*/ 92149 h 155940"/>
              <a:gd name="csX120" fmla="*/ 124062 w 148867"/>
              <a:gd name="csY120" fmla="*/ 95687 h 155940"/>
              <a:gd name="csX121" fmla="*/ 124062 w 148867"/>
              <a:gd name="csY121" fmla="*/ 102781 h 155940"/>
              <a:gd name="csX122" fmla="*/ 120506 w 148867"/>
              <a:gd name="csY122" fmla="*/ 106319 h 155940"/>
              <a:gd name="csX123" fmla="*/ 113428 w 148867"/>
              <a:gd name="csY123" fmla="*/ 106319 h 155940"/>
              <a:gd name="csX124" fmla="*/ 109873 w 148867"/>
              <a:gd name="csY124" fmla="*/ 102781 h 155940"/>
              <a:gd name="csX125" fmla="*/ 109873 w 148867"/>
              <a:gd name="csY125" fmla="*/ 95687 h 155940"/>
              <a:gd name="csX126" fmla="*/ 113428 w 148867"/>
              <a:gd name="csY126" fmla="*/ 92149 h 155940"/>
              <a:gd name="csX127" fmla="*/ 28361 w 148867"/>
              <a:gd name="csY127" fmla="*/ 113413 h 155940"/>
              <a:gd name="csX128" fmla="*/ 35439 w 148867"/>
              <a:gd name="csY128" fmla="*/ 113413 h 155940"/>
              <a:gd name="csX129" fmla="*/ 38995 w 148867"/>
              <a:gd name="csY129" fmla="*/ 116951 h 155940"/>
              <a:gd name="csX130" fmla="*/ 38995 w 148867"/>
              <a:gd name="csY130" fmla="*/ 124045 h 155940"/>
              <a:gd name="csX131" fmla="*/ 35439 w 148867"/>
              <a:gd name="csY131" fmla="*/ 127583 h 155940"/>
              <a:gd name="csX132" fmla="*/ 28361 w 148867"/>
              <a:gd name="csY132" fmla="*/ 127583 h 155940"/>
              <a:gd name="csX133" fmla="*/ 24806 w 148867"/>
              <a:gd name="csY133" fmla="*/ 124045 h 155940"/>
              <a:gd name="csX134" fmla="*/ 24806 w 148867"/>
              <a:gd name="csY134" fmla="*/ 116951 h 155940"/>
              <a:gd name="csX135" fmla="*/ 28361 w 148867"/>
              <a:gd name="csY135" fmla="*/ 113413 h 155940"/>
              <a:gd name="csX136" fmla="*/ 113428 w 148867"/>
              <a:gd name="csY136" fmla="*/ 113413 h 155940"/>
              <a:gd name="csX137" fmla="*/ 120506 w 148867"/>
              <a:gd name="csY137" fmla="*/ 113413 h 155940"/>
              <a:gd name="csX138" fmla="*/ 124062 w 148867"/>
              <a:gd name="csY138" fmla="*/ 116951 h 155940"/>
              <a:gd name="csX139" fmla="*/ 124062 w 148867"/>
              <a:gd name="csY139" fmla="*/ 124045 h 155940"/>
              <a:gd name="csX140" fmla="*/ 120506 w 148867"/>
              <a:gd name="csY140" fmla="*/ 127583 h 155940"/>
              <a:gd name="csX141" fmla="*/ 113428 w 148867"/>
              <a:gd name="csY141" fmla="*/ 127583 h 155940"/>
              <a:gd name="csX142" fmla="*/ 109873 w 148867"/>
              <a:gd name="csY142" fmla="*/ 124045 h 155940"/>
              <a:gd name="csX143" fmla="*/ 109873 w 148867"/>
              <a:gd name="csY143" fmla="*/ 116951 h 155940"/>
              <a:gd name="csX144" fmla="*/ 113428 w 148867"/>
              <a:gd name="csY144" fmla="*/ 113413 h 155940"/>
            </a:gdLst>
            <a:ahLst/>
            <a:cxnLst/>
            <a:rect l="l" t="t" r="r" b="b"/>
            <a:pathLst>
              <a:path w="100000" h="100000">
                <a:moveTo>
                  <a:pt x="42047" y="0"/>
                </a:moveTo>
                <a:cubicBezTo>
                  <a:pt x="35152" y="0"/>
                  <a:pt x="29544" y="5607"/>
                  <a:pt x="29544" y="12502"/>
                </a:cubicBezTo>
                <a:lnTo>
                  <a:pt x="29544" y="18185"/>
                </a:lnTo>
                <a:lnTo>
                  <a:pt x="14771" y="18185"/>
                </a:lnTo>
                <a:cubicBezTo>
                  <a:pt x="7865" y="18185"/>
                  <a:pt x="2268" y="23781"/>
                  <a:pt x="2268" y="30675"/>
                </a:cubicBezTo>
                <a:lnTo>
                  <a:pt x="2268" y="87499"/>
                </a:lnTo>
                <a:cubicBezTo>
                  <a:pt x="2268" y="94404"/>
                  <a:pt x="7865" y="100001"/>
                  <a:pt x="14771" y="100001"/>
                </a:cubicBezTo>
                <a:lnTo>
                  <a:pt x="42047" y="100001"/>
                </a:lnTo>
                <a:cubicBezTo>
                  <a:pt x="43923" y="100001"/>
                  <a:pt x="45450" y="98473"/>
                  <a:pt x="45450" y="96586"/>
                </a:cubicBezTo>
                <a:lnTo>
                  <a:pt x="45450" y="81815"/>
                </a:lnTo>
                <a:cubicBezTo>
                  <a:pt x="45450" y="80561"/>
                  <a:pt x="46476" y="79547"/>
                  <a:pt x="47731" y="79547"/>
                </a:cubicBezTo>
                <a:lnTo>
                  <a:pt x="52270" y="79547"/>
                </a:lnTo>
                <a:cubicBezTo>
                  <a:pt x="53524" y="79547"/>
                  <a:pt x="54550" y="80561"/>
                  <a:pt x="54550" y="81815"/>
                </a:cubicBezTo>
                <a:lnTo>
                  <a:pt x="54550" y="96586"/>
                </a:lnTo>
                <a:cubicBezTo>
                  <a:pt x="54550" y="98473"/>
                  <a:pt x="56077" y="100001"/>
                  <a:pt x="57954" y="100001"/>
                </a:cubicBezTo>
                <a:lnTo>
                  <a:pt x="85229" y="100001"/>
                </a:lnTo>
                <a:cubicBezTo>
                  <a:pt x="92136" y="100001"/>
                  <a:pt x="97732" y="94404"/>
                  <a:pt x="97732" y="87499"/>
                </a:cubicBezTo>
                <a:lnTo>
                  <a:pt x="97732" y="30675"/>
                </a:lnTo>
                <a:cubicBezTo>
                  <a:pt x="97732" y="23781"/>
                  <a:pt x="92136" y="18185"/>
                  <a:pt x="85229" y="18185"/>
                </a:cubicBezTo>
                <a:lnTo>
                  <a:pt x="70457" y="18185"/>
                </a:lnTo>
                <a:lnTo>
                  <a:pt x="70457" y="12502"/>
                </a:lnTo>
                <a:cubicBezTo>
                  <a:pt x="70457" y="5607"/>
                  <a:pt x="64849" y="0"/>
                  <a:pt x="57954" y="0"/>
                </a:cubicBezTo>
                <a:lnTo>
                  <a:pt x="42047" y="0"/>
                </a:lnTo>
                <a:close/>
                <a:moveTo>
                  <a:pt x="40912" y="6818"/>
                </a:moveTo>
                <a:lnTo>
                  <a:pt x="42047" y="6818"/>
                </a:lnTo>
                <a:lnTo>
                  <a:pt x="57954" y="6818"/>
                </a:lnTo>
                <a:lnTo>
                  <a:pt x="59088" y="6818"/>
                </a:lnTo>
                <a:cubicBezTo>
                  <a:pt x="61609" y="6818"/>
                  <a:pt x="63638" y="8847"/>
                  <a:pt x="63638" y="11367"/>
                </a:cubicBezTo>
                <a:lnTo>
                  <a:pt x="63638" y="12502"/>
                </a:lnTo>
                <a:lnTo>
                  <a:pt x="63638" y="21588"/>
                </a:lnTo>
                <a:lnTo>
                  <a:pt x="63638" y="29541"/>
                </a:lnTo>
                <a:cubicBezTo>
                  <a:pt x="63638" y="32061"/>
                  <a:pt x="61609" y="34090"/>
                  <a:pt x="59088" y="34090"/>
                </a:cubicBezTo>
                <a:lnTo>
                  <a:pt x="40912" y="34090"/>
                </a:lnTo>
                <a:cubicBezTo>
                  <a:pt x="38391" y="34090"/>
                  <a:pt x="36362" y="32061"/>
                  <a:pt x="36362" y="29541"/>
                </a:cubicBezTo>
                <a:lnTo>
                  <a:pt x="36362" y="21588"/>
                </a:lnTo>
                <a:lnTo>
                  <a:pt x="36362" y="12502"/>
                </a:lnTo>
                <a:lnTo>
                  <a:pt x="36362" y="11367"/>
                </a:lnTo>
                <a:cubicBezTo>
                  <a:pt x="36362" y="8847"/>
                  <a:pt x="38391" y="6818"/>
                  <a:pt x="40912" y="6818"/>
                </a:cubicBezTo>
                <a:close/>
                <a:moveTo>
                  <a:pt x="50000" y="11367"/>
                </a:moveTo>
                <a:cubicBezTo>
                  <a:pt x="48112" y="11367"/>
                  <a:pt x="46586" y="12894"/>
                  <a:pt x="46586" y="14770"/>
                </a:cubicBezTo>
                <a:lnTo>
                  <a:pt x="46586" y="17039"/>
                </a:lnTo>
                <a:lnTo>
                  <a:pt x="44316" y="17039"/>
                </a:lnTo>
                <a:cubicBezTo>
                  <a:pt x="42439" y="17039"/>
                  <a:pt x="40912" y="18567"/>
                  <a:pt x="40912" y="20454"/>
                </a:cubicBezTo>
                <a:cubicBezTo>
                  <a:pt x="40912" y="22330"/>
                  <a:pt x="42439" y="23857"/>
                  <a:pt x="44316" y="23857"/>
                </a:cubicBezTo>
                <a:lnTo>
                  <a:pt x="46586" y="23857"/>
                </a:lnTo>
                <a:lnTo>
                  <a:pt x="46586" y="26138"/>
                </a:lnTo>
                <a:cubicBezTo>
                  <a:pt x="46586" y="28014"/>
                  <a:pt x="48112" y="29541"/>
                  <a:pt x="50000" y="29541"/>
                </a:cubicBezTo>
                <a:cubicBezTo>
                  <a:pt x="51877" y="29541"/>
                  <a:pt x="53404" y="28014"/>
                  <a:pt x="53404" y="26138"/>
                </a:cubicBezTo>
                <a:lnTo>
                  <a:pt x="53404" y="23857"/>
                </a:lnTo>
                <a:lnTo>
                  <a:pt x="55685" y="23857"/>
                </a:lnTo>
                <a:cubicBezTo>
                  <a:pt x="57561" y="23857"/>
                  <a:pt x="59088" y="22330"/>
                  <a:pt x="59088" y="20454"/>
                </a:cubicBezTo>
                <a:cubicBezTo>
                  <a:pt x="59088" y="18567"/>
                  <a:pt x="57561" y="17039"/>
                  <a:pt x="55685" y="17039"/>
                </a:cubicBezTo>
                <a:lnTo>
                  <a:pt x="53404" y="17039"/>
                </a:lnTo>
                <a:lnTo>
                  <a:pt x="53404" y="14770"/>
                </a:lnTo>
                <a:cubicBezTo>
                  <a:pt x="53404" y="12894"/>
                  <a:pt x="51877" y="11367"/>
                  <a:pt x="50000" y="11367"/>
                </a:cubicBezTo>
                <a:close/>
                <a:moveTo>
                  <a:pt x="20455" y="45457"/>
                </a:moveTo>
                <a:lnTo>
                  <a:pt x="24994" y="45457"/>
                </a:lnTo>
                <a:cubicBezTo>
                  <a:pt x="26248" y="45457"/>
                  <a:pt x="27274" y="46471"/>
                  <a:pt x="27274" y="47726"/>
                </a:cubicBezTo>
                <a:lnTo>
                  <a:pt x="27274" y="52275"/>
                </a:lnTo>
                <a:cubicBezTo>
                  <a:pt x="27274" y="53529"/>
                  <a:pt x="26248" y="54544"/>
                  <a:pt x="24994" y="54544"/>
                </a:cubicBezTo>
                <a:lnTo>
                  <a:pt x="20455" y="54544"/>
                </a:lnTo>
                <a:cubicBezTo>
                  <a:pt x="19201" y="54544"/>
                  <a:pt x="18175" y="53529"/>
                  <a:pt x="18175" y="52275"/>
                </a:cubicBezTo>
                <a:lnTo>
                  <a:pt x="18175" y="47726"/>
                </a:lnTo>
                <a:cubicBezTo>
                  <a:pt x="18175" y="46471"/>
                  <a:pt x="19201" y="45457"/>
                  <a:pt x="20455" y="45457"/>
                </a:cubicBezTo>
                <a:close/>
                <a:moveTo>
                  <a:pt x="38632" y="45457"/>
                </a:moveTo>
                <a:lnTo>
                  <a:pt x="43181" y="45457"/>
                </a:lnTo>
                <a:cubicBezTo>
                  <a:pt x="44436" y="45457"/>
                  <a:pt x="45450" y="46471"/>
                  <a:pt x="45450" y="47726"/>
                </a:cubicBezTo>
                <a:lnTo>
                  <a:pt x="45450" y="52275"/>
                </a:lnTo>
                <a:cubicBezTo>
                  <a:pt x="45450" y="53529"/>
                  <a:pt x="44436" y="54544"/>
                  <a:pt x="43181" y="54544"/>
                </a:cubicBezTo>
                <a:lnTo>
                  <a:pt x="38632" y="54544"/>
                </a:lnTo>
                <a:cubicBezTo>
                  <a:pt x="37377" y="54544"/>
                  <a:pt x="36362" y="53529"/>
                  <a:pt x="36362" y="52275"/>
                </a:cubicBezTo>
                <a:lnTo>
                  <a:pt x="36362" y="47726"/>
                </a:lnTo>
                <a:cubicBezTo>
                  <a:pt x="36362" y="46471"/>
                  <a:pt x="37377" y="45457"/>
                  <a:pt x="38632" y="45457"/>
                </a:cubicBezTo>
                <a:close/>
                <a:moveTo>
                  <a:pt x="56819" y="45457"/>
                </a:moveTo>
                <a:lnTo>
                  <a:pt x="61369" y="45457"/>
                </a:lnTo>
                <a:cubicBezTo>
                  <a:pt x="62623" y="45457"/>
                  <a:pt x="63638" y="46471"/>
                  <a:pt x="63638" y="47726"/>
                </a:cubicBezTo>
                <a:lnTo>
                  <a:pt x="63638" y="52275"/>
                </a:lnTo>
                <a:cubicBezTo>
                  <a:pt x="63638" y="53529"/>
                  <a:pt x="62623" y="54544"/>
                  <a:pt x="61369" y="54544"/>
                </a:cubicBezTo>
                <a:lnTo>
                  <a:pt x="56819" y="54544"/>
                </a:lnTo>
                <a:cubicBezTo>
                  <a:pt x="55565" y="54544"/>
                  <a:pt x="54550" y="53529"/>
                  <a:pt x="54550" y="52275"/>
                </a:cubicBezTo>
                <a:lnTo>
                  <a:pt x="54550" y="47726"/>
                </a:lnTo>
                <a:cubicBezTo>
                  <a:pt x="54550" y="46471"/>
                  <a:pt x="55565" y="45457"/>
                  <a:pt x="56819" y="45457"/>
                </a:cubicBezTo>
                <a:close/>
                <a:moveTo>
                  <a:pt x="75006" y="45457"/>
                </a:moveTo>
                <a:lnTo>
                  <a:pt x="79545" y="45457"/>
                </a:lnTo>
                <a:cubicBezTo>
                  <a:pt x="80799" y="45457"/>
                  <a:pt x="81825" y="46471"/>
                  <a:pt x="81825" y="47726"/>
                </a:cubicBezTo>
                <a:lnTo>
                  <a:pt x="81825" y="52275"/>
                </a:lnTo>
                <a:cubicBezTo>
                  <a:pt x="81825" y="53529"/>
                  <a:pt x="80799" y="54544"/>
                  <a:pt x="79545" y="54544"/>
                </a:cubicBezTo>
                <a:lnTo>
                  <a:pt x="75006" y="54544"/>
                </a:lnTo>
                <a:cubicBezTo>
                  <a:pt x="73752" y="54544"/>
                  <a:pt x="72726" y="53529"/>
                  <a:pt x="72726" y="52275"/>
                </a:cubicBezTo>
                <a:lnTo>
                  <a:pt x="72726" y="47726"/>
                </a:lnTo>
                <a:cubicBezTo>
                  <a:pt x="72726" y="46471"/>
                  <a:pt x="73752" y="45457"/>
                  <a:pt x="75006" y="45457"/>
                </a:cubicBezTo>
                <a:close/>
                <a:moveTo>
                  <a:pt x="20455" y="59093"/>
                </a:moveTo>
                <a:lnTo>
                  <a:pt x="24994" y="59093"/>
                </a:lnTo>
                <a:cubicBezTo>
                  <a:pt x="26248" y="59093"/>
                  <a:pt x="27274" y="60107"/>
                  <a:pt x="27274" y="61361"/>
                </a:cubicBezTo>
                <a:lnTo>
                  <a:pt x="27274" y="65911"/>
                </a:lnTo>
                <a:cubicBezTo>
                  <a:pt x="27274" y="67165"/>
                  <a:pt x="26248" y="68179"/>
                  <a:pt x="24994" y="68179"/>
                </a:cubicBezTo>
                <a:lnTo>
                  <a:pt x="20455" y="68179"/>
                </a:lnTo>
                <a:cubicBezTo>
                  <a:pt x="19201" y="68179"/>
                  <a:pt x="18175" y="67165"/>
                  <a:pt x="18175" y="65911"/>
                </a:cubicBezTo>
                <a:lnTo>
                  <a:pt x="18175" y="61361"/>
                </a:lnTo>
                <a:cubicBezTo>
                  <a:pt x="18175" y="60107"/>
                  <a:pt x="19201" y="59093"/>
                  <a:pt x="20455" y="59093"/>
                </a:cubicBezTo>
                <a:close/>
                <a:moveTo>
                  <a:pt x="38632" y="59093"/>
                </a:moveTo>
                <a:lnTo>
                  <a:pt x="43181" y="59093"/>
                </a:lnTo>
                <a:cubicBezTo>
                  <a:pt x="44436" y="59093"/>
                  <a:pt x="45450" y="60107"/>
                  <a:pt x="45450" y="61361"/>
                </a:cubicBezTo>
                <a:lnTo>
                  <a:pt x="45450" y="65911"/>
                </a:lnTo>
                <a:cubicBezTo>
                  <a:pt x="45450" y="67165"/>
                  <a:pt x="44436" y="68179"/>
                  <a:pt x="43181" y="68179"/>
                </a:cubicBezTo>
                <a:lnTo>
                  <a:pt x="38632" y="68179"/>
                </a:lnTo>
                <a:cubicBezTo>
                  <a:pt x="37377" y="68179"/>
                  <a:pt x="36362" y="67165"/>
                  <a:pt x="36362" y="65911"/>
                </a:cubicBezTo>
                <a:lnTo>
                  <a:pt x="36362" y="61361"/>
                </a:lnTo>
                <a:cubicBezTo>
                  <a:pt x="36362" y="60107"/>
                  <a:pt x="37377" y="59093"/>
                  <a:pt x="38632" y="59093"/>
                </a:cubicBezTo>
                <a:close/>
                <a:moveTo>
                  <a:pt x="56819" y="59093"/>
                </a:moveTo>
                <a:lnTo>
                  <a:pt x="61369" y="59093"/>
                </a:lnTo>
                <a:cubicBezTo>
                  <a:pt x="62623" y="59093"/>
                  <a:pt x="63638" y="60107"/>
                  <a:pt x="63638" y="61361"/>
                </a:cubicBezTo>
                <a:lnTo>
                  <a:pt x="63638" y="65911"/>
                </a:lnTo>
                <a:cubicBezTo>
                  <a:pt x="63638" y="67165"/>
                  <a:pt x="62623" y="68179"/>
                  <a:pt x="61369" y="68179"/>
                </a:cubicBezTo>
                <a:lnTo>
                  <a:pt x="56819" y="68179"/>
                </a:lnTo>
                <a:cubicBezTo>
                  <a:pt x="55565" y="68179"/>
                  <a:pt x="54550" y="67165"/>
                  <a:pt x="54550" y="65911"/>
                </a:cubicBezTo>
                <a:lnTo>
                  <a:pt x="54550" y="61361"/>
                </a:lnTo>
                <a:cubicBezTo>
                  <a:pt x="54550" y="60107"/>
                  <a:pt x="55565" y="59093"/>
                  <a:pt x="56819" y="59093"/>
                </a:cubicBezTo>
                <a:close/>
                <a:moveTo>
                  <a:pt x="75006" y="59093"/>
                </a:moveTo>
                <a:lnTo>
                  <a:pt x="79545" y="59093"/>
                </a:lnTo>
                <a:cubicBezTo>
                  <a:pt x="80799" y="59093"/>
                  <a:pt x="81825" y="60107"/>
                  <a:pt x="81825" y="61361"/>
                </a:cubicBezTo>
                <a:lnTo>
                  <a:pt x="81825" y="65911"/>
                </a:lnTo>
                <a:cubicBezTo>
                  <a:pt x="81825" y="67165"/>
                  <a:pt x="80799" y="68179"/>
                  <a:pt x="79545" y="68179"/>
                </a:cubicBezTo>
                <a:lnTo>
                  <a:pt x="75006" y="68179"/>
                </a:lnTo>
                <a:cubicBezTo>
                  <a:pt x="73752" y="68179"/>
                  <a:pt x="72726" y="67165"/>
                  <a:pt x="72726" y="65911"/>
                </a:cubicBezTo>
                <a:lnTo>
                  <a:pt x="72726" y="61361"/>
                </a:lnTo>
                <a:cubicBezTo>
                  <a:pt x="72726" y="60107"/>
                  <a:pt x="73752" y="59093"/>
                  <a:pt x="75006" y="59093"/>
                </a:cubicBezTo>
                <a:close/>
                <a:moveTo>
                  <a:pt x="20455" y="72729"/>
                </a:moveTo>
                <a:lnTo>
                  <a:pt x="24994" y="72729"/>
                </a:lnTo>
                <a:cubicBezTo>
                  <a:pt x="26248" y="72729"/>
                  <a:pt x="27274" y="73743"/>
                  <a:pt x="27274" y="74997"/>
                </a:cubicBezTo>
                <a:lnTo>
                  <a:pt x="27274" y="79547"/>
                </a:lnTo>
                <a:cubicBezTo>
                  <a:pt x="27274" y="80801"/>
                  <a:pt x="26248" y="81815"/>
                  <a:pt x="24994" y="81815"/>
                </a:cubicBezTo>
                <a:lnTo>
                  <a:pt x="20455" y="81815"/>
                </a:lnTo>
                <a:cubicBezTo>
                  <a:pt x="19201" y="81815"/>
                  <a:pt x="18175" y="80801"/>
                  <a:pt x="18175" y="79547"/>
                </a:cubicBezTo>
                <a:lnTo>
                  <a:pt x="18175" y="74997"/>
                </a:lnTo>
                <a:cubicBezTo>
                  <a:pt x="18175" y="73743"/>
                  <a:pt x="19201" y="72729"/>
                  <a:pt x="20455" y="72729"/>
                </a:cubicBezTo>
                <a:close/>
                <a:moveTo>
                  <a:pt x="75006" y="72729"/>
                </a:moveTo>
                <a:lnTo>
                  <a:pt x="79545" y="72729"/>
                </a:lnTo>
                <a:cubicBezTo>
                  <a:pt x="80799" y="72729"/>
                  <a:pt x="81825" y="73743"/>
                  <a:pt x="81825" y="74997"/>
                </a:cubicBezTo>
                <a:lnTo>
                  <a:pt x="81825" y="79547"/>
                </a:lnTo>
                <a:cubicBezTo>
                  <a:pt x="81825" y="80801"/>
                  <a:pt x="80799" y="81815"/>
                  <a:pt x="79545" y="81815"/>
                </a:cubicBezTo>
                <a:lnTo>
                  <a:pt x="75006" y="81815"/>
                </a:lnTo>
                <a:cubicBezTo>
                  <a:pt x="73752" y="81815"/>
                  <a:pt x="72726" y="80801"/>
                  <a:pt x="72726" y="79547"/>
                </a:cubicBezTo>
                <a:lnTo>
                  <a:pt x="72726" y="74997"/>
                </a:lnTo>
                <a:cubicBezTo>
                  <a:pt x="72726" y="73743"/>
                  <a:pt x="73752" y="72729"/>
                  <a:pt x="75006" y="7272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6" name="Белый — SVG 15">
            <a:extLst>
              <a:ext uri="{FF2B5EF4-FFF2-40B4-BE49-F238E27FC236}">
                <a16:creationId xmlns:a16="http://schemas.microsoft.com/office/drawing/2014/main" id="{4BF5BFF9-338F-1245-9356-C3CB7FE32097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67339 w 134695"/>
              <a:gd name="csY0" fmla="*/ 0 h 148847"/>
              <a:gd name="csX1" fmla="*/ 66573 w 134695"/>
              <a:gd name="csY1" fmla="*/ 561 h 148847"/>
              <a:gd name="csX2" fmla="*/ 64702 w 134695"/>
              <a:gd name="csY2" fmla="*/ 6073 h 148847"/>
              <a:gd name="csX3" fmla="*/ 58884 w 134695"/>
              <a:gd name="csY3" fmla="*/ 6141 h 148847"/>
              <a:gd name="csX4" fmla="*/ 58407 w 134695"/>
              <a:gd name="csY4" fmla="*/ 7621 h 148847"/>
              <a:gd name="csX5" fmla="*/ 63069 w 134695"/>
              <a:gd name="csY5" fmla="*/ 11108 h 148847"/>
              <a:gd name="csX6" fmla="*/ 61350 w 134695"/>
              <a:gd name="csY6" fmla="*/ 16654 h 148847"/>
              <a:gd name="csX7" fmla="*/ 62592 w 134695"/>
              <a:gd name="csY7" fmla="*/ 17572 h 148847"/>
              <a:gd name="csX8" fmla="*/ 67339 w 134695"/>
              <a:gd name="csY8" fmla="*/ 14204 h 148847"/>
              <a:gd name="csX9" fmla="*/ 72086 w 134695"/>
              <a:gd name="csY9" fmla="*/ 17572 h 148847"/>
              <a:gd name="csX10" fmla="*/ 73345 w 134695"/>
              <a:gd name="csY10" fmla="*/ 16654 h 148847"/>
              <a:gd name="csX11" fmla="*/ 71610 w 134695"/>
              <a:gd name="csY11" fmla="*/ 11108 h 148847"/>
              <a:gd name="csX12" fmla="*/ 76288 w 134695"/>
              <a:gd name="csY12" fmla="*/ 7621 h 148847"/>
              <a:gd name="csX13" fmla="*/ 75812 w 134695"/>
              <a:gd name="csY13" fmla="*/ 6141 h 148847"/>
              <a:gd name="csX14" fmla="*/ 69976 w 134695"/>
              <a:gd name="csY14" fmla="*/ 6073 h 148847"/>
              <a:gd name="csX15" fmla="*/ 68105 w 134695"/>
              <a:gd name="csY15" fmla="*/ 561 h 148847"/>
              <a:gd name="csX16" fmla="*/ 67339 w 134695"/>
              <a:gd name="csY16" fmla="*/ 0 h 148847"/>
              <a:gd name="csX17" fmla="*/ 67339 w 134695"/>
              <a:gd name="csY17" fmla="*/ 21349 h 148847"/>
              <a:gd name="csX18" fmla="*/ 63443 w 134695"/>
              <a:gd name="csY18" fmla="*/ 22965 h 148847"/>
              <a:gd name="csX19" fmla="*/ 41989 w 134695"/>
              <a:gd name="csY19" fmla="*/ 46083 h 148847"/>
              <a:gd name="csX20" fmla="*/ 92706 w 134695"/>
              <a:gd name="csY20" fmla="*/ 46083 h 148847"/>
              <a:gd name="csX21" fmla="*/ 71235 w 134695"/>
              <a:gd name="csY21" fmla="*/ 22965 h 148847"/>
              <a:gd name="csX22" fmla="*/ 67339 w 134695"/>
              <a:gd name="csY22" fmla="*/ 21349 h 148847"/>
              <a:gd name="csX23" fmla="*/ 38995 w 134695"/>
              <a:gd name="csY23" fmla="*/ 53160 h 148847"/>
              <a:gd name="csX24" fmla="*/ 38995 w 134695"/>
              <a:gd name="csY24" fmla="*/ 88628 h 148847"/>
              <a:gd name="csX25" fmla="*/ 45375 w 134695"/>
              <a:gd name="csY25" fmla="*/ 90737 h 148847"/>
              <a:gd name="csX26" fmla="*/ 52452 w 134695"/>
              <a:gd name="csY26" fmla="*/ 96045 h 148847"/>
              <a:gd name="csX27" fmla="*/ 53167 w 134695"/>
              <a:gd name="csY27" fmla="*/ 96623 h 148847"/>
              <a:gd name="csX28" fmla="*/ 53881 w 134695"/>
              <a:gd name="csY28" fmla="*/ 96045 h 148847"/>
              <a:gd name="csX29" fmla="*/ 60959 w 134695"/>
              <a:gd name="csY29" fmla="*/ 90737 h 148847"/>
              <a:gd name="csX30" fmla="*/ 73719 w 134695"/>
              <a:gd name="csY30" fmla="*/ 90737 h 148847"/>
              <a:gd name="csX31" fmla="*/ 80814 w 134695"/>
              <a:gd name="csY31" fmla="*/ 96045 h 148847"/>
              <a:gd name="csX32" fmla="*/ 81528 w 134695"/>
              <a:gd name="csY32" fmla="*/ 96623 h 148847"/>
              <a:gd name="csX33" fmla="*/ 82243 w 134695"/>
              <a:gd name="csY33" fmla="*/ 96045 h 148847"/>
              <a:gd name="csX34" fmla="*/ 89320 w 134695"/>
              <a:gd name="csY34" fmla="*/ 90737 h 148847"/>
              <a:gd name="csX35" fmla="*/ 95700 w 134695"/>
              <a:gd name="csY35" fmla="*/ 88628 h 148847"/>
              <a:gd name="csX36" fmla="*/ 95700 w 134695"/>
              <a:gd name="csY36" fmla="*/ 53160 h 148847"/>
              <a:gd name="csX37" fmla="*/ 38995 w 134695"/>
              <a:gd name="csY37" fmla="*/ 53160 h 148847"/>
              <a:gd name="csX38" fmla="*/ 67339 w 134695"/>
              <a:gd name="csY38" fmla="*/ 60253 h 148847"/>
              <a:gd name="csX39" fmla="*/ 77973 w 134695"/>
              <a:gd name="csY39" fmla="*/ 70885 h 148847"/>
              <a:gd name="csX40" fmla="*/ 67339 w 134695"/>
              <a:gd name="csY40" fmla="*/ 81517 h 148847"/>
              <a:gd name="csX41" fmla="*/ 56706 w 134695"/>
              <a:gd name="csY41" fmla="*/ 70885 h 148847"/>
              <a:gd name="csX42" fmla="*/ 67339 w 134695"/>
              <a:gd name="csY42" fmla="*/ 60253 h 148847"/>
              <a:gd name="csX43" fmla="*/ 10633 w 134695"/>
              <a:gd name="csY43" fmla="*/ 95687 h 148847"/>
              <a:gd name="csX44" fmla="*/ 8507 w 134695"/>
              <a:gd name="csY44" fmla="*/ 96402 h 148847"/>
              <a:gd name="csX45" fmla="*/ 1412 w 134695"/>
              <a:gd name="csY45" fmla="*/ 101709 h 148847"/>
              <a:gd name="csX46" fmla="*/ 68 w 134695"/>
              <a:gd name="csY46" fmla="*/ 104550 h 148847"/>
              <a:gd name="csX47" fmla="*/ 0 w 134695"/>
              <a:gd name="csY47" fmla="*/ 104550 h 148847"/>
              <a:gd name="csX48" fmla="*/ 0 w 134695"/>
              <a:gd name="csY48" fmla="*/ 143540 h 148847"/>
              <a:gd name="csX49" fmla="*/ 5308 w 134695"/>
              <a:gd name="csY49" fmla="*/ 148847 h 148847"/>
              <a:gd name="csX50" fmla="*/ 47842 w 134695"/>
              <a:gd name="csY50" fmla="*/ 148847 h 148847"/>
              <a:gd name="csX51" fmla="*/ 53167 w 134695"/>
              <a:gd name="csY51" fmla="*/ 143540 h 148847"/>
              <a:gd name="csX52" fmla="*/ 53167 w 134695"/>
              <a:gd name="csY52" fmla="*/ 138215 h 148847"/>
              <a:gd name="csX53" fmla="*/ 67339 w 134695"/>
              <a:gd name="csY53" fmla="*/ 124045 h 148847"/>
              <a:gd name="csX54" fmla="*/ 81528 w 134695"/>
              <a:gd name="csY54" fmla="*/ 138215 h 148847"/>
              <a:gd name="csX55" fmla="*/ 81528 w 134695"/>
              <a:gd name="csY55" fmla="*/ 143540 h 148847"/>
              <a:gd name="csX56" fmla="*/ 86837 w 134695"/>
              <a:gd name="csY56" fmla="*/ 148847 h 148847"/>
              <a:gd name="csX57" fmla="*/ 129370 w 134695"/>
              <a:gd name="csY57" fmla="*/ 148847 h 148847"/>
              <a:gd name="csX58" fmla="*/ 134695 w 134695"/>
              <a:gd name="csY58" fmla="*/ 143540 h 148847"/>
              <a:gd name="csX59" fmla="*/ 134695 w 134695"/>
              <a:gd name="csY59" fmla="*/ 104550 h 148847"/>
              <a:gd name="csX60" fmla="*/ 134627 w 134695"/>
              <a:gd name="csY60" fmla="*/ 104550 h 148847"/>
              <a:gd name="csX61" fmla="*/ 133266 w 134695"/>
              <a:gd name="csY61" fmla="*/ 101709 h 148847"/>
              <a:gd name="csX62" fmla="*/ 126188 w 134695"/>
              <a:gd name="csY62" fmla="*/ 96402 h 148847"/>
              <a:gd name="csX63" fmla="*/ 121935 w 134695"/>
              <a:gd name="csY63" fmla="*/ 96402 h 148847"/>
              <a:gd name="csX64" fmla="*/ 114841 w 134695"/>
              <a:gd name="csY64" fmla="*/ 101709 h 148847"/>
              <a:gd name="csX65" fmla="*/ 113479 w 134695"/>
              <a:gd name="csY65" fmla="*/ 104550 h 148847"/>
              <a:gd name="csX66" fmla="*/ 113428 w 134695"/>
              <a:gd name="csY66" fmla="*/ 104550 h 148847"/>
              <a:gd name="csX67" fmla="*/ 113428 w 134695"/>
              <a:gd name="csY67" fmla="*/ 109875 h 148847"/>
              <a:gd name="csX68" fmla="*/ 109873 w 134695"/>
              <a:gd name="csY68" fmla="*/ 113413 h 148847"/>
              <a:gd name="csX69" fmla="*/ 106334 w 134695"/>
              <a:gd name="csY69" fmla="*/ 109875 h 148847"/>
              <a:gd name="csX70" fmla="*/ 106334 w 134695"/>
              <a:gd name="csY70" fmla="*/ 104550 h 148847"/>
              <a:gd name="csX71" fmla="*/ 106266 w 134695"/>
              <a:gd name="csY71" fmla="*/ 104550 h 148847"/>
              <a:gd name="csX72" fmla="*/ 104922 w 134695"/>
              <a:gd name="csY72" fmla="*/ 101709 h 148847"/>
              <a:gd name="csX73" fmla="*/ 97827 w 134695"/>
              <a:gd name="csY73" fmla="*/ 96402 h 148847"/>
              <a:gd name="csX74" fmla="*/ 93574 w 134695"/>
              <a:gd name="csY74" fmla="*/ 96402 h 148847"/>
              <a:gd name="csX75" fmla="*/ 86479 w 134695"/>
              <a:gd name="csY75" fmla="*/ 101709 h 148847"/>
              <a:gd name="csX76" fmla="*/ 85135 w 134695"/>
              <a:gd name="csY76" fmla="*/ 104550 h 148847"/>
              <a:gd name="csX77" fmla="*/ 85067 w 134695"/>
              <a:gd name="csY77" fmla="*/ 104550 h 148847"/>
              <a:gd name="csX78" fmla="*/ 85067 w 134695"/>
              <a:gd name="csY78" fmla="*/ 109875 h 148847"/>
              <a:gd name="csX79" fmla="*/ 81528 w 134695"/>
              <a:gd name="csY79" fmla="*/ 113413 h 148847"/>
              <a:gd name="csX80" fmla="*/ 77973 w 134695"/>
              <a:gd name="csY80" fmla="*/ 109875 h 148847"/>
              <a:gd name="csX81" fmla="*/ 77973 w 134695"/>
              <a:gd name="csY81" fmla="*/ 104550 h 148847"/>
              <a:gd name="csX82" fmla="*/ 77921 w 134695"/>
              <a:gd name="csY82" fmla="*/ 104550 h 148847"/>
              <a:gd name="csX83" fmla="*/ 76560 w 134695"/>
              <a:gd name="csY83" fmla="*/ 101709 h 148847"/>
              <a:gd name="csX84" fmla="*/ 69466 w 134695"/>
              <a:gd name="csY84" fmla="*/ 96402 h 148847"/>
              <a:gd name="csX85" fmla="*/ 65213 w 134695"/>
              <a:gd name="csY85" fmla="*/ 96402 h 148847"/>
              <a:gd name="csX86" fmla="*/ 58135 w 134695"/>
              <a:gd name="csY86" fmla="*/ 101709 h 148847"/>
              <a:gd name="csX87" fmla="*/ 56774 w 134695"/>
              <a:gd name="csY87" fmla="*/ 104550 h 148847"/>
              <a:gd name="csX88" fmla="*/ 56706 w 134695"/>
              <a:gd name="csY88" fmla="*/ 104550 h 148847"/>
              <a:gd name="csX89" fmla="*/ 56706 w 134695"/>
              <a:gd name="csY89" fmla="*/ 109875 h 148847"/>
              <a:gd name="csX90" fmla="*/ 53167 w 134695"/>
              <a:gd name="csY90" fmla="*/ 113413 h 148847"/>
              <a:gd name="csX91" fmla="*/ 49628 w 134695"/>
              <a:gd name="csY91" fmla="*/ 109875 h 148847"/>
              <a:gd name="csX92" fmla="*/ 49628 w 134695"/>
              <a:gd name="csY92" fmla="*/ 104550 h 148847"/>
              <a:gd name="csX93" fmla="*/ 49560 w 134695"/>
              <a:gd name="csY93" fmla="*/ 104550 h 148847"/>
              <a:gd name="csX94" fmla="*/ 48199 w 134695"/>
              <a:gd name="csY94" fmla="*/ 101709 h 148847"/>
              <a:gd name="csX95" fmla="*/ 41121 w 134695"/>
              <a:gd name="csY95" fmla="*/ 96402 h 148847"/>
              <a:gd name="csX96" fmla="*/ 36868 w 134695"/>
              <a:gd name="csY96" fmla="*/ 96402 h 148847"/>
              <a:gd name="csX97" fmla="*/ 29773 w 134695"/>
              <a:gd name="csY97" fmla="*/ 101709 h 148847"/>
              <a:gd name="csX98" fmla="*/ 28412 w 134695"/>
              <a:gd name="csY98" fmla="*/ 104550 h 148847"/>
              <a:gd name="csX99" fmla="*/ 28361 w 134695"/>
              <a:gd name="csY99" fmla="*/ 104550 h 148847"/>
              <a:gd name="csX100" fmla="*/ 28361 w 134695"/>
              <a:gd name="csY100" fmla="*/ 109875 h 148847"/>
              <a:gd name="csX101" fmla="*/ 24806 w 134695"/>
              <a:gd name="csY101" fmla="*/ 113413 h 148847"/>
              <a:gd name="csX102" fmla="*/ 21267 w 134695"/>
              <a:gd name="csY102" fmla="*/ 109875 h 148847"/>
              <a:gd name="csX103" fmla="*/ 21267 w 134695"/>
              <a:gd name="csY103" fmla="*/ 104550 h 148847"/>
              <a:gd name="csX104" fmla="*/ 21199 w 134695"/>
              <a:gd name="csY104" fmla="*/ 104550 h 148847"/>
              <a:gd name="csX105" fmla="*/ 19855 w 134695"/>
              <a:gd name="csY105" fmla="*/ 101709 h 148847"/>
              <a:gd name="csX106" fmla="*/ 12760 w 134695"/>
              <a:gd name="csY106" fmla="*/ 96402 h 148847"/>
              <a:gd name="csX107" fmla="*/ 10633 w 134695"/>
              <a:gd name="csY107" fmla="*/ 95687 h 148847"/>
            </a:gdLst>
            <a:ahLst/>
            <a:cxnLst/>
            <a:rect l="l" t="t" r="r" b="b"/>
            <a:pathLst>
              <a:path w="100000" h="100000">
                <a:moveTo>
                  <a:pt x="49994" y="0"/>
                </a:moveTo>
                <a:cubicBezTo>
                  <a:pt x="49777" y="0"/>
                  <a:pt x="49560" y="126"/>
                  <a:pt x="49480" y="377"/>
                </a:cubicBezTo>
                <a:lnTo>
                  <a:pt x="48223" y="4080"/>
                </a:lnTo>
                <a:lnTo>
                  <a:pt x="44314" y="4126"/>
                </a:lnTo>
                <a:cubicBezTo>
                  <a:pt x="43776" y="4137"/>
                  <a:pt x="43570" y="4812"/>
                  <a:pt x="43993" y="5120"/>
                </a:cubicBezTo>
                <a:lnTo>
                  <a:pt x="47126" y="7463"/>
                </a:lnTo>
                <a:lnTo>
                  <a:pt x="45971" y="11189"/>
                </a:lnTo>
                <a:cubicBezTo>
                  <a:pt x="45811" y="11691"/>
                  <a:pt x="46383" y="12103"/>
                  <a:pt x="46805" y="11805"/>
                </a:cubicBezTo>
                <a:lnTo>
                  <a:pt x="49994" y="9543"/>
                </a:lnTo>
                <a:lnTo>
                  <a:pt x="53183" y="11805"/>
                </a:lnTo>
                <a:cubicBezTo>
                  <a:pt x="53617" y="12114"/>
                  <a:pt x="54189" y="11691"/>
                  <a:pt x="54029" y="11189"/>
                </a:cubicBezTo>
                <a:lnTo>
                  <a:pt x="52864" y="7463"/>
                </a:lnTo>
                <a:lnTo>
                  <a:pt x="56007" y="5120"/>
                </a:lnTo>
                <a:cubicBezTo>
                  <a:pt x="56430" y="4800"/>
                  <a:pt x="56212" y="4137"/>
                  <a:pt x="55687" y="4126"/>
                </a:cubicBezTo>
                <a:lnTo>
                  <a:pt x="51766" y="4080"/>
                </a:lnTo>
                <a:lnTo>
                  <a:pt x="50509" y="377"/>
                </a:lnTo>
                <a:cubicBezTo>
                  <a:pt x="50429" y="126"/>
                  <a:pt x="50211" y="0"/>
                  <a:pt x="49994" y="0"/>
                </a:cubicBezTo>
                <a:close/>
                <a:moveTo>
                  <a:pt x="49994" y="14343"/>
                </a:moveTo>
                <a:cubicBezTo>
                  <a:pt x="49023" y="14343"/>
                  <a:pt x="48051" y="14697"/>
                  <a:pt x="47377" y="15429"/>
                </a:cubicBezTo>
                <a:lnTo>
                  <a:pt x="32963" y="30960"/>
                </a:lnTo>
                <a:lnTo>
                  <a:pt x="67037" y="30960"/>
                </a:lnTo>
                <a:lnTo>
                  <a:pt x="52612" y="15429"/>
                </a:lnTo>
                <a:cubicBezTo>
                  <a:pt x="51937" y="14697"/>
                  <a:pt x="50966" y="14343"/>
                  <a:pt x="49994" y="14343"/>
                </a:cubicBezTo>
                <a:close/>
                <a:moveTo>
                  <a:pt x="30952" y="35715"/>
                </a:moveTo>
                <a:lnTo>
                  <a:pt x="30952" y="59543"/>
                </a:lnTo>
                <a:cubicBezTo>
                  <a:pt x="32460" y="59543"/>
                  <a:pt x="33969" y="60011"/>
                  <a:pt x="35238" y="60960"/>
                </a:cubicBezTo>
                <a:lnTo>
                  <a:pt x="39993" y="64526"/>
                </a:lnTo>
                <a:cubicBezTo>
                  <a:pt x="40165" y="64652"/>
                  <a:pt x="40325" y="64777"/>
                  <a:pt x="40473" y="64914"/>
                </a:cubicBezTo>
                <a:cubicBezTo>
                  <a:pt x="40622" y="64777"/>
                  <a:pt x="40781" y="64652"/>
                  <a:pt x="40953" y="64526"/>
                </a:cubicBezTo>
                <a:lnTo>
                  <a:pt x="45708" y="60960"/>
                </a:lnTo>
                <a:cubicBezTo>
                  <a:pt x="48234" y="59063"/>
                  <a:pt x="51754" y="59063"/>
                  <a:pt x="54281" y="60960"/>
                </a:cubicBezTo>
                <a:lnTo>
                  <a:pt x="59047" y="64526"/>
                </a:lnTo>
                <a:cubicBezTo>
                  <a:pt x="59219" y="64652"/>
                  <a:pt x="59378" y="64777"/>
                  <a:pt x="59527" y="64914"/>
                </a:cubicBezTo>
                <a:cubicBezTo>
                  <a:pt x="59676" y="64777"/>
                  <a:pt x="59836" y="64652"/>
                  <a:pt x="60007" y="64526"/>
                </a:cubicBezTo>
                <a:lnTo>
                  <a:pt x="64762" y="60960"/>
                </a:lnTo>
                <a:cubicBezTo>
                  <a:pt x="66031" y="60011"/>
                  <a:pt x="67540" y="59543"/>
                  <a:pt x="69048" y="59543"/>
                </a:cubicBezTo>
                <a:lnTo>
                  <a:pt x="69048" y="35715"/>
                </a:lnTo>
                <a:lnTo>
                  <a:pt x="30952" y="35715"/>
                </a:lnTo>
                <a:close/>
                <a:moveTo>
                  <a:pt x="49994" y="40480"/>
                </a:moveTo>
                <a:cubicBezTo>
                  <a:pt x="53938" y="40480"/>
                  <a:pt x="57139" y="43680"/>
                  <a:pt x="57139" y="47623"/>
                </a:cubicBezTo>
                <a:cubicBezTo>
                  <a:pt x="57139" y="51566"/>
                  <a:pt x="53938" y="54766"/>
                  <a:pt x="49994" y="54766"/>
                </a:cubicBezTo>
                <a:cubicBezTo>
                  <a:pt x="46051" y="54766"/>
                  <a:pt x="42851" y="51566"/>
                  <a:pt x="42851" y="47623"/>
                </a:cubicBezTo>
                <a:cubicBezTo>
                  <a:pt x="42851" y="43680"/>
                  <a:pt x="46051" y="40480"/>
                  <a:pt x="49994" y="40480"/>
                </a:cubicBezTo>
                <a:close/>
                <a:moveTo>
                  <a:pt x="11897" y="64285"/>
                </a:moveTo>
                <a:cubicBezTo>
                  <a:pt x="11395" y="64285"/>
                  <a:pt x="10892" y="64446"/>
                  <a:pt x="10469" y="64766"/>
                </a:cubicBezTo>
                <a:lnTo>
                  <a:pt x="5702" y="68331"/>
                </a:lnTo>
                <a:cubicBezTo>
                  <a:pt x="5085" y="68800"/>
                  <a:pt x="4800" y="69520"/>
                  <a:pt x="4800" y="70240"/>
                </a:cubicBezTo>
                <a:lnTo>
                  <a:pt x="4754" y="70240"/>
                </a:lnTo>
                <a:lnTo>
                  <a:pt x="4754" y="96435"/>
                </a:lnTo>
                <a:cubicBezTo>
                  <a:pt x="4754" y="98400"/>
                  <a:pt x="6354" y="100000"/>
                  <a:pt x="8320" y="100000"/>
                </a:cubicBezTo>
                <a:lnTo>
                  <a:pt x="36896" y="100000"/>
                </a:lnTo>
                <a:cubicBezTo>
                  <a:pt x="38873" y="100000"/>
                  <a:pt x="40473" y="98400"/>
                  <a:pt x="40473" y="96435"/>
                </a:cubicBezTo>
                <a:lnTo>
                  <a:pt x="40473" y="92857"/>
                </a:lnTo>
                <a:cubicBezTo>
                  <a:pt x="40473" y="87600"/>
                  <a:pt x="44737" y="83337"/>
                  <a:pt x="49994" y="83337"/>
                </a:cubicBezTo>
                <a:cubicBezTo>
                  <a:pt x="55263" y="83337"/>
                  <a:pt x="59527" y="87600"/>
                  <a:pt x="59527" y="92857"/>
                </a:cubicBezTo>
                <a:lnTo>
                  <a:pt x="59527" y="96435"/>
                </a:lnTo>
                <a:cubicBezTo>
                  <a:pt x="59527" y="98400"/>
                  <a:pt x="61127" y="100000"/>
                  <a:pt x="63094" y="100000"/>
                </a:cubicBezTo>
                <a:lnTo>
                  <a:pt x="91669" y="100000"/>
                </a:lnTo>
                <a:cubicBezTo>
                  <a:pt x="93646" y="100000"/>
                  <a:pt x="95246" y="98400"/>
                  <a:pt x="95246" y="96435"/>
                </a:cubicBezTo>
                <a:lnTo>
                  <a:pt x="95246" y="70240"/>
                </a:lnTo>
                <a:lnTo>
                  <a:pt x="95200" y="70240"/>
                </a:lnTo>
                <a:cubicBezTo>
                  <a:pt x="95200" y="69520"/>
                  <a:pt x="94915" y="68800"/>
                  <a:pt x="94286" y="68331"/>
                </a:cubicBezTo>
                <a:lnTo>
                  <a:pt x="89531" y="64766"/>
                </a:lnTo>
                <a:cubicBezTo>
                  <a:pt x="88685" y="64126"/>
                  <a:pt x="87519" y="64126"/>
                  <a:pt x="86674" y="64766"/>
                </a:cubicBezTo>
                <a:lnTo>
                  <a:pt x="81908" y="68331"/>
                </a:lnTo>
                <a:cubicBezTo>
                  <a:pt x="81279" y="68800"/>
                  <a:pt x="80993" y="69520"/>
                  <a:pt x="80993" y="70240"/>
                </a:cubicBezTo>
                <a:lnTo>
                  <a:pt x="80958" y="70240"/>
                </a:lnTo>
                <a:lnTo>
                  <a:pt x="80958" y="73817"/>
                </a:lnTo>
                <a:cubicBezTo>
                  <a:pt x="80958" y="75132"/>
                  <a:pt x="79884" y="76194"/>
                  <a:pt x="78570" y="76194"/>
                </a:cubicBezTo>
                <a:cubicBezTo>
                  <a:pt x="77255" y="76194"/>
                  <a:pt x="76192" y="75132"/>
                  <a:pt x="76192" y="73817"/>
                </a:cubicBezTo>
                <a:lnTo>
                  <a:pt x="76192" y="70240"/>
                </a:lnTo>
                <a:lnTo>
                  <a:pt x="76147" y="70240"/>
                </a:lnTo>
                <a:cubicBezTo>
                  <a:pt x="76147" y="69520"/>
                  <a:pt x="75860" y="68800"/>
                  <a:pt x="75244" y="68331"/>
                </a:cubicBezTo>
                <a:lnTo>
                  <a:pt x="70477" y="64766"/>
                </a:lnTo>
                <a:cubicBezTo>
                  <a:pt x="69631" y="64126"/>
                  <a:pt x="68466" y="64126"/>
                  <a:pt x="67620" y="64766"/>
                </a:cubicBezTo>
                <a:lnTo>
                  <a:pt x="62853" y="68331"/>
                </a:lnTo>
                <a:cubicBezTo>
                  <a:pt x="62236" y="68800"/>
                  <a:pt x="61950" y="69520"/>
                  <a:pt x="61950" y="70240"/>
                </a:cubicBezTo>
                <a:lnTo>
                  <a:pt x="61905" y="70240"/>
                </a:lnTo>
                <a:lnTo>
                  <a:pt x="61905" y="73817"/>
                </a:lnTo>
                <a:cubicBezTo>
                  <a:pt x="61905" y="75132"/>
                  <a:pt x="60842" y="76194"/>
                  <a:pt x="59527" y="76194"/>
                </a:cubicBezTo>
                <a:cubicBezTo>
                  <a:pt x="58213" y="76194"/>
                  <a:pt x="57139" y="75132"/>
                  <a:pt x="57139" y="73817"/>
                </a:cubicBezTo>
                <a:lnTo>
                  <a:pt x="57139" y="70240"/>
                </a:lnTo>
                <a:lnTo>
                  <a:pt x="57104" y="70240"/>
                </a:lnTo>
                <a:cubicBezTo>
                  <a:pt x="57104" y="69520"/>
                  <a:pt x="56818" y="68800"/>
                  <a:pt x="56189" y="68331"/>
                </a:cubicBezTo>
                <a:lnTo>
                  <a:pt x="51423" y="64766"/>
                </a:lnTo>
                <a:cubicBezTo>
                  <a:pt x="50577" y="64126"/>
                  <a:pt x="49412" y="64126"/>
                  <a:pt x="48566" y="64766"/>
                </a:cubicBezTo>
                <a:lnTo>
                  <a:pt x="43811" y="68331"/>
                </a:lnTo>
                <a:cubicBezTo>
                  <a:pt x="43182" y="68800"/>
                  <a:pt x="42896" y="69520"/>
                  <a:pt x="42896" y="70240"/>
                </a:cubicBezTo>
                <a:lnTo>
                  <a:pt x="42851" y="70240"/>
                </a:lnTo>
                <a:lnTo>
                  <a:pt x="42851" y="73817"/>
                </a:lnTo>
                <a:cubicBezTo>
                  <a:pt x="42851" y="75132"/>
                  <a:pt x="41787" y="76194"/>
                  <a:pt x="40473" y="76194"/>
                </a:cubicBezTo>
                <a:cubicBezTo>
                  <a:pt x="39159" y="76194"/>
                  <a:pt x="38095" y="75132"/>
                  <a:pt x="38095" y="73817"/>
                </a:cubicBezTo>
                <a:lnTo>
                  <a:pt x="38095" y="70240"/>
                </a:lnTo>
                <a:lnTo>
                  <a:pt x="38050" y="70240"/>
                </a:lnTo>
                <a:cubicBezTo>
                  <a:pt x="38050" y="69520"/>
                  <a:pt x="37764" y="68800"/>
                  <a:pt x="37135" y="68331"/>
                </a:cubicBezTo>
                <a:lnTo>
                  <a:pt x="32380" y="64766"/>
                </a:lnTo>
                <a:cubicBezTo>
                  <a:pt x="31534" y="64126"/>
                  <a:pt x="30369" y="64126"/>
                  <a:pt x="29523" y="64766"/>
                </a:cubicBezTo>
                <a:lnTo>
                  <a:pt x="24756" y="68331"/>
                </a:lnTo>
                <a:cubicBezTo>
                  <a:pt x="24128" y="68800"/>
                  <a:pt x="23842" y="69520"/>
                  <a:pt x="23842" y="70240"/>
                </a:cubicBezTo>
                <a:lnTo>
                  <a:pt x="23808" y="70240"/>
                </a:lnTo>
                <a:lnTo>
                  <a:pt x="23808" y="73817"/>
                </a:lnTo>
                <a:cubicBezTo>
                  <a:pt x="23808" y="75132"/>
                  <a:pt x="22745" y="76194"/>
                  <a:pt x="21419" y="76194"/>
                </a:cubicBezTo>
                <a:cubicBezTo>
                  <a:pt x="20105" y="76194"/>
                  <a:pt x="19042" y="75132"/>
                  <a:pt x="19042" y="73817"/>
                </a:cubicBezTo>
                <a:lnTo>
                  <a:pt x="19042" y="70240"/>
                </a:lnTo>
                <a:lnTo>
                  <a:pt x="18996" y="70240"/>
                </a:lnTo>
                <a:cubicBezTo>
                  <a:pt x="18996" y="69520"/>
                  <a:pt x="18710" y="68800"/>
                  <a:pt x="18093" y="68331"/>
                </a:cubicBezTo>
                <a:lnTo>
                  <a:pt x="13326" y="64766"/>
                </a:lnTo>
                <a:cubicBezTo>
                  <a:pt x="12903" y="64446"/>
                  <a:pt x="12401" y="64285"/>
                  <a:pt x="11897" y="6428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7" name="Белый — SVG 16">
            <a:extLst>
              <a:ext uri="{FF2B5EF4-FFF2-40B4-BE49-F238E27FC236}">
                <a16:creationId xmlns:a16="http://schemas.microsoft.com/office/drawing/2014/main" id="{D4E20B86-B9F8-BB4E-A700-66C5D2959492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46025 w 141197"/>
              <a:gd name="csY0" fmla="*/ 15089 h 141753"/>
              <a:gd name="csX1" fmla="*/ 30100 w 141197"/>
              <a:gd name="csY1" fmla="*/ 0 h 141753"/>
              <a:gd name="csX2" fmla="*/ 21900 w 141197"/>
              <a:gd name="csY2" fmla="*/ 0 h 141753"/>
              <a:gd name="csX3" fmla="*/ 5958 w 141197"/>
              <a:gd name="csY3" fmla="*/ 15089 h 141753"/>
              <a:gd name="csX4" fmla="*/ 20 w 141197"/>
              <a:gd name="csY4" fmla="*/ 124946 h 141753"/>
              <a:gd name="csX5" fmla="*/ 4376 w 141197"/>
              <a:gd name="csY5" fmla="*/ 136786 h 141753"/>
              <a:gd name="csX6" fmla="*/ 15962 w 141197"/>
              <a:gd name="csY6" fmla="*/ 141753 h 141753"/>
              <a:gd name="csX7" fmla="*/ 36038 w 141197"/>
              <a:gd name="csY7" fmla="*/ 141753 h 141753"/>
              <a:gd name="csX8" fmla="*/ 47624 w 141197"/>
              <a:gd name="csY8" fmla="*/ 136786 h 141753"/>
              <a:gd name="csX9" fmla="*/ 51962 w 141197"/>
              <a:gd name="csY9" fmla="*/ 124946 h 141753"/>
              <a:gd name="csX10" fmla="*/ 46025 w 141197"/>
              <a:gd name="csY10" fmla="*/ 15089 h 141753"/>
              <a:gd name="csX11" fmla="*/ 138101 w 141197"/>
              <a:gd name="csY11" fmla="*/ 21757 h 141753"/>
              <a:gd name="csX12" fmla="*/ 132419 w 141197"/>
              <a:gd name="csY12" fmla="*/ 22540 h 141753"/>
              <a:gd name="csX13" fmla="*/ 91570 w 141197"/>
              <a:gd name="csY13" fmla="*/ 57548 h 141753"/>
              <a:gd name="csX14" fmla="*/ 91570 w 141197"/>
              <a:gd name="csY14" fmla="*/ 26571 h 141753"/>
              <a:gd name="csX15" fmla="*/ 88405 w 141197"/>
              <a:gd name="csY15" fmla="*/ 21723 h 141753"/>
              <a:gd name="csX16" fmla="*/ 82672 w 141197"/>
              <a:gd name="csY16" fmla="*/ 22659 h 141753"/>
              <a:gd name="csX17" fmla="*/ 54906 w 141197"/>
              <a:gd name="csY17" fmla="*/ 47971 h 141753"/>
              <a:gd name="csX18" fmla="*/ 59040 w 141197"/>
              <a:gd name="csY18" fmla="*/ 124572 h 141753"/>
              <a:gd name="csX19" fmla="*/ 52762 w 141197"/>
              <a:gd name="csY19" fmla="*/ 141652 h 141753"/>
              <a:gd name="csX20" fmla="*/ 52660 w 141197"/>
              <a:gd name="csY20" fmla="*/ 141753 h 141753"/>
              <a:gd name="csX21" fmla="*/ 125239 w 141197"/>
              <a:gd name="csY21" fmla="*/ 141753 h 141753"/>
              <a:gd name="csX22" fmla="*/ 141198 w 141197"/>
              <a:gd name="csY22" fmla="*/ 125814 h 141753"/>
              <a:gd name="csX23" fmla="*/ 141198 w 141197"/>
              <a:gd name="csY23" fmla="*/ 26571 h 141753"/>
              <a:gd name="csX24" fmla="*/ 138101 w 141197"/>
              <a:gd name="csY24" fmla="*/ 21757 h 141753"/>
              <a:gd name="csX25" fmla="*/ 116375 w 141197"/>
              <a:gd name="csY25" fmla="*/ 131122 h 141753"/>
              <a:gd name="csX26" fmla="*/ 77397 w 141197"/>
              <a:gd name="csY26" fmla="*/ 131122 h 141753"/>
              <a:gd name="csX27" fmla="*/ 77397 w 141197"/>
              <a:gd name="csY27" fmla="*/ 102781 h 141753"/>
              <a:gd name="csX28" fmla="*/ 84475 w 141197"/>
              <a:gd name="csY28" fmla="*/ 95687 h 141753"/>
              <a:gd name="csX29" fmla="*/ 109298 w 141197"/>
              <a:gd name="csY29" fmla="*/ 95687 h 141753"/>
              <a:gd name="csX30" fmla="*/ 116375 w 141197"/>
              <a:gd name="csY30" fmla="*/ 102781 h 141753"/>
              <a:gd name="csX31" fmla="*/ 116375 w 141197"/>
              <a:gd name="csY31" fmla="*/ 131122 h 141753"/>
            </a:gdLst>
            <a:ahLst/>
            <a:cxnLst/>
            <a:rect l="l" t="t" r="r" b="b"/>
            <a:pathLst>
              <a:path w="100000" h="100000">
                <a:moveTo>
                  <a:pt x="32665" y="10645"/>
                </a:moveTo>
                <a:cubicBezTo>
                  <a:pt x="32340" y="4680"/>
                  <a:pt x="27408" y="0"/>
                  <a:pt x="21430" y="0"/>
                </a:cubicBezTo>
                <a:lnTo>
                  <a:pt x="15646" y="0"/>
                </a:lnTo>
                <a:cubicBezTo>
                  <a:pt x="9668" y="0"/>
                  <a:pt x="4724" y="4680"/>
                  <a:pt x="4399" y="10645"/>
                </a:cubicBezTo>
                <a:lnTo>
                  <a:pt x="210" y="88143"/>
                </a:lnTo>
                <a:cubicBezTo>
                  <a:pt x="54" y="91216"/>
                  <a:pt x="1171" y="94264"/>
                  <a:pt x="3283" y="96496"/>
                </a:cubicBezTo>
                <a:cubicBezTo>
                  <a:pt x="5395" y="98728"/>
                  <a:pt x="8372" y="100000"/>
                  <a:pt x="11457" y="100000"/>
                </a:cubicBezTo>
                <a:lnTo>
                  <a:pt x="25619" y="100000"/>
                </a:lnTo>
                <a:cubicBezTo>
                  <a:pt x="28691" y="100000"/>
                  <a:pt x="31668" y="98728"/>
                  <a:pt x="33793" y="96496"/>
                </a:cubicBezTo>
                <a:cubicBezTo>
                  <a:pt x="35905" y="94264"/>
                  <a:pt x="37021" y="91216"/>
                  <a:pt x="36853" y="88143"/>
                </a:cubicBezTo>
                <a:lnTo>
                  <a:pt x="32665" y="10645"/>
                </a:lnTo>
                <a:close/>
                <a:moveTo>
                  <a:pt x="97620" y="15349"/>
                </a:moveTo>
                <a:cubicBezTo>
                  <a:pt x="96288" y="14725"/>
                  <a:pt x="94715" y="14953"/>
                  <a:pt x="93611" y="15901"/>
                </a:cubicBezTo>
                <a:lnTo>
                  <a:pt x="64794" y="40597"/>
                </a:lnTo>
                <a:lnTo>
                  <a:pt x="64794" y="18745"/>
                </a:lnTo>
                <a:cubicBezTo>
                  <a:pt x="64794" y="17269"/>
                  <a:pt x="63918" y="15925"/>
                  <a:pt x="62562" y="15325"/>
                </a:cubicBezTo>
                <a:cubicBezTo>
                  <a:pt x="61194" y="14725"/>
                  <a:pt x="59609" y="14977"/>
                  <a:pt x="58517" y="15985"/>
                </a:cubicBezTo>
                <a:lnTo>
                  <a:pt x="38930" y="33841"/>
                </a:lnTo>
                <a:lnTo>
                  <a:pt x="41846" y="87880"/>
                </a:lnTo>
                <a:cubicBezTo>
                  <a:pt x="42086" y="92308"/>
                  <a:pt x="40466" y="96712"/>
                  <a:pt x="37417" y="99929"/>
                </a:cubicBezTo>
                <a:cubicBezTo>
                  <a:pt x="37393" y="99953"/>
                  <a:pt x="37369" y="99977"/>
                  <a:pt x="37345" y="100000"/>
                </a:cubicBezTo>
                <a:lnTo>
                  <a:pt x="88546" y="100000"/>
                </a:lnTo>
                <a:cubicBezTo>
                  <a:pt x="94751" y="100000"/>
                  <a:pt x="99805" y="94960"/>
                  <a:pt x="99805" y="88756"/>
                </a:cubicBezTo>
                <a:lnTo>
                  <a:pt x="99805" y="18745"/>
                </a:lnTo>
                <a:cubicBezTo>
                  <a:pt x="99805" y="17281"/>
                  <a:pt x="98952" y="15961"/>
                  <a:pt x="97620" y="15349"/>
                </a:cubicBezTo>
                <a:close/>
                <a:moveTo>
                  <a:pt x="82293" y="92500"/>
                </a:moveTo>
                <a:lnTo>
                  <a:pt x="54796" y="92500"/>
                </a:lnTo>
                <a:lnTo>
                  <a:pt x="54796" y="72507"/>
                </a:lnTo>
                <a:cubicBezTo>
                  <a:pt x="54796" y="69735"/>
                  <a:pt x="57029" y="67503"/>
                  <a:pt x="59789" y="67503"/>
                </a:cubicBezTo>
                <a:lnTo>
                  <a:pt x="77301" y="67503"/>
                </a:lnTo>
                <a:cubicBezTo>
                  <a:pt x="80061" y="67503"/>
                  <a:pt x="82293" y="69735"/>
                  <a:pt x="82293" y="72507"/>
                </a:cubicBezTo>
                <a:lnTo>
                  <a:pt x="82293" y="9250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8" name="Белый — SVG 17">
            <a:extLst>
              <a:ext uri="{FF2B5EF4-FFF2-40B4-BE49-F238E27FC236}">
                <a16:creationId xmlns:a16="http://schemas.microsoft.com/office/drawing/2014/main" id="{F46A326D-E401-0C47-998A-E7C359B078D8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85094 w 163186"/>
              <a:gd name="csY0" fmla="*/ 0 h 131290"/>
              <a:gd name="csX1" fmla="*/ 82440 w 163186"/>
              <a:gd name="csY1" fmla="*/ 732 h 131290"/>
              <a:gd name="csX2" fmla="*/ 80518 w 163186"/>
              <a:gd name="csY2" fmla="*/ 2671 h 131290"/>
              <a:gd name="csX3" fmla="*/ 41438 w 163186"/>
              <a:gd name="csY3" fmla="*/ 71055 h 131290"/>
              <a:gd name="csX4" fmla="*/ 35721 w 163186"/>
              <a:gd name="csY4" fmla="*/ 65357 h 131290"/>
              <a:gd name="csX5" fmla="*/ 33561 w 163186"/>
              <a:gd name="csY5" fmla="*/ 64047 h 131290"/>
              <a:gd name="csX6" fmla="*/ 31043 w 163186"/>
              <a:gd name="csY6" fmla="*/ 63877 h 131290"/>
              <a:gd name="csX7" fmla="*/ 28746 w 163186"/>
              <a:gd name="csY7" fmla="*/ 64880 h 131290"/>
              <a:gd name="csX8" fmla="*/ 27163 w 163186"/>
              <a:gd name="csY8" fmla="*/ 66854 h 131290"/>
              <a:gd name="csX9" fmla="*/ 572 w 163186"/>
              <a:gd name="csY9" fmla="*/ 123552 h 131290"/>
              <a:gd name="csX10" fmla="*/ 27 w 163186"/>
              <a:gd name="csY10" fmla="*/ 126495 h 131290"/>
              <a:gd name="csX11" fmla="*/ 1150 w 163186"/>
              <a:gd name="csY11" fmla="*/ 129284 h 131290"/>
              <a:gd name="csX12" fmla="*/ 3600 w 163186"/>
              <a:gd name="csY12" fmla="*/ 131003 h 131290"/>
              <a:gd name="csX13" fmla="*/ 6594 w 163186"/>
              <a:gd name="csY13" fmla="*/ 131122 h 131290"/>
              <a:gd name="csX14" fmla="*/ 156568 w 163186"/>
              <a:gd name="csY14" fmla="*/ 131122 h 131290"/>
              <a:gd name="csX15" fmla="*/ 159545 w 163186"/>
              <a:gd name="csY15" fmla="*/ 131020 h 131290"/>
              <a:gd name="csX16" fmla="*/ 161995 w 163186"/>
              <a:gd name="csY16" fmla="*/ 129318 h 131290"/>
              <a:gd name="csX17" fmla="*/ 163152 w 163186"/>
              <a:gd name="csY17" fmla="*/ 126563 h 131290"/>
              <a:gd name="csX18" fmla="*/ 162641 w 163186"/>
              <a:gd name="csY18" fmla="*/ 123637 h 131290"/>
              <a:gd name="csX19" fmla="*/ 146700 w 163186"/>
              <a:gd name="csY19" fmla="*/ 88186 h 131290"/>
              <a:gd name="csX20" fmla="*/ 144913 w 163186"/>
              <a:gd name="csY20" fmla="*/ 86025 h 131290"/>
              <a:gd name="csX21" fmla="*/ 142276 w 163186"/>
              <a:gd name="csY21" fmla="*/ 85073 h 131290"/>
              <a:gd name="csX22" fmla="*/ 139537 w 163186"/>
              <a:gd name="csY22" fmla="*/ 85583 h 131290"/>
              <a:gd name="csX23" fmla="*/ 137427 w 163186"/>
              <a:gd name="csY23" fmla="*/ 87420 h 131290"/>
              <a:gd name="csX24" fmla="*/ 135318 w 163186"/>
              <a:gd name="csY24" fmla="*/ 90550 h 131290"/>
              <a:gd name="csX25" fmla="*/ 89858 w 163186"/>
              <a:gd name="csY25" fmla="*/ 2858 h 131290"/>
              <a:gd name="csX26" fmla="*/ 87884 w 163186"/>
              <a:gd name="csY26" fmla="*/ 765 h 131290"/>
              <a:gd name="csX27" fmla="*/ 85094 w 163186"/>
              <a:gd name="csY27" fmla="*/ 0 h 131290"/>
              <a:gd name="csX28" fmla="*/ 84907 w 163186"/>
              <a:gd name="csY28" fmla="*/ 16433 h 131290"/>
              <a:gd name="csX29" fmla="*/ 103622 w 163186"/>
              <a:gd name="csY29" fmla="*/ 52530 h 131290"/>
              <a:gd name="csX30" fmla="*/ 97548 w 163186"/>
              <a:gd name="csY30" fmla="*/ 56001 h 131290"/>
              <a:gd name="csX31" fmla="*/ 87765 w 163186"/>
              <a:gd name="csY31" fmla="*/ 50421 h 131290"/>
              <a:gd name="csX32" fmla="*/ 85230 w 163186"/>
              <a:gd name="csY32" fmla="*/ 49723 h 131290"/>
              <a:gd name="csX33" fmla="*/ 82491 w 163186"/>
              <a:gd name="csY33" fmla="*/ 50421 h 131290"/>
              <a:gd name="csX34" fmla="*/ 72725 w 163186"/>
              <a:gd name="csY34" fmla="*/ 56001 h 131290"/>
              <a:gd name="csX35" fmla="*/ 64865 w 163186"/>
              <a:gd name="csY35" fmla="*/ 51527 h 131290"/>
              <a:gd name="csX36" fmla="*/ 84907 w 163186"/>
              <a:gd name="csY36" fmla="*/ 16433 h 131290"/>
            </a:gdLst>
            <a:ahLst/>
            <a:cxnLst/>
            <a:rect l="l" t="t" r="r" b="b"/>
            <a:pathLst>
              <a:path w="100000" h="100000">
                <a:moveTo>
                  <a:pt x="52145" y="9773"/>
                </a:moveTo>
                <a:cubicBezTo>
                  <a:pt x="51572" y="9773"/>
                  <a:pt x="51020" y="9929"/>
                  <a:pt x="50519" y="10221"/>
                </a:cubicBezTo>
                <a:cubicBezTo>
                  <a:pt x="50029" y="10503"/>
                  <a:pt x="49623" y="10919"/>
                  <a:pt x="49341" y="11410"/>
                </a:cubicBezTo>
                <a:lnTo>
                  <a:pt x="25393" y="53315"/>
                </a:lnTo>
                <a:lnTo>
                  <a:pt x="21890" y="49824"/>
                </a:lnTo>
                <a:cubicBezTo>
                  <a:pt x="21525" y="49448"/>
                  <a:pt x="21066" y="49177"/>
                  <a:pt x="20566" y="49021"/>
                </a:cubicBezTo>
                <a:cubicBezTo>
                  <a:pt x="20076" y="48864"/>
                  <a:pt x="19544" y="48823"/>
                  <a:pt x="19023" y="48917"/>
                </a:cubicBezTo>
                <a:cubicBezTo>
                  <a:pt x="18512" y="49010"/>
                  <a:pt x="18032" y="49219"/>
                  <a:pt x="17615" y="49531"/>
                </a:cubicBezTo>
                <a:cubicBezTo>
                  <a:pt x="17198" y="49855"/>
                  <a:pt x="16865" y="50261"/>
                  <a:pt x="16645" y="50741"/>
                </a:cubicBezTo>
                <a:lnTo>
                  <a:pt x="351" y="85485"/>
                </a:lnTo>
                <a:cubicBezTo>
                  <a:pt x="69" y="86048"/>
                  <a:pt x="-46" y="86673"/>
                  <a:pt x="17" y="87289"/>
                </a:cubicBezTo>
                <a:cubicBezTo>
                  <a:pt x="79" y="87914"/>
                  <a:pt x="319" y="88508"/>
                  <a:pt x="705" y="88998"/>
                </a:cubicBezTo>
                <a:cubicBezTo>
                  <a:pt x="1091" y="89488"/>
                  <a:pt x="1612" y="89853"/>
                  <a:pt x="2206" y="90051"/>
                </a:cubicBezTo>
                <a:cubicBezTo>
                  <a:pt x="2800" y="90249"/>
                  <a:pt x="3437" y="90280"/>
                  <a:pt x="4041" y="90124"/>
                </a:cubicBezTo>
                <a:lnTo>
                  <a:pt x="95945" y="90124"/>
                </a:lnTo>
                <a:cubicBezTo>
                  <a:pt x="96549" y="90280"/>
                  <a:pt x="97174" y="90260"/>
                  <a:pt x="97769" y="90062"/>
                </a:cubicBezTo>
                <a:cubicBezTo>
                  <a:pt x="98363" y="89863"/>
                  <a:pt x="98884" y="89509"/>
                  <a:pt x="99270" y="89019"/>
                </a:cubicBezTo>
                <a:cubicBezTo>
                  <a:pt x="99666" y="88539"/>
                  <a:pt x="99906" y="87955"/>
                  <a:pt x="99979" y="87330"/>
                </a:cubicBezTo>
                <a:cubicBezTo>
                  <a:pt x="100052" y="86715"/>
                  <a:pt x="99937" y="86089"/>
                  <a:pt x="99666" y="85537"/>
                </a:cubicBezTo>
                <a:lnTo>
                  <a:pt x="89897" y="63813"/>
                </a:lnTo>
                <a:cubicBezTo>
                  <a:pt x="89657" y="63281"/>
                  <a:pt x="89272" y="62823"/>
                  <a:pt x="88802" y="62489"/>
                </a:cubicBezTo>
                <a:cubicBezTo>
                  <a:pt x="88323" y="62155"/>
                  <a:pt x="87770" y="61947"/>
                  <a:pt x="87186" y="61905"/>
                </a:cubicBezTo>
                <a:cubicBezTo>
                  <a:pt x="86613" y="61853"/>
                  <a:pt x="86029" y="61968"/>
                  <a:pt x="85508" y="62218"/>
                </a:cubicBezTo>
                <a:cubicBezTo>
                  <a:pt x="84986" y="62468"/>
                  <a:pt x="84539" y="62854"/>
                  <a:pt x="84215" y="63344"/>
                </a:cubicBezTo>
                <a:lnTo>
                  <a:pt x="82923" y="65262"/>
                </a:lnTo>
                <a:lnTo>
                  <a:pt x="55065" y="11524"/>
                </a:lnTo>
                <a:cubicBezTo>
                  <a:pt x="54783" y="10992"/>
                  <a:pt x="54366" y="10544"/>
                  <a:pt x="53855" y="10242"/>
                </a:cubicBezTo>
                <a:cubicBezTo>
                  <a:pt x="53334" y="9929"/>
                  <a:pt x="52750" y="9773"/>
                  <a:pt x="52145" y="9773"/>
                </a:cubicBezTo>
                <a:close/>
                <a:moveTo>
                  <a:pt x="52031" y="19843"/>
                </a:moveTo>
                <a:lnTo>
                  <a:pt x="63499" y="41963"/>
                </a:lnTo>
                <a:lnTo>
                  <a:pt x="59777" y="44090"/>
                </a:lnTo>
                <a:lnTo>
                  <a:pt x="53782" y="40671"/>
                </a:lnTo>
                <a:cubicBezTo>
                  <a:pt x="53313" y="40400"/>
                  <a:pt x="52781" y="40253"/>
                  <a:pt x="52229" y="40243"/>
                </a:cubicBezTo>
                <a:cubicBezTo>
                  <a:pt x="51645" y="40233"/>
                  <a:pt x="51061" y="40379"/>
                  <a:pt x="50550" y="40671"/>
                </a:cubicBezTo>
                <a:lnTo>
                  <a:pt x="44566" y="44090"/>
                </a:lnTo>
                <a:lnTo>
                  <a:pt x="39749" y="41349"/>
                </a:lnTo>
                <a:lnTo>
                  <a:pt x="52031" y="1984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49" name="Белый — SVG 18">
            <a:extLst>
              <a:ext uri="{FF2B5EF4-FFF2-40B4-BE49-F238E27FC236}">
                <a16:creationId xmlns:a16="http://schemas.microsoft.com/office/drawing/2014/main" id="{9147362C-7139-E942-AB6B-E4957C4ABD2E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67356 w 134695"/>
              <a:gd name="csY0" fmla="*/ 0 h 138096"/>
              <a:gd name="csX1" fmla="*/ 55294 w 134695"/>
              <a:gd name="csY1" fmla="*/ 3981 h 138096"/>
              <a:gd name="csX2" fmla="*/ 2144 w 134695"/>
              <a:gd name="csY2" fmla="*/ 43446 h 138096"/>
              <a:gd name="csX3" fmla="*/ 255 w 134695"/>
              <a:gd name="csY3" fmla="*/ 46117 h 138096"/>
              <a:gd name="csX4" fmla="*/ 272 w 134695"/>
              <a:gd name="csY4" fmla="*/ 49383 h 138096"/>
              <a:gd name="csX5" fmla="*/ 2212 w 134695"/>
              <a:gd name="csY5" fmla="*/ 52037 h 138096"/>
              <a:gd name="csX6" fmla="*/ 5325 w 134695"/>
              <a:gd name="csY6" fmla="*/ 53041 h 138096"/>
              <a:gd name="csX7" fmla="*/ 129370 w 134695"/>
              <a:gd name="csY7" fmla="*/ 53041 h 138096"/>
              <a:gd name="csX8" fmla="*/ 132500 w 134695"/>
              <a:gd name="csY8" fmla="*/ 52037 h 138096"/>
              <a:gd name="csX9" fmla="*/ 134423 w 134695"/>
              <a:gd name="csY9" fmla="*/ 49383 h 138096"/>
              <a:gd name="csX10" fmla="*/ 134457 w 134695"/>
              <a:gd name="csY10" fmla="*/ 46117 h 138096"/>
              <a:gd name="csX11" fmla="*/ 132552 w 134695"/>
              <a:gd name="csY11" fmla="*/ 43446 h 138096"/>
              <a:gd name="csX12" fmla="*/ 79402 w 134695"/>
              <a:gd name="csY12" fmla="*/ 3981 h 138096"/>
              <a:gd name="csX13" fmla="*/ 67356 w 134695"/>
              <a:gd name="csY13" fmla="*/ 0 h 138096"/>
              <a:gd name="csX14" fmla="*/ 67356 w 134695"/>
              <a:gd name="csY14" fmla="*/ 21145 h 138096"/>
              <a:gd name="csX15" fmla="*/ 74434 w 134695"/>
              <a:gd name="csY15" fmla="*/ 28221 h 138096"/>
              <a:gd name="csX16" fmla="*/ 67356 w 134695"/>
              <a:gd name="csY16" fmla="*/ 35315 h 138096"/>
              <a:gd name="csX17" fmla="*/ 60262 w 134695"/>
              <a:gd name="csY17" fmla="*/ 28221 h 138096"/>
              <a:gd name="csX18" fmla="*/ 67356 w 134695"/>
              <a:gd name="csY18" fmla="*/ 21145 h 138096"/>
              <a:gd name="csX19" fmla="*/ 15959 w 134695"/>
              <a:gd name="csY19" fmla="*/ 60117 h 138096"/>
              <a:gd name="csX20" fmla="*/ 15959 w 134695"/>
              <a:gd name="csY20" fmla="*/ 113277 h 138096"/>
              <a:gd name="csX21" fmla="*/ 12845 w 134695"/>
              <a:gd name="csY21" fmla="*/ 113277 h 138096"/>
              <a:gd name="csX22" fmla="*/ 0 w 134695"/>
              <a:gd name="csY22" fmla="*/ 125695 h 138096"/>
              <a:gd name="csX23" fmla="*/ 12845 w 134695"/>
              <a:gd name="csY23" fmla="*/ 138096 h 138096"/>
              <a:gd name="csX24" fmla="*/ 121850 w 134695"/>
              <a:gd name="csY24" fmla="*/ 138096 h 138096"/>
              <a:gd name="csX25" fmla="*/ 134695 w 134695"/>
              <a:gd name="csY25" fmla="*/ 125695 h 138096"/>
              <a:gd name="csX26" fmla="*/ 121850 w 134695"/>
              <a:gd name="csY26" fmla="*/ 113277 h 138096"/>
              <a:gd name="csX27" fmla="*/ 118737 w 134695"/>
              <a:gd name="csY27" fmla="*/ 113277 h 138096"/>
              <a:gd name="csX28" fmla="*/ 118737 w 134695"/>
              <a:gd name="csY28" fmla="*/ 60117 h 138096"/>
              <a:gd name="csX29" fmla="*/ 108103 w 134695"/>
              <a:gd name="csY29" fmla="*/ 60117 h 138096"/>
              <a:gd name="csX30" fmla="*/ 108103 w 134695"/>
              <a:gd name="csY30" fmla="*/ 113277 h 138096"/>
              <a:gd name="csX31" fmla="*/ 95700 w 134695"/>
              <a:gd name="csY31" fmla="*/ 113277 h 138096"/>
              <a:gd name="csX32" fmla="*/ 95700 w 134695"/>
              <a:gd name="csY32" fmla="*/ 60117 h 138096"/>
              <a:gd name="csX33" fmla="*/ 85067 w 134695"/>
              <a:gd name="csY33" fmla="*/ 60117 h 138096"/>
              <a:gd name="csX34" fmla="*/ 85067 w 134695"/>
              <a:gd name="csY34" fmla="*/ 113277 h 138096"/>
              <a:gd name="csX35" fmla="*/ 72664 w 134695"/>
              <a:gd name="csY35" fmla="*/ 113277 h 138096"/>
              <a:gd name="csX36" fmla="*/ 72664 w 134695"/>
              <a:gd name="csY36" fmla="*/ 60117 h 138096"/>
              <a:gd name="csX37" fmla="*/ 62031 w 134695"/>
              <a:gd name="csY37" fmla="*/ 60117 h 138096"/>
              <a:gd name="csX38" fmla="*/ 62031 w 134695"/>
              <a:gd name="csY38" fmla="*/ 113277 h 138096"/>
              <a:gd name="csX39" fmla="*/ 49628 w 134695"/>
              <a:gd name="csY39" fmla="*/ 113277 h 138096"/>
              <a:gd name="csX40" fmla="*/ 49628 w 134695"/>
              <a:gd name="csY40" fmla="*/ 60117 h 138096"/>
              <a:gd name="csX41" fmla="*/ 38995 w 134695"/>
              <a:gd name="csY41" fmla="*/ 60117 h 138096"/>
              <a:gd name="csX42" fmla="*/ 38995 w 134695"/>
              <a:gd name="csY42" fmla="*/ 113277 h 138096"/>
              <a:gd name="csX43" fmla="*/ 26592 w 134695"/>
              <a:gd name="csY43" fmla="*/ 113277 h 138096"/>
              <a:gd name="csX44" fmla="*/ 26592 w 134695"/>
              <a:gd name="csY44" fmla="*/ 60117 h 138096"/>
              <a:gd name="csX45" fmla="*/ 15959 w 134695"/>
              <a:gd name="csY45" fmla="*/ 60117 h 138096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46926" y="0"/>
                  <a:pt x="43858" y="961"/>
                  <a:pt x="41272" y="2883"/>
                </a:cubicBezTo>
                <a:lnTo>
                  <a:pt x="2784" y="31461"/>
                </a:lnTo>
                <a:cubicBezTo>
                  <a:pt x="2143" y="31942"/>
                  <a:pt x="1650" y="32619"/>
                  <a:pt x="1416" y="33395"/>
                </a:cubicBezTo>
                <a:cubicBezTo>
                  <a:pt x="1170" y="34159"/>
                  <a:pt x="1170" y="34997"/>
                  <a:pt x="1428" y="35760"/>
                </a:cubicBezTo>
                <a:cubicBezTo>
                  <a:pt x="1675" y="36536"/>
                  <a:pt x="2168" y="37201"/>
                  <a:pt x="2833" y="37682"/>
                </a:cubicBezTo>
                <a:cubicBezTo>
                  <a:pt x="3486" y="38150"/>
                  <a:pt x="4274" y="38409"/>
                  <a:pt x="5087" y="38409"/>
                </a:cubicBezTo>
                <a:lnTo>
                  <a:pt x="94913" y="38409"/>
                </a:lnTo>
                <a:cubicBezTo>
                  <a:pt x="95726" y="38409"/>
                  <a:pt x="96514" y="38150"/>
                  <a:pt x="97179" y="37682"/>
                </a:cubicBezTo>
                <a:cubicBezTo>
                  <a:pt x="97832" y="37201"/>
                  <a:pt x="98325" y="36536"/>
                  <a:pt x="98572" y="35760"/>
                </a:cubicBezTo>
                <a:cubicBezTo>
                  <a:pt x="98830" y="34997"/>
                  <a:pt x="98830" y="34159"/>
                  <a:pt x="98596" y="33395"/>
                </a:cubicBezTo>
                <a:cubicBezTo>
                  <a:pt x="98350" y="32619"/>
                  <a:pt x="97869" y="31942"/>
                  <a:pt x="97217" y="31461"/>
                </a:cubicBezTo>
                <a:lnTo>
                  <a:pt x="58729" y="2883"/>
                </a:lnTo>
                <a:cubicBezTo>
                  <a:pt x="56142" y="961"/>
                  <a:pt x="53074" y="0"/>
                  <a:pt x="50006" y="0"/>
                </a:cubicBezTo>
                <a:close/>
                <a:moveTo>
                  <a:pt x="50006" y="15312"/>
                </a:moveTo>
                <a:cubicBezTo>
                  <a:pt x="52840" y="15312"/>
                  <a:pt x="55132" y="17603"/>
                  <a:pt x="55132" y="20436"/>
                </a:cubicBezTo>
                <a:cubicBezTo>
                  <a:pt x="55132" y="23282"/>
                  <a:pt x="52840" y="25573"/>
                  <a:pt x="50006" y="25573"/>
                </a:cubicBezTo>
                <a:cubicBezTo>
                  <a:pt x="47160" y="25573"/>
                  <a:pt x="44869" y="23282"/>
                  <a:pt x="44869" y="20436"/>
                </a:cubicBezTo>
                <a:cubicBezTo>
                  <a:pt x="44869" y="17603"/>
                  <a:pt x="47160" y="15312"/>
                  <a:pt x="50006" y="15312"/>
                </a:cubicBezTo>
                <a:close/>
                <a:moveTo>
                  <a:pt x="12788" y="43533"/>
                </a:moveTo>
                <a:lnTo>
                  <a:pt x="12788" y="82028"/>
                </a:lnTo>
                <a:lnTo>
                  <a:pt x="10533" y="82028"/>
                </a:lnTo>
                <a:cubicBezTo>
                  <a:pt x="5556" y="82028"/>
                  <a:pt x="1231" y="85970"/>
                  <a:pt x="1231" y="91020"/>
                </a:cubicBezTo>
                <a:cubicBezTo>
                  <a:pt x="1231" y="96059"/>
                  <a:pt x="5556" y="100000"/>
                  <a:pt x="10533" y="100000"/>
                </a:cubicBezTo>
                <a:lnTo>
                  <a:pt x="89467" y="100000"/>
                </a:lnTo>
                <a:cubicBezTo>
                  <a:pt x="94445" y="100000"/>
                  <a:pt x="98769" y="96059"/>
                  <a:pt x="98769" y="91020"/>
                </a:cubicBezTo>
                <a:cubicBezTo>
                  <a:pt x="98769" y="85970"/>
                  <a:pt x="94445" y="82028"/>
                  <a:pt x="89467" y="82028"/>
                </a:cubicBezTo>
                <a:lnTo>
                  <a:pt x="87213" y="82028"/>
                </a:lnTo>
                <a:lnTo>
                  <a:pt x="87213" y="43533"/>
                </a:lnTo>
                <a:lnTo>
                  <a:pt x="79512" y="43533"/>
                </a:lnTo>
                <a:lnTo>
                  <a:pt x="79512" y="82028"/>
                </a:lnTo>
                <a:lnTo>
                  <a:pt x="70531" y="82028"/>
                </a:lnTo>
                <a:lnTo>
                  <a:pt x="70531" y="43533"/>
                </a:lnTo>
                <a:lnTo>
                  <a:pt x="62831" y="43533"/>
                </a:lnTo>
                <a:lnTo>
                  <a:pt x="62831" y="82028"/>
                </a:lnTo>
                <a:lnTo>
                  <a:pt x="53850" y="82028"/>
                </a:lnTo>
                <a:lnTo>
                  <a:pt x="53850" y="43533"/>
                </a:lnTo>
                <a:lnTo>
                  <a:pt x="46150" y="43533"/>
                </a:lnTo>
                <a:lnTo>
                  <a:pt x="46150" y="82028"/>
                </a:lnTo>
                <a:lnTo>
                  <a:pt x="37169" y="82028"/>
                </a:lnTo>
                <a:lnTo>
                  <a:pt x="37169" y="43533"/>
                </a:lnTo>
                <a:lnTo>
                  <a:pt x="29469" y="43533"/>
                </a:lnTo>
                <a:lnTo>
                  <a:pt x="29469" y="82028"/>
                </a:lnTo>
                <a:lnTo>
                  <a:pt x="20488" y="82028"/>
                </a:lnTo>
                <a:lnTo>
                  <a:pt x="20488" y="43533"/>
                </a:lnTo>
                <a:lnTo>
                  <a:pt x="12788" y="4353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0" name="Белый — SVG 19">
            <a:extLst>
              <a:ext uri="{FF2B5EF4-FFF2-40B4-BE49-F238E27FC236}">
                <a16:creationId xmlns:a16="http://schemas.microsoft.com/office/drawing/2014/main" id="{31037298-5AAE-CE4A-AF0B-4733C02C9173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37209 w 141772"/>
              <a:gd name="csY0" fmla="*/ 0 h 141753"/>
              <a:gd name="csX1" fmla="*/ 15550 w 141772"/>
              <a:gd name="csY1" fmla="*/ 21655 h 141753"/>
              <a:gd name="csX2" fmla="*/ 16129 w 141772"/>
              <a:gd name="csY2" fmla="*/ 26316 h 141753"/>
              <a:gd name="csX3" fmla="*/ 7673 w 141772"/>
              <a:gd name="csY3" fmla="*/ 41337 h 141753"/>
              <a:gd name="csX4" fmla="*/ 20280 w 141772"/>
              <a:gd name="csY4" fmla="*/ 58280 h 141753"/>
              <a:gd name="csX5" fmla="*/ 31900 w 141772"/>
              <a:gd name="csY5" fmla="*/ 70052 h 141753"/>
              <a:gd name="csX6" fmla="*/ 31900 w 141772"/>
              <a:gd name="csY6" fmla="*/ 81755 h 141753"/>
              <a:gd name="csX7" fmla="*/ 2348 w 141772"/>
              <a:gd name="csY7" fmla="*/ 95823 h 141753"/>
              <a:gd name="csX8" fmla="*/ 0 w 141772"/>
              <a:gd name="csY8" fmla="*/ 102509 h 141753"/>
              <a:gd name="csX9" fmla="*/ 0 w 141772"/>
              <a:gd name="csY9" fmla="*/ 134677 h 141753"/>
              <a:gd name="csX10" fmla="*/ 7094 w 141772"/>
              <a:gd name="csY10" fmla="*/ 141753 h 141753"/>
              <a:gd name="csX11" fmla="*/ 134695 w 141772"/>
              <a:gd name="csY11" fmla="*/ 141753 h 141753"/>
              <a:gd name="csX12" fmla="*/ 141773 w 141772"/>
              <a:gd name="csY12" fmla="*/ 134677 h 141753"/>
              <a:gd name="csX13" fmla="*/ 141773 w 141772"/>
              <a:gd name="csY13" fmla="*/ 127583 h 141753"/>
              <a:gd name="csX14" fmla="*/ 42534 w 141772"/>
              <a:gd name="csY14" fmla="*/ 81823 h 141753"/>
              <a:gd name="csX15" fmla="*/ 42534 w 141772"/>
              <a:gd name="csY15" fmla="*/ 69984 h 141753"/>
              <a:gd name="csX16" fmla="*/ 54936 w 141772"/>
              <a:gd name="csY16" fmla="*/ 53160 h 141753"/>
              <a:gd name="csX17" fmla="*/ 54919 w 141772"/>
              <a:gd name="csY17" fmla="*/ 52768 h 141753"/>
              <a:gd name="csX18" fmla="*/ 66744 w 141772"/>
              <a:gd name="csY18" fmla="*/ 33478 h 141753"/>
              <a:gd name="csX19" fmla="*/ 58169 w 141772"/>
              <a:gd name="csY19" fmla="*/ 16246 h 141753"/>
              <a:gd name="csX20" fmla="*/ 37209 w 141772"/>
              <a:gd name="csY20" fmla="*/ 0 h 141753"/>
              <a:gd name="csX21" fmla="*/ 108103 w 141772"/>
              <a:gd name="csY21" fmla="*/ 31896 h 141753"/>
              <a:gd name="csX22" fmla="*/ 96823 w 141772"/>
              <a:gd name="csY22" fmla="*/ 36574 h 141753"/>
              <a:gd name="csX23" fmla="*/ 92162 w 141772"/>
              <a:gd name="csY23" fmla="*/ 47835 h 141753"/>
              <a:gd name="csX24" fmla="*/ 96823 w 141772"/>
              <a:gd name="csY24" fmla="*/ 59114 h 141753"/>
              <a:gd name="csX25" fmla="*/ 108103 w 141772"/>
              <a:gd name="csY25" fmla="*/ 63792 h 141753"/>
              <a:gd name="csX26" fmla="*/ 119383 w 141772"/>
              <a:gd name="csY26" fmla="*/ 59114 h 141753"/>
              <a:gd name="csX27" fmla="*/ 124062 w 141772"/>
              <a:gd name="csY27" fmla="*/ 47835 h 141753"/>
              <a:gd name="csX28" fmla="*/ 119383 w 141772"/>
              <a:gd name="csY28" fmla="*/ 36574 h 141753"/>
              <a:gd name="csX29" fmla="*/ 108103 w 141772"/>
              <a:gd name="csY29" fmla="*/ 31896 h 141753"/>
              <a:gd name="csX30" fmla="*/ 134219 w 141772"/>
              <a:gd name="csY30" fmla="*/ 81891 h 141753"/>
              <a:gd name="csX31" fmla="*/ 106334 w 141772"/>
              <a:gd name="csY31" fmla="*/ 85056 h 141753"/>
              <a:gd name="csX32" fmla="*/ 89116 w 141772"/>
              <a:gd name="csY32" fmla="*/ 90584 h 141753"/>
              <a:gd name="csX33" fmla="*/ 97895 w 141772"/>
              <a:gd name="csY33" fmla="*/ 96538 h 141753"/>
              <a:gd name="csX34" fmla="*/ 141739 w 141772"/>
              <a:gd name="csY34" fmla="*/ 116951 h 141753"/>
              <a:gd name="csX35" fmla="*/ 141705 w 141772"/>
              <a:gd name="csY35" fmla="*/ 88985 h 141753"/>
              <a:gd name="csX36" fmla="*/ 134219 w 141772"/>
              <a:gd name="csY36" fmla="*/ 81891 h 141753"/>
            </a:gdLst>
            <a:ahLst/>
            <a:cxnLst/>
            <a:rect l="l" t="t" r="r" b="b"/>
            <a:pathLst>
              <a:path w="100000" h="100000">
                <a:moveTo>
                  <a:pt x="26246" y="7"/>
                </a:moveTo>
                <a:cubicBezTo>
                  <a:pt x="17821" y="7"/>
                  <a:pt x="10980" y="6858"/>
                  <a:pt x="10968" y="15281"/>
                </a:cubicBezTo>
                <a:cubicBezTo>
                  <a:pt x="10968" y="16337"/>
                  <a:pt x="11100" y="17405"/>
                  <a:pt x="11377" y="18569"/>
                </a:cubicBezTo>
                <a:cubicBezTo>
                  <a:pt x="7680" y="20837"/>
                  <a:pt x="5412" y="24797"/>
                  <a:pt x="5412" y="29164"/>
                </a:cubicBezTo>
                <a:cubicBezTo>
                  <a:pt x="5412" y="34743"/>
                  <a:pt x="9024" y="39531"/>
                  <a:pt x="14305" y="41115"/>
                </a:cubicBezTo>
                <a:cubicBezTo>
                  <a:pt x="15516" y="45159"/>
                  <a:pt x="18613" y="48207"/>
                  <a:pt x="22501" y="49418"/>
                </a:cubicBezTo>
                <a:lnTo>
                  <a:pt x="22501" y="57673"/>
                </a:lnTo>
                <a:cubicBezTo>
                  <a:pt x="10633" y="58681"/>
                  <a:pt x="4356" y="64297"/>
                  <a:pt x="1656" y="67596"/>
                </a:cubicBezTo>
                <a:cubicBezTo>
                  <a:pt x="576" y="68929"/>
                  <a:pt x="0" y="70596"/>
                  <a:pt x="0" y="72312"/>
                </a:cubicBezTo>
                <a:lnTo>
                  <a:pt x="0" y="95002"/>
                </a:lnTo>
                <a:cubicBezTo>
                  <a:pt x="0" y="97762"/>
                  <a:pt x="2232" y="99993"/>
                  <a:pt x="5004" y="99993"/>
                </a:cubicBezTo>
                <a:lnTo>
                  <a:pt x="95008" y="99993"/>
                </a:lnTo>
                <a:cubicBezTo>
                  <a:pt x="97768" y="99993"/>
                  <a:pt x="100001" y="97762"/>
                  <a:pt x="100001" y="95002"/>
                </a:cubicBezTo>
                <a:lnTo>
                  <a:pt x="100001" y="89998"/>
                </a:lnTo>
                <a:cubicBezTo>
                  <a:pt x="75928" y="89998"/>
                  <a:pt x="55754" y="60433"/>
                  <a:pt x="30002" y="57721"/>
                </a:cubicBezTo>
                <a:lnTo>
                  <a:pt x="30002" y="49370"/>
                </a:lnTo>
                <a:cubicBezTo>
                  <a:pt x="35053" y="47762"/>
                  <a:pt x="38750" y="43083"/>
                  <a:pt x="38750" y="37504"/>
                </a:cubicBezTo>
                <a:cubicBezTo>
                  <a:pt x="38750" y="37408"/>
                  <a:pt x="38750" y="37323"/>
                  <a:pt x="38738" y="37227"/>
                </a:cubicBezTo>
                <a:cubicBezTo>
                  <a:pt x="43838" y="34636"/>
                  <a:pt x="47078" y="29392"/>
                  <a:pt x="47078" y="23621"/>
                </a:cubicBezTo>
                <a:cubicBezTo>
                  <a:pt x="47078" y="18857"/>
                  <a:pt x="44834" y="14357"/>
                  <a:pt x="41030" y="11466"/>
                </a:cubicBezTo>
                <a:cubicBezTo>
                  <a:pt x="39302" y="4794"/>
                  <a:pt x="33181" y="7"/>
                  <a:pt x="26246" y="7"/>
                </a:cubicBezTo>
                <a:close/>
                <a:moveTo>
                  <a:pt x="76251" y="22505"/>
                </a:moveTo>
                <a:cubicBezTo>
                  <a:pt x="73275" y="22505"/>
                  <a:pt x="70407" y="23693"/>
                  <a:pt x="68295" y="25804"/>
                </a:cubicBezTo>
                <a:cubicBezTo>
                  <a:pt x="66183" y="27904"/>
                  <a:pt x="65007" y="30772"/>
                  <a:pt x="65007" y="33747"/>
                </a:cubicBezTo>
                <a:cubicBezTo>
                  <a:pt x="65007" y="36735"/>
                  <a:pt x="66183" y="39603"/>
                  <a:pt x="68295" y="41703"/>
                </a:cubicBezTo>
                <a:cubicBezTo>
                  <a:pt x="70407" y="43815"/>
                  <a:pt x="73275" y="45003"/>
                  <a:pt x="76251" y="45003"/>
                </a:cubicBezTo>
                <a:cubicBezTo>
                  <a:pt x="79240" y="45003"/>
                  <a:pt x="82096" y="43815"/>
                  <a:pt x="84208" y="41703"/>
                </a:cubicBezTo>
                <a:cubicBezTo>
                  <a:pt x="86320" y="39603"/>
                  <a:pt x="87508" y="36735"/>
                  <a:pt x="87508" y="33747"/>
                </a:cubicBezTo>
                <a:cubicBezTo>
                  <a:pt x="87508" y="30772"/>
                  <a:pt x="86320" y="27904"/>
                  <a:pt x="84208" y="25804"/>
                </a:cubicBezTo>
                <a:cubicBezTo>
                  <a:pt x="82096" y="23693"/>
                  <a:pt x="79240" y="22505"/>
                  <a:pt x="76251" y="22505"/>
                </a:cubicBezTo>
                <a:close/>
                <a:moveTo>
                  <a:pt x="94672" y="57769"/>
                </a:moveTo>
                <a:cubicBezTo>
                  <a:pt x="89224" y="58070"/>
                  <a:pt x="81484" y="58705"/>
                  <a:pt x="75004" y="60002"/>
                </a:cubicBezTo>
                <a:cubicBezTo>
                  <a:pt x="70899" y="60829"/>
                  <a:pt x="66879" y="62197"/>
                  <a:pt x="62859" y="63901"/>
                </a:cubicBezTo>
                <a:cubicBezTo>
                  <a:pt x="64959" y="65281"/>
                  <a:pt x="66999" y="66697"/>
                  <a:pt x="69051" y="68101"/>
                </a:cubicBezTo>
                <a:cubicBezTo>
                  <a:pt x="79827" y="75504"/>
                  <a:pt x="89980" y="82499"/>
                  <a:pt x="99977" y="82499"/>
                </a:cubicBezTo>
                <a:lnTo>
                  <a:pt x="99953" y="62773"/>
                </a:lnTo>
                <a:cubicBezTo>
                  <a:pt x="99953" y="59906"/>
                  <a:pt x="97552" y="57625"/>
                  <a:pt x="94672" y="5776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1" name="Белый — SVG 20">
            <a:extLst>
              <a:ext uri="{FF2B5EF4-FFF2-40B4-BE49-F238E27FC236}">
                <a16:creationId xmlns:a16="http://schemas.microsoft.com/office/drawing/2014/main" id="{446389C1-69B3-1C41-B62A-FB57C3E20893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84755 w 170168"/>
              <a:gd name="csY0" fmla="*/ 3 h 153205"/>
              <a:gd name="csX1" fmla="*/ 84330 w 170168"/>
              <a:gd name="csY1" fmla="*/ 105 h 153205"/>
              <a:gd name="csX2" fmla="*/ 81676 w 170168"/>
              <a:gd name="csY2" fmla="*/ 105 h 153205"/>
              <a:gd name="csX3" fmla="*/ 81353 w 170168"/>
              <a:gd name="csY3" fmla="*/ 105 h 153205"/>
              <a:gd name="csX4" fmla="*/ 78103 w 170168"/>
              <a:gd name="csY4" fmla="*/ 3678 h 153205"/>
              <a:gd name="csX5" fmla="*/ 81676 w 170168"/>
              <a:gd name="csY5" fmla="*/ 6910 h 153205"/>
              <a:gd name="csX6" fmla="*/ 81676 w 170168"/>
              <a:gd name="csY6" fmla="*/ 10312 h 153205"/>
              <a:gd name="csX7" fmla="*/ 74870 w 170168"/>
              <a:gd name="csY7" fmla="*/ 10312 h 153205"/>
              <a:gd name="csX8" fmla="*/ 74547 w 170168"/>
              <a:gd name="csY8" fmla="*/ 10312 h 153205"/>
              <a:gd name="csX9" fmla="*/ 71468 w 170168"/>
              <a:gd name="csY9" fmla="*/ 13187 h 153205"/>
              <a:gd name="csX10" fmla="*/ 61685 w 170168"/>
              <a:gd name="csY10" fmla="*/ 71552 h 153205"/>
              <a:gd name="csX11" fmla="*/ 23830 w 170168"/>
              <a:gd name="csY11" fmla="*/ 71552 h 153205"/>
              <a:gd name="csX12" fmla="*/ 20428 w 170168"/>
              <a:gd name="csY12" fmla="*/ 74954 h 153205"/>
              <a:gd name="csX13" fmla="*/ 20428 w 170168"/>
              <a:gd name="csY13" fmla="*/ 85161 h 153205"/>
              <a:gd name="csX14" fmla="*/ 10220 w 170168"/>
              <a:gd name="csY14" fmla="*/ 85161 h 153205"/>
              <a:gd name="csX15" fmla="*/ 6817 w 170168"/>
              <a:gd name="csY15" fmla="*/ 88563 h 153205"/>
              <a:gd name="csX16" fmla="*/ 6817 w 170168"/>
              <a:gd name="csY16" fmla="*/ 98770 h 153205"/>
              <a:gd name="csX17" fmla="*/ 10220 w 170168"/>
              <a:gd name="csY17" fmla="*/ 102172 h 153205"/>
              <a:gd name="csX18" fmla="*/ 159938 w 170168"/>
              <a:gd name="csY18" fmla="*/ 102172 h 153205"/>
              <a:gd name="csX19" fmla="*/ 163340 w 170168"/>
              <a:gd name="csY19" fmla="*/ 98770 h 153205"/>
              <a:gd name="csX20" fmla="*/ 163340 w 170168"/>
              <a:gd name="csY20" fmla="*/ 88563 h 153205"/>
              <a:gd name="csX21" fmla="*/ 159938 w 170168"/>
              <a:gd name="csY21" fmla="*/ 85161 h 153205"/>
              <a:gd name="csX22" fmla="*/ 146327 w 170168"/>
              <a:gd name="csY22" fmla="*/ 85161 h 153205"/>
              <a:gd name="csX23" fmla="*/ 146327 w 170168"/>
              <a:gd name="csY23" fmla="*/ 74954 h 153205"/>
              <a:gd name="csX24" fmla="*/ 142924 w 170168"/>
              <a:gd name="csY24" fmla="*/ 71552 h 153205"/>
              <a:gd name="csX25" fmla="*/ 108472 w 170168"/>
              <a:gd name="csY25" fmla="*/ 71552 h 153205"/>
              <a:gd name="csX26" fmla="*/ 98689 w 170168"/>
              <a:gd name="csY26" fmla="*/ 13187 h 153205"/>
              <a:gd name="csX27" fmla="*/ 95287 w 170168"/>
              <a:gd name="csY27" fmla="*/ 10312 h 153205"/>
              <a:gd name="csX28" fmla="*/ 88481 w 170168"/>
              <a:gd name="csY28" fmla="*/ 10312 h 153205"/>
              <a:gd name="csX29" fmla="*/ 88481 w 170168"/>
              <a:gd name="csY29" fmla="*/ 6910 h 153205"/>
              <a:gd name="csX30" fmla="*/ 91459 w 170168"/>
              <a:gd name="csY30" fmla="*/ 5226 h 153205"/>
              <a:gd name="csX31" fmla="*/ 91459 w 170168"/>
              <a:gd name="csY31" fmla="*/ 1807 h 153205"/>
              <a:gd name="csX32" fmla="*/ 88481 w 170168"/>
              <a:gd name="csY32" fmla="*/ 105 h 153205"/>
              <a:gd name="csX33" fmla="*/ 85708 w 170168"/>
              <a:gd name="csY33" fmla="*/ 105 h 153205"/>
              <a:gd name="csX34" fmla="*/ 84755 w 170168"/>
              <a:gd name="csY34" fmla="*/ 3 h 153205"/>
              <a:gd name="csX35" fmla="*/ 77848 w 170168"/>
              <a:gd name="csY35" fmla="*/ 17117 h 153205"/>
              <a:gd name="csX36" fmla="*/ 81676 w 170168"/>
              <a:gd name="csY36" fmla="*/ 17117 h 153205"/>
              <a:gd name="csX37" fmla="*/ 81676 w 170168"/>
              <a:gd name="csY37" fmla="*/ 71552 h 153205"/>
              <a:gd name="csX38" fmla="*/ 68694 w 170168"/>
              <a:gd name="csY38" fmla="*/ 71552 h 153205"/>
              <a:gd name="csX39" fmla="*/ 77848 w 170168"/>
              <a:gd name="csY39" fmla="*/ 17117 h 153205"/>
              <a:gd name="csX40" fmla="*/ 88481 w 170168"/>
              <a:gd name="csY40" fmla="*/ 17117 h 153205"/>
              <a:gd name="csX41" fmla="*/ 92309 w 170168"/>
              <a:gd name="csY41" fmla="*/ 17117 h 153205"/>
              <a:gd name="csX42" fmla="*/ 101445 w 170168"/>
              <a:gd name="csY42" fmla="*/ 71552 h 153205"/>
              <a:gd name="csX43" fmla="*/ 88481 w 170168"/>
              <a:gd name="csY43" fmla="*/ 71552 h 153205"/>
              <a:gd name="csX44" fmla="*/ 88481 w 170168"/>
              <a:gd name="csY44" fmla="*/ 17117 h 153205"/>
              <a:gd name="csX45" fmla="*/ 37441 w 170168"/>
              <a:gd name="csY45" fmla="*/ 105574 h 153205"/>
              <a:gd name="csX46" fmla="*/ 37441 w 170168"/>
              <a:gd name="csY46" fmla="*/ 123334 h 153205"/>
              <a:gd name="csX47" fmla="*/ 47428 w 170168"/>
              <a:gd name="csY47" fmla="*/ 125988 h 153205"/>
              <a:gd name="csX48" fmla="*/ 57857 w 170168"/>
              <a:gd name="csY48" fmla="*/ 123011 h 153205"/>
              <a:gd name="csX49" fmla="*/ 57857 w 170168"/>
              <a:gd name="csY49" fmla="*/ 105574 h 153205"/>
              <a:gd name="csX50" fmla="*/ 37441 w 170168"/>
              <a:gd name="csY50" fmla="*/ 105574 h 153205"/>
              <a:gd name="csX51" fmla="*/ 112300 w 170168"/>
              <a:gd name="csY51" fmla="*/ 105574 h 153205"/>
              <a:gd name="csX52" fmla="*/ 112300 w 170168"/>
              <a:gd name="csY52" fmla="*/ 123011 h 153205"/>
              <a:gd name="csX53" fmla="*/ 122712 w 170168"/>
              <a:gd name="csY53" fmla="*/ 125988 h 153205"/>
              <a:gd name="csX54" fmla="*/ 132716 w 170168"/>
              <a:gd name="csY54" fmla="*/ 123334 h 153205"/>
              <a:gd name="csX55" fmla="*/ 132716 w 170168"/>
              <a:gd name="csY55" fmla="*/ 105574 h 153205"/>
              <a:gd name="csX56" fmla="*/ 112300 w 170168"/>
              <a:gd name="csY56" fmla="*/ 105574 h 153205"/>
              <a:gd name="csX57" fmla="*/ 27964 w 170168"/>
              <a:gd name="csY57" fmla="*/ 125988 h 153205"/>
              <a:gd name="csX58" fmla="*/ 26263 w 170168"/>
              <a:gd name="csY58" fmla="*/ 126838 h 153205"/>
              <a:gd name="csX59" fmla="*/ 9675 w 170168"/>
              <a:gd name="csY59" fmla="*/ 132792 h 153205"/>
              <a:gd name="csX60" fmla="*/ 4043 w 170168"/>
              <a:gd name="csY60" fmla="*/ 132265 h 153205"/>
              <a:gd name="csX61" fmla="*/ 63 w 170168"/>
              <a:gd name="csY61" fmla="*/ 134986 h 153205"/>
              <a:gd name="csX62" fmla="*/ 2767 w 170168"/>
              <a:gd name="csY62" fmla="*/ 138967 h 153205"/>
              <a:gd name="csX63" fmla="*/ 9675 w 170168"/>
              <a:gd name="csY63" fmla="*/ 139597 h 153205"/>
              <a:gd name="csX64" fmla="*/ 28509 w 170168"/>
              <a:gd name="csY64" fmla="*/ 133217 h 153205"/>
              <a:gd name="csX65" fmla="*/ 47428 w 170168"/>
              <a:gd name="csY65" fmla="*/ 139597 h 153205"/>
              <a:gd name="csX66" fmla="*/ 66142 w 170168"/>
              <a:gd name="csY66" fmla="*/ 133217 h 153205"/>
              <a:gd name="csX67" fmla="*/ 85079 w 170168"/>
              <a:gd name="csY67" fmla="*/ 139597 h 153205"/>
              <a:gd name="csX68" fmla="*/ 103997 w 170168"/>
              <a:gd name="csY68" fmla="*/ 133217 h 153205"/>
              <a:gd name="csX69" fmla="*/ 122712 w 170168"/>
              <a:gd name="csY69" fmla="*/ 139597 h 153205"/>
              <a:gd name="csX70" fmla="*/ 141648 w 170168"/>
              <a:gd name="csY70" fmla="*/ 133217 h 153205"/>
              <a:gd name="csX71" fmla="*/ 160465 w 170168"/>
              <a:gd name="csY71" fmla="*/ 139597 h 153205"/>
              <a:gd name="csX72" fmla="*/ 168019 w 170168"/>
              <a:gd name="csY72" fmla="*/ 138219 h 153205"/>
              <a:gd name="csX73" fmla="*/ 169924 w 170168"/>
              <a:gd name="csY73" fmla="*/ 133762 h 153205"/>
              <a:gd name="csX74" fmla="*/ 165467 w 170168"/>
              <a:gd name="csY74" fmla="*/ 131839 h 153205"/>
              <a:gd name="csX75" fmla="*/ 160465 w 170168"/>
              <a:gd name="csY75" fmla="*/ 132792 h 153205"/>
              <a:gd name="csX76" fmla="*/ 143877 w 170168"/>
              <a:gd name="csY76" fmla="*/ 126838 h 153205"/>
              <a:gd name="csX77" fmla="*/ 139300 w 170168"/>
              <a:gd name="csY77" fmla="*/ 126838 h 153205"/>
              <a:gd name="csX78" fmla="*/ 122712 w 170168"/>
              <a:gd name="csY78" fmla="*/ 132792 h 153205"/>
              <a:gd name="csX79" fmla="*/ 106226 w 170168"/>
              <a:gd name="csY79" fmla="*/ 126838 h 153205"/>
              <a:gd name="csX80" fmla="*/ 101667 w 170168"/>
              <a:gd name="csY80" fmla="*/ 126838 h 153205"/>
              <a:gd name="csX81" fmla="*/ 85079 w 170168"/>
              <a:gd name="csY81" fmla="*/ 132792 h 153205"/>
              <a:gd name="csX82" fmla="*/ 68490 w 170168"/>
              <a:gd name="csY82" fmla="*/ 126838 h 153205"/>
              <a:gd name="csX83" fmla="*/ 63914 w 170168"/>
              <a:gd name="csY83" fmla="*/ 126838 h 153205"/>
              <a:gd name="csX84" fmla="*/ 47428 w 170168"/>
              <a:gd name="csY84" fmla="*/ 132792 h 153205"/>
              <a:gd name="csX85" fmla="*/ 30840 w 170168"/>
              <a:gd name="csY85" fmla="*/ 126838 h 153205"/>
              <a:gd name="csX86" fmla="*/ 27964 w 170168"/>
              <a:gd name="csY86" fmla="*/ 125988 h 153205"/>
              <a:gd name="csX87" fmla="*/ 27964 w 170168"/>
              <a:gd name="csY87" fmla="*/ 139597 h 153205"/>
              <a:gd name="csX88" fmla="*/ 26263 w 170168"/>
              <a:gd name="csY88" fmla="*/ 140447 h 153205"/>
              <a:gd name="csX89" fmla="*/ 9675 w 170168"/>
              <a:gd name="csY89" fmla="*/ 146401 h 153205"/>
              <a:gd name="csX90" fmla="*/ 4043 w 170168"/>
              <a:gd name="csY90" fmla="*/ 145874 h 153205"/>
              <a:gd name="csX91" fmla="*/ 63 w 170168"/>
              <a:gd name="csY91" fmla="*/ 148595 h 153205"/>
              <a:gd name="csX92" fmla="*/ 2767 w 170168"/>
              <a:gd name="csY92" fmla="*/ 152576 h 153205"/>
              <a:gd name="csX93" fmla="*/ 9675 w 170168"/>
              <a:gd name="csY93" fmla="*/ 153205 h 153205"/>
              <a:gd name="csX94" fmla="*/ 28509 w 170168"/>
              <a:gd name="csY94" fmla="*/ 146826 h 153205"/>
              <a:gd name="csX95" fmla="*/ 47428 w 170168"/>
              <a:gd name="csY95" fmla="*/ 153205 h 153205"/>
              <a:gd name="csX96" fmla="*/ 66142 w 170168"/>
              <a:gd name="csY96" fmla="*/ 146826 h 153205"/>
              <a:gd name="csX97" fmla="*/ 85079 w 170168"/>
              <a:gd name="csY97" fmla="*/ 153205 h 153205"/>
              <a:gd name="csX98" fmla="*/ 103997 w 170168"/>
              <a:gd name="csY98" fmla="*/ 146826 h 153205"/>
              <a:gd name="csX99" fmla="*/ 122712 w 170168"/>
              <a:gd name="csY99" fmla="*/ 153205 h 153205"/>
              <a:gd name="csX100" fmla="*/ 141648 w 170168"/>
              <a:gd name="csY100" fmla="*/ 146826 h 153205"/>
              <a:gd name="csX101" fmla="*/ 160465 w 170168"/>
              <a:gd name="csY101" fmla="*/ 153205 h 153205"/>
              <a:gd name="csX102" fmla="*/ 168019 w 170168"/>
              <a:gd name="csY102" fmla="*/ 151827 h 153205"/>
              <a:gd name="csX103" fmla="*/ 169924 w 170168"/>
              <a:gd name="csY103" fmla="*/ 147371 h 153205"/>
              <a:gd name="csX104" fmla="*/ 165467 w 170168"/>
              <a:gd name="csY104" fmla="*/ 145448 h 153205"/>
              <a:gd name="csX105" fmla="*/ 160465 w 170168"/>
              <a:gd name="csY105" fmla="*/ 146401 h 153205"/>
              <a:gd name="csX106" fmla="*/ 143877 w 170168"/>
              <a:gd name="csY106" fmla="*/ 140447 h 153205"/>
              <a:gd name="csX107" fmla="*/ 139300 w 170168"/>
              <a:gd name="csY107" fmla="*/ 140447 h 153205"/>
              <a:gd name="csX108" fmla="*/ 122712 w 170168"/>
              <a:gd name="csY108" fmla="*/ 146401 h 153205"/>
              <a:gd name="csX109" fmla="*/ 106226 w 170168"/>
              <a:gd name="csY109" fmla="*/ 140447 h 153205"/>
              <a:gd name="csX110" fmla="*/ 101667 w 170168"/>
              <a:gd name="csY110" fmla="*/ 140447 h 153205"/>
              <a:gd name="csX111" fmla="*/ 85079 w 170168"/>
              <a:gd name="csY111" fmla="*/ 146401 h 153205"/>
              <a:gd name="csX112" fmla="*/ 68490 w 170168"/>
              <a:gd name="csY112" fmla="*/ 140447 h 153205"/>
              <a:gd name="csX113" fmla="*/ 63914 w 170168"/>
              <a:gd name="csY113" fmla="*/ 140447 h 153205"/>
              <a:gd name="csX114" fmla="*/ 47428 w 170168"/>
              <a:gd name="csY114" fmla="*/ 146401 h 153205"/>
              <a:gd name="csX115" fmla="*/ 30840 w 170168"/>
              <a:gd name="csY115" fmla="*/ 140447 h 153205"/>
              <a:gd name="csX116" fmla="*/ 27964 w 170168"/>
              <a:gd name="csY116" fmla="*/ 139597 h 153205"/>
            </a:gdLst>
            <a:ahLst/>
            <a:cxnLst/>
            <a:rect l="l" t="t" r="r" b="b"/>
            <a:pathLst>
              <a:path w="100000" h="100000">
                <a:moveTo>
                  <a:pt x="49807" y="4986"/>
                </a:moveTo>
                <a:cubicBezTo>
                  <a:pt x="49717" y="5006"/>
                  <a:pt x="49637" y="5026"/>
                  <a:pt x="49557" y="5046"/>
                </a:cubicBezTo>
                <a:lnTo>
                  <a:pt x="47997" y="5046"/>
                </a:lnTo>
                <a:cubicBezTo>
                  <a:pt x="47927" y="5046"/>
                  <a:pt x="47867" y="5046"/>
                  <a:pt x="47807" y="5046"/>
                </a:cubicBezTo>
                <a:cubicBezTo>
                  <a:pt x="46707" y="5106"/>
                  <a:pt x="45848" y="6046"/>
                  <a:pt x="45898" y="7146"/>
                </a:cubicBezTo>
                <a:cubicBezTo>
                  <a:pt x="45958" y="8245"/>
                  <a:pt x="46887" y="9105"/>
                  <a:pt x="47997" y="9045"/>
                </a:cubicBezTo>
                <a:lnTo>
                  <a:pt x="47997" y="11044"/>
                </a:lnTo>
                <a:lnTo>
                  <a:pt x="43998" y="11044"/>
                </a:lnTo>
                <a:cubicBezTo>
                  <a:pt x="43928" y="11044"/>
                  <a:pt x="43868" y="11044"/>
                  <a:pt x="43808" y="11044"/>
                </a:cubicBezTo>
                <a:cubicBezTo>
                  <a:pt x="42888" y="11124"/>
                  <a:pt x="42138" y="11824"/>
                  <a:pt x="41998" y="12734"/>
                </a:cubicBezTo>
                <a:lnTo>
                  <a:pt x="36249" y="47032"/>
                </a:lnTo>
                <a:lnTo>
                  <a:pt x="14004" y="47032"/>
                </a:lnTo>
                <a:cubicBezTo>
                  <a:pt x="12894" y="47032"/>
                  <a:pt x="12005" y="47932"/>
                  <a:pt x="12005" y="49031"/>
                </a:cubicBezTo>
                <a:lnTo>
                  <a:pt x="12005" y="55029"/>
                </a:lnTo>
                <a:lnTo>
                  <a:pt x="6006" y="55029"/>
                </a:lnTo>
                <a:cubicBezTo>
                  <a:pt x="4896" y="55029"/>
                  <a:pt x="4006" y="55919"/>
                  <a:pt x="4006" y="57029"/>
                </a:cubicBezTo>
                <a:lnTo>
                  <a:pt x="4006" y="63027"/>
                </a:lnTo>
                <a:cubicBezTo>
                  <a:pt x="4006" y="64136"/>
                  <a:pt x="4896" y="65026"/>
                  <a:pt x="6006" y="65026"/>
                </a:cubicBezTo>
                <a:lnTo>
                  <a:pt x="93988" y="65026"/>
                </a:lnTo>
                <a:cubicBezTo>
                  <a:pt x="95088" y="65026"/>
                  <a:pt x="95987" y="64136"/>
                  <a:pt x="95987" y="63027"/>
                </a:cubicBezTo>
                <a:lnTo>
                  <a:pt x="95987" y="57029"/>
                </a:lnTo>
                <a:cubicBezTo>
                  <a:pt x="95987" y="55919"/>
                  <a:pt x="95088" y="55029"/>
                  <a:pt x="93988" y="55029"/>
                </a:cubicBezTo>
                <a:lnTo>
                  <a:pt x="85990" y="55029"/>
                </a:lnTo>
                <a:lnTo>
                  <a:pt x="85990" y="49031"/>
                </a:lnTo>
                <a:cubicBezTo>
                  <a:pt x="85990" y="47932"/>
                  <a:pt x="85090" y="47032"/>
                  <a:pt x="83990" y="47032"/>
                </a:cubicBezTo>
                <a:lnTo>
                  <a:pt x="63744" y="47032"/>
                </a:lnTo>
                <a:lnTo>
                  <a:pt x="57995" y="12734"/>
                </a:lnTo>
                <a:cubicBezTo>
                  <a:pt x="57835" y="11754"/>
                  <a:pt x="56985" y="11034"/>
                  <a:pt x="55996" y="11044"/>
                </a:cubicBezTo>
                <a:lnTo>
                  <a:pt x="51996" y="11044"/>
                </a:lnTo>
                <a:lnTo>
                  <a:pt x="51996" y="9045"/>
                </a:lnTo>
                <a:cubicBezTo>
                  <a:pt x="52706" y="9055"/>
                  <a:pt x="53386" y="8685"/>
                  <a:pt x="53746" y="8055"/>
                </a:cubicBezTo>
                <a:cubicBezTo>
                  <a:pt x="54106" y="7435"/>
                  <a:pt x="54106" y="6665"/>
                  <a:pt x="53746" y="6046"/>
                </a:cubicBezTo>
                <a:cubicBezTo>
                  <a:pt x="53386" y="5416"/>
                  <a:pt x="52706" y="5046"/>
                  <a:pt x="51996" y="5046"/>
                </a:cubicBezTo>
                <a:lnTo>
                  <a:pt x="50367" y="5046"/>
                </a:lnTo>
                <a:cubicBezTo>
                  <a:pt x="50187" y="5006"/>
                  <a:pt x="49997" y="4976"/>
                  <a:pt x="49807" y="4986"/>
                </a:cubicBezTo>
                <a:close/>
                <a:moveTo>
                  <a:pt x="45748" y="15043"/>
                </a:moveTo>
                <a:lnTo>
                  <a:pt x="47997" y="15043"/>
                </a:lnTo>
                <a:lnTo>
                  <a:pt x="47997" y="47032"/>
                </a:lnTo>
                <a:lnTo>
                  <a:pt x="40368" y="47032"/>
                </a:lnTo>
                <a:lnTo>
                  <a:pt x="45748" y="15043"/>
                </a:lnTo>
                <a:close/>
                <a:moveTo>
                  <a:pt x="51996" y="15043"/>
                </a:moveTo>
                <a:lnTo>
                  <a:pt x="54246" y="15043"/>
                </a:lnTo>
                <a:lnTo>
                  <a:pt x="59615" y="47032"/>
                </a:lnTo>
                <a:lnTo>
                  <a:pt x="51996" y="47032"/>
                </a:lnTo>
                <a:lnTo>
                  <a:pt x="51996" y="15043"/>
                </a:lnTo>
                <a:close/>
                <a:moveTo>
                  <a:pt x="22002" y="67025"/>
                </a:moveTo>
                <a:lnTo>
                  <a:pt x="22002" y="77462"/>
                </a:lnTo>
                <a:cubicBezTo>
                  <a:pt x="23782" y="78532"/>
                  <a:pt x="26161" y="79022"/>
                  <a:pt x="27871" y="79022"/>
                </a:cubicBezTo>
                <a:cubicBezTo>
                  <a:pt x="29681" y="79022"/>
                  <a:pt x="32181" y="78482"/>
                  <a:pt x="34000" y="77272"/>
                </a:cubicBezTo>
                <a:lnTo>
                  <a:pt x="34000" y="67025"/>
                </a:lnTo>
                <a:lnTo>
                  <a:pt x="22002" y="67025"/>
                </a:lnTo>
                <a:close/>
                <a:moveTo>
                  <a:pt x="65994" y="67025"/>
                </a:moveTo>
                <a:lnTo>
                  <a:pt x="65994" y="77272"/>
                </a:lnTo>
                <a:cubicBezTo>
                  <a:pt x="67814" y="78482"/>
                  <a:pt x="70303" y="79022"/>
                  <a:pt x="72112" y="79022"/>
                </a:cubicBezTo>
                <a:cubicBezTo>
                  <a:pt x="73822" y="79022"/>
                  <a:pt x="76202" y="78522"/>
                  <a:pt x="77991" y="77462"/>
                </a:cubicBezTo>
                <a:lnTo>
                  <a:pt x="77991" y="67025"/>
                </a:lnTo>
                <a:lnTo>
                  <a:pt x="65994" y="67025"/>
                </a:lnTo>
                <a:close/>
                <a:moveTo>
                  <a:pt x="16433" y="79022"/>
                </a:moveTo>
                <a:cubicBezTo>
                  <a:pt x="16064" y="79092"/>
                  <a:pt x="15713" y="79271"/>
                  <a:pt x="15434" y="79521"/>
                </a:cubicBezTo>
                <a:cubicBezTo>
                  <a:pt x="12714" y="82040"/>
                  <a:pt x="8335" y="83020"/>
                  <a:pt x="5686" y="83020"/>
                </a:cubicBezTo>
                <a:cubicBezTo>
                  <a:pt x="4446" y="83020"/>
                  <a:pt x="3406" y="82900"/>
                  <a:pt x="2376" y="82710"/>
                </a:cubicBezTo>
                <a:cubicBezTo>
                  <a:pt x="1286" y="82500"/>
                  <a:pt x="247" y="83220"/>
                  <a:pt x="37" y="84309"/>
                </a:cubicBezTo>
                <a:cubicBezTo>
                  <a:pt x="-173" y="85389"/>
                  <a:pt x="537" y="86439"/>
                  <a:pt x="1626" y="86649"/>
                </a:cubicBezTo>
                <a:cubicBezTo>
                  <a:pt x="2816" y="86859"/>
                  <a:pt x="4166" y="87019"/>
                  <a:pt x="5686" y="87019"/>
                </a:cubicBezTo>
                <a:cubicBezTo>
                  <a:pt x="8815" y="87019"/>
                  <a:pt x="13124" y="85949"/>
                  <a:pt x="16753" y="83270"/>
                </a:cubicBezTo>
                <a:cubicBezTo>
                  <a:pt x="20383" y="85979"/>
                  <a:pt x="24742" y="87019"/>
                  <a:pt x="27871" y="87019"/>
                </a:cubicBezTo>
                <a:cubicBezTo>
                  <a:pt x="31001" y="87019"/>
                  <a:pt x="35250" y="85949"/>
                  <a:pt x="38869" y="83270"/>
                </a:cubicBezTo>
                <a:cubicBezTo>
                  <a:pt x="42498" y="85969"/>
                  <a:pt x="46858" y="87019"/>
                  <a:pt x="49997" y="87019"/>
                </a:cubicBezTo>
                <a:cubicBezTo>
                  <a:pt x="53126" y="87019"/>
                  <a:pt x="57486" y="85969"/>
                  <a:pt x="61114" y="83270"/>
                </a:cubicBezTo>
                <a:cubicBezTo>
                  <a:pt x="64744" y="85949"/>
                  <a:pt x="68993" y="87019"/>
                  <a:pt x="72112" y="87019"/>
                </a:cubicBezTo>
                <a:cubicBezTo>
                  <a:pt x="75242" y="87019"/>
                  <a:pt x="79601" y="85979"/>
                  <a:pt x="83240" y="83270"/>
                </a:cubicBezTo>
                <a:cubicBezTo>
                  <a:pt x="86859" y="85949"/>
                  <a:pt x="91169" y="87019"/>
                  <a:pt x="94298" y="87019"/>
                </a:cubicBezTo>
                <a:cubicBezTo>
                  <a:pt x="96057" y="87019"/>
                  <a:pt x="97527" y="86699"/>
                  <a:pt x="98737" y="86209"/>
                </a:cubicBezTo>
                <a:cubicBezTo>
                  <a:pt x="99767" y="85799"/>
                  <a:pt x="100267" y="84630"/>
                  <a:pt x="99857" y="83590"/>
                </a:cubicBezTo>
                <a:cubicBezTo>
                  <a:pt x="99447" y="82550"/>
                  <a:pt x="98267" y="82050"/>
                  <a:pt x="97237" y="82460"/>
                </a:cubicBezTo>
                <a:cubicBezTo>
                  <a:pt x="96468" y="82770"/>
                  <a:pt x="95558" y="83020"/>
                  <a:pt x="94298" y="83020"/>
                </a:cubicBezTo>
                <a:cubicBezTo>
                  <a:pt x="91648" y="83020"/>
                  <a:pt x="87270" y="82040"/>
                  <a:pt x="84550" y="79521"/>
                </a:cubicBezTo>
                <a:cubicBezTo>
                  <a:pt x="83780" y="78831"/>
                  <a:pt x="82630" y="78831"/>
                  <a:pt x="81860" y="79521"/>
                </a:cubicBezTo>
                <a:cubicBezTo>
                  <a:pt x="79131" y="82040"/>
                  <a:pt x="74762" y="83020"/>
                  <a:pt x="72112" y="83020"/>
                </a:cubicBezTo>
                <a:cubicBezTo>
                  <a:pt x="69463" y="83020"/>
                  <a:pt x="65154" y="82040"/>
                  <a:pt x="62424" y="79521"/>
                </a:cubicBezTo>
                <a:cubicBezTo>
                  <a:pt x="61664" y="78831"/>
                  <a:pt x="60505" y="78831"/>
                  <a:pt x="59745" y="79521"/>
                </a:cubicBezTo>
                <a:cubicBezTo>
                  <a:pt x="57015" y="82040"/>
                  <a:pt x="52636" y="83020"/>
                  <a:pt x="49997" y="83020"/>
                </a:cubicBezTo>
                <a:cubicBezTo>
                  <a:pt x="47347" y="83020"/>
                  <a:pt x="42968" y="82040"/>
                  <a:pt x="40248" y="79521"/>
                </a:cubicBezTo>
                <a:cubicBezTo>
                  <a:pt x="39479" y="78831"/>
                  <a:pt x="38319" y="78831"/>
                  <a:pt x="37559" y="79521"/>
                </a:cubicBezTo>
                <a:cubicBezTo>
                  <a:pt x="34830" y="82040"/>
                  <a:pt x="30520" y="83020"/>
                  <a:pt x="27871" y="83020"/>
                </a:cubicBezTo>
                <a:cubicBezTo>
                  <a:pt x="25222" y="83020"/>
                  <a:pt x="20853" y="82040"/>
                  <a:pt x="18123" y="79521"/>
                </a:cubicBezTo>
                <a:cubicBezTo>
                  <a:pt x="17673" y="79102"/>
                  <a:pt x="17043" y="78921"/>
                  <a:pt x="16433" y="79022"/>
                </a:cubicBezTo>
                <a:close/>
                <a:moveTo>
                  <a:pt x="16433" y="87019"/>
                </a:moveTo>
                <a:cubicBezTo>
                  <a:pt x="16064" y="87089"/>
                  <a:pt x="15713" y="87269"/>
                  <a:pt x="15434" y="87519"/>
                </a:cubicBezTo>
                <a:cubicBezTo>
                  <a:pt x="12714" y="90038"/>
                  <a:pt x="8335" y="91017"/>
                  <a:pt x="5686" y="91017"/>
                </a:cubicBezTo>
                <a:cubicBezTo>
                  <a:pt x="4446" y="91017"/>
                  <a:pt x="3406" y="90898"/>
                  <a:pt x="2376" y="90708"/>
                </a:cubicBezTo>
                <a:cubicBezTo>
                  <a:pt x="1286" y="90497"/>
                  <a:pt x="247" y="91217"/>
                  <a:pt x="37" y="92307"/>
                </a:cubicBezTo>
                <a:cubicBezTo>
                  <a:pt x="-173" y="93387"/>
                  <a:pt x="537" y="94436"/>
                  <a:pt x="1626" y="94646"/>
                </a:cubicBezTo>
                <a:cubicBezTo>
                  <a:pt x="2816" y="94856"/>
                  <a:pt x="4166" y="95016"/>
                  <a:pt x="5686" y="95016"/>
                </a:cubicBezTo>
                <a:cubicBezTo>
                  <a:pt x="8815" y="95016"/>
                  <a:pt x="13124" y="93946"/>
                  <a:pt x="16753" y="91267"/>
                </a:cubicBezTo>
                <a:cubicBezTo>
                  <a:pt x="20383" y="93976"/>
                  <a:pt x="24742" y="95016"/>
                  <a:pt x="27871" y="95016"/>
                </a:cubicBezTo>
                <a:cubicBezTo>
                  <a:pt x="31001" y="95016"/>
                  <a:pt x="35250" y="93946"/>
                  <a:pt x="38869" y="91267"/>
                </a:cubicBezTo>
                <a:cubicBezTo>
                  <a:pt x="42498" y="93966"/>
                  <a:pt x="46858" y="95016"/>
                  <a:pt x="49997" y="95016"/>
                </a:cubicBezTo>
                <a:cubicBezTo>
                  <a:pt x="53126" y="95016"/>
                  <a:pt x="57486" y="93966"/>
                  <a:pt x="61114" y="91267"/>
                </a:cubicBezTo>
                <a:cubicBezTo>
                  <a:pt x="64744" y="93946"/>
                  <a:pt x="68993" y="95016"/>
                  <a:pt x="72112" y="95016"/>
                </a:cubicBezTo>
                <a:cubicBezTo>
                  <a:pt x="75242" y="95016"/>
                  <a:pt x="79601" y="93976"/>
                  <a:pt x="83240" y="91267"/>
                </a:cubicBezTo>
                <a:cubicBezTo>
                  <a:pt x="86859" y="93946"/>
                  <a:pt x="91169" y="95016"/>
                  <a:pt x="94298" y="95016"/>
                </a:cubicBezTo>
                <a:cubicBezTo>
                  <a:pt x="96057" y="95016"/>
                  <a:pt x="97527" y="94696"/>
                  <a:pt x="98737" y="94206"/>
                </a:cubicBezTo>
                <a:cubicBezTo>
                  <a:pt x="99767" y="93796"/>
                  <a:pt x="100267" y="92627"/>
                  <a:pt x="99857" y="91587"/>
                </a:cubicBezTo>
                <a:cubicBezTo>
                  <a:pt x="99447" y="90547"/>
                  <a:pt x="98267" y="90048"/>
                  <a:pt x="97237" y="90457"/>
                </a:cubicBezTo>
                <a:cubicBezTo>
                  <a:pt x="96468" y="90768"/>
                  <a:pt x="95558" y="91017"/>
                  <a:pt x="94298" y="91017"/>
                </a:cubicBezTo>
                <a:cubicBezTo>
                  <a:pt x="91648" y="91017"/>
                  <a:pt x="87270" y="90038"/>
                  <a:pt x="84550" y="87519"/>
                </a:cubicBezTo>
                <a:cubicBezTo>
                  <a:pt x="83780" y="86829"/>
                  <a:pt x="82630" y="86829"/>
                  <a:pt x="81860" y="87519"/>
                </a:cubicBezTo>
                <a:cubicBezTo>
                  <a:pt x="79131" y="90038"/>
                  <a:pt x="74762" y="91017"/>
                  <a:pt x="72112" y="91017"/>
                </a:cubicBezTo>
                <a:cubicBezTo>
                  <a:pt x="69463" y="91017"/>
                  <a:pt x="65154" y="90038"/>
                  <a:pt x="62424" y="87519"/>
                </a:cubicBezTo>
                <a:cubicBezTo>
                  <a:pt x="61664" y="86829"/>
                  <a:pt x="60505" y="86829"/>
                  <a:pt x="59745" y="87519"/>
                </a:cubicBezTo>
                <a:cubicBezTo>
                  <a:pt x="57015" y="90038"/>
                  <a:pt x="52636" y="91017"/>
                  <a:pt x="49997" y="91017"/>
                </a:cubicBezTo>
                <a:cubicBezTo>
                  <a:pt x="47347" y="91017"/>
                  <a:pt x="42968" y="90038"/>
                  <a:pt x="40248" y="87519"/>
                </a:cubicBezTo>
                <a:cubicBezTo>
                  <a:pt x="39479" y="86829"/>
                  <a:pt x="38319" y="86829"/>
                  <a:pt x="37559" y="87519"/>
                </a:cubicBezTo>
                <a:cubicBezTo>
                  <a:pt x="34830" y="90038"/>
                  <a:pt x="30520" y="91017"/>
                  <a:pt x="27871" y="91017"/>
                </a:cubicBezTo>
                <a:cubicBezTo>
                  <a:pt x="25222" y="91017"/>
                  <a:pt x="20853" y="90038"/>
                  <a:pt x="18123" y="87519"/>
                </a:cubicBezTo>
                <a:cubicBezTo>
                  <a:pt x="17673" y="87099"/>
                  <a:pt x="17043" y="86919"/>
                  <a:pt x="16433" y="8701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2" name="Белый — SVG 21">
            <a:extLst>
              <a:ext uri="{FF2B5EF4-FFF2-40B4-BE49-F238E27FC236}">
                <a16:creationId xmlns:a16="http://schemas.microsoft.com/office/drawing/2014/main" id="{9FB8A869-959A-1F4D-8F77-2D943C7A6015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5392 w 120663"/>
              <a:gd name="csY0" fmla="*/ 1 h 134678"/>
              <a:gd name="csX1" fmla="*/ 3335 w 120663"/>
              <a:gd name="csY1" fmla="*/ 393 h 134678"/>
              <a:gd name="csX2" fmla="*/ 1584 w 120663"/>
              <a:gd name="csY2" fmla="*/ 1532 h 134678"/>
              <a:gd name="csX3" fmla="*/ 412 w 120663"/>
              <a:gd name="csY3" fmla="*/ 3268 h 134678"/>
              <a:gd name="csX4" fmla="*/ 0 w 120663"/>
              <a:gd name="csY4" fmla="*/ 5326 h 134678"/>
              <a:gd name="csX5" fmla="*/ 412 w 120663"/>
              <a:gd name="csY5" fmla="*/ 7367 h 134678"/>
              <a:gd name="csX6" fmla="*/ 1584 w 120663"/>
              <a:gd name="csY6" fmla="*/ 9102 h 134678"/>
              <a:gd name="csX7" fmla="*/ 3335 w 120663"/>
              <a:gd name="csY7" fmla="*/ 10259 h 134678"/>
              <a:gd name="csX8" fmla="*/ 5392 w 120663"/>
              <a:gd name="csY8" fmla="*/ 10633 h 134678"/>
              <a:gd name="csX9" fmla="*/ 10709 w 120663"/>
              <a:gd name="csY9" fmla="*/ 10633 h 134678"/>
              <a:gd name="csX10" fmla="*/ 10709 w 120663"/>
              <a:gd name="csY10" fmla="*/ 81638 h 134678"/>
              <a:gd name="csX11" fmla="*/ 76 w 120663"/>
              <a:gd name="csY11" fmla="*/ 93920 h 134678"/>
              <a:gd name="csX12" fmla="*/ 76 w 120663"/>
              <a:gd name="csY12" fmla="*/ 129354 h 134678"/>
              <a:gd name="csX13" fmla="*/ 5392 w 120663"/>
              <a:gd name="csY13" fmla="*/ 134678 h 134678"/>
              <a:gd name="csX14" fmla="*/ 44382 w 120663"/>
              <a:gd name="csY14" fmla="*/ 134678 h 134678"/>
              <a:gd name="csX15" fmla="*/ 49698 w 120663"/>
              <a:gd name="csY15" fmla="*/ 129354 h 134678"/>
              <a:gd name="csX16" fmla="*/ 49698 w 120663"/>
              <a:gd name="csY16" fmla="*/ 106321 h 134678"/>
              <a:gd name="csX17" fmla="*/ 53243 w 120663"/>
              <a:gd name="csY17" fmla="*/ 102783 h 134678"/>
              <a:gd name="csX18" fmla="*/ 67420 w 120663"/>
              <a:gd name="csY18" fmla="*/ 102783 h 134678"/>
              <a:gd name="csX19" fmla="*/ 70965 w 120663"/>
              <a:gd name="csY19" fmla="*/ 106321 h 134678"/>
              <a:gd name="csX20" fmla="*/ 70965 w 120663"/>
              <a:gd name="csY20" fmla="*/ 129354 h 134678"/>
              <a:gd name="csX21" fmla="*/ 76282 w 120663"/>
              <a:gd name="csY21" fmla="*/ 134678 h 134678"/>
              <a:gd name="csX22" fmla="*/ 115271 w 120663"/>
              <a:gd name="csY22" fmla="*/ 134678 h 134678"/>
              <a:gd name="csX23" fmla="*/ 120587 w 120663"/>
              <a:gd name="csY23" fmla="*/ 129354 h 134678"/>
              <a:gd name="csX24" fmla="*/ 120587 w 120663"/>
              <a:gd name="csY24" fmla="*/ 93920 h 134678"/>
              <a:gd name="csX25" fmla="*/ 109954 w 120663"/>
              <a:gd name="csY25" fmla="*/ 81638 h 134678"/>
              <a:gd name="csX26" fmla="*/ 109954 w 120663"/>
              <a:gd name="csY26" fmla="*/ 10633 h 134678"/>
              <a:gd name="csX27" fmla="*/ 115271 w 120663"/>
              <a:gd name="csY27" fmla="*/ 10633 h 134678"/>
              <a:gd name="csX28" fmla="*/ 117328 w 120663"/>
              <a:gd name="csY28" fmla="*/ 10259 h 134678"/>
              <a:gd name="csX29" fmla="*/ 119079 w 120663"/>
              <a:gd name="csY29" fmla="*/ 9102 h 134678"/>
              <a:gd name="csX30" fmla="*/ 120251 w 120663"/>
              <a:gd name="csY30" fmla="*/ 7367 h 134678"/>
              <a:gd name="csX31" fmla="*/ 120663 w 120663"/>
              <a:gd name="csY31" fmla="*/ 5326 h 134678"/>
              <a:gd name="csX32" fmla="*/ 120251 w 120663"/>
              <a:gd name="csY32" fmla="*/ 3268 h 134678"/>
              <a:gd name="csX33" fmla="*/ 119079 w 120663"/>
              <a:gd name="csY33" fmla="*/ 1532 h 134678"/>
              <a:gd name="csX34" fmla="*/ 117328 w 120663"/>
              <a:gd name="csY34" fmla="*/ 393 h 134678"/>
              <a:gd name="csX35" fmla="*/ 115271 w 120663"/>
              <a:gd name="csY35" fmla="*/ 1 h 134678"/>
              <a:gd name="csX36" fmla="*/ 5392 w 120663"/>
              <a:gd name="csY36" fmla="*/ 1 h 134678"/>
              <a:gd name="csX37" fmla="*/ 31976 w 120663"/>
              <a:gd name="csY37" fmla="*/ 24804 h 134678"/>
              <a:gd name="csX38" fmla="*/ 39065 w 120663"/>
              <a:gd name="csY38" fmla="*/ 24804 h 134678"/>
              <a:gd name="csX39" fmla="*/ 42609 w 120663"/>
              <a:gd name="csY39" fmla="*/ 28359 h 134678"/>
              <a:gd name="csX40" fmla="*/ 42609 w 120663"/>
              <a:gd name="csY40" fmla="*/ 35435 h 134678"/>
              <a:gd name="csX41" fmla="*/ 39065 w 120663"/>
              <a:gd name="csY41" fmla="*/ 38991 h 134678"/>
              <a:gd name="csX42" fmla="*/ 31976 w 120663"/>
              <a:gd name="csY42" fmla="*/ 38991 h 134678"/>
              <a:gd name="csX43" fmla="*/ 28431 w 120663"/>
              <a:gd name="csY43" fmla="*/ 35435 h 134678"/>
              <a:gd name="csX44" fmla="*/ 28431 w 120663"/>
              <a:gd name="csY44" fmla="*/ 28359 h 134678"/>
              <a:gd name="csX45" fmla="*/ 31976 w 120663"/>
              <a:gd name="csY45" fmla="*/ 24804 h 134678"/>
              <a:gd name="csX46" fmla="*/ 56787 w 120663"/>
              <a:gd name="csY46" fmla="*/ 24804 h 134678"/>
              <a:gd name="csX47" fmla="*/ 63876 w 120663"/>
              <a:gd name="csY47" fmla="*/ 24804 h 134678"/>
              <a:gd name="csX48" fmla="*/ 67420 w 120663"/>
              <a:gd name="csY48" fmla="*/ 28359 h 134678"/>
              <a:gd name="csX49" fmla="*/ 67420 w 120663"/>
              <a:gd name="csY49" fmla="*/ 35435 h 134678"/>
              <a:gd name="csX50" fmla="*/ 63876 w 120663"/>
              <a:gd name="csY50" fmla="*/ 38991 h 134678"/>
              <a:gd name="csX51" fmla="*/ 56787 w 120663"/>
              <a:gd name="csY51" fmla="*/ 38991 h 134678"/>
              <a:gd name="csX52" fmla="*/ 53243 w 120663"/>
              <a:gd name="csY52" fmla="*/ 35435 h 134678"/>
              <a:gd name="csX53" fmla="*/ 53243 w 120663"/>
              <a:gd name="csY53" fmla="*/ 28359 h 134678"/>
              <a:gd name="csX54" fmla="*/ 56787 w 120663"/>
              <a:gd name="csY54" fmla="*/ 24804 h 134678"/>
              <a:gd name="csX55" fmla="*/ 81598 w 120663"/>
              <a:gd name="csY55" fmla="*/ 24804 h 134678"/>
              <a:gd name="csX56" fmla="*/ 88687 w 120663"/>
              <a:gd name="csY56" fmla="*/ 24804 h 134678"/>
              <a:gd name="csX57" fmla="*/ 92232 w 120663"/>
              <a:gd name="csY57" fmla="*/ 28359 h 134678"/>
              <a:gd name="csX58" fmla="*/ 92232 w 120663"/>
              <a:gd name="csY58" fmla="*/ 35435 h 134678"/>
              <a:gd name="csX59" fmla="*/ 88687 w 120663"/>
              <a:gd name="csY59" fmla="*/ 38991 h 134678"/>
              <a:gd name="csX60" fmla="*/ 81598 w 120663"/>
              <a:gd name="csY60" fmla="*/ 38991 h 134678"/>
              <a:gd name="csX61" fmla="*/ 78054 w 120663"/>
              <a:gd name="csY61" fmla="*/ 35435 h 134678"/>
              <a:gd name="csX62" fmla="*/ 78054 w 120663"/>
              <a:gd name="csY62" fmla="*/ 28359 h 134678"/>
              <a:gd name="csX63" fmla="*/ 81598 w 120663"/>
              <a:gd name="csY63" fmla="*/ 24804 h 134678"/>
              <a:gd name="csX64" fmla="*/ 31976 w 120663"/>
              <a:gd name="csY64" fmla="*/ 49623 h 134678"/>
              <a:gd name="csX65" fmla="*/ 39065 w 120663"/>
              <a:gd name="csY65" fmla="*/ 49623 h 134678"/>
              <a:gd name="csX66" fmla="*/ 42609 w 120663"/>
              <a:gd name="csY66" fmla="*/ 53161 h 134678"/>
              <a:gd name="csX67" fmla="*/ 42609 w 120663"/>
              <a:gd name="csY67" fmla="*/ 60255 h 134678"/>
              <a:gd name="csX68" fmla="*/ 39065 w 120663"/>
              <a:gd name="csY68" fmla="*/ 63793 h 134678"/>
              <a:gd name="csX69" fmla="*/ 31976 w 120663"/>
              <a:gd name="csY69" fmla="*/ 63793 h 134678"/>
              <a:gd name="csX70" fmla="*/ 28431 w 120663"/>
              <a:gd name="csY70" fmla="*/ 60255 h 134678"/>
              <a:gd name="csX71" fmla="*/ 28431 w 120663"/>
              <a:gd name="csY71" fmla="*/ 53161 h 134678"/>
              <a:gd name="csX72" fmla="*/ 31976 w 120663"/>
              <a:gd name="csY72" fmla="*/ 49623 h 134678"/>
              <a:gd name="csX73" fmla="*/ 56787 w 120663"/>
              <a:gd name="csY73" fmla="*/ 49623 h 134678"/>
              <a:gd name="csX74" fmla="*/ 63876 w 120663"/>
              <a:gd name="csY74" fmla="*/ 49623 h 134678"/>
              <a:gd name="csX75" fmla="*/ 67420 w 120663"/>
              <a:gd name="csY75" fmla="*/ 53161 h 134678"/>
              <a:gd name="csX76" fmla="*/ 67420 w 120663"/>
              <a:gd name="csY76" fmla="*/ 60255 h 134678"/>
              <a:gd name="csX77" fmla="*/ 63876 w 120663"/>
              <a:gd name="csY77" fmla="*/ 63793 h 134678"/>
              <a:gd name="csX78" fmla="*/ 56787 w 120663"/>
              <a:gd name="csY78" fmla="*/ 63793 h 134678"/>
              <a:gd name="csX79" fmla="*/ 53243 w 120663"/>
              <a:gd name="csY79" fmla="*/ 60255 h 134678"/>
              <a:gd name="csX80" fmla="*/ 53243 w 120663"/>
              <a:gd name="csY80" fmla="*/ 53161 h 134678"/>
              <a:gd name="csX81" fmla="*/ 56787 w 120663"/>
              <a:gd name="csY81" fmla="*/ 49623 h 134678"/>
              <a:gd name="csX82" fmla="*/ 81598 w 120663"/>
              <a:gd name="csY82" fmla="*/ 49623 h 134678"/>
              <a:gd name="csX83" fmla="*/ 88687 w 120663"/>
              <a:gd name="csY83" fmla="*/ 49623 h 134678"/>
              <a:gd name="csX84" fmla="*/ 92232 w 120663"/>
              <a:gd name="csY84" fmla="*/ 53161 h 134678"/>
              <a:gd name="csX85" fmla="*/ 92232 w 120663"/>
              <a:gd name="csY85" fmla="*/ 60255 h 134678"/>
              <a:gd name="csX86" fmla="*/ 88687 w 120663"/>
              <a:gd name="csY86" fmla="*/ 63793 h 134678"/>
              <a:gd name="csX87" fmla="*/ 81598 w 120663"/>
              <a:gd name="csY87" fmla="*/ 63793 h 134678"/>
              <a:gd name="csX88" fmla="*/ 78054 w 120663"/>
              <a:gd name="csY88" fmla="*/ 60255 h 134678"/>
              <a:gd name="csX89" fmla="*/ 78054 w 120663"/>
              <a:gd name="csY89" fmla="*/ 53161 h 134678"/>
              <a:gd name="csX90" fmla="*/ 81598 w 120663"/>
              <a:gd name="csY90" fmla="*/ 49623 h 134678"/>
              <a:gd name="csX91" fmla="*/ 31976 w 120663"/>
              <a:gd name="csY91" fmla="*/ 74425 h 134678"/>
              <a:gd name="csX92" fmla="*/ 39065 w 120663"/>
              <a:gd name="csY92" fmla="*/ 74425 h 134678"/>
              <a:gd name="csX93" fmla="*/ 42609 w 120663"/>
              <a:gd name="csY93" fmla="*/ 77963 h 134678"/>
              <a:gd name="csX94" fmla="*/ 42609 w 120663"/>
              <a:gd name="csY94" fmla="*/ 85057 h 134678"/>
              <a:gd name="csX95" fmla="*/ 39065 w 120663"/>
              <a:gd name="csY95" fmla="*/ 88595 h 134678"/>
              <a:gd name="csX96" fmla="*/ 31976 w 120663"/>
              <a:gd name="csY96" fmla="*/ 88595 h 134678"/>
              <a:gd name="csX97" fmla="*/ 28431 w 120663"/>
              <a:gd name="csY97" fmla="*/ 85057 h 134678"/>
              <a:gd name="csX98" fmla="*/ 28431 w 120663"/>
              <a:gd name="csY98" fmla="*/ 77963 h 134678"/>
              <a:gd name="csX99" fmla="*/ 31976 w 120663"/>
              <a:gd name="csY99" fmla="*/ 74425 h 134678"/>
              <a:gd name="csX100" fmla="*/ 56787 w 120663"/>
              <a:gd name="csY100" fmla="*/ 74425 h 134678"/>
              <a:gd name="csX101" fmla="*/ 63876 w 120663"/>
              <a:gd name="csY101" fmla="*/ 74425 h 134678"/>
              <a:gd name="csX102" fmla="*/ 67420 w 120663"/>
              <a:gd name="csY102" fmla="*/ 77963 h 134678"/>
              <a:gd name="csX103" fmla="*/ 67420 w 120663"/>
              <a:gd name="csY103" fmla="*/ 85057 h 134678"/>
              <a:gd name="csX104" fmla="*/ 63876 w 120663"/>
              <a:gd name="csY104" fmla="*/ 88595 h 134678"/>
              <a:gd name="csX105" fmla="*/ 56787 w 120663"/>
              <a:gd name="csY105" fmla="*/ 88595 h 134678"/>
              <a:gd name="csX106" fmla="*/ 53243 w 120663"/>
              <a:gd name="csY106" fmla="*/ 85057 h 134678"/>
              <a:gd name="csX107" fmla="*/ 53243 w 120663"/>
              <a:gd name="csY107" fmla="*/ 77963 h 134678"/>
              <a:gd name="csX108" fmla="*/ 56787 w 120663"/>
              <a:gd name="csY108" fmla="*/ 74425 h 134678"/>
              <a:gd name="csX109" fmla="*/ 81598 w 120663"/>
              <a:gd name="csY109" fmla="*/ 74425 h 134678"/>
              <a:gd name="csX110" fmla="*/ 88687 w 120663"/>
              <a:gd name="csY110" fmla="*/ 74425 h 134678"/>
              <a:gd name="csX111" fmla="*/ 92232 w 120663"/>
              <a:gd name="csY111" fmla="*/ 77963 h 134678"/>
              <a:gd name="csX112" fmla="*/ 92232 w 120663"/>
              <a:gd name="csY112" fmla="*/ 85057 h 134678"/>
              <a:gd name="csX113" fmla="*/ 88687 w 120663"/>
              <a:gd name="csY113" fmla="*/ 88595 h 134678"/>
              <a:gd name="csX114" fmla="*/ 81598 w 120663"/>
              <a:gd name="csY114" fmla="*/ 88595 h 134678"/>
              <a:gd name="csX115" fmla="*/ 78054 w 120663"/>
              <a:gd name="csY115" fmla="*/ 85057 h 134678"/>
              <a:gd name="csX116" fmla="*/ 78054 w 120663"/>
              <a:gd name="csY116" fmla="*/ 77963 h 134678"/>
              <a:gd name="csX117" fmla="*/ 81598 w 120663"/>
              <a:gd name="csY117" fmla="*/ 74425 h 134678"/>
              <a:gd name="csX118" fmla="*/ 21342 w 120663"/>
              <a:gd name="csY118" fmla="*/ 102783 h 134678"/>
              <a:gd name="csX119" fmla="*/ 28431 w 120663"/>
              <a:gd name="csY119" fmla="*/ 102783 h 134678"/>
              <a:gd name="csX120" fmla="*/ 31976 w 120663"/>
              <a:gd name="csY120" fmla="*/ 106321 h 134678"/>
              <a:gd name="csX121" fmla="*/ 31976 w 120663"/>
              <a:gd name="csY121" fmla="*/ 113415 h 134678"/>
              <a:gd name="csX122" fmla="*/ 28431 w 120663"/>
              <a:gd name="csY122" fmla="*/ 116953 h 134678"/>
              <a:gd name="csX123" fmla="*/ 21342 w 120663"/>
              <a:gd name="csY123" fmla="*/ 116953 h 134678"/>
              <a:gd name="csX124" fmla="*/ 17798 w 120663"/>
              <a:gd name="csY124" fmla="*/ 113415 h 134678"/>
              <a:gd name="csX125" fmla="*/ 17798 w 120663"/>
              <a:gd name="csY125" fmla="*/ 106321 h 134678"/>
              <a:gd name="csX126" fmla="*/ 21342 w 120663"/>
              <a:gd name="csY126" fmla="*/ 102783 h 134678"/>
              <a:gd name="csX127" fmla="*/ 92232 w 120663"/>
              <a:gd name="csY127" fmla="*/ 102783 h 134678"/>
              <a:gd name="csX128" fmla="*/ 99321 w 120663"/>
              <a:gd name="csY128" fmla="*/ 102783 h 134678"/>
              <a:gd name="csX129" fmla="*/ 102865 w 120663"/>
              <a:gd name="csY129" fmla="*/ 106321 h 134678"/>
              <a:gd name="csX130" fmla="*/ 102865 w 120663"/>
              <a:gd name="csY130" fmla="*/ 113415 h 134678"/>
              <a:gd name="csX131" fmla="*/ 99321 w 120663"/>
              <a:gd name="csY131" fmla="*/ 116953 h 134678"/>
              <a:gd name="csX132" fmla="*/ 92232 w 120663"/>
              <a:gd name="csY132" fmla="*/ 116953 h 134678"/>
              <a:gd name="csX133" fmla="*/ 88687 w 120663"/>
              <a:gd name="csY133" fmla="*/ 113415 h 134678"/>
              <a:gd name="csX134" fmla="*/ 88687 w 120663"/>
              <a:gd name="csY134" fmla="*/ 106321 h 134678"/>
              <a:gd name="csX135" fmla="*/ 92232 w 120663"/>
              <a:gd name="csY135" fmla="*/ 102783 h 134678"/>
            </a:gdLst>
            <a:ahLst/>
            <a:cxnLst/>
            <a:rect l="l" t="t" r="r" b="b"/>
            <a:pathLst>
              <a:path w="100000" h="100000">
                <a:moveTo>
                  <a:pt x="9207" y="1"/>
                </a:moveTo>
                <a:cubicBezTo>
                  <a:pt x="8684" y="-12"/>
                  <a:pt x="8164" y="89"/>
                  <a:pt x="7679" y="292"/>
                </a:cubicBezTo>
                <a:cubicBezTo>
                  <a:pt x="7194" y="481"/>
                  <a:pt x="6752" y="771"/>
                  <a:pt x="6379" y="1138"/>
                </a:cubicBezTo>
                <a:cubicBezTo>
                  <a:pt x="6007" y="1504"/>
                  <a:pt x="5711" y="1946"/>
                  <a:pt x="5509" y="2427"/>
                </a:cubicBezTo>
                <a:cubicBezTo>
                  <a:pt x="5307" y="2906"/>
                  <a:pt x="5203" y="3424"/>
                  <a:pt x="5203" y="3955"/>
                </a:cubicBezTo>
                <a:cubicBezTo>
                  <a:pt x="5203" y="4472"/>
                  <a:pt x="5307" y="4990"/>
                  <a:pt x="5509" y="5470"/>
                </a:cubicBezTo>
                <a:cubicBezTo>
                  <a:pt x="5711" y="5950"/>
                  <a:pt x="6007" y="6392"/>
                  <a:pt x="6379" y="6758"/>
                </a:cubicBezTo>
                <a:cubicBezTo>
                  <a:pt x="6752" y="7125"/>
                  <a:pt x="7194" y="7415"/>
                  <a:pt x="7679" y="7617"/>
                </a:cubicBezTo>
                <a:cubicBezTo>
                  <a:pt x="8164" y="7807"/>
                  <a:pt x="8684" y="7908"/>
                  <a:pt x="9207" y="7895"/>
                </a:cubicBezTo>
                <a:lnTo>
                  <a:pt x="13155" y="7895"/>
                </a:lnTo>
                <a:lnTo>
                  <a:pt x="13155" y="60617"/>
                </a:lnTo>
                <a:cubicBezTo>
                  <a:pt x="8697" y="61261"/>
                  <a:pt x="5260" y="65101"/>
                  <a:pt x="5260" y="69737"/>
                </a:cubicBezTo>
                <a:lnTo>
                  <a:pt x="5260" y="96047"/>
                </a:lnTo>
                <a:cubicBezTo>
                  <a:pt x="5260" y="98232"/>
                  <a:pt x="7028" y="100000"/>
                  <a:pt x="9207" y="100000"/>
                </a:cubicBezTo>
                <a:lnTo>
                  <a:pt x="38157" y="100000"/>
                </a:lnTo>
                <a:cubicBezTo>
                  <a:pt x="40336" y="100000"/>
                  <a:pt x="42105" y="98232"/>
                  <a:pt x="42105" y="96047"/>
                </a:cubicBezTo>
                <a:lnTo>
                  <a:pt x="42105" y="78945"/>
                </a:lnTo>
                <a:cubicBezTo>
                  <a:pt x="42105" y="77492"/>
                  <a:pt x="43284" y="76318"/>
                  <a:pt x="44737" y="76318"/>
                </a:cubicBezTo>
                <a:lnTo>
                  <a:pt x="55263" y="76318"/>
                </a:lnTo>
                <a:cubicBezTo>
                  <a:pt x="56716" y="76318"/>
                  <a:pt x="57895" y="77492"/>
                  <a:pt x="57895" y="78945"/>
                </a:cubicBezTo>
                <a:lnTo>
                  <a:pt x="57895" y="96047"/>
                </a:lnTo>
                <a:cubicBezTo>
                  <a:pt x="57895" y="98232"/>
                  <a:pt x="59664" y="100000"/>
                  <a:pt x="61843" y="100000"/>
                </a:cubicBezTo>
                <a:lnTo>
                  <a:pt x="90793" y="100000"/>
                </a:lnTo>
                <a:cubicBezTo>
                  <a:pt x="92972" y="100000"/>
                  <a:pt x="94740" y="98232"/>
                  <a:pt x="94740" y="96047"/>
                </a:cubicBezTo>
                <a:lnTo>
                  <a:pt x="94740" y="69737"/>
                </a:lnTo>
                <a:cubicBezTo>
                  <a:pt x="94740" y="65101"/>
                  <a:pt x="91303" y="61261"/>
                  <a:pt x="86845" y="60617"/>
                </a:cubicBezTo>
                <a:lnTo>
                  <a:pt x="86845" y="7895"/>
                </a:lnTo>
                <a:lnTo>
                  <a:pt x="90793" y="7895"/>
                </a:lnTo>
                <a:cubicBezTo>
                  <a:pt x="91316" y="7908"/>
                  <a:pt x="91836" y="7807"/>
                  <a:pt x="92321" y="7617"/>
                </a:cubicBezTo>
                <a:cubicBezTo>
                  <a:pt x="92806" y="7415"/>
                  <a:pt x="93248" y="7125"/>
                  <a:pt x="93621" y="6758"/>
                </a:cubicBezTo>
                <a:cubicBezTo>
                  <a:pt x="93993" y="6392"/>
                  <a:pt x="94289" y="5950"/>
                  <a:pt x="94491" y="5470"/>
                </a:cubicBezTo>
                <a:cubicBezTo>
                  <a:pt x="94693" y="4990"/>
                  <a:pt x="94797" y="4472"/>
                  <a:pt x="94797" y="3955"/>
                </a:cubicBezTo>
                <a:cubicBezTo>
                  <a:pt x="94797" y="3424"/>
                  <a:pt x="94693" y="2906"/>
                  <a:pt x="94491" y="2427"/>
                </a:cubicBezTo>
                <a:cubicBezTo>
                  <a:pt x="94289" y="1946"/>
                  <a:pt x="93993" y="1504"/>
                  <a:pt x="93621" y="1138"/>
                </a:cubicBezTo>
                <a:cubicBezTo>
                  <a:pt x="93248" y="771"/>
                  <a:pt x="92806" y="481"/>
                  <a:pt x="92321" y="292"/>
                </a:cubicBezTo>
                <a:cubicBezTo>
                  <a:pt x="91836" y="89"/>
                  <a:pt x="91316" y="-12"/>
                  <a:pt x="90793" y="1"/>
                </a:cubicBezTo>
                <a:lnTo>
                  <a:pt x="9207" y="1"/>
                </a:lnTo>
                <a:close/>
                <a:moveTo>
                  <a:pt x="28946" y="18417"/>
                </a:moveTo>
                <a:lnTo>
                  <a:pt x="34209" y="18417"/>
                </a:lnTo>
                <a:cubicBezTo>
                  <a:pt x="35662" y="18417"/>
                  <a:pt x="36841" y="19605"/>
                  <a:pt x="36841" y="21057"/>
                </a:cubicBezTo>
                <a:lnTo>
                  <a:pt x="36841" y="26311"/>
                </a:lnTo>
                <a:cubicBezTo>
                  <a:pt x="36841" y="27764"/>
                  <a:pt x="35662" y="28951"/>
                  <a:pt x="34209" y="28951"/>
                </a:cubicBezTo>
                <a:lnTo>
                  <a:pt x="28946" y="28951"/>
                </a:lnTo>
                <a:cubicBezTo>
                  <a:pt x="27493" y="28951"/>
                  <a:pt x="26314" y="27764"/>
                  <a:pt x="26314" y="26311"/>
                </a:cubicBezTo>
                <a:lnTo>
                  <a:pt x="26314" y="21057"/>
                </a:lnTo>
                <a:cubicBezTo>
                  <a:pt x="26314" y="19605"/>
                  <a:pt x="27493" y="18417"/>
                  <a:pt x="28946" y="18417"/>
                </a:cubicBezTo>
                <a:close/>
                <a:moveTo>
                  <a:pt x="47368" y="18417"/>
                </a:moveTo>
                <a:lnTo>
                  <a:pt x="52632" y="18417"/>
                </a:lnTo>
                <a:cubicBezTo>
                  <a:pt x="54085" y="18417"/>
                  <a:pt x="55263" y="19605"/>
                  <a:pt x="55263" y="21057"/>
                </a:cubicBezTo>
                <a:lnTo>
                  <a:pt x="55263" y="26311"/>
                </a:lnTo>
                <a:cubicBezTo>
                  <a:pt x="55263" y="27764"/>
                  <a:pt x="54085" y="28951"/>
                  <a:pt x="52632" y="28951"/>
                </a:cubicBezTo>
                <a:lnTo>
                  <a:pt x="47368" y="28951"/>
                </a:lnTo>
                <a:cubicBezTo>
                  <a:pt x="45915" y="28951"/>
                  <a:pt x="44737" y="27764"/>
                  <a:pt x="44737" y="26311"/>
                </a:cubicBezTo>
                <a:lnTo>
                  <a:pt x="44737" y="21057"/>
                </a:lnTo>
                <a:cubicBezTo>
                  <a:pt x="44737" y="19605"/>
                  <a:pt x="45915" y="18417"/>
                  <a:pt x="47368" y="18417"/>
                </a:cubicBezTo>
                <a:close/>
                <a:moveTo>
                  <a:pt x="65791" y="18417"/>
                </a:moveTo>
                <a:lnTo>
                  <a:pt x="71054" y="18417"/>
                </a:lnTo>
                <a:cubicBezTo>
                  <a:pt x="72507" y="18417"/>
                  <a:pt x="73686" y="19605"/>
                  <a:pt x="73686" y="21057"/>
                </a:cubicBezTo>
                <a:lnTo>
                  <a:pt x="73686" y="26311"/>
                </a:lnTo>
                <a:cubicBezTo>
                  <a:pt x="73686" y="27764"/>
                  <a:pt x="72507" y="28951"/>
                  <a:pt x="71054" y="28951"/>
                </a:cubicBezTo>
                <a:lnTo>
                  <a:pt x="65791" y="28951"/>
                </a:lnTo>
                <a:cubicBezTo>
                  <a:pt x="64338" y="28951"/>
                  <a:pt x="63159" y="27764"/>
                  <a:pt x="63159" y="26311"/>
                </a:cubicBezTo>
                <a:lnTo>
                  <a:pt x="63159" y="21057"/>
                </a:lnTo>
                <a:cubicBezTo>
                  <a:pt x="63159" y="19605"/>
                  <a:pt x="64338" y="18417"/>
                  <a:pt x="65791" y="18417"/>
                </a:cubicBezTo>
                <a:close/>
                <a:moveTo>
                  <a:pt x="28946" y="36846"/>
                </a:moveTo>
                <a:lnTo>
                  <a:pt x="34209" y="36846"/>
                </a:lnTo>
                <a:cubicBezTo>
                  <a:pt x="35662" y="36846"/>
                  <a:pt x="36841" y="38020"/>
                  <a:pt x="36841" y="39473"/>
                </a:cubicBezTo>
                <a:lnTo>
                  <a:pt x="36841" y="44740"/>
                </a:lnTo>
                <a:cubicBezTo>
                  <a:pt x="36841" y="46192"/>
                  <a:pt x="35662" y="47367"/>
                  <a:pt x="34209" y="47367"/>
                </a:cubicBezTo>
                <a:lnTo>
                  <a:pt x="28946" y="47367"/>
                </a:lnTo>
                <a:cubicBezTo>
                  <a:pt x="27493" y="47367"/>
                  <a:pt x="26314" y="46192"/>
                  <a:pt x="26314" y="44740"/>
                </a:cubicBezTo>
                <a:lnTo>
                  <a:pt x="26314" y="39473"/>
                </a:lnTo>
                <a:cubicBezTo>
                  <a:pt x="26314" y="38020"/>
                  <a:pt x="27493" y="36846"/>
                  <a:pt x="28946" y="36846"/>
                </a:cubicBezTo>
                <a:close/>
                <a:moveTo>
                  <a:pt x="47368" y="36846"/>
                </a:moveTo>
                <a:lnTo>
                  <a:pt x="52632" y="36846"/>
                </a:lnTo>
                <a:cubicBezTo>
                  <a:pt x="54085" y="36846"/>
                  <a:pt x="55263" y="38020"/>
                  <a:pt x="55263" y="39473"/>
                </a:cubicBezTo>
                <a:lnTo>
                  <a:pt x="55263" y="44740"/>
                </a:lnTo>
                <a:cubicBezTo>
                  <a:pt x="55263" y="46192"/>
                  <a:pt x="54085" y="47367"/>
                  <a:pt x="52632" y="47367"/>
                </a:cubicBezTo>
                <a:lnTo>
                  <a:pt x="47368" y="47367"/>
                </a:lnTo>
                <a:cubicBezTo>
                  <a:pt x="45915" y="47367"/>
                  <a:pt x="44737" y="46192"/>
                  <a:pt x="44737" y="44740"/>
                </a:cubicBezTo>
                <a:lnTo>
                  <a:pt x="44737" y="39473"/>
                </a:lnTo>
                <a:cubicBezTo>
                  <a:pt x="44737" y="38020"/>
                  <a:pt x="45915" y="36846"/>
                  <a:pt x="47368" y="36846"/>
                </a:cubicBezTo>
                <a:close/>
                <a:moveTo>
                  <a:pt x="65791" y="36846"/>
                </a:moveTo>
                <a:lnTo>
                  <a:pt x="71054" y="36846"/>
                </a:lnTo>
                <a:cubicBezTo>
                  <a:pt x="72507" y="36846"/>
                  <a:pt x="73686" y="38020"/>
                  <a:pt x="73686" y="39473"/>
                </a:cubicBezTo>
                <a:lnTo>
                  <a:pt x="73686" y="44740"/>
                </a:lnTo>
                <a:cubicBezTo>
                  <a:pt x="73686" y="46192"/>
                  <a:pt x="72507" y="47367"/>
                  <a:pt x="71054" y="47367"/>
                </a:cubicBezTo>
                <a:lnTo>
                  <a:pt x="65791" y="47367"/>
                </a:lnTo>
                <a:cubicBezTo>
                  <a:pt x="64338" y="47367"/>
                  <a:pt x="63159" y="46192"/>
                  <a:pt x="63159" y="44740"/>
                </a:cubicBezTo>
                <a:lnTo>
                  <a:pt x="63159" y="39473"/>
                </a:lnTo>
                <a:cubicBezTo>
                  <a:pt x="63159" y="38020"/>
                  <a:pt x="64338" y="36846"/>
                  <a:pt x="65791" y="36846"/>
                </a:cubicBezTo>
                <a:close/>
                <a:moveTo>
                  <a:pt x="28946" y="55261"/>
                </a:moveTo>
                <a:lnTo>
                  <a:pt x="34209" y="55261"/>
                </a:lnTo>
                <a:cubicBezTo>
                  <a:pt x="35662" y="55261"/>
                  <a:pt x="36841" y="56436"/>
                  <a:pt x="36841" y="57888"/>
                </a:cubicBezTo>
                <a:lnTo>
                  <a:pt x="36841" y="63156"/>
                </a:lnTo>
                <a:cubicBezTo>
                  <a:pt x="36841" y="64608"/>
                  <a:pt x="35662" y="65783"/>
                  <a:pt x="34209" y="65783"/>
                </a:cubicBezTo>
                <a:lnTo>
                  <a:pt x="28946" y="65783"/>
                </a:lnTo>
                <a:cubicBezTo>
                  <a:pt x="27493" y="65783"/>
                  <a:pt x="26314" y="64608"/>
                  <a:pt x="26314" y="63156"/>
                </a:cubicBezTo>
                <a:lnTo>
                  <a:pt x="26314" y="57888"/>
                </a:lnTo>
                <a:cubicBezTo>
                  <a:pt x="26314" y="56436"/>
                  <a:pt x="27493" y="55261"/>
                  <a:pt x="28946" y="55261"/>
                </a:cubicBezTo>
                <a:close/>
                <a:moveTo>
                  <a:pt x="47368" y="55261"/>
                </a:moveTo>
                <a:lnTo>
                  <a:pt x="52632" y="55261"/>
                </a:lnTo>
                <a:cubicBezTo>
                  <a:pt x="54085" y="55261"/>
                  <a:pt x="55263" y="56436"/>
                  <a:pt x="55263" y="57888"/>
                </a:cubicBezTo>
                <a:lnTo>
                  <a:pt x="55263" y="63156"/>
                </a:lnTo>
                <a:cubicBezTo>
                  <a:pt x="55263" y="64608"/>
                  <a:pt x="54085" y="65783"/>
                  <a:pt x="52632" y="65783"/>
                </a:cubicBezTo>
                <a:lnTo>
                  <a:pt x="47368" y="65783"/>
                </a:lnTo>
                <a:cubicBezTo>
                  <a:pt x="45915" y="65783"/>
                  <a:pt x="44737" y="64608"/>
                  <a:pt x="44737" y="63156"/>
                </a:cubicBezTo>
                <a:lnTo>
                  <a:pt x="44737" y="57888"/>
                </a:lnTo>
                <a:cubicBezTo>
                  <a:pt x="44737" y="56436"/>
                  <a:pt x="45915" y="55261"/>
                  <a:pt x="47368" y="55261"/>
                </a:cubicBezTo>
                <a:close/>
                <a:moveTo>
                  <a:pt x="65791" y="55261"/>
                </a:moveTo>
                <a:lnTo>
                  <a:pt x="71054" y="55261"/>
                </a:lnTo>
                <a:cubicBezTo>
                  <a:pt x="72507" y="55261"/>
                  <a:pt x="73686" y="56436"/>
                  <a:pt x="73686" y="57888"/>
                </a:cubicBezTo>
                <a:lnTo>
                  <a:pt x="73686" y="63156"/>
                </a:lnTo>
                <a:cubicBezTo>
                  <a:pt x="73686" y="64608"/>
                  <a:pt x="72507" y="65783"/>
                  <a:pt x="71054" y="65783"/>
                </a:cubicBezTo>
                <a:lnTo>
                  <a:pt x="65791" y="65783"/>
                </a:lnTo>
                <a:cubicBezTo>
                  <a:pt x="64338" y="65783"/>
                  <a:pt x="63159" y="64608"/>
                  <a:pt x="63159" y="63156"/>
                </a:cubicBezTo>
                <a:lnTo>
                  <a:pt x="63159" y="57888"/>
                </a:lnTo>
                <a:cubicBezTo>
                  <a:pt x="63159" y="56436"/>
                  <a:pt x="64338" y="55261"/>
                  <a:pt x="65791" y="55261"/>
                </a:cubicBezTo>
                <a:close/>
                <a:moveTo>
                  <a:pt x="21050" y="76318"/>
                </a:moveTo>
                <a:lnTo>
                  <a:pt x="26314" y="76318"/>
                </a:lnTo>
                <a:cubicBezTo>
                  <a:pt x="27767" y="76318"/>
                  <a:pt x="28946" y="77492"/>
                  <a:pt x="28946" y="78945"/>
                </a:cubicBezTo>
                <a:lnTo>
                  <a:pt x="28946" y="84212"/>
                </a:lnTo>
                <a:cubicBezTo>
                  <a:pt x="28946" y="85664"/>
                  <a:pt x="27767" y="86839"/>
                  <a:pt x="26314" y="86839"/>
                </a:cubicBezTo>
                <a:lnTo>
                  <a:pt x="21050" y="86839"/>
                </a:lnTo>
                <a:cubicBezTo>
                  <a:pt x="19597" y="86839"/>
                  <a:pt x="18418" y="85664"/>
                  <a:pt x="18418" y="84212"/>
                </a:cubicBezTo>
                <a:lnTo>
                  <a:pt x="18418" y="78945"/>
                </a:lnTo>
                <a:cubicBezTo>
                  <a:pt x="18418" y="77492"/>
                  <a:pt x="19597" y="76318"/>
                  <a:pt x="21050" y="76318"/>
                </a:cubicBezTo>
                <a:close/>
                <a:moveTo>
                  <a:pt x="73686" y="76318"/>
                </a:moveTo>
                <a:lnTo>
                  <a:pt x="78950" y="76318"/>
                </a:lnTo>
                <a:cubicBezTo>
                  <a:pt x="80403" y="76318"/>
                  <a:pt x="81582" y="77492"/>
                  <a:pt x="81582" y="78945"/>
                </a:cubicBezTo>
                <a:lnTo>
                  <a:pt x="81582" y="84212"/>
                </a:lnTo>
                <a:cubicBezTo>
                  <a:pt x="81582" y="85664"/>
                  <a:pt x="80403" y="86839"/>
                  <a:pt x="78950" y="86839"/>
                </a:cubicBezTo>
                <a:lnTo>
                  <a:pt x="73686" y="86839"/>
                </a:lnTo>
                <a:cubicBezTo>
                  <a:pt x="72233" y="86839"/>
                  <a:pt x="71054" y="85664"/>
                  <a:pt x="71054" y="84212"/>
                </a:cubicBezTo>
                <a:lnTo>
                  <a:pt x="71054" y="78945"/>
                </a:lnTo>
                <a:cubicBezTo>
                  <a:pt x="71054" y="77492"/>
                  <a:pt x="72233" y="76318"/>
                  <a:pt x="73686" y="7631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3" name="Белый — SVG 22">
            <a:extLst>
              <a:ext uri="{FF2B5EF4-FFF2-40B4-BE49-F238E27FC236}">
                <a16:creationId xmlns:a16="http://schemas.microsoft.com/office/drawing/2014/main" id="{399A21D8-1EED-FE4B-B1FB-D7C2D007D19C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116969 w 163047"/>
              <a:gd name="csY0" fmla="*/ 42533 h 148852"/>
              <a:gd name="csX1" fmla="*/ 46079 w 163047"/>
              <a:gd name="csY1" fmla="*/ 42533 h 148852"/>
              <a:gd name="csX2" fmla="*/ 21488 w 163047"/>
              <a:gd name="csY2" fmla="*/ 28108 h 148852"/>
              <a:gd name="csX3" fmla="*/ 22321 w 163047"/>
              <a:gd name="csY3" fmla="*/ 23412 h 148852"/>
              <a:gd name="csX4" fmla="*/ 26585 w 163047"/>
              <a:gd name="csY4" fmla="*/ 21269 h 148852"/>
              <a:gd name="csX5" fmla="*/ 78228 w 163047"/>
              <a:gd name="csY5" fmla="*/ 1145 h 148852"/>
              <a:gd name="csX6" fmla="*/ 84653 w 163047"/>
              <a:gd name="csY6" fmla="*/ 1026 h 148852"/>
              <a:gd name="csX7" fmla="*/ 136463 w 163047"/>
              <a:gd name="csY7" fmla="*/ 21269 h 148852"/>
              <a:gd name="csX8" fmla="*/ 140728 w 163047"/>
              <a:gd name="csY8" fmla="*/ 23412 h 148852"/>
              <a:gd name="csX9" fmla="*/ 141560 w 163047"/>
              <a:gd name="csY9" fmla="*/ 28108 h 148852"/>
              <a:gd name="csX10" fmla="*/ 116969 w 163047"/>
              <a:gd name="csY10" fmla="*/ 42533 h 148852"/>
              <a:gd name="csX11" fmla="*/ 38991 w 163047"/>
              <a:gd name="csY11" fmla="*/ 70890 h 148852"/>
              <a:gd name="csX12" fmla="*/ 63802 w 163047"/>
              <a:gd name="csY12" fmla="*/ 70890 h 148852"/>
              <a:gd name="csX13" fmla="*/ 63802 w 163047"/>
              <a:gd name="csY13" fmla="*/ 62028 h 148852"/>
              <a:gd name="csX14" fmla="*/ 69119 w 163047"/>
              <a:gd name="csY14" fmla="*/ 56703 h 148852"/>
              <a:gd name="csX15" fmla="*/ 74435 w 163047"/>
              <a:gd name="csY15" fmla="*/ 62028 h 148852"/>
              <a:gd name="csX16" fmla="*/ 74435 w 163047"/>
              <a:gd name="csY16" fmla="*/ 70890 h 148852"/>
              <a:gd name="csX17" fmla="*/ 88613 w 163047"/>
              <a:gd name="csY17" fmla="*/ 70890 h 148852"/>
              <a:gd name="csX18" fmla="*/ 88613 w 163047"/>
              <a:gd name="csY18" fmla="*/ 62028 h 148852"/>
              <a:gd name="csX19" fmla="*/ 93929 w 163047"/>
              <a:gd name="csY19" fmla="*/ 56703 h 148852"/>
              <a:gd name="csX20" fmla="*/ 99246 w 163047"/>
              <a:gd name="csY20" fmla="*/ 62028 h 148852"/>
              <a:gd name="csX21" fmla="*/ 99246 w 163047"/>
              <a:gd name="csY21" fmla="*/ 70890 h 148852"/>
              <a:gd name="csX22" fmla="*/ 124058 w 163047"/>
              <a:gd name="csY22" fmla="*/ 70890 h 148852"/>
              <a:gd name="csX23" fmla="*/ 124058 w 163047"/>
              <a:gd name="csY23" fmla="*/ 49627 h 148852"/>
              <a:gd name="csX24" fmla="*/ 38991 w 163047"/>
              <a:gd name="csY24" fmla="*/ 49627 h 148852"/>
              <a:gd name="csX25" fmla="*/ 38991 w 163047"/>
              <a:gd name="csY25" fmla="*/ 70890 h 148852"/>
              <a:gd name="csX26" fmla="*/ 21268 w 163047"/>
              <a:gd name="csY26" fmla="*/ 143545 h 148852"/>
              <a:gd name="csX27" fmla="*/ 26585 w 163047"/>
              <a:gd name="csY27" fmla="*/ 148852 h 148852"/>
              <a:gd name="csX28" fmla="*/ 62029 w 163047"/>
              <a:gd name="csY28" fmla="*/ 148852 h 148852"/>
              <a:gd name="csX29" fmla="*/ 67346 w 163047"/>
              <a:gd name="csY29" fmla="*/ 143545 h 148852"/>
              <a:gd name="csX30" fmla="*/ 67346 w 163047"/>
              <a:gd name="csY30" fmla="*/ 131127 h 148852"/>
              <a:gd name="csX31" fmla="*/ 74435 w 163047"/>
              <a:gd name="csY31" fmla="*/ 124050 h 148852"/>
              <a:gd name="csX32" fmla="*/ 88613 w 163047"/>
              <a:gd name="csY32" fmla="*/ 124050 h 148852"/>
              <a:gd name="csX33" fmla="*/ 95702 w 163047"/>
              <a:gd name="csY33" fmla="*/ 131127 h 148852"/>
              <a:gd name="csX34" fmla="*/ 95702 w 163047"/>
              <a:gd name="csY34" fmla="*/ 143545 h 148852"/>
              <a:gd name="csX35" fmla="*/ 101019 w 163047"/>
              <a:gd name="csY35" fmla="*/ 148852 h 148852"/>
              <a:gd name="csX36" fmla="*/ 136463 w 163047"/>
              <a:gd name="csY36" fmla="*/ 148852 h 148852"/>
              <a:gd name="csX37" fmla="*/ 141779 w 163047"/>
              <a:gd name="csY37" fmla="*/ 143545 h 148852"/>
              <a:gd name="csX38" fmla="*/ 141779 w 163047"/>
              <a:gd name="csY38" fmla="*/ 113418 h 148852"/>
              <a:gd name="csX39" fmla="*/ 21268 w 163047"/>
              <a:gd name="csY39" fmla="*/ 113418 h 148852"/>
              <a:gd name="csX40" fmla="*/ 21268 w 163047"/>
              <a:gd name="csY40" fmla="*/ 143545 h 148852"/>
              <a:gd name="csX41" fmla="*/ 138235 w 163047"/>
              <a:gd name="csY41" fmla="*/ 106325 h 148852"/>
              <a:gd name="csX42" fmla="*/ 24812 w 163047"/>
              <a:gd name="csY42" fmla="*/ 106325 h 148852"/>
              <a:gd name="csX43" fmla="*/ 310 w 163047"/>
              <a:gd name="csY43" fmla="*/ 93940 h 148852"/>
              <a:gd name="csX44" fmla="*/ 973 w 163047"/>
              <a:gd name="csY44" fmla="*/ 89092 h 148852"/>
              <a:gd name="csX45" fmla="*/ 5318 w 163047"/>
              <a:gd name="csY45" fmla="*/ 86830 h 148852"/>
              <a:gd name="csX46" fmla="*/ 37002 w 163047"/>
              <a:gd name="csY46" fmla="*/ 79532 h 148852"/>
              <a:gd name="csX47" fmla="*/ 40762 w 163047"/>
              <a:gd name="csY47" fmla="*/ 77967 h 148852"/>
              <a:gd name="csX48" fmla="*/ 122285 w 163047"/>
              <a:gd name="csY48" fmla="*/ 77967 h 148852"/>
              <a:gd name="csX49" fmla="*/ 126369 w 163047"/>
              <a:gd name="csY49" fmla="*/ 79889 h 148852"/>
              <a:gd name="csX50" fmla="*/ 157729 w 163047"/>
              <a:gd name="csY50" fmla="*/ 88599 h 148852"/>
              <a:gd name="csX51" fmla="*/ 162192 w 163047"/>
              <a:gd name="csY51" fmla="*/ 91032 h 148852"/>
              <a:gd name="csX52" fmla="*/ 162585 w 163047"/>
              <a:gd name="csY52" fmla="*/ 96101 h 148852"/>
              <a:gd name="csX53" fmla="*/ 138235 w 163047"/>
              <a:gd name="csY53" fmla="*/ 106325 h 148852"/>
            </a:gdLst>
            <a:ahLst/>
            <a:cxnLst/>
            <a:rect l="l" t="t" r="r" b="b"/>
            <a:pathLst>
              <a:path w="100000" h="100000">
                <a:moveTo>
                  <a:pt x="71739" y="30439"/>
                </a:moveTo>
                <a:lnTo>
                  <a:pt x="28261" y="30439"/>
                </a:lnTo>
                <a:cubicBezTo>
                  <a:pt x="15960" y="30439"/>
                  <a:pt x="13288" y="21957"/>
                  <a:pt x="13179" y="21592"/>
                </a:cubicBezTo>
                <a:cubicBezTo>
                  <a:pt x="12886" y="20601"/>
                  <a:pt x="13075" y="19536"/>
                  <a:pt x="13690" y="18712"/>
                </a:cubicBezTo>
                <a:cubicBezTo>
                  <a:pt x="14305" y="17888"/>
                  <a:pt x="15274" y="17398"/>
                  <a:pt x="16305" y="17398"/>
                </a:cubicBezTo>
                <a:cubicBezTo>
                  <a:pt x="32188" y="17398"/>
                  <a:pt x="47822" y="5180"/>
                  <a:pt x="47979" y="5055"/>
                </a:cubicBezTo>
                <a:cubicBezTo>
                  <a:pt x="49124" y="4148"/>
                  <a:pt x="50738" y="4116"/>
                  <a:pt x="51919" y="4982"/>
                </a:cubicBezTo>
                <a:cubicBezTo>
                  <a:pt x="52092" y="5107"/>
                  <a:pt x="69151" y="17398"/>
                  <a:pt x="83695" y="17398"/>
                </a:cubicBezTo>
                <a:cubicBezTo>
                  <a:pt x="84726" y="17398"/>
                  <a:pt x="85694" y="17888"/>
                  <a:pt x="86311" y="18712"/>
                </a:cubicBezTo>
                <a:cubicBezTo>
                  <a:pt x="86928" y="19536"/>
                  <a:pt x="87115" y="20601"/>
                  <a:pt x="86822" y="21592"/>
                </a:cubicBezTo>
                <a:cubicBezTo>
                  <a:pt x="86713" y="21957"/>
                  <a:pt x="84042" y="30439"/>
                  <a:pt x="71739" y="30439"/>
                </a:cubicBezTo>
                <a:close/>
                <a:moveTo>
                  <a:pt x="23914" y="47831"/>
                </a:moveTo>
                <a:lnTo>
                  <a:pt x="39131" y="47831"/>
                </a:lnTo>
                <a:lnTo>
                  <a:pt x="39131" y="42396"/>
                </a:lnTo>
                <a:cubicBezTo>
                  <a:pt x="39131" y="40591"/>
                  <a:pt x="40590" y="39130"/>
                  <a:pt x="42392" y="39130"/>
                </a:cubicBezTo>
                <a:cubicBezTo>
                  <a:pt x="44194" y="39130"/>
                  <a:pt x="45652" y="40591"/>
                  <a:pt x="45652" y="42396"/>
                </a:cubicBezTo>
                <a:lnTo>
                  <a:pt x="45652" y="47831"/>
                </a:lnTo>
                <a:lnTo>
                  <a:pt x="54348" y="47831"/>
                </a:lnTo>
                <a:lnTo>
                  <a:pt x="54348" y="42396"/>
                </a:lnTo>
                <a:cubicBezTo>
                  <a:pt x="54348" y="40591"/>
                  <a:pt x="55807" y="39130"/>
                  <a:pt x="57609" y="39130"/>
                </a:cubicBezTo>
                <a:cubicBezTo>
                  <a:pt x="59410" y="39130"/>
                  <a:pt x="60870" y="40591"/>
                  <a:pt x="60870" y="42396"/>
                </a:cubicBezTo>
                <a:lnTo>
                  <a:pt x="60870" y="47831"/>
                </a:lnTo>
                <a:lnTo>
                  <a:pt x="76087" y="47831"/>
                </a:lnTo>
                <a:lnTo>
                  <a:pt x="76087" y="34790"/>
                </a:lnTo>
                <a:lnTo>
                  <a:pt x="23914" y="34790"/>
                </a:lnTo>
                <a:lnTo>
                  <a:pt x="23914" y="47831"/>
                </a:lnTo>
                <a:close/>
                <a:moveTo>
                  <a:pt x="13044" y="92392"/>
                </a:moveTo>
                <a:cubicBezTo>
                  <a:pt x="13044" y="94187"/>
                  <a:pt x="14505" y="95647"/>
                  <a:pt x="16305" y="95647"/>
                </a:cubicBezTo>
                <a:lnTo>
                  <a:pt x="38044" y="95647"/>
                </a:lnTo>
                <a:cubicBezTo>
                  <a:pt x="39844" y="95647"/>
                  <a:pt x="41305" y="94187"/>
                  <a:pt x="41305" y="92392"/>
                </a:cubicBezTo>
                <a:lnTo>
                  <a:pt x="41305" y="84776"/>
                </a:lnTo>
                <a:cubicBezTo>
                  <a:pt x="41305" y="82376"/>
                  <a:pt x="43251" y="80435"/>
                  <a:pt x="45652" y="80435"/>
                </a:cubicBezTo>
                <a:lnTo>
                  <a:pt x="54348" y="80435"/>
                </a:lnTo>
                <a:cubicBezTo>
                  <a:pt x="56750" y="80435"/>
                  <a:pt x="58696" y="82376"/>
                  <a:pt x="58696" y="84776"/>
                </a:cubicBezTo>
                <a:lnTo>
                  <a:pt x="58696" y="92392"/>
                </a:lnTo>
                <a:cubicBezTo>
                  <a:pt x="58696" y="94187"/>
                  <a:pt x="60157" y="95647"/>
                  <a:pt x="61957" y="95647"/>
                </a:cubicBezTo>
                <a:lnTo>
                  <a:pt x="83695" y="95647"/>
                </a:lnTo>
                <a:cubicBezTo>
                  <a:pt x="85496" y="95647"/>
                  <a:pt x="86956" y="94187"/>
                  <a:pt x="86956" y="92392"/>
                </a:cubicBezTo>
                <a:lnTo>
                  <a:pt x="86956" y="73915"/>
                </a:lnTo>
                <a:lnTo>
                  <a:pt x="13044" y="73915"/>
                </a:lnTo>
                <a:lnTo>
                  <a:pt x="13044" y="92392"/>
                </a:lnTo>
                <a:close/>
                <a:moveTo>
                  <a:pt x="84782" y="69564"/>
                </a:moveTo>
                <a:lnTo>
                  <a:pt x="15218" y="69564"/>
                </a:lnTo>
                <a:cubicBezTo>
                  <a:pt x="3049" y="69564"/>
                  <a:pt x="304" y="62282"/>
                  <a:pt x="190" y="61968"/>
                </a:cubicBezTo>
                <a:cubicBezTo>
                  <a:pt x="-166" y="60967"/>
                  <a:pt x="-17" y="59861"/>
                  <a:pt x="597" y="58995"/>
                </a:cubicBezTo>
                <a:cubicBezTo>
                  <a:pt x="1207" y="58129"/>
                  <a:pt x="2201" y="57608"/>
                  <a:pt x="3262" y="57608"/>
                </a:cubicBezTo>
                <a:cubicBezTo>
                  <a:pt x="17573" y="57608"/>
                  <a:pt x="22651" y="53173"/>
                  <a:pt x="22694" y="53132"/>
                </a:cubicBezTo>
                <a:cubicBezTo>
                  <a:pt x="23307" y="52516"/>
                  <a:pt x="24135" y="52172"/>
                  <a:pt x="25000" y="52172"/>
                </a:cubicBezTo>
                <a:lnTo>
                  <a:pt x="75000" y="52172"/>
                </a:lnTo>
                <a:cubicBezTo>
                  <a:pt x="75968" y="52172"/>
                  <a:pt x="76885" y="52610"/>
                  <a:pt x="77505" y="53351"/>
                </a:cubicBezTo>
                <a:cubicBezTo>
                  <a:pt x="77515" y="53361"/>
                  <a:pt x="82481" y="58693"/>
                  <a:pt x="96738" y="58693"/>
                </a:cubicBezTo>
                <a:cubicBezTo>
                  <a:pt x="97844" y="58693"/>
                  <a:pt x="98873" y="59256"/>
                  <a:pt x="99476" y="60185"/>
                </a:cubicBezTo>
                <a:cubicBezTo>
                  <a:pt x="100075" y="61113"/>
                  <a:pt x="100167" y="62282"/>
                  <a:pt x="99717" y="63294"/>
                </a:cubicBezTo>
                <a:cubicBezTo>
                  <a:pt x="99247" y="64337"/>
                  <a:pt x="96326" y="69564"/>
                  <a:pt x="84782" y="6956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4" name="Белый — SVG 23">
            <a:extLst>
              <a:ext uri="{FF2B5EF4-FFF2-40B4-BE49-F238E27FC236}">
                <a16:creationId xmlns:a16="http://schemas.microsoft.com/office/drawing/2014/main" id="{D1D10CD6-51FC-644A-BE25-0E30CED96BDE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70890 w 134690"/>
              <a:gd name="csY0" fmla="*/ 0 h 163017"/>
              <a:gd name="csX1" fmla="*/ 67344 w 134690"/>
              <a:gd name="csY1" fmla="*/ 3538 h 163017"/>
              <a:gd name="csX2" fmla="*/ 67344 w 134690"/>
              <a:gd name="csY2" fmla="*/ 10632 h 163017"/>
              <a:gd name="csX3" fmla="*/ 70890 w 134690"/>
              <a:gd name="csY3" fmla="*/ 14170 h 163017"/>
              <a:gd name="csX4" fmla="*/ 79556 w 134690"/>
              <a:gd name="csY4" fmla="*/ 17130 h 163017"/>
              <a:gd name="csX5" fmla="*/ 92157 w 134690"/>
              <a:gd name="csY5" fmla="*/ 21264 h 163017"/>
              <a:gd name="csX6" fmla="*/ 95700 w 134690"/>
              <a:gd name="csY6" fmla="*/ 17726 h 163017"/>
              <a:gd name="csX7" fmla="*/ 95700 w 134690"/>
              <a:gd name="csY7" fmla="*/ 10632 h 163017"/>
              <a:gd name="csX8" fmla="*/ 92157 w 134690"/>
              <a:gd name="csY8" fmla="*/ 7094 h 163017"/>
              <a:gd name="csX9" fmla="*/ 83488 w 134690"/>
              <a:gd name="csY9" fmla="*/ 4134 h 163017"/>
              <a:gd name="csX10" fmla="*/ 70890 w 134690"/>
              <a:gd name="csY10" fmla="*/ 0 h 163017"/>
              <a:gd name="csX11" fmla="*/ 67344 w 134690"/>
              <a:gd name="csY11" fmla="*/ 24802 h 163017"/>
              <a:gd name="csX12" fmla="*/ 24991 w 134690"/>
              <a:gd name="csY12" fmla="*/ 63792 h 163017"/>
              <a:gd name="csX13" fmla="*/ 23040 w 134690"/>
              <a:gd name="csY13" fmla="*/ 63792 h 163017"/>
              <a:gd name="csX14" fmla="*/ 20981 w 134690"/>
              <a:gd name="csY14" fmla="*/ 64183 h 163017"/>
              <a:gd name="csX15" fmla="*/ 19230 w 134690"/>
              <a:gd name="csY15" fmla="*/ 65323 h 163017"/>
              <a:gd name="csX16" fmla="*/ 18058 w 134690"/>
              <a:gd name="csY16" fmla="*/ 67058 h 163017"/>
              <a:gd name="csX17" fmla="*/ 17646 w 134690"/>
              <a:gd name="csY17" fmla="*/ 69099 h 163017"/>
              <a:gd name="csX18" fmla="*/ 18058 w 134690"/>
              <a:gd name="csY18" fmla="*/ 71157 h 163017"/>
              <a:gd name="csX19" fmla="*/ 19230 w 134690"/>
              <a:gd name="csY19" fmla="*/ 72893 h 163017"/>
              <a:gd name="csX20" fmla="*/ 20981 w 134690"/>
              <a:gd name="csY20" fmla="*/ 74032 h 163017"/>
              <a:gd name="csX21" fmla="*/ 23040 w 134690"/>
              <a:gd name="csY21" fmla="*/ 74424 h 163017"/>
              <a:gd name="csX22" fmla="*/ 24811 w 134690"/>
              <a:gd name="csY22" fmla="*/ 74424 h 163017"/>
              <a:gd name="csX23" fmla="*/ 24811 w 134690"/>
              <a:gd name="csY23" fmla="*/ 92149 h 163017"/>
              <a:gd name="csX24" fmla="*/ 19494 w 134690"/>
              <a:gd name="csY24" fmla="*/ 92149 h 163017"/>
              <a:gd name="csX25" fmla="*/ 0 w 134690"/>
              <a:gd name="csY25" fmla="*/ 111627 h 163017"/>
              <a:gd name="csX26" fmla="*/ 0 w 134690"/>
              <a:gd name="csY26" fmla="*/ 157710 h 163017"/>
              <a:gd name="csX27" fmla="*/ 5317 w 134690"/>
              <a:gd name="csY27" fmla="*/ 163017 h 163017"/>
              <a:gd name="csX28" fmla="*/ 129373 w 134690"/>
              <a:gd name="csY28" fmla="*/ 163017 h 163017"/>
              <a:gd name="csX29" fmla="*/ 134690 w 134690"/>
              <a:gd name="csY29" fmla="*/ 157710 h 163017"/>
              <a:gd name="csX30" fmla="*/ 134690 w 134690"/>
              <a:gd name="csY30" fmla="*/ 111627 h 163017"/>
              <a:gd name="csX31" fmla="*/ 115194 w 134690"/>
              <a:gd name="csY31" fmla="*/ 92149 h 163017"/>
              <a:gd name="csX32" fmla="*/ 109878 w 134690"/>
              <a:gd name="csY32" fmla="*/ 92149 h 163017"/>
              <a:gd name="csX33" fmla="*/ 109878 w 134690"/>
              <a:gd name="csY33" fmla="*/ 74424 h 163017"/>
              <a:gd name="csX34" fmla="*/ 111650 w 134690"/>
              <a:gd name="csY34" fmla="*/ 74424 h 163017"/>
              <a:gd name="csX35" fmla="*/ 113709 w 134690"/>
              <a:gd name="csY35" fmla="*/ 74032 h 163017"/>
              <a:gd name="csX36" fmla="*/ 115458 w 134690"/>
              <a:gd name="csY36" fmla="*/ 72893 h 163017"/>
              <a:gd name="csX37" fmla="*/ 116630 w 134690"/>
              <a:gd name="csY37" fmla="*/ 71157 h 163017"/>
              <a:gd name="csX38" fmla="*/ 117044 w 134690"/>
              <a:gd name="csY38" fmla="*/ 69099 h 163017"/>
              <a:gd name="csX39" fmla="*/ 116630 w 134690"/>
              <a:gd name="csY39" fmla="*/ 67058 h 163017"/>
              <a:gd name="csX40" fmla="*/ 115458 w 134690"/>
              <a:gd name="csY40" fmla="*/ 65323 h 163017"/>
              <a:gd name="csX41" fmla="*/ 113709 w 134690"/>
              <a:gd name="csY41" fmla="*/ 64183 h 163017"/>
              <a:gd name="csX42" fmla="*/ 111650 w 134690"/>
              <a:gd name="csY42" fmla="*/ 63792 h 163017"/>
              <a:gd name="csX43" fmla="*/ 109699 w 134690"/>
              <a:gd name="csY43" fmla="*/ 63792 h 163017"/>
              <a:gd name="csX44" fmla="*/ 67344 w 134690"/>
              <a:gd name="csY44" fmla="*/ 24802 h 163017"/>
              <a:gd name="csX45" fmla="*/ 35444 w 134690"/>
              <a:gd name="csY45" fmla="*/ 74424 h 163017"/>
              <a:gd name="csX46" fmla="*/ 49623 w 134690"/>
              <a:gd name="csY46" fmla="*/ 74424 h 163017"/>
              <a:gd name="csX47" fmla="*/ 49623 w 134690"/>
              <a:gd name="csY47" fmla="*/ 92149 h 163017"/>
              <a:gd name="csX48" fmla="*/ 35444 w 134690"/>
              <a:gd name="csY48" fmla="*/ 92149 h 163017"/>
              <a:gd name="csX49" fmla="*/ 35444 w 134690"/>
              <a:gd name="csY49" fmla="*/ 74424 h 163017"/>
              <a:gd name="csX50" fmla="*/ 60256 w 134690"/>
              <a:gd name="csY50" fmla="*/ 74424 h 163017"/>
              <a:gd name="csX51" fmla="*/ 74434 w 134690"/>
              <a:gd name="csY51" fmla="*/ 74424 h 163017"/>
              <a:gd name="csX52" fmla="*/ 74434 w 134690"/>
              <a:gd name="csY52" fmla="*/ 92149 h 163017"/>
              <a:gd name="csX53" fmla="*/ 60256 w 134690"/>
              <a:gd name="csY53" fmla="*/ 92149 h 163017"/>
              <a:gd name="csX54" fmla="*/ 60256 w 134690"/>
              <a:gd name="csY54" fmla="*/ 74424 h 163017"/>
              <a:gd name="csX55" fmla="*/ 85067 w 134690"/>
              <a:gd name="csY55" fmla="*/ 74424 h 163017"/>
              <a:gd name="csX56" fmla="*/ 99244 w 134690"/>
              <a:gd name="csY56" fmla="*/ 74424 h 163017"/>
              <a:gd name="csX57" fmla="*/ 99244 w 134690"/>
              <a:gd name="csY57" fmla="*/ 92149 h 163017"/>
              <a:gd name="csX58" fmla="*/ 85067 w 134690"/>
              <a:gd name="csY58" fmla="*/ 92149 h 163017"/>
              <a:gd name="csX59" fmla="*/ 85067 w 134690"/>
              <a:gd name="csY59" fmla="*/ 74424 h 163017"/>
              <a:gd name="csX60" fmla="*/ 23040 w 134690"/>
              <a:gd name="csY60" fmla="*/ 109858 h 163017"/>
              <a:gd name="csX61" fmla="*/ 26583 w 134690"/>
              <a:gd name="csY61" fmla="*/ 109858 h 163017"/>
              <a:gd name="csX62" fmla="*/ 30127 w 134690"/>
              <a:gd name="csY62" fmla="*/ 113413 h 163017"/>
              <a:gd name="csX63" fmla="*/ 30127 w 134690"/>
              <a:gd name="csY63" fmla="*/ 116951 h 163017"/>
              <a:gd name="csX64" fmla="*/ 26583 w 134690"/>
              <a:gd name="csY64" fmla="*/ 120490 h 163017"/>
              <a:gd name="csX65" fmla="*/ 23040 w 134690"/>
              <a:gd name="csY65" fmla="*/ 120490 h 163017"/>
              <a:gd name="csX66" fmla="*/ 19494 w 134690"/>
              <a:gd name="csY66" fmla="*/ 116951 h 163017"/>
              <a:gd name="csX67" fmla="*/ 19494 w 134690"/>
              <a:gd name="csY67" fmla="*/ 113413 h 163017"/>
              <a:gd name="csX68" fmla="*/ 23040 w 134690"/>
              <a:gd name="csY68" fmla="*/ 109858 h 163017"/>
              <a:gd name="csX69" fmla="*/ 44306 w 134690"/>
              <a:gd name="csY69" fmla="*/ 109858 h 163017"/>
              <a:gd name="csX70" fmla="*/ 47850 w 134690"/>
              <a:gd name="csY70" fmla="*/ 109858 h 163017"/>
              <a:gd name="csX71" fmla="*/ 51394 w 134690"/>
              <a:gd name="csY71" fmla="*/ 113413 h 163017"/>
              <a:gd name="csX72" fmla="*/ 51394 w 134690"/>
              <a:gd name="csY72" fmla="*/ 116951 h 163017"/>
              <a:gd name="csX73" fmla="*/ 47850 w 134690"/>
              <a:gd name="csY73" fmla="*/ 120490 h 163017"/>
              <a:gd name="csX74" fmla="*/ 44306 w 134690"/>
              <a:gd name="csY74" fmla="*/ 120490 h 163017"/>
              <a:gd name="csX75" fmla="*/ 40761 w 134690"/>
              <a:gd name="csY75" fmla="*/ 116951 h 163017"/>
              <a:gd name="csX76" fmla="*/ 40761 w 134690"/>
              <a:gd name="csY76" fmla="*/ 113413 h 163017"/>
              <a:gd name="csX77" fmla="*/ 44306 w 134690"/>
              <a:gd name="csY77" fmla="*/ 109858 h 163017"/>
              <a:gd name="csX78" fmla="*/ 65573 w 134690"/>
              <a:gd name="csY78" fmla="*/ 109858 h 163017"/>
              <a:gd name="csX79" fmla="*/ 69117 w 134690"/>
              <a:gd name="csY79" fmla="*/ 109858 h 163017"/>
              <a:gd name="csX80" fmla="*/ 72661 w 134690"/>
              <a:gd name="csY80" fmla="*/ 113413 h 163017"/>
              <a:gd name="csX81" fmla="*/ 72661 w 134690"/>
              <a:gd name="csY81" fmla="*/ 116951 h 163017"/>
              <a:gd name="csX82" fmla="*/ 69117 w 134690"/>
              <a:gd name="csY82" fmla="*/ 120490 h 163017"/>
              <a:gd name="csX83" fmla="*/ 65573 w 134690"/>
              <a:gd name="csY83" fmla="*/ 120490 h 163017"/>
              <a:gd name="csX84" fmla="*/ 62028 w 134690"/>
              <a:gd name="csY84" fmla="*/ 116951 h 163017"/>
              <a:gd name="csX85" fmla="*/ 62028 w 134690"/>
              <a:gd name="csY85" fmla="*/ 113413 h 163017"/>
              <a:gd name="csX86" fmla="*/ 65573 w 134690"/>
              <a:gd name="csY86" fmla="*/ 109858 h 163017"/>
              <a:gd name="csX87" fmla="*/ 86840 w 134690"/>
              <a:gd name="csY87" fmla="*/ 109858 h 163017"/>
              <a:gd name="csX88" fmla="*/ 90384 w 134690"/>
              <a:gd name="csY88" fmla="*/ 109858 h 163017"/>
              <a:gd name="csX89" fmla="*/ 93928 w 134690"/>
              <a:gd name="csY89" fmla="*/ 113413 h 163017"/>
              <a:gd name="csX90" fmla="*/ 93928 w 134690"/>
              <a:gd name="csY90" fmla="*/ 116951 h 163017"/>
              <a:gd name="csX91" fmla="*/ 90384 w 134690"/>
              <a:gd name="csY91" fmla="*/ 120490 h 163017"/>
              <a:gd name="csX92" fmla="*/ 86840 w 134690"/>
              <a:gd name="csY92" fmla="*/ 120490 h 163017"/>
              <a:gd name="csX93" fmla="*/ 83294 w 134690"/>
              <a:gd name="csY93" fmla="*/ 116951 h 163017"/>
              <a:gd name="csX94" fmla="*/ 83294 w 134690"/>
              <a:gd name="csY94" fmla="*/ 113413 h 163017"/>
              <a:gd name="csX95" fmla="*/ 86840 w 134690"/>
              <a:gd name="csY95" fmla="*/ 109858 h 163017"/>
              <a:gd name="csX96" fmla="*/ 108107 w 134690"/>
              <a:gd name="csY96" fmla="*/ 109858 h 163017"/>
              <a:gd name="csX97" fmla="*/ 111650 w 134690"/>
              <a:gd name="csY97" fmla="*/ 109858 h 163017"/>
              <a:gd name="csX98" fmla="*/ 115194 w 134690"/>
              <a:gd name="csY98" fmla="*/ 113413 h 163017"/>
              <a:gd name="csX99" fmla="*/ 115194 w 134690"/>
              <a:gd name="csY99" fmla="*/ 116951 h 163017"/>
              <a:gd name="csX100" fmla="*/ 111650 w 134690"/>
              <a:gd name="csY100" fmla="*/ 120490 h 163017"/>
              <a:gd name="csX101" fmla="*/ 108107 w 134690"/>
              <a:gd name="csY101" fmla="*/ 120490 h 163017"/>
              <a:gd name="csX102" fmla="*/ 104561 w 134690"/>
              <a:gd name="csY102" fmla="*/ 116951 h 163017"/>
              <a:gd name="csX103" fmla="*/ 104561 w 134690"/>
              <a:gd name="csY103" fmla="*/ 113413 h 163017"/>
              <a:gd name="csX104" fmla="*/ 108107 w 134690"/>
              <a:gd name="csY104" fmla="*/ 109858 h 163017"/>
              <a:gd name="csX105" fmla="*/ 23040 w 134690"/>
              <a:gd name="csY105" fmla="*/ 131122 h 163017"/>
              <a:gd name="csX106" fmla="*/ 26583 w 134690"/>
              <a:gd name="csY106" fmla="*/ 131122 h 163017"/>
              <a:gd name="csX107" fmla="*/ 30127 w 134690"/>
              <a:gd name="csY107" fmla="*/ 134677 h 163017"/>
              <a:gd name="csX108" fmla="*/ 30127 w 134690"/>
              <a:gd name="csY108" fmla="*/ 138215 h 163017"/>
              <a:gd name="csX109" fmla="*/ 26583 w 134690"/>
              <a:gd name="csY109" fmla="*/ 141753 h 163017"/>
              <a:gd name="csX110" fmla="*/ 23040 w 134690"/>
              <a:gd name="csY110" fmla="*/ 141753 h 163017"/>
              <a:gd name="csX111" fmla="*/ 19494 w 134690"/>
              <a:gd name="csY111" fmla="*/ 138215 h 163017"/>
              <a:gd name="csX112" fmla="*/ 19494 w 134690"/>
              <a:gd name="csY112" fmla="*/ 134677 h 163017"/>
              <a:gd name="csX113" fmla="*/ 23040 w 134690"/>
              <a:gd name="csY113" fmla="*/ 131122 h 163017"/>
              <a:gd name="csX114" fmla="*/ 44306 w 134690"/>
              <a:gd name="csY114" fmla="*/ 131122 h 163017"/>
              <a:gd name="csX115" fmla="*/ 47850 w 134690"/>
              <a:gd name="csY115" fmla="*/ 131122 h 163017"/>
              <a:gd name="csX116" fmla="*/ 51394 w 134690"/>
              <a:gd name="csY116" fmla="*/ 134677 h 163017"/>
              <a:gd name="csX117" fmla="*/ 51394 w 134690"/>
              <a:gd name="csY117" fmla="*/ 138215 h 163017"/>
              <a:gd name="csX118" fmla="*/ 47850 w 134690"/>
              <a:gd name="csY118" fmla="*/ 141753 h 163017"/>
              <a:gd name="csX119" fmla="*/ 44306 w 134690"/>
              <a:gd name="csY119" fmla="*/ 141753 h 163017"/>
              <a:gd name="csX120" fmla="*/ 40761 w 134690"/>
              <a:gd name="csY120" fmla="*/ 138215 h 163017"/>
              <a:gd name="csX121" fmla="*/ 40761 w 134690"/>
              <a:gd name="csY121" fmla="*/ 134677 h 163017"/>
              <a:gd name="csX122" fmla="*/ 44306 w 134690"/>
              <a:gd name="csY122" fmla="*/ 131122 h 163017"/>
              <a:gd name="csX123" fmla="*/ 65573 w 134690"/>
              <a:gd name="csY123" fmla="*/ 131122 h 163017"/>
              <a:gd name="csX124" fmla="*/ 69117 w 134690"/>
              <a:gd name="csY124" fmla="*/ 131122 h 163017"/>
              <a:gd name="csX125" fmla="*/ 72661 w 134690"/>
              <a:gd name="csY125" fmla="*/ 134677 h 163017"/>
              <a:gd name="csX126" fmla="*/ 72661 w 134690"/>
              <a:gd name="csY126" fmla="*/ 138215 h 163017"/>
              <a:gd name="csX127" fmla="*/ 69117 w 134690"/>
              <a:gd name="csY127" fmla="*/ 141753 h 163017"/>
              <a:gd name="csX128" fmla="*/ 65573 w 134690"/>
              <a:gd name="csY128" fmla="*/ 141753 h 163017"/>
              <a:gd name="csX129" fmla="*/ 62028 w 134690"/>
              <a:gd name="csY129" fmla="*/ 138215 h 163017"/>
              <a:gd name="csX130" fmla="*/ 62028 w 134690"/>
              <a:gd name="csY130" fmla="*/ 134677 h 163017"/>
              <a:gd name="csX131" fmla="*/ 65573 w 134690"/>
              <a:gd name="csY131" fmla="*/ 131122 h 163017"/>
              <a:gd name="csX132" fmla="*/ 86840 w 134690"/>
              <a:gd name="csY132" fmla="*/ 131122 h 163017"/>
              <a:gd name="csX133" fmla="*/ 90384 w 134690"/>
              <a:gd name="csY133" fmla="*/ 131122 h 163017"/>
              <a:gd name="csX134" fmla="*/ 93928 w 134690"/>
              <a:gd name="csY134" fmla="*/ 134677 h 163017"/>
              <a:gd name="csX135" fmla="*/ 93928 w 134690"/>
              <a:gd name="csY135" fmla="*/ 138215 h 163017"/>
              <a:gd name="csX136" fmla="*/ 90384 w 134690"/>
              <a:gd name="csY136" fmla="*/ 141753 h 163017"/>
              <a:gd name="csX137" fmla="*/ 86840 w 134690"/>
              <a:gd name="csY137" fmla="*/ 141753 h 163017"/>
              <a:gd name="csX138" fmla="*/ 83294 w 134690"/>
              <a:gd name="csY138" fmla="*/ 138215 h 163017"/>
              <a:gd name="csX139" fmla="*/ 83294 w 134690"/>
              <a:gd name="csY139" fmla="*/ 134677 h 163017"/>
              <a:gd name="csX140" fmla="*/ 86840 w 134690"/>
              <a:gd name="csY140" fmla="*/ 131122 h 163017"/>
              <a:gd name="csX141" fmla="*/ 108107 w 134690"/>
              <a:gd name="csY141" fmla="*/ 131122 h 163017"/>
              <a:gd name="csX142" fmla="*/ 111650 w 134690"/>
              <a:gd name="csY142" fmla="*/ 131122 h 163017"/>
              <a:gd name="csX143" fmla="*/ 115194 w 134690"/>
              <a:gd name="csY143" fmla="*/ 134677 h 163017"/>
              <a:gd name="csX144" fmla="*/ 115194 w 134690"/>
              <a:gd name="csY144" fmla="*/ 138215 h 163017"/>
              <a:gd name="csX145" fmla="*/ 111650 w 134690"/>
              <a:gd name="csY145" fmla="*/ 141753 h 163017"/>
              <a:gd name="csX146" fmla="*/ 108107 w 134690"/>
              <a:gd name="csY146" fmla="*/ 141753 h 163017"/>
              <a:gd name="csX147" fmla="*/ 104561 w 134690"/>
              <a:gd name="csY147" fmla="*/ 138215 h 163017"/>
              <a:gd name="csX148" fmla="*/ 104561 w 134690"/>
              <a:gd name="csY148" fmla="*/ 134677 h 163017"/>
              <a:gd name="csX149" fmla="*/ 108107 w 134690"/>
              <a:gd name="csY149" fmla="*/ 131122 h 163017"/>
            </a:gdLst>
            <a:ahLst/>
            <a:cxnLst/>
            <a:rect l="l" t="t" r="r" b="b"/>
            <a:pathLst>
              <a:path w="100000" h="100000">
                <a:moveTo>
                  <a:pt x="52175" y="0"/>
                </a:moveTo>
                <a:cubicBezTo>
                  <a:pt x="50974" y="0"/>
                  <a:pt x="49999" y="970"/>
                  <a:pt x="49999" y="2170"/>
                </a:cubicBezTo>
                <a:lnTo>
                  <a:pt x="49999" y="6522"/>
                </a:lnTo>
                <a:cubicBezTo>
                  <a:pt x="49999" y="7722"/>
                  <a:pt x="50974" y="8692"/>
                  <a:pt x="52175" y="8692"/>
                </a:cubicBezTo>
                <a:cubicBezTo>
                  <a:pt x="54776" y="8692"/>
                  <a:pt x="55975" y="9496"/>
                  <a:pt x="57491" y="10508"/>
                </a:cubicBezTo>
                <a:cubicBezTo>
                  <a:pt x="59189" y="11635"/>
                  <a:pt x="61299" y="13044"/>
                  <a:pt x="65220" y="13044"/>
                </a:cubicBezTo>
                <a:cubicBezTo>
                  <a:pt x="66420" y="13044"/>
                  <a:pt x="67394" y="12074"/>
                  <a:pt x="67394" y="10874"/>
                </a:cubicBezTo>
                <a:lnTo>
                  <a:pt x="67394" y="6522"/>
                </a:lnTo>
                <a:cubicBezTo>
                  <a:pt x="67394" y="5322"/>
                  <a:pt x="66420" y="4352"/>
                  <a:pt x="65220" y="4352"/>
                </a:cubicBezTo>
                <a:cubicBezTo>
                  <a:pt x="62617" y="4352"/>
                  <a:pt x="61418" y="3548"/>
                  <a:pt x="59903" y="2536"/>
                </a:cubicBezTo>
                <a:cubicBezTo>
                  <a:pt x="58205" y="1408"/>
                  <a:pt x="56094" y="0"/>
                  <a:pt x="52175" y="0"/>
                </a:cubicBezTo>
                <a:close/>
                <a:moveTo>
                  <a:pt x="49999" y="15214"/>
                </a:moveTo>
                <a:cubicBezTo>
                  <a:pt x="36346" y="15214"/>
                  <a:pt x="25130" y="25764"/>
                  <a:pt x="24019" y="39132"/>
                </a:cubicBezTo>
                <a:lnTo>
                  <a:pt x="22822" y="39132"/>
                </a:lnTo>
                <a:cubicBezTo>
                  <a:pt x="22389" y="39122"/>
                  <a:pt x="21959" y="39205"/>
                  <a:pt x="21559" y="39372"/>
                </a:cubicBezTo>
                <a:cubicBezTo>
                  <a:pt x="21158" y="39528"/>
                  <a:pt x="20793" y="39768"/>
                  <a:pt x="20485" y="40071"/>
                </a:cubicBezTo>
                <a:cubicBezTo>
                  <a:pt x="20177" y="40374"/>
                  <a:pt x="19933" y="40739"/>
                  <a:pt x="19766" y="41136"/>
                </a:cubicBezTo>
                <a:cubicBezTo>
                  <a:pt x="19599" y="41532"/>
                  <a:pt x="19513" y="41960"/>
                  <a:pt x="19513" y="42388"/>
                </a:cubicBezTo>
                <a:cubicBezTo>
                  <a:pt x="19513" y="42826"/>
                  <a:pt x="19599" y="43254"/>
                  <a:pt x="19766" y="43650"/>
                </a:cubicBezTo>
                <a:cubicBezTo>
                  <a:pt x="19933" y="44047"/>
                  <a:pt x="20177" y="44412"/>
                  <a:pt x="20485" y="44715"/>
                </a:cubicBezTo>
                <a:cubicBezTo>
                  <a:pt x="20793" y="45017"/>
                  <a:pt x="21158" y="45257"/>
                  <a:pt x="21559" y="45414"/>
                </a:cubicBezTo>
                <a:cubicBezTo>
                  <a:pt x="21959" y="45581"/>
                  <a:pt x="22389" y="45665"/>
                  <a:pt x="22822" y="45654"/>
                </a:cubicBezTo>
                <a:lnTo>
                  <a:pt x="23908" y="45654"/>
                </a:lnTo>
                <a:lnTo>
                  <a:pt x="23908" y="56527"/>
                </a:lnTo>
                <a:lnTo>
                  <a:pt x="20647" y="56527"/>
                </a:lnTo>
                <a:cubicBezTo>
                  <a:pt x="14053" y="56527"/>
                  <a:pt x="8688" y="61891"/>
                  <a:pt x="8688" y="68476"/>
                </a:cubicBezTo>
                <a:lnTo>
                  <a:pt x="8688" y="96745"/>
                </a:lnTo>
                <a:cubicBezTo>
                  <a:pt x="8688" y="98550"/>
                  <a:pt x="10147" y="100000"/>
                  <a:pt x="11950" y="100000"/>
                </a:cubicBezTo>
                <a:lnTo>
                  <a:pt x="88050" y="100000"/>
                </a:lnTo>
                <a:cubicBezTo>
                  <a:pt x="89853" y="100000"/>
                  <a:pt x="91312" y="98550"/>
                  <a:pt x="91312" y="96745"/>
                </a:cubicBezTo>
                <a:lnTo>
                  <a:pt x="91312" y="68476"/>
                </a:lnTo>
                <a:cubicBezTo>
                  <a:pt x="91312" y="61891"/>
                  <a:pt x="85947" y="56527"/>
                  <a:pt x="79352" y="56527"/>
                </a:cubicBezTo>
                <a:lnTo>
                  <a:pt x="76091" y="56527"/>
                </a:lnTo>
                <a:lnTo>
                  <a:pt x="76091" y="45654"/>
                </a:lnTo>
                <a:lnTo>
                  <a:pt x="77178" y="45654"/>
                </a:lnTo>
                <a:cubicBezTo>
                  <a:pt x="77611" y="45665"/>
                  <a:pt x="78039" y="45581"/>
                  <a:pt x="78441" y="45414"/>
                </a:cubicBezTo>
                <a:cubicBezTo>
                  <a:pt x="78842" y="45257"/>
                  <a:pt x="79207" y="45017"/>
                  <a:pt x="79514" y="44715"/>
                </a:cubicBezTo>
                <a:cubicBezTo>
                  <a:pt x="79822" y="44412"/>
                  <a:pt x="80067" y="44047"/>
                  <a:pt x="80233" y="43650"/>
                </a:cubicBezTo>
                <a:cubicBezTo>
                  <a:pt x="80400" y="43254"/>
                  <a:pt x="80487" y="42826"/>
                  <a:pt x="80487" y="42388"/>
                </a:cubicBezTo>
                <a:cubicBezTo>
                  <a:pt x="80487" y="41960"/>
                  <a:pt x="80400" y="41532"/>
                  <a:pt x="80233" y="41136"/>
                </a:cubicBezTo>
                <a:cubicBezTo>
                  <a:pt x="80067" y="40739"/>
                  <a:pt x="79822" y="40374"/>
                  <a:pt x="79514" y="40071"/>
                </a:cubicBezTo>
                <a:cubicBezTo>
                  <a:pt x="79207" y="39768"/>
                  <a:pt x="78842" y="39528"/>
                  <a:pt x="78441" y="39372"/>
                </a:cubicBezTo>
                <a:cubicBezTo>
                  <a:pt x="78039" y="39205"/>
                  <a:pt x="77611" y="39122"/>
                  <a:pt x="77178" y="39132"/>
                </a:cubicBezTo>
                <a:lnTo>
                  <a:pt x="75981" y="39132"/>
                </a:lnTo>
                <a:cubicBezTo>
                  <a:pt x="74870" y="25764"/>
                  <a:pt x="63653" y="15214"/>
                  <a:pt x="49999" y="15214"/>
                </a:cubicBezTo>
                <a:close/>
                <a:moveTo>
                  <a:pt x="30431" y="45654"/>
                </a:moveTo>
                <a:lnTo>
                  <a:pt x="39129" y="45654"/>
                </a:lnTo>
                <a:lnTo>
                  <a:pt x="39129" y="56527"/>
                </a:lnTo>
                <a:lnTo>
                  <a:pt x="30431" y="56527"/>
                </a:lnTo>
                <a:lnTo>
                  <a:pt x="30431" y="45654"/>
                </a:lnTo>
                <a:close/>
                <a:moveTo>
                  <a:pt x="45651" y="45654"/>
                </a:moveTo>
                <a:lnTo>
                  <a:pt x="54349" y="45654"/>
                </a:lnTo>
                <a:lnTo>
                  <a:pt x="54349" y="56527"/>
                </a:lnTo>
                <a:lnTo>
                  <a:pt x="45651" y="56527"/>
                </a:lnTo>
                <a:lnTo>
                  <a:pt x="45651" y="45654"/>
                </a:lnTo>
                <a:close/>
                <a:moveTo>
                  <a:pt x="60871" y="45654"/>
                </a:moveTo>
                <a:lnTo>
                  <a:pt x="69568" y="45654"/>
                </a:lnTo>
                <a:lnTo>
                  <a:pt x="69568" y="56527"/>
                </a:lnTo>
                <a:lnTo>
                  <a:pt x="60871" y="56527"/>
                </a:lnTo>
                <a:lnTo>
                  <a:pt x="60871" y="45654"/>
                </a:lnTo>
                <a:close/>
                <a:moveTo>
                  <a:pt x="22822" y="67391"/>
                </a:moveTo>
                <a:lnTo>
                  <a:pt x="24995" y="67391"/>
                </a:lnTo>
                <a:cubicBezTo>
                  <a:pt x="26196" y="67391"/>
                  <a:pt x="27169" y="68371"/>
                  <a:pt x="27169" y="69571"/>
                </a:cubicBezTo>
                <a:lnTo>
                  <a:pt x="27169" y="71742"/>
                </a:lnTo>
                <a:cubicBezTo>
                  <a:pt x="27169" y="72942"/>
                  <a:pt x="26196" y="73913"/>
                  <a:pt x="24995" y="73913"/>
                </a:cubicBezTo>
                <a:lnTo>
                  <a:pt x="22822" y="73913"/>
                </a:lnTo>
                <a:cubicBezTo>
                  <a:pt x="21621" y="73913"/>
                  <a:pt x="20647" y="72942"/>
                  <a:pt x="20647" y="71742"/>
                </a:cubicBezTo>
                <a:lnTo>
                  <a:pt x="20647" y="69571"/>
                </a:lnTo>
                <a:cubicBezTo>
                  <a:pt x="20647" y="68371"/>
                  <a:pt x="21621" y="67391"/>
                  <a:pt x="22822" y="67391"/>
                </a:cubicBezTo>
                <a:close/>
                <a:moveTo>
                  <a:pt x="35867" y="67391"/>
                </a:moveTo>
                <a:lnTo>
                  <a:pt x="38041" y="67391"/>
                </a:lnTo>
                <a:cubicBezTo>
                  <a:pt x="39242" y="67391"/>
                  <a:pt x="40215" y="68371"/>
                  <a:pt x="40215" y="69571"/>
                </a:cubicBezTo>
                <a:lnTo>
                  <a:pt x="40215" y="71742"/>
                </a:lnTo>
                <a:cubicBezTo>
                  <a:pt x="40215" y="72942"/>
                  <a:pt x="39242" y="73913"/>
                  <a:pt x="38041" y="73913"/>
                </a:cubicBezTo>
                <a:lnTo>
                  <a:pt x="35867" y="73913"/>
                </a:lnTo>
                <a:cubicBezTo>
                  <a:pt x="34667" y="73913"/>
                  <a:pt x="33692" y="72942"/>
                  <a:pt x="33692" y="71742"/>
                </a:cubicBezTo>
                <a:lnTo>
                  <a:pt x="33692" y="69571"/>
                </a:lnTo>
                <a:cubicBezTo>
                  <a:pt x="33692" y="68371"/>
                  <a:pt x="34667" y="67391"/>
                  <a:pt x="35867" y="67391"/>
                </a:cubicBezTo>
                <a:close/>
                <a:moveTo>
                  <a:pt x="48913" y="67391"/>
                </a:moveTo>
                <a:lnTo>
                  <a:pt x="51087" y="67391"/>
                </a:lnTo>
                <a:cubicBezTo>
                  <a:pt x="52287" y="67391"/>
                  <a:pt x="53261" y="68371"/>
                  <a:pt x="53261" y="69571"/>
                </a:cubicBezTo>
                <a:lnTo>
                  <a:pt x="53261" y="71742"/>
                </a:lnTo>
                <a:cubicBezTo>
                  <a:pt x="53261" y="72942"/>
                  <a:pt x="52287" y="73913"/>
                  <a:pt x="51087" y="73913"/>
                </a:cubicBezTo>
                <a:lnTo>
                  <a:pt x="48913" y="73913"/>
                </a:lnTo>
                <a:cubicBezTo>
                  <a:pt x="47713" y="73913"/>
                  <a:pt x="46738" y="72942"/>
                  <a:pt x="46738" y="71742"/>
                </a:cubicBezTo>
                <a:lnTo>
                  <a:pt x="46738" y="69571"/>
                </a:lnTo>
                <a:cubicBezTo>
                  <a:pt x="46738" y="68371"/>
                  <a:pt x="47713" y="67391"/>
                  <a:pt x="48913" y="67391"/>
                </a:cubicBezTo>
                <a:close/>
                <a:moveTo>
                  <a:pt x="61959" y="67391"/>
                </a:moveTo>
                <a:lnTo>
                  <a:pt x="64133" y="67391"/>
                </a:lnTo>
                <a:cubicBezTo>
                  <a:pt x="65333" y="67391"/>
                  <a:pt x="66307" y="68371"/>
                  <a:pt x="66307" y="69571"/>
                </a:cubicBezTo>
                <a:lnTo>
                  <a:pt x="66307" y="71742"/>
                </a:lnTo>
                <a:cubicBezTo>
                  <a:pt x="66307" y="72942"/>
                  <a:pt x="65333" y="73913"/>
                  <a:pt x="64133" y="73913"/>
                </a:cubicBezTo>
                <a:lnTo>
                  <a:pt x="61959" y="73913"/>
                </a:lnTo>
                <a:cubicBezTo>
                  <a:pt x="60758" y="73913"/>
                  <a:pt x="59784" y="72942"/>
                  <a:pt x="59784" y="71742"/>
                </a:cubicBezTo>
                <a:lnTo>
                  <a:pt x="59784" y="69571"/>
                </a:lnTo>
                <a:cubicBezTo>
                  <a:pt x="59784" y="68371"/>
                  <a:pt x="60758" y="67391"/>
                  <a:pt x="61959" y="67391"/>
                </a:cubicBezTo>
                <a:close/>
                <a:moveTo>
                  <a:pt x="75005" y="67391"/>
                </a:moveTo>
                <a:lnTo>
                  <a:pt x="77178" y="67391"/>
                </a:lnTo>
                <a:cubicBezTo>
                  <a:pt x="78379" y="67391"/>
                  <a:pt x="79352" y="68371"/>
                  <a:pt x="79352" y="69571"/>
                </a:cubicBezTo>
                <a:lnTo>
                  <a:pt x="79352" y="71742"/>
                </a:lnTo>
                <a:cubicBezTo>
                  <a:pt x="79352" y="72942"/>
                  <a:pt x="78379" y="73913"/>
                  <a:pt x="77178" y="73913"/>
                </a:cubicBezTo>
                <a:lnTo>
                  <a:pt x="75005" y="73913"/>
                </a:lnTo>
                <a:cubicBezTo>
                  <a:pt x="73804" y="73913"/>
                  <a:pt x="72830" y="72942"/>
                  <a:pt x="72830" y="71742"/>
                </a:cubicBezTo>
                <a:lnTo>
                  <a:pt x="72830" y="69571"/>
                </a:lnTo>
                <a:cubicBezTo>
                  <a:pt x="72830" y="68371"/>
                  <a:pt x="73804" y="67391"/>
                  <a:pt x="75005" y="67391"/>
                </a:cubicBezTo>
                <a:close/>
                <a:moveTo>
                  <a:pt x="22822" y="80435"/>
                </a:moveTo>
                <a:lnTo>
                  <a:pt x="24995" y="80435"/>
                </a:lnTo>
                <a:cubicBezTo>
                  <a:pt x="26196" y="80435"/>
                  <a:pt x="27169" y="81415"/>
                  <a:pt x="27169" y="82615"/>
                </a:cubicBezTo>
                <a:lnTo>
                  <a:pt x="27169" y="84786"/>
                </a:lnTo>
                <a:cubicBezTo>
                  <a:pt x="27169" y="85986"/>
                  <a:pt x="26196" y="86956"/>
                  <a:pt x="24995" y="86956"/>
                </a:cubicBezTo>
                <a:lnTo>
                  <a:pt x="22822" y="86956"/>
                </a:lnTo>
                <a:cubicBezTo>
                  <a:pt x="21621" y="86956"/>
                  <a:pt x="20647" y="85986"/>
                  <a:pt x="20647" y="84786"/>
                </a:cubicBezTo>
                <a:lnTo>
                  <a:pt x="20647" y="82615"/>
                </a:lnTo>
                <a:cubicBezTo>
                  <a:pt x="20647" y="81415"/>
                  <a:pt x="21621" y="80435"/>
                  <a:pt x="22822" y="80435"/>
                </a:cubicBezTo>
                <a:close/>
                <a:moveTo>
                  <a:pt x="35867" y="80435"/>
                </a:moveTo>
                <a:lnTo>
                  <a:pt x="38041" y="80435"/>
                </a:lnTo>
                <a:cubicBezTo>
                  <a:pt x="39242" y="80435"/>
                  <a:pt x="40215" y="81415"/>
                  <a:pt x="40215" y="82615"/>
                </a:cubicBezTo>
                <a:lnTo>
                  <a:pt x="40215" y="84786"/>
                </a:lnTo>
                <a:cubicBezTo>
                  <a:pt x="40215" y="85986"/>
                  <a:pt x="39242" y="86956"/>
                  <a:pt x="38041" y="86956"/>
                </a:cubicBezTo>
                <a:lnTo>
                  <a:pt x="35867" y="86956"/>
                </a:lnTo>
                <a:cubicBezTo>
                  <a:pt x="34667" y="86956"/>
                  <a:pt x="33692" y="85986"/>
                  <a:pt x="33692" y="84786"/>
                </a:cubicBezTo>
                <a:lnTo>
                  <a:pt x="33692" y="82615"/>
                </a:lnTo>
                <a:cubicBezTo>
                  <a:pt x="33692" y="81415"/>
                  <a:pt x="34667" y="80435"/>
                  <a:pt x="35867" y="80435"/>
                </a:cubicBezTo>
                <a:close/>
                <a:moveTo>
                  <a:pt x="48913" y="80435"/>
                </a:moveTo>
                <a:lnTo>
                  <a:pt x="51087" y="80435"/>
                </a:lnTo>
                <a:cubicBezTo>
                  <a:pt x="52287" y="80435"/>
                  <a:pt x="53261" y="81415"/>
                  <a:pt x="53261" y="82615"/>
                </a:cubicBezTo>
                <a:lnTo>
                  <a:pt x="53261" y="84786"/>
                </a:lnTo>
                <a:cubicBezTo>
                  <a:pt x="53261" y="85986"/>
                  <a:pt x="52287" y="86956"/>
                  <a:pt x="51087" y="86956"/>
                </a:cubicBezTo>
                <a:lnTo>
                  <a:pt x="48913" y="86956"/>
                </a:lnTo>
                <a:cubicBezTo>
                  <a:pt x="47713" y="86956"/>
                  <a:pt x="46738" y="85986"/>
                  <a:pt x="46738" y="84786"/>
                </a:cubicBezTo>
                <a:lnTo>
                  <a:pt x="46738" y="82615"/>
                </a:lnTo>
                <a:cubicBezTo>
                  <a:pt x="46738" y="81415"/>
                  <a:pt x="47713" y="80435"/>
                  <a:pt x="48913" y="80435"/>
                </a:cubicBezTo>
                <a:close/>
                <a:moveTo>
                  <a:pt x="61959" y="80435"/>
                </a:moveTo>
                <a:lnTo>
                  <a:pt x="64133" y="80435"/>
                </a:lnTo>
                <a:cubicBezTo>
                  <a:pt x="65333" y="80435"/>
                  <a:pt x="66307" y="81415"/>
                  <a:pt x="66307" y="82615"/>
                </a:cubicBezTo>
                <a:lnTo>
                  <a:pt x="66307" y="84786"/>
                </a:lnTo>
                <a:cubicBezTo>
                  <a:pt x="66307" y="85986"/>
                  <a:pt x="65333" y="86956"/>
                  <a:pt x="64133" y="86956"/>
                </a:cubicBezTo>
                <a:lnTo>
                  <a:pt x="61959" y="86956"/>
                </a:lnTo>
                <a:cubicBezTo>
                  <a:pt x="60758" y="86956"/>
                  <a:pt x="59784" y="85986"/>
                  <a:pt x="59784" y="84786"/>
                </a:cubicBezTo>
                <a:lnTo>
                  <a:pt x="59784" y="82615"/>
                </a:lnTo>
                <a:cubicBezTo>
                  <a:pt x="59784" y="81415"/>
                  <a:pt x="60758" y="80435"/>
                  <a:pt x="61959" y="80435"/>
                </a:cubicBezTo>
                <a:close/>
                <a:moveTo>
                  <a:pt x="75005" y="80435"/>
                </a:moveTo>
                <a:lnTo>
                  <a:pt x="77178" y="80435"/>
                </a:lnTo>
                <a:cubicBezTo>
                  <a:pt x="78379" y="80435"/>
                  <a:pt x="79352" y="81415"/>
                  <a:pt x="79352" y="82615"/>
                </a:cubicBezTo>
                <a:lnTo>
                  <a:pt x="79352" y="84786"/>
                </a:lnTo>
                <a:cubicBezTo>
                  <a:pt x="79352" y="85986"/>
                  <a:pt x="78379" y="86956"/>
                  <a:pt x="77178" y="86956"/>
                </a:cubicBezTo>
                <a:lnTo>
                  <a:pt x="75005" y="86956"/>
                </a:lnTo>
                <a:cubicBezTo>
                  <a:pt x="73804" y="86956"/>
                  <a:pt x="72830" y="85986"/>
                  <a:pt x="72830" y="84786"/>
                </a:cubicBezTo>
                <a:lnTo>
                  <a:pt x="72830" y="82615"/>
                </a:lnTo>
                <a:cubicBezTo>
                  <a:pt x="72830" y="81415"/>
                  <a:pt x="73804" y="80435"/>
                  <a:pt x="75005" y="8043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5" name="Белый — SVG 24">
            <a:extLst>
              <a:ext uri="{FF2B5EF4-FFF2-40B4-BE49-F238E27FC236}">
                <a16:creationId xmlns:a16="http://schemas.microsoft.com/office/drawing/2014/main" id="{C423B252-B714-3A43-94A2-FEC44F375E83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72663 w 113428"/>
              <a:gd name="csY0" fmla="*/ 1 h 155942"/>
              <a:gd name="csX1" fmla="*/ 54237 w 113428"/>
              <a:gd name="csY1" fmla="*/ 9222 h 155942"/>
              <a:gd name="csX2" fmla="*/ 51311 w 113428"/>
              <a:gd name="csY2" fmla="*/ 15124 h 155942"/>
              <a:gd name="csX3" fmla="*/ 36527 w 113428"/>
              <a:gd name="csY3" fmla="*/ 23392 h 155942"/>
              <a:gd name="csX4" fmla="*/ 32069 w 113428"/>
              <a:gd name="csY4" fmla="*/ 32391 h 155942"/>
              <a:gd name="csX5" fmla="*/ 31916 w 113428"/>
              <a:gd name="csY5" fmla="*/ 34483 h 155942"/>
              <a:gd name="csX6" fmla="*/ 32596 w 113428"/>
              <a:gd name="csY6" fmla="*/ 36473 h 155942"/>
              <a:gd name="csX7" fmla="*/ 34009 w 113428"/>
              <a:gd name="csY7" fmla="*/ 38038 h 155942"/>
              <a:gd name="csX8" fmla="*/ 35914 w 113428"/>
              <a:gd name="csY8" fmla="*/ 38940 h 155942"/>
              <a:gd name="csX9" fmla="*/ 38007 w 113428"/>
              <a:gd name="csY9" fmla="*/ 39042 h 155942"/>
              <a:gd name="csX10" fmla="*/ 39980 w 113428"/>
              <a:gd name="csY10" fmla="*/ 38310 h 155942"/>
              <a:gd name="csX11" fmla="*/ 41529 w 113428"/>
              <a:gd name="csY11" fmla="*/ 36882 h 155942"/>
              <a:gd name="csX12" fmla="*/ 42379 w 113428"/>
              <a:gd name="csY12" fmla="*/ 34959 h 155942"/>
              <a:gd name="csX13" fmla="*/ 45016 w 113428"/>
              <a:gd name="csY13" fmla="*/ 29771 h 155942"/>
              <a:gd name="csX14" fmla="*/ 54680 w 113428"/>
              <a:gd name="csY14" fmla="*/ 24872 h 155942"/>
              <a:gd name="csX15" fmla="*/ 57964 w 113428"/>
              <a:gd name="csY15" fmla="*/ 23919 h 155942"/>
              <a:gd name="csX16" fmla="*/ 57981 w 113428"/>
              <a:gd name="csY16" fmla="*/ 23919 h 155942"/>
              <a:gd name="csX17" fmla="*/ 58321 w 113428"/>
              <a:gd name="csY17" fmla="*/ 23647 h 155942"/>
              <a:gd name="csX18" fmla="*/ 58627 w 113428"/>
              <a:gd name="csY18" fmla="*/ 23392 h 155942"/>
              <a:gd name="csX19" fmla="*/ 60243 w 113428"/>
              <a:gd name="csY19" fmla="*/ 20517 h 155942"/>
              <a:gd name="csX20" fmla="*/ 62744 w 113428"/>
              <a:gd name="csY20" fmla="*/ 15601 h 155942"/>
              <a:gd name="csX21" fmla="*/ 72663 w 113428"/>
              <a:gd name="csY21" fmla="*/ 10633 h 155942"/>
              <a:gd name="csX22" fmla="*/ 74722 w 113428"/>
              <a:gd name="csY22" fmla="*/ 10259 h 155942"/>
              <a:gd name="csX23" fmla="*/ 76474 w 113428"/>
              <a:gd name="csY23" fmla="*/ 9102 h 155942"/>
              <a:gd name="csX24" fmla="*/ 77648 w 113428"/>
              <a:gd name="csY24" fmla="*/ 7367 h 155942"/>
              <a:gd name="csX25" fmla="*/ 78056 w 113428"/>
              <a:gd name="csY25" fmla="*/ 5326 h 155942"/>
              <a:gd name="csX26" fmla="*/ 77648 w 113428"/>
              <a:gd name="csY26" fmla="*/ 3268 h 155942"/>
              <a:gd name="csX27" fmla="*/ 76474 w 113428"/>
              <a:gd name="csY27" fmla="*/ 1532 h 155942"/>
              <a:gd name="csX28" fmla="*/ 74722 w 113428"/>
              <a:gd name="csY28" fmla="*/ 393 h 155942"/>
              <a:gd name="csX29" fmla="*/ 72663 w 113428"/>
              <a:gd name="csY29" fmla="*/ 1 h 155942"/>
              <a:gd name="csX30" fmla="*/ 97656 w 113428"/>
              <a:gd name="csY30" fmla="*/ 7027 h 155942"/>
              <a:gd name="csX31" fmla="*/ 94253 w 113428"/>
              <a:gd name="csY31" fmla="*/ 8116 h 155942"/>
              <a:gd name="csX32" fmla="*/ 92331 w 113428"/>
              <a:gd name="csY32" fmla="*/ 11127 h 155942"/>
              <a:gd name="csX33" fmla="*/ 89694 w 113428"/>
              <a:gd name="csY33" fmla="*/ 16298 h 155942"/>
              <a:gd name="csX34" fmla="*/ 79758 w 113428"/>
              <a:gd name="csY34" fmla="*/ 21265 h 155942"/>
              <a:gd name="csX35" fmla="*/ 77699 w 113428"/>
              <a:gd name="csY35" fmla="*/ 21657 h 155942"/>
              <a:gd name="csX36" fmla="*/ 75947 w 113428"/>
              <a:gd name="csY36" fmla="*/ 22796 h 155942"/>
              <a:gd name="csX37" fmla="*/ 74773 w 113428"/>
              <a:gd name="csY37" fmla="*/ 24532 h 155942"/>
              <a:gd name="csX38" fmla="*/ 74364 w 113428"/>
              <a:gd name="csY38" fmla="*/ 26590 h 155942"/>
              <a:gd name="csX39" fmla="*/ 74773 w 113428"/>
              <a:gd name="csY39" fmla="*/ 28631 h 155942"/>
              <a:gd name="csX40" fmla="*/ 75947 w 113428"/>
              <a:gd name="csY40" fmla="*/ 30366 h 155942"/>
              <a:gd name="csX41" fmla="*/ 77699 w 113428"/>
              <a:gd name="csY41" fmla="*/ 31523 h 155942"/>
              <a:gd name="csX42" fmla="*/ 79758 w 113428"/>
              <a:gd name="csY42" fmla="*/ 31897 h 155942"/>
              <a:gd name="csX43" fmla="*/ 98183 w 113428"/>
              <a:gd name="csY43" fmla="*/ 22677 h 155942"/>
              <a:gd name="csX44" fmla="*/ 102641 w 113428"/>
              <a:gd name="csY44" fmla="*/ 13695 h 155942"/>
              <a:gd name="csX45" fmla="*/ 102726 w 113428"/>
              <a:gd name="csY45" fmla="*/ 11331 h 155942"/>
              <a:gd name="csX46" fmla="*/ 101756 w 113428"/>
              <a:gd name="csY46" fmla="*/ 9153 h 155942"/>
              <a:gd name="csX47" fmla="*/ 99953 w 113428"/>
              <a:gd name="csY47" fmla="*/ 7622 h 155942"/>
              <a:gd name="csX48" fmla="*/ 97656 w 113428"/>
              <a:gd name="csY48" fmla="*/ 7027 h 155942"/>
              <a:gd name="csX49" fmla="*/ 26591 w 113428"/>
              <a:gd name="csY49" fmla="*/ 46067 h 155942"/>
              <a:gd name="csX50" fmla="*/ 25162 w 113428"/>
              <a:gd name="csY50" fmla="*/ 46289 h 155942"/>
              <a:gd name="csX51" fmla="*/ 23052 w 113428"/>
              <a:gd name="csY51" fmla="*/ 46289 h 155942"/>
              <a:gd name="csX52" fmla="*/ 19581 w 113428"/>
              <a:gd name="csY52" fmla="*/ 47530 h 155942"/>
              <a:gd name="csX53" fmla="*/ 17744 w 113428"/>
              <a:gd name="csY53" fmla="*/ 50712 h 155942"/>
              <a:gd name="csX54" fmla="*/ 18425 w 113428"/>
              <a:gd name="csY54" fmla="*/ 54335 h 155942"/>
              <a:gd name="csX55" fmla="*/ 21283 w 113428"/>
              <a:gd name="csY55" fmla="*/ 56648 h 155942"/>
              <a:gd name="csX56" fmla="*/ 21283 w 113428"/>
              <a:gd name="csY56" fmla="*/ 71754 h 155942"/>
              <a:gd name="csX57" fmla="*/ 935 w 113428"/>
              <a:gd name="csY57" fmla="*/ 130528 h 155942"/>
              <a:gd name="csX58" fmla="*/ 3776 w 113428"/>
              <a:gd name="csY58" fmla="*/ 147947 h 155942"/>
              <a:gd name="csX59" fmla="*/ 19513 w 113428"/>
              <a:gd name="csY59" fmla="*/ 155942 h 155942"/>
              <a:gd name="csX60" fmla="*/ 93930 w 113428"/>
              <a:gd name="csY60" fmla="*/ 155942 h 155942"/>
              <a:gd name="csX61" fmla="*/ 109650 w 113428"/>
              <a:gd name="csY61" fmla="*/ 147964 h 155942"/>
              <a:gd name="csX62" fmla="*/ 112475 w 113428"/>
              <a:gd name="csY62" fmla="*/ 130443 h 155942"/>
              <a:gd name="csX63" fmla="*/ 92314 w 113428"/>
              <a:gd name="csY63" fmla="*/ 71754 h 155942"/>
              <a:gd name="csX64" fmla="*/ 92195 w 113428"/>
              <a:gd name="csY64" fmla="*/ 56631 h 155942"/>
              <a:gd name="csX65" fmla="*/ 95036 w 113428"/>
              <a:gd name="csY65" fmla="*/ 54301 h 155942"/>
              <a:gd name="csX66" fmla="*/ 95682 w 113428"/>
              <a:gd name="csY66" fmla="*/ 50695 h 155942"/>
              <a:gd name="csX67" fmla="*/ 93845 w 113428"/>
              <a:gd name="csY67" fmla="*/ 47530 h 155942"/>
              <a:gd name="csX68" fmla="*/ 90391 w 113428"/>
              <a:gd name="csY68" fmla="*/ 46289 h 155942"/>
              <a:gd name="csX69" fmla="*/ 88281 w 113428"/>
              <a:gd name="csY69" fmla="*/ 46289 h 155942"/>
              <a:gd name="csX70" fmla="*/ 86852 w 113428"/>
              <a:gd name="csY70" fmla="*/ 46067 h 155942"/>
              <a:gd name="csX71" fmla="*/ 26591 w 113428"/>
              <a:gd name="csY71" fmla="*/ 46067 h 155942"/>
              <a:gd name="csX72" fmla="*/ 58321 w 113428"/>
              <a:gd name="csY72" fmla="*/ 77963 h 155942"/>
              <a:gd name="csX73" fmla="*/ 58389 w 113428"/>
              <a:gd name="csY73" fmla="*/ 77963 h 155942"/>
              <a:gd name="csX74" fmla="*/ 61877 w 113428"/>
              <a:gd name="csY74" fmla="*/ 81519 h 155942"/>
              <a:gd name="csX75" fmla="*/ 61860 w 113428"/>
              <a:gd name="csY75" fmla="*/ 81774 h 155942"/>
              <a:gd name="csX76" fmla="*/ 61826 w 113428"/>
              <a:gd name="csY76" fmla="*/ 98479 h 155942"/>
              <a:gd name="csX77" fmla="*/ 75096 w 113428"/>
              <a:gd name="csY77" fmla="*/ 101200 h 155942"/>
              <a:gd name="csX78" fmla="*/ 77682 w 113428"/>
              <a:gd name="csY78" fmla="*/ 103395 h 155942"/>
              <a:gd name="csX79" fmla="*/ 77240 w 113428"/>
              <a:gd name="csY79" fmla="*/ 106763 h 155942"/>
              <a:gd name="csX80" fmla="*/ 57930 w 113428"/>
              <a:gd name="csY80" fmla="*/ 133215 h 155942"/>
              <a:gd name="csX81" fmla="*/ 55055 w 113428"/>
              <a:gd name="csY81" fmla="*/ 134678 h 155942"/>
              <a:gd name="csX82" fmla="*/ 53948 w 113428"/>
              <a:gd name="csY82" fmla="*/ 134491 h 155942"/>
              <a:gd name="csX83" fmla="*/ 51516 w 113428"/>
              <a:gd name="csY83" fmla="*/ 131123 h 155942"/>
              <a:gd name="csX84" fmla="*/ 51533 w 113428"/>
              <a:gd name="csY84" fmla="*/ 114163 h 155942"/>
              <a:gd name="csX85" fmla="*/ 38279 w 113428"/>
              <a:gd name="csY85" fmla="*/ 111441 h 155942"/>
              <a:gd name="csX86" fmla="*/ 35693 w 113428"/>
              <a:gd name="csY86" fmla="*/ 109247 h 155942"/>
              <a:gd name="csX87" fmla="*/ 36135 w 113428"/>
              <a:gd name="csY87" fmla="*/ 105879 h 155942"/>
              <a:gd name="csX88" fmla="*/ 55429 w 113428"/>
              <a:gd name="csY88" fmla="*/ 79460 h 155942"/>
              <a:gd name="csX89" fmla="*/ 55616 w 113428"/>
              <a:gd name="csY89" fmla="*/ 79222 h 155942"/>
              <a:gd name="csX90" fmla="*/ 56262 w 113428"/>
              <a:gd name="csY90" fmla="*/ 78627 h 155942"/>
              <a:gd name="csX91" fmla="*/ 58032 w 113428"/>
              <a:gd name="csY91" fmla="*/ 77980 h 155942"/>
              <a:gd name="csX92" fmla="*/ 58321 w 113428"/>
              <a:gd name="csY92" fmla="*/ 77963 h 155942"/>
            </a:gdLst>
            <a:ahLst/>
            <a:cxnLst/>
            <a:rect l="l" t="t" r="r" b="b"/>
            <a:pathLst>
              <a:path w="100000" h="100000">
                <a:moveTo>
                  <a:pt x="60228" y="1"/>
                </a:moveTo>
                <a:cubicBezTo>
                  <a:pt x="54554" y="1"/>
                  <a:pt x="50550" y="3056"/>
                  <a:pt x="48412" y="5914"/>
                </a:cubicBezTo>
                <a:cubicBezTo>
                  <a:pt x="47005" y="7779"/>
                  <a:pt x="46917" y="8608"/>
                  <a:pt x="46535" y="9698"/>
                </a:cubicBezTo>
                <a:cubicBezTo>
                  <a:pt x="42226" y="10451"/>
                  <a:pt x="38844" y="12600"/>
                  <a:pt x="37055" y="15000"/>
                </a:cubicBezTo>
                <a:cubicBezTo>
                  <a:pt x="34905" y="17859"/>
                  <a:pt x="34196" y="20771"/>
                  <a:pt x="34196" y="20771"/>
                </a:cubicBezTo>
                <a:cubicBezTo>
                  <a:pt x="34076" y="21207"/>
                  <a:pt x="34043" y="21665"/>
                  <a:pt x="34098" y="22113"/>
                </a:cubicBezTo>
                <a:cubicBezTo>
                  <a:pt x="34163" y="22560"/>
                  <a:pt x="34305" y="22996"/>
                  <a:pt x="34534" y="23389"/>
                </a:cubicBezTo>
                <a:cubicBezTo>
                  <a:pt x="34764" y="23782"/>
                  <a:pt x="35069" y="24120"/>
                  <a:pt x="35440" y="24392"/>
                </a:cubicBezTo>
                <a:cubicBezTo>
                  <a:pt x="35800" y="24666"/>
                  <a:pt x="36215" y="24862"/>
                  <a:pt x="36662" y="24971"/>
                </a:cubicBezTo>
                <a:cubicBezTo>
                  <a:pt x="37098" y="25091"/>
                  <a:pt x="37556" y="25102"/>
                  <a:pt x="38004" y="25036"/>
                </a:cubicBezTo>
                <a:cubicBezTo>
                  <a:pt x="38451" y="24971"/>
                  <a:pt x="38888" y="24807"/>
                  <a:pt x="39269" y="24567"/>
                </a:cubicBezTo>
                <a:cubicBezTo>
                  <a:pt x="39662" y="24327"/>
                  <a:pt x="39989" y="24022"/>
                  <a:pt x="40262" y="23651"/>
                </a:cubicBezTo>
                <a:cubicBezTo>
                  <a:pt x="40524" y="23280"/>
                  <a:pt x="40709" y="22866"/>
                  <a:pt x="40807" y="22418"/>
                </a:cubicBezTo>
                <a:cubicBezTo>
                  <a:pt x="40807" y="22418"/>
                  <a:pt x="41233" y="20782"/>
                  <a:pt x="42498" y="19091"/>
                </a:cubicBezTo>
                <a:cubicBezTo>
                  <a:pt x="43743" y="17433"/>
                  <a:pt x="45434" y="16015"/>
                  <a:pt x="48696" y="15950"/>
                </a:cubicBezTo>
                <a:cubicBezTo>
                  <a:pt x="49449" y="15982"/>
                  <a:pt x="50190" y="15774"/>
                  <a:pt x="50802" y="15338"/>
                </a:cubicBezTo>
                <a:cubicBezTo>
                  <a:pt x="50802" y="15338"/>
                  <a:pt x="50802" y="15338"/>
                  <a:pt x="50812" y="15338"/>
                </a:cubicBezTo>
                <a:cubicBezTo>
                  <a:pt x="50878" y="15284"/>
                  <a:pt x="50954" y="15229"/>
                  <a:pt x="51031" y="15164"/>
                </a:cubicBezTo>
                <a:cubicBezTo>
                  <a:pt x="51096" y="15109"/>
                  <a:pt x="51161" y="15055"/>
                  <a:pt x="51227" y="15000"/>
                </a:cubicBezTo>
                <a:cubicBezTo>
                  <a:pt x="51762" y="14509"/>
                  <a:pt x="52121" y="13865"/>
                  <a:pt x="52263" y="13157"/>
                </a:cubicBezTo>
                <a:cubicBezTo>
                  <a:pt x="52296" y="13004"/>
                  <a:pt x="52656" y="11608"/>
                  <a:pt x="53867" y="10004"/>
                </a:cubicBezTo>
                <a:cubicBezTo>
                  <a:pt x="55133" y="8313"/>
                  <a:pt x="56824" y="6819"/>
                  <a:pt x="60228" y="6819"/>
                </a:cubicBezTo>
                <a:cubicBezTo>
                  <a:pt x="60686" y="6829"/>
                  <a:pt x="61133" y="6742"/>
                  <a:pt x="61548" y="6579"/>
                </a:cubicBezTo>
                <a:cubicBezTo>
                  <a:pt x="61973" y="6404"/>
                  <a:pt x="62355" y="6154"/>
                  <a:pt x="62671" y="5837"/>
                </a:cubicBezTo>
                <a:cubicBezTo>
                  <a:pt x="62999" y="5521"/>
                  <a:pt x="63250" y="5139"/>
                  <a:pt x="63424" y="4724"/>
                </a:cubicBezTo>
                <a:cubicBezTo>
                  <a:pt x="63599" y="4310"/>
                  <a:pt x="63686" y="3862"/>
                  <a:pt x="63686" y="3415"/>
                </a:cubicBezTo>
                <a:cubicBezTo>
                  <a:pt x="63686" y="2957"/>
                  <a:pt x="63599" y="2510"/>
                  <a:pt x="63424" y="2096"/>
                </a:cubicBezTo>
                <a:cubicBezTo>
                  <a:pt x="63250" y="1681"/>
                  <a:pt x="62999" y="1299"/>
                  <a:pt x="62671" y="982"/>
                </a:cubicBezTo>
                <a:cubicBezTo>
                  <a:pt x="62355" y="666"/>
                  <a:pt x="61973" y="416"/>
                  <a:pt x="61548" y="252"/>
                </a:cubicBezTo>
                <a:cubicBezTo>
                  <a:pt x="61133" y="77"/>
                  <a:pt x="60686" y="-10"/>
                  <a:pt x="60228" y="1"/>
                </a:cubicBezTo>
                <a:close/>
                <a:moveTo>
                  <a:pt x="76255" y="4506"/>
                </a:moveTo>
                <a:cubicBezTo>
                  <a:pt x="75469" y="4473"/>
                  <a:pt x="74705" y="4724"/>
                  <a:pt x="74072" y="5204"/>
                </a:cubicBezTo>
                <a:cubicBezTo>
                  <a:pt x="73451" y="5684"/>
                  <a:pt x="73014" y="6361"/>
                  <a:pt x="72840" y="7135"/>
                </a:cubicBezTo>
                <a:cubicBezTo>
                  <a:pt x="72840" y="7135"/>
                  <a:pt x="72414" y="8760"/>
                  <a:pt x="71149" y="10451"/>
                </a:cubicBezTo>
                <a:cubicBezTo>
                  <a:pt x="69872" y="12142"/>
                  <a:pt x="68192" y="13636"/>
                  <a:pt x="64777" y="13636"/>
                </a:cubicBezTo>
                <a:cubicBezTo>
                  <a:pt x="64330" y="13626"/>
                  <a:pt x="63872" y="13713"/>
                  <a:pt x="63457" y="13888"/>
                </a:cubicBezTo>
                <a:cubicBezTo>
                  <a:pt x="63043" y="14051"/>
                  <a:pt x="62660" y="14302"/>
                  <a:pt x="62333" y="14618"/>
                </a:cubicBezTo>
                <a:cubicBezTo>
                  <a:pt x="62017" y="14935"/>
                  <a:pt x="61755" y="15317"/>
                  <a:pt x="61581" y="15731"/>
                </a:cubicBezTo>
                <a:cubicBezTo>
                  <a:pt x="61406" y="16146"/>
                  <a:pt x="61318" y="16593"/>
                  <a:pt x="61318" y="17051"/>
                </a:cubicBezTo>
                <a:cubicBezTo>
                  <a:pt x="61318" y="17498"/>
                  <a:pt x="61406" y="17946"/>
                  <a:pt x="61581" y="18360"/>
                </a:cubicBezTo>
                <a:cubicBezTo>
                  <a:pt x="61755" y="18774"/>
                  <a:pt x="62017" y="19156"/>
                  <a:pt x="62333" y="19473"/>
                </a:cubicBezTo>
                <a:cubicBezTo>
                  <a:pt x="62660" y="19789"/>
                  <a:pt x="63043" y="20040"/>
                  <a:pt x="63457" y="20215"/>
                </a:cubicBezTo>
                <a:cubicBezTo>
                  <a:pt x="63872" y="20378"/>
                  <a:pt x="64330" y="20465"/>
                  <a:pt x="64777" y="20454"/>
                </a:cubicBezTo>
                <a:cubicBezTo>
                  <a:pt x="70461" y="20454"/>
                  <a:pt x="74455" y="17400"/>
                  <a:pt x="76593" y="14542"/>
                </a:cubicBezTo>
                <a:cubicBezTo>
                  <a:pt x="78731" y="11695"/>
                  <a:pt x="79451" y="8782"/>
                  <a:pt x="79451" y="8782"/>
                </a:cubicBezTo>
                <a:cubicBezTo>
                  <a:pt x="79582" y="8281"/>
                  <a:pt x="79593" y="7768"/>
                  <a:pt x="79506" y="7266"/>
                </a:cubicBezTo>
                <a:cubicBezTo>
                  <a:pt x="79408" y="6753"/>
                  <a:pt x="79190" y="6284"/>
                  <a:pt x="78884" y="5869"/>
                </a:cubicBezTo>
                <a:cubicBezTo>
                  <a:pt x="78579" y="5455"/>
                  <a:pt x="78185" y="5128"/>
                  <a:pt x="77728" y="4888"/>
                </a:cubicBezTo>
                <a:cubicBezTo>
                  <a:pt x="77269" y="4648"/>
                  <a:pt x="76768" y="4517"/>
                  <a:pt x="76255" y="4506"/>
                </a:cubicBezTo>
                <a:close/>
                <a:moveTo>
                  <a:pt x="30683" y="29541"/>
                </a:moveTo>
                <a:cubicBezTo>
                  <a:pt x="30367" y="29541"/>
                  <a:pt x="30061" y="29607"/>
                  <a:pt x="29767" y="29683"/>
                </a:cubicBezTo>
                <a:lnTo>
                  <a:pt x="28414" y="29683"/>
                </a:lnTo>
                <a:cubicBezTo>
                  <a:pt x="27596" y="29683"/>
                  <a:pt x="26810" y="29956"/>
                  <a:pt x="26188" y="30479"/>
                </a:cubicBezTo>
                <a:cubicBezTo>
                  <a:pt x="25567" y="31003"/>
                  <a:pt x="25152" y="31723"/>
                  <a:pt x="25010" y="32520"/>
                </a:cubicBezTo>
                <a:cubicBezTo>
                  <a:pt x="24879" y="33316"/>
                  <a:pt x="25032" y="34145"/>
                  <a:pt x="25447" y="34843"/>
                </a:cubicBezTo>
                <a:cubicBezTo>
                  <a:pt x="25861" y="35531"/>
                  <a:pt x="26505" y="36065"/>
                  <a:pt x="27279" y="36326"/>
                </a:cubicBezTo>
                <a:lnTo>
                  <a:pt x="27279" y="46013"/>
                </a:lnTo>
                <a:lnTo>
                  <a:pt x="14231" y="83703"/>
                </a:lnTo>
                <a:cubicBezTo>
                  <a:pt x="13009" y="87554"/>
                  <a:pt x="13674" y="91623"/>
                  <a:pt x="16053" y="94873"/>
                </a:cubicBezTo>
                <a:cubicBezTo>
                  <a:pt x="18431" y="98135"/>
                  <a:pt x="22118" y="100000"/>
                  <a:pt x="26144" y="100000"/>
                </a:cubicBezTo>
                <a:lnTo>
                  <a:pt x="73865" y="100000"/>
                </a:lnTo>
                <a:cubicBezTo>
                  <a:pt x="77891" y="100000"/>
                  <a:pt x="81568" y="98135"/>
                  <a:pt x="83946" y="94884"/>
                </a:cubicBezTo>
                <a:cubicBezTo>
                  <a:pt x="86324" y="91633"/>
                  <a:pt x="87001" y="87565"/>
                  <a:pt x="85758" y="83648"/>
                </a:cubicBezTo>
                <a:lnTo>
                  <a:pt x="72829" y="46013"/>
                </a:lnTo>
                <a:lnTo>
                  <a:pt x="72753" y="36315"/>
                </a:lnTo>
                <a:cubicBezTo>
                  <a:pt x="73516" y="36043"/>
                  <a:pt x="74160" y="35520"/>
                  <a:pt x="74575" y="34821"/>
                </a:cubicBezTo>
                <a:cubicBezTo>
                  <a:pt x="74978" y="34123"/>
                  <a:pt x="75131" y="33305"/>
                  <a:pt x="74989" y="32509"/>
                </a:cubicBezTo>
                <a:cubicBezTo>
                  <a:pt x="74847" y="31712"/>
                  <a:pt x="74433" y="30992"/>
                  <a:pt x="73811" y="30479"/>
                </a:cubicBezTo>
                <a:cubicBezTo>
                  <a:pt x="73189" y="29956"/>
                  <a:pt x="72403" y="29683"/>
                  <a:pt x="71596" y="29683"/>
                </a:cubicBezTo>
                <a:lnTo>
                  <a:pt x="70243" y="29683"/>
                </a:lnTo>
                <a:cubicBezTo>
                  <a:pt x="69948" y="29607"/>
                  <a:pt x="69643" y="29541"/>
                  <a:pt x="69326" y="29541"/>
                </a:cubicBezTo>
                <a:lnTo>
                  <a:pt x="30683" y="29541"/>
                </a:lnTo>
                <a:close/>
                <a:moveTo>
                  <a:pt x="51031" y="49995"/>
                </a:moveTo>
                <a:lnTo>
                  <a:pt x="51074" y="49995"/>
                </a:lnTo>
                <a:cubicBezTo>
                  <a:pt x="52307" y="50017"/>
                  <a:pt x="53311" y="51020"/>
                  <a:pt x="53311" y="52275"/>
                </a:cubicBezTo>
                <a:cubicBezTo>
                  <a:pt x="53311" y="52330"/>
                  <a:pt x="53311" y="52384"/>
                  <a:pt x="53300" y="52439"/>
                </a:cubicBezTo>
                <a:lnTo>
                  <a:pt x="53278" y="63151"/>
                </a:lnTo>
                <a:lnTo>
                  <a:pt x="61788" y="64896"/>
                </a:lnTo>
                <a:cubicBezTo>
                  <a:pt x="62541" y="65049"/>
                  <a:pt x="63163" y="65583"/>
                  <a:pt x="63446" y="66303"/>
                </a:cubicBezTo>
                <a:cubicBezTo>
                  <a:pt x="63729" y="67024"/>
                  <a:pt x="63620" y="67831"/>
                  <a:pt x="63163" y="68463"/>
                </a:cubicBezTo>
                <a:lnTo>
                  <a:pt x="50780" y="85426"/>
                </a:lnTo>
                <a:cubicBezTo>
                  <a:pt x="50343" y="86026"/>
                  <a:pt x="49645" y="86364"/>
                  <a:pt x="48936" y="86364"/>
                </a:cubicBezTo>
                <a:cubicBezTo>
                  <a:pt x="48707" y="86364"/>
                  <a:pt x="48467" y="86321"/>
                  <a:pt x="48226" y="86244"/>
                </a:cubicBezTo>
                <a:cubicBezTo>
                  <a:pt x="47300" y="85939"/>
                  <a:pt x="46667" y="85066"/>
                  <a:pt x="46667" y="84084"/>
                </a:cubicBezTo>
                <a:lnTo>
                  <a:pt x="46678" y="73209"/>
                </a:lnTo>
                <a:lnTo>
                  <a:pt x="38178" y="71463"/>
                </a:lnTo>
                <a:cubicBezTo>
                  <a:pt x="37425" y="71310"/>
                  <a:pt x="36793" y="70776"/>
                  <a:pt x="36520" y="70056"/>
                </a:cubicBezTo>
                <a:cubicBezTo>
                  <a:pt x="36237" y="69336"/>
                  <a:pt x="36346" y="68529"/>
                  <a:pt x="36803" y="67896"/>
                </a:cubicBezTo>
                <a:lnTo>
                  <a:pt x="49176" y="50955"/>
                </a:lnTo>
                <a:cubicBezTo>
                  <a:pt x="49220" y="50900"/>
                  <a:pt x="49252" y="50846"/>
                  <a:pt x="49296" y="50802"/>
                </a:cubicBezTo>
                <a:cubicBezTo>
                  <a:pt x="49416" y="50650"/>
                  <a:pt x="49558" y="50530"/>
                  <a:pt x="49710" y="50421"/>
                </a:cubicBezTo>
                <a:cubicBezTo>
                  <a:pt x="50038" y="50192"/>
                  <a:pt x="50419" y="50038"/>
                  <a:pt x="50845" y="50006"/>
                </a:cubicBezTo>
                <a:cubicBezTo>
                  <a:pt x="50911" y="50006"/>
                  <a:pt x="50965" y="49995"/>
                  <a:pt x="51031" y="4999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6" name="Белый — SVG 25">
            <a:extLst>
              <a:ext uri="{FF2B5EF4-FFF2-40B4-BE49-F238E27FC236}">
                <a16:creationId xmlns:a16="http://schemas.microsoft.com/office/drawing/2014/main" id="{697D3937-5126-C345-BEC4-68D7CBB8CEF7}"/>
              </a:ext>
            </a:extLst>
          </p:cNvPr>
          <p:cNvSpPr>
            <a:spLocks noGrp="1"/>
          </p:cNvSpPr>
          <p:nvPr/>
        </p:nvSpPr>
        <p:spPr>
          <a:xfrm>
            <a:off x="4020000" y="5010000"/>
            <a:ext cx="220000" cy="220000"/>
          </a:xfrm>
          <a:custGeom>
            <a:avLst/>
            <a:gdLst>
              <a:gd name="csX0" fmla="*/ 92162 w 134695"/>
              <a:gd name="csY0" fmla="*/ 21264 h 163017"/>
              <a:gd name="csX1" fmla="*/ 79555 w 134695"/>
              <a:gd name="csY1" fmla="*/ 17130 h 163017"/>
              <a:gd name="csX2" fmla="*/ 70895 w 134695"/>
              <a:gd name="csY2" fmla="*/ 14170 h 163017"/>
              <a:gd name="csX3" fmla="*/ 67339 w 134695"/>
              <a:gd name="csY3" fmla="*/ 10632 h 163017"/>
              <a:gd name="csX4" fmla="*/ 67339 w 134695"/>
              <a:gd name="csY4" fmla="*/ 3538 h 163017"/>
              <a:gd name="csX5" fmla="*/ 70895 w 134695"/>
              <a:gd name="csY5" fmla="*/ 0 h 163017"/>
              <a:gd name="csX6" fmla="*/ 83485 w 134695"/>
              <a:gd name="csY6" fmla="*/ 4134 h 163017"/>
              <a:gd name="csX7" fmla="*/ 92162 w 134695"/>
              <a:gd name="csY7" fmla="*/ 7094 h 163017"/>
              <a:gd name="csX8" fmla="*/ 95700 w 134695"/>
              <a:gd name="csY8" fmla="*/ 10632 h 163017"/>
              <a:gd name="csX9" fmla="*/ 95700 w 134695"/>
              <a:gd name="csY9" fmla="*/ 17726 h 163017"/>
              <a:gd name="csX10" fmla="*/ 92162 w 134695"/>
              <a:gd name="csY10" fmla="*/ 21264 h 163017"/>
              <a:gd name="csX11" fmla="*/ 115198 w 134695"/>
              <a:gd name="csY11" fmla="*/ 81517 h 163017"/>
              <a:gd name="csX12" fmla="*/ 109873 w 134695"/>
              <a:gd name="csY12" fmla="*/ 81517 h 163017"/>
              <a:gd name="csX13" fmla="*/ 109873 w 134695"/>
              <a:gd name="csY13" fmla="*/ 67330 h 163017"/>
              <a:gd name="csX14" fmla="*/ 108324 w 134695"/>
              <a:gd name="csY14" fmla="*/ 63570 h 163017"/>
              <a:gd name="csX15" fmla="*/ 71099 w 134695"/>
              <a:gd name="csY15" fmla="*/ 26367 h 163017"/>
              <a:gd name="csX16" fmla="*/ 63579 w 134695"/>
              <a:gd name="csY16" fmla="*/ 26367 h 163017"/>
              <a:gd name="csX17" fmla="*/ 26371 w 134695"/>
              <a:gd name="csY17" fmla="*/ 63570 h 163017"/>
              <a:gd name="csX18" fmla="*/ 24805 w 134695"/>
              <a:gd name="csY18" fmla="*/ 67330 h 163017"/>
              <a:gd name="csX19" fmla="*/ 24805 w 134695"/>
              <a:gd name="csY19" fmla="*/ 81517 h 163017"/>
              <a:gd name="csX20" fmla="*/ 19497 w 134695"/>
              <a:gd name="csY20" fmla="*/ 81517 h 163017"/>
              <a:gd name="csX21" fmla="*/ 0 w 134695"/>
              <a:gd name="csY21" fmla="*/ 100995 h 163017"/>
              <a:gd name="csX22" fmla="*/ 0 w 134695"/>
              <a:gd name="csY22" fmla="*/ 157710 h 163017"/>
              <a:gd name="csX23" fmla="*/ 5308 w 134695"/>
              <a:gd name="csY23" fmla="*/ 163017 h 163017"/>
              <a:gd name="csX24" fmla="*/ 44303 w 134695"/>
              <a:gd name="csY24" fmla="*/ 163017 h 163017"/>
              <a:gd name="csX25" fmla="*/ 49628 w 134695"/>
              <a:gd name="csY25" fmla="*/ 157710 h 163017"/>
              <a:gd name="csX26" fmla="*/ 49628 w 134695"/>
              <a:gd name="csY26" fmla="*/ 138981 h 163017"/>
              <a:gd name="csX27" fmla="*/ 65604 w 134695"/>
              <a:gd name="csY27" fmla="*/ 120575 h 163017"/>
              <a:gd name="csX28" fmla="*/ 85067 w 134695"/>
              <a:gd name="csY28" fmla="*/ 138215 h 163017"/>
              <a:gd name="csX29" fmla="*/ 85067 w 134695"/>
              <a:gd name="csY29" fmla="*/ 157710 h 163017"/>
              <a:gd name="csX30" fmla="*/ 90375 w 134695"/>
              <a:gd name="csY30" fmla="*/ 163017 h 163017"/>
              <a:gd name="csX31" fmla="*/ 129370 w 134695"/>
              <a:gd name="csY31" fmla="*/ 163017 h 163017"/>
              <a:gd name="csX32" fmla="*/ 134695 w 134695"/>
              <a:gd name="csY32" fmla="*/ 157710 h 163017"/>
              <a:gd name="csX33" fmla="*/ 134695 w 134695"/>
              <a:gd name="csY33" fmla="*/ 100995 h 163017"/>
              <a:gd name="csX34" fmla="*/ 115198 w 134695"/>
              <a:gd name="csY34" fmla="*/ 81517 h 163017"/>
              <a:gd name="csX35" fmla="*/ 35439 w 134695"/>
              <a:gd name="csY35" fmla="*/ 138215 h 163017"/>
              <a:gd name="csX36" fmla="*/ 31900 w 134695"/>
              <a:gd name="csY36" fmla="*/ 141753 h 163017"/>
              <a:gd name="csX37" fmla="*/ 24805 w 134695"/>
              <a:gd name="csY37" fmla="*/ 141753 h 163017"/>
              <a:gd name="csX38" fmla="*/ 21267 w 134695"/>
              <a:gd name="csY38" fmla="*/ 138215 h 163017"/>
              <a:gd name="csX39" fmla="*/ 21267 w 134695"/>
              <a:gd name="csY39" fmla="*/ 131122 h 163017"/>
              <a:gd name="csX40" fmla="*/ 24805 w 134695"/>
              <a:gd name="csY40" fmla="*/ 127583 h 163017"/>
              <a:gd name="csX41" fmla="*/ 31900 w 134695"/>
              <a:gd name="csY41" fmla="*/ 127583 h 163017"/>
              <a:gd name="csX42" fmla="*/ 35439 w 134695"/>
              <a:gd name="csY42" fmla="*/ 131122 h 163017"/>
              <a:gd name="csX43" fmla="*/ 35439 w 134695"/>
              <a:gd name="csY43" fmla="*/ 138215 h 163017"/>
              <a:gd name="csX44" fmla="*/ 35439 w 134695"/>
              <a:gd name="csY44" fmla="*/ 113413 h 163017"/>
              <a:gd name="csX45" fmla="*/ 31900 w 134695"/>
              <a:gd name="csY45" fmla="*/ 116951 h 163017"/>
              <a:gd name="csX46" fmla="*/ 24805 w 134695"/>
              <a:gd name="csY46" fmla="*/ 116951 h 163017"/>
              <a:gd name="csX47" fmla="*/ 21267 w 134695"/>
              <a:gd name="csY47" fmla="*/ 113413 h 163017"/>
              <a:gd name="csX48" fmla="*/ 21267 w 134695"/>
              <a:gd name="csY48" fmla="*/ 106319 h 163017"/>
              <a:gd name="csX49" fmla="*/ 24805 w 134695"/>
              <a:gd name="csY49" fmla="*/ 102781 h 163017"/>
              <a:gd name="csX50" fmla="*/ 31900 w 134695"/>
              <a:gd name="csY50" fmla="*/ 102781 h 163017"/>
              <a:gd name="csX51" fmla="*/ 35439 w 134695"/>
              <a:gd name="csY51" fmla="*/ 106319 h 163017"/>
              <a:gd name="csX52" fmla="*/ 35439 w 134695"/>
              <a:gd name="csY52" fmla="*/ 113413 h 163017"/>
              <a:gd name="csX53" fmla="*/ 67339 w 134695"/>
              <a:gd name="csY53" fmla="*/ 92149 h 163017"/>
              <a:gd name="csX54" fmla="*/ 53167 w 134695"/>
              <a:gd name="csY54" fmla="*/ 77962 h 163017"/>
              <a:gd name="csX55" fmla="*/ 67339 w 134695"/>
              <a:gd name="csY55" fmla="*/ 63792 h 163017"/>
              <a:gd name="csX56" fmla="*/ 81528 w 134695"/>
              <a:gd name="csY56" fmla="*/ 77962 h 163017"/>
              <a:gd name="csX57" fmla="*/ 67339 w 134695"/>
              <a:gd name="csY57" fmla="*/ 92149 h 163017"/>
              <a:gd name="csX58" fmla="*/ 116967 w 134695"/>
              <a:gd name="csY58" fmla="*/ 138215 h 163017"/>
              <a:gd name="csX59" fmla="*/ 113428 w 134695"/>
              <a:gd name="csY59" fmla="*/ 141753 h 163017"/>
              <a:gd name="csX60" fmla="*/ 106334 w 134695"/>
              <a:gd name="csY60" fmla="*/ 141753 h 163017"/>
              <a:gd name="csX61" fmla="*/ 102795 w 134695"/>
              <a:gd name="csY61" fmla="*/ 138215 h 163017"/>
              <a:gd name="csX62" fmla="*/ 102795 w 134695"/>
              <a:gd name="csY62" fmla="*/ 131122 h 163017"/>
              <a:gd name="csX63" fmla="*/ 106334 w 134695"/>
              <a:gd name="csY63" fmla="*/ 127583 h 163017"/>
              <a:gd name="csX64" fmla="*/ 113428 w 134695"/>
              <a:gd name="csY64" fmla="*/ 127583 h 163017"/>
              <a:gd name="csX65" fmla="*/ 116967 w 134695"/>
              <a:gd name="csY65" fmla="*/ 131122 h 163017"/>
              <a:gd name="csX66" fmla="*/ 116967 w 134695"/>
              <a:gd name="csY66" fmla="*/ 138215 h 163017"/>
              <a:gd name="csX67" fmla="*/ 116967 w 134695"/>
              <a:gd name="csY67" fmla="*/ 113413 h 163017"/>
              <a:gd name="csX68" fmla="*/ 113428 w 134695"/>
              <a:gd name="csY68" fmla="*/ 116951 h 163017"/>
              <a:gd name="csX69" fmla="*/ 106334 w 134695"/>
              <a:gd name="csY69" fmla="*/ 116951 h 163017"/>
              <a:gd name="csX70" fmla="*/ 102795 w 134695"/>
              <a:gd name="csY70" fmla="*/ 113413 h 163017"/>
              <a:gd name="csX71" fmla="*/ 102795 w 134695"/>
              <a:gd name="csY71" fmla="*/ 106319 h 163017"/>
              <a:gd name="csX72" fmla="*/ 106334 w 134695"/>
              <a:gd name="csY72" fmla="*/ 102781 h 163017"/>
              <a:gd name="csX73" fmla="*/ 113428 w 134695"/>
              <a:gd name="csY73" fmla="*/ 102781 h 163017"/>
              <a:gd name="csX74" fmla="*/ 116967 w 134695"/>
              <a:gd name="csY74" fmla="*/ 106319 h 163017"/>
              <a:gd name="csX75" fmla="*/ 116967 w 134695"/>
              <a:gd name="csY75" fmla="*/ 113413 h 163017"/>
            </a:gdLst>
            <a:ahLst/>
            <a:cxnLst/>
            <a:rect l="l" t="t" r="r" b="b"/>
            <a:pathLst>
              <a:path w="100000" h="100000">
                <a:moveTo>
                  <a:pt x="65222" y="13044"/>
                </a:moveTo>
                <a:cubicBezTo>
                  <a:pt x="61298" y="13044"/>
                  <a:pt x="59190" y="11635"/>
                  <a:pt x="57488" y="10508"/>
                </a:cubicBezTo>
                <a:cubicBezTo>
                  <a:pt x="55975" y="9496"/>
                  <a:pt x="54775" y="8692"/>
                  <a:pt x="52176" y="8692"/>
                </a:cubicBezTo>
                <a:cubicBezTo>
                  <a:pt x="50965" y="8692"/>
                  <a:pt x="49995" y="7722"/>
                  <a:pt x="49995" y="6522"/>
                </a:cubicBezTo>
                <a:lnTo>
                  <a:pt x="49995" y="2170"/>
                </a:lnTo>
                <a:cubicBezTo>
                  <a:pt x="49995" y="970"/>
                  <a:pt x="50965" y="0"/>
                  <a:pt x="52176" y="0"/>
                </a:cubicBezTo>
                <a:cubicBezTo>
                  <a:pt x="56090" y="0"/>
                  <a:pt x="58209" y="1408"/>
                  <a:pt x="59899" y="2536"/>
                </a:cubicBezTo>
                <a:cubicBezTo>
                  <a:pt x="61413" y="3548"/>
                  <a:pt x="62612" y="4352"/>
                  <a:pt x="65222" y="4352"/>
                </a:cubicBezTo>
                <a:cubicBezTo>
                  <a:pt x="66422" y="4352"/>
                  <a:pt x="67392" y="5322"/>
                  <a:pt x="67392" y="6522"/>
                </a:cubicBezTo>
                <a:lnTo>
                  <a:pt x="67392" y="10874"/>
                </a:lnTo>
                <a:cubicBezTo>
                  <a:pt x="67392" y="12074"/>
                  <a:pt x="66422" y="13044"/>
                  <a:pt x="65222" y="13044"/>
                </a:cubicBezTo>
                <a:close/>
                <a:moveTo>
                  <a:pt x="79353" y="50005"/>
                </a:moveTo>
                <a:lnTo>
                  <a:pt x="76087" y="50005"/>
                </a:lnTo>
                <a:lnTo>
                  <a:pt x="76087" y="41302"/>
                </a:lnTo>
                <a:cubicBezTo>
                  <a:pt x="76087" y="40436"/>
                  <a:pt x="75742" y="39612"/>
                  <a:pt x="75136" y="38996"/>
                </a:cubicBezTo>
                <a:lnTo>
                  <a:pt x="52301" y="16174"/>
                </a:lnTo>
                <a:cubicBezTo>
                  <a:pt x="51028" y="14902"/>
                  <a:pt x="48972" y="14902"/>
                  <a:pt x="47688" y="16174"/>
                </a:cubicBezTo>
                <a:lnTo>
                  <a:pt x="24864" y="38996"/>
                </a:lnTo>
                <a:cubicBezTo>
                  <a:pt x="24248" y="39612"/>
                  <a:pt x="23903" y="40436"/>
                  <a:pt x="23903" y="41302"/>
                </a:cubicBezTo>
                <a:lnTo>
                  <a:pt x="23903" y="50005"/>
                </a:lnTo>
                <a:lnTo>
                  <a:pt x="20647" y="50005"/>
                </a:lnTo>
                <a:cubicBezTo>
                  <a:pt x="14041" y="50005"/>
                  <a:pt x="8687" y="55359"/>
                  <a:pt x="8687" y="61954"/>
                </a:cubicBezTo>
                <a:lnTo>
                  <a:pt x="8687" y="96745"/>
                </a:lnTo>
                <a:cubicBezTo>
                  <a:pt x="8687" y="98539"/>
                  <a:pt x="10148" y="100000"/>
                  <a:pt x="11943" y="100000"/>
                </a:cubicBezTo>
                <a:lnTo>
                  <a:pt x="35864" y="100000"/>
                </a:lnTo>
                <a:cubicBezTo>
                  <a:pt x="37669" y="100000"/>
                  <a:pt x="39130" y="98539"/>
                  <a:pt x="39130" y="96745"/>
                </a:cubicBezTo>
                <a:lnTo>
                  <a:pt x="39130" y="85256"/>
                </a:lnTo>
                <a:cubicBezTo>
                  <a:pt x="39130" y="79579"/>
                  <a:pt x="43273" y="74507"/>
                  <a:pt x="48930" y="73965"/>
                </a:cubicBezTo>
                <a:cubicBezTo>
                  <a:pt x="55411" y="73349"/>
                  <a:pt x="60870" y="78431"/>
                  <a:pt x="60870" y="84786"/>
                </a:cubicBezTo>
                <a:lnTo>
                  <a:pt x="60870" y="96745"/>
                </a:lnTo>
                <a:cubicBezTo>
                  <a:pt x="60870" y="98539"/>
                  <a:pt x="62331" y="100000"/>
                  <a:pt x="64126" y="100000"/>
                </a:cubicBezTo>
                <a:lnTo>
                  <a:pt x="88047" y="100000"/>
                </a:lnTo>
                <a:cubicBezTo>
                  <a:pt x="89852" y="100000"/>
                  <a:pt x="91313" y="98539"/>
                  <a:pt x="91313" y="96745"/>
                </a:cubicBezTo>
                <a:lnTo>
                  <a:pt x="91313" y="61954"/>
                </a:lnTo>
                <a:cubicBezTo>
                  <a:pt x="91313" y="55359"/>
                  <a:pt x="85959" y="50005"/>
                  <a:pt x="79353" y="50005"/>
                </a:cubicBezTo>
                <a:close/>
                <a:moveTo>
                  <a:pt x="30426" y="84786"/>
                </a:moveTo>
                <a:cubicBezTo>
                  <a:pt x="30426" y="85986"/>
                  <a:pt x="29456" y="86956"/>
                  <a:pt x="28255" y="86956"/>
                </a:cubicBezTo>
                <a:lnTo>
                  <a:pt x="23903" y="86956"/>
                </a:lnTo>
                <a:cubicBezTo>
                  <a:pt x="22703" y="86956"/>
                  <a:pt x="21733" y="85986"/>
                  <a:pt x="21733" y="84786"/>
                </a:cubicBezTo>
                <a:lnTo>
                  <a:pt x="21733" y="80435"/>
                </a:lnTo>
                <a:cubicBezTo>
                  <a:pt x="21733" y="79234"/>
                  <a:pt x="22703" y="78264"/>
                  <a:pt x="23903" y="78264"/>
                </a:cubicBezTo>
                <a:lnTo>
                  <a:pt x="28255" y="78264"/>
                </a:lnTo>
                <a:cubicBezTo>
                  <a:pt x="29456" y="78264"/>
                  <a:pt x="30426" y="79234"/>
                  <a:pt x="30426" y="80435"/>
                </a:cubicBezTo>
                <a:lnTo>
                  <a:pt x="30426" y="84786"/>
                </a:lnTo>
                <a:close/>
                <a:moveTo>
                  <a:pt x="30426" y="69571"/>
                </a:moveTo>
                <a:cubicBezTo>
                  <a:pt x="30426" y="70771"/>
                  <a:pt x="29456" y="71742"/>
                  <a:pt x="28255" y="71742"/>
                </a:cubicBezTo>
                <a:lnTo>
                  <a:pt x="23903" y="71742"/>
                </a:lnTo>
                <a:cubicBezTo>
                  <a:pt x="22703" y="71742"/>
                  <a:pt x="21733" y="70771"/>
                  <a:pt x="21733" y="69571"/>
                </a:cubicBezTo>
                <a:lnTo>
                  <a:pt x="21733" y="65220"/>
                </a:lnTo>
                <a:cubicBezTo>
                  <a:pt x="21733" y="64020"/>
                  <a:pt x="22703" y="63049"/>
                  <a:pt x="23903" y="63049"/>
                </a:cubicBezTo>
                <a:lnTo>
                  <a:pt x="28255" y="63049"/>
                </a:lnTo>
                <a:cubicBezTo>
                  <a:pt x="29456" y="63049"/>
                  <a:pt x="30426" y="64020"/>
                  <a:pt x="30426" y="65220"/>
                </a:cubicBezTo>
                <a:lnTo>
                  <a:pt x="30426" y="69571"/>
                </a:lnTo>
                <a:close/>
                <a:moveTo>
                  <a:pt x="49995" y="56527"/>
                </a:moveTo>
                <a:cubicBezTo>
                  <a:pt x="45194" y="56527"/>
                  <a:pt x="41301" y="52635"/>
                  <a:pt x="41301" y="47824"/>
                </a:cubicBezTo>
                <a:cubicBezTo>
                  <a:pt x="41301" y="43024"/>
                  <a:pt x="45194" y="39132"/>
                  <a:pt x="49995" y="39132"/>
                </a:cubicBezTo>
                <a:cubicBezTo>
                  <a:pt x="54806" y="39132"/>
                  <a:pt x="58699" y="43024"/>
                  <a:pt x="58699" y="47824"/>
                </a:cubicBezTo>
                <a:cubicBezTo>
                  <a:pt x="58699" y="52635"/>
                  <a:pt x="54806" y="56527"/>
                  <a:pt x="49995" y="56527"/>
                </a:cubicBezTo>
                <a:close/>
                <a:moveTo>
                  <a:pt x="80438" y="84786"/>
                </a:moveTo>
                <a:cubicBezTo>
                  <a:pt x="80438" y="85986"/>
                  <a:pt x="79468" y="86956"/>
                  <a:pt x="78267" y="86956"/>
                </a:cubicBezTo>
                <a:lnTo>
                  <a:pt x="73916" y="86956"/>
                </a:lnTo>
                <a:cubicBezTo>
                  <a:pt x="72715" y="86956"/>
                  <a:pt x="71745" y="85986"/>
                  <a:pt x="71745" y="84786"/>
                </a:cubicBezTo>
                <a:lnTo>
                  <a:pt x="71745" y="80435"/>
                </a:lnTo>
                <a:cubicBezTo>
                  <a:pt x="71745" y="79234"/>
                  <a:pt x="72715" y="78264"/>
                  <a:pt x="73916" y="78264"/>
                </a:cubicBezTo>
                <a:lnTo>
                  <a:pt x="78267" y="78264"/>
                </a:lnTo>
                <a:cubicBezTo>
                  <a:pt x="79468" y="78264"/>
                  <a:pt x="80438" y="79234"/>
                  <a:pt x="80438" y="80435"/>
                </a:cubicBezTo>
                <a:lnTo>
                  <a:pt x="80438" y="84786"/>
                </a:lnTo>
                <a:close/>
                <a:moveTo>
                  <a:pt x="80438" y="69571"/>
                </a:moveTo>
                <a:cubicBezTo>
                  <a:pt x="80438" y="70771"/>
                  <a:pt x="79468" y="71742"/>
                  <a:pt x="78267" y="71742"/>
                </a:cubicBezTo>
                <a:lnTo>
                  <a:pt x="73916" y="71742"/>
                </a:lnTo>
                <a:cubicBezTo>
                  <a:pt x="72715" y="71742"/>
                  <a:pt x="71745" y="70771"/>
                  <a:pt x="71745" y="69571"/>
                </a:cubicBezTo>
                <a:lnTo>
                  <a:pt x="71745" y="65220"/>
                </a:lnTo>
                <a:cubicBezTo>
                  <a:pt x="71745" y="64020"/>
                  <a:pt x="72715" y="63049"/>
                  <a:pt x="73916" y="63049"/>
                </a:cubicBezTo>
                <a:lnTo>
                  <a:pt x="78267" y="63049"/>
                </a:lnTo>
                <a:cubicBezTo>
                  <a:pt x="79468" y="63049"/>
                  <a:pt x="80438" y="64020"/>
                  <a:pt x="80438" y="65220"/>
                </a:cubicBezTo>
                <a:lnTo>
                  <a:pt x="80438" y="6957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7" name="Белый — SVG 26">
            <a:extLst>
              <a:ext uri="{FF2B5EF4-FFF2-40B4-BE49-F238E27FC236}">
                <a16:creationId xmlns:a16="http://schemas.microsoft.com/office/drawing/2014/main" id="{27348B44-EF77-214E-85F0-6F305BAC51C1}"/>
              </a:ext>
            </a:extLst>
          </p:cNvPr>
          <p:cNvSpPr>
            <a:spLocks noGrp="1"/>
          </p:cNvSpPr>
          <p:nvPr/>
        </p:nvSpPr>
        <p:spPr>
          <a:xfrm>
            <a:off x="4620000" y="5010000"/>
            <a:ext cx="220000" cy="220000"/>
          </a:xfrm>
          <a:custGeom>
            <a:avLst/>
            <a:gdLst>
              <a:gd name="csX0" fmla="*/ 46072 w 148867"/>
              <a:gd name="csY0" fmla="*/ 0 h 134676"/>
              <a:gd name="csX1" fmla="*/ 24806 w 148867"/>
              <a:gd name="csY1" fmla="*/ 21264 h 134676"/>
              <a:gd name="csX2" fmla="*/ 24806 w 148867"/>
              <a:gd name="csY2" fmla="*/ 70885 h 134676"/>
              <a:gd name="csX3" fmla="*/ 27681 w 148867"/>
              <a:gd name="csY3" fmla="*/ 81517 h 134676"/>
              <a:gd name="csX4" fmla="*/ 26575 w 148867"/>
              <a:gd name="csY4" fmla="*/ 81517 h 134676"/>
              <a:gd name="csX5" fmla="*/ 0 w 148867"/>
              <a:gd name="csY5" fmla="*/ 108089 h 134676"/>
              <a:gd name="csX6" fmla="*/ 26575 w 148867"/>
              <a:gd name="csY6" fmla="*/ 134677 h 134676"/>
              <a:gd name="csX7" fmla="*/ 122276 w 148867"/>
              <a:gd name="csY7" fmla="*/ 134677 h 134676"/>
              <a:gd name="csX8" fmla="*/ 148867 w 148867"/>
              <a:gd name="csY8" fmla="*/ 108089 h 134676"/>
              <a:gd name="csX9" fmla="*/ 122276 w 148867"/>
              <a:gd name="csY9" fmla="*/ 81517 h 134676"/>
              <a:gd name="csX10" fmla="*/ 121186 w 148867"/>
              <a:gd name="csY10" fmla="*/ 81517 h 134676"/>
              <a:gd name="csX11" fmla="*/ 124062 w 148867"/>
              <a:gd name="csY11" fmla="*/ 70885 h 134676"/>
              <a:gd name="csX12" fmla="*/ 124062 w 148867"/>
              <a:gd name="csY12" fmla="*/ 21264 h 134676"/>
              <a:gd name="csX13" fmla="*/ 102795 w 148867"/>
              <a:gd name="csY13" fmla="*/ 0 h 134676"/>
              <a:gd name="csX14" fmla="*/ 46072 w 148867"/>
              <a:gd name="csY14" fmla="*/ 0 h 134676"/>
              <a:gd name="csX15" fmla="*/ 62031 w 148867"/>
              <a:gd name="csY15" fmla="*/ 17726 h 134676"/>
              <a:gd name="csX16" fmla="*/ 86837 w 148867"/>
              <a:gd name="csY16" fmla="*/ 17726 h 134676"/>
              <a:gd name="csX17" fmla="*/ 92162 w 148867"/>
              <a:gd name="csY17" fmla="*/ 23033 h 134676"/>
              <a:gd name="csX18" fmla="*/ 86837 w 148867"/>
              <a:gd name="csY18" fmla="*/ 28358 h 134676"/>
              <a:gd name="csX19" fmla="*/ 62031 w 148867"/>
              <a:gd name="csY19" fmla="*/ 28358 h 134676"/>
              <a:gd name="csX20" fmla="*/ 56706 w 148867"/>
              <a:gd name="csY20" fmla="*/ 23033 h 134676"/>
              <a:gd name="csX21" fmla="*/ 62031 w 148867"/>
              <a:gd name="csY21" fmla="*/ 17726 h 134676"/>
              <a:gd name="csX22" fmla="*/ 26575 w 148867"/>
              <a:gd name="csY22" fmla="*/ 92149 h 134676"/>
              <a:gd name="csX23" fmla="*/ 46072 w 148867"/>
              <a:gd name="csY23" fmla="*/ 92149 h 134676"/>
              <a:gd name="csX24" fmla="*/ 102795 w 148867"/>
              <a:gd name="csY24" fmla="*/ 92149 h 134676"/>
              <a:gd name="csX25" fmla="*/ 122276 w 148867"/>
              <a:gd name="csY25" fmla="*/ 92149 h 134676"/>
              <a:gd name="csX26" fmla="*/ 138234 w 148867"/>
              <a:gd name="csY26" fmla="*/ 108089 h 134676"/>
              <a:gd name="csX27" fmla="*/ 122276 w 148867"/>
              <a:gd name="csY27" fmla="*/ 124045 h 134676"/>
              <a:gd name="csX28" fmla="*/ 26575 w 148867"/>
              <a:gd name="csY28" fmla="*/ 124045 h 134676"/>
              <a:gd name="csX29" fmla="*/ 10633 w 148867"/>
              <a:gd name="csY29" fmla="*/ 108089 h 134676"/>
              <a:gd name="csX30" fmla="*/ 26575 w 148867"/>
              <a:gd name="csY30" fmla="*/ 92149 h 134676"/>
              <a:gd name="csX31" fmla="*/ 26575 w 148867"/>
              <a:gd name="csY31" fmla="*/ 99226 h 134676"/>
              <a:gd name="csX32" fmla="*/ 20314 w 148867"/>
              <a:gd name="csY32" fmla="*/ 101828 h 134676"/>
              <a:gd name="csX33" fmla="*/ 17728 w 148867"/>
              <a:gd name="csY33" fmla="*/ 108089 h 134676"/>
              <a:gd name="csX34" fmla="*/ 20314 w 148867"/>
              <a:gd name="csY34" fmla="*/ 114349 h 134676"/>
              <a:gd name="csX35" fmla="*/ 26575 w 148867"/>
              <a:gd name="csY35" fmla="*/ 116951 h 134676"/>
              <a:gd name="csX36" fmla="*/ 32853 w 148867"/>
              <a:gd name="csY36" fmla="*/ 114349 h 134676"/>
              <a:gd name="csX37" fmla="*/ 35439 w 148867"/>
              <a:gd name="csY37" fmla="*/ 108089 h 134676"/>
              <a:gd name="csX38" fmla="*/ 32853 w 148867"/>
              <a:gd name="csY38" fmla="*/ 101828 h 134676"/>
              <a:gd name="csX39" fmla="*/ 26575 w 148867"/>
              <a:gd name="csY39" fmla="*/ 99226 h 134676"/>
              <a:gd name="csX40" fmla="*/ 58475 w 148867"/>
              <a:gd name="csY40" fmla="*/ 99226 h 134676"/>
              <a:gd name="csX41" fmla="*/ 52214 w 148867"/>
              <a:gd name="csY41" fmla="*/ 101828 h 134676"/>
              <a:gd name="csX42" fmla="*/ 49628 w 148867"/>
              <a:gd name="csY42" fmla="*/ 108089 h 134676"/>
              <a:gd name="csX43" fmla="*/ 52214 w 148867"/>
              <a:gd name="csY43" fmla="*/ 114349 h 134676"/>
              <a:gd name="csX44" fmla="*/ 58475 w 148867"/>
              <a:gd name="csY44" fmla="*/ 116951 h 134676"/>
              <a:gd name="csX45" fmla="*/ 64753 w 148867"/>
              <a:gd name="csY45" fmla="*/ 114349 h 134676"/>
              <a:gd name="csX46" fmla="*/ 67339 w 148867"/>
              <a:gd name="csY46" fmla="*/ 108089 h 134676"/>
              <a:gd name="csX47" fmla="*/ 64753 w 148867"/>
              <a:gd name="csY47" fmla="*/ 101828 h 134676"/>
              <a:gd name="csX48" fmla="*/ 58475 w 148867"/>
              <a:gd name="csY48" fmla="*/ 99226 h 134676"/>
              <a:gd name="csX49" fmla="*/ 90375 w 148867"/>
              <a:gd name="csY49" fmla="*/ 99226 h 134676"/>
              <a:gd name="csX50" fmla="*/ 84114 w 148867"/>
              <a:gd name="csY50" fmla="*/ 101828 h 134676"/>
              <a:gd name="csX51" fmla="*/ 81528 w 148867"/>
              <a:gd name="csY51" fmla="*/ 108089 h 134676"/>
              <a:gd name="csX52" fmla="*/ 84114 w 148867"/>
              <a:gd name="csY52" fmla="*/ 114349 h 134676"/>
              <a:gd name="csX53" fmla="*/ 90375 w 148867"/>
              <a:gd name="csY53" fmla="*/ 116951 h 134676"/>
              <a:gd name="csX54" fmla="*/ 96653 w 148867"/>
              <a:gd name="csY54" fmla="*/ 114349 h 134676"/>
              <a:gd name="csX55" fmla="*/ 99239 w 148867"/>
              <a:gd name="csY55" fmla="*/ 108089 h 134676"/>
              <a:gd name="csX56" fmla="*/ 96653 w 148867"/>
              <a:gd name="csY56" fmla="*/ 101828 h 134676"/>
              <a:gd name="csX57" fmla="*/ 90375 w 148867"/>
              <a:gd name="csY57" fmla="*/ 99226 h 134676"/>
              <a:gd name="csX58" fmla="*/ 122276 w 148867"/>
              <a:gd name="csY58" fmla="*/ 99226 h 134676"/>
              <a:gd name="csX59" fmla="*/ 116014 w 148867"/>
              <a:gd name="csY59" fmla="*/ 101828 h 134676"/>
              <a:gd name="csX60" fmla="*/ 113428 w 148867"/>
              <a:gd name="csY60" fmla="*/ 108089 h 134676"/>
              <a:gd name="csX61" fmla="*/ 116014 w 148867"/>
              <a:gd name="csY61" fmla="*/ 114349 h 134676"/>
              <a:gd name="csX62" fmla="*/ 122276 w 148867"/>
              <a:gd name="csY62" fmla="*/ 116951 h 134676"/>
              <a:gd name="csX63" fmla="*/ 128553 w 148867"/>
              <a:gd name="csY63" fmla="*/ 114349 h 134676"/>
              <a:gd name="csX64" fmla="*/ 131139 w 148867"/>
              <a:gd name="csY64" fmla="*/ 108089 h 134676"/>
              <a:gd name="csX65" fmla="*/ 128553 w 148867"/>
              <a:gd name="csY65" fmla="*/ 101828 h 134676"/>
              <a:gd name="csX66" fmla="*/ 122276 w 148867"/>
              <a:gd name="csY66" fmla="*/ 99226 h 134676"/>
            </a:gdLst>
            <a:ahLst/>
            <a:cxnLst/>
            <a:rect l="l" t="t" r="r" b="b"/>
            <a:pathLst>
              <a:path w="100000" h="100000">
                <a:moveTo>
                  <a:pt x="30948" y="4766"/>
                </a:moveTo>
                <a:cubicBezTo>
                  <a:pt x="23063" y="4766"/>
                  <a:pt x="16663" y="11165"/>
                  <a:pt x="16663" y="19050"/>
                </a:cubicBezTo>
                <a:lnTo>
                  <a:pt x="16663" y="52383"/>
                </a:lnTo>
                <a:cubicBezTo>
                  <a:pt x="16663" y="54988"/>
                  <a:pt x="17383" y="57422"/>
                  <a:pt x="18594" y="59525"/>
                </a:cubicBezTo>
                <a:lnTo>
                  <a:pt x="17852" y="59525"/>
                </a:lnTo>
                <a:cubicBezTo>
                  <a:pt x="8034" y="59525"/>
                  <a:pt x="0" y="67558"/>
                  <a:pt x="0" y="77374"/>
                </a:cubicBezTo>
                <a:cubicBezTo>
                  <a:pt x="0" y="87190"/>
                  <a:pt x="8034" y="95234"/>
                  <a:pt x="17852" y="95234"/>
                </a:cubicBezTo>
                <a:lnTo>
                  <a:pt x="82138" y="95234"/>
                </a:lnTo>
                <a:cubicBezTo>
                  <a:pt x="91966" y="95234"/>
                  <a:pt x="100000" y="87190"/>
                  <a:pt x="100000" y="77374"/>
                </a:cubicBezTo>
                <a:cubicBezTo>
                  <a:pt x="100000" y="67558"/>
                  <a:pt x="91966" y="59525"/>
                  <a:pt x="82138" y="59525"/>
                </a:cubicBezTo>
                <a:lnTo>
                  <a:pt x="81406" y="59525"/>
                </a:lnTo>
                <a:cubicBezTo>
                  <a:pt x="82617" y="57422"/>
                  <a:pt x="83337" y="54988"/>
                  <a:pt x="83337" y="52383"/>
                </a:cubicBezTo>
                <a:lnTo>
                  <a:pt x="83337" y="19050"/>
                </a:lnTo>
                <a:cubicBezTo>
                  <a:pt x="83337" y="11165"/>
                  <a:pt x="76937" y="4766"/>
                  <a:pt x="69052" y="4766"/>
                </a:cubicBezTo>
                <a:lnTo>
                  <a:pt x="30948" y="4766"/>
                </a:lnTo>
                <a:close/>
                <a:moveTo>
                  <a:pt x="41669" y="16674"/>
                </a:moveTo>
                <a:lnTo>
                  <a:pt x="58332" y="16674"/>
                </a:lnTo>
                <a:cubicBezTo>
                  <a:pt x="60309" y="16674"/>
                  <a:pt x="61909" y="18273"/>
                  <a:pt x="61909" y="20239"/>
                </a:cubicBezTo>
                <a:cubicBezTo>
                  <a:pt x="61909" y="22215"/>
                  <a:pt x="60309" y="23816"/>
                  <a:pt x="58332" y="23816"/>
                </a:cubicBezTo>
                <a:lnTo>
                  <a:pt x="41669" y="23816"/>
                </a:lnTo>
                <a:cubicBezTo>
                  <a:pt x="39692" y="23816"/>
                  <a:pt x="38092" y="22215"/>
                  <a:pt x="38092" y="20239"/>
                </a:cubicBezTo>
                <a:cubicBezTo>
                  <a:pt x="38092" y="18273"/>
                  <a:pt x="39692" y="16674"/>
                  <a:pt x="41669" y="16674"/>
                </a:cubicBezTo>
                <a:close/>
                <a:moveTo>
                  <a:pt x="17852" y="66667"/>
                </a:moveTo>
                <a:lnTo>
                  <a:pt x="30948" y="66667"/>
                </a:lnTo>
                <a:lnTo>
                  <a:pt x="69052" y="66667"/>
                </a:lnTo>
                <a:lnTo>
                  <a:pt x="82138" y="66667"/>
                </a:lnTo>
                <a:cubicBezTo>
                  <a:pt x="88103" y="66667"/>
                  <a:pt x="92857" y="71420"/>
                  <a:pt x="92857" y="77374"/>
                </a:cubicBezTo>
                <a:cubicBezTo>
                  <a:pt x="92857" y="83338"/>
                  <a:pt x="88103" y="88092"/>
                  <a:pt x="82138" y="88092"/>
                </a:cubicBezTo>
                <a:lnTo>
                  <a:pt x="17852" y="88092"/>
                </a:lnTo>
                <a:cubicBezTo>
                  <a:pt x="11897" y="88092"/>
                  <a:pt x="7143" y="83338"/>
                  <a:pt x="7143" y="77374"/>
                </a:cubicBezTo>
                <a:cubicBezTo>
                  <a:pt x="7143" y="71420"/>
                  <a:pt x="11897" y="66667"/>
                  <a:pt x="17852" y="66667"/>
                </a:cubicBezTo>
                <a:close/>
                <a:moveTo>
                  <a:pt x="17852" y="71420"/>
                </a:moveTo>
                <a:cubicBezTo>
                  <a:pt x="16274" y="71420"/>
                  <a:pt x="14766" y="72049"/>
                  <a:pt x="13646" y="73168"/>
                </a:cubicBezTo>
                <a:cubicBezTo>
                  <a:pt x="12537" y="74289"/>
                  <a:pt x="11909" y="75797"/>
                  <a:pt x="11909" y="77374"/>
                </a:cubicBezTo>
                <a:cubicBezTo>
                  <a:pt x="11909" y="78951"/>
                  <a:pt x="12537" y="80471"/>
                  <a:pt x="13646" y="81579"/>
                </a:cubicBezTo>
                <a:cubicBezTo>
                  <a:pt x="14766" y="82699"/>
                  <a:pt x="16274" y="83327"/>
                  <a:pt x="17852" y="83327"/>
                </a:cubicBezTo>
                <a:cubicBezTo>
                  <a:pt x="19440" y="83327"/>
                  <a:pt x="20949" y="82699"/>
                  <a:pt x="22069" y="81579"/>
                </a:cubicBezTo>
                <a:cubicBezTo>
                  <a:pt x="23177" y="80471"/>
                  <a:pt x="23806" y="78951"/>
                  <a:pt x="23806" y="77374"/>
                </a:cubicBezTo>
                <a:cubicBezTo>
                  <a:pt x="23806" y="75797"/>
                  <a:pt x="23177" y="74289"/>
                  <a:pt x="22069" y="73168"/>
                </a:cubicBezTo>
                <a:cubicBezTo>
                  <a:pt x="20949" y="72049"/>
                  <a:pt x="19440" y="71420"/>
                  <a:pt x="17852" y="71420"/>
                </a:cubicBezTo>
                <a:close/>
                <a:moveTo>
                  <a:pt x="39280" y="71420"/>
                </a:moveTo>
                <a:cubicBezTo>
                  <a:pt x="37703" y="71420"/>
                  <a:pt x="36194" y="72049"/>
                  <a:pt x="35074" y="73168"/>
                </a:cubicBezTo>
                <a:cubicBezTo>
                  <a:pt x="33966" y="74289"/>
                  <a:pt x="33337" y="75797"/>
                  <a:pt x="33337" y="77374"/>
                </a:cubicBezTo>
                <a:cubicBezTo>
                  <a:pt x="33337" y="78951"/>
                  <a:pt x="33966" y="80471"/>
                  <a:pt x="35074" y="81579"/>
                </a:cubicBezTo>
                <a:cubicBezTo>
                  <a:pt x="36194" y="82699"/>
                  <a:pt x="37703" y="83327"/>
                  <a:pt x="39280" y="83327"/>
                </a:cubicBezTo>
                <a:cubicBezTo>
                  <a:pt x="40869" y="83327"/>
                  <a:pt x="42377" y="82699"/>
                  <a:pt x="43497" y="81579"/>
                </a:cubicBezTo>
                <a:cubicBezTo>
                  <a:pt x="44606" y="80471"/>
                  <a:pt x="45234" y="78951"/>
                  <a:pt x="45234" y="77374"/>
                </a:cubicBezTo>
                <a:cubicBezTo>
                  <a:pt x="45234" y="75797"/>
                  <a:pt x="44606" y="74289"/>
                  <a:pt x="43497" y="73168"/>
                </a:cubicBezTo>
                <a:cubicBezTo>
                  <a:pt x="42377" y="72049"/>
                  <a:pt x="40869" y="71420"/>
                  <a:pt x="39280" y="71420"/>
                </a:cubicBezTo>
                <a:close/>
                <a:moveTo>
                  <a:pt x="60709" y="71420"/>
                </a:moveTo>
                <a:cubicBezTo>
                  <a:pt x="59131" y="71420"/>
                  <a:pt x="57623" y="72049"/>
                  <a:pt x="56503" y="73168"/>
                </a:cubicBezTo>
                <a:cubicBezTo>
                  <a:pt x="55394" y="74289"/>
                  <a:pt x="54766" y="75797"/>
                  <a:pt x="54766" y="77374"/>
                </a:cubicBezTo>
                <a:cubicBezTo>
                  <a:pt x="54766" y="78951"/>
                  <a:pt x="55394" y="80471"/>
                  <a:pt x="56503" y="81579"/>
                </a:cubicBezTo>
                <a:cubicBezTo>
                  <a:pt x="57623" y="82699"/>
                  <a:pt x="59131" y="83327"/>
                  <a:pt x="60709" y="83327"/>
                </a:cubicBezTo>
                <a:cubicBezTo>
                  <a:pt x="62297" y="83327"/>
                  <a:pt x="63806" y="82699"/>
                  <a:pt x="64926" y="81579"/>
                </a:cubicBezTo>
                <a:cubicBezTo>
                  <a:pt x="66035" y="80471"/>
                  <a:pt x="66663" y="78951"/>
                  <a:pt x="66663" y="77374"/>
                </a:cubicBezTo>
                <a:cubicBezTo>
                  <a:pt x="66663" y="75797"/>
                  <a:pt x="66035" y="74289"/>
                  <a:pt x="64926" y="73168"/>
                </a:cubicBezTo>
                <a:cubicBezTo>
                  <a:pt x="63806" y="72049"/>
                  <a:pt x="62297" y="71420"/>
                  <a:pt x="60709" y="71420"/>
                </a:cubicBezTo>
                <a:close/>
                <a:moveTo>
                  <a:pt x="82138" y="71420"/>
                </a:moveTo>
                <a:cubicBezTo>
                  <a:pt x="80561" y="71420"/>
                  <a:pt x="79052" y="72049"/>
                  <a:pt x="77931" y="73168"/>
                </a:cubicBezTo>
                <a:cubicBezTo>
                  <a:pt x="76823" y="74289"/>
                  <a:pt x="76194" y="75797"/>
                  <a:pt x="76194" y="77374"/>
                </a:cubicBezTo>
                <a:cubicBezTo>
                  <a:pt x="76194" y="78951"/>
                  <a:pt x="76823" y="80471"/>
                  <a:pt x="77931" y="81579"/>
                </a:cubicBezTo>
                <a:cubicBezTo>
                  <a:pt x="79052" y="82699"/>
                  <a:pt x="80561" y="83327"/>
                  <a:pt x="82138" y="83327"/>
                </a:cubicBezTo>
                <a:cubicBezTo>
                  <a:pt x="83726" y="83327"/>
                  <a:pt x="85234" y="82699"/>
                  <a:pt x="86354" y="81579"/>
                </a:cubicBezTo>
                <a:cubicBezTo>
                  <a:pt x="87463" y="80471"/>
                  <a:pt x="88091" y="78951"/>
                  <a:pt x="88091" y="77374"/>
                </a:cubicBezTo>
                <a:cubicBezTo>
                  <a:pt x="88091" y="75797"/>
                  <a:pt x="87463" y="74289"/>
                  <a:pt x="86354" y="73168"/>
                </a:cubicBezTo>
                <a:cubicBezTo>
                  <a:pt x="85234" y="72049"/>
                  <a:pt x="83726" y="71420"/>
                  <a:pt x="82138" y="7142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8" name="Белый — SVG 27">
            <a:extLst>
              <a:ext uri="{FF2B5EF4-FFF2-40B4-BE49-F238E27FC236}">
                <a16:creationId xmlns:a16="http://schemas.microsoft.com/office/drawing/2014/main" id="{B55277E6-8D16-7844-B80B-BCC16245FE50}"/>
              </a:ext>
            </a:extLst>
          </p:cNvPr>
          <p:cNvSpPr>
            <a:spLocks noGrp="1"/>
          </p:cNvSpPr>
          <p:nvPr/>
        </p:nvSpPr>
        <p:spPr>
          <a:xfrm>
            <a:off x="5220000" y="5010000"/>
            <a:ext cx="220000" cy="220000"/>
          </a:xfrm>
          <a:custGeom>
            <a:avLst/>
            <a:gdLst>
              <a:gd name="csX0" fmla="*/ 19466 w 141754"/>
              <a:gd name="csY0" fmla="*/ 0 h 138215"/>
              <a:gd name="csX1" fmla="*/ 15043 w 141754"/>
              <a:gd name="csY1" fmla="*/ 2365 h 138215"/>
              <a:gd name="csX2" fmla="*/ 871 w 141754"/>
              <a:gd name="csY2" fmla="*/ 23628 h 138215"/>
              <a:gd name="csX3" fmla="*/ 139 w 141754"/>
              <a:gd name="csY3" fmla="*/ 27728 h 138215"/>
              <a:gd name="csX4" fmla="*/ 31869 w 141754"/>
              <a:gd name="csY4" fmla="*/ 56698 h 138215"/>
              <a:gd name="csX5" fmla="*/ 50839 w 141754"/>
              <a:gd name="csY5" fmla="*/ 50472 h 138215"/>
              <a:gd name="csX6" fmla="*/ 70864 w 141754"/>
              <a:gd name="csY6" fmla="*/ 56698 h 138215"/>
              <a:gd name="csX7" fmla="*/ 90889 w 141754"/>
              <a:gd name="csY7" fmla="*/ 50472 h 138215"/>
              <a:gd name="csX8" fmla="*/ 109859 w 141754"/>
              <a:gd name="csY8" fmla="*/ 56698 h 138215"/>
              <a:gd name="csX9" fmla="*/ 141572 w 141754"/>
              <a:gd name="csY9" fmla="*/ 27983 h 138215"/>
              <a:gd name="csX10" fmla="*/ 140857 w 141754"/>
              <a:gd name="csY10" fmla="*/ 23628 h 138215"/>
              <a:gd name="csX11" fmla="*/ 126685 w 141754"/>
              <a:gd name="csY11" fmla="*/ 2365 h 138215"/>
              <a:gd name="csX12" fmla="*/ 122261 w 141754"/>
              <a:gd name="csY12" fmla="*/ 0 h 138215"/>
              <a:gd name="csX13" fmla="*/ 19466 w 141754"/>
              <a:gd name="csY13" fmla="*/ 0 h 138215"/>
              <a:gd name="csX14" fmla="*/ 7064 w 141754"/>
              <a:gd name="csY14" fmla="*/ 54691 h 138215"/>
              <a:gd name="csX15" fmla="*/ 7064 w 141754"/>
              <a:gd name="csY15" fmla="*/ 132891 h 138215"/>
              <a:gd name="csX16" fmla="*/ 12389 w 141754"/>
              <a:gd name="csY16" fmla="*/ 138215 h 138215"/>
              <a:gd name="csX17" fmla="*/ 24792 w 141754"/>
              <a:gd name="csY17" fmla="*/ 138215 h 138215"/>
              <a:gd name="csX18" fmla="*/ 35425 w 141754"/>
              <a:gd name="csY18" fmla="*/ 138215 h 138215"/>
              <a:gd name="csX19" fmla="*/ 65556 w 141754"/>
              <a:gd name="csY19" fmla="*/ 138215 h 138215"/>
              <a:gd name="csX20" fmla="*/ 76189 w 141754"/>
              <a:gd name="csY20" fmla="*/ 138215 h 138215"/>
              <a:gd name="csX21" fmla="*/ 106303 w 141754"/>
              <a:gd name="csY21" fmla="*/ 138215 h 138215"/>
              <a:gd name="csX22" fmla="*/ 116936 w 141754"/>
              <a:gd name="csY22" fmla="*/ 138215 h 138215"/>
              <a:gd name="csX23" fmla="*/ 129356 w 141754"/>
              <a:gd name="csY23" fmla="*/ 138215 h 138215"/>
              <a:gd name="csX24" fmla="*/ 134664 w 141754"/>
              <a:gd name="csY24" fmla="*/ 132891 h 138215"/>
              <a:gd name="csX25" fmla="*/ 134664 w 141754"/>
              <a:gd name="csY25" fmla="*/ 54878 h 138215"/>
              <a:gd name="csX26" fmla="*/ 109859 w 141754"/>
              <a:gd name="csY26" fmla="*/ 63792 h 138215"/>
              <a:gd name="csX27" fmla="*/ 90770 w 141754"/>
              <a:gd name="csY27" fmla="*/ 58824 h 138215"/>
              <a:gd name="csX28" fmla="*/ 70864 w 141754"/>
              <a:gd name="csY28" fmla="*/ 63792 h 138215"/>
              <a:gd name="csX29" fmla="*/ 50958 w 141754"/>
              <a:gd name="csY29" fmla="*/ 58824 h 138215"/>
              <a:gd name="csX30" fmla="*/ 31869 w 141754"/>
              <a:gd name="csY30" fmla="*/ 63792 h 138215"/>
              <a:gd name="csX31" fmla="*/ 7064 w 141754"/>
              <a:gd name="csY31" fmla="*/ 54691 h 138215"/>
              <a:gd name="csX32" fmla="*/ 40733 w 141754"/>
              <a:gd name="csY32" fmla="*/ 74424 h 138215"/>
              <a:gd name="csX33" fmla="*/ 65556 w 141754"/>
              <a:gd name="csY33" fmla="*/ 74424 h 138215"/>
              <a:gd name="csX34" fmla="*/ 65556 w 141754"/>
              <a:gd name="csY34" fmla="*/ 127583 h 138215"/>
              <a:gd name="csX35" fmla="*/ 35425 w 141754"/>
              <a:gd name="csY35" fmla="*/ 127583 h 138215"/>
              <a:gd name="csX36" fmla="*/ 35425 w 141754"/>
              <a:gd name="csY36" fmla="*/ 79731 h 138215"/>
              <a:gd name="csX37" fmla="*/ 40733 w 141754"/>
              <a:gd name="csY37" fmla="*/ 74424 h 138215"/>
              <a:gd name="csX38" fmla="*/ 76189 w 141754"/>
              <a:gd name="csY38" fmla="*/ 74424 h 138215"/>
              <a:gd name="csX39" fmla="*/ 100995 w 141754"/>
              <a:gd name="csY39" fmla="*/ 74424 h 138215"/>
              <a:gd name="csX40" fmla="*/ 106303 w 141754"/>
              <a:gd name="csY40" fmla="*/ 79731 h 138215"/>
              <a:gd name="csX41" fmla="*/ 106303 w 141754"/>
              <a:gd name="csY41" fmla="*/ 127583 h 138215"/>
              <a:gd name="csX42" fmla="*/ 76189 w 141754"/>
              <a:gd name="csY42" fmla="*/ 127583 h 138215"/>
              <a:gd name="csX43" fmla="*/ 76189 w 141754"/>
              <a:gd name="csY43" fmla="*/ 74424 h 138215"/>
            </a:gdLst>
            <a:ahLst/>
            <a:cxnLst/>
            <a:rect l="l" t="t" r="r" b="b"/>
            <a:pathLst>
              <a:path w="100000" h="100000">
                <a:moveTo>
                  <a:pt x="13732" y="1248"/>
                </a:moveTo>
                <a:cubicBezTo>
                  <a:pt x="12484" y="1248"/>
                  <a:pt x="11308" y="1873"/>
                  <a:pt x="10612" y="2917"/>
                </a:cubicBezTo>
                <a:lnTo>
                  <a:pt x="614" y="17917"/>
                </a:lnTo>
                <a:cubicBezTo>
                  <a:pt x="38" y="18781"/>
                  <a:pt x="-130" y="19825"/>
                  <a:pt x="98" y="20809"/>
                </a:cubicBezTo>
                <a:cubicBezTo>
                  <a:pt x="1154" y="32318"/>
                  <a:pt x="10876" y="41246"/>
                  <a:pt x="22482" y="41246"/>
                </a:cubicBezTo>
                <a:cubicBezTo>
                  <a:pt x="27367" y="41246"/>
                  <a:pt x="32012" y="39710"/>
                  <a:pt x="35864" y="36854"/>
                </a:cubicBezTo>
                <a:cubicBezTo>
                  <a:pt x="40005" y="39710"/>
                  <a:pt x="44926" y="41246"/>
                  <a:pt x="49991" y="41246"/>
                </a:cubicBezTo>
                <a:cubicBezTo>
                  <a:pt x="55068" y="41246"/>
                  <a:pt x="59976" y="39710"/>
                  <a:pt x="64117" y="36854"/>
                </a:cubicBezTo>
                <a:cubicBezTo>
                  <a:pt x="67970" y="39710"/>
                  <a:pt x="72615" y="41246"/>
                  <a:pt x="77500" y="41246"/>
                </a:cubicBezTo>
                <a:cubicBezTo>
                  <a:pt x="89045" y="41246"/>
                  <a:pt x="98731" y="32414"/>
                  <a:pt x="99872" y="20989"/>
                </a:cubicBezTo>
                <a:cubicBezTo>
                  <a:pt x="100147" y="19957"/>
                  <a:pt x="99980" y="18829"/>
                  <a:pt x="99367" y="17917"/>
                </a:cubicBezTo>
                <a:lnTo>
                  <a:pt x="89370" y="2917"/>
                </a:lnTo>
                <a:cubicBezTo>
                  <a:pt x="88673" y="1873"/>
                  <a:pt x="87497" y="1248"/>
                  <a:pt x="86249" y="1248"/>
                </a:cubicBezTo>
                <a:lnTo>
                  <a:pt x="13732" y="1248"/>
                </a:lnTo>
                <a:close/>
                <a:moveTo>
                  <a:pt x="4983" y="39830"/>
                </a:moveTo>
                <a:lnTo>
                  <a:pt x="4983" y="94996"/>
                </a:lnTo>
                <a:cubicBezTo>
                  <a:pt x="4983" y="97072"/>
                  <a:pt x="6664" y="98752"/>
                  <a:pt x="8740" y="98752"/>
                </a:cubicBezTo>
                <a:lnTo>
                  <a:pt x="17489" y="98752"/>
                </a:lnTo>
                <a:lnTo>
                  <a:pt x="24990" y="98752"/>
                </a:lnTo>
                <a:lnTo>
                  <a:pt x="46246" y="98752"/>
                </a:lnTo>
                <a:lnTo>
                  <a:pt x="53747" y="98752"/>
                </a:lnTo>
                <a:lnTo>
                  <a:pt x="74991" y="98752"/>
                </a:lnTo>
                <a:lnTo>
                  <a:pt x="82492" y="98752"/>
                </a:lnTo>
                <a:lnTo>
                  <a:pt x="91254" y="98752"/>
                </a:lnTo>
                <a:cubicBezTo>
                  <a:pt x="93318" y="98752"/>
                  <a:pt x="94998" y="97072"/>
                  <a:pt x="94998" y="94996"/>
                </a:cubicBezTo>
                <a:lnTo>
                  <a:pt x="94998" y="39962"/>
                </a:lnTo>
                <a:cubicBezTo>
                  <a:pt x="90234" y="43898"/>
                  <a:pt x="84137" y="46250"/>
                  <a:pt x="77500" y="46250"/>
                </a:cubicBezTo>
                <a:cubicBezTo>
                  <a:pt x="72710" y="46250"/>
                  <a:pt x="68114" y="45050"/>
                  <a:pt x="64033" y="42746"/>
                </a:cubicBezTo>
                <a:cubicBezTo>
                  <a:pt x="59725" y="45050"/>
                  <a:pt x="54923" y="46250"/>
                  <a:pt x="49991" y="46250"/>
                </a:cubicBezTo>
                <a:cubicBezTo>
                  <a:pt x="45058" y="46250"/>
                  <a:pt x="40257" y="45050"/>
                  <a:pt x="35948" y="42746"/>
                </a:cubicBezTo>
                <a:cubicBezTo>
                  <a:pt x="31868" y="45050"/>
                  <a:pt x="27271" y="46250"/>
                  <a:pt x="22482" y="46250"/>
                </a:cubicBezTo>
                <a:cubicBezTo>
                  <a:pt x="15905" y="46250"/>
                  <a:pt x="9784" y="43826"/>
                  <a:pt x="4983" y="39830"/>
                </a:cubicBezTo>
                <a:close/>
                <a:moveTo>
                  <a:pt x="28735" y="53751"/>
                </a:moveTo>
                <a:lnTo>
                  <a:pt x="46246" y="53751"/>
                </a:lnTo>
                <a:lnTo>
                  <a:pt x="46246" y="91251"/>
                </a:lnTo>
                <a:lnTo>
                  <a:pt x="24990" y="91251"/>
                </a:lnTo>
                <a:lnTo>
                  <a:pt x="24990" y="57494"/>
                </a:lnTo>
                <a:cubicBezTo>
                  <a:pt x="24990" y="55430"/>
                  <a:pt x="26659" y="53751"/>
                  <a:pt x="28735" y="53751"/>
                </a:cubicBezTo>
                <a:close/>
                <a:moveTo>
                  <a:pt x="53747" y="53751"/>
                </a:moveTo>
                <a:lnTo>
                  <a:pt x="71247" y="53751"/>
                </a:lnTo>
                <a:cubicBezTo>
                  <a:pt x="73323" y="53751"/>
                  <a:pt x="74991" y="55430"/>
                  <a:pt x="74991" y="57494"/>
                </a:cubicBezTo>
                <a:lnTo>
                  <a:pt x="74991" y="91251"/>
                </a:lnTo>
                <a:lnTo>
                  <a:pt x="53747" y="91251"/>
                </a:lnTo>
                <a:lnTo>
                  <a:pt x="53747" y="5375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59" name="Белый — SVG 28">
            <a:extLst>
              <a:ext uri="{FF2B5EF4-FFF2-40B4-BE49-F238E27FC236}">
                <a16:creationId xmlns:a16="http://schemas.microsoft.com/office/drawing/2014/main" id="{27B3F6A3-7D66-C44A-A3B4-C2211D5639DB}"/>
              </a:ext>
            </a:extLst>
          </p:cNvPr>
          <p:cNvSpPr>
            <a:spLocks noGrp="1"/>
          </p:cNvSpPr>
          <p:nvPr/>
        </p:nvSpPr>
        <p:spPr>
          <a:xfrm>
            <a:off x="5820000" y="5010000"/>
            <a:ext cx="220000" cy="220000"/>
          </a:xfrm>
          <a:custGeom>
            <a:avLst/>
            <a:gdLst>
              <a:gd name="csX0" fmla="*/ 104564 w 127600"/>
              <a:gd name="csY0" fmla="*/ 127583 h 127583"/>
              <a:gd name="csX1" fmla="*/ 23036 w 127600"/>
              <a:gd name="csY1" fmla="*/ 127583 h 127583"/>
              <a:gd name="csX2" fmla="*/ 0 w 127600"/>
              <a:gd name="csY2" fmla="*/ 104550 h 127583"/>
              <a:gd name="csX3" fmla="*/ 0 w 127600"/>
              <a:gd name="csY3" fmla="*/ 90363 h 127583"/>
              <a:gd name="csX4" fmla="*/ 5308 w 127600"/>
              <a:gd name="csY4" fmla="*/ 85056 h 127583"/>
              <a:gd name="csX5" fmla="*/ 21267 w 127600"/>
              <a:gd name="csY5" fmla="*/ 85056 h 127583"/>
              <a:gd name="csX6" fmla="*/ 21267 w 127600"/>
              <a:gd name="csY6" fmla="*/ 69099 h 127583"/>
              <a:gd name="csX7" fmla="*/ 26575 w 127600"/>
              <a:gd name="csY7" fmla="*/ 63792 h 127583"/>
              <a:gd name="csX8" fmla="*/ 42534 w 127600"/>
              <a:gd name="csY8" fmla="*/ 63792 h 127583"/>
              <a:gd name="csX9" fmla="*/ 42534 w 127600"/>
              <a:gd name="csY9" fmla="*/ 47835 h 127583"/>
              <a:gd name="csX10" fmla="*/ 47842 w 127600"/>
              <a:gd name="csY10" fmla="*/ 42528 h 127583"/>
              <a:gd name="csX11" fmla="*/ 63800 w 127600"/>
              <a:gd name="csY11" fmla="*/ 42528 h 127583"/>
              <a:gd name="csX12" fmla="*/ 63800 w 127600"/>
              <a:gd name="csY12" fmla="*/ 26571 h 127583"/>
              <a:gd name="csX13" fmla="*/ 69109 w 127600"/>
              <a:gd name="csY13" fmla="*/ 21264 h 127583"/>
              <a:gd name="csX14" fmla="*/ 85067 w 127600"/>
              <a:gd name="csY14" fmla="*/ 21264 h 127583"/>
              <a:gd name="csX15" fmla="*/ 85067 w 127600"/>
              <a:gd name="csY15" fmla="*/ 5307 h 127583"/>
              <a:gd name="csX16" fmla="*/ 90375 w 127600"/>
              <a:gd name="csY16" fmla="*/ 0 h 127583"/>
              <a:gd name="csX17" fmla="*/ 104564 w 127600"/>
              <a:gd name="csY17" fmla="*/ 0 h 127583"/>
              <a:gd name="csX18" fmla="*/ 127601 w 127600"/>
              <a:gd name="csY18" fmla="*/ 23033 h 127583"/>
              <a:gd name="csX19" fmla="*/ 127601 w 127600"/>
              <a:gd name="csY19" fmla="*/ 104550 h 127583"/>
              <a:gd name="csX20" fmla="*/ 104564 w 127600"/>
              <a:gd name="csY20" fmla="*/ 127583 h 127583"/>
            </a:gdLst>
            <a:ahLst/>
            <a:cxnLst/>
            <a:rect l="l" t="t" r="r" b="b"/>
            <a:pathLst>
              <a:path w="100000" h="100000">
                <a:moveTo>
                  <a:pt x="81947" y="99993"/>
                </a:moveTo>
                <a:lnTo>
                  <a:pt x="18053" y="99993"/>
                </a:lnTo>
                <a:cubicBezTo>
                  <a:pt x="8093" y="99993"/>
                  <a:pt x="0" y="91888"/>
                  <a:pt x="0" y="81942"/>
                </a:cubicBezTo>
                <a:lnTo>
                  <a:pt x="0" y="70824"/>
                </a:lnTo>
                <a:cubicBezTo>
                  <a:pt x="0" y="68531"/>
                  <a:pt x="1867" y="66665"/>
                  <a:pt x="4160" y="66665"/>
                </a:cubicBezTo>
                <a:lnTo>
                  <a:pt x="16667" y="66665"/>
                </a:lnTo>
                <a:lnTo>
                  <a:pt x="16667" y="54159"/>
                </a:lnTo>
                <a:cubicBezTo>
                  <a:pt x="16667" y="51866"/>
                  <a:pt x="18533" y="50000"/>
                  <a:pt x="20827" y="50000"/>
                </a:cubicBezTo>
                <a:lnTo>
                  <a:pt x="33334" y="50000"/>
                </a:lnTo>
                <a:lnTo>
                  <a:pt x="33334" y="37495"/>
                </a:lnTo>
                <a:cubicBezTo>
                  <a:pt x="33334" y="35202"/>
                  <a:pt x="35200" y="33336"/>
                  <a:pt x="37494" y="33336"/>
                </a:cubicBezTo>
                <a:lnTo>
                  <a:pt x="50000" y="33336"/>
                </a:lnTo>
                <a:lnTo>
                  <a:pt x="50000" y="20830"/>
                </a:lnTo>
                <a:cubicBezTo>
                  <a:pt x="50000" y="18537"/>
                  <a:pt x="51867" y="16671"/>
                  <a:pt x="54161" y="16671"/>
                </a:cubicBezTo>
                <a:lnTo>
                  <a:pt x="66667" y="16671"/>
                </a:lnTo>
                <a:lnTo>
                  <a:pt x="66667" y="4166"/>
                </a:lnTo>
                <a:cubicBezTo>
                  <a:pt x="66667" y="1873"/>
                  <a:pt x="68534" y="7"/>
                  <a:pt x="70827" y="7"/>
                </a:cubicBezTo>
                <a:lnTo>
                  <a:pt x="81947" y="7"/>
                </a:lnTo>
                <a:cubicBezTo>
                  <a:pt x="91893" y="7"/>
                  <a:pt x="100001" y="8099"/>
                  <a:pt x="100001" y="18058"/>
                </a:cubicBezTo>
                <a:lnTo>
                  <a:pt x="100001" y="81942"/>
                </a:lnTo>
                <a:cubicBezTo>
                  <a:pt x="100001" y="91888"/>
                  <a:pt x="91893" y="99993"/>
                  <a:pt x="81947" y="9999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0" name="Белый — SVG 29">
            <a:extLst>
              <a:ext uri="{FF2B5EF4-FFF2-40B4-BE49-F238E27FC236}">
                <a16:creationId xmlns:a16="http://schemas.microsoft.com/office/drawing/2014/main" id="{90DEBC84-D72B-4C45-877C-6A7613F0B406}"/>
              </a:ext>
            </a:extLst>
          </p:cNvPr>
          <p:cNvSpPr>
            <a:spLocks noGrp="1"/>
          </p:cNvSpPr>
          <p:nvPr/>
        </p:nvSpPr>
        <p:spPr>
          <a:xfrm>
            <a:off x="6420000" y="5010000"/>
            <a:ext cx="220000" cy="220000"/>
          </a:xfrm>
          <a:custGeom>
            <a:avLst/>
            <a:gdLst>
              <a:gd name="csX0" fmla="*/ 127601 w 127600"/>
              <a:gd name="csY0" fmla="*/ 8863 h 131121"/>
              <a:gd name="csX1" fmla="*/ 127601 w 127600"/>
              <a:gd name="csY1" fmla="*/ 26078 h 131121"/>
              <a:gd name="csX2" fmla="*/ 118924 w 127600"/>
              <a:gd name="csY2" fmla="*/ 42324 h 131121"/>
              <a:gd name="csX3" fmla="*/ 107967 w 127600"/>
              <a:gd name="csY3" fmla="*/ 49621 h 131121"/>
              <a:gd name="csX4" fmla="*/ 19634 w 127600"/>
              <a:gd name="csY4" fmla="*/ 49621 h 131121"/>
              <a:gd name="csX5" fmla="*/ 8677 w 127600"/>
              <a:gd name="csY5" fmla="*/ 42324 h 131121"/>
              <a:gd name="csX6" fmla="*/ 0 w 127600"/>
              <a:gd name="csY6" fmla="*/ 26078 h 131121"/>
              <a:gd name="csX7" fmla="*/ 0 w 127600"/>
              <a:gd name="csY7" fmla="*/ 8863 h 131121"/>
              <a:gd name="csX8" fmla="*/ 8864 w 127600"/>
              <a:gd name="csY8" fmla="*/ 0 h 131121"/>
              <a:gd name="csX9" fmla="*/ 19497 w 127600"/>
              <a:gd name="csY9" fmla="*/ 0 h 131121"/>
              <a:gd name="csX10" fmla="*/ 28361 w 127600"/>
              <a:gd name="csY10" fmla="*/ 8863 h 131121"/>
              <a:gd name="csX11" fmla="*/ 28361 w 127600"/>
              <a:gd name="csY11" fmla="*/ 19495 h 131121"/>
              <a:gd name="csX12" fmla="*/ 30131 w 127600"/>
              <a:gd name="csY12" fmla="*/ 21264 h 131121"/>
              <a:gd name="csX13" fmla="*/ 44303 w 127600"/>
              <a:gd name="csY13" fmla="*/ 21264 h 131121"/>
              <a:gd name="csX14" fmla="*/ 46072 w 127600"/>
              <a:gd name="csY14" fmla="*/ 19495 h 131121"/>
              <a:gd name="csX15" fmla="*/ 46072 w 127600"/>
              <a:gd name="csY15" fmla="*/ 8863 h 131121"/>
              <a:gd name="csX16" fmla="*/ 54936 w 127600"/>
              <a:gd name="csY16" fmla="*/ 0 h 131121"/>
              <a:gd name="csX17" fmla="*/ 72664 w 127600"/>
              <a:gd name="csY17" fmla="*/ 0 h 131121"/>
              <a:gd name="csX18" fmla="*/ 81528 w 127600"/>
              <a:gd name="csY18" fmla="*/ 8863 h 131121"/>
              <a:gd name="csX19" fmla="*/ 81528 w 127600"/>
              <a:gd name="csY19" fmla="*/ 19495 h 131121"/>
              <a:gd name="csX20" fmla="*/ 83298 w 127600"/>
              <a:gd name="csY20" fmla="*/ 21264 h 131121"/>
              <a:gd name="csX21" fmla="*/ 97470 w 127600"/>
              <a:gd name="csY21" fmla="*/ 21264 h 131121"/>
              <a:gd name="csX22" fmla="*/ 99239 w 127600"/>
              <a:gd name="csY22" fmla="*/ 19495 h 131121"/>
              <a:gd name="csX23" fmla="*/ 99239 w 127600"/>
              <a:gd name="csY23" fmla="*/ 8863 h 131121"/>
              <a:gd name="csX24" fmla="*/ 108103 w 127600"/>
              <a:gd name="csY24" fmla="*/ 0 h 131121"/>
              <a:gd name="csX25" fmla="*/ 118737 w 127600"/>
              <a:gd name="csY25" fmla="*/ 0 h 131121"/>
              <a:gd name="csX26" fmla="*/ 127601 w 127600"/>
              <a:gd name="csY26" fmla="*/ 8863 h 131121"/>
              <a:gd name="csX27" fmla="*/ 116082 w 127600"/>
              <a:gd name="csY27" fmla="*/ 127515 h 131121"/>
              <a:gd name="csX28" fmla="*/ 106402 w 127600"/>
              <a:gd name="csY28" fmla="*/ 131122 h 131121"/>
              <a:gd name="csX29" fmla="*/ 86837 w 127600"/>
              <a:gd name="csY29" fmla="*/ 131122 h 131121"/>
              <a:gd name="csX30" fmla="*/ 81528 w 127600"/>
              <a:gd name="csY30" fmla="*/ 125814 h 131121"/>
              <a:gd name="csX31" fmla="*/ 81528 w 127600"/>
              <a:gd name="csY31" fmla="*/ 102781 h 131121"/>
              <a:gd name="csX32" fmla="*/ 76356 w 127600"/>
              <a:gd name="csY32" fmla="*/ 90227 h 131121"/>
              <a:gd name="csX33" fmla="*/ 64430 w 127600"/>
              <a:gd name="csY33" fmla="*/ 85056 h 131121"/>
              <a:gd name="csX34" fmla="*/ 46072 w 127600"/>
              <a:gd name="csY34" fmla="*/ 103632 h 131121"/>
              <a:gd name="csX35" fmla="*/ 46072 w 127600"/>
              <a:gd name="csY35" fmla="*/ 125814 h 131121"/>
              <a:gd name="csX36" fmla="*/ 40764 w 127600"/>
              <a:gd name="csY36" fmla="*/ 131122 h 131121"/>
              <a:gd name="csX37" fmla="*/ 21199 w 127600"/>
              <a:gd name="csY37" fmla="*/ 131122 h 131121"/>
              <a:gd name="csX38" fmla="*/ 11518 w 127600"/>
              <a:gd name="csY38" fmla="*/ 127515 h 131121"/>
              <a:gd name="csX39" fmla="*/ 7554 w 127600"/>
              <a:gd name="csY39" fmla="*/ 114825 h 131121"/>
              <a:gd name="csX40" fmla="*/ 19242 w 127600"/>
              <a:gd name="csY40" fmla="*/ 60253 h 131121"/>
              <a:gd name="csX41" fmla="*/ 108358 w 127600"/>
              <a:gd name="csY41" fmla="*/ 60253 h 131121"/>
              <a:gd name="csX42" fmla="*/ 120047 w 127600"/>
              <a:gd name="csY42" fmla="*/ 114825 h 131121"/>
              <a:gd name="csX43" fmla="*/ 116082 w 127600"/>
              <a:gd name="csY43" fmla="*/ 127515 h 131121"/>
            </a:gdLst>
            <a:ahLst/>
            <a:cxnLst/>
            <a:rect l="l" t="t" r="r" b="b"/>
            <a:pathLst>
              <a:path w="100000" h="100000">
                <a:moveTo>
                  <a:pt x="98658" y="6759"/>
                </a:moveTo>
                <a:lnTo>
                  <a:pt x="98658" y="19888"/>
                </a:lnTo>
                <a:cubicBezTo>
                  <a:pt x="98658" y="24870"/>
                  <a:pt x="96167" y="29489"/>
                  <a:pt x="92041" y="32279"/>
                </a:cubicBezTo>
                <a:lnTo>
                  <a:pt x="83684" y="37844"/>
                </a:lnTo>
                <a:lnTo>
                  <a:pt x="16317" y="37844"/>
                </a:lnTo>
                <a:lnTo>
                  <a:pt x="7960" y="32279"/>
                </a:lnTo>
                <a:cubicBezTo>
                  <a:pt x="3834" y="29489"/>
                  <a:pt x="1343" y="24870"/>
                  <a:pt x="1343" y="19888"/>
                </a:cubicBezTo>
                <a:lnTo>
                  <a:pt x="1343" y="6759"/>
                </a:lnTo>
                <a:cubicBezTo>
                  <a:pt x="1343" y="3023"/>
                  <a:pt x="4366" y="0"/>
                  <a:pt x="8103" y="0"/>
                </a:cubicBezTo>
                <a:lnTo>
                  <a:pt x="16212" y="0"/>
                </a:lnTo>
                <a:cubicBezTo>
                  <a:pt x="19936" y="0"/>
                  <a:pt x="22972" y="3023"/>
                  <a:pt x="22972" y="6759"/>
                </a:cubicBezTo>
                <a:lnTo>
                  <a:pt x="22972" y="14868"/>
                </a:lnTo>
                <a:cubicBezTo>
                  <a:pt x="22972" y="15620"/>
                  <a:pt x="23556" y="16217"/>
                  <a:pt x="24322" y="16217"/>
                </a:cubicBezTo>
                <a:lnTo>
                  <a:pt x="35131" y="16217"/>
                </a:lnTo>
                <a:cubicBezTo>
                  <a:pt x="35883" y="16217"/>
                  <a:pt x="36480" y="15620"/>
                  <a:pt x="36480" y="14868"/>
                </a:cubicBezTo>
                <a:lnTo>
                  <a:pt x="36480" y="6759"/>
                </a:lnTo>
                <a:cubicBezTo>
                  <a:pt x="36480" y="3023"/>
                  <a:pt x="39517" y="0"/>
                  <a:pt x="43240" y="0"/>
                </a:cubicBezTo>
                <a:lnTo>
                  <a:pt x="56760" y="0"/>
                </a:lnTo>
                <a:cubicBezTo>
                  <a:pt x="60484" y="0"/>
                  <a:pt x="63520" y="3023"/>
                  <a:pt x="63520" y="6759"/>
                </a:cubicBezTo>
                <a:lnTo>
                  <a:pt x="63520" y="14868"/>
                </a:lnTo>
                <a:cubicBezTo>
                  <a:pt x="63520" y="15620"/>
                  <a:pt x="64105" y="16217"/>
                  <a:pt x="64870" y="16217"/>
                </a:cubicBezTo>
                <a:lnTo>
                  <a:pt x="75679" y="16217"/>
                </a:lnTo>
                <a:cubicBezTo>
                  <a:pt x="76431" y="16217"/>
                  <a:pt x="77028" y="15620"/>
                  <a:pt x="77028" y="14868"/>
                </a:cubicBezTo>
                <a:lnTo>
                  <a:pt x="77028" y="6759"/>
                </a:lnTo>
                <a:cubicBezTo>
                  <a:pt x="77028" y="3023"/>
                  <a:pt x="80064" y="0"/>
                  <a:pt x="83788" y="0"/>
                </a:cubicBezTo>
                <a:lnTo>
                  <a:pt x="91898" y="0"/>
                </a:lnTo>
                <a:cubicBezTo>
                  <a:pt x="95635" y="0"/>
                  <a:pt x="98658" y="3023"/>
                  <a:pt x="98658" y="6759"/>
                </a:cubicBezTo>
                <a:close/>
                <a:moveTo>
                  <a:pt x="89873" y="97250"/>
                </a:moveTo>
                <a:cubicBezTo>
                  <a:pt x="87901" y="99118"/>
                  <a:pt x="85190" y="100001"/>
                  <a:pt x="82491" y="100001"/>
                </a:cubicBezTo>
                <a:lnTo>
                  <a:pt x="67569" y="100001"/>
                </a:lnTo>
                <a:cubicBezTo>
                  <a:pt x="65324" y="100001"/>
                  <a:pt x="63520" y="98197"/>
                  <a:pt x="63520" y="95953"/>
                </a:cubicBezTo>
                <a:lnTo>
                  <a:pt x="63520" y="78386"/>
                </a:lnTo>
                <a:cubicBezTo>
                  <a:pt x="63520" y="74650"/>
                  <a:pt x="62003" y="71277"/>
                  <a:pt x="59576" y="68812"/>
                </a:cubicBezTo>
                <a:cubicBezTo>
                  <a:pt x="57215" y="66490"/>
                  <a:pt x="54022" y="64998"/>
                  <a:pt x="50480" y="64868"/>
                </a:cubicBezTo>
                <a:cubicBezTo>
                  <a:pt x="42786" y="64595"/>
                  <a:pt x="36480" y="71329"/>
                  <a:pt x="36480" y="79035"/>
                </a:cubicBezTo>
                <a:lnTo>
                  <a:pt x="36480" y="95953"/>
                </a:lnTo>
                <a:cubicBezTo>
                  <a:pt x="36480" y="98197"/>
                  <a:pt x="34676" y="100001"/>
                  <a:pt x="32431" y="100001"/>
                </a:cubicBezTo>
                <a:lnTo>
                  <a:pt x="17510" y="100001"/>
                </a:lnTo>
                <a:cubicBezTo>
                  <a:pt x="14798" y="100001"/>
                  <a:pt x="12099" y="99118"/>
                  <a:pt x="10127" y="97250"/>
                </a:cubicBezTo>
                <a:cubicBezTo>
                  <a:pt x="7480" y="94733"/>
                  <a:pt x="6338" y="91088"/>
                  <a:pt x="7104" y="87572"/>
                </a:cubicBezTo>
                <a:lnTo>
                  <a:pt x="16018" y="45952"/>
                </a:lnTo>
                <a:lnTo>
                  <a:pt x="83982" y="45952"/>
                </a:lnTo>
                <a:lnTo>
                  <a:pt x="92897" y="87572"/>
                </a:lnTo>
                <a:cubicBezTo>
                  <a:pt x="93662" y="91088"/>
                  <a:pt x="92520" y="94733"/>
                  <a:pt x="89873" y="9725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1" name="Белый — SVG 30">
            <a:extLst>
              <a:ext uri="{FF2B5EF4-FFF2-40B4-BE49-F238E27FC236}">
                <a16:creationId xmlns:a16="http://schemas.microsoft.com/office/drawing/2014/main" id="{CECA1801-E79C-7D4E-B5BA-33BA7679D66A}"/>
              </a:ext>
            </a:extLst>
          </p:cNvPr>
          <p:cNvSpPr>
            <a:spLocks noGrp="1"/>
          </p:cNvSpPr>
          <p:nvPr/>
        </p:nvSpPr>
        <p:spPr>
          <a:xfrm>
            <a:off x="7020000" y="5010000"/>
            <a:ext cx="220000" cy="220000"/>
          </a:xfrm>
          <a:custGeom>
            <a:avLst/>
            <a:gdLst>
              <a:gd name="csX0" fmla="*/ 5317 w 155956"/>
              <a:gd name="csY0" fmla="*/ 0 h 159483"/>
              <a:gd name="csX1" fmla="*/ 0 w 155956"/>
              <a:gd name="csY1" fmla="*/ 5307 h 159483"/>
              <a:gd name="csX2" fmla="*/ 0 w 155956"/>
              <a:gd name="csY2" fmla="*/ 27507 h 159483"/>
              <a:gd name="csX3" fmla="*/ 97 w 155956"/>
              <a:gd name="csY3" fmla="*/ 27507 h 159483"/>
              <a:gd name="csX4" fmla="*/ 5317 w 155956"/>
              <a:gd name="csY4" fmla="*/ 31896 h 159483"/>
              <a:gd name="csX5" fmla="*/ 42534 w 155956"/>
              <a:gd name="csY5" fmla="*/ 31896 h 159483"/>
              <a:gd name="csX6" fmla="*/ 42534 w 155956"/>
              <a:gd name="csY6" fmla="*/ 35434 h 159483"/>
              <a:gd name="csX7" fmla="*/ 40761 w 155956"/>
              <a:gd name="csY7" fmla="*/ 38990 h 159483"/>
              <a:gd name="csX8" fmla="*/ 5317 w 155956"/>
              <a:gd name="csY8" fmla="*/ 38990 h 159483"/>
              <a:gd name="csX9" fmla="*/ 0 w 155956"/>
              <a:gd name="csY9" fmla="*/ 44297 h 159483"/>
              <a:gd name="csX10" fmla="*/ 325 w 155956"/>
              <a:gd name="csY10" fmla="*/ 46066 h 159483"/>
              <a:gd name="csX11" fmla="*/ 0 w 155956"/>
              <a:gd name="csY11" fmla="*/ 46066 h 159483"/>
              <a:gd name="csX12" fmla="*/ 0 w 155956"/>
              <a:gd name="csY12" fmla="*/ 155005 h 159483"/>
              <a:gd name="csX13" fmla="*/ 83 w 155956"/>
              <a:gd name="csY13" fmla="*/ 155005 h 159483"/>
              <a:gd name="csX14" fmla="*/ 5967 w 155956"/>
              <a:gd name="csY14" fmla="*/ 159445 h 159483"/>
              <a:gd name="csX15" fmla="*/ 24680 w 155956"/>
              <a:gd name="csY15" fmla="*/ 151722 h 159483"/>
              <a:gd name="csX16" fmla="*/ 42534 w 155956"/>
              <a:gd name="csY16" fmla="*/ 159479 h 159483"/>
              <a:gd name="csX17" fmla="*/ 60243 w 155956"/>
              <a:gd name="csY17" fmla="*/ 152045 h 159483"/>
              <a:gd name="csX18" fmla="*/ 77978 w 155956"/>
              <a:gd name="csY18" fmla="*/ 159479 h 159483"/>
              <a:gd name="csX19" fmla="*/ 95569 w 155956"/>
              <a:gd name="csY19" fmla="*/ 151892 h 159483"/>
              <a:gd name="csX20" fmla="*/ 113423 w 155956"/>
              <a:gd name="csY20" fmla="*/ 159479 h 159483"/>
              <a:gd name="csX21" fmla="*/ 131381 w 155956"/>
              <a:gd name="csY21" fmla="*/ 151518 h 159483"/>
              <a:gd name="csX22" fmla="*/ 149630 w 155956"/>
              <a:gd name="csY22" fmla="*/ 159377 h 159483"/>
              <a:gd name="csX23" fmla="*/ 150647 w 155956"/>
              <a:gd name="csY23" fmla="*/ 159479 h 159483"/>
              <a:gd name="csX24" fmla="*/ 155860 w 155956"/>
              <a:gd name="csY24" fmla="*/ 155175 h 159483"/>
              <a:gd name="csX25" fmla="*/ 155950 w 155956"/>
              <a:gd name="csY25" fmla="*/ 154155 h 159483"/>
              <a:gd name="csX26" fmla="*/ 155957 w 155956"/>
              <a:gd name="csY26" fmla="*/ 154155 h 159483"/>
              <a:gd name="csX27" fmla="*/ 155957 w 155956"/>
              <a:gd name="csY27" fmla="*/ 45232 h 159483"/>
              <a:gd name="csX28" fmla="*/ 155860 w 155956"/>
              <a:gd name="csY28" fmla="*/ 45232 h 159483"/>
              <a:gd name="csX29" fmla="*/ 155957 w 155956"/>
              <a:gd name="csY29" fmla="*/ 44297 h 159483"/>
              <a:gd name="csX30" fmla="*/ 150640 w 155956"/>
              <a:gd name="csY30" fmla="*/ 38990 h 159483"/>
              <a:gd name="csX31" fmla="*/ 115194 w 155956"/>
              <a:gd name="csY31" fmla="*/ 38990 h 159483"/>
              <a:gd name="csX32" fmla="*/ 113423 w 155956"/>
              <a:gd name="csY32" fmla="*/ 35434 h 159483"/>
              <a:gd name="csX33" fmla="*/ 113423 w 155956"/>
              <a:gd name="csY33" fmla="*/ 31896 h 159483"/>
              <a:gd name="csX34" fmla="*/ 150640 w 155956"/>
              <a:gd name="csY34" fmla="*/ 31896 h 159483"/>
              <a:gd name="csX35" fmla="*/ 155957 w 155956"/>
              <a:gd name="csY35" fmla="*/ 26571 h 159483"/>
              <a:gd name="csX36" fmla="*/ 155957 w 155956"/>
              <a:gd name="csY36" fmla="*/ 4389 h 159483"/>
              <a:gd name="csX37" fmla="*/ 155860 w 155956"/>
              <a:gd name="csY37" fmla="*/ 4389 h 159483"/>
              <a:gd name="csX38" fmla="*/ 150640 w 155956"/>
              <a:gd name="csY38" fmla="*/ 0 h 159483"/>
              <a:gd name="csX39" fmla="*/ 138823 w 155956"/>
              <a:gd name="csY39" fmla="*/ 0 h 159483"/>
              <a:gd name="csX40" fmla="*/ 135798 w 155956"/>
              <a:gd name="csY40" fmla="*/ 936 h 159483"/>
              <a:gd name="csX41" fmla="*/ 105082 w 155956"/>
              <a:gd name="csY41" fmla="*/ 22200 h 159483"/>
              <a:gd name="csX42" fmla="*/ 102851 w 155956"/>
              <a:gd name="csY42" fmla="*/ 26911 h 159483"/>
              <a:gd name="csX43" fmla="*/ 102790 w 155956"/>
              <a:gd name="csY43" fmla="*/ 27524 h 159483"/>
              <a:gd name="csX44" fmla="*/ 102790 w 155956"/>
              <a:gd name="csY44" fmla="*/ 35434 h 159483"/>
              <a:gd name="csX45" fmla="*/ 106334 w 155956"/>
              <a:gd name="csY45" fmla="*/ 45556 h 159483"/>
              <a:gd name="csX46" fmla="*/ 106334 w 155956"/>
              <a:gd name="csY46" fmla="*/ 146823 h 159483"/>
              <a:gd name="csX47" fmla="*/ 100234 w 155956"/>
              <a:gd name="csY47" fmla="*/ 140767 h 159483"/>
              <a:gd name="csX48" fmla="*/ 95825 w 155956"/>
              <a:gd name="csY48" fmla="*/ 138215 h 159483"/>
              <a:gd name="csX49" fmla="*/ 91297 w 155956"/>
              <a:gd name="csY49" fmla="*/ 140546 h 159483"/>
              <a:gd name="csX50" fmla="*/ 77978 w 155956"/>
              <a:gd name="csY50" fmla="*/ 148847 h 159483"/>
              <a:gd name="csX51" fmla="*/ 64908 w 155956"/>
              <a:gd name="csY51" fmla="*/ 140954 h 159483"/>
              <a:gd name="csX52" fmla="*/ 60347 w 155956"/>
              <a:gd name="csY52" fmla="*/ 138215 h 159483"/>
              <a:gd name="csX53" fmla="*/ 55693 w 155956"/>
              <a:gd name="csY53" fmla="*/ 140801 h 159483"/>
              <a:gd name="csX54" fmla="*/ 49623 w 155956"/>
              <a:gd name="csY54" fmla="*/ 146823 h 159483"/>
              <a:gd name="csX55" fmla="*/ 49623 w 155956"/>
              <a:gd name="csY55" fmla="*/ 45556 h 159483"/>
              <a:gd name="csX56" fmla="*/ 53167 w 155956"/>
              <a:gd name="csY56" fmla="*/ 35434 h 159483"/>
              <a:gd name="csX57" fmla="*/ 53167 w 155956"/>
              <a:gd name="csY57" fmla="*/ 27524 h 159483"/>
              <a:gd name="csX58" fmla="*/ 53104 w 155956"/>
              <a:gd name="csY58" fmla="*/ 26911 h 159483"/>
              <a:gd name="csX59" fmla="*/ 50875 w 155956"/>
              <a:gd name="csY59" fmla="*/ 22217 h 159483"/>
              <a:gd name="csX60" fmla="*/ 20159 w 155956"/>
              <a:gd name="csY60" fmla="*/ 953 h 159483"/>
              <a:gd name="csX61" fmla="*/ 17127 w 155956"/>
              <a:gd name="csY61" fmla="*/ 0 h 159483"/>
              <a:gd name="csX62" fmla="*/ 5317 w 155956"/>
              <a:gd name="csY62" fmla="*/ 0 h 159483"/>
              <a:gd name="csX63" fmla="*/ 17723 w 155956"/>
              <a:gd name="csY63" fmla="*/ 62448 h 159483"/>
              <a:gd name="csX64" fmla="*/ 21986 w 155956"/>
              <a:gd name="csY64" fmla="*/ 64999 h 159483"/>
              <a:gd name="csX65" fmla="*/ 24811 w 155956"/>
              <a:gd name="csY65" fmla="*/ 70868 h 159483"/>
              <a:gd name="csX66" fmla="*/ 24811 w 155956"/>
              <a:gd name="csY66" fmla="*/ 85124 h 159483"/>
              <a:gd name="csX67" fmla="*/ 21337 w 155956"/>
              <a:gd name="csY67" fmla="*/ 88594 h 159483"/>
              <a:gd name="csX68" fmla="*/ 14109 w 155956"/>
              <a:gd name="csY68" fmla="*/ 88594 h 159483"/>
              <a:gd name="csX69" fmla="*/ 10633 w 155956"/>
              <a:gd name="csY69" fmla="*/ 85124 h 159483"/>
              <a:gd name="csX70" fmla="*/ 10633 w 155956"/>
              <a:gd name="csY70" fmla="*/ 70885 h 159483"/>
              <a:gd name="csX71" fmla="*/ 13458 w 155956"/>
              <a:gd name="csY71" fmla="*/ 65016 h 159483"/>
              <a:gd name="csX72" fmla="*/ 17723 w 155956"/>
              <a:gd name="csY72" fmla="*/ 62448 h 159483"/>
              <a:gd name="csX73" fmla="*/ 138234 w 155956"/>
              <a:gd name="csY73" fmla="*/ 62448 h 159483"/>
              <a:gd name="csX74" fmla="*/ 142499 w 155956"/>
              <a:gd name="csY74" fmla="*/ 64999 h 159483"/>
              <a:gd name="csX75" fmla="*/ 145323 w 155956"/>
              <a:gd name="csY75" fmla="*/ 70868 h 159483"/>
              <a:gd name="csX76" fmla="*/ 145323 w 155956"/>
              <a:gd name="csY76" fmla="*/ 85124 h 159483"/>
              <a:gd name="csX77" fmla="*/ 141848 w 155956"/>
              <a:gd name="csY77" fmla="*/ 88594 h 159483"/>
              <a:gd name="csX78" fmla="*/ 134620 w 155956"/>
              <a:gd name="csY78" fmla="*/ 88594 h 159483"/>
              <a:gd name="csX79" fmla="*/ 131144 w 155956"/>
              <a:gd name="csY79" fmla="*/ 85124 h 159483"/>
              <a:gd name="csX80" fmla="*/ 131144 w 155956"/>
              <a:gd name="csY80" fmla="*/ 70885 h 159483"/>
              <a:gd name="csX81" fmla="*/ 133969 w 155956"/>
              <a:gd name="csY81" fmla="*/ 65016 h 159483"/>
              <a:gd name="csX82" fmla="*/ 138234 w 155956"/>
              <a:gd name="csY82" fmla="*/ 62448 h 159483"/>
              <a:gd name="csX83" fmla="*/ 65573 w 155956"/>
              <a:gd name="csY83" fmla="*/ 81517 h 159483"/>
              <a:gd name="csX84" fmla="*/ 62623 w 155956"/>
              <a:gd name="csY84" fmla="*/ 82402 h 159483"/>
              <a:gd name="csX85" fmla="*/ 56711 w 155956"/>
              <a:gd name="csY85" fmla="*/ 86348 h 159483"/>
              <a:gd name="csX86" fmla="*/ 56711 w 155956"/>
              <a:gd name="csY86" fmla="*/ 120745 h 159483"/>
              <a:gd name="csX87" fmla="*/ 77978 w 155956"/>
              <a:gd name="csY87" fmla="*/ 113413 h 159483"/>
              <a:gd name="csX88" fmla="*/ 99244 w 155956"/>
              <a:gd name="csY88" fmla="*/ 120745 h 159483"/>
              <a:gd name="csX89" fmla="*/ 99244 w 155956"/>
              <a:gd name="csY89" fmla="*/ 86348 h 159483"/>
              <a:gd name="csX90" fmla="*/ 93332 w 155956"/>
              <a:gd name="csY90" fmla="*/ 82402 h 159483"/>
              <a:gd name="csX91" fmla="*/ 90384 w 155956"/>
              <a:gd name="csY91" fmla="*/ 81517 h 159483"/>
              <a:gd name="csX92" fmla="*/ 65573 w 155956"/>
              <a:gd name="csY92" fmla="*/ 81517 h 159483"/>
              <a:gd name="csX93" fmla="*/ 17723 w 155956"/>
              <a:gd name="csY93" fmla="*/ 102781 h 159483"/>
              <a:gd name="csX94" fmla="*/ 24811 w 155956"/>
              <a:gd name="csY94" fmla="*/ 109858 h 159483"/>
              <a:gd name="csX95" fmla="*/ 24811 w 155956"/>
              <a:gd name="csY95" fmla="*/ 124164 h 159483"/>
              <a:gd name="csX96" fmla="*/ 21377 w 155956"/>
              <a:gd name="csY96" fmla="*/ 127583 h 159483"/>
              <a:gd name="csX97" fmla="*/ 14060 w 155956"/>
              <a:gd name="csY97" fmla="*/ 127583 h 159483"/>
              <a:gd name="csX98" fmla="*/ 10633 w 155956"/>
              <a:gd name="csY98" fmla="*/ 124164 h 159483"/>
              <a:gd name="csX99" fmla="*/ 10633 w 155956"/>
              <a:gd name="csY99" fmla="*/ 109858 h 159483"/>
              <a:gd name="csX100" fmla="*/ 17723 w 155956"/>
              <a:gd name="csY100" fmla="*/ 102781 h 159483"/>
              <a:gd name="csX101" fmla="*/ 138234 w 155956"/>
              <a:gd name="csY101" fmla="*/ 102781 h 159483"/>
              <a:gd name="csX102" fmla="*/ 145323 w 155956"/>
              <a:gd name="csY102" fmla="*/ 109858 h 159483"/>
              <a:gd name="csX103" fmla="*/ 145323 w 155956"/>
              <a:gd name="csY103" fmla="*/ 124164 h 159483"/>
              <a:gd name="csX104" fmla="*/ 141888 w 155956"/>
              <a:gd name="csY104" fmla="*/ 127583 h 159483"/>
              <a:gd name="csX105" fmla="*/ 134571 w 155956"/>
              <a:gd name="csY105" fmla="*/ 127583 h 159483"/>
              <a:gd name="csX106" fmla="*/ 131144 w 155956"/>
              <a:gd name="csY106" fmla="*/ 124164 h 159483"/>
              <a:gd name="csX107" fmla="*/ 131144 w 155956"/>
              <a:gd name="csY107" fmla="*/ 109858 h 159483"/>
              <a:gd name="csX108" fmla="*/ 138234 w 155956"/>
              <a:gd name="csY108" fmla="*/ 102781 h 159483"/>
            </a:gdLst>
            <a:ahLst/>
            <a:cxnLst/>
            <a:rect l="l" t="t" r="r" b="b"/>
            <a:pathLst>
              <a:path w="100000" h="100000">
                <a:moveTo>
                  <a:pt x="4440" y="0"/>
                </a:moveTo>
                <a:cubicBezTo>
                  <a:pt x="2599" y="0"/>
                  <a:pt x="1106" y="1494"/>
                  <a:pt x="1106" y="3328"/>
                </a:cubicBezTo>
                <a:lnTo>
                  <a:pt x="1106" y="17248"/>
                </a:lnTo>
                <a:lnTo>
                  <a:pt x="1167" y="17248"/>
                </a:lnTo>
                <a:cubicBezTo>
                  <a:pt x="1444" y="18816"/>
                  <a:pt x="2800" y="20000"/>
                  <a:pt x="4440" y="20000"/>
                </a:cubicBezTo>
                <a:lnTo>
                  <a:pt x="27776" y="20000"/>
                </a:lnTo>
                <a:lnTo>
                  <a:pt x="27776" y="22218"/>
                </a:lnTo>
                <a:cubicBezTo>
                  <a:pt x="27776" y="23285"/>
                  <a:pt x="27351" y="24448"/>
                  <a:pt x="26664" y="24448"/>
                </a:cubicBezTo>
                <a:lnTo>
                  <a:pt x="4440" y="24448"/>
                </a:lnTo>
                <a:cubicBezTo>
                  <a:pt x="2599" y="24448"/>
                  <a:pt x="1106" y="25941"/>
                  <a:pt x="1106" y="27775"/>
                </a:cubicBezTo>
                <a:cubicBezTo>
                  <a:pt x="1106" y="28170"/>
                  <a:pt x="1186" y="28543"/>
                  <a:pt x="1310" y="28885"/>
                </a:cubicBezTo>
                <a:lnTo>
                  <a:pt x="1106" y="28885"/>
                </a:lnTo>
                <a:lnTo>
                  <a:pt x="1106" y="97192"/>
                </a:lnTo>
                <a:lnTo>
                  <a:pt x="1158" y="97192"/>
                </a:lnTo>
                <a:cubicBezTo>
                  <a:pt x="1437" y="98952"/>
                  <a:pt x="3061" y="100189"/>
                  <a:pt x="4847" y="99976"/>
                </a:cubicBezTo>
                <a:cubicBezTo>
                  <a:pt x="7823" y="99603"/>
                  <a:pt x="12734" y="98493"/>
                  <a:pt x="16581" y="95134"/>
                </a:cubicBezTo>
                <a:cubicBezTo>
                  <a:pt x="19792" y="98397"/>
                  <a:pt x="23482" y="99997"/>
                  <a:pt x="27776" y="99997"/>
                </a:cubicBezTo>
                <a:cubicBezTo>
                  <a:pt x="31866" y="99997"/>
                  <a:pt x="35846" y="98280"/>
                  <a:pt x="38880" y="95336"/>
                </a:cubicBezTo>
                <a:cubicBezTo>
                  <a:pt x="41888" y="98195"/>
                  <a:pt x="46006" y="99997"/>
                  <a:pt x="50000" y="99997"/>
                </a:cubicBezTo>
                <a:cubicBezTo>
                  <a:pt x="53947" y="99997"/>
                  <a:pt x="57863" y="98269"/>
                  <a:pt x="61030" y="95240"/>
                </a:cubicBezTo>
                <a:cubicBezTo>
                  <a:pt x="64087" y="98269"/>
                  <a:pt x="68055" y="99997"/>
                  <a:pt x="72225" y="99997"/>
                </a:cubicBezTo>
                <a:cubicBezTo>
                  <a:pt x="76161" y="99997"/>
                  <a:pt x="80285" y="98120"/>
                  <a:pt x="83485" y="95006"/>
                </a:cubicBezTo>
                <a:cubicBezTo>
                  <a:pt x="86312" y="97320"/>
                  <a:pt x="90240" y="99027"/>
                  <a:pt x="94928" y="99934"/>
                </a:cubicBezTo>
                <a:cubicBezTo>
                  <a:pt x="95143" y="99976"/>
                  <a:pt x="95352" y="99997"/>
                  <a:pt x="95565" y="99997"/>
                </a:cubicBezTo>
                <a:cubicBezTo>
                  <a:pt x="97127" y="99997"/>
                  <a:pt x="98522" y="98888"/>
                  <a:pt x="98834" y="97299"/>
                </a:cubicBezTo>
                <a:cubicBezTo>
                  <a:pt x="98875" y="97086"/>
                  <a:pt x="98890" y="96872"/>
                  <a:pt x="98890" y="96659"/>
                </a:cubicBezTo>
                <a:lnTo>
                  <a:pt x="98895" y="96659"/>
                </a:lnTo>
                <a:lnTo>
                  <a:pt x="98895" y="28362"/>
                </a:lnTo>
                <a:lnTo>
                  <a:pt x="98834" y="28362"/>
                </a:lnTo>
                <a:cubicBezTo>
                  <a:pt x="98868" y="28170"/>
                  <a:pt x="98895" y="27978"/>
                  <a:pt x="98895" y="27775"/>
                </a:cubicBezTo>
                <a:cubicBezTo>
                  <a:pt x="98895" y="25941"/>
                  <a:pt x="97401" y="24448"/>
                  <a:pt x="95561" y="24448"/>
                </a:cubicBezTo>
                <a:lnTo>
                  <a:pt x="73335" y="24448"/>
                </a:lnTo>
                <a:cubicBezTo>
                  <a:pt x="72649" y="24448"/>
                  <a:pt x="72225" y="23285"/>
                  <a:pt x="72225" y="22218"/>
                </a:cubicBezTo>
                <a:lnTo>
                  <a:pt x="72225" y="20000"/>
                </a:lnTo>
                <a:lnTo>
                  <a:pt x="95561" y="20000"/>
                </a:lnTo>
                <a:cubicBezTo>
                  <a:pt x="97401" y="20000"/>
                  <a:pt x="98895" y="18506"/>
                  <a:pt x="98895" y="16661"/>
                </a:cubicBezTo>
                <a:lnTo>
                  <a:pt x="98895" y="2752"/>
                </a:lnTo>
                <a:lnTo>
                  <a:pt x="98834" y="2752"/>
                </a:lnTo>
                <a:cubicBezTo>
                  <a:pt x="98556" y="1184"/>
                  <a:pt x="97201" y="0"/>
                  <a:pt x="95561" y="0"/>
                </a:cubicBezTo>
                <a:lnTo>
                  <a:pt x="88151" y="0"/>
                </a:lnTo>
                <a:cubicBezTo>
                  <a:pt x="87473" y="0"/>
                  <a:pt x="86812" y="203"/>
                  <a:pt x="86255" y="587"/>
                </a:cubicBezTo>
                <a:lnTo>
                  <a:pt x="66995" y="13920"/>
                </a:lnTo>
                <a:cubicBezTo>
                  <a:pt x="66016" y="14602"/>
                  <a:pt x="65523" y="15733"/>
                  <a:pt x="65596" y="16874"/>
                </a:cubicBezTo>
                <a:cubicBezTo>
                  <a:pt x="65582" y="17002"/>
                  <a:pt x="65558" y="17130"/>
                  <a:pt x="65558" y="17258"/>
                </a:cubicBezTo>
                <a:lnTo>
                  <a:pt x="65558" y="22218"/>
                </a:lnTo>
                <a:cubicBezTo>
                  <a:pt x="65558" y="24757"/>
                  <a:pt x="66392" y="26975"/>
                  <a:pt x="67780" y="28565"/>
                </a:cubicBezTo>
                <a:lnTo>
                  <a:pt x="67780" y="92062"/>
                </a:lnTo>
                <a:cubicBezTo>
                  <a:pt x="66283" y="91176"/>
                  <a:pt x="64948" y="89886"/>
                  <a:pt x="63955" y="88265"/>
                </a:cubicBezTo>
                <a:cubicBezTo>
                  <a:pt x="63364" y="87294"/>
                  <a:pt x="62327" y="86696"/>
                  <a:pt x="61191" y="86664"/>
                </a:cubicBezTo>
                <a:cubicBezTo>
                  <a:pt x="60053" y="86686"/>
                  <a:pt x="58987" y="87187"/>
                  <a:pt x="58351" y="88126"/>
                </a:cubicBezTo>
                <a:cubicBezTo>
                  <a:pt x="56179" y="91336"/>
                  <a:pt x="52978" y="93331"/>
                  <a:pt x="50000" y="93331"/>
                </a:cubicBezTo>
                <a:cubicBezTo>
                  <a:pt x="46889" y="93331"/>
                  <a:pt x="43367" y="91208"/>
                  <a:pt x="41805" y="88382"/>
                </a:cubicBezTo>
                <a:cubicBezTo>
                  <a:pt x="41227" y="87337"/>
                  <a:pt x="40135" y="86686"/>
                  <a:pt x="38945" y="86664"/>
                </a:cubicBezTo>
                <a:cubicBezTo>
                  <a:pt x="37661" y="86632"/>
                  <a:pt x="36638" y="87262"/>
                  <a:pt x="36027" y="88286"/>
                </a:cubicBezTo>
                <a:cubicBezTo>
                  <a:pt x="35074" y="89886"/>
                  <a:pt x="33731" y="91176"/>
                  <a:pt x="32221" y="92062"/>
                </a:cubicBezTo>
                <a:lnTo>
                  <a:pt x="32221" y="28565"/>
                </a:lnTo>
                <a:cubicBezTo>
                  <a:pt x="33608" y="26975"/>
                  <a:pt x="34443" y="24757"/>
                  <a:pt x="34443" y="22218"/>
                </a:cubicBezTo>
                <a:lnTo>
                  <a:pt x="34443" y="17258"/>
                </a:lnTo>
                <a:cubicBezTo>
                  <a:pt x="34443" y="17130"/>
                  <a:pt x="34418" y="17002"/>
                  <a:pt x="34403" y="16874"/>
                </a:cubicBezTo>
                <a:cubicBezTo>
                  <a:pt x="34476" y="15733"/>
                  <a:pt x="33983" y="14602"/>
                  <a:pt x="33006" y="13931"/>
                </a:cubicBezTo>
                <a:lnTo>
                  <a:pt x="13746" y="598"/>
                </a:lnTo>
                <a:cubicBezTo>
                  <a:pt x="13188" y="203"/>
                  <a:pt x="12523" y="0"/>
                  <a:pt x="11845" y="0"/>
                </a:cubicBezTo>
                <a:lnTo>
                  <a:pt x="4440" y="0"/>
                </a:lnTo>
                <a:close/>
                <a:moveTo>
                  <a:pt x="12219" y="39157"/>
                </a:moveTo>
                <a:cubicBezTo>
                  <a:pt x="13337" y="39157"/>
                  <a:pt x="14360" y="39775"/>
                  <a:pt x="14892" y="40756"/>
                </a:cubicBezTo>
                <a:cubicBezTo>
                  <a:pt x="15831" y="41994"/>
                  <a:pt x="16663" y="43380"/>
                  <a:pt x="16663" y="44436"/>
                </a:cubicBezTo>
                <a:lnTo>
                  <a:pt x="16663" y="53375"/>
                </a:lnTo>
                <a:cubicBezTo>
                  <a:pt x="16663" y="54580"/>
                  <a:pt x="15687" y="55551"/>
                  <a:pt x="14485" y="55551"/>
                </a:cubicBezTo>
                <a:lnTo>
                  <a:pt x="9952" y="55551"/>
                </a:lnTo>
                <a:cubicBezTo>
                  <a:pt x="8747" y="55551"/>
                  <a:pt x="7773" y="54580"/>
                  <a:pt x="7773" y="53375"/>
                </a:cubicBezTo>
                <a:lnTo>
                  <a:pt x="7773" y="44447"/>
                </a:lnTo>
                <a:cubicBezTo>
                  <a:pt x="7773" y="43380"/>
                  <a:pt x="8602" y="41994"/>
                  <a:pt x="9544" y="40767"/>
                </a:cubicBezTo>
                <a:cubicBezTo>
                  <a:pt x="10075" y="39775"/>
                  <a:pt x="11101" y="39157"/>
                  <a:pt x="12219" y="39157"/>
                </a:cubicBezTo>
                <a:close/>
                <a:moveTo>
                  <a:pt x="87782" y="39157"/>
                </a:moveTo>
                <a:cubicBezTo>
                  <a:pt x="88900" y="39157"/>
                  <a:pt x="89925" y="39775"/>
                  <a:pt x="90456" y="40756"/>
                </a:cubicBezTo>
                <a:cubicBezTo>
                  <a:pt x="91396" y="41994"/>
                  <a:pt x="92227" y="43380"/>
                  <a:pt x="92227" y="44436"/>
                </a:cubicBezTo>
                <a:lnTo>
                  <a:pt x="92227" y="53375"/>
                </a:lnTo>
                <a:cubicBezTo>
                  <a:pt x="92227" y="54580"/>
                  <a:pt x="91250" y="55551"/>
                  <a:pt x="90048" y="55551"/>
                </a:cubicBezTo>
                <a:lnTo>
                  <a:pt x="85516" y="55551"/>
                </a:lnTo>
                <a:cubicBezTo>
                  <a:pt x="84312" y="55551"/>
                  <a:pt x="83336" y="54580"/>
                  <a:pt x="83336" y="53375"/>
                </a:cubicBezTo>
                <a:lnTo>
                  <a:pt x="83336" y="44447"/>
                </a:lnTo>
                <a:cubicBezTo>
                  <a:pt x="83336" y="43380"/>
                  <a:pt x="84165" y="41994"/>
                  <a:pt x="85108" y="40767"/>
                </a:cubicBezTo>
                <a:cubicBezTo>
                  <a:pt x="85639" y="39775"/>
                  <a:pt x="86664" y="39157"/>
                  <a:pt x="87782" y="39157"/>
                </a:cubicBezTo>
                <a:close/>
                <a:moveTo>
                  <a:pt x="42222" y="51113"/>
                </a:moveTo>
                <a:cubicBezTo>
                  <a:pt x="41563" y="51113"/>
                  <a:pt x="40919" y="51305"/>
                  <a:pt x="40372" y="51668"/>
                </a:cubicBezTo>
                <a:lnTo>
                  <a:pt x="36665" y="54142"/>
                </a:lnTo>
                <a:lnTo>
                  <a:pt x="36665" y="75710"/>
                </a:lnTo>
                <a:cubicBezTo>
                  <a:pt x="39848" y="72841"/>
                  <a:pt x="44515" y="71113"/>
                  <a:pt x="50000" y="71113"/>
                </a:cubicBezTo>
                <a:cubicBezTo>
                  <a:pt x="55485" y="71113"/>
                  <a:pt x="60155" y="72841"/>
                  <a:pt x="63334" y="75710"/>
                </a:cubicBezTo>
                <a:lnTo>
                  <a:pt x="63334" y="54142"/>
                </a:lnTo>
                <a:lnTo>
                  <a:pt x="59627" y="51668"/>
                </a:lnTo>
                <a:cubicBezTo>
                  <a:pt x="59081" y="51305"/>
                  <a:pt x="58437" y="51113"/>
                  <a:pt x="57779" y="51113"/>
                </a:cubicBezTo>
                <a:lnTo>
                  <a:pt x="42222" y="51113"/>
                </a:lnTo>
                <a:close/>
                <a:moveTo>
                  <a:pt x="12219" y="64446"/>
                </a:moveTo>
                <a:cubicBezTo>
                  <a:pt x="14674" y="64446"/>
                  <a:pt x="16663" y="66430"/>
                  <a:pt x="16663" y="68884"/>
                </a:cubicBezTo>
                <a:lnTo>
                  <a:pt x="16663" y="77854"/>
                </a:lnTo>
                <a:cubicBezTo>
                  <a:pt x="16663" y="79038"/>
                  <a:pt x="15699" y="79998"/>
                  <a:pt x="14510" y="79998"/>
                </a:cubicBezTo>
                <a:lnTo>
                  <a:pt x="9922" y="79998"/>
                </a:lnTo>
                <a:cubicBezTo>
                  <a:pt x="8735" y="79998"/>
                  <a:pt x="7773" y="79038"/>
                  <a:pt x="7773" y="77854"/>
                </a:cubicBezTo>
                <a:lnTo>
                  <a:pt x="7773" y="68884"/>
                </a:lnTo>
                <a:cubicBezTo>
                  <a:pt x="7773" y="66430"/>
                  <a:pt x="9762" y="64446"/>
                  <a:pt x="12219" y="64446"/>
                </a:cubicBezTo>
                <a:close/>
                <a:moveTo>
                  <a:pt x="87782" y="64446"/>
                </a:moveTo>
                <a:cubicBezTo>
                  <a:pt x="90238" y="64446"/>
                  <a:pt x="92227" y="66430"/>
                  <a:pt x="92227" y="68884"/>
                </a:cubicBezTo>
                <a:lnTo>
                  <a:pt x="92227" y="77854"/>
                </a:lnTo>
                <a:cubicBezTo>
                  <a:pt x="92227" y="79038"/>
                  <a:pt x="91263" y="79998"/>
                  <a:pt x="90073" y="79998"/>
                </a:cubicBezTo>
                <a:lnTo>
                  <a:pt x="85485" y="79998"/>
                </a:lnTo>
                <a:cubicBezTo>
                  <a:pt x="84299" y="79998"/>
                  <a:pt x="83336" y="79038"/>
                  <a:pt x="83336" y="77854"/>
                </a:cubicBezTo>
                <a:lnTo>
                  <a:pt x="83336" y="68884"/>
                </a:lnTo>
                <a:cubicBezTo>
                  <a:pt x="83336" y="66430"/>
                  <a:pt x="85326" y="64446"/>
                  <a:pt x="87782" y="6444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2" name="Белый — SVG 31">
            <a:extLst>
              <a:ext uri="{FF2B5EF4-FFF2-40B4-BE49-F238E27FC236}">
                <a16:creationId xmlns:a16="http://schemas.microsoft.com/office/drawing/2014/main" id="{4AD68804-894E-D34D-B6FF-63B8458F247E}"/>
              </a:ext>
            </a:extLst>
          </p:cNvPr>
          <p:cNvSpPr>
            <a:spLocks noGrp="1"/>
          </p:cNvSpPr>
          <p:nvPr/>
        </p:nvSpPr>
        <p:spPr>
          <a:xfrm>
            <a:off x="7620000" y="5010000"/>
            <a:ext cx="220000" cy="220000"/>
          </a:xfrm>
          <a:custGeom>
            <a:avLst/>
            <a:gdLst>
              <a:gd name="csX0" fmla="*/ 3898 w 113432"/>
              <a:gd name="csY0" fmla="*/ 84917 h 148896"/>
              <a:gd name="csX1" fmla="*/ 15484 w 113432"/>
              <a:gd name="csY1" fmla="*/ 76837 h 148896"/>
              <a:gd name="csX2" fmla="*/ 10993 w 113432"/>
              <a:gd name="csY2" fmla="*/ 106930 h 148896"/>
              <a:gd name="csX3" fmla="*/ 2690 w 113432"/>
              <a:gd name="csY3" fmla="*/ 98645 h 148896"/>
              <a:gd name="csX4" fmla="*/ 70 w 113432"/>
              <a:gd name="csY4" fmla="*/ 91484 h 148896"/>
              <a:gd name="csX5" fmla="*/ 3898 w 113432"/>
              <a:gd name="csY5" fmla="*/ 84917 h 148896"/>
              <a:gd name="csX6" fmla="*/ 113396 w 113432"/>
              <a:gd name="csY6" fmla="*/ 91450 h 148896"/>
              <a:gd name="csX7" fmla="*/ 110810 w 113432"/>
              <a:gd name="csY7" fmla="*/ 98560 h 148896"/>
              <a:gd name="csX8" fmla="*/ 110810 w 113432"/>
              <a:gd name="csY8" fmla="*/ 98594 h 148896"/>
              <a:gd name="csX9" fmla="*/ 102440 w 113432"/>
              <a:gd name="csY9" fmla="*/ 106930 h 148896"/>
              <a:gd name="csX10" fmla="*/ 97931 w 113432"/>
              <a:gd name="csY10" fmla="*/ 76769 h 148896"/>
              <a:gd name="csX11" fmla="*/ 109568 w 113432"/>
              <a:gd name="csY11" fmla="*/ 84849 h 148896"/>
              <a:gd name="csX12" fmla="*/ 113396 w 113432"/>
              <a:gd name="csY12" fmla="*/ 91450 h 148896"/>
              <a:gd name="csX13" fmla="*/ 110742 w 113432"/>
              <a:gd name="csY13" fmla="*/ 14764 h 148896"/>
              <a:gd name="csX14" fmla="*/ 98595 w 113432"/>
              <a:gd name="csY14" fmla="*/ 2635 h 148896"/>
              <a:gd name="csX15" fmla="*/ 91449 w 113432"/>
              <a:gd name="csY15" fmla="*/ 32 h 148896"/>
              <a:gd name="csX16" fmla="*/ 84882 w 113432"/>
              <a:gd name="csY16" fmla="*/ 3842 h 148896"/>
              <a:gd name="csX17" fmla="*/ 73296 w 113432"/>
              <a:gd name="csY17" fmla="*/ 20462 h 148896"/>
              <a:gd name="csX18" fmla="*/ 74538 w 113432"/>
              <a:gd name="csY18" fmla="*/ 21602 h 148896"/>
              <a:gd name="csX19" fmla="*/ 92980 w 113432"/>
              <a:gd name="csY19" fmla="*/ 40025 h 148896"/>
              <a:gd name="csX20" fmla="*/ 109534 w 113432"/>
              <a:gd name="csY20" fmla="*/ 28491 h 148896"/>
              <a:gd name="csX21" fmla="*/ 113346 w 113432"/>
              <a:gd name="csY21" fmla="*/ 21908 h 148896"/>
              <a:gd name="csX22" fmla="*/ 110742 w 113432"/>
              <a:gd name="csY22" fmla="*/ 14764 h 148896"/>
              <a:gd name="csX23" fmla="*/ 38878 w 113432"/>
              <a:gd name="csY23" fmla="*/ 21602 h 148896"/>
              <a:gd name="csX24" fmla="*/ 40086 w 113432"/>
              <a:gd name="csY24" fmla="*/ 20513 h 148896"/>
              <a:gd name="csX25" fmla="*/ 28499 w 113432"/>
              <a:gd name="csY25" fmla="*/ 3893 h 148896"/>
              <a:gd name="csX26" fmla="*/ 21915 w 113432"/>
              <a:gd name="csY26" fmla="*/ 83 h 148896"/>
              <a:gd name="csX27" fmla="*/ 14770 w 113432"/>
              <a:gd name="csY27" fmla="*/ 2668 h 148896"/>
              <a:gd name="csX28" fmla="*/ 2639 w 113432"/>
              <a:gd name="csY28" fmla="*/ 14814 h 148896"/>
              <a:gd name="csX29" fmla="*/ 36 w 113432"/>
              <a:gd name="csY29" fmla="*/ 21959 h 148896"/>
              <a:gd name="csX30" fmla="*/ 3847 w 113432"/>
              <a:gd name="csY30" fmla="*/ 28543 h 148896"/>
              <a:gd name="csX31" fmla="*/ 20401 w 113432"/>
              <a:gd name="csY31" fmla="*/ 40076 h 148896"/>
              <a:gd name="csX32" fmla="*/ 38878 w 113432"/>
              <a:gd name="csY32" fmla="*/ 21602 h 148896"/>
              <a:gd name="csX33" fmla="*/ 90598 w 113432"/>
              <a:gd name="csY33" fmla="*/ 47680 h 148896"/>
              <a:gd name="csX34" fmla="*/ 69536 w 113432"/>
              <a:gd name="csY34" fmla="*/ 26603 h 148896"/>
              <a:gd name="csX35" fmla="*/ 56708 w 113432"/>
              <a:gd name="csY35" fmla="*/ 21296 h 148896"/>
              <a:gd name="csX36" fmla="*/ 43897 w 113432"/>
              <a:gd name="csY36" fmla="*/ 26603 h 148896"/>
              <a:gd name="csX37" fmla="*/ 22834 w 113432"/>
              <a:gd name="csY37" fmla="*/ 47680 h 148896"/>
              <a:gd name="csX38" fmla="*/ 21677 w 113432"/>
              <a:gd name="csY38" fmla="*/ 53464 h 148896"/>
              <a:gd name="csX39" fmla="*/ 26594 w 113432"/>
              <a:gd name="csY39" fmla="*/ 56747 h 148896"/>
              <a:gd name="csX40" fmla="*/ 86838 w 113432"/>
              <a:gd name="csY40" fmla="*/ 56747 h 148896"/>
              <a:gd name="csX41" fmla="*/ 91755 w 113432"/>
              <a:gd name="csY41" fmla="*/ 53464 h 148896"/>
              <a:gd name="csX42" fmla="*/ 90598 w 113432"/>
              <a:gd name="csY42" fmla="*/ 47680 h 148896"/>
              <a:gd name="csX43" fmla="*/ 99037 w 113432"/>
              <a:gd name="csY43" fmla="*/ 132276 h 148896"/>
              <a:gd name="csX44" fmla="*/ 96094 w 113432"/>
              <a:gd name="csY44" fmla="*/ 112492 h 148896"/>
              <a:gd name="csX45" fmla="*/ 89969 w 113432"/>
              <a:gd name="csY45" fmla="*/ 71206 h 148896"/>
              <a:gd name="csX46" fmla="*/ 88863 w 113432"/>
              <a:gd name="csY46" fmla="*/ 63841 h 148896"/>
              <a:gd name="csX47" fmla="*/ 24569 w 113432"/>
              <a:gd name="csY47" fmla="*/ 63841 h 148896"/>
              <a:gd name="csX48" fmla="*/ 23464 w 113432"/>
              <a:gd name="csY48" fmla="*/ 71274 h 148896"/>
              <a:gd name="csX49" fmla="*/ 17339 w 113432"/>
              <a:gd name="csY49" fmla="*/ 112526 h 148896"/>
              <a:gd name="csX50" fmla="*/ 14395 w 113432"/>
              <a:gd name="csY50" fmla="*/ 132310 h 148896"/>
              <a:gd name="csX51" fmla="*/ 15025 w 113432"/>
              <a:gd name="csY51" fmla="*/ 139574 h 148896"/>
              <a:gd name="csX52" fmla="*/ 28363 w 113432"/>
              <a:gd name="csY52" fmla="*/ 148896 h 148896"/>
              <a:gd name="csX53" fmla="*/ 37227 w 113432"/>
              <a:gd name="csY53" fmla="*/ 148896 h 148896"/>
              <a:gd name="csX54" fmla="*/ 42536 w 113432"/>
              <a:gd name="csY54" fmla="*/ 143572 h 148896"/>
              <a:gd name="csX55" fmla="*/ 42536 w 113432"/>
              <a:gd name="csY55" fmla="*/ 121423 h 148896"/>
              <a:gd name="csX56" fmla="*/ 56708 w 113432"/>
              <a:gd name="csY56" fmla="*/ 106368 h 148896"/>
              <a:gd name="csX57" fmla="*/ 70897 w 113432"/>
              <a:gd name="csY57" fmla="*/ 121423 h 148896"/>
              <a:gd name="csX58" fmla="*/ 70897 w 113432"/>
              <a:gd name="csY58" fmla="*/ 143572 h 148896"/>
              <a:gd name="csX59" fmla="*/ 76205 w 113432"/>
              <a:gd name="csY59" fmla="*/ 148896 h 148896"/>
              <a:gd name="csX60" fmla="*/ 85069 w 113432"/>
              <a:gd name="csY60" fmla="*/ 148896 h 148896"/>
              <a:gd name="csX61" fmla="*/ 98425 w 113432"/>
              <a:gd name="csY61" fmla="*/ 139540 h 148896"/>
              <a:gd name="csX62" fmla="*/ 99037 w 113432"/>
              <a:gd name="csY62" fmla="*/ 132276 h 148896"/>
              <a:gd name="csX63" fmla="*/ 56708 w 113432"/>
              <a:gd name="csY63" fmla="*/ 88643 h 148896"/>
              <a:gd name="csX64" fmla="*/ 49630 w 113432"/>
              <a:gd name="csY64" fmla="*/ 81549 h 148896"/>
              <a:gd name="csX65" fmla="*/ 56708 w 113432"/>
              <a:gd name="csY65" fmla="*/ 74473 h 148896"/>
              <a:gd name="csX66" fmla="*/ 63802 w 113432"/>
              <a:gd name="csY66" fmla="*/ 81549 h 148896"/>
              <a:gd name="csX67" fmla="*/ 56708 w 113432"/>
              <a:gd name="csY67" fmla="*/ 88643 h 148896"/>
            </a:gdLst>
            <a:ahLst/>
            <a:cxnLst/>
            <a:rect l="l" t="t" r="r" b="b"/>
            <a:pathLst>
              <a:path w="100000" h="100000">
                <a:moveTo>
                  <a:pt x="14527" y="57031"/>
                </a:moveTo>
                <a:lnTo>
                  <a:pt x="22308" y="51604"/>
                </a:lnTo>
                <a:lnTo>
                  <a:pt x="19292" y="71815"/>
                </a:lnTo>
                <a:lnTo>
                  <a:pt x="13716" y="66251"/>
                </a:lnTo>
                <a:cubicBezTo>
                  <a:pt x="12436" y="64983"/>
                  <a:pt x="11819" y="63223"/>
                  <a:pt x="11956" y="61442"/>
                </a:cubicBezTo>
                <a:cubicBezTo>
                  <a:pt x="12127" y="59648"/>
                  <a:pt x="13053" y="58059"/>
                  <a:pt x="14527" y="57031"/>
                </a:cubicBezTo>
                <a:close/>
                <a:moveTo>
                  <a:pt x="88067" y="61419"/>
                </a:moveTo>
                <a:cubicBezTo>
                  <a:pt x="88227" y="63200"/>
                  <a:pt x="87587" y="64937"/>
                  <a:pt x="86330" y="66194"/>
                </a:cubicBezTo>
                <a:cubicBezTo>
                  <a:pt x="86330" y="66217"/>
                  <a:pt x="86330" y="66217"/>
                  <a:pt x="86330" y="66217"/>
                </a:cubicBezTo>
                <a:lnTo>
                  <a:pt x="80709" y="71815"/>
                </a:lnTo>
                <a:lnTo>
                  <a:pt x="77680" y="51559"/>
                </a:lnTo>
                <a:lnTo>
                  <a:pt x="85496" y="56985"/>
                </a:lnTo>
                <a:cubicBezTo>
                  <a:pt x="86970" y="58014"/>
                  <a:pt x="87896" y="59625"/>
                  <a:pt x="88067" y="61419"/>
                </a:cubicBezTo>
                <a:close/>
                <a:moveTo>
                  <a:pt x="86284" y="9916"/>
                </a:moveTo>
                <a:lnTo>
                  <a:pt x="78126" y="1770"/>
                </a:lnTo>
                <a:cubicBezTo>
                  <a:pt x="76869" y="501"/>
                  <a:pt x="75109" y="-127"/>
                  <a:pt x="73327" y="21"/>
                </a:cubicBezTo>
                <a:cubicBezTo>
                  <a:pt x="71545" y="181"/>
                  <a:pt x="69933" y="1118"/>
                  <a:pt x="68917" y="2580"/>
                </a:cubicBezTo>
                <a:lnTo>
                  <a:pt x="61135" y="13742"/>
                </a:lnTo>
                <a:cubicBezTo>
                  <a:pt x="61421" y="13994"/>
                  <a:pt x="61707" y="14234"/>
                  <a:pt x="61969" y="14508"/>
                </a:cubicBezTo>
                <a:lnTo>
                  <a:pt x="74355" y="26881"/>
                </a:lnTo>
                <a:lnTo>
                  <a:pt x="85473" y="19135"/>
                </a:lnTo>
                <a:cubicBezTo>
                  <a:pt x="86936" y="18107"/>
                  <a:pt x="87873" y="16496"/>
                  <a:pt x="88033" y="14714"/>
                </a:cubicBezTo>
                <a:cubicBezTo>
                  <a:pt x="88193" y="12931"/>
                  <a:pt x="87553" y="11184"/>
                  <a:pt x="86284" y="9916"/>
                </a:cubicBezTo>
                <a:close/>
                <a:moveTo>
                  <a:pt x="38020" y="14508"/>
                </a:moveTo>
                <a:cubicBezTo>
                  <a:pt x="38282" y="14246"/>
                  <a:pt x="38556" y="14016"/>
                  <a:pt x="38831" y="13777"/>
                </a:cubicBezTo>
                <a:lnTo>
                  <a:pt x="31049" y="2615"/>
                </a:lnTo>
                <a:cubicBezTo>
                  <a:pt x="30021" y="1141"/>
                  <a:pt x="28410" y="216"/>
                  <a:pt x="26627" y="56"/>
                </a:cubicBezTo>
                <a:cubicBezTo>
                  <a:pt x="24856" y="-104"/>
                  <a:pt x="23097" y="524"/>
                  <a:pt x="21829" y="1792"/>
                </a:cubicBezTo>
                <a:lnTo>
                  <a:pt x="13681" y="9949"/>
                </a:lnTo>
                <a:cubicBezTo>
                  <a:pt x="12413" y="11218"/>
                  <a:pt x="11773" y="12965"/>
                  <a:pt x="11933" y="14748"/>
                </a:cubicBezTo>
                <a:cubicBezTo>
                  <a:pt x="12093" y="16530"/>
                  <a:pt x="13030" y="18141"/>
                  <a:pt x="14493" y="19170"/>
                </a:cubicBezTo>
                <a:lnTo>
                  <a:pt x="25610" y="26915"/>
                </a:lnTo>
                <a:lnTo>
                  <a:pt x="38020" y="14508"/>
                </a:lnTo>
                <a:close/>
                <a:moveTo>
                  <a:pt x="72755" y="32022"/>
                </a:moveTo>
                <a:lnTo>
                  <a:pt x="58610" y="17867"/>
                </a:lnTo>
                <a:cubicBezTo>
                  <a:pt x="56302" y="15571"/>
                  <a:pt x="53251" y="14303"/>
                  <a:pt x="49995" y="14303"/>
                </a:cubicBezTo>
                <a:cubicBezTo>
                  <a:pt x="46749" y="14303"/>
                  <a:pt x="43687" y="15571"/>
                  <a:pt x="41391" y="17867"/>
                </a:cubicBezTo>
                <a:lnTo>
                  <a:pt x="27245" y="32022"/>
                </a:lnTo>
                <a:cubicBezTo>
                  <a:pt x="26216" y="33039"/>
                  <a:pt x="25907" y="34570"/>
                  <a:pt x="26467" y="35907"/>
                </a:cubicBezTo>
                <a:cubicBezTo>
                  <a:pt x="27028" y="37243"/>
                  <a:pt x="28318" y="38112"/>
                  <a:pt x="29770" y="38112"/>
                </a:cubicBezTo>
                <a:lnTo>
                  <a:pt x="70230" y="38112"/>
                </a:lnTo>
                <a:cubicBezTo>
                  <a:pt x="71670" y="38112"/>
                  <a:pt x="72973" y="37243"/>
                  <a:pt x="73533" y="35907"/>
                </a:cubicBezTo>
                <a:cubicBezTo>
                  <a:pt x="74081" y="34570"/>
                  <a:pt x="73772" y="33039"/>
                  <a:pt x="72755" y="32022"/>
                </a:cubicBezTo>
                <a:close/>
                <a:moveTo>
                  <a:pt x="78423" y="88838"/>
                </a:moveTo>
                <a:lnTo>
                  <a:pt x="76447" y="75551"/>
                </a:lnTo>
                <a:lnTo>
                  <a:pt x="72333" y="47823"/>
                </a:lnTo>
                <a:lnTo>
                  <a:pt x="71590" y="42876"/>
                </a:lnTo>
                <a:lnTo>
                  <a:pt x="28410" y="42876"/>
                </a:lnTo>
                <a:lnTo>
                  <a:pt x="27668" y="47868"/>
                </a:lnTo>
                <a:lnTo>
                  <a:pt x="23554" y="75574"/>
                </a:lnTo>
                <a:lnTo>
                  <a:pt x="21577" y="88861"/>
                </a:lnTo>
                <a:cubicBezTo>
                  <a:pt x="21337" y="90472"/>
                  <a:pt x="21406" y="92185"/>
                  <a:pt x="22000" y="93739"/>
                </a:cubicBezTo>
                <a:cubicBezTo>
                  <a:pt x="23451" y="97612"/>
                  <a:pt x="27050" y="100000"/>
                  <a:pt x="30958" y="100000"/>
                </a:cubicBezTo>
                <a:lnTo>
                  <a:pt x="36911" y="100000"/>
                </a:lnTo>
                <a:cubicBezTo>
                  <a:pt x="38877" y="99977"/>
                  <a:pt x="40477" y="98377"/>
                  <a:pt x="40477" y="96424"/>
                </a:cubicBezTo>
                <a:lnTo>
                  <a:pt x="40477" y="81549"/>
                </a:lnTo>
                <a:cubicBezTo>
                  <a:pt x="40477" y="75985"/>
                  <a:pt x="44738" y="71438"/>
                  <a:pt x="49995" y="71438"/>
                </a:cubicBezTo>
                <a:cubicBezTo>
                  <a:pt x="55262" y="71438"/>
                  <a:pt x="59524" y="75985"/>
                  <a:pt x="59524" y="81549"/>
                </a:cubicBezTo>
                <a:lnTo>
                  <a:pt x="59524" y="96424"/>
                </a:lnTo>
                <a:cubicBezTo>
                  <a:pt x="59524" y="98377"/>
                  <a:pt x="61112" y="99977"/>
                  <a:pt x="63089" y="100000"/>
                </a:cubicBezTo>
                <a:lnTo>
                  <a:pt x="69042" y="100000"/>
                </a:lnTo>
                <a:cubicBezTo>
                  <a:pt x="72950" y="100000"/>
                  <a:pt x="76538" y="97612"/>
                  <a:pt x="78012" y="93716"/>
                </a:cubicBezTo>
                <a:cubicBezTo>
                  <a:pt x="78583" y="92163"/>
                  <a:pt x="78663" y="90472"/>
                  <a:pt x="78423" y="88838"/>
                </a:cubicBezTo>
                <a:close/>
                <a:moveTo>
                  <a:pt x="49995" y="59533"/>
                </a:moveTo>
                <a:cubicBezTo>
                  <a:pt x="47367" y="59533"/>
                  <a:pt x="45241" y="57409"/>
                  <a:pt x="45241" y="54769"/>
                </a:cubicBezTo>
                <a:cubicBezTo>
                  <a:pt x="45241" y="52142"/>
                  <a:pt x="47367" y="50017"/>
                  <a:pt x="49995" y="50017"/>
                </a:cubicBezTo>
                <a:cubicBezTo>
                  <a:pt x="52634" y="50017"/>
                  <a:pt x="54759" y="52142"/>
                  <a:pt x="54759" y="54769"/>
                </a:cubicBezTo>
                <a:cubicBezTo>
                  <a:pt x="54759" y="57409"/>
                  <a:pt x="52634" y="59533"/>
                  <a:pt x="49995" y="5953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3" name="Белый — SVG 32">
            <a:extLst>
              <a:ext uri="{FF2B5EF4-FFF2-40B4-BE49-F238E27FC236}">
                <a16:creationId xmlns:a16="http://schemas.microsoft.com/office/drawing/2014/main" id="{A51EAD4E-92D8-104A-87F9-4E162D528266}"/>
              </a:ext>
            </a:extLst>
          </p:cNvPr>
          <p:cNvSpPr>
            <a:spLocks noGrp="1"/>
          </p:cNvSpPr>
          <p:nvPr/>
        </p:nvSpPr>
        <p:spPr>
          <a:xfrm>
            <a:off x="8220000" y="5010000"/>
            <a:ext cx="220000" cy="220000"/>
          </a:xfrm>
          <a:custGeom>
            <a:avLst/>
            <a:gdLst>
              <a:gd name="csX0" fmla="*/ 19482 w 141766"/>
              <a:gd name="csY0" fmla="*/ 0 h 138215"/>
              <a:gd name="csX1" fmla="*/ 7076 w 141766"/>
              <a:gd name="csY1" fmla="*/ 12401 h 138215"/>
              <a:gd name="csX2" fmla="*/ 7076 w 141766"/>
              <a:gd name="csY2" fmla="*/ 18474 h 138215"/>
              <a:gd name="csX3" fmla="*/ 368 w 141766"/>
              <a:gd name="csY3" fmla="*/ 35247 h 138215"/>
              <a:gd name="csX4" fmla="*/ 153 w 141766"/>
              <a:gd name="csY4" fmla="*/ 38411 h 138215"/>
              <a:gd name="csX5" fmla="*/ 31887 w 141766"/>
              <a:gd name="csY5" fmla="*/ 67330 h 138215"/>
              <a:gd name="csX6" fmla="*/ 50848 w 141766"/>
              <a:gd name="csY6" fmla="*/ 61104 h 138215"/>
              <a:gd name="csX7" fmla="*/ 70876 w 141766"/>
              <a:gd name="csY7" fmla="*/ 67330 h 138215"/>
              <a:gd name="csX8" fmla="*/ 90905 w 141766"/>
              <a:gd name="csY8" fmla="*/ 61104 h 138215"/>
              <a:gd name="csX9" fmla="*/ 109866 w 141766"/>
              <a:gd name="csY9" fmla="*/ 67330 h 138215"/>
              <a:gd name="csX10" fmla="*/ 141579 w 141766"/>
              <a:gd name="csY10" fmla="*/ 38615 h 138215"/>
              <a:gd name="csX11" fmla="*/ 141385 w 141766"/>
              <a:gd name="csY11" fmla="*/ 35247 h 138215"/>
              <a:gd name="csX12" fmla="*/ 134677 w 141766"/>
              <a:gd name="csY12" fmla="*/ 18474 h 138215"/>
              <a:gd name="csX13" fmla="*/ 134677 w 141766"/>
              <a:gd name="csY13" fmla="*/ 12401 h 138215"/>
              <a:gd name="csX14" fmla="*/ 122271 w 141766"/>
              <a:gd name="csY14" fmla="*/ 0 h 138215"/>
              <a:gd name="csX15" fmla="*/ 19482 w 141766"/>
              <a:gd name="csY15" fmla="*/ 0 h 138215"/>
              <a:gd name="csX16" fmla="*/ 97460 w 141766"/>
              <a:gd name="csY16" fmla="*/ 10632 h 138215"/>
              <a:gd name="csX17" fmla="*/ 102777 w 141766"/>
              <a:gd name="csY17" fmla="*/ 15939 h 138215"/>
              <a:gd name="csX18" fmla="*/ 97460 w 141766"/>
              <a:gd name="csY18" fmla="*/ 21264 h 138215"/>
              <a:gd name="csX19" fmla="*/ 92143 w 141766"/>
              <a:gd name="csY19" fmla="*/ 15939 h 138215"/>
              <a:gd name="csX20" fmla="*/ 97460 w 141766"/>
              <a:gd name="csY20" fmla="*/ 10632 h 138215"/>
              <a:gd name="csX21" fmla="*/ 115183 w 141766"/>
              <a:gd name="csY21" fmla="*/ 10632 h 138215"/>
              <a:gd name="csX22" fmla="*/ 120499 w 141766"/>
              <a:gd name="csY22" fmla="*/ 15939 h 138215"/>
              <a:gd name="csX23" fmla="*/ 115183 w 141766"/>
              <a:gd name="csY23" fmla="*/ 21264 h 138215"/>
              <a:gd name="csX24" fmla="*/ 109866 w 141766"/>
              <a:gd name="csY24" fmla="*/ 15939 h 138215"/>
              <a:gd name="csX25" fmla="*/ 115183 w 141766"/>
              <a:gd name="csY25" fmla="*/ 10632 h 138215"/>
              <a:gd name="csX26" fmla="*/ 7076 w 141766"/>
              <a:gd name="csY26" fmla="*/ 69814 h 138215"/>
              <a:gd name="csX27" fmla="*/ 7076 w 141766"/>
              <a:gd name="csY27" fmla="*/ 132891 h 138215"/>
              <a:gd name="csX28" fmla="*/ 12393 w 141766"/>
              <a:gd name="csY28" fmla="*/ 138215 h 138215"/>
              <a:gd name="csX29" fmla="*/ 60243 w 141766"/>
              <a:gd name="csY29" fmla="*/ 138215 h 138215"/>
              <a:gd name="csX30" fmla="*/ 60243 w 141766"/>
              <a:gd name="csY30" fmla="*/ 93918 h 138215"/>
              <a:gd name="csX31" fmla="*/ 65560 w 141766"/>
              <a:gd name="csY31" fmla="*/ 88594 h 138215"/>
              <a:gd name="csX32" fmla="*/ 104549 w 141766"/>
              <a:gd name="csY32" fmla="*/ 88594 h 138215"/>
              <a:gd name="csX33" fmla="*/ 109866 w 141766"/>
              <a:gd name="csY33" fmla="*/ 93918 h 138215"/>
              <a:gd name="csX34" fmla="*/ 109866 w 141766"/>
              <a:gd name="csY34" fmla="*/ 138215 h 138215"/>
              <a:gd name="csX35" fmla="*/ 129360 w 141766"/>
              <a:gd name="csY35" fmla="*/ 138215 h 138215"/>
              <a:gd name="csX36" fmla="*/ 134677 w 141766"/>
              <a:gd name="csY36" fmla="*/ 132891 h 138215"/>
              <a:gd name="csX37" fmla="*/ 134677 w 141766"/>
              <a:gd name="csY37" fmla="*/ 70001 h 138215"/>
              <a:gd name="csX38" fmla="*/ 109866 w 141766"/>
              <a:gd name="csY38" fmla="*/ 77962 h 138215"/>
              <a:gd name="csX39" fmla="*/ 90745 w 141766"/>
              <a:gd name="csY39" fmla="*/ 73454 h 138215"/>
              <a:gd name="csX40" fmla="*/ 70876 w 141766"/>
              <a:gd name="csY40" fmla="*/ 77962 h 138215"/>
              <a:gd name="csX41" fmla="*/ 51008 w 141766"/>
              <a:gd name="csY41" fmla="*/ 73454 h 138215"/>
              <a:gd name="csX42" fmla="*/ 31887 w 141766"/>
              <a:gd name="csY42" fmla="*/ 77962 h 138215"/>
              <a:gd name="csX43" fmla="*/ 7076 w 141766"/>
              <a:gd name="csY43" fmla="*/ 69814 h 138215"/>
              <a:gd name="csX44" fmla="*/ 70876 w 141766"/>
              <a:gd name="csY44" fmla="*/ 99226 h 138215"/>
              <a:gd name="csX45" fmla="*/ 70876 w 141766"/>
              <a:gd name="csY45" fmla="*/ 138215 h 138215"/>
              <a:gd name="csX46" fmla="*/ 99233 w 141766"/>
              <a:gd name="csY46" fmla="*/ 138215 h 138215"/>
              <a:gd name="csX47" fmla="*/ 99233 w 141766"/>
              <a:gd name="csY47" fmla="*/ 99226 h 138215"/>
              <a:gd name="csX48" fmla="*/ 70876 w 141766"/>
              <a:gd name="csY48" fmla="*/ 99226 h 138215"/>
            </a:gdLst>
            <a:ahLst/>
            <a:cxnLst/>
            <a:rect l="l" t="t" r="r" b="b"/>
            <a:pathLst>
              <a:path w="100000" h="100000">
                <a:moveTo>
                  <a:pt x="13742" y="1252"/>
                </a:moveTo>
                <a:cubicBezTo>
                  <a:pt x="8917" y="1252"/>
                  <a:pt x="4991" y="5176"/>
                  <a:pt x="4991" y="10000"/>
                </a:cubicBezTo>
                <a:lnTo>
                  <a:pt x="4991" y="14284"/>
                </a:lnTo>
                <a:lnTo>
                  <a:pt x="260" y="26115"/>
                </a:lnTo>
                <a:cubicBezTo>
                  <a:pt x="-31" y="26835"/>
                  <a:pt x="-72" y="27615"/>
                  <a:pt x="108" y="28347"/>
                </a:cubicBezTo>
                <a:cubicBezTo>
                  <a:pt x="1181" y="39843"/>
                  <a:pt x="10897" y="48746"/>
                  <a:pt x="22493" y="48746"/>
                </a:cubicBezTo>
                <a:cubicBezTo>
                  <a:pt x="27373" y="48746"/>
                  <a:pt x="32018" y="47211"/>
                  <a:pt x="35868" y="44354"/>
                </a:cubicBezTo>
                <a:cubicBezTo>
                  <a:pt x="40017" y="47211"/>
                  <a:pt x="44925" y="48746"/>
                  <a:pt x="49995" y="48746"/>
                </a:cubicBezTo>
                <a:cubicBezTo>
                  <a:pt x="55066" y="48746"/>
                  <a:pt x="59974" y="47211"/>
                  <a:pt x="64123" y="44354"/>
                </a:cubicBezTo>
                <a:cubicBezTo>
                  <a:pt x="67973" y="47211"/>
                  <a:pt x="72618" y="48746"/>
                  <a:pt x="77498" y="48746"/>
                </a:cubicBezTo>
                <a:cubicBezTo>
                  <a:pt x="89049" y="48746"/>
                  <a:pt x="98733" y="39915"/>
                  <a:pt x="99868" y="28491"/>
                </a:cubicBezTo>
                <a:cubicBezTo>
                  <a:pt x="100080" y="27712"/>
                  <a:pt x="100039" y="26871"/>
                  <a:pt x="99731" y="26115"/>
                </a:cubicBezTo>
                <a:lnTo>
                  <a:pt x="95000" y="14284"/>
                </a:lnTo>
                <a:lnTo>
                  <a:pt x="95000" y="10000"/>
                </a:lnTo>
                <a:cubicBezTo>
                  <a:pt x="95000" y="5176"/>
                  <a:pt x="91074" y="1252"/>
                  <a:pt x="86248" y="1252"/>
                </a:cubicBezTo>
                <a:lnTo>
                  <a:pt x="13742" y="1252"/>
                </a:lnTo>
                <a:close/>
                <a:moveTo>
                  <a:pt x="68747" y="8752"/>
                </a:moveTo>
                <a:cubicBezTo>
                  <a:pt x="70817" y="8752"/>
                  <a:pt x="72498" y="10432"/>
                  <a:pt x="72498" y="12496"/>
                </a:cubicBezTo>
                <a:cubicBezTo>
                  <a:pt x="72498" y="14572"/>
                  <a:pt x="70817" y="16252"/>
                  <a:pt x="68747" y="16252"/>
                </a:cubicBezTo>
                <a:cubicBezTo>
                  <a:pt x="66677" y="16252"/>
                  <a:pt x="64997" y="14572"/>
                  <a:pt x="64997" y="12496"/>
                </a:cubicBezTo>
                <a:cubicBezTo>
                  <a:pt x="64997" y="10432"/>
                  <a:pt x="66677" y="8752"/>
                  <a:pt x="68747" y="8752"/>
                </a:cubicBezTo>
                <a:close/>
                <a:moveTo>
                  <a:pt x="81249" y="8752"/>
                </a:moveTo>
                <a:cubicBezTo>
                  <a:pt x="83319" y="8752"/>
                  <a:pt x="84999" y="10432"/>
                  <a:pt x="84999" y="12496"/>
                </a:cubicBezTo>
                <a:cubicBezTo>
                  <a:pt x="84999" y="14572"/>
                  <a:pt x="83319" y="16252"/>
                  <a:pt x="81249" y="16252"/>
                </a:cubicBezTo>
                <a:cubicBezTo>
                  <a:pt x="79178" y="16252"/>
                  <a:pt x="77498" y="14572"/>
                  <a:pt x="77498" y="12496"/>
                </a:cubicBezTo>
                <a:cubicBezTo>
                  <a:pt x="77498" y="10432"/>
                  <a:pt x="79178" y="8752"/>
                  <a:pt x="81249" y="8752"/>
                </a:cubicBezTo>
                <a:close/>
                <a:moveTo>
                  <a:pt x="4991" y="50498"/>
                </a:moveTo>
                <a:lnTo>
                  <a:pt x="4991" y="94992"/>
                </a:lnTo>
                <a:cubicBezTo>
                  <a:pt x="4991" y="97068"/>
                  <a:pt x="6672" y="98748"/>
                  <a:pt x="8742" y="98748"/>
                </a:cubicBezTo>
                <a:lnTo>
                  <a:pt x="42495" y="98748"/>
                </a:lnTo>
                <a:lnTo>
                  <a:pt x="42495" y="67501"/>
                </a:lnTo>
                <a:cubicBezTo>
                  <a:pt x="42495" y="65425"/>
                  <a:pt x="44175" y="63746"/>
                  <a:pt x="46245" y="63746"/>
                </a:cubicBezTo>
                <a:lnTo>
                  <a:pt x="73748" y="63746"/>
                </a:lnTo>
                <a:cubicBezTo>
                  <a:pt x="75818" y="63746"/>
                  <a:pt x="77498" y="65425"/>
                  <a:pt x="77498" y="67501"/>
                </a:cubicBezTo>
                <a:lnTo>
                  <a:pt x="77498" y="98748"/>
                </a:lnTo>
                <a:lnTo>
                  <a:pt x="91249" y="98748"/>
                </a:lnTo>
                <a:cubicBezTo>
                  <a:pt x="93319" y="98748"/>
                  <a:pt x="95000" y="97068"/>
                  <a:pt x="95000" y="94992"/>
                </a:cubicBezTo>
                <a:lnTo>
                  <a:pt x="95000" y="50630"/>
                </a:lnTo>
                <a:cubicBezTo>
                  <a:pt x="90065" y="54170"/>
                  <a:pt x="84023" y="56246"/>
                  <a:pt x="77498" y="56246"/>
                </a:cubicBezTo>
                <a:cubicBezTo>
                  <a:pt x="72740" y="56246"/>
                  <a:pt x="68158" y="55154"/>
                  <a:pt x="64010" y="53066"/>
                </a:cubicBezTo>
                <a:cubicBezTo>
                  <a:pt x="59653" y="55154"/>
                  <a:pt x="54886" y="56246"/>
                  <a:pt x="49995" y="56246"/>
                </a:cubicBezTo>
                <a:cubicBezTo>
                  <a:pt x="45105" y="56246"/>
                  <a:pt x="40338" y="55154"/>
                  <a:pt x="35980" y="53066"/>
                </a:cubicBezTo>
                <a:cubicBezTo>
                  <a:pt x="31833" y="55154"/>
                  <a:pt x="27251" y="56246"/>
                  <a:pt x="22493" y="56246"/>
                </a:cubicBezTo>
                <a:cubicBezTo>
                  <a:pt x="16025" y="56246"/>
                  <a:pt x="9960" y="54098"/>
                  <a:pt x="4991" y="50498"/>
                </a:cubicBezTo>
                <a:close/>
                <a:moveTo>
                  <a:pt x="49995" y="71245"/>
                </a:moveTo>
                <a:lnTo>
                  <a:pt x="49995" y="98748"/>
                </a:lnTo>
                <a:lnTo>
                  <a:pt x="69998" y="98748"/>
                </a:lnTo>
                <a:lnTo>
                  <a:pt x="69998" y="71245"/>
                </a:lnTo>
                <a:lnTo>
                  <a:pt x="49995" y="7124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4" name="Чёрный — SVG 1">
            <a:extLst>
              <a:ext uri="{FF2B5EF4-FFF2-40B4-BE49-F238E27FC236}">
                <a16:creationId xmlns:a16="http://schemas.microsoft.com/office/drawing/2014/main" id="{DCF7560B-2E41-B045-A247-3EF6E02EF4E5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44221 w 155961"/>
              <a:gd name="csY0" fmla="*/ 1 h 141840"/>
              <a:gd name="csX1" fmla="*/ 40488 w 155961"/>
              <a:gd name="csY1" fmla="*/ 1617 h 141840"/>
              <a:gd name="csX2" fmla="*/ 38986 w 155961"/>
              <a:gd name="csY2" fmla="*/ 5394 h 141840"/>
              <a:gd name="csX3" fmla="*/ 38986 w 155961"/>
              <a:gd name="csY3" fmla="*/ 14257 h 141840"/>
              <a:gd name="csX4" fmla="*/ 25792 w 155961"/>
              <a:gd name="csY4" fmla="*/ 14257 h 141840"/>
              <a:gd name="csX5" fmla="*/ 19244 w 155961"/>
              <a:gd name="csY5" fmla="*/ 17608 h 141840"/>
              <a:gd name="csX6" fmla="*/ 18136 w 155961"/>
              <a:gd name="csY6" fmla="*/ 24872 h 141840"/>
              <a:gd name="csX7" fmla="*/ 20503 w 155961"/>
              <a:gd name="csY7" fmla="*/ 31982 h 141840"/>
              <a:gd name="csX8" fmla="*/ 68089 w 155961"/>
              <a:gd name="csY8" fmla="*/ 31982 h 141840"/>
              <a:gd name="csX9" fmla="*/ 70464 w 155961"/>
              <a:gd name="csY9" fmla="*/ 24906 h 141840"/>
              <a:gd name="csX10" fmla="*/ 69363 w 155961"/>
              <a:gd name="csY10" fmla="*/ 17608 h 141840"/>
              <a:gd name="csX11" fmla="*/ 62815 w 155961"/>
              <a:gd name="csY11" fmla="*/ 14257 h 141840"/>
              <a:gd name="csX12" fmla="*/ 49619 w 155961"/>
              <a:gd name="csY12" fmla="*/ 14257 h 141840"/>
              <a:gd name="csX13" fmla="*/ 49619 w 155961"/>
              <a:gd name="csY13" fmla="*/ 5394 h 141840"/>
              <a:gd name="csX14" fmla="*/ 49230 w 155961"/>
              <a:gd name="csY14" fmla="*/ 3319 h 141840"/>
              <a:gd name="csX15" fmla="*/ 48061 w 155961"/>
              <a:gd name="csY15" fmla="*/ 1549 h 141840"/>
              <a:gd name="csX16" fmla="*/ 46298 w 155961"/>
              <a:gd name="csY16" fmla="*/ 393 h 141840"/>
              <a:gd name="csX17" fmla="*/ 44221 w 155961"/>
              <a:gd name="csY17" fmla="*/ 1 h 141840"/>
              <a:gd name="csX18" fmla="*/ 8069 w 155961"/>
              <a:gd name="csY18" fmla="*/ 39059 h 141840"/>
              <a:gd name="csX19" fmla="*/ 1521 w 155961"/>
              <a:gd name="csY19" fmla="*/ 42410 h 141840"/>
              <a:gd name="csX20" fmla="*/ 413 w 155961"/>
              <a:gd name="csY20" fmla="*/ 49691 h 141840"/>
              <a:gd name="csX21" fmla="*/ 6844 w 155961"/>
              <a:gd name="csY21" fmla="*/ 68982 h 141840"/>
              <a:gd name="csX22" fmla="*/ 14507 w 155961"/>
              <a:gd name="csY22" fmla="*/ 74510 h 141840"/>
              <a:gd name="csX23" fmla="*/ 74051 w 155961"/>
              <a:gd name="csY23" fmla="*/ 74510 h 141840"/>
              <a:gd name="csX24" fmla="*/ 81707 w 155961"/>
              <a:gd name="csY24" fmla="*/ 68999 h 141840"/>
              <a:gd name="csX25" fmla="*/ 88187 w 155961"/>
              <a:gd name="csY25" fmla="*/ 49708 h 141840"/>
              <a:gd name="csX26" fmla="*/ 87086 w 155961"/>
              <a:gd name="csY26" fmla="*/ 42427 h 141840"/>
              <a:gd name="csX27" fmla="*/ 80538 w 155961"/>
              <a:gd name="csY27" fmla="*/ 39059 h 141840"/>
              <a:gd name="csX28" fmla="*/ 8069 w 155961"/>
              <a:gd name="csY28" fmla="*/ 39059 h 141840"/>
              <a:gd name="csX29" fmla="*/ 28353 w 155961"/>
              <a:gd name="csY29" fmla="*/ 81587 h 141840"/>
              <a:gd name="csX30" fmla="*/ 28353 w 155961"/>
              <a:gd name="csY30" fmla="*/ 136516 h 141840"/>
              <a:gd name="csX31" fmla="*/ 33669 w 155961"/>
              <a:gd name="csY31" fmla="*/ 141840 h 141840"/>
              <a:gd name="csX32" fmla="*/ 54936 w 155961"/>
              <a:gd name="csY32" fmla="*/ 141840 h 141840"/>
              <a:gd name="csX33" fmla="*/ 60253 w 155961"/>
              <a:gd name="csY33" fmla="*/ 136516 h 141840"/>
              <a:gd name="csX34" fmla="*/ 60253 w 155961"/>
              <a:gd name="csY34" fmla="*/ 81587 h 141840"/>
              <a:gd name="csX35" fmla="*/ 28353 w 155961"/>
              <a:gd name="csY35" fmla="*/ 81587 h 141840"/>
              <a:gd name="csX36" fmla="*/ 67342 w 155961"/>
              <a:gd name="csY36" fmla="*/ 88680 h 141840"/>
              <a:gd name="csX37" fmla="*/ 67342 w 155961"/>
              <a:gd name="csY37" fmla="*/ 136516 h 141840"/>
              <a:gd name="csX38" fmla="*/ 66104 w 155961"/>
              <a:gd name="csY38" fmla="*/ 141840 h 141840"/>
              <a:gd name="csX39" fmla="*/ 140821 w 155961"/>
              <a:gd name="csY39" fmla="*/ 141840 h 141840"/>
              <a:gd name="csX40" fmla="*/ 145908 w 155961"/>
              <a:gd name="csY40" fmla="*/ 138064 h 141840"/>
              <a:gd name="csX41" fmla="*/ 155276 w 155961"/>
              <a:gd name="csY41" fmla="*/ 107274 h 141840"/>
              <a:gd name="csX42" fmla="*/ 153199 w 155961"/>
              <a:gd name="csY42" fmla="*/ 94515 h 141840"/>
              <a:gd name="csX43" fmla="*/ 141679 w 155961"/>
              <a:gd name="csY43" fmla="*/ 88680 h 141840"/>
              <a:gd name="csX44" fmla="*/ 67342 w 155961"/>
              <a:gd name="csY44" fmla="*/ 88680 h 141840"/>
              <a:gd name="csX45" fmla="*/ 85065 w 155961"/>
              <a:gd name="csY45" fmla="*/ 102850 h 141840"/>
              <a:gd name="csX46" fmla="*/ 88609 w 155961"/>
              <a:gd name="csY46" fmla="*/ 102850 h 141840"/>
              <a:gd name="csX47" fmla="*/ 92153 w 155961"/>
              <a:gd name="csY47" fmla="*/ 106406 h 141840"/>
              <a:gd name="csX48" fmla="*/ 92153 w 155961"/>
              <a:gd name="csY48" fmla="*/ 127670 h 141840"/>
              <a:gd name="csX49" fmla="*/ 88609 w 155961"/>
              <a:gd name="csY49" fmla="*/ 131208 h 141840"/>
              <a:gd name="csX50" fmla="*/ 85065 w 155961"/>
              <a:gd name="csY50" fmla="*/ 131208 h 141840"/>
              <a:gd name="csX51" fmla="*/ 81519 w 155961"/>
              <a:gd name="csY51" fmla="*/ 127670 h 141840"/>
              <a:gd name="csX52" fmla="*/ 81519 w 155961"/>
              <a:gd name="csY52" fmla="*/ 106406 h 141840"/>
              <a:gd name="csX53" fmla="*/ 85065 w 155961"/>
              <a:gd name="csY53" fmla="*/ 102850 h 141840"/>
              <a:gd name="csX54" fmla="*/ 106332 w 155961"/>
              <a:gd name="csY54" fmla="*/ 102850 h 141840"/>
              <a:gd name="csX55" fmla="*/ 109876 w 155961"/>
              <a:gd name="csY55" fmla="*/ 102850 h 141840"/>
              <a:gd name="csX56" fmla="*/ 113420 w 155961"/>
              <a:gd name="csY56" fmla="*/ 106406 h 141840"/>
              <a:gd name="csX57" fmla="*/ 113420 w 155961"/>
              <a:gd name="csY57" fmla="*/ 127670 h 141840"/>
              <a:gd name="csX58" fmla="*/ 109876 w 155961"/>
              <a:gd name="csY58" fmla="*/ 131208 h 141840"/>
              <a:gd name="csX59" fmla="*/ 106332 w 155961"/>
              <a:gd name="csY59" fmla="*/ 131208 h 141840"/>
              <a:gd name="csX60" fmla="*/ 102786 w 155961"/>
              <a:gd name="csY60" fmla="*/ 127670 h 141840"/>
              <a:gd name="csX61" fmla="*/ 102786 w 155961"/>
              <a:gd name="csY61" fmla="*/ 106406 h 141840"/>
              <a:gd name="csX62" fmla="*/ 106332 w 155961"/>
              <a:gd name="csY62" fmla="*/ 102850 h 141840"/>
              <a:gd name="csX63" fmla="*/ 127599 w 155961"/>
              <a:gd name="csY63" fmla="*/ 102850 h 141840"/>
              <a:gd name="csX64" fmla="*/ 131142 w 155961"/>
              <a:gd name="csY64" fmla="*/ 102850 h 141840"/>
              <a:gd name="csX65" fmla="*/ 134686 w 155961"/>
              <a:gd name="csY65" fmla="*/ 106406 h 141840"/>
              <a:gd name="csX66" fmla="*/ 134686 w 155961"/>
              <a:gd name="csY66" fmla="*/ 127670 h 141840"/>
              <a:gd name="csX67" fmla="*/ 131142 w 155961"/>
              <a:gd name="csY67" fmla="*/ 131208 h 141840"/>
              <a:gd name="csX68" fmla="*/ 127599 w 155961"/>
              <a:gd name="csY68" fmla="*/ 131208 h 141840"/>
              <a:gd name="csX69" fmla="*/ 124053 w 155961"/>
              <a:gd name="csY69" fmla="*/ 127670 h 141840"/>
              <a:gd name="csX70" fmla="*/ 124053 w 155961"/>
              <a:gd name="csY70" fmla="*/ 106406 h 141840"/>
              <a:gd name="csX71" fmla="*/ 127599 w 155961"/>
              <a:gd name="csY71" fmla="*/ 102850 h 141840"/>
            </a:gdLst>
            <a:ahLst/>
            <a:cxnLst/>
            <a:rect l="l" t="t" r="r" b="b"/>
            <a:pathLst>
              <a:path w="100000" h="100000">
                <a:moveTo>
                  <a:pt x="28354" y="4528"/>
                </a:moveTo>
                <a:cubicBezTo>
                  <a:pt x="27450" y="4539"/>
                  <a:pt x="26589" y="4910"/>
                  <a:pt x="25960" y="5564"/>
                </a:cubicBezTo>
                <a:cubicBezTo>
                  <a:pt x="25331" y="6208"/>
                  <a:pt x="24984" y="7080"/>
                  <a:pt x="24997" y="7986"/>
                </a:cubicBezTo>
                <a:lnTo>
                  <a:pt x="24997" y="13668"/>
                </a:lnTo>
                <a:lnTo>
                  <a:pt x="16537" y="13668"/>
                </a:lnTo>
                <a:cubicBezTo>
                  <a:pt x="14878" y="13668"/>
                  <a:pt x="13308" y="14465"/>
                  <a:pt x="12339" y="15817"/>
                </a:cubicBezTo>
                <a:cubicBezTo>
                  <a:pt x="11368" y="17158"/>
                  <a:pt x="11103" y="18904"/>
                  <a:pt x="11629" y="20475"/>
                </a:cubicBezTo>
                <a:lnTo>
                  <a:pt x="13146" y="25034"/>
                </a:lnTo>
                <a:lnTo>
                  <a:pt x="43658" y="25034"/>
                </a:lnTo>
                <a:lnTo>
                  <a:pt x="45181" y="20496"/>
                </a:lnTo>
                <a:cubicBezTo>
                  <a:pt x="45711" y="18915"/>
                  <a:pt x="45446" y="17169"/>
                  <a:pt x="44475" y="15817"/>
                </a:cubicBezTo>
                <a:cubicBezTo>
                  <a:pt x="43505" y="14465"/>
                  <a:pt x="41937" y="13668"/>
                  <a:pt x="40276" y="13668"/>
                </a:cubicBezTo>
                <a:lnTo>
                  <a:pt x="31815" y="13668"/>
                </a:lnTo>
                <a:lnTo>
                  <a:pt x="31815" y="7986"/>
                </a:lnTo>
                <a:cubicBezTo>
                  <a:pt x="31822" y="7527"/>
                  <a:pt x="31737" y="7080"/>
                  <a:pt x="31566" y="6655"/>
                </a:cubicBezTo>
                <a:cubicBezTo>
                  <a:pt x="31393" y="6229"/>
                  <a:pt x="31139" y="5848"/>
                  <a:pt x="30816" y="5520"/>
                </a:cubicBezTo>
                <a:cubicBezTo>
                  <a:pt x="30493" y="5204"/>
                  <a:pt x="30109" y="4953"/>
                  <a:pt x="29686" y="4779"/>
                </a:cubicBezTo>
                <a:cubicBezTo>
                  <a:pt x="29262" y="4604"/>
                  <a:pt x="28810" y="4517"/>
                  <a:pt x="28354" y="4528"/>
                </a:cubicBezTo>
                <a:close/>
                <a:moveTo>
                  <a:pt x="5174" y="29571"/>
                </a:moveTo>
                <a:cubicBezTo>
                  <a:pt x="3514" y="29571"/>
                  <a:pt x="1945" y="30378"/>
                  <a:pt x="975" y="31720"/>
                </a:cubicBezTo>
                <a:cubicBezTo>
                  <a:pt x="4" y="33062"/>
                  <a:pt x="-260" y="34817"/>
                  <a:pt x="265" y="36388"/>
                </a:cubicBezTo>
                <a:lnTo>
                  <a:pt x="4388" y="48757"/>
                </a:lnTo>
                <a:cubicBezTo>
                  <a:pt x="5096" y="50873"/>
                  <a:pt x="7071" y="52302"/>
                  <a:pt x="9302" y="52302"/>
                </a:cubicBezTo>
                <a:lnTo>
                  <a:pt x="47480" y="52302"/>
                </a:lnTo>
                <a:cubicBezTo>
                  <a:pt x="49708" y="52302"/>
                  <a:pt x="51680" y="50873"/>
                  <a:pt x="52389" y="48768"/>
                </a:cubicBezTo>
                <a:lnTo>
                  <a:pt x="56544" y="36399"/>
                </a:lnTo>
                <a:cubicBezTo>
                  <a:pt x="57073" y="34828"/>
                  <a:pt x="56808" y="33073"/>
                  <a:pt x="55838" y="31731"/>
                </a:cubicBezTo>
                <a:cubicBezTo>
                  <a:pt x="54869" y="30378"/>
                  <a:pt x="53300" y="29571"/>
                  <a:pt x="51640" y="29571"/>
                </a:cubicBezTo>
                <a:lnTo>
                  <a:pt x="5174" y="29571"/>
                </a:lnTo>
                <a:close/>
                <a:moveTo>
                  <a:pt x="18180" y="56840"/>
                </a:moveTo>
                <a:lnTo>
                  <a:pt x="18180" y="92059"/>
                </a:lnTo>
                <a:cubicBezTo>
                  <a:pt x="18180" y="93946"/>
                  <a:pt x="19704" y="95473"/>
                  <a:pt x="21588" y="95473"/>
                </a:cubicBezTo>
                <a:lnTo>
                  <a:pt x="35224" y="95473"/>
                </a:lnTo>
                <a:cubicBezTo>
                  <a:pt x="37108" y="95473"/>
                  <a:pt x="38633" y="93946"/>
                  <a:pt x="38633" y="92059"/>
                </a:cubicBezTo>
                <a:lnTo>
                  <a:pt x="38633" y="56840"/>
                </a:lnTo>
                <a:lnTo>
                  <a:pt x="18180" y="56840"/>
                </a:lnTo>
                <a:close/>
                <a:moveTo>
                  <a:pt x="43179" y="61387"/>
                </a:moveTo>
                <a:lnTo>
                  <a:pt x="43179" y="92059"/>
                </a:lnTo>
                <a:cubicBezTo>
                  <a:pt x="43179" y="93292"/>
                  <a:pt x="42880" y="94437"/>
                  <a:pt x="42385" y="95473"/>
                </a:cubicBezTo>
                <a:lnTo>
                  <a:pt x="90292" y="95473"/>
                </a:lnTo>
                <a:cubicBezTo>
                  <a:pt x="91793" y="95473"/>
                  <a:pt x="93118" y="94491"/>
                  <a:pt x="93554" y="93052"/>
                </a:cubicBezTo>
                <a:lnTo>
                  <a:pt x="99561" y="73310"/>
                </a:lnTo>
                <a:cubicBezTo>
                  <a:pt x="100455" y="70496"/>
                  <a:pt x="99972" y="67518"/>
                  <a:pt x="98229" y="65129"/>
                </a:cubicBezTo>
                <a:cubicBezTo>
                  <a:pt x="96488" y="62751"/>
                  <a:pt x="93792" y="61387"/>
                  <a:pt x="90843" y="61387"/>
                </a:cubicBezTo>
                <a:lnTo>
                  <a:pt x="43179" y="61387"/>
                </a:lnTo>
                <a:close/>
                <a:moveTo>
                  <a:pt x="54542" y="70473"/>
                </a:moveTo>
                <a:lnTo>
                  <a:pt x="56815" y="70473"/>
                </a:lnTo>
                <a:cubicBezTo>
                  <a:pt x="58069" y="70473"/>
                  <a:pt x="59087" y="71499"/>
                  <a:pt x="59087" y="72753"/>
                </a:cubicBezTo>
                <a:lnTo>
                  <a:pt x="59087" y="86387"/>
                </a:lnTo>
                <a:cubicBezTo>
                  <a:pt x="59087" y="87641"/>
                  <a:pt x="58069" y="88656"/>
                  <a:pt x="56815" y="88656"/>
                </a:cubicBezTo>
                <a:lnTo>
                  <a:pt x="54542" y="88656"/>
                </a:lnTo>
                <a:cubicBezTo>
                  <a:pt x="53288" y="88656"/>
                  <a:pt x="52269" y="87641"/>
                  <a:pt x="52269" y="86387"/>
                </a:cubicBezTo>
                <a:lnTo>
                  <a:pt x="52269" y="72753"/>
                </a:lnTo>
                <a:cubicBezTo>
                  <a:pt x="52269" y="71499"/>
                  <a:pt x="53288" y="70473"/>
                  <a:pt x="54542" y="70473"/>
                </a:cubicBezTo>
                <a:close/>
                <a:moveTo>
                  <a:pt x="68179" y="70473"/>
                </a:moveTo>
                <a:lnTo>
                  <a:pt x="70451" y="70473"/>
                </a:lnTo>
                <a:cubicBezTo>
                  <a:pt x="71705" y="70473"/>
                  <a:pt x="72723" y="71499"/>
                  <a:pt x="72723" y="72753"/>
                </a:cubicBezTo>
                <a:lnTo>
                  <a:pt x="72723" y="86387"/>
                </a:lnTo>
                <a:cubicBezTo>
                  <a:pt x="72723" y="87641"/>
                  <a:pt x="71705" y="88656"/>
                  <a:pt x="70451" y="88656"/>
                </a:cubicBezTo>
                <a:lnTo>
                  <a:pt x="68179" y="88656"/>
                </a:lnTo>
                <a:cubicBezTo>
                  <a:pt x="66924" y="88656"/>
                  <a:pt x="65905" y="87641"/>
                  <a:pt x="65905" y="86387"/>
                </a:cubicBezTo>
                <a:lnTo>
                  <a:pt x="65905" y="72753"/>
                </a:lnTo>
                <a:cubicBezTo>
                  <a:pt x="65905" y="71499"/>
                  <a:pt x="66924" y="70473"/>
                  <a:pt x="68179" y="70473"/>
                </a:cubicBezTo>
                <a:close/>
                <a:moveTo>
                  <a:pt x="81815" y="70473"/>
                </a:moveTo>
                <a:lnTo>
                  <a:pt x="84086" y="70473"/>
                </a:lnTo>
                <a:cubicBezTo>
                  <a:pt x="85341" y="70473"/>
                  <a:pt x="86359" y="71499"/>
                  <a:pt x="86359" y="72753"/>
                </a:cubicBezTo>
                <a:lnTo>
                  <a:pt x="86359" y="86387"/>
                </a:lnTo>
                <a:cubicBezTo>
                  <a:pt x="86359" y="87641"/>
                  <a:pt x="85341" y="88656"/>
                  <a:pt x="84086" y="88656"/>
                </a:cubicBezTo>
                <a:lnTo>
                  <a:pt x="81815" y="88656"/>
                </a:lnTo>
                <a:cubicBezTo>
                  <a:pt x="80560" y="88656"/>
                  <a:pt x="79541" y="87641"/>
                  <a:pt x="79541" y="86387"/>
                </a:cubicBezTo>
                <a:lnTo>
                  <a:pt x="79541" y="72753"/>
                </a:lnTo>
                <a:cubicBezTo>
                  <a:pt x="79541" y="71499"/>
                  <a:pt x="80560" y="70473"/>
                  <a:pt x="81815" y="7047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5" name="Чёрный — SVG 2">
            <a:extLst>
              <a:ext uri="{FF2B5EF4-FFF2-40B4-BE49-F238E27FC236}">
                <a16:creationId xmlns:a16="http://schemas.microsoft.com/office/drawing/2014/main" id="{D992DCB5-4C4C-A94B-AF29-7C981E9679E7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49628 w 148867"/>
              <a:gd name="csY0" fmla="*/ 0 h 141685"/>
              <a:gd name="csX1" fmla="*/ 45800 w 148867"/>
              <a:gd name="csY1" fmla="*/ 1565 h 141685"/>
              <a:gd name="csX2" fmla="*/ 7622 w 148867"/>
              <a:gd name="csY2" fmla="*/ 41252 h 141685"/>
              <a:gd name="csX3" fmla="*/ 0 w 148867"/>
              <a:gd name="csY3" fmla="*/ 61631 h 141685"/>
              <a:gd name="csX4" fmla="*/ 0 w 148867"/>
              <a:gd name="csY4" fmla="*/ 132823 h 141685"/>
              <a:gd name="csX5" fmla="*/ 7996 w 148867"/>
              <a:gd name="csY5" fmla="*/ 141686 h 141685"/>
              <a:gd name="csX6" fmla="*/ 91243 w 148867"/>
              <a:gd name="csY6" fmla="*/ 141686 h 141685"/>
              <a:gd name="csX7" fmla="*/ 99239 w 148867"/>
              <a:gd name="csY7" fmla="*/ 132823 h 141685"/>
              <a:gd name="csX8" fmla="*/ 99239 w 148867"/>
              <a:gd name="csY8" fmla="*/ 61631 h 141685"/>
              <a:gd name="csX9" fmla="*/ 91617 w 148867"/>
              <a:gd name="csY9" fmla="*/ 41252 h 141685"/>
              <a:gd name="csX10" fmla="*/ 53456 w 148867"/>
              <a:gd name="csY10" fmla="*/ 1565 h 141685"/>
              <a:gd name="csX11" fmla="*/ 49628 w 148867"/>
              <a:gd name="csY11" fmla="*/ 0 h 141685"/>
              <a:gd name="csX12" fmla="*/ 99239 w 148867"/>
              <a:gd name="csY12" fmla="*/ 0 h 141685"/>
              <a:gd name="csX13" fmla="*/ 95411 w 148867"/>
              <a:gd name="csY13" fmla="*/ 1565 h 141685"/>
              <a:gd name="csX14" fmla="*/ 79351 w 148867"/>
              <a:gd name="csY14" fmla="*/ 18270 h 141685"/>
              <a:gd name="csX15" fmla="*/ 96721 w 148867"/>
              <a:gd name="csY15" fmla="*/ 36336 h 141685"/>
              <a:gd name="csX16" fmla="*/ 106334 w 148867"/>
              <a:gd name="csY16" fmla="*/ 61631 h 141685"/>
              <a:gd name="csX17" fmla="*/ 106334 w 148867"/>
              <a:gd name="csY17" fmla="*/ 132823 h 141685"/>
              <a:gd name="csX18" fmla="*/ 103850 w 148867"/>
              <a:gd name="csY18" fmla="*/ 141686 h 141685"/>
              <a:gd name="csX19" fmla="*/ 140871 w 148867"/>
              <a:gd name="csY19" fmla="*/ 141686 h 141685"/>
              <a:gd name="csX20" fmla="*/ 148867 w 148867"/>
              <a:gd name="csY20" fmla="*/ 132823 h 141685"/>
              <a:gd name="csX21" fmla="*/ 148867 w 148867"/>
              <a:gd name="csY21" fmla="*/ 61631 h 141685"/>
              <a:gd name="csX22" fmla="*/ 141245 w 148867"/>
              <a:gd name="csY22" fmla="*/ 41252 h 141685"/>
              <a:gd name="csX23" fmla="*/ 103067 w 148867"/>
              <a:gd name="csY23" fmla="*/ 1565 h 141685"/>
              <a:gd name="csX24" fmla="*/ 99239 w 148867"/>
              <a:gd name="csY24" fmla="*/ 0 h 141685"/>
              <a:gd name="csX25" fmla="*/ 31900 w 148867"/>
              <a:gd name="csY25" fmla="*/ 60185 h 141685"/>
              <a:gd name="csX26" fmla="*/ 38995 w 148867"/>
              <a:gd name="csY26" fmla="*/ 67262 h 141685"/>
              <a:gd name="csX27" fmla="*/ 31900 w 148867"/>
              <a:gd name="csY27" fmla="*/ 74355 h 141685"/>
              <a:gd name="csX28" fmla="*/ 24805 w 148867"/>
              <a:gd name="csY28" fmla="*/ 67262 h 141685"/>
              <a:gd name="csX29" fmla="*/ 31900 w 148867"/>
              <a:gd name="csY29" fmla="*/ 60185 h 141685"/>
              <a:gd name="csX30" fmla="*/ 67339 w 148867"/>
              <a:gd name="csY30" fmla="*/ 60185 h 141685"/>
              <a:gd name="csX31" fmla="*/ 74434 w 148867"/>
              <a:gd name="csY31" fmla="*/ 67262 h 141685"/>
              <a:gd name="csX32" fmla="*/ 67339 w 148867"/>
              <a:gd name="csY32" fmla="*/ 74355 h 141685"/>
              <a:gd name="csX33" fmla="*/ 60262 w 148867"/>
              <a:gd name="csY33" fmla="*/ 67262 h 141685"/>
              <a:gd name="csX34" fmla="*/ 67339 w 148867"/>
              <a:gd name="csY34" fmla="*/ 60185 h 141685"/>
              <a:gd name="csX35" fmla="*/ 124062 w 148867"/>
              <a:gd name="csY35" fmla="*/ 60185 h 141685"/>
              <a:gd name="csX36" fmla="*/ 131139 w 148867"/>
              <a:gd name="csY36" fmla="*/ 67262 h 141685"/>
              <a:gd name="csX37" fmla="*/ 124062 w 148867"/>
              <a:gd name="csY37" fmla="*/ 74355 h 141685"/>
              <a:gd name="csX38" fmla="*/ 116967 w 148867"/>
              <a:gd name="csY38" fmla="*/ 67262 h 141685"/>
              <a:gd name="csX39" fmla="*/ 124062 w 148867"/>
              <a:gd name="csY39" fmla="*/ 60185 h 141685"/>
              <a:gd name="csX40" fmla="*/ 31900 w 148867"/>
              <a:gd name="csY40" fmla="*/ 84987 h 141685"/>
              <a:gd name="csX41" fmla="*/ 38995 w 148867"/>
              <a:gd name="csY41" fmla="*/ 92081 h 141685"/>
              <a:gd name="csX42" fmla="*/ 31900 w 148867"/>
              <a:gd name="csY42" fmla="*/ 99158 h 141685"/>
              <a:gd name="csX43" fmla="*/ 24805 w 148867"/>
              <a:gd name="csY43" fmla="*/ 92081 h 141685"/>
              <a:gd name="csX44" fmla="*/ 31900 w 148867"/>
              <a:gd name="csY44" fmla="*/ 84987 h 141685"/>
              <a:gd name="csX45" fmla="*/ 67339 w 148867"/>
              <a:gd name="csY45" fmla="*/ 84987 h 141685"/>
              <a:gd name="csX46" fmla="*/ 74434 w 148867"/>
              <a:gd name="csY46" fmla="*/ 92081 h 141685"/>
              <a:gd name="csX47" fmla="*/ 67339 w 148867"/>
              <a:gd name="csY47" fmla="*/ 99158 h 141685"/>
              <a:gd name="csX48" fmla="*/ 60262 w 148867"/>
              <a:gd name="csY48" fmla="*/ 92081 h 141685"/>
              <a:gd name="csX49" fmla="*/ 67339 w 148867"/>
              <a:gd name="csY49" fmla="*/ 84987 h 141685"/>
              <a:gd name="csX50" fmla="*/ 124062 w 148867"/>
              <a:gd name="csY50" fmla="*/ 84987 h 141685"/>
              <a:gd name="csX51" fmla="*/ 131139 w 148867"/>
              <a:gd name="csY51" fmla="*/ 92081 h 141685"/>
              <a:gd name="csX52" fmla="*/ 124062 w 148867"/>
              <a:gd name="csY52" fmla="*/ 99158 h 141685"/>
              <a:gd name="csX53" fmla="*/ 116967 w 148867"/>
              <a:gd name="csY53" fmla="*/ 92081 h 141685"/>
              <a:gd name="csX54" fmla="*/ 124062 w 148867"/>
              <a:gd name="csY54" fmla="*/ 84987 h 141685"/>
              <a:gd name="csX55" fmla="*/ 31900 w 148867"/>
              <a:gd name="csY55" fmla="*/ 109790 h 141685"/>
              <a:gd name="csX56" fmla="*/ 38995 w 148867"/>
              <a:gd name="csY56" fmla="*/ 116883 h 141685"/>
              <a:gd name="csX57" fmla="*/ 31900 w 148867"/>
              <a:gd name="csY57" fmla="*/ 123977 h 141685"/>
              <a:gd name="csX58" fmla="*/ 24805 w 148867"/>
              <a:gd name="csY58" fmla="*/ 116883 h 141685"/>
              <a:gd name="csX59" fmla="*/ 31900 w 148867"/>
              <a:gd name="csY59" fmla="*/ 109790 h 141685"/>
              <a:gd name="csX60" fmla="*/ 67339 w 148867"/>
              <a:gd name="csY60" fmla="*/ 109790 h 141685"/>
              <a:gd name="csX61" fmla="*/ 74434 w 148867"/>
              <a:gd name="csY61" fmla="*/ 116883 h 141685"/>
              <a:gd name="csX62" fmla="*/ 67339 w 148867"/>
              <a:gd name="csY62" fmla="*/ 123977 h 141685"/>
              <a:gd name="csX63" fmla="*/ 60262 w 148867"/>
              <a:gd name="csY63" fmla="*/ 116883 h 141685"/>
              <a:gd name="csX64" fmla="*/ 67339 w 148867"/>
              <a:gd name="csY64" fmla="*/ 109790 h 141685"/>
              <a:gd name="csX65" fmla="*/ 124062 w 148867"/>
              <a:gd name="csY65" fmla="*/ 109790 h 141685"/>
              <a:gd name="csX66" fmla="*/ 131139 w 148867"/>
              <a:gd name="csY66" fmla="*/ 116883 h 141685"/>
              <a:gd name="csX67" fmla="*/ 124062 w 148867"/>
              <a:gd name="csY67" fmla="*/ 123977 h 141685"/>
              <a:gd name="csX68" fmla="*/ 116967 w 148867"/>
              <a:gd name="csY68" fmla="*/ 116883 h 141685"/>
              <a:gd name="csX69" fmla="*/ 124062 w 148867"/>
              <a:gd name="csY69" fmla="*/ 109790 h 141685"/>
            </a:gdLst>
            <a:ahLst/>
            <a:cxnLst/>
            <a:rect l="l" t="t" r="r" b="b"/>
            <a:pathLst>
              <a:path w="100000" h="100000">
                <a:moveTo>
                  <a:pt x="33337" y="2412"/>
                </a:moveTo>
                <a:cubicBezTo>
                  <a:pt x="32377" y="2412"/>
                  <a:pt x="31429" y="2766"/>
                  <a:pt x="30766" y="3463"/>
                </a:cubicBezTo>
                <a:lnTo>
                  <a:pt x="5120" y="30123"/>
                </a:lnTo>
                <a:cubicBezTo>
                  <a:pt x="1863" y="33505"/>
                  <a:pt x="0" y="38499"/>
                  <a:pt x="0" y="43812"/>
                </a:cubicBezTo>
                <a:lnTo>
                  <a:pt x="0" y="91635"/>
                </a:lnTo>
                <a:cubicBezTo>
                  <a:pt x="0" y="94983"/>
                  <a:pt x="2366" y="97588"/>
                  <a:pt x="5371" y="97588"/>
                </a:cubicBezTo>
                <a:lnTo>
                  <a:pt x="61292" y="97588"/>
                </a:lnTo>
                <a:cubicBezTo>
                  <a:pt x="64308" y="97588"/>
                  <a:pt x="66663" y="94983"/>
                  <a:pt x="66663" y="91635"/>
                </a:cubicBezTo>
                <a:lnTo>
                  <a:pt x="66663" y="43812"/>
                </a:lnTo>
                <a:cubicBezTo>
                  <a:pt x="66663" y="38499"/>
                  <a:pt x="64800" y="33505"/>
                  <a:pt x="61543" y="30123"/>
                </a:cubicBezTo>
                <a:lnTo>
                  <a:pt x="35909" y="3463"/>
                </a:lnTo>
                <a:cubicBezTo>
                  <a:pt x="35234" y="2766"/>
                  <a:pt x="34286" y="2412"/>
                  <a:pt x="33337" y="2412"/>
                </a:cubicBezTo>
                <a:close/>
                <a:moveTo>
                  <a:pt x="66663" y="2412"/>
                </a:moveTo>
                <a:cubicBezTo>
                  <a:pt x="65714" y="2412"/>
                  <a:pt x="64766" y="2766"/>
                  <a:pt x="64091" y="3463"/>
                </a:cubicBezTo>
                <a:lnTo>
                  <a:pt x="53303" y="14685"/>
                </a:lnTo>
                <a:lnTo>
                  <a:pt x="64971" y="26821"/>
                </a:lnTo>
                <a:cubicBezTo>
                  <a:pt x="69074" y="31083"/>
                  <a:pt x="71429" y="37276"/>
                  <a:pt x="71429" y="43812"/>
                </a:cubicBezTo>
                <a:lnTo>
                  <a:pt x="71429" y="91635"/>
                </a:lnTo>
                <a:cubicBezTo>
                  <a:pt x="71429" y="93863"/>
                  <a:pt x="70812" y="95897"/>
                  <a:pt x="69760" y="97588"/>
                </a:cubicBezTo>
                <a:lnTo>
                  <a:pt x="94629" y="97588"/>
                </a:lnTo>
                <a:cubicBezTo>
                  <a:pt x="97635" y="97588"/>
                  <a:pt x="100000" y="94983"/>
                  <a:pt x="100000" y="91635"/>
                </a:cubicBezTo>
                <a:lnTo>
                  <a:pt x="100000" y="43812"/>
                </a:lnTo>
                <a:cubicBezTo>
                  <a:pt x="100000" y="38499"/>
                  <a:pt x="98137" y="33505"/>
                  <a:pt x="94880" y="30123"/>
                </a:cubicBezTo>
                <a:lnTo>
                  <a:pt x="69234" y="3463"/>
                </a:lnTo>
                <a:cubicBezTo>
                  <a:pt x="68571" y="2766"/>
                  <a:pt x="67623" y="2412"/>
                  <a:pt x="66663" y="2412"/>
                </a:cubicBezTo>
                <a:close/>
                <a:moveTo>
                  <a:pt x="21429" y="42841"/>
                </a:moveTo>
                <a:cubicBezTo>
                  <a:pt x="24057" y="42841"/>
                  <a:pt x="26195" y="44966"/>
                  <a:pt x="26195" y="47595"/>
                </a:cubicBezTo>
                <a:cubicBezTo>
                  <a:pt x="26195" y="50223"/>
                  <a:pt x="24057" y="52359"/>
                  <a:pt x="21429" y="52359"/>
                </a:cubicBezTo>
                <a:cubicBezTo>
                  <a:pt x="18800" y="52359"/>
                  <a:pt x="16663" y="50223"/>
                  <a:pt x="16663" y="47595"/>
                </a:cubicBezTo>
                <a:cubicBezTo>
                  <a:pt x="16663" y="44966"/>
                  <a:pt x="18800" y="42841"/>
                  <a:pt x="21429" y="42841"/>
                </a:cubicBezTo>
                <a:close/>
                <a:moveTo>
                  <a:pt x="45234" y="42841"/>
                </a:moveTo>
                <a:cubicBezTo>
                  <a:pt x="47874" y="42841"/>
                  <a:pt x="50000" y="44966"/>
                  <a:pt x="50000" y="47595"/>
                </a:cubicBezTo>
                <a:cubicBezTo>
                  <a:pt x="50000" y="50223"/>
                  <a:pt x="47874" y="52359"/>
                  <a:pt x="45234" y="52359"/>
                </a:cubicBezTo>
                <a:cubicBezTo>
                  <a:pt x="42606" y="52359"/>
                  <a:pt x="40480" y="50223"/>
                  <a:pt x="40480" y="47595"/>
                </a:cubicBezTo>
                <a:cubicBezTo>
                  <a:pt x="40480" y="44966"/>
                  <a:pt x="42606" y="42841"/>
                  <a:pt x="45234" y="42841"/>
                </a:cubicBezTo>
                <a:close/>
                <a:moveTo>
                  <a:pt x="83337" y="42841"/>
                </a:moveTo>
                <a:cubicBezTo>
                  <a:pt x="85966" y="42841"/>
                  <a:pt x="88091" y="44966"/>
                  <a:pt x="88091" y="47595"/>
                </a:cubicBezTo>
                <a:cubicBezTo>
                  <a:pt x="88091" y="50223"/>
                  <a:pt x="85966" y="52359"/>
                  <a:pt x="83337" y="52359"/>
                </a:cubicBezTo>
                <a:cubicBezTo>
                  <a:pt x="80698" y="52359"/>
                  <a:pt x="78571" y="50223"/>
                  <a:pt x="78571" y="47595"/>
                </a:cubicBezTo>
                <a:cubicBezTo>
                  <a:pt x="78571" y="44966"/>
                  <a:pt x="80698" y="42841"/>
                  <a:pt x="83337" y="42841"/>
                </a:cubicBezTo>
                <a:close/>
                <a:moveTo>
                  <a:pt x="21429" y="59501"/>
                </a:moveTo>
                <a:cubicBezTo>
                  <a:pt x="24057" y="59501"/>
                  <a:pt x="26195" y="61627"/>
                  <a:pt x="26195" y="64267"/>
                </a:cubicBezTo>
                <a:cubicBezTo>
                  <a:pt x="26195" y="66895"/>
                  <a:pt x="24057" y="69021"/>
                  <a:pt x="21429" y="69021"/>
                </a:cubicBezTo>
                <a:cubicBezTo>
                  <a:pt x="18800" y="69021"/>
                  <a:pt x="16663" y="66895"/>
                  <a:pt x="16663" y="64267"/>
                </a:cubicBezTo>
                <a:cubicBezTo>
                  <a:pt x="16663" y="61627"/>
                  <a:pt x="18800" y="59501"/>
                  <a:pt x="21429" y="59501"/>
                </a:cubicBezTo>
                <a:close/>
                <a:moveTo>
                  <a:pt x="45234" y="59501"/>
                </a:moveTo>
                <a:cubicBezTo>
                  <a:pt x="47874" y="59501"/>
                  <a:pt x="50000" y="61627"/>
                  <a:pt x="50000" y="64267"/>
                </a:cubicBezTo>
                <a:cubicBezTo>
                  <a:pt x="50000" y="66895"/>
                  <a:pt x="47874" y="69021"/>
                  <a:pt x="45234" y="69021"/>
                </a:cubicBezTo>
                <a:cubicBezTo>
                  <a:pt x="42606" y="69021"/>
                  <a:pt x="40480" y="66895"/>
                  <a:pt x="40480" y="64267"/>
                </a:cubicBezTo>
                <a:cubicBezTo>
                  <a:pt x="40480" y="61627"/>
                  <a:pt x="42606" y="59501"/>
                  <a:pt x="45234" y="59501"/>
                </a:cubicBezTo>
                <a:close/>
                <a:moveTo>
                  <a:pt x="83337" y="59501"/>
                </a:moveTo>
                <a:cubicBezTo>
                  <a:pt x="85966" y="59501"/>
                  <a:pt x="88091" y="61627"/>
                  <a:pt x="88091" y="64267"/>
                </a:cubicBezTo>
                <a:cubicBezTo>
                  <a:pt x="88091" y="66895"/>
                  <a:pt x="85966" y="69021"/>
                  <a:pt x="83337" y="69021"/>
                </a:cubicBezTo>
                <a:cubicBezTo>
                  <a:pt x="80698" y="69021"/>
                  <a:pt x="78571" y="66895"/>
                  <a:pt x="78571" y="64267"/>
                </a:cubicBezTo>
                <a:cubicBezTo>
                  <a:pt x="78571" y="61627"/>
                  <a:pt x="80698" y="59501"/>
                  <a:pt x="83337" y="59501"/>
                </a:cubicBezTo>
                <a:close/>
                <a:moveTo>
                  <a:pt x="21429" y="76163"/>
                </a:moveTo>
                <a:cubicBezTo>
                  <a:pt x="24057" y="76163"/>
                  <a:pt x="26195" y="78299"/>
                  <a:pt x="26195" y="80927"/>
                </a:cubicBezTo>
                <a:cubicBezTo>
                  <a:pt x="26195" y="83556"/>
                  <a:pt x="24057" y="85693"/>
                  <a:pt x="21429" y="85693"/>
                </a:cubicBezTo>
                <a:cubicBezTo>
                  <a:pt x="18800" y="85693"/>
                  <a:pt x="16663" y="83556"/>
                  <a:pt x="16663" y="80927"/>
                </a:cubicBezTo>
                <a:cubicBezTo>
                  <a:pt x="16663" y="78299"/>
                  <a:pt x="18800" y="76163"/>
                  <a:pt x="21429" y="76163"/>
                </a:cubicBezTo>
                <a:close/>
                <a:moveTo>
                  <a:pt x="45234" y="76163"/>
                </a:moveTo>
                <a:cubicBezTo>
                  <a:pt x="47874" y="76163"/>
                  <a:pt x="50000" y="78299"/>
                  <a:pt x="50000" y="80927"/>
                </a:cubicBezTo>
                <a:cubicBezTo>
                  <a:pt x="50000" y="83556"/>
                  <a:pt x="47874" y="85693"/>
                  <a:pt x="45234" y="85693"/>
                </a:cubicBezTo>
                <a:cubicBezTo>
                  <a:pt x="42606" y="85693"/>
                  <a:pt x="40480" y="83556"/>
                  <a:pt x="40480" y="80927"/>
                </a:cubicBezTo>
                <a:cubicBezTo>
                  <a:pt x="40480" y="78299"/>
                  <a:pt x="42606" y="76163"/>
                  <a:pt x="45234" y="76163"/>
                </a:cubicBezTo>
                <a:close/>
                <a:moveTo>
                  <a:pt x="83337" y="76163"/>
                </a:moveTo>
                <a:cubicBezTo>
                  <a:pt x="85966" y="76163"/>
                  <a:pt x="88091" y="78299"/>
                  <a:pt x="88091" y="80927"/>
                </a:cubicBezTo>
                <a:cubicBezTo>
                  <a:pt x="88091" y="83556"/>
                  <a:pt x="85966" y="85693"/>
                  <a:pt x="83337" y="85693"/>
                </a:cubicBezTo>
                <a:cubicBezTo>
                  <a:pt x="80698" y="85693"/>
                  <a:pt x="78571" y="83556"/>
                  <a:pt x="78571" y="80927"/>
                </a:cubicBezTo>
                <a:cubicBezTo>
                  <a:pt x="78571" y="78299"/>
                  <a:pt x="80698" y="76163"/>
                  <a:pt x="83337" y="7616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6" name="Чёрный — SVG 3">
            <a:extLst>
              <a:ext uri="{FF2B5EF4-FFF2-40B4-BE49-F238E27FC236}">
                <a16:creationId xmlns:a16="http://schemas.microsoft.com/office/drawing/2014/main" id="{9E13057E-4772-4F48-8933-4AA33207B79F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86837 w 106333"/>
              <a:gd name="csY0" fmla="*/ 0 h 141753"/>
              <a:gd name="csX1" fmla="*/ 19497 w 106333"/>
              <a:gd name="csY1" fmla="*/ 0 h 141753"/>
              <a:gd name="csX2" fmla="*/ 0 w 106333"/>
              <a:gd name="csY2" fmla="*/ 19495 h 141753"/>
              <a:gd name="csX3" fmla="*/ 0 w 106333"/>
              <a:gd name="csY3" fmla="*/ 132891 h 141753"/>
              <a:gd name="csX4" fmla="*/ 8864 w 106333"/>
              <a:gd name="csY4" fmla="*/ 141753 h 141753"/>
              <a:gd name="csX5" fmla="*/ 33670 w 106333"/>
              <a:gd name="csY5" fmla="*/ 141753 h 141753"/>
              <a:gd name="csX6" fmla="*/ 42534 w 106333"/>
              <a:gd name="csY6" fmla="*/ 132891 h 141753"/>
              <a:gd name="csX7" fmla="*/ 42534 w 106333"/>
              <a:gd name="csY7" fmla="*/ 116951 h 141753"/>
              <a:gd name="csX8" fmla="*/ 46072 w 106333"/>
              <a:gd name="csY8" fmla="*/ 113413 h 141753"/>
              <a:gd name="csX9" fmla="*/ 60261 w 106333"/>
              <a:gd name="csY9" fmla="*/ 113413 h 141753"/>
              <a:gd name="csX10" fmla="*/ 63800 w 106333"/>
              <a:gd name="csY10" fmla="*/ 116951 h 141753"/>
              <a:gd name="csX11" fmla="*/ 63800 w 106333"/>
              <a:gd name="csY11" fmla="*/ 132891 h 141753"/>
              <a:gd name="csX12" fmla="*/ 72664 w 106333"/>
              <a:gd name="csY12" fmla="*/ 141753 h 141753"/>
              <a:gd name="csX13" fmla="*/ 97470 w 106333"/>
              <a:gd name="csY13" fmla="*/ 141753 h 141753"/>
              <a:gd name="csX14" fmla="*/ 106334 w 106333"/>
              <a:gd name="csY14" fmla="*/ 132891 h 141753"/>
              <a:gd name="csX15" fmla="*/ 106334 w 106333"/>
              <a:gd name="csY15" fmla="*/ 19495 h 141753"/>
              <a:gd name="csX16" fmla="*/ 86837 w 106333"/>
              <a:gd name="csY16" fmla="*/ 0 h 141753"/>
              <a:gd name="csX17" fmla="*/ 30131 w 106333"/>
              <a:gd name="csY17" fmla="*/ 95687 h 141753"/>
              <a:gd name="csX18" fmla="*/ 26575 w 106333"/>
              <a:gd name="csY18" fmla="*/ 95687 h 141753"/>
              <a:gd name="csX19" fmla="*/ 21267 w 106333"/>
              <a:gd name="csY19" fmla="*/ 90363 h 141753"/>
              <a:gd name="csX20" fmla="*/ 26575 w 106333"/>
              <a:gd name="csY20" fmla="*/ 85056 h 141753"/>
              <a:gd name="csX21" fmla="*/ 30131 w 106333"/>
              <a:gd name="csY21" fmla="*/ 85056 h 141753"/>
              <a:gd name="csX22" fmla="*/ 35439 w 106333"/>
              <a:gd name="csY22" fmla="*/ 90363 h 141753"/>
              <a:gd name="csX23" fmla="*/ 30131 w 106333"/>
              <a:gd name="csY23" fmla="*/ 95687 h 141753"/>
              <a:gd name="csX24" fmla="*/ 30131 w 106333"/>
              <a:gd name="csY24" fmla="*/ 74424 h 141753"/>
              <a:gd name="csX25" fmla="*/ 26575 w 106333"/>
              <a:gd name="csY25" fmla="*/ 74424 h 141753"/>
              <a:gd name="csX26" fmla="*/ 21267 w 106333"/>
              <a:gd name="csY26" fmla="*/ 69099 h 141753"/>
              <a:gd name="csX27" fmla="*/ 26575 w 106333"/>
              <a:gd name="csY27" fmla="*/ 63792 h 141753"/>
              <a:gd name="csX28" fmla="*/ 30131 w 106333"/>
              <a:gd name="csY28" fmla="*/ 63792 h 141753"/>
              <a:gd name="csX29" fmla="*/ 35439 w 106333"/>
              <a:gd name="csY29" fmla="*/ 69099 h 141753"/>
              <a:gd name="csX30" fmla="*/ 30131 w 106333"/>
              <a:gd name="csY30" fmla="*/ 74424 h 141753"/>
              <a:gd name="csX31" fmla="*/ 30131 w 106333"/>
              <a:gd name="csY31" fmla="*/ 53160 h 141753"/>
              <a:gd name="csX32" fmla="*/ 26575 w 106333"/>
              <a:gd name="csY32" fmla="*/ 53160 h 141753"/>
              <a:gd name="csX33" fmla="*/ 21267 w 106333"/>
              <a:gd name="csY33" fmla="*/ 47835 h 141753"/>
              <a:gd name="csX34" fmla="*/ 26575 w 106333"/>
              <a:gd name="csY34" fmla="*/ 42528 h 141753"/>
              <a:gd name="csX35" fmla="*/ 30131 w 106333"/>
              <a:gd name="csY35" fmla="*/ 42528 h 141753"/>
              <a:gd name="csX36" fmla="*/ 35439 w 106333"/>
              <a:gd name="csY36" fmla="*/ 47835 h 141753"/>
              <a:gd name="csX37" fmla="*/ 30131 w 106333"/>
              <a:gd name="csY37" fmla="*/ 53160 h 141753"/>
              <a:gd name="csX38" fmla="*/ 30131 w 106333"/>
              <a:gd name="csY38" fmla="*/ 31896 h 141753"/>
              <a:gd name="csX39" fmla="*/ 26575 w 106333"/>
              <a:gd name="csY39" fmla="*/ 31896 h 141753"/>
              <a:gd name="csX40" fmla="*/ 21267 w 106333"/>
              <a:gd name="csY40" fmla="*/ 26571 h 141753"/>
              <a:gd name="csX41" fmla="*/ 26575 w 106333"/>
              <a:gd name="csY41" fmla="*/ 21264 h 141753"/>
              <a:gd name="csX42" fmla="*/ 30131 w 106333"/>
              <a:gd name="csY42" fmla="*/ 21264 h 141753"/>
              <a:gd name="csX43" fmla="*/ 35439 w 106333"/>
              <a:gd name="csY43" fmla="*/ 26571 h 141753"/>
              <a:gd name="csX44" fmla="*/ 30131 w 106333"/>
              <a:gd name="csY44" fmla="*/ 31896 h 141753"/>
              <a:gd name="csX45" fmla="*/ 54936 w 106333"/>
              <a:gd name="csY45" fmla="*/ 95687 h 141753"/>
              <a:gd name="csX46" fmla="*/ 51397 w 106333"/>
              <a:gd name="csY46" fmla="*/ 95687 h 141753"/>
              <a:gd name="csX47" fmla="*/ 46072 w 106333"/>
              <a:gd name="csY47" fmla="*/ 90363 h 141753"/>
              <a:gd name="csX48" fmla="*/ 51397 w 106333"/>
              <a:gd name="csY48" fmla="*/ 85056 h 141753"/>
              <a:gd name="csX49" fmla="*/ 54936 w 106333"/>
              <a:gd name="csY49" fmla="*/ 85056 h 141753"/>
              <a:gd name="csX50" fmla="*/ 60261 w 106333"/>
              <a:gd name="csY50" fmla="*/ 90363 h 141753"/>
              <a:gd name="csX51" fmla="*/ 54936 w 106333"/>
              <a:gd name="csY51" fmla="*/ 95687 h 141753"/>
              <a:gd name="csX52" fmla="*/ 54936 w 106333"/>
              <a:gd name="csY52" fmla="*/ 74424 h 141753"/>
              <a:gd name="csX53" fmla="*/ 51397 w 106333"/>
              <a:gd name="csY53" fmla="*/ 74424 h 141753"/>
              <a:gd name="csX54" fmla="*/ 46072 w 106333"/>
              <a:gd name="csY54" fmla="*/ 69099 h 141753"/>
              <a:gd name="csX55" fmla="*/ 51397 w 106333"/>
              <a:gd name="csY55" fmla="*/ 63792 h 141753"/>
              <a:gd name="csX56" fmla="*/ 54936 w 106333"/>
              <a:gd name="csY56" fmla="*/ 63792 h 141753"/>
              <a:gd name="csX57" fmla="*/ 60261 w 106333"/>
              <a:gd name="csY57" fmla="*/ 69099 h 141753"/>
              <a:gd name="csX58" fmla="*/ 54936 w 106333"/>
              <a:gd name="csY58" fmla="*/ 74424 h 141753"/>
              <a:gd name="csX59" fmla="*/ 54936 w 106333"/>
              <a:gd name="csY59" fmla="*/ 53160 h 141753"/>
              <a:gd name="csX60" fmla="*/ 51397 w 106333"/>
              <a:gd name="csY60" fmla="*/ 53160 h 141753"/>
              <a:gd name="csX61" fmla="*/ 46072 w 106333"/>
              <a:gd name="csY61" fmla="*/ 47835 h 141753"/>
              <a:gd name="csX62" fmla="*/ 51397 w 106333"/>
              <a:gd name="csY62" fmla="*/ 42528 h 141753"/>
              <a:gd name="csX63" fmla="*/ 54936 w 106333"/>
              <a:gd name="csY63" fmla="*/ 42528 h 141753"/>
              <a:gd name="csX64" fmla="*/ 60261 w 106333"/>
              <a:gd name="csY64" fmla="*/ 47835 h 141753"/>
              <a:gd name="csX65" fmla="*/ 54936 w 106333"/>
              <a:gd name="csY65" fmla="*/ 53160 h 141753"/>
              <a:gd name="csX66" fmla="*/ 54936 w 106333"/>
              <a:gd name="csY66" fmla="*/ 31896 h 141753"/>
              <a:gd name="csX67" fmla="*/ 51397 w 106333"/>
              <a:gd name="csY67" fmla="*/ 31896 h 141753"/>
              <a:gd name="csX68" fmla="*/ 46072 w 106333"/>
              <a:gd name="csY68" fmla="*/ 26571 h 141753"/>
              <a:gd name="csX69" fmla="*/ 51397 w 106333"/>
              <a:gd name="csY69" fmla="*/ 21264 h 141753"/>
              <a:gd name="csX70" fmla="*/ 54936 w 106333"/>
              <a:gd name="csY70" fmla="*/ 21264 h 141753"/>
              <a:gd name="csX71" fmla="*/ 60261 w 106333"/>
              <a:gd name="csY71" fmla="*/ 26571 h 141753"/>
              <a:gd name="csX72" fmla="*/ 54936 w 106333"/>
              <a:gd name="csY72" fmla="*/ 31896 h 141753"/>
              <a:gd name="csX73" fmla="*/ 79742 w 106333"/>
              <a:gd name="csY73" fmla="*/ 95687 h 141753"/>
              <a:gd name="csX74" fmla="*/ 76203 w 106333"/>
              <a:gd name="csY74" fmla="*/ 95687 h 141753"/>
              <a:gd name="csX75" fmla="*/ 70895 w 106333"/>
              <a:gd name="csY75" fmla="*/ 90363 h 141753"/>
              <a:gd name="csX76" fmla="*/ 76203 w 106333"/>
              <a:gd name="csY76" fmla="*/ 85056 h 141753"/>
              <a:gd name="csX77" fmla="*/ 79742 w 106333"/>
              <a:gd name="csY77" fmla="*/ 85056 h 141753"/>
              <a:gd name="csX78" fmla="*/ 85067 w 106333"/>
              <a:gd name="csY78" fmla="*/ 90363 h 141753"/>
              <a:gd name="csX79" fmla="*/ 79742 w 106333"/>
              <a:gd name="csY79" fmla="*/ 95687 h 141753"/>
              <a:gd name="csX80" fmla="*/ 79742 w 106333"/>
              <a:gd name="csY80" fmla="*/ 74424 h 141753"/>
              <a:gd name="csX81" fmla="*/ 76203 w 106333"/>
              <a:gd name="csY81" fmla="*/ 74424 h 141753"/>
              <a:gd name="csX82" fmla="*/ 70895 w 106333"/>
              <a:gd name="csY82" fmla="*/ 69099 h 141753"/>
              <a:gd name="csX83" fmla="*/ 76203 w 106333"/>
              <a:gd name="csY83" fmla="*/ 63792 h 141753"/>
              <a:gd name="csX84" fmla="*/ 79742 w 106333"/>
              <a:gd name="csY84" fmla="*/ 63792 h 141753"/>
              <a:gd name="csX85" fmla="*/ 85067 w 106333"/>
              <a:gd name="csY85" fmla="*/ 69099 h 141753"/>
              <a:gd name="csX86" fmla="*/ 79742 w 106333"/>
              <a:gd name="csY86" fmla="*/ 74424 h 141753"/>
              <a:gd name="csX87" fmla="*/ 79742 w 106333"/>
              <a:gd name="csY87" fmla="*/ 53160 h 141753"/>
              <a:gd name="csX88" fmla="*/ 76203 w 106333"/>
              <a:gd name="csY88" fmla="*/ 53160 h 141753"/>
              <a:gd name="csX89" fmla="*/ 70895 w 106333"/>
              <a:gd name="csY89" fmla="*/ 47835 h 141753"/>
              <a:gd name="csX90" fmla="*/ 76203 w 106333"/>
              <a:gd name="csY90" fmla="*/ 42528 h 141753"/>
              <a:gd name="csX91" fmla="*/ 79742 w 106333"/>
              <a:gd name="csY91" fmla="*/ 42528 h 141753"/>
              <a:gd name="csX92" fmla="*/ 85067 w 106333"/>
              <a:gd name="csY92" fmla="*/ 47835 h 141753"/>
              <a:gd name="csX93" fmla="*/ 79742 w 106333"/>
              <a:gd name="csY93" fmla="*/ 53160 h 141753"/>
              <a:gd name="csX94" fmla="*/ 79742 w 106333"/>
              <a:gd name="csY94" fmla="*/ 31896 h 141753"/>
              <a:gd name="csX95" fmla="*/ 76203 w 106333"/>
              <a:gd name="csY95" fmla="*/ 31896 h 141753"/>
              <a:gd name="csX96" fmla="*/ 70895 w 106333"/>
              <a:gd name="csY96" fmla="*/ 26571 h 141753"/>
              <a:gd name="csX97" fmla="*/ 76203 w 106333"/>
              <a:gd name="csY97" fmla="*/ 21264 h 141753"/>
              <a:gd name="csX98" fmla="*/ 79742 w 106333"/>
              <a:gd name="csY98" fmla="*/ 21264 h 141753"/>
              <a:gd name="csX99" fmla="*/ 85067 w 106333"/>
              <a:gd name="csY99" fmla="*/ 26571 h 141753"/>
              <a:gd name="csX100" fmla="*/ 79742 w 106333"/>
              <a:gd name="csY100" fmla="*/ 31896 h 141753"/>
            </a:gdLst>
            <a:ahLst/>
            <a:cxnLst/>
            <a:rect l="l" t="t" r="r" b="b"/>
            <a:pathLst>
              <a:path w="100000" h="100000">
                <a:moveTo>
                  <a:pt x="73753" y="0"/>
                </a:moveTo>
                <a:lnTo>
                  <a:pt x="26248" y="0"/>
                </a:lnTo>
                <a:cubicBezTo>
                  <a:pt x="18651" y="0"/>
                  <a:pt x="12494" y="6156"/>
                  <a:pt x="12494" y="13753"/>
                </a:cubicBezTo>
                <a:lnTo>
                  <a:pt x="12494" y="93748"/>
                </a:lnTo>
                <a:cubicBezTo>
                  <a:pt x="12494" y="97204"/>
                  <a:pt x="15290" y="100000"/>
                  <a:pt x="18747" y="100000"/>
                </a:cubicBezTo>
                <a:lnTo>
                  <a:pt x="36246" y="100000"/>
                </a:lnTo>
                <a:cubicBezTo>
                  <a:pt x="39702" y="100000"/>
                  <a:pt x="42499" y="97204"/>
                  <a:pt x="42499" y="93748"/>
                </a:cubicBezTo>
                <a:lnTo>
                  <a:pt x="42499" y="82503"/>
                </a:lnTo>
                <a:cubicBezTo>
                  <a:pt x="42499" y="81124"/>
                  <a:pt x="43615" y="80007"/>
                  <a:pt x="44995" y="80007"/>
                </a:cubicBezTo>
                <a:lnTo>
                  <a:pt x="55005" y="80007"/>
                </a:lnTo>
                <a:cubicBezTo>
                  <a:pt x="56385" y="80007"/>
                  <a:pt x="57501" y="81124"/>
                  <a:pt x="57501" y="82503"/>
                </a:cubicBezTo>
                <a:lnTo>
                  <a:pt x="57501" y="93748"/>
                </a:lnTo>
                <a:cubicBezTo>
                  <a:pt x="57501" y="97204"/>
                  <a:pt x="60299" y="100000"/>
                  <a:pt x="63755" y="100000"/>
                </a:cubicBezTo>
                <a:lnTo>
                  <a:pt x="81254" y="100000"/>
                </a:lnTo>
                <a:cubicBezTo>
                  <a:pt x="84711" y="100000"/>
                  <a:pt x="87507" y="97204"/>
                  <a:pt x="87507" y="93748"/>
                </a:cubicBezTo>
                <a:lnTo>
                  <a:pt x="87507" y="13753"/>
                </a:lnTo>
                <a:cubicBezTo>
                  <a:pt x="87507" y="6156"/>
                  <a:pt x="81350" y="0"/>
                  <a:pt x="73753" y="0"/>
                </a:cubicBezTo>
                <a:close/>
                <a:moveTo>
                  <a:pt x="33750" y="67503"/>
                </a:moveTo>
                <a:lnTo>
                  <a:pt x="31241" y="67503"/>
                </a:lnTo>
                <a:cubicBezTo>
                  <a:pt x="29176" y="67503"/>
                  <a:pt x="27496" y="65823"/>
                  <a:pt x="27496" y="63747"/>
                </a:cubicBezTo>
                <a:cubicBezTo>
                  <a:pt x="27496" y="61683"/>
                  <a:pt x="29176" y="60003"/>
                  <a:pt x="31241" y="60003"/>
                </a:cubicBezTo>
                <a:lnTo>
                  <a:pt x="33750" y="60003"/>
                </a:lnTo>
                <a:cubicBezTo>
                  <a:pt x="35826" y="60003"/>
                  <a:pt x="37494" y="61683"/>
                  <a:pt x="37494" y="63747"/>
                </a:cubicBezTo>
                <a:cubicBezTo>
                  <a:pt x="37494" y="65823"/>
                  <a:pt x="35826" y="67503"/>
                  <a:pt x="33750" y="67503"/>
                </a:cubicBezTo>
                <a:close/>
                <a:moveTo>
                  <a:pt x="33750" y="52503"/>
                </a:moveTo>
                <a:lnTo>
                  <a:pt x="31241" y="52503"/>
                </a:lnTo>
                <a:cubicBezTo>
                  <a:pt x="29176" y="52503"/>
                  <a:pt x="27496" y="50822"/>
                  <a:pt x="27496" y="48746"/>
                </a:cubicBezTo>
                <a:cubicBezTo>
                  <a:pt x="27496" y="46682"/>
                  <a:pt x="29176" y="45002"/>
                  <a:pt x="31241" y="45002"/>
                </a:cubicBezTo>
                <a:lnTo>
                  <a:pt x="33750" y="45002"/>
                </a:lnTo>
                <a:cubicBezTo>
                  <a:pt x="35826" y="45002"/>
                  <a:pt x="37494" y="46682"/>
                  <a:pt x="37494" y="48746"/>
                </a:cubicBezTo>
                <a:cubicBezTo>
                  <a:pt x="37494" y="50822"/>
                  <a:pt x="35826" y="52503"/>
                  <a:pt x="33750" y="52503"/>
                </a:cubicBezTo>
                <a:close/>
                <a:moveTo>
                  <a:pt x="33750" y="37502"/>
                </a:moveTo>
                <a:lnTo>
                  <a:pt x="31241" y="37502"/>
                </a:lnTo>
                <a:cubicBezTo>
                  <a:pt x="29176" y="37502"/>
                  <a:pt x="27496" y="35821"/>
                  <a:pt x="27496" y="33745"/>
                </a:cubicBezTo>
                <a:cubicBezTo>
                  <a:pt x="27496" y="31681"/>
                  <a:pt x="29176" y="30001"/>
                  <a:pt x="31241" y="30001"/>
                </a:cubicBezTo>
                <a:lnTo>
                  <a:pt x="33750" y="30001"/>
                </a:lnTo>
                <a:cubicBezTo>
                  <a:pt x="35826" y="30001"/>
                  <a:pt x="37494" y="31681"/>
                  <a:pt x="37494" y="33745"/>
                </a:cubicBezTo>
                <a:cubicBezTo>
                  <a:pt x="37494" y="35821"/>
                  <a:pt x="35826" y="37502"/>
                  <a:pt x="33750" y="37502"/>
                </a:cubicBezTo>
                <a:close/>
                <a:moveTo>
                  <a:pt x="33750" y="22501"/>
                </a:moveTo>
                <a:lnTo>
                  <a:pt x="31241" y="22501"/>
                </a:lnTo>
                <a:cubicBezTo>
                  <a:pt x="29176" y="22501"/>
                  <a:pt x="27496" y="20821"/>
                  <a:pt x="27496" y="18745"/>
                </a:cubicBezTo>
                <a:cubicBezTo>
                  <a:pt x="27496" y="16680"/>
                  <a:pt x="29176" y="15001"/>
                  <a:pt x="31241" y="15001"/>
                </a:cubicBezTo>
                <a:lnTo>
                  <a:pt x="33750" y="15001"/>
                </a:lnTo>
                <a:cubicBezTo>
                  <a:pt x="35826" y="15001"/>
                  <a:pt x="37494" y="16680"/>
                  <a:pt x="37494" y="18745"/>
                </a:cubicBezTo>
                <a:cubicBezTo>
                  <a:pt x="37494" y="20821"/>
                  <a:pt x="35826" y="22501"/>
                  <a:pt x="33750" y="22501"/>
                </a:cubicBezTo>
                <a:close/>
                <a:moveTo>
                  <a:pt x="51248" y="67503"/>
                </a:moveTo>
                <a:lnTo>
                  <a:pt x="48752" y="67503"/>
                </a:lnTo>
                <a:cubicBezTo>
                  <a:pt x="46676" y="67503"/>
                  <a:pt x="44995" y="65823"/>
                  <a:pt x="44995" y="63747"/>
                </a:cubicBezTo>
                <a:cubicBezTo>
                  <a:pt x="44995" y="61683"/>
                  <a:pt x="46676" y="60003"/>
                  <a:pt x="48752" y="60003"/>
                </a:cubicBezTo>
                <a:lnTo>
                  <a:pt x="51248" y="60003"/>
                </a:lnTo>
                <a:cubicBezTo>
                  <a:pt x="53325" y="60003"/>
                  <a:pt x="55005" y="61683"/>
                  <a:pt x="55005" y="63747"/>
                </a:cubicBezTo>
                <a:cubicBezTo>
                  <a:pt x="55005" y="65823"/>
                  <a:pt x="53325" y="67503"/>
                  <a:pt x="51248" y="67503"/>
                </a:cubicBezTo>
                <a:close/>
                <a:moveTo>
                  <a:pt x="51248" y="52503"/>
                </a:moveTo>
                <a:lnTo>
                  <a:pt x="48752" y="52503"/>
                </a:lnTo>
                <a:cubicBezTo>
                  <a:pt x="46676" y="52503"/>
                  <a:pt x="44995" y="50822"/>
                  <a:pt x="44995" y="48746"/>
                </a:cubicBezTo>
                <a:cubicBezTo>
                  <a:pt x="44995" y="46682"/>
                  <a:pt x="46676" y="45002"/>
                  <a:pt x="48752" y="45002"/>
                </a:cubicBezTo>
                <a:lnTo>
                  <a:pt x="51248" y="45002"/>
                </a:lnTo>
                <a:cubicBezTo>
                  <a:pt x="53325" y="45002"/>
                  <a:pt x="55005" y="46682"/>
                  <a:pt x="55005" y="48746"/>
                </a:cubicBezTo>
                <a:cubicBezTo>
                  <a:pt x="55005" y="50822"/>
                  <a:pt x="53325" y="52503"/>
                  <a:pt x="51248" y="52503"/>
                </a:cubicBezTo>
                <a:close/>
                <a:moveTo>
                  <a:pt x="51248" y="37502"/>
                </a:moveTo>
                <a:lnTo>
                  <a:pt x="48752" y="37502"/>
                </a:lnTo>
                <a:cubicBezTo>
                  <a:pt x="46676" y="37502"/>
                  <a:pt x="44995" y="35821"/>
                  <a:pt x="44995" y="33745"/>
                </a:cubicBezTo>
                <a:cubicBezTo>
                  <a:pt x="44995" y="31681"/>
                  <a:pt x="46676" y="30001"/>
                  <a:pt x="48752" y="30001"/>
                </a:cubicBezTo>
                <a:lnTo>
                  <a:pt x="51248" y="30001"/>
                </a:lnTo>
                <a:cubicBezTo>
                  <a:pt x="53325" y="30001"/>
                  <a:pt x="55005" y="31681"/>
                  <a:pt x="55005" y="33745"/>
                </a:cubicBezTo>
                <a:cubicBezTo>
                  <a:pt x="55005" y="35821"/>
                  <a:pt x="53325" y="37502"/>
                  <a:pt x="51248" y="37502"/>
                </a:cubicBezTo>
                <a:close/>
                <a:moveTo>
                  <a:pt x="51248" y="22501"/>
                </a:moveTo>
                <a:lnTo>
                  <a:pt x="48752" y="22501"/>
                </a:lnTo>
                <a:cubicBezTo>
                  <a:pt x="46676" y="22501"/>
                  <a:pt x="44995" y="20821"/>
                  <a:pt x="44995" y="18745"/>
                </a:cubicBezTo>
                <a:cubicBezTo>
                  <a:pt x="44995" y="16680"/>
                  <a:pt x="46676" y="15001"/>
                  <a:pt x="48752" y="15001"/>
                </a:cubicBezTo>
                <a:lnTo>
                  <a:pt x="51248" y="15001"/>
                </a:lnTo>
                <a:cubicBezTo>
                  <a:pt x="53325" y="15001"/>
                  <a:pt x="55005" y="16680"/>
                  <a:pt x="55005" y="18745"/>
                </a:cubicBezTo>
                <a:cubicBezTo>
                  <a:pt x="55005" y="20821"/>
                  <a:pt x="53325" y="22501"/>
                  <a:pt x="51248" y="22501"/>
                </a:cubicBezTo>
                <a:close/>
                <a:moveTo>
                  <a:pt x="68748" y="67503"/>
                </a:moveTo>
                <a:lnTo>
                  <a:pt x="66251" y="67503"/>
                </a:lnTo>
                <a:cubicBezTo>
                  <a:pt x="64175" y="67503"/>
                  <a:pt x="62507" y="65823"/>
                  <a:pt x="62507" y="63747"/>
                </a:cubicBezTo>
                <a:cubicBezTo>
                  <a:pt x="62507" y="61683"/>
                  <a:pt x="64175" y="60003"/>
                  <a:pt x="66251" y="60003"/>
                </a:cubicBezTo>
                <a:lnTo>
                  <a:pt x="68748" y="60003"/>
                </a:lnTo>
                <a:cubicBezTo>
                  <a:pt x="70824" y="60003"/>
                  <a:pt x="72504" y="61683"/>
                  <a:pt x="72504" y="63747"/>
                </a:cubicBezTo>
                <a:cubicBezTo>
                  <a:pt x="72504" y="65823"/>
                  <a:pt x="70824" y="67503"/>
                  <a:pt x="68748" y="67503"/>
                </a:cubicBezTo>
                <a:close/>
                <a:moveTo>
                  <a:pt x="68748" y="52503"/>
                </a:moveTo>
                <a:lnTo>
                  <a:pt x="66251" y="52503"/>
                </a:lnTo>
                <a:cubicBezTo>
                  <a:pt x="64175" y="52503"/>
                  <a:pt x="62507" y="50822"/>
                  <a:pt x="62507" y="48746"/>
                </a:cubicBezTo>
                <a:cubicBezTo>
                  <a:pt x="62507" y="46682"/>
                  <a:pt x="64175" y="45002"/>
                  <a:pt x="66251" y="45002"/>
                </a:cubicBezTo>
                <a:lnTo>
                  <a:pt x="68748" y="45002"/>
                </a:lnTo>
                <a:cubicBezTo>
                  <a:pt x="70824" y="45002"/>
                  <a:pt x="72504" y="46682"/>
                  <a:pt x="72504" y="48746"/>
                </a:cubicBezTo>
                <a:cubicBezTo>
                  <a:pt x="72504" y="50822"/>
                  <a:pt x="70824" y="52503"/>
                  <a:pt x="68748" y="52503"/>
                </a:cubicBezTo>
                <a:close/>
                <a:moveTo>
                  <a:pt x="68748" y="37502"/>
                </a:moveTo>
                <a:lnTo>
                  <a:pt x="66251" y="37502"/>
                </a:lnTo>
                <a:cubicBezTo>
                  <a:pt x="64175" y="37502"/>
                  <a:pt x="62507" y="35821"/>
                  <a:pt x="62507" y="33745"/>
                </a:cubicBezTo>
                <a:cubicBezTo>
                  <a:pt x="62507" y="31681"/>
                  <a:pt x="64175" y="30001"/>
                  <a:pt x="66251" y="30001"/>
                </a:cubicBezTo>
                <a:lnTo>
                  <a:pt x="68748" y="30001"/>
                </a:lnTo>
                <a:cubicBezTo>
                  <a:pt x="70824" y="30001"/>
                  <a:pt x="72504" y="31681"/>
                  <a:pt x="72504" y="33745"/>
                </a:cubicBezTo>
                <a:cubicBezTo>
                  <a:pt x="72504" y="35821"/>
                  <a:pt x="70824" y="37502"/>
                  <a:pt x="68748" y="37502"/>
                </a:cubicBezTo>
                <a:close/>
                <a:moveTo>
                  <a:pt x="68748" y="22501"/>
                </a:moveTo>
                <a:lnTo>
                  <a:pt x="66251" y="22501"/>
                </a:lnTo>
                <a:cubicBezTo>
                  <a:pt x="64175" y="22501"/>
                  <a:pt x="62507" y="20821"/>
                  <a:pt x="62507" y="18745"/>
                </a:cubicBezTo>
                <a:cubicBezTo>
                  <a:pt x="62507" y="16680"/>
                  <a:pt x="64175" y="15001"/>
                  <a:pt x="66251" y="15001"/>
                </a:cubicBezTo>
                <a:lnTo>
                  <a:pt x="68748" y="15001"/>
                </a:lnTo>
                <a:cubicBezTo>
                  <a:pt x="70824" y="15001"/>
                  <a:pt x="72504" y="16680"/>
                  <a:pt x="72504" y="18745"/>
                </a:cubicBezTo>
                <a:cubicBezTo>
                  <a:pt x="72504" y="20821"/>
                  <a:pt x="70824" y="22501"/>
                  <a:pt x="68748" y="2250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7" name="Чёрный — SVG 4">
            <a:extLst>
              <a:ext uri="{FF2B5EF4-FFF2-40B4-BE49-F238E27FC236}">
                <a16:creationId xmlns:a16="http://schemas.microsoft.com/office/drawing/2014/main" id="{ED24054A-E357-1F42-A969-B9B3EC4A5FA0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134643 w 134689"/>
              <a:gd name="csY0" fmla="*/ 128672 h 134676"/>
              <a:gd name="csX1" fmla="*/ 104564 w 134689"/>
              <a:gd name="csY1" fmla="*/ 42528 h 134676"/>
              <a:gd name="csX2" fmla="*/ 91481 w 134689"/>
              <a:gd name="csY2" fmla="*/ 55779 h 134676"/>
              <a:gd name="csX3" fmla="*/ 67339 w 134689"/>
              <a:gd name="csY3" fmla="*/ 0 h 134676"/>
              <a:gd name="csX4" fmla="*/ 47178 w 134689"/>
              <a:gd name="csY4" fmla="*/ 39398 h 134676"/>
              <a:gd name="csX5" fmla="*/ 37225 w 134689"/>
              <a:gd name="csY5" fmla="*/ 24802 h 134676"/>
              <a:gd name="csX6" fmla="*/ 50 w 134689"/>
              <a:gd name="csY6" fmla="*/ 128604 h 134676"/>
              <a:gd name="csX7" fmla="*/ 220 w 134689"/>
              <a:gd name="csY7" fmla="*/ 130849 h 134676"/>
              <a:gd name="csX8" fmla="*/ 1292 w 134689"/>
              <a:gd name="csY8" fmla="*/ 132840 h 134676"/>
              <a:gd name="csX9" fmla="*/ 3113 w 134689"/>
              <a:gd name="csY9" fmla="*/ 134184 h 134676"/>
              <a:gd name="csX10" fmla="*/ 5324 w 134689"/>
              <a:gd name="csY10" fmla="*/ 134677 h 134676"/>
              <a:gd name="csX11" fmla="*/ 44302 w 134689"/>
              <a:gd name="csY11" fmla="*/ 134677 h 134676"/>
              <a:gd name="csX12" fmla="*/ 47671 w 134689"/>
              <a:gd name="csY12" fmla="*/ 133469 h 134676"/>
              <a:gd name="csX13" fmla="*/ 49526 w 134689"/>
              <a:gd name="csY13" fmla="*/ 130390 h 134676"/>
              <a:gd name="csX14" fmla="*/ 67339 w 134689"/>
              <a:gd name="csY14" fmla="*/ 99226 h 134676"/>
              <a:gd name="csX15" fmla="*/ 85169 w 134689"/>
              <a:gd name="csY15" fmla="*/ 130424 h 134676"/>
              <a:gd name="csX16" fmla="*/ 87023 w 134689"/>
              <a:gd name="csY16" fmla="*/ 133469 h 134676"/>
              <a:gd name="csX17" fmla="*/ 90391 w 134689"/>
              <a:gd name="csY17" fmla="*/ 134677 h 134676"/>
              <a:gd name="csX18" fmla="*/ 129369 w 134689"/>
              <a:gd name="csY18" fmla="*/ 134677 h 134676"/>
              <a:gd name="csX19" fmla="*/ 131564 w 134689"/>
              <a:gd name="csY19" fmla="*/ 134201 h 134676"/>
              <a:gd name="csX20" fmla="*/ 133367 w 134689"/>
              <a:gd name="csY20" fmla="*/ 132857 h 134676"/>
              <a:gd name="csX21" fmla="*/ 134456 w 134689"/>
              <a:gd name="csY21" fmla="*/ 130900 h 134676"/>
              <a:gd name="csX22" fmla="*/ 134643 w 134689"/>
              <a:gd name="csY22" fmla="*/ 128672 h 134676"/>
            </a:gdLst>
            <a:ahLst/>
            <a:cxnLst/>
            <a:rect l="l" t="t" r="r" b="b"/>
            <a:pathLst>
              <a:path w="100000" h="100000">
                <a:moveTo>
                  <a:pt x="99966" y="95537"/>
                </a:moveTo>
                <a:cubicBezTo>
                  <a:pt x="96164" y="66362"/>
                  <a:pt x="89217" y="31580"/>
                  <a:pt x="77634" y="31580"/>
                </a:cubicBezTo>
                <a:cubicBezTo>
                  <a:pt x="74097" y="31580"/>
                  <a:pt x="70851" y="34876"/>
                  <a:pt x="67920" y="41418"/>
                </a:cubicBezTo>
                <a:cubicBezTo>
                  <a:pt x="58547" y="5"/>
                  <a:pt x="52661" y="5"/>
                  <a:pt x="49996" y="5"/>
                </a:cubicBezTo>
                <a:cubicBezTo>
                  <a:pt x="47633" y="5"/>
                  <a:pt x="42707" y="5"/>
                  <a:pt x="35027" y="29256"/>
                </a:cubicBezTo>
                <a:cubicBezTo>
                  <a:pt x="32956" y="18419"/>
                  <a:pt x="29596" y="18419"/>
                  <a:pt x="27638" y="18419"/>
                </a:cubicBezTo>
                <a:cubicBezTo>
                  <a:pt x="13199" y="18419"/>
                  <a:pt x="4155" y="66704"/>
                  <a:pt x="37" y="95487"/>
                </a:cubicBezTo>
                <a:cubicBezTo>
                  <a:pt x="-39" y="96043"/>
                  <a:pt x="-1" y="96611"/>
                  <a:pt x="163" y="97154"/>
                </a:cubicBezTo>
                <a:cubicBezTo>
                  <a:pt x="316" y="97697"/>
                  <a:pt x="593" y="98202"/>
                  <a:pt x="959" y="98632"/>
                </a:cubicBezTo>
                <a:cubicBezTo>
                  <a:pt x="1339" y="99061"/>
                  <a:pt x="1793" y="99402"/>
                  <a:pt x="2311" y="99630"/>
                </a:cubicBezTo>
                <a:cubicBezTo>
                  <a:pt x="2816" y="99870"/>
                  <a:pt x="3385" y="99996"/>
                  <a:pt x="3953" y="99996"/>
                </a:cubicBezTo>
                <a:lnTo>
                  <a:pt x="32892" y="99996"/>
                </a:lnTo>
                <a:cubicBezTo>
                  <a:pt x="33802" y="99996"/>
                  <a:pt x="34686" y="99680"/>
                  <a:pt x="35393" y="99099"/>
                </a:cubicBezTo>
                <a:cubicBezTo>
                  <a:pt x="36101" y="98518"/>
                  <a:pt x="36581" y="97710"/>
                  <a:pt x="36771" y="96813"/>
                </a:cubicBezTo>
                <a:cubicBezTo>
                  <a:pt x="38628" y="87492"/>
                  <a:pt x="44134" y="73675"/>
                  <a:pt x="49996" y="73675"/>
                </a:cubicBezTo>
                <a:cubicBezTo>
                  <a:pt x="55869" y="73675"/>
                  <a:pt x="61352" y="87492"/>
                  <a:pt x="63234" y="96838"/>
                </a:cubicBezTo>
                <a:cubicBezTo>
                  <a:pt x="63411" y="97723"/>
                  <a:pt x="63903" y="98531"/>
                  <a:pt x="64610" y="99099"/>
                </a:cubicBezTo>
                <a:cubicBezTo>
                  <a:pt x="65318" y="99680"/>
                  <a:pt x="66189" y="99996"/>
                  <a:pt x="67111" y="99996"/>
                </a:cubicBezTo>
                <a:lnTo>
                  <a:pt x="96050" y="99996"/>
                </a:lnTo>
                <a:cubicBezTo>
                  <a:pt x="96619" y="99996"/>
                  <a:pt x="97174" y="99870"/>
                  <a:pt x="97680" y="99643"/>
                </a:cubicBezTo>
                <a:cubicBezTo>
                  <a:pt x="98198" y="99402"/>
                  <a:pt x="98652" y="99074"/>
                  <a:pt x="99018" y="98645"/>
                </a:cubicBezTo>
                <a:cubicBezTo>
                  <a:pt x="99385" y="98227"/>
                  <a:pt x="99663" y="97735"/>
                  <a:pt x="99827" y="97192"/>
                </a:cubicBezTo>
                <a:cubicBezTo>
                  <a:pt x="99991" y="96662"/>
                  <a:pt x="100042" y="96093"/>
                  <a:pt x="99966" y="9553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8" name="Чёрный — SVG 5">
            <a:extLst>
              <a:ext uri="{FF2B5EF4-FFF2-40B4-BE49-F238E27FC236}">
                <a16:creationId xmlns:a16="http://schemas.microsoft.com/office/drawing/2014/main" id="{FE0B1236-2CDD-2247-A624-EF0631D6FEDB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53756 w 148867"/>
              <a:gd name="csY0" fmla="*/ 10 h 141746"/>
              <a:gd name="csX1" fmla="*/ 42396 w 148867"/>
              <a:gd name="csY1" fmla="*/ 3650 h 141746"/>
              <a:gd name="csX2" fmla="*/ 35444 w 148867"/>
              <a:gd name="csY2" fmla="*/ 17701 h 141746"/>
              <a:gd name="csX3" fmla="*/ 35444 w 148867"/>
              <a:gd name="csY3" fmla="*/ 77955 h 141746"/>
              <a:gd name="csX4" fmla="*/ 47850 w 148867"/>
              <a:gd name="csY4" fmla="*/ 77955 h 141746"/>
              <a:gd name="csX5" fmla="*/ 74434 w 148867"/>
              <a:gd name="csY5" fmla="*/ 104543 h 141746"/>
              <a:gd name="csX6" fmla="*/ 74434 w 148867"/>
              <a:gd name="csY6" fmla="*/ 136439 h 141746"/>
              <a:gd name="csX7" fmla="*/ 73188 w 148867"/>
              <a:gd name="csY7" fmla="*/ 141746 h 141746"/>
              <a:gd name="csX8" fmla="*/ 111650 w 148867"/>
              <a:gd name="csY8" fmla="*/ 141746 h 141746"/>
              <a:gd name="csX9" fmla="*/ 116967 w 148867"/>
              <a:gd name="csY9" fmla="*/ 136439 h 141746"/>
              <a:gd name="csX10" fmla="*/ 116967 w 148867"/>
              <a:gd name="csY10" fmla="*/ 30119 h 141746"/>
              <a:gd name="csX11" fmla="*/ 103855 w 148867"/>
              <a:gd name="csY11" fmla="*/ 13006 h 141746"/>
              <a:gd name="csX12" fmla="*/ 57778 w 148867"/>
              <a:gd name="csY12" fmla="*/ 605 h 141746"/>
              <a:gd name="csX13" fmla="*/ 53756 w 148867"/>
              <a:gd name="csY13" fmla="*/ 10 h 141746"/>
              <a:gd name="csX14" fmla="*/ 60256 w 148867"/>
              <a:gd name="csY14" fmla="*/ 31872 h 141746"/>
              <a:gd name="csX15" fmla="*/ 67344 w 148867"/>
              <a:gd name="csY15" fmla="*/ 31872 h 141746"/>
              <a:gd name="csX16" fmla="*/ 70890 w 148867"/>
              <a:gd name="csY16" fmla="*/ 35427 h 141746"/>
              <a:gd name="csX17" fmla="*/ 70890 w 148867"/>
              <a:gd name="csY17" fmla="*/ 42504 h 141746"/>
              <a:gd name="csX18" fmla="*/ 67344 w 148867"/>
              <a:gd name="csY18" fmla="*/ 46059 h 141746"/>
              <a:gd name="csX19" fmla="*/ 60256 w 148867"/>
              <a:gd name="csY19" fmla="*/ 46059 h 141746"/>
              <a:gd name="csX20" fmla="*/ 56711 w 148867"/>
              <a:gd name="csY20" fmla="*/ 42504 h 141746"/>
              <a:gd name="csX21" fmla="*/ 56711 w 148867"/>
              <a:gd name="csY21" fmla="*/ 35427 h 141746"/>
              <a:gd name="csX22" fmla="*/ 60256 w 148867"/>
              <a:gd name="csY22" fmla="*/ 31872 h 141746"/>
              <a:gd name="csX23" fmla="*/ 85067 w 148867"/>
              <a:gd name="csY23" fmla="*/ 31872 h 141746"/>
              <a:gd name="csX24" fmla="*/ 92157 w 148867"/>
              <a:gd name="csY24" fmla="*/ 31872 h 141746"/>
              <a:gd name="csX25" fmla="*/ 95700 w 148867"/>
              <a:gd name="csY25" fmla="*/ 35427 h 141746"/>
              <a:gd name="csX26" fmla="*/ 95700 w 148867"/>
              <a:gd name="csY26" fmla="*/ 42504 h 141746"/>
              <a:gd name="csX27" fmla="*/ 92157 w 148867"/>
              <a:gd name="csY27" fmla="*/ 46059 h 141746"/>
              <a:gd name="csX28" fmla="*/ 85067 w 148867"/>
              <a:gd name="csY28" fmla="*/ 46059 h 141746"/>
              <a:gd name="csX29" fmla="*/ 81523 w 148867"/>
              <a:gd name="csY29" fmla="*/ 42504 h 141746"/>
              <a:gd name="csX30" fmla="*/ 81523 w 148867"/>
              <a:gd name="csY30" fmla="*/ 35427 h 141746"/>
              <a:gd name="csX31" fmla="*/ 85067 w 148867"/>
              <a:gd name="csY31" fmla="*/ 31872 h 141746"/>
              <a:gd name="csX32" fmla="*/ 60256 w 148867"/>
              <a:gd name="csY32" fmla="*/ 56691 h 141746"/>
              <a:gd name="csX33" fmla="*/ 67344 w 148867"/>
              <a:gd name="csY33" fmla="*/ 56691 h 141746"/>
              <a:gd name="csX34" fmla="*/ 70890 w 148867"/>
              <a:gd name="csY34" fmla="*/ 60229 h 141746"/>
              <a:gd name="csX35" fmla="*/ 70890 w 148867"/>
              <a:gd name="csY35" fmla="*/ 67323 h 141746"/>
              <a:gd name="csX36" fmla="*/ 67344 w 148867"/>
              <a:gd name="csY36" fmla="*/ 70861 h 141746"/>
              <a:gd name="csX37" fmla="*/ 60256 w 148867"/>
              <a:gd name="csY37" fmla="*/ 70861 h 141746"/>
              <a:gd name="csX38" fmla="*/ 56711 w 148867"/>
              <a:gd name="csY38" fmla="*/ 67323 h 141746"/>
              <a:gd name="csX39" fmla="*/ 56711 w 148867"/>
              <a:gd name="csY39" fmla="*/ 60229 h 141746"/>
              <a:gd name="csX40" fmla="*/ 60256 w 148867"/>
              <a:gd name="csY40" fmla="*/ 56691 h 141746"/>
              <a:gd name="csX41" fmla="*/ 85067 w 148867"/>
              <a:gd name="csY41" fmla="*/ 56691 h 141746"/>
              <a:gd name="csX42" fmla="*/ 92157 w 148867"/>
              <a:gd name="csY42" fmla="*/ 56691 h 141746"/>
              <a:gd name="csX43" fmla="*/ 95700 w 148867"/>
              <a:gd name="csY43" fmla="*/ 60229 h 141746"/>
              <a:gd name="csX44" fmla="*/ 95700 w 148867"/>
              <a:gd name="csY44" fmla="*/ 67323 h 141746"/>
              <a:gd name="csX45" fmla="*/ 92157 w 148867"/>
              <a:gd name="csY45" fmla="*/ 70861 h 141746"/>
              <a:gd name="csX46" fmla="*/ 85067 w 148867"/>
              <a:gd name="csY46" fmla="*/ 70861 h 141746"/>
              <a:gd name="csX47" fmla="*/ 81523 w 148867"/>
              <a:gd name="csY47" fmla="*/ 67323 h 141746"/>
              <a:gd name="csX48" fmla="*/ 81523 w 148867"/>
              <a:gd name="csY48" fmla="*/ 60229 h 141746"/>
              <a:gd name="csX49" fmla="*/ 85067 w 148867"/>
              <a:gd name="csY49" fmla="*/ 56691 h 141746"/>
              <a:gd name="csX50" fmla="*/ 124057 w 148867"/>
              <a:gd name="csY50" fmla="*/ 56691 h 141746"/>
              <a:gd name="csX51" fmla="*/ 124057 w 148867"/>
              <a:gd name="csY51" fmla="*/ 81493 h 141746"/>
              <a:gd name="csX52" fmla="*/ 131144 w 148867"/>
              <a:gd name="csY52" fmla="*/ 81493 h 141746"/>
              <a:gd name="csX53" fmla="*/ 134690 w 148867"/>
              <a:gd name="csY53" fmla="*/ 85048 h 141746"/>
              <a:gd name="csX54" fmla="*/ 134690 w 148867"/>
              <a:gd name="csY54" fmla="*/ 92125 h 141746"/>
              <a:gd name="csX55" fmla="*/ 131144 w 148867"/>
              <a:gd name="csY55" fmla="*/ 95680 h 141746"/>
              <a:gd name="csX56" fmla="*/ 124057 w 148867"/>
              <a:gd name="csY56" fmla="*/ 95680 h 141746"/>
              <a:gd name="csX57" fmla="*/ 124057 w 148867"/>
              <a:gd name="csY57" fmla="*/ 106312 h 141746"/>
              <a:gd name="csX58" fmla="*/ 131144 w 148867"/>
              <a:gd name="csY58" fmla="*/ 106312 h 141746"/>
              <a:gd name="csX59" fmla="*/ 134690 w 148867"/>
              <a:gd name="csY59" fmla="*/ 109850 h 141746"/>
              <a:gd name="csX60" fmla="*/ 134690 w 148867"/>
              <a:gd name="csY60" fmla="*/ 116944 h 141746"/>
              <a:gd name="csX61" fmla="*/ 131144 w 148867"/>
              <a:gd name="csY61" fmla="*/ 120482 h 141746"/>
              <a:gd name="csX62" fmla="*/ 124057 w 148867"/>
              <a:gd name="csY62" fmla="*/ 120482 h 141746"/>
              <a:gd name="csX63" fmla="*/ 124057 w 148867"/>
              <a:gd name="csY63" fmla="*/ 141746 h 141746"/>
              <a:gd name="csX64" fmla="*/ 143551 w 148867"/>
              <a:gd name="csY64" fmla="*/ 141746 h 141746"/>
              <a:gd name="csX65" fmla="*/ 148867 w 148867"/>
              <a:gd name="csY65" fmla="*/ 136439 h 141746"/>
              <a:gd name="csX66" fmla="*/ 148867 w 148867"/>
              <a:gd name="csY66" fmla="*/ 76186 h 141746"/>
              <a:gd name="csX67" fmla="*/ 129373 w 148867"/>
              <a:gd name="csY67" fmla="*/ 56691 h 141746"/>
              <a:gd name="csX68" fmla="*/ 124057 w 148867"/>
              <a:gd name="csY68" fmla="*/ 56691 h 141746"/>
              <a:gd name="csX69" fmla="*/ 85067 w 148867"/>
              <a:gd name="csY69" fmla="*/ 81493 h 141746"/>
              <a:gd name="csX70" fmla="*/ 92157 w 148867"/>
              <a:gd name="csY70" fmla="*/ 81493 h 141746"/>
              <a:gd name="csX71" fmla="*/ 95700 w 148867"/>
              <a:gd name="csY71" fmla="*/ 85031 h 141746"/>
              <a:gd name="csX72" fmla="*/ 95700 w 148867"/>
              <a:gd name="csY72" fmla="*/ 92125 h 141746"/>
              <a:gd name="csX73" fmla="*/ 92157 w 148867"/>
              <a:gd name="csY73" fmla="*/ 95663 h 141746"/>
              <a:gd name="csX74" fmla="*/ 85067 w 148867"/>
              <a:gd name="csY74" fmla="*/ 95663 h 141746"/>
              <a:gd name="csX75" fmla="*/ 81523 w 148867"/>
              <a:gd name="csY75" fmla="*/ 92125 h 141746"/>
              <a:gd name="csX76" fmla="*/ 81523 w 148867"/>
              <a:gd name="csY76" fmla="*/ 85031 h 141746"/>
              <a:gd name="csX77" fmla="*/ 85067 w 148867"/>
              <a:gd name="csY77" fmla="*/ 81493 h 141746"/>
              <a:gd name="csX78" fmla="*/ 19494 w 148867"/>
              <a:gd name="csY78" fmla="*/ 85048 h 141746"/>
              <a:gd name="csX79" fmla="*/ 0 w 148867"/>
              <a:gd name="csY79" fmla="*/ 104543 h 141746"/>
              <a:gd name="csX80" fmla="*/ 0 w 148867"/>
              <a:gd name="csY80" fmla="*/ 136439 h 141746"/>
              <a:gd name="csX81" fmla="*/ 5317 w 148867"/>
              <a:gd name="csY81" fmla="*/ 141746 h 141746"/>
              <a:gd name="csX82" fmla="*/ 62027 w 148867"/>
              <a:gd name="csY82" fmla="*/ 141746 h 141746"/>
              <a:gd name="csX83" fmla="*/ 67344 w 148867"/>
              <a:gd name="csY83" fmla="*/ 136439 h 141746"/>
              <a:gd name="csX84" fmla="*/ 67344 w 148867"/>
              <a:gd name="csY84" fmla="*/ 104543 h 141746"/>
              <a:gd name="csX85" fmla="*/ 47850 w 148867"/>
              <a:gd name="csY85" fmla="*/ 85048 h 141746"/>
              <a:gd name="csX86" fmla="*/ 19494 w 148867"/>
              <a:gd name="csY86" fmla="*/ 85048 h 141746"/>
              <a:gd name="csX87" fmla="*/ 85067 w 148867"/>
              <a:gd name="csY87" fmla="*/ 106295 h 141746"/>
              <a:gd name="csX88" fmla="*/ 92157 w 148867"/>
              <a:gd name="csY88" fmla="*/ 106295 h 141746"/>
              <a:gd name="csX89" fmla="*/ 94918 w 148867"/>
              <a:gd name="csY89" fmla="*/ 107724 h 141746"/>
              <a:gd name="csX90" fmla="*/ 94994 w 148867"/>
              <a:gd name="csY90" fmla="*/ 107724 h 141746"/>
              <a:gd name="csX91" fmla="*/ 94994 w 148867"/>
              <a:gd name="csY91" fmla="*/ 107826 h 141746"/>
              <a:gd name="csX92" fmla="*/ 95700 w 148867"/>
              <a:gd name="csY92" fmla="*/ 109850 h 141746"/>
              <a:gd name="csX93" fmla="*/ 95700 w 148867"/>
              <a:gd name="csY93" fmla="*/ 116927 h 141746"/>
              <a:gd name="csX94" fmla="*/ 94994 w 148867"/>
              <a:gd name="csY94" fmla="*/ 118952 h 141746"/>
              <a:gd name="csX95" fmla="*/ 94994 w 148867"/>
              <a:gd name="csY95" fmla="*/ 119071 h 141746"/>
              <a:gd name="csX96" fmla="*/ 94918 w 148867"/>
              <a:gd name="csY96" fmla="*/ 119071 h 141746"/>
              <a:gd name="csX97" fmla="*/ 92157 w 148867"/>
              <a:gd name="csY97" fmla="*/ 120482 h 141746"/>
              <a:gd name="csX98" fmla="*/ 85067 w 148867"/>
              <a:gd name="csY98" fmla="*/ 120482 h 141746"/>
              <a:gd name="csX99" fmla="*/ 81523 w 148867"/>
              <a:gd name="csY99" fmla="*/ 116927 h 141746"/>
              <a:gd name="csX100" fmla="*/ 81523 w 148867"/>
              <a:gd name="csY100" fmla="*/ 109850 h 141746"/>
              <a:gd name="csX101" fmla="*/ 85067 w 148867"/>
              <a:gd name="csY101" fmla="*/ 106295 h 141746"/>
              <a:gd name="csX102" fmla="*/ 17723 w 148867"/>
              <a:gd name="csY102" fmla="*/ 106312 h 141746"/>
              <a:gd name="csX103" fmla="*/ 24811 w 148867"/>
              <a:gd name="csY103" fmla="*/ 106312 h 141746"/>
              <a:gd name="csX104" fmla="*/ 28356 w 148867"/>
              <a:gd name="csY104" fmla="*/ 109850 h 141746"/>
              <a:gd name="csX105" fmla="*/ 28356 w 148867"/>
              <a:gd name="csY105" fmla="*/ 116944 h 141746"/>
              <a:gd name="csX106" fmla="*/ 24811 w 148867"/>
              <a:gd name="csY106" fmla="*/ 120482 h 141746"/>
              <a:gd name="csX107" fmla="*/ 17723 w 148867"/>
              <a:gd name="csY107" fmla="*/ 120482 h 141746"/>
              <a:gd name="csX108" fmla="*/ 14177 w 148867"/>
              <a:gd name="csY108" fmla="*/ 116944 h 141746"/>
              <a:gd name="csX109" fmla="*/ 14177 w 148867"/>
              <a:gd name="csY109" fmla="*/ 109850 h 141746"/>
              <a:gd name="csX110" fmla="*/ 17723 w 148867"/>
              <a:gd name="csY110" fmla="*/ 106312 h 141746"/>
              <a:gd name="csX111" fmla="*/ 42534 w 148867"/>
              <a:gd name="csY111" fmla="*/ 106312 h 141746"/>
              <a:gd name="csX112" fmla="*/ 49623 w 148867"/>
              <a:gd name="csY112" fmla="*/ 106312 h 141746"/>
              <a:gd name="csX113" fmla="*/ 53167 w 148867"/>
              <a:gd name="csY113" fmla="*/ 109850 h 141746"/>
              <a:gd name="csX114" fmla="*/ 53167 w 148867"/>
              <a:gd name="csY114" fmla="*/ 116944 h 141746"/>
              <a:gd name="csX115" fmla="*/ 49623 w 148867"/>
              <a:gd name="csY115" fmla="*/ 120482 h 141746"/>
              <a:gd name="csX116" fmla="*/ 42534 w 148867"/>
              <a:gd name="csY116" fmla="*/ 120482 h 141746"/>
              <a:gd name="csX117" fmla="*/ 38990 w 148867"/>
              <a:gd name="csY117" fmla="*/ 116944 h 141746"/>
              <a:gd name="csX118" fmla="*/ 38990 w 148867"/>
              <a:gd name="csY118" fmla="*/ 109850 h 141746"/>
              <a:gd name="csX119" fmla="*/ 42534 w 148867"/>
              <a:gd name="csY119" fmla="*/ 106312 h 141746"/>
            </a:gdLst>
            <a:ahLst/>
            <a:cxnLst/>
            <a:rect l="l" t="t" r="r" b="b"/>
            <a:pathLst>
              <a:path w="100000" h="100000">
                <a:moveTo>
                  <a:pt x="36110" y="2398"/>
                </a:moveTo>
                <a:cubicBezTo>
                  <a:pt x="33388" y="2307"/>
                  <a:pt x="30666" y="3164"/>
                  <a:pt x="28479" y="4844"/>
                </a:cubicBezTo>
                <a:cubicBezTo>
                  <a:pt x="25554" y="7072"/>
                  <a:pt x="23809" y="10603"/>
                  <a:pt x="23809" y="14282"/>
                </a:cubicBezTo>
                <a:lnTo>
                  <a:pt x="23809" y="54757"/>
                </a:lnTo>
                <a:lnTo>
                  <a:pt x="32143" y="54757"/>
                </a:lnTo>
                <a:cubicBezTo>
                  <a:pt x="41988" y="54757"/>
                  <a:pt x="50000" y="62767"/>
                  <a:pt x="50000" y="72618"/>
                </a:cubicBezTo>
                <a:lnTo>
                  <a:pt x="50000" y="94043"/>
                </a:lnTo>
                <a:cubicBezTo>
                  <a:pt x="50000" y="95323"/>
                  <a:pt x="49683" y="96523"/>
                  <a:pt x="49163" y="97608"/>
                </a:cubicBezTo>
                <a:lnTo>
                  <a:pt x="75000" y="97608"/>
                </a:lnTo>
                <a:cubicBezTo>
                  <a:pt x="76971" y="97608"/>
                  <a:pt x="78571" y="96009"/>
                  <a:pt x="78571" y="94043"/>
                </a:cubicBezTo>
                <a:lnTo>
                  <a:pt x="78571" y="22624"/>
                </a:lnTo>
                <a:cubicBezTo>
                  <a:pt x="78571" y="17253"/>
                  <a:pt x="74952" y="12523"/>
                  <a:pt x="69764" y="11128"/>
                </a:cubicBezTo>
                <a:lnTo>
                  <a:pt x="38812" y="2798"/>
                </a:lnTo>
                <a:cubicBezTo>
                  <a:pt x="37924" y="2547"/>
                  <a:pt x="37017" y="2421"/>
                  <a:pt x="36110" y="2398"/>
                </a:cubicBezTo>
                <a:close/>
                <a:moveTo>
                  <a:pt x="40476" y="23801"/>
                </a:moveTo>
                <a:lnTo>
                  <a:pt x="45238" y="23801"/>
                </a:lnTo>
                <a:cubicBezTo>
                  <a:pt x="46552" y="23801"/>
                  <a:pt x="47620" y="24876"/>
                  <a:pt x="47620" y="26189"/>
                </a:cubicBezTo>
                <a:lnTo>
                  <a:pt x="47620" y="30943"/>
                </a:lnTo>
                <a:cubicBezTo>
                  <a:pt x="47620" y="32257"/>
                  <a:pt x="46552" y="33331"/>
                  <a:pt x="45238" y="33331"/>
                </a:cubicBezTo>
                <a:lnTo>
                  <a:pt x="40476" y="33331"/>
                </a:lnTo>
                <a:cubicBezTo>
                  <a:pt x="39162" y="33331"/>
                  <a:pt x="38095" y="32257"/>
                  <a:pt x="38095" y="30943"/>
                </a:cubicBezTo>
                <a:lnTo>
                  <a:pt x="38095" y="26189"/>
                </a:lnTo>
                <a:cubicBezTo>
                  <a:pt x="38095" y="24876"/>
                  <a:pt x="39162" y="23801"/>
                  <a:pt x="40476" y="23801"/>
                </a:cubicBezTo>
                <a:close/>
                <a:moveTo>
                  <a:pt x="57143" y="23801"/>
                </a:moveTo>
                <a:lnTo>
                  <a:pt x="61906" y="23801"/>
                </a:lnTo>
                <a:cubicBezTo>
                  <a:pt x="63220" y="23801"/>
                  <a:pt x="64286" y="24876"/>
                  <a:pt x="64286" y="26189"/>
                </a:cubicBezTo>
                <a:lnTo>
                  <a:pt x="64286" y="30943"/>
                </a:lnTo>
                <a:cubicBezTo>
                  <a:pt x="64286" y="32257"/>
                  <a:pt x="63220" y="33331"/>
                  <a:pt x="61906" y="33331"/>
                </a:cubicBezTo>
                <a:lnTo>
                  <a:pt x="57143" y="33331"/>
                </a:lnTo>
                <a:cubicBezTo>
                  <a:pt x="55829" y="33331"/>
                  <a:pt x="54762" y="32257"/>
                  <a:pt x="54762" y="30943"/>
                </a:cubicBezTo>
                <a:lnTo>
                  <a:pt x="54762" y="26189"/>
                </a:lnTo>
                <a:cubicBezTo>
                  <a:pt x="54762" y="24876"/>
                  <a:pt x="55829" y="23801"/>
                  <a:pt x="57143" y="23801"/>
                </a:cubicBezTo>
                <a:close/>
                <a:moveTo>
                  <a:pt x="40476" y="40473"/>
                </a:moveTo>
                <a:lnTo>
                  <a:pt x="45238" y="40473"/>
                </a:lnTo>
                <a:cubicBezTo>
                  <a:pt x="46552" y="40473"/>
                  <a:pt x="47620" y="41536"/>
                  <a:pt x="47620" y="42850"/>
                </a:cubicBezTo>
                <a:lnTo>
                  <a:pt x="47620" y="47615"/>
                </a:lnTo>
                <a:cubicBezTo>
                  <a:pt x="47620" y="48929"/>
                  <a:pt x="46552" y="49992"/>
                  <a:pt x="45238" y="49992"/>
                </a:cubicBezTo>
                <a:lnTo>
                  <a:pt x="40476" y="49992"/>
                </a:lnTo>
                <a:cubicBezTo>
                  <a:pt x="39162" y="49992"/>
                  <a:pt x="38095" y="48929"/>
                  <a:pt x="38095" y="47615"/>
                </a:cubicBezTo>
                <a:lnTo>
                  <a:pt x="38095" y="42850"/>
                </a:lnTo>
                <a:cubicBezTo>
                  <a:pt x="38095" y="41536"/>
                  <a:pt x="39162" y="40473"/>
                  <a:pt x="40476" y="40473"/>
                </a:cubicBezTo>
                <a:close/>
                <a:moveTo>
                  <a:pt x="57143" y="40473"/>
                </a:moveTo>
                <a:lnTo>
                  <a:pt x="61906" y="40473"/>
                </a:lnTo>
                <a:cubicBezTo>
                  <a:pt x="63220" y="40473"/>
                  <a:pt x="64286" y="41536"/>
                  <a:pt x="64286" y="42850"/>
                </a:cubicBezTo>
                <a:lnTo>
                  <a:pt x="64286" y="47615"/>
                </a:lnTo>
                <a:cubicBezTo>
                  <a:pt x="64286" y="48929"/>
                  <a:pt x="63220" y="49992"/>
                  <a:pt x="61906" y="49992"/>
                </a:cubicBezTo>
                <a:lnTo>
                  <a:pt x="57143" y="49992"/>
                </a:lnTo>
                <a:cubicBezTo>
                  <a:pt x="55829" y="49992"/>
                  <a:pt x="54762" y="48929"/>
                  <a:pt x="54762" y="47615"/>
                </a:cubicBezTo>
                <a:lnTo>
                  <a:pt x="54762" y="42850"/>
                </a:lnTo>
                <a:cubicBezTo>
                  <a:pt x="54762" y="41536"/>
                  <a:pt x="55829" y="40473"/>
                  <a:pt x="57143" y="40473"/>
                </a:cubicBezTo>
                <a:close/>
                <a:moveTo>
                  <a:pt x="83334" y="40473"/>
                </a:moveTo>
                <a:lnTo>
                  <a:pt x="83334" y="57134"/>
                </a:lnTo>
                <a:lnTo>
                  <a:pt x="88095" y="57134"/>
                </a:lnTo>
                <a:cubicBezTo>
                  <a:pt x="89409" y="57134"/>
                  <a:pt x="90477" y="58208"/>
                  <a:pt x="90477" y="59522"/>
                </a:cubicBezTo>
                <a:lnTo>
                  <a:pt x="90477" y="64276"/>
                </a:lnTo>
                <a:cubicBezTo>
                  <a:pt x="90477" y="65590"/>
                  <a:pt x="89409" y="66664"/>
                  <a:pt x="88095" y="66664"/>
                </a:cubicBezTo>
                <a:lnTo>
                  <a:pt x="83334" y="66664"/>
                </a:lnTo>
                <a:lnTo>
                  <a:pt x="83334" y="73806"/>
                </a:lnTo>
                <a:lnTo>
                  <a:pt x="88095" y="73806"/>
                </a:lnTo>
                <a:cubicBezTo>
                  <a:pt x="89409" y="73806"/>
                  <a:pt x="90477" y="74869"/>
                  <a:pt x="90477" y="76182"/>
                </a:cubicBezTo>
                <a:lnTo>
                  <a:pt x="90477" y="80948"/>
                </a:lnTo>
                <a:cubicBezTo>
                  <a:pt x="90477" y="82262"/>
                  <a:pt x="89409" y="83324"/>
                  <a:pt x="88095" y="83324"/>
                </a:cubicBezTo>
                <a:lnTo>
                  <a:pt x="83334" y="83324"/>
                </a:lnTo>
                <a:lnTo>
                  <a:pt x="83334" y="97608"/>
                </a:lnTo>
                <a:lnTo>
                  <a:pt x="96429" y="97608"/>
                </a:lnTo>
                <a:cubicBezTo>
                  <a:pt x="98400" y="97608"/>
                  <a:pt x="100000" y="96009"/>
                  <a:pt x="100000" y="94043"/>
                </a:cubicBezTo>
                <a:lnTo>
                  <a:pt x="100000" y="53569"/>
                </a:lnTo>
                <a:cubicBezTo>
                  <a:pt x="100000" y="46370"/>
                  <a:pt x="94107" y="40473"/>
                  <a:pt x="86905" y="40473"/>
                </a:cubicBezTo>
                <a:lnTo>
                  <a:pt x="83334" y="40473"/>
                </a:lnTo>
                <a:close/>
                <a:moveTo>
                  <a:pt x="57143" y="57134"/>
                </a:moveTo>
                <a:lnTo>
                  <a:pt x="61906" y="57134"/>
                </a:lnTo>
                <a:cubicBezTo>
                  <a:pt x="63220" y="57134"/>
                  <a:pt x="64286" y="58197"/>
                  <a:pt x="64286" y="59511"/>
                </a:cubicBezTo>
                <a:lnTo>
                  <a:pt x="64286" y="64276"/>
                </a:lnTo>
                <a:cubicBezTo>
                  <a:pt x="64286" y="65590"/>
                  <a:pt x="63220" y="66652"/>
                  <a:pt x="61906" y="66652"/>
                </a:cubicBezTo>
                <a:lnTo>
                  <a:pt x="57143" y="66652"/>
                </a:lnTo>
                <a:cubicBezTo>
                  <a:pt x="55829" y="66652"/>
                  <a:pt x="54762" y="65590"/>
                  <a:pt x="54762" y="64276"/>
                </a:cubicBezTo>
                <a:lnTo>
                  <a:pt x="54762" y="59511"/>
                </a:lnTo>
                <a:cubicBezTo>
                  <a:pt x="54762" y="58197"/>
                  <a:pt x="55829" y="57134"/>
                  <a:pt x="57143" y="57134"/>
                </a:cubicBezTo>
                <a:close/>
                <a:moveTo>
                  <a:pt x="13095" y="59522"/>
                </a:moveTo>
                <a:cubicBezTo>
                  <a:pt x="5893" y="59522"/>
                  <a:pt x="0" y="65407"/>
                  <a:pt x="0" y="72618"/>
                </a:cubicBezTo>
                <a:lnTo>
                  <a:pt x="0" y="94043"/>
                </a:lnTo>
                <a:cubicBezTo>
                  <a:pt x="0" y="96009"/>
                  <a:pt x="1600" y="97608"/>
                  <a:pt x="3572" y="97608"/>
                </a:cubicBezTo>
                <a:lnTo>
                  <a:pt x="41666" y="97608"/>
                </a:lnTo>
                <a:cubicBezTo>
                  <a:pt x="43638" y="97608"/>
                  <a:pt x="45238" y="96009"/>
                  <a:pt x="45238" y="94043"/>
                </a:cubicBezTo>
                <a:lnTo>
                  <a:pt x="45238" y="72618"/>
                </a:lnTo>
                <a:cubicBezTo>
                  <a:pt x="45238" y="65407"/>
                  <a:pt x="39345" y="59522"/>
                  <a:pt x="32143" y="59522"/>
                </a:cubicBezTo>
                <a:lnTo>
                  <a:pt x="13095" y="59522"/>
                </a:lnTo>
                <a:close/>
                <a:moveTo>
                  <a:pt x="57143" y="73794"/>
                </a:moveTo>
                <a:lnTo>
                  <a:pt x="61906" y="73794"/>
                </a:lnTo>
                <a:cubicBezTo>
                  <a:pt x="62675" y="73794"/>
                  <a:pt x="63325" y="74183"/>
                  <a:pt x="63760" y="74754"/>
                </a:cubicBezTo>
                <a:lnTo>
                  <a:pt x="63811" y="74754"/>
                </a:lnTo>
                <a:lnTo>
                  <a:pt x="63811" y="74823"/>
                </a:lnTo>
                <a:cubicBezTo>
                  <a:pt x="64090" y="75212"/>
                  <a:pt x="64286" y="75669"/>
                  <a:pt x="64286" y="76182"/>
                </a:cubicBezTo>
                <a:lnTo>
                  <a:pt x="64286" y="80936"/>
                </a:lnTo>
                <a:cubicBezTo>
                  <a:pt x="64286" y="81451"/>
                  <a:pt x="64090" y="81908"/>
                  <a:pt x="63811" y="82297"/>
                </a:cubicBezTo>
                <a:lnTo>
                  <a:pt x="63811" y="82377"/>
                </a:lnTo>
                <a:lnTo>
                  <a:pt x="63760" y="82377"/>
                </a:lnTo>
                <a:cubicBezTo>
                  <a:pt x="63325" y="82936"/>
                  <a:pt x="62671" y="83324"/>
                  <a:pt x="61906" y="83324"/>
                </a:cubicBezTo>
                <a:lnTo>
                  <a:pt x="57143" y="83324"/>
                </a:lnTo>
                <a:cubicBezTo>
                  <a:pt x="55829" y="83324"/>
                  <a:pt x="54762" y="82250"/>
                  <a:pt x="54762" y="80936"/>
                </a:cubicBezTo>
                <a:lnTo>
                  <a:pt x="54762" y="76182"/>
                </a:lnTo>
                <a:cubicBezTo>
                  <a:pt x="54762" y="74869"/>
                  <a:pt x="55829" y="73794"/>
                  <a:pt x="57143" y="73794"/>
                </a:cubicBezTo>
                <a:close/>
                <a:moveTo>
                  <a:pt x="11905" y="73806"/>
                </a:moveTo>
                <a:lnTo>
                  <a:pt x="16667" y="73806"/>
                </a:lnTo>
                <a:cubicBezTo>
                  <a:pt x="17980" y="73806"/>
                  <a:pt x="19048" y="74869"/>
                  <a:pt x="19048" y="76182"/>
                </a:cubicBezTo>
                <a:lnTo>
                  <a:pt x="19048" y="80948"/>
                </a:lnTo>
                <a:cubicBezTo>
                  <a:pt x="19048" y="82262"/>
                  <a:pt x="17980" y="83324"/>
                  <a:pt x="16667" y="83324"/>
                </a:cubicBezTo>
                <a:lnTo>
                  <a:pt x="11905" y="83324"/>
                </a:lnTo>
                <a:cubicBezTo>
                  <a:pt x="10591" y="83324"/>
                  <a:pt x="9523" y="82262"/>
                  <a:pt x="9523" y="80948"/>
                </a:cubicBezTo>
                <a:lnTo>
                  <a:pt x="9523" y="76182"/>
                </a:lnTo>
                <a:cubicBezTo>
                  <a:pt x="9523" y="74869"/>
                  <a:pt x="10591" y="73806"/>
                  <a:pt x="11905" y="73806"/>
                </a:cubicBezTo>
                <a:close/>
                <a:moveTo>
                  <a:pt x="28572" y="73806"/>
                </a:moveTo>
                <a:lnTo>
                  <a:pt x="33334" y="73806"/>
                </a:lnTo>
                <a:cubicBezTo>
                  <a:pt x="34648" y="73806"/>
                  <a:pt x="35714" y="74869"/>
                  <a:pt x="35714" y="76182"/>
                </a:cubicBezTo>
                <a:lnTo>
                  <a:pt x="35714" y="80948"/>
                </a:lnTo>
                <a:cubicBezTo>
                  <a:pt x="35714" y="82262"/>
                  <a:pt x="34648" y="83324"/>
                  <a:pt x="33334" y="83324"/>
                </a:cubicBezTo>
                <a:lnTo>
                  <a:pt x="28572" y="83324"/>
                </a:lnTo>
                <a:cubicBezTo>
                  <a:pt x="27257" y="83324"/>
                  <a:pt x="26191" y="82262"/>
                  <a:pt x="26191" y="80948"/>
                </a:cubicBezTo>
                <a:lnTo>
                  <a:pt x="26191" y="76182"/>
                </a:lnTo>
                <a:cubicBezTo>
                  <a:pt x="26191" y="74869"/>
                  <a:pt x="27257" y="73806"/>
                  <a:pt x="28572" y="7380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69" name="Чёрный — SVG 6">
            <a:extLst>
              <a:ext uri="{FF2B5EF4-FFF2-40B4-BE49-F238E27FC236}">
                <a16:creationId xmlns:a16="http://schemas.microsoft.com/office/drawing/2014/main" id="{FEFBBA1A-8BDB-434A-A888-51D7CE12049F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38995 w 134763"/>
              <a:gd name="csY0" fmla="*/ 0 h 134676"/>
              <a:gd name="csX1" fmla="*/ 23955 w 134763"/>
              <a:gd name="csY1" fmla="*/ 6226 h 134676"/>
              <a:gd name="csX2" fmla="*/ 17728 w 134763"/>
              <a:gd name="csY2" fmla="*/ 21264 h 134676"/>
              <a:gd name="csX3" fmla="*/ 17728 w 134763"/>
              <a:gd name="csY3" fmla="*/ 70885 h 134676"/>
              <a:gd name="csX4" fmla="*/ 20978 w 134763"/>
              <a:gd name="csY4" fmla="*/ 82113 h 134676"/>
              <a:gd name="csX5" fmla="*/ 0 w 134763"/>
              <a:gd name="csY5" fmla="*/ 108089 h 134676"/>
              <a:gd name="csX6" fmla="*/ 26575 w 134763"/>
              <a:gd name="csY6" fmla="*/ 134677 h 134676"/>
              <a:gd name="csX7" fmla="*/ 129370 w 134763"/>
              <a:gd name="csY7" fmla="*/ 134677 h 134676"/>
              <a:gd name="csX8" fmla="*/ 131429 w 134763"/>
              <a:gd name="csY8" fmla="*/ 134286 h 134676"/>
              <a:gd name="csX9" fmla="*/ 133181 w 134763"/>
              <a:gd name="csY9" fmla="*/ 133146 h 134676"/>
              <a:gd name="csX10" fmla="*/ 134355 w 134763"/>
              <a:gd name="csY10" fmla="*/ 131411 h 134676"/>
              <a:gd name="csX11" fmla="*/ 134763 w 134763"/>
              <a:gd name="csY11" fmla="*/ 129353 h 134676"/>
              <a:gd name="csX12" fmla="*/ 134355 w 134763"/>
              <a:gd name="csY12" fmla="*/ 127311 h 134676"/>
              <a:gd name="csX13" fmla="*/ 133181 w 134763"/>
              <a:gd name="csY13" fmla="*/ 125576 h 134676"/>
              <a:gd name="csX14" fmla="*/ 131429 w 134763"/>
              <a:gd name="csY14" fmla="*/ 124419 h 134676"/>
              <a:gd name="csX15" fmla="*/ 129370 w 134763"/>
              <a:gd name="csY15" fmla="*/ 124045 h 134676"/>
              <a:gd name="csX16" fmla="*/ 26575 w 134763"/>
              <a:gd name="csY16" fmla="*/ 124045 h 134676"/>
              <a:gd name="csX17" fmla="*/ 10633 w 134763"/>
              <a:gd name="csY17" fmla="*/ 108089 h 134676"/>
              <a:gd name="csX18" fmla="*/ 26575 w 134763"/>
              <a:gd name="csY18" fmla="*/ 92149 h 134676"/>
              <a:gd name="csX19" fmla="*/ 38995 w 134763"/>
              <a:gd name="csY19" fmla="*/ 92149 h 134676"/>
              <a:gd name="csX20" fmla="*/ 95700 w 134763"/>
              <a:gd name="csY20" fmla="*/ 92149 h 134676"/>
              <a:gd name="csX21" fmla="*/ 129370 w 134763"/>
              <a:gd name="csY21" fmla="*/ 92149 h 134676"/>
              <a:gd name="csX22" fmla="*/ 131429 w 134763"/>
              <a:gd name="csY22" fmla="*/ 91758 h 134676"/>
              <a:gd name="csX23" fmla="*/ 133181 w 134763"/>
              <a:gd name="csY23" fmla="*/ 90618 h 134676"/>
              <a:gd name="csX24" fmla="*/ 134355 w 134763"/>
              <a:gd name="csY24" fmla="*/ 88883 h 134676"/>
              <a:gd name="csX25" fmla="*/ 134763 w 134763"/>
              <a:gd name="csY25" fmla="*/ 86825 h 134676"/>
              <a:gd name="csX26" fmla="*/ 134355 w 134763"/>
              <a:gd name="csY26" fmla="*/ 84783 h 134676"/>
              <a:gd name="csX27" fmla="*/ 133181 w 134763"/>
              <a:gd name="csY27" fmla="*/ 83048 h 134676"/>
              <a:gd name="csX28" fmla="*/ 131429 w 134763"/>
              <a:gd name="csY28" fmla="*/ 81891 h 134676"/>
              <a:gd name="csX29" fmla="*/ 129370 w 134763"/>
              <a:gd name="csY29" fmla="*/ 81517 h 134676"/>
              <a:gd name="csX30" fmla="*/ 114092 w 134763"/>
              <a:gd name="csY30" fmla="*/ 81517 h 134676"/>
              <a:gd name="csX31" fmla="*/ 116967 w 134763"/>
              <a:gd name="csY31" fmla="*/ 70885 h 134676"/>
              <a:gd name="csX32" fmla="*/ 116967 w 134763"/>
              <a:gd name="csY32" fmla="*/ 21264 h 134676"/>
              <a:gd name="csX33" fmla="*/ 110740 w 134763"/>
              <a:gd name="csY33" fmla="*/ 6226 h 134676"/>
              <a:gd name="csX34" fmla="*/ 95700 w 134763"/>
              <a:gd name="csY34" fmla="*/ 0 h 134676"/>
              <a:gd name="csX35" fmla="*/ 38995 w 134763"/>
              <a:gd name="csY35" fmla="*/ 0 h 134676"/>
              <a:gd name="csX36" fmla="*/ 49475 w 134763"/>
              <a:gd name="csY36" fmla="*/ 21264 h 134676"/>
              <a:gd name="csX37" fmla="*/ 49628 w 134763"/>
              <a:gd name="csY37" fmla="*/ 21264 h 134676"/>
              <a:gd name="csX38" fmla="*/ 85067 w 134763"/>
              <a:gd name="csY38" fmla="*/ 21264 h 134676"/>
              <a:gd name="csX39" fmla="*/ 87568 w 134763"/>
              <a:gd name="csY39" fmla="*/ 22302 h 134676"/>
              <a:gd name="csX40" fmla="*/ 88606 w 134763"/>
              <a:gd name="csY40" fmla="*/ 24802 h 134676"/>
              <a:gd name="csX41" fmla="*/ 87568 w 134763"/>
              <a:gd name="csY41" fmla="*/ 27320 h 134676"/>
              <a:gd name="csX42" fmla="*/ 85067 w 134763"/>
              <a:gd name="csY42" fmla="*/ 28358 h 134676"/>
              <a:gd name="csX43" fmla="*/ 49628 w 134763"/>
              <a:gd name="csY43" fmla="*/ 28358 h 134676"/>
              <a:gd name="csX44" fmla="*/ 47093 w 134763"/>
              <a:gd name="csY44" fmla="*/ 27371 h 134676"/>
              <a:gd name="csX45" fmla="*/ 46004 w 134763"/>
              <a:gd name="csY45" fmla="*/ 24887 h 134676"/>
              <a:gd name="csX46" fmla="*/ 46991 w 134763"/>
              <a:gd name="csY46" fmla="*/ 22353 h 134676"/>
              <a:gd name="csX47" fmla="*/ 49475 w 134763"/>
              <a:gd name="csY47" fmla="*/ 21264 h 134676"/>
              <a:gd name="csX48" fmla="*/ 26575 w 134763"/>
              <a:gd name="csY48" fmla="*/ 99226 h 134676"/>
              <a:gd name="csX49" fmla="*/ 20314 w 134763"/>
              <a:gd name="csY49" fmla="*/ 101828 h 134676"/>
              <a:gd name="csX50" fmla="*/ 17728 w 134763"/>
              <a:gd name="csY50" fmla="*/ 108089 h 134676"/>
              <a:gd name="csX51" fmla="*/ 20314 w 134763"/>
              <a:gd name="csY51" fmla="*/ 114349 h 134676"/>
              <a:gd name="csX52" fmla="*/ 26575 w 134763"/>
              <a:gd name="csY52" fmla="*/ 116951 h 134676"/>
              <a:gd name="csX53" fmla="*/ 32853 w 134763"/>
              <a:gd name="csY53" fmla="*/ 114349 h 134676"/>
              <a:gd name="csX54" fmla="*/ 35439 w 134763"/>
              <a:gd name="csY54" fmla="*/ 108089 h 134676"/>
              <a:gd name="csX55" fmla="*/ 32853 w 134763"/>
              <a:gd name="csY55" fmla="*/ 101828 h 134676"/>
              <a:gd name="csX56" fmla="*/ 26575 w 134763"/>
              <a:gd name="csY56" fmla="*/ 99226 h 134676"/>
              <a:gd name="csX57" fmla="*/ 58475 w 134763"/>
              <a:gd name="csY57" fmla="*/ 99226 h 134676"/>
              <a:gd name="csX58" fmla="*/ 52214 w 134763"/>
              <a:gd name="csY58" fmla="*/ 101828 h 134676"/>
              <a:gd name="csX59" fmla="*/ 49628 w 134763"/>
              <a:gd name="csY59" fmla="*/ 108089 h 134676"/>
              <a:gd name="csX60" fmla="*/ 52214 w 134763"/>
              <a:gd name="csY60" fmla="*/ 114349 h 134676"/>
              <a:gd name="csX61" fmla="*/ 58475 w 134763"/>
              <a:gd name="csY61" fmla="*/ 116951 h 134676"/>
              <a:gd name="csX62" fmla="*/ 64753 w 134763"/>
              <a:gd name="csY62" fmla="*/ 114349 h 134676"/>
              <a:gd name="csX63" fmla="*/ 67339 w 134763"/>
              <a:gd name="csY63" fmla="*/ 108089 h 134676"/>
              <a:gd name="csX64" fmla="*/ 64753 w 134763"/>
              <a:gd name="csY64" fmla="*/ 101828 h 134676"/>
              <a:gd name="csX65" fmla="*/ 58475 w 134763"/>
              <a:gd name="csY65" fmla="*/ 99226 h 134676"/>
              <a:gd name="csX66" fmla="*/ 90375 w 134763"/>
              <a:gd name="csY66" fmla="*/ 99226 h 134676"/>
              <a:gd name="csX67" fmla="*/ 84114 w 134763"/>
              <a:gd name="csY67" fmla="*/ 101828 h 134676"/>
              <a:gd name="csX68" fmla="*/ 81528 w 134763"/>
              <a:gd name="csY68" fmla="*/ 108089 h 134676"/>
              <a:gd name="csX69" fmla="*/ 84114 w 134763"/>
              <a:gd name="csY69" fmla="*/ 114349 h 134676"/>
              <a:gd name="csX70" fmla="*/ 90375 w 134763"/>
              <a:gd name="csY70" fmla="*/ 116951 h 134676"/>
              <a:gd name="csX71" fmla="*/ 96653 w 134763"/>
              <a:gd name="csY71" fmla="*/ 114349 h 134676"/>
              <a:gd name="csX72" fmla="*/ 99239 w 134763"/>
              <a:gd name="csY72" fmla="*/ 108089 h 134676"/>
              <a:gd name="csX73" fmla="*/ 96653 w 134763"/>
              <a:gd name="csY73" fmla="*/ 101828 h 134676"/>
              <a:gd name="csX74" fmla="*/ 90375 w 134763"/>
              <a:gd name="csY74" fmla="*/ 99226 h 134676"/>
              <a:gd name="csX75" fmla="*/ 122276 w 134763"/>
              <a:gd name="csY75" fmla="*/ 99226 h 134676"/>
              <a:gd name="csX76" fmla="*/ 116014 w 134763"/>
              <a:gd name="csY76" fmla="*/ 101828 h 134676"/>
              <a:gd name="csX77" fmla="*/ 113428 w 134763"/>
              <a:gd name="csY77" fmla="*/ 108089 h 134676"/>
              <a:gd name="csX78" fmla="*/ 116014 w 134763"/>
              <a:gd name="csY78" fmla="*/ 114349 h 134676"/>
              <a:gd name="csX79" fmla="*/ 122276 w 134763"/>
              <a:gd name="csY79" fmla="*/ 116951 h 134676"/>
              <a:gd name="csX80" fmla="*/ 128553 w 134763"/>
              <a:gd name="csY80" fmla="*/ 114349 h 134676"/>
              <a:gd name="csX81" fmla="*/ 131139 w 134763"/>
              <a:gd name="csY81" fmla="*/ 108089 h 134676"/>
              <a:gd name="csX82" fmla="*/ 128553 w 134763"/>
              <a:gd name="csY82" fmla="*/ 101828 h 134676"/>
              <a:gd name="csX83" fmla="*/ 122276 w 134763"/>
              <a:gd name="csY83" fmla="*/ 99226 h 134676"/>
            </a:gdLst>
            <a:ahLst/>
            <a:cxnLst/>
            <a:rect l="l" t="t" r="r" b="b"/>
            <a:pathLst>
              <a:path w="100000" h="100000">
                <a:moveTo>
                  <a:pt x="28936" y="32"/>
                </a:moveTo>
                <a:cubicBezTo>
                  <a:pt x="24744" y="32"/>
                  <a:pt x="20730" y="1698"/>
                  <a:pt x="17776" y="4652"/>
                </a:cubicBezTo>
                <a:cubicBezTo>
                  <a:pt x="14809" y="7619"/>
                  <a:pt x="13155" y="11620"/>
                  <a:pt x="13155" y="15811"/>
                </a:cubicBezTo>
                <a:lnTo>
                  <a:pt x="13155" y="52632"/>
                </a:lnTo>
                <a:cubicBezTo>
                  <a:pt x="13155" y="55573"/>
                  <a:pt x="13988" y="58464"/>
                  <a:pt x="15567" y="60964"/>
                </a:cubicBezTo>
                <a:cubicBezTo>
                  <a:pt x="6691" y="62894"/>
                  <a:pt x="0" y="70822"/>
                  <a:pt x="0" y="80239"/>
                </a:cubicBezTo>
                <a:cubicBezTo>
                  <a:pt x="0" y="91082"/>
                  <a:pt x="8875" y="99968"/>
                  <a:pt x="19720" y="99968"/>
                </a:cubicBezTo>
                <a:lnTo>
                  <a:pt x="95998" y="99968"/>
                </a:lnTo>
                <a:cubicBezTo>
                  <a:pt x="96528" y="99968"/>
                  <a:pt x="97046" y="99880"/>
                  <a:pt x="97526" y="99678"/>
                </a:cubicBezTo>
                <a:cubicBezTo>
                  <a:pt x="98018" y="99489"/>
                  <a:pt x="98460" y="99198"/>
                  <a:pt x="98826" y="98832"/>
                </a:cubicBezTo>
                <a:cubicBezTo>
                  <a:pt x="99205" y="98467"/>
                  <a:pt x="99495" y="98024"/>
                  <a:pt x="99697" y="97545"/>
                </a:cubicBezTo>
                <a:cubicBezTo>
                  <a:pt x="99899" y="97065"/>
                  <a:pt x="100000" y="96548"/>
                  <a:pt x="100000" y="96018"/>
                </a:cubicBezTo>
                <a:cubicBezTo>
                  <a:pt x="100000" y="95500"/>
                  <a:pt x="99899" y="94982"/>
                  <a:pt x="99697" y="94503"/>
                </a:cubicBezTo>
                <a:cubicBezTo>
                  <a:pt x="99495" y="94011"/>
                  <a:pt x="99205" y="93581"/>
                  <a:pt x="98826" y="93215"/>
                </a:cubicBezTo>
                <a:cubicBezTo>
                  <a:pt x="98460" y="92849"/>
                  <a:pt x="98018" y="92558"/>
                  <a:pt x="97526" y="92357"/>
                </a:cubicBezTo>
                <a:cubicBezTo>
                  <a:pt x="97046" y="92167"/>
                  <a:pt x="96528" y="92066"/>
                  <a:pt x="95998" y="92079"/>
                </a:cubicBezTo>
                <a:lnTo>
                  <a:pt x="19720" y="92079"/>
                </a:lnTo>
                <a:cubicBezTo>
                  <a:pt x="13142" y="92079"/>
                  <a:pt x="7890" y="86828"/>
                  <a:pt x="7890" y="80239"/>
                </a:cubicBezTo>
                <a:cubicBezTo>
                  <a:pt x="7890" y="73662"/>
                  <a:pt x="13142" y="68411"/>
                  <a:pt x="19720" y="68411"/>
                </a:cubicBezTo>
                <a:lnTo>
                  <a:pt x="28936" y="68411"/>
                </a:lnTo>
                <a:lnTo>
                  <a:pt x="71014" y="68411"/>
                </a:lnTo>
                <a:lnTo>
                  <a:pt x="95998" y="68411"/>
                </a:lnTo>
                <a:cubicBezTo>
                  <a:pt x="96528" y="68411"/>
                  <a:pt x="97046" y="68323"/>
                  <a:pt x="97526" y="68121"/>
                </a:cubicBezTo>
                <a:cubicBezTo>
                  <a:pt x="98018" y="67931"/>
                  <a:pt x="98460" y="67641"/>
                  <a:pt x="98826" y="67275"/>
                </a:cubicBezTo>
                <a:cubicBezTo>
                  <a:pt x="99205" y="66909"/>
                  <a:pt x="99495" y="66467"/>
                  <a:pt x="99697" y="65987"/>
                </a:cubicBezTo>
                <a:cubicBezTo>
                  <a:pt x="99899" y="65508"/>
                  <a:pt x="100000" y="64990"/>
                  <a:pt x="100000" y="64460"/>
                </a:cubicBezTo>
                <a:cubicBezTo>
                  <a:pt x="100000" y="63942"/>
                  <a:pt x="99899" y="63425"/>
                  <a:pt x="99697" y="62945"/>
                </a:cubicBezTo>
                <a:cubicBezTo>
                  <a:pt x="99495" y="62453"/>
                  <a:pt x="99205" y="62024"/>
                  <a:pt x="98826" y="61658"/>
                </a:cubicBezTo>
                <a:cubicBezTo>
                  <a:pt x="98460" y="61292"/>
                  <a:pt x="98018" y="61002"/>
                  <a:pt x="97526" y="60799"/>
                </a:cubicBezTo>
                <a:cubicBezTo>
                  <a:pt x="97046" y="60610"/>
                  <a:pt x="96528" y="60509"/>
                  <a:pt x="95998" y="60521"/>
                </a:cubicBezTo>
                <a:lnTo>
                  <a:pt x="84661" y="60521"/>
                </a:lnTo>
                <a:cubicBezTo>
                  <a:pt x="86050" y="58123"/>
                  <a:pt x="86783" y="55397"/>
                  <a:pt x="86795" y="52632"/>
                </a:cubicBezTo>
                <a:lnTo>
                  <a:pt x="86795" y="15811"/>
                </a:lnTo>
                <a:cubicBezTo>
                  <a:pt x="86795" y="11620"/>
                  <a:pt x="85129" y="7619"/>
                  <a:pt x="82174" y="4652"/>
                </a:cubicBezTo>
                <a:cubicBezTo>
                  <a:pt x="79208" y="1698"/>
                  <a:pt x="75205" y="32"/>
                  <a:pt x="71014" y="32"/>
                </a:cubicBezTo>
                <a:lnTo>
                  <a:pt x="28936" y="32"/>
                </a:lnTo>
                <a:close/>
                <a:moveTo>
                  <a:pt x="36713" y="15811"/>
                </a:moveTo>
                <a:cubicBezTo>
                  <a:pt x="36750" y="15811"/>
                  <a:pt x="36788" y="15811"/>
                  <a:pt x="36826" y="15811"/>
                </a:cubicBezTo>
                <a:lnTo>
                  <a:pt x="63123" y="15811"/>
                </a:lnTo>
                <a:cubicBezTo>
                  <a:pt x="63817" y="15811"/>
                  <a:pt x="64487" y="16089"/>
                  <a:pt x="64979" y="16581"/>
                </a:cubicBezTo>
                <a:cubicBezTo>
                  <a:pt x="65471" y="17073"/>
                  <a:pt x="65750" y="17743"/>
                  <a:pt x="65750" y="18436"/>
                </a:cubicBezTo>
                <a:cubicBezTo>
                  <a:pt x="65750" y="19144"/>
                  <a:pt x="65471" y="19812"/>
                  <a:pt x="64979" y="20305"/>
                </a:cubicBezTo>
                <a:cubicBezTo>
                  <a:pt x="64487" y="20797"/>
                  <a:pt x="63817" y="21075"/>
                  <a:pt x="63123" y="21075"/>
                </a:cubicBezTo>
                <a:lnTo>
                  <a:pt x="36826" y="21075"/>
                </a:lnTo>
                <a:cubicBezTo>
                  <a:pt x="36119" y="21088"/>
                  <a:pt x="35450" y="20822"/>
                  <a:pt x="34945" y="20343"/>
                </a:cubicBezTo>
                <a:cubicBezTo>
                  <a:pt x="34440" y="19850"/>
                  <a:pt x="34150" y="19194"/>
                  <a:pt x="34137" y="18500"/>
                </a:cubicBezTo>
                <a:cubicBezTo>
                  <a:pt x="34124" y="17793"/>
                  <a:pt x="34390" y="17124"/>
                  <a:pt x="34869" y="16619"/>
                </a:cubicBezTo>
                <a:cubicBezTo>
                  <a:pt x="35349" y="16114"/>
                  <a:pt x="36018" y="15824"/>
                  <a:pt x="36713" y="15811"/>
                </a:cubicBezTo>
                <a:close/>
                <a:moveTo>
                  <a:pt x="19720" y="73662"/>
                </a:moveTo>
                <a:cubicBezTo>
                  <a:pt x="17977" y="73662"/>
                  <a:pt x="16311" y="74356"/>
                  <a:pt x="15074" y="75593"/>
                </a:cubicBezTo>
                <a:cubicBezTo>
                  <a:pt x="13849" y="76831"/>
                  <a:pt x="13155" y="78497"/>
                  <a:pt x="13155" y="80239"/>
                </a:cubicBezTo>
                <a:cubicBezTo>
                  <a:pt x="13155" y="81981"/>
                  <a:pt x="13849" y="83660"/>
                  <a:pt x="15074" y="84884"/>
                </a:cubicBezTo>
                <a:cubicBezTo>
                  <a:pt x="16311" y="86121"/>
                  <a:pt x="17977" y="86815"/>
                  <a:pt x="19720" y="86815"/>
                </a:cubicBezTo>
                <a:cubicBezTo>
                  <a:pt x="21474" y="86815"/>
                  <a:pt x="23141" y="86121"/>
                  <a:pt x="24378" y="84884"/>
                </a:cubicBezTo>
                <a:cubicBezTo>
                  <a:pt x="25603" y="83660"/>
                  <a:pt x="26297" y="81981"/>
                  <a:pt x="26297" y="80239"/>
                </a:cubicBezTo>
                <a:cubicBezTo>
                  <a:pt x="26297" y="78497"/>
                  <a:pt x="25603" y="76831"/>
                  <a:pt x="24378" y="75593"/>
                </a:cubicBezTo>
                <a:cubicBezTo>
                  <a:pt x="23141" y="74356"/>
                  <a:pt x="21474" y="73662"/>
                  <a:pt x="19720" y="73662"/>
                </a:cubicBezTo>
                <a:close/>
                <a:moveTo>
                  <a:pt x="43391" y="73662"/>
                </a:moveTo>
                <a:cubicBezTo>
                  <a:pt x="41649" y="73662"/>
                  <a:pt x="39982" y="74356"/>
                  <a:pt x="38745" y="75593"/>
                </a:cubicBezTo>
                <a:cubicBezTo>
                  <a:pt x="37521" y="76831"/>
                  <a:pt x="36826" y="78497"/>
                  <a:pt x="36826" y="80239"/>
                </a:cubicBezTo>
                <a:cubicBezTo>
                  <a:pt x="36826" y="81981"/>
                  <a:pt x="37521" y="83660"/>
                  <a:pt x="38745" y="84884"/>
                </a:cubicBezTo>
                <a:cubicBezTo>
                  <a:pt x="39982" y="86121"/>
                  <a:pt x="41649" y="86815"/>
                  <a:pt x="43391" y="86815"/>
                </a:cubicBezTo>
                <a:cubicBezTo>
                  <a:pt x="45146" y="86815"/>
                  <a:pt x="46813" y="86121"/>
                  <a:pt x="48050" y="84884"/>
                </a:cubicBezTo>
                <a:cubicBezTo>
                  <a:pt x="49274" y="83660"/>
                  <a:pt x="49968" y="81981"/>
                  <a:pt x="49968" y="80239"/>
                </a:cubicBezTo>
                <a:cubicBezTo>
                  <a:pt x="49968" y="78497"/>
                  <a:pt x="49274" y="76831"/>
                  <a:pt x="48050" y="75593"/>
                </a:cubicBezTo>
                <a:cubicBezTo>
                  <a:pt x="46813" y="74356"/>
                  <a:pt x="45146" y="73662"/>
                  <a:pt x="43391" y="73662"/>
                </a:cubicBezTo>
                <a:close/>
                <a:moveTo>
                  <a:pt x="67062" y="73662"/>
                </a:moveTo>
                <a:cubicBezTo>
                  <a:pt x="65321" y="73662"/>
                  <a:pt x="63653" y="74356"/>
                  <a:pt x="62416" y="75593"/>
                </a:cubicBezTo>
                <a:cubicBezTo>
                  <a:pt x="61192" y="76831"/>
                  <a:pt x="60497" y="78497"/>
                  <a:pt x="60497" y="80239"/>
                </a:cubicBezTo>
                <a:cubicBezTo>
                  <a:pt x="60497" y="81981"/>
                  <a:pt x="61192" y="83660"/>
                  <a:pt x="62416" y="84884"/>
                </a:cubicBezTo>
                <a:cubicBezTo>
                  <a:pt x="63653" y="86121"/>
                  <a:pt x="65321" y="86815"/>
                  <a:pt x="67062" y="86815"/>
                </a:cubicBezTo>
                <a:cubicBezTo>
                  <a:pt x="68817" y="86815"/>
                  <a:pt x="70484" y="86121"/>
                  <a:pt x="71721" y="84884"/>
                </a:cubicBezTo>
                <a:cubicBezTo>
                  <a:pt x="72945" y="83660"/>
                  <a:pt x="73640" y="81981"/>
                  <a:pt x="73640" y="80239"/>
                </a:cubicBezTo>
                <a:cubicBezTo>
                  <a:pt x="73640" y="78497"/>
                  <a:pt x="72945" y="76831"/>
                  <a:pt x="71721" y="75593"/>
                </a:cubicBezTo>
                <a:cubicBezTo>
                  <a:pt x="70484" y="74356"/>
                  <a:pt x="68817" y="73662"/>
                  <a:pt x="67062" y="73662"/>
                </a:cubicBezTo>
                <a:close/>
                <a:moveTo>
                  <a:pt x="90734" y="73662"/>
                </a:moveTo>
                <a:cubicBezTo>
                  <a:pt x="88992" y="73662"/>
                  <a:pt x="87325" y="74356"/>
                  <a:pt x="86087" y="75593"/>
                </a:cubicBezTo>
                <a:cubicBezTo>
                  <a:pt x="84864" y="76831"/>
                  <a:pt x="84169" y="78497"/>
                  <a:pt x="84169" y="80239"/>
                </a:cubicBezTo>
                <a:cubicBezTo>
                  <a:pt x="84169" y="81981"/>
                  <a:pt x="84864" y="83660"/>
                  <a:pt x="86087" y="84884"/>
                </a:cubicBezTo>
                <a:cubicBezTo>
                  <a:pt x="87325" y="86121"/>
                  <a:pt x="88992" y="86815"/>
                  <a:pt x="90734" y="86815"/>
                </a:cubicBezTo>
                <a:cubicBezTo>
                  <a:pt x="92488" y="86815"/>
                  <a:pt x="94155" y="86121"/>
                  <a:pt x="95392" y="84884"/>
                </a:cubicBezTo>
                <a:cubicBezTo>
                  <a:pt x="96616" y="83660"/>
                  <a:pt x="97311" y="81981"/>
                  <a:pt x="97311" y="80239"/>
                </a:cubicBezTo>
                <a:cubicBezTo>
                  <a:pt x="97311" y="78497"/>
                  <a:pt x="96616" y="76831"/>
                  <a:pt x="95392" y="75593"/>
                </a:cubicBezTo>
                <a:cubicBezTo>
                  <a:pt x="94155" y="74356"/>
                  <a:pt x="92488" y="73662"/>
                  <a:pt x="90734" y="7366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0" name="Чёрный — SVG 7">
            <a:extLst>
              <a:ext uri="{FF2B5EF4-FFF2-40B4-BE49-F238E27FC236}">
                <a16:creationId xmlns:a16="http://schemas.microsoft.com/office/drawing/2014/main" id="{D2D37C16-21D5-724D-BC65-D6A76A7EDAC7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144580 w 148867"/>
              <a:gd name="csY0" fmla="*/ 85192 h 141906"/>
              <a:gd name="csX1" fmla="*/ 117324 w 148867"/>
              <a:gd name="csY1" fmla="*/ 85192 h 141906"/>
              <a:gd name="csX2" fmla="*/ 87619 w 148867"/>
              <a:gd name="csY2" fmla="*/ 34090 h 141906"/>
              <a:gd name="csX3" fmla="*/ 93863 w 148867"/>
              <a:gd name="csY3" fmla="*/ 22217 h 141906"/>
              <a:gd name="csX4" fmla="*/ 100941 w 148867"/>
              <a:gd name="csY4" fmla="*/ 17862 h 141906"/>
              <a:gd name="csX5" fmla="*/ 101059 w 148867"/>
              <a:gd name="csY5" fmla="*/ 17862 h 141906"/>
              <a:gd name="csX6" fmla="*/ 108171 w 148867"/>
              <a:gd name="csY6" fmla="*/ 22080 h 141906"/>
              <a:gd name="csX7" fmla="*/ 144580 w 148867"/>
              <a:gd name="csY7" fmla="*/ 85192 h 141906"/>
              <a:gd name="csX8" fmla="*/ 109090 w 148867"/>
              <a:gd name="csY8" fmla="*/ 85192 h 141906"/>
              <a:gd name="csX9" fmla="*/ 3998 w 148867"/>
              <a:gd name="csY9" fmla="*/ 85192 h 141906"/>
              <a:gd name="csX10" fmla="*/ 46685 w 148867"/>
              <a:gd name="csY10" fmla="*/ 4746 h 141906"/>
              <a:gd name="csX11" fmla="*/ 54409 w 148867"/>
              <a:gd name="csY11" fmla="*/ 0 h 141906"/>
              <a:gd name="csX12" fmla="*/ 54545 w 148867"/>
              <a:gd name="csY12" fmla="*/ 0 h 141906"/>
              <a:gd name="csX13" fmla="*/ 62269 w 148867"/>
              <a:gd name="csY13" fmla="*/ 4576 h 141906"/>
              <a:gd name="csX14" fmla="*/ 109090 w 148867"/>
              <a:gd name="csY14" fmla="*/ 85192 h 141906"/>
              <a:gd name="csX15" fmla="*/ 148765 w 148867"/>
              <a:gd name="csY15" fmla="*/ 93068 h 141906"/>
              <a:gd name="csX16" fmla="*/ 148731 w 148867"/>
              <a:gd name="csY16" fmla="*/ 92932 h 141906"/>
              <a:gd name="csX17" fmla="*/ 148544 w 148867"/>
              <a:gd name="csY17" fmla="*/ 92285 h 141906"/>
              <a:gd name="csX18" fmla="*/ 120370 w 148867"/>
              <a:gd name="csY18" fmla="*/ 92285 h 141906"/>
              <a:gd name="csX19" fmla="*/ 113105 w 148867"/>
              <a:gd name="csY19" fmla="*/ 92285 h 141906"/>
              <a:gd name="csX20" fmla="*/ 323 w 148867"/>
              <a:gd name="csY20" fmla="*/ 92285 h 141906"/>
              <a:gd name="csX21" fmla="*/ 102 w 148867"/>
              <a:gd name="csY21" fmla="*/ 93000 h 141906"/>
              <a:gd name="csX22" fmla="*/ 0 w 148867"/>
              <a:gd name="csY22" fmla="*/ 94054 h 141906"/>
              <a:gd name="csX23" fmla="*/ 0 w 148867"/>
              <a:gd name="csY23" fmla="*/ 129489 h 141906"/>
              <a:gd name="csX24" fmla="*/ 12403 w 148867"/>
              <a:gd name="csY24" fmla="*/ 141907 h 141906"/>
              <a:gd name="csX25" fmla="*/ 136464 w 148867"/>
              <a:gd name="csY25" fmla="*/ 141907 h 141906"/>
              <a:gd name="csX26" fmla="*/ 148867 w 148867"/>
              <a:gd name="csY26" fmla="*/ 129489 h 141906"/>
              <a:gd name="csX27" fmla="*/ 148867 w 148867"/>
              <a:gd name="csY27" fmla="*/ 94054 h 141906"/>
              <a:gd name="csX28" fmla="*/ 148765 w 148867"/>
              <a:gd name="csY28" fmla="*/ 93068 h 141906"/>
            </a:gdLst>
            <a:ahLst/>
            <a:cxnLst/>
            <a:rect l="l" t="t" r="r" b="b"/>
            <a:pathLst>
              <a:path w="100000" h="100000">
                <a:moveTo>
                  <a:pt x="97120" y="59565"/>
                </a:moveTo>
                <a:lnTo>
                  <a:pt x="78811" y="59565"/>
                </a:lnTo>
                <a:lnTo>
                  <a:pt x="58857" y="25238"/>
                </a:lnTo>
                <a:lnTo>
                  <a:pt x="63052" y="17262"/>
                </a:lnTo>
                <a:cubicBezTo>
                  <a:pt x="63977" y="15502"/>
                  <a:pt x="65783" y="14359"/>
                  <a:pt x="67806" y="14337"/>
                </a:cubicBezTo>
                <a:lnTo>
                  <a:pt x="67885" y="14337"/>
                </a:lnTo>
                <a:cubicBezTo>
                  <a:pt x="69886" y="14337"/>
                  <a:pt x="71714" y="15411"/>
                  <a:pt x="72663" y="17170"/>
                </a:cubicBezTo>
                <a:lnTo>
                  <a:pt x="97120" y="59565"/>
                </a:lnTo>
                <a:close/>
                <a:moveTo>
                  <a:pt x="73280" y="59565"/>
                </a:moveTo>
                <a:lnTo>
                  <a:pt x="2686" y="59565"/>
                </a:lnTo>
                <a:lnTo>
                  <a:pt x="31360" y="5526"/>
                </a:lnTo>
                <a:cubicBezTo>
                  <a:pt x="32354" y="3595"/>
                  <a:pt x="34354" y="2361"/>
                  <a:pt x="36549" y="2338"/>
                </a:cubicBezTo>
                <a:lnTo>
                  <a:pt x="36640" y="2338"/>
                </a:lnTo>
                <a:cubicBezTo>
                  <a:pt x="38811" y="2338"/>
                  <a:pt x="40789" y="3503"/>
                  <a:pt x="41829" y="5412"/>
                </a:cubicBezTo>
                <a:lnTo>
                  <a:pt x="73280" y="59565"/>
                </a:lnTo>
                <a:close/>
                <a:moveTo>
                  <a:pt x="99931" y="64856"/>
                </a:moveTo>
                <a:cubicBezTo>
                  <a:pt x="99931" y="64810"/>
                  <a:pt x="99931" y="64787"/>
                  <a:pt x="99909" y="64764"/>
                </a:cubicBezTo>
                <a:cubicBezTo>
                  <a:pt x="99886" y="64616"/>
                  <a:pt x="99852" y="64467"/>
                  <a:pt x="99783" y="64330"/>
                </a:cubicBezTo>
                <a:lnTo>
                  <a:pt x="80857" y="64330"/>
                </a:lnTo>
                <a:lnTo>
                  <a:pt x="75977" y="64330"/>
                </a:lnTo>
                <a:lnTo>
                  <a:pt x="217" y="64330"/>
                </a:lnTo>
                <a:cubicBezTo>
                  <a:pt x="137" y="64467"/>
                  <a:pt x="91" y="64639"/>
                  <a:pt x="69" y="64810"/>
                </a:cubicBezTo>
                <a:cubicBezTo>
                  <a:pt x="23" y="65050"/>
                  <a:pt x="0" y="65278"/>
                  <a:pt x="0" y="65518"/>
                </a:cubicBezTo>
                <a:lnTo>
                  <a:pt x="0" y="89321"/>
                </a:lnTo>
                <a:cubicBezTo>
                  <a:pt x="0" y="93926"/>
                  <a:pt x="3737" y="97663"/>
                  <a:pt x="8332" y="97663"/>
                </a:cubicBezTo>
                <a:lnTo>
                  <a:pt x="91668" y="97663"/>
                </a:lnTo>
                <a:cubicBezTo>
                  <a:pt x="96263" y="97663"/>
                  <a:pt x="100000" y="93926"/>
                  <a:pt x="100000" y="89321"/>
                </a:cubicBezTo>
                <a:lnTo>
                  <a:pt x="100000" y="65518"/>
                </a:lnTo>
                <a:cubicBezTo>
                  <a:pt x="100000" y="65278"/>
                  <a:pt x="99977" y="65073"/>
                  <a:pt x="99931" y="6485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1" name="Чёрный — SVG 8">
            <a:extLst>
              <a:ext uri="{FF2B5EF4-FFF2-40B4-BE49-F238E27FC236}">
                <a16:creationId xmlns:a16="http://schemas.microsoft.com/office/drawing/2014/main" id="{3A92A478-4F65-9747-84A7-32AAB5C9CAD7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122292 w 134695"/>
              <a:gd name="csY0" fmla="*/ 0 h 134676"/>
              <a:gd name="csX1" fmla="*/ 101025 w 134695"/>
              <a:gd name="csY1" fmla="*/ 0 h 134676"/>
              <a:gd name="csX2" fmla="*/ 92247 w 134695"/>
              <a:gd name="csY2" fmla="*/ 3640 h 134676"/>
              <a:gd name="csX3" fmla="*/ 88606 w 134695"/>
              <a:gd name="csY3" fmla="*/ 12401 h 134676"/>
              <a:gd name="csX4" fmla="*/ 88606 w 134695"/>
              <a:gd name="csY4" fmla="*/ 47835 h 134676"/>
              <a:gd name="csX5" fmla="*/ 88095 w 134695"/>
              <a:gd name="csY5" fmla="*/ 49094 h 134676"/>
              <a:gd name="csX6" fmla="*/ 86837 w 134695"/>
              <a:gd name="csY6" fmla="*/ 49621 h 134676"/>
              <a:gd name="csX7" fmla="*/ 76203 w 134695"/>
              <a:gd name="csY7" fmla="*/ 49621 h 134676"/>
              <a:gd name="csX8" fmla="*/ 74961 w 134695"/>
              <a:gd name="csY8" fmla="*/ 49094 h 134676"/>
              <a:gd name="csX9" fmla="*/ 74434 w 134695"/>
              <a:gd name="csY9" fmla="*/ 47835 h 134676"/>
              <a:gd name="csX10" fmla="*/ 74434 w 134695"/>
              <a:gd name="csY10" fmla="*/ 33665 h 134676"/>
              <a:gd name="csX11" fmla="*/ 73685 w 134695"/>
              <a:gd name="csY11" fmla="*/ 30943 h 134676"/>
              <a:gd name="csX12" fmla="*/ 71627 w 134695"/>
              <a:gd name="csY12" fmla="*/ 28987 h 134676"/>
              <a:gd name="csX13" fmla="*/ 68870 w 134695"/>
              <a:gd name="csY13" fmla="*/ 28358 h 134676"/>
              <a:gd name="csX14" fmla="*/ 66182 w 134695"/>
              <a:gd name="csY14" fmla="*/ 29242 h 134676"/>
              <a:gd name="csX15" fmla="*/ 42534 w 134695"/>
              <a:gd name="csY15" fmla="*/ 45011 h 134676"/>
              <a:gd name="csX16" fmla="*/ 42534 w 134695"/>
              <a:gd name="csY16" fmla="*/ 33665 h 134676"/>
              <a:gd name="csX17" fmla="*/ 41785 w 134695"/>
              <a:gd name="csY17" fmla="*/ 30943 h 134676"/>
              <a:gd name="csX18" fmla="*/ 39726 w 134695"/>
              <a:gd name="csY18" fmla="*/ 28987 h 134676"/>
              <a:gd name="csX19" fmla="*/ 36970 w 134695"/>
              <a:gd name="csY19" fmla="*/ 28358 h 134676"/>
              <a:gd name="csX20" fmla="*/ 34282 w 134695"/>
              <a:gd name="csY20" fmla="*/ 29242 h 134676"/>
              <a:gd name="csX21" fmla="*/ 5529 w 134695"/>
              <a:gd name="csY21" fmla="*/ 48414 h 134676"/>
              <a:gd name="csX22" fmla="*/ 1463 w 134695"/>
              <a:gd name="csY22" fmla="*/ 52870 h 134676"/>
              <a:gd name="csX23" fmla="*/ 0 w 134695"/>
              <a:gd name="csY23" fmla="*/ 58722 h 134676"/>
              <a:gd name="csX24" fmla="*/ 0 w 134695"/>
              <a:gd name="csY24" fmla="*/ 122259 h 134676"/>
              <a:gd name="csX25" fmla="*/ 3641 w 134695"/>
              <a:gd name="csY25" fmla="*/ 131037 h 134676"/>
              <a:gd name="csX26" fmla="*/ 12403 w 134695"/>
              <a:gd name="csY26" fmla="*/ 134677 h 134676"/>
              <a:gd name="csX27" fmla="*/ 122292 w 134695"/>
              <a:gd name="csY27" fmla="*/ 134677 h 134676"/>
              <a:gd name="csX28" fmla="*/ 131054 w 134695"/>
              <a:gd name="csY28" fmla="*/ 131037 h 134676"/>
              <a:gd name="csX29" fmla="*/ 134695 w 134695"/>
              <a:gd name="csY29" fmla="*/ 122259 h 134676"/>
              <a:gd name="csX30" fmla="*/ 134695 w 134695"/>
              <a:gd name="csY30" fmla="*/ 12401 h 134676"/>
              <a:gd name="csX31" fmla="*/ 131054 w 134695"/>
              <a:gd name="csY31" fmla="*/ 3640 h 134676"/>
              <a:gd name="csX32" fmla="*/ 122292 w 134695"/>
              <a:gd name="csY32" fmla="*/ 0 h 134676"/>
              <a:gd name="csX33" fmla="*/ 38995 w 134695"/>
              <a:gd name="csY33" fmla="*/ 109858 h 134676"/>
              <a:gd name="csX34" fmla="*/ 37957 w 134695"/>
              <a:gd name="csY34" fmla="*/ 112375 h 134676"/>
              <a:gd name="csX35" fmla="*/ 35439 w 134695"/>
              <a:gd name="csY35" fmla="*/ 113413 h 134676"/>
              <a:gd name="csX36" fmla="*/ 28361 w 134695"/>
              <a:gd name="csY36" fmla="*/ 113413 h 134676"/>
              <a:gd name="csX37" fmla="*/ 25843 w 134695"/>
              <a:gd name="csY37" fmla="*/ 112375 h 134676"/>
              <a:gd name="csX38" fmla="*/ 24806 w 134695"/>
              <a:gd name="csY38" fmla="*/ 109858 h 134676"/>
              <a:gd name="csX39" fmla="*/ 24806 w 134695"/>
              <a:gd name="csY39" fmla="*/ 102781 h 134676"/>
              <a:gd name="csX40" fmla="*/ 25843 w 134695"/>
              <a:gd name="csY40" fmla="*/ 100263 h 134676"/>
              <a:gd name="csX41" fmla="*/ 28361 w 134695"/>
              <a:gd name="csY41" fmla="*/ 99226 h 134676"/>
              <a:gd name="csX42" fmla="*/ 35439 w 134695"/>
              <a:gd name="csY42" fmla="*/ 99226 h 134676"/>
              <a:gd name="csX43" fmla="*/ 37957 w 134695"/>
              <a:gd name="csY43" fmla="*/ 100263 h 134676"/>
              <a:gd name="csX44" fmla="*/ 38995 w 134695"/>
              <a:gd name="csY44" fmla="*/ 102781 h 134676"/>
              <a:gd name="csX45" fmla="*/ 38995 w 134695"/>
              <a:gd name="csY45" fmla="*/ 109858 h 134676"/>
              <a:gd name="csX46" fmla="*/ 38995 w 134695"/>
              <a:gd name="csY46" fmla="*/ 81517 h 134676"/>
              <a:gd name="csX47" fmla="*/ 37957 w 134695"/>
              <a:gd name="csY47" fmla="*/ 84018 h 134676"/>
              <a:gd name="csX48" fmla="*/ 35439 w 134695"/>
              <a:gd name="csY48" fmla="*/ 85056 h 134676"/>
              <a:gd name="csX49" fmla="*/ 28361 w 134695"/>
              <a:gd name="csY49" fmla="*/ 85056 h 134676"/>
              <a:gd name="csX50" fmla="*/ 25843 w 134695"/>
              <a:gd name="csY50" fmla="*/ 84018 h 134676"/>
              <a:gd name="csX51" fmla="*/ 24806 w 134695"/>
              <a:gd name="csY51" fmla="*/ 81517 h 134676"/>
              <a:gd name="csX52" fmla="*/ 24806 w 134695"/>
              <a:gd name="csY52" fmla="*/ 74424 h 134676"/>
              <a:gd name="csX53" fmla="*/ 25843 w 134695"/>
              <a:gd name="csY53" fmla="*/ 71923 h 134676"/>
              <a:gd name="csX54" fmla="*/ 28361 w 134695"/>
              <a:gd name="csY54" fmla="*/ 70885 h 134676"/>
              <a:gd name="csX55" fmla="*/ 35439 w 134695"/>
              <a:gd name="csY55" fmla="*/ 70885 h 134676"/>
              <a:gd name="csX56" fmla="*/ 37957 w 134695"/>
              <a:gd name="csY56" fmla="*/ 71923 h 134676"/>
              <a:gd name="csX57" fmla="*/ 38995 w 134695"/>
              <a:gd name="csY57" fmla="*/ 74424 h 134676"/>
              <a:gd name="csX58" fmla="*/ 38995 w 134695"/>
              <a:gd name="csY58" fmla="*/ 81517 h 134676"/>
              <a:gd name="csX59" fmla="*/ 74434 w 134695"/>
              <a:gd name="csY59" fmla="*/ 109858 h 134676"/>
              <a:gd name="csX60" fmla="*/ 73396 w 134695"/>
              <a:gd name="csY60" fmla="*/ 112375 h 134676"/>
              <a:gd name="csX61" fmla="*/ 70895 w 134695"/>
              <a:gd name="csY61" fmla="*/ 113413 h 134676"/>
              <a:gd name="csX62" fmla="*/ 63800 w 134695"/>
              <a:gd name="csY62" fmla="*/ 113413 h 134676"/>
              <a:gd name="csX63" fmla="*/ 61299 w 134695"/>
              <a:gd name="csY63" fmla="*/ 112375 h 134676"/>
              <a:gd name="csX64" fmla="*/ 60261 w 134695"/>
              <a:gd name="csY64" fmla="*/ 109858 h 134676"/>
              <a:gd name="csX65" fmla="*/ 60261 w 134695"/>
              <a:gd name="csY65" fmla="*/ 102781 h 134676"/>
              <a:gd name="csX66" fmla="*/ 61299 w 134695"/>
              <a:gd name="csY66" fmla="*/ 100263 h 134676"/>
              <a:gd name="csX67" fmla="*/ 63800 w 134695"/>
              <a:gd name="csY67" fmla="*/ 99226 h 134676"/>
              <a:gd name="csX68" fmla="*/ 70895 w 134695"/>
              <a:gd name="csY68" fmla="*/ 99226 h 134676"/>
              <a:gd name="csX69" fmla="*/ 73396 w 134695"/>
              <a:gd name="csY69" fmla="*/ 100263 h 134676"/>
              <a:gd name="csX70" fmla="*/ 74434 w 134695"/>
              <a:gd name="csY70" fmla="*/ 102781 h 134676"/>
              <a:gd name="csX71" fmla="*/ 74434 w 134695"/>
              <a:gd name="csY71" fmla="*/ 109858 h 134676"/>
              <a:gd name="csX72" fmla="*/ 74434 w 134695"/>
              <a:gd name="csY72" fmla="*/ 81517 h 134676"/>
              <a:gd name="csX73" fmla="*/ 73396 w 134695"/>
              <a:gd name="csY73" fmla="*/ 84018 h 134676"/>
              <a:gd name="csX74" fmla="*/ 70895 w 134695"/>
              <a:gd name="csY74" fmla="*/ 85056 h 134676"/>
              <a:gd name="csX75" fmla="*/ 63800 w 134695"/>
              <a:gd name="csY75" fmla="*/ 85056 h 134676"/>
              <a:gd name="csX76" fmla="*/ 61299 w 134695"/>
              <a:gd name="csY76" fmla="*/ 84018 h 134676"/>
              <a:gd name="csX77" fmla="*/ 60261 w 134695"/>
              <a:gd name="csY77" fmla="*/ 81517 h 134676"/>
              <a:gd name="csX78" fmla="*/ 60261 w 134695"/>
              <a:gd name="csY78" fmla="*/ 74424 h 134676"/>
              <a:gd name="csX79" fmla="*/ 61299 w 134695"/>
              <a:gd name="csY79" fmla="*/ 71923 h 134676"/>
              <a:gd name="csX80" fmla="*/ 63800 w 134695"/>
              <a:gd name="csY80" fmla="*/ 70885 h 134676"/>
              <a:gd name="csX81" fmla="*/ 70895 w 134695"/>
              <a:gd name="csY81" fmla="*/ 70885 h 134676"/>
              <a:gd name="csX82" fmla="*/ 73396 w 134695"/>
              <a:gd name="csY82" fmla="*/ 71923 h 134676"/>
              <a:gd name="csX83" fmla="*/ 74434 w 134695"/>
              <a:gd name="csY83" fmla="*/ 74424 h 134676"/>
              <a:gd name="csX84" fmla="*/ 74434 w 134695"/>
              <a:gd name="csY84" fmla="*/ 81517 h 134676"/>
              <a:gd name="csX85" fmla="*/ 109873 w 134695"/>
              <a:gd name="csY85" fmla="*/ 109858 h 134676"/>
              <a:gd name="csX86" fmla="*/ 108835 w 134695"/>
              <a:gd name="csY86" fmla="*/ 112375 h 134676"/>
              <a:gd name="csX87" fmla="*/ 106334 w 134695"/>
              <a:gd name="csY87" fmla="*/ 113413 h 134676"/>
              <a:gd name="csX88" fmla="*/ 99239 w 134695"/>
              <a:gd name="csY88" fmla="*/ 113413 h 134676"/>
              <a:gd name="csX89" fmla="*/ 96738 w 134695"/>
              <a:gd name="csY89" fmla="*/ 112375 h 134676"/>
              <a:gd name="csX90" fmla="*/ 95700 w 134695"/>
              <a:gd name="csY90" fmla="*/ 109858 h 134676"/>
              <a:gd name="csX91" fmla="*/ 95700 w 134695"/>
              <a:gd name="csY91" fmla="*/ 102781 h 134676"/>
              <a:gd name="csX92" fmla="*/ 96738 w 134695"/>
              <a:gd name="csY92" fmla="*/ 100263 h 134676"/>
              <a:gd name="csX93" fmla="*/ 99239 w 134695"/>
              <a:gd name="csY93" fmla="*/ 99226 h 134676"/>
              <a:gd name="csX94" fmla="*/ 106334 w 134695"/>
              <a:gd name="csY94" fmla="*/ 99226 h 134676"/>
              <a:gd name="csX95" fmla="*/ 108835 w 134695"/>
              <a:gd name="csY95" fmla="*/ 100263 h 134676"/>
              <a:gd name="csX96" fmla="*/ 109873 w 134695"/>
              <a:gd name="csY96" fmla="*/ 102781 h 134676"/>
              <a:gd name="csX97" fmla="*/ 109873 w 134695"/>
              <a:gd name="csY97" fmla="*/ 109858 h 134676"/>
              <a:gd name="csX98" fmla="*/ 109873 w 134695"/>
              <a:gd name="csY98" fmla="*/ 81517 h 134676"/>
              <a:gd name="csX99" fmla="*/ 108835 w 134695"/>
              <a:gd name="csY99" fmla="*/ 84018 h 134676"/>
              <a:gd name="csX100" fmla="*/ 106334 w 134695"/>
              <a:gd name="csY100" fmla="*/ 85056 h 134676"/>
              <a:gd name="csX101" fmla="*/ 99239 w 134695"/>
              <a:gd name="csY101" fmla="*/ 85056 h 134676"/>
              <a:gd name="csX102" fmla="*/ 96738 w 134695"/>
              <a:gd name="csY102" fmla="*/ 84018 h 134676"/>
              <a:gd name="csX103" fmla="*/ 95700 w 134695"/>
              <a:gd name="csY103" fmla="*/ 81517 h 134676"/>
              <a:gd name="csX104" fmla="*/ 95700 w 134695"/>
              <a:gd name="csY104" fmla="*/ 74424 h 134676"/>
              <a:gd name="csX105" fmla="*/ 96738 w 134695"/>
              <a:gd name="csY105" fmla="*/ 71923 h 134676"/>
              <a:gd name="csX106" fmla="*/ 99239 w 134695"/>
              <a:gd name="csY106" fmla="*/ 70885 h 134676"/>
              <a:gd name="csX107" fmla="*/ 106334 w 134695"/>
              <a:gd name="csY107" fmla="*/ 70885 h 134676"/>
              <a:gd name="csX108" fmla="*/ 108835 w 134695"/>
              <a:gd name="csY108" fmla="*/ 71923 h 134676"/>
              <a:gd name="csX109" fmla="*/ 109873 w 134695"/>
              <a:gd name="csY109" fmla="*/ 74424 h 134676"/>
              <a:gd name="csX110" fmla="*/ 109873 w 134695"/>
              <a:gd name="csY110" fmla="*/ 81517 h 134676"/>
            </a:gdLst>
            <a:ahLst/>
            <a:cxnLst/>
            <a:rect l="l" t="t" r="r" b="b"/>
            <a:pathLst>
              <a:path w="100000" h="100000">
                <a:moveTo>
                  <a:pt x="90792" y="7"/>
                </a:moveTo>
                <a:lnTo>
                  <a:pt x="75003" y="7"/>
                </a:lnTo>
                <a:cubicBezTo>
                  <a:pt x="72553" y="7"/>
                  <a:pt x="70216" y="980"/>
                  <a:pt x="68486" y="2709"/>
                </a:cubicBezTo>
                <a:cubicBezTo>
                  <a:pt x="66755" y="4427"/>
                  <a:pt x="65783" y="6776"/>
                  <a:pt x="65783" y="9214"/>
                </a:cubicBezTo>
                <a:lnTo>
                  <a:pt x="65783" y="35521"/>
                </a:lnTo>
                <a:cubicBezTo>
                  <a:pt x="65783" y="35875"/>
                  <a:pt x="65644" y="36216"/>
                  <a:pt x="65403" y="36455"/>
                </a:cubicBezTo>
                <a:cubicBezTo>
                  <a:pt x="65151" y="36708"/>
                  <a:pt x="64823" y="36847"/>
                  <a:pt x="64469" y="36847"/>
                </a:cubicBezTo>
                <a:lnTo>
                  <a:pt x="56574" y="36847"/>
                </a:lnTo>
                <a:cubicBezTo>
                  <a:pt x="56234" y="36847"/>
                  <a:pt x="55892" y="36708"/>
                  <a:pt x="55652" y="36455"/>
                </a:cubicBezTo>
                <a:cubicBezTo>
                  <a:pt x="55400" y="36216"/>
                  <a:pt x="55261" y="35875"/>
                  <a:pt x="55261" y="35521"/>
                </a:cubicBezTo>
                <a:lnTo>
                  <a:pt x="55261" y="25001"/>
                </a:lnTo>
                <a:cubicBezTo>
                  <a:pt x="55261" y="24293"/>
                  <a:pt x="55072" y="23586"/>
                  <a:pt x="54705" y="22980"/>
                </a:cubicBezTo>
                <a:cubicBezTo>
                  <a:pt x="54339" y="22361"/>
                  <a:pt x="53808" y="21856"/>
                  <a:pt x="53177" y="21528"/>
                </a:cubicBezTo>
                <a:cubicBezTo>
                  <a:pt x="52545" y="21187"/>
                  <a:pt x="51838" y="21023"/>
                  <a:pt x="51130" y="21061"/>
                </a:cubicBezTo>
                <a:cubicBezTo>
                  <a:pt x="50410" y="21098"/>
                  <a:pt x="49729" y="21313"/>
                  <a:pt x="49135" y="21717"/>
                </a:cubicBezTo>
                <a:lnTo>
                  <a:pt x="31578" y="33424"/>
                </a:lnTo>
                <a:lnTo>
                  <a:pt x="31578" y="25001"/>
                </a:lnTo>
                <a:cubicBezTo>
                  <a:pt x="31578" y="24293"/>
                  <a:pt x="31388" y="23586"/>
                  <a:pt x="31022" y="22980"/>
                </a:cubicBezTo>
                <a:cubicBezTo>
                  <a:pt x="30656" y="22361"/>
                  <a:pt x="30125" y="21856"/>
                  <a:pt x="29493" y="21528"/>
                </a:cubicBezTo>
                <a:cubicBezTo>
                  <a:pt x="28862" y="21187"/>
                  <a:pt x="28155" y="21023"/>
                  <a:pt x="27447" y="21061"/>
                </a:cubicBezTo>
                <a:cubicBezTo>
                  <a:pt x="26727" y="21098"/>
                  <a:pt x="26046" y="21313"/>
                  <a:pt x="25452" y="21717"/>
                </a:cubicBezTo>
                <a:lnTo>
                  <a:pt x="4105" y="35950"/>
                </a:lnTo>
                <a:cubicBezTo>
                  <a:pt x="2842" y="36783"/>
                  <a:pt x="1806" y="37920"/>
                  <a:pt x="1086" y="39259"/>
                </a:cubicBezTo>
                <a:cubicBezTo>
                  <a:pt x="366" y="40598"/>
                  <a:pt x="0" y="42088"/>
                  <a:pt x="0" y="43603"/>
                </a:cubicBezTo>
                <a:lnTo>
                  <a:pt x="0" y="90774"/>
                </a:lnTo>
                <a:cubicBezTo>
                  <a:pt x="0" y="93224"/>
                  <a:pt x="973" y="95561"/>
                  <a:pt x="2703" y="97291"/>
                </a:cubicBezTo>
                <a:cubicBezTo>
                  <a:pt x="4421" y="99021"/>
                  <a:pt x="6770" y="99994"/>
                  <a:pt x="9208" y="99994"/>
                </a:cubicBezTo>
                <a:lnTo>
                  <a:pt x="90792" y="99994"/>
                </a:lnTo>
                <a:cubicBezTo>
                  <a:pt x="93230" y="99994"/>
                  <a:pt x="95566" y="99021"/>
                  <a:pt x="97297" y="97291"/>
                </a:cubicBezTo>
                <a:cubicBezTo>
                  <a:pt x="99027" y="95561"/>
                  <a:pt x="100000" y="93224"/>
                  <a:pt x="100000" y="90774"/>
                </a:cubicBezTo>
                <a:lnTo>
                  <a:pt x="100000" y="9214"/>
                </a:lnTo>
                <a:cubicBezTo>
                  <a:pt x="100000" y="6776"/>
                  <a:pt x="99027" y="4427"/>
                  <a:pt x="97297" y="2709"/>
                </a:cubicBezTo>
                <a:cubicBezTo>
                  <a:pt x="95566" y="980"/>
                  <a:pt x="93230" y="7"/>
                  <a:pt x="90792" y="7"/>
                </a:cubicBezTo>
                <a:close/>
                <a:moveTo>
                  <a:pt x="28951" y="81568"/>
                </a:moveTo>
                <a:cubicBezTo>
                  <a:pt x="28951" y="82274"/>
                  <a:pt x="28672" y="82944"/>
                  <a:pt x="28180" y="83436"/>
                </a:cubicBezTo>
                <a:cubicBezTo>
                  <a:pt x="27687" y="83929"/>
                  <a:pt x="27018" y="84207"/>
                  <a:pt x="26311" y="84207"/>
                </a:cubicBezTo>
                <a:lnTo>
                  <a:pt x="21056" y="84207"/>
                </a:lnTo>
                <a:cubicBezTo>
                  <a:pt x="20349" y="84207"/>
                  <a:pt x="19679" y="83929"/>
                  <a:pt x="19186" y="83436"/>
                </a:cubicBezTo>
                <a:cubicBezTo>
                  <a:pt x="18694" y="82944"/>
                  <a:pt x="18416" y="82274"/>
                  <a:pt x="18416" y="81568"/>
                </a:cubicBezTo>
                <a:lnTo>
                  <a:pt x="18416" y="76314"/>
                </a:lnTo>
                <a:cubicBezTo>
                  <a:pt x="18416" y="75606"/>
                  <a:pt x="18694" y="74937"/>
                  <a:pt x="19186" y="74444"/>
                </a:cubicBezTo>
                <a:cubicBezTo>
                  <a:pt x="19679" y="73952"/>
                  <a:pt x="20349" y="73674"/>
                  <a:pt x="21056" y="73674"/>
                </a:cubicBezTo>
                <a:lnTo>
                  <a:pt x="26311" y="73674"/>
                </a:lnTo>
                <a:cubicBezTo>
                  <a:pt x="27018" y="73674"/>
                  <a:pt x="27687" y="73952"/>
                  <a:pt x="28180" y="74444"/>
                </a:cubicBezTo>
                <a:cubicBezTo>
                  <a:pt x="28672" y="74937"/>
                  <a:pt x="28951" y="75606"/>
                  <a:pt x="28951" y="76314"/>
                </a:cubicBezTo>
                <a:lnTo>
                  <a:pt x="28951" y="81568"/>
                </a:lnTo>
                <a:close/>
                <a:moveTo>
                  <a:pt x="28951" y="60527"/>
                </a:moveTo>
                <a:cubicBezTo>
                  <a:pt x="28951" y="61222"/>
                  <a:pt x="28672" y="61891"/>
                  <a:pt x="28180" y="62384"/>
                </a:cubicBezTo>
                <a:cubicBezTo>
                  <a:pt x="27687" y="62876"/>
                  <a:pt x="27018" y="63154"/>
                  <a:pt x="26311" y="63154"/>
                </a:cubicBezTo>
                <a:lnTo>
                  <a:pt x="21056" y="63154"/>
                </a:lnTo>
                <a:cubicBezTo>
                  <a:pt x="20349" y="63154"/>
                  <a:pt x="19679" y="62876"/>
                  <a:pt x="19186" y="62384"/>
                </a:cubicBezTo>
                <a:cubicBezTo>
                  <a:pt x="18694" y="61891"/>
                  <a:pt x="18416" y="61222"/>
                  <a:pt x="18416" y="60527"/>
                </a:cubicBezTo>
                <a:lnTo>
                  <a:pt x="18416" y="55261"/>
                </a:lnTo>
                <a:cubicBezTo>
                  <a:pt x="18416" y="54566"/>
                  <a:pt x="18694" y="53896"/>
                  <a:pt x="19186" y="53404"/>
                </a:cubicBezTo>
                <a:cubicBezTo>
                  <a:pt x="19679" y="52912"/>
                  <a:pt x="20349" y="52633"/>
                  <a:pt x="21056" y="52633"/>
                </a:cubicBezTo>
                <a:lnTo>
                  <a:pt x="26311" y="52633"/>
                </a:lnTo>
                <a:cubicBezTo>
                  <a:pt x="27018" y="52633"/>
                  <a:pt x="27687" y="52912"/>
                  <a:pt x="28180" y="53404"/>
                </a:cubicBezTo>
                <a:cubicBezTo>
                  <a:pt x="28672" y="53896"/>
                  <a:pt x="28951" y="54566"/>
                  <a:pt x="28951" y="55261"/>
                </a:cubicBezTo>
                <a:lnTo>
                  <a:pt x="28951" y="60527"/>
                </a:lnTo>
                <a:close/>
                <a:moveTo>
                  <a:pt x="55261" y="81568"/>
                </a:moveTo>
                <a:cubicBezTo>
                  <a:pt x="55261" y="82274"/>
                  <a:pt x="54983" y="82944"/>
                  <a:pt x="54491" y="83436"/>
                </a:cubicBezTo>
                <a:cubicBezTo>
                  <a:pt x="53998" y="83929"/>
                  <a:pt x="53329" y="84207"/>
                  <a:pt x="52634" y="84207"/>
                </a:cubicBezTo>
                <a:lnTo>
                  <a:pt x="47366" y="84207"/>
                </a:lnTo>
                <a:cubicBezTo>
                  <a:pt x="46671" y="84207"/>
                  <a:pt x="46002" y="83929"/>
                  <a:pt x="45509" y="83436"/>
                </a:cubicBezTo>
                <a:cubicBezTo>
                  <a:pt x="45017" y="82944"/>
                  <a:pt x="44739" y="82274"/>
                  <a:pt x="44739" y="81568"/>
                </a:cubicBezTo>
                <a:lnTo>
                  <a:pt x="44739" y="76314"/>
                </a:lnTo>
                <a:cubicBezTo>
                  <a:pt x="44739" y="75606"/>
                  <a:pt x="45017" y="74937"/>
                  <a:pt x="45509" y="74444"/>
                </a:cubicBezTo>
                <a:cubicBezTo>
                  <a:pt x="46002" y="73952"/>
                  <a:pt x="46671" y="73674"/>
                  <a:pt x="47366" y="73674"/>
                </a:cubicBezTo>
                <a:lnTo>
                  <a:pt x="52634" y="73674"/>
                </a:lnTo>
                <a:cubicBezTo>
                  <a:pt x="53329" y="73674"/>
                  <a:pt x="53998" y="73952"/>
                  <a:pt x="54491" y="74444"/>
                </a:cubicBezTo>
                <a:cubicBezTo>
                  <a:pt x="54983" y="74937"/>
                  <a:pt x="55261" y="75606"/>
                  <a:pt x="55261" y="76314"/>
                </a:cubicBezTo>
                <a:lnTo>
                  <a:pt x="55261" y="81568"/>
                </a:lnTo>
                <a:close/>
                <a:moveTo>
                  <a:pt x="55261" y="60527"/>
                </a:moveTo>
                <a:cubicBezTo>
                  <a:pt x="55261" y="61222"/>
                  <a:pt x="54983" y="61891"/>
                  <a:pt x="54491" y="62384"/>
                </a:cubicBezTo>
                <a:cubicBezTo>
                  <a:pt x="53998" y="62876"/>
                  <a:pt x="53329" y="63154"/>
                  <a:pt x="52634" y="63154"/>
                </a:cubicBezTo>
                <a:lnTo>
                  <a:pt x="47366" y="63154"/>
                </a:lnTo>
                <a:cubicBezTo>
                  <a:pt x="46671" y="63154"/>
                  <a:pt x="46002" y="62876"/>
                  <a:pt x="45509" y="62384"/>
                </a:cubicBezTo>
                <a:cubicBezTo>
                  <a:pt x="45017" y="61891"/>
                  <a:pt x="44739" y="61222"/>
                  <a:pt x="44739" y="60527"/>
                </a:cubicBezTo>
                <a:lnTo>
                  <a:pt x="44739" y="55261"/>
                </a:lnTo>
                <a:cubicBezTo>
                  <a:pt x="44739" y="54566"/>
                  <a:pt x="45017" y="53896"/>
                  <a:pt x="45509" y="53404"/>
                </a:cubicBezTo>
                <a:cubicBezTo>
                  <a:pt x="46002" y="52912"/>
                  <a:pt x="46671" y="52633"/>
                  <a:pt x="47366" y="52633"/>
                </a:cubicBezTo>
                <a:lnTo>
                  <a:pt x="52634" y="52633"/>
                </a:lnTo>
                <a:cubicBezTo>
                  <a:pt x="53329" y="52633"/>
                  <a:pt x="53998" y="52912"/>
                  <a:pt x="54491" y="53404"/>
                </a:cubicBezTo>
                <a:cubicBezTo>
                  <a:pt x="54983" y="53896"/>
                  <a:pt x="55261" y="54566"/>
                  <a:pt x="55261" y="55261"/>
                </a:cubicBezTo>
                <a:lnTo>
                  <a:pt x="55261" y="60527"/>
                </a:lnTo>
                <a:close/>
                <a:moveTo>
                  <a:pt x="81572" y="81568"/>
                </a:moveTo>
                <a:cubicBezTo>
                  <a:pt x="81572" y="82274"/>
                  <a:pt x="81293" y="82944"/>
                  <a:pt x="80801" y="83436"/>
                </a:cubicBezTo>
                <a:cubicBezTo>
                  <a:pt x="80308" y="83929"/>
                  <a:pt x="79639" y="84207"/>
                  <a:pt x="78944" y="84207"/>
                </a:cubicBezTo>
                <a:lnTo>
                  <a:pt x="73677" y="84207"/>
                </a:lnTo>
                <a:cubicBezTo>
                  <a:pt x="72983" y="84207"/>
                  <a:pt x="72313" y="83929"/>
                  <a:pt x="71820" y="83436"/>
                </a:cubicBezTo>
                <a:cubicBezTo>
                  <a:pt x="71328" y="82944"/>
                  <a:pt x="71049" y="82274"/>
                  <a:pt x="71049" y="81568"/>
                </a:cubicBezTo>
                <a:lnTo>
                  <a:pt x="71049" y="76314"/>
                </a:lnTo>
                <a:cubicBezTo>
                  <a:pt x="71049" y="75606"/>
                  <a:pt x="71328" y="74937"/>
                  <a:pt x="71820" y="74444"/>
                </a:cubicBezTo>
                <a:cubicBezTo>
                  <a:pt x="72313" y="73952"/>
                  <a:pt x="72983" y="73674"/>
                  <a:pt x="73677" y="73674"/>
                </a:cubicBezTo>
                <a:lnTo>
                  <a:pt x="78944" y="73674"/>
                </a:lnTo>
                <a:cubicBezTo>
                  <a:pt x="79639" y="73674"/>
                  <a:pt x="80308" y="73952"/>
                  <a:pt x="80801" y="74444"/>
                </a:cubicBezTo>
                <a:cubicBezTo>
                  <a:pt x="81293" y="74937"/>
                  <a:pt x="81572" y="75606"/>
                  <a:pt x="81572" y="76314"/>
                </a:cubicBezTo>
                <a:lnTo>
                  <a:pt x="81572" y="81568"/>
                </a:lnTo>
                <a:close/>
                <a:moveTo>
                  <a:pt x="81572" y="60527"/>
                </a:moveTo>
                <a:cubicBezTo>
                  <a:pt x="81572" y="61222"/>
                  <a:pt x="81293" y="61891"/>
                  <a:pt x="80801" y="62384"/>
                </a:cubicBezTo>
                <a:cubicBezTo>
                  <a:pt x="80308" y="62876"/>
                  <a:pt x="79639" y="63154"/>
                  <a:pt x="78944" y="63154"/>
                </a:cubicBezTo>
                <a:lnTo>
                  <a:pt x="73677" y="63154"/>
                </a:lnTo>
                <a:cubicBezTo>
                  <a:pt x="72983" y="63154"/>
                  <a:pt x="72313" y="62876"/>
                  <a:pt x="71820" y="62384"/>
                </a:cubicBezTo>
                <a:cubicBezTo>
                  <a:pt x="71328" y="61891"/>
                  <a:pt x="71049" y="61222"/>
                  <a:pt x="71049" y="60527"/>
                </a:cubicBezTo>
                <a:lnTo>
                  <a:pt x="71049" y="55261"/>
                </a:lnTo>
                <a:cubicBezTo>
                  <a:pt x="71049" y="54566"/>
                  <a:pt x="71328" y="53896"/>
                  <a:pt x="71820" y="53404"/>
                </a:cubicBezTo>
                <a:cubicBezTo>
                  <a:pt x="72313" y="52912"/>
                  <a:pt x="72983" y="52633"/>
                  <a:pt x="73677" y="52633"/>
                </a:cubicBezTo>
                <a:lnTo>
                  <a:pt x="78944" y="52633"/>
                </a:lnTo>
                <a:cubicBezTo>
                  <a:pt x="79639" y="52633"/>
                  <a:pt x="80308" y="52912"/>
                  <a:pt x="80801" y="53404"/>
                </a:cubicBezTo>
                <a:cubicBezTo>
                  <a:pt x="81293" y="53896"/>
                  <a:pt x="81572" y="54566"/>
                  <a:pt x="81572" y="55261"/>
                </a:cubicBezTo>
                <a:lnTo>
                  <a:pt x="81572" y="6052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2" name="Чёрный — SVG 9">
            <a:extLst>
              <a:ext uri="{FF2B5EF4-FFF2-40B4-BE49-F238E27FC236}">
                <a16:creationId xmlns:a16="http://schemas.microsoft.com/office/drawing/2014/main" id="{23E1CCFB-F7A9-EC4F-ADF9-F0D92AD22264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129370 w 134695"/>
              <a:gd name="csY0" fmla="*/ 0 h 134676"/>
              <a:gd name="csX1" fmla="*/ 104564 w 134695"/>
              <a:gd name="csY1" fmla="*/ 0 h 134676"/>
              <a:gd name="csX2" fmla="*/ 99290 w 134695"/>
              <a:gd name="csY2" fmla="*/ 4559 h 134676"/>
              <a:gd name="csX3" fmla="*/ 92859 w 134695"/>
              <a:gd name="csY3" fmla="*/ 49621 h 134676"/>
              <a:gd name="csX4" fmla="*/ 81528 w 134695"/>
              <a:gd name="csY4" fmla="*/ 49621 h 134676"/>
              <a:gd name="csX5" fmla="*/ 81528 w 134695"/>
              <a:gd name="csY5" fmla="*/ 33665 h 134676"/>
              <a:gd name="csX6" fmla="*/ 78687 w 134695"/>
              <a:gd name="csY6" fmla="*/ 28970 h 134676"/>
              <a:gd name="csX7" fmla="*/ 73209 w 134695"/>
              <a:gd name="csY7" fmla="*/ 29276 h 134676"/>
              <a:gd name="csX8" fmla="*/ 42534 w 134695"/>
              <a:gd name="csY8" fmla="*/ 50183 h 134676"/>
              <a:gd name="csX9" fmla="*/ 42534 w 134695"/>
              <a:gd name="csY9" fmla="*/ 33665 h 134676"/>
              <a:gd name="csX10" fmla="*/ 39726 w 134695"/>
              <a:gd name="csY10" fmla="*/ 28987 h 134676"/>
              <a:gd name="csX11" fmla="*/ 34265 w 134695"/>
              <a:gd name="csY11" fmla="*/ 29242 h 134676"/>
              <a:gd name="csX12" fmla="*/ 8677 w 134695"/>
              <a:gd name="csY12" fmla="*/ 46304 h 134676"/>
              <a:gd name="csX13" fmla="*/ 0 w 134695"/>
              <a:gd name="csY13" fmla="*/ 62516 h 134676"/>
              <a:gd name="csX14" fmla="*/ 0 w 134695"/>
              <a:gd name="csY14" fmla="*/ 129353 h 134676"/>
              <a:gd name="csX15" fmla="*/ 5308 w 134695"/>
              <a:gd name="csY15" fmla="*/ 134677 h 134676"/>
              <a:gd name="csX16" fmla="*/ 129370 w 134695"/>
              <a:gd name="csY16" fmla="*/ 134677 h 134676"/>
              <a:gd name="csX17" fmla="*/ 134695 w 134695"/>
              <a:gd name="csY17" fmla="*/ 129353 h 134676"/>
              <a:gd name="csX18" fmla="*/ 134695 w 134695"/>
              <a:gd name="csY18" fmla="*/ 5307 h 134676"/>
              <a:gd name="csX19" fmla="*/ 129370 w 134695"/>
              <a:gd name="csY19" fmla="*/ 0 h 134676"/>
              <a:gd name="csX20" fmla="*/ 35439 w 134695"/>
              <a:gd name="csY20" fmla="*/ 109858 h 134676"/>
              <a:gd name="csX21" fmla="*/ 31900 w 134695"/>
              <a:gd name="csY21" fmla="*/ 113413 h 134676"/>
              <a:gd name="csX22" fmla="*/ 28361 w 134695"/>
              <a:gd name="csY22" fmla="*/ 113413 h 134676"/>
              <a:gd name="csX23" fmla="*/ 24806 w 134695"/>
              <a:gd name="csY23" fmla="*/ 109858 h 134676"/>
              <a:gd name="csX24" fmla="*/ 24806 w 134695"/>
              <a:gd name="csY24" fmla="*/ 74424 h 134676"/>
              <a:gd name="csX25" fmla="*/ 28361 w 134695"/>
              <a:gd name="csY25" fmla="*/ 70885 h 134676"/>
              <a:gd name="csX26" fmla="*/ 31900 w 134695"/>
              <a:gd name="csY26" fmla="*/ 70885 h 134676"/>
              <a:gd name="csX27" fmla="*/ 35439 w 134695"/>
              <a:gd name="csY27" fmla="*/ 74424 h 134676"/>
              <a:gd name="csX28" fmla="*/ 35439 w 134695"/>
              <a:gd name="csY28" fmla="*/ 109858 h 134676"/>
              <a:gd name="csX29" fmla="*/ 60261 w 134695"/>
              <a:gd name="csY29" fmla="*/ 109858 h 134676"/>
              <a:gd name="csX30" fmla="*/ 56706 w 134695"/>
              <a:gd name="csY30" fmla="*/ 113413 h 134676"/>
              <a:gd name="csX31" fmla="*/ 53167 w 134695"/>
              <a:gd name="csY31" fmla="*/ 113413 h 134676"/>
              <a:gd name="csX32" fmla="*/ 49628 w 134695"/>
              <a:gd name="csY32" fmla="*/ 109858 h 134676"/>
              <a:gd name="csX33" fmla="*/ 49628 w 134695"/>
              <a:gd name="csY33" fmla="*/ 74424 h 134676"/>
              <a:gd name="csX34" fmla="*/ 53167 w 134695"/>
              <a:gd name="csY34" fmla="*/ 70885 h 134676"/>
              <a:gd name="csX35" fmla="*/ 56706 w 134695"/>
              <a:gd name="csY35" fmla="*/ 70885 h 134676"/>
              <a:gd name="csX36" fmla="*/ 60261 w 134695"/>
              <a:gd name="csY36" fmla="*/ 74424 h 134676"/>
              <a:gd name="csX37" fmla="*/ 60261 w 134695"/>
              <a:gd name="csY37" fmla="*/ 109858 h 134676"/>
              <a:gd name="csX38" fmla="*/ 85067 w 134695"/>
              <a:gd name="csY38" fmla="*/ 109858 h 134676"/>
              <a:gd name="csX39" fmla="*/ 81528 w 134695"/>
              <a:gd name="csY39" fmla="*/ 113413 h 134676"/>
              <a:gd name="csX40" fmla="*/ 77973 w 134695"/>
              <a:gd name="csY40" fmla="*/ 113413 h 134676"/>
              <a:gd name="csX41" fmla="*/ 74434 w 134695"/>
              <a:gd name="csY41" fmla="*/ 109858 h 134676"/>
              <a:gd name="csX42" fmla="*/ 74434 w 134695"/>
              <a:gd name="csY42" fmla="*/ 74424 h 134676"/>
              <a:gd name="csX43" fmla="*/ 77973 w 134695"/>
              <a:gd name="csY43" fmla="*/ 70885 h 134676"/>
              <a:gd name="csX44" fmla="*/ 81528 w 134695"/>
              <a:gd name="csY44" fmla="*/ 70885 h 134676"/>
              <a:gd name="csX45" fmla="*/ 85067 w 134695"/>
              <a:gd name="csY45" fmla="*/ 74424 h 134676"/>
              <a:gd name="csX46" fmla="*/ 85067 w 134695"/>
              <a:gd name="csY46" fmla="*/ 109858 h 134676"/>
              <a:gd name="csX47" fmla="*/ 109873 w 134695"/>
              <a:gd name="csY47" fmla="*/ 109858 h 134676"/>
              <a:gd name="csX48" fmla="*/ 106334 w 134695"/>
              <a:gd name="csY48" fmla="*/ 113413 h 134676"/>
              <a:gd name="csX49" fmla="*/ 102795 w 134695"/>
              <a:gd name="csY49" fmla="*/ 113413 h 134676"/>
              <a:gd name="csX50" fmla="*/ 99239 w 134695"/>
              <a:gd name="csY50" fmla="*/ 109858 h 134676"/>
              <a:gd name="csX51" fmla="*/ 99239 w 134695"/>
              <a:gd name="csY51" fmla="*/ 74424 h 134676"/>
              <a:gd name="csX52" fmla="*/ 102795 w 134695"/>
              <a:gd name="csY52" fmla="*/ 70885 h 134676"/>
              <a:gd name="csX53" fmla="*/ 106334 w 134695"/>
              <a:gd name="csY53" fmla="*/ 70885 h 134676"/>
              <a:gd name="csX54" fmla="*/ 109873 w 134695"/>
              <a:gd name="csY54" fmla="*/ 74424 h 134676"/>
              <a:gd name="csX55" fmla="*/ 109873 w 134695"/>
              <a:gd name="csY55" fmla="*/ 109858 h 134676"/>
            </a:gdLst>
            <a:ahLst/>
            <a:cxnLst/>
            <a:rect l="l" t="t" r="r" b="b"/>
            <a:pathLst>
              <a:path w="100000" h="100000">
                <a:moveTo>
                  <a:pt x="96047" y="7"/>
                </a:moveTo>
                <a:lnTo>
                  <a:pt x="77630" y="7"/>
                </a:lnTo>
                <a:cubicBezTo>
                  <a:pt x="75660" y="7"/>
                  <a:pt x="74006" y="1447"/>
                  <a:pt x="73715" y="3392"/>
                </a:cubicBezTo>
                <a:lnTo>
                  <a:pt x="68940" y="36847"/>
                </a:lnTo>
                <a:lnTo>
                  <a:pt x="60528" y="36847"/>
                </a:lnTo>
                <a:lnTo>
                  <a:pt x="60528" y="25001"/>
                </a:lnTo>
                <a:cubicBezTo>
                  <a:pt x="60528" y="23536"/>
                  <a:pt x="59707" y="22196"/>
                  <a:pt x="58419" y="21515"/>
                </a:cubicBezTo>
                <a:cubicBezTo>
                  <a:pt x="57131" y="20833"/>
                  <a:pt x="55564" y="20921"/>
                  <a:pt x="54352" y="21742"/>
                </a:cubicBezTo>
                <a:lnTo>
                  <a:pt x="31578" y="37264"/>
                </a:lnTo>
                <a:lnTo>
                  <a:pt x="31578" y="25001"/>
                </a:lnTo>
                <a:cubicBezTo>
                  <a:pt x="31578" y="23548"/>
                  <a:pt x="30770" y="22209"/>
                  <a:pt x="29493" y="21528"/>
                </a:cubicBezTo>
                <a:cubicBezTo>
                  <a:pt x="28218" y="20833"/>
                  <a:pt x="26651" y="20908"/>
                  <a:pt x="25439" y="21717"/>
                </a:cubicBezTo>
                <a:lnTo>
                  <a:pt x="6442" y="34384"/>
                </a:lnTo>
                <a:cubicBezTo>
                  <a:pt x="2412" y="37075"/>
                  <a:pt x="0" y="41571"/>
                  <a:pt x="0" y="46420"/>
                </a:cubicBezTo>
                <a:lnTo>
                  <a:pt x="0" y="96041"/>
                </a:lnTo>
                <a:cubicBezTo>
                  <a:pt x="0" y="98225"/>
                  <a:pt x="1768" y="99994"/>
                  <a:pt x="3941" y="99994"/>
                </a:cubicBezTo>
                <a:lnTo>
                  <a:pt x="96047" y="99994"/>
                </a:lnTo>
                <a:cubicBezTo>
                  <a:pt x="98232" y="99994"/>
                  <a:pt x="100000" y="98225"/>
                  <a:pt x="100000" y="96041"/>
                </a:cubicBezTo>
                <a:lnTo>
                  <a:pt x="100000" y="3947"/>
                </a:lnTo>
                <a:cubicBezTo>
                  <a:pt x="100000" y="1775"/>
                  <a:pt x="98232" y="7"/>
                  <a:pt x="96047" y="7"/>
                </a:cubicBezTo>
                <a:close/>
                <a:moveTo>
                  <a:pt x="26311" y="81568"/>
                </a:moveTo>
                <a:cubicBezTo>
                  <a:pt x="26311" y="83020"/>
                  <a:pt x="25136" y="84207"/>
                  <a:pt x="23683" y="84207"/>
                </a:cubicBezTo>
                <a:lnTo>
                  <a:pt x="21056" y="84207"/>
                </a:lnTo>
                <a:cubicBezTo>
                  <a:pt x="19604" y="84207"/>
                  <a:pt x="18416" y="83020"/>
                  <a:pt x="18416" y="81568"/>
                </a:cubicBezTo>
                <a:lnTo>
                  <a:pt x="18416" y="55261"/>
                </a:lnTo>
                <a:cubicBezTo>
                  <a:pt x="18416" y="53808"/>
                  <a:pt x="19604" y="52633"/>
                  <a:pt x="21056" y="52633"/>
                </a:cubicBezTo>
                <a:lnTo>
                  <a:pt x="23683" y="52633"/>
                </a:lnTo>
                <a:cubicBezTo>
                  <a:pt x="25136" y="52633"/>
                  <a:pt x="26311" y="53808"/>
                  <a:pt x="26311" y="55261"/>
                </a:cubicBezTo>
                <a:lnTo>
                  <a:pt x="26311" y="81568"/>
                </a:lnTo>
                <a:close/>
                <a:moveTo>
                  <a:pt x="44739" y="81568"/>
                </a:moveTo>
                <a:cubicBezTo>
                  <a:pt x="44739" y="83020"/>
                  <a:pt x="43552" y="84207"/>
                  <a:pt x="42100" y="84207"/>
                </a:cubicBezTo>
                <a:lnTo>
                  <a:pt x="39472" y="84207"/>
                </a:lnTo>
                <a:cubicBezTo>
                  <a:pt x="38020" y="84207"/>
                  <a:pt x="36845" y="83020"/>
                  <a:pt x="36845" y="81568"/>
                </a:cubicBezTo>
                <a:lnTo>
                  <a:pt x="36845" y="55261"/>
                </a:lnTo>
                <a:cubicBezTo>
                  <a:pt x="36845" y="53808"/>
                  <a:pt x="38020" y="52633"/>
                  <a:pt x="39472" y="52633"/>
                </a:cubicBezTo>
                <a:lnTo>
                  <a:pt x="42100" y="52633"/>
                </a:lnTo>
                <a:cubicBezTo>
                  <a:pt x="43552" y="52633"/>
                  <a:pt x="44739" y="53808"/>
                  <a:pt x="44739" y="55261"/>
                </a:cubicBezTo>
                <a:lnTo>
                  <a:pt x="44739" y="81568"/>
                </a:lnTo>
                <a:close/>
                <a:moveTo>
                  <a:pt x="63155" y="81568"/>
                </a:moveTo>
                <a:cubicBezTo>
                  <a:pt x="63155" y="83020"/>
                  <a:pt x="61981" y="84207"/>
                  <a:pt x="60528" y="84207"/>
                </a:cubicBezTo>
                <a:lnTo>
                  <a:pt x="57889" y="84207"/>
                </a:lnTo>
                <a:cubicBezTo>
                  <a:pt x="56436" y="84207"/>
                  <a:pt x="55261" y="83020"/>
                  <a:pt x="55261" y="81568"/>
                </a:cubicBezTo>
                <a:lnTo>
                  <a:pt x="55261" y="55261"/>
                </a:lnTo>
                <a:cubicBezTo>
                  <a:pt x="55261" y="53808"/>
                  <a:pt x="56436" y="52633"/>
                  <a:pt x="57889" y="52633"/>
                </a:cubicBezTo>
                <a:lnTo>
                  <a:pt x="60528" y="52633"/>
                </a:lnTo>
                <a:cubicBezTo>
                  <a:pt x="61981" y="52633"/>
                  <a:pt x="63155" y="53808"/>
                  <a:pt x="63155" y="55261"/>
                </a:cubicBezTo>
                <a:lnTo>
                  <a:pt x="63155" y="81568"/>
                </a:lnTo>
                <a:close/>
                <a:moveTo>
                  <a:pt x="81572" y="81568"/>
                </a:moveTo>
                <a:cubicBezTo>
                  <a:pt x="81572" y="83020"/>
                  <a:pt x="80396" y="84207"/>
                  <a:pt x="78944" y="84207"/>
                </a:cubicBezTo>
                <a:lnTo>
                  <a:pt x="76317" y="84207"/>
                </a:lnTo>
                <a:cubicBezTo>
                  <a:pt x="74865" y="84207"/>
                  <a:pt x="73677" y="83020"/>
                  <a:pt x="73677" y="81568"/>
                </a:cubicBezTo>
                <a:lnTo>
                  <a:pt x="73677" y="55261"/>
                </a:lnTo>
                <a:cubicBezTo>
                  <a:pt x="73677" y="53808"/>
                  <a:pt x="74865" y="52633"/>
                  <a:pt x="76317" y="52633"/>
                </a:cubicBezTo>
                <a:lnTo>
                  <a:pt x="78944" y="52633"/>
                </a:lnTo>
                <a:cubicBezTo>
                  <a:pt x="80396" y="52633"/>
                  <a:pt x="81572" y="53808"/>
                  <a:pt x="81572" y="55261"/>
                </a:cubicBezTo>
                <a:lnTo>
                  <a:pt x="81572" y="8156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3" name="Чёрный — SVG 10">
            <a:extLst>
              <a:ext uri="{FF2B5EF4-FFF2-40B4-BE49-F238E27FC236}">
                <a16:creationId xmlns:a16="http://schemas.microsoft.com/office/drawing/2014/main" id="{77F20720-C51F-5B46-B177-1E58D88FAB7B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34095 w 148867"/>
              <a:gd name="csY0" fmla="*/ 16 h 134676"/>
              <a:gd name="csX1" fmla="*/ 11212 w 148867"/>
              <a:gd name="csY1" fmla="*/ 9577 h 134676"/>
              <a:gd name="csX2" fmla="*/ 0 w 148867"/>
              <a:gd name="csY2" fmla="*/ 35433 h 134676"/>
              <a:gd name="csX3" fmla="*/ 70844 w 148867"/>
              <a:gd name="csY3" fmla="*/ 35433 h 134676"/>
              <a:gd name="csX4" fmla="*/ 37787 w 148867"/>
              <a:gd name="csY4" fmla="*/ 85 h 134676"/>
              <a:gd name="csX5" fmla="*/ 34095 w 148867"/>
              <a:gd name="csY5" fmla="*/ 16 h 134676"/>
              <a:gd name="csX6" fmla="*/ 104564 w 148867"/>
              <a:gd name="csY6" fmla="*/ 38989 h 134676"/>
              <a:gd name="csX7" fmla="*/ 102795 w 148867"/>
              <a:gd name="csY7" fmla="*/ 39278 h 134676"/>
              <a:gd name="csX8" fmla="*/ 77445 w 148867"/>
              <a:gd name="csY8" fmla="*/ 48226 h 134676"/>
              <a:gd name="csX9" fmla="*/ 74757 w 148867"/>
              <a:gd name="csY9" fmla="*/ 50352 h 134676"/>
              <a:gd name="csX10" fmla="*/ 61112 w 148867"/>
              <a:gd name="csY10" fmla="*/ 71429 h 134676"/>
              <a:gd name="csX11" fmla="*/ 60262 w 148867"/>
              <a:gd name="csY11" fmla="*/ 74321 h 134676"/>
              <a:gd name="csX12" fmla="*/ 60262 w 148867"/>
              <a:gd name="csY12" fmla="*/ 122275 h 134676"/>
              <a:gd name="csX13" fmla="*/ 72664 w 148867"/>
              <a:gd name="csY13" fmla="*/ 134676 h 134676"/>
              <a:gd name="csX14" fmla="*/ 79742 w 148867"/>
              <a:gd name="csY14" fmla="*/ 134676 h 134676"/>
              <a:gd name="csX15" fmla="*/ 85067 w 148867"/>
              <a:gd name="csY15" fmla="*/ 129352 h 134676"/>
              <a:gd name="csX16" fmla="*/ 85067 w 148867"/>
              <a:gd name="csY16" fmla="*/ 104550 h 134676"/>
              <a:gd name="csX17" fmla="*/ 93931 w 148867"/>
              <a:gd name="csY17" fmla="*/ 95687 h 134676"/>
              <a:gd name="csX18" fmla="*/ 115198 w 148867"/>
              <a:gd name="csY18" fmla="*/ 95687 h 134676"/>
              <a:gd name="csX19" fmla="*/ 124062 w 148867"/>
              <a:gd name="csY19" fmla="*/ 104550 h 134676"/>
              <a:gd name="csX20" fmla="*/ 124062 w 148867"/>
              <a:gd name="csY20" fmla="*/ 129352 h 134676"/>
              <a:gd name="csX21" fmla="*/ 129370 w 148867"/>
              <a:gd name="csY21" fmla="*/ 134676 h 134676"/>
              <a:gd name="csX22" fmla="*/ 136464 w 148867"/>
              <a:gd name="csY22" fmla="*/ 134676 h 134676"/>
              <a:gd name="csX23" fmla="*/ 148867 w 148867"/>
              <a:gd name="csY23" fmla="*/ 122275 h 134676"/>
              <a:gd name="csX24" fmla="*/ 148867 w 148867"/>
              <a:gd name="csY24" fmla="*/ 74321 h 134676"/>
              <a:gd name="csX25" fmla="*/ 148017 w 148867"/>
              <a:gd name="csY25" fmla="*/ 71429 h 134676"/>
              <a:gd name="csX26" fmla="*/ 134372 w 148867"/>
              <a:gd name="csY26" fmla="*/ 50352 h 134676"/>
              <a:gd name="csX27" fmla="*/ 131667 w 148867"/>
              <a:gd name="csY27" fmla="*/ 48226 h 134676"/>
              <a:gd name="csX28" fmla="*/ 106334 w 148867"/>
              <a:gd name="csY28" fmla="*/ 39278 h 134676"/>
              <a:gd name="csX29" fmla="*/ 104564 w 148867"/>
              <a:gd name="csY29" fmla="*/ 38989 h 134676"/>
              <a:gd name="csX30" fmla="*/ 0 w 148867"/>
              <a:gd name="csY30" fmla="*/ 42527 h 134676"/>
              <a:gd name="csX31" fmla="*/ 0 w 148867"/>
              <a:gd name="csY31" fmla="*/ 122275 h 134676"/>
              <a:gd name="csX32" fmla="*/ 12403 w 148867"/>
              <a:gd name="csY32" fmla="*/ 134676 h 134676"/>
              <a:gd name="csX33" fmla="*/ 57284 w 148867"/>
              <a:gd name="csY33" fmla="*/ 134676 h 134676"/>
              <a:gd name="csX34" fmla="*/ 53167 w 148867"/>
              <a:gd name="csY34" fmla="*/ 122275 h 134676"/>
              <a:gd name="csX35" fmla="*/ 53167 w 148867"/>
              <a:gd name="csY35" fmla="*/ 74321 h 134676"/>
              <a:gd name="csX36" fmla="*/ 55158 w 148867"/>
              <a:gd name="csY36" fmla="*/ 67585 h 134676"/>
              <a:gd name="csX37" fmla="*/ 68802 w 148867"/>
              <a:gd name="csY37" fmla="*/ 46491 h 134676"/>
              <a:gd name="csX38" fmla="*/ 70895 w 148867"/>
              <a:gd name="csY38" fmla="*/ 44109 h 134676"/>
              <a:gd name="csX39" fmla="*/ 70895 w 148867"/>
              <a:gd name="csY39" fmla="*/ 42527 h 134676"/>
              <a:gd name="csX40" fmla="*/ 0 w 148867"/>
              <a:gd name="csY40" fmla="*/ 42527 h 134676"/>
              <a:gd name="csX41" fmla="*/ 104564 w 148867"/>
              <a:gd name="csY41" fmla="*/ 67329 h 134676"/>
              <a:gd name="csX42" fmla="*/ 109873 w 148867"/>
              <a:gd name="csY42" fmla="*/ 72654 h 134676"/>
              <a:gd name="csX43" fmla="*/ 104564 w 148867"/>
              <a:gd name="csY43" fmla="*/ 77961 h 134676"/>
              <a:gd name="csX44" fmla="*/ 99239 w 148867"/>
              <a:gd name="csY44" fmla="*/ 72654 h 134676"/>
              <a:gd name="csX45" fmla="*/ 104564 w 148867"/>
              <a:gd name="csY45" fmla="*/ 67329 h 134676"/>
            </a:gdLst>
            <a:ahLst/>
            <a:cxnLst/>
            <a:rect l="l" t="t" r="r" b="b"/>
            <a:pathLst>
              <a:path w="100000" h="100000">
                <a:moveTo>
                  <a:pt x="22903" y="4777"/>
                </a:moveTo>
                <a:cubicBezTo>
                  <a:pt x="17154" y="4983"/>
                  <a:pt x="11772" y="7223"/>
                  <a:pt x="7532" y="11200"/>
                </a:cubicBezTo>
                <a:cubicBezTo>
                  <a:pt x="2743" y="15690"/>
                  <a:pt x="0" y="22021"/>
                  <a:pt x="0" y="28568"/>
                </a:cubicBezTo>
                <a:lnTo>
                  <a:pt x="47589" y="28568"/>
                </a:lnTo>
                <a:cubicBezTo>
                  <a:pt x="47246" y="15987"/>
                  <a:pt x="37634" y="5611"/>
                  <a:pt x="25383" y="4823"/>
                </a:cubicBezTo>
                <a:cubicBezTo>
                  <a:pt x="24549" y="4766"/>
                  <a:pt x="23726" y="4754"/>
                  <a:pt x="22903" y="4777"/>
                </a:cubicBezTo>
                <a:close/>
                <a:moveTo>
                  <a:pt x="70240" y="30957"/>
                </a:moveTo>
                <a:cubicBezTo>
                  <a:pt x="69840" y="30957"/>
                  <a:pt x="69440" y="31025"/>
                  <a:pt x="69052" y="31151"/>
                </a:cubicBezTo>
                <a:lnTo>
                  <a:pt x="52023" y="37162"/>
                </a:lnTo>
                <a:cubicBezTo>
                  <a:pt x="51280" y="37424"/>
                  <a:pt x="50641" y="37916"/>
                  <a:pt x="50217" y="38590"/>
                </a:cubicBezTo>
                <a:lnTo>
                  <a:pt x="41051" y="52748"/>
                </a:lnTo>
                <a:cubicBezTo>
                  <a:pt x="40675" y="53320"/>
                  <a:pt x="40480" y="54005"/>
                  <a:pt x="40480" y="54691"/>
                </a:cubicBezTo>
                <a:lnTo>
                  <a:pt x="40480" y="86903"/>
                </a:lnTo>
                <a:cubicBezTo>
                  <a:pt x="40480" y="91497"/>
                  <a:pt x="44217" y="95234"/>
                  <a:pt x="48811" y="95234"/>
                </a:cubicBezTo>
                <a:lnTo>
                  <a:pt x="53566" y="95234"/>
                </a:lnTo>
                <a:cubicBezTo>
                  <a:pt x="55543" y="95234"/>
                  <a:pt x="57143" y="93634"/>
                  <a:pt x="57143" y="91657"/>
                </a:cubicBezTo>
                <a:lnTo>
                  <a:pt x="57143" y="74997"/>
                </a:lnTo>
                <a:cubicBezTo>
                  <a:pt x="57143" y="71717"/>
                  <a:pt x="59817" y="69043"/>
                  <a:pt x="63097" y="69043"/>
                </a:cubicBezTo>
                <a:lnTo>
                  <a:pt x="77383" y="69043"/>
                </a:lnTo>
                <a:cubicBezTo>
                  <a:pt x="80663" y="69043"/>
                  <a:pt x="83337" y="71717"/>
                  <a:pt x="83337" y="74997"/>
                </a:cubicBezTo>
                <a:lnTo>
                  <a:pt x="83337" y="91657"/>
                </a:lnTo>
                <a:cubicBezTo>
                  <a:pt x="83337" y="93634"/>
                  <a:pt x="84938" y="95234"/>
                  <a:pt x="86903" y="95234"/>
                </a:cubicBezTo>
                <a:lnTo>
                  <a:pt x="91668" y="95234"/>
                </a:lnTo>
                <a:cubicBezTo>
                  <a:pt x="96263" y="95234"/>
                  <a:pt x="100000" y="91497"/>
                  <a:pt x="100000" y="86903"/>
                </a:cubicBezTo>
                <a:lnTo>
                  <a:pt x="100000" y="54691"/>
                </a:lnTo>
                <a:cubicBezTo>
                  <a:pt x="100000" y="54005"/>
                  <a:pt x="99794" y="53320"/>
                  <a:pt x="99429" y="52748"/>
                </a:cubicBezTo>
                <a:lnTo>
                  <a:pt x="90263" y="38590"/>
                </a:lnTo>
                <a:cubicBezTo>
                  <a:pt x="89829" y="37916"/>
                  <a:pt x="89189" y="37424"/>
                  <a:pt x="88446" y="37162"/>
                </a:cubicBezTo>
                <a:lnTo>
                  <a:pt x="71429" y="31151"/>
                </a:lnTo>
                <a:cubicBezTo>
                  <a:pt x="71040" y="31025"/>
                  <a:pt x="70640" y="30957"/>
                  <a:pt x="70240" y="30957"/>
                </a:cubicBezTo>
                <a:close/>
                <a:moveTo>
                  <a:pt x="0" y="33333"/>
                </a:moveTo>
                <a:lnTo>
                  <a:pt x="0" y="86903"/>
                </a:lnTo>
                <a:cubicBezTo>
                  <a:pt x="0" y="91497"/>
                  <a:pt x="3737" y="95234"/>
                  <a:pt x="8332" y="95234"/>
                </a:cubicBezTo>
                <a:lnTo>
                  <a:pt x="38480" y="95234"/>
                </a:lnTo>
                <a:cubicBezTo>
                  <a:pt x="36709" y="92663"/>
                  <a:pt x="35714" y="89498"/>
                  <a:pt x="35714" y="86903"/>
                </a:cubicBezTo>
                <a:lnTo>
                  <a:pt x="35714" y="54691"/>
                </a:lnTo>
                <a:cubicBezTo>
                  <a:pt x="35714" y="53079"/>
                  <a:pt x="36183" y="51514"/>
                  <a:pt x="37052" y="50166"/>
                </a:cubicBezTo>
                <a:lnTo>
                  <a:pt x="46217" y="35996"/>
                </a:lnTo>
                <a:cubicBezTo>
                  <a:pt x="46617" y="35390"/>
                  <a:pt x="47097" y="34865"/>
                  <a:pt x="47623" y="34396"/>
                </a:cubicBezTo>
                <a:lnTo>
                  <a:pt x="47623" y="33333"/>
                </a:lnTo>
                <a:lnTo>
                  <a:pt x="0" y="33333"/>
                </a:lnTo>
                <a:close/>
                <a:moveTo>
                  <a:pt x="70240" y="49994"/>
                </a:moveTo>
                <a:cubicBezTo>
                  <a:pt x="72206" y="49994"/>
                  <a:pt x="73806" y="51594"/>
                  <a:pt x="73806" y="53571"/>
                </a:cubicBezTo>
                <a:cubicBezTo>
                  <a:pt x="73806" y="55536"/>
                  <a:pt x="72206" y="57136"/>
                  <a:pt x="70240" y="57136"/>
                </a:cubicBezTo>
                <a:cubicBezTo>
                  <a:pt x="68263" y="57136"/>
                  <a:pt x="66663" y="55536"/>
                  <a:pt x="66663" y="53571"/>
                </a:cubicBezTo>
                <a:cubicBezTo>
                  <a:pt x="66663" y="51594"/>
                  <a:pt x="68263" y="49994"/>
                  <a:pt x="70240" y="4999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4" name="Чёрный — SVG 11">
            <a:extLst>
              <a:ext uri="{FF2B5EF4-FFF2-40B4-BE49-F238E27FC236}">
                <a16:creationId xmlns:a16="http://schemas.microsoft.com/office/drawing/2014/main" id="{9719E084-FD82-BD44-8877-242B77D4F98E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42127 w 145432"/>
              <a:gd name="csY0" fmla="*/ 3 h 141841"/>
              <a:gd name="csX1" fmla="*/ 38928 w 145432"/>
              <a:gd name="csY1" fmla="*/ 921 h 141841"/>
              <a:gd name="csX2" fmla="*/ 36887 w 145432"/>
              <a:gd name="csY2" fmla="*/ 3541 h 141841"/>
              <a:gd name="csX3" fmla="*/ 34692 w 145432"/>
              <a:gd name="csY3" fmla="*/ 9478 h 141841"/>
              <a:gd name="csX4" fmla="*/ 32004 w 145432"/>
              <a:gd name="csY4" fmla="*/ 8933 h 141841"/>
              <a:gd name="csX5" fmla="*/ 27700 w 145432"/>
              <a:gd name="csY5" fmla="*/ 9818 h 141841"/>
              <a:gd name="csX6" fmla="*/ 25028 w 145432"/>
              <a:gd name="csY6" fmla="*/ 3983 h 141841"/>
              <a:gd name="csX7" fmla="*/ 23821 w 145432"/>
              <a:gd name="csY7" fmla="*/ 2248 h 141841"/>
              <a:gd name="csX8" fmla="*/ 22051 w 145432"/>
              <a:gd name="csY8" fmla="*/ 1125 h 141841"/>
              <a:gd name="csX9" fmla="*/ 19976 w 145432"/>
              <a:gd name="csY9" fmla="*/ 768 h 141841"/>
              <a:gd name="csX10" fmla="*/ 17917 w 145432"/>
              <a:gd name="csY10" fmla="*/ 1244 h 141841"/>
              <a:gd name="csX11" fmla="*/ 16216 w 145432"/>
              <a:gd name="csY11" fmla="*/ 2486 h 141841"/>
              <a:gd name="csX12" fmla="*/ 15127 w 145432"/>
              <a:gd name="csY12" fmla="*/ 4289 h 141841"/>
              <a:gd name="csX13" fmla="*/ 14820 w 145432"/>
              <a:gd name="csY13" fmla="*/ 6365 h 141841"/>
              <a:gd name="csX14" fmla="*/ 15365 w 145432"/>
              <a:gd name="csY14" fmla="*/ 8406 h 141841"/>
              <a:gd name="csX15" fmla="*/ 18002 w 145432"/>
              <a:gd name="csY15" fmla="*/ 14173 h 141841"/>
              <a:gd name="csX16" fmla="*/ 13272 w 145432"/>
              <a:gd name="csY16" fmla="*/ 19344 h 141841"/>
              <a:gd name="csX17" fmla="*/ 7267 w 145432"/>
              <a:gd name="csY17" fmla="*/ 17116 h 141841"/>
              <a:gd name="csX18" fmla="*/ 5208 w 145432"/>
              <a:gd name="csY18" fmla="*/ 16741 h 141841"/>
              <a:gd name="csX19" fmla="*/ 3149 w 145432"/>
              <a:gd name="csY19" fmla="*/ 17201 h 141841"/>
              <a:gd name="csX20" fmla="*/ 1431 w 145432"/>
              <a:gd name="csY20" fmla="*/ 18426 h 141841"/>
              <a:gd name="csX21" fmla="*/ 325 w 145432"/>
              <a:gd name="csY21" fmla="*/ 20212 h 141841"/>
              <a:gd name="csX22" fmla="*/ 2 w 145432"/>
              <a:gd name="csY22" fmla="*/ 22287 h 141841"/>
              <a:gd name="csX23" fmla="*/ 512 w 145432"/>
              <a:gd name="csY23" fmla="*/ 24329 h 141841"/>
              <a:gd name="csX24" fmla="*/ 1771 w 145432"/>
              <a:gd name="csY24" fmla="*/ 26013 h 141841"/>
              <a:gd name="csX25" fmla="*/ 3575 w 145432"/>
              <a:gd name="csY25" fmla="*/ 27084 h 141841"/>
              <a:gd name="csX26" fmla="*/ 9512 w 145432"/>
              <a:gd name="csY26" fmla="*/ 29279 h 141841"/>
              <a:gd name="csX27" fmla="*/ 8968 w 145432"/>
              <a:gd name="csY27" fmla="*/ 31966 h 141841"/>
              <a:gd name="csX28" fmla="*/ 9682 w 145432"/>
              <a:gd name="csY28" fmla="*/ 36338 h 141841"/>
              <a:gd name="csX29" fmla="*/ 4017 w 145432"/>
              <a:gd name="csY29" fmla="*/ 38941 h 141841"/>
              <a:gd name="csX30" fmla="*/ 2333 w 145432"/>
              <a:gd name="csY30" fmla="*/ 40166 h 141841"/>
              <a:gd name="csX31" fmla="*/ 1244 w 145432"/>
              <a:gd name="csY31" fmla="*/ 41935 h 141841"/>
              <a:gd name="csX32" fmla="*/ 904 w 145432"/>
              <a:gd name="csY32" fmla="*/ 43976 h 141841"/>
              <a:gd name="csX33" fmla="*/ 1397 w 145432"/>
              <a:gd name="csY33" fmla="*/ 46001 h 141841"/>
              <a:gd name="csX34" fmla="*/ 2605 w 145432"/>
              <a:gd name="csY34" fmla="*/ 47685 h 141841"/>
              <a:gd name="csX35" fmla="*/ 4374 w 145432"/>
              <a:gd name="csY35" fmla="*/ 48773 h 141841"/>
              <a:gd name="csX36" fmla="*/ 6416 w 145432"/>
              <a:gd name="csY36" fmla="*/ 49097 h 141841"/>
              <a:gd name="csX37" fmla="*/ 8440 w 145432"/>
              <a:gd name="csY37" fmla="*/ 48620 h 141841"/>
              <a:gd name="csX38" fmla="*/ 13936 w 145432"/>
              <a:gd name="csY38" fmla="*/ 46103 h 141841"/>
              <a:gd name="csX39" fmla="*/ 19669 w 145432"/>
              <a:gd name="csY39" fmla="*/ 51325 h 141841"/>
              <a:gd name="csX40" fmla="*/ 6127 w 145432"/>
              <a:gd name="csY40" fmla="*/ 65751 h 141841"/>
              <a:gd name="csX41" fmla="*/ 3643 w 145432"/>
              <a:gd name="csY41" fmla="*/ 73218 h 141841"/>
              <a:gd name="csX42" fmla="*/ 3643 w 145432"/>
              <a:gd name="csY42" fmla="*/ 109061 h 141841"/>
              <a:gd name="csX43" fmla="*/ 85699 w 145432"/>
              <a:gd name="csY43" fmla="*/ 27084 h 141841"/>
              <a:gd name="csX44" fmla="*/ 55006 w 145432"/>
              <a:gd name="csY44" fmla="*/ 32562 h 141841"/>
              <a:gd name="csX45" fmla="*/ 55040 w 145432"/>
              <a:gd name="csY45" fmla="*/ 31966 h 141841"/>
              <a:gd name="csX46" fmla="*/ 54173 w 145432"/>
              <a:gd name="csY46" fmla="*/ 27663 h 141841"/>
              <a:gd name="csX47" fmla="*/ 59991 w 145432"/>
              <a:gd name="csY47" fmla="*/ 24992 h 141841"/>
              <a:gd name="csX48" fmla="*/ 61727 w 145432"/>
              <a:gd name="csY48" fmla="*/ 23784 h 141841"/>
              <a:gd name="csX49" fmla="*/ 62849 w 145432"/>
              <a:gd name="csY49" fmla="*/ 22015 h 141841"/>
              <a:gd name="csX50" fmla="*/ 63206 w 145432"/>
              <a:gd name="csY50" fmla="*/ 19940 h 141841"/>
              <a:gd name="csX51" fmla="*/ 62730 w 145432"/>
              <a:gd name="csY51" fmla="*/ 17881 h 141841"/>
              <a:gd name="csX52" fmla="*/ 61488 w 145432"/>
              <a:gd name="csY52" fmla="*/ 16180 h 141841"/>
              <a:gd name="csX53" fmla="*/ 59685 w 145432"/>
              <a:gd name="csY53" fmla="*/ 15091 h 141841"/>
              <a:gd name="csX54" fmla="*/ 57609 w 145432"/>
              <a:gd name="csY54" fmla="*/ 14802 h 141841"/>
              <a:gd name="csX55" fmla="*/ 55567 w 145432"/>
              <a:gd name="csY55" fmla="*/ 15330 h 141841"/>
              <a:gd name="csX56" fmla="*/ 49800 w 145432"/>
              <a:gd name="csY56" fmla="*/ 17966 h 141841"/>
              <a:gd name="csX57" fmla="*/ 44628 w 145432"/>
              <a:gd name="csY57" fmla="*/ 13237 h 141841"/>
              <a:gd name="csX58" fmla="*/ 46857 w 145432"/>
              <a:gd name="csY58" fmla="*/ 7249 h 141841"/>
              <a:gd name="csX59" fmla="*/ 47197 w 145432"/>
              <a:gd name="csY59" fmla="*/ 4766 h 141841"/>
              <a:gd name="csX60" fmla="*/ 46363 w 145432"/>
              <a:gd name="csY60" fmla="*/ 2401 h 141841"/>
              <a:gd name="csX61" fmla="*/ 44526 w 145432"/>
              <a:gd name="csY61" fmla="*/ 700 h 141841"/>
              <a:gd name="csX62" fmla="*/ 42127 w 145432"/>
              <a:gd name="csY62" fmla="*/ 3 h 141841"/>
              <a:gd name="csX63" fmla="*/ 32004 w 145432"/>
              <a:gd name="csY63" fmla="*/ 19565 h 141841"/>
              <a:gd name="csX64" fmla="*/ 36360 w 145432"/>
              <a:gd name="csY64" fmla="*/ 20433 h 141841"/>
              <a:gd name="csX65" fmla="*/ 36360 w 145432"/>
              <a:gd name="csY65" fmla="*/ 20433 h 141841"/>
              <a:gd name="csX66" fmla="*/ 36955 w 145432"/>
              <a:gd name="csY66" fmla="*/ 20603 h 141841"/>
              <a:gd name="csX67" fmla="*/ 43165 w 145432"/>
              <a:gd name="csY67" fmla="*/ 26710 h 141841"/>
              <a:gd name="csX68" fmla="*/ 43488 w 145432"/>
              <a:gd name="csY68" fmla="*/ 27356 h 141841"/>
              <a:gd name="csX69" fmla="*/ 44407 w 145432"/>
              <a:gd name="csY69" fmla="*/ 31966 h 141841"/>
              <a:gd name="csX70" fmla="*/ 43845 w 145432"/>
              <a:gd name="csY70" fmla="*/ 35692 h 141841"/>
              <a:gd name="csX71" fmla="*/ 43624 w 145432"/>
              <a:gd name="csY71" fmla="*/ 36679 h 141841"/>
              <a:gd name="csX72" fmla="*/ 29282 w 145432"/>
              <a:gd name="csY72" fmla="*/ 44214 h 141841"/>
              <a:gd name="csX73" fmla="*/ 28278 w 145432"/>
              <a:gd name="csY73" fmla="*/ 43806 h 141841"/>
              <a:gd name="csX74" fmla="*/ 19601 w 145432"/>
              <a:gd name="csY74" fmla="*/ 31966 h 141841"/>
              <a:gd name="csX75" fmla="*/ 20469 w 145432"/>
              <a:gd name="csY75" fmla="*/ 27595 h 141841"/>
              <a:gd name="csX76" fmla="*/ 20486 w 145432"/>
              <a:gd name="csY76" fmla="*/ 27577 h 141841"/>
              <a:gd name="csX77" fmla="*/ 20639 w 145432"/>
              <a:gd name="csY77" fmla="*/ 27016 h 141841"/>
              <a:gd name="csX78" fmla="*/ 26764 w 145432"/>
              <a:gd name="csY78" fmla="*/ 20807 h 141841"/>
              <a:gd name="csX79" fmla="*/ 27377 w 145432"/>
              <a:gd name="csY79" fmla="*/ 20501 h 141841"/>
              <a:gd name="csX80" fmla="*/ 32004 w 145432"/>
              <a:gd name="csY80" fmla="*/ 19565 h 141841"/>
              <a:gd name="csX81" fmla="*/ 104481 w 145432"/>
              <a:gd name="csY81" fmla="*/ 26727 h 141841"/>
              <a:gd name="csX82" fmla="*/ 4681 w 145432"/>
              <a:gd name="csY82" fmla="*/ 126803 h 141841"/>
              <a:gd name="csX83" fmla="*/ 3643 w 145432"/>
              <a:gd name="csY83" fmla="*/ 128011 h 141841"/>
              <a:gd name="csX84" fmla="*/ 3643 w 145432"/>
              <a:gd name="csY84" fmla="*/ 129423 h 141841"/>
              <a:gd name="csX85" fmla="*/ 16062 w 145432"/>
              <a:gd name="csY85" fmla="*/ 141841 h 141841"/>
              <a:gd name="csX86" fmla="*/ 34726 w 145432"/>
              <a:gd name="csY86" fmla="*/ 141841 h 141841"/>
              <a:gd name="csX87" fmla="*/ 116323 w 145432"/>
              <a:gd name="csY87" fmla="*/ 27084 h 141841"/>
              <a:gd name="csX88" fmla="*/ 104481 w 145432"/>
              <a:gd name="csY88" fmla="*/ 26727 h 141841"/>
              <a:gd name="csX89" fmla="*/ 129372 w 145432"/>
              <a:gd name="csY89" fmla="*/ 28360 h 141841"/>
              <a:gd name="csX90" fmla="*/ 46142 w 145432"/>
              <a:gd name="csY90" fmla="*/ 141841 h 141841"/>
              <a:gd name="csX91" fmla="*/ 86941 w 145432"/>
              <a:gd name="csY91" fmla="*/ 141841 h 141841"/>
              <a:gd name="csX92" fmla="*/ 87127 w 145432"/>
              <a:gd name="csY92" fmla="*/ 140531 h 141841"/>
              <a:gd name="csX93" fmla="*/ 136705 w 145432"/>
              <a:gd name="csY93" fmla="*/ 29534 h 141841"/>
              <a:gd name="csX94" fmla="*/ 134935 w 145432"/>
              <a:gd name="csY94" fmla="*/ 29092 h 141841"/>
              <a:gd name="csX95" fmla="*/ 129372 w 145432"/>
              <a:gd name="csY95" fmla="*/ 28360 h 141841"/>
              <a:gd name="csX96" fmla="*/ 144548 w 145432"/>
              <a:gd name="csY96" fmla="*/ 36747 h 141841"/>
              <a:gd name="csX97" fmla="*/ 97761 w 145432"/>
              <a:gd name="csY97" fmla="*/ 141841 h 141841"/>
              <a:gd name="csX98" fmla="*/ 133030 w 145432"/>
              <a:gd name="csY98" fmla="*/ 141841 h 141841"/>
              <a:gd name="csX99" fmla="*/ 145432 w 145432"/>
              <a:gd name="csY99" fmla="*/ 129423 h 141841"/>
              <a:gd name="csX100" fmla="*/ 145432 w 145432"/>
              <a:gd name="csY100" fmla="*/ 41357 h 141841"/>
              <a:gd name="csX101" fmla="*/ 144548 w 145432"/>
              <a:gd name="csY101" fmla="*/ 36747 h 141841"/>
            </a:gdLst>
            <a:ahLst/>
            <a:cxnLst/>
            <a:rect l="l" t="t" r="r" b="b"/>
            <a:pathLst>
              <a:path w="100000" h="100000">
                <a:moveTo>
                  <a:pt x="28967" y="1237"/>
                </a:moveTo>
                <a:cubicBezTo>
                  <a:pt x="28183" y="1213"/>
                  <a:pt x="27411" y="1424"/>
                  <a:pt x="26767" y="1868"/>
                </a:cubicBezTo>
                <a:cubicBezTo>
                  <a:pt x="26124" y="2301"/>
                  <a:pt x="25633" y="2932"/>
                  <a:pt x="25364" y="3669"/>
                </a:cubicBezTo>
                <a:lnTo>
                  <a:pt x="23854" y="7752"/>
                </a:lnTo>
                <a:cubicBezTo>
                  <a:pt x="23223" y="7682"/>
                  <a:pt x="22661" y="7377"/>
                  <a:pt x="22006" y="7377"/>
                </a:cubicBezTo>
                <a:cubicBezTo>
                  <a:pt x="20953" y="7377"/>
                  <a:pt x="20041" y="7787"/>
                  <a:pt x="19047" y="7986"/>
                </a:cubicBezTo>
                <a:lnTo>
                  <a:pt x="17209" y="3973"/>
                </a:lnTo>
                <a:cubicBezTo>
                  <a:pt x="17011" y="3529"/>
                  <a:pt x="16730" y="3119"/>
                  <a:pt x="16379" y="2780"/>
                </a:cubicBezTo>
                <a:cubicBezTo>
                  <a:pt x="16028" y="2441"/>
                  <a:pt x="15619" y="2184"/>
                  <a:pt x="15162" y="2008"/>
                </a:cubicBezTo>
                <a:cubicBezTo>
                  <a:pt x="14707" y="1833"/>
                  <a:pt x="14215" y="1751"/>
                  <a:pt x="13736" y="1763"/>
                </a:cubicBezTo>
                <a:cubicBezTo>
                  <a:pt x="13244" y="1774"/>
                  <a:pt x="12764" y="1891"/>
                  <a:pt x="12320" y="2090"/>
                </a:cubicBezTo>
                <a:cubicBezTo>
                  <a:pt x="11875" y="2289"/>
                  <a:pt x="11478" y="2582"/>
                  <a:pt x="11150" y="2944"/>
                </a:cubicBezTo>
                <a:cubicBezTo>
                  <a:pt x="10822" y="3307"/>
                  <a:pt x="10565" y="3728"/>
                  <a:pt x="10401" y="4184"/>
                </a:cubicBezTo>
                <a:cubicBezTo>
                  <a:pt x="10238" y="4640"/>
                  <a:pt x="10167" y="5131"/>
                  <a:pt x="10190" y="5611"/>
                </a:cubicBezTo>
                <a:cubicBezTo>
                  <a:pt x="10226" y="6102"/>
                  <a:pt x="10343" y="6582"/>
                  <a:pt x="10565" y="7015"/>
                </a:cubicBezTo>
                <a:lnTo>
                  <a:pt x="12378" y="10980"/>
                </a:lnTo>
                <a:cubicBezTo>
                  <a:pt x="11091" y="11998"/>
                  <a:pt x="10050" y="13179"/>
                  <a:pt x="9126" y="14536"/>
                </a:cubicBezTo>
                <a:lnTo>
                  <a:pt x="4997" y="13004"/>
                </a:lnTo>
                <a:cubicBezTo>
                  <a:pt x="4552" y="12828"/>
                  <a:pt x="4060" y="12734"/>
                  <a:pt x="3581" y="12746"/>
                </a:cubicBezTo>
                <a:cubicBezTo>
                  <a:pt x="3089" y="12758"/>
                  <a:pt x="2610" y="12875"/>
                  <a:pt x="2165" y="13062"/>
                </a:cubicBezTo>
                <a:cubicBezTo>
                  <a:pt x="1721" y="13261"/>
                  <a:pt x="1323" y="13553"/>
                  <a:pt x="984" y="13904"/>
                </a:cubicBezTo>
                <a:cubicBezTo>
                  <a:pt x="657" y="14255"/>
                  <a:pt x="399" y="14676"/>
                  <a:pt x="223" y="15133"/>
                </a:cubicBezTo>
                <a:cubicBezTo>
                  <a:pt x="60" y="15588"/>
                  <a:pt x="-10" y="16080"/>
                  <a:pt x="1" y="16559"/>
                </a:cubicBezTo>
                <a:cubicBezTo>
                  <a:pt x="25" y="17051"/>
                  <a:pt x="142" y="17530"/>
                  <a:pt x="352" y="17963"/>
                </a:cubicBezTo>
                <a:cubicBezTo>
                  <a:pt x="562" y="18408"/>
                  <a:pt x="855" y="18793"/>
                  <a:pt x="1218" y="19121"/>
                </a:cubicBezTo>
                <a:cubicBezTo>
                  <a:pt x="1581" y="19449"/>
                  <a:pt x="2002" y="19694"/>
                  <a:pt x="2458" y="19858"/>
                </a:cubicBezTo>
                <a:lnTo>
                  <a:pt x="6541" y="21367"/>
                </a:lnTo>
                <a:cubicBezTo>
                  <a:pt x="6459" y="22010"/>
                  <a:pt x="6166" y="22560"/>
                  <a:pt x="6166" y="23215"/>
                </a:cubicBezTo>
                <a:cubicBezTo>
                  <a:pt x="6166" y="24267"/>
                  <a:pt x="6459" y="25227"/>
                  <a:pt x="6657" y="26221"/>
                </a:cubicBezTo>
                <a:lnTo>
                  <a:pt x="2762" y="28011"/>
                </a:lnTo>
                <a:cubicBezTo>
                  <a:pt x="2317" y="28221"/>
                  <a:pt x="1931" y="28502"/>
                  <a:pt x="1604" y="28853"/>
                </a:cubicBezTo>
                <a:cubicBezTo>
                  <a:pt x="1276" y="29204"/>
                  <a:pt x="1019" y="29613"/>
                  <a:pt x="855" y="30069"/>
                </a:cubicBezTo>
                <a:cubicBezTo>
                  <a:pt x="680" y="30514"/>
                  <a:pt x="610" y="30994"/>
                  <a:pt x="622" y="31473"/>
                </a:cubicBezTo>
                <a:cubicBezTo>
                  <a:pt x="645" y="31953"/>
                  <a:pt x="749" y="32432"/>
                  <a:pt x="961" y="32865"/>
                </a:cubicBezTo>
                <a:cubicBezTo>
                  <a:pt x="1159" y="33298"/>
                  <a:pt x="1440" y="33695"/>
                  <a:pt x="1791" y="34023"/>
                </a:cubicBezTo>
                <a:cubicBezTo>
                  <a:pt x="2142" y="34350"/>
                  <a:pt x="2552" y="34596"/>
                  <a:pt x="3008" y="34771"/>
                </a:cubicBezTo>
                <a:cubicBezTo>
                  <a:pt x="3452" y="34936"/>
                  <a:pt x="3932" y="35017"/>
                  <a:pt x="4412" y="34994"/>
                </a:cubicBezTo>
                <a:cubicBezTo>
                  <a:pt x="4891" y="34982"/>
                  <a:pt x="5371" y="34865"/>
                  <a:pt x="5803" y="34666"/>
                </a:cubicBezTo>
                <a:lnTo>
                  <a:pt x="9582" y="32935"/>
                </a:lnTo>
                <a:cubicBezTo>
                  <a:pt x="10682" y="34339"/>
                  <a:pt x="12028" y="35543"/>
                  <a:pt x="13525" y="36526"/>
                </a:cubicBezTo>
                <a:cubicBezTo>
                  <a:pt x="8764" y="40562"/>
                  <a:pt x="5838" y="44316"/>
                  <a:pt x="4213" y="46445"/>
                </a:cubicBezTo>
                <a:cubicBezTo>
                  <a:pt x="3113" y="47907"/>
                  <a:pt x="2505" y="49732"/>
                  <a:pt x="2505" y="51580"/>
                </a:cubicBezTo>
                <a:lnTo>
                  <a:pt x="2505" y="76226"/>
                </a:lnTo>
                <a:cubicBezTo>
                  <a:pt x="19304" y="52679"/>
                  <a:pt x="44338" y="30701"/>
                  <a:pt x="58927" y="19858"/>
                </a:cubicBezTo>
                <a:cubicBezTo>
                  <a:pt x="50820" y="20408"/>
                  <a:pt x="43859" y="21788"/>
                  <a:pt x="37822" y="23624"/>
                </a:cubicBezTo>
                <a:cubicBezTo>
                  <a:pt x="37822" y="23484"/>
                  <a:pt x="37846" y="23356"/>
                  <a:pt x="37846" y="23215"/>
                </a:cubicBezTo>
                <a:cubicBezTo>
                  <a:pt x="37846" y="22174"/>
                  <a:pt x="37437" y="21250"/>
                  <a:pt x="37250" y="20256"/>
                </a:cubicBezTo>
                <a:lnTo>
                  <a:pt x="41250" y="18419"/>
                </a:lnTo>
                <a:cubicBezTo>
                  <a:pt x="41694" y="18221"/>
                  <a:pt x="42104" y="17939"/>
                  <a:pt x="42444" y="17589"/>
                </a:cubicBezTo>
                <a:cubicBezTo>
                  <a:pt x="42783" y="17238"/>
                  <a:pt x="43040" y="16828"/>
                  <a:pt x="43215" y="16372"/>
                </a:cubicBezTo>
                <a:cubicBezTo>
                  <a:pt x="43391" y="15916"/>
                  <a:pt x="43473" y="15436"/>
                  <a:pt x="43461" y="14945"/>
                </a:cubicBezTo>
                <a:cubicBezTo>
                  <a:pt x="43449" y="14454"/>
                  <a:pt x="43333" y="13975"/>
                  <a:pt x="43134" y="13530"/>
                </a:cubicBezTo>
                <a:cubicBezTo>
                  <a:pt x="42935" y="13097"/>
                  <a:pt x="42643" y="12687"/>
                  <a:pt x="42280" y="12360"/>
                </a:cubicBezTo>
                <a:cubicBezTo>
                  <a:pt x="41917" y="12033"/>
                  <a:pt x="41496" y="11776"/>
                  <a:pt x="41040" y="11611"/>
                </a:cubicBezTo>
                <a:cubicBezTo>
                  <a:pt x="40583" y="11448"/>
                  <a:pt x="40092" y="11377"/>
                  <a:pt x="39612" y="11413"/>
                </a:cubicBezTo>
                <a:cubicBezTo>
                  <a:pt x="39121" y="11436"/>
                  <a:pt x="38641" y="11553"/>
                  <a:pt x="38208" y="11776"/>
                </a:cubicBezTo>
                <a:lnTo>
                  <a:pt x="34243" y="13588"/>
                </a:lnTo>
                <a:cubicBezTo>
                  <a:pt x="33225" y="12302"/>
                  <a:pt x="32043" y="11261"/>
                  <a:pt x="30687" y="10336"/>
                </a:cubicBezTo>
                <a:lnTo>
                  <a:pt x="32219" y="6219"/>
                </a:lnTo>
                <a:cubicBezTo>
                  <a:pt x="32430" y="5681"/>
                  <a:pt x="32511" y="5085"/>
                  <a:pt x="32453" y="4512"/>
                </a:cubicBezTo>
                <a:cubicBezTo>
                  <a:pt x="32395" y="3927"/>
                  <a:pt x="32196" y="3377"/>
                  <a:pt x="31880" y="2886"/>
                </a:cubicBezTo>
                <a:cubicBezTo>
                  <a:pt x="31552" y="2406"/>
                  <a:pt x="31120" y="1996"/>
                  <a:pt x="30616" y="1716"/>
                </a:cubicBezTo>
                <a:cubicBezTo>
                  <a:pt x="30113" y="1424"/>
                  <a:pt x="29540" y="1260"/>
                  <a:pt x="28967" y="1237"/>
                </a:cubicBezTo>
                <a:close/>
                <a:moveTo>
                  <a:pt x="22006" y="14688"/>
                </a:moveTo>
                <a:cubicBezTo>
                  <a:pt x="23071" y="14688"/>
                  <a:pt x="24066" y="14945"/>
                  <a:pt x="25001" y="15284"/>
                </a:cubicBezTo>
                <a:lnTo>
                  <a:pt x="25001" y="15284"/>
                </a:lnTo>
                <a:cubicBezTo>
                  <a:pt x="25142" y="15331"/>
                  <a:pt x="25282" y="15378"/>
                  <a:pt x="25411" y="15401"/>
                </a:cubicBezTo>
                <a:cubicBezTo>
                  <a:pt x="27317" y="16220"/>
                  <a:pt x="28803" y="17729"/>
                  <a:pt x="29681" y="19601"/>
                </a:cubicBezTo>
                <a:cubicBezTo>
                  <a:pt x="29739" y="19753"/>
                  <a:pt x="29821" y="19904"/>
                  <a:pt x="29903" y="20045"/>
                </a:cubicBezTo>
                <a:cubicBezTo>
                  <a:pt x="30288" y="21027"/>
                  <a:pt x="30535" y="22092"/>
                  <a:pt x="30535" y="23215"/>
                </a:cubicBezTo>
                <a:cubicBezTo>
                  <a:pt x="30535" y="24115"/>
                  <a:pt x="30394" y="24969"/>
                  <a:pt x="30148" y="25777"/>
                </a:cubicBezTo>
                <a:cubicBezTo>
                  <a:pt x="30078" y="25999"/>
                  <a:pt x="30031" y="26221"/>
                  <a:pt x="29996" y="26455"/>
                </a:cubicBezTo>
                <a:cubicBezTo>
                  <a:pt x="26265" y="28046"/>
                  <a:pt x="22977" y="29812"/>
                  <a:pt x="20134" y="31636"/>
                </a:cubicBezTo>
                <a:cubicBezTo>
                  <a:pt x="19912" y="31520"/>
                  <a:pt x="19690" y="31426"/>
                  <a:pt x="19444" y="31356"/>
                </a:cubicBezTo>
                <a:cubicBezTo>
                  <a:pt x="15993" y="30280"/>
                  <a:pt x="13478" y="27075"/>
                  <a:pt x="13478" y="23215"/>
                </a:cubicBezTo>
                <a:cubicBezTo>
                  <a:pt x="13478" y="22150"/>
                  <a:pt x="13724" y="21157"/>
                  <a:pt x="14075" y="20209"/>
                </a:cubicBezTo>
                <a:cubicBezTo>
                  <a:pt x="14075" y="20209"/>
                  <a:pt x="14075" y="20209"/>
                  <a:pt x="14086" y="20197"/>
                </a:cubicBezTo>
                <a:cubicBezTo>
                  <a:pt x="14121" y="20068"/>
                  <a:pt x="14156" y="19940"/>
                  <a:pt x="14192" y="19811"/>
                </a:cubicBezTo>
                <a:cubicBezTo>
                  <a:pt x="15010" y="17904"/>
                  <a:pt x="16531" y="16407"/>
                  <a:pt x="18403" y="15542"/>
                </a:cubicBezTo>
                <a:cubicBezTo>
                  <a:pt x="18543" y="15471"/>
                  <a:pt x="18684" y="15401"/>
                  <a:pt x="18825" y="15331"/>
                </a:cubicBezTo>
                <a:cubicBezTo>
                  <a:pt x="19807" y="14933"/>
                  <a:pt x="20872" y="14688"/>
                  <a:pt x="22006" y="14688"/>
                </a:cubicBezTo>
                <a:close/>
                <a:moveTo>
                  <a:pt x="71842" y="19612"/>
                </a:moveTo>
                <a:cubicBezTo>
                  <a:pt x="64659" y="24584"/>
                  <a:pt x="21761" y="56820"/>
                  <a:pt x="3219" y="88425"/>
                </a:cubicBezTo>
                <a:cubicBezTo>
                  <a:pt x="3019" y="88741"/>
                  <a:pt x="2774" y="89034"/>
                  <a:pt x="2505" y="89256"/>
                </a:cubicBezTo>
                <a:lnTo>
                  <a:pt x="2505" y="90227"/>
                </a:lnTo>
                <a:cubicBezTo>
                  <a:pt x="2505" y="94940"/>
                  <a:pt x="6342" y="98765"/>
                  <a:pt x="11044" y="98765"/>
                </a:cubicBezTo>
                <a:lnTo>
                  <a:pt x="23878" y="98765"/>
                </a:lnTo>
                <a:cubicBezTo>
                  <a:pt x="40256" y="55019"/>
                  <a:pt x="66578" y="30256"/>
                  <a:pt x="79984" y="19858"/>
                </a:cubicBezTo>
                <a:cubicBezTo>
                  <a:pt x="77528" y="19729"/>
                  <a:pt x="74825" y="19636"/>
                  <a:pt x="71842" y="19612"/>
                </a:cubicBezTo>
                <a:close/>
                <a:moveTo>
                  <a:pt x="88957" y="20735"/>
                </a:moveTo>
                <a:cubicBezTo>
                  <a:pt x="83599" y="24174"/>
                  <a:pt x="51615" y="47907"/>
                  <a:pt x="31728" y="98765"/>
                </a:cubicBezTo>
                <a:lnTo>
                  <a:pt x="59781" y="98765"/>
                </a:lnTo>
                <a:cubicBezTo>
                  <a:pt x="59781" y="98450"/>
                  <a:pt x="59839" y="98181"/>
                  <a:pt x="59909" y="97865"/>
                </a:cubicBezTo>
                <a:cubicBezTo>
                  <a:pt x="72871" y="47100"/>
                  <a:pt x="89051" y="26361"/>
                  <a:pt x="93999" y="21542"/>
                </a:cubicBezTo>
                <a:cubicBezTo>
                  <a:pt x="93613" y="21390"/>
                  <a:pt x="93191" y="21320"/>
                  <a:pt x="92782" y="21238"/>
                </a:cubicBezTo>
                <a:cubicBezTo>
                  <a:pt x="91706" y="21074"/>
                  <a:pt x="90443" y="20910"/>
                  <a:pt x="88957" y="20735"/>
                </a:cubicBezTo>
                <a:close/>
                <a:moveTo>
                  <a:pt x="99392" y="26502"/>
                </a:moveTo>
                <a:cubicBezTo>
                  <a:pt x="96093" y="29649"/>
                  <a:pt x="80066" y="49100"/>
                  <a:pt x="67221" y="98765"/>
                </a:cubicBezTo>
                <a:lnTo>
                  <a:pt x="91472" y="98765"/>
                </a:lnTo>
                <a:cubicBezTo>
                  <a:pt x="96175" y="98765"/>
                  <a:pt x="100000" y="94940"/>
                  <a:pt x="100000" y="90227"/>
                </a:cubicBezTo>
                <a:lnTo>
                  <a:pt x="100000" y="29672"/>
                </a:lnTo>
                <a:cubicBezTo>
                  <a:pt x="100000" y="28560"/>
                  <a:pt x="99778" y="27484"/>
                  <a:pt x="99392" y="2650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5" name="Чёрный — SVG 12">
            <a:extLst>
              <a:ext uri="{FF2B5EF4-FFF2-40B4-BE49-F238E27FC236}">
                <a16:creationId xmlns:a16="http://schemas.microsoft.com/office/drawing/2014/main" id="{B7E294D0-58A3-5F4F-BF10-393B518A996C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21267 w 141772"/>
              <a:gd name="csY0" fmla="*/ 0 h 134676"/>
              <a:gd name="csX1" fmla="*/ 0 w 141772"/>
              <a:gd name="csY1" fmla="*/ 21264 h 134676"/>
              <a:gd name="csX2" fmla="*/ 0 w 141772"/>
              <a:gd name="csY2" fmla="*/ 24802 h 134676"/>
              <a:gd name="csX3" fmla="*/ 42534 w 141772"/>
              <a:gd name="csY3" fmla="*/ 24802 h 134676"/>
              <a:gd name="csX4" fmla="*/ 42534 w 141772"/>
              <a:gd name="csY4" fmla="*/ 21264 h 134676"/>
              <a:gd name="csX5" fmla="*/ 21267 w 141772"/>
              <a:gd name="csY5" fmla="*/ 0 h 134676"/>
              <a:gd name="csX6" fmla="*/ 90494 w 141772"/>
              <a:gd name="csY6" fmla="*/ 10564 h 134676"/>
              <a:gd name="csX7" fmla="*/ 89491 w 141772"/>
              <a:gd name="csY7" fmla="*/ 10632 h 134676"/>
              <a:gd name="csX8" fmla="*/ 72664 w 141772"/>
              <a:gd name="csY8" fmla="*/ 10632 h 134676"/>
              <a:gd name="csX9" fmla="*/ 63800 w 141772"/>
              <a:gd name="csY9" fmla="*/ 19495 h 134676"/>
              <a:gd name="csX10" fmla="*/ 63800 w 141772"/>
              <a:gd name="csY10" fmla="*/ 39891 h 134676"/>
              <a:gd name="csX11" fmla="*/ 63800 w 141772"/>
              <a:gd name="csY11" fmla="*/ 41609 h 134676"/>
              <a:gd name="csX12" fmla="*/ 63800 w 141772"/>
              <a:gd name="csY12" fmla="*/ 42953 h 134676"/>
              <a:gd name="csX13" fmla="*/ 56706 w 141772"/>
              <a:gd name="csY13" fmla="*/ 60236 h 134676"/>
              <a:gd name="csX14" fmla="*/ 81511 w 141772"/>
              <a:gd name="csY14" fmla="*/ 85021 h 134676"/>
              <a:gd name="csX15" fmla="*/ 105245 w 141772"/>
              <a:gd name="csY15" fmla="*/ 67330 h 134676"/>
              <a:gd name="csX16" fmla="*/ 119689 w 141772"/>
              <a:gd name="csY16" fmla="*/ 67330 h 134676"/>
              <a:gd name="csX17" fmla="*/ 117120 w 141772"/>
              <a:gd name="csY17" fmla="*/ 72774 h 134676"/>
              <a:gd name="csX18" fmla="*/ 117903 w 141772"/>
              <a:gd name="csY18" fmla="*/ 78762 h 134676"/>
              <a:gd name="csX19" fmla="*/ 121816 w 141772"/>
              <a:gd name="csY19" fmla="*/ 83337 h 134676"/>
              <a:gd name="csX20" fmla="*/ 127601 w 141772"/>
              <a:gd name="csY20" fmla="*/ 85056 h 134676"/>
              <a:gd name="csX21" fmla="*/ 134083 w 141772"/>
              <a:gd name="csY21" fmla="*/ 82844 h 134676"/>
              <a:gd name="csX22" fmla="*/ 137860 w 141772"/>
              <a:gd name="csY22" fmla="*/ 77128 h 134676"/>
              <a:gd name="csX23" fmla="*/ 137383 w 141772"/>
              <a:gd name="csY23" fmla="*/ 70290 h 134676"/>
              <a:gd name="csX24" fmla="*/ 132824 w 141772"/>
              <a:gd name="csY24" fmla="*/ 65170 h 134676"/>
              <a:gd name="csX25" fmla="*/ 135648 w 141772"/>
              <a:gd name="csY25" fmla="*/ 62669 h 134676"/>
              <a:gd name="csX26" fmla="*/ 135665 w 141772"/>
              <a:gd name="csY26" fmla="*/ 62669 h 134676"/>
              <a:gd name="csX27" fmla="*/ 139068 w 141772"/>
              <a:gd name="csY27" fmla="*/ 58416 h 134676"/>
              <a:gd name="csX28" fmla="*/ 139051 w 141772"/>
              <a:gd name="csY28" fmla="*/ 58416 h 134676"/>
              <a:gd name="csX29" fmla="*/ 141773 w 141772"/>
              <a:gd name="csY29" fmla="*/ 50676 h 134676"/>
              <a:gd name="csX30" fmla="*/ 141773 w 141772"/>
              <a:gd name="csY30" fmla="*/ 44297 h 134676"/>
              <a:gd name="csX31" fmla="*/ 132909 w 141772"/>
              <a:gd name="csY31" fmla="*/ 35434 h 134676"/>
              <a:gd name="csX32" fmla="*/ 120506 w 141772"/>
              <a:gd name="csY32" fmla="*/ 35434 h 134676"/>
              <a:gd name="csX33" fmla="*/ 120506 w 141772"/>
              <a:gd name="csY33" fmla="*/ 28358 h 134676"/>
              <a:gd name="csX34" fmla="*/ 124062 w 141772"/>
              <a:gd name="csY34" fmla="*/ 24802 h 134676"/>
              <a:gd name="csX35" fmla="*/ 125423 w 141772"/>
              <a:gd name="csY35" fmla="*/ 24547 h 134676"/>
              <a:gd name="csX36" fmla="*/ 126597 w 141772"/>
              <a:gd name="csY36" fmla="*/ 23781 h 134676"/>
              <a:gd name="csX37" fmla="*/ 127380 w 141772"/>
              <a:gd name="csY37" fmla="*/ 22625 h 134676"/>
              <a:gd name="csX38" fmla="*/ 127652 w 141772"/>
              <a:gd name="csY38" fmla="*/ 21264 h 134676"/>
              <a:gd name="csX39" fmla="*/ 127380 w 141772"/>
              <a:gd name="csY39" fmla="*/ 19903 h 134676"/>
              <a:gd name="csX40" fmla="*/ 126597 w 141772"/>
              <a:gd name="csY40" fmla="*/ 18746 h 134676"/>
              <a:gd name="csX41" fmla="*/ 125423 w 141772"/>
              <a:gd name="csY41" fmla="*/ 17981 h 134676"/>
              <a:gd name="csX42" fmla="*/ 124062 w 141772"/>
              <a:gd name="csY42" fmla="*/ 17726 h 134676"/>
              <a:gd name="csX43" fmla="*/ 113428 w 141772"/>
              <a:gd name="csY43" fmla="*/ 28358 h 134676"/>
              <a:gd name="csX44" fmla="*/ 113428 w 141772"/>
              <a:gd name="csY44" fmla="*/ 35434 h 134676"/>
              <a:gd name="csX45" fmla="*/ 101094 w 141772"/>
              <a:gd name="csY45" fmla="*/ 35434 h 134676"/>
              <a:gd name="csX46" fmla="*/ 97300 w 141772"/>
              <a:gd name="csY46" fmla="*/ 21264 h 134676"/>
              <a:gd name="csX47" fmla="*/ 97470 w 141772"/>
              <a:gd name="csY47" fmla="*/ 21264 h 134676"/>
              <a:gd name="csX48" fmla="*/ 99528 w 141772"/>
              <a:gd name="csY48" fmla="*/ 20873 h 134676"/>
              <a:gd name="csX49" fmla="*/ 101281 w 141772"/>
              <a:gd name="csY49" fmla="*/ 19733 h 134676"/>
              <a:gd name="csX50" fmla="*/ 102455 w 141772"/>
              <a:gd name="csY50" fmla="*/ 17998 h 134676"/>
              <a:gd name="csX51" fmla="*/ 102863 w 141772"/>
              <a:gd name="csY51" fmla="*/ 15939 h 134676"/>
              <a:gd name="csX52" fmla="*/ 102455 w 141772"/>
              <a:gd name="csY52" fmla="*/ 13898 h 134676"/>
              <a:gd name="csX53" fmla="*/ 101281 w 141772"/>
              <a:gd name="csY53" fmla="*/ 12163 h 134676"/>
              <a:gd name="csX54" fmla="*/ 99528 w 141772"/>
              <a:gd name="csY54" fmla="*/ 11023 h 134676"/>
              <a:gd name="csX55" fmla="*/ 97470 w 141772"/>
              <a:gd name="csY55" fmla="*/ 10632 h 134676"/>
              <a:gd name="csX56" fmla="*/ 91209 w 141772"/>
              <a:gd name="csY56" fmla="*/ 10632 h 134676"/>
              <a:gd name="csX57" fmla="*/ 90494 w 141772"/>
              <a:gd name="csY57" fmla="*/ 10564 h 134676"/>
              <a:gd name="csX58" fmla="*/ 127601 w 141772"/>
              <a:gd name="csY58" fmla="*/ 85056 h 134676"/>
              <a:gd name="csX59" fmla="*/ 122922 w 141772"/>
              <a:gd name="csY59" fmla="*/ 85056 h 134676"/>
              <a:gd name="csX60" fmla="*/ 103833 w 141772"/>
              <a:gd name="csY60" fmla="*/ 134677 h 134676"/>
              <a:gd name="csX61" fmla="*/ 129370 w 141772"/>
              <a:gd name="csY61" fmla="*/ 134677 h 134676"/>
              <a:gd name="csX62" fmla="*/ 141773 w 141772"/>
              <a:gd name="csY62" fmla="*/ 122259 h 134676"/>
              <a:gd name="csX63" fmla="*/ 141773 w 141772"/>
              <a:gd name="csY63" fmla="*/ 90363 h 134676"/>
              <a:gd name="csX64" fmla="*/ 136447 w 141772"/>
              <a:gd name="csY64" fmla="*/ 85056 h 134676"/>
              <a:gd name="csX65" fmla="*/ 127601 w 141772"/>
              <a:gd name="csY65" fmla="*/ 85056 h 134676"/>
              <a:gd name="csX66" fmla="*/ 74434 w 141772"/>
              <a:gd name="csY66" fmla="*/ 21264 h 134676"/>
              <a:gd name="csX67" fmla="*/ 86292 w 141772"/>
              <a:gd name="csY67" fmla="*/ 21264 h 134676"/>
              <a:gd name="csX68" fmla="*/ 90086 w 141772"/>
              <a:gd name="csY68" fmla="*/ 35434 h 134676"/>
              <a:gd name="csX69" fmla="*/ 74434 w 141772"/>
              <a:gd name="csY69" fmla="*/ 35434 h 134676"/>
              <a:gd name="csX70" fmla="*/ 74434 w 141772"/>
              <a:gd name="csY70" fmla="*/ 21264 h 134676"/>
              <a:gd name="csX71" fmla="*/ 0 w 141772"/>
              <a:gd name="csY71" fmla="*/ 31896 h 134676"/>
              <a:gd name="csX72" fmla="*/ 0 w 141772"/>
              <a:gd name="csY72" fmla="*/ 77962 h 134676"/>
              <a:gd name="csX73" fmla="*/ 42534 w 141772"/>
              <a:gd name="csY73" fmla="*/ 77962 h 134676"/>
              <a:gd name="csX74" fmla="*/ 42534 w 141772"/>
              <a:gd name="csY74" fmla="*/ 31896 h 134676"/>
              <a:gd name="csX75" fmla="*/ 0 w 141772"/>
              <a:gd name="csY75" fmla="*/ 31896 h 134676"/>
              <a:gd name="csX76" fmla="*/ 81511 w 141772"/>
              <a:gd name="csY76" fmla="*/ 46066 h 134676"/>
              <a:gd name="csX77" fmla="*/ 95666 w 141772"/>
              <a:gd name="csY77" fmla="*/ 60236 h 134676"/>
              <a:gd name="csX78" fmla="*/ 81511 w 141772"/>
              <a:gd name="csY78" fmla="*/ 74390 h 134676"/>
              <a:gd name="csX79" fmla="*/ 67339 w 141772"/>
              <a:gd name="csY79" fmla="*/ 60236 h 134676"/>
              <a:gd name="csX80" fmla="*/ 72120 w 141772"/>
              <a:gd name="csY80" fmla="*/ 49672 h 134676"/>
              <a:gd name="csX81" fmla="*/ 72869 w 141772"/>
              <a:gd name="csY81" fmla="*/ 49043 h 134676"/>
              <a:gd name="csX82" fmla="*/ 81511 w 141772"/>
              <a:gd name="csY82" fmla="*/ 46066 h 134676"/>
              <a:gd name="csX83" fmla="*/ 101808 w 141772"/>
              <a:gd name="csY83" fmla="*/ 46066 h 134676"/>
              <a:gd name="csX84" fmla="*/ 131139 w 141772"/>
              <a:gd name="csY84" fmla="*/ 46066 h 134676"/>
              <a:gd name="csX85" fmla="*/ 131139 w 141772"/>
              <a:gd name="csY85" fmla="*/ 50676 h 134676"/>
              <a:gd name="csX86" fmla="*/ 130765 w 141772"/>
              <a:gd name="csY86" fmla="*/ 51782 h 134676"/>
              <a:gd name="csX87" fmla="*/ 127346 w 141772"/>
              <a:gd name="csY87" fmla="*/ 56034 h 134676"/>
              <a:gd name="csX88" fmla="*/ 125967 w 141772"/>
              <a:gd name="csY88" fmla="*/ 56698 h 134676"/>
              <a:gd name="csX89" fmla="*/ 106028 w 141772"/>
              <a:gd name="csY89" fmla="*/ 56698 h 134676"/>
              <a:gd name="csX90" fmla="*/ 101808 w 141772"/>
              <a:gd name="csY90" fmla="*/ 46066 h 134676"/>
              <a:gd name="csX91" fmla="*/ 81528 w 141772"/>
              <a:gd name="csY91" fmla="*/ 53160 h 134676"/>
              <a:gd name="csX92" fmla="*/ 74434 w 141772"/>
              <a:gd name="csY92" fmla="*/ 60253 h 134676"/>
              <a:gd name="csX93" fmla="*/ 81528 w 141772"/>
              <a:gd name="csY93" fmla="*/ 67330 h 134676"/>
              <a:gd name="csX94" fmla="*/ 88606 w 141772"/>
              <a:gd name="csY94" fmla="*/ 60253 h 134676"/>
              <a:gd name="csX95" fmla="*/ 81528 w 141772"/>
              <a:gd name="csY95" fmla="*/ 53160 h 134676"/>
              <a:gd name="csX96" fmla="*/ 0 w 141772"/>
              <a:gd name="csY96" fmla="*/ 85056 h 134676"/>
              <a:gd name="csX97" fmla="*/ 0 w 141772"/>
              <a:gd name="csY97" fmla="*/ 122939 h 134676"/>
              <a:gd name="csX98" fmla="*/ 11739 w 141772"/>
              <a:gd name="csY98" fmla="*/ 134660 h 134676"/>
              <a:gd name="csX99" fmla="*/ 17609 w 141772"/>
              <a:gd name="csY99" fmla="*/ 134660 h 134676"/>
              <a:gd name="csX100" fmla="*/ 36698 w 141772"/>
              <a:gd name="csY100" fmla="*/ 85056 h 134676"/>
              <a:gd name="csX101" fmla="*/ 0 w 141772"/>
              <a:gd name="csY101" fmla="*/ 85056 h 134676"/>
              <a:gd name="csX102" fmla="*/ 44286 w 141772"/>
              <a:gd name="csY102" fmla="*/ 85056 h 134676"/>
              <a:gd name="csX103" fmla="*/ 25214 w 141772"/>
              <a:gd name="csY103" fmla="*/ 134660 h 134676"/>
              <a:gd name="csX104" fmla="*/ 57250 w 141772"/>
              <a:gd name="csY104" fmla="*/ 134660 h 134676"/>
              <a:gd name="csX105" fmla="*/ 76322 w 141772"/>
              <a:gd name="csY105" fmla="*/ 85056 h 134676"/>
              <a:gd name="csX106" fmla="*/ 44286 w 141772"/>
              <a:gd name="csY106" fmla="*/ 85056 h 134676"/>
              <a:gd name="csX107" fmla="*/ 83927 w 141772"/>
              <a:gd name="csY107" fmla="*/ 85056 h 134676"/>
              <a:gd name="csX108" fmla="*/ 64838 w 141772"/>
              <a:gd name="csY108" fmla="*/ 134660 h 134676"/>
              <a:gd name="csX109" fmla="*/ 96228 w 141772"/>
              <a:gd name="csY109" fmla="*/ 134677 h 134676"/>
              <a:gd name="csX110" fmla="*/ 115317 w 141772"/>
              <a:gd name="csY110" fmla="*/ 85056 h 134676"/>
              <a:gd name="csX111" fmla="*/ 83927 w 141772"/>
              <a:gd name="csY111" fmla="*/ 85056 h 134676"/>
            </a:gdLst>
            <a:ahLst/>
            <a:cxnLst/>
            <a:rect l="l" t="t" r="r" b="b"/>
            <a:pathLst>
              <a:path w="100000" h="100000">
                <a:moveTo>
                  <a:pt x="15001" y="2503"/>
                </a:moveTo>
                <a:cubicBezTo>
                  <a:pt x="6721" y="2503"/>
                  <a:pt x="0" y="9222"/>
                  <a:pt x="0" y="17501"/>
                </a:cubicBezTo>
                <a:lnTo>
                  <a:pt x="0" y="19997"/>
                </a:lnTo>
                <a:lnTo>
                  <a:pt x="30002" y="19997"/>
                </a:lnTo>
                <a:lnTo>
                  <a:pt x="30002" y="17501"/>
                </a:lnTo>
                <a:cubicBezTo>
                  <a:pt x="30002" y="9222"/>
                  <a:pt x="23281" y="2503"/>
                  <a:pt x="15001" y="2503"/>
                </a:cubicBezTo>
                <a:close/>
                <a:moveTo>
                  <a:pt x="63831" y="9954"/>
                </a:moveTo>
                <a:cubicBezTo>
                  <a:pt x="63591" y="9942"/>
                  <a:pt x="63363" y="9966"/>
                  <a:pt x="63123" y="10002"/>
                </a:cubicBezTo>
                <a:lnTo>
                  <a:pt x="51254" y="10002"/>
                </a:lnTo>
                <a:cubicBezTo>
                  <a:pt x="47847" y="10002"/>
                  <a:pt x="45002" y="12846"/>
                  <a:pt x="45002" y="16254"/>
                </a:cubicBezTo>
                <a:lnTo>
                  <a:pt x="45002" y="30640"/>
                </a:lnTo>
                <a:cubicBezTo>
                  <a:pt x="44930" y="31036"/>
                  <a:pt x="44930" y="31444"/>
                  <a:pt x="45002" y="31852"/>
                </a:cubicBezTo>
                <a:lnTo>
                  <a:pt x="45002" y="32800"/>
                </a:lnTo>
                <a:cubicBezTo>
                  <a:pt x="41918" y="35956"/>
                  <a:pt x="39998" y="40263"/>
                  <a:pt x="39998" y="44991"/>
                </a:cubicBezTo>
                <a:cubicBezTo>
                  <a:pt x="39998" y="54602"/>
                  <a:pt x="47882" y="62473"/>
                  <a:pt x="57494" y="62473"/>
                </a:cubicBezTo>
                <a:cubicBezTo>
                  <a:pt x="65367" y="62473"/>
                  <a:pt x="72064" y="57194"/>
                  <a:pt x="74235" y="49994"/>
                </a:cubicBezTo>
                <a:lnTo>
                  <a:pt x="84424" y="49994"/>
                </a:lnTo>
                <a:cubicBezTo>
                  <a:pt x="83464" y="51074"/>
                  <a:pt x="82828" y="52406"/>
                  <a:pt x="82612" y="53834"/>
                </a:cubicBezTo>
                <a:cubicBezTo>
                  <a:pt x="82384" y="55274"/>
                  <a:pt x="82576" y="56738"/>
                  <a:pt x="83164" y="58058"/>
                </a:cubicBezTo>
                <a:cubicBezTo>
                  <a:pt x="83752" y="59378"/>
                  <a:pt x="84712" y="60494"/>
                  <a:pt x="85924" y="61285"/>
                </a:cubicBezTo>
                <a:cubicBezTo>
                  <a:pt x="87148" y="62077"/>
                  <a:pt x="88552" y="62498"/>
                  <a:pt x="90004" y="62498"/>
                </a:cubicBezTo>
                <a:cubicBezTo>
                  <a:pt x="91660" y="62498"/>
                  <a:pt x="93268" y="61945"/>
                  <a:pt x="94577" y="60937"/>
                </a:cubicBezTo>
                <a:cubicBezTo>
                  <a:pt x="95884" y="59917"/>
                  <a:pt x="96820" y="58502"/>
                  <a:pt x="97241" y="56905"/>
                </a:cubicBezTo>
                <a:cubicBezTo>
                  <a:pt x="97660" y="55310"/>
                  <a:pt x="97540" y="53606"/>
                  <a:pt x="96904" y="52082"/>
                </a:cubicBezTo>
                <a:cubicBezTo>
                  <a:pt x="96256" y="50559"/>
                  <a:pt x="95128" y="49286"/>
                  <a:pt x="93688" y="48471"/>
                </a:cubicBezTo>
                <a:cubicBezTo>
                  <a:pt x="94432" y="47978"/>
                  <a:pt x="95116" y="47415"/>
                  <a:pt x="95680" y="46707"/>
                </a:cubicBezTo>
                <a:cubicBezTo>
                  <a:pt x="95680" y="46707"/>
                  <a:pt x="95680" y="46707"/>
                  <a:pt x="95692" y="46707"/>
                </a:cubicBezTo>
                <a:lnTo>
                  <a:pt x="98093" y="43707"/>
                </a:lnTo>
                <a:lnTo>
                  <a:pt x="98081" y="43707"/>
                </a:lnTo>
                <a:cubicBezTo>
                  <a:pt x="99328" y="42159"/>
                  <a:pt x="100001" y="40227"/>
                  <a:pt x="100001" y="38247"/>
                </a:cubicBezTo>
                <a:lnTo>
                  <a:pt x="100001" y="33748"/>
                </a:lnTo>
                <a:cubicBezTo>
                  <a:pt x="100001" y="30340"/>
                  <a:pt x="97169" y="27496"/>
                  <a:pt x="93748" y="27496"/>
                </a:cubicBezTo>
                <a:lnTo>
                  <a:pt x="85000" y="27496"/>
                </a:lnTo>
                <a:lnTo>
                  <a:pt x="85000" y="22505"/>
                </a:lnTo>
                <a:cubicBezTo>
                  <a:pt x="85000" y="21089"/>
                  <a:pt x="86092" y="19997"/>
                  <a:pt x="87508" y="19997"/>
                </a:cubicBezTo>
                <a:cubicBezTo>
                  <a:pt x="87832" y="20009"/>
                  <a:pt x="88168" y="19949"/>
                  <a:pt x="88468" y="19817"/>
                </a:cubicBezTo>
                <a:cubicBezTo>
                  <a:pt x="88780" y="19697"/>
                  <a:pt x="89056" y="19517"/>
                  <a:pt x="89296" y="19277"/>
                </a:cubicBezTo>
                <a:cubicBezTo>
                  <a:pt x="89536" y="19049"/>
                  <a:pt x="89716" y="18773"/>
                  <a:pt x="89848" y="18461"/>
                </a:cubicBezTo>
                <a:cubicBezTo>
                  <a:pt x="89968" y="18162"/>
                  <a:pt x="90040" y="17837"/>
                  <a:pt x="90040" y="17501"/>
                </a:cubicBezTo>
                <a:cubicBezTo>
                  <a:pt x="90040" y="17166"/>
                  <a:pt x="89968" y="16841"/>
                  <a:pt x="89848" y="16541"/>
                </a:cubicBezTo>
                <a:cubicBezTo>
                  <a:pt x="89716" y="16230"/>
                  <a:pt x="89536" y="15953"/>
                  <a:pt x="89296" y="15725"/>
                </a:cubicBezTo>
                <a:cubicBezTo>
                  <a:pt x="89056" y="15485"/>
                  <a:pt x="88780" y="15306"/>
                  <a:pt x="88468" y="15186"/>
                </a:cubicBezTo>
                <a:cubicBezTo>
                  <a:pt x="88168" y="15054"/>
                  <a:pt x="87832" y="14994"/>
                  <a:pt x="87508" y="15006"/>
                </a:cubicBezTo>
                <a:cubicBezTo>
                  <a:pt x="83392" y="15006"/>
                  <a:pt x="80007" y="18389"/>
                  <a:pt x="80007" y="22505"/>
                </a:cubicBezTo>
                <a:lnTo>
                  <a:pt x="80007" y="27496"/>
                </a:lnTo>
                <a:lnTo>
                  <a:pt x="71307" y="27496"/>
                </a:lnTo>
                <a:lnTo>
                  <a:pt x="68631" y="17501"/>
                </a:lnTo>
                <a:lnTo>
                  <a:pt x="68751" y="17501"/>
                </a:lnTo>
                <a:cubicBezTo>
                  <a:pt x="69255" y="17513"/>
                  <a:pt x="69747" y="17417"/>
                  <a:pt x="70203" y="17226"/>
                </a:cubicBezTo>
                <a:cubicBezTo>
                  <a:pt x="70671" y="17045"/>
                  <a:pt x="71091" y="16769"/>
                  <a:pt x="71439" y="16421"/>
                </a:cubicBezTo>
                <a:cubicBezTo>
                  <a:pt x="71799" y="16074"/>
                  <a:pt x="72076" y="15653"/>
                  <a:pt x="72267" y="15198"/>
                </a:cubicBezTo>
                <a:cubicBezTo>
                  <a:pt x="72459" y="14741"/>
                  <a:pt x="72555" y="14250"/>
                  <a:pt x="72555" y="13745"/>
                </a:cubicBezTo>
                <a:cubicBezTo>
                  <a:pt x="72555" y="13254"/>
                  <a:pt x="72459" y="12762"/>
                  <a:pt x="72267" y="12306"/>
                </a:cubicBezTo>
                <a:cubicBezTo>
                  <a:pt x="72076" y="11850"/>
                  <a:pt x="71799" y="11430"/>
                  <a:pt x="71439" y="11082"/>
                </a:cubicBezTo>
                <a:cubicBezTo>
                  <a:pt x="71091" y="10734"/>
                  <a:pt x="70671" y="10458"/>
                  <a:pt x="70203" y="10278"/>
                </a:cubicBezTo>
                <a:cubicBezTo>
                  <a:pt x="69747" y="10086"/>
                  <a:pt x="69255" y="9990"/>
                  <a:pt x="68751" y="10002"/>
                </a:cubicBezTo>
                <a:lnTo>
                  <a:pt x="64335" y="10002"/>
                </a:lnTo>
                <a:cubicBezTo>
                  <a:pt x="64167" y="9978"/>
                  <a:pt x="63999" y="9954"/>
                  <a:pt x="63831" y="9954"/>
                </a:cubicBezTo>
                <a:close/>
                <a:moveTo>
                  <a:pt x="90004" y="62498"/>
                </a:moveTo>
                <a:lnTo>
                  <a:pt x="86704" y="62498"/>
                </a:lnTo>
                <a:lnTo>
                  <a:pt x="73239" y="97498"/>
                </a:lnTo>
                <a:lnTo>
                  <a:pt x="91252" y="97498"/>
                </a:lnTo>
                <a:cubicBezTo>
                  <a:pt x="96076" y="97498"/>
                  <a:pt x="100001" y="93574"/>
                  <a:pt x="100001" y="88739"/>
                </a:cubicBezTo>
                <a:lnTo>
                  <a:pt x="100001" y="66241"/>
                </a:lnTo>
                <a:cubicBezTo>
                  <a:pt x="100001" y="64177"/>
                  <a:pt x="98321" y="62498"/>
                  <a:pt x="96244" y="62498"/>
                </a:cubicBezTo>
                <a:lnTo>
                  <a:pt x="90004" y="62498"/>
                </a:lnTo>
                <a:close/>
                <a:moveTo>
                  <a:pt x="52503" y="17501"/>
                </a:moveTo>
                <a:lnTo>
                  <a:pt x="60867" y="17501"/>
                </a:lnTo>
                <a:lnTo>
                  <a:pt x="63543" y="27496"/>
                </a:lnTo>
                <a:lnTo>
                  <a:pt x="52503" y="27496"/>
                </a:lnTo>
                <a:lnTo>
                  <a:pt x="52503" y="17501"/>
                </a:lnTo>
                <a:close/>
                <a:moveTo>
                  <a:pt x="0" y="25001"/>
                </a:moveTo>
                <a:lnTo>
                  <a:pt x="0" y="57494"/>
                </a:lnTo>
                <a:lnTo>
                  <a:pt x="30002" y="57494"/>
                </a:lnTo>
                <a:lnTo>
                  <a:pt x="30002" y="25001"/>
                </a:lnTo>
                <a:lnTo>
                  <a:pt x="0" y="25001"/>
                </a:lnTo>
                <a:close/>
                <a:moveTo>
                  <a:pt x="57494" y="34996"/>
                </a:moveTo>
                <a:cubicBezTo>
                  <a:pt x="63051" y="34996"/>
                  <a:pt x="67479" y="39423"/>
                  <a:pt x="67479" y="44991"/>
                </a:cubicBezTo>
                <a:cubicBezTo>
                  <a:pt x="67479" y="50547"/>
                  <a:pt x="63051" y="54974"/>
                  <a:pt x="57494" y="54974"/>
                </a:cubicBezTo>
                <a:cubicBezTo>
                  <a:pt x="51926" y="54974"/>
                  <a:pt x="47498" y="50547"/>
                  <a:pt x="47498" y="44991"/>
                </a:cubicBezTo>
                <a:cubicBezTo>
                  <a:pt x="47498" y="41991"/>
                  <a:pt x="48818" y="39351"/>
                  <a:pt x="50870" y="37539"/>
                </a:cubicBezTo>
                <a:cubicBezTo>
                  <a:pt x="51062" y="37407"/>
                  <a:pt x="51230" y="37263"/>
                  <a:pt x="51399" y="37095"/>
                </a:cubicBezTo>
                <a:cubicBezTo>
                  <a:pt x="53078" y="35800"/>
                  <a:pt x="55179" y="34996"/>
                  <a:pt x="57494" y="34996"/>
                </a:cubicBezTo>
                <a:close/>
                <a:moveTo>
                  <a:pt x="71811" y="34996"/>
                </a:moveTo>
                <a:lnTo>
                  <a:pt x="92500" y="34996"/>
                </a:lnTo>
                <a:lnTo>
                  <a:pt x="92500" y="38247"/>
                </a:lnTo>
                <a:cubicBezTo>
                  <a:pt x="92500" y="38535"/>
                  <a:pt x="92404" y="38800"/>
                  <a:pt x="92236" y="39027"/>
                </a:cubicBezTo>
                <a:lnTo>
                  <a:pt x="89825" y="42027"/>
                </a:lnTo>
                <a:cubicBezTo>
                  <a:pt x="89584" y="42327"/>
                  <a:pt x="89236" y="42495"/>
                  <a:pt x="88852" y="42495"/>
                </a:cubicBezTo>
                <a:lnTo>
                  <a:pt x="74788" y="42495"/>
                </a:lnTo>
                <a:cubicBezTo>
                  <a:pt x="74379" y="39748"/>
                  <a:pt x="73347" y="37191"/>
                  <a:pt x="71811" y="34996"/>
                </a:cubicBezTo>
                <a:close/>
                <a:moveTo>
                  <a:pt x="57506" y="39999"/>
                </a:moveTo>
                <a:cubicBezTo>
                  <a:pt x="54734" y="39999"/>
                  <a:pt x="52503" y="42231"/>
                  <a:pt x="52503" y="45003"/>
                </a:cubicBezTo>
                <a:cubicBezTo>
                  <a:pt x="52503" y="47763"/>
                  <a:pt x="54734" y="49994"/>
                  <a:pt x="57506" y="49994"/>
                </a:cubicBezTo>
                <a:cubicBezTo>
                  <a:pt x="60266" y="49994"/>
                  <a:pt x="62499" y="47763"/>
                  <a:pt x="62499" y="45003"/>
                </a:cubicBezTo>
                <a:cubicBezTo>
                  <a:pt x="62499" y="42231"/>
                  <a:pt x="60266" y="39999"/>
                  <a:pt x="57506" y="39999"/>
                </a:cubicBezTo>
                <a:close/>
                <a:moveTo>
                  <a:pt x="0" y="62498"/>
                </a:moveTo>
                <a:lnTo>
                  <a:pt x="0" y="89219"/>
                </a:lnTo>
                <a:cubicBezTo>
                  <a:pt x="12" y="93767"/>
                  <a:pt x="3720" y="97474"/>
                  <a:pt x="8280" y="97486"/>
                </a:cubicBezTo>
                <a:lnTo>
                  <a:pt x="12421" y="97486"/>
                </a:lnTo>
                <a:lnTo>
                  <a:pt x="25885" y="62498"/>
                </a:lnTo>
                <a:lnTo>
                  <a:pt x="0" y="62498"/>
                </a:lnTo>
                <a:close/>
                <a:moveTo>
                  <a:pt x="31237" y="62498"/>
                </a:moveTo>
                <a:lnTo>
                  <a:pt x="17785" y="97486"/>
                </a:lnTo>
                <a:lnTo>
                  <a:pt x="40382" y="97486"/>
                </a:lnTo>
                <a:lnTo>
                  <a:pt x="53834" y="62498"/>
                </a:lnTo>
                <a:lnTo>
                  <a:pt x="31237" y="62498"/>
                </a:lnTo>
                <a:close/>
                <a:moveTo>
                  <a:pt x="59199" y="62498"/>
                </a:moveTo>
                <a:lnTo>
                  <a:pt x="45734" y="97486"/>
                </a:lnTo>
                <a:lnTo>
                  <a:pt x="67875" y="97498"/>
                </a:lnTo>
                <a:lnTo>
                  <a:pt x="81340" y="62498"/>
                </a:lnTo>
                <a:lnTo>
                  <a:pt x="59199" y="6249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6" name="Чёрный — SVG 13">
            <a:extLst>
              <a:ext uri="{FF2B5EF4-FFF2-40B4-BE49-F238E27FC236}">
                <a16:creationId xmlns:a16="http://schemas.microsoft.com/office/drawing/2014/main" id="{4622F66F-8B9A-B74E-9EE5-DD4DB38628A1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51466 w 156115"/>
              <a:gd name="csY0" fmla="*/ 0 h 134676"/>
              <a:gd name="csX1" fmla="*/ 46293 w 156115"/>
              <a:gd name="csY1" fmla="*/ 4151 h 134676"/>
              <a:gd name="csX2" fmla="*/ 38314 w 156115"/>
              <a:gd name="csY2" fmla="*/ 38990 h 134676"/>
              <a:gd name="csX3" fmla="*/ 72732 w 156115"/>
              <a:gd name="csY3" fmla="*/ 38990 h 134676"/>
              <a:gd name="csX4" fmla="*/ 72732 w 156115"/>
              <a:gd name="csY4" fmla="*/ 0 h 134676"/>
              <a:gd name="csX5" fmla="*/ 51466 w 156115"/>
              <a:gd name="csY5" fmla="*/ 0 h 134676"/>
              <a:gd name="csX6" fmla="*/ 83366 w 156115"/>
              <a:gd name="csY6" fmla="*/ 0 h 134676"/>
              <a:gd name="csX7" fmla="*/ 83366 w 156115"/>
              <a:gd name="csY7" fmla="*/ 38990 h 134676"/>
              <a:gd name="csX8" fmla="*/ 117784 w 156115"/>
              <a:gd name="csY8" fmla="*/ 38990 h 134676"/>
              <a:gd name="csX9" fmla="*/ 109822 w 156115"/>
              <a:gd name="csY9" fmla="*/ 4151 h 134676"/>
              <a:gd name="csX10" fmla="*/ 104632 w 156115"/>
              <a:gd name="csY10" fmla="*/ 0 h 134676"/>
              <a:gd name="csX11" fmla="*/ 83366 w 156115"/>
              <a:gd name="csY11" fmla="*/ 0 h 134676"/>
              <a:gd name="csX12" fmla="*/ 15942 w 156115"/>
              <a:gd name="csY12" fmla="*/ 49536 h 134676"/>
              <a:gd name="csX13" fmla="*/ 15176 w 156115"/>
              <a:gd name="csY13" fmla="*/ 49621 h 134676"/>
              <a:gd name="csX14" fmla="*/ 5393 w 156115"/>
              <a:gd name="csY14" fmla="*/ 49621 h 134676"/>
              <a:gd name="csX15" fmla="*/ 3335 w 156115"/>
              <a:gd name="csY15" fmla="*/ 49996 h 134676"/>
              <a:gd name="csX16" fmla="*/ 1582 w 156115"/>
              <a:gd name="csY16" fmla="*/ 51152 h 134676"/>
              <a:gd name="csX17" fmla="*/ 408 w 156115"/>
              <a:gd name="csY17" fmla="*/ 52887 h 134676"/>
              <a:gd name="csX18" fmla="*/ 0 w 156115"/>
              <a:gd name="csY18" fmla="*/ 54929 h 134676"/>
              <a:gd name="csX19" fmla="*/ 408 w 156115"/>
              <a:gd name="csY19" fmla="*/ 56987 h 134676"/>
              <a:gd name="csX20" fmla="*/ 1582 w 156115"/>
              <a:gd name="csY20" fmla="*/ 58722 h 134676"/>
              <a:gd name="csX21" fmla="*/ 3335 w 156115"/>
              <a:gd name="csY21" fmla="*/ 59862 h 134676"/>
              <a:gd name="csX22" fmla="*/ 5393 w 156115"/>
              <a:gd name="csY22" fmla="*/ 60253 h 134676"/>
              <a:gd name="csX23" fmla="*/ 10702 w 156115"/>
              <a:gd name="csY23" fmla="*/ 60253 h 134676"/>
              <a:gd name="csX24" fmla="*/ 10702 w 156115"/>
              <a:gd name="csY24" fmla="*/ 65561 h 134676"/>
              <a:gd name="csX25" fmla="*/ 11093 w 156115"/>
              <a:gd name="csY25" fmla="*/ 67619 h 134676"/>
              <a:gd name="csX26" fmla="*/ 12233 w 156115"/>
              <a:gd name="csY26" fmla="*/ 69371 h 134676"/>
              <a:gd name="csX27" fmla="*/ 13968 w 156115"/>
              <a:gd name="csY27" fmla="*/ 70545 h 134676"/>
              <a:gd name="csX28" fmla="*/ 16027 w 156115"/>
              <a:gd name="csY28" fmla="*/ 70953 h 134676"/>
              <a:gd name="csX29" fmla="*/ 18085 w 156115"/>
              <a:gd name="csY29" fmla="*/ 70545 h 134676"/>
              <a:gd name="csX30" fmla="*/ 19821 w 156115"/>
              <a:gd name="csY30" fmla="*/ 69371 h 134676"/>
              <a:gd name="csX31" fmla="*/ 20960 w 156115"/>
              <a:gd name="csY31" fmla="*/ 67619 h 134676"/>
              <a:gd name="csX32" fmla="*/ 21335 w 156115"/>
              <a:gd name="csY32" fmla="*/ 65561 h 134676"/>
              <a:gd name="csX33" fmla="*/ 21335 w 156115"/>
              <a:gd name="csY33" fmla="*/ 60253 h 134676"/>
              <a:gd name="csX34" fmla="*/ 134763 w 156115"/>
              <a:gd name="csY34" fmla="*/ 60253 h 134676"/>
              <a:gd name="csX35" fmla="*/ 134763 w 156115"/>
              <a:gd name="csY35" fmla="*/ 65561 h 134676"/>
              <a:gd name="csX36" fmla="*/ 135154 w 156115"/>
              <a:gd name="csY36" fmla="*/ 67619 h 134676"/>
              <a:gd name="csX37" fmla="*/ 136294 w 156115"/>
              <a:gd name="csY37" fmla="*/ 69371 h 134676"/>
              <a:gd name="csX38" fmla="*/ 138030 w 156115"/>
              <a:gd name="csY38" fmla="*/ 70545 h 134676"/>
              <a:gd name="csX39" fmla="*/ 140088 w 156115"/>
              <a:gd name="csY39" fmla="*/ 70953 h 134676"/>
              <a:gd name="csX40" fmla="*/ 142130 w 156115"/>
              <a:gd name="csY40" fmla="*/ 70545 h 134676"/>
              <a:gd name="csX41" fmla="*/ 143865 w 156115"/>
              <a:gd name="csY41" fmla="*/ 69371 h 134676"/>
              <a:gd name="csX42" fmla="*/ 145022 w 156115"/>
              <a:gd name="csY42" fmla="*/ 67619 h 134676"/>
              <a:gd name="csX43" fmla="*/ 145397 w 156115"/>
              <a:gd name="csY43" fmla="*/ 65561 h 134676"/>
              <a:gd name="csX44" fmla="*/ 145397 w 156115"/>
              <a:gd name="csY44" fmla="*/ 60253 h 134676"/>
              <a:gd name="csX45" fmla="*/ 150722 w 156115"/>
              <a:gd name="csY45" fmla="*/ 60253 h 134676"/>
              <a:gd name="csX46" fmla="*/ 152780 w 156115"/>
              <a:gd name="csY46" fmla="*/ 59862 h 134676"/>
              <a:gd name="csX47" fmla="*/ 154516 w 156115"/>
              <a:gd name="csY47" fmla="*/ 58722 h 134676"/>
              <a:gd name="csX48" fmla="*/ 155690 w 156115"/>
              <a:gd name="csY48" fmla="*/ 56987 h 134676"/>
              <a:gd name="csX49" fmla="*/ 156115 w 156115"/>
              <a:gd name="csY49" fmla="*/ 54929 h 134676"/>
              <a:gd name="csX50" fmla="*/ 155690 w 156115"/>
              <a:gd name="csY50" fmla="*/ 52887 h 134676"/>
              <a:gd name="csX51" fmla="*/ 154516 w 156115"/>
              <a:gd name="csY51" fmla="*/ 51152 h 134676"/>
              <a:gd name="csX52" fmla="*/ 152780 w 156115"/>
              <a:gd name="csY52" fmla="*/ 49996 h 134676"/>
              <a:gd name="csX53" fmla="*/ 150722 w 156115"/>
              <a:gd name="csY53" fmla="*/ 49621 h 134676"/>
              <a:gd name="csX54" fmla="*/ 140956 w 156115"/>
              <a:gd name="csY54" fmla="*/ 49621 h 134676"/>
              <a:gd name="csX55" fmla="*/ 139238 w 156115"/>
              <a:gd name="csY55" fmla="*/ 49621 h 134676"/>
              <a:gd name="csX56" fmla="*/ 16894 w 156115"/>
              <a:gd name="csY56" fmla="*/ 49621 h 134676"/>
              <a:gd name="csX57" fmla="*/ 15942 w 156115"/>
              <a:gd name="csY57" fmla="*/ 49536 h 134676"/>
              <a:gd name="csX58" fmla="*/ 31049 w 156115"/>
              <a:gd name="csY58" fmla="*/ 70885 h 134676"/>
              <a:gd name="csX59" fmla="*/ 17932 w 156115"/>
              <a:gd name="csY59" fmla="*/ 128179 h 134676"/>
              <a:gd name="csX60" fmla="*/ 18970 w 156115"/>
              <a:gd name="csY60" fmla="*/ 132653 h 134676"/>
              <a:gd name="csX61" fmla="*/ 23121 w 156115"/>
              <a:gd name="csY61" fmla="*/ 134677 h 134676"/>
              <a:gd name="csX62" fmla="*/ 72732 w 156115"/>
              <a:gd name="csY62" fmla="*/ 134677 h 134676"/>
              <a:gd name="csX63" fmla="*/ 72732 w 156115"/>
              <a:gd name="csY63" fmla="*/ 70885 h 134676"/>
              <a:gd name="csX64" fmla="*/ 31049 w 156115"/>
              <a:gd name="csY64" fmla="*/ 70885 h 134676"/>
              <a:gd name="csX65" fmla="*/ 83366 w 156115"/>
              <a:gd name="csY65" fmla="*/ 70885 h 134676"/>
              <a:gd name="csX66" fmla="*/ 83366 w 156115"/>
              <a:gd name="csY66" fmla="*/ 134677 h 134676"/>
              <a:gd name="csX67" fmla="*/ 132994 w 156115"/>
              <a:gd name="csY67" fmla="*/ 134677 h 134676"/>
              <a:gd name="csX68" fmla="*/ 137145 w 156115"/>
              <a:gd name="csY68" fmla="*/ 132653 h 134676"/>
              <a:gd name="csX69" fmla="*/ 138166 w 156115"/>
              <a:gd name="csY69" fmla="*/ 128179 h 134676"/>
              <a:gd name="csX70" fmla="*/ 125049 w 156115"/>
              <a:gd name="csY70" fmla="*/ 70885 h 134676"/>
              <a:gd name="csX71" fmla="*/ 83366 w 156115"/>
              <a:gd name="csY71" fmla="*/ 70885 h 134676"/>
            </a:gdLst>
            <a:ahLst/>
            <a:cxnLst/>
            <a:rect l="l" t="t" r="r" b="b"/>
            <a:pathLst>
              <a:path w="100000" h="100000">
                <a:moveTo>
                  <a:pt x="32967" y="6866"/>
                </a:moveTo>
                <a:cubicBezTo>
                  <a:pt x="31376" y="6866"/>
                  <a:pt x="29991" y="7956"/>
                  <a:pt x="29653" y="9525"/>
                </a:cubicBezTo>
                <a:lnTo>
                  <a:pt x="24542" y="31842"/>
                </a:lnTo>
                <a:lnTo>
                  <a:pt x="46589" y="31842"/>
                </a:lnTo>
                <a:lnTo>
                  <a:pt x="46589" y="6866"/>
                </a:lnTo>
                <a:lnTo>
                  <a:pt x="32967" y="6866"/>
                </a:lnTo>
                <a:close/>
                <a:moveTo>
                  <a:pt x="53400" y="6866"/>
                </a:moveTo>
                <a:lnTo>
                  <a:pt x="53400" y="31842"/>
                </a:lnTo>
                <a:lnTo>
                  <a:pt x="75447" y="31842"/>
                </a:lnTo>
                <a:lnTo>
                  <a:pt x="70347" y="9525"/>
                </a:lnTo>
                <a:cubicBezTo>
                  <a:pt x="69998" y="7956"/>
                  <a:pt x="68614" y="6866"/>
                  <a:pt x="67022" y="6866"/>
                </a:cubicBezTo>
                <a:lnTo>
                  <a:pt x="53400" y="6866"/>
                </a:lnTo>
                <a:close/>
                <a:moveTo>
                  <a:pt x="10212" y="38597"/>
                </a:moveTo>
                <a:cubicBezTo>
                  <a:pt x="10048" y="38608"/>
                  <a:pt x="9884" y="38619"/>
                  <a:pt x="9721" y="38651"/>
                </a:cubicBezTo>
                <a:lnTo>
                  <a:pt x="3455" y="38651"/>
                </a:lnTo>
                <a:cubicBezTo>
                  <a:pt x="3008" y="38640"/>
                  <a:pt x="2550" y="38728"/>
                  <a:pt x="2136" y="38892"/>
                </a:cubicBezTo>
                <a:cubicBezTo>
                  <a:pt x="1722" y="39066"/>
                  <a:pt x="1341" y="39316"/>
                  <a:pt x="1013" y="39632"/>
                </a:cubicBezTo>
                <a:cubicBezTo>
                  <a:pt x="698" y="39948"/>
                  <a:pt x="436" y="40319"/>
                  <a:pt x="261" y="40743"/>
                </a:cubicBezTo>
                <a:cubicBezTo>
                  <a:pt x="87" y="41158"/>
                  <a:pt x="0" y="41604"/>
                  <a:pt x="0" y="42051"/>
                </a:cubicBezTo>
                <a:cubicBezTo>
                  <a:pt x="0" y="42509"/>
                  <a:pt x="87" y="42956"/>
                  <a:pt x="261" y="43370"/>
                </a:cubicBezTo>
                <a:cubicBezTo>
                  <a:pt x="436" y="43784"/>
                  <a:pt x="698" y="44165"/>
                  <a:pt x="1013" y="44481"/>
                </a:cubicBezTo>
                <a:cubicBezTo>
                  <a:pt x="1341" y="44797"/>
                  <a:pt x="1722" y="45048"/>
                  <a:pt x="2136" y="45211"/>
                </a:cubicBezTo>
                <a:cubicBezTo>
                  <a:pt x="2550" y="45385"/>
                  <a:pt x="3008" y="45462"/>
                  <a:pt x="3455" y="45462"/>
                </a:cubicBezTo>
                <a:lnTo>
                  <a:pt x="6855" y="45462"/>
                </a:lnTo>
                <a:lnTo>
                  <a:pt x="6855" y="48862"/>
                </a:lnTo>
                <a:cubicBezTo>
                  <a:pt x="6855" y="49319"/>
                  <a:pt x="6942" y="49766"/>
                  <a:pt x="7106" y="50180"/>
                </a:cubicBezTo>
                <a:cubicBezTo>
                  <a:pt x="7269" y="50605"/>
                  <a:pt x="7519" y="50986"/>
                  <a:pt x="7836" y="51302"/>
                </a:cubicBezTo>
                <a:cubicBezTo>
                  <a:pt x="8152" y="51630"/>
                  <a:pt x="8533" y="51880"/>
                  <a:pt x="8947" y="52054"/>
                </a:cubicBezTo>
                <a:cubicBezTo>
                  <a:pt x="9372" y="52228"/>
                  <a:pt x="9819" y="52316"/>
                  <a:pt x="10266" y="52316"/>
                </a:cubicBezTo>
                <a:cubicBezTo>
                  <a:pt x="10713" y="52316"/>
                  <a:pt x="11160" y="52228"/>
                  <a:pt x="11584" y="52054"/>
                </a:cubicBezTo>
                <a:cubicBezTo>
                  <a:pt x="11999" y="51880"/>
                  <a:pt x="12369" y="51630"/>
                  <a:pt x="12696" y="51302"/>
                </a:cubicBezTo>
                <a:cubicBezTo>
                  <a:pt x="13012" y="50986"/>
                  <a:pt x="13263" y="50605"/>
                  <a:pt x="13426" y="50180"/>
                </a:cubicBezTo>
                <a:cubicBezTo>
                  <a:pt x="13590" y="49766"/>
                  <a:pt x="13677" y="49319"/>
                  <a:pt x="13666" y="48862"/>
                </a:cubicBezTo>
                <a:lnTo>
                  <a:pt x="13666" y="45462"/>
                </a:lnTo>
                <a:lnTo>
                  <a:pt x="86323" y="45462"/>
                </a:lnTo>
                <a:lnTo>
                  <a:pt x="86323" y="48862"/>
                </a:lnTo>
                <a:cubicBezTo>
                  <a:pt x="86323" y="49319"/>
                  <a:pt x="86399" y="49766"/>
                  <a:pt x="86573" y="50180"/>
                </a:cubicBezTo>
                <a:cubicBezTo>
                  <a:pt x="86737" y="50605"/>
                  <a:pt x="86988" y="50986"/>
                  <a:pt x="87304" y="51302"/>
                </a:cubicBezTo>
                <a:cubicBezTo>
                  <a:pt x="87620" y="51630"/>
                  <a:pt x="88001" y="51880"/>
                  <a:pt x="88416" y="52054"/>
                </a:cubicBezTo>
                <a:cubicBezTo>
                  <a:pt x="88829" y="52228"/>
                  <a:pt x="89276" y="52316"/>
                  <a:pt x="89734" y="52316"/>
                </a:cubicBezTo>
                <a:cubicBezTo>
                  <a:pt x="90181" y="52316"/>
                  <a:pt x="90628" y="52228"/>
                  <a:pt x="91042" y="52054"/>
                </a:cubicBezTo>
                <a:cubicBezTo>
                  <a:pt x="91456" y="51880"/>
                  <a:pt x="91837" y="51630"/>
                  <a:pt x="92153" y="51302"/>
                </a:cubicBezTo>
                <a:cubicBezTo>
                  <a:pt x="92470" y="50986"/>
                  <a:pt x="92720" y="50605"/>
                  <a:pt x="92894" y="50180"/>
                </a:cubicBezTo>
                <a:cubicBezTo>
                  <a:pt x="93058" y="49766"/>
                  <a:pt x="93145" y="49319"/>
                  <a:pt x="93135" y="48862"/>
                </a:cubicBezTo>
                <a:lnTo>
                  <a:pt x="93135" y="45462"/>
                </a:lnTo>
                <a:lnTo>
                  <a:pt x="96545" y="45462"/>
                </a:lnTo>
                <a:cubicBezTo>
                  <a:pt x="96992" y="45462"/>
                  <a:pt x="97439" y="45385"/>
                  <a:pt x="97864" y="45211"/>
                </a:cubicBezTo>
                <a:cubicBezTo>
                  <a:pt x="98278" y="45048"/>
                  <a:pt x="98659" y="44797"/>
                  <a:pt x="98976" y="44481"/>
                </a:cubicBezTo>
                <a:cubicBezTo>
                  <a:pt x="99302" y="44165"/>
                  <a:pt x="99553" y="43784"/>
                  <a:pt x="99728" y="43370"/>
                </a:cubicBezTo>
                <a:cubicBezTo>
                  <a:pt x="99902" y="42956"/>
                  <a:pt x="100000" y="42509"/>
                  <a:pt x="100000" y="42051"/>
                </a:cubicBezTo>
                <a:cubicBezTo>
                  <a:pt x="100000" y="41604"/>
                  <a:pt x="99902" y="41158"/>
                  <a:pt x="99728" y="40743"/>
                </a:cubicBezTo>
                <a:cubicBezTo>
                  <a:pt x="99553" y="40319"/>
                  <a:pt x="99302" y="39948"/>
                  <a:pt x="98976" y="39632"/>
                </a:cubicBezTo>
                <a:cubicBezTo>
                  <a:pt x="98659" y="39316"/>
                  <a:pt x="98278" y="39066"/>
                  <a:pt x="97864" y="38892"/>
                </a:cubicBezTo>
                <a:cubicBezTo>
                  <a:pt x="97439" y="38728"/>
                  <a:pt x="96992" y="38640"/>
                  <a:pt x="96545" y="38651"/>
                </a:cubicBezTo>
                <a:lnTo>
                  <a:pt x="90290" y="38651"/>
                </a:lnTo>
                <a:cubicBezTo>
                  <a:pt x="89920" y="38586"/>
                  <a:pt x="89549" y="38586"/>
                  <a:pt x="89189" y="38651"/>
                </a:cubicBezTo>
                <a:lnTo>
                  <a:pt x="10822" y="38651"/>
                </a:lnTo>
                <a:cubicBezTo>
                  <a:pt x="10626" y="38608"/>
                  <a:pt x="10419" y="38597"/>
                  <a:pt x="10212" y="38597"/>
                </a:cubicBezTo>
                <a:close/>
                <a:moveTo>
                  <a:pt x="19889" y="52272"/>
                </a:moveTo>
                <a:lnTo>
                  <a:pt x="11486" y="88972"/>
                </a:lnTo>
                <a:cubicBezTo>
                  <a:pt x="11258" y="89974"/>
                  <a:pt x="11486" y="91042"/>
                  <a:pt x="12151" y="91838"/>
                </a:cubicBezTo>
                <a:cubicBezTo>
                  <a:pt x="12784" y="92654"/>
                  <a:pt x="13764" y="93134"/>
                  <a:pt x="14810" y="93134"/>
                </a:cubicBezTo>
                <a:lnTo>
                  <a:pt x="46589" y="93134"/>
                </a:lnTo>
                <a:lnTo>
                  <a:pt x="46589" y="52272"/>
                </a:lnTo>
                <a:lnTo>
                  <a:pt x="19889" y="52272"/>
                </a:lnTo>
                <a:close/>
                <a:moveTo>
                  <a:pt x="53400" y="52272"/>
                </a:moveTo>
                <a:lnTo>
                  <a:pt x="53400" y="93134"/>
                </a:lnTo>
                <a:lnTo>
                  <a:pt x="85190" y="93134"/>
                </a:lnTo>
                <a:cubicBezTo>
                  <a:pt x="86236" y="93134"/>
                  <a:pt x="87206" y="92654"/>
                  <a:pt x="87849" y="91838"/>
                </a:cubicBezTo>
                <a:cubicBezTo>
                  <a:pt x="88503" y="91042"/>
                  <a:pt x="88731" y="89974"/>
                  <a:pt x="88503" y="88972"/>
                </a:cubicBezTo>
                <a:lnTo>
                  <a:pt x="80101" y="52272"/>
                </a:lnTo>
                <a:lnTo>
                  <a:pt x="53400" y="5227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7" name="Чёрный — SVG 14">
            <a:extLst>
              <a:ext uri="{FF2B5EF4-FFF2-40B4-BE49-F238E27FC236}">
                <a16:creationId xmlns:a16="http://schemas.microsoft.com/office/drawing/2014/main" id="{908B3659-723D-654F-9CB9-8975B8720E0E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62031 w 148867"/>
              <a:gd name="csY0" fmla="*/ 0 h 155940"/>
              <a:gd name="csX1" fmla="*/ 42534 w 148867"/>
              <a:gd name="csY1" fmla="*/ 19495 h 155940"/>
              <a:gd name="csX2" fmla="*/ 42534 w 148867"/>
              <a:gd name="csY2" fmla="*/ 28358 h 155940"/>
              <a:gd name="csX3" fmla="*/ 19497 w 148867"/>
              <a:gd name="csY3" fmla="*/ 28358 h 155940"/>
              <a:gd name="csX4" fmla="*/ 0 w 148867"/>
              <a:gd name="csY4" fmla="*/ 47835 h 155940"/>
              <a:gd name="csX5" fmla="*/ 0 w 148867"/>
              <a:gd name="csY5" fmla="*/ 136446 h 155940"/>
              <a:gd name="csX6" fmla="*/ 19497 w 148867"/>
              <a:gd name="csY6" fmla="*/ 155941 h 155940"/>
              <a:gd name="csX7" fmla="*/ 62031 w 148867"/>
              <a:gd name="csY7" fmla="*/ 155941 h 155940"/>
              <a:gd name="csX8" fmla="*/ 67339 w 148867"/>
              <a:gd name="csY8" fmla="*/ 150616 h 155940"/>
              <a:gd name="csX9" fmla="*/ 67339 w 148867"/>
              <a:gd name="csY9" fmla="*/ 127583 h 155940"/>
              <a:gd name="csX10" fmla="*/ 70895 w 148867"/>
              <a:gd name="csY10" fmla="*/ 124045 h 155940"/>
              <a:gd name="csX11" fmla="*/ 77973 w 148867"/>
              <a:gd name="csY11" fmla="*/ 124045 h 155940"/>
              <a:gd name="csX12" fmla="*/ 81528 w 148867"/>
              <a:gd name="csY12" fmla="*/ 127583 h 155940"/>
              <a:gd name="csX13" fmla="*/ 81528 w 148867"/>
              <a:gd name="csY13" fmla="*/ 150616 h 155940"/>
              <a:gd name="csX14" fmla="*/ 86837 w 148867"/>
              <a:gd name="csY14" fmla="*/ 155941 h 155940"/>
              <a:gd name="csX15" fmla="*/ 129370 w 148867"/>
              <a:gd name="csY15" fmla="*/ 155941 h 155940"/>
              <a:gd name="csX16" fmla="*/ 148867 w 148867"/>
              <a:gd name="csY16" fmla="*/ 136446 h 155940"/>
              <a:gd name="csX17" fmla="*/ 148867 w 148867"/>
              <a:gd name="csY17" fmla="*/ 47835 h 155940"/>
              <a:gd name="csX18" fmla="*/ 129370 w 148867"/>
              <a:gd name="csY18" fmla="*/ 28358 h 155940"/>
              <a:gd name="csX19" fmla="*/ 106334 w 148867"/>
              <a:gd name="csY19" fmla="*/ 28358 h 155940"/>
              <a:gd name="csX20" fmla="*/ 106334 w 148867"/>
              <a:gd name="csY20" fmla="*/ 19495 h 155940"/>
              <a:gd name="csX21" fmla="*/ 86837 w 148867"/>
              <a:gd name="csY21" fmla="*/ 0 h 155940"/>
              <a:gd name="csX22" fmla="*/ 62031 w 148867"/>
              <a:gd name="csY22" fmla="*/ 0 h 155940"/>
              <a:gd name="csX23" fmla="*/ 60261 w 148867"/>
              <a:gd name="csY23" fmla="*/ 10632 h 155940"/>
              <a:gd name="csX24" fmla="*/ 62031 w 148867"/>
              <a:gd name="csY24" fmla="*/ 10632 h 155940"/>
              <a:gd name="csX25" fmla="*/ 86837 w 148867"/>
              <a:gd name="csY25" fmla="*/ 10632 h 155940"/>
              <a:gd name="csX26" fmla="*/ 88606 w 148867"/>
              <a:gd name="csY26" fmla="*/ 10632 h 155940"/>
              <a:gd name="csX27" fmla="*/ 95700 w 148867"/>
              <a:gd name="csY27" fmla="*/ 17726 h 155940"/>
              <a:gd name="csX28" fmla="*/ 95700 w 148867"/>
              <a:gd name="csY28" fmla="*/ 19495 h 155940"/>
              <a:gd name="csX29" fmla="*/ 95700 w 148867"/>
              <a:gd name="csY29" fmla="*/ 33665 h 155940"/>
              <a:gd name="csX30" fmla="*/ 95700 w 148867"/>
              <a:gd name="csY30" fmla="*/ 46066 h 155940"/>
              <a:gd name="csX31" fmla="*/ 88606 w 148867"/>
              <a:gd name="csY31" fmla="*/ 53160 h 155940"/>
              <a:gd name="csX32" fmla="*/ 60261 w 148867"/>
              <a:gd name="csY32" fmla="*/ 53160 h 155940"/>
              <a:gd name="csX33" fmla="*/ 53167 w 148867"/>
              <a:gd name="csY33" fmla="*/ 46066 h 155940"/>
              <a:gd name="csX34" fmla="*/ 53167 w 148867"/>
              <a:gd name="csY34" fmla="*/ 33665 h 155940"/>
              <a:gd name="csX35" fmla="*/ 53167 w 148867"/>
              <a:gd name="csY35" fmla="*/ 19495 h 155940"/>
              <a:gd name="csX36" fmla="*/ 53167 w 148867"/>
              <a:gd name="csY36" fmla="*/ 17726 h 155940"/>
              <a:gd name="csX37" fmla="*/ 60261 w 148867"/>
              <a:gd name="csY37" fmla="*/ 10632 h 155940"/>
              <a:gd name="csX38" fmla="*/ 74434 w 148867"/>
              <a:gd name="csY38" fmla="*/ 17726 h 155940"/>
              <a:gd name="csX39" fmla="*/ 69109 w 148867"/>
              <a:gd name="csY39" fmla="*/ 23033 h 155940"/>
              <a:gd name="csX40" fmla="*/ 69109 w 148867"/>
              <a:gd name="csY40" fmla="*/ 26571 h 155940"/>
              <a:gd name="csX41" fmla="*/ 65570 w 148867"/>
              <a:gd name="csY41" fmla="*/ 26571 h 155940"/>
              <a:gd name="csX42" fmla="*/ 60261 w 148867"/>
              <a:gd name="csY42" fmla="*/ 31896 h 155940"/>
              <a:gd name="csX43" fmla="*/ 65570 w 148867"/>
              <a:gd name="csY43" fmla="*/ 37203 h 155940"/>
              <a:gd name="csX44" fmla="*/ 69109 w 148867"/>
              <a:gd name="csY44" fmla="*/ 37203 h 155940"/>
              <a:gd name="csX45" fmla="*/ 69109 w 148867"/>
              <a:gd name="csY45" fmla="*/ 40759 h 155940"/>
              <a:gd name="csX46" fmla="*/ 74434 w 148867"/>
              <a:gd name="csY46" fmla="*/ 46066 h 155940"/>
              <a:gd name="csX47" fmla="*/ 79742 w 148867"/>
              <a:gd name="csY47" fmla="*/ 40759 h 155940"/>
              <a:gd name="csX48" fmla="*/ 79742 w 148867"/>
              <a:gd name="csY48" fmla="*/ 37203 h 155940"/>
              <a:gd name="csX49" fmla="*/ 83298 w 148867"/>
              <a:gd name="csY49" fmla="*/ 37203 h 155940"/>
              <a:gd name="csX50" fmla="*/ 88606 w 148867"/>
              <a:gd name="csY50" fmla="*/ 31896 h 155940"/>
              <a:gd name="csX51" fmla="*/ 83298 w 148867"/>
              <a:gd name="csY51" fmla="*/ 26571 h 155940"/>
              <a:gd name="csX52" fmla="*/ 79742 w 148867"/>
              <a:gd name="csY52" fmla="*/ 26571 h 155940"/>
              <a:gd name="csX53" fmla="*/ 79742 w 148867"/>
              <a:gd name="csY53" fmla="*/ 23033 h 155940"/>
              <a:gd name="csX54" fmla="*/ 74434 w 148867"/>
              <a:gd name="csY54" fmla="*/ 17726 h 155940"/>
              <a:gd name="csX55" fmla="*/ 28361 w 148867"/>
              <a:gd name="csY55" fmla="*/ 70885 h 155940"/>
              <a:gd name="csX56" fmla="*/ 35439 w 148867"/>
              <a:gd name="csY56" fmla="*/ 70885 h 155940"/>
              <a:gd name="csX57" fmla="*/ 38995 w 148867"/>
              <a:gd name="csY57" fmla="*/ 74424 h 155940"/>
              <a:gd name="csX58" fmla="*/ 38995 w 148867"/>
              <a:gd name="csY58" fmla="*/ 81517 h 155940"/>
              <a:gd name="csX59" fmla="*/ 35439 w 148867"/>
              <a:gd name="csY59" fmla="*/ 85056 h 155940"/>
              <a:gd name="csX60" fmla="*/ 28361 w 148867"/>
              <a:gd name="csY60" fmla="*/ 85056 h 155940"/>
              <a:gd name="csX61" fmla="*/ 24806 w 148867"/>
              <a:gd name="csY61" fmla="*/ 81517 h 155940"/>
              <a:gd name="csX62" fmla="*/ 24806 w 148867"/>
              <a:gd name="csY62" fmla="*/ 74424 h 155940"/>
              <a:gd name="csX63" fmla="*/ 28361 w 148867"/>
              <a:gd name="csY63" fmla="*/ 70885 h 155940"/>
              <a:gd name="csX64" fmla="*/ 56706 w 148867"/>
              <a:gd name="csY64" fmla="*/ 70885 h 155940"/>
              <a:gd name="csX65" fmla="*/ 63800 w 148867"/>
              <a:gd name="csY65" fmla="*/ 70885 h 155940"/>
              <a:gd name="csX66" fmla="*/ 67339 w 148867"/>
              <a:gd name="csY66" fmla="*/ 74424 h 155940"/>
              <a:gd name="csX67" fmla="*/ 67339 w 148867"/>
              <a:gd name="csY67" fmla="*/ 81517 h 155940"/>
              <a:gd name="csX68" fmla="*/ 63800 w 148867"/>
              <a:gd name="csY68" fmla="*/ 85056 h 155940"/>
              <a:gd name="csX69" fmla="*/ 56706 w 148867"/>
              <a:gd name="csY69" fmla="*/ 85056 h 155940"/>
              <a:gd name="csX70" fmla="*/ 53167 w 148867"/>
              <a:gd name="csY70" fmla="*/ 81517 h 155940"/>
              <a:gd name="csX71" fmla="*/ 53167 w 148867"/>
              <a:gd name="csY71" fmla="*/ 74424 h 155940"/>
              <a:gd name="csX72" fmla="*/ 56706 w 148867"/>
              <a:gd name="csY72" fmla="*/ 70885 h 155940"/>
              <a:gd name="csX73" fmla="*/ 85067 w 148867"/>
              <a:gd name="csY73" fmla="*/ 70885 h 155940"/>
              <a:gd name="csX74" fmla="*/ 92162 w 148867"/>
              <a:gd name="csY74" fmla="*/ 70885 h 155940"/>
              <a:gd name="csX75" fmla="*/ 95700 w 148867"/>
              <a:gd name="csY75" fmla="*/ 74424 h 155940"/>
              <a:gd name="csX76" fmla="*/ 95700 w 148867"/>
              <a:gd name="csY76" fmla="*/ 81517 h 155940"/>
              <a:gd name="csX77" fmla="*/ 92162 w 148867"/>
              <a:gd name="csY77" fmla="*/ 85056 h 155940"/>
              <a:gd name="csX78" fmla="*/ 85067 w 148867"/>
              <a:gd name="csY78" fmla="*/ 85056 h 155940"/>
              <a:gd name="csX79" fmla="*/ 81528 w 148867"/>
              <a:gd name="csY79" fmla="*/ 81517 h 155940"/>
              <a:gd name="csX80" fmla="*/ 81528 w 148867"/>
              <a:gd name="csY80" fmla="*/ 74424 h 155940"/>
              <a:gd name="csX81" fmla="*/ 85067 w 148867"/>
              <a:gd name="csY81" fmla="*/ 70885 h 155940"/>
              <a:gd name="csX82" fmla="*/ 113428 w 148867"/>
              <a:gd name="csY82" fmla="*/ 70885 h 155940"/>
              <a:gd name="csX83" fmla="*/ 120506 w 148867"/>
              <a:gd name="csY83" fmla="*/ 70885 h 155940"/>
              <a:gd name="csX84" fmla="*/ 124062 w 148867"/>
              <a:gd name="csY84" fmla="*/ 74424 h 155940"/>
              <a:gd name="csX85" fmla="*/ 124062 w 148867"/>
              <a:gd name="csY85" fmla="*/ 81517 h 155940"/>
              <a:gd name="csX86" fmla="*/ 120506 w 148867"/>
              <a:gd name="csY86" fmla="*/ 85056 h 155940"/>
              <a:gd name="csX87" fmla="*/ 113428 w 148867"/>
              <a:gd name="csY87" fmla="*/ 85056 h 155940"/>
              <a:gd name="csX88" fmla="*/ 109873 w 148867"/>
              <a:gd name="csY88" fmla="*/ 81517 h 155940"/>
              <a:gd name="csX89" fmla="*/ 109873 w 148867"/>
              <a:gd name="csY89" fmla="*/ 74424 h 155940"/>
              <a:gd name="csX90" fmla="*/ 113428 w 148867"/>
              <a:gd name="csY90" fmla="*/ 70885 h 155940"/>
              <a:gd name="csX91" fmla="*/ 28361 w 148867"/>
              <a:gd name="csY91" fmla="*/ 92149 h 155940"/>
              <a:gd name="csX92" fmla="*/ 35439 w 148867"/>
              <a:gd name="csY92" fmla="*/ 92149 h 155940"/>
              <a:gd name="csX93" fmla="*/ 38995 w 148867"/>
              <a:gd name="csY93" fmla="*/ 95687 h 155940"/>
              <a:gd name="csX94" fmla="*/ 38995 w 148867"/>
              <a:gd name="csY94" fmla="*/ 102781 h 155940"/>
              <a:gd name="csX95" fmla="*/ 35439 w 148867"/>
              <a:gd name="csY95" fmla="*/ 106319 h 155940"/>
              <a:gd name="csX96" fmla="*/ 28361 w 148867"/>
              <a:gd name="csY96" fmla="*/ 106319 h 155940"/>
              <a:gd name="csX97" fmla="*/ 24806 w 148867"/>
              <a:gd name="csY97" fmla="*/ 102781 h 155940"/>
              <a:gd name="csX98" fmla="*/ 24806 w 148867"/>
              <a:gd name="csY98" fmla="*/ 95687 h 155940"/>
              <a:gd name="csX99" fmla="*/ 28361 w 148867"/>
              <a:gd name="csY99" fmla="*/ 92149 h 155940"/>
              <a:gd name="csX100" fmla="*/ 56706 w 148867"/>
              <a:gd name="csY100" fmla="*/ 92149 h 155940"/>
              <a:gd name="csX101" fmla="*/ 63800 w 148867"/>
              <a:gd name="csY101" fmla="*/ 92149 h 155940"/>
              <a:gd name="csX102" fmla="*/ 67339 w 148867"/>
              <a:gd name="csY102" fmla="*/ 95687 h 155940"/>
              <a:gd name="csX103" fmla="*/ 67339 w 148867"/>
              <a:gd name="csY103" fmla="*/ 102781 h 155940"/>
              <a:gd name="csX104" fmla="*/ 63800 w 148867"/>
              <a:gd name="csY104" fmla="*/ 106319 h 155940"/>
              <a:gd name="csX105" fmla="*/ 56706 w 148867"/>
              <a:gd name="csY105" fmla="*/ 106319 h 155940"/>
              <a:gd name="csX106" fmla="*/ 53167 w 148867"/>
              <a:gd name="csY106" fmla="*/ 102781 h 155940"/>
              <a:gd name="csX107" fmla="*/ 53167 w 148867"/>
              <a:gd name="csY107" fmla="*/ 95687 h 155940"/>
              <a:gd name="csX108" fmla="*/ 56706 w 148867"/>
              <a:gd name="csY108" fmla="*/ 92149 h 155940"/>
              <a:gd name="csX109" fmla="*/ 85067 w 148867"/>
              <a:gd name="csY109" fmla="*/ 92149 h 155940"/>
              <a:gd name="csX110" fmla="*/ 92162 w 148867"/>
              <a:gd name="csY110" fmla="*/ 92149 h 155940"/>
              <a:gd name="csX111" fmla="*/ 95700 w 148867"/>
              <a:gd name="csY111" fmla="*/ 95687 h 155940"/>
              <a:gd name="csX112" fmla="*/ 95700 w 148867"/>
              <a:gd name="csY112" fmla="*/ 102781 h 155940"/>
              <a:gd name="csX113" fmla="*/ 92162 w 148867"/>
              <a:gd name="csY113" fmla="*/ 106319 h 155940"/>
              <a:gd name="csX114" fmla="*/ 85067 w 148867"/>
              <a:gd name="csY114" fmla="*/ 106319 h 155940"/>
              <a:gd name="csX115" fmla="*/ 81528 w 148867"/>
              <a:gd name="csY115" fmla="*/ 102781 h 155940"/>
              <a:gd name="csX116" fmla="*/ 81528 w 148867"/>
              <a:gd name="csY116" fmla="*/ 95687 h 155940"/>
              <a:gd name="csX117" fmla="*/ 85067 w 148867"/>
              <a:gd name="csY117" fmla="*/ 92149 h 155940"/>
              <a:gd name="csX118" fmla="*/ 113428 w 148867"/>
              <a:gd name="csY118" fmla="*/ 92149 h 155940"/>
              <a:gd name="csX119" fmla="*/ 120506 w 148867"/>
              <a:gd name="csY119" fmla="*/ 92149 h 155940"/>
              <a:gd name="csX120" fmla="*/ 124062 w 148867"/>
              <a:gd name="csY120" fmla="*/ 95687 h 155940"/>
              <a:gd name="csX121" fmla="*/ 124062 w 148867"/>
              <a:gd name="csY121" fmla="*/ 102781 h 155940"/>
              <a:gd name="csX122" fmla="*/ 120506 w 148867"/>
              <a:gd name="csY122" fmla="*/ 106319 h 155940"/>
              <a:gd name="csX123" fmla="*/ 113428 w 148867"/>
              <a:gd name="csY123" fmla="*/ 106319 h 155940"/>
              <a:gd name="csX124" fmla="*/ 109873 w 148867"/>
              <a:gd name="csY124" fmla="*/ 102781 h 155940"/>
              <a:gd name="csX125" fmla="*/ 109873 w 148867"/>
              <a:gd name="csY125" fmla="*/ 95687 h 155940"/>
              <a:gd name="csX126" fmla="*/ 113428 w 148867"/>
              <a:gd name="csY126" fmla="*/ 92149 h 155940"/>
              <a:gd name="csX127" fmla="*/ 28361 w 148867"/>
              <a:gd name="csY127" fmla="*/ 113413 h 155940"/>
              <a:gd name="csX128" fmla="*/ 35439 w 148867"/>
              <a:gd name="csY128" fmla="*/ 113413 h 155940"/>
              <a:gd name="csX129" fmla="*/ 38995 w 148867"/>
              <a:gd name="csY129" fmla="*/ 116951 h 155940"/>
              <a:gd name="csX130" fmla="*/ 38995 w 148867"/>
              <a:gd name="csY130" fmla="*/ 124045 h 155940"/>
              <a:gd name="csX131" fmla="*/ 35439 w 148867"/>
              <a:gd name="csY131" fmla="*/ 127583 h 155940"/>
              <a:gd name="csX132" fmla="*/ 28361 w 148867"/>
              <a:gd name="csY132" fmla="*/ 127583 h 155940"/>
              <a:gd name="csX133" fmla="*/ 24806 w 148867"/>
              <a:gd name="csY133" fmla="*/ 124045 h 155940"/>
              <a:gd name="csX134" fmla="*/ 24806 w 148867"/>
              <a:gd name="csY134" fmla="*/ 116951 h 155940"/>
              <a:gd name="csX135" fmla="*/ 28361 w 148867"/>
              <a:gd name="csY135" fmla="*/ 113413 h 155940"/>
              <a:gd name="csX136" fmla="*/ 113428 w 148867"/>
              <a:gd name="csY136" fmla="*/ 113413 h 155940"/>
              <a:gd name="csX137" fmla="*/ 120506 w 148867"/>
              <a:gd name="csY137" fmla="*/ 113413 h 155940"/>
              <a:gd name="csX138" fmla="*/ 124062 w 148867"/>
              <a:gd name="csY138" fmla="*/ 116951 h 155940"/>
              <a:gd name="csX139" fmla="*/ 124062 w 148867"/>
              <a:gd name="csY139" fmla="*/ 124045 h 155940"/>
              <a:gd name="csX140" fmla="*/ 120506 w 148867"/>
              <a:gd name="csY140" fmla="*/ 127583 h 155940"/>
              <a:gd name="csX141" fmla="*/ 113428 w 148867"/>
              <a:gd name="csY141" fmla="*/ 127583 h 155940"/>
              <a:gd name="csX142" fmla="*/ 109873 w 148867"/>
              <a:gd name="csY142" fmla="*/ 124045 h 155940"/>
              <a:gd name="csX143" fmla="*/ 109873 w 148867"/>
              <a:gd name="csY143" fmla="*/ 116951 h 155940"/>
              <a:gd name="csX144" fmla="*/ 113428 w 148867"/>
              <a:gd name="csY144" fmla="*/ 113413 h 155940"/>
            </a:gdLst>
            <a:ahLst/>
            <a:cxnLst/>
            <a:rect l="l" t="t" r="r" b="b"/>
            <a:pathLst>
              <a:path w="100000" h="100000">
                <a:moveTo>
                  <a:pt x="42047" y="0"/>
                </a:moveTo>
                <a:cubicBezTo>
                  <a:pt x="35152" y="0"/>
                  <a:pt x="29544" y="5607"/>
                  <a:pt x="29544" y="12502"/>
                </a:cubicBezTo>
                <a:lnTo>
                  <a:pt x="29544" y="18185"/>
                </a:lnTo>
                <a:lnTo>
                  <a:pt x="14771" y="18185"/>
                </a:lnTo>
                <a:cubicBezTo>
                  <a:pt x="7865" y="18185"/>
                  <a:pt x="2268" y="23781"/>
                  <a:pt x="2268" y="30675"/>
                </a:cubicBezTo>
                <a:lnTo>
                  <a:pt x="2268" y="87499"/>
                </a:lnTo>
                <a:cubicBezTo>
                  <a:pt x="2268" y="94404"/>
                  <a:pt x="7865" y="100001"/>
                  <a:pt x="14771" y="100001"/>
                </a:cubicBezTo>
                <a:lnTo>
                  <a:pt x="42047" y="100001"/>
                </a:lnTo>
                <a:cubicBezTo>
                  <a:pt x="43923" y="100001"/>
                  <a:pt x="45450" y="98473"/>
                  <a:pt x="45450" y="96586"/>
                </a:cubicBezTo>
                <a:lnTo>
                  <a:pt x="45450" y="81815"/>
                </a:lnTo>
                <a:cubicBezTo>
                  <a:pt x="45450" y="80561"/>
                  <a:pt x="46476" y="79547"/>
                  <a:pt x="47731" y="79547"/>
                </a:cubicBezTo>
                <a:lnTo>
                  <a:pt x="52270" y="79547"/>
                </a:lnTo>
                <a:cubicBezTo>
                  <a:pt x="53524" y="79547"/>
                  <a:pt x="54550" y="80561"/>
                  <a:pt x="54550" y="81815"/>
                </a:cubicBezTo>
                <a:lnTo>
                  <a:pt x="54550" y="96586"/>
                </a:lnTo>
                <a:cubicBezTo>
                  <a:pt x="54550" y="98473"/>
                  <a:pt x="56077" y="100001"/>
                  <a:pt x="57954" y="100001"/>
                </a:cubicBezTo>
                <a:lnTo>
                  <a:pt x="85229" y="100001"/>
                </a:lnTo>
                <a:cubicBezTo>
                  <a:pt x="92136" y="100001"/>
                  <a:pt x="97732" y="94404"/>
                  <a:pt x="97732" y="87499"/>
                </a:cubicBezTo>
                <a:lnTo>
                  <a:pt x="97732" y="30675"/>
                </a:lnTo>
                <a:cubicBezTo>
                  <a:pt x="97732" y="23781"/>
                  <a:pt x="92136" y="18185"/>
                  <a:pt x="85229" y="18185"/>
                </a:cubicBezTo>
                <a:lnTo>
                  <a:pt x="70457" y="18185"/>
                </a:lnTo>
                <a:lnTo>
                  <a:pt x="70457" y="12502"/>
                </a:lnTo>
                <a:cubicBezTo>
                  <a:pt x="70457" y="5607"/>
                  <a:pt x="64849" y="0"/>
                  <a:pt x="57954" y="0"/>
                </a:cubicBezTo>
                <a:lnTo>
                  <a:pt x="42047" y="0"/>
                </a:lnTo>
                <a:close/>
                <a:moveTo>
                  <a:pt x="40912" y="6818"/>
                </a:moveTo>
                <a:lnTo>
                  <a:pt x="42047" y="6818"/>
                </a:lnTo>
                <a:lnTo>
                  <a:pt x="57954" y="6818"/>
                </a:lnTo>
                <a:lnTo>
                  <a:pt x="59088" y="6818"/>
                </a:lnTo>
                <a:cubicBezTo>
                  <a:pt x="61609" y="6818"/>
                  <a:pt x="63638" y="8847"/>
                  <a:pt x="63638" y="11367"/>
                </a:cubicBezTo>
                <a:lnTo>
                  <a:pt x="63638" y="12502"/>
                </a:lnTo>
                <a:lnTo>
                  <a:pt x="63638" y="21588"/>
                </a:lnTo>
                <a:lnTo>
                  <a:pt x="63638" y="29541"/>
                </a:lnTo>
                <a:cubicBezTo>
                  <a:pt x="63638" y="32061"/>
                  <a:pt x="61609" y="34090"/>
                  <a:pt x="59088" y="34090"/>
                </a:cubicBezTo>
                <a:lnTo>
                  <a:pt x="40912" y="34090"/>
                </a:lnTo>
                <a:cubicBezTo>
                  <a:pt x="38391" y="34090"/>
                  <a:pt x="36362" y="32061"/>
                  <a:pt x="36362" y="29541"/>
                </a:cubicBezTo>
                <a:lnTo>
                  <a:pt x="36362" y="21588"/>
                </a:lnTo>
                <a:lnTo>
                  <a:pt x="36362" y="12502"/>
                </a:lnTo>
                <a:lnTo>
                  <a:pt x="36362" y="11367"/>
                </a:lnTo>
                <a:cubicBezTo>
                  <a:pt x="36362" y="8847"/>
                  <a:pt x="38391" y="6818"/>
                  <a:pt x="40912" y="6818"/>
                </a:cubicBezTo>
                <a:close/>
                <a:moveTo>
                  <a:pt x="50000" y="11367"/>
                </a:moveTo>
                <a:cubicBezTo>
                  <a:pt x="48112" y="11367"/>
                  <a:pt x="46586" y="12894"/>
                  <a:pt x="46586" y="14770"/>
                </a:cubicBezTo>
                <a:lnTo>
                  <a:pt x="46586" y="17039"/>
                </a:lnTo>
                <a:lnTo>
                  <a:pt x="44316" y="17039"/>
                </a:lnTo>
                <a:cubicBezTo>
                  <a:pt x="42439" y="17039"/>
                  <a:pt x="40912" y="18567"/>
                  <a:pt x="40912" y="20454"/>
                </a:cubicBezTo>
                <a:cubicBezTo>
                  <a:pt x="40912" y="22330"/>
                  <a:pt x="42439" y="23857"/>
                  <a:pt x="44316" y="23857"/>
                </a:cubicBezTo>
                <a:lnTo>
                  <a:pt x="46586" y="23857"/>
                </a:lnTo>
                <a:lnTo>
                  <a:pt x="46586" y="26138"/>
                </a:lnTo>
                <a:cubicBezTo>
                  <a:pt x="46586" y="28014"/>
                  <a:pt x="48112" y="29541"/>
                  <a:pt x="50000" y="29541"/>
                </a:cubicBezTo>
                <a:cubicBezTo>
                  <a:pt x="51877" y="29541"/>
                  <a:pt x="53404" y="28014"/>
                  <a:pt x="53404" y="26138"/>
                </a:cubicBezTo>
                <a:lnTo>
                  <a:pt x="53404" y="23857"/>
                </a:lnTo>
                <a:lnTo>
                  <a:pt x="55685" y="23857"/>
                </a:lnTo>
                <a:cubicBezTo>
                  <a:pt x="57561" y="23857"/>
                  <a:pt x="59088" y="22330"/>
                  <a:pt x="59088" y="20454"/>
                </a:cubicBezTo>
                <a:cubicBezTo>
                  <a:pt x="59088" y="18567"/>
                  <a:pt x="57561" y="17039"/>
                  <a:pt x="55685" y="17039"/>
                </a:cubicBezTo>
                <a:lnTo>
                  <a:pt x="53404" y="17039"/>
                </a:lnTo>
                <a:lnTo>
                  <a:pt x="53404" y="14770"/>
                </a:lnTo>
                <a:cubicBezTo>
                  <a:pt x="53404" y="12894"/>
                  <a:pt x="51877" y="11367"/>
                  <a:pt x="50000" y="11367"/>
                </a:cubicBezTo>
                <a:close/>
                <a:moveTo>
                  <a:pt x="20455" y="45457"/>
                </a:moveTo>
                <a:lnTo>
                  <a:pt x="24994" y="45457"/>
                </a:lnTo>
                <a:cubicBezTo>
                  <a:pt x="26248" y="45457"/>
                  <a:pt x="27274" y="46471"/>
                  <a:pt x="27274" y="47726"/>
                </a:cubicBezTo>
                <a:lnTo>
                  <a:pt x="27274" y="52275"/>
                </a:lnTo>
                <a:cubicBezTo>
                  <a:pt x="27274" y="53529"/>
                  <a:pt x="26248" y="54544"/>
                  <a:pt x="24994" y="54544"/>
                </a:cubicBezTo>
                <a:lnTo>
                  <a:pt x="20455" y="54544"/>
                </a:lnTo>
                <a:cubicBezTo>
                  <a:pt x="19201" y="54544"/>
                  <a:pt x="18175" y="53529"/>
                  <a:pt x="18175" y="52275"/>
                </a:cubicBezTo>
                <a:lnTo>
                  <a:pt x="18175" y="47726"/>
                </a:lnTo>
                <a:cubicBezTo>
                  <a:pt x="18175" y="46471"/>
                  <a:pt x="19201" y="45457"/>
                  <a:pt x="20455" y="45457"/>
                </a:cubicBezTo>
                <a:close/>
                <a:moveTo>
                  <a:pt x="38632" y="45457"/>
                </a:moveTo>
                <a:lnTo>
                  <a:pt x="43181" y="45457"/>
                </a:lnTo>
                <a:cubicBezTo>
                  <a:pt x="44436" y="45457"/>
                  <a:pt x="45450" y="46471"/>
                  <a:pt x="45450" y="47726"/>
                </a:cubicBezTo>
                <a:lnTo>
                  <a:pt x="45450" y="52275"/>
                </a:lnTo>
                <a:cubicBezTo>
                  <a:pt x="45450" y="53529"/>
                  <a:pt x="44436" y="54544"/>
                  <a:pt x="43181" y="54544"/>
                </a:cubicBezTo>
                <a:lnTo>
                  <a:pt x="38632" y="54544"/>
                </a:lnTo>
                <a:cubicBezTo>
                  <a:pt x="37377" y="54544"/>
                  <a:pt x="36362" y="53529"/>
                  <a:pt x="36362" y="52275"/>
                </a:cubicBezTo>
                <a:lnTo>
                  <a:pt x="36362" y="47726"/>
                </a:lnTo>
                <a:cubicBezTo>
                  <a:pt x="36362" y="46471"/>
                  <a:pt x="37377" y="45457"/>
                  <a:pt x="38632" y="45457"/>
                </a:cubicBezTo>
                <a:close/>
                <a:moveTo>
                  <a:pt x="56819" y="45457"/>
                </a:moveTo>
                <a:lnTo>
                  <a:pt x="61369" y="45457"/>
                </a:lnTo>
                <a:cubicBezTo>
                  <a:pt x="62623" y="45457"/>
                  <a:pt x="63638" y="46471"/>
                  <a:pt x="63638" y="47726"/>
                </a:cubicBezTo>
                <a:lnTo>
                  <a:pt x="63638" y="52275"/>
                </a:lnTo>
                <a:cubicBezTo>
                  <a:pt x="63638" y="53529"/>
                  <a:pt x="62623" y="54544"/>
                  <a:pt x="61369" y="54544"/>
                </a:cubicBezTo>
                <a:lnTo>
                  <a:pt x="56819" y="54544"/>
                </a:lnTo>
                <a:cubicBezTo>
                  <a:pt x="55565" y="54544"/>
                  <a:pt x="54550" y="53529"/>
                  <a:pt x="54550" y="52275"/>
                </a:cubicBezTo>
                <a:lnTo>
                  <a:pt x="54550" y="47726"/>
                </a:lnTo>
                <a:cubicBezTo>
                  <a:pt x="54550" y="46471"/>
                  <a:pt x="55565" y="45457"/>
                  <a:pt x="56819" y="45457"/>
                </a:cubicBezTo>
                <a:close/>
                <a:moveTo>
                  <a:pt x="75006" y="45457"/>
                </a:moveTo>
                <a:lnTo>
                  <a:pt x="79545" y="45457"/>
                </a:lnTo>
                <a:cubicBezTo>
                  <a:pt x="80799" y="45457"/>
                  <a:pt x="81825" y="46471"/>
                  <a:pt x="81825" y="47726"/>
                </a:cubicBezTo>
                <a:lnTo>
                  <a:pt x="81825" y="52275"/>
                </a:lnTo>
                <a:cubicBezTo>
                  <a:pt x="81825" y="53529"/>
                  <a:pt x="80799" y="54544"/>
                  <a:pt x="79545" y="54544"/>
                </a:cubicBezTo>
                <a:lnTo>
                  <a:pt x="75006" y="54544"/>
                </a:lnTo>
                <a:cubicBezTo>
                  <a:pt x="73752" y="54544"/>
                  <a:pt x="72726" y="53529"/>
                  <a:pt x="72726" y="52275"/>
                </a:cubicBezTo>
                <a:lnTo>
                  <a:pt x="72726" y="47726"/>
                </a:lnTo>
                <a:cubicBezTo>
                  <a:pt x="72726" y="46471"/>
                  <a:pt x="73752" y="45457"/>
                  <a:pt x="75006" y="45457"/>
                </a:cubicBezTo>
                <a:close/>
                <a:moveTo>
                  <a:pt x="20455" y="59093"/>
                </a:moveTo>
                <a:lnTo>
                  <a:pt x="24994" y="59093"/>
                </a:lnTo>
                <a:cubicBezTo>
                  <a:pt x="26248" y="59093"/>
                  <a:pt x="27274" y="60107"/>
                  <a:pt x="27274" y="61361"/>
                </a:cubicBezTo>
                <a:lnTo>
                  <a:pt x="27274" y="65911"/>
                </a:lnTo>
                <a:cubicBezTo>
                  <a:pt x="27274" y="67165"/>
                  <a:pt x="26248" y="68179"/>
                  <a:pt x="24994" y="68179"/>
                </a:cubicBezTo>
                <a:lnTo>
                  <a:pt x="20455" y="68179"/>
                </a:lnTo>
                <a:cubicBezTo>
                  <a:pt x="19201" y="68179"/>
                  <a:pt x="18175" y="67165"/>
                  <a:pt x="18175" y="65911"/>
                </a:cubicBezTo>
                <a:lnTo>
                  <a:pt x="18175" y="61361"/>
                </a:lnTo>
                <a:cubicBezTo>
                  <a:pt x="18175" y="60107"/>
                  <a:pt x="19201" y="59093"/>
                  <a:pt x="20455" y="59093"/>
                </a:cubicBezTo>
                <a:close/>
                <a:moveTo>
                  <a:pt x="38632" y="59093"/>
                </a:moveTo>
                <a:lnTo>
                  <a:pt x="43181" y="59093"/>
                </a:lnTo>
                <a:cubicBezTo>
                  <a:pt x="44436" y="59093"/>
                  <a:pt x="45450" y="60107"/>
                  <a:pt x="45450" y="61361"/>
                </a:cubicBezTo>
                <a:lnTo>
                  <a:pt x="45450" y="65911"/>
                </a:lnTo>
                <a:cubicBezTo>
                  <a:pt x="45450" y="67165"/>
                  <a:pt x="44436" y="68179"/>
                  <a:pt x="43181" y="68179"/>
                </a:cubicBezTo>
                <a:lnTo>
                  <a:pt x="38632" y="68179"/>
                </a:lnTo>
                <a:cubicBezTo>
                  <a:pt x="37377" y="68179"/>
                  <a:pt x="36362" y="67165"/>
                  <a:pt x="36362" y="65911"/>
                </a:cubicBezTo>
                <a:lnTo>
                  <a:pt x="36362" y="61361"/>
                </a:lnTo>
                <a:cubicBezTo>
                  <a:pt x="36362" y="60107"/>
                  <a:pt x="37377" y="59093"/>
                  <a:pt x="38632" y="59093"/>
                </a:cubicBezTo>
                <a:close/>
                <a:moveTo>
                  <a:pt x="56819" y="59093"/>
                </a:moveTo>
                <a:lnTo>
                  <a:pt x="61369" y="59093"/>
                </a:lnTo>
                <a:cubicBezTo>
                  <a:pt x="62623" y="59093"/>
                  <a:pt x="63638" y="60107"/>
                  <a:pt x="63638" y="61361"/>
                </a:cubicBezTo>
                <a:lnTo>
                  <a:pt x="63638" y="65911"/>
                </a:lnTo>
                <a:cubicBezTo>
                  <a:pt x="63638" y="67165"/>
                  <a:pt x="62623" y="68179"/>
                  <a:pt x="61369" y="68179"/>
                </a:cubicBezTo>
                <a:lnTo>
                  <a:pt x="56819" y="68179"/>
                </a:lnTo>
                <a:cubicBezTo>
                  <a:pt x="55565" y="68179"/>
                  <a:pt x="54550" y="67165"/>
                  <a:pt x="54550" y="65911"/>
                </a:cubicBezTo>
                <a:lnTo>
                  <a:pt x="54550" y="61361"/>
                </a:lnTo>
                <a:cubicBezTo>
                  <a:pt x="54550" y="60107"/>
                  <a:pt x="55565" y="59093"/>
                  <a:pt x="56819" y="59093"/>
                </a:cubicBezTo>
                <a:close/>
                <a:moveTo>
                  <a:pt x="75006" y="59093"/>
                </a:moveTo>
                <a:lnTo>
                  <a:pt x="79545" y="59093"/>
                </a:lnTo>
                <a:cubicBezTo>
                  <a:pt x="80799" y="59093"/>
                  <a:pt x="81825" y="60107"/>
                  <a:pt x="81825" y="61361"/>
                </a:cubicBezTo>
                <a:lnTo>
                  <a:pt x="81825" y="65911"/>
                </a:lnTo>
                <a:cubicBezTo>
                  <a:pt x="81825" y="67165"/>
                  <a:pt x="80799" y="68179"/>
                  <a:pt x="79545" y="68179"/>
                </a:cubicBezTo>
                <a:lnTo>
                  <a:pt x="75006" y="68179"/>
                </a:lnTo>
                <a:cubicBezTo>
                  <a:pt x="73752" y="68179"/>
                  <a:pt x="72726" y="67165"/>
                  <a:pt x="72726" y="65911"/>
                </a:cubicBezTo>
                <a:lnTo>
                  <a:pt x="72726" y="61361"/>
                </a:lnTo>
                <a:cubicBezTo>
                  <a:pt x="72726" y="60107"/>
                  <a:pt x="73752" y="59093"/>
                  <a:pt x="75006" y="59093"/>
                </a:cubicBezTo>
                <a:close/>
                <a:moveTo>
                  <a:pt x="20455" y="72729"/>
                </a:moveTo>
                <a:lnTo>
                  <a:pt x="24994" y="72729"/>
                </a:lnTo>
                <a:cubicBezTo>
                  <a:pt x="26248" y="72729"/>
                  <a:pt x="27274" y="73743"/>
                  <a:pt x="27274" y="74997"/>
                </a:cubicBezTo>
                <a:lnTo>
                  <a:pt x="27274" y="79547"/>
                </a:lnTo>
                <a:cubicBezTo>
                  <a:pt x="27274" y="80801"/>
                  <a:pt x="26248" y="81815"/>
                  <a:pt x="24994" y="81815"/>
                </a:cubicBezTo>
                <a:lnTo>
                  <a:pt x="20455" y="81815"/>
                </a:lnTo>
                <a:cubicBezTo>
                  <a:pt x="19201" y="81815"/>
                  <a:pt x="18175" y="80801"/>
                  <a:pt x="18175" y="79547"/>
                </a:cubicBezTo>
                <a:lnTo>
                  <a:pt x="18175" y="74997"/>
                </a:lnTo>
                <a:cubicBezTo>
                  <a:pt x="18175" y="73743"/>
                  <a:pt x="19201" y="72729"/>
                  <a:pt x="20455" y="72729"/>
                </a:cubicBezTo>
                <a:close/>
                <a:moveTo>
                  <a:pt x="75006" y="72729"/>
                </a:moveTo>
                <a:lnTo>
                  <a:pt x="79545" y="72729"/>
                </a:lnTo>
                <a:cubicBezTo>
                  <a:pt x="80799" y="72729"/>
                  <a:pt x="81825" y="73743"/>
                  <a:pt x="81825" y="74997"/>
                </a:cubicBezTo>
                <a:lnTo>
                  <a:pt x="81825" y="79547"/>
                </a:lnTo>
                <a:cubicBezTo>
                  <a:pt x="81825" y="80801"/>
                  <a:pt x="80799" y="81815"/>
                  <a:pt x="79545" y="81815"/>
                </a:cubicBezTo>
                <a:lnTo>
                  <a:pt x="75006" y="81815"/>
                </a:lnTo>
                <a:cubicBezTo>
                  <a:pt x="73752" y="81815"/>
                  <a:pt x="72726" y="80801"/>
                  <a:pt x="72726" y="79547"/>
                </a:cubicBezTo>
                <a:lnTo>
                  <a:pt x="72726" y="74997"/>
                </a:lnTo>
                <a:cubicBezTo>
                  <a:pt x="72726" y="73743"/>
                  <a:pt x="73752" y="72729"/>
                  <a:pt x="75006" y="7272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8" name="Чёрный — SVG 15">
            <a:extLst>
              <a:ext uri="{FF2B5EF4-FFF2-40B4-BE49-F238E27FC236}">
                <a16:creationId xmlns:a16="http://schemas.microsoft.com/office/drawing/2014/main" id="{4BF5BFF9-338F-1245-9356-C3CB7FE32097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67339 w 134695"/>
              <a:gd name="csY0" fmla="*/ 0 h 148847"/>
              <a:gd name="csX1" fmla="*/ 66573 w 134695"/>
              <a:gd name="csY1" fmla="*/ 561 h 148847"/>
              <a:gd name="csX2" fmla="*/ 64702 w 134695"/>
              <a:gd name="csY2" fmla="*/ 6073 h 148847"/>
              <a:gd name="csX3" fmla="*/ 58884 w 134695"/>
              <a:gd name="csY3" fmla="*/ 6141 h 148847"/>
              <a:gd name="csX4" fmla="*/ 58407 w 134695"/>
              <a:gd name="csY4" fmla="*/ 7621 h 148847"/>
              <a:gd name="csX5" fmla="*/ 63069 w 134695"/>
              <a:gd name="csY5" fmla="*/ 11108 h 148847"/>
              <a:gd name="csX6" fmla="*/ 61350 w 134695"/>
              <a:gd name="csY6" fmla="*/ 16654 h 148847"/>
              <a:gd name="csX7" fmla="*/ 62592 w 134695"/>
              <a:gd name="csY7" fmla="*/ 17572 h 148847"/>
              <a:gd name="csX8" fmla="*/ 67339 w 134695"/>
              <a:gd name="csY8" fmla="*/ 14204 h 148847"/>
              <a:gd name="csX9" fmla="*/ 72086 w 134695"/>
              <a:gd name="csY9" fmla="*/ 17572 h 148847"/>
              <a:gd name="csX10" fmla="*/ 73345 w 134695"/>
              <a:gd name="csY10" fmla="*/ 16654 h 148847"/>
              <a:gd name="csX11" fmla="*/ 71610 w 134695"/>
              <a:gd name="csY11" fmla="*/ 11108 h 148847"/>
              <a:gd name="csX12" fmla="*/ 76288 w 134695"/>
              <a:gd name="csY12" fmla="*/ 7621 h 148847"/>
              <a:gd name="csX13" fmla="*/ 75812 w 134695"/>
              <a:gd name="csY13" fmla="*/ 6141 h 148847"/>
              <a:gd name="csX14" fmla="*/ 69976 w 134695"/>
              <a:gd name="csY14" fmla="*/ 6073 h 148847"/>
              <a:gd name="csX15" fmla="*/ 68105 w 134695"/>
              <a:gd name="csY15" fmla="*/ 561 h 148847"/>
              <a:gd name="csX16" fmla="*/ 67339 w 134695"/>
              <a:gd name="csY16" fmla="*/ 0 h 148847"/>
              <a:gd name="csX17" fmla="*/ 67339 w 134695"/>
              <a:gd name="csY17" fmla="*/ 21349 h 148847"/>
              <a:gd name="csX18" fmla="*/ 63443 w 134695"/>
              <a:gd name="csY18" fmla="*/ 22965 h 148847"/>
              <a:gd name="csX19" fmla="*/ 41989 w 134695"/>
              <a:gd name="csY19" fmla="*/ 46083 h 148847"/>
              <a:gd name="csX20" fmla="*/ 92706 w 134695"/>
              <a:gd name="csY20" fmla="*/ 46083 h 148847"/>
              <a:gd name="csX21" fmla="*/ 71235 w 134695"/>
              <a:gd name="csY21" fmla="*/ 22965 h 148847"/>
              <a:gd name="csX22" fmla="*/ 67339 w 134695"/>
              <a:gd name="csY22" fmla="*/ 21349 h 148847"/>
              <a:gd name="csX23" fmla="*/ 38995 w 134695"/>
              <a:gd name="csY23" fmla="*/ 53160 h 148847"/>
              <a:gd name="csX24" fmla="*/ 38995 w 134695"/>
              <a:gd name="csY24" fmla="*/ 88628 h 148847"/>
              <a:gd name="csX25" fmla="*/ 45375 w 134695"/>
              <a:gd name="csY25" fmla="*/ 90737 h 148847"/>
              <a:gd name="csX26" fmla="*/ 52452 w 134695"/>
              <a:gd name="csY26" fmla="*/ 96045 h 148847"/>
              <a:gd name="csX27" fmla="*/ 53167 w 134695"/>
              <a:gd name="csY27" fmla="*/ 96623 h 148847"/>
              <a:gd name="csX28" fmla="*/ 53881 w 134695"/>
              <a:gd name="csY28" fmla="*/ 96045 h 148847"/>
              <a:gd name="csX29" fmla="*/ 60959 w 134695"/>
              <a:gd name="csY29" fmla="*/ 90737 h 148847"/>
              <a:gd name="csX30" fmla="*/ 73719 w 134695"/>
              <a:gd name="csY30" fmla="*/ 90737 h 148847"/>
              <a:gd name="csX31" fmla="*/ 80814 w 134695"/>
              <a:gd name="csY31" fmla="*/ 96045 h 148847"/>
              <a:gd name="csX32" fmla="*/ 81528 w 134695"/>
              <a:gd name="csY32" fmla="*/ 96623 h 148847"/>
              <a:gd name="csX33" fmla="*/ 82243 w 134695"/>
              <a:gd name="csY33" fmla="*/ 96045 h 148847"/>
              <a:gd name="csX34" fmla="*/ 89320 w 134695"/>
              <a:gd name="csY34" fmla="*/ 90737 h 148847"/>
              <a:gd name="csX35" fmla="*/ 95700 w 134695"/>
              <a:gd name="csY35" fmla="*/ 88628 h 148847"/>
              <a:gd name="csX36" fmla="*/ 95700 w 134695"/>
              <a:gd name="csY36" fmla="*/ 53160 h 148847"/>
              <a:gd name="csX37" fmla="*/ 38995 w 134695"/>
              <a:gd name="csY37" fmla="*/ 53160 h 148847"/>
              <a:gd name="csX38" fmla="*/ 67339 w 134695"/>
              <a:gd name="csY38" fmla="*/ 60253 h 148847"/>
              <a:gd name="csX39" fmla="*/ 77973 w 134695"/>
              <a:gd name="csY39" fmla="*/ 70885 h 148847"/>
              <a:gd name="csX40" fmla="*/ 67339 w 134695"/>
              <a:gd name="csY40" fmla="*/ 81517 h 148847"/>
              <a:gd name="csX41" fmla="*/ 56706 w 134695"/>
              <a:gd name="csY41" fmla="*/ 70885 h 148847"/>
              <a:gd name="csX42" fmla="*/ 67339 w 134695"/>
              <a:gd name="csY42" fmla="*/ 60253 h 148847"/>
              <a:gd name="csX43" fmla="*/ 10633 w 134695"/>
              <a:gd name="csY43" fmla="*/ 95687 h 148847"/>
              <a:gd name="csX44" fmla="*/ 8507 w 134695"/>
              <a:gd name="csY44" fmla="*/ 96402 h 148847"/>
              <a:gd name="csX45" fmla="*/ 1412 w 134695"/>
              <a:gd name="csY45" fmla="*/ 101709 h 148847"/>
              <a:gd name="csX46" fmla="*/ 68 w 134695"/>
              <a:gd name="csY46" fmla="*/ 104550 h 148847"/>
              <a:gd name="csX47" fmla="*/ 0 w 134695"/>
              <a:gd name="csY47" fmla="*/ 104550 h 148847"/>
              <a:gd name="csX48" fmla="*/ 0 w 134695"/>
              <a:gd name="csY48" fmla="*/ 143540 h 148847"/>
              <a:gd name="csX49" fmla="*/ 5308 w 134695"/>
              <a:gd name="csY49" fmla="*/ 148847 h 148847"/>
              <a:gd name="csX50" fmla="*/ 47842 w 134695"/>
              <a:gd name="csY50" fmla="*/ 148847 h 148847"/>
              <a:gd name="csX51" fmla="*/ 53167 w 134695"/>
              <a:gd name="csY51" fmla="*/ 143540 h 148847"/>
              <a:gd name="csX52" fmla="*/ 53167 w 134695"/>
              <a:gd name="csY52" fmla="*/ 138215 h 148847"/>
              <a:gd name="csX53" fmla="*/ 67339 w 134695"/>
              <a:gd name="csY53" fmla="*/ 124045 h 148847"/>
              <a:gd name="csX54" fmla="*/ 81528 w 134695"/>
              <a:gd name="csY54" fmla="*/ 138215 h 148847"/>
              <a:gd name="csX55" fmla="*/ 81528 w 134695"/>
              <a:gd name="csY55" fmla="*/ 143540 h 148847"/>
              <a:gd name="csX56" fmla="*/ 86837 w 134695"/>
              <a:gd name="csY56" fmla="*/ 148847 h 148847"/>
              <a:gd name="csX57" fmla="*/ 129370 w 134695"/>
              <a:gd name="csY57" fmla="*/ 148847 h 148847"/>
              <a:gd name="csX58" fmla="*/ 134695 w 134695"/>
              <a:gd name="csY58" fmla="*/ 143540 h 148847"/>
              <a:gd name="csX59" fmla="*/ 134695 w 134695"/>
              <a:gd name="csY59" fmla="*/ 104550 h 148847"/>
              <a:gd name="csX60" fmla="*/ 134627 w 134695"/>
              <a:gd name="csY60" fmla="*/ 104550 h 148847"/>
              <a:gd name="csX61" fmla="*/ 133266 w 134695"/>
              <a:gd name="csY61" fmla="*/ 101709 h 148847"/>
              <a:gd name="csX62" fmla="*/ 126188 w 134695"/>
              <a:gd name="csY62" fmla="*/ 96402 h 148847"/>
              <a:gd name="csX63" fmla="*/ 121935 w 134695"/>
              <a:gd name="csY63" fmla="*/ 96402 h 148847"/>
              <a:gd name="csX64" fmla="*/ 114841 w 134695"/>
              <a:gd name="csY64" fmla="*/ 101709 h 148847"/>
              <a:gd name="csX65" fmla="*/ 113479 w 134695"/>
              <a:gd name="csY65" fmla="*/ 104550 h 148847"/>
              <a:gd name="csX66" fmla="*/ 113428 w 134695"/>
              <a:gd name="csY66" fmla="*/ 104550 h 148847"/>
              <a:gd name="csX67" fmla="*/ 113428 w 134695"/>
              <a:gd name="csY67" fmla="*/ 109875 h 148847"/>
              <a:gd name="csX68" fmla="*/ 109873 w 134695"/>
              <a:gd name="csY68" fmla="*/ 113413 h 148847"/>
              <a:gd name="csX69" fmla="*/ 106334 w 134695"/>
              <a:gd name="csY69" fmla="*/ 109875 h 148847"/>
              <a:gd name="csX70" fmla="*/ 106334 w 134695"/>
              <a:gd name="csY70" fmla="*/ 104550 h 148847"/>
              <a:gd name="csX71" fmla="*/ 106266 w 134695"/>
              <a:gd name="csY71" fmla="*/ 104550 h 148847"/>
              <a:gd name="csX72" fmla="*/ 104922 w 134695"/>
              <a:gd name="csY72" fmla="*/ 101709 h 148847"/>
              <a:gd name="csX73" fmla="*/ 97827 w 134695"/>
              <a:gd name="csY73" fmla="*/ 96402 h 148847"/>
              <a:gd name="csX74" fmla="*/ 93574 w 134695"/>
              <a:gd name="csY74" fmla="*/ 96402 h 148847"/>
              <a:gd name="csX75" fmla="*/ 86479 w 134695"/>
              <a:gd name="csY75" fmla="*/ 101709 h 148847"/>
              <a:gd name="csX76" fmla="*/ 85135 w 134695"/>
              <a:gd name="csY76" fmla="*/ 104550 h 148847"/>
              <a:gd name="csX77" fmla="*/ 85067 w 134695"/>
              <a:gd name="csY77" fmla="*/ 104550 h 148847"/>
              <a:gd name="csX78" fmla="*/ 85067 w 134695"/>
              <a:gd name="csY78" fmla="*/ 109875 h 148847"/>
              <a:gd name="csX79" fmla="*/ 81528 w 134695"/>
              <a:gd name="csY79" fmla="*/ 113413 h 148847"/>
              <a:gd name="csX80" fmla="*/ 77973 w 134695"/>
              <a:gd name="csY80" fmla="*/ 109875 h 148847"/>
              <a:gd name="csX81" fmla="*/ 77973 w 134695"/>
              <a:gd name="csY81" fmla="*/ 104550 h 148847"/>
              <a:gd name="csX82" fmla="*/ 77921 w 134695"/>
              <a:gd name="csY82" fmla="*/ 104550 h 148847"/>
              <a:gd name="csX83" fmla="*/ 76560 w 134695"/>
              <a:gd name="csY83" fmla="*/ 101709 h 148847"/>
              <a:gd name="csX84" fmla="*/ 69466 w 134695"/>
              <a:gd name="csY84" fmla="*/ 96402 h 148847"/>
              <a:gd name="csX85" fmla="*/ 65213 w 134695"/>
              <a:gd name="csY85" fmla="*/ 96402 h 148847"/>
              <a:gd name="csX86" fmla="*/ 58135 w 134695"/>
              <a:gd name="csY86" fmla="*/ 101709 h 148847"/>
              <a:gd name="csX87" fmla="*/ 56774 w 134695"/>
              <a:gd name="csY87" fmla="*/ 104550 h 148847"/>
              <a:gd name="csX88" fmla="*/ 56706 w 134695"/>
              <a:gd name="csY88" fmla="*/ 104550 h 148847"/>
              <a:gd name="csX89" fmla="*/ 56706 w 134695"/>
              <a:gd name="csY89" fmla="*/ 109875 h 148847"/>
              <a:gd name="csX90" fmla="*/ 53167 w 134695"/>
              <a:gd name="csY90" fmla="*/ 113413 h 148847"/>
              <a:gd name="csX91" fmla="*/ 49628 w 134695"/>
              <a:gd name="csY91" fmla="*/ 109875 h 148847"/>
              <a:gd name="csX92" fmla="*/ 49628 w 134695"/>
              <a:gd name="csY92" fmla="*/ 104550 h 148847"/>
              <a:gd name="csX93" fmla="*/ 49560 w 134695"/>
              <a:gd name="csY93" fmla="*/ 104550 h 148847"/>
              <a:gd name="csX94" fmla="*/ 48199 w 134695"/>
              <a:gd name="csY94" fmla="*/ 101709 h 148847"/>
              <a:gd name="csX95" fmla="*/ 41121 w 134695"/>
              <a:gd name="csY95" fmla="*/ 96402 h 148847"/>
              <a:gd name="csX96" fmla="*/ 36868 w 134695"/>
              <a:gd name="csY96" fmla="*/ 96402 h 148847"/>
              <a:gd name="csX97" fmla="*/ 29773 w 134695"/>
              <a:gd name="csY97" fmla="*/ 101709 h 148847"/>
              <a:gd name="csX98" fmla="*/ 28412 w 134695"/>
              <a:gd name="csY98" fmla="*/ 104550 h 148847"/>
              <a:gd name="csX99" fmla="*/ 28361 w 134695"/>
              <a:gd name="csY99" fmla="*/ 104550 h 148847"/>
              <a:gd name="csX100" fmla="*/ 28361 w 134695"/>
              <a:gd name="csY100" fmla="*/ 109875 h 148847"/>
              <a:gd name="csX101" fmla="*/ 24806 w 134695"/>
              <a:gd name="csY101" fmla="*/ 113413 h 148847"/>
              <a:gd name="csX102" fmla="*/ 21267 w 134695"/>
              <a:gd name="csY102" fmla="*/ 109875 h 148847"/>
              <a:gd name="csX103" fmla="*/ 21267 w 134695"/>
              <a:gd name="csY103" fmla="*/ 104550 h 148847"/>
              <a:gd name="csX104" fmla="*/ 21199 w 134695"/>
              <a:gd name="csY104" fmla="*/ 104550 h 148847"/>
              <a:gd name="csX105" fmla="*/ 19855 w 134695"/>
              <a:gd name="csY105" fmla="*/ 101709 h 148847"/>
              <a:gd name="csX106" fmla="*/ 12760 w 134695"/>
              <a:gd name="csY106" fmla="*/ 96402 h 148847"/>
              <a:gd name="csX107" fmla="*/ 10633 w 134695"/>
              <a:gd name="csY107" fmla="*/ 95687 h 148847"/>
            </a:gdLst>
            <a:ahLst/>
            <a:cxnLst/>
            <a:rect l="l" t="t" r="r" b="b"/>
            <a:pathLst>
              <a:path w="100000" h="100000">
                <a:moveTo>
                  <a:pt x="49994" y="0"/>
                </a:moveTo>
                <a:cubicBezTo>
                  <a:pt x="49777" y="0"/>
                  <a:pt x="49560" y="126"/>
                  <a:pt x="49480" y="377"/>
                </a:cubicBezTo>
                <a:lnTo>
                  <a:pt x="48223" y="4080"/>
                </a:lnTo>
                <a:lnTo>
                  <a:pt x="44314" y="4126"/>
                </a:lnTo>
                <a:cubicBezTo>
                  <a:pt x="43776" y="4137"/>
                  <a:pt x="43570" y="4812"/>
                  <a:pt x="43993" y="5120"/>
                </a:cubicBezTo>
                <a:lnTo>
                  <a:pt x="47126" y="7463"/>
                </a:lnTo>
                <a:lnTo>
                  <a:pt x="45971" y="11189"/>
                </a:lnTo>
                <a:cubicBezTo>
                  <a:pt x="45811" y="11691"/>
                  <a:pt x="46383" y="12103"/>
                  <a:pt x="46805" y="11805"/>
                </a:cubicBezTo>
                <a:lnTo>
                  <a:pt x="49994" y="9543"/>
                </a:lnTo>
                <a:lnTo>
                  <a:pt x="53183" y="11805"/>
                </a:lnTo>
                <a:cubicBezTo>
                  <a:pt x="53617" y="12114"/>
                  <a:pt x="54189" y="11691"/>
                  <a:pt x="54029" y="11189"/>
                </a:cubicBezTo>
                <a:lnTo>
                  <a:pt x="52864" y="7463"/>
                </a:lnTo>
                <a:lnTo>
                  <a:pt x="56007" y="5120"/>
                </a:lnTo>
                <a:cubicBezTo>
                  <a:pt x="56430" y="4800"/>
                  <a:pt x="56212" y="4137"/>
                  <a:pt x="55687" y="4126"/>
                </a:cubicBezTo>
                <a:lnTo>
                  <a:pt x="51766" y="4080"/>
                </a:lnTo>
                <a:lnTo>
                  <a:pt x="50509" y="377"/>
                </a:lnTo>
                <a:cubicBezTo>
                  <a:pt x="50429" y="126"/>
                  <a:pt x="50211" y="0"/>
                  <a:pt x="49994" y="0"/>
                </a:cubicBezTo>
                <a:close/>
                <a:moveTo>
                  <a:pt x="49994" y="14343"/>
                </a:moveTo>
                <a:cubicBezTo>
                  <a:pt x="49023" y="14343"/>
                  <a:pt x="48051" y="14697"/>
                  <a:pt x="47377" y="15429"/>
                </a:cubicBezTo>
                <a:lnTo>
                  <a:pt x="32963" y="30960"/>
                </a:lnTo>
                <a:lnTo>
                  <a:pt x="67037" y="30960"/>
                </a:lnTo>
                <a:lnTo>
                  <a:pt x="52612" y="15429"/>
                </a:lnTo>
                <a:cubicBezTo>
                  <a:pt x="51937" y="14697"/>
                  <a:pt x="50966" y="14343"/>
                  <a:pt x="49994" y="14343"/>
                </a:cubicBezTo>
                <a:close/>
                <a:moveTo>
                  <a:pt x="30952" y="35715"/>
                </a:moveTo>
                <a:lnTo>
                  <a:pt x="30952" y="59543"/>
                </a:lnTo>
                <a:cubicBezTo>
                  <a:pt x="32460" y="59543"/>
                  <a:pt x="33969" y="60011"/>
                  <a:pt x="35238" y="60960"/>
                </a:cubicBezTo>
                <a:lnTo>
                  <a:pt x="39993" y="64526"/>
                </a:lnTo>
                <a:cubicBezTo>
                  <a:pt x="40165" y="64652"/>
                  <a:pt x="40325" y="64777"/>
                  <a:pt x="40473" y="64914"/>
                </a:cubicBezTo>
                <a:cubicBezTo>
                  <a:pt x="40622" y="64777"/>
                  <a:pt x="40781" y="64652"/>
                  <a:pt x="40953" y="64526"/>
                </a:cubicBezTo>
                <a:lnTo>
                  <a:pt x="45708" y="60960"/>
                </a:lnTo>
                <a:cubicBezTo>
                  <a:pt x="48234" y="59063"/>
                  <a:pt x="51754" y="59063"/>
                  <a:pt x="54281" y="60960"/>
                </a:cubicBezTo>
                <a:lnTo>
                  <a:pt x="59047" y="64526"/>
                </a:lnTo>
                <a:cubicBezTo>
                  <a:pt x="59219" y="64652"/>
                  <a:pt x="59378" y="64777"/>
                  <a:pt x="59527" y="64914"/>
                </a:cubicBezTo>
                <a:cubicBezTo>
                  <a:pt x="59676" y="64777"/>
                  <a:pt x="59836" y="64652"/>
                  <a:pt x="60007" y="64526"/>
                </a:cubicBezTo>
                <a:lnTo>
                  <a:pt x="64762" y="60960"/>
                </a:lnTo>
                <a:cubicBezTo>
                  <a:pt x="66031" y="60011"/>
                  <a:pt x="67540" y="59543"/>
                  <a:pt x="69048" y="59543"/>
                </a:cubicBezTo>
                <a:lnTo>
                  <a:pt x="69048" y="35715"/>
                </a:lnTo>
                <a:lnTo>
                  <a:pt x="30952" y="35715"/>
                </a:lnTo>
                <a:close/>
                <a:moveTo>
                  <a:pt x="49994" y="40480"/>
                </a:moveTo>
                <a:cubicBezTo>
                  <a:pt x="53938" y="40480"/>
                  <a:pt x="57139" y="43680"/>
                  <a:pt x="57139" y="47623"/>
                </a:cubicBezTo>
                <a:cubicBezTo>
                  <a:pt x="57139" y="51566"/>
                  <a:pt x="53938" y="54766"/>
                  <a:pt x="49994" y="54766"/>
                </a:cubicBezTo>
                <a:cubicBezTo>
                  <a:pt x="46051" y="54766"/>
                  <a:pt x="42851" y="51566"/>
                  <a:pt x="42851" y="47623"/>
                </a:cubicBezTo>
                <a:cubicBezTo>
                  <a:pt x="42851" y="43680"/>
                  <a:pt x="46051" y="40480"/>
                  <a:pt x="49994" y="40480"/>
                </a:cubicBezTo>
                <a:close/>
                <a:moveTo>
                  <a:pt x="11897" y="64285"/>
                </a:moveTo>
                <a:cubicBezTo>
                  <a:pt x="11395" y="64285"/>
                  <a:pt x="10892" y="64446"/>
                  <a:pt x="10469" y="64766"/>
                </a:cubicBezTo>
                <a:lnTo>
                  <a:pt x="5702" y="68331"/>
                </a:lnTo>
                <a:cubicBezTo>
                  <a:pt x="5085" y="68800"/>
                  <a:pt x="4800" y="69520"/>
                  <a:pt x="4800" y="70240"/>
                </a:cubicBezTo>
                <a:lnTo>
                  <a:pt x="4754" y="70240"/>
                </a:lnTo>
                <a:lnTo>
                  <a:pt x="4754" y="96435"/>
                </a:lnTo>
                <a:cubicBezTo>
                  <a:pt x="4754" y="98400"/>
                  <a:pt x="6354" y="100000"/>
                  <a:pt x="8320" y="100000"/>
                </a:cubicBezTo>
                <a:lnTo>
                  <a:pt x="36896" y="100000"/>
                </a:lnTo>
                <a:cubicBezTo>
                  <a:pt x="38873" y="100000"/>
                  <a:pt x="40473" y="98400"/>
                  <a:pt x="40473" y="96435"/>
                </a:cubicBezTo>
                <a:lnTo>
                  <a:pt x="40473" y="92857"/>
                </a:lnTo>
                <a:cubicBezTo>
                  <a:pt x="40473" y="87600"/>
                  <a:pt x="44737" y="83337"/>
                  <a:pt x="49994" y="83337"/>
                </a:cubicBezTo>
                <a:cubicBezTo>
                  <a:pt x="55263" y="83337"/>
                  <a:pt x="59527" y="87600"/>
                  <a:pt x="59527" y="92857"/>
                </a:cubicBezTo>
                <a:lnTo>
                  <a:pt x="59527" y="96435"/>
                </a:lnTo>
                <a:cubicBezTo>
                  <a:pt x="59527" y="98400"/>
                  <a:pt x="61127" y="100000"/>
                  <a:pt x="63094" y="100000"/>
                </a:cubicBezTo>
                <a:lnTo>
                  <a:pt x="91669" y="100000"/>
                </a:lnTo>
                <a:cubicBezTo>
                  <a:pt x="93646" y="100000"/>
                  <a:pt x="95246" y="98400"/>
                  <a:pt x="95246" y="96435"/>
                </a:cubicBezTo>
                <a:lnTo>
                  <a:pt x="95246" y="70240"/>
                </a:lnTo>
                <a:lnTo>
                  <a:pt x="95200" y="70240"/>
                </a:lnTo>
                <a:cubicBezTo>
                  <a:pt x="95200" y="69520"/>
                  <a:pt x="94915" y="68800"/>
                  <a:pt x="94286" y="68331"/>
                </a:cubicBezTo>
                <a:lnTo>
                  <a:pt x="89531" y="64766"/>
                </a:lnTo>
                <a:cubicBezTo>
                  <a:pt x="88685" y="64126"/>
                  <a:pt x="87519" y="64126"/>
                  <a:pt x="86674" y="64766"/>
                </a:cubicBezTo>
                <a:lnTo>
                  <a:pt x="81908" y="68331"/>
                </a:lnTo>
                <a:cubicBezTo>
                  <a:pt x="81279" y="68800"/>
                  <a:pt x="80993" y="69520"/>
                  <a:pt x="80993" y="70240"/>
                </a:cubicBezTo>
                <a:lnTo>
                  <a:pt x="80958" y="70240"/>
                </a:lnTo>
                <a:lnTo>
                  <a:pt x="80958" y="73817"/>
                </a:lnTo>
                <a:cubicBezTo>
                  <a:pt x="80958" y="75132"/>
                  <a:pt x="79884" y="76194"/>
                  <a:pt x="78570" y="76194"/>
                </a:cubicBezTo>
                <a:cubicBezTo>
                  <a:pt x="77255" y="76194"/>
                  <a:pt x="76192" y="75132"/>
                  <a:pt x="76192" y="73817"/>
                </a:cubicBezTo>
                <a:lnTo>
                  <a:pt x="76192" y="70240"/>
                </a:lnTo>
                <a:lnTo>
                  <a:pt x="76147" y="70240"/>
                </a:lnTo>
                <a:cubicBezTo>
                  <a:pt x="76147" y="69520"/>
                  <a:pt x="75860" y="68800"/>
                  <a:pt x="75244" y="68331"/>
                </a:cubicBezTo>
                <a:lnTo>
                  <a:pt x="70477" y="64766"/>
                </a:lnTo>
                <a:cubicBezTo>
                  <a:pt x="69631" y="64126"/>
                  <a:pt x="68466" y="64126"/>
                  <a:pt x="67620" y="64766"/>
                </a:cubicBezTo>
                <a:lnTo>
                  <a:pt x="62853" y="68331"/>
                </a:lnTo>
                <a:cubicBezTo>
                  <a:pt x="62236" y="68800"/>
                  <a:pt x="61950" y="69520"/>
                  <a:pt x="61950" y="70240"/>
                </a:cubicBezTo>
                <a:lnTo>
                  <a:pt x="61905" y="70240"/>
                </a:lnTo>
                <a:lnTo>
                  <a:pt x="61905" y="73817"/>
                </a:lnTo>
                <a:cubicBezTo>
                  <a:pt x="61905" y="75132"/>
                  <a:pt x="60842" y="76194"/>
                  <a:pt x="59527" y="76194"/>
                </a:cubicBezTo>
                <a:cubicBezTo>
                  <a:pt x="58213" y="76194"/>
                  <a:pt x="57139" y="75132"/>
                  <a:pt x="57139" y="73817"/>
                </a:cubicBezTo>
                <a:lnTo>
                  <a:pt x="57139" y="70240"/>
                </a:lnTo>
                <a:lnTo>
                  <a:pt x="57104" y="70240"/>
                </a:lnTo>
                <a:cubicBezTo>
                  <a:pt x="57104" y="69520"/>
                  <a:pt x="56818" y="68800"/>
                  <a:pt x="56189" y="68331"/>
                </a:cubicBezTo>
                <a:lnTo>
                  <a:pt x="51423" y="64766"/>
                </a:lnTo>
                <a:cubicBezTo>
                  <a:pt x="50577" y="64126"/>
                  <a:pt x="49412" y="64126"/>
                  <a:pt x="48566" y="64766"/>
                </a:cubicBezTo>
                <a:lnTo>
                  <a:pt x="43811" y="68331"/>
                </a:lnTo>
                <a:cubicBezTo>
                  <a:pt x="43182" y="68800"/>
                  <a:pt x="42896" y="69520"/>
                  <a:pt x="42896" y="70240"/>
                </a:cubicBezTo>
                <a:lnTo>
                  <a:pt x="42851" y="70240"/>
                </a:lnTo>
                <a:lnTo>
                  <a:pt x="42851" y="73817"/>
                </a:lnTo>
                <a:cubicBezTo>
                  <a:pt x="42851" y="75132"/>
                  <a:pt x="41787" y="76194"/>
                  <a:pt x="40473" y="76194"/>
                </a:cubicBezTo>
                <a:cubicBezTo>
                  <a:pt x="39159" y="76194"/>
                  <a:pt x="38095" y="75132"/>
                  <a:pt x="38095" y="73817"/>
                </a:cubicBezTo>
                <a:lnTo>
                  <a:pt x="38095" y="70240"/>
                </a:lnTo>
                <a:lnTo>
                  <a:pt x="38050" y="70240"/>
                </a:lnTo>
                <a:cubicBezTo>
                  <a:pt x="38050" y="69520"/>
                  <a:pt x="37764" y="68800"/>
                  <a:pt x="37135" y="68331"/>
                </a:cubicBezTo>
                <a:lnTo>
                  <a:pt x="32380" y="64766"/>
                </a:lnTo>
                <a:cubicBezTo>
                  <a:pt x="31534" y="64126"/>
                  <a:pt x="30369" y="64126"/>
                  <a:pt x="29523" y="64766"/>
                </a:cubicBezTo>
                <a:lnTo>
                  <a:pt x="24756" y="68331"/>
                </a:lnTo>
                <a:cubicBezTo>
                  <a:pt x="24128" y="68800"/>
                  <a:pt x="23842" y="69520"/>
                  <a:pt x="23842" y="70240"/>
                </a:cubicBezTo>
                <a:lnTo>
                  <a:pt x="23808" y="70240"/>
                </a:lnTo>
                <a:lnTo>
                  <a:pt x="23808" y="73817"/>
                </a:lnTo>
                <a:cubicBezTo>
                  <a:pt x="23808" y="75132"/>
                  <a:pt x="22745" y="76194"/>
                  <a:pt x="21419" y="76194"/>
                </a:cubicBezTo>
                <a:cubicBezTo>
                  <a:pt x="20105" y="76194"/>
                  <a:pt x="19042" y="75132"/>
                  <a:pt x="19042" y="73817"/>
                </a:cubicBezTo>
                <a:lnTo>
                  <a:pt x="19042" y="70240"/>
                </a:lnTo>
                <a:lnTo>
                  <a:pt x="18996" y="70240"/>
                </a:lnTo>
                <a:cubicBezTo>
                  <a:pt x="18996" y="69520"/>
                  <a:pt x="18710" y="68800"/>
                  <a:pt x="18093" y="68331"/>
                </a:cubicBezTo>
                <a:lnTo>
                  <a:pt x="13326" y="64766"/>
                </a:lnTo>
                <a:cubicBezTo>
                  <a:pt x="12903" y="64446"/>
                  <a:pt x="12401" y="64285"/>
                  <a:pt x="11897" y="6428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79" name="Чёрный — SVG 16">
            <a:extLst>
              <a:ext uri="{FF2B5EF4-FFF2-40B4-BE49-F238E27FC236}">
                <a16:creationId xmlns:a16="http://schemas.microsoft.com/office/drawing/2014/main" id="{D4E20B86-B9F8-BB4E-A700-66C5D2959492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46025 w 141197"/>
              <a:gd name="csY0" fmla="*/ 15089 h 141753"/>
              <a:gd name="csX1" fmla="*/ 30100 w 141197"/>
              <a:gd name="csY1" fmla="*/ 0 h 141753"/>
              <a:gd name="csX2" fmla="*/ 21900 w 141197"/>
              <a:gd name="csY2" fmla="*/ 0 h 141753"/>
              <a:gd name="csX3" fmla="*/ 5958 w 141197"/>
              <a:gd name="csY3" fmla="*/ 15089 h 141753"/>
              <a:gd name="csX4" fmla="*/ 20 w 141197"/>
              <a:gd name="csY4" fmla="*/ 124946 h 141753"/>
              <a:gd name="csX5" fmla="*/ 4376 w 141197"/>
              <a:gd name="csY5" fmla="*/ 136786 h 141753"/>
              <a:gd name="csX6" fmla="*/ 15962 w 141197"/>
              <a:gd name="csY6" fmla="*/ 141753 h 141753"/>
              <a:gd name="csX7" fmla="*/ 36038 w 141197"/>
              <a:gd name="csY7" fmla="*/ 141753 h 141753"/>
              <a:gd name="csX8" fmla="*/ 47624 w 141197"/>
              <a:gd name="csY8" fmla="*/ 136786 h 141753"/>
              <a:gd name="csX9" fmla="*/ 51962 w 141197"/>
              <a:gd name="csY9" fmla="*/ 124946 h 141753"/>
              <a:gd name="csX10" fmla="*/ 46025 w 141197"/>
              <a:gd name="csY10" fmla="*/ 15089 h 141753"/>
              <a:gd name="csX11" fmla="*/ 138101 w 141197"/>
              <a:gd name="csY11" fmla="*/ 21757 h 141753"/>
              <a:gd name="csX12" fmla="*/ 132419 w 141197"/>
              <a:gd name="csY12" fmla="*/ 22540 h 141753"/>
              <a:gd name="csX13" fmla="*/ 91570 w 141197"/>
              <a:gd name="csY13" fmla="*/ 57548 h 141753"/>
              <a:gd name="csX14" fmla="*/ 91570 w 141197"/>
              <a:gd name="csY14" fmla="*/ 26571 h 141753"/>
              <a:gd name="csX15" fmla="*/ 88405 w 141197"/>
              <a:gd name="csY15" fmla="*/ 21723 h 141753"/>
              <a:gd name="csX16" fmla="*/ 82672 w 141197"/>
              <a:gd name="csY16" fmla="*/ 22659 h 141753"/>
              <a:gd name="csX17" fmla="*/ 54906 w 141197"/>
              <a:gd name="csY17" fmla="*/ 47971 h 141753"/>
              <a:gd name="csX18" fmla="*/ 59040 w 141197"/>
              <a:gd name="csY18" fmla="*/ 124572 h 141753"/>
              <a:gd name="csX19" fmla="*/ 52762 w 141197"/>
              <a:gd name="csY19" fmla="*/ 141652 h 141753"/>
              <a:gd name="csX20" fmla="*/ 52660 w 141197"/>
              <a:gd name="csY20" fmla="*/ 141753 h 141753"/>
              <a:gd name="csX21" fmla="*/ 125239 w 141197"/>
              <a:gd name="csY21" fmla="*/ 141753 h 141753"/>
              <a:gd name="csX22" fmla="*/ 141198 w 141197"/>
              <a:gd name="csY22" fmla="*/ 125814 h 141753"/>
              <a:gd name="csX23" fmla="*/ 141198 w 141197"/>
              <a:gd name="csY23" fmla="*/ 26571 h 141753"/>
              <a:gd name="csX24" fmla="*/ 138101 w 141197"/>
              <a:gd name="csY24" fmla="*/ 21757 h 141753"/>
              <a:gd name="csX25" fmla="*/ 116375 w 141197"/>
              <a:gd name="csY25" fmla="*/ 131122 h 141753"/>
              <a:gd name="csX26" fmla="*/ 77397 w 141197"/>
              <a:gd name="csY26" fmla="*/ 131122 h 141753"/>
              <a:gd name="csX27" fmla="*/ 77397 w 141197"/>
              <a:gd name="csY27" fmla="*/ 102781 h 141753"/>
              <a:gd name="csX28" fmla="*/ 84475 w 141197"/>
              <a:gd name="csY28" fmla="*/ 95687 h 141753"/>
              <a:gd name="csX29" fmla="*/ 109298 w 141197"/>
              <a:gd name="csY29" fmla="*/ 95687 h 141753"/>
              <a:gd name="csX30" fmla="*/ 116375 w 141197"/>
              <a:gd name="csY30" fmla="*/ 102781 h 141753"/>
              <a:gd name="csX31" fmla="*/ 116375 w 141197"/>
              <a:gd name="csY31" fmla="*/ 131122 h 141753"/>
            </a:gdLst>
            <a:ahLst/>
            <a:cxnLst/>
            <a:rect l="l" t="t" r="r" b="b"/>
            <a:pathLst>
              <a:path w="100000" h="100000">
                <a:moveTo>
                  <a:pt x="32665" y="10645"/>
                </a:moveTo>
                <a:cubicBezTo>
                  <a:pt x="32340" y="4680"/>
                  <a:pt x="27408" y="0"/>
                  <a:pt x="21430" y="0"/>
                </a:cubicBezTo>
                <a:lnTo>
                  <a:pt x="15646" y="0"/>
                </a:lnTo>
                <a:cubicBezTo>
                  <a:pt x="9668" y="0"/>
                  <a:pt x="4724" y="4680"/>
                  <a:pt x="4399" y="10645"/>
                </a:cubicBezTo>
                <a:lnTo>
                  <a:pt x="210" y="88143"/>
                </a:lnTo>
                <a:cubicBezTo>
                  <a:pt x="54" y="91216"/>
                  <a:pt x="1171" y="94264"/>
                  <a:pt x="3283" y="96496"/>
                </a:cubicBezTo>
                <a:cubicBezTo>
                  <a:pt x="5395" y="98728"/>
                  <a:pt x="8372" y="100000"/>
                  <a:pt x="11457" y="100000"/>
                </a:cubicBezTo>
                <a:lnTo>
                  <a:pt x="25619" y="100000"/>
                </a:lnTo>
                <a:cubicBezTo>
                  <a:pt x="28691" y="100000"/>
                  <a:pt x="31668" y="98728"/>
                  <a:pt x="33793" y="96496"/>
                </a:cubicBezTo>
                <a:cubicBezTo>
                  <a:pt x="35905" y="94264"/>
                  <a:pt x="37021" y="91216"/>
                  <a:pt x="36853" y="88143"/>
                </a:cubicBezTo>
                <a:lnTo>
                  <a:pt x="32665" y="10645"/>
                </a:lnTo>
                <a:close/>
                <a:moveTo>
                  <a:pt x="97620" y="15349"/>
                </a:moveTo>
                <a:cubicBezTo>
                  <a:pt x="96288" y="14725"/>
                  <a:pt x="94715" y="14953"/>
                  <a:pt x="93611" y="15901"/>
                </a:cubicBezTo>
                <a:lnTo>
                  <a:pt x="64794" y="40597"/>
                </a:lnTo>
                <a:lnTo>
                  <a:pt x="64794" y="18745"/>
                </a:lnTo>
                <a:cubicBezTo>
                  <a:pt x="64794" y="17269"/>
                  <a:pt x="63918" y="15925"/>
                  <a:pt x="62562" y="15325"/>
                </a:cubicBezTo>
                <a:cubicBezTo>
                  <a:pt x="61194" y="14725"/>
                  <a:pt x="59609" y="14977"/>
                  <a:pt x="58517" y="15985"/>
                </a:cubicBezTo>
                <a:lnTo>
                  <a:pt x="38930" y="33841"/>
                </a:lnTo>
                <a:lnTo>
                  <a:pt x="41846" y="87880"/>
                </a:lnTo>
                <a:cubicBezTo>
                  <a:pt x="42086" y="92308"/>
                  <a:pt x="40466" y="96712"/>
                  <a:pt x="37417" y="99929"/>
                </a:cubicBezTo>
                <a:cubicBezTo>
                  <a:pt x="37393" y="99953"/>
                  <a:pt x="37369" y="99977"/>
                  <a:pt x="37345" y="100000"/>
                </a:cubicBezTo>
                <a:lnTo>
                  <a:pt x="88546" y="100000"/>
                </a:lnTo>
                <a:cubicBezTo>
                  <a:pt x="94751" y="100000"/>
                  <a:pt x="99805" y="94960"/>
                  <a:pt x="99805" y="88756"/>
                </a:cubicBezTo>
                <a:lnTo>
                  <a:pt x="99805" y="18745"/>
                </a:lnTo>
                <a:cubicBezTo>
                  <a:pt x="99805" y="17281"/>
                  <a:pt x="98952" y="15961"/>
                  <a:pt x="97620" y="15349"/>
                </a:cubicBezTo>
                <a:close/>
                <a:moveTo>
                  <a:pt x="82293" y="92500"/>
                </a:moveTo>
                <a:lnTo>
                  <a:pt x="54796" y="92500"/>
                </a:lnTo>
                <a:lnTo>
                  <a:pt x="54796" y="72507"/>
                </a:lnTo>
                <a:cubicBezTo>
                  <a:pt x="54796" y="69735"/>
                  <a:pt x="57029" y="67503"/>
                  <a:pt x="59789" y="67503"/>
                </a:cubicBezTo>
                <a:lnTo>
                  <a:pt x="77301" y="67503"/>
                </a:lnTo>
                <a:cubicBezTo>
                  <a:pt x="80061" y="67503"/>
                  <a:pt x="82293" y="69735"/>
                  <a:pt x="82293" y="72507"/>
                </a:cubicBezTo>
                <a:lnTo>
                  <a:pt x="82293" y="9250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0" name="Чёрный — SVG 17">
            <a:extLst>
              <a:ext uri="{FF2B5EF4-FFF2-40B4-BE49-F238E27FC236}">
                <a16:creationId xmlns:a16="http://schemas.microsoft.com/office/drawing/2014/main" id="{F46A326D-E401-0C47-998A-E7C359B078D8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85094 w 163186"/>
              <a:gd name="csY0" fmla="*/ 0 h 131290"/>
              <a:gd name="csX1" fmla="*/ 82440 w 163186"/>
              <a:gd name="csY1" fmla="*/ 732 h 131290"/>
              <a:gd name="csX2" fmla="*/ 80518 w 163186"/>
              <a:gd name="csY2" fmla="*/ 2671 h 131290"/>
              <a:gd name="csX3" fmla="*/ 41438 w 163186"/>
              <a:gd name="csY3" fmla="*/ 71055 h 131290"/>
              <a:gd name="csX4" fmla="*/ 35721 w 163186"/>
              <a:gd name="csY4" fmla="*/ 65357 h 131290"/>
              <a:gd name="csX5" fmla="*/ 33561 w 163186"/>
              <a:gd name="csY5" fmla="*/ 64047 h 131290"/>
              <a:gd name="csX6" fmla="*/ 31043 w 163186"/>
              <a:gd name="csY6" fmla="*/ 63877 h 131290"/>
              <a:gd name="csX7" fmla="*/ 28746 w 163186"/>
              <a:gd name="csY7" fmla="*/ 64880 h 131290"/>
              <a:gd name="csX8" fmla="*/ 27163 w 163186"/>
              <a:gd name="csY8" fmla="*/ 66854 h 131290"/>
              <a:gd name="csX9" fmla="*/ 572 w 163186"/>
              <a:gd name="csY9" fmla="*/ 123552 h 131290"/>
              <a:gd name="csX10" fmla="*/ 27 w 163186"/>
              <a:gd name="csY10" fmla="*/ 126495 h 131290"/>
              <a:gd name="csX11" fmla="*/ 1150 w 163186"/>
              <a:gd name="csY11" fmla="*/ 129284 h 131290"/>
              <a:gd name="csX12" fmla="*/ 3600 w 163186"/>
              <a:gd name="csY12" fmla="*/ 131003 h 131290"/>
              <a:gd name="csX13" fmla="*/ 6594 w 163186"/>
              <a:gd name="csY13" fmla="*/ 131122 h 131290"/>
              <a:gd name="csX14" fmla="*/ 156568 w 163186"/>
              <a:gd name="csY14" fmla="*/ 131122 h 131290"/>
              <a:gd name="csX15" fmla="*/ 159545 w 163186"/>
              <a:gd name="csY15" fmla="*/ 131020 h 131290"/>
              <a:gd name="csX16" fmla="*/ 161995 w 163186"/>
              <a:gd name="csY16" fmla="*/ 129318 h 131290"/>
              <a:gd name="csX17" fmla="*/ 163152 w 163186"/>
              <a:gd name="csY17" fmla="*/ 126563 h 131290"/>
              <a:gd name="csX18" fmla="*/ 162641 w 163186"/>
              <a:gd name="csY18" fmla="*/ 123637 h 131290"/>
              <a:gd name="csX19" fmla="*/ 146700 w 163186"/>
              <a:gd name="csY19" fmla="*/ 88186 h 131290"/>
              <a:gd name="csX20" fmla="*/ 144913 w 163186"/>
              <a:gd name="csY20" fmla="*/ 86025 h 131290"/>
              <a:gd name="csX21" fmla="*/ 142276 w 163186"/>
              <a:gd name="csY21" fmla="*/ 85073 h 131290"/>
              <a:gd name="csX22" fmla="*/ 139537 w 163186"/>
              <a:gd name="csY22" fmla="*/ 85583 h 131290"/>
              <a:gd name="csX23" fmla="*/ 137427 w 163186"/>
              <a:gd name="csY23" fmla="*/ 87420 h 131290"/>
              <a:gd name="csX24" fmla="*/ 135318 w 163186"/>
              <a:gd name="csY24" fmla="*/ 90550 h 131290"/>
              <a:gd name="csX25" fmla="*/ 89858 w 163186"/>
              <a:gd name="csY25" fmla="*/ 2858 h 131290"/>
              <a:gd name="csX26" fmla="*/ 87884 w 163186"/>
              <a:gd name="csY26" fmla="*/ 765 h 131290"/>
              <a:gd name="csX27" fmla="*/ 85094 w 163186"/>
              <a:gd name="csY27" fmla="*/ 0 h 131290"/>
              <a:gd name="csX28" fmla="*/ 84907 w 163186"/>
              <a:gd name="csY28" fmla="*/ 16433 h 131290"/>
              <a:gd name="csX29" fmla="*/ 103622 w 163186"/>
              <a:gd name="csY29" fmla="*/ 52530 h 131290"/>
              <a:gd name="csX30" fmla="*/ 97548 w 163186"/>
              <a:gd name="csY30" fmla="*/ 56001 h 131290"/>
              <a:gd name="csX31" fmla="*/ 87765 w 163186"/>
              <a:gd name="csY31" fmla="*/ 50421 h 131290"/>
              <a:gd name="csX32" fmla="*/ 85230 w 163186"/>
              <a:gd name="csY32" fmla="*/ 49723 h 131290"/>
              <a:gd name="csX33" fmla="*/ 82491 w 163186"/>
              <a:gd name="csY33" fmla="*/ 50421 h 131290"/>
              <a:gd name="csX34" fmla="*/ 72725 w 163186"/>
              <a:gd name="csY34" fmla="*/ 56001 h 131290"/>
              <a:gd name="csX35" fmla="*/ 64865 w 163186"/>
              <a:gd name="csY35" fmla="*/ 51527 h 131290"/>
              <a:gd name="csX36" fmla="*/ 84907 w 163186"/>
              <a:gd name="csY36" fmla="*/ 16433 h 131290"/>
            </a:gdLst>
            <a:ahLst/>
            <a:cxnLst/>
            <a:rect l="l" t="t" r="r" b="b"/>
            <a:pathLst>
              <a:path w="100000" h="100000">
                <a:moveTo>
                  <a:pt x="52145" y="9773"/>
                </a:moveTo>
                <a:cubicBezTo>
                  <a:pt x="51572" y="9773"/>
                  <a:pt x="51020" y="9929"/>
                  <a:pt x="50519" y="10221"/>
                </a:cubicBezTo>
                <a:cubicBezTo>
                  <a:pt x="50029" y="10503"/>
                  <a:pt x="49623" y="10919"/>
                  <a:pt x="49341" y="11410"/>
                </a:cubicBezTo>
                <a:lnTo>
                  <a:pt x="25393" y="53315"/>
                </a:lnTo>
                <a:lnTo>
                  <a:pt x="21890" y="49824"/>
                </a:lnTo>
                <a:cubicBezTo>
                  <a:pt x="21525" y="49448"/>
                  <a:pt x="21066" y="49177"/>
                  <a:pt x="20566" y="49021"/>
                </a:cubicBezTo>
                <a:cubicBezTo>
                  <a:pt x="20076" y="48864"/>
                  <a:pt x="19544" y="48823"/>
                  <a:pt x="19023" y="48917"/>
                </a:cubicBezTo>
                <a:cubicBezTo>
                  <a:pt x="18512" y="49010"/>
                  <a:pt x="18032" y="49219"/>
                  <a:pt x="17615" y="49531"/>
                </a:cubicBezTo>
                <a:cubicBezTo>
                  <a:pt x="17198" y="49855"/>
                  <a:pt x="16865" y="50261"/>
                  <a:pt x="16645" y="50741"/>
                </a:cubicBezTo>
                <a:lnTo>
                  <a:pt x="351" y="85485"/>
                </a:lnTo>
                <a:cubicBezTo>
                  <a:pt x="69" y="86048"/>
                  <a:pt x="-46" y="86673"/>
                  <a:pt x="17" y="87289"/>
                </a:cubicBezTo>
                <a:cubicBezTo>
                  <a:pt x="79" y="87914"/>
                  <a:pt x="319" y="88508"/>
                  <a:pt x="705" y="88998"/>
                </a:cubicBezTo>
                <a:cubicBezTo>
                  <a:pt x="1091" y="89488"/>
                  <a:pt x="1612" y="89853"/>
                  <a:pt x="2206" y="90051"/>
                </a:cubicBezTo>
                <a:cubicBezTo>
                  <a:pt x="2800" y="90249"/>
                  <a:pt x="3437" y="90280"/>
                  <a:pt x="4041" y="90124"/>
                </a:cubicBezTo>
                <a:lnTo>
                  <a:pt x="95945" y="90124"/>
                </a:lnTo>
                <a:cubicBezTo>
                  <a:pt x="96549" y="90280"/>
                  <a:pt x="97174" y="90260"/>
                  <a:pt x="97769" y="90062"/>
                </a:cubicBezTo>
                <a:cubicBezTo>
                  <a:pt x="98363" y="89863"/>
                  <a:pt x="98884" y="89509"/>
                  <a:pt x="99270" y="89019"/>
                </a:cubicBezTo>
                <a:cubicBezTo>
                  <a:pt x="99666" y="88539"/>
                  <a:pt x="99906" y="87955"/>
                  <a:pt x="99979" y="87330"/>
                </a:cubicBezTo>
                <a:cubicBezTo>
                  <a:pt x="100052" y="86715"/>
                  <a:pt x="99937" y="86089"/>
                  <a:pt x="99666" y="85537"/>
                </a:cubicBezTo>
                <a:lnTo>
                  <a:pt x="89897" y="63813"/>
                </a:lnTo>
                <a:cubicBezTo>
                  <a:pt x="89657" y="63281"/>
                  <a:pt x="89272" y="62823"/>
                  <a:pt x="88802" y="62489"/>
                </a:cubicBezTo>
                <a:cubicBezTo>
                  <a:pt x="88323" y="62155"/>
                  <a:pt x="87770" y="61947"/>
                  <a:pt x="87186" y="61905"/>
                </a:cubicBezTo>
                <a:cubicBezTo>
                  <a:pt x="86613" y="61853"/>
                  <a:pt x="86029" y="61968"/>
                  <a:pt x="85508" y="62218"/>
                </a:cubicBezTo>
                <a:cubicBezTo>
                  <a:pt x="84986" y="62468"/>
                  <a:pt x="84539" y="62854"/>
                  <a:pt x="84215" y="63344"/>
                </a:cubicBezTo>
                <a:lnTo>
                  <a:pt x="82923" y="65262"/>
                </a:lnTo>
                <a:lnTo>
                  <a:pt x="55065" y="11524"/>
                </a:lnTo>
                <a:cubicBezTo>
                  <a:pt x="54783" y="10992"/>
                  <a:pt x="54366" y="10544"/>
                  <a:pt x="53855" y="10242"/>
                </a:cubicBezTo>
                <a:cubicBezTo>
                  <a:pt x="53334" y="9929"/>
                  <a:pt x="52750" y="9773"/>
                  <a:pt x="52145" y="9773"/>
                </a:cubicBezTo>
                <a:close/>
                <a:moveTo>
                  <a:pt x="52031" y="19843"/>
                </a:moveTo>
                <a:lnTo>
                  <a:pt x="63499" y="41963"/>
                </a:lnTo>
                <a:lnTo>
                  <a:pt x="59777" y="44090"/>
                </a:lnTo>
                <a:lnTo>
                  <a:pt x="53782" y="40671"/>
                </a:lnTo>
                <a:cubicBezTo>
                  <a:pt x="53313" y="40400"/>
                  <a:pt x="52781" y="40253"/>
                  <a:pt x="52229" y="40243"/>
                </a:cubicBezTo>
                <a:cubicBezTo>
                  <a:pt x="51645" y="40233"/>
                  <a:pt x="51061" y="40379"/>
                  <a:pt x="50550" y="40671"/>
                </a:cubicBezTo>
                <a:lnTo>
                  <a:pt x="44566" y="44090"/>
                </a:lnTo>
                <a:lnTo>
                  <a:pt x="39749" y="41349"/>
                </a:lnTo>
                <a:lnTo>
                  <a:pt x="52031" y="1984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1" name="Чёрный — SVG 18">
            <a:extLst>
              <a:ext uri="{FF2B5EF4-FFF2-40B4-BE49-F238E27FC236}">
                <a16:creationId xmlns:a16="http://schemas.microsoft.com/office/drawing/2014/main" id="{9147362C-7139-E942-AB6B-E4957C4ABD2E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67356 w 134695"/>
              <a:gd name="csY0" fmla="*/ 0 h 138096"/>
              <a:gd name="csX1" fmla="*/ 55294 w 134695"/>
              <a:gd name="csY1" fmla="*/ 3981 h 138096"/>
              <a:gd name="csX2" fmla="*/ 2144 w 134695"/>
              <a:gd name="csY2" fmla="*/ 43446 h 138096"/>
              <a:gd name="csX3" fmla="*/ 255 w 134695"/>
              <a:gd name="csY3" fmla="*/ 46117 h 138096"/>
              <a:gd name="csX4" fmla="*/ 272 w 134695"/>
              <a:gd name="csY4" fmla="*/ 49383 h 138096"/>
              <a:gd name="csX5" fmla="*/ 2212 w 134695"/>
              <a:gd name="csY5" fmla="*/ 52037 h 138096"/>
              <a:gd name="csX6" fmla="*/ 5325 w 134695"/>
              <a:gd name="csY6" fmla="*/ 53041 h 138096"/>
              <a:gd name="csX7" fmla="*/ 129370 w 134695"/>
              <a:gd name="csY7" fmla="*/ 53041 h 138096"/>
              <a:gd name="csX8" fmla="*/ 132500 w 134695"/>
              <a:gd name="csY8" fmla="*/ 52037 h 138096"/>
              <a:gd name="csX9" fmla="*/ 134423 w 134695"/>
              <a:gd name="csY9" fmla="*/ 49383 h 138096"/>
              <a:gd name="csX10" fmla="*/ 134457 w 134695"/>
              <a:gd name="csY10" fmla="*/ 46117 h 138096"/>
              <a:gd name="csX11" fmla="*/ 132552 w 134695"/>
              <a:gd name="csY11" fmla="*/ 43446 h 138096"/>
              <a:gd name="csX12" fmla="*/ 79402 w 134695"/>
              <a:gd name="csY12" fmla="*/ 3981 h 138096"/>
              <a:gd name="csX13" fmla="*/ 67356 w 134695"/>
              <a:gd name="csY13" fmla="*/ 0 h 138096"/>
              <a:gd name="csX14" fmla="*/ 67356 w 134695"/>
              <a:gd name="csY14" fmla="*/ 21145 h 138096"/>
              <a:gd name="csX15" fmla="*/ 74434 w 134695"/>
              <a:gd name="csY15" fmla="*/ 28221 h 138096"/>
              <a:gd name="csX16" fmla="*/ 67356 w 134695"/>
              <a:gd name="csY16" fmla="*/ 35315 h 138096"/>
              <a:gd name="csX17" fmla="*/ 60262 w 134695"/>
              <a:gd name="csY17" fmla="*/ 28221 h 138096"/>
              <a:gd name="csX18" fmla="*/ 67356 w 134695"/>
              <a:gd name="csY18" fmla="*/ 21145 h 138096"/>
              <a:gd name="csX19" fmla="*/ 15959 w 134695"/>
              <a:gd name="csY19" fmla="*/ 60117 h 138096"/>
              <a:gd name="csX20" fmla="*/ 15959 w 134695"/>
              <a:gd name="csY20" fmla="*/ 113277 h 138096"/>
              <a:gd name="csX21" fmla="*/ 12845 w 134695"/>
              <a:gd name="csY21" fmla="*/ 113277 h 138096"/>
              <a:gd name="csX22" fmla="*/ 0 w 134695"/>
              <a:gd name="csY22" fmla="*/ 125695 h 138096"/>
              <a:gd name="csX23" fmla="*/ 12845 w 134695"/>
              <a:gd name="csY23" fmla="*/ 138096 h 138096"/>
              <a:gd name="csX24" fmla="*/ 121850 w 134695"/>
              <a:gd name="csY24" fmla="*/ 138096 h 138096"/>
              <a:gd name="csX25" fmla="*/ 134695 w 134695"/>
              <a:gd name="csY25" fmla="*/ 125695 h 138096"/>
              <a:gd name="csX26" fmla="*/ 121850 w 134695"/>
              <a:gd name="csY26" fmla="*/ 113277 h 138096"/>
              <a:gd name="csX27" fmla="*/ 118737 w 134695"/>
              <a:gd name="csY27" fmla="*/ 113277 h 138096"/>
              <a:gd name="csX28" fmla="*/ 118737 w 134695"/>
              <a:gd name="csY28" fmla="*/ 60117 h 138096"/>
              <a:gd name="csX29" fmla="*/ 108103 w 134695"/>
              <a:gd name="csY29" fmla="*/ 60117 h 138096"/>
              <a:gd name="csX30" fmla="*/ 108103 w 134695"/>
              <a:gd name="csY30" fmla="*/ 113277 h 138096"/>
              <a:gd name="csX31" fmla="*/ 95700 w 134695"/>
              <a:gd name="csY31" fmla="*/ 113277 h 138096"/>
              <a:gd name="csX32" fmla="*/ 95700 w 134695"/>
              <a:gd name="csY32" fmla="*/ 60117 h 138096"/>
              <a:gd name="csX33" fmla="*/ 85067 w 134695"/>
              <a:gd name="csY33" fmla="*/ 60117 h 138096"/>
              <a:gd name="csX34" fmla="*/ 85067 w 134695"/>
              <a:gd name="csY34" fmla="*/ 113277 h 138096"/>
              <a:gd name="csX35" fmla="*/ 72664 w 134695"/>
              <a:gd name="csY35" fmla="*/ 113277 h 138096"/>
              <a:gd name="csX36" fmla="*/ 72664 w 134695"/>
              <a:gd name="csY36" fmla="*/ 60117 h 138096"/>
              <a:gd name="csX37" fmla="*/ 62031 w 134695"/>
              <a:gd name="csY37" fmla="*/ 60117 h 138096"/>
              <a:gd name="csX38" fmla="*/ 62031 w 134695"/>
              <a:gd name="csY38" fmla="*/ 113277 h 138096"/>
              <a:gd name="csX39" fmla="*/ 49628 w 134695"/>
              <a:gd name="csY39" fmla="*/ 113277 h 138096"/>
              <a:gd name="csX40" fmla="*/ 49628 w 134695"/>
              <a:gd name="csY40" fmla="*/ 60117 h 138096"/>
              <a:gd name="csX41" fmla="*/ 38995 w 134695"/>
              <a:gd name="csY41" fmla="*/ 60117 h 138096"/>
              <a:gd name="csX42" fmla="*/ 38995 w 134695"/>
              <a:gd name="csY42" fmla="*/ 113277 h 138096"/>
              <a:gd name="csX43" fmla="*/ 26592 w 134695"/>
              <a:gd name="csY43" fmla="*/ 113277 h 138096"/>
              <a:gd name="csX44" fmla="*/ 26592 w 134695"/>
              <a:gd name="csY44" fmla="*/ 60117 h 138096"/>
              <a:gd name="csX45" fmla="*/ 15959 w 134695"/>
              <a:gd name="csY45" fmla="*/ 60117 h 138096"/>
            </a:gdLst>
            <a:ahLst/>
            <a:cxnLst/>
            <a:rect l="l" t="t" r="r" b="b"/>
            <a:pathLst>
              <a:path w="100000" h="100000">
                <a:moveTo>
                  <a:pt x="50006" y="0"/>
                </a:moveTo>
                <a:cubicBezTo>
                  <a:pt x="46926" y="0"/>
                  <a:pt x="43858" y="961"/>
                  <a:pt x="41272" y="2883"/>
                </a:cubicBezTo>
                <a:lnTo>
                  <a:pt x="2784" y="31461"/>
                </a:lnTo>
                <a:cubicBezTo>
                  <a:pt x="2143" y="31942"/>
                  <a:pt x="1650" y="32619"/>
                  <a:pt x="1416" y="33395"/>
                </a:cubicBezTo>
                <a:cubicBezTo>
                  <a:pt x="1170" y="34159"/>
                  <a:pt x="1170" y="34997"/>
                  <a:pt x="1428" y="35760"/>
                </a:cubicBezTo>
                <a:cubicBezTo>
                  <a:pt x="1675" y="36536"/>
                  <a:pt x="2168" y="37201"/>
                  <a:pt x="2833" y="37682"/>
                </a:cubicBezTo>
                <a:cubicBezTo>
                  <a:pt x="3486" y="38150"/>
                  <a:pt x="4274" y="38409"/>
                  <a:pt x="5087" y="38409"/>
                </a:cubicBezTo>
                <a:lnTo>
                  <a:pt x="94913" y="38409"/>
                </a:lnTo>
                <a:cubicBezTo>
                  <a:pt x="95726" y="38409"/>
                  <a:pt x="96514" y="38150"/>
                  <a:pt x="97179" y="37682"/>
                </a:cubicBezTo>
                <a:cubicBezTo>
                  <a:pt x="97832" y="37201"/>
                  <a:pt x="98325" y="36536"/>
                  <a:pt x="98572" y="35760"/>
                </a:cubicBezTo>
                <a:cubicBezTo>
                  <a:pt x="98830" y="34997"/>
                  <a:pt x="98830" y="34159"/>
                  <a:pt x="98596" y="33395"/>
                </a:cubicBezTo>
                <a:cubicBezTo>
                  <a:pt x="98350" y="32619"/>
                  <a:pt x="97869" y="31942"/>
                  <a:pt x="97217" y="31461"/>
                </a:cubicBezTo>
                <a:lnTo>
                  <a:pt x="58729" y="2883"/>
                </a:lnTo>
                <a:cubicBezTo>
                  <a:pt x="56142" y="961"/>
                  <a:pt x="53074" y="0"/>
                  <a:pt x="50006" y="0"/>
                </a:cubicBezTo>
                <a:close/>
                <a:moveTo>
                  <a:pt x="50006" y="15312"/>
                </a:moveTo>
                <a:cubicBezTo>
                  <a:pt x="52840" y="15312"/>
                  <a:pt x="55132" y="17603"/>
                  <a:pt x="55132" y="20436"/>
                </a:cubicBezTo>
                <a:cubicBezTo>
                  <a:pt x="55132" y="23282"/>
                  <a:pt x="52840" y="25573"/>
                  <a:pt x="50006" y="25573"/>
                </a:cubicBezTo>
                <a:cubicBezTo>
                  <a:pt x="47160" y="25573"/>
                  <a:pt x="44869" y="23282"/>
                  <a:pt x="44869" y="20436"/>
                </a:cubicBezTo>
                <a:cubicBezTo>
                  <a:pt x="44869" y="17603"/>
                  <a:pt x="47160" y="15312"/>
                  <a:pt x="50006" y="15312"/>
                </a:cubicBezTo>
                <a:close/>
                <a:moveTo>
                  <a:pt x="12788" y="43533"/>
                </a:moveTo>
                <a:lnTo>
                  <a:pt x="12788" y="82028"/>
                </a:lnTo>
                <a:lnTo>
                  <a:pt x="10533" y="82028"/>
                </a:lnTo>
                <a:cubicBezTo>
                  <a:pt x="5556" y="82028"/>
                  <a:pt x="1231" y="85970"/>
                  <a:pt x="1231" y="91020"/>
                </a:cubicBezTo>
                <a:cubicBezTo>
                  <a:pt x="1231" y="96059"/>
                  <a:pt x="5556" y="100000"/>
                  <a:pt x="10533" y="100000"/>
                </a:cubicBezTo>
                <a:lnTo>
                  <a:pt x="89467" y="100000"/>
                </a:lnTo>
                <a:cubicBezTo>
                  <a:pt x="94445" y="100000"/>
                  <a:pt x="98769" y="96059"/>
                  <a:pt x="98769" y="91020"/>
                </a:cubicBezTo>
                <a:cubicBezTo>
                  <a:pt x="98769" y="85970"/>
                  <a:pt x="94445" y="82028"/>
                  <a:pt x="89467" y="82028"/>
                </a:cubicBezTo>
                <a:lnTo>
                  <a:pt x="87213" y="82028"/>
                </a:lnTo>
                <a:lnTo>
                  <a:pt x="87213" y="43533"/>
                </a:lnTo>
                <a:lnTo>
                  <a:pt x="79512" y="43533"/>
                </a:lnTo>
                <a:lnTo>
                  <a:pt x="79512" y="82028"/>
                </a:lnTo>
                <a:lnTo>
                  <a:pt x="70531" y="82028"/>
                </a:lnTo>
                <a:lnTo>
                  <a:pt x="70531" y="43533"/>
                </a:lnTo>
                <a:lnTo>
                  <a:pt x="62831" y="43533"/>
                </a:lnTo>
                <a:lnTo>
                  <a:pt x="62831" y="82028"/>
                </a:lnTo>
                <a:lnTo>
                  <a:pt x="53850" y="82028"/>
                </a:lnTo>
                <a:lnTo>
                  <a:pt x="53850" y="43533"/>
                </a:lnTo>
                <a:lnTo>
                  <a:pt x="46150" y="43533"/>
                </a:lnTo>
                <a:lnTo>
                  <a:pt x="46150" y="82028"/>
                </a:lnTo>
                <a:lnTo>
                  <a:pt x="37169" y="82028"/>
                </a:lnTo>
                <a:lnTo>
                  <a:pt x="37169" y="43533"/>
                </a:lnTo>
                <a:lnTo>
                  <a:pt x="29469" y="43533"/>
                </a:lnTo>
                <a:lnTo>
                  <a:pt x="29469" y="82028"/>
                </a:lnTo>
                <a:lnTo>
                  <a:pt x="20488" y="82028"/>
                </a:lnTo>
                <a:lnTo>
                  <a:pt x="20488" y="43533"/>
                </a:lnTo>
                <a:lnTo>
                  <a:pt x="12788" y="4353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2" name="Чёрный — SVG 19">
            <a:extLst>
              <a:ext uri="{FF2B5EF4-FFF2-40B4-BE49-F238E27FC236}">
                <a16:creationId xmlns:a16="http://schemas.microsoft.com/office/drawing/2014/main" id="{31037298-5AAE-CE4A-AF0B-4733C02C9173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37209 w 141772"/>
              <a:gd name="csY0" fmla="*/ 0 h 141753"/>
              <a:gd name="csX1" fmla="*/ 15550 w 141772"/>
              <a:gd name="csY1" fmla="*/ 21655 h 141753"/>
              <a:gd name="csX2" fmla="*/ 16129 w 141772"/>
              <a:gd name="csY2" fmla="*/ 26316 h 141753"/>
              <a:gd name="csX3" fmla="*/ 7673 w 141772"/>
              <a:gd name="csY3" fmla="*/ 41337 h 141753"/>
              <a:gd name="csX4" fmla="*/ 20280 w 141772"/>
              <a:gd name="csY4" fmla="*/ 58280 h 141753"/>
              <a:gd name="csX5" fmla="*/ 31900 w 141772"/>
              <a:gd name="csY5" fmla="*/ 70052 h 141753"/>
              <a:gd name="csX6" fmla="*/ 31900 w 141772"/>
              <a:gd name="csY6" fmla="*/ 81755 h 141753"/>
              <a:gd name="csX7" fmla="*/ 2348 w 141772"/>
              <a:gd name="csY7" fmla="*/ 95823 h 141753"/>
              <a:gd name="csX8" fmla="*/ 0 w 141772"/>
              <a:gd name="csY8" fmla="*/ 102509 h 141753"/>
              <a:gd name="csX9" fmla="*/ 0 w 141772"/>
              <a:gd name="csY9" fmla="*/ 134677 h 141753"/>
              <a:gd name="csX10" fmla="*/ 7094 w 141772"/>
              <a:gd name="csY10" fmla="*/ 141753 h 141753"/>
              <a:gd name="csX11" fmla="*/ 134695 w 141772"/>
              <a:gd name="csY11" fmla="*/ 141753 h 141753"/>
              <a:gd name="csX12" fmla="*/ 141773 w 141772"/>
              <a:gd name="csY12" fmla="*/ 134677 h 141753"/>
              <a:gd name="csX13" fmla="*/ 141773 w 141772"/>
              <a:gd name="csY13" fmla="*/ 127583 h 141753"/>
              <a:gd name="csX14" fmla="*/ 42534 w 141772"/>
              <a:gd name="csY14" fmla="*/ 81823 h 141753"/>
              <a:gd name="csX15" fmla="*/ 42534 w 141772"/>
              <a:gd name="csY15" fmla="*/ 69984 h 141753"/>
              <a:gd name="csX16" fmla="*/ 54936 w 141772"/>
              <a:gd name="csY16" fmla="*/ 53160 h 141753"/>
              <a:gd name="csX17" fmla="*/ 54919 w 141772"/>
              <a:gd name="csY17" fmla="*/ 52768 h 141753"/>
              <a:gd name="csX18" fmla="*/ 66744 w 141772"/>
              <a:gd name="csY18" fmla="*/ 33478 h 141753"/>
              <a:gd name="csX19" fmla="*/ 58169 w 141772"/>
              <a:gd name="csY19" fmla="*/ 16246 h 141753"/>
              <a:gd name="csX20" fmla="*/ 37209 w 141772"/>
              <a:gd name="csY20" fmla="*/ 0 h 141753"/>
              <a:gd name="csX21" fmla="*/ 108103 w 141772"/>
              <a:gd name="csY21" fmla="*/ 31896 h 141753"/>
              <a:gd name="csX22" fmla="*/ 96823 w 141772"/>
              <a:gd name="csY22" fmla="*/ 36574 h 141753"/>
              <a:gd name="csX23" fmla="*/ 92162 w 141772"/>
              <a:gd name="csY23" fmla="*/ 47835 h 141753"/>
              <a:gd name="csX24" fmla="*/ 96823 w 141772"/>
              <a:gd name="csY24" fmla="*/ 59114 h 141753"/>
              <a:gd name="csX25" fmla="*/ 108103 w 141772"/>
              <a:gd name="csY25" fmla="*/ 63792 h 141753"/>
              <a:gd name="csX26" fmla="*/ 119383 w 141772"/>
              <a:gd name="csY26" fmla="*/ 59114 h 141753"/>
              <a:gd name="csX27" fmla="*/ 124062 w 141772"/>
              <a:gd name="csY27" fmla="*/ 47835 h 141753"/>
              <a:gd name="csX28" fmla="*/ 119383 w 141772"/>
              <a:gd name="csY28" fmla="*/ 36574 h 141753"/>
              <a:gd name="csX29" fmla="*/ 108103 w 141772"/>
              <a:gd name="csY29" fmla="*/ 31896 h 141753"/>
              <a:gd name="csX30" fmla="*/ 134219 w 141772"/>
              <a:gd name="csY30" fmla="*/ 81891 h 141753"/>
              <a:gd name="csX31" fmla="*/ 106334 w 141772"/>
              <a:gd name="csY31" fmla="*/ 85056 h 141753"/>
              <a:gd name="csX32" fmla="*/ 89116 w 141772"/>
              <a:gd name="csY32" fmla="*/ 90584 h 141753"/>
              <a:gd name="csX33" fmla="*/ 97895 w 141772"/>
              <a:gd name="csY33" fmla="*/ 96538 h 141753"/>
              <a:gd name="csX34" fmla="*/ 141739 w 141772"/>
              <a:gd name="csY34" fmla="*/ 116951 h 141753"/>
              <a:gd name="csX35" fmla="*/ 141705 w 141772"/>
              <a:gd name="csY35" fmla="*/ 88985 h 141753"/>
              <a:gd name="csX36" fmla="*/ 134219 w 141772"/>
              <a:gd name="csY36" fmla="*/ 81891 h 141753"/>
            </a:gdLst>
            <a:ahLst/>
            <a:cxnLst/>
            <a:rect l="l" t="t" r="r" b="b"/>
            <a:pathLst>
              <a:path w="100000" h="100000">
                <a:moveTo>
                  <a:pt x="26246" y="7"/>
                </a:moveTo>
                <a:cubicBezTo>
                  <a:pt x="17821" y="7"/>
                  <a:pt x="10980" y="6858"/>
                  <a:pt x="10968" y="15281"/>
                </a:cubicBezTo>
                <a:cubicBezTo>
                  <a:pt x="10968" y="16337"/>
                  <a:pt x="11100" y="17405"/>
                  <a:pt x="11377" y="18569"/>
                </a:cubicBezTo>
                <a:cubicBezTo>
                  <a:pt x="7680" y="20837"/>
                  <a:pt x="5412" y="24797"/>
                  <a:pt x="5412" y="29164"/>
                </a:cubicBezTo>
                <a:cubicBezTo>
                  <a:pt x="5412" y="34743"/>
                  <a:pt x="9024" y="39531"/>
                  <a:pt x="14305" y="41115"/>
                </a:cubicBezTo>
                <a:cubicBezTo>
                  <a:pt x="15516" y="45159"/>
                  <a:pt x="18613" y="48207"/>
                  <a:pt x="22501" y="49418"/>
                </a:cubicBezTo>
                <a:lnTo>
                  <a:pt x="22501" y="57673"/>
                </a:lnTo>
                <a:cubicBezTo>
                  <a:pt x="10633" y="58681"/>
                  <a:pt x="4356" y="64297"/>
                  <a:pt x="1656" y="67596"/>
                </a:cubicBezTo>
                <a:cubicBezTo>
                  <a:pt x="576" y="68929"/>
                  <a:pt x="0" y="70596"/>
                  <a:pt x="0" y="72312"/>
                </a:cubicBezTo>
                <a:lnTo>
                  <a:pt x="0" y="95002"/>
                </a:lnTo>
                <a:cubicBezTo>
                  <a:pt x="0" y="97762"/>
                  <a:pt x="2232" y="99993"/>
                  <a:pt x="5004" y="99993"/>
                </a:cubicBezTo>
                <a:lnTo>
                  <a:pt x="95008" y="99993"/>
                </a:lnTo>
                <a:cubicBezTo>
                  <a:pt x="97768" y="99993"/>
                  <a:pt x="100001" y="97762"/>
                  <a:pt x="100001" y="95002"/>
                </a:cubicBezTo>
                <a:lnTo>
                  <a:pt x="100001" y="89998"/>
                </a:lnTo>
                <a:cubicBezTo>
                  <a:pt x="75928" y="89998"/>
                  <a:pt x="55754" y="60433"/>
                  <a:pt x="30002" y="57721"/>
                </a:cubicBezTo>
                <a:lnTo>
                  <a:pt x="30002" y="49370"/>
                </a:lnTo>
                <a:cubicBezTo>
                  <a:pt x="35053" y="47762"/>
                  <a:pt x="38750" y="43083"/>
                  <a:pt x="38750" y="37504"/>
                </a:cubicBezTo>
                <a:cubicBezTo>
                  <a:pt x="38750" y="37408"/>
                  <a:pt x="38750" y="37323"/>
                  <a:pt x="38738" y="37227"/>
                </a:cubicBezTo>
                <a:cubicBezTo>
                  <a:pt x="43838" y="34636"/>
                  <a:pt x="47078" y="29392"/>
                  <a:pt x="47078" y="23621"/>
                </a:cubicBezTo>
                <a:cubicBezTo>
                  <a:pt x="47078" y="18857"/>
                  <a:pt x="44834" y="14357"/>
                  <a:pt x="41030" y="11466"/>
                </a:cubicBezTo>
                <a:cubicBezTo>
                  <a:pt x="39302" y="4794"/>
                  <a:pt x="33181" y="7"/>
                  <a:pt x="26246" y="7"/>
                </a:cubicBezTo>
                <a:close/>
                <a:moveTo>
                  <a:pt x="76251" y="22505"/>
                </a:moveTo>
                <a:cubicBezTo>
                  <a:pt x="73275" y="22505"/>
                  <a:pt x="70407" y="23693"/>
                  <a:pt x="68295" y="25804"/>
                </a:cubicBezTo>
                <a:cubicBezTo>
                  <a:pt x="66183" y="27904"/>
                  <a:pt x="65007" y="30772"/>
                  <a:pt x="65007" y="33747"/>
                </a:cubicBezTo>
                <a:cubicBezTo>
                  <a:pt x="65007" y="36735"/>
                  <a:pt x="66183" y="39603"/>
                  <a:pt x="68295" y="41703"/>
                </a:cubicBezTo>
                <a:cubicBezTo>
                  <a:pt x="70407" y="43815"/>
                  <a:pt x="73275" y="45003"/>
                  <a:pt x="76251" y="45003"/>
                </a:cubicBezTo>
                <a:cubicBezTo>
                  <a:pt x="79240" y="45003"/>
                  <a:pt x="82096" y="43815"/>
                  <a:pt x="84208" y="41703"/>
                </a:cubicBezTo>
                <a:cubicBezTo>
                  <a:pt x="86320" y="39603"/>
                  <a:pt x="87508" y="36735"/>
                  <a:pt x="87508" y="33747"/>
                </a:cubicBezTo>
                <a:cubicBezTo>
                  <a:pt x="87508" y="30772"/>
                  <a:pt x="86320" y="27904"/>
                  <a:pt x="84208" y="25804"/>
                </a:cubicBezTo>
                <a:cubicBezTo>
                  <a:pt x="82096" y="23693"/>
                  <a:pt x="79240" y="22505"/>
                  <a:pt x="76251" y="22505"/>
                </a:cubicBezTo>
                <a:close/>
                <a:moveTo>
                  <a:pt x="94672" y="57769"/>
                </a:moveTo>
                <a:cubicBezTo>
                  <a:pt x="89224" y="58070"/>
                  <a:pt x="81484" y="58705"/>
                  <a:pt x="75004" y="60002"/>
                </a:cubicBezTo>
                <a:cubicBezTo>
                  <a:pt x="70899" y="60829"/>
                  <a:pt x="66879" y="62197"/>
                  <a:pt x="62859" y="63901"/>
                </a:cubicBezTo>
                <a:cubicBezTo>
                  <a:pt x="64959" y="65281"/>
                  <a:pt x="66999" y="66697"/>
                  <a:pt x="69051" y="68101"/>
                </a:cubicBezTo>
                <a:cubicBezTo>
                  <a:pt x="79827" y="75504"/>
                  <a:pt x="89980" y="82499"/>
                  <a:pt x="99977" y="82499"/>
                </a:cubicBezTo>
                <a:lnTo>
                  <a:pt x="99953" y="62773"/>
                </a:lnTo>
                <a:cubicBezTo>
                  <a:pt x="99953" y="59906"/>
                  <a:pt x="97552" y="57625"/>
                  <a:pt x="94672" y="5776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3" name="Чёрный — SVG 20">
            <a:extLst>
              <a:ext uri="{FF2B5EF4-FFF2-40B4-BE49-F238E27FC236}">
                <a16:creationId xmlns:a16="http://schemas.microsoft.com/office/drawing/2014/main" id="{446389C1-69B3-1C41-B62A-FB57C3E20893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84755 w 170168"/>
              <a:gd name="csY0" fmla="*/ 3 h 153205"/>
              <a:gd name="csX1" fmla="*/ 84330 w 170168"/>
              <a:gd name="csY1" fmla="*/ 105 h 153205"/>
              <a:gd name="csX2" fmla="*/ 81676 w 170168"/>
              <a:gd name="csY2" fmla="*/ 105 h 153205"/>
              <a:gd name="csX3" fmla="*/ 81353 w 170168"/>
              <a:gd name="csY3" fmla="*/ 105 h 153205"/>
              <a:gd name="csX4" fmla="*/ 78103 w 170168"/>
              <a:gd name="csY4" fmla="*/ 3678 h 153205"/>
              <a:gd name="csX5" fmla="*/ 81676 w 170168"/>
              <a:gd name="csY5" fmla="*/ 6910 h 153205"/>
              <a:gd name="csX6" fmla="*/ 81676 w 170168"/>
              <a:gd name="csY6" fmla="*/ 10312 h 153205"/>
              <a:gd name="csX7" fmla="*/ 74870 w 170168"/>
              <a:gd name="csY7" fmla="*/ 10312 h 153205"/>
              <a:gd name="csX8" fmla="*/ 74547 w 170168"/>
              <a:gd name="csY8" fmla="*/ 10312 h 153205"/>
              <a:gd name="csX9" fmla="*/ 71468 w 170168"/>
              <a:gd name="csY9" fmla="*/ 13187 h 153205"/>
              <a:gd name="csX10" fmla="*/ 61685 w 170168"/>
              <a:gd name="csY10" fmla="*/ 71552 h 153205"/>
              <a:gd name="csX11" fmla="*/ 23830 w 170168"/>
              <a:gd name="csY11" fmla="*/ 71552 h 153205"/>
              <a:gd name="csX12" fmla="*/ 20428 w 170168"/>
              <a:gd name="csY12" fmla="*/ 74954 h 153205"/>
              <a:gd name="csX13" fmla="*/ 20428 w 170168"/>
              <a:gd name="csY13" fmla="*/ 85161 h 153205"/>
              <a:gd name="csX14" fmla="*/ 10220 w 170168"/>
              <a:gd name="csY14" fmla="*/ 85161 h 153205"/>
              <a:gd name="csX15" fmla="*/ 6817 w 170168"/>
              <a:gd name="csY15" fmla="*/ 88563 h 153205"/>
              <a:gd name="csX16" fmla="*/ 6817 w 170168"/>
              <a:gd name="csY16" fmla="*/ 98770 h 153205"/>
              <a:gd name="csX17" fmla="*/ 10220 w 170168"/>
              <a:gd name="csY17" fmla="*/ 102172 h 153205"/>
              <a:gd name="csX18" fmla="*/ 159938 w 170168"/>
              <a:gd name="csY18" fmla="*/ 102172 h 153205"/>
              <a:gd name="csX19" fmla="*/ 163340 w 170168"/>
              <a:gd name="csY19" fmla="*/ 98770 h 153205"/>
              <a:gd name="csX20" fmla="*/ 163340 w 170168"/>
              <a:gd name="csY20" fmla="*/ 88563 h 153205"/>
              <a:gd name="csX21" fmla="*/ 159938 w 170168"/>
              <a:gd name="csY21" fmla="*/ 85161 h 153205"/>
              <a:gd name="csX22" fmla="*/ 146327 w 170168"/>
              <a:gd name="csY22" fmla="*/ 85161 h 153205"/>
              <a:gd name="csX23" fmla="*/ 146327 w 170168"/>
              <a:gd name="csY23" fmla="*/ 74954 h 153205"/>
              <a:gd name="csX24" fmla="*/ 142924 w 170168"/>
              <a:gd name="csY24" fmla="*/ 71552 h 153205"/>
              <a:gd name="csX25" fmla="*/ 108472 w 170168"/>
              <a:gd name="csY25" fmla="*/ 71552 h 153205"/>
              <a:gd name="csX26" fmla="*/ 98689 w 170168"/>
              <a:gd name="csY26" fmla="*/ 13187 h 153205"/>
              <a:gd name="csX27" fmla="*/ 95287 w 170168"/>
              <a:gd name="csY27" fmla="*/ 10312 h 153205"/>
              <a:gd name="csX28" fmla="*/ 88481 w 170168"/>
              <a:gd name="csY28" fmla="*/ 10312 h 153205"/>
              <a:gd name="csX29" fmla="*/ 88481 w 170168"/>
              <a:gd name="csY29" fmla="*/ 6910 h 153205"/>
              <a:gd name="csX30" fmla="*/ 91459 w 170168"/>
              <a:gd name="csY30" fmla="*/ 5226 h 153205"/>
              <a:gd name="csX31" fmla="*/ 91459 w 170168"/>
              <a:gd name="csY31" fmla="*/ 1807 h 153205"/>
              <a:gd name="csX32" fmla="*/ 88481 w 170168"/>
              <a:gd name="csY32" fmla="*/ 105 h 153205"/>
              <a:gd name="csX33" fmla="*/ 85708 w 170168"/>
              <a:gd name="csY33" fmla="*/ 105 h 153205"/>
              <a:gd name="csX34" fmla="*/ 84755 w 170168"/>
              <a:gd name="csY34" fmla="*/ 3 h 153205"/>
              <a:gd name="csX35" fmla="*/ 77848 w 170168"/>
              <a:gd name="csY35" fmla="*/ 17117 h 153205"/>
              <a:gd name="csX36" fmla="*/ 81676 w 170168"/>
              <a:gd name="csY36" fmla="*/ 17117 h 153205"/>
              <a:gd name="csX37" fmla="*/ 81676 w 170168"/>
              <a:gd name="csY37" fmla="*/ 71552 h 153205"/>
              <a:gd name="csX38" fmla="*/ 68694 w 170168"/>
              <a:gd name="csY38" fmla="*/ 71552 h 153205"/>
              <a:gd name="csX39" fmla="*/ 77848 w 170168"/>
              <a:gd name="csY39" fmla="*/ 17117 h 153205"/>
              <a:gd name="csX40" fmla="*/ 88481 w 170168"/>
              <a:gd name="csY40" fmla="*/ 17117 h 153205"/>
              <a:gd name="csX41" fmla="*/ 92309 w 170168"/>
              <a:gd name="csY41" fmla="*/ 17117 h 153205"/>
              <a:gd name="csX42" fmla="*/ 101445 w 170168"/>
              <a:gd name="csY42" fmla="*/ 71552 h 153205"/>
              <a:gd name="csX43" fmla="*/ 88481 w 170168"/>
              <a:gd name="csY43" fmla="*/ 71552 h 153205"/>
              <a:gd name="csX44" fmla="*/ 88481 w 170168"/>
              <a:gd name="csY44" fmla="*/ 17117 h 153205"/>
              <a:gd name="csX45" fmla="*/ 37441 w 170168"/>
              <a:gd name="csY45" fmla="*/ 105574 h 153205"/>
              <a:gd name="csX46" fmla="*/ 37441 w 170168"/>
              <a:gd name="csY46" fmla="*/ 123334 h 153205"/>
              <a:gd name="csX47" fmla="*/ 47428 w 170168"/>
              <a:gd name="csY47" fmla="*/ 125988 h 153205"/>
              <a:gd name="csX48" fmla="*/ 57857 w 170168"/>
              <a:gd name="csY48" fmla="*/ 123011 h 153205"/>
              <a:gd name="csX49" fmla="*/ 57857 w 170168"/>
              <a:gd name="csY49" fmla="*/ 105574 h 153205"/>
              <a:gd name="csX50" fmla="*/ 37441 w 170168"/>
              <a:gd name="csY50" fmla="*/ 105574 h 153205"/>
              <a:gd name="csX51" fmla="*/ 112300 w 170168"/>
              <a:gd name="csY51" fmla="*/ 105574 h 153205"/>
              <a:gd name="csX52" fmla="*/ 112300 w 170168"/>
              <a:gd name="csY52" fmla="*/ 123011 h 153205"/>
              <a:gd name="csX53" fmla="*/ 122712 w 170168"/>
              <a:gd name="csY53" fmla="*/ 125988 h 153205"/>
              <a:gd name="csX54" fmla="*/ 132716 w 170168"/>
              <a:gd name="csY54" fmla="*/ 123334 h 153205"/>
              <a:gd name="csX55" fmla="*/ 132716 w 170168"/>
              <a:gd name="csY55" fmla="*/ 105574 h 153205"/>
              <a:gd name="csX56" fmla="*/ 112300 w 170168"/>
              <a:gd name="csY56" fmla="*/ 105574 h 153205"/>
              <a:gd name="csX57" fmla="*/ 27964 w 170168"/>
              <a:gd name="csY57" fmla="*/ 125988 h 153205"/>
              <a:gd name="csX58" fmla="*/ 26263 w 170168"/>
              <a:gd name="csY58" fmla="*/ 126838 h 153205"/>
              <a:gd name="csX59" fmla="*/ 9675 w 170168"/>
              <a:gd name="csY59" fmla="*/ 132792 h 153205"/>
              <a:gd name="csX60" fmla="*/ 4043 w 170168"/>
              <a:gd name="csY60" fmla="*/ 132265 h 153205"/>
              <a:gd name="csX61" fmla="*/ 63 w 170168"/>
              <a:gd name="csY61" fmla="*/ 134986 h 153205"/>
              <a:gd name="csX62" fmla="*/ 2767 w 170168"/>
              <a:gd name="csY62" fmla="*/ 138967 h 153205"/>
              <a:gd name="csX63" fmla="*/ 9675 w 170168"/>
              <a:gd name="csY63" fmla="*/ 139597 h 153205"/>
              <a:gd name="csX64" fmla="*/ 28509 w 170168"/>
              <a:gd name="csY64" fmla="*/ 133217 h 153205"/>
              <a:gd name="csX65" fmla="*/ 47428 w 170168"/>
              <a:gd name="csY65" fmla="*/ 139597 h 153205"/>
              <a:gd name="csX66" fmla="*/ 66142 w 170168"/>
              <a:gd name="csY66" fmla="*/ 133217 h 153205"/>
              <a:gd name="csX67" fmla="*/ 85079 w 170168"/>
              <a:gd name="csY67" fmla="*/ 139597 h 153205"/>
              <a:gd name="csX68" fmla="*/ 103997 w 170168"/>
              <a:gd name="csY68" fmla="*/ 133217 h 153205"/>
              <a:gd name="csX69" fmla="*/ 122712 w 170168"/>
              <a:gd name="csY69" fmla="*/ 139597 h 153205"/>
              <a:gd name="csX70" fmla="*/ 141648 w 170168"/>
              <a:gd name="csY70" fmla="*/ 133217 h 153205"/>
              <a:gd name="csX71" fmla="*/ 160465 w 170168"/>
              <a:gd name="csY71" fmla="*/ 139597 h 153205"/>
              <a:gd name="csX72" fmla="*/ 168019 w 170168"/>
              <a:gd name="csY72" fmla="*/ 138219 h 153205"/>
              <a:gd name="csX73" fmla="*/ 169924 w 170168"/>
              <a:gd name="csY73" fmla="*/ 133762 h 153205"/>
              <a:gd name="csX74" fmla="*/ 165467 w 170168"/>
              <a:gd name="csY74" fmla="*/ 131839 h 153205"/>
              <a:gd name="csX75" fmla="*/ 160465 w 170168"/>
              <a:gd name="csY75" fmla="*/ 132792 h 153205"/>
              <a:gd name="csX76" fmla="*/ 143877 w 170168"/>
              <a:gd name="csY76" fmla="*/ 126838 h 153205"/>
              <a:gd name="csX77" fmla="*/ 139300 w 170168"/>
              <a:gd name="csY77" fmla="*/ 126838 h 153205"/>
              <a:gd name="csX78" fmla="*/ 122712 w 170168"/>
              <a:gd name="csY78" fmla="*/ 132792 h 153205"/>
              <a:gd name="csX79" fmla="*/ 106226 w 170168"/>
              <a:gd name="csY79" fmla="*/ 126838 h 153205"/>
              <a:gd name="csX80" fmla="*/ 101667 w 170168"/>
              <a:gd name="csY80" fmla="*/ 126838 h 153205"/>
              <a:gd name="csX81" fmla="*/ 85079 w 170168"/>
              <a:gd name="csY81" fmla="*/ 132792 h 153205"/>
              <a:gd name="csX82" fmla="*/ 68490 w 170168"/>
              <a:gd name="csY82" fmla="*/ 126838 h 153205"/>
              <a:gd name="csX83" fmla="*/ 63914 w 170168"/>
              <a:gd name="csY83" fmla="*/ 126838 h 153205"/>
              <a:gd name="csX84" fmla="*/ 47428 w 170168"/>
              <a:gd name="csY84" fmla="*/ 132792 h 153205"/>
              <a:gd name="csX85" fmla="*/ 30840 w 170168"/>
              <a:gd name="csY85" fmla="*/ 126838 h 153205"/>
              <a:gd name="csX86" fmla="*/ 27964 w 170168"/>
              <a:gd name="csY86" fmla="*/ 125988 h 153205"/>
              <a:gd name="csX87" fmla="*/ 27964 w 170168"/>
              <a:gd name="csY87" fmla="*/ 139597 h 153205"/>
              <a:gd name="csX88" fmla="*/ 26263 w 170168"/>
              <a:gd name="csY88" fmla="*/ 140447 h 153205"/>
              <a:gd name="csX89" fmla="*/ 9675 w 170168"/>
              <a:gd name="csY89" fmla="*/ 146401 h 153205"/>
              <a:gd name="csX90" fmla="*/ 4043 w 170168"/>
              <a:gd name="csY90" fmla="*/ 145874 h 153205"/>
              <a:gd name="csX91" fmla="*/ 63 w 170168"/>
              <a:gd name="csY91" fmla="*/ 148595 h 153205"/>
              <a:gd name="csX92" fmla="*/ 2767 w 170168"/>
              <a:gd name="csY92" fmla="*/ 152576 h 153205"/>
              <a:gd name="csX93" fmla="*/ 9675 w 170168"/>
              <a:gd name="csY93" fmla="*/ 153205 h 153205"/>
              <a:gd name="csX94" fmla="*/ 28509 w 170168"/>
              <a:gd name="csY94" fmla="*/ 146826 h 153205"/>
              <a:gd name="csX95" fmla="*/ 47428 w 170168"/>
              <a:gd name="csY95" fmla="*/ 153205 h 153205"/>
              <a:gd name="csX96" fmla="*/ 66142 w 170168"/>
              <a:gd name="csY96" fmla="*/ 146826 h 153205"/>
              <a:gd name="csX97" fmla="*/ 85079 w 170168"/>
              <a:gd name="csY97" fmla="*/ 153205 h 153205"/>
              <a:gd name="csX98" fmla="*/ 103997 w 170168"/>
              <a:gd name="csY98" fmla="*/ 146826 h 153205"/>
              <a:gd name="csX99" fmla="*/ 122712 w 170168"/>
              <a:gd name="csY99" fmla="*/ 153205 h 153205"/>
              <a:gd name="csX100" fmla="*/ 141648 w 170168"/>
              <a:gd name="csY100" fmla="*/ 146826 h 153205"/>
              <a:gd name="csX101" fmla="*/ 160465 w 170168"/>
              <a:gd name="csY101" fmla="*/ 153205 h 153205"/>
              <a:gd name="csX102" fmla="*/ 168019 w 170168"/>
              <a:gd name="csY102" fmla="*/ 151827 h 153205"/>
              <a:gd name="csX103" fmla="*/ 169924 w 170168"/>
              <a:gd name="csY103" fmla="*/ 147371 h 153205"/>
              <a:gd name="csX104" fmla="*/ 165467 w 170168"/>
              <a:gd name="csY104" fmla="*/ 145448 h 153205"/>
              <a:gd name="csX105" fmla="*/ 160465 w 170168"/>
              <a:gd name="csY105" fmla="*/ 146401 h 153205"/>
              <a:gd name="csX106" fmla="*/ 143877 w 170168"/>
              <a:gd name="csY106" fmla="*/ 140447 h 153205"/>
              <a:gd name="csX107" fmla="*/ 139300 w 170168"/>
              <a:gd name="csY107" fmla="*/ 140447 h 153205"/>
              <a:gd name="csX108" fmla="*/ 122712 w 170168"/>
              <a:gd name="csY108" fmla="*/ 146401 h 153205"/>
              <a:gd name="csX109" fmla="*/ 106226 w 170168"/>
              <a:gd name="csY109" fmla="*/ 140447 h 153205"/>
              <a:gd name="csX110" fmla="*/ 101667 w 170168"/>
              <a:gd name="csY110" fmla="*/ 140447 h 153205"/>
              <a:gd name="csX111" fmla="*/ 85079 w 170168"/>
              <a:gd name="csY111" fmla="*/ 146401 h 153205"/>
              <a:gd name="csX112" fmla="*/ 68490 w 170168"/>
              <a:gd name="csY112" fmla="*/ 140447 h 153205"/>
              <a:gd name="csX113" fmla="*/ 63914 w 170168"/>
              <a:gd name="csY113" fmla="*/ 140447 h 153205"/>
              <a:gd name="csX114" fmla="*/ 47428 w 170168"/>
              <a:gd name="csY114" fmla="*/ 146401 h 153205"/>
              <a:gd name="csX115" fmla="*/ 30840 w 170168"/>
              <a:gd name="csY115" fmla="*/ 140447 h 153205"/>
              <a:gd name="csX116" fmla="*/ 27964 w 170168"/>
              <a:gd name="csY116" fmla="*/ 139597 h 153205"/>
            </a:gdLst>
            <a:ahLst/>
            <a:cxnLst/>
            <a:rect l="l" t="t" r="r" b="b"/>
            <a:pathLst>
              <a:path w="100000" h="100000">
                <a:moveTo>
                  <a:pt x="49807" y="4986"/>
                </a:moveTo>
                <a:cubicBezTo>
                  <a:pt x="49717" y="5006"/>
                  <a:pt x="49637" y="5026"/>
                  <a:pt x="49557" y="5046"/>
                </a:cubicBezTo>
                <a:lnTo>
                  <a:pt x="47997" y="5046"/>
                </a:lnTo>
                <a:cubicBezTo>
                  <a:pt x="47927" y="5046"/>
                  <a:pt x="47867" y="5046"/>
                  <a:pt x="47807" y="5046"/>
                </a:cubicBezTo>
                <a:cubicBezTo>
                  <a:pt x="46707" y="5106"/>
                  <a:pt x="45848" y="6046"/>
                  <a:pt x="45898" y="7146"/>
                </a:cubicBezTo>
                <a:cubicBezTo>
                  <a:pt x="45958" y="8245"/>
                  <a:pt x="46887" y="9105"/>
                  <a:pt x="47997" y="9045"/>
                </a:cubicBezTo>
                <a:lnTo>
                  <a:pt x="47997" y="11044"/>
                </a:lnTo>
                <a:lnTo>
                  <a:pt x="43998" y="11044"/>
                </a:lnTo>
                <a:cubicBezTo>
                  <a:pt x="43928" y="11044"/>
                  <a:pt x="43868" y="11044"/>
                  <a:pt x="43808" y="11044"/>
                </a:cubicBezTo>
                <a:cubicBezTo>
                  <a:pt x="42888" y="11124"/>
                  <a:pt x="42138" y="11824"/>
                  <a:pt x="41998" y="12734"/>
                </a:cubicBezTo>
                <a:lnTo>
                  <a:pt x="36249" y="47032"/>
                </a:lnTo>
                <a:lnTo>
                  <a:pt x="14004" y="47032"/>
                </a:lnTo>
                <a:cubicBezTo>
                  <a:pt x="12894" y="47032"/>
                  <a:pt x="12005" y="47932"/>
                  <a:pt x="12005" y="49031"/>
                </a:cubicBezTo>
                <a:lnTo>
                  <a:pt x="12005" y="55029"/>
                </a:lnTo>
                <a:lnTo>
                  <a:pt x="6006" y="55029"/>
                </a:lnTo>
                <a:cubicBezTo>
                  <a:pt x="4896" y="55029"/>
                  <a:pt x="4006" y="55919"/>
                  <a:pt x="4006" y="57029"/>
                </a:cubicBezTo>
                <a:lnTo>
                  <a:pt x="4006" y="63027"/>
                </a:lnTo>
                <a:cubicBezTo>
                  <a:pt x="4006" y="64136"/>
                  <a:pt x="4896" y="65026"/>
                  <a:pt x="6006" y="65026"/>
                </a:cubicBezTo>
                <a:lnTo>
                  <a:pt x="93988" y="65026"/>
                </a:lnTo>
                <a:cubicBezTo>
                  <a:pt x="95088" y="65026"/>
                  <a:pt x="95987" y="64136"/>
                  <a:pt x="95987" y="63027"/>
                </a:cubicBezTo>
                <a:lnTo>
                  <a:pt x="95987" y="57029"/>
                </a:lnTo>
                <a:cubicBezTo>
                  <a:pt x="95987" y="55919"/>
                  <a:pt x="95088" y="55029"/>
                  <a:pt x="93988" y="55029"/>
                </a:cubicBezTo>
                <a:lnTo>
                  <a:pt x="85990" y="55029"/>
                </a:lnTo>
                <a:lnTo>
                  <a:pt x="85990" y="49031"/>
                </a:lnTo>
                <a:cubicBezTo>
                  <a:pt x="85990" y="47932"/>
                  <a:pt x="85090" y="47032"/>
                  <a:pt x="83990" y="47032"/>
                </a:cubicBezTo>
                <a:lnTo>
                  <a:pt x="63744" y="47032"/>
                </a:lnTo>
                <a:lnTo>
                  <a:pt x="57995" y="12734"/>
                </a:lnTo>
                <a:cubicBezTo>
                  <a:pt x="57835" y="11754"/>
                  <a:pt x="56985" y="11034"/>
                  <a:pt x="55996" y="11044"/>
                </a:cubicBezTo>
                <a:lnTo>
                  <a:pt x="51996" y="11044"/>
                </a:lnTo>
                <a:lnTo>
                  <a:pt x="51996" y="9045"/>
                </a:lnTo>
                <a:cubicBezTo>
                  <a:pt x="52706" y="9055"/>
                  <a:pt x="53386" y="8685"/>
                  <a:pt x="53746" y="8055"/>
                </a:cubicBezTo>
                <a:cubicBezTo>
                  <a:pt x="54106" y="7435"/>
                  <a:pt x="54106" y="6665"/>
                  <a:pt x="53746" y="6046"/>
                </a:cubicBezTo>
                <a:cubicBezTo>
                  <a:pt x="53386" y="5416"/>
                  <a:pt x="52706" y="5046"/>
                  <a:pt x="51996" y="5046"/>
                </a:cubicBezTo>
                <a:lnTo>
                  <a:pt x="50367" y="5046"/>
                </a:lnTo>
                <a:cubicBezTo>
                  <a:pt x="50187" y="5006"/>
                  <a:pt x="49997" y="4976"/>
                  <a:pt x="49807" y="4986"/>
                </a:cubicBezTo>
                <a:close/>
                <a:moveTo>
                  <a:pt x="45748" y="15043"/>
                </a:moveTo>
                <a:lnTo>
                  <a:pt x="47997" y="15043"/>
                </a:lnTo>
                <a:lnTo>
                  <a:pt x="47997" y="47032"/>
                </a:lnTo>
                <a:lnTo>
                  <a:pt x="40368" y="47032"/>
                </a:lnTo>
                <a:lnTo>
                  <a:pt x="45748" y="15043"/>
                </a:lnTo>
                <a:close/>
                <a:moveTo>
                  <a:pt x="51996" y="15043"/>
                </a:moveTo>
                <a:lnTo>
                  <a:pt x="54246" y="15043"/>
                </a:lnTo>
                <a:lnTo>
                  <a:pt x="59615" y="47032"/>
                </a:lnTo>
                <a:lnTo>
                  <a:pt x="51996" y="47032"/>
                </a:lnTo>
                <a:lnTo>
                  <a:pt x="51996" y="15043"/>
                </a:lnTo>
                <a:close/>
                <a:moveTo>
                  <a:pt x="22002" y="67025"/>
                </a:moveTo>
                <a:lnTo>
                  <a:pt x="22002" y="77462"/>
                </a:lnTo>
                <a:cubicBezTo>
                  <a:pt x="23782" y="78532"/>
                  <a:pt x="26161" y="79022"/>
                  <a:pt x="27871" y="79022"/>
                </a:cubicBezTo>
                <a:cubicBezTo>
                  <a:pt x="29681" y="79022"/>
                  <a:pt x="32181" y="78482"/>
                  <a:pt x="34000" y="77272"/>
                </a:cubicBezTo>
                <a:lnTo>
                  <a:pt x="34000" y="67025"/>
                </a:lnTo>
                <a:lnTo>
                  <a:pt x="22002" y="67025"/>
                </a:lnTo>
                <a:close/>
                <a:moveTo>
                  <a:pt x="65994" y="67025"/>
                </a:moveTo>
                <a:lnTo>
                  <a:pt x="65994" y="77272"/>
                </a:lnTo>
                <a:cubicBezTo>
                  <a:pt x="67814" y="78482"/>
                  <a:pt x="70303" y="79022"/>
                  <a:pt x="72112" y="79022"/>
                </a:cubicBezTo>
                <a:cubicBezTo>
                  <a:pt x="73822" y="79022"/>
                  <a:pt x="76202" y="78522"/>
                  <a:pt x="77991" y="77462"/>
                </a:cubicBezTo>
                <a:lnTo>
                  <a:pt x="77991" y="67025"/>
                </a:lnTo>
                <a:lnTo>
                  <a:pt x="65994" y="67025"/>
                </a:lnTo>
                <a:close/>
                <a:moveTo>
                  <a:pt x="16433" y="79022"/>
                </a:moveTo>
                <a:cubicBezTo>
                  <a:pt x="16064" y="79092"/>
                  <a:pt x="15713" y="79271"/>
                  <a:pt x="15434" y="79521"/>
                </a:cubicBezTo>
                <a:cubicBezTo>
                  <a:pt x="12714" y="82040"/>
                  <a:pt x="8335" y="83020"/>
                  <a:pt x="5686" y="83020"/>
                </a:cubicBezTo>
                <a:cubicBezTo>
                  <a:pt x="4446" y="83020"/>
                  <a:pt x="3406" y="82900"/>
                  <a:pt x="2376" y="82710"/>
                </a:cubicBezTo>
                <a:cubicBezTo>
                  <a:pt x="1286" y="82500"/>
                  <a:pt x="247" y="83220"/>
                  <a:pt x="37" y="84309"/>
                </a:cubicBezTo>
                <a:cubicBezTo>
                  <a:pt x="-173" y="85389"/>
                  <a:pt x="537" y="86439"/>
                  <a:pt x="1626" y="86649"/>
                </a:cubicBezTo>
                <a:cubicBezTo>
                  <a:pt x="2816" y="86859"/>
                  <a:pt x="4166" y="87019"/>
                  <a:pt x="5686" y="87019"/>
                </a:cubicBezTo>
                <a:cubicBezTo>
                  <a:pt x="8815" y="87019"/>
                  <a:pt x="13124" y="85949"/>
                  <a:pt x="16753" y="83270"/>
                </a:cubicBezTo>
                <a:cubicBezTo>
                  <a:pt x="20383" y="85979"/>
                  <a:pt x="24742" y="87019"/>
                  <a:pt x="27871" y="87019"/>
                </a:cubicBezTo>
                <a:cubicBezTo>
                  <a:pt x="31001" y="87019"/>
                  <a:pt x="35250" y="85949"/>
                  <a:pt x="38869" y="83270"/>
                </a:cubicBezTo>
                <a:cubicBezTo>
                  <a:pt x="42498" y="85969"/>
                  <a:pt x="46858" y="87019"/>
                  <a:pt x="49997" y="87019"/>
                </a:cubicBezTo>
                <a:cubicBezTo>
                  <a:pt x="53126" y="87019"/>
                  <a:pt x="57486" y="85969"/>
                  <a:pt x="61114" y="83270"/>
                </a:cubicBezTo>
                <a:cubicBezTo>
                  <a:pt x="64744" y="85949"/>
                  <a:pt x="68993" y="87019"/>
                  <a:pt x="72112" y="87019"/>
                </a:cubicBezTo>
                <a:cubicBezTo>
                  <a:pt x="75242" y="87019"/>
                  <a:pt x="79601" y="85979"/>
                  <a:pt x="83240" y="83270"/>
                </a:cubicBezTo>
                <a:cubicBezTo>
                  <a:pt x="86859" y="85949"/>
                  <a:pt x="91169" y="87019"/>
                  <a:pt x="94298" y="87019"/>
                </a:cubicBezTo>
                <a:cubicBezTo>
                  <a:pt x="96057" y="87019"/>
                  <a:pt x="97527" y="86699"/>
                  <a:pt x="98737" y="86209"/>
                </a:cubicBezTo>
                <a:cubicBezTo>
                  <a:pt x="99767" y="85799"/>
                  <a:pt x="100267" y="84630"/>
                  <a:pt x="99857" y="83590"/>
                </a:cubicBezTo>
                <a:cubicBezTo>
                  <a:pt x="99447" y="82550"/>
                  <a:pt x="98267" y="82050"/>
                  <a:pt x="97237" y="82460"/>
                </a:cubicBezTo>
                <a:cubicBezTo>
                  <a:pt x="96468" y="82770"/>
                  <a:pt x="95558" y="83020"/>
                  <a:pt x="94298" y="83020"/>
                </a:cubicBezTo>
                <a:cubicBezTo>
                  <a:pt x="91648" y="83020"/>
                  <a:pt x="87270" y="82040"/>
                  <a:pt x="84550" y="79521"/>
                </a:cubicBezTo>
                <a:cubicBezTo>
                  <a:pt x="83780" y="78831"/>
                  <a:pt x="82630" y="78831"/>
                  <a:pt x="81860" y="79521"/>
                </a:cubicBezTo>
                <a:cubicBezTo>
                  <a:pt x="79131" y="82040"/>
                  <a:pt x="74762" y="83020"/>
                  <a:pt x="72112" y="83020"/>
                </a:cubicBezTo>
                <a:cubicBezTo>
                  <a:pt x="69463" y="83020"/>
                  <a:pt x="65154" y="82040"/>
                  <a:pt x="62424" y="79521"/>
                </a:cubicBezTo>
                <a:cubicBezTo>
                  <a:pt x="61664" y="78831"/>
                  <a:pt x="60505" y="78831"/>
                  <a:pt x="59745" y="79521"/>
                </a:cubicBezTo>
                <a:cubicBezTo>
                  <a:pt x="57015" y="82040"/>
                  <a:pt x="52636" y="83020"/>
                  <a:pt x="49997" y="83020"/>
                </a:cubicBezTo>
                <a:cubicBezTo>
                  <a:pt x="47347" y="83020"/>
                  <a:pt x="42968" y="82040"/>
                  <a:pt x="40248" y="79521"/>
                </a:cubicBezTo>
                <a:cubicBezTo>
                  <a:pt x="39479" y="78831"/>
                  <a:pt x="38319" y="78831"/>
                  <a:pt x="37559" y="79521"/>
                </a:cubicBezTo>
                <a:cubicBezTo>
                  <a:pt x="34830" y="82040"/>
                  <a:pt x="30520" y="83020"/>
                  <a:pt x="27871" y="83020"/>
                </a:cubicBezTo>
                <a:cubicBezTo>
                  <a:pt x="25222" y="83020"/>
                  <a:pt x="20853" y="82040"/>
                  <a:pt x="18123" y="79521"/>
                </a:cubicBezTo>
                <a:cubicBezTo>
                  <a:pt x="17673" y="79102"/>
                  <a:pt x="17043" y="78921"/>
                  <a:pt x="16433" y="79022"/>
                </a:cubicBezTo>
                <a:close/>
                <a:moveTo>
                  <a:pt x="16433" y="87019"/>
                </a:moveTo>
                <a:cubicBezTo>
                  <a:pt x="16064" y="87089"/>
                  <a:pt x="15713" y="87269"/>
                  <a:pt x="15434" y="87519"/>
                </a:cubicBezTo>
                <a:cubicBezTo>
                  <a:pt x="12714" y="90038"/>
                  <a:pt x="8335" y="91017"/>
                  <a:pt x="5686" y="91017"/>
                </a:cubicBezTo>
                <a:cubicBezTo>
                  <a:pt x="4446" y="91017"/>
                  <a:pt x="3406" y="90898"/>
                  <a:pt x="2376" y="90708"/>
                </a:cubicBezTo>
                <a:cubicBezTo>
                  <a:pt x="1286" y="90497"/>
                  <a:pt x="247" y="91217"/>
                  <a:pt x="37" y="92307"/>
                </a:cubicBezTo>
                <a:cubicBezTo>
                  <a:pt x="-173" y="93387"/>
                  <a:pt x="537" y="94436"/>
                  <a:pt x="1626" y="94646"/>
                </a:cubicBezTo>
                <a:cubicBezTo>
                  <a:pt x="2816" y="94856"/>
                  <a:pt x="4166" y="95016"/>
                  <a:pt x="5686" y="95016"/>
                </a:cubicBezTo>
                <a:cubicBezTo>
                  <a:pt x="8815" y="95016"/>
                  <a:pt x="13124" y="93946"/>
                  <a:pt x="16753" y="91267"/>
                </a:cubicBezTo>
                <a:cubicBezTo>
                  <a:pt x="20383" y="93976"/>
                  <a:pt x="24742" y="95016"/>
                  <a:pt x="27871" y="95016"/>
                </a:cubicBezTo>
                <a:cubicBezTo>
                  <a:pt x="31001" y="95016"/>
                  <a:pt x="35250" y="93946"/>
                  <a:pt x="38869" y="91267"/>
                </a:cubicBezTo>
                <a:cubicBezTo>
                  <a:pt x="42498" y="93966"/>
                  <a:pt x="46858" y="95016"/>
                  <a:pt x="49997" y="95016"/>
                </a:cubicBezTo>
                <a:cubicBezTo>
                  <a:pt x="53126" y="95016"/>
                  <a:pt x="57486" y="93966"/>
                  <a:pt x="61114" y="91267"/>
                </a:cubicBezTo>
                <a:cubicBezTo>
                  <a:pt x="64744" y="93946"/>
                  <a:pt x="68993" y="95016"/>
                  <a:pt x="72112" y="95016"/>
                </a:cubicBezTo>
                <a:cubicBezTo>
                  <a:pt x="75242" y="95016"/>
                  <a:pt x="79601" y="93976"/>
                  <a:pt x="83240" y="91267"/>
                </a:cubicBezTo>
                <a:cubicBezTo>
                  <a:pt x="86859" y="93946"/>
                  <a:pt x="91169" y="95016"/>
                  <a:pt x="94298" y="95016"/>
                </a:cubicBezTo>
                <a:cubicBezTo>
                  <a:pt x="96057" y="95016"/>
                  <a:pt x="97527" y="94696"/>
                  <a:pt x="98737" y="94206"/>
                </a:cubicBezTo>
                <a:cubicBezTo>
                  <a:pt x="99767" y="93796"/>
                  <a:pt x="100267" y="92627"/>
                  <a:pt x="99857" y="91587"/>
                </a:cubicBezTo>
                <a:cubicBezTo>
                  <a:pt x="99447" y="90547"/>
                  <a:pt x="98267" y="90048"/>
                  <a:pt x="97237" y="90457"/>
                </a:cubicBezTo>
                <a:cubicBezTo>
                  <a:pt x="96468" y="90768"/>
                  <a:pt x="95558" y="91017"/>
                  <a:pt x="94298" y="91017"/>
                </a:cubicBezTo>
                <a:cubicBezTo>
                  <a:pt x="91648" y="91017"/>
                  <a:pt x="87270" y="90038"/>
                  <a:pt x="84550" y="87519"/>
                </a:cubicBezTo>
                <a:cubicBezTo>
                  <a:pt x="83780" y="86829"/>
                  <a:pt x="82630" y="86829"/>
                  <a:pt x="81860" y="87519"/>
                </a:cubicBezTo>
                <a:cubicBezTo>
                  <a:pt x="79131" y="90038"/>
                  <a:pt x="74762" y="91017"/>
                  <a:pt x="72112" y="91017"/>
                </a:cubicBezTo>
                <a:cubicBezTo>
                  <a:pt x="69463" y="91017"/>
                  <a:pt x="65154" y="90038"/>
                  <a:pt x="62424" y="87519"/>
                </a:cubicBezTo>
                <a:cubicBezTo>
                  <a:pt x="61664" y="86829"/>
                  <a:pt x="60505" y="86829"/>
                  <a:pt x="59745" y="87519"/>
                </a:cubicBezTo>
                <a:cubicBezTo>
                  <a:pt x="57015" y="90038"/>
                  <a:pt x="52636" y="91017"/>
                  <a:pt x="49997" y="91017"/>
                </a:cubicBezTo>
                <a:cubicBezTo>
                  <a:pt x="47347" y="91017"/>
                  <a:pt x="42968" y="90038"/>
                  <a:pt x="40248" y="87519"/>
                </a:cubicBezTo>
                <a:cubicBezTo>
                  <a:pt x="39479" y="86829"/>
                  <a:pt x="38319" y="86829"/>
                  <a:pt x="37559" y="87519"/>
                </a:cubicBezTo>
                <a:cubicBezTo>
                  <a:pt x="34830" y="90038"/>
                  <a:pt x="30520" y="91017"/>
                  <a:pt x="27871" y="91017"/>
                </a:cubicBezTo>
                <a:cubicBezTo>
                  <a:pt x="25222" y="91017"/>
                  <a:pt x="20853" y="90038"/>
                  <a:pt x="18123" y="87519"/>
                </a:cubicBezTo>
                <a:cubicBezTo>
                  <a:pt x="17673" y="87099"/>
                  <a:pt x="17043" y="86919"/>
                  <a:pt x="16433" y="8701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4" name="Чёрный — SVG 21">
            <a:extLst>
              <a:ext uri="{FF2B5EF4-FFF2-40B4-BE49-F238E27FC236}">
                <a16:creationId xmlns:a16="http://schemas.microsoft.com/office/drawing/2014/main" id="{9FB8A869-959A-1F4D-8F77-2D943C7A6015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5392 w 120663"/>
              <a:gd name="csY0" fmla="*/ 1 h 134678"/>
              <a:gd name="csX1" fmla="*/ 3335 w 120663"/>
              <a:gd name="csY1" fmla="*/ 393 h 134678"/>
              <a:gd name="csX2" fmla="*/ 1584 w 120663"/>
              <a:gd name="csY2" fmla="*/ 1532 h 134678"/>
              <a:gd name="csX3" fmla="*/ 412 w 120663"/>
              <a:gd name="csY3" fmla="*/ 3268 h 134678"/>
              <a:gd name="csX4" fmla="*/ 0 w 120663"/>
              <a:gd name="csY4" fmla="*/ 5326 h 134678"/>
              <a:gd name="csX5" fmla="*/ 412 w 120663"/>
              <a:gd name="csY5" fmla="*/ 7367 h 134678"/>
              <a:gd name="csX6" fmla="*/ 1584 w 120663"/>
              <a:gd name="csY6" fmla="*/ 9102 h 134678"/>
              <a:gd name="csX7" fmla="*/ 3335 w 120663"/>
              <a:gd name="csY7" fmla="*/ 10259 h 134678"/>
              <a:gd name="csX8" fmla="*/ 5392 w 120663"/>
              <a:gd name="csY8" fmla="*/ 10633 h 134678"/>
              <a:gd name="csX9" fmla="*/ 10709 w 120663"/>
              <a:gd name="csY9" fmla="*/ 10633 h 134678"/>
              <a:gd name="csX10" fmla="*/ 10709 w 120663"/>
              <a:gd name="csY10" fmla="*/ 81638 h 134678"/>
              <a:gd name="csX11" fmla="*/ 76 w 120663"/>
              <a:gd name="csY11" fmla="*/ 93920 h 134678"/>
              <a:gd name="csX12" fmla="*/ 76 w 120663"/>
              <a:gd name="csY12" fmla="*/ 129354 h 134678"/>
              <a:gd name="csX13" fmla="*/ 5392 w 120663"/>
              <a:gd name="csY13" fmla="*/ 134678 h 134678"/>
              <a:gd name="csX14" fmla="*/ 44382 w 120663"/>
              <a:gd name="csY14" fmla="*/ 134678 h 134678"/>
              <a:gd name="csX15" fmla="*/ 49698 w 120663"/>
              <a:gd name="csY15" fmla="*/ 129354 h 134678"/>
              <a:gd name="csX16" fmla="*/ 49698 w 120663"/>
              <a:gd name="csY16" fmla="*/ 106321 h 134678"/>
              <a:gd name="csX17" fmla="*/ 53243 w 120663"/>
              <a:gd name="csY17" fmla="*/ 102783 h 134678"/>
              <a:gd name="csX18" fmla="*/ 67420 w 120663"/>
              <a:gd name="csY18" fmla="*/ 102783 h 134678"/>
              <a:gd name="csX19" fmla="*/ 70965 w 120663"/>
              <a:gd name="csY19" fmla="*/ 106321 h 134678"/>
              <a:gd name="csX20" fmla="*/ 70965 w 120663"/>
              <a:gd name="csY20" fmla="*/ 129354 h 134678"/>
              <a:gd name="csX21" fmla="*/ 76282 w 120663"/>
              <a:gd name="csY21" fmla="*/ 134678 h 134678"/>
              <a:gd name="csX22" fmla="*/ 115271 w 120663"/>
              <a:gd name="csY22" fmla="*/ 134678 h 134678"/>
              <a:gd name="csX23" fmla="*/ 120587 w 120663"/>
              <a:gd name="csY23" fmla="*/ 129354 h 134678"/>
              <a:gd name="csX24" fmla="*/ 120587 w 120663"/>
              <a:gd name="csY24" fmla="*/ 93920 h 134678"/>
              <a:gd name="csX25" fmla="*/ 109954 w 120663"/>
              <a:gd name="csY25" fmla="*/ 81638 h 134678"/>
              <a:gd name="csX26" fmla="*/ 109954 w 120663"/>
              <a:gd name="csY26" fmla="*/ 10633 h 134678"/>
              <a:gd name="csX27" fmla="*/ 115271 w 120663"/>
              <a:gd name="csY27" fmla="*/ 10633 h 134678"/>
              <a:gd name="csX28" fmla="*/ 117328 w 120663"/>
              <a:gd name="csY28" fmla="*/ 10259 h 134678"/>
              <a:gd name="csX29" fmla="*/ 119079 w 120663"/>
              <a:gd name="csY29" fmla="*/ 9102 h 134678"/>
              <a:gd name="csX30" fmla="*/ 120251 w 120663"/>
              <a:gd name="csY30" fmla="*/ 7367 h 134678"/>
              <a:gd name="csX31" fmla="*/ 120663 w 120663"/>
              <a:gd name="csY31" fmla="*/ 5326 h 134678"/>
              <a:gd name="csX32" fmla="*/ 120251 w 120663"/>
              <a:gd name="csY32" fmla="*/ 3268 h 134678"/>
              <a:gd name="csX33" fmla="*/ 119079 w 120663"/>
              <a:gd name="csY33" fmla="*/ 1532 h 134678"/>
              <a:gd name="csX34" fmla="*/ 117328 w 120663"/>
              <a:gd name="csY34" fmla="*/ 393 h 134678"/>
              <a:gd name="csX35" fmla="*/ 115271 w 120663"/>
              <a:gd name="csY35" fmla="*/ 1 h 134678"/>
              <a:gd name="csX36" fmla="*/ 5392 w 120663"/>
              <a:gd name="csY36" fmla="*/ 1 h 134678"/>
              <a:gd name="csX37" fmla="*/ 31976 w 120663"/>
              <a:gd name="csY37" fmla="*/ 24804 h 134678"/>
              <a:gd name="csX38" fmla="*/ 39065 w 120663"/>
              <a:gd name="csY38" fmla="*/ 24804 h 134678"/>
              <a:gd name="csX39" fmla="*/ 42609 w 120663"/>
              <a:gd name="csY39" fmla="*/ 28359 h 134678"/>
              <a:gd name="csX40" fmla="*/ 42609 w 120663"/>
              <a:gd name="csY40" fmla="*/ 35435 h 134678"/>
              <a:gd name="csX41" fmla="*/ 39065 w 120663"/>
              <a:gd name="csY41" fmla="*/ 38991 h 134678"/>
              <a:gd name="csX42" fmla="*/ 31976 w 120663"/>
              <a:gd name="csY42" fmla="*/ 38991 h 134678"/>
              <a:gd name="csX43" fmla="*/ 28431 w 120663"/>
              <a:gd name="csY43" fmla="*/ 35435 h 134678"/>
              <a:gd name="csX44" fmla="*/ 28431 w 120663"/>
              <a:gd name="csY44" fmla="*/ 28359 h 134678"/>
              <a:gd name="csX45" fmla="*/ 31976 w 120663"/>
              <a:gd name="csY45" fmla="*/ 24804 h 134678"/>
              <a:gd name="csX46" fmla="*/ 56787 w 120663"/>
              <a:gd name="csY46" fmla="*/ 24804 h 134678"/>
              <a:gd name="csX47" fmla="*/ 63876 w 120663"/>
              <a:gd name="csY47" fmla="*/ 24804 h 134678"/>
              <a:gd name="csX48" fmla="*/ 67420 w 120663"/>
              <a:gd name="csY48" fmla="*/ 28359 h 134678"/>
              <a:gd name="csX49" fmla="*/ 67420 w 120663"/>
              <a:gd name="csY49" fmla="*/ 35435 h 134678"/>
              <a:gd name="csX50" fmla="*/ 63876 w 120663"/>
              <a:gd name="csY50" fmla="*/ 38991 h 134678"/>
              <a:gd name="csX51" fmla="*/ 56787 w 120663"/>
              <a:gd name="csY51" fmla="*/ 38991 h 134678"/>
              <a:gd name="csX52" fmla="*/ 53243 w 120663"/>
              <a:gd name="csY52" fmla="*/ 35435 h 134678"/>
              <a:gd name="csX53" fmla="*/ 53243 w 120663"/>
              <a:gd name="csY53" fmla="*/ 28359 h 134678"/>
              <a:gd name="csX54" fmla="*/ 56787 w 120663"/>
              <a:gd name="csY54" fmla="*/ 24804 h 134678"/>
              <a:gd name="csX55" fmla="*/ 81598 w 120663"/>
              <a:gd name="csY55" fmla="*/ 24804 h 134678"/>
              <a:gd name="csX56" fmla="*/ 88687 w 120663"/>
              <a:gd name="csY56" fmla="*/ 24804 h 134678"/>
              <a:gd name="csX57" fmla="*/ 92232 w 120663"/>
              <a:gd name="csY57" fmla="*/ 28359 h 134678"/>
              <a:gd name="csX58" fmla="*/ 92232 w 120663"/>
              <a:gd name="csY58" fmla="*/ 35435 h 134678"/>
              <a:gd name="csX59" fmla="*/ 88687 w 120663"/>
              <a:gd name="csY59" fmla="*/ 38991 h 134678"/>
              <a:gd name="csX60" fmla="*/ 81598 w 120663"/>
              <a:gd name="csY60" fmla="*/ 38991 h 134678"/>
              <a:gd name="csX61" fmla="*/ 78054 w 120663"/>
              <a:gd name="csY61" fmla="*/ 35435 h 134678"/>
              <a:gd name="csX62" fmla="*/ 78054 w 120663"/>
              <a:gd name="csY62" fmla="*/ 28359 h 134678"/>
              <a:gd name="csX63" fmla="*/ 81598 w 120663"/>
              <a:gd name="csY63" fmla="*/ 24804 h 134678"/>
              <a:gd name="csX64" fmla="*/ 31976 w 120663"/>
              <a:gd name="csY64" fmla="*/ 49623 h 134678"/>
              <a:gd name="csX65" fmla="*/ 39065 w 120663"/>
              <a:gd name="csY65" fmla="*/ 49623 h 134678"/>
              <a:gd name="csX66" fmla="*/ 42609 w 120663"/>
              <a:gd name="csY66" fmla="*/ 53161 h 134678"/>
              <a:gd name="csX67" fmla="*/ 42609 w 120663"/>
              <a:gd name="csY67" fmla="*/ 60255 h 134678"/>
              <a:gd name="csX68" fmla="*/ 39065 w 120663"/>
              <a:gd name="csY68" fmla="*/ 63793 h 134678"/>
              <a:gd name="csX69" fmla="*/ 31976 w 120663"/>
              <a:gd name="csY69" fmla="*/ 63793 h 134678"/>
              <a:gd name="csX70" fmla="*/ 28431 w 120663"/>
              <a:gd name="csY70" fmla="*/ 60255 h 134678"/>
              <a:gd name="csX71" fmla="*/ 28431 w 120663"/>
              <a:gd name="csY71" fmla="*/ 53161 h 134678"/>
              <a:gd name="csX72" fmla="*/ 31976 w 120663"/>
              <a:gd name="csY72" fmla="*/ 49623 h 134678"/>
              <a:gd name="csX73" fmla="*/ 56787 w 120663"/>
              <a:gd name="csY73" fmla="*/ 49623 h 134678"/>
              <a:gd name="csX74" fmla="*/ 63876 w 120663"/>
              <a:gd name="csY74" fmla="*/ 49623 h 134678"/>
              <a:gd name="csX75" fmla="*/ 67420 w 120663"/>
              <a:gd name="csY75" fmla="*/ 53161 h 134678"/>
              <a:gd name="csX76" fmla="*/ 67420 w 120663"/>
              <a:gd name="csY76" fmla="*/ 60255 h 134678"/>
              <a:gd name="csX77" fmla="*/ 63876 w 120663"/>
              <a:gd name="csY77" fmla="*/ 63793 h 134678"/>
              <a:gd name="csX78" fmla="*/ 56787 w 120663"/>
              <a:gd name="csY78" fmla="*/ 63793 h 134678"/>
              <a:gd name="csX79" fmla="*/ 53243 w 120663"/>
              <a:gd name="csY79" fmla="*/ 60255 h 134678"/>
              <a:gd name="csX80" fmla="*/ 53243 w 120663"/>
              <a:gd name="csY80" fmla="*/ 53161 h 134678"/>
              <a:gd name="csX81" fmla="*/ 56787 w 120663"/>
              <a:gd name="csY81" fmla="*/ 49623 h 134678"/>
              <a:gd name="csX82" fmla="*/ 81598 w 120663"/>
              <a:gd name="csY82" fmla="*/ 49623 h 134678"/>
              <a:gd name="csX83" fmla="*/ 88687 w 120663"/>
              <a:gd name="csY83" fmla="*/ 49623 h 134678"/>
              <a:gd name="csX84" fmla="*/ 92232 w 120663"/>
              <a:gd name="csY84" fmla="*/ 53161 h 134678"/>
              <a:gd name="csX85" fmla="*/ 92232 w 120663"/>
              <a:gd name="csY85" fmla="*/ 60255 h 134678"/>
              <a:gd name="csX86" fmla="*/ 88687 w 120663"/>
              <a:gd name="csY86" fmla="*/ 63793 h 134678"/>
              <a:gd name="csX87" fmla="*/ 81598 w 120663"/>
              <a:gd name="csY87" fmla="*/ 63793 h 134678"/>
              <a:gd name="csX88" fmla="*/ 78054 w 120663"/>
              <a:gd name="csY88" fmla="*/ 60255 h 134678"/>
              <a:gd name="csX89" fmla="*/ 78054 w 120663"/>
              <a:gd name="csY89" fmla="*/ 53161 h 134678"/>
              <a:gd name="csX90" fmla="*/ 81598 w 120663"/>
              <a:gd name="csY90" fmla="*/ 49623 h 134678"/>
              <a:gd name="csX91" fmla="*/ 31976 w 120663"/>
              <a:gd name="csY91" fmla="*/ 74425 h 134678"/>
              <a:gd name="csX92" fmla="*/ 39065 w 120663"/>
              <a:gd name="csY92" fmla="*/ 74425 h 134678"/>
              <a:gd name="csX93" fmla="*/ 42609 w 120663"/>
              <a:gd name="csY93" fmla="*/ 77963 h 134678"/>
              <a:gd name="csX94" fmla="*/ 42609 w 120663"/>
              <a:gd name="csY94" fmla="*/ 85057 h 134678"/>
              <a:gd name="csX95" fmla="*/ 39065 w 120663"/>
              <a:gd name="csY95" fmla="*/ 88595 h 134678"/>
              <a:gd name="csX96" fmla="*/ 31976 w 120663"/>
              <a:gd name="csY96" fmla="*/ 88595 h 134678"/>
              <a:gd name="csX97" fmla="*/ 28431 w 120663"/>
              <a:gd name="csY97" fmla="*/ 85057 h 134678"/>
              <a:gd name="csX98" fmla="*/ 28431 w 120663"/>
              <a:gd name="csY98" fmla="*/ 77963 h 134678"/>
              <a:gd name="csX99" fmla="*/ 31976 w 120663"/>
              <a:gd name="csY99" fmla="*/ 74425 h 134678"/>
              <a:gd name="csX100" fmla="*/ 56787 w 120663"/>
              <a:gd name="csY100" fmla="*/ 74425 h 134678"/>
              <a:gd name="csX101" fmla="*/ 63876 w 120663"/>
              <a:gd name="csY101" fmla="*/ 74425 h 134678"/>
              <a:gd name="csX102" fmla="*/ 67420 w 120663"/>
              <a:gd name="csY102" fmla="*/ 77963 h 134678"/>
              <a:gd name="csX103" fmla="*/ 67420 w 120663"/>
              <a:gd name="csY103" fmla="*/ 85057 h 134678"/>
              <a:gd name="csX104" fmla="*/ 63876 w 120663"/>
              <a:gd name="csY104" fmla="*/ 88595 h 134678"/>
              <a:gd name="csX105" fmla="*/ 56787 w 120663"/>
              <a:gd name="csY105" fmla="*/ 88595 h 134678"/>
              <a:gd name="csX106" fmla="*/ 53243 w 120663"/>
              <a:gd name="csY106" fmla="*/ 85057 h 134678"/>
              <a:gd name="csX107" fmla="*/ 53243 w 120663"/>
              <a:gd name="csY107" fmla="*/ 77963 h 134678"/>
              <a:gd name="csX108" fmla="*/ 56787 w 120663"/>
              <a:gd name="csY108" fmla="*/ 74425 h 134678"/>
              <a:gd name="csX109" fmla="*/ 81598 w 120663"/>
              <a:gd name="csY109" fmla="*/ 74425 h 134678"/>
              <a:gd name="csX110" fmla="*/ 88687 w 120663"/>
              <a:gd name="csY110" fmla="*/ 74425 h 134678"/>
              <a:gd name="csX111" fmla="*/ 92232 w 120663"/>
              <a:gd name="csY111" fmla="*/ 77963 h 134678"/>
              <a:gd name="csX112" fmla="*/ 92232 w 120663"/>
              <a:gd name="csY112" fmla="*/ 85057 h 134678"/>
              <a:gd name="csX113" fmla="*/ 88687 w 120663"/>
              <a:gd name="csY113" fmla="*/ 88595 h 134678"/>
              <a:gd name="csX114" fmla="*/ 81598 w 120663"/>
              <a:gd name="csY114" fmla="*/ 88595 h 134678"/>
              <a:gd name="csX115" fmla="*/ 78054 w 120663"/>
              <a:gd name="csY115" fmla="*/ 85057 h 134678"/>
              <a:gd name="csX116" fmla="*/ 78054 w 120663"/>
              <a:gd name="csY116" fmla="*/ 77963 h 134678"/>
              <a:gd name="csX117" fmla="*/ 81598 w 120663"/>
              <a:gd name="csY117" fmla="*/ 74425 h 134678"/>
              <a:gd name="csX118" fmla="*/ 21342 w 120663"/>
              <a:gd name="csY118" fmla="*/ 102783 h 134678"/>
              <a:gd name="csX119" fmla="*/ 28431 w 120663"/>
              <a:gd name="csY119" fmla="*/ 102783 h 134678"/>
              <a:gd name="csX120" fmla="*/ 31976 w 120663"/>
              <a:gd name="csY120" fmla="*/ 106321 h 134678"/>
              <a:gd name="csX121" fmla="*/ 31976 w 120663"/>
              <a:gd name="csY121" fmla="*/ 113415 h 134678"/>
              <a:gd name="csX122" fmla="*/ 28431 w 120663"/>
              <a:gd name="csY122" fmla="*/ 116953 h 134678"/>
              <a:gd name="csX123" fmla="*/ 21342 w 120663"/>
              <a:gd name="csY123" fmla="*/ 116953 h 134678"/>
              <a:gd name="csX124" fmla="*/ 17798 w 120663"/>
              <a:gd name="csY124" fmla="*/ 113415 h 134678"/>
              <a:gd name="csX125" fmla="*/ 17798 w 120663"/>
              <a:gd name="csY125" fmla="*/ 106321 h 134678"/>
              <a:gd name="csX126" fmla="*/ 21342 w 120663"/>
              <a:gd name="csY126" fmla="*/ 102783 h 134678"/>
              <a:gd name="csX127" fmla="*/ 92232 w 120663"/>
              <a:gd name="csY127" fmla="*/ 102783 h 134678"/>
              <a:gd name="csX128" fmla="*/ 99321 w 120663"/>
              <a:gd name="csY128" fmla="*/ 102783 h 134678"/>
              <a:gd name="csX129" fmla="*/ 102865 w 120663"/>
              <a:gd name="csY129" fmla="*/ 106321 h 134678"/>
              <a:gd name="csX130" fmla="*/ 102865 w 120663"/>
              <a:gd name="csY130" fmla="*/ 113415 h 134678"/>
              <a:gd name="csX131" fmla="*/ 99321 w 120663"/>
              <a:gd name="csY131" fmla="*/ 116953 h 134678"/>
              <a:gd name="csX132" fmla="*/ 92232 w 120663"/>
              <a:gd name="csY132" fmla="*/ 116953 h 134678"/>
              <a:gd name="csX133" fmla="*/ 88687 w 120663"/>
              <a:gd name="csY133" fmla="*/ 113415 h 134678"/>
              <a:gd name="csX134" fmla="*/ 88687 w 120663"/>
              <a:gd name="csY134" fmla="*/ 106321 h 134678"/>
              <a:gd name="csX135" fmla="*/ 92232 w 120663"/>
              <a:gd name="csY135" fmla="*/ 102783 h 134678"/>
            </a:gdLst>
            <a:ahLst/>
            <a:cxnLst/>
            <a:rect l="l" t="t" r="r" b="b"/>
            <a:pathLst>
              <a:path w="100000" h="100000">
                <a:moveTo>
                  <a:pt x="9207" y="1"/>
                </a:moveTo>
                <a:cubicBezTo>
                  <a:pt x="8684" y="-12"/>
                  <a:pt x="8164" y="89"/>
                  <a:pt x="7679" y="292"/>
                </a:cubicBezTo>
                <a:cubicBezTo>
                  <a:pt x="7194" y="481"/>
                  <a:pt x="6752" y="771"/>
                  <a:pt x="6379" y="1138"/>
                </a:cubicBezTo>
                <a:cubicBezTo>
                  <a:pt x="6007" y="1504"/>
                  <a:pt x="5711" y="1946"/>
                  <a:pt x="5509" y="2427"/>
                </a:cubicBezTo>
                <a:cubicBezTo>
                  <a:pt x="5307" y="2906"/>
                  <a:pt x="5203" y="3424"/>
                  <a:pt x="5203" y="3955"/>
                </a:cubicBezTo>
                <a:cubicBezTo>
                  <a:pt x="5203" y="4472"/>
                  <a:pt x="5307" y="4990"/>
                  <a:pt x="5509" y="5470"/>
                </a:cubicBezTo>
                <a:cubicBezTo>
                  <a:pt x="5711" y="5950"/>
                  <a:pt x="6007" y="6392"/>
                  <a:pt x="6379" y="6758"/>
                </a:cubicBezTo>
                <a:cubicBezTo>
                  <a:pt x="6752" y="7125"/>
                  <a:pt x="7194" y="7415"/>
                  <a:pt x="7679" y="7617"/>
                </a:cubicBezTo>
                <a:cubicBezTo>
                  <a:pt x="8164" y="7807"/>
                  <a:pt x="8684" y="7908"/>
                  <a:pt x="9207" y="7895"/>
                </a:cubicBezTo>
                <a:lnTo>
                  <a:pt x="13155" y="7895"/>
                </a:lnTo>
                <a:lnTo>
                  <a:pt x="13155" y="60617"/>
                </a:lnTo>
                <a:cubicBezTo>
                  <a:pt x="8697" y="61261"/>
                  <a:pt x="5260" y="65101"/>
                  <a:pt x="5260" y="69737"/>
                </a:cubicBezTo>
                <a:lnTo>
                  <a:pt x="5260" y="96047"/>
                </a:lnTo>
                <a:cubicBezTo>
                  <a:pt x="5260" y="98232"/>
                  <a:pt x="7028" y="100000"/>
                  <a:pt x="9207" y="100000"/>
                </a:cubicBezTo>
                <a:lnTo>
                  <a:pt x="38157" y="100000"/>
                </a:lnTo>
                <a:cubicBezTo>
                  <a:pt x="40336" y="100000"/>
                  <a:pt x="42105" y="98232"/>
                  <a:pt x="42105" y="96047"/>
                </a:cubicBezTo>
                <a:lnTo>
                  <a:pt x="42105" y="78945"/>
                </a:lnTo>
                <a:cubicBezTo>
                  <a:pt x="42105" y="77492"/>
                  <a:pt x="43284" y="76318"/>
                  <a:pt x="44737" y="76318"/>
                </a:cubicBezTo>
                <a:lnTo>
                  <a:pt x="55263" y="76318"/>
                </a:lnTo>
                <a:cubicBezTo>
                  <a:pt x="56716" y="76318"/>
                  <a:pt x="57895" y="77492"/>
                  <a:pt x="57895" y="78945"/>
                </a:cubicBezTo>
                <a:lnTo>
                  <a:pt x="57895" y="96047"/>
                </a:lnTo>
                <a:cubicBezTo>
                  <a:pt x="57895" y="98232"/>
                  <a:pt x="59664" y="100000"/>
                  <a:pt x="61843" y="100000"/>
                </a:cubicBezTo>
                <a:lnTo>
                  <a:pt x="90793" y="100000"/>
                </a:lnTo>
                <a:cubicBezTo>
                  <a:pt x="92972" y="100000"/>
                  <a:pt x="94740" y="98232"/>
                  <a:pt x="94740" y="96047"/>
                </a:cubicBezTo>
                <a:lnTo>
                  <a:pt x="94740" y="69737"/>
                </a:lnTo>
                <a:cubicBezTo>
                  <a:pt x="94740" y="65101"/>
                  <a:pt x="91303" y="61261"/>
                  <a:pt x="86845" y="60617"/>
                </a:cubicBezTo>
                <a:lnTo>
                  <a:pt x="86845" y="7895"/>
                </a:lnTo>
                <a:lnTo>
                  <a:pt x="90793" y="7895"/>
                </a:lnTo>
                <a:cubicBezTo>
                  <a:pt x="91316" y="7908"/>
                  <a:pt x="91836" y="7807"/>
                  <a:pt x="92321" y="7617"/>
                </a:cubicBezTo>
                <a:cubicBezTo>
                  <a:pt x="92806" y="7415"/>
                  <a:pt x="93248" y="7125"/>
                  <a:pt x="93621" y="6758"/>
                </a:cubicBezTo>
                <a:cubicBezTo>
                  <a:pt x="93993" y="6392"/>
                  <a:pt x="94289" y="5950"/>
                  <a:pt x="94491" y="5470"/>
                </a:cubicBezTo>
                <a:cubicBezTo>
                  <a:pt x="94693" y="4990"/>
                  <a:pt x="94797" y="4472"/>
                  <a:pt x="94797" y="3955"/>
                </a:cubicBezTo>
                <a:cubicBezTo>
                  <a:pt x="94797" y="3424"/>
                  <a:pt x="94693" y="2906"/>
                  <a:pt x="94491" y="2427"/>
                </a:cubicBezTo>
                <a:cubicBezTo>
                  <a:pt x="94289" y="1946"/>
                  <a:pt x="93993" y="1504"/>
                  <a:pt x="93621" y="1138"/>
                </a:cubicBezTo>
                <a:cubicBezTo>
                  <a:pt x="93248" y="771"/>
                  <a:pt x="92806" y="481"/>
                  <a:pt x="92321" y="292"/>
                </a:cubicBezTo>
                <a:cubicBezTo>
                  <a:pt x="91836" y="89"/>
                  <a:pt x="91316" y="-12"/>
                  <a:pt x="90793" y="1"/>
                </a:cubicBezTo>
                <a:lnTo>
                  <a:pt x="9207" y="1"/>
                </a:lnTo>
                <a:close/>
                <a:moveTo>
                  <a:pt x="28946" y="18417"/>
                </a:moveTo>
                <a:lnTo>
                  <a:pt x="34209" y="18417"/>
                </a:lnTo>
                <a:cubicBezTo>
                  <a:pt x="35662" y="18417"/>
                  <a:pt x="36841" y="19605"/>
                  <a:pt x="36841" y="21057"/>
                </a:cubicBezTo>
                <a:lnTo>
                  <a:pt x="36841" y="26311"/>
                </a:lnTo>
                <a:cubicBezTo>
                  <a:pt x="36841" y="27764"/>
                  <a:pt x="35662" y="28951"/>
                  <a:pt x="34209" y="28951"/>
                </a:cubicBezTo>
                <a:lnTo>
                  <a:pt x="28946" y="28951"/>
                </a:lnTo>
                <a:cubicBezTo>
                  <a:pt x="27493" y="28951"/>
                  <a:pt x="26314" y="27764"/>
                  <a:pt x="26314" y="26311"/>
                </a:cubicBezTo>
                <a:lnTo>
                  <a:pt x="26314" y="21057"/>
                </a:lnTo>
                <a:cubicBezTo>
                  <a:pt x="26314" y="19605"/>
                  <a:pt x="27493" y="18417"/>
                  <a:pt x="28946" y="18417"/>
                </a:cubicBezTo>
                <a:close/>
                <a:moveTo>
                  <a:pt x="47368" y="18417"/>
                </a:moveTo>
                <a:lnTo>
                  <a:pt x="52632" y="18417"/>
                </a:lnTo>
                <a:cubicBezTo>
                  <a:pt x="54085" y="18417"/>
                  <a:pt x="55263" y="19605"/>
                  <a:pt x="55263" y="21057"/>
                </a:cubicBezTo>
                <a:lnTo>
                  <a:pt x="55263" y="26311"/>
                </a:lnTo>
                <a:cubicBezTo>
                  <a:pt x="55263" y="27764"/>
                  <a:pt x="54085" y="28951"/>
                  <a:pt x="52632" y="28951"/>
                </a:cubicBezTo>
                <a:lnTo>
                  <a:pt x="47368" y="28951"/>
                </a:lnTo>
                <a:cubicBezTo>
                  <a:pt x="45915" y="28951"/>
                  <a:pt x="44737" y="27764"/>
                  <a:pt x="44737" y="26311"/>
                </a:cubicBezTo>
                <a:lnTo>
                  <a:pt x="44737" y="21057"/>
                </a:lnTo>
                <a:cubicBezTo>
                  <a:pt x="44737" y="19605"/>
                  <a:pt x="45915" y="18417"/>
                  <a:pt x="47368" y="18417"/>
                </a:cubicBezTo>
                <a:close/>
                <a:moveTo>
                  <a:pt x="65791" y="18417"/>
                </a:moveTo>
                <a:lnTo>
                  <a:pt x="71054" y="18417"/>
                </a:lnTo>
                <a:cubicBezTo>
                  <a:pt x="72507" y="18417"/>
                  <a:pt x="73686" y="19605"/>
                  <a:pt x="73686" y="21057"/>
                </a:cubicBezTo>
                <a:lnTo>
                  <a:pt x="73686" y="26311"/>
                </a:lnTo>
                <a:cubicBezTo>
                  <a:pt x="73686" y="27764"/>
                  <a:pt x="72507" y="28951"/>
                  <a:pt x="71054" y="28951"/>
                </a:cubicBezTo>
                <a:lnTo>
                  <a:pt x="65791" y="28951"/>
                </a:lnTo>
                <a:cubicBezTo>
                  <a:pt x="64338" y="28951"/>
                  <a:pt x="63159" y="27764"/>
                  <a:pt x="63159" y="26311"/>
                </a:cubicBezTo>
                <a:lnTo>
                  <a:pt x="63159" y="21057"/>
                </a:lnTo>
                <a:cubicBezTo>
                  <a:pt x="63159" y="19605"/>
                  <a:pt x="64338" y="18417"/>
                  <a:pt x="65791" y="18417"/>
                </a:cubicBezTo>
                <a:close/>
                <a:moveTo>
                  <a:pt x="28946" y="36846"/>
                </a:moveTo>
                <a:lnTo>
                  <a:pt x="34209" y="36846"/>
                </a:lnTo>
                <a:cubicBezTo>
                  <a:pt x="35662" y="36846"/>
                  <a:pt x="36841" y="38020"/>
                  <a:pt x="36841" y="39473"/>
                </a:cubicBezTo>
                <a:lnTo>
                  <a:pt x="36841" y="44740"/>
                </a:lnTo>
                <a:cubicBezTo>
                  <a:pt x="36841" y="46192"/>
                  <a:pt x="35662" y="47367"/>
                  <a:pt x="34209" y="47367"/>
                </a:cubicBezTo>
                <a:lnTo>
                  <a:pt x="28946" y="47367"/>
                </a:lnTo>
                <a:cubicBezTo>
                  <a:pt x="27493" y="47367"/>
                  <a:pt x="26314" y="46192"/>
                  <a:pt x="26314" y="44740"/>
                </a:cubicBezTo>
                <a:lnTo>
                  <a:pt x="26314" y="39473"/>
                </a:lnTo>
                <a:cubicBezTo>
                  <a:pt x="26314" y="38020"/>
                  <a:pt x="27493" y="36846"/>
                  <a:pt x="28946" y="36846"/>
                </a:cubicBezTo>
                <a:close/>
                <a:moveTo>
                  <a:pt x="47368" y="36846"/>
                </a:moveTo>
                <a:lnTo>
                  <a:pt x="52632" y="36846"/>
                </a:lnTo>
                <a:cubicBezTo>
                  <a:pt x="54085" y="36846"/>
                  <a:pt x="55263" y="38020"/>
                  <a:pt x="55263" y="39473"/>
                </a:cubicBezTo>
                <a:lnTo>
                  <a:pt x="55263" y="44740"/>
                </a:lnTo>
                <a:cubicBezTo>
                  <a:pt x="55263" y="46192"/>
                  <a:pt x="54085" y="47367"/>
                  <a:pt x="52632" y="47367"/>
                </a:cubicBezTo>
                <a:lnTo>
                  <a:pt x="47368" y="47367"/>
                </a:lnTo>
                <a:cubicBezTo>
                  <a:pt x="45915" y="47367"/>
                  <a:pt x="44737" y="46192"/>
                  <a:pt x="44737" y="44740"/>
                </a:cubicBezTo>
                <a:lnTo>
                  <a:pt x="44737" y="39473"/>
                </a:lnTo>
                <a:cubicBezTo>
                  <a:pt x="44737" y="38020"/>
                  <a:pt x="45915" y="36846"/>
                  <a:pt x="47368" y="36846"/>
                </a:cubicBezTo>
                <a:close/>
                <a:moveTo>
                  <a:pt x="65791" y="36846"/>
                </a:moveTo>
                <a:lnTo>
                  <a:pt x="71054" y="36846"/>
                </a:lnTo>
                <a:cubicBezTo>
                  <a:pt x="72507" y="36846"/>
                  <a:pt x="73686" y="38020"/>
                  <a:pt x="73686" y="39473"/>
                </a:cubicBezTo>
                <a:lnTo>
                  <a:pt x="73686" y="44740"/>
                </a:lnTo>
                <a:cubicBezTo>
                  <a:pt x="73686" y="46192"/>
                  <a:pt x="72507" y="47367"/>
                  <a:pt x="71054" y="47367"/>
                </a:cubicBezTo>
                <a:lnTo>
                  <a:pt x="65791" y="47367"/>
                </a:lnTo>
                <a:cubicBezTo>
                  <a:pt x="64338" y="47367"/>
                  <a:pt x="63159" y="46192"/>
                  <a:pt x="63159" y="44740"/>
                </a:cubicBezTo>
                <a:lnTo>
                  <a:pt x="63159" y="39473"/>
                </a:lnTo>
                <a:cubicBezTo>
                  <a:pt x="63159" y="38020"/>
                  <a:pt x="64338" y="36846"/>
                  <a:pt x="65791" y="36846"/>
                </a:cubicBezTo>
                <a:close/>
                <a:moveTo>
                  <a:pt x="28946" y="55261"/>
                </a:moveTo>
                <a:lnTo>
                  <a:pt x="34209" y="55261"/>
                </a:lnTo>
                <a:cubicBezTo>
                  <a:pt x="35662" y="55261"/>
                  <a:pt x="36841" y="56436"/>
                  <a:pt x="36841" y="57888"/>
                </a:cubicBezTo>
                <a:lnTo>
                  <a:pt x="36841" y="63156"/>
                </a:lnTo>
                <a:cubicBezTo>
                  <a:pt x="36841" y="64608"/>
                  <a:pt x="35662" y="65783"/>
                  <a:pt x="34209" y="65783"/>
                </a:cubicBezTo>
                <a:lnTo>
                  <a:pt x="28946" y="65783"/>
                </a:lnTo>
                <a:cubicBezTo>
                  <a:pt x="27493" y="65783"/>
                  <a:pt x="26314" y="64608"/>
                  <a:pt x="26314" y="63156"/>
                </a:cubicBezTo>
                <a:lnTo>
                  <a:pt x="26314" y="57888"/>
                </a:lnTo>
                <a:cubicBezTo>
                  <a:pt x="26314" y="56436"/>
                  <a:pt x="27493" y="55261"/>
                  <a:pt x="28946" y="55261"/>
                </a:cubicBezTo>
                <a:close/>
                <a:moveTo>
                  <a:pt x="47368" y="55261"/>
                </a:moveTo>
                <a:lnTo>
                  <a:pt x="52632" y="55261"/>
                </a:lnTo>
                <a:cubicBezTo>
                  <a:pt x="54085" y="55261"/>
                  <a:pt x="55263" y="56436"/>
                  <a:pt x="55263" y="57888"/>
                </a:cubicBezTo>
                <a:lnTo>
                  <a:pt x="55263" y="63156"/>
                </a:lnTo>
                <a:cubicBezTo>
                  <a:pt x="55263" y="64608"/>
                  <a:pt x="54085" y="65783"/>
                  <a:pt x="52632" y="65783"/>
                </a:cubicBezTo>
                <a:lnTo>
                  <a:pt x="47368" y="65783"/>
                </a:lnTo>
                <a:cubicBezTo>
                  <a:pt x="45915" y="65783"/>
                  <a:pt x="44737" y="64608"/>
                  <a:pt x="44737" y="63156"/>
                </a:cubicBezTo>
                <a:lnTo>
                  <a:pt x="44737" y="57888"/>
                </a:lnTo>
                <a:cubicBezTo>
                  <a:pt x="44737" y="56436"/>
                  <a:pt x="45915" y="55261"/>
                  <a:pt x="47368" y="55261"/>
                </a:cubicBezTo>
                <a:close/>
                <a:moveTo>
                  <a:pt x="65791" y="55261"/>
                </a:moveTo>
                <a:lnTo>
                  <a:pt x="71054" y="55261"/>
                </a:lnTo>
                <a:cubicBezTo>
                  <a:pt x="72507" y="55261"/>
                  <a:pt x="73686" y="56436"/>
                  <a:pt x="73686" y="57888"/>
                </a:cubicBezTo>
                <a:lnTo>
                  <a:pt x="73686" y="63156"/>
                </a:lnTo>
                <a:cubicBezTo>
                  <a:pt x="73686" y="64608"/>
                  <a:pt x="72507" y="65783"/>
                  <a:pt x="71054" y="65783"/>
                </a:cubicBezTo>
                <a:lnTo>
                  <a:pt x="65791" y="65783"/>
                </a:lnTo>
                <a:cubicBezTo>
                  <a:pt x="64338" y="65783"/>
                  <a:pt x="63159" y="64608"/>
                  <a:pt x="63159" y="63156"/>
                </a:cubicBezTo>
                <a:lnTo>
                  <a:pt x="63159" y="57888"/>
                </a:lnTo>
                <a:cubicBezTo>
                  <a:pt x="63159" y="56436"/>
                  <a:pt x="64338" y="55261"/>
                  <a:pt x="65791" y="55261"/>
                </a:cubicBezTo>
                <a:close/>
                <a:moveTo>
                  <a:pt x="21050" y="76318"/>
                </a:moveTo>
                <a:lnTo>
                  <a:pt x="26314" y="76318"/>
                </a:lnTo>
                <a:cubicBezTo>
                  <a:pt x="27767" y="76318"/>
                  <a:pt x="28946" y="77492"/>
                  <a:pt x="28946" y="78945"/>
                </a:cubicBezTo>
                <a:lnTo>
                  <a:pt x="28946" y="84212"/>
                </a:lnTo>
                <a:cubicBezTo>
                  <a:pt x="28946" y="85664"/>
                  <a:pt x="27767" y="86839"/>
                  <a:pt x="26314" y="86839"/>
                </a:cubicBezTo>
                <a:lnTo>
                  <a:pt x="21050" y="86839"/>
                </a:lnTo>
                <a:cubicBezTo>
                  <a:pt x="19597" y="86839"/>
                  <a:pt x="18418" y="85664"/>
                  <a:pt x="18418" y="84212"/>
                </a:cubicBezTo>
                <a:lnTo>
                  <a:pt x="18418" y="78945"/>
                </a:lnTo>
                <a:cubicBezTo>
                  <a:pt x="18418" y="77492"/>
                  <a:pt x="19597" y="76318"/>
                  <a:pt x="21050" y="76318"/>
                </a:cubicBezTo>
                <a:close/>
                <a:moveTo>
                  <a:pt x="73686" y="76318"/>
                </a:moveTo>
                <a:lnTo>
                  <a:pt x="78950" y="76318"/>
                </a:lnTo>
                <a:cubicBezTo>
                  <a:pt x="80403" y="76318"/>
                  <a:pt x="81582" y="77492"/>
                  <a:pt x="81582" y="78945"/>
                </a:cubicBezTo>
                <a:lnTo>
                  <a:pt x="81582" y="84212"/>
                </a:lnTo>
                <a:cubicBezTo>
                  <a:pt x="81582" y="85664"/>
                  <a:pt x="80403" y="86839"/>
                  <a:pt x="78950" y="86839"/>
                </a:cubicBezTo>
                <a:lnTo>
                  <a:pt x="73686" y="86839"/>
                </a:lnTo>
                <a:cubicBezTo>
                  <a:pt x="72233" y="86839"/>
                  <a:pt x="71054" y="85664"/>
                  <a:pt x="71054" y="84212"/>
                </a:cubicBezTo>
                <a:lnTo>
                  <a:pt x="71054" y="78945"/>
                </a:lnTo>
                <a:cubicBezTo>
                  <a:pt x="71054" y="77492"/>
                  <a:pt x="72233" y="76318"/>
                  <a:pt x="73686" y="7631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5" name="Чёрный — SVG 22">
            <a:extLst>
              <a:ext uri="{FF2B5EF4-FFF2-40B4-BE49-F238E27FC236}">
                <a16:creationId xmlns:a16="http://schemas.microsoft.com/office/drawing/2014/main" id="{399A21D8-1EED-FE4B-B1FB-D7C2D007D19C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116969 w 163047"/>
              <a:gd name="csY0" fmla="*/ 42533 h 148852"/>
              <a:gd name="csX1" fmla="*/ 46079 w 163047"/>
              <a:gd name="csY1" fmla="*/ 42533 h 148852"/>
              <a:gd name="csX2" fmla="*/ 21488 w 163047"/>
              <a:gd name="csY2" fmla="*/ 28108 h 148852"/>
              <a:gd name="csX3" fmla="*/ 22321 w 163047"/>
              <a:gd name="csY3" fmla="*/ 23412 h 148852"/>
              <a:gd name="csX4" fmla="*/ 26585 w 163047"/>
              <a:gd name="csY4" fmla="*/ 21269 h 148852"/>
              <a:gd name="csX5" fmla="*/ 78228 w 163047"/>
              <a:gd name="csY5" fmla="*/ 1145 h 148852"/>
              <a:gd name="csX6" fmla="*/ 84653 w 163047"/>
              <a:gd name="csY6" fmla="*/ 1026 h 148852"/>
              <a:gd name="csX7" fmla="*/ 136463 w 163047"/>
              <a:gd name="csY7" fmla="*/ 21269 h 148852"/>
              <a:gd name="csX8" fmla="*/ 140728 w 163047"/>
              <a:gd name="csY8" fmla="*/ 23412 h 148852"/>
              <a:gd name="csX9" fmla="*/ 141560 w 163047"/>
              <a:gd name="csY9" fmla="*/ 28108 h 148852"/>
              <a:gd name="csX10" fmla="*/ 116969 w 163047"/>
              <a:gd name="csY10" fmla="*/ 42533 h 148852"/>
              <a:gd name="csX11" fmla="*/ 38991 w 163047"/>
              <a:gd name="csY11" fmla="*/ 70890 h 148852"/>
              <a:gd name="csX12" fmla="*/ 63802 w 163047"/>
              <a:gd name="csY12" fmla="*/ 70890 h 148852"/>
              <a:gd name="csX13" fmla="*/ 63802 w 163047"/>
              <a:gd name="csY13" fmla="*/ 62028 h 148852"/>
              <a:gd name="csX14" fmla="*/ 69119 w 163047"/>
              <a:gd name="csY14" fmla="*/ 56703 h 148852"/>
              <a:gd name="csX15" fmla="*/ 74435 w 163047"/>
              <a:gd name="csY15" fmla="*/ 62028 h 148852"/>
              <a:gd name="csX16" fmla="*/ 74435 w 163047"/>
              <a:gd name="csY16" fmla="*/ 70890 h 148852"/>
              <a:gd name="csX17" fmla="*/ 88613 w 163047"/>
              <a:gd name="csY17" fmla="*/ 70890 h 148852"/>
              <a:gd name="csX18" fmla="*/ 88613 w 163047"/>
              <a:gd name="csY18" fmla="*/ 62028 h 148852"/>
              <a:gd name="csX19" fmla="*/ 93929 w 163047"/>
              <a:gd name="csY19" fmla="*/ 56703 h 148852"/>
              <a:gd name="csX20" fmla="*/ 99246 w 163047"/>
              <a:gd name="csY20" fmla="*/ 62028 h 148852"/>
              <a:gd name="csX21" fmla="*/ 99246 w 163047"/>
              <a:gd name="csY21" fmla="*/ 70890 h 148852"/>
              <a:gd name="csX22" fmla="*/ 124058 w 163047"/>
              <a:gd name="csY22" fmla="*/ 70890 h 148852"/>
              <a:gd name="csX23" fmla="*/ 124058 w 163047"/>
              <a:gd name="csY23" fmla="*/ 49627 h 148852"/>
              <a:gd name="csX24" fmla="*/ 38991 w 163047"/>
              <a:gd name="csY24" fmla="*/ 49627 h 148852"/>
              <a:gd name="csX25" fmla="*/ 38991 w 163047"/>
              <a:gd name="csY25" fmla="*/ 70890 h 148852"/>
              <a:gd name="csX26" fmla="*/ 21268 w 163047"/>
              <a:gd name="csY26" fmla="*/ 143545 h 148852"/>
              <a:gd name="csX27" fmla="*/ 26585 w 163047"/>
              <a:gd name="csY27" fmla="*/ 148852 h 148852"/>
              <a:gd name="csX28" fmla="*/ 62029 w 163047"/>
              <a:gd name="csY28" fmla="*/ 148852 h 148852"/>
              <a:gd name="csX29" fmla="*/ 67346 w 163047"/>
              <a:gd name="csY29" fmla="*/ 143545 h 148852"/>
              <a:gd name="csX30" fmla="*/ 67346 w 163047"/>
              <a:gd name="csY30" fmla="*/ 131127 h 148852"/>
              <a:gd name="csX31" fmla="*/ 74435 w 163047"/>
              <a:gd name="csY31" fmla="*/ 124050 h 148852"/>
              <a:gd name="csX32" fmla="*/ 88613 w 163047"/>
              <a:gd name="csY32" fmla="*/ 124050 h 148852"/>
              <a:gd name="csX33" fmla="*/ 95702 w 163047"/>
              <a:gd name="csY33" fmla="*/ 131127 h 148852"/>
              <a:gd name="csX34" fmla="*/ 95702 w 163047"/>
              <a:gd name="csY34" fmla="*/ 143545 h 148852"/>
              <a:gd name="csX35" fmla="*/ 101019 w 163047"/>
              <a:gd name="csY35" fmla="*/ 148852 h 148852"/>
              <a:gd name="csX36" fmla="*/ 136463 w 163047"/>
              <a:gd name="csY36" fmla="*/ 148852 h 148852"/>
              <a:gd name="csX37" fmla="*/ 141779 w 163047"/>
              <a:gd name="csY37" fmla="*/ 143545 h 148852"/>
              <a:gd name="csX38" fmla="*/ 141779 w 163047"/>
              <a:gd name="csY38" fmla="*/ 113418 h 148852"/>
              <a:gd name="csX39" fmla="*/ 21268 w 163047"/>
              <a:gd name="csY39" fmla="*/ 113418 h 148852"/>
              <a:gd name="csX40" fmla="*/ 21268 w 163047"/>
              <a:gd name="csY40" fmla="*/ 143545 h 148852"/>
              <a:gd name="csX41" fmla="*/ 138235 w 163047"/>
              <a:gd name="csY41" fmla="*/ 106325 h 148852"/>
              <a:gd name="csX42" fmla="*/ 24812 w 163047"/>
              <a:gd name="csY42" fmla="*/ 106325 h 148852"/>
              <a:gd name="csX43" fmla="*/ 310 w 163047"/>
              <a:gd name="csY43" fmla="*/ 93940 h 148852"/>
              <a:gd name="csX44" fmla="*/ 973 w 163047"/>
              <a:gd name="csY44" fmla="*/ 89092 h 148852"/>
              <a:gd name="csX45" fmla="*/ 5318 w 163047"/>
              <a:gd name="csY45" fmla="*/ 86830 h 148852"/>
              <a:gd name="csX46" fmla="*/ 37002 w 163047"/>
              <a:gd name="csY46" fmla="*/ 79532 h 148852"/>
              <a:gd name="csX47" fmla="*/ 40762 w 163047"/>
              <a:gd name="csY47" fmla="*/ 77967 h 148852"/>
              <a:gd name="csX48" fmla="*/ 122285 w 163047"/>
              <a:gd name="csY48" fmla="*/ 77967 h 148852"/>
              <a:gd name="csX49" fmla="*/ 126369 w 163047"/>
              <a:gd name="csY49" fmla="*/ 79889 h 148852"/>
              <a:gd name="csX50" fmla="*/ 157729 w 163047"/>
              <a:gd name="csY50" fmla="*/ 88599 h 148852"/>
              <a:gd name="csX51" fmla="*/ 162192 w 163047"/>
              <a:gd name="csY51" fmla="*/ 91032 h 148852"/>
              <a:gd name="csX52" fmla="*/ 162585 w 163047"/>
              <a:gd name="csY52" fmla="*/ 96101 h 148852"/>
              <a:gd name="csX53" fmla="*/ 138235 w 163047"/>
              <a:gd name="csY53" fmla="*/ 106325 h 148852"/>
            </a:gdLst>
            <a:ahLst/>
            <a:cxnLst/>
            <a:rect l="l" t="t" r="r" b="b"/>
            <a:pathLst>
              <a:path w="100000" h="100000">
                <a:moveTo>
                  <a:pt x="71739" y="30439"/>
                </a:moveTo>
                <a:lnTo>
                  <a:pt x="28261" y="30439"/>
                </a:lnTo>
                <a:cubicBezTo>
                  <a:pt x="15960" y="30439"/>
                  <a:pt x="13288" y="21957"/>
                  <a:pt x="13179" y="21592"/>
                </a:cubicBezTo>
                <a:cubicBezTo>
                  <a:pt x="12886" y="20601"/>
                  <a:pt x="13075" y="19536"/>
                  <a:pt x="13690" y="18712"/>
                </a:cubicBezTo>
                <a:cubicBezTo>
                  <a:pt x="14305" y="17888"/>
                  <a:pt x="15274" y="17398"/>
                  <a:pt x="16305" y="17398"/>
                </a:cubicBezTo>
                <a:cubicBezTo>
                  <a:pt x="32188" y="17398"/>
                  <a:pt x="47822" y="5180"/>
                  <a:pt x="47979" y="5055"/>
                </a:cubicBezTo>
                <a:cubicBezTo>
                  <a:pt x="49124" y="4148"/>
                  <a:pt x="50738" y="4116"/>
                  <a:pt x="51919" y="4982"/>
                </a:cubicBezTo>
                <a:cubicBezTo>
                  <a:pt x="52092" y="5107"/>
                  <a:pt x="69151" y="17398"/>
                  <a:pt x="83695" y="17398"/>
                </a:cubicBezTo>
                <a:cubicBezTo>
                  <a:pt x="84726" y="17398"/>
                  <a:pt x="85694" y="17888"/>
                  <a:pt x="86311" y="18712"/>
                </a:cubicBezTo>
                <a:cubicBezTo>
                  <a:pt x="86928" y="19536"/>
                  <a:pt x="87115" y="20601"/>
                  <a:pt x="86822" y="21592"/>
                </a:cubicBezTo>
                <a:cubicBezTo>
                  <a:pt x="86713" y="21957"/>
                  <a:pt x="84042" y="30439"/>
                  <a:pt x="71739" y="30439"/>
                </a:cubicBezTo>
                <a:close/>
                <a:moveTo>
                  <a:pt x="23914" y="47831"/>
                </a:moveTo>
                <a:lnTo>
                  <a:pt x="39131" y="47831"/>
                </a:lnTo>
                <a:lnTo>
                  <a:pt x="39131" y="42396"/>
                </a:lnTo>
                <a:cubicBezTo>
                  <a:pt x="39131" y="40591"/>
                  <a:pt x="40590" y="39130"/>
                  <a:pt x="42392" y="39130"/>
                </a:cubicBezTo>
                <a:cubicBezTo>
                  <a:pt x="44194" y="39130"/>
                  <a:pt x="45652" y="40591"/>
                  <a:pt x="45652" y="42396"/>
                </a:cubicBezTo>
                <a:lnTo>
                  <a:pt x="45652" y="47831"/>
                </a:lnTo>
                <a:lnTo>
                  <a:pt x="54348" y="47831"/>
                </a:lnTo>
                <a:lnTo>
                  <a:pt x="54348" y="42396"/>
                </a:lnTo>
                <a:cubicBezTo>
                  <a:pt x="54348" y="40591"/>
                  <a:pt x="55807" y="39130"/>
                  <a:pt x="57609" y="39130"/>
                </a:cubicBezTo>
                <a:cubicBezTo>
                  <a:pt x="59410" y="39130"/>
                  <a:pt x="60870" y="40591"/>
                  <a:pt x="60870" y="42396"/>
                </a:cubicBezTo>
                <a:lnTo>
                  <a:pt x="60870" y="47831"/>
                </a:lnTo>
                <a:lnTo>
                  <a:pt x="76087" y="47831"/>
                </a:lnTo>
                <a:lnTo>
                  <a:pt x="76087" y="34790"/>
                </a:lnTo>
                <a:lnTo>
                  <a:pt x="23914" y="34790"/>
                </a:lnTo>
                <a:lnTo>
                  <a:pt x="23914" y="47831"/>
                </a:lnTo>
                <a:close/>
                <a:moveTo>
                  <a:pt x="13044" y="92392"/>
                </a:moveTo>
                <a:cubicBezTo>
                  <a:pt x="13044" y="94187"/>
                  <a:pt x="14505" y="95647"/>
                  <a:pt x="16305" y="95647"/>
                </a:cubicBezTo>
                <a:lnTo>
                  <a:pt x="38044" y="95647"/>
                </a:lnTo>
                <a:cubicBezTo>
                  <a:pt x="39844" y="95647"/>
                  <a:pt x="41305" y="94187"/>
                  <a:pt x="41305" y="92392"/>
                </a:cubicBezTo>
                <a:lnTo>
                  <a:pt x="41305" y="84776"/>
                </a:lnTo>
                <a:cubicBezTo>
                  <a:pt x="41305" y="82376"/>
                  <a:pt x="43251" y="80435"/>
                  <a:pt x="45652" y="80435"/>
                </a:cubicBezTo>
                <a:lnTo>
                  <a:pt x="54348" y="80435"/>
                </a:lnTo>
                <a:cubicBezTo>
                  <a:pt x="56750" y="80435"/>
                  <a:pt x="58696" y="82376"/>
                  <a:pt x="58696" y="84776"/>
                </a:cubicBezTo>
                <a:lnTo>
                  <a:pt x="58696" y="92392"/>
                </a:lnTo>
                <a:cubicBezTo>
                  <a:pt x="58696" y="94187"/>
                  <a:pt x="60157" y="95647"/>
                  <a:pt x="61957" y="95647"/>
                </a:cubicBezTo>
                <a:lnTo>
                  <a:pt x="83695" y="95647"/>
                </a:lnTo>
                <a:cubicBezTo>
                  <a:pt x="85496" y="95647"/>
                  <a:pt x="86956" y="94187"/>
                  <a:pt x="86956" y="92392"/>
                </a:cubicBezTo>
                <a:lnTo>
                  <a:pt x="86956" y="73915"/>
                </a:lnTo>
                <a:lnTo>
                  <a:pt x="13044" y="73915"/>
                </a:lnTo>
                <a:lnTo>
                  <a:pt x="13044" y="92392"/>
                </a:lnTo>
                <a:close/>
                <a:moveTo>
                  <a:pt x="84782" y="69564"/>
                </a:moveTo>
                <a:lnTo>
                  <a:pt x="15218" y="69564"/>
                </a:lnTo>
                <a:cubicBezTo>
                  <a:pt x="3049" y="69564"/>
                  <a:pt x="304" y="62282"/>
                  <a:pt x="190" y="61968"/>
                </a:cubicBezTo>
                <a:cubicBezTo>
                  <a:pt x="-166" y="60967"/>
                  <a:pt x="-17" y="59861"/>
                  <a:pt x="597" y="58995"/>
                </a:cubicBezTo>
                <a:cubicBezTo>
                  <a:pt x="1207" y="58129"/>
                  <a:pt x="2201" y="57608"/>
                  <a:pt x="3262" y="57608"/>
                </a:cubicBezTo>
                <a:cubicBezTo>
                  <a:pt x="17573" y="57608"/>
                  <a:pt x="22651" y="53173"/>
                  <a:pt x="22694" y="53132"/>
                </a:cubicBezTo>
                <a:cubicBezTo>
                  <a:pt x="23307" y="52516"/>
                  <a:pt x="24135" y="52172"/>
                  <a:pt x="25000" y="52172"/>
                </a:cubicBezTo>
                <a:lnTo>
                  <a:pt x="75000" y="52172"/>
                </a:lnTo>
                <a:cubicBezTo>
                  <a:pt x="75968" y="52172"/>
                  <a:pt x="76885" y="52610"/>
                  <a:pt x="77505" y="53351"/>
                </a:cubicBezTo>
                <a:cubicBezTo>
                  <a:pt x="77515" y="53361"/>
                  <a:pt x="82481" y="58693"/>
                  <a:pt x="96738" y="58693"/>
                </a:cubicBezTo>
                <a:cubicBezTo>
                  <a:pt x="97844" y="58693"/>
                  <a:pt x="98873" y="59256"/>
                  <a:pt x="99476" y="60185"/>
                </a:cubicBezTo>
                <a:cubicBezTo>
                  <a:pt x="100075" y="61113"/>
                  <a:pt x="100167" y="62282"/>
                  <a:pt x="99717" y="63294"/>
                </a:cubicBezTo>
                <a:cubicBezTo>
                  <a:pt x="99247" y="64337"/>
                  <a:pt x="96326" y="69564"/>
                  <a:pt x="84782" y="6956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6" name="Чёрный — SVG 23">
            <a:extLst>
              <a:ext uri="{FF2B5EF4-FFF2-40B4-BE49-F238E27FC236}">
                <a16:creationId xmlns:a16="http://schemas.microsoft.com/office/drawing/2014/main" id="{D1D10CD6-51FC-644A-BE25-0E30CED96BDE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70890 w 134690"/>
              <a:gd name="csY0" fmla="*/ 0 h 163017"/>
              <a:gd name="csX1" fmla="*/ 67344 w 134690"/>
              <a:gd name="csY1" fmla="*/ 3538 h 163017"/>
              <a:gd name="csX2" fmla="*/ 67344 w 134690"/>
              <a:gd name="csY2" fmla="*/ 10632 h 163017"/>
              <a:gd name="csX3" fmla="*/ 70890 w 134690"/>
              <a:gd name="csY3" fmla="*/ 14170 h 163017"/>
              <a:gd name="csX4" fmla="*/ 79556 w 134690"/>
              <a:gd name="csY4" fmla="*/ 17130 h 163017"/>
              <a:gd name="csX5" fmla="*/ 92157 w 134690"/>
              <a:gd name="csY5" fmla="*/ 21264 h 163017"/>
              <a:gd name="csX6" fmla="*/ 95700 w 134690"/>
              <a:gd name="csY6" fmla="*/ 17726 h 163017"/>
              <a:gd name="csX7" fmla="*/ 95700 w 134690"/>
              <a:gd name="csY7" fmla="*/ 10632 h 163017"/>
              <a:gd name="csX8" fmla="*/ 92157 w 134690"/>
              <a:gd name="csY8" fmla="*/ 7094 h 163017"/>
              <a:gd name="csX9" fmla="*/ 83488 w 134690"/>
              <a:gd name="csY9" fmla="*/ 4134 h 163017"/>
              <a:gd name="csX10" fmla="*/ 70890 w 134690"/>
              <a:gd name="csY10" fmla="*/ 0 h 163017"/>
              <a:gd name="csX11" fmla="*/ 67344 w 134690"/>
              <a:gd name="csY11" fmla="*/ 24802 h 163017"/>
              <a:gd name="csX12" fmla="*/ 24991 w 134690"/>
              <a:gd name="csY12" fmla="*/ 63792 h 163017"/>
              <a:gd name="csX13" fmla="*/ 23040 w 134690"/>
              <a:gd name="csY13" fmla="*/ 63792 h 163017"/>
              <a:gd name="csX14" fmla="*/ 20981 w 134690"/>
              <a:gd name="csY14" fmla="*/ 64183 h 163017"/>
              <a:gd name="csX15" fmla="*/ 19230 w 134690"/>
              <a:gd name="csY15" fmla="*/ 65323 h 163017"/>
              <a:gd name="csX16" fmla="*/ 18058 w 134690"/>
              <a:gd name="csY16" fmla="*/ 67058 h 163017"/>
              <a:gd name="csX17" fmla="*/ 17646 w 134690"/>
              <a:gd name="csY17" fmla="*/ 69099 h 163017"/>
              <a:gd name="csX18" fmla="*/ 18058 w 134690"/>
              <a:gd name="csY18" fmla="*/ 71157 h 163017"/>
              <a:gd name="csX19" fmla="*/ 19230 w 134690"/>
              <a:gd name="csY19" fmla="*/ 72893 h 163017"/>
              <a:gd name="csX20" fmla="*/ 20981 w 134690"/>
              <a:gd name="csY20" fmla="*/ 74032 h 163017"/>
              <a:gd name="csX21" fmla="*/ 23040 w 134690"/>
              <a:gd name="csY21" fmla="*/ 74424 h 163017"/>
              <a:gd name="csX22" fmla="*/ 24811 w 134690"/>
              <a:gd name="csY22" fmla="*/ 74424 h 163017"/>
              <a:gd name="csX23" fmla="*/ 24811 w 134690"/>
              <a:gd name="csY23" fmla="*/ 92149 h 163017"/>
              <a:gd name="csX24" fmla="*/ 19494 w 134690"/>
              <a:gd name="csY24" fmla="*/ 92149 h 163017"/>
              <a:gd name="csX25" fmla="*/ 0 w 134690"/>
              <a:gd name="csY25" fmla="*/ 111627 h 163017"/>
              <a:gd name="csX26" fmla="*/ 0 w 134690"/>
              <a:gd name="csY26" fmla="*/ 157710 h 163017"/>
              <a:gd name="csX27" fmla="*/ 5317 w 134690"/>
              <a:gd name="csY27" fmla="*/ 163017 h 163017"/>
              <a:gd name="csX28" fmla="*/ 129373 w 134690"/>
              <a:gd name="csY28" fmla="*/ 163017 h 163017"/>
              <a:gd name="csX29" fmla="*/ 134690 w 134690"/>
              <a:gd name="csY29" fmla="*/ 157710 h 163017"/>
              <a:gd name="csX30" fmla="*/ 134690 w 134690"/>
              <a:gd name="csY30" fmla="*/ 111627 h 163017"/>
              <a:gd name="csX31" fmla="*/ 115194 w 134690"/>
              <a:gd name="csY31" fmla="*/ 92149 h 163017"/>
              <a:gd name="csX32" fmla="*/ 109878 w 134690"/>
              <a:gd name="csY32" fmla="*/ 92149 h 163017"/>
              <a:gd name="csX33" fmla="*/ 109878 w 134690"/>
              <a:gd name="csY33" fmla="*/ 74424 h 163017"/>
              <a:gd name="csX34" fmla="*/ 111650 w 134690"/>
              <a:gd name="csY34" fmla="*/ 74424 h 163017"/>
              <a:gd name="csX35" fmla="*/ 113709 w 134690"/>
              <a:gd name="csY35" fmla="*/ 74032 h 163017"/>
              <a:gd name="csX36" fmla="*/ 115458 w 134690"/>
              <a:gd name="csY36" fmla="*/ 72893 h 163017"/>
              <a:gd name="csX37" fmla="*/ 116630 w 134690"/>
              <a:gd name="csY37" fmla="*/ 71157 h 163017"/>
              <a:gd name="csX38" fmla="*/ 117044 w 134690"/>
              <a:gd name="csY38" fmla="*/ 69099 h 163017"/>
              <a:gd name="csX39" fmla="*/ 116630 w 134690"/>
              <a:gd name="csY39" fmla="*/ 67058 h 163017"/>
              <a:gd name="csX40" fmla="*/ 115458 w 134690"/>
              <a:gd name="csY40" fmla="*/ 65323 h 163017"/>
              <a:gd name="csX41" fmla="*/ 113709 w 134690"/>
              <a:gd name="csY41" fmla="*/ 64183 h 163017"/>
              <a:gd name="csX42" fmla="*/ 111650 w 134690"/>
              <a:gd name="csY42" fmla="*/ 63792 h 163017"/>
              <a:gd name="csX43" fmla="*/ 109699 w 134690"/>
              <a:gd name="csY43" fmla="*/ 63792 h 163017"/>
              <a:gd name="csX44" fmla="*/ 67344 w 134690"/>
              <a:gd name="csY44" fmla="*/ 24802 h 163017"/>
              <a:gd name="csX45" fmla="*/ 35444 w 134690"/>
              <a:gd name="csY45" fmla="*/ 74424 h 163017"/>
              <a:gd name="csX46" fmla="*/ 49623 w 134690"/>
              <a:gd name="csY46" fmla="*/ 74424 h 163017"/>
              <a:gd name="csX47" fmla="*/ 49623 w 134690"/>
              <a:gd name="csY47" fmla="*/ 92149 h 163017"/>
              <a:gd name="csX48" fmla="*/ 35444 w 134690"/>
              <a:gd name="csY48" fmla="*/ 92149 h 163017"/>
              <a:gd name="csX49" fmla="*/ 35444 w 134690"/>
              <a:gd name="csY49" fmla="*/ 74424 h 163017"/>
              <a:gd name="csX50" fmla="*/ 60256 w 134690"/>
              <a:gd name="csY50" fmla="*/ 74424 h 163017"/>
              <a:gd name="csX51" fmla="*/ 74434 w 134690"/>
              <a:gd name="csY51" fmla="*/ 74424 h 163017"/>
              <a:gd name="csX52" fmla="*/ 74434 w 134690"/>
              <a:gd name="csY52" fmla="*/ 92149 h 163017"/>
              <a:gd name="csX53" fmla="*/ 60256 w 134690"/>
              <a:gd name="csY53" fmla="*/ 92149 h 163017"/>
              <a:gd name="csX54" fmla="*/ 60256 w 134690"/>
              <a:gd name="csY54" fmla="*/ 74424 h 163017"/>
              <a:gd name="csX55" fmla="*/ 85067 w 134690"/>
              <a:gd name="csY55" fmla="*/ 74424 h 163017"/>
              <a:gd name="csX56" fmla="*/ 99244 w 134690"/>
              <a:gd name="csY56" fmla="*/ 74424 h 163017"/>
              <a:gd name="csX57" fmla="*/ 99244 w 134690"/>
              <a:gd name="csY57" fmla="*/ 92149 h 163017"/>
              <a:gd name="csX58" fmla="*/ 85067 w 134690"/>
              <a:gd name="csY58" fmla="*/ 92149 h 163017"/>
              <a:gd name="csX59" fmla="*/ 85067 w 134690"/>
              <a:gd name="csY59" fmla="*/ 74424 h 163017"/>
              <a:gd name="csX60" fmla="*/ 23040 w 134690"/>
              <a:gd name="csY60" fmla="*/ 109858 h 163017"/>
              <a:gd name="csX61" fmla="*/ 26583 w 134690"/>
              <a:gd name="csY61" fmla="*/ 109858 h 163017"/>
              <a:gd name="csX62" fmla="*/ 30127 w 134690"/>
              <a:gd name="csY62" fmla="*/ 113413 h 163017"/>
              <a:gd name="csX63" fmla="*/ 30127 w 134690"/>
              <a:gd name="csY63" fmla="*/ 116951 h 163017"/>
              <a:gd name="csX64" fmla="*/ 26583 w 134690"/>
              <a:gd name="csY64" fmla="*/ 120490 h 163017"/>
              <a:gd name="csX65" fmla="*/ 23040 w 134690"/>
              <a:gd name="csY65" fmla="*/ 120490 h 163017"/>
              <a:gd name="csX66" fmla="*/ 19494 w 134690"/>
              <a:gd name="csY66" fmla="*/ 116951 h 163017"/>
              <a:gd name="csX67" fmla="*/ 19494 w 134690"/>
              <a:gd name="csY67" fmla="*/ 113413 h 163017"/>
              <a:gd name="csX68" fmla="*/ 23040 w 134690"/>
              <a:gd name="csY68" fmla="*/ 109858 h 163017"/>
              <a:gd name="csX69" fmla="*/ 44306 w 134690"/>
              <a:gd name="csY69" fmla="*/ 109858 h 163017"/>
              <a:gd name="csX70" fmla="*/ 47850 w 134690"/>
              <a:gd name="csY70" fmla="*/ 109858 h 163017"/>
              <a:gd name="csX71" fmla="*/ 51394 w 134690"/>
              <a:gd name="csY71" fmla="*/ 113413 h 163017"/>
              <a:gd name="csX72" fmla="*/ 51394 w 134690"/>
              <a:gd name="csY72" fmla="*/ 116951 h 163017"/>
              <a:gd name="csX73" fmla="*/ 47850 w 134690"/>
              <a:gd name="csY73" fmla="*/ 120490 h 163017"/>
              <a:gd name="csX74" fmla="*/ 44306 w 134690"/>
              <a:gd name="csY74" fmla="*/ 120490 h 163017"/>
              <a:gd name="csX75" fmla="*/ 40761 w 134690"/>
              <a:gd name="csY75" fmla="*/ 116951 h 163017"/>
              <a:gd name="csX76" fmla="*/ 40761 w 134690"/>
              <a:gd name="csY76" fmla="*/ 113413 h 163017"/>
              <a:gd name="csX77" fmla="*/ 44306 w 134690"/>
              <a:gd name="csY77" fmla="*/ 109858 h 163017"/>
              <a:gd name="csX78" fmla="*/ 65573 w 134690"/>
              <a:gd name="csY78" fmla="*/ 109858 h 163017"/>
              <a:gd name="csX79" fmla="*/ 69117 w 134690"/>
              <a:gd name="csY79" fmla="*/ 109858 h 163017"/>
              <a:gd name="csX80" fmla="*/ 72661 w 134690"/>
              <a:gd name="csY80" fmla="*/ 113413 h 163017"/>
              <a:gd name="csX81" fmla="*/ 72661 w 134690"/>
              <a:gd name="csY81" fmla="*/ 116951 h 163017"/>
              <a:gd name="csX82" fmla="*/ 69117 w 134690"/>
              <a:gd name="csY82" fmla="*/ 120490 h 163017"/>
              <a:gd name="csX83" fmla="*/ 65573 w 134690"/>
              <a:gd name="csY83" fmla="*/ 120490 h 163017"/>
              <a:gd name="csX84" fmla="*/ 62028 w 134690"/>
              <a:gd name="csY84" fmla="*/ 116951 h 163017"/>
              <a:gd name="csX85" fmla="*/ 62028 w 134690"/>
              <a:gd name="csY85" fmla="*/ 113413 h 163017"/>
              <a:gd name="csX86" fmla="*/ 65573 w 134690"/>
              <a:gd name="csY86" fmla="*/ 109858 h 163017"/>
              <a:gd name="csX87" fmla="*/ 86840 w 134690"/>
              <a:gd name="csY87" fmla="*/ 109858 h 163017"/>
              <a:gd name="csX88" fmla="*/ 90384 w 134690"/>
              <a:gd name="csY88" fmla="*/ 109858 h 163017"/>
              <a:gd name="csX89" fmla="*/ 93928 w 134690"/>
              <a:gd name="csY89" fmla="*/ 113413 h 163017"/>
              <a:gd name="csX90" fmla="*/ 93928 w 134690"/>
              <a:gd name="csY90" fmla="*/ 116951 h 163017"/>
              <a:gd name="csX91" fmla="*/ 90384 w 134690"/>
              <a:gd name="csY91" fmla="*/ 120490 h 163017"/>
              <a:gd name="csX92" fmla="*/ 86840 w 134690"/>
              <a:gd name="csY92" fmla="*/ 120490 h 163017"/>
              <a:gd name="csX93" fmla="*/ 83294 w 134690"/>
              <a:gd name="csY93" fmla="*/ 116951 h 163017"/>
              <a:gd name="csX94" fmla="*/ 83294 w 134690"/>
              <a:gd name="csY94" fmla="*/ 113413 h 163017"/>
              <a:gd name="csX95" fmla="*/ 86840 w 134690"/>
              <a:gd name="csY95" fmla="*/ 109858 h 163017"/>
              <a:gd name="csX96" fmla="*/ 108107 w 134690"/>
              <a:gd name="csY96" fmla="*/ 109858 h 163017"/>
              <a:gd name="csX97" fmla="*/ 111650 w 134690"/>
              <a:gd name="csY97" fmla="*/ 109858 h 163017"/>
              <a:gd name="csX98" fmla="*/ 115194 w 134690"/>
              <a:gd name="csY98" fmla="*/ 113413 h 163017"/>
              <a:gd name="csX99" fmla="*/ 115194 w 134690"/>
              <a:gd name="csY99" fmla="*/ 116951 h 163017"/>
              <a:gd name="csX100" fmla="*/ 111650 w 134690"/>
              <a:gd name="csY100" fmla="*/ 120490 h 163017"/>
              <a:gd name="csX101" fmla="*/ 108107 w 134690"/>
              <a:gd name="csY101" fmla="*/ 120490 h 163017"/>
              <a:gd name="csX102" fmla="*/ 104561 w 134690"/>
              <a:gd name="csY102" fmla="*/ 116951 h 163017"/>
              <a:gd name="csX103" fmla="*/ 104561 w 134690"/>
              <a:gd name="csY103" fmla="*/ 113413 h 163017"/>
              <a:gd name="csX104" fmla="*/ 108107 w 134690"/>
              <a:gd name="csY104" fmla="*/ 109858 h 163017"/>
              <a:gd name="csX105" fmla="*/ 23040 w 134690"/>
              <a:gd name="csY105" fmla="*/ 131122 h 163017"/>
              <a:gd name="csX106" fmla="*/ 26583 w 134690"/>
              <a:gd name="csY106" fmla="*/ 131122 h 163017"/>
              <a:gd name="csX107" fmla="*/ 30127 w 134690"/>
              <a:gd name="csY107" fmla="*/ 134677 h 163017"/>
              <a:gd name="csX108" fmla="*/ 30127 w 134690"/>
              <a:gd name="csY108" fmla="*/ 138215 h 163017"/>
              <a:gd name="csX109" fmla="*/ 26583 w 134690"/>
              <a:gd name="csY109" fmla="*/ 141753 h 163017"/>
              <a:gd name="csX110" fmla="*/ 23040 w 134690"/>
              <a:gd name="csY110" fmla="*/ 141753 h 163017"/>
              <a:gd name="csX111" fmla="*/ 19494 w 134690"/>
              <a:gd name="csY111" fmla="*/ 138215 h 163017"/>
              <a:gd name="csX112" fmla="*/ 19494 w 134690"/>
              <a:gd name="csY112" fmla="*/ 134677 h 163017"/>
              <a:gd name="csX113" fmla="*/ 23040 w 134690"/>
              <a:gd name="csY113" fmla="*/ 131122 h 163017"/>
              <a:gd name="csX114" fmla="*/ 44306 w 134690"/>
              <a:gd name="csY114" fmla="*/ 131122 h 163017"/>
              <a:gd name="csX115" fmla="*/ 47850 w 134690"/>
              <a:gd name="csY115" fmla="*/ 131122 h 163017"/>
              <a:gd name="csX116" fmla="*/ 51394 w 134690"/>
              <a:gd name="csY116" fmla="*/ 134677 h 163017"/>
              <a:gd name="csX117" fmla="*/ 51394 w 134690"/>
              <a:gd name="csY117" fmla="*/ 138215 h 163017"/>
              <a:gd name="csX118" fmla="*/ 47850 w 134690"/>
              <a:gd name="csY118" fmla="*/ 141753 h 163017"/>
              <a:gd name="csX119" fmla="*/ 44306 w 134690"/>
              <a:gd name="csY119" fmla="*/ 141753 h 163017"/>
              <a:gd name="csX120" fmla="*/ 40761 w 134690"/>
              <a:gd name="csY120" fmla="*/ 138215 h 163017"/>
              <a:gd name="csX121" fmla="*/ 40761 w 134690"/>
              <a:gd name="csY121" fmla="*/ 134677 h 163017"/>
              <a:gd name="csX122" fmla="*/ 44306 w 134690"/>
              <a:gd name="csY122" fmla="*/ 131122 h 163017"/>
              <a:gd name="csX123" fmla="*/ 65573 w 134690"/>
              <a:gd name="csY123" fmla="*/ 131122 h 163017"/>
              <a:gd name="csX124" fmla="*/ 69117 w 134690"/>
              <a:gd name="csY124" fmla="*/ 131122 h 163017"/>
              <a:gd name="csX125" fmla="*/ 72661 w 134690"/>
              <a:gd name="csY125" fmla="*/ 134677 h 163017"/>
              <a:gd name="csX126" fmla="*/ 72661 w 134690"/>
              <a:gd name="csY126" fmla="*/ 138215 h 163017"/>
              <a:gd name="csX127" fmla="*/ 69117 w 134690"/>
              <a:gd name="csY127" fmla="*/ 141753 h 163017"/>
              <a:gd name="csX128" fmla="*/ 65573 w 134690"/>
              <a:gd name="csY128" fmla="*/ 141753 h 163017"/>
              <a:gd name="csX129" fmla="*/ 62028 w 134690"/>
              <a:gd name="csY129" fmla="*/ 138215 h 163017"/>
              <a:gd name="csX130" fmla="*/ 62028 w 134690"/>
              <a:gd name="csY130" fmla="*/ 134677 h 163017"/>
              <a:gd name="csX131" fmla="*/ 65573 w 134690"/>
              <a:gd name="csY131" fmla="*/ 131122 h 163017"/>
              <a:gd name="csX132" fmla="*/ 86840 w 134690"/>
              <a:gd name="csY132" fmla="*/ 131122 h 163017"/>
              <a:gd name="csX133" fmla="*/ 90384 w 134690"/>
              <a:gd name="csY133" fmla="*/ 131122 h 163017"/>
              <a:gd name="csX134" fmla="*/ 93928 w 134690"/>
              <a:gd name="csY134" fmla="*/ 134677 h 163017"/>
              <a:gd name="csX135" fmla="*/ 93928 w 134690"/>
              <a:gd name="csY135" fmla="*/ 138215 h 163017"/>
              <a:gd name="csX136" fmla="*/ 90384 w 134690"/>
              <a:gd name="csY136" fmla="*/ 141753 h 163017"/>
              <a:gd name="csX137" fmla="*/ 86840 w 134690"/>
              <a:gd name="csY137" fmla="*/ 141753 h 163017"/>
              <a:gd name="csX138" fmla="*/ 83294 w 134690"/>
              <a:gd name="csY138" fmla="*/ 138215 h 163017"/>
              <a:gd name="csX139" fmla="*/ 83294 w 134690"/>
              <a:gd name="csY139" fmla="*/ 134677 h 163017"/>
              <a:gd name="csX140" fmla="*/ 86840 w 134690"/>
              <a:gd name="csY140" fmla="*/ 131122 h 163017"/>
              <a:gd name="csX141" fmla="*/ 108107 w 134690"/>
              <a:gd name="csY141" fmla="*/ 131122 h 163017"/>
              <a:gd name="csX142" fmla="*/ 111650 w 134690"/>
              <a:gd name="csY142" fmla="*/ 131122 h 163017"/>
              <a:gd name="csX143" fmla="*/ 115194 w 134690"/>
              <a:gd name="csY143" fmla="*/ 134677 h 163017"/>
              <a:gd name="csX144" fmla="*/ 115194 w 134690"/>
              <a:gd name="csY144" fmla="*/ 138215 h 163017"/>
              <a:gd name="csX145" fmla="*/ 111650 w 134690"/>
              <a:gd name="csY145" fmla="*/ 141753 h 163017"/>
              <a:gd name="csX146" fmla="*/ 108107 w 134690"/>
              <a:gd name="csY146" fmla="*/ 141753 h 163017"/>
              <a:gd name="csX147" fmla="*/ 104561 w 134690"/>
              <a:gd name="csY147" fmla="*/ 138215 h 163017"/>
              <a:gd name="csX148" fmla="*/ 104561 w 134690"/>
              <a:gd name="csY148" fmla="*/ 134677 h 163017"/>
              <a:gd name="csX149" fmla="*/ 108107 w 134690"/>
              <a:gd name="csY149" fmla="*/ 131122 h 163017"/>
            </a:gdLst>
            <a:ahLst/>
            <a:cxnLst/>
            <a:rect l="l" t="t" r="r" b="b"/>
            <a:pathLst>
              <a:path w="100000" h="100000">
                <a:moveTo>
                  <a:pt x="52175" y="0"/>
                </a:moveTo>
                <a:cubicBezTo>
                  <a:pt x="50974" y="0"/>
                  <a:pt x="49999" y="970"/>
                  <a:pt x="49999" y="2170"/>
                </a:cubicBezTo>
                <a:lnTo>
                  <a:pt x="49999" y="6522"/>
                </a:lnTo>
                <a:cubicBezTo>
                  <a:pt x="49999" y="7722"/>
                  <a:pt x="50974" y="8692"/>
                  <a:pt x="52175" y="8692"/>
                </a:cubicBezTo>
                <a:cubicBezTo>
                  <a:pt x="54776" y="8692"/>
                  <a:pt x="55975" y="9496"/>
                  <a:pt x="57491" y="10508"/>
                </a:cubicBezTo>
                <a:cubicBezTo>
                  <a:pt x="59189" y="11635"/>
                  <a:pt x="61299" y="13044"/>
                  <a:pt x="65220" y="13044"/>
                </a:cubicBezTo>
                <a:cubicBezTo>
                  <a:pt x="66420" y="13044"/>
                  <a:pt x="67394" y="12074"/>
                  <a:pt x="67394" y="10874"/>
                </a:cubicBezTo>
                <a:lnTo>
                  <a:pt x="67394" y="6522"/>
                </a:lnTo>
                <a:cubicBezTo>
                  <a:pt x="67394" y="5322"/>
                  <a:pt x="66420" y="4352"/>
                  <a:pt x="65220" y="4352"/>
                </a:cubicBezTo>
                <a:cubicBezTo>
                  <a:pt x="62617" y="4352"/>
                  <a:pt x="61418" y="3548"/>
                  <a:pt x="59903" y="2536"/>
                </a:cubicBezTo>
                <a:cubicBezTo>
                  <a:pt x="58205" y="1408"/>
                  <a:pt x="56094" y="0"/>
                  <a:pt x="52175" y="0"/>
                </a:cubicBezTo>
                <a:close/>
                <a:moveTo>
                  <a:pt x="49999" y="15214"/>
                </a:moveTo>
                <a:cubicBezTo>
                  <a:pt x="36346" y="15214"/>
                  <a:pt x="25130" y="25764"/>
                  <a:pt x="24019" y="39132"/>
                </a:cubicBezTo>
                <a:lnTo>
                  <a:pt x="22822" y="39132"/>
                </a:lnTo>
                <a:cubicBezTo>
                  <a:pt x="22389" y="39122"/>
                  <a:pt x="21959" y="39205"/>
                  <a:pt x="21559" y="39372"/>
                </a:cubicBezTo>
                <a:cubicBezTo>
                  <a:pt x="21158" y="39528"/>
                  <a:pt x="20793" y="39768"/>
                  <a:pt x="20485" y="40071"/>
                </a:cubicBezTo>
                <a:cubicBezTo>
                  <a:pt x="20177" y="40374"/>
                  <a:pt x="19933" y="40739"/>
                  <a:pt x="19766" y="41136"/>
                </a:cubicBezTo>
                <a:cubicBezTo>
                  <a:pt x="19599" y="41532"/>
                  <a:pt x="19513" y="41960"/>
                  <a:pt x="19513" y="42388"/>
                </a:cubicBezTo>
                <a:cubicBezTo>
                  <a:pt x="19513" y="42826"/>
                  <a:pt x="19599" y="43254"/>
                  <a:pt x="19766" y="43650"/>
                </a:cubicBezTo>
                <a:cubicBezTo>
                  <a:pt x="19933" y="44047"/>
                  <a:pt x="20177" y="44412"/>
                  <a:pt x="20485" y="44715"/>
                </a:cubicBezTo>
                <a:cubicBezTo>
                  <a:pt x="20793" y="45017"/>
                  <a:pt x="21158" y="45257"/>
                  <a:pt x="21559" y="45414"/>
                </a:cubicBezTo>
                <a:cubicBezTo>
                  <a:pt x="21959" y="45581"/>
                  <a:pt x="22389" y="45665"/>
                  <a:pt x="22822" y="45654"/>
                </a:cubicBezTo>
                <a:lnTo>
                  <a:pt x="23908" y="45654"/>
                </a:lnTo>
                <a:lnTo>
                  <a:pt x="23908" y="56527"/>
                </a:lnTo>
                <a:lnTo>
                  <a:pt x="20647" y="56527"/>
                </a:lnTo>
                <a:cubicBezTo>
                  <a:pt x="14053" y="56527"/>
                  <a:pt x="8688" y="61891"/>
                  <a:pt x="8688" y="68476"/>
                </a:cubicBezTo>
                <a:lnTo>
                  <a:pt x="8688" y="96745"/>
                </a:lnTo>
                <a:cubicBezTo>
                  <a:pt x="8688" y="98550"/>
                  <a:pt x="10147" y="100000"/>
                  <a:pt x="11950" y="100000"/>
                </a:cubicBezTo>
                <a:lnTo>
                  <a:pt x="88050" y="100000"/>
                </a:lnTo>
                <a:cubicBezTo>
                  <a:pt x="89853" y="100000"/>
                  <a:pt x="91312" y="98550"/>
                  <a:pt x="91312" y="96745"/>
                </a:cubicBezTo>
                <a:lnTo>
                  <a:pt x="91312" y="68476"/>
                </a:lnTo>
                <a:cubicBezTo>
                  <a:pt x="91312" y="61891"/>
                  <a:pt x="85947" y="56527"/>
                  <a:pt x="79352" y="56527"/>
                </a:cubicBezTo>
                <a:lnTo>
                  <a:pt x="76091" y="56527"/>
                </a:lnTo>
                <a:lnTo>
                  <a:pt x="76091" y="45654"/>
                </a:lnTo>
                <a:lnTo>
                  <a:pt x="77178" y="45654"/>
                </a:lnTo>
                <a:cubicBezTo>
                  <a:pt x="77611" y="45665"/>
                  <a:pt x="78039" y="45581"/>
                  <a:pt x="78441" y="45414"/>
                </a:cubicBezTo>
                <a:cubicBezTo>
                  <a:pt x="78842" y="45257"/>
                  <a:pt x="79207" y="45017"/>
                  <a:pt x="79514" y="44715"/>
                </a:cubicBezTo>
                <a:cubicBezTo>
                  <a:pt x="79822" y="44412"/>
                  <a:pt x="80067" y="44047"/>
                  <a:pt x="80233" y="43650"/>
                </a:cubicBezTo>
                <a:cubicBezTo>
                  <a:pt x="80400" y="43254"/>
                  <a:pt x="80487" y="42826"/>
                  <a:pt x="80487" y="42388"/>
                </a:cubicBezTo>
                <a:cubicBezTo>
                  <a:pt x="80487" y="41960"/>
                  <a:pt x="80400" y="41532"/>
                  <a:pt x="80233" y="41136"/>
                </a:cubicBezTo>
                <a:cubicBezTo>
                  <a:pt x="80067" y="40739"/>
                  <a:pt x="79822" y="40374"/>
                  <a:pt x="79514" y="40071"/>
                </a:cubicBezTo>
                <a:cubicBezTo>
                  <a:pt x="79207" y="39768"/>
                  <a:pt x="78842" y="39528"/>
                  <a:pt x="78441" y="39372"/>
                </a:cubicBezTo>
                <a:cubicBezTo>
                  <a:pt x="78039" y="39205"/>
                  <a:pt x="77611" y="39122"/>
                  <a:pt x="77178" y="39132"/>
                </a:cubicBezTo>
                <a:lnTo>
                  <a:pt x="75981" y="39132"/>
                </a:lnTo>
                <a:cubicBezTo>
                  <a:pt x="74870" y="25764"/>
                  <a:pt x="63653" y="15214"/>
                  <a:pt x="49999" y="15214"/>
                </a:cubicBezTo>
                <a:close/>
                <a:moveTo>
                  <a:pt x="30431" y="45654"/>
                </a:moveTo>
                <a:lnTo>
                  <a:pt x="39129" y="45654"/>
                </a:lnTo>
                <a:lnTo>
                  <a:pt x="39129" y="56527"/>
                </a:lnTo>
                <a:lnTo>
                  <a:pt x="30431" y="56527"/>
                </a:lnTo>
                <a:lnTo>
                  <a:pt x="30431" y="45654"/>
                </a:lnTo>
                <a:close/>
                <a:moveTo>
                  <a:pt x="45651" y="45654"/>
                </a:moveTo>
                <a:lnTo>
                  <a:pt x="54349" y="45654"/>
                </a:lnTo>
                <a:lnTo>
                  <a:pt x="54349" y="56527"/>
                </a:lnTo>
                <a:lnTo>
                  <a:pt x="45651" y="56527"/>
                </a:lnTo>
                <a:lnTo>
                  <a:pt x="45651" y="45654"/>
                </a:lnTo>
                <a:close/>
                <a:moveTo>
                  <a:pt x="60871" y="45654"/>
                </a:moveTo>
                <a:lnTo>
                  <a:pt x="69568" y="45654"/>
                </a:lnTo>
                <a:lnTo>
                  <a:pt x="69568" y="56527"/>
                </a:lnTo>
                <a:lnTo>
                  <a:pt x="60871" y="56527"/>
                </a:lnTo>
                <a:lnTo>
                  <a:pt x="60871" y="45654"/>
                </a:lnTo>
                <a:close/>
                <a:moveTo>
                  <a:pt x="22822" y="67391"/>
                </a:moveTo>
                <a:lnTo>
                  <a:pt x="24995" y="67391"/>
                </a:lnTo>
                <a:cubicBezTo>
                  <a:pt x="26196" y="67391"/>
                  <a:pt x="27169" y="68371"/>
                  <a:pt x="27169" y="69571"/>
                </a:cubicBezTo>
                <a:lnTo>
                  <a:pt x="27169" y="71742"/>
                </a:lnTo>
                <a:cubicBezTo>
                  <a:pt x="27169" y="72942"/>
                  <a:pt x="26196" y="73913"/>
                  <a:pt x="24995" y="73913"/>
                </a:cubicBezTo>
                <a:lnTo>
                  <a:pt x="22822" y="73913"/>
                </a:lnTo>
                <a:cubicBezTo>
                  <a:pt x="21621" y="73913"/>
                  <a:pt x="20647" y="72942"/>
                  <a:pt x="20647" y="71742"/>
                </a:cubicBezTo>
                <a:lnTo>
                  <a:pt x="20647" y="69571"/>
                </a:lnTo>
                <a:cubicBezTo>
                  <a:pt x="20647" y="68371"/>
                  <a:pt x="21621" y="67391"/>
                  <a:pt x="22822" y="67391"/>
                </a:cubicBezTo>
                <a:close/>
                <a:moveTo>
                  <a:pt x="35867" y="67391"/>
                </a:moveTo>
                <a:lnTo>
                  <a:pt x="38041" y="67391"/>
                </a:lnTo>
                <a:cubicBezTo>
                  <a:pt x="39242" y="67391"/>
                  <a:pt x="40215" y="68371"/>
                  <a:pt x="40215" y="69571"/>
                </a:cubicBezTo>
                <a:lnTo>
                  <a:pt x="40215" y="71742"/>
                </a:lnTo>
                <a:cubicBezTo>
                  <a:pt x="40215" y="72942"/>
                  <a:pt x="39242" y="73913"/>
                  <a:pt x="38041" y="73913"/>
                </a:cubicBezTo>
                <a:lnTo>
                  <a:pt x="35867" y="73913"/>
                </a:lnTo>
                <a:cubicBezTo>
                  <a:pt x="34667" y="73913"/>
                  <a:pt x="33692" y="72942"/>
                  <a:pt x="33692" y="71742"/>
                </a:cubicBezTo>
                <a:lnTo>
                  <a:pt x="33692" y="69571"/>
                </a:lnTo>
                <a:cubicBezTo>
                  <a:pt x="33692" y="68371"/>
                  <a:pt x="34667" y="67391"/>
                  <a:pt x="35867" y="67391"/>
                </a:cubicBezTo>
                <a:close/>
                <a:moveTo>
                  <a:pt x="48913" y="67391"/>
                </a:moveTo>
                <a:lnTo>
                  <a:pt x="51087" y="67391"/>
                </a:lnTo>
                <a:cubicBezTo>
                  <a:pt x="52287" y="67391"/>
                  <a:pt x="53261" y="68371"/>
                  <a:pt x="53261" y="69571"/>
                </a:cubicBezTo>
                <a:lnTo>
                  <a:pt x="53261" y="71742"/>
                </a:lnTo>
                <a:cubicBezTo>
                  <a:pt x="53261" y="72942"/>
                  <a:pt x="52287" y="73913"/>
                  <a:pt x="51087" y="73913"/>
                </a:cubicBezTo>
                <a:lnTo>
                  <a:pt x="48913" y="73913"/>
                </a:lnTo>
                <a:cubicBezTo>
                  <a:pt x="47713" y="73913"/>
                  <a:pt x="46738" y="72942"/>
                  <a:pt x="46738" y="71742"/>
                </a:cubicBezTo>
                <a:lnTo>
                  <a:pt x="46738" y="69571"/>
                </a:lnTo>
                <a:cubicBezTo>
                  <a:pt x="46738" y="68371"/>
                  <a:pt x="47713" y="67391"/>
                  <a:pt x="48913" y="67391"/>
                </a:cubicBezTo>
                <a:close/>
                <a:moveTo>
                  <a:pt x="61959" y="67391"/>
                </a:moveTo>
                <a:lnTo>
                  <a:pt x="64133" y="67391"/>
                </a:lnTo>
                <a:cubicBezTo>
                  <a:pt x="65333" y="67391"/>
                  <a:pt x="66307" y="68371"/>
                  <a:pt x="66307" y="69571"/>
                </a:cubicBezTo>
                <a:lnTo>
                  <a:pt x="66307" y="71742"/>
                </a:lnTo>
                <a:cubicBezTo>
                  <a:pt x="66307" y="72942"/>
                  <a:pt x="65333" y="73913"/>
                  <a:pt x="64133" y="73913"/>
                </a:cubicBezTo>
                <a:lnTo>
                  <a:pt x="61959" y="73913"/>
                </a:lnTo>
                <a:cubicBezTo>
                  <a:pt x="60758" y="73913"/>
                  <a:pt x="59784" y="72942"/>
                  <a:pt x="59784" y="71742"/>
                </a:cubicBezTo>
                <a:lnTo>
                  <a:pt x="59784" y="69571"/>
                </a:lnTo>
                <a:cubicBezTo>
                  <a:pt x="59784" y="68371"/>
                  <a:pt x="60758" y="67391"/>
                  <a:pt x="61959" y="67391"/>
                </a:cubicBezTo>
                <a:close/>
                <a:moveTo>
                  <a:pt x="75005" y="67391"/>
                </a:moveTo>
                <a:lnTo>
                  <a:pt x="77178" y="67391"/>
                </a:lnTo>
                <a:cubicBezTo>
                  <a:pt x="78379" y="67391"/>
                  <a:pt x="79352" y="68371"/>
                  <a:pt x="79352" y="69571"/>
                </a:cubicBezTo>
                <a:lnTo>
                  <a:pt x="79352" y="71742"/>
                </a:lnTo>
                <a:cubicBezTo>
                  <a:pt x="79352" y="72942"/>
                  <a:pt x="78379" y="73913"/>
                  <a:pt x="77178" y="73913"/>
                </a:cubicBezTo>
                <a:lnTo>
                  <a:pt x="75005" y="73913"/>
                </a:lnTo>
                <a:cubicBezTo>
                  <a:pt x="73804" y="73913"/>
                  <a:pt x="72830" y="72942"/>
                  <a:pt x="72830" y="71742"/>
                </a:cubicBezTo>
                <a:lnTo>
                  <a:pt x="72830" y="69571"/>
                </a:lnTo>
                <a:cubicBezTo>
                  <a:pt x="72830" y="68371"/>
                  <a:pt x="73804" y="67391"/>
                  <a:pt x="75005" y="67391"/>
                </a:cubicBezTo>
                <a:close/>
                <a:moveTo>
                  <a:pt x="22822" y="80435"/>
                </a:moveTo>
                <a:lnTo>
                  <a:pt x="24995" y="80435"/>
                </a:lnTo>
                <a:cubicBezTo>
                  <a:pt x="26196" y="80435"/>
                  <a:pt x="27169" y="81415"/>
                  <a:pt x="27169" y="82615"/>
                </a:cubicBezTo>
                <a:lnTo>
                  <a:pt x="27169" y="84786"/>
                </a:lnTo>
                <a:cubicBezTo>
                  <a:pt x="27169" y="85986"/>
                  <a:pt x="26196" y="86956"/>
                  <a:pt x="24995" y="86956"/>
                </a:cubicBezTo>
                <a:lnTo>
                  <a:pt x="22822" y="86956"/>
                </a:lnTo>
                <a:cubicBezTo>
                  <a:pt x="21621" y="86956"/>
                  <a:pt x="20647" y="85986"/>
                  <a:pt x="20647" y="84786"/>
                </a:cubicBezTo>
                <a:lnTo>
                  <a:pt x="20647" y="82615"/>
                </a:lnTo>
                <a:cubicBezTo>
                  <a:pt x="20647" y="81415"/>
                  <a:pt x="21621" y="80435"/>
                  <a:pt x="22822" y="80435"/>
                </a:cubicBezTo>
                <a:close/>
                <a:moveTo>
                  <a:pt x="35867" y="80435"/>
                </a:moveTo>
                <a:lnTo>
                  <a:pt x="38041" y="80435"/>
                </a:lnTo>
                <a:cubicBezTo>
                  <a:pt x="39242" y="80435"/>
                  <a:pt x="40215" y="81415"/>
                  <a:pt x="40215" y="82615"/>
                </a:cubicBezTo>
                <a:lnTo>
                  <a:pt x="40215" y="84786"/>
                </a:lnTo>
                <a:cubicBezTo>
                  <a:pt x="40215" y="85986"/>
                  <a:pt x="39242" y="86956"/>
                  <a:pt x="38041" y="86956"/>
                </a:cubicBezTo>
                <a:lnTo>
                  <a:pt x="35867" y="86956"/>
                </a:lnTo>
                <a:cubicBezTo>
                  <a:pt x="34667" y="86956"/>
                  <a:pt x="33692" y="85986"/>
                  <a:pt x="33692" y="84786"/>
                </a:cubicBezTo>
                <a:lnTo>
                  <a:pt x="33692" y="82615"/>
                </a:lnTo>
                <a:cubicBezTo>
                  <a:pt x="33692" y="81415"/>
                  <a:pt x="34667" y="80435"/>
                  <a:pt x="35867" y="80435"/>
                </a:cubicBezTo>
                <a:close/>
                <a:moveTo>
                  <a:pt x="48913" y="80435"/>
                </a:moveTo>
                <a:lnTo>
                  <a:pt x="51087" y="80435"/>
                </a:lnTo>
                <a:cubicBezTo>
                  <a:pt x="52287" y="80435"/>
                  <a:pt x="53261" y="81415"/>
                  <a:pt x="53261" y="82615"/>
                </a:cubicBezTo>
                <a:lnTo>
                  <a:pt x="53261" y="84786"/>
                </a:lnTo>
                <a:cubicBezTo>
                  <a:pt x="53261" y="85986"/>
                  <a:pt x="52287" y="86956"/>
                  <a:pt x="51087" y="86956"/>
                </a:cubicBezTo>
                <a:lnTo>
                  <a:pt x="48913" y="86956"/>
                </a:lnTo>
                <a:cubicBezTo>
                  <a:pt x="47713" y="86956"/>
                  <a:pt x="46738" y="85986"/>
                  <a:pt x="46738" y="84786"/>
                </a:cubicBezTo>
                <a:lnTo>
                  <a:pt x="46738" y="82615"/>
                </a:lnTo>
                <a:cubicBezTo>
                  <a:pt x="46738" y="81415"/>
                  <a:pt x="47713" y="80435"/>
                  <a:pt x="48913" y="80435"/>
                </a:cubicBezTo>
                <a:close/>
                <a:moveTo>
                  <a:pt x="61959" y="80435"/>
                </a:moveTo>
                <a:lnTo>
                  <a:pt x="64133" y="80435"/>
                </a:lnTo>
                <a:cubicBezTo>
                  <a:pt x="65333" y="80435"/>
                  <a:pt x="66307" y="81415"/>
                  <a:pt x="66307" y="82615"/>
                </a:cubicBezTo>
                <a:lnTo>
                  <a:pt x="66307" y="84786"/>
                </a:lnTo>
                <a:cubicBezTo>
                  <a:pt x="66307" y="85986"/>
                  <a:pt x="65333" y="86956"/>
                  <a:pt x="64133" y="86956"/>
                </a:cubicBezTo>
                <a:lnTo>
                  <a:pt x="61959" y="86956"/>
                </a:lnTo>
                <a:cubicBezTo>
                  <a:pt x="60758" y="86956"/>
                  <a:pt x="59784" y="85986"/>
                  <a:pt x="59784" y="84786"/>
                </a:cubicBezTo>
                <a:lnTo>
                  <a:pt x="59784" y="82615"/>
                </a:lnTo>
                <a:cubicBezTo>
                  <a:pt x="59784" y="81415"/>
                  <a:pt x="60758" y="80435"/>
                  <a:pt x="61959" y="80435"/>
                </a:cubicBezTo>
                <a:close/>
                <a:moveTo>
                  <a:pt x="75005" y="80435"/>
                </a:moveTo>
                <a:lnTo>
                  <a:pt x="77178" y="80435"/>
                </a:lnTo>
                <a:cubicBezTo>
                  <a:pt x="78379" y="80435"/>
                  <a:pt x="79352" y="81415"/>
                  <a:pt x="79352" y="82615"/>
                </a:cubicBezTo>
                <a:lnTo>
                  <a:pt x="79352" y="84786"/>
                </a:lnTo>
                <a:cubicBezTo>
                  <a:pt x="79352" y="85986"/>
                  <a:pt x="78379" y="86956"/>
                  <a:pt x="77178" y="86956"/>
                </a:cubicBezTo>
                <a:lnTo>
                  <a:pt x="75005" y="86956"/>
                </a:lnTo>
                <a:cubicBezTo>
                  <a:pt x="73804" y="86956"/>
                  <a:pt x="72830" y="85986"/>
                  <a:pt x="72830" y="84786"/>
                </a:cubicBezTo>
                <a:lnTo>
                  <a:pt x="72830" y="82615"/>
                </a:lnTo>
                <a:cubicBezTo>
                  <a:pt x="72830" y="81415"/>
                  <a:pt x="73804" y="80435"/>
                  <a:pt x="75005" y="8043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7" name="Чёрный — SVG 24">
            <a:extLst>
              <a:ext uri="{FF2B5EF4-FFF2-40B4-BE49-F238E27FC236}">
                <a16:creationId xmlns:a16="http://schemas.microsoft.com/office/drawing/2014/main" id="{C423B252-B714-3A43-94A2-FEC44F375E83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72663 w 113428"/>
              <a:gd name="csY0" fmla="*/ 1 h 155942"/>
              <a:gd name="csX1" fmla="*/ 54237 w 113428"/>
              <a:gd name="csY1" fmla="*/ 9222 h 155942"/>
              <a:gd name="csX2" fmla="*/ 51311 w 113428"/>
              <a:gd name="csY2" fmla="*/ 15124 h 155942"/>
              <a:gd name="csX3" fmla="*/ 36527 w 113428"/>
              <a:gd name="csY3" fmla="*/ 23392 h 155942"/>
              <a:gd name="csX4" fmla="*/ 32069 w 113428"/>
              <a:gd name="csY4" fmla="*/ 32391 h 155942"/>
              <a:gd name="csX5" fmla="*/ 31916 w 113428"/>
              <a:gd name="csY5" fmla="*/ 34483 h 155942"/>
              <a:gd name="csX6" fmla="*/ 32596 w 113428"/>
              <a:gd name="csY6" fmla="*/ 36473 h 155942"/>
              <a:gd name="csX7" fmla="*/ 34009 w 113428"/>
              <a:gd name="csY7" fmla="*/ 38038 h 155942"/>
              <a:gd name="csX8" fmla="*/ 35914 w 113428"/>
              <a:gd name="csY8" fmla="*/ 38940 h 155942"/>
              <a:gd name="csX9" fmla="*/ 38007 w 113428"/>
              <a:gd name="csY9" fmla="*/ 39042 h 155942"/>
              <a:gd name="csX10" fmla="*/ 39980 w 113428"/>
              <a:gd name="csY10" fmla="*/ 38310 h 155942"/>
              <a:gd name="csX11" fmla="*/ 41529 w 113428"/>
              <a:gd name="csY11" fmla="*/ 36882 h 155942"/>
              <a:gd name="csX12" fmla="*/ 42379 w 113428"/>
              <a:gd name="csY12" fmla="*/ 34959 h 155942"/>
              <a:gd name="csX13" fmla="*/ 45016 w 113428"/>
              <a:gd name="csY13" fmla="*/ 29771 h 155942"/>
              <a:gd name="csX14" fmla="*/ 54680 w 113428"/>
              <a:gd name="csY14" fmla="*/ 24872 h 155942"/>
              <a:gd name="csX15" fmla="*/ 57964 w 113428"/>
              <a:gd name="csY15" fmla="*/ 23919 h 155942"/>
              <a:gd name="csX16" fmla="*/ 57981 w 113428"/>
              <a:gd name="csY16" fmla="*/ 23919 h 155942"/>
              <a:gd name="csX17" fmla="*/ 58321 w 113428"/>
              <a:gd name="csY17" fmla="*/ 23647 h 155942"/>
              <a:gd name="csX18" fmla="*/ 58627 w 113428"/>
              <a:gd name="csY18" fmla="*/ 23392 h 155942"/>
              <a:gd name="csX19" fmla="*/ 60243 w 113428"/>
              <a:gd name="csY19" fmla="*/ 20517 h 155942"/>
              <a:gd name="csX20" fmla="*/ 62744 w 113428"/>
              <a:gd name="csY20" fmla="*/ 15601 h 155942"/>
              <a:gd name="csX21" fmla="*/ 72663 w 113428"/>
              <a:gd name="csY21" fmla="*/ 10633 h 155942"/>
              <a:gd name="csX22" fmla="*/ 74722 w 113428"/>
              <a:gd name="csY22" fmla="*/ 10259 h 155942"/>
              <a:gd name="csX23" fmla="*/ 76474 w 113428"/>
              <a:gd name="csY23" fmla="*/ 9102 h 155942"/>
              <a:gd name="csX24" fmla="*/ 77648 w 113428"/>
              <a:gd name="csY24" fmla="*/ 7367 h 155942"/>
              <a:gd name="csX25" fmla="*/ 78056 w 113428"/>
              <a:gd name="csY25" fmla="*/ 5326 h 155942"/>
              <a:gd name="csX26" fmla="*/ 77648 w 113428"/>
              <a:gd name="csY26" fmla="*/ 3268 h 155942"/>
              <a:gd name="csX27" fmla="*/ 76474 w 113428"/>
              <a:gd name="csY27" fmla="*/ 1532 h 155942"/>
              <a:gd name="csX28" fmla="*/ 74722 w 113428"/>
              <a:gd name="csY28" fmla="*/ 393 h 155942"/>
              <a:gd name="csX29" fmla="*/ 72663 w 113428"/>
              <a:gd name="csY29" fmla="*/ 1 h 155942"/>
              <a:gd name="csX30" fmla="*/ 97656 w 113428"/>
              <a:gd name="csY30" fmla="*/ 7027 h 155942"/>
              <a:gd name="csX31" fmla="*/ 94253 w 113428"/>
              <a:gd name="csY31" fmla="*/ 8116 h 155942"/>
              <a:gd name="csX32" fmla="*/ 92331 w 113428"/>
              <a:gd name="csY32" fmla="*/ 11127 h 155942"/>
              <a:gd name="csX33" fmla="*/ 89694 w 113428"/>
              <a:gd name="csY33" fmla="*/ 16298 h 155942"/>
              <a:gd name="csX34" fmla="*/ 79758 w 113428"/>
              <a:gd name="csY34" fmla="*/ 21265 h 155942"/>
              <a:gd name="csX35" fmla="*/ 77699 w 113428"/>
              <a:gd name="csY35" fmla="*/ 21657 h 155942"/>
              <a:gd name="csX36" fmla="*/ 75947 w 113428"/>
              <a:gd name="csY36" fmla="*/ 22796 h 155942"/>
              <a:gd name="csX37" fmla="*/ 74773 w 113428"/>
              <a:gd name="csY37" fmla="*/ 24532 h 155942"/>
              <a:gd name="csX38" fmla="*/ 74364 w 113428"/>
              <a:gd name="csY38" fmla="*/ 26590 h 155942"/>
              <a:gd name="csX39" fmla="*/ 74773 w 113428"/>
              <a:gd name="csY39" fmla="*/ 28631 h 155942"/>
              <a:gd name="csX40" fmla="*/ 75947 w 113428"/>
              <a:gd name="csY40" fmla="*/ 30366 h 155942"/>
              <a:gd name="csX41" fmla="*/ 77699 w 113428"/>
              <a:gd name="csY41" fmla="*/ 31523 h 155942"/>
              <a:gd name="csX42" fmla="*/ 79758 w 113428"/>
              <a:gd name="csY42" fmla="*/ 31897 h 155942"/>
              <a:gd name="csX43" fmla="*/ 98183 w 113428"/>
              <a:gd name="csY43" fmla="*/ 22677 h 155942"/>
              <a:gd name="csX44" fmla="*/ 102641 w 113428"/>
              <a:gd name="csY44" fmla="*/ 13695 h 155942"/>
              <a:gd name="csX45" fmla="*/ 102726 w 113428"/>
              <a:gd name="csY45" fmla="*/ 11331 h 155942"/>
              <a:gd name="csX46" fmla="*/ 101756 w 113428"/>
              <a:gd name="csY46" fmla="*/ 9153 h 155942"/>
              <a:gd name="csX47" fmla="*/ 99953 w 113428"/>
              <a:gd name="csY47" fmla="*/ 7622 h 155942"/>
              <a:gd name="csX48" fmla="*/ 97656 w 113428"/>
              <a:gd name="csY48" fmla="*/ 7027 h 155942"/>
              <a:gd name="csX49" fmla="*/ 26591 w 113428"/>
              <a:gd name="csY49" fmla="*/ 46067 h 155942"/>
              <a:gd name="csX50" fmla="*/ 25162 w 113428"/>
              <a:gd name="csY50" fmla="*/ 46289 h 155942"/>
              <a:gd name="csX51" fmla="*/ 23052 w 113428"/>
              <a:gd name="csY51" fmla="*/ 46289 h 155942"/>
              <a:gd name="csX52" fmla="*/ 19581 w 113428"/>
              <a:gd name="csY52" fmla="*/ 47530 h 155942"/>
              <a:gd name="csX53" fmla="*/ 17744 w 113428"/>
              <a:gd name="csY53" fmla="*/ 50712 h 155942"/>
              <a:gd name="csX54" fmla="*/ 18425 w 113428"/>
              <a:gd name="csY54" fmla="*/ 54335 h 155942"/>
              <a:gd name="csX55" fmla="*/ 21283 w 113428"/>
              <a:gd name="csY55" fmla="*/ 56648 h 155942"/>
              <a:gd name="csX56" fmla="*/ 21283 w 113428"/>
              <a:gd name="csY56" fmla="*/ 71754 h 155942"/>
              <a:gd name="csX57" fmla="*/ 935 w 113428"/>
              <a:gd name="csY57" fmla="*/ 130528 h 155942"/>
              <a:gd name="csX58" fmla="*/ 3776 w 113428"/>
              <a:gd name="csY58" fmla="*/ 147947 h 155942"/>
              <a:gd name="csX59" fmla="*/ 19513 w 113428"/>
              <a:gd name="csY59" fmla="*/ 155942 h 155942"/>
              <a:gd name="csX60" fmla="*/ 93930 w 113428"/>
              <a:gd name="csY60" fmla="*/ 155942 h 155942"/>
              <a:gd name="csX61" fmla="*/ 109650 w 113428"/>
              <a:gd name="csY61" fmla="*/ 147964 h 155942"/>
              <a:gd name="csX62" fmla="*/ 112475 w 113428"/>
              <a:gd name="csY62" fmla="*/ 130443 h 155942"/>
              <a:gd name="csX63" fmla="*/ 92314 w 113428"/>
              <a:gd name="csY63" fmla="*/ 71754 h 155942"/>
              <a:gd name="csX64" fmla="*/ 92195 w 113428"/>
              <a:gd name="csY64" fmla="*/ 56631 h 155942"/>
              <a:gd name="csX65" fmla="*/ 95036 w 113428"/>
              <a:gd name="csY65" fmla="*/ 54301 h 155942"/>
              <a:gd name="csX66" fmla="*/ 95682 w 113428"/>
              <a:gd name="csY66" fmla="*/ 50695 h 155942"/>
              <a:gd name="csX67" fmla="*/ 93845 w 113428"/>
              <a:gd name="csY67" fmla="*/ 47530 h 155942"/>
              <a:gd name="csX68" fmla="*/ 90391 w 113428"/>
              <a:gd name="csY68" fmla="*/ 46289 h 155942"/>
              <a:gd name="csX69" fmla="*/ 88281 w 113428"/>
              <a:gd name="csY69" fmla="*/ 46289 h 155942"/>
              <a:gd name="csX70" fmla="*/ 86852 w 113428"/>
              <a:gd name="csY70" fmla="*/ 46067 h 155942"/>
              <a:gd name="csX71" fmla="*/ 26591 w 113428"/>
              <a:gd name="csY71" fmla="*/ 46067 h 155942"/>
              <a:gd name="csX72" fmla="*/ 58321 w 113428"/>
              <a:gd name="csY72" fmla="*/ 77963 h 155942"/>
              <a:gd name="csX73" fmla="*/ 58389 w 113428"/>
              <a:gd name="csY73" fmla="*/ 77963 h 155942"/>
              <a:gd name="csX74" fmla="*/ 61877 w 113428"/>
              <a:gd name="csY74" fmla="*/ 81519 h 155942"/>
              <a:gd name="csX75" fmla="*/ 61860 w 113428"/>
              <a:gd name="csY75" fmla="*/ 81774 h 155942"/>
              <a:gd name="csX76" fmla="*/ 61826 w 113428"/>
              <a:gd name="csY76" fmla="*/ 98479 h 155942"/>
              <a:gd name="csX77" fmla="*/ 75096 w 113428"/>
              <a:gd name="csY77" fmla="*/ 101200 h 155942"/>
              <a:gd name="csX78" fmla="*/ 77682 w 113428"/>
              <a:gd name="csY78" fmla="*/ 103395 h 155942"/>
              <a:gd name="csX79" fmla="*/ 77240 w 113428"/>
              <a:gd name="csY79" fmla="*/ 106763 h 155942"/>
              <a:gd name="csX80" fmla="*/ 57930 w 113428"/>
              <a:gd name="csY80" fmla="*/ 133215 h 155942"/>
              <a:gd name="csX81" fmla="*/ 55055 w 113428"/>
              <a:gd name="csY81" fmla="*/ 134678 h 155942"/>
              <a:gd name="csX82" fmla="*/ 53948 w 113428"/>
              <a:gd name="csY82" fmla="*/ 134491 h 155942"/>
              <a:gd name="csX83" fmla="*/ 51516 w 113428"/>
              <a:gd name="csY83" fmla="*/ 131123 h 155942"/>
              <a:gd name="csX84" fmla="*/ 51533 w 113428"/>
              <a:gd name="csY84" fmla="*/ 114163 h 155942"/>
              <a:gd name="csX85" fmla="*/ 38279 w 113428"/>
              <a:gd name="csY85" fmla="*/ 111441 h 155942"/>
              <a:gd name="csX86" fmla="*/ 35693 w 113428"/>
              <a:gd name="csY86" fmla="*/ 109247 h 155942"/>
              <a:gd name="csX87" fmla="*/ 36135 w 113428"/>
              <a:gd name="csY87" fmla="*/ 105879 h 155942"/>
              <a:gd name="csX88" fmla="*/ 55429 w 113428"/>
              <a:gd name="csY88" fmla="*/ 79460 h 155942"/>
              <a:gd name="csX89" fmla="*/ 55616 w 113428"/>
              <a:gd name="csY89" fmla="*/ 79222 h 155942"/>
              <a:gd name="csX90" fmla="*/ 56262 w 113428"/>
              <a:gd name="csY90" fmla="*/ 78627 h 155942"/>
              <a:gd name="csX91" fmla="*/ 58032 w 113428"/>
              <a:gd name="csY91" fmla="*/ 77980 h 155942"/>
              <a:gd name="csX92" fmla="*/ 58321 w 113428"/>
              <a:gd name="csY92" fmla="*/ 77963 h 155942"/>
            </a:gdLst>
            <a:ahLst/>
            <a:cxnLst/>
            <a:rect l="l" t="t" r="r" b="b"/>
            <a:pathLst>
              <a:path w="100000" h="100000">
                <a:moveTo>
                  <a:pt x="60228" y="1"/>
                </a:moveTo>
                <a:cubicBezTo>
                  <a:pt x="54554" y="1"/>
                  <a:pt x="50550" y="3056"/>
                  <a:pt x="48412" y="5914"/>
                </a:cubicBezTo>
                <a:cubicBezTo>
                  <a:pt x="47005" y="7779"/>
                  <a:pt x="46917" y="8608"/>
                  <a:pt x="46535" y="9698"/>
                </a:cubicBezTo>
                <a:cubicBezTo>
                  <a:pt x="42226" y="10451"/>
                  <a:pt x="38844" y="12600"/>
                  <a:pt x="37055" y="15000"/>
                </a:cubicBezTo>
                <a:cubicBezTo>
                  <a:pt x="34905" y="17859"/>
                  <a:pt x="34196" y="20771"/>
                  <a:pt x="34196" y="20771"/>
                </a:cubicBezTo>
                <a:cubicBezTo>
                  <a:pt x="34076" y="21207"/>
                  <a:pt x="34043" y="21665"/>
                  <a:pt x="34098" y="22113"/>
                </a:cubicBezTo>
                <a:cubicBezTo>
                  <a:pt x="34163" y="22560"/>
                  <a:pt x="34305" y="22996"/>
                  <a:pt x="34534" y="23389"/>
                </a:cubicBezTo>
                <a:cubicBezTo>
                  <a:pt x="34764" y="23782"/>
                  <a:pt x="35069" y="24120"/>
                  <a:pt x="35440" y="24392"/>
                </a:cubicBezTo>
                <a:cubicBezTo>
                  <a:pt x="35800" y="24666"/>
                  <a:pt x="36215" y="24862"/>
                  <a:pt x="36662" y="24971"/>
                </a:cubicBezTo>
                <a:cubicBezTo>
                  <a:pt x="37098" y="25091"/>
                  <a:pt x="37556" y="25102"/>
                  <a:pt x="38004" y="25036"/>
                </a:cubicBezTo>
                <a:cubicBezTo>
                  <a:pt x="38451" y="24971"/>
                  <a:pt x="38888" y="24807"/>
                  <a:pt x="39269" y="24567"/>
                </a:cubicBezTo>
                <a:cubicBezTo>
                  <a:pt x="39662" y="24327"/>
                  <a:pt x="39989" y="24022"/>
                  <a:pt x="40262" y="23651"/>
                </a:cubicBezTo>
                <a:cubicBezTo>
                  <a:pt x="40524" y="23280"/>
                  <a:pt x="40709" y="22866"/>
                  <a:pt x="40807" y="22418"/>
                </a:cubicBezTo>
                <a:cubicBezTo>
                  <a:pt x="40807" y="22418"/>
                  <a:pt x="41233" y="20782"/>
                  <a:pt x="42498" y="19091"/>
                </a:cubicBezTo>
                <a:cubicBezTo>
                  <a:pt x="43743" y="17433"/>
                  <a:pt x="45434" y="16015"/>
                  <a:pt x="48696" y="15950"/>
                </a:cubicBezTo>
                <a:cubicBezTo>
                  <a:pt x="49449" y="15982"/>
                  <a:pt x="50190" y="15774"/>
                  <a:pt x="50802" y="15338"/>
                </a:cubicBezTo>
                <a:cubicBezTo>
                  <a:pt x="50802" y="15338"/>
                  <a:pt x="50802" y="15338"/>
                  <a:pt x="50812" y="15338"/>
                </a:cubicBezTo>
                <a:cubicBezTo>
                  <a:pt x="50878" y="15284"/>
                  <a:pt x="50954" y="15229"/>
                  <a:pt x="51031" y="15164"/>
                </a:cubicBezTo>
                <a:cubicBezTo>
                  <a:pt x="51096" y="15109"/>
                  <a:pt x="51161" y="15055"/>
                  <a:pt x="51227" y="15000"/>
                </a:cubicBezTo>
                <a:cubicBezTo>
                  <a:pt x="51762" y="14509"/>
                  <a:pt x="52121" y="13865"/>
                  <a:pt x="52263" y="13157"/>
                </a:cubicBezTo>
                <a:cubicBezTo>
                  <a:pt x="52296" y="13004"/>
                  <a:pt x="52656" y="11608"/>
                  <a:pt x="53867" y="10004"/>
                </a:cubicBezTo>
                <a:cubicBezTo>
                  <a:pt x="55133" y="8313"/>
                  <a:pt x="56824" y="6819"/>
                  <a:pt x="60228" y="6819"/>
                </a:cubicBezTo>
                <a:cubicBezTo>
                  <a:pt x="60686" y="6829"/>
                  <a:pt x="61133" y="6742"/>
                  <a:pt x="61548" y="6579"/>
                </a:cubicBezTo>
                <a:cubicBezTo>
                  <a:pt x="61973" y="6404"/>
                  <a:pt x="62355" y="6154"/>
                  <a:pt x="62671" y="5837"/>
                </a:cubicBezTo>
                <a:cubicBezTo>
                  <a:pt x="62999" y="5521"/>
                  <a:pt x="63250" y="5139"/>
                  <a:pt x="63424" y="4724"/>
                </a:cubicBezTo>
                <a:cubicBezTo>
                  <a:pt x="63599" y="4310"/>
                  <a:pt x="63686" y="3862"/>
                  <a:pt x="63686" y="3415"/>
                </a:cubicBezTo>
                <a:cubicBezTo>
                  <a:pt x="63686" y="2957"/>
                  <a:pt x="63599" y="2510"/>
                  <a:pt x="63424" y="2096"/>
                </a:cubicBezTo>
                <a:cubicBezTo>
                  <a:pt x="63250" y="1681"/>
                  <a:pt x="62999" y="1299"/>
                  <a:pt x="62671" y="982"/>
                </a:cubicBezTo>
                <a:cubicBezTo>
                  <a:pt x="62355" y="666"/>
                  <a:pt x="61973" y="416"/>
                  <a:pt x="61548" y="252"/>
                </a:cubicBezTo>
                <a:cubicBezTo>
                  <a:pt x="61133" y="77"/>
                  <a:pt x="60686" y="-10"/>
                  <a:pt x="60228" y="1"/>
                </a:cubicBezTo>
                <a:close/>
                <a:moveTo>
                  <a:pt x="76255" y="4506"/>
                </a:moveTo>
                <a:cubicBezTo>
                  <a:pt x="75469" y="4473"/>
                  <a:pt x="74705" y="4724"/>
                  <a:pt x="74072" y="5204"/>
                </a:cubicBezTo>
                <a:cubicBezTo>
                  <a:pt x="73451" y="5684"/>
                  <a:pt x="73014" y="6361"/>
                  <a:pt x="72840" y="7135"/>
                </a:cubicBezTo>
                <a:cubicBezTo>
                  <a:pt x="72840" y="7135"/>
                  <a:pt x="72414" y="8760"/>
                  <a:pt x="71149" y="10451"/>
                </a:cubicBezTo>
                <a:cubicBezTo>
                  <a:pt x="69872" y="12142"/>
                  <a:pt x="68192" y="13636"/>
                  <a:pt x="64777" y="13636"/>
                </a:cubicBezTo>
                <a:cubicBezTo>
                  <a:pt x="64330" y="13626"/>
                  <a:pt x="63872" y="13713"/>
                  <a:pt x="63457" y="13888"/>
                </a:cubicBezTo>
                <a:cubicBezTo>
                  <a:pt x="63043" y="14051"/>
                  <a:pt x="62660" y="14302"/>
                  <a:pt x="62333" y="14618"/>
                </a:cubicBezTo>
                <a:cubicBezTo>
                  <a:pt x="62017" y="14935"/>
                  <a:pt x="61755" y="15317"/>
                  <a:pt x="61581" y="15731"/>
                </a:cubicBezTo>
                <a:cubicBezTo>
                  <a:pt x="61406" y="16146"/>
                  <a:pt x="61318" y="16593"/>
                  <a:pt x="61318" y="17051"/>
                </a:cubicBezTo>
                <a:cubicBezTo>
                  <a:pt x="61318" y="17498"/>
                  <a:pt x="61406" y="17946"/>
                  <a:pt x="61581" y="18360"/>
                </a:cubicBezTo>
                <a:cubicBezTo>
                  <a:pt x="61755" y="18774"/>
                  <a:pt x="62017" y="19156"/>
                  <a:pt x="62333" y="19473"/>
                </a:cubicBezTo>
                <a:cubicBezTo>
                  <a:pt x="62660" y="19789"/>
                  <a:pt x="63043" y="20040"/>
                  <a:pt x="63457" y="20215"/>
                </a:cubicBezTo>
                <a:cubicBezTo>
                  <a:pt x="63872" y="20378"/>
                  <a:pt x="64330" y="20465"/>
                  <a:pt x="64777" y="20454"/>
                </a:cubicBezTo>
                <a:cubicBezTo>
                  <a:pt x="70461" y="20454"/>
                  <a:pt x="74455" y="17400"/>
                  <a:pt x="76593" y="14542"/>
                </a:cubicBezTo>
                <a:cubicBezTo>
                  <a:pt x="78731" y="11695"/>
                  <a:pt x="79451" y="8782"/>
                  <a:pt x="79451" y="8782"/>
                </a:cubicBezTo>
                <a:cubicBezTo>
                  <a:pt x="79582" y="8281"/>
                  <a:pt x="79593" y="7768"/>
                  <a:pt x="79506" y="7266"/>
                </a:cubicBezTo>
                <a:cubicBezTo>
                  <a:pt x="79408" y="6753"/>
                  <a:pt x="79190" y="6284"/>
                  <a:pt x="78884" y="5869"/>
                </a:cubicBezTo>
                <a:cubicBezTo>
                  <a:pt x="78579" y="5455"/>
                  <a:pt x="78185" y="5128"/>
                  <a:pt x="77728" y="4888"/>
                </a:cubicBezTo>
                <a:cubicBezTo>
                  <a:pt x="77269" y="4648"/>
                  <a:pt x="76768" y="4517"/>
                  <a:pt x="76255" y="4506"/>
                </a:cubicBezTo>
                <a:close/>
                <a:moveTo>
                  <a:pt x="30683" y="29541"/>
                </a:moveTo>
                <a:cubicBezTo>
                  <a:pt x="30367" y="29541"/>
                  <a:pt x="30061" y="29607"/>
                  <a:pt x="29767" y="29683"/>
                </a:cubicBezTo>
                <a:lnTo>
                  <a:pt x="28414" y="29683"/>
                </a:lnTo>
                <a:cubicBezTo>
                  <a:pt x="27596" y="29683"/>
                  <a:pt x="26810" y="29956"/>
                  <a:pt x="26188" y="30479"/>
                </a:cubicBezTo>
                <a:cubicBezTo>
                  <a:pt x="25567" y="31003"/>
                  <a:pt x="25152" y="31723"/>
                  <a:pt x="25010" y="32520"/>
                </a:cubicBezTo>
                <a:cubicBezTo>
                  <a:pt x="24879" y="33316"/>
                  <a:pt x="25032" y="34145"/>
                  <a:pt x="25447" y="34843"/>
                </a:cubicBezTo>
                <a:cubicBezTo>
                  <a:pt x="25861" y="35531"/>
                  <a:pt x="26505" y="36065"/>
                  <a:pt x="27279" y="36326"/>
                </a:cubicBezTo>
                <a:lnTo>
                  <a:pt x="27279" y="46013"/>
                </a:lnTo>
                <a:lnTo>
                  <a:pt x="14231" y="83703"/>
                </a:lnTo>
                <a:cubicBezTo>
                  <a:pt x="13009" y="87554"/>
                  <a:pt x="13674" y="91623"/>
                  <a:pt x="16053" y="94873"/>
                </a:cubicBezTo>
                <a:cubicBezTo>
                  <a:pt x="18431" y="98135"/>
                  <a:pt x="22118" y="100000"/>
                  <a:pt x="26144" y="100000"/>
                </a:cubicBezTo>
                <a:lnTo>
                  <a:pt x="73865" y="100000"/>
                </a:lnTo>
                <a:cubicBezTo>
                  <a:pt x="77891" y="100000"/>
                  <a:pt x="81568" y="98135"/>
                  <a:pt x="83946" y="94884"/>
                </a:cubicBezTo>
                <a:cubicBezTo>
                  <a:pt x="86324" y="91633"/>
                  <a:pt x="87001" y="87565"/>
                  <a:pt x="85758" y="83648"/>
                </a:cubicBezTo>
                <a:lnTo>
                  <a:pt x="72829" y="46013"/>
                </a:lnTo>
                <a:lnTo>
                  <a:pt x="72753" y="36315"/>
                </a:lnTo>
                <a:cubicBezTo>
                  <a:pt x="73516" y="36043"/>
                  <a:pt x="74160" y="35520"/>
                  <a:pt x="74575" y="34821"/>
                </a:cubicBezTo>
                <a:cubicBezTo>
                  <a:pt x="74978" y="34123"/>
                  <a:pt x="75131" y="33305"/>
                  <a:pt x="74989" y="32509"/>
                </a:cubicBezTo>
                <a:cubicBezTo>
                  <a:pt x="74847" y="31712"/>
                  <a:pt x="74433" y="30992"/>
                  <a:pt x="73811" y="30479"/>
                </a:cubicBezTo>
                <a:cubicBezTo>
                  <a:pt x="73189" y="29956"/>
                  <a:pt x="72403" y="29683"/>
                  <a:pt x="71596" y="29683"/>
                </a:cubicBezTo>
                <a:lnTo>
                  <a:pt x="70243" y="29683"/>
                </a:lnTo>
                <a:cubicBezTo>
                  <a:pt x="69948" y="29607"/>
                  <a:pt x="69643" y="29541"/>
                  <a:pt x="69326" y="29541"/>
                </a:cubicBezTo>
                <a:lnTo>
                  <a:pt x="30683" y="29541"/>
                </a:lnTo>
                <a:close/>
                <a:moveTo>
                  <a:pt x="51031" y="49995"/>
                </a:moveTo>
                <a:lnTo>
                  <a:pt x="51074" y="49995"/>
                </a:lnTo>
                <a:cubicBezTo>
                  <a:pt x="52307" y="50017"/>
                  <a:pt x="53311" y="51020"/>
                  <a:pt x="53311" y="52275"/>
                </a:cubicBezTo>
                <a:cubicBezTo>
                  <a:pt x="53311" y="52330"/>
                  <a:pt x="53311" y="52384"/>
                  <a:pt x="53300" y="52439"/>
                </a:cubicBezTo>
                <a:lnTo>
                  <a:pt x="53278" y="63151"/>
                </a:lnTo>
                <a:lnTo>
                  <a:pt x="61788" y="64896"/>
                </a:lnTo>
                <a:cubicBezTo>
                  <a:pt x="62541" y="65049"/>
                  <a:pt x="63163" y="65583"/>
                  <a:pt x="63446" y="66303"/>
                </a:cubicBezTo>
                <a:cubicBezTo>
                  <a:pt x="63729" y="67024"/>
                  <a:pt x="63620" y="67831"/>
                  <a:pt x="63163" y="68463"/>
                </a:cubicBezTo>
                <a:lnTo>
                  <a:pt x="50780" y="85426"/>
                </a:lnTo>
                <a:cubicBezTo>
                  <a:pt x="50343" y="86026"/>
                  <a:pt x="49645" y="86364"/>
                  <a:pt x="48936" y="86364"/>
                </a:cubicBezTo>
                <a:cubicBezTo>
                  <a:pt x="48707" y="86364"/>
                  <a:pt x="48467" y="86321"/>
                  <a:pt x="48226" y="86244"/>
                </a:cubicBezTo>
                <a:cubicBezTo>
                  <a:pt x="47300" y="85939"/>
                  <a:pt x="46667" y="85066"/>
                  <a:pt x="46667" y="84084"/>
                </a:cubicBezTo>
                <a:lnTo>
                  <a:pt x="46678" y="73209"/>
                </a:lnTo>
                <a:lnTo>
                  <a:pt x="38178" y="71463"/>
                </a:lnTo>
                <a:cubicBezTo>
                  <a:pt x="37425" y="71310"/>
                  <a:pt x="36793" y="70776"/>
                  <a:pt x="36520" y="70056"/>
                </a:cubicBezTo>
                <a:cubicBezTo>
                  <a:pt x="36237" y="69336"/>
                  <a:pt x="36346" y="68529"/>
                  <a:pt x="36803" y="67896"/>
                </a:cubicBezTo>
                <a:lnTo>
                  <a:pt x="49176" y="50955"/>
                </a:lnTo>
                <a:cubicBezTo>
                  <a:pt x="49220" y="50900"/>
                  <a:pt x="49252" y="50846"/>
                  <a:pt x="49296" y="50802"/>
                </a:cubicBezTo>
                <a:cubicBezTo>
                  <a:pt x="49416" y="50650"/>
                  <a:pt x="49558" y="50530"/>
                  <a:pt x="49710" y="50421"/>
                </a:cubicBezTo>
                <a:cubicBezTo>
                  <a:pt x="50038" y="50192"/>
                  <a:pt x="50419" y="50038"/>
                  <a:pt x="50845" y="50006"/>
                </a:cubicBezTo>
                <a:cubicBezTo>
                  <a:pt x="50911" y="50006"/>
                  <a:pt x="50965" y="49995"/>
                  <a:pt x="51031" y="4999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8" name="Чёрный — SVG 25">
            <a:extLst>
              <a:ext uri="{FF2B5EF4-FFF2-40B4-BE49-F238E27FC236}">
                <a16:creationId xmlns:a16="http://schemas.microsoft.com/office/drawing/2014/main" id="{697D3937-5126-C345-BEC4-68D7CBB8CEF7}"/>
              </a:ext>
            </a:extLst>
          </p:cNvPr>
          <p:cNvSpPr>
            <a:spLocks noGrp="1"/>
          </p:cNvSpPr>
          <p:nvPr/>
        </p:nvSpPr>
        <p:spPr>
          <a:xfrm>
            <a:off x="4020000" y="3210000"/>
            <a:ext cx="220000" cy="220000"/>
          </a:xfrm>
          <a:custGeom>
            <a:avLst/>
            <a:gdLst>
              <a:gd name="csX0" fmla="*/ 92162 w 134695"/>
              <a:gd name="csY0" fmla="*/ 21264 h 163017"/>
              <a:gd name="csX1" fmla="*/ 79555 w 134695"/>
              <a:gd name="csY1" fmla="*/ 17130 h 163017"/>
              <a:gd name="csX2" fmla="*/ 70895 w 134695"/>
              <a:gd name="csY2" fmla="*/ 14170 h 163017"/>
              <a:gd name="csX3" fmla="*/ 67339 w 134695"/>
              <a:gd name="csY3" fmla="*/ 10632 h 163017"/>
              <a:gd name="csX4" fmla="*/ 67339 w 134695"/>
              <a:gd name="csY4" fmla="*/ 3538 h 163017"/>
              <a:gd name="csX5" fmla="*/ 70895 w 134695"/>
              <a:gd name="csY5" fmla="*/ 0 h 163017"/>
              <a:gd name="csX6" fmla="*/ 83485 w 134695"/>
              <a:gd name="csY6" fmla="*/ 4134 h 163017"/>
              <a:gd name="csX7" fmla="*/ 92162 w 134695"/>
              <a:gd name="csY7" fmla="*/ 7094 h 163017"/>
              <a:gd name="csX8" fmla="*/ 95700 w 134695"/>
              <a:gd name="csY8" fmla="*/ 10632 h 163017"/>
              <a:gd name="csX9" fmla="*/ 95700 w 134695"/>
              <a:gd name="csY9" fmla="*/ 17726 h 163017"/>
              <a:gd name="csX10" fmla="*/ 92162 w 134695"/>
              <a:gd name="csY10" fmla="*/ 21264 h 163017"/>
              <a:gd name="csX11" fmla="*/ 115198 w 134695"/>
              <a:gd name="csY11" fmla="*/ 81517 h 163017"/>
              <a:gd name="csX12" fmla="*/ 109873 w 134695"/>
              <a:gd name="csY12" fmla="*/ 81517 h 163017"/>
              <a:gd name="csX13" fmla="*/ 109873 w 134695"/>
              <a:gd name="csY13" fmla="*/ 67330 h 163017"/>
              <a:gd name="csX14" fmla="*/ 108324 w 134695"/>
              <a:gd name="csY14" fmla="*/ 63570 h 163017"/>
              <a:gd name="csX15" fmla="*/ 71099 w 134695"/>
              <a:gd name="csY15" fmla="*/ 26367 h 163017"/>
              <a:gd name="csX16" fmla="*/ 63579 w 134695"/>
              <a:gd name="csY16" fmla="*/ 26367 h 163017"/>
              <a:gd name="csX17" fmla="*/ 26371 w 134695"/>
              <a:gd name="csY17" fmla="*/ 63570 h 163017"/>
              <a:gd name="csX18" fmla="*/ 24805 w 134695"/>
              <a:gd name="csY18" fmla="*/ 67330 h 163017"/>
              <a:gd name="csX19" fmla="*/ 24805 w 134695"/>
              <a:gd name="csY19" fmla="*/ 81517 h 163017"/>
              <a:gd name="csX20" fmla="*/ 19497 w 134695"/>
              <a:gd name="csY20" fmla="*/ 81517 h 163017"/>
              <a:gd name="csX21" fmla="*/ 0 w 134695"/>
              <a:gd name="csY21" fmla="*/ 100995 h 163017"/>
              <a:gd name="csX22" fmla="*/ 0 w 134695"/>
              <a:gd name="csY22" fmla="*/ 157710 h 163017"/>
              <a:gd name="csX23" fmla="*/ 5308 w 134695"/>
              <a:gd name="csY23" fmla="*/ 163017 h 163017"/>
              <a:gd name="csX24" fmla="*/ 44303 w 134695"/>
              <a:gd name="csY24" fmla="*/ 163017 h 163017"/>
              <a:gd name="csX25" fmla="*/ 49628 w 134695"/>
              <a:gd name="csY25" fmla="*/ 157710 h 163017"/>
              <a:gd name="csX26" fmla="*/ 49628 w 134695"/>
              <a:gd name="csY26" fmla="*/ 138981 h 163017"/>
              <a:gd name="csX27" fmla="*/ 65604 w 134695"/>
              <a:gd name="csY27" fmla="*/ 120575 h 163017"/>
              <a:gd name="csX28" fmla="*/ 85067 w 134695"/>
              <a:gd name="csY28" fmla="*/ 138215 h 163017"/>
              <a:gd name="csX29" fmla="*/ 85067 w 134695"/>
              <a:gd name="csY29" fmla="*/ 157710 h 163017"/>
              <a:gd name="csX30" fmla="*/ 90375 w 134695"/>
              <a:gd name="csY30" fmla="*/ 163017 h 163017"/>
              <a:gd name="csX31" fmla="*/ 129370 w 134695"/>
              <a:gd name="csY31" fmla="*/ 163017 h 163017"/>
              <a:gd name="csX32" fmla="*/ 134695 w 134695"/>
              <a:gd name="csY32" fmla="*/ 157710 h 163017"/>
              <a:gd name="csX33" fmla="*/ 134695 w 134695"/>
              <a:gd name="csY33" fmla="*/ 100995 h 163017"/>
              <a:gd name="csX34" fmla="*/ 115198 w 134695"/>
              <a:gd name="csY34" fmla="*/ 81517 h 163017"/>
              <a:gd name="csX35" fmla="*/ 35439 w 134695"/>
              <a:gd name="csY35" fmla="*/ 138215 h 163017"/>
              <a:gd name="csX36" fmla="*/ 31900 w 134695"/>
              <a:gd name="csY36" fmla="*/ 141753 h 163017"/>
              <a:gd name="csX37" fmla="*/ 24805 w 134695"/>
              <a:gd name="csY37" fmla="*/ 141753 h 163017"/>
              <a:gd name="csX38" fmla="*/ 21267 w 134695"/>
              <a:gd name="csY38" fmla="*/ 138215 h 163017"/>
              <a:gd name="csX39" fmla="*/ 21267 w 134695"/>
              <a:gd name="csY39" fmla="*/ 131122 h 163017"/>
              <a:gd name="csX40" fmla="*/ 24805 w 134695"/>
              <a:gd name="csY40" fmla="*/ 127583 h 163017"/>
              <a:gd name="csX41" fmla="*/ 31900 w 134695"/>
              <a:gd name="csY41" fmla="*/ 127583 h 163017"/>
              <a:gd name="csX42" fmla="*/ 35439 w 134695"/>
              <a:gd name="csY42" fmla="*/ 131122 h 163017"/>
              <a:gd name="csX43" fmla="*/ 35439 w 134695"/>
              <a:gd name="csY43" fmla="*/ 138215 h 163017"/>
              <a:gd name="csX44" fmla="*/ 35439 w 134695"/>
              <a:gd name="csY44" fmla="*/ 113413 h 163017"/>
              <a:gd name="csX45" fmla="*/ 31900 w 134695"/>
              <a:gd name="csY45" fmla="*/ 116951 h 163017"/>
              <a:gd name="csX46" fmla="*/ 24805 w 134695"/>
              <a:gd name="csY46" fmla="*/ 116951 h 163017"/>
              <a:gd name="csX47" fmla="*/ 21267 w 134695"/>
              <a:gd name="csY47" fmla="*/ 113413 h 163017"/>
              <a:gd name="csX48" fmla="*/ 21267 w 134695"/>
              <a:gd name="csY48" fmla="*/ 106319 h 163017"/>
              <a:gd name="csX49" fmla="*/ 24805 w 134695"/>
              <a:gd name="csY49" fmla="*/ 102781 h 163017"/>
              <a:gd name="csX50" fmla="*/ 31900 w 134695"/>
              <a:gd name="csY50" fmla="*/ 102781 h 163017"/>
              <a:gd name="csX51" fmla="*/ 35439 w 134695"/>
              <a:gd name="csY51" fmla="*/ 106319 h 163017"/>
              <a:gd name="csX52" fmla="*/ 35439 w 134695"/>
              <a:gd name="csY52" fmla="*/ 113413 h 163017"/>
              <a:gd name="csX53" fmla="*/ 67339 w 134695"/>
              <a:gd name="csY53" fmla="*/ 92149 h 163017"/>
              <a:gd name="csX54" fmla="*/ 53167 w 134695"/>
              <a:gd name="csY54" fmla="*/ 77962 h 163017"/>
              <a:gd name="csX55" fmla="*/ 67339 w 134695"/>
              <a:gd name="csY55" fmla="*/ 63792 h 163017"/>
              <a:gd name="csX56" fmla="*/ 81528 w 134695"/>
              <a:gd name="csY56" fmla="*/ 77962 h 163017"/>
              <a:gd name="csX57" fmla="*/ 67339 w 134695"/>
              <a:gd name="csY57" fmla="*/ 92149 h 163017"/>
              <a:gd name="csX58" fmla="*/ 116967 w 134695"/>
              <a:gd name="csY58" fmla="*/ 138215 h 163017"/>
              <a:gd name="csX59" fmla="*/ 113428 w 134695"/>
              <a:gd name="csY59" fmla="*/ 141753 h 163017"/>
              <a:gd name="csX60" fmla="*/ 106334 w 134695"/>
              <a:gd name="csY60" fmla="*/ 141753 h 163017"/>
              <a:gd name="csX61" fmla="*/ 102795 w 134695"/>
              <a:gd name="csY61" fmla="*/ 138215 h 163017"/>
              <a:gd name="csX62" fmla="*/ 102795 w 134695"/>
              <a:gd name="csY62" fmla="*/ 131122 h 163017"/>
              <a:gd name="csX63" fmla="*/ 106334 w 134695"/>
              <a:gd name="csY63" fmla="*/ 127583 h 163017"/>
              <a:gd name="csX64" fmla="*/ 113428 w 134695"/>
              <a:gd name="csY64" fmla="*/ 127583 h 163017"/>
              <a:gd name="csX65" fmla="*/ 116967 w 134695"/>
              <a:gd name="csY65" fmla="*/ 131122 h 163017"/>
              <a:gd name="csX66" fmla="*/ 116967 w 134695"/>
              <a:gd name="csY66" fmla="*/ 138215 h 163017"/>
              <a:gd name="csX67" fmla="*/ 116967 w 134695"/>
              <a:gd name="csY67" fmla="*/ 113413 h 163017"/>
              <a:gd name="csX68" fmla="*/ 113428 w 134695"/>
              <a:gd name="csY68" fmla="*/ 116951 h 163017"/>
              <a:gd name="csX69" fmla="*/ 106334 w 134695"/>
              <a:gd name="csY69" fmla="*/ 116951 h 163017"/>
              <a:gd name="csX70" fmla="*/ 102795 w 134695"/>
              <a:gd name="csY70" fmla="*/ 113413 h 163017"/>
              <a:gd name="csX71" fmla="*/ 102795 w 134695"/>
              <a:gd name="csY71" fmla="*/ 106319 h 163017"/>
              <a:gd name="csX72" fmla="*/ 106334 w 134695"/>
              <a:gd name="csY72" fmla="*/ 102781 h 163017"/>
              <a:gd name="csX73" fmla="*/ 113428 w 134695"/>
              <a:gd name="csY73" fmla="*/ 102781 h 163017"/>
              <a:gd name="csX74" fmla="*/ 116967 w 134695"/>
              <a:gd name="csY74" fmla="*/ 106319 h 163017"/>
              <a:gd name="csX75" fmla="*/ 116967 w 134695"/>
              <a:gd name="csY75" fmla="*/ 113413 h 163017"/>
            </a:gdLst>
            <a:ahLst/>
            <a:cxnLst/>
            <a:rect l="l" t="t" r="r" b="b"/>
            <a:pathLst>
              <a:path w="100000" h="100000">
                <a:moveTo>
                  <a:pt x="65222" y="13044"/>
                </a:moveTo>
                <a:cubicBezTo>
                  <a:pt x="61298" y="13044"/>
                  <a:pt x="59190" y="11635"/>
                  <a:pt x="57488" y="10508"/>
                </a:cubicBezTo>
                <a:cubicBezTo>
                  <a:pt x="55975" y="9496"/>
                  <a:pt x="54775" y="8692"/>
                  <a:pt x="52176" y="8692"/>
                </a:cubicBezTo>
                <a:cubicBezTo>
                  <a:pt x="50965" y="8692"/>
                  <a:pt x="49995" y="7722"/>
                  <a:pt x="49995" y="6522"/>
                </a:cubicBezTo>
                <a:lnTo>
                  <a:pt x="49995" y="2170"/>
                </a:lnTo>
                <a:cubicBezTo>
                  <a:pt x="49995" y="970"/>
                  <a:pt x="50965" y="0"/>
                  <a:pt x="52176" y="0"/>
                </a:cubicBezTo>
                <a:cubicBezTo>
                  <a:pt x="56090" y="0"/>
                  <a:pt x="58209" y="1408"/>
                  <a:pt x="59899" y="2536"/>
                </a:cubicBezTo>
                <a:cubicBezTo>
                  <a:pt x="61413" y="3548"/>
                  <a:pt x="62612" y="4352"/>
                  <a:pt x="65222" y="4352"/>
                </a:cubicBezTo>
                <a:cubicBezTo>
                  <a:pt x="66422" y="4352"/>
                  <a:pt x="67392" y="5322"/>
                  <a:pt x="67392" y="6522"/>
                </a:cubicBezTo>
                <a:lnTo>
                  <a:pt x="67392" y="10874"/>
                </a:lnTo>
                <a:cubicBezTo>
                  <a:pt x="67392" y="12074"/>
                  <a:pt x="66422" y="13044"/>
                  <a:pt x="65222" y="13044"/>
                </a:cubicBezTo>
                <a:close/>
                <a:moveTo>
                  <a:pt x="79353" y="50005"/>
                </a:moveTo>
                <a:lnTo>
                  <a:pt x="76087" y="50005"/>
                </a:lnTo>
                <a:lnTo>
                  <a:pt x="76087" y="41302"/>
                </a:lnTo>
                <a:cubicBezTo>
                  <a:pt x="76087" y="40436"/>
                  <a:pt x="75742" y="39612"/>
                  <a:pt x="75136" y="38996"/>
                </a:cubicBezTo>
                <a:lnTo>
                  <a:pt x="52301" y="16174"/>
                </a:lnTo>
                <a:cubicBezTo>
                  <a:pt x="51028" y="14902"/>
                  <a:pt x="48972" y="14902"/>
                  <a:pt x="47688" y="16174"/>
                </a:cubicBezTo>
                <a:lnTo>
                  <a:pt x="24864" y="38996"/>
                </a:lnTo>
                <a:cubicBezTo>
                  <a:pt x="24248" y="39612"/>
                  <a:pt x="23903" y="40436"/>
                  <a:pt x="23903" y="41302"/>
                </a:cubicBezTo>
                <a:lnTo>
                  <a:pt x="23903" y="50005"/>
                </a:lnTo>
                <a:lnTo>
                  <a:pt x="20647" y="50005"/>
                </a:lnTo>
                <a:cubicBezTo>
                  <a:pt x="14041" y="50005"/>
                  <a:pt x="8687" y="55359"/>
                  <a:pt x="8687" y="61954"/>
                </a:cubicBezTo>
                <a:lnTo>
                  <a:pt x="8687" y="96745"/>
                </a:lnTo>
                <a:cubicBezTo>
                  <a:pt x="8687" y="98539"/>
                  <a:pt x="10148" y="100000"/>
                  <a:pt x="11943" y="100000"/>
                </a:cubicBezTo>
                <a:lnTo>
                  <a:pt x="35864" y="100000"/>
                </a:lnTo>
                <a:cubicBezTo>
                  <a:pt x="37669" y="100000"/>
                  <a:pt x="39130" y="98539"/>
                  <a:pt x="39130" y="96745"/>
                </a:cubicBezTo>
                <a:lnTo>
                  <a:pt x="39130" y="85256"/>
                </a:lnTo>
                <a:cubicBezTo>
                  <a:pt x="39130" y="79579"/>
                  <a:pt x="43273" y="74507"/>
                  <a:pt x="48930" y="73965"/>
                </a:cubicBezTo>
                <a:cubicBezTo>
                  <a:pt x="55411" y="73349"/>
                  <a:pt x="60870" y="78431"/>
                  <a:pt x="60870" y="84786"/>
                </a:cubicBezTo>
                <a:lnTo>
                  <a:pt x="60870" y="96745"/>
                </a:lnTo>
                <a:cubicBezTo>
                  <a:pt x="60870" y="98539"/>
                  <a:pt x="62331" y="100000"/>
                  <a:pt x="64126" y="100000"/>
                </a:cubicBezTo>
                <a:lnTo>
                  <a:pt x="88047" y="100000"/>
                </a:lnTo>
                <a:cubicBezTo>
                  <a:pt x="89852" y="100000"/>
                  <a:pt x="91313" y="98539"/>
                  <a:pt x="91313" y="96745"/>
                </a:cubicBezTo>
                <a:lnTo>
                  <a:pt x="91313" y="61954"/>
                </a:lnTo>
                <a:cubicBezTo>
                  <a:pt x="91313" y="55359"/>
                  <a:pt x="85959" y="50005"/>
                  <a:pt x="79353" y="50005"/>
                </a:cubicBezTo>
                <a:close/>
                <a:moveTo>
                  <a:pt x="30426" y="84786"/>
                </a:moveTo>
                <a:cubicBezTo>
                  <a:pt x="30426" y="85986"/>
                  <a:pt x="29456" y="86956"/>
                  <a:pt x="28255" y="86956"/>
                </a:cubicBezTo>
                <a:lnTo>
                  <a:pt x="23903" y="86956"/>
                </a:lnTo>
                <a:cubicBezTo>
                  <a:pt x="22703" y="86956"/>
                  <a:pt x="21733" y="85986"/>
                  <a:pt x="21733" y="84786"/>
                </a:cubicBezTo>
                <a:lnTo>
                  <a:pt x="21733" y="80435"/>
                </a:lnTo>
                <a:cubicBezTo>
                  <a:pt x="21733" y="79234"/>
                  <a:pt x="22703" y="78264"/>
                  <a:pt x="23903" y="78264"/>
                </a:cubicBezTo>
                <a:lnTo>
                  <a:pt x="28255" y="78264"/>
                </a:lnTo>
                <a:cubicBezTo>
                  <a:pt x="29456" y="78264"/>
                  <a:pt x="30426" y="79234"/>
                  <a:pt x="30426" y="80435"/>
                </a:cubicBezTo>
                <a:lnTo>
                  <a:pt x="30426" y="84786"/>
                </a:lnTo>
                <a:close/>
                <a:moveTo>
                  <a:pt x="30426" y="69571"/>
                </a:moveTo>
                <a:cubicBezTo>
                  <a:pt x="30426" y="70771"/>
                  <a:pt x="29456" y="71742"/>
                  <a:pt x="28255" y="71742"/>
                </a:cubicBezTo>
                <a:lnTo>
                  <a:pt x="23903" y="71742"/>
                </a:lnTo>
                <a:cubicBezTo>
                  <a:pt x="22703" y="71742"/>
                  <a:pt x="21733" y="70771"/>
                  <a:pt x="21733" y="69571"/>
                </a:cubicBezTo>
                <a:lnTo>
                  <a:pt x="21733" y="65220"/>
                </a:lnTo>
                <a:cubicBezTo>
                  <a:pt x="21733" y="64020"/>
                  <a:pt x="22703" y="63049"/>
                  <a:pt x="23903" y="63049"/>
                </a:cubicBezTo>
                <a:lnTo>
                  <a:pt x="28255" y="63049"/>
                </a:lnTo>
                <a:cubicBezTo>
                  <a:pt x="29456" y="63049"/>
                  <a:pt x="30426" y="64020"/>
                  <a:pt x="30426" y="65220"/>
                </a:cubicBezTo>
                <a:lnTo>
                  <a:pt x="30426" y="69571"/>
                </a:lnTo>
                <a:close/>
                <a:moveTo>
                  <a:pt x="49995" y="56527"/>
                </a:moveTo>
                <a:cubicBezTo>
                  <a:pt x="45194" y="56527"/>
                  <a:pt x="41301" y="52635"/>
                  <a:pt x="41301" y="47824"/>
                </a:cubicBezTo>
                <a:cubicBezTo>
                  <a:pt x="41301" y="43024"/>
                  <a:pt x="45194" y="39132"/>
                  <a:pt x="49995" y="39132"/>
                </a:cubicBezTo>
                <a:cubicBezTo>
                  <a:pt x="54806" y="39132"/>
                  <a:pt x="58699" y="43024"/>
                  <a:pt x="58699" y="47824"/>
                </a:cubicBezTo>
                <a:cubicBezTo>
                  <a:pt x="58699" y="52635"/>
                  <a:pt x="54806" y="56527"/>
                  <a:pt x="49995" y="56527"/>
                </a:cubicBezTo>
                <a:close/>
                <a:moveTo>
                  <a:pt x="80438" y="84786"/>
                </a:moveTo>
                <a:cubicBezTo>
                  <a:pt x="80438" y="85986"/>
                  <a:pt x="79468" y="86956"/>
                  <a:pt x="78267" y="86956"/>
                </a:cubicBezTo>
                <a:lnTo>
                  <a:pt x="73916" y="86956"/>
                </a:lnTo>
                <a:cubicBezTo>
                  <a:pt x="72715" y="86956"/>
                  <a:pt x="71745" y="85986"/>
                  <a:pt x="71745" y="84786"/>
                </a:cubicBezTo>
                <a:lnTo>
                  <a:pt x="71745" y="80435"/>
                </a:lnTo>
                <a:cubicBezTo>
                  <a:pt x="71745" y="79234"/>
                  <a:pt x="72715" y="78264"/>
                  <a:pt x="73916" y="78264"/>
                </a:cubicBezTo>
                <a:lnTo>
                  <a:pt x="78267" y="78264"/>
                </a:lnTo>
                <a:cubicBezTo>
                  <a:pt x="79468" y="78264"/>
                  <a:pt x="80438" y="79234"/>
                  <a:pt x="80438" y="80435"/>
                </a:cubicBezTo>
                <a:lnTo>
                  <a:pt x="80438" y="84786"/>
                </a:lnTo>
                <a:close/>
                <a:moveTo>
                  <a:pt x="80438" y="69571"/>
                </a:moveTo>
                <a:cubicBezTo>
                  <a:pt x="80438" y="70771"/>
                  <a:pt x="79468" y="71742"/>
                  <a:pt x="78267" y="71742"/>
                </a:cubicBezTo>
                <a:lnTo>
                  <a:pt x="73916" y="71742"/>
                </a:lnTo>
                <a:cubicBezTo>
                  <a:pt x="72715" y="71742"/>
                  <a:pt x="71745" y="70771"/>
                  <a:pt x="71745" y="69571"/>
                </a:cubicBezTo>
                <a:lnTo>
                  <a:pt x="71745" y="65220"/>
                </a:lnTo>
                <a:cubicBezTo>
                  <a:pt x="71745" y="64020"/>
                  <a:pt x="72715" y="63049"/>
                  <a:pt x="73916" y="63049"/>
                </a:cubicBezTo>
                <a:lnTo>
                  <a:pt x="78267" y="63049"/>
                </a:lnTo>
                <a:cubicBezTo>
                  <a:pt x="79468" y="63049"/>
                  <a:pt x="80438" y="64020"/>
                  <a:pt x="80438" y="65220"/>
                </a:cubicBezTo>
                <a:lnTo>
                  <a:pt x="80438" y="6957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89" name="Чёрный — SVG 26">
            <a:extLst>
              <a:ext uri="{FF2B5EF4-FFF2-40B4-BE49-F238E27FC236}">
                <a16:creationId xmlns:a16="http://schemas.microsoft.com/office/drawing/2014/main" id="{27348B44-EF77-214E-85F0-6F305BAC51C1}"/>
              </a:ext>
            </a:extLst>
          </p:cNvPr>
          <p:cNvSpPr>
            <a:spLocks noGrp="1"/>
          </p:cNvSpPr>
          <p:nvPr/>
        </p:nvSpPr>
        <p:spPr>
          <a:xfrm>
            <a:off x="4620000" y="3210000"/>
            <a:ext cx="220000" cy="220000"/>
          </a:xfrm>
          <a:custGeom>
            <a:avLst/>
            <a:gdLst>
              <a:gd name="csX0" fmla="*/ 46072 w 148867"/>
              <a:gd name="csY0" fmla="*/ 0 h 134676"/>
              <a:gd name="csX1" fmla="*/ 24806 w 148867"/>
              <a:gd name="csY1" fmla="*/ 21264 h 134676"/>
              <a:gd name="csX2" fmla="*/ 24806 w 148867"/>
              <a:gd name="csY2" fmla="*/ 70885 h 134676"/>
              <a:gd name="csX3" fmla="*/ 27681 w 148867"/>
              <a:gd name="csY3" fmla="*/ 81517 h 134676"/>
              <a:gd name="csX4" fmla="*/ 26575 w 148867"/>
              <a:gd name="csY4" fmla="*/ 81517 h 134676"/>
              <a:gd name="csX5" fmla="*/ 0 w 148867"/>
              <a:gd name="csY5" fmla="*/ 108089 h 134676"/>
              <a:gd name="csX6" fmla="*/ 26575 w 148867"/>
              <a:gd name="csY6" fmla="*/ 134677 h 134676"/>
              <a:gd name="csX7" fmla="*/ 122276 w 148867"/>
              <a:gd name="csY7" fmla="*/ 134677 h 134676"/>
              <a:gd name="csX8" fmla="*/ 148867 w 148867"/>
              <a:gd name="csY8" fmla="*/ 108089 h 134676"/>
              <a:gd name="csX9" fmla="*/ 122276 w 148867"/>
              <a:gd name="csY9" fmla="*/ 81517 h 134676"/>
              <a:gd name="csX10" fmla="*/ 121186 w 148867"/>
              <a:gd name="csY10" fmla="*/ 81517 h 134676"/>
              <a:gd name="csX11" fmla="*/ 124062 w 148867"/>
              <a:gd name="csY11" fmla="*/ 70885 h 134676"/>
              <a:gd name="csX12" fmla="*/ 124062 w 148867"/>
              <a:gd name="csY12" fmla="*/ 21264 h 134676"/>
              <a:gd name="csX13" fmla="*/ 102795 w 148867"/>
              <a:gd name="csY13" fmla="*/ 0 h 134676"/>
              <a:gd name="csX14" fmla="*/ 46072 w 148867"/>
              <a:gd name="csY14" fmla="*/ 0 h 134676"/>
              <a:gd name="csX15" fmla="*/ 62031 w 148867"/>
              <a:gd name="csY15" fmla="*/ 17726 h 134676"/>
              <a:gd name="csX16" fmla="*/ 86837 w 148867"/>
              <a:gd name="csY16" fmla="*/ 17726 h 134676"/>
              <a:gd name="csX17" fmla="*/ 92162 w 148867"/>
              <a:gd name="csY17" fmla="*/ 23033 h 134676"/>
              <a:gd name="csX18" fmla="*/ 86837 w 148867"/>
              <a:gd name="csY18" fmla="*/ 28358 h 134676"/>
              <a:gd name="csX19" fmla="*/ 62031 w 148867"/>
              <a:gd name="csY19" fmla="*/ 28358 h 134676"/>
              <a:gd name="csX20" fmla="*/ 56706 w 148867"/>
              <a:gd name="csY20" fmla="*/ 23033 h 134676"/>
              <a:gd name="csX21" fmla="*/ 62031 w 148867"/>
              <a:gd name="csY21" fmla="*/ 17726 h 134676"/>
              <a:gd name="csX22" fmla="*/ 26575 w 148867"/>
              <a:gd name="csY22" fmla="*/ 92149 h 134676"/>
              <a:gd name="csX23" fmla="*/ 46072 w 148867"/>
              <a:gd name="csY23" fmla="*/ 92149 h 134676"/>
              <a:gd name="csX24" fmla="*/ 102795 w 148867"/>
              <a:gd name="csY24" fmla="*/ 92149 h 134676"/>
              <a:gd name="csX25" fmla="*/ 122276 w 148867"/>
              <a:gd name="csY25" fmla="*/ 92149 h 134676"/>
              <a:gd name="csX26" fmla="*/ 138234 w 148867"/>
              <a:gd name="csY26" fmla="*/ 108089 h 134676"/>
              <a:gd name="csX27" fmla="*/ 122276 w 148867"/>
              <a:gd name="csY27" fmla="*/ 124045 h 134676"/>
              <a:gd name="csX28" fmla="*/ 26575 w 148867"/>
              <a:gd name="csY28" fmla="*/ 124045 h 134676"/>
              <a:gd name="csX29" fmla="*/ 10633 w 148867"/>
              <a:gd name="csY29" fmla="*/ 108089 h 134676"/>
              <a:gd name="csX30" fmla="*/ 26575 w 148867"/>
              <a:gd name="csY30" fmla="*/ 92149 h 134676"/>
              <a:gd name="csX31" fmla="*/ 26575 w 148867"/>
              <a:gd name="csY31" fmla="*/ 99226 h 134676"/>
              <a:gd name="csX32" fmla="*/ 20314 w 148867"/>
              <a:gd name="csY32" fmla="*/ 101828 h 134676"/>
              <a:gd name="csX33" fmla="*/ 17728 w 148867"/>
              <a:gd name="csY33" fmla="*/ 108089 h 134676"/>
              <a:gd name="csX34" fmla="*/ 20314 w 148867"/>
              <a:gd name="csY34" fmla="*/ 114349 h 134676"/>
              <a:gd name="csX35" fmla="*/ 26575 w 148867"/>
              <a:gd name="csY35" fmla="*/ 116951 h 134676"/>
              <a:gd name="csX36" fmla="*/ 32853 w 148867"/>
              <a:gd name="csY36" fmla="*/ 114349 h 134676"/>
              <a:gd name="csX37" fmla="*/ 35439 w 148867"/>
              <a:gd name="csY37" fmla="*/ 108089 h 134676"/>
              <a:gd name="csX38" fmla="*/ 32853 w 148867"/>
              <a:gd name="csY38" fmla="*/ 101828 h 134676"/>
              <a:gd name="csX39" fmla="*/ 26575 w 148867"/>
              <a:gd name="csY39" fmla="*/ 99226 h 134676"/>
              <a:gd name="csX40" fmla="*/ 58475 w 148867"/>
              <a:gd name="csY40" fmla="*/ 99226 h 134676"/>
              <a:gd name="csX41" fmla="*/ 52214 w 148867"/>
              <a:gd name="csY41" fmla="*/ 101828 h 134676"/>
              <a:gd name="csX42" fmla="*/ 49628 w 148867"/>
              <a:gd name="csY42" fmla="*/ 108089 h 134676"/>
              <a:gd name="csX43" fmla="*/ 52214 w 148867"/>
              <a:gd name="csY43" fmla="*/ 114349 h 134676"/>
              <a:gd name="csX44" fmla="*/ 58475 w 148867"/>
              <a:gd name="csY44" fmla="*/ 116951 h 134676"/>
              <a:gd name="csX45" fmla="*/ 64753 w 148867"/>
              <a:gd name="csY45" fmla="*/ 114349 h 134676"/>
              <a:gd name="csX46" fmla="*/ 67339 w 148867"/>
              <a:gd name="csY46" fmla="*/ 108089 h 134676"/>
              <a:gd name="csX47" fmla="*/ 64753 w 148867"/>
              <a:gd name="csY47" fmla="*/ 101828 h 134676"/>
              <a:gd name="csX48" fmla="*/ 58475 w 148867"/>
              <a:gd name="csY48" fmla="*/ 99226 h 134676"/>
              <a:gd name="csX49" fmla="*/ 90375 w 148867"/>
              <a:gd name="csY49" fmla="*/ 99226 h 134676"/>
              <a:gd name="csX50" fmla="*/ 84114 w 148867"/>
              <a:gd name="csY50" fmla="*/ 101828 h 134676"/>
              <a:gd name="csX51" fmla="*/ 81528 w 148867"/>
              <a:gd name="csY51" fmla="*/ 108089 h 134676"/>
              <a:gd name="csX52" fmla="*/ 84114 w 148867"/>
              <a:gd name="csY52" fmla="*/ 114349 h 134676"/>
              <a:gd name="csX53" fmla="*/ 90375 w 148867"/>
              <a:gd name="csY53" fmla="*/ 116951 h 134676"/>
              <a:gd name="csX54" fmla="*/ 96653 w 148867"/>
              <a:gd name="csY54" fmla="*/ 114349 h 134676"/>
              <a:gd name="csX55" fmla="*/ 99239 w 148867"/>
              <a:gd name="csY55" fmla="*/ 108089 h 134676"/>
              <a:gd name="csX56" fmla="*/ 96653 w 148867"/>
              <a:gd name="csY56" fmla="*/ 101828 h 134676"/>
              <a:gd name="csX57" fmla="*/ 90375 w 148867"/>
              <a:gd name="csY57" fmla="*/ 99226 h 134676"/>
              <a:gd name="csX58" fmla="*/ 122276 w 148867"/>
              <a:gd name="csY58" fmla="*/ 99226 h 134676"/>
              <a:gd name="csX59" fmla="*/ 116014 w 148867"/>
              <a:gd name="csY59" fmla="*/ 101828 h 134676"/>
              <a:gd name="csX60" fmla="*/ 113428 w 148867"/>
              <a:gd name="csY60" fmla="*/ 108089 h 134676"/>
              <a:gd name="csX61" fmla="*/ 116014 w 148867"/>
              <a:gd name="csY61" fmla="*/ 114349 h 134676"/>
              <a:gd name="csX62" fmla="*/ 122276 w 148867"/>
              <a:gd name="csY62" fmla="*/ 116951 h 134676"/>
              <a:gd name="csX63" fmla="*/ 128553 w 148867"/>
              <a:gd name="csY63" fmla="*/ 114349 h 134676"/>
              <a:gd name="csX64" fmla="*/ 131139 w 148867"/>
              <a:gd name="csY64" fmla="*/ 108089 h 134676"/>
              <a:gd name="csX65" fmla="*/ 128553 w 148867"/>
              <a:gd name="csY65" fmla="*/ 101828 h 134676"/>
              <a:gd name="csX66" fmla="*/ 122276 w 148867"/>
              <a:gd name="csY66" fmla="*/ 99226 h 134676"/>
            </a:gdLst>
            <a:ahLst/>
            <a:cxnLst/>
            <a:rect l="l" t="t" r="r" b="b"/>
            <a:pathLst>
              <a:path w="100000" h="100000">
                <a:moveTo>
                  <a:pt x="30948" y="4766"/>
                </a:moveTo>
                <a:cubicBezTo>
                  <a:pt x="23063" y="4766"/>
                  <a:pt x="16663" y="11165"/>
                  <a:pt x="16663" y="19050"/>
                </a:cubicBezTo>
                <a:lnTo>
                  <a:pt x="16663" y="52383"/>
                </a:lnTo>
                <a:cubicBezTo>
                  <a:pt x="16663" y="54988"/>
                  <a:pt x="17383" y="57422"/>
                  <a:pt x="18594" y="59525"/>
                </a:cubicBezTo>
                <a:lnTo>
                  <a:pt x="17852" y="59525"/>
                </a:lnTo>
                <a:cubicBezTo>
                  <a:pt x="8034" y="59525"/>
                  <a:pt x="0" y="67558"/>
                  <a:pt x="0" y="77374"/>
                </a:cubicBezTo>
                <a:cubicBezTo>
                  <a:pt x="0" y="87190"/>
                  <a:pt x="8034" y="95234"/>
                  <a:pt x="17852" y="95234"/>
                </a:cubicBezTo>
                <a:lnTo>
                  <a:pt x="82138" y="95234"/>
                </a:lnTo>
                <a:cubicBezTo>
                  <a:pt x="91966" y="95234"/>
                  <a:pt x="100000" y="87190"/>
                  <a:pt x="100000" y="77374"/>
                </a:cubicBezTo>
                <a:cubicBezTo>
                  <a:pt x="100000" y="67558"/>
                  <a:pt x="91966" y="59525"/>
                  <a:pt x="82138" y="59525"/>
                </a:cubicBezTo>
                <a:lnTo>
                  <a:pt x="81406" y="59525"/>
                </a:lnTo>
                <a:cubicBezTo>
                  <a:pt x="82617" y="57422"/>
                  <a:pt x="83337" y="54988"/>
                  <a:pt x="83337" y="52383"/>
                </a:cubicBezTo>
                <a:lnTo>
                  <a:pt x="83337" y="19050"/>
                </a:lnTo>
                <a:cubicBezTo>
                  <a:pt x="83337" y="11165"/>
                  <a:pt x="76937" y="4766"/>
                  <a:pt x="69052" y="4766"/>
                </a:cubicBezTo>
                <a:lnTo>
                  <a:pt x="30948" y="4766"/>
                </a:lnTo>
                <a:close/>
                <a:moveTo>
                  <a:pt x="41669" y="16674"/>
                </a:moveTo>
                <a:lnTo>
                  <a:pt x="58332" y="16674"/>
                </a:lnTo>
                <a:cubicBezTo>
                  <a:pt x="60309" y="16674"/>
                  <a:pt x="61909" y="18273"/>
                  <a:pt x="61909" y="20239"/>
                </a:cubicBezTo>
                <a:cubicBezTo>
                  <a:pt x="61909" y="22215"/>
                  <a:pt x="60309" y="23816"/>
                  <a:pt x="58332" y="23816"/>
                </a:cubicBezTo>
                <a:lnTo>
                  <a:pt x="41669" y="23816"/>
                </a:lnTo>
                <a:cubicBezTo>
                  <a:pt x="39692" y="23816"/>
                  <a:pt x="38092" y="22215"/>
                  <a:pt x="38092" y="20239"/>
                </a:cubicBezTo>
                <a:cubicBezTo>
                  <a:pt x="38092" y="18273"/>
                  <a:pt x="39692" y="16674"/>
                  <a:pt x="41669" y="16674"/>
                </a:cubicBezTo>
                <a:close/>
                <a:moveTo>
                  <a:pt x="17852" y="66667"/>
                </a:moveTo>
                <a:lnTo>
                  <a:pt x="30948" y="66667"/>
                </a:lnTo>
                <a:lnTo>
                  <a:pt x="69052" y="66667"/>
                </a:lnTo>
                <a:lnTo>
                  <a:pt x="82138" y="66667"/>
                </a:lnTo>
                <a:cubicBezTo>
                  <a:pt x="88103" y="66667"/>
                  <a:pt x="92857" y="71420"/>
                  <a:pt x="92857" y="77374"/>
                </a:cubicBezTo>
                <a:cubicBezTo>
                  <a:pt x="92857" y="83338"/>
                  <a:pt x="88103" y="88092"/>
                  <a:pt x="82138" y="88092"/>
                </a:cubicBezTo>
                <a:lnTo>
                  <a:pt x="17852" y="88092"/>
                </a:lnTo>
                <a:cubicBezTo>
                  <a:pt x="11897" y="88092"/>
                  <a:pt x="7143" y="83338"/>
                  <a:pt x="7143" y="77374"/>
                </a:cubicBezTo>
                <a:cubicBezTo>
                  <a:pt x="7143" y="71420"/>
                  <a:pt x="11897" y="66667"/>
                  <a:pt x="17852" y="66667"/>
                </a:cubicBezTo>
                <a:close/>
                <a:moveTo>
                  <a:pt x="17852" y="71420"/>
                </a:moveTo>
                <a:cubicBezTo>
                  <a:pt x="16274" y="71420"/>
                  <a:pt x="14766" y="72049"/>
                  <a:pt x="13646" y="73168"/>
                </a:cubicBezTo>
                <a:cubicBezTo>
                  <a:pt x="12537" y="74289"/>
                  <a:pt x="11909" y="75797"/>
                  <a:pt x="11909" y="77374"/>
                </a:cubicBezTo>
                <a:cubicBezTo>
                  <a:pt x="11909" y="78951"/>
                  <a:pt x="12537" y="80471"/>
                  <a:pt x="13646" y="81579"/>
                </a:cubicBezTo>
                <a:cubicBezTo>
                  <a:pt x="14766" y="82699"/>
                  <a:pt x="16274" y="83327"/>
                  <a:pt x="17852" y="83327"/>
                </a:cubicBezTo>
                <a:cubicBezTo>
                  <a:pt x="19440" y="83327"/>
                  <a:pt x="20949" y="82699"/>
                  <a:pt x="22069" y="81579"/>
                </a:cubicBezTo>
                <a:cubicBezTo>
                  <a:pt x="23177" y="80471"/>
                  <a:pt x="23806" y="78951"/>
                  <a:pt x="23806" y="77374"/>
                </a:cubicBezTo>
                <a:cubicBezTo>
                  <a:pt x="23806" y="75797"/>
                  <a:pt x="23177" y="74289"/>
                  <a:pt x="22069" y="73168"/>
                </a:cubicBezTo>
                <a:cubicBezTo>
                  <a:pt x="20949" y="72049"/>
                  <a:pt x="19440" y="71420"/>
                  <a:pt x="17852" y="71420"/>
                </a:cubicBezTo>
                <a:close/>
                <a:moveTo>
                  <a:pt x="39280" y="71420"/>
                </a:moveTo>
                <a:cubicBezTo>
                  <a:pt x="37703" y="71420"/>
                  <a:pt x="36194" y="72049"/>
                  <a:pt x="35074" y="73168"/>
                </a:cubicBezTo>
                <a:cubicBezTo>
                  <a:pt x="33966" y="74289"/>
                  <a:pt x="33337" y="75797"/>
                  <a:pt x="33337" y="77374"/>
                </a:cubicBezTo>
                <a:cubicBezTo>
                  <a:pt x="33337" y="78951"/>
                  <a:pt x="33966" y="80471"/>
                  <a:pt x="35074" y="81579"/>
                </a:cubicBezTo>
                <a:cubicBezTo>
                  <a:pt x="36194" y="82699"/>
                  <a:pt x="37703" y="83327"/>
                  <a:pt x="39280" y="83327"/>
                </a:cubicBezTo>
                <a:cubicBezTo>
                  <a:pt x="40869" y="83327"/>
                  <a:pt x="42377" y="82699"/>
                  <a:pt x="43497" y="81579"/>
                </a:cubicBezTo>
                <a:cubicBezTo>
                  <a:pt x="44606" y="80471"/>
                  <a:pt x="45234" y="78951"/>
                  <a:pt x="45234" y="77374"/>
                </a:cubicBezTo>
                <a:cubicBezTo>
                  <a:pt x="45234" y="75797"/>
                  <a:pt x="44606" y="74289"/>
                  <a:pt x="43497" y="73168"/>
                </a:cubicBezTo>
                <a:cubicBezTo>
                  <a:pt x="42377" y="72049"/>
                  <a:pt x="40869" y="71420"/>
                  <a:pt x="39280" y="71420"/>
                </a:cubicBezTo>
                <a:close/>
                <a:moveTo>
                  <a:pt x="60709" y="71420"/>
                </a:moveTo>
                <a:cubicBezTo>
                  <a:pt x="59131" y="71420"/>
                  <a:pt x="57623" y="72049"/>
                  <a:pt x="56503" y="73168"/>
                </a:cubicBezTo>
                <a:cubicBezTo>
                  <a:pt x="55394" y="74289"/>
                  <a:pt x="54766" y="75797"/>
                  <a:pt x="54766" y="77374"/>
                </a:cubicBezTo>
                <a:cubicBezTo>
                  <a:pt x="54766" y="78951"/>
                  <a:pt x="55394" y="80471"/>
                  <a:pt x="56503" y="81579"/>
                </a:cubicBezTo>
                <a:cubicBezTo>
                  <a:pt x="57623" y="82699"/>
                  <a:pt x="59131" y="83327"/>
                  <a:pt x="60709" y="83327"/>
                </a:cubicBezTo>
                <a:cubicBezTo>
                  <a:pt x="62297" y="83327"/>
                  <a:pt x="63806" y="82699"/>
                  <a:pt x="64926" y="81579"/>
                </a:cubicBezTo>
                <a:cubicBezTo>
                  <a:pt x="66035" y="80471"/>
                  <a:pt x="66663" y="78951"/>
                  <a:pt x="66663" y="77374"/>
                </a:cubicBezTo>
                <a:cubicBezTo>
                  <a:pt x="66663" y="75797"/>
                  <a:pt x="66035" y="74289"/>
                  <a:pt x="64926" y="73168"/>
                </a:cubicBezTo>
                <a:cubicBezTo>
                  <a:pt x="63806" y="72049"/>
                  <a:pt x="62297" y="71420"/>
                  <a:pt x="60709" y="71420"/>
                </a:cubicBezTo>
                <a:close/>
                <a:moveTo>
                  <a:pt x="82138" y="71420"/>
                </a:moveTo>
                <a:cubicBezTo>
                  <a:pt x="80561" y="71420"/>
                  <a:pt x="79052" y="72049"/>
                  <a:pt x="77931" y="73168"/>
                </a:cubicBezTo>
                <a:cubicBezTo>
                  <a:pt x="76823" y="74289"/>
                  <a:pt x="76194" y="75797"/>
                  <a:pt x="76194" y="77374"/>
                </a:cubicBezTo>
                <a:cubicBezTo>
                  <a:pt x="76194" y="78951"/>
                  <a:pt x="76823" y="80471"/>
                  <a:pt x="77931" y="81579"/>
                </a:cubicBezTo>
                <a:cubicBezTo>
                  <a:pt x="79052" y="82699"/>
                  <a:pt x="80561" y="83327"/>
                  <a:pt x="82138" y="83327"/>
                </a:cubicBezTo>
                <a:cubicBezTo>
                  <a:pt x="83726" y="83327"/>
                  <a:pt x="85234" y="82699"/>
                  <a:pt x="86354" y="81579"/>
                </a:cubicBezTo>
                <a:cubicBezTo>
                  <a:pt x="87463" y="80471"/>
                  <a:pt x="88091" y="78951"/>
                  <a:pt x="88091" y="77374"/>
                </a:cubicBezTo>
                <a:cubicBezTo>
                  <a:pt x="88091" y="75797"/>
                  <a:pt x="87463" y="74289"/>
                  <a:pt x="86354" y="73168"/>
                </a:cubicBezTo>
                <a:cubicBezTo>
                  <a:pt x="85234" y="72049"/>
                  <a:pt x="83726" y="71420"/>
                  <a:pt x="82138" y="7142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0" name="Чёрный — SVG 27">
            <a:extLst>
              <a:ext uri="{FF2B5EF4-FFF2-40B4-BE49-F238E27FC236}">
                <a16:creationId xmlns:a16="http://schemas.microsoft.com/office/drawing/2014/main" id="{B55277E6-8D16-7844-B80B-BCC16245FE50}"/>
              </a:ext>
            </a:extLst>
          </p:cNvPr>
          <p:cNvSpPr>
            <a:spLocks noGrp="1"/>
          </p:cNvSpPr>
          <p:nvPr/>
        </p:nvSpPr>
        <p:spPr>
          <a:xfrm>
            <a:off x="5220000" y="3210000"/>
            <a:ext cx="220000" cy="220000"/>
          </a:xfrm>
          <a:custGeom>
            <a:avLst/>
            <a:gdLst>
              <a:gd name="csX0" fmla="*/ 19466 w 141754"/>
              <a:gd name="csY0" fmla="*/ 0 h 138215"/>
              <a:gd name="csX1" fmla="*/ 15043 w 141754"/>
              <a:gd name="csY1" fmla="*/ 2365 h 138215"/>
              <a:gd name="csX2" fmla="*/ 871 w 141754"/>
              <a:gd name="csY2" fmla="*/ 23628 h 138215"/>
              <a:gd name="csX3" fmla="*/ 139 w 141754"/>
              <a:gd name="csY3" fmla="*/ 27728 h 138215"/>
              <a:gd name="csX4" fmla="*/ 31869 w 141754"/>
              <a:gd name="csY4" fmla="*/ 56698 h 138215"/>
              <a:gd name="csX5" fmla="*/ 50839 w 141754"/>
              <a:gd name="csY5" fmla="*/ 50472 h 138215"/>
              <a:gd name="csX6" fmla="*/ 70864 w 141754"/>
              <a:gd name="csY6" fmla="*/ 56698 h 138215"/>
              <a:gd name="csX7" fmla="*/ 90889 w 141754"/>
              <a:gd name="csY7" fmla="*/ 50472 h 138215"/>
              <a:gd name="csX8" fmla="*/ 109859 w 141754"/>
              <a:gd name="csY8" fmla="*/ 56698 h 138215"/>
              <a:gd name="csX9" fmla="*/ 141572 w 141754"/>
              <a:gd name="csY9" fmla="*/ 27983 h 138215"/>
              <a:gd name="csX10" fmla="*/ 140857 w 141754"/>
              <a:gd name="csY10" fmla="*/ 23628 h 138215"/>
              <a:gd name="csX11" fmla="*/ 126685 w 141754"/>
              <a:gd name="csY11" fmla="*/ 2365 h 138215"/>
              <a:gd name="csX12" fmla="*/ 122261 w 141754"/>
              <a:gd name="csY12" fmla="*/ 0 h 138215"/>
              <a:gd name="csX13" fmla="*/ 19466 w 141754"/>
              <a:gd name="csY13" fmla="*/ 0 h 138215"/>
              <a:gd name="csX14" fmla="*/ 7064 w 141754"/>
              <a:gd name="csY14" fmla="*/ 54691 h 138215"/>
              <a:gd name="csX15" fmla="*/ 7064 w 141754"/>
              <a:gd name="csY15" fmla="*/ 132891 h 138215"/>
              <a:gd name="csX16" fmla="*/ 12389 w 141754"/>
              <a:gd name="csY16" fmla="*/ 138215 h 138215"/>
              <a:gd name="csX17" fmla="*/ 24792 w 141754"/>
              <a:gd name="csY17" fmla="*/ 138215 h 138215"/>
              <a:gd name="csX18" fmla="*/ 35425 w 141754"/>
              <a:gd name="csY18" fmla="*/ 138215 h 138215"/>
              <a:gd name="csX19" fmla="*/ 65556 w 141754"/>
              <a:gd name="csY19" fmla="*/ 138215 h 138215"/>
              <a:gd name="csX20" fmla="*/ 76189 w 141754"/>
              <a:gd name="csY20" fmla="*/ 138215 h 138215"/>
              <a:gd name="csX21" fmla="*/ 106303 w 141754"/>
              <a:gd name="csY21" fmla="*/ 138215 h 138215"/>
              <a:gd name="csX22" fmla="*/ 116936 w 141754"/>
              <a:gd name="csY22" fmla="*/ 138215 h 138215"/>
              <a:gd name="csX23" fmla="*/ 129356 w 141754"/>
              <a:gd name="csY23" fmla="*/ 138215 h 138215"/>
              <a:gd name="csX24" fmla="*/ 134664 w 141754"/>
              <a:gd name="csY24" fmla="*/ 132891 h 138215"/>
              <a:gd name="csX25" fmla="*/ 134664 w 141754"/>
              <a:gd name="csY25" fmla="*/ 54878 h 138215"/>
              <a:gd name="csX26" fmla="*/ 109859 w 141754"/>
              <a:gd name="csY26" fmla="*/ 63792 h 138215"/>
              <a:gd name="csX27" fmla="*/ 90770 w 141754"/>
              <a:gd name="csY27" fmla="*/ 58824 h 138215"/>
              <a:gd name="csX28" fmla="*/ 70864 w 141754"/>
              <a:gd name="csY28" fmla="*/ 63792 h 138215"/>
              <a:gd name="csX29" fmla="*/ 50958 w 141754"/>
              <a:gd name="csY29" fmla="*/ 58824 h 138215"/>
              <a:gd name="csX30" fmla="*/ 31869 w 141754"/>
              <a:gd name="csY30" fmla="*/ 63792 h 138215"/>
              <a:gd name="csX31" fmla="*/ 7064 w 141754"/>
              <a:gd name="csY31" fmla="*/ 54691 h 138215"/>
              <a:gd name="csX32" fmla="*/ 40733 w 141754"/>
              <a:gd name="csY32" fmla="*/ 74424 h 138215"/>
              <a:gd name="csX33" fmla="*/ 65556 w 141754"/>
              <a:gd name="csY33" fmla="*/ 74424 h 138215"/>
              <a:gd name="csX34" fmla="*/ 65556 w 141754"/>
              <a:gd name="csY34" fmla="*/ 127583 h 138215"/>
              <a:gd name="csX35" fmla="*/ 35425 w 141754"/>
              <a:gd name="csY35" fmla="*/ 127583 h 138215"/>
              <a:gd name="csX36" fmla="*/ 35425 w 141754"/>
              <a:gd name="csY36" fmla="*/ 79731 h 138215"/>
              <a:gd name="csX37" fmla="*/ 40733 w 141754"/>
              <a:gd name="csY37" fmla="*/ 74424 h 138215"/>
              <a:gd name="csX38" fmla="*/ 76189 w 141754"/>
              <a:gd name="csY38" fmla="*/ 74424 h 138215"/>
              <a:gd name="csX39" fmla="*/ 100995 w 141754"/>
              <a:gd name="csY39" fmla="*/ 74424 h 138215"/>
              <a:gd name="csX40" fmla="*/ 106303 w 141754"/>
              <a:gd name="csY40" fmla="*/ 79731 h 138215"/>
              <a:gd name="csX41" fmla="*/ 106303 w 141754"/>
              <a:gd name="csY41" fmla="*/ 127583 h 138215"/>
              <a:gd name="csX42" fmla="*/ 76189 w 141754"/>
              <a:gd name="csY42" fmla="*/ 127583 h 138215"/>
              <a:gd name="csX43" fmla="*/ 76189 w 141754"/>
              <a:gd name="csY43" fmla="*/ 74424 h 138215"/>
            </a:gdLst>
            <a:ahLst/>
            <a:cxnLst/>
            <a:rect l="l" t="t" r="r" b="b"/>
            <a:pathLst>
              <a:path w="100000" h="100000">
                <a:moveTo>
                  <a:pt x="13732" y="1248"/>
                </a:moveTo>
                <a:cubicBezTo>
                  <a:pt x="12484" y="1248"/>
                  <a:pt x="11308" y="1873"/>
                  <a:pt x="10612" y="2917"/>
                </a:cubicBezTo>
                <a:lnTo>
                  <a:pt x="614" y="17917"/>
                </a:lnTo>
                <a:cubicBezTo>
                  <a:pt x="38" y="18781"/>
                  <a:pt x="-130" y="19825"/>
                  <a:pt x="98" y="20809"/>
                </a:cubicBezTo>
                <a:cubicBezTo>
                  <a:pt x="1154" y="32318"/>
                  <a:pt x="10876" y="41246"/>
                  <a:pt x="22482" y="41246"/>
                </a:cubicBezTo>
                <a:cubicBezTo>
                  <a:pt x="27367" y="41246"/>
                  <a:pt x="32012" y="39710"/>
                  <a:pt x="35864" y="36854"/>
                </a:cubicBezTo>
                <a:cubicBezTo>
                  <a:pt x="40005" y="39710"/>
                  <a:pt x="44926" y="41246"/>
                  <a:pt x="49991" y="41246"/>
                </a:cubicBezTo>
                <a:cubicBezTo>
                  <a:pt x="55068" y="41246"/>
                  <a:pt x="59976" y="39710"/>
                  <a:pt x="64117" y="36854"/>
                </a:cubicBezTo>
                <a:cubicBezTo>
                  <a:pt x="67970" y="39710"/>
                  <a:pt x="72615" y="41246"/>
                  <a:pt x="77500" y="41246"/>
                </a:cubicBezTo>
                <a:cubicBezTo>
                  <a:pt x="89045" y="41246"/>
                  <a:pt x="98731" y="32414"/>
                  <a:pt x="99872" y="20989"/>
                </a:cubicBezTo>
                <a:cubicBezTo>
                  <a:pt x="100147" y="19957"/>
                  <a:pt x="99980" y="18829"/>
                  <a:pt x="99367" y="17917"/>
                </a:cubicBezTo>
                <a:lnTo>
                  <a:pt x="89370" y="2917"/>
                </a:lnTo>
                <a:cubicBezTo>
                  <a:pt x="88673" y="1873"/>
                  <a:pt x="87497" y="1248"/>
                  <a:pt x="86249" y="1248"/>
                </a:cubicBezTo>
                <a:lnTo>
                  <a:pt x="13732" y="1248"/>
                </a:lnTo>
                <a:close/>
                <a:moveTo>
                  <a:pt x="4983" y="39830"/>
                </a:moveTo>
                <a:lnTo>
                  <a:pt x="4983" y="94996"/>
                </a:lnTo>
                <a:cubicBezTo>
                  <a:pt x="4983" y="97072"/>
                  <a:pt x="6664" y="98752"/>
                  <a:pt x="8740" y="98752"/>
                </a:cubicBezTo>
                <a:lnTo>
                  <a:pt x="17489" y="98752"/>
                </a:lnTo>
                <a:lnTo>
                  <a:pt x="24990" y="98752"/>
                </a:lnTo>
                <a:lnTo>
                  <a:pt x="46246" y="98752"/>
                </a:lnTo>
                <a:lnTo>
                  <a:pt x="53747" y="98752"/>
                </a:lnTo>
                <a:lnTo>
                  <a:pt x="74991" y="98752"/>
                </a:lnTo>
                <a:lnTo>
                  <a:pt x="82492" y="98752"/>
                </a:lnTo>
                <a:lnTo>
                  <a:pt x="91254" y="98752"/>
                </a:lnTo>
                <a:cubicBezTo>
                  <a:pt x="93318" y="98752"/>
                  <a:pt x="94998" y="97072"/>
                  <a:pt x="94998" y="94996"/>
                </a:cubicBezTo>
                <a:lnTo>
                  <a:pt x="94998" y="39962"/>
                </a:lnTo>
                <a:cubicBezTo>
                  <a:pt x="90234" y="43898"/>
                  <a:pt x="84137" y="46250"/>
                  <a:pt x="77500" y="46250"/>
                </a:cubicBezTo>
                <a:cubicBezTo>
                  <a:pt x="72710" y="46250"/>
                  <a:pt x="68114" y="45050"/>
                  <a:pt x="64033" y="42746"/>
                </a:cubicBezTo>
                <a:cubicBezTo>
                  <a:pt x="59725" y="45050"/>
                  <a:pt x="54923" y="46250"/>
                  <a:pt x="49991" y="46250"/>
                </a:cubicBezTo>
                <a:cubicBezTo>
                  <a:pt x="45058" y="46250"/>
                  <a:pt x="40257" y="45050"/>
                  <a:pt x="35948" y="42746"/>
                </a:cubicBezTo>
                <a:cubicBezTo>
                  <a:pt x="31868" y="45050"/>
                  <a:pt x="27271" y="46250"/>
                  <a:pt x="22482" y="46250"/>
                </a:cubicBezTo>
                <a:cubicBezTo>
                  <a:pt x="15905" y="46250"/>
                  <a:pt x="9784" y="43826"/>
                  <a:pt x="4983" y="39830"/>
                </a:cubicBezTo>
                <a:close/>
                <a:moveTo>
                  <a:pt x="28735" y="53751"/>
                </a:moveTo>
                <a:lnTo>
                  <a:pt x="46246" y="53751"/>
                </a:lnTo>
                <a:lnTo>
                  <a:pt x="46246" y="91251"/>
                </a:lnTo>
                <a:lnTo>
                  <a:pt x="24990" y="91251"/>
                </a:lnTo>
                <a:lnTo>
                  <a:pt x="24990" y="57494"/>
                </a:lnTo>
                <a:cubicBezTo>
                  <a:pt x="24990" y="55430"/>
                  <a:pt x="26659" y="53751"/>
                  <a:pt x="28735" y="53751"/>
                </a:cubicBezTo>
                <a:close/>
                <a:moveTo>
                  <a:pt x="53747" y="53751"/>
                </a:moveTo>
                <a:lnTo>
                  <a:pt x="71247" y="53751"/>
                </a:lnTo>
                <a:cubicBezTo>
                  <a:pt x="73323" y="53751"/>
                  <a:pt x="74991" y="55430"/>
                  <a:pt x="74991" y="57494"/>
                </a:cubicBezTo>
                <a:lnTo>
                  <a:pt x="74991" y="91251"/>
                </a:lnTo>
                <a:lnTo>
                  <a:pt x="53747" y="91251"/>
                </a:lnTo>
                <a:lnTo>
                  <a:pt x="53747" y="5375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1" name="Чёрный — SVG 28">
            <a:extLst>
              <a:ext uri="{FF2B5EF4-FFF2-40B4-BE49-F238E27FC236}">
                <a16:creationId xmlns:a16="http://schemas.microsoft.com/office/drawing/2014/main" id="{27B3F6A3-7D66-C44A-A3B4-C2211D5639DB}"/>
              </a:ext>
            </a:extLst>
          </p:cNvPr>
          <p:cNvSpPr>
            <a:spLocks noGrp="1"/>
          </p:cNvSpPr>
          <p:nvPr/>
        </p:nvSpPr>
        <p:spPr>
          <a:xfrm>
            <a:off x="5820000" y="3210000"/>
            <a:ext cx="220000" cy="220000"/>
          </a:xfrm>
          <a:custGeom>
            <a:avLst/>
            <a:gdLst>
              <a:gd name="csX0" fmla="*/ 104564 w 127600"/>
              <a:gd name="csY0" fmla="*/ 127583 h 127583"/>
              <a:gd name="csX1" fmla="*/ 23036 w 127600"/>
              <a:gd name="csY1" fmla="*/ 127583 h 127583"/>
              <a:gd name="csX2" fmla="*/ 0 w 127600"/>
              <a:gd name="csY2" fmla="*/ 104550 h 127583"/>
              <a:gd name="csX3" fmla="*/ 0 w 127600"/>
              <a:gd name="csY3" fmla="*/ 90363 h 127583"/>
              <a:gd name="csX4" fmla="*/ 5308 w 127600"/>
              <a:gd name="csY4" fmla="*/ 85056 h 127583"/>
              <a:gd name="csX5" fmla="*/ 21267 w 127600"/>
              <a:gd name="csY5" fmla="*/ 85056 h 127583"/>
              <a:gd name="csX6" fmla="*/ 21267 w 127600"/>
              <a:gd name="csY6" fmla="*/ 69099 h 127583"/>
              <a:gd name="csX7" fmla="*/ 26575 w 127600"/>
              <a:gd name="csY7" fmla="*/ 63792 h 127583"/>
              <a:gd name="csX8" fmla="*/ 42534 w 127600"/>
              <a:gd name="csY8" fmla="*/ 63792 h 127583"/>
              <a:gd name="csX9" fmla="*/ 42534 w 127600"/>
              <a:gd name="csY9" fmla="*/ 47835 h 127583"/>
              <a:gd name="csX10" fmla="*/ 47842 w 127600"/>
              <a:gd name="csY10" fmla="*/ 42528 h 127583"/>
              <a:gd name="csX11" fmla="*/ 63800 w 127600"/>
              <a:gd name="csY11" fmla="*/ 42528 h 127583"/>
              <a:gd name="csX12" fmla="*/ 63800 w 127600"/>
              <a:gd name="csY12" fmla="*/ 26571 h 127583"/>
              <a:gd name="csX13" fmla="*/ 69109 w 127600"/>
              <a:gd name="csY13" fmla="*/ 21264 h 127583"/>
              <a:gd name="csX14" fmla="*/ 85067 w 127600"/>
              <a:gd name="csY14" fmla="*/ 21264 h 127583"/>
              <a:gd name="csX15" fmla="*/ 85067 w 127600"/>
              <a:gd name="csY15" fmla="*/ 5307 h 127583"/>
              <a:gd name="csX16" fmla="*/ 90375 w 127600"/>
              <a:gd name="csY16" fmla="*/ 0 h 127583"/>
              <a:gd name="csX17" fmla="*/ 104564 w 127600"/>
              <a:gd name="csY17" fmla="*/ 0 h 127583"/>
              <a:gd name="csX18" fmla="*/ 127601 w 127600"/>
              <a:gd name="csY18" fmla="*/ 23033 h 127583"/>
              <a:gd name="csX19" fmla="*/ 127601 w 127600"/>
              <a:gd name="csY19" fmla="*/ 104550 h 127583"/>
              <a:gd name="csX20" fmla="*/ 104564 w 127600"/>
              <a:gd name="csY20" fmla="*/ 127583 h 127583"/>
            </a:gdLst>
            <a:ahLst/>
            <a:cxnLst/>
            <a:rect l="l" t="t" r="r" b="b"/>
            <a:pathLst>
              <a:path w="100000" h="100000">
                <a:moveTo>
                  <a:pt x="81947" y="99993"/>
                </a:moveTo>
                <a:lnTo>
                  <a:pt x="18053" y="99993"/>
                </a:lnTo>
                <a:cubicBezTo>
                  <a:pt x="8093" y="99993"/>
                  <a:pt x="0" y="91888"/>
                  <a:pt x="0" y="81942"/>
                </a:cubicBezTo>
                <a:lnTo>
                  <a:pt x="0" y="70824"/>
                </a:lnTo>
                <a:cubicBezTo>
                  <a:pt x="0" y="68531"/>
                  <a:pt x="1867" y="66665"/>
                  <a:pt x="4160" y="66665"/>
                </a:cubicBezTo>
                <a:lnTo>
                  <a:pt x="16667" y="66665"/>
                </a:lnTo>
                <a:lnTo>
                  <a:pt x="16667" y="54159"/>
                </a:lnTo>
                <a:cubicBezTo>
                  <a:pt x="16667" y="51866"/>
                  <a:pt x="18533" y="50000"/>
                  <a:pt x="20827" y="50000"/>
                </a:cubicBezTo>
                <a:lnTo>
                  <a:pt x="33334" y="50000"/>
                </a:lnTo>
                <a:lnTo>
                  <a:pt x="33334" y="37495"/>
                </a:lnTo>
                <a:cubicBezTo>
                  <a:pt x="33334" y="35202"/>
                  <a:pt x="35200" y="33336"/>
                  <a:pt x="37494" y="33336"/>
                </a:cubicBezTo>
                <a:lnTo>
                  <a:pt x="50000" y="33336"/>
                </a:lnTo>
                <a:lnTo>
                  <a:pt x="50000" y="20830"/>
                </a:lnTo>
                <a:cubicBezTo>
                  <a:pt x="50000" y="18537"/>
                  <a:pt x="51867" y="16671"/>
                  <a:pt x="54161" y="16671"/>
                </a:cubicBezTo>
                <a:lnTo>
                  <a:pt x="66667" y="16671"/>
                </a:lnTo>
                <a:lnTo>
                  <a:pt x="66667" y="4166"/>
                </a:lnTo>
                <a:cubicBezTo>
                  <a:pt x="66667" y="1873"/>
                  <a:pt x="68534" y="7"/>
                  <a:pt x="70827" y="7"/>
                </a:cubicBezTo>
                <a:lnTo>
                  <a:pt x="81947" y="7"/>
                </a:lnTo>
                <a:cubicBezTo>
                  <a:pt x="91893" y="7"/>
                  <a:pt x="100001" y="8099"/>
                  <a:pt x="100001" y="18058"/>
                </a:cubicBezTo>
                <a:lnTo>
                  <a:pt x="100001" y="81942"/>
                </a:lnTo>
                <a:cubicBezTo>
                  <a:pt x="100001" y="91888"/>
                  <a:pt x="91893" y="99993"/>
                  <a:pt x="81947" y="9999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2" name="Чёрный — SVG 29">
            <a:extLst>
              <a:ext uri="{FF2B5EF4-FFF2-40B4-BE49-F238E27FC236}">
                <a16:creationId xmlns:a16="http://schemas.microsoft.com/office/drawing/2014/main" id="{90DEBC84-D72B-4C45-877C-6A7613F0B406}"/>
              </a:ext>
            </a:extLst>
          </p:cNvPr>
          <p:cNvSpPr>
            <a:spLocks noGrp="1"/>
          </p:cNvSpPr>
          <p:nvPr/>
        </p:nvSpPr>
        <p:spPr>
          <a:xfrm>
            <a:off x="6420000" y="3210000"/>
            <a:ext cx="220000" cy="220000"/>
          </a:xfrm>
          <a:custGeom>
            <a:avLst/>
            <a:gdLst>
              <a:gd name="csX0" fmla="*/ 127601 w 127600"/>
              <a:gd name="csY0" fmla="*/ 8863 h 131121"/>
              <a:gd name="csX1" fmla="*/ 127601 w 127600"/>
              <a:gd name="csY1" fmla="*/ 26078 h 131121"/>
              <a:gd name="csX2" fmla="*/ 118924 w 127600"/>
              <a:gd name="csY2" fmla="*/ 42324 h 131121"/>
              <a:gd name="csX3" fmla="*/ 107967 w 127600"/>
              <a:gd name="csY3" fmla="*/ 49621 h 131121"/>
              <a:gd name="csX4" fmla="*/ 19634 w 127600"/>
              <a:gd name="csY4" fmla="*/ 49621 h 131121"/>
              <a:gd name="csX5" fmla="*/ 8677 w 127600"/>
              <a:gd name="csY5" fmla="*/ 42324 h 131121"/>
              <a:gd name="csX6" fmla="*/ 0 w 127600"/>
              <a:gd name="csY6" fmla="*/ 26078 h 131121"/>
              <a:gd name="csX7" fmla="*/ 0 w 127600"/>
              <a:gd name="csY7" fmla="*/ 8863 h 131121"/>
              <a:gd name="csX8" fmla="*/ 8864 w 127600"/>
              <a:gd name="csY8" fmla="*/ 0 h 131121"/>
              <a:gd name="csX9" fmla="*/ 19497 w 127600"/>
              <a:gd name="csY9" fmla="*/ 0 h 131121"/>
              <a:gd name="csX10" fmla="*/ 28361 w 127600"/>
              <a:gd name="csY10" fmla="*/ 8863 h 131121"/>
              <a:gd name="csX11" fmla="*/ 28361 w 127600"/>
              <a:gd name="csY11" fmla="*/ 19495 h 131121"/>
              <a:gd name="csX12" fmla="*/ 30131 w 127600"/>
              <a:gd name="csY12" fmla="*/ 21264 h 131121"/>
              <a:gd name="csX13" fmla="*/ 44303 w 127600"/>
              <a:gd name="csY13" fmla="*/ 21264 h 131121"/>
              <a:gd name="csX14" fmla="*/ 46072 w 127600"/>
              <a:gd name="csY14" fmla="*/ 19495 h 131121"/>
              <a:gd name="csX15" fmla="*/ 46072 w 127600"/>
              <a:gd name="csY15" fmla="*/ 8863 h 131121"/>
              <a:gd name="csX16" fmla="*/ 54936 w 127600"/>
              <a:gd name="csY16" fmla="*/ 0 h 131121"/>
              <a:gd name="csX17" fmla="*/ 72664 w 127600"/>
              <a:gd name="csY17" fmla="*/ 0 h 131121"/>
              <a:gd name="csX18" fmla="*/ 81528 w 127600"/>
              <a:gd name="csY18" fmla="*/ 8863 h 131121"/>
              <a:gd name="csX19" fmla="*/ 81528 w 127600"/>
              <a:gd name="csY19" fmla="*/ 19495 h 131121"/>
              <a:gd name="csX20" fmla="*/ 83298 w 127600"/>
              <a:gd name="csY20" fmla="*/ 21264 h 131121"/>
              <a:gd name="csX21" fmla="*/ 97470 w 127600"/>
              <a:gd name="csY21" fmla="*/ 21264 h 131121"/>
              <a:gd name="csX22" fmla="*/ 99239 w 127600"/>
              <a:gd name="csY22" fmla="*/ 19495 h 131121"/>
              <a:gd name="csX23" fmla="*/ 99239 w 127600"/>
              <a:gd name="csY23" fmla="*/ 8863 h 131121"/>
              <a:gd name="csX24" fmla="*/ 108103 w 127600"/>
              <a:gd name="csY24" fmla="*/ 0 h 131121"/>
              <a:gd name="csX25" fmla="*/ 118737 w 127600"/>
              <a:gd name="csY25" fmla="*/ 0 h 131121"/>
              <a:gd name="csX26" fmla="*/ 127601 w 127600"/>
              <a:gd name="csY26" fmla="*/ 8863 h 131121"/>
              <a:gd name="csX27" fmla="*/ 116082 w 127600"/>
              <a:gd name="csY27" fmla="*/ 127515 h 131121"/>
              <a:gd name="csX28" fmla="*/ 106402 w 127600"/>
              <a:gd name="csY28" fmla="*/ 131122 h 131121"/>
              <a:gd name="csX29" fmla="*/ 86837 w 127600"/>
              <a:gd name="csY29" fmla="*/ 131122 h 131121"/>
              <a:gd name="csX30" fmla="*/ 81528 w 127600"/>
              <a:gd name="csY30" fmla="*/ 125814 h 131121"/>
              <a:gd name="csX31" fmla="*/ 81528 w 127600"/>
              <a:gd name="csY31" fmla="*/ 102781 h 131121"/>
              <a:gd name="csX32" fmla="*/ 76356 w 127600"/>
              <a:gd name="csY32" fmla="*/ 90227 h 131121"/>
              <a:gd name="csX33" fmla="*/ 64430 w 127600"/>
              <a:gd name="csY33" fmla="*/ 85056 h 131121"/>
              <a:gd name="csX34" fmla="*/ 46072 w 127600"/>
              <a:gd name="csY34" fmla="*/ 103632 h 131121"/>
              <a:gd name="csX35" fmla="*/ 46072 w 127600"/>
              <a:gd name="csY35" fmla="*/ 125814 h 131121"/>
              <a:gd name="csX36" fmla="*/ 40764 w 127600"/>
              <a:gd name="csY36" fmla="*/ 131122 h 131121"/>
              <a:gd name="csX37" fmla="*/ 21199 w 127600"/>
              <a:gd name="csY37" fmla="*/ 131122 h 131121"/>
              <a:gd name="csX38" fmla="*/ 11518 w 127600"/>
              <a:gd name="csY38" fmla="*/ 127515 h 131121"/>
              <a:gd name="csX39" fmla="*/ 7554 w 127600"/>
              <a:gd name="csY39" fmla="*/ 114825 h 131121"/>
              <a:gd name="csX40" fmla="*/ 19242 w 127600"/>
              <a:gd name="csY40" fmla="*/ 60253 h 131121"/>
              <a:gd name="csX41" fmla="*/ 108358 w 127600"/>
              <a:gd name="csY41" fmla="*/ 60253 h 131121"/>
              <a:gd name="csX42" fmla="*/ 120047 w 127600"/>
              <a:gd name="csY42" fmla="*/ 114825 h 131121"/>
              <a:gd name="csX43" fmla="*/ 116082 w 127600"/>
              <a:gd name="csY43" fmla="*/ 127515 h 131121"/>
            </a:gdLst>
            <a:ahLst/>
            <a:cxnLst/>
            <a:rect l="l" t="t" r="r" b="b"/>
            <a:pathLst>
              <a:path w="100000" h="100000">
                <a:moveTo>
                  <a:pt x="98658" y="6759"/>
                </a:moveTo>
                <a:lnTo>
                  <a:pt x="98658" y="19888"/>
                </a:lnTo>
                <a:cubicBezTo>
                  <a:pt x="98658" y="24870"/>
                  <a:pt x="96167" y="29489"/>
                  <a:pt x="92041" y="32279"/>
                </a:cubicBezTo>
                <a:lnTo>
                  <a:pt x="83684" y="37844"/>
                </a:lnTo>
                <a:lnTo>
                  <a:pt x="16317" y="37844"/>
                </a:lnTo>
                <a:lnTo>
                  <a:pt x="7960" y="32279"/>
                </a:lnTo>
                <a:cubicBezTo>
                  <a:pt x="3834" y="29489"/>
                  <a:pt x="1343" y="24870"/>
                  <a:pt x="1343" y="19888"/>
                </a:cubicBezTo>
                <a:lnTo>
                  <a:pt x="1343" y="6759"/>
                </a:lnTo>
                <a:cubicBezTo>
                  <a:pt x="1343" y="3023"/>
                  <a:pt x="4366" y="0"/>
                  <a:pt x="8103" y="0"/>
                </a:cubicBezTo>
                <a:lnTo>
                  <a:pt x="16212" y="0"/>
                </a:lnTo>
                <a:cubicBezTo>
                  <a:pt x="19936" y="0"/>
                  <a:pt x="22972" y="3023"/>
                  <a:pt x="22972" y="6759"/>
                </a:cubicBezTo>
                <a:lnTo>
                  <a:pt x="22972" y="14868"/>
                </a:lnTo>
                <a:cubicBezTo>
                  <a:pt x="22972" y="15620"/>
                  <a:pt x="23556" y="16217"/>
                  <a:pt x="24322" y="16217"/>
                </a:cubicBezTo>
                <a:lnTo>
                  <a:pt x="35131" y="16217"/>
                </a:lnTo>
                <a:cubicBezTo>
                  <a:pt x="35883" y="16217"/>
                  <a:pt x="36480" y="15620"/>
                  <a:pt x="36480" y="14868"/>
                </a:cubicBezTo>
                <a:lnTo>
                  <a:pt x="36480" y="6759"/>
                </a:lnTo>
                <a:cubicBezTo>
                  <a:pt x="36480" y="3023"/>
                  <a:pt x="39517" y="0"/>
                  <a:pt x="43240" y="0"/>
                </a:cubicBezTo>
                <a:lnTo>
                  <a:pt x="56760" y="0"/>
                </a:lnTo>
                <a:cubicBezTo>
                  <a:pt x="60484" y="0"/>
                  <a:pt x="63520" y="3023"/>
                  <a:pt x="63520" y="6759"/>
                </a:cubicBezTo>
                <a:lnTo>
                  <a:pt x="63520" y="14868"/>
                </a:lnTo>
                <a:cubicBezTo>
                  <a:pt x="63520" y="15620"/>
                  <a:pt x="64105" y="16217"/>
                  <a:pt x="64870" y="16217"/>
                </a:cubicBezTo>
                <a:lnTo>
                  <a:pt x="75679" y="16217"/>
                </a:lnTo>
                <a:cubicBezTo>
                  <a:pt x="76431" y="16217"/>
                  <a:pt x="77028" y="15620"/>
                  <a:pt x="77028" y="14868"/>
                </a:cubicBezTo>
                <a:lnTo>
                  <a:pt x="77028" y="6759"/>
                </a:lnTo>
                <a:cubicBezTo>
                  <a:pt x="77028" y="3023"/>
                  <a:pt x="80064" y="0"/>
                  <a:pt x="83788" y="0"/>
                </a:cubicBezTo>
                <a:lnTo>
                  <a:pt x="91898" y="0"/>
                </a:lnTo>
                <a:cubicBezTo>
                  <a:pt x="95635" y="0"/>
                  <a:pt x="98658" y="3023"/>
                  <a:pt x="98658" y="6759"/>
                </a:cubicBezTo>
                <a:close/>
                <a:moveTo>
                  <a:pt x="89873" y="97250"/>
                </a:moveTo>
                <a:cubicBezTo>
                  <a:pt x="87901" y="99118"/>
                  <a:pt x="85190" y="100001"/>
                  <a:pt x="82491" y="100001"/>
                </a:cubicBezTo>
                <a:lnTo>
                  <a:pt x="67569" y="100001"/>
                </a:lnTo>
                <a:cubicBezTo>
                  <a:pt x="65324" y="100001"/>
                  <a:pt x="63520" y="98197"/>
                  <a:pt x="63520" y="95953"/>
                </a:cubicBezTo>
                <a:lnTo>
                  <a:pt x="63520" y="78386"/>
                </a:lnTo>
                <a:cubicBezTo>
                  <a:pt x="63520" y="74650"/>
                  <a:pt x="62003" y="71277"/>
                  <a:pt x="59576" y="68812"/>
                </a:cubicBezTo>
                <a:cubicBezTo>
                  <a:pt x="57215" y="66490"/>
                  <a:pt x="54022" y="64998"/>
                  <a:pt x="50480" y="64868"/>
                </a:cubicBezTo>
                <a:cubicBezTo>
                  <a:pt x="42786" y="64595"/>
                  <a:pt x="36480" y="71329"/>
                  <a:pt x="36480" y="79035"/>
                </a:cubicBezTo>
                <a:lnTo>
                  <a:pt x="36480" y="95953"/>
                </a:lnTo>
                <a:cubicBezTo>
                  <a:pt x="36480" y="98197"/>
                  <a:pt x="34676" y="100001"/>
                  <a:pt x="32431" y="100001"/>
                </a:cubicBezTo>
                <a:lnTo>
                  <a:pt x="17510" y="100001"/>
                </a:lnTo>
                <a:cubicBezTo>
                  <a:pt x="14798" y="100001"/>
                  <a:pt x="12099" y="99118"/>
                  <a:pt x="10127" y="97250"/>
                </a:cubicBezTo>
                <a:cubicBezTo>
                  <a:pt x="7480" y="94733"/>
                  <a:pt x="6338" y="91088"/>
                  <a:pt x="7104" y="87572"/>
                </a:cubicBezTo>
                <a:lnTo>
                  <a:pt x="16018" y="45952"/>
                </a:lnTo>
                <a:lnTo>
                  <a:pt x="83982" y="45952"/>
                </a:lnTo>
                <a:lnTo>
                  <a:pt x="92897" y="87572"/>
                </a:lnTo>
                <a:cubicBezTo>
                  <a:pt x="93662" y="91088"/>
                  <a:pt x="92520" y="94733"/>
                  <a:pt x="89873" y="9725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3" name="Чёрный — SVG 30">
            <a:extLst>
              <a:ext uri="{FF2B5EF4-FFF2-40B4-BE49-F238E27FC236}">
                <a16:creationId xmlns:a16="http://schemas.microsoft.com/office/drawing/2014/main" id="{CECA1801-E79C-7D4E-B5BA-33BA7679D66A}"/>
              </a:ext>
            </a:extLst>
          </p:cNvPr>
          <p:cNvSpPr>
            <a:spLocks noGrp="1"/>
          </p:cNvSpPr>
          <p:nvPr/>
        </p:nvSpPr>
        <p:spPr>
          <a:xfrm>
            <a:off x="7020000" y="3210000"/>
            <a:ext cx="220000" cy="220000"/>
          </a:xfrm>
          <a:custGeom>
            <a:avLst/>
            <a:gdLst>
              <a:gd name="csX0" fmla="*/ 5317 w 155956"/>
              <a:gd name="csY0" fmla="*/ 0 h 159483"/>
              <a:gd name="csX1" fmla="*/ 0 w 155956"/>
              <a:gd name="csY1" fmla="*/ 5307 h 159483"/>
              <a:gd name="csX2" fmla="*/ 0 w 155956"/>
              <a:gd name="csY2" fmla="*/ 27507 h 159483"/>
              <a:gd name="csX3" fmla="*/ 97 w 155956"/>
              <a:gd name="csY3" fmla="*/ 27507 h 159483"/>
              <a:gd name="csX4" fmla="*/ 5317 w 155956"/>
              <a:gd name="csY4" fmla="*/ 31896 h 159483"/>
              <a:gd name="csX5" fmla="*/ 42534 w 155956"/>
              <a:gd name="csY5" fmla="*/ 31896 h 159483"/>
              <a:gd name="csX6" fmla="*/ 42534 w 155956"/>
              <a:gd name="csY6" fmla="*/ 35434 h 159483"/>
              <a:gd name="csX7" fmla="*/ 40761 w 155956"/>
              <a:gd name="csY7" fmla="*/ 38990 h 159483"/>
              <a:gd name="csX8" fmla="*/ 5317 w 155956"/>
              <a:gd name="csY8" fmla="*/ 38990 h 159483"/>
              <a:gd name="csX9" fmla="*/ 0 w 155956"/>
              <a:gd name="csY9" fmla="*/ 44297 h 159483"/>
              <a:gd name="csX10" fmla="*/ 325 w 155956"/>
              <a:gd name="csY10" fmla="*/ 46066 h 159483"/>
              <a:gd name="csX11" fmla="*/ 0 w 155956"/>
              <a:gd name="csY11" fmla="*/ 46066 h 159483"/>
              <a:gd name="csX12" fmla="*/ 0 w 155956"/>
              <a:gd name="csY12" fmla="*/ 155005 h 159483"/>
              <a:gd name="csX13" fmla="*/ 83 w 155956"/>
              <a:gd name="csY13" fmla="*/ 155005 h 159483"/>
              <a:gd name="csX14" fmla="*/ 5967 w 155956"/>
              <a:gd name="csY14" fmla="*/ 159445 h 159483"/>
              <a:gd name="csX15" fmla="*/ 24680 w 155956"/>
              <a:gd name="csY15" fmla="*/ 151722 h 159483"/>
              <a:gd name="csX16" fmla="*/ 42534 w 155956"/>
              <a:gd name="csY16" fmla="*/ 159479 h 159483"/>
              <a:gd name="csX17" fmla="*/ 60243 w 155956"/>
              <a:gd name="csY17" fmla="*/ 152045 h 159483"/>
              <a:gd name="csX18" fmla="*/ 77978 w 155956"/>
              <a:gd name="csY18" fmla="*/ 159479 h 159483"/>
              <a:gd name="csX19" fmla="*/ 95569 w 155956"/>
              <a:gd name="csY19" fmla="*/ 151892 h 159483"/>
              <a:gd name="csX20" fmla="*/ 113423 w 155956"/>
              <a:gd name="csY20" fmla="*/ 159479 h 159483"/>
              <a:gd name="csX21" fmla="*/ 131381 w 155956"/>
              <a:gd name="csY21" fmla="*/ 151518 h 159483"/>
              <a:gd name="csX22" fmla="*/ 149630 w 155956"/>
              <a:gd name="csY22" fmla="*/ 159377 h 159483"/>
              <a:gd name="csX23" fmla="*/ 150647 w 155956"/>
              <a:gd name="csY23" fmla="*/ 159479 h 159483"/>
              <a:gd name="csX24" fmla="*/ 155860 w 155956"/>
              <a:gd name="csY24" fmla="*/ 155175 h 159483"/>
              <a:gd name="csX25" fmla="*/ 155950 w 155956"/>
              <a:gd name="csY25" fmla="*/ 154155 h 159483"/>
              <a:gd name="csX26" fmla="*/ 155957 w 155956"/>
              <a:gd name="csY26" fmla="*/ 154155 h 159483"/>
              <a:gd name="csX27" fmla="*/ 155957 w 155956"/>
              <a:gd name="csY27" fmla="*/ 45232 h 159483"/>
              <a:gd name="csX28" fmla="*/ 155860 w 155956"/>
              <a:gd name="csY28" fmla="*/ 45232 h 159483"/>
              <a:gd name="csX29" fmla="*/ 155957 w 155956"/>
              <a:gd name="csY29" fmla="*/ 44297 h 159483"/>
              <a:gd name="csX30" fmla="*/ 150640 w 155956"/>
              <a:gd name="csY30" fmla="*/ 38990 h 159483"/>
              <a:gd name="csX31" fmla="*/ 115194 w 155956"/>
              <a:gd name="csY31" fmla="*/ 38990 h 159483"/>
              <a:gd name="csX32" fmla="*/ 113423 w 155956"/>
              <a:gd name="csY32" fmla="*/ 35434 h 159483"/>
              <a:gd name="csX33" fmla="*/ 113423 w 155956"/>
              <a:gd name="csY33" fmla="*/ 31896 h 159483"/>
              <a:gd name="csX34" fmla="*/ 150640 w 155956"/>
              <a:gd name="csY34" fmla="*/ 31896 h 159483"/>
              <a:gd name="csX35" fmla="*/ 155957 w 155956"/>
              <a:gd name="csY35" fmla="*/ 26571 h 159483"/>
              <a:gd name="csX36" fmla="*/ 155957 w 155956"/>
              <a:gd name="csY36" fmla="*/ 4389 h 159483"/>
              <a:gd name="csX37" fmla="*/ 155860 w 155956"/>
              <a:gd name="csY37" fmla="*/ 4389 h 159483"/>
              <a:gd name="csX38" fmla="*/ 150640 w 155956"/>
              <a:gd name="csY38" fmla="*/ 0 h 159483"/>
              <a:gd name="csX39" fmla="*/ 138823 w 155956"/>
              <a:gd name="csY39" fmla="*/ 0 h 159483"/>
              <a:gd name="csX40" fmla="*/ 135798 w 155956"/>
              <a:gd name="csY40" fmla="*/ 936 h 159483"/>
              <a:gd name="csX41" fmla="*/ 105082 w 155956"/>
              <a:gd name="csY41" fmla="*/ 22200 h 159483"/>
              <a:gd name="csX42" fmla="*/ 102851 w 155956"/>
              <a:gd name="csY42" fmla="*/ 26911 h 159483"/>
              <a:gd name="csX43" fmla="*/ 102790 w 155956"/>
              <a:gd name="csY43" fmla="*/ 27524 h 159483"/>
              <a:gd name="csX44" fmla="*/ 102790 w 155956"/>
              <a:gd name="csY44" fmla="*/ 35434 h 159483"/>
              <a:gd name="csX45" fmla="*/ 106334 w 155956"/>
              <a:gd name="csY45" fmla="*/ 45556 h 159483"/>
              <a:gd name="csX46" fmla="*/ 106334 w 155956"/>
              <a:gd name="csY46" fmla="*/ 146823 h 159483"/>
              <a:gd name="csX47" fmla="*/ 100234 w 155956"/>
              <a:gd name="csY47" fmla="*/ 140767 h 159483"/>
              <a:gd name="csX48" fmla="*/ 95825 w 155956"/>
              <a:gd name="csY48" fmla="*/ 138215 h 159483"/>
              <a:gd name="csX49" fmla="*/ 91297 w 155956"/>
              <a:gd name="csY49" fmla="*/ 140546 h 159483"/>
              <a:gd name="csX50" fmla="*/ 77978 w 155956"/>
              <a:gd name="csY50" fmla="*/ 148847 h 159483"/>
              <a:gd name="csX51" fmla="*/ 64908 w 155956"/>
              <a:gd name="csY51" fmla="*/ 140954 h 159483"/>
              <a:gd name="csX52" fmla="*/ 60347 w 155956"/>
              <a:gd name="csY52" fmla="*/ 138215 h 159483"/>
              <a:gd name="csX53" fmla="*/ 55693 w 155956"/>
              <a:gd name="csY53" fmla="*/ 140801 h 159483"/>
              <a:gd name="csX54" fmla="*/ 49623 w 155956"/>
              <a:gd name="csY54" fmla="*/ 146823 h 159483"/>
              <a:gd name="csX55" fmla="*/ 49623 w 155956"/>
              <a:gd name="csY55" fmla="*/ 45556 h 159483"/>
              <a:gd name="csX56" fmla="*/ 53167 w 155956"/>
              <a:gd name="csY56" fmla="*/ 35434 h 159483"/>
              <a:gd name="csX57" fmla="*/ 53167 w 155956"/>
              <a:gd name="csY57" fmla="*/ 27524 h 159483"/>
              <a:gd name="csX58" fmla="*/ 53104 w 155956"/>
              <a:gd name="csY58" fmla="*/ 26911 h 159483"/>
              <a:gd name="csX59" fmla="*/ 50875 w 155956"/>
              <a:gd name="csY59" fmla="*/ 22217 h 159483"/>
              <a:gd name="csX60" fmla="*/ 20159 w 155956"/>
              <a:gd name="csY60" fmla="*/ 953 h 159483"/>
              <a:gd name="csX61" fmla="*/ 17127 w 155956"/>
              <a:gd name="csY61" fmla="*/ 0 h 159483"/>
              <a:gd name="csX62" fmla="*/ 5317 w 155956"/>
              <a:gd name="csY62" fmla="*/ 0 h 159483"/>
              <a:gd name="csX63" fmla="*/ 17723 w 155956"/>
              <a:gd name="csY63" fmla="*/ 62448 h 159483"/>
              <a:gd name="csX64" fmla="*/ 21986 w 155956"/>
              <a:gd name="csY64" fmla="*/ 64999 h 159483"/>
              <a:gd name="csX65" fmla="*/ 24811 w 155956"/>
              <a:gd name="csY65" fmla="*/ 70868 h 159483"/>
              <a:gd name="csX66" fmla="*/ 24811 w 155956"/>
              <a:gd name="csY66" fmla="*/ 85124 h 159483"/>
              <a:gd name="csX67" fmla="*/ 21337 w 155956"/>
              <a:gd name="csY67" fmla="*/ 88594 h 159483"/>
              <a:gd name="csX68" fmla="*/ 14109 w 155956"/>
              <a:gd name="csY68" fmla="*/ 88594 h 159483"/>
              <a:gd name="csX69" fmla="*/ 10633 w 155956"/>
              <a:gd name="csY69" fmla="*/ 85124 h 159483"/>
              <a:gd name="csX70" fmla="*/ 10633 w 155956"/>
              <a:gd name="csY70" fmla="*/ 70885 h 159483"/>
              <a:gd name="csX71" fmla="*/ 13458 w 155956"/>
              <a:gd name="csY71" fmla="*/ 65016 h 159483"/>
              <a:gd name="csX72" fmla="*/ 17723 w 155956"/>
              <a:gd name="csY72" fmla="*/ 62448 h 159483"/>
              <a:gd name="csX73" fmla="*/ 138234 w 155956"/>
              <a:gd name="csY73" fmla="*/ 62448 h 159483"/>
              <a:gd name="csX74" fmla="*/ 142499 w 155956"/>
              <a:gd name="csY74" fmla="*/ 64999 h 159483"/>
              <a:gd name="csX75" fmla="*/ 145323 w 155956"/>
              <a:gd name="csY75" fmla="*/ 70868 h 159483"/>
              <a:gd name="csX76" fmla="*/ 145323 w 155956"/>
              <a:gd name="csY76" fmla="*/ 85124 h 159483"/>
              <a:gd name="csX77" fmla="*/ 141848 w 155956"/>
              <a:gd name="csY77" fmla="*/ 88594 h 159483"/>
              <a:gd name="csX78" fmla="*/ 134620 w 155956"/>
              <a:gd name="csY78" fmla="*/ 88594 h 159483"/>
              <a:gd name="csX79" fmla="*/ 131144 w 155956"/>
              <a:gd name="csY79" fmla="*/ 85124 h 159483"/>
              <a:gd name="csX80" fmla="*/ 131144 w 155956"/>
              <a:gd name="csY80" fmla="*/ 70885 h 159483"/>
              <a:gd name="csX81" fmla="*/ 133969 w 155956"/>
              <a:gd name="csY81" fmla="*/ 65016 h 159483"/>
              <a:gd name="csX82" fmla="*/ 138234 w 155956"/>
              <a:gd name="csY82" fmla="*/ 62448 h 159483"/>
              <a:gd name="csX83" fmla="*/ 65573 w 155956"/>
              <a:gd name="csY83" fmla="*/ 81517 h 159483"/>
              <a:gd name="csX84" fmla="*/ 62623 w 155956"/>
              <a:gd name="csY84" fmla="*/ 82402 h 159483"/>
              <a:gd name="csX85" fmla="*/ 56711 w 155956"/>
              <a:gd name="csY85" fmla="*/ 86348 h 159483"/>
              <a:gd name="csX86" fmla="*/ 56711 w 155956"/>
              <a:gd name="csY86" fmla="*/ 120745 h 159483"/>
              <a:gd name="csX87" fmla="*/ 77978 w 155956"/>
              <a:gd name="csY87" fmla="*/ 113413 h 159483"/>
              <a:gd name="csX88" fmla="*/ 99244 w 155956"/>
              <a:gd name="csY88" fmla="*/ 120745 h 159483"/>
              <a:gd name="csX89" fmla="*/ 99244 w 155956"/>
              <a:gd name="csY89" fmla="*/ 86348 h 159483"/>
              <a:gd name="csX90" fmla="*/ 93332 w 155956"/>
              <a:gd name="csY90" fmla="*/ 82402 h 159483"/>
              <a:gd name="csX91" fmla="*/ 90384 w 155956"/>
              <a:gd name="csY91" fmla="*/ 81517 h 159483"/>
              <a:gd name="csX92" fmla="*/ 65573 w 155956"/>
              <a:gd name="csY92" fmla="*/ 81517 h 159483"/>
              <a:gd name="csX93" fmla="*/ 17723 w 155956"/>
              <a:gd name="csY93" fmla="*/ 102781 h 159483"/>
              <a:gd name="csX94" fmla="*/ 24811 w 155956"/>
              <a:gd name="csY94" fmla="*/ 109858 h 159483"/>
              <a:gd name="csX95" fmla="*/ 24811 w 155956"/>
              <a:gd name="csY95" fmla="*/ 124164 h 159483"/>
              <a:gd name="csX96" fmla="*/ 21377 w 155956"/>
              <a:gd name="csY96" fmla="*/ 127583 h 159483"/>
              <a:gd name="csX97" fmla="*/ 14060 w 155956"/>
              <a:gd name="csY97" fmla="*/ 127583 h 159483"/>
              <a:gd name="csX98" fmla="*/ 10633 w 155956"/>
              <a:gd name="csY98" fmla="*/ 124164 h 159483"/>
              <a:gd name="csX99" fmla="*/ 10633 w 155956"/>
              <a:gd name="csY99" fmla="*/ 109858 h 159483"/>
              <a:gd name="csX100" fmla="*/ 17723 w 155956"/>
              <a:gd name="csY100" fmla="*/ 102781 h 159483"/>
              <a:gd name="csX101" fmla="*/ 138234 w 155956"/>
              <a:gd name="csY101" fmla="*/ 102781 h 159483"/>
              <a:gd name="csX102" fmla="*/ 145323 w 155956"/>
              <a:gd name="csY102" fmla="*/ 109858 h 159483"/>
              <a:gd name="csX103" fmla="*/ 145323 w 155956"/>
              <a:gd name="csY103" fmla="*/ 124164 h 159483"/>
              <a:gd name="csX104" fmla="*/ 141888 w 155956"/>
              <a:gd name="csY104" fmla="*/ 127583 h 159483"/>
              <a:gd name="csX105" fmla="*/ 134571 w 155956"/>
              <a:gd name="csY105" fmla="*/ 127583 h 159483"/>
              <a:gd name="csX106" fmla="*/ 131144 w 155956"/>
              <a:gd name="csY106" fmla="*/ 124164 h 159483"/>
              <a:gd name="csX107" fmla="*/ 131144 w 155956"/>
              <a:gd name="csY107" fmla="*/ 109858 h 159483"/>
              <a:gd name="csX108" fmla="*/ 138234 w 155956"/>
              <a:gd name="csY108" fmla="*/ 102781 h 159483"/>
            </a:gdLst>
            <a:ahLst/>
            <a:cxnLst/>
            <a:rect l="l" t="t" r="r" b="b"/>
            <a:pathLst>
              <a:path w="100000" h="100000">
                <a:moveTo>
                  <a:pt x="4440" y="0"/>
                </a:moveTo>
                <a:cubicBezTo>
                  <a:pt x="2599" y="0"/>
                  <a:pt x="1106" y="1494"/>
                  <a:pt x="1106" y="3328"/>
                </a:cubicBezTo>
                <a:lnTo>
                  <a:pt x="1106" y="17248"/>
                </a:lnTo>
                <a:lnTo>
                  <a:pt x="1167" y="17248"/>
                </a:lnTo>
                <a:cubicBezTo>
                  <a:pt x="1444" y="18816"/>
                  <a:pt x="2800" y="20000"/>
                  <a:pt x="4440" y="20000"/>
                </a:cubicBezTo>
                <a:lnTo>
                  <a:pt x="27776" y="20000"/>
                </a:lnTo>
                <a:lnTo>
                  <a:pt x="27776" y="22218"/>
                </a:lnTo>
                <a:cubicBezTo>
                  <a:pt x="27776" y="23285"/>
                  <a:pt x="27351" y="24448"/>
                  <a:pt x="26664" y="24448"/>
                </a:cubicBezTo>
                <a:lnTo>
                  <a:pt x="4440" y="24448"/>
                </a:lnTo>
                <a:cubicBezTo>
                  <a:pt x="2599" y="24448"/>
                  <a:pt x="1106" y="25941"/>
                  <a:pt x="1106" y="27775"/>
                </a:cubicBezTo>
                <a:cubicBezTo>
                  <a:pt x="1106" y="28170"/>
                  <a:pt x="1186" y="28543"/>
                  <a:pt x="1310" y="28885"/>
                </a:cubicBezTo>
                <a:lnTo>
                  <a:pt x="1106" y="28885"/>
                </a:lnTo>
                <a:lnTo>
                  <a:pt x="1106" y="97192"/>
                </a:lnTo>
                <a:lnTo>
                  <a:pt x="1158" y="97192"/>
                </a:lnTo>
                <a:cubicBezTo>
                  <a:pt x="1437" y="98952"/>
                  <a:pt x="3061" y="100189"/>
                  <a:pt x="4847" y="99976"/>
                </a:cubicBezTo>
                <a:cubicBezTo>
                  <a:pt x="7823" y="99603"/>
                  <a:pt x="12734" y="98493"/>
                  <a:pt x="16581" y="95134"/>
                </a:cubicBezTo>
                <a:cubicBezTo>
                  <a:pt x="19792" y="98397"/>
                  <a:pt x="23482" y="99997"/>
                  <a:pt x="27776" y="99997"/>
                </a:cubicBezTo>
                <a:cubicBezTo>
                  <a:pt x="31866" y="99997"/>
                  <a:pt x="35846" y="98280"/>
                  <a:pt x="38880" y="95336"/>
                </a:cubicBezTo>
                <a:cubicBezTo>
                  <a:pt x="41888" y="98195"/>
                  <a:pt x="46006" y="99997"/>
                  <a:pt x="50000" y="99997"/>
                </a:cubicBezTo>
                <a:cubicBezTo>
                  <a:pt x="53947" y="99997"/>
                  <a:pt x="57863" y="98269"/>
                  <a:pt x="61030" y="95240"/>
                </a:cubicBezTo>
                <a:cubicBezTo>
                  <a:pt x="64087" y="98269"/>
                  <a:pt x="68055" y="99997"/>
                  <a:pt x="72225" y="99997"/>
                </a:cubicBezTo>
                <a:cubicBezTo>
                  <a:pt x="76161" y="99997"/>
                  <a:pt x="80285" y="98120"/>
                  <a:pt x="83485" y="95006"/>
                </a:cubicBezTo>
                <a:cubicBezTo>
                  <a:pt x="86312" y="97320"/>
                  <a:pt x="90240" y="99027"/>
                  <a:pt x="94928" y="99934"/>
                </a:cubicBezTo>
                <a:cubicBezTo>
                  <a:pt x="95143" y="99976"/>
                  <a:pt x="95352" y="99997"/>
                  <a:pt x="95565" y="99997"/>
                </a:cubicBezTo>
                <a:cubicBezTo>
                  <a:pt x="97127" y="99997"/>
                  <a:pt x="98522" y="98888"/>
                  <a:pt x="98834" y="97299"/>
                </a:cubicBezTo>
                <a:cubicBezTo>
                  <a:pt x="98875" y="97086"/>
                  <a:pt x="98890" y="96872"/>
                  <a:pt x="98890" y="96659"/>
                </a:cubicBezTo>
                <a:lnTo>
                  <a:pt x="98895" y="96659"/>
                </a:lnTo>
                <a:lnTo>
                  <a:pt x="98895" y="28362"/>
                </a:lnTo>
                <a:lnTo>
                  <a:pt x="98834" y="28362"/>
                </a:lnTo>
                <a:cubicBezTo>
                  <a:pt x="98868" y="28170"/>
                  <a:pt x="98895" y="27978"/>
                  <a:pt x="98895" y="27775"/>
                </a:cubicBezTo>
                <a:cubicBezTo>
                  <a:pt x="98895" y="25941"/>
                  <a:pt x="97401" y="24448"/>
                  <a:pt x="95561" y="24448"/>
                </a:cubicBezTo>
                <a:lnTo>
                  <a:pt x="73335" y="24448"/>
                </a:lnTo>
                <a:cubicBezTo>
                  <a:pt x="72649" y="24448"/>
                  <a:pt x="72225" y="23285"/>
                  <a:pt x="72225" y="22218"/>
                </a:cubicBezTo>
                <a:lnTo>
                  <a:pt x="72225" y="20000"/>
                </a:lnTo>
                <a:lnTo>
                  <a:pt x="95561" y="20000"/>
                </a:lnTo>
                <a:cubicBezTo>
                  <a:pt x="97401" y="20000"/>
                  <a:pt x="98895" y="18506"/>
                  <a:pt x="98895" y="16661"/>
                </a:cubicBezTo>
                <a:lnTo>
                  <a:pt x="98895" y="2752"/>
                </a:lnTo>
                <a:lnTo>
                  <a:pt x="98834" y="2752"/>
                </a:lnTo>
                <a:cubicBezTo>
                  <a:pt x="98556" y="1184"/>
                  <a:pt x="97201" y="0"/>
                  <a:pt x="95561" y="0"/>
                </a:cubicBezTo>
                <a:lnTo>
                  <a:pt x="88151" y="0"/>
                </a:lnTo>
                <a:cubicBezTo>
                  <a:pt x="87473" y="0"/>
                  <a:pt x="86812" y="203"/>
                  <a:pt x="86255" y="587"/>
                </a:cubicBezTo>
                <a:lnTo>
                  <a:pt x="66995" y="13920"/>
                </a:lnTo>
                <a:cubicBezTo>
                  <a:pt x="66016" y="14602"/>
                  <a:pt x="65523" y="15733"/>
                  <a:pt x="65596" y="16874"/>
                </a:cubicBezTo>
                <a:cubicBezTo>
                  <a:pt x="65582" y="17002"/>
                  <a:pt x="65558" y="17130"/>
                  <a:pt x="65558" y="17258"/>
                </a:cubicBezTo>
                <a:lnTo>
                  <a:pt x="65558" y="22218"/>
                </a:lnTo>
                <a:cubicBezTo>
                  <a:pt x="65558" y="24757"/>
                  <a:pt x="66392" y="26975"/>
                  <a:pt x="67780" y="28565"/>
                </a:cubicBezTo>
                <a:lnTo>
                  <a:pt x="67780" y="92062"/>
                </a:lnTo>
                <a:cubicBezTo>
                  <a:pt x="66283" y="91176"/>
                  <a:pt x="64948" y="89886"/>
                  <a:pt x="63955" y="88265"/>
                </a:cubicBezTo>
                <a:cubicBezTo>
                  <a:pt x="63364" y="87294"/>
                  <a:pt x="62327" y="86696"/>
                  <a:pt x="61191" y="86664"/>
                </a:cubicBezTo>
                <a:cubicBezTo>
                  <a:pt x="60053" y="86686"/>
                  <a:pt x="58987" y="87187"/>
                  <a:pt x="58351" y="88126"/>
                </a:cubicBezTo>
                <a:cubicBezTo>
                  <a:pt x="56179" y="91336"/>
                  <a:pt x="52978" y="93331"/>
                  <a:pt x="50000" y="93331"/>
                </a:cubicBezTo>
                <a:cubicBezTo>
                  <a:pt x="46889" y="93331"/>
                  <a:pt x="43367" y="91208"/>
                  <a:pt x="41805" y="88382"/>
                </a:cubicBezTo>
                <a:cubicBezTo>
                  <a:pt x="41227" y="87337"/>
                  <a:pt x="40135" y="86686"/>
                  <a:pt x="38945" y="86664"/>
                </a:cubicBezTo>
                <a:cubicBezTo>
                  <a:pt x="37661" y="86632"/>
                  <a:pt x="36638" y="87262"/>
                  <a:pt x="36027" y="88286"/>
                </a:cubicBezTo>
                <a:cubicBezTo>
                  <a:pt x="35074" y="89886"/>
                  <a:pt x="33731" y="91176"/>
                  <a:pt x="32221" y="92062"/>
                </a:cubicBezTo>
                <a:lnTo>
                  <a:pt x="32221" y="28565"/>
                </a:lnTo>
                <a:cubicBezTo>
                  <a:pt x="33608" y="26975"/>
                  <a:pt x="34443" y="24757"/>
                  <a:pt x="34443" y="22218"/>
                </a:cubicBezTo>
                <a:lnTo>
                  <a:pt x="34443" y="17258"/>
                </a:lnTo>
                <a:cubicBezTo>
                  <a:pt x="34443" y="17130"/>
                  <a:pt x="34418" y="17002"/>
                  <a:pt x="34403" y="16874"/>
                </a:cubicBezTo>
                <a:cubicBezTo>
                  <a:pt x="34476" y="15733"/>
                  <a:pt x="33983" y="14602"/>
                  <a:pt x="33006" y="13931"/>
                </a:cubicBezTo>
                <a:lnTo>
                  <a:pt x="13746" y="598"/>
                </a:lnTo>
                <a:cubicBezTo>
                  <a:pt x="13188" y="203"/>
                  <a:pt x="12523" y="0"/>
                  <a:pt x="11845" y="0"/>
                </a:cubicBezTo>
                <a:lnTo>
                  <a:pt x="4440" y="0"/>
                </a:lnTo>
                <a:close/>
                <a:moveTo>
                  <a:pt x="12219" y="39157"/>
                </a:moveTo>
                <a:cubicBezTo>
                  <a:pt x="13337" y="39157"/>
                  <a:pt x="14360" y="39775"/>
                  <a:pt x="14892" y="40756"/>
                </a:cubicBezTo>
                <a:cubicBezTo>
                  <a:pt x="15831" y="41994"/>
                  <a:pt x="16663" y="43380"/>
                  <a:pt x="16663" y="44436"/>
                </a:cubicBezTo>
                <a:lnTo>
                  <a:pt x="16663" y="53375"/>
                </a:lnTo>
                <a:cubicBezTo>
                  <a:pt x="16663" y="54580"/>
                  <a:pt x="15687" y="55551"/>
                  <a:pt x="14485" y="55551"/>
                </a:cubicBezTo>
                <a:lnTo>
                  <a:pt x="9952" y="55551"/>
                </a:lnTo>
                <a:cubicBezTo>
                  <a:pt x="8747" y="55551"/>
                  <a:pt x="7773" y="54580"/>
                  <a:pt x="7773" y="53375"/>
                </a:cubicBezTo>
                <a:lnTo>
                  <a:pt x="7773" y="44447"/>
                </a:lnTo>
                <a:cubicBezTo>
                  <a:pt x="7773" y="43380"/>
                  <a:pt x="8602" y="41994"/>
                  <a:pt x="9544" y="40767"/>
                </a:cubicBezTo>
                <a:cubicBezTo>
                  <a:pt x="10075" y="39775"/>
                  <a:pt x="11101" y="39157"/>
                  <a:pt x="12219" y="39157"/>
                </a:cubicBezTo>
                <a:close/>
                <a:moveTo>
                  <a:pt x="87782" y="39157"/>
                </a:moveTo>
                <a:cubicBezTo>
                  <a:pt x="88900" y="39157"/>
                  <a:pt x="89925" y="39775"/>
                  <a:pt x="90456" y="40756"/>
                </a:cubicBezTo>
                <a:cubicBezTo>
                  <a:pt x="91396" y="41994"/>
                  <a:pt x="92227" y="43380"/>
                  <a:pt x="92227" y="44436"/>
                </a:cubicBezTo>
                <a:lnTo>
                  <a:pt x="92227" y="53375"/>
                </a:lnTo>
                <a:cubicBezTo>
                  <a:pt x="92227" y="54580"/>
                  <a:pt x="91250" y="55551"/>
                  <a:pt x="90048" y="55551"/>
                </a:cubicBezTo>
                <a:lnTo>
                  <a:pt x="85516" y="55551"/>
                </a:lnTo>
                <a:cubicBezTo>
                  <a:pt x="84312" y="55551"/>
                  <a:pt x="83336" y="54580"/>
                  <a:pt x="83336" y="53375"/>
                </a:cubicBezTo>
                <a:lnTo>
                  <a:pt x="83336" y="44447"/>
                </a:lnTo>
                <a:cubicBezTo>
                  <a:pt x="83336" y="43380"/>
                  <a:pt x="84165" y="41994"/>
                  <a:pt x="85108" y="40767"/>
                </a:cubicBezTo>
                <a:cubicBezTo>
                  <a:pt x="85639" y="39775"/>
                  <a:pt x="86664" y="39157"/>
                  <a:pt x="87782" y="39157"/>
                </a:cubicBezTo>
                <a:close/>
                <a:moveTo>
                  <a:pt x="42222" y="51113"/>
                </a:moveTo>
                <a:cubicBezTo>
                  <a:pt x="41563" y="51113"/>
                  <a:pt x="40919" y="51305"/>
                  <a:pt x="40372" y="51668"/>
                </a:cubicBezTo>
                <a:lnTo>
                  <a:pt x="36665" y="54142"/>
                </a:lnTo>
                <a:lnTo>
                  <a:pt x="36665" y="75710"/>
                </a:lnTo>
                <a:cubicBezTo>
                  <a:pt x="39848" y="72841"/>
                  <a:pt x="44515" y="71113"/>
                  <a:pt x="50000" y="71113"/>
                </a:cubicBezTo>
                <a:cubicBezTo>
                  <a:pt x="55485" y="71113"/>
                  <a:pt x="60155" y="72841"/>
                  <a:pt x="63334" y="75710"/>
                </a:cubicBezTo>
                <a:lnTo>
                  <a:pt x="63334" y="54142"/>
                </a:lnTo>
                <a:lnTo>
                  <a:pt x="59627" y="51668"/>
                </a:lnTo>
                <a:cubicBezTo>
                  <a:pt x="59081" y="51305"/>
                  <a:pt x="58437" y="51113"/>
                  <a:pt x="57779" y="51113"/>
                </a:cubicBezTo>
                <a:lnTo>
                  <a:pt x="42222" y="51113"/>
                </a:lnTo>
                <a:close/>
                <a:moveTo>
                  <a:pt x="12219" y="64446"/>
                </a:moveTo>
                <a:cubicBezTo>
                  <a:pt x="14674" y="64446"/>
                  <a:pt x="16663" y="66430"/>
                  <a:pt x="16663" y="68884"/>
                </a:cubicBezTo>
                <a:lnTo>
                  <a:pt x="16663" y="77854"/>
                </a:lnTo>
                <a:cubicBezTo>
                  <a:pt x="16663" y="79038"/>
                  <a:pt x="15699" y="79998"/>
                  <a:pt x="14510" y="79998"/>
                </a:cubicBezTo>
                <a:lnTo>
                  <a:pt x="9922" y="79998"/>
                </a:lnTo>
                <a:cubicBezTo>
                  <a:pt x="8735" y="79998"/>
                  <a:pt x="7773" y="79038"/>
                  <a:pt x="7773" y="77854"/>
                </a:cubicBezTo>
                <a:lnTo>
                  <a:pt x="7773" y="68884"/>
                </a:lnTo>
                <a:cubicBezTo>
                  <a:pt x="7773" y="66430"/>
                  <a:pt x="9762" y="64446"/>
                  <a:pt x="12219" y="64446"/>
                </a:cubicBezTo>
                <a:close/>
                <a:moveTo>
                  <a:pt x="87782" y="64446"/>
                </a:moveTo>
                <a:cubicBezTo>
                  <a:pt x="90238" y="64446"/>
                  <a:pt x="92227" y="66430"/>
                  <a:pt x="92227" y="68884"/>
                </a:cubicBezTo>
                <a:lnTo>
                  <a:pt x="92227" y="77854"/>
                </a:lnTo>
                <a:cubicBezTo>
                  <a:pt x="92227" y="79038"/>
                  <a:pt x="91263" y="79998"/>
                  <a:pt x="90073" y="79998"/>
                </a:cubicBezTo>
                <a:lnTo>
                  <a:pt x="85485" y="79998"/>
                </a:lnTo>
                <a:cubicBezTo>
                  <a:pt x="84299" y="79998"/>
                  <a:pt x="83336" y="79038"/>
                  <a:pt x="83336" y="77854"/>
                </a:cubicBezTo>
                <a:lnTo>
                  <a:pt x="83336" y="68884"/>
                </a:lnTo>
                <a:cubicBezTo>
                  <a:pt x="83336" y="66430"/>
                  <a:pt x="85326" y="64446"/>
                  <a:pt x="87782" y="6444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4" name="Чёрный — SVG 31">
            <a:extLst>
              <a:ext uri="{FF2B5EF4-FFF2-40B4-BE49-F238E27FC236}">
                <a16:creationId xmlns:a16="http://schemas.microsoft.com/office/drawing/2014/main" id="{4AD68804-894E-D34D-B6FF-63B8458F247E}"/>
              </a:ext>
            </a:extLst>
          </p:cNvPr>
          <p:cNvSpPr>
            <a:spLocks noGrp="1"/>
          </p:cNvSpPr>
          <p:nvPr/>
        </p:nvSpPr>
        <p:spPr>
          <a:xfrm>
            <a:off x="7620000" y="3210000"/>
            <a:ext cx="220000" cy="220000"/>
          </a:xfrm>
          <a:custGeom>
            <a:avLst/>
            <a:gdLst>
              <a:gd name="csX0" fmla="*/ 3898 w 113432"/>
              <a:gd name="csY0" fmla="*/ 84917 h 148896"/>
              <a:gd name="csX1" fmla="*/ 15484 w 113432"/>
              <a:gd name="csY1" fmla="*/ 76837 h 148896"/>
              <a:gd name="csX2" fmla="*/ 10993 w 113432"/>
              <a:gd name="csY2" fmla="*/ 106930 h 148896"/>
              <a:gd name="csX3" fmla="*/ 2690 w 113432"/>
              <a:gd name="csY3" fmla="*/ 98645 h 148896"/>
              <a:gd name="csX4" fmla="*/ 70 w 113432"/>
              <a:gd name="csY4" fmla="*/ 91484 h 148896"/>
              <a:gd name="csX5" fmla="*/ 3898 w 113432"/>
              <a:gd name="csY5" fmla="*/ 84917 h 148896"/>
              <a:gd name="csX6" fmla="*/ 113396 w 113432"/>
              <a:gd name="csY6" fmla="*/ 91450 h 148896"/>
              <a:gd name="csX7" fmla="*/ 110810 w 113432"/>
              <a:gd name="csY7" fmla="*/ 98560 h 148896"/>
              <a:gd name="csX8" fmla="*/ 110810 w 113432"/>
              <a:gd name="csY8" fmla="*/ 98594 h 148896"/>
              <a:gd name="csX9" fmla="*/ 102440 w 113432"/>
              <a:gd name="csY9" fmla="*/ 106930 h 148896"/>
              <a:gd name="csX10" fmla="*/ 97931 w 113432"/>
              <a:gd name="csY10" fmla="*/ 76769 h 148896"/>
              <a:gd name="csX11" fmla="*/ 109568 w 113432"/>
              <a:gd name="csY11" fmla="*/ 84849 h 148896"/>
              <a:gd name="csX12" fmla="*/ 113396 w 113432"/>
              <a:gd name="csY12" fmla="*/ 91450 h 148896"/>
              <a:gd name="csX13" fmla="*/ 110742 w 113432"/>
              <a:gd name="csY13" fmla="*/ 14764 h 148896"/>
              <a:gd name="csX14" fmla="*/ 98595 w 113432"/>
              <a:gd name="csY14" fmla="*/ 2635 h 148896"/>
              <a:gd name="csX15" fmla="*/ 91449 w 113432"/>
              <a:gd name="csY15" fmla="*/ 32 h 148896"/>
              <a:gd name="csX16" fmla="*/ 84882 w 113432"/>
              <a:gd name="csY16" fmla="*/ 3842 h 148896"/>
              <a:gd name="csX17" fmla="*/ 73296 w 113432"/>
              <a:gd name="csY17" fmla="*/ 20462 h 148896"/>
              <a:gd name="csX18" fmla="*/ 74538 w 113432"/>
              <a:gd name="csY18" fmla="*/ 21602 h 148896"/>
              <a:gd name="csX19" fmla="*/ 92980 w 113432"/>
              <a:gd name="csY19" fmla="*/ 40025 h 148896"/>
              <a:gd name="csX20" fmla="*/ 109534 w 113432"/>
              <a:gd name="csY20" fmla="*/ 28491 h 148896"/>
              <a:gd name="csX21" fmla="*/ 113346 w 113432"/>
              <a:gd name="csY21" fmla="*/ 21908 h 148896"/>
              <a:gd name="csX22" fmla="*/ 110742 w 113432"/>
              <a:gd name="csY22" fmla="*/ 14764 h 148896"/>
              <a:gd name="csX23" fmla="*/ 38878 w 113432"/>
              <a:gd name="csY23" fmla="*/ 21602 h 148896"/>
              <a:gd name="csX24" fmla="*/ 40086 w 113432"/>
              <a:gd name="csY24" fmla="*/ 20513 h 148896"/>
              <a:gd name="csX25" fmla="*/ 28499 w 113432"/>
              <a:gd name="csY25" fmla="*/ 3893 h 148896"/>
              <a:gd name="csX26" fmla="*/ 21915 w 113432"/>
              <a:gd name="csY26" fmla="*/ 83 h 148896"/>
              <a:gd name="csX27" fmla="*/ 14770 w 113432"/>
              <a:gd name="csY27" fmla="*/ 2668 h 148896"/>
              <a:gd name="csX28" fmla="*/ 2639 w 113432"/>
              <a:gd name="csY28" fmla="*/ 14814 h 148896"/>
              <a:gd name="csX29" fmla="*/ 36 w 113432"/>
              <a:gd name="csY29" fmla="*/ 21959 h 148896"/>
              <a:gd name="csX30" fmla="*/ 3847 w 113432"/>
              <a:gd name="csY30" fmla="*/ 28543 h 148896"/>
              <a:gd name="csX31" fmla="*/ 20401 w 113432"/>
              <a:gd name="csY31" fmla="*/ 40076 h 148896"/>
              <a:gd name="csX32" fmla="*/ 38878 w 113432"/>
              <a:gd name="csY32" fmla="*/ 21602 h 148896"/>
              <a:gd name="csX33" fmla="*/ 90598 w 113432"/>
              <a:gd name="csY33" fmla="*/ 47680 h 148896"/>
              <a:gd name="csX34" fmla="*/ 69536 w 113432"/>
              <a:gd name="csY34" fmla="*/ 26603 h 148896"/>
              <a:gd name="csX35" fmla="*/ 56708 w 113432"/>
              <a:gd name="csY35" fmla="*/ 21296 h 148896"/>
              <a:gd name="csX36" fmla="*/ 43897 w 113432"/>
              <a:gd name="csY36" fmla="*/ 26603 h 148896"/>
              <a:gd name="csX37" fmla="*/ 22834 w 113432"/>
              <a:gd name="csY37" fmla="*/ 47680 h 148896"/>
              <a:gd name="csX38" fmla="*/ 21677 w 113432"/>
              <a:gd name="csY38" fmla="*/ 53464 h 148896"/>
              <a:gd name="csX39" fmla="*/ 26594 w 113432"/>
              <a:gd name="csY39" fmla="*/ 56747 h 148896"/>
              <a:gd name="csX40" fmla="*/ 86838 w 113432"/>
              <a:gd name="csY40" fmla="*/ 56747 h 148896"/>
              <a:gd name="csX41" fmla="*/ 91755 w 113432"/>
              <a:gd name="csY41" fmla="*/ 53464 h 148896"/>
              <a:gd name="csX42" fmla="*/ 90598 w 113432"/>
              <a:gd name="csY42" fmla="*/ 47680 h 148896"/>
              <a:gd name="csX43" fmla="*/ 99037 w 113432"/>
              <a:gd name="csY43" fmla="*/ 132276 h 148896"/>
              <a:gd name="csX44" fmla="*/ 96094 w 113432"/>
              <a:gd name="csY44" fmla="*/ 112492 h 148896"/>
              <a:gd name="csX45" fmla="*/ 89969 w 113432"/>
              <a:gd name="csY45" fmla="*/ 71206 h 148896"/>
              <a:gd name="csX46" fmla="*/ 88863 w 113432"/>
              <a:gd name="csY46" fmla="*/ 63841 h 148896"/>
              <a:gd name="csX47" fmla="*/ 24569 w 113432"/>
              <a:gd name="csY47" fmla="*/ 63841 h 148896"/>
              <a:gd name="csX48" fmla="*/ 23464 w 113432"/>
              <a:gd name="csY48" fmla="*/ 71274 h 148896"/>
              <a:gd name="csX49" fmla="*/ 17339 w 113432"/>
              <a:gd name="csY49" fmla="*/ 112526 h 148896"/>
              <a:gd name="csX50" fmla="*/ 14395 w 113432"/>
              <a:gd name="csY50" fmla="*/ 132310 h 148896"/>
              <a:gd name="csX51" fmla="*/ 15025 w 113432"/>
              <a:gd name="csY51" fmla="*/ 139574 h 148896"/>
              <a:gd name="csX52" fmla="*/ 28363 w 113432"/>
              <a:gd name="csY52" fmla="*/ 148896 h 148896"/>
              <a:gd name="csX53" fmla="*/ 37227 w 113432"/>
              <a:gd name="csY53" fmla="*/ 148896 h 148896"/>
              <a:gd name="csX54" fmla="*/ 42536 w 113432"/>
              <a:gd name="csY54" fmla="*/ 143572 h 148896"/>
              <a:gd name="csX55" fmla="*/ 42536 w 113432"/>
              <a:gd name="csY55" fmla="*/ 121423 h 148896"/>
              <a:gd name="csX56" fmla="*/ 56708 w 113432"/>
              <a:gd name="csY56" fmla="*/ 106368 h 148896"/>
              <a:gd name="csX57" fmla="*/ 70897 w 113432"/>
              <a:gd name="csY57" fmla="*/ 121423 h 148896"/>
              <a:gd name="csX58" fmla="*/ 70897 w 113432"/>
              <a:gd name="csY58" fmla="*/ 143572 h 148896"/>
              <a:gd name="csX59" fmla="*/ 76205 w 113432"/>
              <a:gd name="csY59" fmla="*/ 148896 h 148896"/>
              <a:gd name="csX60" fmla="*/ 85069 w 113432"/>
              <a:gd name="csY60" fmla="*/ 148896 h 148896"/>
              <a:gd name="csX61" fmla="*/ 98425 w 113432"/>
              <a:gd name="csY61" fmla="*/ 139540 h 148896"/>
              <a:gd name="csX62" fmla="*/ 99037 w 113432"/>
              <a:gd name="csY62" fmla="*/ 132276 h 148896"/>
              <a:gd name="csX63" fmla="*/ 56708 w 113432"/>
              <a:gd name="csY63" fmla="*/ 88643 h 148896"/>
              <a:gd name="csX64" fmla="*/ 49630 w 113432"/>
              <a:gd name="csY64" fmla="*/ 81549 h 148896"/>
              <a:gd name="csX65" fmla="*/ 56708 w 113432"/>
              <a:gd name="csY65" fmla="*/ 74473 h 148896"/>
              <a:gd name="csX66" fmla="*/ 63802 w 113432"/>
              <a:gd name="csY66" fmla="*/ 81549 h 148896"/>
              <a:gd name="csX67" fmla="*/ 56708 w 113432"/>
              <a:gd name="csY67" fmla="*/ 88643 h 148896"/>
            </a:gdLst>
            <a:ahLst/>
            <a:cxnLst/>
            <a:rect l="l" t="t" r="r" b="b"/>
            <a:pathLst>
              <a:path w="100000" h="100000">
                <a:moveTo>
                  <a:pt x="14527" y="57031"/>
                </a:moveTo>
                <a:lnTo>
                  <a:pt x="22308" y="51604"/>
                </a:lnTo>
                <a:lnTo>
                  <a:pt x="19292" y="71815"/>
                </a:lnTo>
                <a:lnTo>
                  <a:pt x="13716" y="66251"/>
                </a:lnTo>
                <a:cubicBezTo>
                  <a:pt x="12436" y="64983"/>
                  <a:pt x="11819" y="63223"/>
                  <a:pt x="11956" y="61442"/>
                </a:cubicBezTo>
                <a:cubicBezTo>
                  <a:pt x="12127" y="59648"/>
                  <a:pt x="13053" y="58059"/>
                  <a:pt x="14527" y="57031"/>
                </a:cubicBezTo>
                <a:close/>
                <a:moveTo>
                  <a:pt x="88067" y="61419"/>
                </a:moveTo>
                <a:cubicBezTo>
                  <a:pt x="88227" y="63200"/>
                  <a:pt x="87587" y="64937"/>
                  <a:pt x="86330" y="66194"/>
                </a:cubicBezTo>
                <a:cubicBezTo>
                  <a:pt x="86330" y="66217"/>
                  <a:pt x="86330" y="66217"/>
                  <a:pt x="86330" y="66217"/>
                </a:cubicBezTo>
                <a:lnTo>
                  <a:pt x="80709" y="71815"/>
                </a:lnTo>
                <a:lnTo>
                  <a:pt x="77680" y="51559"/>
                </a:lnTo>
                <a:lnTo>
                  <a:pt x="85496" y="56985"/>
                </a:lnTo>
                <a:cubicBezTo>
                  <a:pt x="86970" y="58014"/>
                  <a:pt x="87896" y="59625"/>
                  <a:pt x="88067" y="61419"/>
                </a:cubicBezTo>
                <a:close/>
                <a:moveTo>
                  <a:pt x="86284" y="9916"/>
                </a:moveTo>
                <a:lnTo>
                  <a:pt x="78126" y="1770"/>
                </a:lnTo>
                <a:cubicBezTo>
                  <a:pt x="76869" y="501"/>
                  <a:pt x="75109" y="-127"/>
                  <a:pt x="73327" y="21"/>
                </a:cubicBezTo>
                <a:cubicBezTo>
                  <a:pt x="71545" y="181"/>
                  <a:pt x="69933" y="1118"/>
                  <a:pt x="68917" y="2580"/>
                </a:cubicBezTo>
                <a:lnTo>
                  <a:pt x="61135" y="13742"/>
                </a:lnTo>
                <a:cubicBezTo>
                  <a:pt x="61421" y="13994"/>
                  <a:pt x="61707" y="14234"/>
                  <a:pt x="61969" y="14508"/>
                </a:cubicBezTo>
                <a:lnTo>
                  <a:pt x="74355" y="26881"/>
                </a:lnTo>
                <a:lnTo>
                  <a:pt x="85473" y="19135"/>
                </a:lnTo>
                <a:cubicBezTo>
                  <a:pt x="86936" y="18107"/>
                  <a:pt x="87873" y="16496"/>
                  <a:pt x="88033" y="14714"/>
                </a:cubicBezTo>
                <a:cubicBezTo>
                  <a:pt x="88193" y="12931"/>
                  <a:pt x="87553" y="11184"/>
                  <a:pt x="86284" y="9916"/>
                </a:cubicBezTo>
                <a:close/>
                <a:moveTo>
                  <a:pt x="38020" y="14508"/>
                </a:moveTo>
                <a:cubicBezTo>
                  <a:pt x="38282" y="14246"/>
                  <a:pt x="38556" y="14016"/>
                  <a:pt x="38831" y="13777"/>
                </a:cubicBezTo>
                <a:lnTo>
                  <a:pt x="31049" y="2615"/>
                </a:lnTo>
                <a:cubicBezTo>
                  <a:pt x="30021" y="1141"/>
                  <a:pt x="28410" y="216"/>
                  <a:pt x="26627" y="56"/>
                </a:cubicBezTo>
                <a:cubicBezTo>
                  <a:pt x="24856" y="-104"/>
                  <a:pt x="23097" y="524"/>
                  <a:pt x="21829" y="1792"/>
                </a:cubicBezTo>
                <a:lnTo>
                  <a:pt x="13681" y="9949"/>
                </a:lnTo>
                <a:cubicBezTo>
                  <a:pt x="12413" y="11218"/>
                  <a:pt x="11773" y="12965"/>
                  <a:pt x="11933" y="14748"/>
                </a:cubicBezTo>
                <a:cubicBezTo>
                  <a:pt x="12093" y="16530"/>
                  <a:pt x="13030" y="18141"/>
                  <a:pt x="14493" y="19170"/>
                </a:cubicBezTo>
                <a:lnTo>
                  <a:pt x="25610" y="26915"/>
                </a:lnTo>
                <a:lnTo>
                  <a:pt x="38020" y="14508"/>
                </a:lnTo>
                <a:close/>
                <a:moveTo>
                  <a:pt x="72755" y="32022"/>
                </a:moveTo>
                <a:lnTo>
                  <a:pt x="58610" y="17867"/>
                </a:lnTo>
                <a:cubicBezTo>
                  <a:pt x="56302" y="15571"/>
                  <a:pt x="53251" y="14303"/>
                  <a:pt x="49995" y="14303"/>
                </a:cubicBezTo>
                <a:cubicBezTo>
                  <a:pt x="46749" y="14303"/>
                  <a:pt x="43687" y="15571"/>
                  <a:pt x="41391" y="17867"/>
                </a:cubicBezTo>
                <a:lnTo>
                  <a:pt x="27245" y="32022"/>
                </a:lnTo>
                <a:cubicBezTo>
                  <a:pt x="26216" y="33039"/>
                  <a:pt x="25907" y="34570"/>
                  <a:pt x="26467" y="35907"/>
                </a:cubicBezTo>
                <a:cubicBezTo>
                  <a:pt x="27028" y="37243"/>
                  <a:pt x="28318" y="38112"/>
                  <a:pt x="29770" y="38112"/>
                </a:cubicBezTo>
                <a:lnTo>
                  <a:pt x="70230" y="38112"/>
                </a:lnTo>
                <a:cubicBezTo>
                  <a:pt x="71670" y="38112"/>
                  <a:pt x="72973" y="37243"/>
                  <a:pt x="73533" y="35907"/>
                </a:cubicBezTo>
                <a:cubicBezTo>
                  <a:pt x="74081" y="34570"/>
                  <a:pt x="73772" y="33039"/>
                  <a:pt x="72755" y="32022"/>
                </a:cubicBezTo>
                <a:close/>
                <a:moveTo>
                  <a:pt x="78423" y="88838"/>
                </a:moveTo>
                <a:lnTo>
                  <a:pt x="76447" y="75551"/>
                </a:lnTo>
                <a:lnTo>
                  <a:pt x="72333" y="47823"/>
                </a:lnTo>
                <a:lnTo>
                  <a:pt x="71590" y="42876"/>
                </a:lnTo>
                <a:lnTo>
                  <a:pt x="28410" y="42876"/>
                </a:lnTo>
                <a:lnTo>
                  <a:pt x="27668" y="47868"/>
                </a:lnTo>
                <a:lnTo>
                  <a:pt x="23554" y="75574"/>
                </a:lnTo>
                <a:lnTo>
                  <a:pt x="21577" y="88861"/>
                </a:lnTo>
                <a:cubicBezTo>
                  <a:pt x="21337" y="90472"/>
                  <a:pt x="21406" y="92185"/>
                  <a:pt x="22000" y="93739"/>
                </a:cubicBezTo>
                <a:cubicBezTo>
                  <a:pt x="23451" y="97612"/>
                  <a:pt x="27050" y="100000"/>
                  <a:pt x="30958" y="100000"/>
                </a:cubicBezTo>
                <a:lnTo>
                  <a:pt x="36911" y="100000"/>
                </a:lnTo>
                <a:cubicBezTo>
                  <a:pt x="38877" y="99977"/>
                  <a:pt x="40477" y="98377"/>
                  <a:pt x="40477" y="96424"/>
                </a:cubicBezTo>
                <a:lnTo>
                  <a:pt x="40477" y="81549"/>
                </a:lnTo>
                <a:cubicBezTo>
                  <a:pt x="40477" y="75985"/>
                  <a:pt x="44738" y="71438"/>
                  <a:pt x="49995" y="71438"/>
                </a:cubicBezTo>
                <a:cubicBezTo>
                  <a:pt x="55262" y="71438"/>
                  <a:pt x="59524" y="75985"/>
                  <a:pt x="59524" y="81549"/>
                </a:cubicBezTo>
                <a:lnTo>
                  <a:pt x="59524" y="96424"/>
                </a:lnTo>
                <a:cubicBezTo>
                  <a:pt x="59524" y="98377"/>
                  <a:pt x="61112" y="99977"/>
                  <a:pt x="63089" y="100000"/>
                </a:cubicBezTo>
                <a:lnTo>
                  <a:pt x="69042" y="100000"/>
                </a:lnTo>
                <a:cubicBezTo>
                  <a:pt x="72950" y="100000"/>
                  <a:pt x="76538" y="97612"/>
                  <a:pt x="78012" y="93716"/>
                </a:cubicBezTo>
                <a:cubicBezTo>
                  <a:pt x="78583" y="92163"/>
                  <a:pt x="78663" y="90472"/>
                  <a:pt x="78423" y="88838"/>
                </a:cubicBezTo>
                <a:close/>
                <a:moveTo>
                  <a:pt x="49995" y="59533"/>
                </a:moveTo>
                <a:cubicBezTo>
                  <a:pt x="47367" y="59533"/>
                  <a:pt x="45241" y="57409"/>
                  <a:pt x="45241" y="54769"/>
                </a:cubicBezTo>
                <a:cubicBezTo>
                  <a:pt x="45241" y="52142"/>
                  <a:pt x="47367" y="50017"/>
                  <a:pt x="49995" y="50017"/>
                </a:cubicBezTo>
                <a:cubicBezTo>
                  <a:pt x="52634" y="50017"/>
                  <a:pt x="54759" y="52142"/>
                  <a:pt x="54759" y="54769"/>
                </a:cubicBezTo>
                <a:cubicBezTo>
                  <a:pt x="54759" y="57409"/>
                  <a:pt x="52634" y="59533"/>
                  <a:pt x="49995" y="5953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95" name="Чёрный — SVG 32">
            <a:extLst>
              <a:ext uri="{FF2B5EF4-FFF2-40B4-BE49-F238E27FC236}">
                <a16:creationId xmlns:a16="http://schemas.microsoft.com/office/drawing/2014/main" id="{A51EAD4E-92D8-104A-87F9-4E162D528266}"/>
              </a:ext>
            </a:extLst>
          </p:cNvPr>
          <p:cNvSpPr>
            <a:spLocks noGrp="1"/>
          </p:cNvSpPr>
          <p:nvPr/>
        </p:nvSpPr>
        <p:spPr>
          <a:xfrm>
            <a:off x="8220000" y="3210000"/>
            <a:ext cx="220000" cy="220000"/>
          </a:xfrm>
          <a:custGeom>
            <a:avLst/>
            <a:gdLst>
              <a:gd name="csX0" fmla="*/ 19482 w 141766"/>
              <a:gd name="csY0" fmla="*/ 0 h 138215"/>
              <a:gd name="csX1" fmla="*/ 7076 w 141766"/>
              <a:gd name="csY1" fmla="*/ 12401 h 138215"/>
              <a:gd name="csX2" fmla="*/ 7076 w 141766"/>
              <a:gd name="csY2" fmla="*/ 18474 h 138215"/>
              <a:gd name="csX3" fmla="*/ 368 w 141766"/>
              <a:gd name="csY3" fmla="*/ 35247 h 138215"/>
              <a:gd name="csX4" fmla="*/ 153 w 141766"/>
              <a:gd name="csY4" fmla="*/ 38411 h 138215"/>
              <a:gd name="csX5" fmla="*/ 31887 w 141766"/>
              <a:gd name="csY5" fmla="*/ 67330 h 138215"/>
              <a:gd name="csX6" fmla="*/ 50848 w 141766"/>
              <a:gd name="csY6" fmla="*/ 61104 h 138215"/>
              <a:gd name="csX7" fmla="*/ 70876 w 141766"/>
              <a:gd name="csY7" fmla="*/ 67330 h 138215"/>
              <a:gd name="csX8" fmla="*/ 90905 w 141766"/>
              <a:gd name="csY8" fmla="*/ 61104 h 138215"/>
              <a:gd name="csX9" fmla="*/ 109866 w 141766"/>
              <a:gd name="csY9" fmla="*/ 67330 h 138215"/>
              <a:gd name="csX10" fmla="*/ 141579 w 141766"/>
              <a:gd name="csY10" fmla="*/ 38615 h 138215"/>
              <a:gd name="csX11" fmla="*/ 141385 w 141766"/>
              <a:gd name="csY11" fmla="*/ 35247 h 138215"/>
              <a:gd name="csX12" fmla="*/ 134677 w 141766"/>
              <a:gd name="csY12" fmla="*/ 18474 h 138215"/>
              <a:gd name="csX13" fmla="*/ 134677 w 141766"/>
              <a:gd name="csY13" fmla="*/ 12401 h 138215"/>
              <a:gd name="csX14" fmla="*/ 122271 w 141766"/>
              <a:gd name="csY14" fmla="*/ 0 h 138215"/>
              <a:gd name="csX15" fmla="*/ 19482 w 141766"/>
              <a:gd name="csY15" fmla="*/ 0 h 138215"/>
              <a:gd name="csX16" fmla="*/ 97460 w 141766"/>
              <a:gd name="csY16" fmla="*/ 10632 h 138215"/>
              <a:gd name="csX17" fmla="*/ 102777 w 141766"/>
              <a:gd name="csY17" fmla="*/ 15939 h 138215"/>
              <a:gd name="csX18" fmla="*/ 97460 w 141766"/>
              <a:gd name="csY18" fmla="*/ 21264 h 138215"/>
              <a:gd name="csX19" fmla="*/ 92143 w 141766"/>
              <a:gd name="csY19" fmla="*/ 15939 h 138215"/>
              <a:gd name="csX20" fmla="*/ 97460 w 141766"/>
              <a:gd name="csY20" fmla="*/ 10632 h 138215"/>
              <a:gd name="csX21" fmla="*/ 115183 w 141766"/>
              <a:gd name="csY21" fmla="*/ 10632 h 138215"/>
              <a:gd name="csX22" fmla="*/ 120499 w 141766"/>
              <a:gd name="csY22" fmla="*/ 15939 h 138215"/>
              <a:gd name="csX23" fmla="*/ 115183 w 141766"/>
              <a:gd name="csY23" fmla="*/ 21264 h 138215"/>
              <a:gd name="csX24" fmla="*/ 109866 w 141766"/>
              <a:gd name="csY24" fmla="*/ 15939 h 138215"/>
              <a:gd name="csX25" fmla="*/ 115183 w 141766"/>
              <a:gd name="csY25" fmla="*/ 10632 h 138215"/>
              <a:gd name="csX26" fmla="*/ 7076 w 141766"/>
              <a:gd name="csY26" fmla="*/ 69814 h 138215"/>
              <a:gd name="csX27" fmla="*/ 7076 w 141766"/>
              <a:gd name="csY27" fmla="*/ 132891 h 138215"/>
              <a:gd name="csX28" fmla="*/ 12393 w 141766"/>
              <a:gd name="csY28" fmla="*/ 138215 h 138215"/>
              <a:gd name="csX29" fmla="*/ 60243 w 141766"/>
              <a:gd name="csY29" fmla="*/ 138215 h 138215"/>
              <a:gd name="csX30" fmla="*/ 60243 w 141766"/>
              <a:gd name="csY30" fmla="*/ 93918 h 138215"/>
              <a:gd name="csX31" fmla="*/ 65560 w 141766"/>
              <a:gd name="csY31" fmla="*/ 88594 h 138215"/>
              <a:gd name="csX32" fmla="*/ 104549 w 141766"/>
              <a:gd name="csY32" fmla="*/ 88594 h 138215"/>
              <a:gd name="csX33" fmla="*/ 109866 w 141766"/>
              <a:gd name="csY33" fmla="*/ 93918 h 138215"/>
              <a:gd name="csX34" fmla="*/ 109866 w 141766"/>
              <a:gd name="csY34" fmla="*/ 138215 h 138215"/>
              <a:gd name="csX35" fmla="*/ 129360 w 141766"/>
              <a:gd name="csY35" fmla="*/ 138215 h 138215"/>
              <a:gd name="csX36" fmla="*/ 134677 w 141766"/>
              <a:gd name="csY36" fmla="*/ 132891 h 138215"/>
              <a:gd name="csX37" fmla="*/ 134677 w 141766"/>
              <a:gd name="csY37" fmla="*/ 70001 h 138215"/>
              <a:gd name="csX38" fmla="*/ 109866 w 141766"/>
              <a:gd name="csY38" fmla="*/ 77962 h 138215"/>
              <a:gd name="csX39" fmla="*/ 90745 w 141766"/>
              <a:gd name="csY39" fmla="*/ 73454 h 138215"/>
              <a:gd name="csX40" fmla="*/ 70876 w 141766"/>
              <a:gd name="csY40" fmla="*/ 77962 h 138215"/>
              <a:gd name="csX41" fmla="*/ 51008 w 141766"/>
              <a:gd name="csY41" fmla="*/ 73454 h 138215"/>
              <a:gd name="csX42" fmla="*/ 31887 w 141766"/>
              <a:gd name="csY42" fmla="*/ 77962 h 138215"/>
              <a:gd name="csX43" fmla="*/ 7076 w 141766"/>
              <a:gd name="csY43" fmla="*/ 69814 h 138215"/>
              <a:gd name="csX44" fmla="*/ 70876 w 141766"/>
              <a:gd name="csY44" fmla="*/ 99226 h 138215"/>
              <a:gd name="csX45" fmla="*/ 70876 w 141766"/>
              <a:gd name="csY45" fmla="*/ 138215 h 138215"/>
              <a:gd name="csX46" fmla="*/ 99233 w 141766"/>
              <a:gd name="csY46" fmla="*/ 138215 h 138215"/>
              <a:gd name="csX47" fmla="*/ 99233 w 141766"/>
              <a:gd name="csY47" fmla="*/ 99226 h 138215"/>
              <a:gd name="csX48" fmla="*/ 70876 w 141766"/>
              <a:gd name="csY48" fmla="*/ 99226 h 138215"/>
            </a:gdLst>
            <a:ahLst/>
            <a:cxnLst/>
            <a:rect l="l" t="t" r="r" b="b"/>
            <a:pathLst>
              <a:path w="100000" h="100000">
                <a:moveTo>
                  <a:pt x="13742" y="1252"/>
                </a:moveTo>
                <a:cubicBezTo>
                  <a:pt x="8917" y="1252"/>
                  <a:pt x="4991" y="5176"/>
                  <a:pt x="4991" y="10000"/>
                </a:cubicBezTo>
                <a:lnTo>
                  <a:pt x="4991" y="14284"/>
                </a:lnTo>
                <a:lnTo>
                  <a:pt x="260" y="26115"/>
                </a:lnTo>
                <a:cubicBezTo>
                  <a:pt x="-31" y="26835"/>
                  <a:pt x="-72" y="27615"/>
                  <a:pt x="108" y="28347"/>
                </a:cubicBezTo>
                <a:cubicBezTo>
                  <a:pt x="1181" y="39843"/>
                  <a:pt x="10897" y="48746"/>
                  <a:pt x="22493" y="48746"/>
                </a:cubicBezTo>
                <a:cubicBezTo>
                  <a:pt x="27373" y="48746"/>
                  <a:pt x="32018" y="47211"/>
                  <a:pt x="35868" y="44354"/>
                </a:cubicBezTo>
                <a:cubicBezTo>
                  <a:pt x="40017" y="47211"/>
                  <a:pt x="44925" y="48746"/>
                  <a:pt x="49995" y="48746"/>
                </a:cubicBezTo>
                <a:cubicBezTo>
                  <a:pt x="55066" y="48746"/>
                  <a:pt x="59974" y="47211"/>
                  <a:pt x="64123" y="44354"/>
                </a:cubicBezTo>
                <a:cubicBezTo>
                  <a:pt x="67973" y="47211"/>
                  <a:pt x="72618" y="48746"/>
                  <a:pt x="77498" y="48746"/>
                </a:cubicBezTo>
                <a:cubicBezTo>
                  <a:pt x="89049" y="48746"/>
                  <a:pt x="98733" y="39915"/>
                  <a:pt x="99868" y="28491"/>
                </a:cubicBezTo>
                <a:cubicBezTo>
                  <a:pt x="100080" y="27712"/>
                  <a:pt x="100039" y="26871"/>
                  <a:pt x="99731" y="26115"/>
                </a:cubicBezTo>
                <a:lnTo>
                  <a:pt x="95000" y="14284"/>
                </a:lnTo>
                <a:lnTo>
                  <a:pt x="95000" y="10000"/>
                </a:lnTo>
                <a:cubicBezTo>
                  <a:pt x="95000" y="5176"/>
                  <a:pt x="91074" y="1252"/>
                  <a:pt x="86248" y="1252"/>
                </a:cubicBezTo>
                <a:lnTo>
                  <a:pt x="13742" y="1252"/>
                </a:lnTo>
                <a:close/>
                <a:moveTo>
                  <a:pt x="68747" y="8752"/>
                </a:moveTo>
                <a:cubicBezTo>
                  <a:pt x="70817" y="8752"/>
                  <a:pt x="72498" y="10432"/>
                  <a:pt x="72498" y="12496"/>
                </a:cubicBezTo>
                <a:cubicBezTo>
                  <a:pt x="72498" y="14572"/>
                  <a:pt x="70817" y="16252"/>
                  <a:pt x="68747" y="16252"/>
                </a:cubicBezTo>
                <a:cubicBezTo>
                  <a:pt x="66677" y="16252"/>
                  <a:pt x="64997" y="14572"/>
                  <a:pt x="64997" y="12496"/>
                </a:cubicBezTo>
                <a:cubicBezTo>
                  <a:pt x="64997" y="10432"/>
                  <a:pt x="66677" y="8752"/>
                  <a:pt x="68747" y="8752"/>
                </a:cubicBezTo>
                <a:close/>
                <a:moveTo>
                  <a:pt x="81249" y="8752"/>
                </a:moveTo>
                <a:cubicBezTo>
                  <a:pt x="83319" y="8752"/>
                  <a:pt x="84999" y="10432"/>
                  <a:pt x="84999" y="12496"/>
                </a:cubicBezTo>
                <a:cubicBezTo>
                  <a:pt x="84999" y="14572"/>
                  <a:pt x="83319" y="16252"/>
                  <a:pt x="81249" y="16252"/>
                </a:cubicBezTo>
                <a:cubicBezTo>
                  <a:pt x="79178" y="16252"/>
                  <a:pt x="77498" y="14572"/>
                  <a:pt x="77498" y="12496"/>
                </a:cubicBezTo>
                <a:cubicBezTo>
                  <a:pt x="77498" y="10432"/>
                  <a:pt x="79178" y="8752"/>
                  <a:pt x="81249" y="8752"/>
                </a:cubicBezTo>
                <a:close/>
                <a:moveTo>
                  <a:pt x="4991" y="50498"/>
                </a:moveTo>
                <a:lnTo>
                  <a:pt x="4991" y="94992"/>
                </a:lnTo>
                <a:cubicBezTo>
                  <a:pt x="4991" y="97068"/>
                  <a:pt x="6672" y="98748"/>
                  <a:pt x="8742" y="98748"/>
                </a:cubicBezTo>
                <a:lnTo>
                  <a:pt x="42495" y="98748"/>
                </a:lnTo>
                <a:lnTo>
                  <a:pt x="42495" y="67501"/>
                </a:lnTo>
                <a:cubicBezTo>
                  <a:pt x="42495" y="65425"/>
                  <a:pt x="44175" y="63746"/>
                  <a:pt x="46245" y="63746"/>
                </a:cubicBezTo>
                <a:lnTo>
                  <a:pt x="73748" y="63746"/>
                </a:lnTo>
                <a:cubicBezTo>
                  <a:pt x="75818" y="63746"/>
                  <a:pt x="77498" y="65425"/>
                  <a:pt x="77498" y="67501"/>
                </a:cubicBezTo>
                <a:lnTo>
                  <a:pt x="77498" y="98748"/>
                </a:lnTo>
                <a:lnTo>
                  <a:pt x="91249" y="98748"/>
                </a:lnTo>
                <a:cubicBezTo>
                  <a:pt x="93319" y="98748"/>
                  <a:pt x="95000" y="97068"/>
                  <a:pt x="95000" y="94992"/>
                </a:cubicBezTo>
                <a:lnTo>
                  <a:pt x="95000" y="50630"/>
                </a:lnTo>
                <a:cubicBezTo>
                  <a:pt x="90065" y="54170"/>
                  <a:pt x="84023" y="56246"/>
                  <a:pt x="77498" y="56246"/>
                </a:cubicBezTo>
                <a:cubicBezTo>
                  <a:pt x="72740" y="56246"/>
                  <a:pt x="68158" y="55154"/>
                  <a:pt x="64010" y="53066"/>
                </a:cubicBezTo>
                <a:cubicBezTo>
                  <a:pt x="59653" y="55154"/>
                  <a:pt x="54886" y="56246"/>
                  <a:pt x="49995" y="56246"/>
                </a:cubicBezTo>
                <a:cubicBezTo>
                  <a:pt x="45105" y="56246"/>
                  <a:pt x="40338" y="55154"/>
                  <a:pt x="35980" y="53066"/>
                </a:cubicBezTo>
                <a:cubicBezTo>
                  <a:pt x="31833" y="55154"/>
                  <a:pt x="27251" y="56246"/>
                  <a:pt x="22493" y="56246"/>
                </a:cubicBezTo>
                <a:cubicBezTo>
                  <a:pt x="16025" y="56246"/>
                  <a:pt x="9960" y="54098"/>
                  <a:pt x="4991" y="50498"/>
                </a:cubicBezTo>
                <a:close/>
                <a:moveTo>
                  <a:pt x="49995" y="71245"/>
                </a:moveTo>
                <a:lnTo>
                  <a:pt x="49995" y="98748"/>
                </a:lnTo>
                <a:lnTo>
                  <a:pt x="69998" y="98748"/>
                </a:lnTo>
                <a:lnTo>
                  <a:pt x="69998" y="71245"/>
                </a:lnTo>
                <a:lnTo>
                  <a:pt x="49995" y="7124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3005612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A59921A-62B9-DD4C-B61C-CEEE9C0B2E81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15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17EC882-650E-BA41-BD0C-C5DEFDE70A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Офис</a:t>
            </a:r>
            <a:endParaRPr dirty="0"/>
          </a:p>
        </p:txBody>
      </p:sp>
      <p:sp>
        <p:nvSpPr>
          <p:cNvPr id="152" name="Красный — SVG 1">
            <a:extLst>
              <a:ext uri="{FF2B5EF4-FFF2-40B4-BE49-F238E27FC236}">
                <a16:creationId xmlns:a16="http://schemas.microsoft.com/office/drawing/2014/main" id="{C24FD8F3-2DB6-DF42-BCE6-585619BEA212}"/>
              </a:ext>
            </a:extLst>
          </p:cNvPr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>
              <a:gd name="csX0" fmla="*/ 54547 w 141794"/>
              <a:gd name="csY0" fmla="*/ 1 h 134664"/>
              <a:gd name="csX1" fmla="*/ 47929 w 141794"/>
              <a:gd name="csY1" fmla="*/ 430 h 134664"/>
              <a:gd name="csX2" fmla="*/ 613 w 141794"/>
              <a:gd name="csY2" fmla="*/ 46674 h 134664"/>
              <a:gd name="csX3" fmla="*/ 6081 w 141794"/>
              <a:gd name="csY3" fmla="*/ 79220 h 134664"/>
              <a:gd name="csX4" fmla="*/ 155 w 141794"/>
              <a:gd name="csY4" fmla="*/ 103267 h 134664"/>
              <a:gd name="csX5" fmla="*/ 194 w 141794"/>
              <a:gd name="csY5" fmla="*/ 105967 h 134664"/>
              <a:gd name="csX6" fmla="*/ 1555 w 141794"/>
              <a:gd name="csY6" fmla="*/ 108299 h 134664"/>
              <a:gd name="csX7" fmla="*/ 3886 w 141794"/>
              <a:gd name="csY7" fmla="*/ 109661 h 134664"/>
              <a:gd name="csX8" fmla="*/ 6586 w 141794"/>
              <a:gd name="csY8" fmla="*/ 109704 h 134664"/>
              <a:gd name="csX9" fmla="*/ 30657 w 141794"/>
              <a:gd name="csY9" fmla="*/ 103786 h 134664"/>
              <a:gd name="csX10" fmla="*/ 63209 w 141794"/>
              <a:gd name="csY10" fmla="*/ 109241 h 134664"/>
              <a:gd name="csX11" fmla="*/ 109446 w 141794"/>
              <a:gd name="csY11" fmla="*/ 61937 h 134664"/>
              <a:gd name="csX12" fmla="*/ 60993 w 141794"/>
              <a:gd name="csY12" fmla="*/ 340 h 134664"/>
              <a:gd name="csX13" fmla="*/ 54547 w 141794"/>
              <a:gd name="csY13" fmla="*/ 1 h 134664"/>
              <a:gd name="csX14" fmla="*/ 116935 w 141794"/>
              <a:gd name="csY14" fmla="*/ 33695 h 134664"/>
              <a:gd name="csX15" fmla="*/ 119982 w 141794"/>
              <a:gd name="csY15" fmla="*/ 63252 h 134664"/>
              <a:gd name="csX16" fmla="*/ 64758 w 141794"/>
              <a:gd name="csY16" fmla="*/ 119741 h 134664"/>
              <a:gd name="csX17" fmla="*/ 54942 w 141794"/>
              <a:gd name="csY17" fmla="*/ 120489 h 134664"/>
              <a:gd name="csX18" fmla="*/ 49695 w 141794"/>
              <a:gd name="csY18" fmla="*/ 120239 h 134664"/>
              <a:gd name="csX19" fmla="*/ 78584 w 141794"/>
              <a:gd name="csY19" fmla="*/ 134062 h 134664"/>
              <a:gd name="csX20" fmla="*/ 111654 w 141794"/>
              <a:gd name="csY20" fmla="*/ 128712 h 134664"/>
              <a:gd name="csX21" fmla="*/ 135191 w 141794"/>
              <a:gd name="csY21" fmla="*/ 134527 h 134664"/>
              <a:gd name="csX22" fmla="*/ 136465 w 141794"/>
              <a:gd name="csY22" fmla="*/ 134664 h 134664"/>
              <a:gd name="csX23" fmla="*/ 140223 w 141794"/>
              <a:gd name="csY23" fmla="*/ 133108 h 134664"/>
              <a:gd name="csX24" fmla="*/ 141644 w 141794"/>
              <a:gd name="csY24" fmla="*/ 128074 h 134664"/>
              <a:gd name="csX25" fmla="*/ 135829 w 141794"/>
              <a:gd name="csY25" fmla="*/ 104541 h 134664"/>
              <a:gd name="csX26" fmla="*/ 141179 w 141794"/>
              <a:gd name="csY26" fmla="*/ 71475 h 134664"/>
              <a:gd name="csX27" fmla="*/ 116935 w 141794"/>
              <a:gd name="csY27" fmla="*/ 33695 h 134664"/>
            </a:gdLst>
            <a:ahLst/>
            <a:cxnLst/>
            <a:rect l="l" t="t" r="r" b="b"/>
            <a:pathLst>
              <a:path w="100000" h="100000">
                <a:moveTo>
                  <a:pt x="38469" y="2515"/>
                </a:moveTo>
                <a:cubicBezTo>
                  <a:pt x="36932" y="2523"/>
                  <a:pt x="35374" y="2621"/>
                  <a:pt x="33802" y="2817"/>
                </a:cubicBezTo>
                <a:cubicBezTo>
                  <a:pt x="16743" y="4935"/>
                  <a:pt x="2939" y="18424"/>
                  <a:pt x="432" y="35431"/>
                </a:cubicBezTo>
                <a:cubicBezTo>
                  <a:pt x="-793" y="43745"/>
                  <a:pt x="898" y="51585"/>
                  <a:pt x="4289" y="58384"/>
                </a:cubicBezTo>
                <a:lnTo>
                  <a:pt x="109" y="75343"/>
                </a:lnTo>
                <a:cubicBezTo>
                  <a:pt x="-45" y="75969"/>
                  <a:pt x="-36" y="76626"/>
                  <a:pt x="137" y="77247"/>
                </a:cubicBezTo>
                <a:cubicBezTo>
                  <a:pt x="311" y="77869"/>
                  <a:pt x="641" y="78435"/>
                  <a:pt x="1097" y="78892"/>
                </a:cubicBezTo>
                <a:cubicBezTo>
                  <a:pt x="1553" y="79349"/>
                  <a:pt x="2119" y="79680"/>
                  <a:pt x="2741" y="79852"/>
                </a:cubicBezTo>
                <a:cubicBezTo>
                  <a:pt x="3363" y="80027"/>
                  <a:pt x="4019" y="80037"/>
                  <a:pt x="4645" y="79883"/>
                </a:cubicBezTo>
                <a:lnTo>
                  <a:pt x="21621" y="75709"/>
                </a:lnTo>
                <a:cubicBezTo>
                  <a:pt x="28422" y="79097"/>
                  <a:pt x="36265" y="80784"/>
                  <a:pt x="44578" y="79556"/>
                </a:cubicBezTo>
                <a:cubicBezTo>
                  <a:pt x="61581" y="77047"/>
                  <a:pt x="75069" y="63249"/>
                  <a:pt x="77187" y="46195"/>
                </a:cubicBezTo>
                <a:cubicBezTo>
                  <a:pt x="79922" y="24194"/>
                  <a:pt x="63910" y="5092"/>
                  <a:pt x="43015" y="2754"/>
                </a:cubicBezTo>
                <a:cubicBezTo>
                  <a:pt x="41523" y="2587"/>
                  <a:pt x="40006" y="2505"/>
                  <a:pt x="38469" y="2515"/>
                </a:cubicBezTo>
                <a:close/>
                <a:moveTo>
                  <a:pt x="82468" y="26278"/>
                </a:moveTo>
                <a:cubicBezTo>
                  <a:pt x="84743" y="32876"/>
                  <a:pt x="85492" y="40000"/>
                  <a:pt x="84617" y="47123"/>
                </a:cubicBezTo>
                <a:cubicBezTo>
                  <a:pt x="82092" y="67568"/>
                  <a:pt x="66068" y="83962"/>
                  <a:pt x="45670" y="86961"/>
                </a:cubicBezTo>
                <a:cubicBezTo>
                  <a:pt x="43371" y="87311"/>
                  <a:pt x="41048" y="87489"/>
                  <a:pt x="38748" y="87489"/>
                </a:cubicBezTo>
                <a:cubicBezTo>
                  <a:pt x="37523" y="87489"/>
                  <a:pt x="36272" y="87437"/>
                  <a:pt x="35047" y="87313"/>
                </a:cubicBezTo>
                <a:cubicBezTo>
                  <a:pt x="40572" y="92412"/>
                  <a:pt x="47647" y="95887"/>
                  <a:pt x="55421" y="97061"/>
                </a:cubicBezTo>
                <a:cubicBezTo>
                  <a:pt x="63520" y="98236"/>
                  <a:pt x="71569" y="96962"/>
                  <a:pt x="78744" y="93288"/>
                </a:cubicBezTo>
                <a:lnTo>
                  <a:pt x="95343" y="97389"/>
                </a:lnTo>
                <a:cubicBezTo>
                  <a:pt x="95643" y="97463"/>
                  <a:pt x="95942" y="97486"/>
                  <a:pt x="96242" y="97486"/>
                </a:cubicBezTo>
                <a:cubicBezTo>
                  <a:pt x="97216" y="97486"/>
                  <a:pt x="98192" y="97113"/>
                  <a:pt x="98892" y="96388"/>
                </a:cubicBezTo>
                <a:cubicBezTo>
                  <a:pt x="99817" y="95463"/>
                  <a:pt x="100194" y="94114"/>
                  <a:pt x="99894" y="92838"/>
                </a:cubicBezTo>
                <a:lnTo>
                  <a:pt x="95793" y="76242"/>
                </a:lnTo>
                <a:cubicBezTo>
                  <a:pt x="99467" y="69069"/>
                  <a:pt x="100767" y="61045"/>
                  <a:pt x="99566" y="52922"/>
                </a:cubicBezTo>
                <a:cubicBezTo>
                  <a:pt x="97917" y="41774"/>
                  <a:pt x="91493" y="32202"/>
                  <a:pt x="82468" y="26278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3" name="Красный — SVG 2">
            <a:extLst>
              <a:ext uri="{FF2B5EF4-FFF2-40B4-BE49-F238E27FC236}">
                <a16:creationId xmlns:a16="http://schemas.microsoft.com/office/drawing/2014/main" id="{3A8F0655-79BF-E743-A904-3EEF122D1D35}"/>
              </a:ext>
            </a:extLst>
          </p:cNvPr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>
              <a:gd name="csX0" fmla="*/ 109878 w 148867"/>
              <a:gd name="csY0" fmla="*/ 0 h 152390"/>
              <a:gd name="csX1" fmla="*/ 70890 w 148867"/>
              <a:gd name="csY1" fmla="*/ 38984 h 152390"/>
              <a:gd name="csX2" fmla="*/ 109878 w 148867"/>
              <a:gd name="csY2" fmla="*/ 77967 h 152390"/>
              <a:gd name="csX3" fmla="*/ 148867 w 148867"/>
              <a:gd name="csY3" fmla="*/ 38984 h 152390"/>
              <a:gd name="csX4" fmla="*/ 109878 w 148867"/>
              <a:gd name="csY4" fmla="*/ 0 h 152390"/>
              <a:gd name="csX5" fmla="*/ 23040 w 148867"/>
              <a:gd name="csY5" fmla="*/ 17720 h 152390"/>
              <a:gd name="csX6" fmla="*/ 0 w 148867"/>
              <a:gd name="csY6" fmla="*/ 40755 h 152390"/>
              <a:gd name="csX7" fmla="*/ 0 w 148867"/>
              <a:gd name="csY7" fmla="*/ 101003 h 152390"/>
              <a:gd name="csX8" fmla="*/ 23040 w 148867"/>
              <a:gd name="csY8" fmla="*/ 124040 h 152390"/>
              <a:gd name="csX9" fmla="*/ 28356 w 148867"/>
              <a:gd name="csY9" fmla="*/ 124040 h 152390"/>
              <a:gd name="csX10" fmla="*/ 28356 w 148867"/>
              <a:gd name="csY10" fmla="*/ 143531 h 152390"/>
              <a:gd name="csX11" fmla="*/ 33249 w 148867"/>
              <a:gd name="csY11" fmla="*/ 151470 h 152390"/>
              <a:gd name="csX12" fmla="*/ 37217 w 148867"/>
              <a:gd name="csY12" fmla="*/ 152391 h 152390"/>
              <a:gd name="csX13" fmla="*/ 42534 w 148867"/>
              <a:gd name="csY13" fmla="*/ 150620 h 152390"/>
              <a:gd name="csX14" fmla="*/ 77978 w 148867"/>
              <a:gd name="csY14" fmla="*/ 124040 h 152390"/>
              <a:gd name="csX15" fmla="*/ 118740 w 148867"/>
              <a:gd name="csY15" fmla="*/ 124040 h 152390"/>
              <a:gd name="csX16" fmla="*/ 141778 w 148867"/>
              <a:gd name="csY16" fmla="*/ 101003 h 152390"/>
              <a:gd name="csX17" fmla="*/ 141778 w 148867"/>
              <a:gd name="csY17" fmla="*/ 72188 h 152390"/>
              <a:gd name="csX18" fmla="*/ 109878 w 148867"/>
              <a:gd name="csY18" fmla="*/ 85056 h 152390"/>
              <a:gd name="csX19" fmla="*/ 63800 w 148867"/>
              <a:gd name="csY19" fmla="*/ 38984 h 152390"/>
              <a:gd name="csX20" fmla="*/ 69013 w 148867"/>
              <a:gd name="csY20" fmla="*/ 17720 h 152390"/>
              <a:gd name="csX21" fmla="*/ 23040 w 148867"/>
              <a:gd name="csY21" fmla="*/ 17720 h 152390"/>
              <a:gd name="csX22" fmla="*/ 131144 w 148867"/>
              <a:gd name="csY22" fmla="*/ 21257 h 152390"/>
              <a:gd name="csX23" fmla="*/ 133664 w 148867"/>
              <a:gd name="csY23" fmla="*/ 22288 h 152390"/>
              <a:gd name="csX24" fmla="*/ 133664 w 148867"/>
              <a:gd name="csY24" fmla="*/ 27327 h 152390"/>
              <a:gd name="csX25" fmla="*/ 105310 w 148867"/>
              <a:gd name="csY25" fmla="*/ 55679 h 152390"/>
              <a:gd name="csX26" fmla="*/ 102790 w 148867"/>
              <a:gd name="csY26" fmla="*/ 56703 h 152390"/>
              <a:gd name="csX27" fmla="*/ 100270 w 148867"/>
              <a:gd name="csY27" fmla="*/ 55679 h 152390"/>
              <a:gd name="csX28" fmla="*/ 86091 w 148867"/>
              <a:gd name="csY28" fmla="*/ 41504 h 152390"/>
              <a:gd name="csX29" fmla="*/ 86091 w 148867"/>
              <a:gd name="csY29" fmla="*/ 36465 h 152390"/>
              <a:gd name="csX30" fmla="*/ 91131 w 148867"/>
              <a:gd name="csY30" fmla="*/ 36465 h 152390"/>
              <a:gd name="csX31" fmla="*/ 102790 w 148867"/>
              <a:gd name="csY31" fmla="*/ 48162 h 152390"/>
              <a:gd name="csX32" fmla="*/ 128625 w 148867"/>
              <a:gd name="csY32" fmla="*/ 22288 h 152390"/>
              <a:gd name="csX33" fmla="*/ 131144 w 148867"/>
              <a:gd name="csY33" fmla="*/ 21257 h 152390"/>
            </a:gdLst>
            <a:ahLst/>
            <a:cxnLst/>
            <a:rect l="l" t="t" r="r" b="b"/>
            <a:pathLst>
              <a:path w="100000" h="100000">
                <a:moveTo>
                  <a:pt x="73259" y="0"/>
                </a:moveTo>
                <a:cubicBezTo>
                  <a:pt x="59118" y="0"/>
                  <a:pt x="47675" y="11442"/>
                  <a:pt x="47675" y="25582"/>
                </a:cubicBezTo>
                <a:cubicBezTo>
                  <a:pt x="47675" y="39721"/>
                  <a:pt x="59118" y="51163"/>
                  <a:pt x="73259" y="51163"/>
                </a:cubicBezTo>
                <a:cubicBezTo>
                  <a:pt x="87401" y="51163"/>
                  <a:pt x="98844" y="39721"/>
                  <a:pt x="98844" y="25582"/>
                </a:cubicBezTo>
                <a:cubicBezTo>
                  <a:pt x="98844" y="11442"/>
                  <a:pt x="87401" y="0"/>
                  <a:pt x="73259" y="0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7371"/>
                </a:lnTo>
                <a:cubicBezTo>
                  <a:pt x="88773" y="52603"/>
                  <a:pt x="81400" y="55815"/>
                  <a:pt x="73259" y="55815"/>
                </a:cubicBezTo>
                <a:cubicBezTo>
                  <a:pt x="56559" y="55815"/>
                  <a:pt x="43022" y="42280"/>
                  <a:pt x="43022" y="25582"/>
                </a:cubicBezTo>
                <a:cubicBezTo>
                  <a:pt x="43022" y="20558"/>
                  <a:pt x="44257" y="15815"/>
                  <a:pt x="46443" y="11628"/>
                </a:cubicBezTo>
                <a:lnTo>
                  <a:pt x="16275" y="11628"/>
                </a:lnTo>
                <a:close/>
                <a:moveTo>
                  <a:pt x="87214" y="13949"/>
                </a:moveTo>
                <a:cubicBezTo>
                  <a:pt x="87814" y="13949"/>
                  <a:pt x="88414" y="14172"/>
                  <a:pt x="88868" y="14626"/>
                </a:cubicBezTo>
                <a:cubicBezTo>
                  <a:pt x="89775" y="15533"/>
                  <a:pt x="89775" y="17025"/>
                  <a:pt x="88868" y="17932"/>
                </a:cubicBezTo>
                <a:lnTo>
                  <a:pt x="70262" y="36537"/>
                </a:lnTo>
                <a:cubicBezTo>
                  <a:pt x="69796" y="36979"/>
                  <a:pt x="69212" y="37209"/>
                  <a:pt x="68608" y="37209"/>
                </a:cubicBezTo>
                <a:cubicBezTo>
                  <a:pt x="68003" y="37209"/>
                  <a:pt x="67419" y="36979"/>
                  <a:pt x="66954" y="36537"/>
                </a:cubicBezTo>
                <a:lnTo>
                  <a:pt x="57650" y="27235"/>
                </a:lnTo>
                <a:cubicBezTo>
                  <a:pt x="56744" y="26328"/>
                  <a:pt x="56744" y="24835"/>
                  <a:pt x="57650" y="23929"/>
                </a:cubicBezTo>
                <a:cubicBezTo>
                  <a:pt x="58557" y="23021"/>
                  <a:pt x="60050" y="23021"/>
                  <a:pt x="60957" y="23929"/>
                </a:cubicBezTo>
                <a:lnTo>
                  <a:pt x="68608" y="31604"/>
                </a:lnTo>
                <a:lnTo>
                  <a:pt x="85561" y="14626"/>
                </a:lnTo>
                <a:cubicBezTo>
                  <a:pt x="86015" y="14172"/>
                  <a:pt x="86616" y="13949"/>
                  <a:pt x="87214" y="1394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4" name="Красный — SVG 3">
            <a:extLst>
              <a:ext uri="{FF2B5EF4-FFF2-40B4-BE49-F238E27FC236}">
                <a16:creationId xmlns:a16="http://schemas.microsoft.com/office/drawing/2014/main" id="{A25B67B8-E935-5348-9A18-85A5D566519C}"/>
              </a:ext>
            </a:extLst>
          </p:cNvPr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>
              <a:gd name="csX0" fmla="*/ 40761 w 141777"/>
              <a:gd name="csY0" fmla="*/ 0 h 141769"/>
              <a:gd name="csX1" fmla="*/ 21337 w 141777"/>
              <a:gd name="csY1" fmla="*/ 10666 h 141769"/>
              <a:gd name="csX2" fmla="*/ 23040 w 141777"/>
              <a:gd name="csY2" fmla="*/ 10632 h 141769"/>
              <a:gd name="csX3" fmla="*/ 104561 w 141777"/>
              <a:gd name="csY3" fmla="*/ 10632 h 141769"/>
              <a:gd name="csX4" fmla="*/ 131144 w 141777"/>
              <a:gd name="csY4" fmla="*/ 37212 h 141769"/>
              <a:gd name="csX5" fmla="*/ 131144 w 141777"/>
              <a:gd name="csY5" fmla="*/ 93915 h 141769"/>
              <a:gd name="csX6" fmla="*/ 131110 w 141777"/>
              <a:gd name="csY6" fmla="*/ 95618 h 141769"/>
              <a:gd name="csX7" fmla="*/ 141778 w 141777"/>
              <a:gd name="csY7" fmla="*/ 76196 h 141769"/>
              <a:gd name="csX8" fmla="*/ 141778 w 141777"/>
              <a:gd name="csY8" fmla="*/ 37212 h 141769"/>
              <a:gd name="csX9" fmla="*/ 104561 w 141777"/>
              <a:gd name="csY9" fmla="*/ 0 h 141769"/>
              <a:gd name="csX10" fmla="*/ 40761 w 141777"/>
              <a:gd name="csY10" fmla="*/ 0 h 141769"/>
              <a:gd name="csX11" fmla="*/ 23040 w 141777"/>
              <a:gd name="csY11" fmla="*/ 17720 h 141769"/>
              <a:gd name="csX12" fmla="*/ 0 w 141777"/>
              <a:gd name="csY12" fmla="*/ 40755 h 141769"/>
              <a:gd name="csX13" fmla="*/ 0 w 141777"/>
              <a:gd name="csY13" fmla="*/ 93915 h 141769"/>
              <a:gd name="csX14" fmla="*/ 23040 w 141777"/>
              <a:gd name="csY14" fmla="*/ 116951 h 141769"/>
              <a:gd name="csX15" fmla="*/ 24811 w 141777"/>
              <a:gd name="csY15" fmla="*/ 116951 h 141769"/>
              <a:gd name="csX16" fmla="*/ 24811 w 141777"/>
              <a:gd name="csY16" fmla="*/ 133023 h 141769"/>
              <a:gd name="csX17" fmla="*/ 38886 w 141777"/>
              <a:gd name="csY17" fmla="*/ 140195 h 141769"/>
              <a:gd name="csX18" fmla="*/ 70847 w 141777"/>
              <a:gd name="csY18" fmla="*/ 116951 h 141769"/>
              <a:gd name="csX19" fmla="*/ 101017 w 141777"/>
              <a:gd name="csY19" fmla="*/ 116951 h 141769"/>
              <a:gd name="csX20" fmla="*/ 124057 w 141777"/>
              <a:gd name="csY20" fmla="*/ 93915 h 141769"/>
              <a:gd name="csX21" fmla="*/ 124057 w 141777"/>
              <a:gd name="csY21" fmla="*/ 40755 h 141769"/>
              <a:gd name="csX22" fmla="*/ 101017 w 141777"/>
              <a:gd name="csY22" fmla="*/ 17720 h 141769"/>
              <a:gd name="csX23" fmla="*/ 23040 w 141777"/>
              <a:gd name="csY23" fmla="*/ 17720 h 141769"/>
            </a:gdLst>
            <a:ahLst/>
            <a:cxnLst/>
            <a:rect l="l" t="t" r="r" b="b"/>
            <a:pathLst>
              <a:path w="100000" h="100000">
                <a:moveTo>
                  <a:pt x="28750" y="3"/>
                </a:moveTo>
                <a:cubicBezTo>
                  <a:pt x="23001" y="3"/>
                  <a:pt x="17949" y="3003"/>
                  <a:pt x="15050" y="7526"/>
                </a:cubicBezTo>
                <a:cubicBezTo>
                  <a:pt x="15449" y="7502"/>
                  <a:pt x="15850" y="7502"/>
                  <a:pt x="16251" y="7502"/>
                </a:cubicBezTo>
                <a:lnTo>
                  <a:pt x="73750" y="7502"/>
                </a:lnTo>
                <a:cubicBezTo>
                  <a:pt x="84100" y="7502"/>
                  <a:pt x="92500" y="15901"/>
                  <a:pt x="92500" y="26250"/>
                </a:cubicBezTo>
                <a:lnTo>
                  <a:pt x="92500" y="66244"/>
                </a:lnTo>
                <a:cubicBezTo>
                  <a:pt x="92500" y="66645"/>
                  <a:pt x="92502" y="67045"/>
                  <a:pt x="92476" y="67445"/>
                </a:cubicBezTo>
                <a:cubicBezTo>
                  <a:pt x="97002" y="64546"/>
                  <a:pt x="100001" y="59495"/>
                  <a:pt x="100001" y="53746"/>
                </a:cubicBezTo>
                <a:lnTo>
                  <a:pt x="100001" y="26250"/>
                </a:lnTo>
                <a:cubicBezTo>
                  <a:pt x="100001" y="11776"/>
                  <a:pt x="88226" y="3"/>
                  <a:pt x="73750" y="3"/>
                </a:cubicBezTo>
                <a:lnTo>
                  <a:pt x="28750" y="3"/>
                </a:lnTo>
                <a:close/>
                <a:moveTo>
                  <a:pt x="16251" y="12501"/>
                </a:moveTo>
                <a:cubicBezTo>
                  <a:pt x="7320" y="12501"/>
                  <a:pt x="0" y="19821"/>
                  <a:pt x="0" y="28749"/>
                </a:cubicBezTo>
                <a:lnTo>
                  <a:pt x="0" y="66244"/>
                </a:lnTo>
                <a:cubicBezTo>
                  <a:pt x="0" y="75174"/>
                  <a:pt x="7320" y="82492"/>
                  <a:pt x="16251" y="82492"/>
                </a:cubicBezTo>
                <a:lnTo>
                  <a:pt x="17500" y="82492"/>
                </a:lnTo>
                <a:lnTo>
                  <a:pt x="17500" y="93828"/>
                </a:lnTo>
                <a:cubicBezTo>
                  <a:pt x="17500" y="98706"/>
                  <a:pt x="23482" y="101757"/>
                  <a:pt x="27428" y="98887"/>
                </a:cubicBezTo>
                <a:lnTo>
                  <a:pt x="49971" y="82492"/>
                </a:lnTo>
                <a:lnTo>
                  <a:pt x="71251" y="82492"/>
                </a:lnTo>
                <a:cubicBezTo>
                  <a:pt x="80182" y="82492"/>
                  <a:pt x="87501" y="75174"/>
                  <a:pt x="87501" y="66244"/>
                </a:cubicBezTo>
                <a:lnTo>
                  <a:pt x="87501" y="28749"/>
                </a:lnTo>
                <a:cubicBezTo>
                  <a:pt x="87501" y="19821"/>
                  <a:pt x="80182" y="12501"/>
                  <a:pt x="71251" y="12501"/>
                </a:cubicBezTo>
                <a:lnTo>
                  <a:pt x="16251" y="12501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5" name="Красный — SVG 4">
            <a:extLst>
              <a:ext uri="{FF2B5EF4-FFF2-40B4-BE49-F238E27FC236}">
                <a16:creationId xmlns:a16="http://schemas.microsoft.com/office/drawing/2014/main" id="{9581FBD2-E945-DC41-AD95-6A73AED873BC}"/>
              </a:ext>
            </a:extLst>
          </p:cNvPr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>
              <a:gd name="csX0" fmla="*/ 23039 w 141778"/>
              <a:gd name="csY0" fmla="*/ 0 h 134543"/>
              <a:gd name="csX1" fmla="*/ 0 w 141778"/>
              <a:gd name="csY1" fmla="*/ 23036 h 134543"/>
              <a:gd name="csX2" fmla="*/ 0 w 141778"/>
              <a:gd name="csY2" fmla="*/ 83283 h 134543"/>
              <a:gd name="csX3" fmla="*/ 23039 w 141778"/>
              <a:gd name="csY3" fmla="*/ 106319 h 134543"/>
              <a:gd name="csX4" fmla="*/ 28356 w 141778"/>
              <a:gd name="csY4" fmla="*/ 106319 h 134543"/>
              <a:gd name="csX5" fmla="*/ 28356 w 141778"/>
              <a:gd name="csY5" fmla="*/ 125811 h 134543"/>
              <a:gd name="csX6" fmla="*/ 42534 w 141778"/>
              <a:gd name="csY6" fmla="*/ 132899 h 134543"/>
              <a:gd name="csX7" fmla="*/ 77978 w 141778"/>
              <a:gd name="csY7" fmla="*/ 106319 h 134543"/>
              <a:gd name="csX8" fmla="*/ 118739 w 141778"/>
              <a:gd name="csY8" fmla="*/ 106319 h 134543"/>
              <a:gd name="csX9" fmla="*/ 141778 w 141778"/>
              <a:gd name="csY9" fmla="*/ 83283 h 134543"/>
              <a:gd name="csX10" fmla="*/ 141778 w 141778"/>
              <a:gd name="csY10" fmla="*/ 23036 h 134543"/>
              <a:gd name="csX11" fmla="*/ 118739 w 141778"/>
              <a:gd name="csY11" fmla="*/ 0 h 134543"/>
              <a:gd name="csX12" fmla="*/ 23039 w 141778"/>
              <a:gd name="csY12" fmla="*/ 0 h 134543"/>
            </a:gdLst>
            <a:ahLst/>
            <a:cxnLst/>
            <a:rect l="l" t="t" r="r" b="b"/>
            <a:pathLst>
              <a:path w="100000" h="100000">
                <a:moveTo>
                  <a:pt x="16250" y="2552"/>
                </a:moveTo>
                <a:cubicBezTo>
                  <a:pt x="7320" y="2552"/>
                  <a:pt x="0" y="9871"/>
                  <a:pt x="0" y="18799"/>
                </a:cubicBezTo>
                <a:lnTo>
                  <a:pt x="0" y="61293"/>
                </a:lnTo>
                <a:cubicBezTo>
                  <a:pt x="0" y="70223"/>
                  <a:pt x="7320" y="77541"/>
                  <a:pt x="16250" y="77541"/>
                </a:cubicBezTo>
                <a:lnTo>
                  <a:pt x="20000" y="77541"/>
                </a:lnTo>
                <a:lnTo>
                  <a:pt x="20000" y="91290"/>
                </a:lnTo>
                <a:cubicBezTo>
                  <a:pt x="20000" y="96204"/>
                  <a:pt x="26068" y="99236"/>
                  <a:pt x="30000" y="96289"/>
                </a:cubicBezTo>
                <a:lnTo>
                  <a:pt x="55000" y="77541"/>
                </a:lnTo>
                <a:lnTo>
                  <a:pt x="83750" y="77541"/>
                </a:lnTo>
                <a:cubicBezTo>
                  <a:pt x="92680" y="77541"/>
                  <a:pt x="100000" y="70223"/>
                  <a:pt x="100000" y="61293"/>
                </a:cubicBezTo>
                <a:lnTo>
                  <a:pt x="100000" y="18799"/>
                </a:lnTo>
                <a:cubicBezTo>
                  <a:pt x="100000" y="9871"/>
                  <a:pt x="92680" y="2552"/>
                  <a:pt x="83750" y="2552"/>
                </a:cubicBezTo>
                <a:lnTo>
                  <a:pt x="16250" y="255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6" name="Красный — SVG 5">
            <a:extLst>
              <a:ext uri="{FF2B5EF4-FFF2-40B4-BE49-F238E27FC236}">
                <a16:creationId xmlns:a16="http://schemas.microsoft.com/office/drawing/2014/main" id="{692CA1C3-5B44-AF4F-8BC0-17010D335A77}"/>
              </a:ext>
            </a:extLst>
          </p:cNvPr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>
              <a:gd name="csX0" fmla="*/ 109878 w 148867"/>
              <a:gd name="csY0" fmla="*/ 0 h 152390"/>
              <a:gd name="csX1" fmla="*/ 70890 w 148867"/>
              <a:gd name="csY1" fmla="*/ 38984 h 152390"/>
              <a:gd name="csX2" fmla="*/ 109878 w 148867"/>
              <a:gd name="csY2" fmla="*/ 77967 h 152390"/>
              <a:gd name="csX3" fmla="*/ 148867 w 148867"/>
              <a:gd name="csY3" fmla="*/ 38984 h 152390"/>
              <a:gd name="csX4" fmla="*/ 109878 w 148867"/>
              <a:gd name="csY4" fmla="*/ 0 h 152390"/>
              <a:gd name="csX5" fmla="*/ 23040 w 148867"/>
              <a:gd name="csY5" fmla="*/ 17720 h 152390"/>
              <a:gd name="csX6" fmla="*/ 0 w 148867"/>
              <a:gd name="csY6" fmla="*/ 40755 h 152390"/>
              <a:gd name="csX7" fmla="*/ 0 w 148867"/>
              <a:gd name="csY7" fmla="*/ 101003 h 152390"/>
              <a:gd name="csX8" fmla="*/ 23040 w 148867"/>
              <a:gd name="csY8" fmla="*/ 124040 h 152390"/>
              <a:gd name="csX9" fmla="*/ 28356 w 148867"/>
              <a:gd name="csY9" fmla="*/ 124040 h 152390"/>
              <a:gd name="csX10" fmla="*/ 28356 w 148867"/>
              <a:gd name="csY10" fmla="*/ 143531 h 152390"/>
              <a:gd name="csX11" fmla="*/ 33249 w 148867"/>
              <a:gd name="csY11" fmla="*/ 151470 h 152390"/>
              <a:gd name="csX12" fmla="*/ 37217 w 148867"/>
              <a:gd name="csY12" fmla="*/ 152391 h 152390"/>
              <a:gd name="csX13" fmla="*/ 42534 w 148867"/>
              <a:gd name="csY13" fmla="*/ 150620 h 152390"/>
              <a:gd name="csX14" fmla="*/ 77978 w 148867"/>
              <a:gd name="csY14" fmla="*/ 124040 h 152390"/>
              <a:gd name="csX15" fmla="*/ 118740 w 148867"/>
              <a:gd name="csY15" fmla="*/ 124040 h 152390"/>
              <a:gd name="csX16" fmla="*/ 141778 w 148867"/>
              <a:gd name="csY16" fmla="*/ 101003 h 152390"/>
              <a:gd name="csX17" fmla="*/ 141778 w 148867"/>
              <a:gd name="csY17" fmla="*/ 72188 h 152390"/>
              <a:gd name="csX18" fmla="*/ 77307 w 148867"/>
              <a:gd name="csY18" fmla="*/ 71550 h 152390"/>
              <a:gd name="csX19" fmla="*/ 69013 w 148867"/>
              <a:gd name="csY19" fmla="*/ 17720 h 152390"/>
              <a:gd name="csX20" fmla="*/ 23040 w 148867"/>
              <a:gd name="csY20" fmla="*/ 17720 h 152390"/>
              <a:gd name="csX21" fmla="*/ 113126 w 148867"/>
              <a:gd name="csY21" fmla="*/ 17734 h 152390"/>
              <a:gd name="csX22" fmla="*/ 115499 w 148867"/>
              <a:gd name="csY22" fmla="*/ 18391 h 152390"/>
              <a:gd name="csX23" fmla="*/ 116967 w 148867"/>
              <a:gd name="csY23" fmla="*/ 21264 h 152390"/>
              <a:gd name="csX24" fmla="*/ 116967 w 148867"/>
              <a:gd name="csY24" fmla="*/ 56703 h 152390"/>
              <a:gd name="csX25" fmla="*/ 113423 w 148867"/>
              <a:gd name="csY25" fmla="*/ 60248 h 152390"/>
              <a:gd name="csX26" fmla="*/ 109878 w 148867"/>
              <a:gd name="csY26" fmla="*/ 56703 h 152390"/>
              <a:gd name="csX27" fmla="*/ 109878 w 148867"/>
              <a:gd name="csY27" fmla="*/ 26178 h 152390"/>
              <a:gd name="csX28" fmla="*/ 103911 w 148867"/>
              <a:gd name="csY28" fmla="*/ 28165 h 152390"/>
              <a:gd name="csX29" fmla="*/ 99431 w 148867"/>
              <a:gd name="csY29" fmla="*/ 25930 h 152390"/>
              <a:gd name="csX30" fmla="*/ 101667 w 148867"/>
              <a:gd name="csY30" fmla="*/ 21444 h 152390"/>
              <a:gd name="csX31" fmla="*/ 112300 w 148867"/>
              <a:gd name="csY31" fmla="*/ 17899 h 152390"/>
              <a:gd name="csX32" fmla="*/ 113126 w 148867"/>
              <a:gd name="csY32" fmla="*/ 17734 h 152390"/>
            </a:gdLst>
            <a:ahLst/>
            <a:cxnLst/>
            <a:rect l="l" t="t" r="r" b="b"/>
            <a:pathLst>
              <a:path w="100000" h="100000">
                <a:moveTo>
                  <a:pt x="73259" y="0"/>
                </a:moveTo>
                <a:cubicBezTo>
                  <a:pt x="59130" y="0"/>
                  <a:pt x="47675" y="11453"/>
                  <a:pt x="47675" y="25582"/>
                </a:cubicBezTo>
                <a:cubicBezTo>
                  <a:pt x="47675" y="39710"/>
                  <a:pt x="59130" y="51163"/>
                  <a:pt x="73259" y="51163"/>
                </a:cubicBezTo>
                <a:cubicBezTo>
                  <a:pt x="87390" y="51163"/>
                  <a:pt x="98844" y="39710"/>
                  <a:pt x="98844" y="25582"/>
                </a:cubicBezTo>
                <a:cubicBezTo>
                  <a:pt x="98844" y="11453"/>
                  <a:pt x="87390" y="0"/>
                  <a:pt x="73259" y="0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7371"/>
                </a:lnTo>
                <a:cubicBezTo>
                  <a:pt x="82377" y="58766"/>
                  <a:pt x="63538" y="58627"/>
                  <a:pt x="51886" y="46952"/>
                </a:cubicBezTo>
                <a:cubicBezTo>
                  <a:pt x="42326" y="37394"/>
                  <a:pt x="40489" y="23023"/>
                  <a:pt x="46443" y="11628"/>
                </a:cubicBezTo>
                <a:lnTo>
                  <a:pt x="16275" y="11628"/>
                </a:lnTo>
                <a:close/>
                <a:moveTo>
                  <a:pt x="75390" y="11637"/>
                </a:moveTo>
                <a:cubicBezTo>
                  <a:pt x="75935" y="11591"/>
                  <a:pt x="76491" y="11739"/>
                  <a:pt x="76948" y="12068"/>
                </a:cubicBezTo>
                <a:cubicBezTo>
                  <a:pt x="77555" y="12506"/>
                  <a:pt x="77911" y="13207"/>
                  <a:pt x="77911" y="13954"/>
                </a:cubicBezTo>
                <a:lnTo>
                  <a:pt x="77911" y="37209"/>
                </a:lnTo>
                <a:cubicBezTo>
                  <a:pt x="77911" y="38493"/>
                  <a:pt x="76872" y="39535"/>
                  <a:pt x="75585" y="39535"/>
                </a:cubicBezTo>
                <a:cubicBezTo>
                  <a:pt x="74299" y="39535"/>
                  <a:pt x="73259" y="38493"/>
                  <a:pt x="73259" y="37209"/>
                </a:cubicBezTo>
                <a:lnTo>
                  <a:pt x="73259" y="17178"/>
                </a:lnTo>
                <a:lnTo>
                  <a:pt x="69343" y="18482"/>
                </a:lnTo>
                <a:cubicBezTo>
                  <a:pt x="68116" y="18894"/>
                  <a:pt x="66811" y="18232"/>
                  <a:pt x="66404" y="17016"/>
                </a:cubicBezTo>
                <a:cubicBezTo>
                  <a:pt x="65997" y="15796"/>
                  <a:pt x="66655" y="14478"/>
                  <a:pt x="67871" y="14072"/>
                </a:cubicBezTo>
                <a:lnTo>
                  <a:pt x="74848" y="11746"/>
                </a:lnTo>
                <a:cubicBezTo>
                  <a:pt x="75025" y="11688"/>
                  <a:pt x="75208" y="11652"/>
                  <a:pt x="75390" y="1163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7" name="Красный — SVG 6">
            <a:extLst>
              <a:ext uri="{FF2B5EF4-FFF2-40B4-BE49-F238E27FC236}">
                <a16:creationId xmlns:a16="http://schemas.microsoft.com/office/drawing/2014/main" id="{C5EA8F20-D8CC-3A44-9F1D-87EA0D04F632}"/>
              </a:ext>
            </a:extLst>
          </p:cNvPr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>
              <a:gd name="csX0" fmla="*/ 31905 w 157106"/>
              <a:gd name="csY0" fmla="*/ 1 h 149529"/>
              <a:gd name="csX1" fmla="*/ 29046 w 157106"/>
              <a:gd name="csY1" fmla="*/ 868 h 149529"/>
              <a:gd name="csX2" fmla="*/ 838 w 157106"/>
              <a:gd name="csY2" fmla="*/ 29073 h 149529"/>
              <a:gd name="csX3" fmla="*/ 123 w 157106"/>
              <a:gd name="csY3" fmla="*/ 33087 h 149529"/>
              <a:gd name="csX4" fmla="*/ 2454 w 157106"/>
              <a:gd name="csY4" fmla="*/ 36422 h 149529"/>
              <a:gd name="csX5" fmla="*/ 6470 w 157106"/>
              <a:gd name="csY5" fmla="*/ 37136 h 149529"/>
              <a:gd name="csX6" fmla="*/ 9804 w 157106"/>
              <a:gd name="csY6" fmla="*/ 34805 h 149529"/>
              <a:gd name="csX7" fmla="*/ 34763 w 157106"/>
              <a:gd name="csY7" fmla="*/ 9833 h 149529"/>
              <a:gd name="csX8" fmla="*/ 36941 w 157106"/>
              <a:gd name="csY8" fmla="*/ 7230 h 149529"/>
              <a:gd name="csX9" fmla="*/ 37077 w 157106"/>
              <a:gd name="csY9" fmla="*/ 3828 h 149529"/>
              <a:gd name="csX10" fmla="*/ 35137 w 157106"/>
              <a:gd name="csY10" fmla="*/ 1038 h 149529"/>
              <a:gd name="csX11" fmla="*/ 31905 w 157106"/>
              <a:gd name="csY11" fmla="*/ 1 h 149529"/>
              <a:gd name="csX12" fmla="*/ 125053 w 157106"/>
              <a:gd name="csY12" fmla="*/ 1 h 149529"/>
              <a:gd name="csX13" fmla="*/ 121889 w 157106"/>
              <a:gd name="csY13" fmla="*/ 1123 h 149529"/>
              <a:gd name="csX14" fmla="*/ 120017 w 157106"/>
              <a:gd name="csY14" fmla="*/ 3913 h 149529"/>
              <a:gd name="csX15" fmla="*/ 120187 w 157106"/>
              <a:gd name="csY15" fmla="*/ 7264 h 149529"/>
              <a:gd name="csX16" fmla="*/ 122348 w 157106"/>
              <a:gd name="csY16" fmla="*/ 9833 h 149529"/>
              <a:gd name="csX17" fmla="*/ 147307 w 157106"/>
              <a:gd name="csY17" fmla="*/ 34805 h 149529"/>
              <a:gd name="csX18" fmla="*/ 148736 w 157106"/>
              <a:gd name="csY18" fmla="*/ 36302 h 149529"/>
              <a:gd name="csX19" fmla="*/ 150641 w 157106"/>
              <a:gd name="csY19" fmla="*/ 37136 h 149529"/>
              <a:gd name="csX20" fmla="*/ 152717 w 157106"/>
              <a:gd name="csY20" fmla="*/ 37170 h 149529"/>
              <a:gd name="csX21" fmla="*/ 154656 w 157106"/>
              <a:gd name="csY21" fmla="*/ 36422 h 149529"/>
              <a:gd name="csX22" fmla="*/ 156154 w 157106"/>
              <a:gd name="csY22" fmla="*/ 34976 h 149529"/>
              <a:gd name="csX23" fmla="*/ 156987 w 157106"/>
              <a:gd name="csY23" fmla="*/ 33087 h 149529"/>
              <a:gd name="csX24" fmla="*/ 157021 w 157106"/>
              <a:gd name="csY24" fmla="*/ 31012 h 149529"/>
              <a:gd name="csX25" fmla="*/ 156273 w 157106"/>
              <a:gd name="csY25" fmla="*/ 29073 h 149529"/>
              <a:gd name="csX26" fmla="*/ 128064 w 157106"/>
              <a:gd name="csY26" fmla="*/ 868 h 149529"/>
              <a:gd name="csX27" fmla="*/ 125053 w 157106"/>
              <a:gd name="csY27" fmla="*/ 1 h 149529"/>
              <a:gd name="csX28" fmla="*/ 78555 w 157106"/>
              <a:gd name="csY28" fmla="*/ 7707 h 149529"/>
              <a:gd name="csX29" fmla="*/ 7661 w 157106"/>
              <a:gd name="csY29" fmla="*/ 78575 h 149529"/>
              <a:gd name="csX30" fmla="*/ 31922 w 157106"/>
              <a:gd name="csY30" fmla="*/ 131871 h 149529"/>
              <a:gd name="csX31" fmla="*/ 23398 w 157106"/>
              <a:gd name="csY31" fmla="*/ 140376 h 149529"/>
              <a:gd name="csX32" fmla="*/ 22207 w 157106"/>
              <a:gd name="csY32" fmla="*/ 142112 h 149529"/>
              <a:gd name="csX33" fmla="*/ 21765 w 157106"/>
              <a:gd name="csY33" fmla="*/ 144170 h 149529"/>
              <a:gd name="csX34" fmla="*/ 22156 w 157106"/>
              <a:gd name="csY34" fmla="*/ 146228 h 149529"/>
              <a:gd name="csX35" fmla="*/ 23330 w 157106"/>
              <a:gd name="csY35" fmla="*/ 147980 h 149529"/>
              <a:gd name="csX36" fmla="*/ 25082 w 157106"/>
              <a:gd name="csY36" fmla="*/ 149137 h 149529"/>
              <a:gd name="csX37" fmla="*/ 27141 w 157106"/>
              <a:gd name="csY37" fmla="*/ 149528 h 149529"/>
              <a:gd name="csX38" fmla="*/ 29200 w 157106"/>
              <a:gd name="csY38" fmla="*/ 149103 h 149529"/>
              <a:gd name="csX39" fmla="*/ 30918 w 157106"/>
              <a:gd name="csY39" fmla="*/ 147895 h 149529"/>
              <a:gd name="csX40" fmla="*/ 40514 w 157106"/>
              <a:gd name="csY40" fmla="*/ 138318 h 149529"/>
              <a:gd name="csX41" fmla="*/ 78555 w 157106"/>
              <a:gd name="csY41" fmla="*/ 149460 h 149529"/>
              <a:gd name="csX42" fmla="*/ 116597 w 157106"/>
              <a:gd name="csY42" fmla="*/ 138318 h 149529"/>
              <a:gd name="csX43" fmla="*/ 126193 w 157106"/>
              <a:gd name="csY43" fmla="*/ 147895 h 149529"/>
              <a:gd name="csX44" fmla="*/ 127911 w 157106"/>
              <a:gd name="csY44" fmla="*/ 149103 h 149529"/>
              <a:gd name="csX45" fmla="*/ 129970 w 157106"/>
              <a:gd name="csY45" fmla="*/ 149528 h 149529"/>
              <a:gd name="csX46" fmla="*/ 132028 w 157106"/>
              <a:gd name="csY46" fmla="*/ 149137 h 149529"/>
              <a:gd name="csX47" fmla="*/ 133781 w 157106"/>
              <a:gd name="csY47" fmla="*/ 147980 h 149529"/>
              <a:gd name="csX48" fmla="*/ 134955 w 157106"/>
              <a:gd name="csY48" fmla="*/ 146228 h 149529"/>
              <a:gd name="csX49" fmla="*/ 135346 w 157106"/>
              <a:gd name="csY49" fmla="*/ 144170 h 149529"/>
              <a:gd name="csX50" fmla="*/ 134904 w 157106"/>
              <a:gd name="csY50" fmla="*/ 142112 h 149529"/>
              <a:gd name="csX51" fmla="*/ 133713 w 157106"/>
              <a:gd name="csY51" fmla="*/ 140376 h 149529"/>
              <a:gd name="csX52" fmla="*/ 125189 w 157106"/>
              <a:gd name="csY52" fmla="*/ 131871 h 149529"/>
              <a:gd name="csX53" fmla="*/ 149450 w 157106"/>
              <a:gd name="csY53" fmla="*/ 78575 h 149529"/>
              <a:gd name="csX54" fmla="*/ 78555 w 157106"/>
              <a:gd name="csY54" fmla="*/ 7707 h 149529"/>
              <a:gd name="csX55" fmla="*/ 73247 w 157106"/>
              <a:gd name="csY55" fmla="*/ 36047 h 149529"/>
              <a:gd name="csX56" fmla="*/ 78555 w 157106"/>
              <a:gd name="csY56" fmla="*/ 41372 h 149529"/>
              <a:gd name="csX57" fmla="*/ 78555 w 157106"/>
              <a:gd name="csY57" fmla="*/ 78575 h 149529"/>
              <a:gd name="csX58" fmla="*/ 101591 w 157106"/>
              <a:gd name="csY58" fmla="*/ 78575 h 149529"/>
              <a:gd name="csX59" fmla="*/ 106917 w 157106"/>
              <a:gd name="csY59" fmla="*/ 83899 h 149529"/>
              <a:gd name="csX60" fmla="*/ 101591 w 157106"/>
              <a:gd name="csY60" fmla="*/ 89207 h 149529"/>
              <a:gd name="csX61" fmla="*/ 73247 w 157106"/>
              <a:gd name="csY61" fmla="*/ 89207 h 149529"/>
              <a:gd name="csX62" fmla="*/ 67922 w 157106"/>
              <a:gd name="csY62" fmla="*/ 83899 h 149529"/>
              <a:gd name="csX63" fmla="*/ 67922 w 157106"/>
              <a:gd name="csY63" fmla="*/ 41372 h 149529"/>
              <a:gd name="csX64" fmla="*/ 73247 w 157106"/>
              <a:gd name="csY64" fmla="*/ 36047 h 149529"/>
            </a:gdLst>
            <a:ahLst/>
            <a:cxnLst/>
            <a:rect l="l" t="t" r="r" b="b"/>
            <a:pathLst>
              <a:path w="100000" h="100000">
                <a:moveTo>
                  <a:pt x="20308" y="2412"/>
                </a:moveTo>
                <a:cubicBezTo>
                  <a:pt x="19658" y="2423"/>
                  <a:pt x="19030" y="2618"/>
                  <a:pt x="18488" y="2964"/>
                </a:cubicBezTo>
                <a:cubicBezTo>
                  <a:pt x="11276" y="7577"/>
                  <a:pt x="5136" y="13705"/>
                  <a:pt x="533" y="20917"/>
                </a:cubicBezTo>
                <a:cubicBezTo>
                  <a:pt x="57" y="21674"/>
                  <a:pt x="-116" y="22595"/>
                  <a:pt x="78" y="23472"/>
                </a:cubicBezTo>
                <a:cubicBezTo>
                  <a:pt x="274" y="24349"/>
                  <a:pt x="804" y="25107"/>
                  <a:pt x="1562" y="25595"/>
                </a:cubicBezTo>
                <a:cubicBezTo>
                  <a:pt x="2320" y="26071"/>
                  <a:pt x="3240" y="26233"/>
                  <a:pt x="4118" y="26049"/>
                </a:cubicBezTo>
                <a:cubicBezTo>
                  <a:pt x="4995" y="25854"/>
                  <a:pt x="5753" y="25313"/>
                  <a:pt x="6240" y="24565"/>
                </a:cubicBezTo>
                <a:cubicBezTo>
                  <a:pt x="10312" y="18177"/>
                  <a:pt x="15749" y="12752"/>
                  <a:pt x="22127" y="8670"/>
                </a:cubicBezTo>
                <a:cubicBezTo>
                  <a:pt x="22755" y="8281"/>
                  <a:pt x="23242" y="7696"/>
                  <a:pt x="23513" y="7013"/>
                </a:cubicBezTo>
                <a:cubicBezTo>
                  <a:pt x="23773" y="6321"/>
                  <a:pt x="23806" y="5563"/>
                  <a:pt x="23600" y="4848"/>
                </a:cubicBezTo>
                <a:cubicBezTo>
                  <a:pt x="23394" y="4144"/>
                  <a:pt x="22961" y="3516"/>
                  <a:pt x="22365" y="3072"/>
                </a:cubicBezTo>
                <a:cubicBezTo>
                  <a:pt x="21769" y="2639"/>
                  <a:pt x="21044" y="2401"/>
                  <a:pt x="20308" y="2412"/>
                </a:cubicBezTo>
                <a:close/>
                <a:moveTo>
                  <a:pt x="79598" y="2412"/>
                </a:moveTo>
                <a:cubicBezTo>
                  <a:pt x="78861" y="2423"/>
                  <a:pt x="78157" y="2672"/>
                  <a:pt x="77584" y="3126"/>
                </a:cubicBezTo>
                <a:cubicBezTo>
                  <a:pt x="76999" y="3571"/>
                  <a:pt x="76587" y="4199"/>
                  <a:pt x="76392" y="4902"/>
                </a:cubicBezTo>
                <a:cubicBezTo>
                  <a:pt x="76198" y="5606"/>
                  <a:pt x="76241" y="6353"/>
                  <a:pt x="76501" y="7035"/>
                </a:cubicBezTo>
                <a:cubicBezTo>
                  <a:pt x="76772" y="7717"/>
                  <a:pt x="77248" y="8292"/>
                  <a:pt x="77876" y="8670"/>
                </a:cubicBezTo>
                <a:cubicBezTo>
                  <a:pt x="84255" y="12752"/>
                  <a:pt x="89690" y="18177"/>
                  <a:pt x="93763" y="24565"/>
                </a:cubicBezTo>
                <a:cubicBezTo>
                  <a:pt x="94001" y="24934"/>
                  <a:pt x="94315" y="25258"/>
                  <a:pt x="94672" y="25518"/>
                </a:cubicBezTo>
                <a:cubicBezTo>
                  <a:pt x="95040" y="25768"/>
                  <a:pt x="95452" y="25952"/>
                  <a:pt x="95885" y="26049"/>
                </a:cubicBezTo>
                <a:cubicBezTo>
                  <a:pt x="96318" y="26136"/>
                  <a:pt x="96773" y="26146"/>
                  <a:pt x="97206" y="26071"/>
                </a:cubicBezTo>
                <a:cubicBezTo>
                  <a:pt x="97639" y="25995"/>
                  <a:pt x="98062" y="25833"/>
                  <a:pt x="98441" y="25595"/>
                </a:cubicBezTo>
                <a:cubicBezTo>
                  <a:pt x="98809" y="25356"/>
                  <a:pt x="99134" y="25042"/>
                  <a:pt x="99394" y="24674"/>
                </a:cubicBezTo>
                <a:cubicBezTo>
                  <a:pt x="99643" y="24316"/>
                  <a:pt x="99827" y="23905"/>
                  <a:pt x="99924" y="23472"/>
                </a:cubicBezTo>
                <a:cubicBezTo>
                  <a:pt x="100022" y="23039"/>
                  <a:pt x="100022" y="22584"/>
                  <a:pt x="99946" y="22151"/>
                </a:cubicBezTo>
                <a:cubicBezTo>
                  <a:pt x="99870" y="21707"/>
                  <a:pt x="99708" y="21295"/>
                  <a:pt x="99470" y="20917"/>
                </a:cubicBezTo>
                <a:cubicBezTo>
                  <a:pt x="94867" y="13705"/>
                  <a:pt x="88727" y="7577"/>
                  <a:pt x="81514" y="2964"/>
                </a:cubicBezTo>
                <a:cubicBezTo>
                  <a:pt x="80952" y="2596"/>
                  <a:pt x="80280" y="2401"/>
                  <a:pt x="79598" y="2412"/>
                </a:cubicBezTo>
                <a:close/>
                <a:moveTo>
                  <a:pt x="50001" y="7317"/>
                </a:moveTo>
                <a:cubicBezTo>
                  <a:pt x="25084" y="7317"/>
                  <a:pt x="4876" y="27511"/>
                  <a:pt x="4876" y="52425"/>
                </a:cubicBezTo>
                <a:cubicBezTo>
                  <a:pt x="4876" y="65971"/>
                  <a:pt x="10875" y="78076"/>
                  <a:pt x="20319" y="86349"/>
                </a:cubicBezTo>
                <a:lnTo>
                  <a:pt x="14893" y="91763"/>
                </a:lnTo>
                <a:cubicBezTo>
                  <a:pt x="14568" y="92077"/>
                  <a:pt x="14308" y="92456"/>
                  <a:pt x="14135" y="92868"/>
                </a:cubicBezTo>
                <a:cubicBezTo>
                  <a:pt x="13951" y="93279"/>
                  <a:pt x="13865" y="93722"/>
                  <a:pt x="13854" y="94177"/>
                </a:cubicBezTo>
                <a:cubicBezTo>
                  <a:pt x="13854" y="94621"/>
                  <a:pt x="13940" y="95065"/>
                  <a:pt x="14103" y="95487"/>
                </a:cubicBezTo>
                <a:cubicBezTo>
                  <a:pt x="14276" y="95899"/>
                  <a:pt x="14525" y="96278"/>
                  <a:pt x="14850" y="96603"/>
                </a:cubicBezTo>
                <a:cubicBezTo>
                  <a:pt x="15164" y="96917"/>
                  <a:pt x="15543" y="97166"/>
                  <a:pt x="15965" y="97339"/>
                </a:cubicBezTo>
                <a:cubicBezTo>
                  <a:pt x="16377" y="97512"/>
                  <a:pt x="16820" y="97599"/>
                  <a:pt x="17276" y="97588"/>
                </a:cubicBezTo>
                <a:cubicBezTo>
                  <a:pt x="17719" y="97588"/>
                  <a:pt x="18174" y="97491"/>
                  <a:pt x="18586" y="97317"/>
                </a:cubicBezTo>
                <a:cubicBezTo>
                  <a:pt x="18997" y="97133"/>
                  <a:pt x="19365" y="96874"/>
                  <a:pt x="19680" y="96549"/>
                </a:cubicBezTo>
                <a:lnTo>
                  <a:pt x="25788" y="90453"/>
                </a:lnTo>
                <a:cubicBezTo>
                  <a:pt x="32783" y="94914"/>
                  <a:pt x="41078" y="97545"/>
                  <a:pt x="50001" y="97545"/>
                </a:cubicBezTo>
                <a:cubicBezTo>
                  <a:pt x="58925" y="97545"/>
                  <a:pt x="67220" y="94914"/>
                  <a:pt x="74215" y="90453"/>
                </a:cubicBezTo>
                <a:lnTo>
                  <a:pt x="80323" y="96549"/>
                </a:lnTo>
                <a:cubicBezTo>
                  <a:pt x="80637" y="96874"/>
                  <a:pt x="81006" y="97133"/>
                  <a:pt x="81417" y="97317"/>
                </a:cubicBezTo>
                <a:cubicBezTo>
                  <a:pt x="81840" y="97491"/>
                  <a:pt x="82283" y="97588"/>
                  <a:pt x="82728" y="97588"/>
                </a:cubicBezTo>
                <a:cubicBezTo>
                  <a:pt x="83183" y="97599"/>
                  <a:pt x="83626" y="97512"/>
                  <a:pt x="84038" y="97339"/>
                </a:cubicBezTo>
                <a:cubicBezTo>
                  <a:pt x="84460" y="97166"/>
                  <a:pt x="84839" y="96917"/>
                  <a:pt x="85153" y="96603"/>
                </a:cubicBezTo>
                <a:cubicBezTo>
                  <a:pt x="85478" y="96278"/>
                  <a:pt x="85727" y="95899"/>
                  <a:pt x="85901" y="95487"/>
                </a:cubicBezTo>
                <a:cubicBezTo>
                  <a:pt x="86063" y="95065"/>
                  <a:pt x="86149" y="94621"/>
                  <a:pt x="86149" y="94177"/>
                </a:cubicBezTo>
                <a:cubicBezTo>
                  <a:pt x="86139" y="93722"/>
                  <a:pt x="86052" y="93279"/>
                  <a:pt x="85868" y="92868"/>
                </a:cubicBezTo>
                <a:cubicBezTo>
                  <a:pt x="85695" y="92456"/>
                  <a:pt x="85435" y="92077"/>
                  <a:pt x="85110" y="91763"/>
                </a:cubicBezTo>
                <a:lnTo>
                  <a:pt x="79684" y="86349"/>
                </a:lnTo>
                <a:cubicBezTo>
                  <a:pt x="89128" y="78076"/>
                  <a:pt x="95127" y="65971"/>
                  <a:pt x="95127" y="52425"/>
                </a:cubicBezTo>
                <a:cubicBezTo>
                  <a:pt x="95127" y="27511"/>
                  <a:pt x="74919" y="7317"/>
                  <a:pt x="50001" y="7317"/>
                </a:cubicBezTo>
                <a:close/>
                <a:moveTo>
                  <a:pt x="46623" y="25356"/>
                </a:moveTo>
                <a:cubicBezTo>
                  <a:pt x="48486" y="25356"/>
                  <a:pt x="50001" y="26872"/>
                  <a:pt x="50001" y="28745"/>
                </a:cubicBezTo>
                <a:lnTo>
                  <a:pt x="50001" y="52425"/>
                </a:lnTo>
                <a:lnTo>
                  <a:pt x="64664" y="52425"/>
                </a:lnTo>
                <a:cubicBezTo>
                  <a:pt x="66538" y="52425"/>
                  <a:pt x="68054" y="53941"/>
                  <a:pt x="68054" y="55814"/>
                </a:cubicBezTo>
                <a:cubicBezTo>
                  <a:pt x="68054" y="57677"/>
                  <a:pt x="66538" y="59193"/>
                  <a:pt x="64664" y="59193"/>
                </a:cubicBezTo>
                <a:lnTo>
                  <a:pt x="46623" y="59193"/>
                </a:lnTo>
                <a:cubicBezTo>
                  <a:pt x="44749" y="59193"/>
                  <a:pt x="43233" y="57677"/>
                  <a:pt x="43233" y="55814"/>
                </a:cubicBezTo>
                <a:lnTo>
                  <a:pt x="43233" y="28745"/>
                </a:lnTo>
                <a:cubicBezTo>
                  <a:pt x="43233" y="26872"/>
                  <a:pt x="44749" y="25356"/>
                  <a:pt x="46623" y="2535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8" name="Красный — SVG 7">
            <a:extLst>
              <a:ext uri="{FF2B5EF4-FFF2-40B4-BE49-F238E27FC236}">
                <a16:creationId xmlns:a16="http://schemas.microsoft.com/office/drawing/2014/main" id="{263E2C48-B684-6E47-9E3B-A0F1B97307D3}"/>
              </a:ext>
            </a:extLst>
          </p:cNvPr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>
              <a:gd name="csX0" fmla="*/ 19497 w 141772"/>
              <a:gd name="csY0" fmla="*/ 0 h 113413"/>
              <a:gd name="csX1" fmla="*/ 0 w 141772"/>
              <a:gd name="csY1" fmla="*/ 20549 h 113413"/>
              <a:gd name="csX2" fmla="*/ 0 w 141772"/>
              <a:gd name="csY2" fmla="*/ 92864 h 113413"/>
              <a:gd name="csX3" fmla="*/ 19497 w 141772"/>
              <a:gd name="csY3" fmla="*/ 113413 h 113413"/>
              <a:gd name="csX4" fmla="*/ 122275 w 141772"/>
              <a:gd name="csY4" fmla="*/ 113413 h 113413"/>
              <a:gd name="csX5" fmla="*/ 141773 w 141772"/>
              <a:gd name="csY5" fmla="*/ 92864 h 113413"/>
              <a:gd name="csX6" fmla="*/ 141773 w 141772"/>
              <a:gd name="csY6" fmla="*/ 20549 h 113413"/>
              <a:gd name="csX7" fmla="*/ 122275 w 141772"/>
              <a:gd name="csY7" fmla="*/ 0 h 113413"/>
              <a:gd name="csX8" fmla="*/ 19497 w 141772"/>
              <a:gd name="csY8" fmla="*/ 0 h 113413"/>
              <a:gd name="csX9" fmla="*/ 95700 w 141772"/>
              <a:gd name="csY9" fmla="*/ 28358 h 113413"/>
              <a:gd name="csX10" fmla="*/ 124062 w 141772"/>
              <a:gd name="csY10" fmla="*/ 56698 h 113413"/>
              <a:gd name="csX11" fmla="*/ 95700 w 141772"/>
              <a:gd name="csY11" fmla="*/ 85056 h 113413"/>
              <a:gd name="csX12" fmla="*/ 67339 w 141772"/>
              <a:gd name="csY12" fmla="*/ 56698 h 113413"/>
              <a:gd name="csX13" fmla="*/ 95700 w 141772"/>
              <a:gd name="csY13" fmla="*/ 28358 h 113413"/>
              <a:gd name="csX14" fmla="*/ 23036 w 141772"/>
              <a:gd name="csY14" fmla="*/ 31896 h 113413"/>
              <a:gd name="csX15" fmla="*/ 47842 w 141772"/>
              <a:gd name="csY15" fmla="*/ 31896 h 113413"/>
              <a:gd name="csX16" fmla="*/ 53167 w 141772"/>
              <a:gd name="csY16" fmla="*/ 37203 h 113413"/>
              <a:gd name="csX17" fmla="*/ 47842 w 141772"/>
              <a:gd name="csY17" fmla="*/ 42528 h 113413"/>
              <a:gd name="csX18" fmla="*/ 23036 w 141772"/>
              <a:gd name="csY18" fmla="*/ 42528 h 113413"/>
              <a:gd name="csX19" fmla="*/ 17728 w 141772"/>
              <a:gd name="csY19" fmla="*/ 37203 h 113413"/>
              <a:gd name="csX20" fmla="*/ 23036 w 141772"/>
              <a:gd name="csY20" fmla="*/ 31896 h 113413"/>
              <a:gd name="csX21" fmla="*/ 95700 w 141772"/>
              <a:gd name="csY21" fmla="*/ 38990 h 113413"/>
              <a:gd name="csX22" fmla="*/ 95700 w 141772"/>
              <a:gd name="csY22" fmla="*/ 56698 h 113413"/>
              <a:gd name="csX23" fmla="*/ 113428 w 141772"/>
              <a:gd name="csY23" fmla="*/ 56698 h 113413"/>
              <a:gd name="csX24" fmla="*/ 95700 w 141772"/>
              <a:gd name="csY24" fmla="*/ 38990 h 113413"/>
              <a:gd name="csX25" fmla="*/ 23036 w 141772"/>
              <a:gd name="csY25" fmla="*/ 49621 h 113413"/>
              <a:gd name="csX26" fmla="*/ 47842 w 141772"/>
              <a:gd name="csY26" fmla="*/ 49621 h 113413"/>
              <a:gd name="csX27" fmla="*/ 53167 w 141772"/>
              <a:gd name="csY27" fmla="*/ 54929 h 113413"/>
              <a:gd name="csX28" fmla="*/ 47842 w 141772"/>
              <a:gd name="csY28" fmla="*/ 60253 h 113413"/>
              <a:gd name="csX29" fmla="*/ 23036 w 141772"/>
              <a:gd name="csY29" fmla="*/ 60253 h 113413"/>
              <a:gd name="csX30" fmla="*/ 17728 w 141772"/>
              <a:gd name="csY30" fmla="*/ 54929 h 113413"/>
              <a:gd name="csX31" fmla="*/ 23036 w 141772"/>
              <a:gd name="csY31" fmla="*/ 49621 h 113413"/>
              <a:gd name="csX32" fmla="*/ 23036 w 141772"/>
              <a:gd name="csY32" fmla="*/ 67330 h 113413"/>
              <a:gd name="csX33" fmla="*/ 35439 w 141772"/>
              <a:gd name="csY33" fmla="*/ 67330 h 113413"/>
              <a:gd name="csX34" fmla="*/ 40764 w 141772"/>
              <a:gd name="csY34" fmla="*/ 72654 h 113413"/>
              <a:gd name="csX35" fmla="*/ 35439 w 141772"/>
              <a:gd name="csY35" fmla="*/ 77962 h 113413"/>
              <a:gd name="csX36" fmla="*/ 23036 w 141772"/>
              <a:gd name="csY36" fmla="*/ 77962 h 113413"/>
              <a:gd name="csX37" fmla="*/ 17728 w 141772"/>
              <a:gd name="csY37" fmla="*/ 72654 h 113413"/>
              <a:gd name="csX38" fmla="*/ 23036 w 141772"/>
              <a:gd name="csY38" fmla="*/ 67330 h 113413"/>
            </a:gdLst>
            <a:ahLst/>
            <a:cxnLst/>
            <a:rect l="l" t="t" r="r" b="b"/>
            <a:pathLst>
              <a:path w="100000" h="100000">
                <a:moveTo>
                  <a:pt x="13752" y="10002"/>
                </a:moveTo>
                <a:cubicBezTo>
                  <a:pt x="6168" y="10002"/>
                  <a:pt x="0" y="16505"/>
                  <a:pt x="0" y="24496"/>
                </a:cubicBezTo>
                <a:lnTo>
                  <a:pt x="0" y="75504"/>
                </a:lnTo>
                <a:cubicBezTo>
                  <a:pt x="0" y="83495"/>
                  <a:pt x="6168" y="89998"/>
                  <a:pt x="13752" y="89998"/>
                </a:cubicBezTo>
                <a:lnTo>
                  <a:pt x="86248" y="89998"/>
                </a:lnTo>
                <a:cubicBezTo>
                  <a:pt x="93832" y="89998"/>
                  <a:pt x="100001" y="83495"/>
                  <a:pt x="100001" y="75504"/>
                </a:cubicBezTo>
                <a:lnTo>
                  <a:pt x="100001" y="24496"/>
                </a:lnTo>
                <a:cubicBezTo>
                  <a:pt x="100001" y="16505"/>
                  <a:pt x="93832" y="10002"/>
                  <a:pt x="86248" y="10002"/>
                </a:cubicBezTo>
                <a:lnTo>
                  <a:pt x="13752" y="10002"/>
                </a:lnTo>
                <a:close/>
                <a:moveTo>
                  <a:pt x="67503" y="30004"/>
                </a:moveTo>
                <a:cubicBezTo>
                  <a:pt x="78532" y="30004"/>
                  <a:pt x="87508" y="38967"/>
                  <a:pt x="87508" y="49994"/>
                </a:cubicBezTo>
                <a:cubicBezTo>
                  <a:pt x="87508" y="61021"/>
                  <a:pt x="78532" y="69997"/>
                  <a:pt x="67503" y="69997"/>
                </a:cubicBezTo>
                <a:cubicBezTo>
                  <a:pt x="56474" y="69997"/>
                  <a:pt x="47498" y="61021"/>
                  <a:pt x="47498" y="49994"/>
                </a:cubicBezTo>
                <a:cubicBezTo>
                  <a:pt x="47498" y="38967"/>
                  <a:pt x="56474" y="30004"/>
                  <a:pt x="67503" y="30004"/>
                </a:cubicBezTo>
                <a:close/>
                <a:moveTo>
                  <a:pt x="16249" y="32500"/>
                </a:moveTo>
                <a:lnTo>
                  <a:pt x="33746" y="32500"/>
                </a:lnTo>
                <a:cubicBezTo>
                  <a:pt x="35822" y="32500"/>
                  <a:pt x="37502" y="34179"/>
                  <a:pt x="37502" y="36243"/>
                </a:cubicBezTo>
                <a:cubicBezTo>
                  <a:pt x="37502" y="38319"/>
                  <a:pt x="35822" y="39999"/>
                  <a:pt x="33746" y="39999"/>
                </a:cubicBezTo>
                <a:lnTo>
                  <a:pt x="16249" y="39999"/>
                </a:lnTo>
                <a:cubicBezTo>
                  <a:pt x="14173" y="39999"/>
                  <a:pt x="12505" y="38319"/>
                  <a:pt x="12505" y="36243"/>
                </a:cubicBezTo>
                <a:cubicBezTo>
                  <a:pt x="12505" y="34179"/>
                  <a:pt x="14173" y="32500"/>
                  <a:pt x="16249" y="32500"/>
                </a:cubicBezTo>
                <a:close/>
                <a:moveTo>
                  <a:pt x="67503" y="37504"/>
                </a:moveTo>
                <a:lnTo>
                  <a:pt x="67503" y="49994"/>
                </a:lnTo>
                <a:lnTo>
                  <a:pt x="80007" y="49994"/>
                </a:lnTo>
                <a:cubicBezTo>
                  <a:pt x="80007" y="43107"/>
                  <a:pt x="74391" y="37504"/>
                  <a:pt x="67503" y="37504"/>
                </a:cubicBezTo>
                <a:close/>
                <a:moveTo>
                  <a:pt x="16249" y="45002"/>
                </a:moveTo>
                <a:lnTo>
                  <a:pt x="33746" y="45002"/>
                </a:lnTo>
                <a:cubicBezTo>
                  <a:pt x="35822" y="45002"/>
                  <a:pt x="37502" y="46670"/>
                  <a:pt x="37502" y="48746"/>
                </a:cubicBezTo>
                <a:cubicBezTo>
                  <a:pt x="37502" y="50822"/>
                  <a:pt x="35822" y="52502"/>
                  <a:pt x="33746" y="52502"/>
                </a:cubicBezTo>
                <a:lnTo>
                  <a:pt x="16249" y="52502"/>
                </a:lnTo>
                <a:cubicBezTo>
                  <a:pt x="14173" y="52502"/>
                  <a:pt x="12505" y="50822"/>
                  <a:pt x="12505" y="48746"/>
                </a:cubicBezTo>
                <a:cubicBezTo>
                  <a:pt x="12505" y="46670"/>
                  <a:pt x="14173" y="45002"/>
                  <a:pt x="16249" y="45002"/>
                </a:cubicBezTo>
                <a:close/>
                <a:moveTo>
                  <a:pt x="16249" y="57493"/>
                </a:moveTo>
                <a:lnTo>
                  <a:pt x="24997" y="57493"/>
                </a:lnTo>
                <a:cubicBezTo>
                  <a:pt x="27073" y="57493"/>
                  <a:pt x="28753" y="59173"/>
                  <a:pt x="28753" y="61249"/>
                </a:cubicBezTo>
                <a:cubicBezTo>
                  <a:pt x="28753" y="63313"/>
                  <a:pt x="27073" y="64993"/>
                  <a:pt x="24997" y="64993"/>
                </a:cubicBezTo>
                <a:lnTo>
                  <a:pt x="16249" y="64993"/>
                </a:lnTo>
                <a:cubicBezTo>
                  <a:pt x="14173" y="64993"/>
                  <a:pt x="12505" y="63313"/>
                  <a:pt x="12505" y="61249"/>
                </a:cubicBezTo>
                <a:cubicBezTo>
                  <a:pt x="12505" y="59173"/>
                  <a:pt x="14173" y="57493"/>
                  <a:pt x="16249" y="5749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59" name="Красный — SVG 8">
            <a:extLst>
              <a:ext uri="{FF2B5EF4-FFF2-40B4-BE49-F238E27FC236}">
                <a16:creationId xmlns:a16="http://schemas.microsoft.com/office/drawing/2014/main" id="{532B67F8-DA27-C24C-9994-52C8387ADE49}"/>
              </a:ext>
            </a:extLst>
          </p:cNvPr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>
              <a:gd name="csX0" fmla="*/ 51394 w 141777"/>
              <a:gd name="csY0" fmla="*/ 0 h 127583"/>
              <a:gd name="csX1" fmla="*/ 38990 w 141777"/>
              <a:gd name="csY1" fmla="*/ 12401 h 127583"/>
              <a:gd name="csX2" fmla="*/ 38990 w 141777"/>
              <a:gd name="csY2" fmla="*/ 21264 h 127583"/>
              <a:gd name="csX3" fmla="*/ 12406 w 141777"/>
              <a:gd name="csY3" fmla="*/ 21264 h 127583"/>
              <a:gd name="csX4" fmla="*/ 0 w 141777"/>
              <a:gd name="csY4" fmla="*/ 33665 h 127583"/>
              <a:gd name="csX5" fmla="*/ 0 w 141777"/>
              <a:gd name="csY5" fmla="*/ 77962 h 127583"/>
              <a:gd name="csX6" fmla="*/ 60256 w 141777"/>
              <a:gd name="csY6" fmla="*/ 77962 h 127583"/>
              <a:gd name="csX7" fmla="*/ 60256 w 141777"/>
              <a:gd name="csY7" fmla="*/ 76193 h 127583"/>
              <a:gd name="csX8" fmla="*/ 65573 w 141777"/>
              <a:gd name="csY8" fmla="*/ 70885 h 127583"/>
              <a:gd name="csX9" fmla="*/ 76206 w 141777"/>
              <a:gd name="csY9" fmla="*/ 70885 h 127583"/>
              <a:gd name="csX10" fmla="*/ 81523 w 141777"/>
              <a:gd name="csY10" fmla="*/ 76193 h 127583"/>
              <a:gd name="csX11" fmla="*/ 81523 w 141777"/>
              <a:gd name="csY11" fmla="*/ 77962 h 127583"/>
              <a:gd name="csX12" fmla="*/ 141778 w 141777"/>
              <a:gd name="csY12" fmla="*/ 77962 h 127583"/>
              <a:gd name="csX13" fmla="*/ 141778 w 141777"/>
              <a:gd name="csY13" fmla="*/ 33665 h 127583"/>
              <a:gd name="csX14" fmla="*/ 129373 w 141777"/>
              <a:gd name="csY14" fmla="*/ 21264 h 127583"/>
              <a:gd name="csX15" fmla="*/ 102790 w 141777"/>
              <a:gd name="csY15" fmla="*/ 21264 h 127583"/>
              <a:gd name="csX16" fmla="*/ 102790 w 141777"/>
              <a:gd name="csY16" fmla="*/ 12401 h 127583"/>
              <a:gd name="csX17" fmla="*/ 90384 w 141777"/>
              <a:gd name="csY17" fmla="*/ 0 h 127583"/>
              <a:gd name="csX18" fmla="*/ 51394 w 141777"/>
              <a:gd name="csY18" fmla="*/ 0 h 127583"/>
              <a:gd name="csX19" fmla="*/ 51394 w 141777"/>
              <a:gd name="csY19" fmla="*/ 10632 h 127583"/>
              <a:gd name="csX20" fmla="*/ 90384 w 141777"/>
              <a:gd name="csY20" fmla="*/ 10632 h 127583"/>
              <a:gd name="csX21" fmla="*/ 92157 w 141777"/>
              <a:gd name="csY21" fmla="*/ 12401 h 127583"/>
              <a:gd name="csX22" fmla="*/ 92157 w 141777"/>
              <a:gd name="csY22" fmla="*/ 21264 h 127583"/>
              <a:gd name="csX23" fmla="*/ 49623 w 141777"/>
              <a:gd name="csY23" fmla="*/ 21264 h 127583"/>
              <a:gd name="csX24" fmla="*/ 49623 w 141777"/>
              <a:gd name="csY24" fmla="*/ 12401 h 127583"/>
              <a:gd name="csX25" fmla="*/ 51394 w 141777"/>
              <a:gd name="csY25" fmla="*/ 10632 h 127583"/>
              <a:gd name="csX26" fmla="*/ 0 w 141777"/>
              <a:gd name="csY26" fmla="*/ 88594 h 127583"/>
              <a:gd name="csX27" fmla="*/ 0 w 141777"/>
              <a:gd name="csY27" fmla="*/ 115182 h 127583"/>
              <a:gd name="csX28" fmla="*/ 12406 w 141777"/>
              <a:gd name="csY28" fmla="*/ 127583 h 127583"/>
              <a:gd name="csX29" fmla="*/ 129373 w 141777"/>
              <a:gd name="csY29" fmla="*/ 127583 h 127583"/>
              <a:gd name="csX30" fmla="*/ 141778 w 141777"/>
              <a:gd name="csY30" fmla="*/ 115182 h 127583"/>
              <a:gd name="csX31" fmla="*/ 141778 w 141777"/>
              <a:gd name="csY31" fmla="*/ 88594 h 127583"/>
              <a:gd name="csX32" fmla="*/ 81523 w 141777"/>
              <a:gd name="csY32" fmla="*/ 88594 h 127583"/>
              <a:gd name="csX33" fmla="*/ 81523 w 141777"/>
              <a:gd name="csY33" fmla="*/ 90363 h 127583"/>
              <a:gd name="csX34" fmla="*/ 76206 w 141777"/>
              <a:gd name="csY34" fmla="*/ 95687 h 127583"/>
              <a:gd name="csX35" fmla="*/ 65573 w 141777"/>
              <a:gd name="csY35" fmla="*/ 95687 h 127583"/>
              <a:gd name="csX36" fmla="*/ 60256 w 141777"/>
              <a:gd name="csY36" fmla="*/ 90363 h 127583"/>
              <a:gd name="csX37" fmla="*/ 60256 w 141777"/>
              <a:gd name="csY37" fmla="*/ 88594 h 127583"/>
              <a:gd name="csX38" fmla="*/ 0 w 141777"/>
              <a:gd name="csY38" fmla="*/ 88594 h 127583"/>
            </a:gdLst>
            <a:ahLst/>
            <a:cxnLst/>
            <a:rect l="l" t="t" r="r" b="b"/>
            <a:pathLst>
              <a:path w="100000" h="100000">
                <a:moveTo>
                  <a:pt x="36250" y="5006"/>
                </a:moveTo>
                <a:cubicBezTo>
                  <a:pt x="31463" y="5006"/>
                  <a:pt x="27501" y="8965"/>
                  <a:pt x="27501" y="13753"/>
                </a:cubicBezTo>
                <a:lnTo>
                  <a:pt x="27501" y="20004"/>
                </a:lnTo>
                <a:lnTo>
                  <a:pt x="8750" y="20004"/>
                </a:lnTo>
                <a:cubicBezTo>
                  <a:pt x="3925" y="20004"/>
                  <a:pt x="0" y="23928"/>
                  <a:pt x="0" y="28751"/>
                </a:cubicBezTo>
                <a:lnTo>
                  <a:pt x="0" y="59995"/>
                </a:lnTo>
                <a:lnTo>
                  <a:pt x="42501" y="59995"/>
                </a:lnTo>
                <a:lnTo>
                  <a:pt x="42501" y="58747"/>
                </a:lnTo>
                <a:cubicBezTo>
                  <a:pt x="42501" y="56671"/>
                  <a:pt x="44175" y="55003"/>
                  <a:pt x="46251" y="55003"/>
                </a:cubicBezTo>
                <a:lnTo>
                  <a:pt x="53751" y="55003"/>
                </a:lnTo>
                <a:cubicBezTo>
                  <a:pt x="55826" y="55003"/>
                  <a:pt x="57501" y="56671"/>
                  <a:pt x="57501" y="58747"/>
                </a:cubicBezTo>
                <a:lnTo>
                  <a:pt x="57501" y="59995"/>
                </a:lnTo>
                <a:lnTo>
                  <a:pt x="100001" y="59995"/>
                </a:lnTo>
                <a:lnTo>
                  <a:pt x="100001" y="28751"/>
                </a:lnTo>
                <a:cubicBezTo>
                  <a:pt x="100001" y="23928"/>
                  <a:pt x="96076" y="20004"/>
                  <a:pt x="91251" y="20004"/>
                </a:cubicBezTo>
                <a:lnTo>
                  <a:pt x="72501" y="20004"/>
                </a:lnTo>
                <a:lnTo>
                  <a:pt x="72501" y="13753"/>
                </a:lnTo>
                <a:cubicBezTo>
                  <a:pt x="72501" y="8965"/>
                  <a:pt x="68537" y="5006"/>
                  <a:pt x="63751" y="5006"/>
                </a:cubicBezTo>
                <a:lnTo>
                  <a:pt x="36250" y="5006"/>
                </a:lnTo>
                <a:close/>
                <a:moveTo>
                  <a:pt x="36250" y="12505"/>
                </a:moveTo>
                <a:lnTo>
                  <a:pt x="63751" y="12505"/>
                </a:lnTo>
                <a:cubicBezTo>
                  <a:pt x="64489" y="12505"/>
                  <a:pt x="65001" y="13021"/>
                  <a:pt x="65001" y="13753"/>
                </a:cubicBezTo>
                <a:lnTo>
                  <a:pt x="65001" y="20004"/>
                </a:lnTo>
                <a:lnTo>
                  <a:pt x="35001" y="20004"/>
                </a:lnTo>
                <a:lnTo>
                  <a:pt x="35001" y="13753"/>
                </a:lnTo>
                <a:cubicBezTo>
                  <a:pt x="35001" y="13021"/>
                  <a:pt x="35513" y="12505"/>
                  <a:pt x="36250" y="12505"/>
                </a:cubicBezTo>
                <a:close/>
                <a:moveTo>
                  <a:pt x="0" y="67494"/>
                </a:moveTo>
                <a:lnTo>
                  <a:pt x="0" y="86247"/>
                </a:lnTo>
                <a:cubicBezTo>
                  <a:pt x="0" y="91071"/>
                  <a:pt x="3925" y="94994"/>
                  <a:pt x="8750" y="94994"/>
                </a:cubicBezTo>
                <a:lnTo>
                  <a:pt x="91251" y="94994"/>
                </a:lnTo>
                <a:cubicBezTo>
                  <a:pt x="96076" y="94994"/>
                  <a:pt x="100001" y="91071"/>
                  <a:pt x="100001" y="86247"/>
                </a:cubicBezTo>
                <a:lnTo>
                  <a:pt x="100001" y="67494"/>
                </a:lnTo>
                <a:lnTo>
                  <a:pt x="57501" y="67494"/>
                </a:lnTo>
                <a:lnTo>
                  <a:pt x="57501" y="68742"/>
                </a:lnTo>
                <a:cubicBezTo>
                  <a:pt x="57501" y="70818"/>
                  <a:pt x="55826" y="72497"/>
                  <a:pt x="53751" y="72497"/>
                </a:cubicBezTo>
                <a:lnTo>
                  <a:pt x="46251" y="72497"/>
                </a:lnTo>
                <a:cubicBezTo>
                  <a:pt x="44175" y="72497"/>
                  <a:pt x="42501" y="70818"/>
                  <a:pt x="42501" y="68742"/>
                </a:cubicBezTo>
                <a:lnTo>
                  <a:pt x="42501" y="67494"/>
                </a:lnTo>
                <a:lnTo>
                  <a:pt x="0" y="6749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0" name="Красный — SVG 9">
            <a:extLst>
              <a:ext uri="{FF2B5EF4-FFF2-40B4-BE49-F238E27FC236}">
                <a16:creationId xmlns:a16="http://schemas.microsoft.com/office/drawing/2014/main" id="{F63CA6C5-8C0C-624D-92E4-E0DC9C9E45A2}"/>
              </a:ext>
            </a:extLst>
          </p:cNvPr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>
              <a:gd name="csX0" fmla="*/ 127601 w 127600"/>
              <a:gd name="csY0" fmla="*/ 28358 h 127583"/>
              <a:gd name="csX1" fmla="*/ 127601 w 127600"/>
              <a:gd name="csY1" fmla="*/ 23033 h 127583"/>
              <a:gd name="csX2" fmla="*/ 104562 w 127600"/>
              <a:gd name="csY2" fmla="*/ 0 h 127583"/>
              <a:gd name="csX3" fmla="*/ 23039 w 127600"/>
              <a:gd name="csY3" fmla="*/ 0 h 127583"/>
              <a:gd name="csX4" fmla="*/ 0 w 127600"/>
              <a:gd name="csY4" fmla="*/ 23033 h 127583"/>
              <a:gd name="csX5" fmla="*/ 0 w 127600"/>
              <a:gd name="csY5" fmla="*/ 28358 h 127583"/>
              <a:gd name="csX6" fmla="*/ 127601 w 127600"/>
              <a:gd name="csY6" fmla="*/ 28358 h 127583"/>
              <a:gd name="csX7" fmla="*/ 0 w 127600"/>
              <a:gd name="csY7" fmla="*/ 38990 h 127583"/>
              <a:gd name="csX8" fmla="*/ 0 w 127600"/>
              <a:gd name="csY8" fmla="*/ 104550 h 127583"/>
              <a:gd name="csX9" fmla="*/ 23039 w 127600"/>
              <a:gd name="csY9" fmla="*/ 127583 h 127583"/>
              <a:gd name="csX10" fmla="*/ 104562 w 127600"/>
              <a:gd name="csY10" fmla="*/ 127583 h 127583"/>
              <a:gd name="csX11" fmla="*/ 127601 w 127600"/>
              <a:gd name="csY11" fmla="*/ 104550 h 127583"/>
              <a:gd name="csX12" fmla="*/ 127601 w 127600"/>
              <a:gd name="csY12" fmla="*/ 38990 h 127583"/>
              <a:gd name="csX13" fmla="*/ 0 w 127600"/>
              <a:gd name="csY13" fmla="*/ 38990 h 127583"/>
              <a:gd name="csX14" fmla="*/ 33672 w 127600"/>
              <a:gd name="csY14" fmla="*/ 106319 h 127583"/>
              <a:gd name="csX15" fmla="*/ 24811 w 127600"/>
              <a:gd name="csY15" fmla="*/ 97457 h 127583"/>
              <a:gd name="csX16" fmla="*/ 33672 w 127600"/>
              <a:gd name="csY16" fmla="*/ 88594 h 127583"/>
              <a:gd name="csX17" fmla="*/ 42534 w 127600"/>
              <a:gd name="csY17" fmla="*/ 97457 h 127583"/>
              <a:gd name="csX18" fmla="*/ 33672 w 127600"/>
              <a:gd name="csY18" fmla="*/ 106319 h 127583"/>
              <a:gd name="csX19" fmla="*/ 33672 w 127600"/>
              <a:gd name="csY19" fmla="*/ 74424 h 127583"/>
              <a:gd name="csX20" fmla="*/ 24811 w 127600"/>
              <a:gd name="csY20" fmla="*/ 65561 h 127583"/>
              <a:gd name="csX21" fmla="*/ 33672 w 127600"/>
              <a:gd name="csY21" fmla="*/ 56698 h 127583"/>
              <a:gd name="csX22" fmla="*/ 42534 w 127600"/>
              <a:gd name="csY22" fmla="*/ 65561 h 127583"/>
              <a:gd name="csX23" fmla="*/ 33672 w 127600"/>
              <a:gd name="csY23" fmla="*/ 74424 h 127583"/>
              <a:gd name="csX24" fmla="*/ 63800 w 127600"/>
              <a:gd name="csY24" fmla="*/ 106319 h 127583"/>
              <a:gd name="csX25" fmla="*/ 54939 w 127600"/>
              <a:gd name="csY25" fmla="*/ 97457 h 127583"/>
              <a:gd name="csX26" fmla="*/ 63800 w 127600"/>
              <a:gd name="csY26" fmla="*/ 88594 h 127583"/>
              <a:gd name="csX27" fmla="*/ 72661 w 127600"/>
              <a:gd name="csY27" fmla="*/ 97457 h 127583"/>
              <a:gd name="csX28" fmla="*/ 63800 w 127600"/>
              <a:gd name="csY28" fmla="*/ 106319 h 127583"/>
              <a:gd name="csX29" fmla="*/ 63800 w 127600"/>
              <a:gd name="csY29" fmla="*/ 74424 h 127583"/>
              <a:gd name="csX30" fmla="*/ 54939 w 127600"/>
              <a:gd name="csY30" fmla="*/ 65561 h 127583"/>
              <a:gd name="csX31" fmla="*/ 63800 w 127600"/>
              <a:gd name="csY31" fmla="*/ 56698 h 127583"/>
              <a:gd name="csX32" fmla="*/ 72661 w 127600"/>
              <a:gd name="csY32" fmla="*/ 65561 h 127583"/>
              <a:gd name="csX33" fmla="*/ 63800 w 127600"/>
              <a:gd name="csY33" fmla="*/ 74424 h 127583"/>
              <a:gd name="csX34" fmla="*/ 93928 w 127600"/>
              <a:gd name="csY34" fmla="*/ 74424 h 127583"/>
              <a:gd name="csX35" fmla="*/ 85067 w 127600"/>
              <a:gd name="csY35" fmla="*/ 65561 h 127583"/>
              <a:gd name="csX36" fmla="*/ 93928 w 127600"/>
              <a:gd name="csY36" fmla="*/ 56698 h 127583"/>
              <a:gd name="csX37" fmla="*/ 102789 w 127600"/>
              <a:gd name="csY37" fmla="*/ 65561 h 127583"/>
              <a:gd name="csX38" fmla="*/ 93928 w 127600"/>
              <a:gd name="csY38" fmla="*/ 74424 h 127583"/>
            </a:gdLst>
            <a:ahLst/>
            <a:cxnLst/>
            <a:rect l="l" t="t" r="r" b="b"/>
            <a:pathLst>
              <a:path w="100000" h="100000">
                <a:moveTo>
                  <a:pt x="100001" y="22231"/>
                </a:moveTo>
                <a:lnTo>
                  <a:pt x="100001" y="18058"/>
                </a:lnTo>
                <a:cubicBezTo>
                  <a:pt x="100001" y="8099"/>
                  <a:pt x="91900" y="7"/>
                  <a:pt x="81945" y="7"/>
                </a:cubicBezTo>
                <a:lnTo>
                  <a:pt x="18056" y="7"/>
                </a:lnTo>
                <a:cubicBezTo>
                  <a:pt x="8100" y="7"/>
                  <a:pt x="0" y="8099"/>
                  <a:pt x="0" y="18058"/>
                </a:cubicBezTo>
                <a:lnTo>
                  <a:pt x="0" y="22231"/>
                </a:lnTo>
                <a:lnTo>
                  <a:pt x="100001" y="22231"/>
                </a:lnTo>
                <a:close/>
                <a:moveTo>
                  <a:pt x="0" y="30563"/>
                </a:moveTo>
                <a:lnTo>
                  <a:pt x="0" y="81942"/>
                </a:lnTo>
                <a:cubicBezTo>
                  <a:pt x="0" y="91888"/>
                  <a:pt x="8100" y="99993"/>
                  <a:pt x="18056" y="99993"/>
                </a:cubicBezTo>
                <a:lnTo>
                  <a:pt x="81945" y="99993"/>
                </a:lnTo>
                <a:cubicBezTo>
                  <a:pt x="91900" y="99993"/>
                  <a:pt x="100001" y="91888"/>
                  <a:pt x="100001" y="81942"/>
                </a:cubicBezTo>
                <a:lnTo>
                  <a:pt x="100001" y="30563"/>
                </a:lnTo>
                <a:lnTo>
                  <a:pt x="0" y="30563"/>
                </a:lnTo>
                <a:close/>
                <a:moveTo>
                  <a:pt x="26389" y="83329"/>
                </a:moveTo>
                <a:cubicBezTo>
                  <a:pt x="22553" y="83329"/>
                  <a:pt x="19444" y="80223"/>
                  <a:pt x="19444" y="76384"/>
                </a:cubicBezTo>
                <a:cubicBezTo>
                  <a:pt x="19444" y="72543"/>
                  <a:pt x="22553" y="69438"/>
                  <a:pt x="26389" y="69438"/>
                </a:cubicBezTo>
                <a:cubicBezTo>
                  <a:pt x="30225" y="69438"/>
                  <a:pt x="33334" y="72543"/>
                  <a:pt x="33334" y="76384"/>
                </a:cubicBezTo>
                <a:cubicBezTo>
                  <a:pt x="33334" y="80223"/>
                  <a:pt x="30225" y="83329"/>
                  <a:pt x="26389" y="83329"/>
                </a:cubicBezTo>
                <a:close/>
                <a:moveTo>
                  <a:pt x="26389" y="58333"/>
                </a:moveTo>
                <a:cubicBezTo>
                  <a:pt x="22553" y="58333"/>
                  <a:pt x="19444" y="55226"/>
                  <a:pt x="19444" y="51387"/>
                </a:cubicBezTo>
                <a:cubicBezTo>
                  <a:pt x="19444" y="47547"/>
                  <a:pt x="22553" y="44441"/>
                  <a:pt x="26389" y="44441"/>
                </a:cubicBezTo>
                <a:cubicBezTo>
                  <a:pt x="30225" y="44441"/>
                  <a:pt x="33334" y="47547"/>
                  <a:pt x="33334" y="51387"/>
                </a:cubicBezTo>
                <a:cubicBezTo>
                  <a:pt x="33334" y="55226"/>
                  <a:pt x="30225" y="58333"/>
                  <a:pt x="26389" y="58333"/>
                </a:cubicBezTo>
                <a:close/>
                <a:moveTo>
                  <a:pt x="50000" y="83329"/>
                </a:moveTo>
                <a:cubicBezTo>
                  <a:pt x="46164" y="83329"/>
                  <a:pt x="43056" y="80223"/>
                  <a:pt x="43056" y="76384"/>
                </a:cubicBezTo>
                <a:cubicBezTo>
                  <a:pt x="43056" y="72543"/>
                  <a:pt x="46164" y="69438"/>
                  <a:pt x="50000" y="69438"/>
                </a:cubicBezTo>
                <a:cubicBezTo>
                  <a:pt x="53836" y="69438"/>
                  <a:pt x="56944" y="72543"/>
                  <a:pt x="56944" y="76384"/>
                </a:cubicBezTo>
                <a:cubicBezTo>
                  <a:pt x="56944" y="80223"/>
                  <a:pt x="53836" y="83329"/>
                  <a:pt x="50000" y="83329"/>
                </a:cubicBezTo>
                <a:close/>
                <a:moveTo>
                  <a:pt x="50000" y="58333"/>
                </a:moveTo>
                <a:cubicBezTo>
                  <a:pt x="46164" y="58333"/>
                  <a:pt x="43056" y="55226"/>
                  <a:pt x="43056" y="51387"/>
                </a:cubicBezTo>
                <a:cubicBezTo>
                  <a:pt x="43056" y="47547"/>
                  <a:pt x="46164" y="44441"/>
                  <a:pt x="50000" y="44441"/>
                </a:cubicBezTo>
                <a:cubicBezTo>
                  <a:pt x="53836" y="44441"/>
                  <a:pt x="56944" y="47547"/>
                  <a:pt x="56944" y="51387"/>
                </a:cubicBezTo>
                <a:cubicBezTo>
                  <a:pt x="56944" y="55226"/>
                  <a:pt x="53836" y="58333"/>
                  <a:pt x="50000" y="58333"/>
                </a:cubicBezTo>
                <a:close/>
                <a:moveTo>
                  <a:pt x="73611" y="58333"/>
                </a:moveTo>
                <a:cubicBezTo>
                  <a:pt x="69775" y="58333"/>
                  <a:pt x="66667" y="55226"/>
                  <a:pt x="66667" y="51387"/>
                </a:cubicBezTo>
                <a:cubicBezTo>
                  <a:pt x="66667" y="47547"/>
                  <a:pt x="69775" y="44441"/>
                  <a:pt x="73611" y="44441"/>
                </a:cubicBezTo>
                <a:cubicBezTo>
                  <a:pt x="77447" y="44441"/>
                  <a:pt x="80556" y="47547"/>
                  <a:pt x="80556" y="51387"/>
                </a:cubicBezTo>
                <a:cubicBezTo>
                  <a:pt x="80556" y="55226"/>
                  <a:pt x="77447" y="58333"/>
                  <a:pt x="73611" y="5833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1" name="Красный — SVG 10">
            <a:extLst>
              <a:ext uri="{FF2B5EF4-FFF2-40B4-BE49-F238E27FC236}">
                <a16:creationId xmlns:a16="http://schemas.microsoft.com/office/drawing/2014/main" id="{9733B592-16BF-7447-8E6D-B35F3C176EF2}"/>
              </a:ext>
            </a:extLst>
          </p:cNvPr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3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97470 w 141772"/>
              <a:gd name="csY5" fmla="*/ 81517 h 141753"/>
              <a:gd name="csX6" fmla="*/ 69108 w 141772"/>
              <a:gd name="csY6" fmla="*/ 81517 h 141753"/>
              <a:gd name="csX7" fmla="*/ 63800 w 141772"/>
              <a:gd name="csY7" fmla="*/ 76193 h 141753"/>
              <a:gd name="csX8" fmla="*/ 63800 w 141772"/>
              <a:gd name="csY8" fmla="*/ 33665 h 141753"/>
              <a:gd name="csX9" fmla="*/ 69108 w 141772"/>
              <a:gd name="csY9" fmla="*/ 28358 h 141753"/>
              <a:gd name="csX10" fmla="*/ 74434 w 141772"/>
              <a:gd name="csY10" fmla="*/ 33665 h 141753"/>
              <a:gd name="csX11" fmla="*/ 74434 w 141772"/>
              <a:gd name="csY11" fmla="*/ 70885 h 141753"/>
              <a:gd name="csX12" fmla="*/ 97470 w 141772"/>
              <a:gd name="csY12" fmla="*/ 70885 h 141753"/>
              <a:gd name="csX13" fmla="*/ 102795 w 141772"/>
              <a:gd name="csY13" fmla="*/ 76193 h 141753"/>
              <a:gd name="csX14" fmla="*/ 97470 w 141772"/>
              <a:gd name="csY14" fmla="*/ 81517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501" y="7"/>
                  <a:pt x="0" y="22505"/>
                  <a:pt x="0" y="50006"/>
                </a:cubicBezTo>
                <a:cubicBezTo>
                  <a:pt x="0" y="77496"/>
                  <a:pt x="22501" y="99993"/>
                  <a:pt x="50006" y="99993"/>
                </a:cubicBezTo>
                <a:cubicBezTo>
                  <a:pt x="77500" y="99993"/>
                  <a:pt x="100001" y="77496"/>
                  <a:pt x="100001" y="50006"/>
                </a:cubicBezTo>
                <a:cubicBezTo>
                  <a:pt x="100001" y="22505"/>
                  <a:pt x="77500" y="7"/>
                  <a:pt x="50006" y="7"/>
                </a:cubicBezTo>
                <a:close/>
                <a:moveTo>
                  <a:pt x="68751" y="57505"/>
                </a:moveTo>
                <a:lnTo>
                  <a:pt x="48746" y="57505"/>
                </a:lnTo>
                <a:cubicBezTo>
                  <a:pt x="46754" y="57505"/>
                  <a:pt x="45002" y="55754"/>
                  <a:pt x="45002" y="53750"/>
                </a:cubicBezTo>
                <a:lnTo>
                  <a:pt x="45002" y="23753"/>
                </a:lnTo>
                <a:cubicBezTo>
                  <a:pt x="45002" y="21749"/>
                  <a:pt x="46754" y="20009"/>
                  <a:pt x="48746" y="20009"/>
                </a:cubicBezTo>
                <a:cubicBezTo>
                  <a:pt x="50751" y="20009"/>
                  <a:pt x="52503" y="21749"/>
                  <a:pt x="52503" y="23753"/>
                </a:cubicBezTo>
                <a:lnTo>
                  <a:pt x="52503" y="50006"/>
                </a:lnTo>
                <a:lnTo>
                  <a:pt x="68751" y="50006"/>
                </a:lnTo>
                <a:cubicBezTo>
                  <a:pt x="70755" y="50006"/>
                  <a:pt x="72507" y="51746"/>
                  <a:pt x="72507" y="53750"/>
                </a:cubicBezTo>
                <a:cubicBezTo>
                  <a:pt x="72507" y="55754"/>
                  <a:pt x="70755" y="57505"/>
                  <a:pt x="68751" y="5750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2" name="Красный — SVG 11">
            <a:extLst>
              <a:ext uri="{FF2B5EF4-FFF2-40B4-BE49-F238E27FC236}">
                <a16:creationId xmlns:a16="http://schemas.microsoft.com/office/drawing/2014/main" id="{A07A4A05-405F-8C4D-8833-8CA27E4C67FB}"/>
              </a:ext>
            </a:extLst>
          </p:cNvPr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>
              <a:gd name="csX0" fmla="*/ 70895 w 148870"/>
              <a:gd name="csY0" fmla="*/ 0 h 148847"/>
              <a:gd name="csX1" fmla="*/ 0 w 148870"/>
              <a:gd name="csY1" fmla="*/ 70885 h 148847"/>
              <a:gd name="csX2" fmla="*/ 56842 w 148870"/>
              <a:gd name="csY2" fmla="*/ 140359 h 148847"/>
              <a:gd name="csX3" fmla="*/ 59241 w 148870"/>
              <a:gd name="csY3" fmla="*/ 129097 h 148847"/>
              <a:gd name="csX4" fmla="*/ 91141 w 148870"/>
              <a:gd name="csY4" fmla="*/ 75938 h 148847"/>
              <a:gd name="csX5" fmla="*/ 106334 w 148870"/>
              <a:gd name="csY5" fmla="*/ 67330 h 148847"/>
              <a:gd name="csX6" fmla="*/ 121527 w 148870"/>
              <a:gd name="csY6" fmla="*/ 75955 h 148847"/>
              <a:gd name="csX7" fmla="*/ 135682 w 148870"/>
              <a:gd name="csY7" fmla="*/ 99515 h 148847"/>
              <a:gd name="csX8" fmla="*/ 141773 w 148870"/>
              <a:gd name="csY8" fmla="*/ 70885 h 148847"/>
              <a:gd name="csX9" fmla="*/ 70895 w 148870"/>
              <a:gd name="csY9" fmla="*/ 0 h 148847"/>
              <a:gd name="csX10" fmla="*/ 72664 w 148870"/>
              <a:gd name="csY10" fmla="*/ 28358 h 148847"/>
              <a:gd name="csX11" fmla="*/ 77972 w 148870"/>
              <a:gd name="csY11" fmla="*/ 33665 h 148847"/>
              <a:gd name="csX12" fmla="*/ 77972 w 148870"/>
              <a:gd name="csY12" fmla="*/ 76193 h 148847"/>
              <a:gd name="csX13" fmla="*/ 72664 w 148870"/>
              <a:gd name="csY13" fmla="*/ 81517 h 148847"/>
              <a:gd name="csX14" fmla="*/ 44303 w 148870"/>
              <a:gd name="csY14" fmla="*/ 81517 h 148847"/>
              <a:gd name="csX15" fmla="*/ 38995 w 148870"/>
              <a:gd name="csY15" fmla="*/ 76193 h 148847"/>
              <a:gd name="csX16" fmla="*/ 44303 w 148870"/>
              <a:gd name="csY16" fmla="*/ 70885 h 148847"/>
              <a:gd name="csX17" fmla="*/ 67339 w 148870"/>
              <a:gd name="csY17" fmla="*/ 70885 h 148847"/>
              <a:gd name="csX18" fmla="*/ 67339 w 148870"/>
              <a:gd name="csY18" fmla="*/ 33665 h 148847"/>
              <a:gd name="csX19" fmla="*/ 72664 w 148870"/>
              <a:gd name="csY19" fmla="*/ 28358 h 148847"/>
              <a:gd name="csX20" fmla="*/ 106334 w 148870"/>
              <a:gd name="csY20" fmla="*/ 74424 h 148847"/>
              <a:gd name="csX21" fmla="*/ 97215 w 148870"/>
              <a:gd name="csY21" fmla="*/ 79595 h 148847"/>
              <a:gd name="csX22" fmla="*/ 65315 w 148870"/>
              <a:gd name="csY22" fmla="*/ 132755 h 148847"/>
              <a:gd name="csX23" fmla="*/ 65178 w 148870"/>
              <a:gd name="csY23" fmla="*/ 143455 h 148847"/>
              <a:gd name="csX24" fmla="*/ 74434 w 148870"/>
              <a:gd name="csY24" fmla="*/ 148847 h 148847"/>
              <a:gd name="csX25" fmla="*/ 138234 w 148870"/>
              <a:gd name="csY25" fmla="*/ 148847 h 148847"/>
              <a:gd name="csX26" fmla="*/ 147489 w 148870"/>
              <a:gd name="csY26" fmla="*/ 143455 h 148847"/>
              <a:gd name="csX27" fmla="*/ 147353 w 148870"/>
              <a:gd name="csY27" fmla="*/ 132755 h 148847"/>
              <a:gd name="csX28" fmla="*/ 115453 w 148870"/>
              <a:gd name="csY28" fmla="*/ 79595 h 148847"/>
              <a:gd name="csX29" fmla="*/ 106334 w 148870"/>
              <a:gd name="csY29" fmla="*/ 74424 h 148847"/>
              <a:gd name="csX30" fmla="*/ 106334 w 148870"/>
              <a:gd name="csY30" fmla="*/ 88594 h 148847"/>
              <a:gd name="csX31" fmla="*/ 109873 w 148870"/>
              <a:gd name="csY31" fmla="*/ 92149 h 148847"/>
              <a:gd name="csX32" fmla="*/ 109873 w 148870"/>
              <a:gd name="csY32" fmla="*/ 120490 h 148847"/>
              <a:gd name="csX33" fmla="*/ 106334 w 148870"/>
              <a:gd name="csY33" fmla="*/ 124045 h 148847"/>
              <a:gd name="csX34" fmla="*/ 102795 w 148870"/>
              <a:gd name="csY34" fmla="*/ 120490 h 148847"/>
              <a:gd name="csX35" fmla="*/ 102795 w 148870"/>
              <a:gd name="csY35" fmla="*/ 92149 h 148847"/>
              <a:gd name="csX36" fmla="*/ 106334 w 148870"/>
              <a:gd name="csY36" fmla="*/ 88594 h 148847"/>
              <a:gd name="csX37" fmla="*/ 106334 w 148870"/>
              <a:gd name="csY37" fmla="*/ 130237 h 148847"/>
              <a:gd name="csX38" fmla="*/ 110757 w 148870"/>
              <a:gd name="csY38" fmla="*/ 134677 h 148847"/>
              <a:gd name="csX39" fmla="*/ 106334 w 148870"/>
              <a:gd name="csY39" fmla="*/ 139100 h 148847"/>
              <a:gd name="csX40" fmla="*/ 101910 w 148870"/>
              <a:gd name="csY40" fmla="*/ 134677 h 148847"/>
              <a:gd name="csX41" fmla="*/ 106334 w 148870"/>
              <a:gd name="csY41" fmla="*/ 130237 h 148847"/>
            </a:gdLst>
            <a:ahLst/>
            <a:cxnLst/>
            <a:rect l="l" t="t" r="r" b="b"/>
            <a:pathLst>
              <a:path w="100000" h="100000">
                <a:moveTo>
                  <a:pt x="47622" y="8"/>
                </a:moveTo>
                <a:cubicBezTo>
                  <a:pt x="21360" y="8"/>
                  <a:pt x="0" y="21365"/>
                  <a:pt x="0" y="47623"/>
                </a:cubicBezTo>
                <a:cubicBezTo>
                  <a:pt x="0" y="70649"/>
                  <a:pt x="16434" y="89902"/>
                  <a:pt x="38182" y="94291"/>
                </a:cubicBezTo>
                <a:cubicBezTo>
                  <a:pt x="37873" y="91696"/>
                  <a:pt x="38411" y="89034"/>
                  <a:pt x="39794" y="86726"/>
                </a:cubicBezTo>
                <a:lnTo>
                  <a:pt x="61222" y="51017"/>
                </a:lnTo>
                <a:cubicBezTo>
                  <a:pt x="63359" y="47452"/>
                  <a:pt x="67267" y="45235"/>
                  <a:pt x="71427" y="45235"/>
                </a:cubicBezTo>
                <a:cubicBezTo>
                  <a:pt x="75587" y="45235"/>
                  <a:pt x="79496" y="47452"/>
                  <a:pt x="81633" y="51029"/>
                </a:cubicBezTo>
                <a:lnTo>
                  <a:pt x="91141" y="66855"/>
                </a:lnTo>
                <a:cubicBezTo>
                  <a:pt x="93758" y="60970"/>
                  <a:pt x="95233" y="54468"/>
                  <a:pt x="95233" y="47623"/>
                </a:cubicBezTo>
                <a:cubicBezTo>
                  <a:pt x="95233" y="21365"/>
                  <a:pt x="73873" y="8"/>
                  <a:pt x="47622" y="8"/>
                </a:cubicBezTo>
                <a:close/>
                <a:moveTo>
                  <a:pt x="48810" y="19057"/>
                </a:moveTo>
                <a:cubicBezTo>
                  <a:pt x="50777" y="19057"/>
                  <a:pt x="52376" y="20656"/>
                  <a:pt x="52376" y="22621"/>
                </a:cubicBezTo>
                <a:lnTo>
                  <a:pt x="52376" y="51189"/>
                </a:lnTo>
                <a:cubicBezTo>
                  <a:pt x="52376" y="53166"/>
                  <a:pt x="50777" y="54765"/>
                  <a:pt x="48810" y="54765"/>
                </a:cubicBezTo>
                <a:lnTo>
                  <a:pt x="29760" y="54765"/>
                </a:lnTo>
                <a:cubicBezTo>
                  <a:pt x="27794" y="54765"/>
                  <a:pt x="26194" y="53166"/>
                  <a:pt x="26194" y="51189"/>
                </a:cubicBezTo>
                <a:cubicBezTo>
                  <a:pt x="26194" y="49223"/>
                  <a:pt x="27794" y="47623"/>
                  <a:pt x="29760" y="47623"/>
                </a:cubicBezTo>
                <a:lnTo>
                  <a:pt x="45233" y="47623"/>
                </a:lnTo>
                <a:lnTo>
                  <a:pt x="45233" y="22621"/>
                </a:lnTo>
                <a:cubicBezTo>
                  <a:pt x="45233" y="20656"/>
                  <a:pt x="46833" y="19057"/>
                  <a:pt x="48810" y="19057"/>
                </a:cubicBezTo>
                <a:close/>
                <a:moveTo>
                  <a:pt x="71427" y="50000"/>
                </a:moveTo>
                <a:cubicBezTo>
                  <a:pt x="68913" y="50000"/>
                  <a:pt x="66593" y="51314"/>
                  <a:pt x="65302" y="53474"/>
                </a:cubicBezTo>
                <a:lnTo>
                  <a:pt x="43874" y="89183"/>
                </a:lnTo>
                <a:cubicBezTo>
                  <a:pt x="42548" y="91388"/>
                  <a:pt x="42514" y="94130"/>
                  <a:pt x="43782" y="96370"/>
                </a:cubicBezTo>
                <a:cubicBezTo>
                  <a:pt x="45051" y="98610"/>
                  <a:pt x="47428" y="99992"/>
                  <a:pt x="49999" y="99992"/>
                </a:cubicBezTo>
                <a:lnTo>
                  <a:pt x="92856" y="99992"/>
                </a:lnTo>
                <a:cubicBezTo>
                  <a:pt x="95427" y="99992"/>
                  <a:pt x="97804" y="98610"/>
                  <a:pt x="99072" y="96370"/>
                </a:cubicBezTo>
                <a:cubicBezTo>
                  <a:pt x="100341" y="94130"/>
                  <a:pt x="100307" y="91377"/>
                  <a:pt x="98981" y="89183"/>
                </a:cubicBezTo>
                <a:lnTo>
                  <a:pt x="77553" y="53474"/>
                </a:lnTo>
                <a:cubicBezTo>
                  <a:pt x="76261" y="51314"/>
                  <a:pt x="73942" y="50000"/>
                  <a:pt x="71427" y="50000"/>
                </a:cubicBezTo>
                <a:close/>
                <a:moveTo>
                  <a:pt x="71427" y="59519"/>
                </a:moveTo>
                <a:cubicBezTo>
                  <a:pt x="72741" y="59519"/>
                  <a:pt x="73805" y="60593"/>
                  <a:pt x="73805" y="61907"/>
                </a:cubicBezTo>
                <a:lnTo>
                  <a:pt x="73805" y="80944"/>
                </a:lnTo>
                <a:cubicBezTo>
                  <a:pt x="73805" y="82258"/>
                  <a:pt x="72741" y="83332"/>
                  <a:pt x="71427" y="83332"/>
                </a:cubicBezTo>
                <a:cubicBezTo>
                  <a:pt x="70113" y="83332"/>
                  <a:pt x="69050" y="82258"/>
                  <a:pt x="69050" y="80944"/>
                </a:cubicBezTo>
                <a:lnTo>
                  <a:pt x="69050" y="61907"/>
                </a:lnTo>
                <a:cubicBezTo>
                  <a:pt x="69050" y="60593"/>
                  <a:pt x="70113" y="59519"/>
                  <a:pt x="71427" y="59519"/>
                </a:cubicBezTo>
                <a:close/>
                <a:moveTo>
                  <a:pt x="71427" y="87491"/>
                </a:moveTo>
                <a:cubicBezTo>
                  <a:pt x="73073" y="87491"/>
                  <a:pt x="74398" y="88828"/>
                  <a:pt x="74398" y="90474"/>
                </a:cubicBezTo>
                <a:cubicBezTo>
                  <a:pt x="74398" y="92108"/>
                  <a:pt x="73073" y="93445"/>
                  <a:pt x="71427" y="93445"/>
                </a:cubicBezTo>
                <a:cubicBezTo>
                  <a:pt x="69782" y="93445"/>
                  <a:pt x="68456" y="92108"/>
                  <a:pt x="68456" y="90474"/>
                </a:cubicBezTo>
                <a:cubicBezTo>
                  <a:pt x="68456" y="88828"/>
                  <a:pt x="69782" y="87491"/>
                  <a:pt x="71427" y="87491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3" name="Красный — SVG 12">
            <a:extLst>
              <a:ext uri="{FF2B5EF4-FFF2-40B4-BE49-F238E27FC236}">
                <a16:creationId xmlns:a16="http://schemas.microsoft.com/office/drawing/2014/main" id="{A659B629-BA3B-FE44-A47F-08286AE5E1DE}"/>
              </a:ext>
            </a:extLst>
          </p:cNvPr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>
              <a:gd name="csX0" fmla="*/ 70895 w 148867"/>
              <a:gd name="csY0" fmla="*/ 0 h 148847"/>
              <a:gd name="csX1" fmla="*/ 0 w 148867"/>
              <a:gd name="csY1" fmla="*/ 70885 h 148847"/>
              <a:gd name="csX2" fmla="*/ 70895 w 148867"/>
              <a:gd name="csY2" fmla="*/ 141753 h 148847"/>
              <a:gd name="csX3" fmla="*/ 76424 w 148867"/>
              <a:gd name="csY3" fmla="*/ 141481 h 148847"/>
              <a:gd name="csX4" fmla="*/ 63800 w 148867"/>
              <a:gd name="csY4" fmla="*/ 109858 h 148847"/>
              <a:gd name="csX5" fmla="*/ 73685 w 148867"/>
              <a:gd name="csY5" fmla="*/ 81415 h 148847"/>
              <a:gd name="csX6" fmla="*/ 72664 w 148867"/>
              <a:gd name="csY6" fmla="*/ 81517 h 148847"/>
              <a:gd name="csX7" fmla="*/ 44303 w 148867"/>
              <a:gd name="csY7" fmla="*/ 81517 h 148847"/>
              <a:gd name="csX8" fmla="*/ 38995 w 148867"/>
              <a:gd name="csY8" fmla="*/ 76193 h 148847"/>
              <a:gd name="csX9" fmla="*/ 44303 w 148867"/>
              <a:gd name="csY9" fmla="*/ 70885 h 148847"/>
              <a:gd name="csX10" fmla="*/ 67339 w 148867"/>
              <a:gd name="csY10" fmla="*/ 70885 h 148847"/>
              <a:gd name="csX11" fmla="*/ 67339 w 148867"/>
              <a:gd name="csY11" fmla="*/ 33665 h 148847"/>
              <a:gd name="csX12" fmla="*/ 72664 w 148867"/>
              <a:gd name="csY12" fmla="*/ 28358 h 148847"/>
              <a:gd name="csX13" fmla="*/ 77973 w 148867"/>
              <a:gd name="csY13" fmla="*/ 33665 h 148847"/>
              <a:gd name="csX14" fmla="*/ 77973 w 148867"/>
              <a:gd name="csY14" fmla="*/ 76193 h 148847"/>
              <a:gd name="csX15" fmla="*/ 77921 w 148867"/>
              <a:gd name="csY15" fmla="*/ 76720 h 148847"/>
              <a:gd name="csX16" fmla="*/ 109873 w 148867"/>
              <a:gd name="csY16" fmla="*/ 63792 h 148847"/>
              <a:gd name="csX17" fmla="*/ 141500 w 148867"/>
              <a:gd name="csY17" fmla="*/ 76414 h 148847"/>
              <a:gd name="csX18" fmla="*/ 141773 w 148867"/>
              <a:gd name="csY18" fmla="*/ 70885 h 148847"/>
              <a:gd name="csX19" fmla="*/ 70895 w 148867"/>
              <a:gd name="csY19" fmla="*/ 0 h 148847"/>
              <a:gd name="csX20" fmla="*/ 109873 w 148867"/>
              <a:gd name="csY20" fmla="*/ 70885 h 148847"/>
              <a:gd name="csX21" fmla="*/ 70895 w 148867"/>
              <a:gd name="csY21" fmla="*/ 109858 h 148847"/>
              <a:gd name="csX22" fmla="*/ 109873 w 148867"/>
              <a:gd name="csY22" fmla="*/ 148847 h 148847"/>
              <a:gd name="csX23" fmla="*/ 148867 w 148867"/>
              <a:gd name="csY23" fmla="*/ 109858 h 148847"/>
              <a:gd name="csX24" fmla="*/ 109873 w 148867"/>
              <a:gd name="csY24" fmla="*/ 70885 h 148847"/>
              <a:gd name="csX25" fmla="*/ 131139 w 148867"/>
              <a:gd name="csY25" fmla="*/ 92149 h 148847"/>
              <a:gd name="csX26" fmla="*/ 133657 w 148867"/>
              <a:gd name="csY26" fmla="*/ 93187 h 148847"/>
              <a:gd name="csX27" fmla="*/ 133657 w 148867"/>
              <a:gd name="csY27" fmla="*/ 98188 h 148847"/>
              <a:gd name="csX28" fmla="*/ 105296 w 148867"/>
              <a:gd name="csY28" fmla="*/ 126546 h 148847"/>
              <a:gd name="csX29" fmla="*/ 102795 w 148867"/>
              <a:gd name="csY29" fmla="*/ 127583 h 148847"/>
              <a:gd name="csX30" fmla="*/ 100277 w 148867"/>
              <a:gd name="csY30" fmla="*/ 126546 h 148847"/>
              <a:gd name="csX31" fmla="*/ 86105 w 148867"/>
              <a:gd name="csY31" fmla="*/ 112375 h 148847"/>
              <a:gd name="csX32" fmla="*/ 86105 w 148867"/>
              <a:gd name="csY32" fmla="*/ 107357 h 148847"/>
              <a:gd name="csX33" fmla="*/ 91124 w 148867"/>
              <a:gd name="csY33" fmla="*/ 107357 h 148847"/>
              <a:gd name="csX34" fmla="*/ 102795 w 148867"/>
              <a:gd name="csY34" fmla="*/ 119027 h 148847"/>
              <a:gd name="csX35" fmla="*/ 128639 w 148867"/>
              <a:gd name="csY35" fmla="*/ 93187 h 148847"/>
              <a:gd name="csX36" fmla="*/ 131139 w 148867"/>
              <a:gd name="csY36" fmla="*/ 92149 h 148847"/>
            </a:gdLst>
            <a:ahLst/>
            <a:cxnLst/>
            <a:rect l="l" t="t" r="r" b="b"/>
            <a:pathLst>
              <a:path w="100000" h="100000">
                <a:moveTo>
                  <a:pt x="47623" y="7"/>
                </a:moveTo>
                <a:cubicBezTo>
                  <a:pt x="21360" y="7"/>
                  <a:pt x="0" y="21364"/>
                  <a:pt x="0" y="47623"/>
                </a:cubicBezTo>
                <a:cubicBezTo>
                  <a:pt x="0" y="73871"/>
                  <a:pt x="21360" y="95228"/>
                  <a:pt x="47623" y="95228"/>
                </a:cubicBezTo>
                <a:cubicBezTo>
                  <a:pt x="48868" y="95228"/>
                  <a:pt x="50103" y="95137"/>
                  <a:pt x="51337" y="95045"/>
                </a:cubicBezTo>
                <a:cubicBezTo>
                  <a:pt x="46091" y="89503"/>
                  <a:pt x="42857" y="82042"/>
                  <a:pt x="42857" y="73803"/>
                </a:cubicBezTo>
                <a:cubicBezTo>
                  <a:pt x="42857" y="66581"/>
                  <a:pt x="45349" y="59953"/>
                  <a:pt x="49497" y="54696"/>
                </a:cubicBezTo>
                <a:cubicBezTo>
                  <a:pt x="49269" y="54731"/>
                  <a:pt x="49040" y="54765"/>
                  <a:pt x="48811" y="54765"/>
                </a:cubicBezTo>
                <a:lnTo>
                  <a:pt x="29760" y="54765"/>
                </a:lnTo>
                <a:cubicBezTo>
                  <a:pt x="27795" y="54765"/>
                  <a:pt x="26195" y="53166"/>
                  <a:pt x="26195" y="51189"/>
                </a:cubicBezTo>
                <a:cubicBezTo>
                  <a:pt x="26195" y="49223"/>
                  <a:pt x="27795" y="47623"/>
                  <a:pt x="29760" y="47623"/>
                </a:cubicBezTo>
                <a:lnTo>
                  <a:pt x="45234" y="47623"/>
                </a:lnTo>
                <a:lnTo>
                  <a:pt x="45234" y="22621"/>
                </a:lnTo>
                <a:cubicBezTo>
                  <a:pt x="45234" y="20655"/>
                  <a:pt x="46834" y="19056"/>
                  <a:pt x="48811" y="19056"/>
                </a:cubicBezTo>
                <a:cubicBezTo>
                  <a:pt x="50777" y="19056"/>
                  <a:pt x="52378" y="20655"/>
                  <a:pt x="52378" y="22621"/>
                </a:cubicBezTo>
                <a:lnTo>
                  <a:pt x="52378" y="51189"/>
                </a:lnTo>
                <a:cubicBezTo>
                  <a:pt x="52378" y="51314"/>
                  <a:pt x="52355" y="51417"/>
                  <a:pt x="52343" y="51543"/>
                </a:cubicBezTo>
                <a:cubicBezTo>
                  <a:pt x="57909" y="46172"/>
                  <a:pt x="65475" y="42858"/>
                  <a:pt x="73806" y="42858"/>
                </a:cubicBezTo>
                <a:cubicBezTo>
                  <a:pt x="82046" y="42858"/>
                  <a:pt x="89509" y="46092"/>
                  <a:pt x="95051" y="51337"/>
                </a:cubicBezTo>
                <a:cubicBezTo>
                  <a:pt x="95143" y="50103"/>
                  <a:pt x="95235" y="48869"/>
                  <a:pt x="95235" y="47623"/>
                </a:cubicBezTo>
                <a:cubicBezTo>
                  <a:pt x="95235" y="21364"/>
                  <a:pt x="73874" y="7"/>
                  <a:pt x="47623" y="7"/>
                </a:cubicBezTo>
                <a:close/>
                <a:moveTo>
                  <a:pt x="73806" y="47623"/>
                </a:moveTo>
                <a:cubicBezTo>
                  <a:pt x="59349" y="47623"/>
                  <a:pt x="47623" y="59348"/>
                  <a:pt x="47623" y="73803"/>
                </a:cubicBezTo>
                <a:cubicBezTo>
                  <a:pt x="47623" y="88269"/>
                  <a:pt x="59349" y="99993"/>
                  <a:pt x="73806" y="99993"/>
                </a:cubicBezTo>
                <a:cubicBezTo>
                  <a:pt x="88275" y="99993"/>
                  <a:pt x="100000" y="88269"/>
                  <a:pt x="100000" y="73803"/>
                </a:cubicBezTo>
                <a:cubicBezTo>
                  <a:pt x="100000" y="59348"/>
                  <a:pt x="88275" y="47623"/>
                  <a:pt x="73806" y="47623"/>
                </a:cubicBezTo>
                <a:close/>
                <a:moveTo>
                  <a:pt x="88091" y="61907"/>
                </a:moveTo>
                <a:cubicBezTo>
                  <a:pt x="88709" y="61907"/>
                  <a:pt x="89315" y="62135"/>
                  <a:pt x="89783" y="62604"/>
                </a:cubicBezTo>
                <a:cubicBezTo>
                  <a:pt x="90709" y="63530"/>
                  <a:pt x="90709" y="65038"/>
                  <a:pt x="89783" y="65964"/>
                </a:cubicBezTo>
                <a:lnTo>
                  <a:pt x="70732" y="85013"/>
                </a:lnTo>
                <a:cubicBezTo>
                  <a:pt x="70263" y="85481"/>
                  <a:pt x="69657" y="85709"/>
                  <a:pt x="69052" y="85709"/>
                </a:cubicBezTo>
                <a:cubicBezTo>
                  <a:pt x="68434" y="85709"/>
                  <a:pt x="67829" y="85481"/>
                  <a:pt x="67360" y="85013"/>
                </a:cubicBezTo>
                <a:lnTo>
                  <a:pt x="57840" y="75494"/>
                </a:lnTo>
                <a:cubicBezTo>
                  <a:pt x="56915" y="74556"/>
                  <a:pt x="56915" y="73048"/>
                  <a:pt x="57840" y="72123"/>
                </a:cubicBezTo>
                <a:cubicBezTo>
                  <a:pt x="58766" y="71197"/>
                  <a:pt x="60275" y="71197"/>
                  <a:pt x="61212" y="72123"/>
                </a:cubicBezTo>
                <a:lnTo>
                  <a:pt x="69052" y="79962"/>
                </a:lnTo>
                <a:lnTo>
                  <a:pt x="86412" y="62604"/>
                </a:lnTo>
                <a:cubicBezTo>
                  <a:pt x="86880" y="62135"/>
                  <a:pt x="87486" y="61907"/>
                  <a:pt x="88091" y="61907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4" name="Красный — SVG 13">
            <a:extLst>
              <a:ext uri="{FF2B5EF4-FFF2-40B4-BE49-F238E27FC236}">
                <a16:creationId xmlns:a16="http://schemas.microsoft.com/office/drawing/2014/main" id="{D44E2295-9CF2-F74C-A931-889CD564C865}"/>
              </a:ext>
            </a:extLst>
          </p:cNvPr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>
              <a:gd name="csX0" fmla="*/ 24851 w 120473"/>
              <a:gd name="csY0" fmla="*/ 0 h 141754"/>
              <a:gd name="csX1" fmla="*/ 9607 w 120473"/>
              <a:gd name="csY1" fmla="*/ 11261 h 141754"/>
              <a:gd name="csX2" fmla="*/ 559 w 120473"/>
              <a:gd name="csY2" fmla="*/ 40657 h 141754"/>
              <a:gd name="csX3" fmla="*/ 2434 w 120473"/>
              <a:gd name="csY3" fmla="*/ 51663 h 141754"/>
              <a:gd name="csX4" fmla="*/ 12418 w 120473"/>
              <a:gd name="csY4" fmla="*/ 56698 h 141754"/>
              <a:gd name="csX5" fmla="*/ 108055 w 120473"/>
              <a:gd name="csY5" fmla="*/ 56698 h 141754"/>
              <a:gd name="csX6" fmla="*/ 118039 w 120473"/>
              <a:gd name="csY6" fmla="*/ 51680 h 141754"/>
              <a:gd name="csX7" fmla="*/ 119914 w 120473"/>
              <a:gd name="csY7" fmla="*/ 40657 h 141754"/>
              <a:gd name="csX8" fmla="*/ 110866 w 120473"/>
              <a:gd name="csY8" fmla="*/ 11261 h 141754"/>
              <a:gd name="csX9" fmla="*/ 95629 w 120473"/>
              <a:gd name="csY9" fmla="*/ 0 h 141754"/>
              <a:gd name="csX10" fmla="*/ 24851 w 120473"/>
              <a:gd name="csY10" fmla="*/ 0 h 141754"/>
              <a:gd name="csX11" fmla="*/ 38994 w 120473"/>
              <a:gd name="csY11" fmla="*/ 63792 h 141754"/>
              <a:gd name="csX12" fmla="*/ 38994 w 120473"/>
              <a:gd name="csY12" fmla="*/ 131122 h 141754"/>
              <a:gd name="csX13" fmla="*/ 26588 w 120473"/>
              <a:gd name="csY13" fmla="*/ 131122 h 141754"/>
              <a:gd name="csX14" fmla="*/ 24531 w 120473"/>
              <a:gd name="csY14" fmla="*/ 131513 h 141754"/>
              <a:gd name="csX15" fmla="*/ 22781 w 120473"/>
              <a:gd name="csY15" fmla="*/ 132653 h 141754"/>
              <a:gd name="csX16" fmla="*/ 21608 w 120473"/>
              <a:gd name="csY16" fmla="*/ 134388 h 141754"/>
              <a:gd name="csX17" fmla="*/ 21197 w 120473"/>
              <a:gd name="csY17" fmla="*/ 136446 h 141754"/>
              <a:gd name="csX18" fmla="*/ 21608 w 120473"/>
              <a:gd name="csY18" fmla="*/ 138487 h 141754"/>
              <a:gd name="csX19" fmla="*/ 22781 w 120473"/>
              <a:gd name="csY19" fmla="*/ 140223 h 141754"/>
              <a:gd name="csX20" fmla="*/ 24531 w 120473"/>
              <a:gd name="csY20" fmla="*/ 141379 h 141754"/>
              <a:gd name="csX21" fmla="*/ 26588 w 120473"/>
              <a:gd name="csY21" fmla="*/ 141753 h 141754"/>
              <a:gd name="csX22" fmla="*/ 93932 w 120473"/>
              <a:gd name="csY22" fmla="*/ 141753 h 141754"/>
              <a:gd name="csX23" fmla="*/ 95991 w 120473"/>
              <a:gd name="csY23" fmla="*/ 141379 h 141754"/>
              <a:gd name="csX24" fmla="*/ 97742 w 120473"/>
              <a:gd name="csY24" fmla="*/ 140223 h 141754"/>
              <a:gd name="csX25" fmla="*/ 98914 w 120473"/>
              <a:gd name="csY25" fmla="*/ 138487 h 141754"/>
              <a:gd name="csX26" fmla="*/ 99326 w 120473"/>
              <a:gd name="csY26" fmla="*/ 136446 h 141754"/>
              <a:gd name="csX27" fmla="*/ 98914 w 120473"/>
              <a:gd name="csY27" fmla="*/ 134388 h 141754"/>
              <a:gd name="csX28" fmla="*/ 97742 w 120473"/>
              <a:gd name="csY28" fmla="*/ 132653 h 141754"/>
              <a:gd name="csX29" fmla="*/ 95991 w 120473"/>
              <a:gd name="csY29" fmla="*/ 131513 h 141754"/>
              <a:gd name="csX30" fmla="*/ 93932 w 120473"/>
              <a:gd name="csY30" fmla="*/ 131122 h 141754"/>
              <a:gd name="csX31" fmla="*/ 81528 w 120473"/>
              <a:gd name="csY31" fmla="*/ 131122 h 141754"/>
              <a:gd name="csX32" fmla="*/ 81528 w 120473"/>
              <a:gd name="csY32" fmla="*/ 63792 h 141754"/>
              <a:gd name="csX33" fmla="*/ 38994 w 120473"/>
              <a:gd name="csY33" fmla="*/ 63792 h 141754"/>
            </a:gdLst>
            <a:ahLst/>
            <a:cxnLst/>
            <a:rect l="l" t="t" r="r" b="b"/>
            <a:pathLst>
              <a:path w="100000" h="100000">
                <a:moveTo>
                  <a:pt x="25037" y="0"/>
                </a:moveTo>
                <a:cubicBezTo>
                  <a:pt x="20064" y="0"/>
                  <a:pt x="15741" y="3192"/>
                  <a:pt x="14284" y="7944"/>
                </a:cubicBezTo>
                <a:lnTo>
                  <a:pt x="7901" y="28681"/>
                </a:lnTo>
                <a:cubicBezTo>
                  <a:pt x="7075" y="31357"/>
                  <a:pt x="7559" y="34190"/>
                  <a:pt x="9223" y="36446"/>
                </a:cubicBezTo>
                <a:cubicBezTo>
                  <a:pt x="10892" y="38702"/>
                  <a:pt x="13458" y="39997"/>
                  <a:pt x="16267" y="39997"/>
                </a:cubicBezTo>
                <a:lnTo>
                  <a:pt x="83733" y="39997"/>
                </a:lnTo>
                <a:cubicBezTo>
                  <a:pt x="86540" y="39997"/>
                  <a:pt x="89108" y="38702"/>
                  <a:pt x="90777" y="36458"/>
                </a:cubicBezTo>
                <a:cubicBezTo>
                  <a:pt x="92444" y="34202"/>
                  <a:pt x="92925" y="31357"/>
                  <a:pt x="92099" y="28681"/>
                </a:cubicBezTo>
                <a:lnTo>
                  <a:pt x="85716" y="7944"/>
                </a:lnTo>
                <a:cubicBezTo>
                  <a:pt x="84259" y="3192"/>
                  <a:pt x="79941" y="0"/>
                  <a:pt x="74968" y="0"/>
                </a:cubicBezTo>
                <a:lnTo>
                  <a:pt x="25037" y="0"/>
                </a:lnTo>
                <a:close/>
                <a:moveTo>
                  <a:pt x="35015" y="45002"/>
                </a:moveTo>
                <a:lnTo>
                  <a:pt x="35015" y="92500"/>
                </a:lnTo>
                <a:lnTo>
                  <a:pt x="26263" y="92500"/>
                </a:lnTo>
                <a:cubicBezTo>
                  <a:pt x="25766" y="92500"/>
                  <a:pt x="25273" y="92584"/>
                  <a:pt x="24812" y="92776"/>
                </a:cubicBezTo>
                <a:cubicBezTo>
                  <a:pt x="24350" y="92955"/>
                  <a:pt x="23930" y="93231"/>
                  <a:pt x="23577" y="93580"/>
                </a:cubicBezTo>
                <a:cubicBezTo>
                  <a:pt x="23223" y="93928"/>
                  <a:pt x="22941" y="94347"/>
                  <a:pt x="22750" y="94804"/>
                </a:cubicBezTo>
                <a:cubicBezTo>
                  <a:pt x="22558" y="95259"/>
                  <a:pt x="22460" y="95752"/>
                  <a:pt x="22460" y="96255"/>
                </a:cubicBezTo>
                <a:cubicBezTo>
                  <a:pt x="22460" y="96748"/>
                  <a:pt x="22558" y="97240"/>
                  <a:pt x="22750" y="97695"/>
                </a:cubicBezTo>
                <a:cubicBezTo>
                  <a:pt x="22941" y="98164"/>
                  <a:pt x="23223" y="98571"/>
                  <a:pt x="23577" y="98920"/>
                </a:cubicBezTo>
                <a:cubicBezTo>
                  <a:pt x="23930" y="99268"/>
                  <a:pt x="24350" y="99544"/>
                  <a:pt x="24812" y="99735"/>
                </a:cubicBezTo>
                <a:cubicBezTo>
                  <a:pt x="25273" y="99915"/>
                  <a:pt x="25766" y="100011"/>
                  <a:pt x="26263" y="99999"/>
                </a:cubicBezTo>
                <a:lnTo>
                  <a:pt x="73770" y="99999"/>
                </a:lnTo>
                <a:cubicBezTo>
                  <a:pt x="74268" y="100011"/>
                  <a:pt x="74762" y="99915"/>
                  <a:pt x="75223" y="99735"/>
                </a:cubicBezTo>
                <a:cubicBezTo>
                  <a:pt x="75684" y="99544"/>
                  <a:pt x="76104" y="99268"/>
                  <a:pt x="76458" y="98920"/>
                </a:cubicBezTo>
                <a:cubicBezTo>
                  <a:pt x="76812" y="98571"/>
                  <a:pt x="77093" y="98164"/>
                  <a:pt x="77285" y="97695"/>
                </a:cubicBezTo>
                <a:cubicBezTo>
                  <a:pt x="77477" y="97240"/>
                  <a:pt x="77576" y="96748"/>
                  <a:pt x="77576" y="96255"/>
                </a:cubicBezTo>
                <a:cubicBezTo>
                  <a:pt x="77576" y="95752"/>
                  <a:pt x="77477" y="95259"/>
                  <a:pt x="77285" y="94804"/>
                </a:cubicBezTo>
                <a:cubicBezTo>
                  <a:pt x="77093" y="94347"/>
                  <a:pt x="76812" y="93928"/>
                  <a:pt x="76458" y="93580"/>
                </a:cubicBezTo>
                <a:cubicBezTo>
                  <a:pt x="76104" y="93231"/>
                  <a:pt x="75684" y="92955"/>
                  <a:pt x="75223" y="92776"/>
                </a:cubicBezTo>
                <a:cubicBezTo>
                  <a:pt x="74762" y="92584"/>
                  <a:pt x="74268" y="92500"/>
                  <a:pt x="73770" y="92500"/>
                </a:cubicBezTo>
                <a:lnTo>
                  <a:pt x="65020" y="92500"/>
                </a:lnTo>
                <a:lnTo>
                  <a:pt x="65020" y="45002"/>
                </a:lnTo>
                <a:lnTo>
                  <a:pt x="35015" y="4500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5" name="Красный — SVG 14">
            <a:extLst>
              <a:ext uri="{FF2B5EF4-FFF2-40B4-BE49-F238E27FC236}">
                <a16:creationId xmlns:a16="http://schemas.microsoft.com/office/drawing/2014/main" id="{B9AE466A-64F6-9F4F-8DC0-8A7EB2CB18EB}"/>
              </a:ext>
            </a:extLst>
          </p:cNvPr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3 h 141753"/>
              <a:gd name="csX3" fmla="*/ 141773 w 141772"/>
              <a:gd name="csY3" fmla="*/ 70885 h 141753"/>
              <a:gd name="csX4" fmla="*/ 130017 w 141772"/>
              <a:gd name="csY4" fmla="*/ 31828 h 141753"/>
              <a:gd name="csX5" fmla="*/ 119723 w 141772"/>
              <a:gd name="csY5" fmla="*/ 42102 h 141753"/>
              <a:gd name="csX6" fmla="*/ 127601 w 141772"/>
              <a:gd name="csY6" fmla="*/ 70885 h 141753"/>
              <a:gd name="csX7" fmla="*/ 70895 w 141772"/>
              <a:gd name="csY7" fmla="*/ 127583 h 141753"/>
              <a:gd name="csX8" fmla="*/ 14172 w 141772"/>
              <a:gd name="csY8" fmla="*/ 70885 h 141753"/>
              <a:gd name="csX9" fmla="*/ 70895 w 141772"/>
              <a:gd name="csY9" fmla="*/ 14170 h 141753"/>
              <a:gd name="csX10" fmla="*/ 99664 w 141772"/>
              <a:gd name="csY10" fmla="*/ 22046 h 141753"/>
              <a:gd name="csX11" fmla="*/ 109941 w 141772"/>
              <a:gd name="csY11" fmla="*/ 11772 h 141753"/>
              <a:gd name="csX12" fmla="*/ 70895 w 141772"/>
              <a:gd name="csY12" fmla="*/ 0 h 141753"/>
              <a:gd name="csX13" fmla="*/ 131003 w 141772"/>
              <a:gd name="csY13" fmla="*/ 3470 h 141753"/>
              <a:gd name="csX14" fmla="*/ 126137 w 141772"/>
              <a:gd name="csY14" fmla="*/ 5614 h 141753"/>
              <a:gd name="csX15" fmla="*/ 65876 w 141772"/>
              <a:gd name="csY15" fmla="*/ 65867 h 141753"/>
              <a:gd name="csX16" fmla="*/ 64277 w 141772"/>
              <a:gd name="csY16" fmla="*/ 68163 h 141753"/>
              <a:gd name="csX17" fmla="*/ 63698 w 141772"/>
              <a:gd name="csY17" fmla="*/ 70902 h 141753"/>
              <a:gd name="csX18" fmla="*/ 64226 w 141772"/>
              <a:gd name="csY18" fmla="*/ 73658 h 141753"/>
              <a:gd name="csX19" fmla="*/ 65774 w 141772"/>
              <a:gd name="csY19" fmla="*/ 75989 h 141753"/>
              <a:gd name="csX20" fmla="*/ 68105 w 141772"/>
              <a:gd name="csY20" fmla="*/ 77537 h 141753"/>
              <a:gd name="csX21" fmla="*/ 70861 w 141772"/>
              <a:gd name="csY21" fmla="*/ 78064 h 141753"/>
              <a:gd name="csX22" fmla="*/ 73600 w 141772"/>
              <a:gd name="csY22" fmla="*/ 77486 h 141753"/>
              <a:gd name="csX23" fmla="*/ 75897 w 141772"/>
              <a:gd name="csY23" fmla="*/ 75887 h 141753"/>
              <a:gd name="csX24" fmla="*/ 136158 w 141772"/>
              <a:gd name="csY24" fmla="*/ 15650 h 141753"/>
              <a:gd name="csX25" fmla="*/ 138166 w 141772"/>
              <a:gd name="csY25" fmla="*/ 11959 h 141753"/>
              <a:gd name="csX26" fmla="*/ 137740 w 141772"/>
              <a:gd name="csY26" fmla="*/ 7791 h 141753"/>
              <a:gd name="csX27" fmla="*/ 135052 w 141772"/>
              <a:gd name="csY27" fmla="*/ 4593 h 141753"/>
              <a:gd name="csX28" fmla="*/ 131003 w 141772"/>
              <a:gd name="csY28" fmla="*/ 3470 h 141753"/>
              <a:gd name="csX29" fmla="*/ 70895 w 141772"/>
              <a:gd name="csY29" fmla="*/ 21264 h 141753"/>
              <a:gd name="csX30" fmla="*/ 21267 w 141772"/>
              <a:gd name="csY30" fmla="*/ 70885 h 141753"/>
              <a:gd name="csX31" fmla="*/ 70895 w 141772"/>
              <a:gd name="csY31" fmla="*/ 120490 h 141753"/>
              <a:gd name="csX32" fmla="*/ 120506 w 141772"/>
              <a:gd name="csY32" fmla="*/ 70885 h 141753"/>
              <a:gd name="csX33" fmla="*/ 114551 w 141772"/>
              <a:gd name="csY33" fmla="*/ 47274 h 141753"/>
              <a:gd name="csX34" fmla="*/ 103884 w 141772"/>
              <a:gd name="csY34" fmla="*/ 57940 h 141753"/>
              <a:gd name="csX35" fmla="*/ 106334 w 141772"/>
              <a:gd name="csY35" fmla="*/ 70885 h 141753"/>
              <a:gd name="csX36" fmla="*/ 70895 w 141772"/>
              <a:gd name="csY36" fmla="*/ 106319 h 141753"/>
              <a:gd name="csX37" fmla="*/ 35439 w 141772"/>
              <a:gd name="csY37" fmla="*/ 70885 h 141753"/>
              <a:gd name="csX38" fmla="*/ 70895 w 141772"/>
              <a:gd name="csY38" fmla="*/ 35434 h 141753"/>
              <a:gd name="csX39" fmla="*/ 83825 w 141772"/>
              <a:gd name="csY39" fmla="*/ 37884 h 141753"/>
              <a:gd name="csX40" fmla="*/ 94493 w 141772"/>
              <a:gd name="csY40" fmla="*/ 27218 h 141753"/>
              <a:gd name="csX41" fmla="*/ 70895 w 141772"/>
              <a:gd name="csY41" fmla="*/ 21264 h 141753"/>
              <a:gd name="csX42" fmla="*/ 70895 w 141772"/>
              <a:gd name="csY42" fmla="*/ 42528 h 141753"/>
              <a:gd name="csX43" fmla="*/ 42534 w 141772"/>
              <a:gd name="csY43" fmla="*/ 70885 h 141753"/>
              <a:gd name="csX44" fmla="*/ 70895 w 141772"/>
              <a:gd name="csY44" fmla="*/ 99226 h 141753"/>
              <a:gd name="csX45" fmla="*/ 99239 w 141772"/>
              <a:gd name="csY45" fmla="*/ 70885 h 141753"/>
              <a:gd name="csX46" fmla="*/ 98286 w 141772"/>
              <a:gd name="csY46" fmla="*/ 63536 h 141753"/>
              <a:gd name="csX47" fmla="*/ 80916 w 141772"/>
              <a:gd name="csY47" fmla="*/ 80905 h 141753"/>
              <a:gd name="csX48" fmla="*/ 70895 w 141772"/>
              <a:gd name="csY48" fmla="*/ 85056 h 141753"/>
              <a:gd name="csX49" fmla="*/ 60857 w 141772"/>
              <a:gd name="csY49" fmla="*/ 80905 h 141753"/>
              <a:gd name="csX50" fmla="*/ 60857 w 141772"/>
              <a:gd name="csY50" fmla="*/ 60849 h 141753"/>
              <a:gd name="csX51" fmla="*/ 78228 w 141772"/>
              <a:gd name="csY51" fmla="*/ 43480 h 141753"/>
              <a:gd name="csX52" fmla="*/ 70895 w 141772"/>
              <a:gd name="csY52" fmla="*/ 42528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80"/>
                  <a:pt x="22429" y="99993"/>
                  <a:pt x="50006" y="99993"/>
                </a:cubicBezTo>
                <a:cubicBezTo>
                  <a:pt x="77584" y="99993"/>
                  <a:pt x="100001" y="77580"/>
                  <a:pt x="100001" y="50006"/>
                </a:cubicBezTo>
                <a:cubicBezTo>
                  <a:pt x="100001" y="39831"/>
                  <a:pt x="96952" y="30352"/>
                  <a:pt x="91709" y="22457"/>
                </a:cubicBezTo>
                <a:lnTo>
                  <a:pt x="84448" y="29704"/>
                </a:lnTo>
                <a:cubicBezTo>
                  <a:pt x="87976" y="35655"/>
                  <a:pt x="90004" y="42603"/>
                  <a:pt x="90004" y="50006"/>
                </a:cubicBezTo>
                <a:cubicBezTo>
                  <a:pt x="90004" y="72048"/>
                  <a:pt x="72052" y="89998"/>
                  <a:pt x="50006" y="89998"/>
                </a:cubicBezTo>
                <a:cubicBezTo>
                  <a:pt x="27949" y="89998"/>
                  <a:pt x="9996" y="72048"/>
                  <a:pt x="9996" y="50006"/>
                </a:cubicBezTo>
                <a:cubicBezTo>
                  <a:pt x="9996" y="27952"/>
                  <a:pt x="27949" y="10002"/>
                  <a:pt x="50006" y="10002"/>
                </a:cubicBezTo>
                <a:cubicBezTo>
                  <a:pt x="57398" y="10002"/>
                  <a:pt x="64347" y="12030"/>
                  <a:pt x="70299" y="15557"/>
                </a:cubicBezTo>
                <a:lnTo>
                  <a:pt x="77548" y="8310"/>
                </a:lnTo>
                <a:cubicBezTo>
                  <a:pt x="69651" y="3055"/>
                  <a:pt x="60183" y="7"/>
                  <a:pt x="50006" y="7"/>
                </a:cubicBezTo>
                <a:close/>
                <a:moveTo>
                  <a:pt x="92404" y="2454"/>
                </a:moveTo>
                <a:cubicBezTo>
                  <a:pt x="91108" y="2490"/>
                  <a:pt x="89872" y="3043"/>
                  <a:pt x="88972" y="3967"/>
                </a:cubicBezTo>
                <a:lnTo>
                  <a:pt x="46466" y="46467"/>
                </a:lnTo>
                <a:cubicBezTo>
                  <a:pt x="45986" y="46922"/>
                  <a:pt x="45602" y="47474"/>
                  <a:pt x="45338" y="48086"/>
                </a:cubicBezTo>
                <a:cubicBezTo>
                  <a:pt x="45074" y="48698"/>
                  <a:pt x="44942" y="49358"/>
                  <a:pt x="44930" y="50018"/>
                </a:cubicBezTo>
                <a:cubicBezTo>
                  <a:pt x="44918" y="50690"/>
                  <a:pt x="45050" y="51350"/>
                  <a:pt x="45302" y="51962"/>
                </a:cubicBezTo>
                <a:cubicBezTo>
                  <a:pt x="45554" y="52574"/>
                  <a:pt x="45926" y="53138"/>
                  <a:pt x="46394" y="53606"/>
                </a:cubicBezTo>
                <a:cubicBezTo>
                  <a:pt x="46862" y="54086"/>
                  <a:pt x="47426" y="54458"/>
                  <a:pt x="48038" y="54698"/>
                </a:cubicBezTo>
                <a:cubicBezTo>
                  <a:pt x="48650" y="54950"/>
                  <a:pt x="49310" y="55082"/>
                  <a:pt x="49982" y="55070"/>
                </a:cubicBezTo>
                <a:cubicBezTo>
                  <a:pt x="50643" y="55070"/>
                  <a:pt x="51302" y="54926"/>
                  <a:pt x="51914" y="54662"/>
                </a:cubicBezTo>
                <a:cubicBezTo>
                  <a:pt x="52527" y="54398"/>
                  <a:pt x="53078" y="54014"/>
                  <a:pt x="53535" y="53534"/>
                </a:cubicBezTo>
                <a:lnTo>
                  <a:pt x="96040" y="11046"/>
                </a:lnTo>
                <a:cubicBezTo>
                  <a:pt x="96760" y="10338"/>
                  <a:pt x="97253" y="9438"/>
                  <a:pt x="97456" y="8442"/>
                </a:cubicBezTo>
                <a:cubicBezTo>
                  <a:pt x="97660" y="7458"/>
                  <a:pt x="97552" y="6438"/>
                  <a:pt x="97156" y="5502"/>
                </a:cubicBezTo>
                <a:cubicBezTo>
                  <a:pt x="96772" y="4578"/>
                  <a:pt x="96100" y="3787"/>
                  <a:pt x="95260" y="3246"/>
                </a:cubicBezTo>
                <a:cubicBezTo>
                  <a:pt x="94409" y="2706"/>
                  <a:pt x="93412" y="2430"/>
                  <a:pt x="92404" y="2454"/>
                </a:cubicBezTo>
                <a:close/>
                <a:moveTo>
                  <a:pt x="50006" y="15005"/>
                </a:moveTo>
                <a:cubicBezTo>
                  <a:pt x="30697" y="15005"/>
                  <a:pt x="15001" y="30700"/>
                  <a:pt x="15001" y="50006"/>
                </a:cubicBezTo>
                <a:cubicBezTo>
                  <a:pt x="15001" y="69300"/>
                  <a:pt x="30697" y="84995"/>
                  <a:pt x="50006" y="84995"/>
                </a:cubicBezTo>
                <a:cubicBezTo>
                  <a:pt x="69303" y="84995"/>
                  <a:pt x="85000" y="69300"/>
                  <a:pt x="85000" y="50006"/>
                </a:cubicBezTo>
                <a:cubicBezTo>
                  <a:pt x="85000" y="43983"/>
                  <a:pt x="83476" y="38308"/>
                  <a:pt x="80799" y="33352"/>
                </a:cubicBezTo>
                <a:lnTo>
                  <a:pt x="73275" y="40875"/>
                </a:lnTo>
                <a:cubicBezTo>
                  <a:pt x="74403" y="43707"/>
                  <a:pt x="75004" y="46778"/>
                  <a:pt x="75004" y="50006"/>
                </a:cubicBezTo>
                <a:cubicBezTo>
                  <a:pt x="75004" y="63781"/>
                  <a:pt x="63783" y="75000"/>
                  <a:pt x="50006" y="75000"/>
                </a:cubicBezTo>
                <a:cubicBezTo>
                  <a:pt x="36229" y="75000"/>
                  <a:pt x="24997" y="63781"/>
                  <a:pt x="24997" y="50006"/>
                </a:cubicBezTo>
                <a:cubicBezTo>
                  <a:pt x="24997" y="36231"/>
                  <a:pt x="36229" y="25000"/>
                  <a:pt x="50006" y="25000"/>
                </a:cubicBezTo>
                <a:cubicBezTo>
                  <a:pt x="53222" y="25000"/>
                  <a:pt x="56307" y="25601"/>
                  <a:pt x="59127" y="26728"/>
                </a:cubicBezTo>
                <a:lnTo>
                  <a:pt x="66651" y="19205"/>
                </a:lnTo>
                <a:cubicBezTo>
                  <a:pt x="61707" y="16529"/>
                  <a:pt x="56031" y="15005"/>
                  <a:pt x="50006" y="15005"/>
                </a:cubicBezTo>
                <a:close/>
                <a:moveTo>
                  <a:pt x="50006" y="30004"/>
                </a:moveTo>
                <a:cubicBezTo>
                  <a:pt x="38978" y="30004"/>
                  <a:pt x="30002" y="38979"/>
                  <a:pt x="30002" y="50006"/>
                </a:cubicBezTo>
                <a:cubicBezTo>
                  <a:pt x="30002" y="61021"/>
                  <a:pt x="38978" y="69997"/>
                  <a:pt x="50006" y="69997"/>
                </a:cubicBezTo>
                <a:cubicBezTo>
                  <a:pt x="61023" y="69997"/>
                  <a:pt x="69999" y="61021"/>
                  <a:pt x="69999" y="50006"/>
                </a:cubicBezTo>
                <a:cubicBezTo>
                  <a:pt x="69999" y="48207"/>
                  <a:pt x="69759" y="46479"/>
                  <a:pt x="69327" y="44822"/>
                </a:cubicBezTo>
                <a:lnTo>
                  <a:pt x="57075" y="57074"/>
                </a:lnTo>
                <a:cubicBezTo>
                  <a:pt x="55179" y="58958"/>
                  <a:pt x="52682" y="60002"/>
                  <a:pt x="50006" y="60002"/>
                </a:cubicBezTo>
                <a:cubicBezTo>
                  <a:pt x="47330" y="60002"/>
                  <a:pt x="44822" y="58958"/>
                  <a:pt x="42926" y="57074"/>
                </a:cubicBezTo>
                <a:cubicBezTo>
                  <a:pt x="39026" y="53174"/>
                  <a:pt x="39026" y="46826"/>
                  <a:pt x="42926" y="42927"/>
                </a:cubicBezTo>
                <a:lnTo>
                  <a:pt x="55179" y="30676"/>
                </a:lnTo>
                <a:cubicBezTo>
                  <a:pt x="53523" y="30256"/>
                  <a:pt x="51806" y="30004"/>
                  <a:pt x="50006" y="300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6" name="Красный — SVG 15">
            <a:extLst>
              <a:ext uri="{FF2B5EF4-FFF2-40B4-BE49-F238E27FC236}">
                <a16:creationId xmlns:a16="http://schemas.microsoft.com/office/drawing/2014/main" id="{8318B1DC-D0FD-C04D-AE31-C00821F378D9}"/>
              </a:ext>
            </a:extLst>
          </p:cNvPr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>
              <a:gd name="csX0" fmla="*/ 7197 w 113632"/>
              <a:gd name="csY0" fmla="*/ 1 h 127585"/>
              <a:gd name="csX1" fmla="*/ 4440 w 113632"/>
              <a:gd name="csY1" fmla="*/ 512 h 127585"/>
              <a:gd name="csX2" fmla="*/ 2110 w 113632"/>
              <a:gd name="csY2" fmla="*/ 2042 h 127585"/>
              <a:gd name="csX3" fmla="*/ 544 w 113632"/>
              <a:gd name="csY3" fmla="*/ 4356 h 127585"/>
              <a:gd name="csX4" fmla="*/ 0 w 113632"/>
              <a:gd name="csY4" fmla="*/ 7095 h 127585"/>
              <a:gd name="csX5" fmla="*/ 544 w 113632"/>
              <a:gd name="csY5" fmla="*/ 9834 h 127585"/>
              <a:gd name="csX6" fmla="*/ 2110 w 113632"/>
              <a:gd name="csY6" fmla="*/ 12130 h 127585"/>
              <a:gd name="csX7" fmla="*/ 4440 w 113632"/>
              <a:gd name="csY7" fmla="*/ 13661 h 127585"/>
              <a:gd name="csX8" fmla="*/ 7197 w 113632"/>
              <a:gd name="csY8" fmla="*/ 14171 h 127585"/>
              <a:gd name="csX9" fmla="*/ 7197 w 113632"/>
              <a:gd name="csY9" fmla="*/ 17727 h 127585"/>
              <a:gd name="csX10" fmla="*/ 39097 w 113632"/>
              <a:gd name="csY10" fmla="*/ 63351 h 127585"/>
              <a:gd name="csX11" fmla="*/ 39097 w 113632"/>
              <a:gd name="csY11" fmla="*/ 64235 h 127585"/>
              <a:gd name="csX12" fmla="*/ 7197 w 113632"/>
              <a:gd name="csY12" fmla="*/ 109859 h 127585"/>
              <a:gd name="csX13" fmla="*/ 7197 w 113632"/>
              <a:gd name="csY13" fmla="*/ 113414 h 127585"/>
              <a:gd name="csX14" fmla="*/ 4440 w 113632"/>
              <a:gd name="csY14" fmla="*/ 113924 h 127585"/>
              <a:gd name="csX15" fmla="*/ 2110 w 113632"/>
              <a:gd name="csY15" fmla="*/ 115456 h 127585"/>
              <a:gd name="csX16" fmla="*/ 544 w 113632"/>
              <a:gd name="csY16" fmla="*/ 117769 h 127585"/>
              <a:gd name="csX17" fmla="*/ 0 w 113632"/>
              <a:gd name="csY17" fmla="*/ 120491 h 127585"/>
              <a:gd name="csX18" fmla="*/ 544 w 113632"/>
              <a:gd name="csY18" fmla="*/ 123230 h 127585"/>
              <a:gd name="csX19" fmla="*/ 2110 w 113632"/>
              <a:gd name="csY19" fmla="*/ 125543 h 127585"/>
              <a:gd name="csX20" fmla="*/ 4440 w 113632"/>
              <a:gd name="csY20" fmla="*/ 127074 h 127585"/>
              <a:gd name="csX21" fmla="*/ 7197 w 113632"/>
              <a:gd name="csY21" fmla="*/ 127584 h 127585"/>
              <a:gd name="csX22" fmla="*/ 14274 w 113632"/>
              <a:gd name="csY22" fmla="*/ 127584 h 127585"/>
              <a:gd name="csX23" fmla="*/ 99341 w 113632"/>
              <a:gd name="csY23" fmla="*/ 127584 h 127585"/>
              <a:gd name="csX24" fmla="*/ 106436 w 113632"/>
              <a:gd name="csY24" fmla="*/ 127584 h 127585"/>
              <a:gd name="csX25" fmla="*/ 109175 w 113632"/>
              <a:gd name="csY25" fmla="*/ 127074 h 127585"/>
              <a:gd name="csX26" fmla="*/ 111506 w 113632"/>
              <a:gd name="csY26" fmla="*/ 125543 h 127585"/>
              <a:gd name="csX27" fmla="*/ 113071 w 113632"/>
              <a:gd name="csY27" fmla="*/ 123230 h 127585"/>
              <a:gd name="csX28" fmla="*/ 113633 w 113632"/>
              <a:gd name="csY28" fmla="*/ 120491 h 127585"/>
              <a:gd name="csX29" fmla="*/ 113071 w 113632"/>
              <a:gd name="csY29" fmla="*/ 117769 h 127585"/>
              <a:gd name="csX30" fmla="*/ 111506 w 113632"/>
              <a:gd name="csY30" fmla="*/ 115456 h 127585"/>
              <a:gd name="csX31" fmla="*/ 109175 w 113632"/>
              <a:gd name="csY31" fmla="*/ 113924 h 127585"/>
              <a:gd name="csX32" fmla="*/ 106436 w 113632"/>
              <a:gd name="csY32" fmla="*/ 113414 h 127585"/>
              <a:gd name="csX33" fmla="*/ 106436 w 113632"/>
              <a:gd name="csY33" fmla="*/ 109859 h 127585"/>
              <a:gd name="csX34" fmla="*/ 74536 w 113632"/>
              <a:gd name="csY34" fmla="*/ 64235 h 127585"/>
              <a:gd name="csX35" fmla="*/ 74536 w 113632"/>
              <a:gd name="csY35" fmla="*/ 63351 h 127585"/>
              <a:gd name="csX36" fmla="*/ 106436 w 113632"/>
              <a:gd name="csY36" fmla="*/ 17727 h 127585"/>
              <a:gd name="csX37" fmla="*/ 106436 w 113632"/>
              <a:gd name="csY37" fmla="*/ 14171 h 127585"/>
              <a:gd name="csX38" fmla="*/ 109175 w 113632"/>
              <a:gd name="csY38" fmla="*/ 13661 h 127585"/>
              <a:gd name="csX39" fmla="*/ 111506 w 113632"/>
              <a:gd name="csY39" fmla="*/ 12130 h 127585"/>
              <a:gd name="csX40" fmla="*/ 113071 w 113632"/>
              <a:gd name="csY40" fmla="*/ 9834 h 127585"/>
              <a:gd name="csX41" fmla="*/ 113633 w 113632"/>
              <a:gd name="csY41" fmla="*/ 7095 h 127585"/>
              <a:gd name="csX42" fmla="*/ 113071 w 113632"/>
              <a:gd name="csY42" fmla="*/ 4356 h 127585"/>
              <a:gd name="csX43" fmla="*/ 111506 w 113632"/>
              <a:gd name="csY43" fmla="*/ 2042 h 127585"/>
              <a:gd name="csX44" fmla="*/ 109175 w 113632"/>
              <a:gd name="csY44" fmla="*/ 512 h 127585"/>
              <a:gd name="csX45" fmla="*/ 106436 w 113632"/>
              <a:gd name="csY45" fmla="*/ 1 h 127585"/>
              <a:gd name="csX46" fmla="*/ 99341 w 113632"/>
              <a:gd name="csY46" fmla="*/ 1 h 127585"/>
              <a:gd name="csX47" fmla="*/ 14274 w 113632"/>
              <a:gd name="csY47" fmla="*/ 1 h 127585"/>
              <a:gd name="csX48" fmla="*/ 7197 w 113632"/>
              <a:gd name="csY48" fmla="*/ 1 h 127585"/>
              <a:gd name="csX49" fmla="*/ 21369 w 113632"/>
              <a:gd name="csY49" fmla="*/ 14171 h 127585"/>
              <a:gd name="csX50" fmla="*/ 92264 w 113632"/>
              <a:gd name="csY50" fmla="*/ 14171 h 127585"/>
              <a:gd name="csX51" fmla="*/ 92264 w 113632"/>
              <a:gd name="csY51" fmla="*/ 17727 h 127585"/>
              <a:gd name="csX52" fmla="*/ 65672 w 113632"/>
              <a:gd name="csY52" fmla="*/ 51987 h 127585"/>
              <a:gd name="csX53" fmla="*/ 61844 w 113632"/>
              <a:gd name="csY53" fmla="*/ 54505 h 127585"/>
              <a:gd name="csX54" fmla="*/ 60364 w 113632"/>
              <a:gd name="csY54" fmla="*/ 58860 h 127585"/>
              <a:gd name="csX55" fmla="*/ 60364 w 113632"/>
              <a:gd name="csY55" fmla="*/ 68726 h 127585"/>
              <a:gd name="csX56" fmla="*/ 61844 w 113632"/>
              <a:gd name="csY56" fmla="*/ 73064 h 127585"/>
              <a:gd name="csX57" fmla="*/ 65672 w 113632"/>
              <a:gd name="csY57" fmla="*/ 75598 h 127585"/>
              <a:gd name="csX58" fmla="*/ 92264 w 113632"/>
              <a:gd name="csY58" fmla="*/ 109859 h 127585"/>
              <a:gd name="csX59" fmla="*/ 92264 w 113632"/>
              <a:gd name="csY59" fmla="*/ 113414 h 127585"/>
              <a:gd name="csX60" fmla="*/ 81851 w 113632"/>
              <a:gd name="csY60" fmla="*/ 113414 h 127585"/>
              <a:gd name="csX61" fmla="*/ 56808 w 113632"/>
              <a:gd name="csY61" fmla="*/ 95689 h 127585"/>
              <a:gd name="csX62" fmla="*/ 31781 w 113632"/>
              <a:gd name="csY62" fmla="*/ 113414 h 127585"/>
              <a:gd name="csX63" fmla="*/ 21369 w 113632"/>
              <a:gd name="csY63" fmla="*/ 113414 h 127585"/>
              <a:gd name="csX64" fmla="*/ 21369 w 113632"/>
              <a:gd name="csY64" fmla="*/ 109859 h 127585"/>
              <a:gd name="csX65" fmla="*/ 47944 w 113632"/>
              <a:gd name="csY65" fmla="*/ 75598 h 127585"/>
              <a:gd name="csX66" fmla="*/ 51789 w 113632"/>
              <a:gd name="csY66" fmla="*/ 73081 h 127585"/>
              <a:gd name="csX67" fmla="*/ 53269 w 113632"/>
              <a:gd name="csY67" fmla="*/ 68743 h 127585"/>
              <a:gd name="csX68" fmla="*/ 53269 w 113632"/>
              <a:gd name="csY68" fmla="*/ 58860 h 127585"/>
              <a:gd name="csX69" fmla="*/ 51789 w 113632"/>
              <a:gd name="csY69" fmla="*/ 54522 h 127585"/>
              <a:gd name="csX70" fmla="*/ 47944 w 113632"/>
              <a:gd name="csY70" fmla="*/ 51987 h 127585"/>
              <a:gd name="csX71" fmla="*/ 21369 w 113632"/>
              <a:gd name="csY71" fmla="*/ 17727 h 127585"/>
              <a:gd name="csX72" fmla="*/ 21369 w 113632"/>
              <a:gd name="csY72" fmla="*/ 14171 h 127585"/>
              <a:gd name="csX73" fmla="*/ 42636 w 113632"/>
              <a:gd name="csY73" fmla="*/ 35435 h 127585"/>
              <a:gd name="csX74" fmla="*/ 56808 w 113632"/>
              <a:gd name="csY74" fmla="*/ 49623 h 127585"/>
              <a:gd name="csX75" fmla="*/ 70997 w 113632"/>
              <a:gd name="csY75" fmla="*/ 35435 h 127585"/>
              <a:gd name="csX76" fmla="*/ 42636 w 113632"/>
              <a:gd name="csY76" fmla="*/ 35435 h 127585"/>
            </a:gdLst>
            <a:ahLst/>
            <a:cxnLst/>
            <a:rect l="l" t="t" r="r" b="b"/>
            <a:pathLst>
              <a:path w="100000" h="100000">
                <a:moveTo>
                  <a:pt x="11109" y="1"/>
                </a:moveTo>
                <a:cubicBezTo>
                  <a:pt x="10362" y="-13"/>
                  <a:pt x="9642" y="121"/>
                  <a:pt x="8948" y="401"/>
                </a:cubicBezTo>
                <a:cubicBezTo>
                  <a:pt x="8269" y="681"/>
                  <a:pt x="7642" y="1081"/>
                  <a:pt x="7122" y="1601"/>
                </a:cubicBezTo>
                <a:cubicBezTo>
                  <a:pt x="6601" y="2121"/>
                  <a:pt x="6188" y="2735"/>
                  <a:pt x="5895" y="3414"/>
                </a:cubicBezTo>
                <a:cubicBezTo>
                  <a:pt x="5615" y="4094"/>
                  <a:pt x="5468" y="4814"/>
                  <a:pt x="5468" y="5561"/>
                </a:cubicBezTo>
                <a:cubicBezTo>
                  <a:pt x="5468" y="6294"/>
                  <a:pt x="5615" y="7027"/>
                  <a:pt x="5895" y="7708"/>
                </a:cubicBezTo>
                <a:cubicBezTo>
                  <a:pt x="6188" y="8374"/>
                  <a:pt x="6601" y="9001"/>
                  <a:pt x="7122" y="9507"/>
                </a:cubicBezTo>
                <a:cubicBezTo>
                  <a:pt x="7642" y="10028"/>
                  <a:pt x="8269" y="10441"/>
                  <a:pt x="8948" y="10707"/>
                </a:cubicBezTo>
                <a:cubicBezTo>
                  <a:pt x="9642" y="10987"/>
                  <a:pt x="10362" y="11120"/>
                  <a:pt x="11109" y="11107"/>
                </a:cubicBezTo>
                <a:lnTo>
                  <a:pt x="11109" y="13894"/>
                </a:lnTo>
                <a:cubicBezTo>
                  <a:pt x="11109" y="30334"/>
                  <a:pt x="21603" y="44000"/>
                  <a:pt x="36112" y="49654"/>
                </a:cubicBezTo>
                <a:lnTo>
                  <a:pt x="36112" y="50347"/>
                </a:lnTo>
                <a:cubicBezTo>
                  <a:pt x="21603" y="56000"/>
                  <a:pt x="11109" y="69666"/>
                  <a:pt x="11109" y="86107"/>
                </a:cubicBezTo>
                <a:lnTo>
                  <a:pt x="11109" y="88893"/>
                </a:lnTo>
                <a:cubicBezTo>
                  <a:pt x="10362" y="88880"/>
                  <a:pt x="9642" y="89013"/>
                  <a:pt x="8948" y="89293"/>
                </a:cubicBezTo>
                <a:cubicBezTo>
                  <a:pt x="8269" y="89560"/>
                  <a:pt x="7642" y="89973"/>
                  <a:pt x="7122" y="90493"/>
                </a:cubicBezTo>
                <a:cubicBezTo>
                  <a:pt x="6601" y="91000"/>
                  <a:pt x="6188" y="91626"/>
                  <a:pt x="5895" y="92306"/>
                </a:cubicBezTo>
                <a:cubicBezTo>
                  <a:pt x="5615" y="92973"/>
                  <a:pt x="5468" y="93706"/>
                  <a:pt x="5468" y="94440"/>
                </a:cubicBezTo>
                <a:cubicBezTo>
                  <a:pt x="5468" y="95186"/>
                  <a:pt x="5615" y="95906"/>
                  <a:pt x="5895" y="96587"/>
                </a:cubicBezTo>
                <a:cubicBezTo>
                  <a:pt x="6188" y="97266"/>
                  <a:pt x="6601" y="97880"/>
                  <a:pt x="7122" y="98399"/>
                </a:cubicBezTo>
                <a:cubicBezTo>
                  <a:pt x="7642" y="98919"/>
                  <a:pt x="8269" y="99320"/>
                  <a:pt x="8948" y="99599"/>
                </a:cubicBezTo>
                <a:cubicBezTo>
                  <a:pt x="9642" y="99879"/>
                  <a:pt x="10362" y="100013"/>
                  <a:pt x="11109" y="99999"/>
                </a:cubicBezTo>
                <a:lnTo>
                  <a:pt x="16656" y="99999"/>
                </a:lnTo>
                <a:lnTo>
                  <a:pt x="83331" y="99999"/>
                </a:lnTo>
                <a:lnTo>
                  <a:pt x="88892" y="99999"/>
                </a:lnTo>
                <a:cubicBezTo>
                  <a:pt x="89625" y="100013"/>
                  <a:pt x="90358" y="99879"/>
                  <a:pt x="91039" y="99599"/>
                </a:cubicBezTo>
                <a:cubicBezTo>
                  <a:pt x="91719" y="99320"/>
                  <a:pt x="92345" y="98919"/>
                  <a:pt x="92866" y="98399"/>
                </a:cubicBezTo>
                <a:cubicBezTo>
                  <a:pt x="93399" y="97880"/>
                  <a:pt x="93812" y="97266"/>
                  <a:pt x="94092" y="96587"/>
                </a:cubicBezTo>
                <a:cubicBezTo>
                  <a:pt x="94386" y="95906"/>
                  <a:pt x="94533" y="95186"/>
                  <a:pt x="94533" y="94440"/>
                </a:cubicBezTo>
                <a:cubicBezTo>
                  <a:pt x="94533" y="93706"/>
                  <a:pt x="94386" y="92973"/>
                  <a:pt x="94092" y="92306"/>
                </a:cubicBezTo>
                <a:cubicBezTo>
                  <a:pt x="93812" y="91626"/>
                  <a:pt x="93399" y="91000"/>
                  <a:pt x="92866" y="90493"/>
                </a:cubicBezTo>
                <a:cubicBezTo>
                  <a:pt x="92345" y="89973"/>
                  <a:pt x="91719" y="89560"/>
                  <a:pt x="91039" y="89293"/>
                </a:cubicBezTo>
                <a:cubicBezTo>
                  <a:pt x="90358" y="89013"/>
                  <a:pt x="89625" y="88880"/>
                  <a:pt x="88892" y="88893"/>
                </a:cubicBezTo>
                <a:lnTo>
                  <a:pt x="88892" y="86107"/>
                </a:lnTo>
                <a:cubicBezTo>
                  <a:pt x="88892" y="69666"/>
                  <a:pt x="78383" y="56000"/>
                  <a:pt x="63889" y="50347"/>
                </a:cubicBezTo>
                <a:lnTo>
                  <a:pt x="63889" y="49654"/>
                </a:lnTo>
                <a:cubicBezTo>
                  <a:pt x="78383" y="44000"/>
                  <a:pt x="88892" y="30334"/>
                  <a:pt x="88892" y="13894"/>
                </a:cubicBezTo>
                <a:lnTo>
                  <a:pt x="88892" y="11107"/>
                </a:lnTo>
                <a:cubicBezTo>
                  <a:pt x="89625" y="11120"/>
                  <a:pt x="90358" y="10987"/>
                  <a:pt x="91039" y="10707"/>
                </a:cubicBezTo>
                <a:cubicBezTo>
                  <a:pt x="91719" y="10441"/>
                  <a:pt x="92345" y="10028"/>
                  <a:pt x="92866" y="9507"/>
                </a:cubicBezTo>
                <a:cubicBezTo>
                  <a:pt x="93399" y="9001"/>
                  <a:pt x="93812" y="8374"/>
                  <a:pt x="94092" y="7708"/>
                </a:cubicBezTo>
                <a:cubicBezTo>
                  <a:pt x="94386" y="7027"/>
                  <a:pt x="94533" y="6294"/>
                  <a:pt x="94533" y="5561"/>
                </a:cubicBezTo>
                <a:cubicBezTo>
                  <a:pt x="94533" y="4814"/>
                  <a:pt x="94386" y="4094"/>
                  <a:pt x="94092" y="3414"/>
                </a:cubicBezTo>
                <a:cubicBezTo>
                  <a:pt x="93812" y="2735"/>
                  <a:pt x="93399" y="2121"/>
                  <a:pt x="92866" y="1601"/>
                </a:cubicBezTo>
                <a:cubicBezTo>
                  <a:pt x="92345" y="1081"/>
                  <a:pt x="91719" y="681"/>
                  <a:pt x="91039" y="401"/>
                </a:cubicBezTo>
                <a:cubicBezTo>
                  <a:pt x="90358" y="121"/>
                  <a:pt x="89625" y="-13"/>
                  <a:pt x="88892" y="1"/>
                </a:cubicBezTo>
                <a:lnTo>
                  <a:pt x="83331" y="1"/>
                </a:lnTo>
                <a:lnTo>
                  <a:pt x="16656" y="1"/>
                </a:lnTo>
                <a:lnTo>
                  <a:pt x="11109" y="1"/>
                </a:lnTo>
                <a:close/>
                <a:moveTo>
                  <a:pt x="22217" y="11107"/>
                </a:moveTo>
                <a:lnTo>
                  <a:pt x="77784" y="11107"/>
                </a:lnTo>
                <a:lnTo>
                  <a:pt x="77784" y="13894"/>
                </a:lnTo>
                <a:cubicBezTo>
                  <a:pt x="77784" y="26881"/>
                  <a:pt x="68903" y="37667"/>
                  <a:pt x="56941" y="40747"/>
                </a:cubicBezTo>
                <a:cubicBezTo>
                  <a:pt x="55754" y="41053"/>
                  <a:pt x="54688" y="41747"/>
                  <a:pt x="53941" y="42721"/>
                </a:cubicBezTo>
                <a:cubicBezTo>
                  <a:pt x="53181" y="43694"/>
                  <a:pt x="52781" y="44894"/>
                  <a:pt x="52781" y="46134"/>
                </a:cubicBezTo>
                <a:lnTo>
                  <a:pt x="52781" y="53867"/>
                </a:lnTo>
                <a:cubicBezTo>
                  <a:pt x="52781" y="55107"/>
                  <a:pt x="53181" y="56293"/>
                  <a:pt x="53941" y="57267"/>
                </a:cubicBezTo>
                <a:cubicBezTo>
                  <a:pt x="54688" y="58254"/>
                  <a:pt x="55754" y="58947"/>
                  <a:pt x="56941" y="59253"/>
                </a:cubicBezTo>
                <a:cubicBezTo>
                  <a:pt x="68916" y="62333"/>
                  <a:pt x="77784" y="73120"/>
                  <a:pt x="77784" y="86107"/>
                </a:cubicBezTo>
                <a:lnTo>
                  <a:pt x="77784" y="88893"/>
                </a:lnTo>
                <a:lnTo>
                  <a:pt x="69622" y="88893"/>
                </a:lnTo>
                <a:cubicBezTo>
                  <a:pt x="66756" y="80799"/>
                  <a:pt x="59061" y="75000"/>
                  <a:pt x="49994" y="75000"/>
                </a:cubicBezTo>
                <a:cubicBezTo>
                  <a:pt x="40926" y="75000"/>
                  <a:pt x="33232" y="80799"/>
                  <a:pt x="30378" y="88893"/>
                </a:cubicBezTo>
                <a:lnTo>
                  <a:pt x="22217" y="88893"/>
                </a:lnTo>
                <a:lnTo>
                  <a:pt x="22217" y="86107"/>
                </a:lnTo>
                <a:cubicBezTo>
                  <a:pt x="22217" y="73120"/>
                  <a:pt x="31085" y="62333"/>
                  <a:pt x="43046" y="59253"/>
                </a:cubicBezTo>
                <a:cubicBezTo>
                  <a:pt x="44246" y="58947"/>
                  <a:pt x="45300" y="58254"/>
                  <a:pt x="46060" y="57280"/>
                </a:cubicBezTo>
                <a:cubicBezTo>
                  <a:pt x="46807" y="56307"/>
                  <a:pt x="47220" y="55107"/>
                  <a:pt x="47220" y="53880"/>
                </a:cubicBezTo>
                <a:lnTo>
                  <a:pt x="47220" y="46134"/>
                </a:lnTo>
                <a:cubicBezTo>
                  <a:pt x="47220" y="44907"/>
                  <a:pt x="46807" y="43707"/>
                  <a:pt x="46060" y="42734"/>
                </a:cubicBezTo>
                <a:cubicBezTo>
                  <a:pt x="45300" y="41760"/>
                  <a:pt x="44246" y="41053"/>
                  <a:pt x="43046" y="40747"/>
                </a:cubicBezTo>
                <a:cubicBezTo>
                  <a:pt x="31085" y="37667"/>
                  <a:pt x="22217" y="26881"/>
                  <a:pt x="22217" y="13894"/>
                </a:cubicBezTo>
                <a:lnTo>
                  <a:pt x="22217" y="11107"/>
                </a:lnTo>
                <a:close/>
                <a:moveTo>
                  <a:pt x="38886" y="27774"/>
                </a:moveTo>
                <a:cubicBezTo>
                  <a:pt x="38886" y="33920"/>
                  <a:pt x="43860" y="38894"/>
                  <a:pt x="49994" y="38894"/>
                </a:cubicBezTo>
                <a:cubicBezTo>
                  <a:pt x="56128" y="38894"/>
                  <a:pt x="61115" y="33920"/>
                  <a:pt x="61115" y="27774"/>
                </a:cubicBezTo>
                <a:lnTo>
                  <a:pt x="38886" y="2777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7" name="Красный — SVG 16">
            <a:extLst>
              <a:ext uri="{FF2B5EF4-FFF2-40B4-BE49-F238E27FC236}">
                <a16:creationId xmlns:a16="http://schemas.microsoft.com/office/drawing/2014/main" id="{8F15B069-42C0-414B-A81F-3C3F6F3C7681}"/>
              </a:ext>
            </a:extLst>
          </p:cNvPr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>
              <a:gd name="csX0" fmla="*/ 23040 w 141777"/>
              <a:gd name="csY0" fmla="*/ 0 h 141753"/>
              <a:gd name="csX1" fmla="*/ 0 w 141777"/>
              <a:gd name="csY1" fmla="*/ 23033 h 141753"/>
              <a:gd name="csX2" fmla="*/ 0 w 141777"/>
              <a:gd name="csY2" fmla="*/ 28358 h 141753"/>
              <a:gd name="csX3" fmla="*/ 127601 w 141777"/>
              <a:gd name="csY3" fmla="*/ 28358 h 141753"/>
              <a:gd name="csX4" fmla="*/ 127601 w 141777"/>
              <a:gd name="csY4" fmla="*/ 23033 h 141753"/>
              <a:gd name="csX5" fmla="*/ 104561 w 141777"/>
              <a:gd name="csY5" fmla="*/ 0 h 141753"/>
              <a:gd name="csX6" fmla="*/ 23040 w 141777"/>
              <a:gd name="csY6" fmla="*/ 0 h 141753"/>
              <a:gd name="csX7" fmla="*/ 0 w 141777"/>
              <a:gd name="csY7" fmla="*/ 38990 h 141753"/>
              <a:gd name="csX8" fmla="*/ 0 w 141777"/>
              <a:gd name="csY8" fmla="*/ 104550 h 141753"/>
              <a:gd name="csX9" fmla="*/ 23040 w 141777"/>
              <a:gd name="csY9" fmla="*/ 127583 h 141753"/>
              <a:gd name="csX10" fmla="*/ 64001 w 141777"/>
              <a:gd name="csY10" fmla="*/ 127583 h 141753"/>
              <a:gd name="csX11" fmla="*/ 56711 w 141777"/>
              <a:gd name="csY11" fmla="*/ 102781 h 141753"/>
              <a:gd name="csX12" fmla="*/ 66978 w 141777"/>
              <a:gd name="csY12" fmla="*/ 73811 h 141753"/>
              <a:gd name="csX13" fmla="*/ 63800 w 141777"/>
              <a:gd name="csY13" fmla="*/ 74424 h 141753"/>
              <a:gd name="csX14" fmla="*/ 54940 w 141777"/>
              <a:gd name="csY14" fmla="*/ 65561 h 141753"/>
              <a:gd name="csX15" fmla="*/ 63800 w 141777"/>
              <a:gd name="csY15" fmla="*/ 56698 h 141753"/>
              <a:gd name="csX16" fmla="*/ 72661 w 141777"/>
              <a:gd name="csY16" fmla="*/ 65561 h 141753"/>
              <a:gd name="csX17" fmla="*/ 72142 w 141777"/>
              <a:gd name="csY17" fmla="*/ 68436 h 141753"/>
              <a:gd name="csX18" fmla="*/ 102790 w 141777"/>
              <a:gd name="csY18" fmla="*/ 56698 h 141753"/>
              <a:gd name="csX19" fmla="*/ 127601 w 141777"/>
              <a:gd name="csY19" fmla="*/ 63996 h 141753"/>
              <a:gd name="csX20" fmla="*/ 127601 w 141777"/>
              <a:gd name="csY20" fmla="*/ 38990 h 141753"/>
              <a:gd name="csX21" fmla="*/ 0 w 141777"/>
              <a:gd name="csY21" fmla="*/ 38990 h 141753"/>
              <a:gd name="csX22" fmla="*/ 33673 w 141777"/>
              <a:gd name="csY22" fmla="*/ 56698 h 141753"/>
              <a:gd name="csX23" fmla="*/ 42534 w 141777"/>
              <a:gd name="csY23" fmla="*/ 65561 h 141753"/>
              <a:gd name="csX24" fmla="*/ 33673 w 141777"/>
              <a:gd name="csY24" fmla="*/ 74424 h 141753"/>
              <a:gd name="csX25" fmla="*/ 24811 w 141777"/>
              <a:gd name="csY25" fmla="*/ 65561 h 141753"/>
              <a:gd name="csX26" fmla="*/ 33673 w 141777"/>
              <a:gd name="csY26" fmla="*/ 56698 h 141753"/>
              <a:gd name="csX27" fmla="*/ 102790 w 141777"/>
              <a:gd name="csY27" fmla="*/ 63792 h 141753"/>
              <a:gd name="csX28" fmla="*/ 63800 w 141777"/>
              <a:gd name="csY28" fmla="*/ 102781 h 141753"/>
              <a:gd name="csX29" fmla="*/ 102790 w 141777"/>
              <a:gd name="csY29" fmla="*/ 141753 h 141753"/>
              <a:gd name="csX30" fmla="*/ 141778 w 141777"/>
              <a:gd name="csY30" fmla="*/ 102781 h 141753"/>
              <a:gd name="csX31" fmla="*/ 102790 w 141777"/>
              <a:gd name="csY31" fmla="*/ 63792 h 141753"/>
              <a:gd name="csX32" fmla="*/ 102790 w 141777"/>
              <a:gd name="csY32" fmla="*/ 77962 h 141753"/>
              <a:gd name="csX33" fmla="*/ 106334 w 141777"/>
              <a:gd name="csY33" fmla="*/ 81517 h 141753"/>
              <a:gd name="csX34" fmla="*/ 106334 w 141777"/>
              <a:gd name="csY34" fmla="*/ 109858 h 141753"/>
              <a:gd name="csX35" fmla="*/ 102790 w 141777"/>
              <a:gd name="csY35" fmla="*/ 113413 h 141753"/>
              <a:gd name="csX36" fmla="*/ 99244 w 141777"/>
              <a:gd name="csY36" fmla="*/ 109858 h 141753"/>
              <a:gd name="csX37" fmla="*/ 99244 w 141777"/>
              <a:gd name="csY37" fmla="*/ 81517 h 141753"/>
              <a:gd name="csX38" fmla="*/ 102790 w 141777"/>
              <a:gd name="csY38" fmla="*/ 77962 h 141753"/>
              <a:gd name="csX39" fmla="*/ 33673 w 141777"/>
              <a:gd name="csY39" fmla="*/ 88594 h 141753"/>
              <a:gd name="csX40" fmla="*/ 42534 w 141777"/>
              <a:gd name="csY40" fmla="*/ 97457 h 141753"/>
              <a:gd name="csX41" fmla="*/ 33673 w 141777"/>
              <a:gd name="csY41" fmla="*/ 106319 h 141753"/>
              <a:gd name="csX42" fmla="*/ 24811 w 141777"/>
              <a:gd name="csY42" fmla="*/ 97457 h 141753"/>
              <a:gd name="csX43" fmla="*/ 33673 w 141777"/>
              <a:gd name="csY43" fmla="*/ 88594 h 141753"/>
              <a:gd name="csX44" fmla="*/ 102790 w 141777"/>
              <a:gd name="csY44" fmla="*/ 119605 h 141753"/>
              <a:gd name="csX45" fmla="*/ 107220 w 141777"/>
              <a:gd name="csY45" fmla="*/ 124045 h 141753"/>
              <a:gd name="csX46" fmla="*/ 102790 w 141777"/>
              <a:gd name="csY46" fmla="*/ 128468 h 141753"/>
              <a:gd name="csX47" fmla="*/ 98358 w 141777"/>
              <a:gd name="csY47" fmla="*/ 124045 h 141753"/>
              <a:gd name="csX48" fmla="*/ 102790 w 141777"/>
              <a:gd name="csY48" fmla="*/ 119605 h 141753"/>
            </a:gdLst>
            <a:ahLst/>
            <a:cxnLst/>
            <a:rect l="l" t="t" r="r" b="b"/>
            <a:pathLst>
              <a:path w="100000" h="100000">
                <a:moveTo>
                  <a:pt x="16251" y="8"/>
                </a:moveTo>
                <a:cubicBezTo>
                  <a:pt x="7290" y="8"/>
                  <a:pt x="0" y="7292"/>
                  <a:pt x="0" y="16254"/>
                </a:cubicBezTo>
                <a:lnTo>
                  <a:pt x="0" y="20010"/>
                </a:lnTo>
                <a:lnTo>
                  <a:pt x="90001" y="20010"/>
                </a:lnTo>
                <a:lnTo>
                  <a:pt x="90001" y="16254"/>
                </a:lnTo>
                <a:cubicBezTo>
                  <a:pt x="90001" y="7292"/>
                  <a:pt x="82711" y="8"/>
                  <a:pt x="73750" y="8"/>
                </a:cubicBezTo>
                <a:lnTo>
                  <a:pt x="16251" y="8"/>
                </a:lnTo>
                <a:close/>
                <a:moveTo>
                  <a:pt x="0" y="27509"/>
                </a:moveTo>
                <a:lnTo>
                  <a:pt x="0" y="73751"/>
                </a:lnTo>
                <a:cubicBezTo>
                  <a:pt x="0" y="82702"/>
                  <a:pt x="7290" y="89997"/>
                  <a:pt x="16251" y="89997"/>
                </a:cubicBezTo>
                <a:lnTo>
                  <a:pt x="45142" y="89997"/>
                </a:lnTo>
                <a:cubicBezTo>
                  <a:pt x="41902" y="84946"/>
                  <a:pt x="40000" y="78947"/>
                  <a:pt x="40000" y="72503"/>
                </a:cubicBezTo>
                <a:cubicBezTo>
                  <a:pt x="40000" y="64752"/>
                  <a:pt x="42721" y="57649"/>
                  <a:pt x="47242" y="52070"/>
                </a:cubicBezTo>
                <a:cubicBezTo>
                  <a:pt x="46544" y="52334"/>
                  <a:pt x="45792" y="52502"/>
                  <a:pt x="45000" y="52502"/>
                </a:cubicBezTo>
                <a:cubicBezTo>
                  <a:pt x="41548" y="52502"/>
                  <a:pt x="38751" y="49706"/>
                  <a:pt x="38751" y="46251"/>
                </a:cubicBezTo>
                <a:cubicBezTo>
                  <a:pt x="38751" y="42795"/>
                  <a:pt x="41548" y="39999"/>
                  <a:pt x="45000" y="39999"/>
                </a:cubicBezTo>
                <a:cubicBezTo>
                  <a:pt x="48453" y="39999"/>
                  <a:pt x="51250" y="42795"/>
                  <a:pt x="51250" y="46251"/>
                </a:cubicBezTo>
                <a:cubicBezTo>
                  <a:pt x="51250" y="46970"/>
                  <a:pt x="51103" y="47642"/>
                  <a:pt x="50884" y="48279"/>
                </a:cubicBezTo>
                <a:cubicBezTo>
                  <a:pt x="56630" y="43143"/>
                  <a:pt x="64191" y="39999"/>
                  <a:pt x="72501" y="39999"/>
                </a:cubicBezTo>
                <a:cubicBezTo>
                  <a:pt x="78951" y="39999"/>
                  <a:pt x="84945" y="41907"/>
                  <a:pt x="90001" y="45147"/>
                </a:cubicBezTo>
                <a:lnTo>
                  <a:pt x="90001" y="27509"/>
                </a:lnTo>
                <a:lnTo>
                  <a:pt x="0" y="27509"/>
                </a:lnTo>
                <a:close/>
                <a:moveTo>
                  <a:pt x="23751" y="39999"/>
                </a:moveTo>
                <a:cubicBezTo>
                  <a:pt x="27203" y="39999"/>
                  <a:pt x="30001" y="42795"/>
                  <a:pt x="30001" y="46251"/>
                </a:cubicBezTo>
                <a:cubicBezTo>
                  <a:pt x="30001" y="49706"/>
                  <a:pt x="27203" y="52502"/>
                  <a:pt x="23751" y="52502"/>
                </a:cubicBezTo>
                <a:cubicBezTo>
                  <a:pt x="20298" y="52502"/>
                  <a:pt x="17500" y="49706"/>
                  <a:pt x="17500" y="46251"/>
                </a:cubicBezTo>
                <a:cubicBezTo>
                  <a:pt x="17500" y="42795"/>
                  <a:pt x="20298" y="39999"/>
                  <a:pt x="23751" y="39999"/>
                </a:cubicBezTo>
                <a:close/>
                <a:moveTo>
                  <a:pt x="72501" y="45003"/>
                </a:moveTo>
                <a:cubicBezTo>
                  <a:pt x="57313" y="45003"/>
                  <a:pt x="45000" y="57313"/>
                  <a:pt x="45000" y="72503"/>
                </a:cubicBezTo>
                <a:cubicBezTo>
                  <a:pt x="45000" y="87681"/>
                  <a:pt x="57313" y="99992"/>
                  <a:pt x="72501" y="99992"/>
                </a:cubicBezTo>
                <a:cubicBezTo>
                  <a:pt x="87688" y="99992"/>
                  <a:pt x="100001" y="87681"/>
                  <a:pt x="100001" y="72503"/>
                </a:cubicBezTo>
                <a:cubicBezTo>
                  <a:pt x="100001" y="57313"/>
                  <a:pt x="87688" y="45003"/>
                  <a:pt x="72501" y="45003"/>
                </a:cubicBezTo>
                <a:close/>
                <a:moveTo>
                  <a:pt x="72501" y="54998"/>
                </a:moveTo>
                <a:cubicBezTo>
                  <a:pt x="73884" y="54998"/>
                  <a:pt x="75001" y="56125"/>
                  <a:pt x="75001" y="57505"/>
                </a:cubicBezTo>
                <a:lnTo>
                  <a:pt x="75001" y="77495"/>
                </a:lnTo>
                <a:cubicBezTo>
                  <a:pt x="75001" y="78875"/>
                  <a:pt x="73884" y="80002"/>
                  <a:pt x="72501" y="80002"/>
                </a:cubicBezTo>
                <a:cubicBezTo>
                  <a:pt x="71119" y="80002"/>
                  <a:pt x="70000" y="78875"/>
                  <a:pt x="70000" y="77495"/>
                </a:cubicBezTo>
                <a:lnTo>
                  <a:pt x="70000" y="57505"/>
                </a:lnTo>
                <a:cubicBezTo>
                  <a:pt x="70000" y="56125"/>
                  <a:pt x="71119" y="54998"/>
                  <a:pt x="72501" y="54998"/>
                </a:cubicBezTo>
                <a:close/>
                <a:moveTo>
                  <a:pt x="23751" y="62497"/>
                </a:moveTo>
                <a:cubicBezTo>
                  <a:pt x="27203" y="62497"/>
                  <a:pt x="30001" y="65292"/>
                  <a:pt x="30001" y="68748"/>
                </a:cubicBezTo>
                <a:cubicBezTo>
                  <a:pt x="30001" y="72204"/>
                  <a:pt x="27203" y="74999"/>
                  <a:pt x="23751" y="74999"/>
                </a:cubicBezTo>
                <a:cubicBezTo>
                  <a:pt x="20298" y="74999"/>
                  <a:pt x="17500" y="72204"/>
                  <a:pt x="17500" y="68748"/>
                </a:cubicBezTo>
                <a:cubicBezTo>
                  <a:pt x="17500" y="65292"/>
                  <a:pt x="20298" y="62497"/>
                  <a:pt x="23751" y="62497"/>
                </a:cubicBezTo>
                <a:close/>
                <a:moveTo>
                  <a:pt x="72501" y="84370"/>
                </a:moveTo>
                <a:cubicBezTo>
                  <a:pt x="74226" y="84370"/>
                  <a:pt x="75626" y="85773"/>
                  <a:pt x="75626" y="87501"/>
                </a:cubicBezTo>
                <a:cubicBezTo>
                  <a:pt x="75626" y="89218"/>
                  <a:pt x="74226" y="90621"/>
                  <a:pt x="72501" y="90621"/>
                </a:cubicBezTo>
                <a:cubicBezTo>
                  <a:pt x="70775" y="90621"/>
                  <a:pt x="69375" y="89218"/>
                  <a:pt x="69375" y="87501"/>
                </a:cubicBezTo>
                <a:cubicBezTo>
                  <a:pt x="69375" y="85773"/>
                  <a:pt x="70775" y="84370"/>
                  <a:pt x="72501" y="8437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8" name="Красный — SVG 17">
            <a:extLst>
              <a:ext uri="{FF2B5EF4-FFF2-40B4-BE49-F238E27FC236}">
                <a16:creationId xmlns:a16="http://schemas.microsoft.com/office/drawing/2014/main" id="{4380B9D6-5589-6646-A3E1-B5655412CC0C}"/>
              </a:ext>
            </a:extLst>
          </p:cNvPr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>
              <a:gd name="csX0" fmla="*/ 23040 w 141777"/>
              <a:gd name="csY0" fmla="*/ 0 h 141753"/>
              <a:gd name="csX1" fmla="*/ 0 w 141777"/>
              <a:gd name="csY1" fmla="*/ 23033 h 141753"/>
              <a:gd name="csX2" fmla="*/ 0 w 141777"/>
              <a:gd name="csY2" fmla="*/ 28358 h 141753"/>
              <a:gd name="csX3" fmla="*/ 127601 w 141777"/>
              <a:gd name="csY3" fmla="*/ 28358 h 141753"/>
              <a:gd name="csX4" fmla="*/ 127601 w 141777"/>
              <a:gd name="csY4" fmla="*/ 23033 h 141753"/>
              <a:gd name="csX5" fmla="*/ 104561 w 141777"/>
              <a:gd name="csY5" fmla="*/ 0 h 141753"/>
              <a:gd name="csX6" fmla="*/ 23040 w 141777"/>
              <a:gd name="csY6" fmla="*/ 0 h 141753"/>
              <a:gd name="csX7" fmla="*/ 0 w 141777"/>
              <a:gd name="csY7" fmla="*/ 38990 h 141753"/>
              <a:gd name="csX8" fmla="*/ 0 w 141777"/>
              <a:gd name="csY8" fmla="*/ 104550 h 141753"/>
              <a:gd name="csX9" fmla="*/ 23040 w 141777"/>
              <a:gd name="csY9" fmla="*/ 127583 h 141753"/>
              <a:gd name="csX10" fmla="*/ 67545 w 141777"/>
              <a:gd name="csY10" fmla="*/ 127583 h 141753"/>
              <a:gd name="csX11" fmla="*/ 60256 w 141777"/>
              <a:gd name="csY11" fmla="*/ 102781 h 141753"/>
              <a:gd name="csX12" fmla="*/ 106334 w 141777"/>
              <a:gd name="csY12" fmla="*/ 56698 h 141753"/>
              <a:gd name="csX13" fmla="*/ 127601 w 141777"/>
              <a:gd name="csY13" fmla="*/ 61937 h 141753"/>
              <a:gd name="csX14" fmla="*/ 127601 w 141777"/>
              <a:gd name="csY14" fmla="*/ 38990 h 141753"/>
              <a:gd name="csX15" fmla="*/ 0 w 141777"/>
              <a:gd name="csY15" fmla="*/ 38990 h 141753"/>
              <a:gd name="csX16" fmla="*/ 33339 w 141777"/>
              <a:gd name="csY16" fmla="*/ 53160 h 141753"/>
              <a:gd name="csX17" fmla="*/ 42202 w 141777"/>
              <a:gd name="csY17" fmla="*/ 62022 h 141753"/>
              <a:gd name="csX18" fmla="*/ 33339 w 141777"/>
              <a:gd name="csY18" fmla="*/ 70885 h 141753"/>
              <a:gd name="csX19" fmla="*/ 24479 w 141777"/>
              <a:gd name="csY19" fmla="*/ 62022 h 141753"/>
              <a:gd name="csX20" fmla="*/ 33339 w 141777"/>
              <a:gd name="csY20" fmla="*/ 53160 h 141753"/>
              <a:gd name="csX21" fmla="*/ 63469 w 141777"/>
              <a:gd name="csY21" fmla="*/ 53160 h 141753"/>
              <a:gd name="csX22" fmla="*/ 72329 w 141777"/>
              <a:gd name="csY22" fmla="*/ 62022 h 141753"/>
              <a:gd name="csX23" fmla="*/ 63469 w 141777"/>
              <a:gd name="csY23" fmla="*/ 70885 h 141753"/>
              <a:gd name="csX24" fmla="*/ 54606 w 141777"/>
              <a:gd name="csY24" fmla="*/ 62022 h 141753"/>
              <a:gd name="csX25" fmla="*/ 63469 w 141777"/>
              <a:gd name="csY25" fmla="*/ 53160 h 141753"/>
              <a:gd name="csX26" fmla="*/ 106334 w 141777"/>
              <a:gd name="csY26" fmla="*/ 63792 h 141753"/>
              <a:gd name="csX27" fmla="*/ 100228 w 141777"/>
              <a:gd name="csY27" fmla="*/ 64302 h 141753"/>
              <a:gd name="csX28" fmla="*/ 99003 w 141777"/>
              <a:gd name="csY28" fmla="*/ 69371 h 141753"/>
              <a:gd name="csX29" fmla="*/ 81203 w 141777"/>
              <a:gd name="csY29" fmla="*/ 79646 h 141753"/>
              <a:gd name="csX30" fmla="*/ 76933 w 141777"/>
              <a:gd name="csY30" fmla="*/ 78387 h 141753"/>
              <a:gd name="csX31" fmla="*/ 70890 w 141777"/>
              <a:gd name="csY31" fmla="*/ 89512 h 141753"/>
              <a:gd name="csX32" fmla="*/ 74059 w 141777"/>
              <a:gd name="csY32" fmla="*/ 92557 h 141753"/>
              <a:gd name="csX33" fmla="*/ 74059 w 141777"/>
              <a:gd name="csY33" fmla="*/ 112988 h 141753"/>
              <a:gd name="csX34" fmla="*/ 70890 w 141777"/>
              <a:gd name="csY34" fmla="*/ 116050 h 141753"/>
              <a:gd name="csX35" fmla="*/ 76933 w 141777"/>
              <a:gd name="csY35" fmla="*/ 127175 h 141753"/>
              <a:gd name="csX36" fmla="*/ 81203 w 141777"/>
              <a:gd name="csY36" fmla="*/ 125916 h 141753"/>
              <a:gd name="csX37" fmla="*/ 99003 w 141777"/>
              <a:gd name="csY37" fmla="*/ 136174 h 141753"/>
              <a:gd name="csX38" fmla="*/ 100228 w 141777"/>
              <a:gd name="csY38" fmla="*/ 141260 h 141753"/>
              <a:gd name="csX39" fmla="*/ 106334 w 141777"/>
              <a:gd name="csY39" fmla="*/ 141753 h 141753"/>
              <a:gd name="csX40" fmla="*/ 112440 w 141777"/>
              <a:gd name="csY40" fmla="*/ 141243 h 141753"/>
              <a:gd name="csX41" fmla="*/ 113665 w 141777"/>
              <a:gd name="csY41" fmla="*/ 136174 h 141753"/>
              <a:gd name="csX42" fmla="*/ 131464 w 141777"/>
              <a:gd name="csY42" fmla="*/ 125899 h 141753"/>
              <a:gd name="csX43" fmla="*/ 135735 w 141777"/>
              <a:gd name="csY43" fmla="*/ 127175 h 141753"/>
              <a:gd name="csX44" fmla="*/ 141778 w 141777"/>
              <a:gd name="csY44" fmla="*/ 116033 h 141753"/>
              <a:gd name="csX45" fmla="*/ 138608 w 141777"/>
              <a:gd name="csY45" fmla="*/ 112988 h 141753"/>
              <a:gd name="csX46" fmla="*/ 138608 w 141777"/>
              <a:gd name="csY46" fmla="*/ 92557 h 141753"/>
              <a:gd name="csX47" fmla="*/ 141778 w 141777"/>
              <a:gd name="csY47" fmla="*/ 89512 h 141753"/>
              <a:gd name="csX48" fmla="*/ 135735 w 141777"/>
              <a:gd name="csY48" fmla="*/ 78387 h 141753"/>
              <a:gd name="csX49" fmla="*/ 131464 w 141777"/>
              <a:gd name="csY49" fmla="*/ 79646 h 141753"/>
              <a:gd name="csX50" fmla="*/ 113665 w 141777"/>
              <a:gd name="csY50" fmla="*/ 69371 h 141753"/>
              <a:gd name="csX51" fmla="*/ 112440 w 141777"/>
              <a:gd name="csY51" fmla="*/ 64302 h 141753"/>
              <a:gd name="csX52" fmla="*/ 106334 w 141777"/>
              <a:gd name="csY52" fmla="*/ 63792 h 141753"/>
              <a:gd name="csX53" fmla="*/ 33339 w 141777"/>
              <a:gd name="csY53" fmla="*/ 85056 h 141753"/>
              <a:gd name="csX54" fmla="*/ 42202 w 141777"/>
              <a:gd name="csY54" fmla="*/ 93918 h 141753"/>
              <a:gd name="csX55" fmla="*/ 33339 w 141777"/>
              <a:gd name="csY55" fmla="*/ 102781 h 141753"/>
              <a:gd name="csX56" fmla="*/ 24479 w 141777"/>
              <a:gd name="csY56" fmla="*/ 93918 h 141753"/>
              <a:gd name="csX57" fmla="*/ 33339 w 141777"/>
              <a:gd name="csY57" fmla="*/ 85056 h 141753"/>
              <a:gd name="csX58" fmla="*/ 106334 w 141777"/>
              <a:gd name="csY58" fmla="*/ 92149 h 141753"/>
              <a:gd name="csX59" fmla="*/ 116967 w 141777"/>
              <a:gd name="csY59" fmla="*/ 102781 h 141753"/>
              <a:gd name="csX60" fmla="*/ 106334 w 141777"/>
              <a:gd name="csY60" fmla="*/ 113413 h 141753"/>
              <a:gd name="csX61" fmla="*/ 95700 w 141777"/>
              <a:gd name="csY61" fmla="*/ 102781 h 141753"/>
              <a:gd name="csX62" fmla="*/ 106334 w 141777"/>
              <a:gd name="csY62" fmla="*/ 92149 h 141753"/>
            </a:gdLst>
            <a:ahLst/>
            <a:cxnLst/>
            <a:rect l="l" t="t" r="r" b="b"/>
            <a:pathLst>
              <a:path w="100000" h="100000">
                <a:moveTo>
                  <a:pt x="16251" y="8"/>
                </a:moveTo>
                <a:cubicBezTo>
                  <a:pt x="7290" y="8"/>
                  <a:pt x="0" y="7292"/>
                  <a:pt x="0" y="16254"/>
                </a:cubicBezTo>
                <a:lnTo>
                  <a:pt x="0" y="20010"/>
                </a:lnTo>
                <a:lnTo>
                  <a:pt x="90001" y="20010"/>
                </a:lnTo>
                <a:lnTo>
                  <a:pt x="90001" y="16254"/>
                </a:lnTo>
                <a:cubicBezTo>
                  <a:pt x="90001" y="7292"/>
                  <a:pt x="82711" y="8"/>
                  <a:pt x="73750" y="8"/>
                </a:cubicBezTo>
                <a:lnTo>
                  <a:pt x="16251" y="8"/>
                </a:lnTo>
                <a:close/>
                <a:moveTo>
                  <a:pt x="0" y="27509"/>
                </a:moveTo>
                <a:lnTo>
                  <a:pt x="0" y="73751"/>
                </a:lnTo>
                <a:cubicBezTo>
                  <a:pt x="0" y="82702"/>
                  <a:pt x="7290" y="89997"/>
                  <a:pt x="16251" y="89997"/>
                </a:cubicBezTo>
                <a:lnTo>
                  <a:pt x="47642" y="89997"/>
                </a:lnTo>
                <a:cubicBezTo>
                  <a:pt x="44401" y="84946"/>
                  <a:pt x="42501" y="78947"/>
                  <a:pt x="42501" y="72503"/>
                </a:cubicBezTo>
                <a:cubicBezTo>
                  <a:pt x="42501" y="54553"/>
                  <a:pt x="57051" y="39999"/>
                  <a:pt x="75001" y="39999"/>
                </a:cubicBezTo>
                <a:cubicBezTo>
                  <a:pt x="80415" y="39999"/>
                  <a:pt x="85510" y="41343"/>
                  <a:pt x="90001" y="43695"/>
                </a:cubicBezTo>
                <a:lnTo>
                  <a:pt x="90001" y="27509"/>
                </a:lnTo>
                <a:lnTo>
                  <a:pt x="0" y="27509"/>
                </a:lnTo>
                <a:close/>
                <a:moveTo>
                  <a:pt x="23515" y="37504"/>
                </a:moveTo>
                <a:cubicBezTo>
                  <a:pt x="26968" y="37504"/>
                  <a:pt x="29766" y="40299"/>
                  <a:pt x="29766" y="43755"/>
                </a:cubicBezTo>
                <a:cubicBezTo>
                  <a:pt x="29766" y="47211"/>
                  <a:pt x="26968" y="50006"/>
                  <a:pt x="23515" y="50006"/>
                </a:cubicBezTo>
                <a:cubicBezTo>
                  <a:pt x="20063" y="50006"/>
                  <a:pt x="17266" y="47211"/>
                  <a:pt x="17266" y="43755"/>
                </a:cubicBezTo>
                <a:cubicBezTo>
                  <a:pt x="17266" y="40299"/>
                  <a:pt x="20063" y="37504"/>
                  <a:pt x="23515" y="37504"/>
                </a:cubicBezTo>
                <a:close/>
                <a:moveTo>
                  <a:pt x="44767" y="37504"/>
                </a:moveTo>
                <a:cubicBezTo>
                  <a:pt x="48219" y="37504"/>
                  <a:pt x="51016" y="40299"/>
                  <a:pt x="51016" y="43755"/>
                </a:cubicBezTo>
                <a:cubicBezTo>
                  <a:pt x="51016" y="47211"/>
                  <a:pt x="48219" y="50006"/>
                  <a:pt x="44767" y="50006"/>
                </a:cubicBezTo>
                <a:cubicBezTo>
                  <a:pt x="41314" y="50006"/>
                  <a:pt x="38515" y="47211"/>
                  <a:pt x="38515" y="43755"/>
                </a:cubicBezTo>
                <a:cubicBezTo>
                  <a:pt x="38515" y="40299"/>
                  <a:pt x="41314" y="37504"/>
                  <a:pt x="44767" y="37504"/>
                </a:cubicBezTo>
                <a:close/>
                <a:moveTo>
                  <a:pt x="75001" y="45003"/>
                </a:moveTo>
                <a:cubicBezTo>
                  <a:pt x="73533" y="45003"/>
                  <a:pt x="72097" y="45123"/>
                  <a:pt x="70694" y="45363"/>
                </a:cubicBezTo>
                <a:lnTo>
                  <a:pt x="69830" y="48938"/>
                </a:lnTo>
                <a:cubicBezTo>
                  <a:pt x="68487" y="54506"/>
                  <a:pt x="62763" y="57806"/>
                  <a:pt x="57275" y="56185"/>
                </a:cubicBezTo>
                <a:lnTo>
                  <a:pt x="54263" y="55297"/>
                </a:lnTo>
                <a:cubicBezTo>
                  <a:pt x="52454" y="57625"/>
                  <a:pt x="51003" y="60277"/>
                  <a:pt x="50001" y="63144"/>
                </a:cubicBezTo>
                <a:lnTo>
                  <a:pt x="52236" y="65292"/>
                </a:lnTo>
                <a:cubicBezTo>
                  <a:pt x="56325" y="69228"/>
                  <a:pt x="56325" y="75767"/>
                  <a:pt x="52236" y="79703"/>
                </a:cubicBezTo>
                <a:lnTo>
                  <a:pt x="50001" y="81862"/>
                </a:lnTo>
                <a:cubicBezTo>
                  <a:pt x="51003" y="84730"/>
                  <a:pt x="52450" y="87370"/>
                  <a:pt x="54263" y="89709"/>
                </a:cubicBezTo>
                <a:lnTo>
                  <a:pt x="57275" y="88821"/>
                </a:lnTo>
                <a:cubicBezTo>
                  <a:pt x="62763" y="87190"/>
                  <a:pt x="68487" y="90501"/>
                  <a:pt x="69830" y="96056"/>
                </a:cubicBezTo>
                <a:lnTo>
                  <a:pt x="70694" y="99644"/>
                </a:lnTo>
                <a:cubicBezTo>
                  <a:pt x="72097" y="99872"/>
                  <a:pt x="73535" y="99992"/>
                  <a:pt x="75001" y="99992"/>
                </a:cubicBezTo>
                <a:cubicBezTo>
                  <a:pt x="76469" y="99992"/>
                  <a:pt x="77905" y="99872"/>
                  <a:pt x="79308" y="99632"/>
                </a:cubicBezTo>
                <a:lnTo>
                  <a:pt x="80172" y="96056"/>
                </a:lnTo>
                <a:cubicBezTo>
                  <a:pt x="81515" y="90489"/>
                  <a:pt x="87238" y="87190"/>
                  <a:pt x="92726" y="88809"/>
                </a:cubicBezTo>
                <a:lnTo>
                  <a:pt x="95738" y="89709"/>
                </a:lnTo>
                <a:cubicBezTo>
                  <a:pt x="97548" y="87370"/>
                  <a:pt x="98998" y="84718"/>
                  <a:pt x="100001" y="81850"/>
                </a:cubicBezTo>
                <a:lnTo>
                  <a:pt x="97765" y="79703"/>
                </a:lnTo>
                <a:cubicBezTo>
                  <a:pt x="93677" y="75779"/>
                  <a:pt x="93677" y="69228"/>
                  <a:pt x="97765" y="65292"/>
                </a:cubicBezTo>
                <a:lnTo>
                  <a:pt x="100001" y="63144"/>
                </a:lnTo>
                <a:cubicBezTo>
                  <a:pt x="98998" y="60277"/>
                  <a:pt x="97551" y="57625"/>
                  <a:pt x="95738" y="55297"/>
                </a:cubicBezTo>
                <a:lnTo>
                  <a:pt x="92726" y="56185"/>
                </a:lnTo>
                <a:cubicBezTo>
                  <a:pt x="87238" y="57806"/>
                  <a:pt x="81515" y="54506"/>
                  <a:pt x="80172" y="48938"/>
                </a:cubicBezTo>
                <a:lnTo>
                  <a:pt x="79308" y="45363"/>
                </a:lnTo>
                <a:cubicBezTo>
                  <a:pt x="77905" y="45123"/>
                  <a:pt x="76469" y="45003"/>
                  <a:pt x="75001" y="45003"/>
                </a:cubicBezTo>
                <a:close/>
                <a:moveTo>
                  <a:pt x="23515" y="60001"/>
                </a:moveTo>
                <a:cubicBezTo>
                  <a:pt x="26968" y="60001"/>
                  <a:pt x="29766" y="62797"/>
                  <a:pt x="29766" y="66252"/>
                </a:cubicBezTo>
                <a:cubicBezTo>
                  <a:pt x="29766" y="69707"/>
                  <a:pt x="26968" y="72503"/>
                  <a:pt x="23515" y="72503"/>
                </a:cubicBezTo>
                <a:cubicBezTo>
                  <a:pt x="20063" y="72503"/>
                  <a:pt x="17266" y="69707"/>
                  <a:pt x="17266" y="66252"/>
                </a:cubicBezTo>
                <a:cubicBezTo>
                  <a:pt x="17266" y="62797"/>
                  <a:pt x="20063" y="60001"/>
                  <a:pt x="23515" y="60001"/>
                </a:cubicBezTo>
                <a:close/>
                <a:moveTo>
                  <a:pt x="75001" y="65004"/>
                </a:moveTo>
                <a:cubicBezTo>
                  <a:pt x="79143" y="65004"/>
                  <a:pt x="82501" y="68352"/>
                  <a:pt x="82501" y="72503"/>
                </a:cubicBezTo>
                <a:cubicBezTo>
                  <a:pt x="82501" y="76643"/>
                  <a:pt x="79143" y="80002"/>
                  <a:pt x="75001" y="80002"/>
                </a:cubicBezTo>
                <a:cubicBezTo>
                  <a:pt x="70858" y="80002"/>
                  <a:pt x="67500" y="76643"/>
                  <a:pt x="67500" y="72503"/>
                </a:cubicBezTo>
                <a:cubicBezTo>
                  <a:pt x="67500" y="68352"/>
                  <a:pt x="70858" y="65004"/>
                  <a:pt x="75001" y="65004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69" name="Красный — SVG 18">
            <a:extLst>
              <a:ext uri="{FF2B5EF4-FFF2-40B4-BE49-F238E27FC236}">
                <a16:creationId xmlns:a16="http://schemas.microsoft.com/office/drawing/2014/main" id="{FC5193A4-7BEB-E740-83F7-BD9EFA67FB2F}"/>
              </a:ext>
            </a:extLst>
          </p:cNvPr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>
              <a:gd name="csX0" fmla="*/ 12403 w 155961"/>
              <a:gd name="csY0" fmla="*/ 0 h 141753"/>
              <a:gd name="csX1" fmla="*/ 0 w 155961"/>
              <a:gd name="csY1" fmla="*/ 12401 h 141753"/>
              <a:gd name="csX2" fmla="*/ 12403 w 155961"/>
              <a:gd name="csY2" fmla="*/ 24802 h 141753"/>
              <a:gd name="csX3" fmla="*/ 143542 w 155961"/>
              <a:gd name="csY3" fmla="*/ 24802 h 141753"/>
              <a:gd name="csX4" fmla="*/ 155962 w 155961"/>
              <a:gd name="csY4" fmla="*/ 12401 h 141753"/>
              <a:gd name="csX5" fmla="*/ 143542 w 155961"/>
              <a:gd name="csY5" fmla="*/ 0 h 141753"/>
              <a:gd name="csX6" fmla="*/ 12403 w 155961"/>
              <a:gd name="csY6" fmla="*/ 0 h 141753"/>
              <a:gd name="csX7" fmla="*/ 10633 w 155961"/>
              <a:gd name="csY7" fmla="*/ 31896 h 141753"/>
              <a:gd name="csX8" fmla="*/ 10633 w 155961"/>
              <a:gd name="csY8" fmla="*/ 109858 h 141753"/>
              <a:gd name="csX9" fmla="*/ 8864 w 155961"/>
              <a:gd name="csY9" fmla="*/ 109858 h 141753"/>
              <a:gd name="csX10" fmla="*/ 6805 w 155961"/>
              <a:gd name="csY10" fmla="*/ 110249 h 141753"/>
              <a:gd name="csX11" fmla="*/ 5053 w 155961"/>
              <a:gd name="csY11" fmla="*/ 111389 h 141753"/>
              <a:gd name="csX12" fmla="*/ 3879 w 155961"/>
              <a:gd name="csY12" fmla="*/ 113124 h 141753"/>
              <a:gd name="csX13" fmla="*/ 3471 w 155961"/>
              <a:gd name="csY13" fmla="*/ 115182 h 141753"/>
              <a:gd name="csX14" fmla="*/ 3879 w 155961"/>
              <a:gd name="csY14" fmla="*/ 117224 h 141753"/>
              <a:gd name="csX15" fmla="*/ 5053 w 155961"/>
              <a:gd name="csY15" fmla="*/ 118959 h 141753"/>
              <a:gd name="csX16" fmla="*/ 6805 w 155961"/>
              <a:gd name="csY16" fmla="*/ 120115 h 141753"/>
              <a:gd name="csX17" fmla="*/ 8864 w 155961"/>
              <a:gd name="csY17" fmla="*/ 120490 h 141753"/>
              <a:gd name="csX18" fmla="*/ 72664 w 155961"/>
              <a:gd name="csY18" fmla="*/ 120490 h 141753"/>
              <a:gd name="csX19" fmla="*/ 72664 w 155961"/>
              <a:gd name="csY19" fmla="*/ 129999 h 141753"/>
              <a:gd name="csX20" fmla="*/ 70980 w 155961"/>
              <a:gd name="csY20" fmla="*/ 133622 h 141753"/>
              <a:gd name="csX21" fmla="*/ 71524 w 155961"/>
              <a:gd name="csY21" fmla="*/ 137586 h 141753"/>
              <a:gd name="csX22" fmla="*/ 74144 w 155961"/>
              <a:gd name="csY22" fmla="*/ 140631 h 141753"/>
              <a:gd name="csX23" fmla="*/ 77972 w 155961"/>
              <a:gd name="csY23" fmla="*/ 141753 h 141753"/>
              <a:gd name="csX24" fmla="*/ 81817 w 155961"/>
              <a:gd name="csY24" fmla="*/ 140631 h 141753"/>
              <a:gd name="csX25" fmla="*/ 84438 w 155961"/>
              <a:gd name="csY25" fmla="*/ 137586 h 141753"/>
              <a:gd name="csX26" fmla="*/ 84982 w 155961"/>
              <a:gd name="csY26" fmla="*/ 133622 h 141753"/>
              <a:gd name="csX27" fmla="*/ 83298 w 155961"/>
              <a:gd name="csY27" fmla="*/ 129982 h 141753"/>
              <a:gd name="csX28" fmla="*/ 83298 w 155961"/>
              <a:gd name="csY28" fmla="*/ 120490 h 141753"/>
              <a:gd name="csX29" fmla="*/ 147098 w 155961"/>
              <a:gd name="csY29" fmla="*/ 120490 h 141753"/>
              <a:gd name="csX30" fmla="*/ 149157 w 155961"/>
              <a:gd name="csY30" fmla="*/ 120115 h 141753"/>
              <a:gd name="csX31" fmla="*/ 150909 w 155961"/>
              <a:gd name="csY31" fmla="*/ 118959 h 141753"/>
              <a:gd name="csX32" fmla="*/ 152083 w 155961"/>
              <a:gd name="csY32" fmla="*/ 117224 h 141753"/>
              <a:gd name="csX33" fmla="*/ 152491 w 155961"/>
              <a:gd name="csY33" fmla="*/ 115182 h 141753"/>
              <a:gd name="csX34" fmla="*/ 152083 w 155961"/>
              <a:gd name="csY34" fmla="*/ 113124 h 141753"/>
              <a:gd name="csX35" fmla="*/ 150909 w 155961"/>
              <a:gd name="csY35" fmla="*/ 111389 h 141753"/>
              <a:gd name="csX36" fmla="*/ 149157 w 155961"/>
              <a:gd name="csY36" fmla="*/ 110249 h 141753"/>
              <a:gd name="csX37" fmla="*/ 147098 w 155961"/>
              <a:gd name="csY37" fmla="*/ 109858 h 141753"/>
              <a:gd name="csX38" fmla="*/ 145329 w 155961"/>
              <a:gd name="csY38" fmla="*/ 109858 h 141753"/>
              <a:gd name="csX39" fmla="*/ 145329 w 155961"/>
              <a:gd name="csY39" fmla="*/ 31896 h 141753"/>
              <a:gd name="csX40" fmla="*/ 10633 w 155961"/>
              <a:gd name="csY40" fmla="*/ 31896 h 141753"/>
            </a:gdLst>
            <a:ahLst/>
            <a:cxnLst/>
            <a:rect l="l" t="t" r="r" b="b"/>
            <a:pathLst>
              <a:path w="100000" h="100000">
                <a:moveTo>
                  <a:pt x="7953" y="4555"/>
                </a:moveTo>
                <a:cubicBezTo>
                  <a:pt x="3567" y="4555"/>
                  <a:pt x="0" y="8122"/>
                  <a:pt x="0" y="12506"/>
                </a:cubicBezTo>
                <a:cubicBezTo>
                  <a:pt x="0" y="16891"/>
                  <a:pt x="3567" y="20458"/>
                  <a:pt x="7953" y="20458"/>
                </a:cubicBezTo>
                <a:lnTo>
                  <a:pt x="92037" y="20458"/>
                </a:lnTo>
                <a:cubicBezTo>
                  <a:pt x="96434" y="20458"/>
                  <a:pt x="100001" y="16891"/>
                  <a:pt x="100001" y="12506"/>
                </a:cubicBezTo>
                <a:cubicBezTo>
                  <a:pt x="100001" y="8122"/>
                  <a:pt x="96434" y="4555"/>
                  <a:pt x="92037" y="4555"/>
                </a:cubicBezTo>
                <a:lnTo>
                  <a:pt x="7953" y="4555"/>
                </a:lnTo>
                <a:close/>
                <a:moveTo>
                  <a:pt x="6818" y="25006"/>
                </a:moveTo>
                <a:lnTo>
                  <a:pt x="6818" y="74994"/>
                </a:lnTo>
                <a:lnTo>
                  <a:pt x="5683" y="74994"/>
                </a:lnTo>
                <a:cubicBezTo>
                  <a:pt x="5225" y="74994"/>
                  <a:pt x="4778" y="75071"/>
                  <a:pt x="4363" y="75245"/>
                </a:cubicBezTo>
                <a:cubicBezTo>
                  <a:pt x="3938" y="75409"/>
                  <a:pt x="3556" y="75659"/>
                  <a:pt x="3240" y="75976"/>
                </a:cubicBezTo>
                <a:cubicBezTo>
                  <a:pt x="2913" y="76292"/>
                  <a:pt x="2662" y="76674"/>
                  <a:pt x="2487" y="77089"/>
                </a:cubicBezTo>
                <a:cubicBezTo>
                  <a:pt x="2313" y="77503"/>
                  <a:pt x="2226" y="77950"/>
                  <a:pt x="2226" y="78408"/>
                </a:cubicBezTo>
                <a:cubicBezTo>
                  <a:pt x="2226" y="78856"/>
                  <a:pt x="2313" y="79303"/>
                  <a:pt x="2487" y="79717"/>
                </a:cubicBezTo>
                <a:cubicBezTo>
                  <a:pt x="2662" y="80142"/>
                  <a:pt x="2913" y="80513"/>
                  <a:pt x="3240" y="80830"/>
                </a:cubicBezTo>
                <a:cubicBezTo>
                  <a:pt x="3556" y="81146"/>
                  <a:pt x="3938" y="81397"/>
                  <a:pt x="4363" y="81571"/>
                </a:cubicBezTo>
                <a:cubicBezTo>
                  <a:pt x="4778" y="81735"/>
                  <a:pt x="5225" y="81822"/>
                  <a:pt x="5683" y="81811"/>
                </a:cubicBezTo>
                <a:lnTo>
                  <a:pt x="46591" y="81811"/>
                </a:lnTo>
                <a:lnTo>
                  <a:pt x="46591" y="87909"/>
                </a:lnTo>
                <a:cubicBezTo>
                  <a:pt x="46013" y="88563"/>
                  <a:pt x="45642" y="89370"/>
                  <a:pt x="45511" y="90232"/>
                </a:cubicBezTo>
                <a:cubicBezTo>
                  <a:pt x="45381" y="91093"/>
                  <a:pt x="45500" y="91977"/>
                  <a:pt x="45860" y="92773"/>
                </a:cubicBezTo>
                <a:cubicBezTo>
                  <a:pt x="46221" y="93570"/>
                  <a:pt x="46799" y="94245"/>
                  <a:pt x="47540" y="94726"/>
                </a:cubicBezTo>
                <a:cubicBezTo>
                  <a:pt x="48271" y="95194"/>
                  <a:pt x="49122" y="95445"/>
                  <a:pt x="49995" y="95445"/>
                </a:cubicBezTo>
                <a:cubicBezTo>
                  <a:pt x="50868" y="95445"/>
                  <a:pt x="51730" y="95194"/>
                  <a:pt x="52460" y="94726"/>
                </a:cubicBezTo>
                <a:cubicBezTo>
                  <a:pt x="53202" y="94245"/>
                  <a:pt x="53780" y="93570"/>
                  <a:pt x="54140" y="92773"/>
                </a:cubicBezTo>
                <a:cubicBezTo>
                  <a:pt x="54500" y="91977"/>
                  <a:pt x="54620" y="91093"/>
                  <a:pt x="54489" y="90232"/>
                </a:cubicBezTo>
                <a:cubicBezTo>
                  <a:pt x="54358" y="89359"/>
                  <a:pt x="53987" y="88552"/>
                  <a:pt x="53410" y="87898"/>
                </a:cubicBezTo>
                <a:lnTo>
                  <a:pt x="53410" y="81811"/>
                </a:lnTo>
                <a:lnTo>
                  <a:pt x="94317" y="81811"/>
                </a:lnTo>
                <a:cubicBezTo>
                  <a:pt x="94764" y="81822"/>
                  <a:pt x="95212" y="81735"/>
                  <a:pt x="95637" y="81571"/>
                </a:cubicBezTo>
                <a:cubicBezTo>
                  <a:pt x="96052" y="81397"/>
                  <a:pt x="96434" y="81146"/>
                  <a:pt x="96761" y="80830"/>
                </a:cubicBezTo>
                <a:cubicBezTo>
                  <a:pt x="97077" y="80513"/>
                  <a:pt x="97339" y="80142"/>
                  <a:pt x="97513" y="79717"/>
                </a:cubicBezTo>
                <a:cubicBezTo>
                  <a:pt x="97688" y="79303"/>
                  <a:pt x="97775" y="78856"/>
                  <a:pt x="97775" y="78408"/>
                </a:cubicBezTo>
                <a:cubicBezTo>
                  <a:pt x="97775" y="77950"/>
                  <a:pt x="97688" y="77503"/>
                  <a:pt x="97513" y="77089"/>
                </a:cubicBezTo>
                <a:cubicBezTo>
                  <a:pt x="97339" y="76674"/>
                  <a:pt x="97077" y="76292"/>
                  <a:pt x="96761" y="75976"/>
                </a:cubicBezTo>
                <a:cubicBezTo>
                  <a:pt x="96434" y="75659"/>
                  <a:pt x="96052" y="75409"/>
                  <a:pt x="95637" y="75245"/>
                </a:cubicBezTo>
                <a:cubicBezTo>
                  <a:pt x="95212" y="75071"/>
                  <a:pt x="94764" y="74994"/>
                  <a:pt x="94317" y="74994"/>
                </a:cubicBezTo>
                <a:lnTo>
                  <a:pt x="93183" y="74994"/>
                </a:lnTo>
                <a:lnTo>
                  <a:pt x="93183" y="25006"/>
                </a:lnTo>
                <a:lnTo>
                  <a:pt x="6818" y="2500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0" name="Красный — SVG 19">
            <a:extLst>
              <a:ext uri="{FF2B5EF4-FFF2-40B4-BE49-F238E27FC236}">
                <a16:creationId xmlns:a16="http://schemas.microsoft.com/office/drawing/2014/main" id="{6E748DD2-1F13-E249-B564-31CB4B7876ED}"/>
              </a:ext>
            </a:extLst>
          </p:cNvPr>
          <p:cNvSpPr>
            <a:spLocks noGrp="1"/>
          </p:cNvSpPr>
          <p:nvPr/>
        </p:nvSpPr>
        <p:spPr>
          <a:xfrm>
            <a:off x="420000" y="1410000"/>
            <a:ext cx="220000" cy="220000"/>
          </a:xfrm>
          <a:custGeom>
            <a:avLst/>
            <a:gdLst>
              <a:gd name="csX0" fmla="*/ 40761 w 148867"/>
              <a:gd name="csY0" fmla="*/ 0 h 148847"/>
              <a:gd name="csX1" fmla="*/ 0 w 148867"/>
              <a:gd name="csY1" fmla="*/ 40759 h 148847"/>
              <a:gd name="csX2" fmla="*/ 40761 w 148867"/>
              <a:gd name="csY2" fmla="*/ 81517 h 148847"/>
              <a:gd name="csX3" fmla="*/ 81523 w 148867"/>
              <a:gd name="csY3" fmla="*/ 40759 h 148847"/>
              <a:gd name="csX4" fmla="*/ 40761 w 148867"/>
              <a:gd name="csY4" fmla="*/ 0 h 148847"/>
              <a:gd name="csX5" fmla="*/ 40761 w 148867"/>
              <a:gd name="csY5" fmla="*/ 10632 h 148847"/>
              <a:gd name="csX6" fmla="*/ 70890 w 148867"/>
              <a:gd name="csY6" fmla="*/ 40759 h 148847"/>
              <a:gd name="csX7" fmla="*/ 40761 w 148867"/>
              <a:gd name="csY7" fmla="*/ 70885 h 148847"/>
              <a:gd name="csX8" fmla="*/ 10633 w 148867"/>
              <a:gd name="csY8" fmla="*/ 40759 h 148847"/>
              <a:gd name="csX9" fmla="*/ 40761 w 148867"/>
              <a:gd name="csY9" fmla="*/ 10632 h 148847"/>
              <a:gd name="csX10" fmla="*/ 40679 w 148867"/>
              <a:gd name="csY10" fmla="*/ 17641 h 148847"/>
              <a:gd name="csX11" fmla="*/ 36946 w 148867"/>
              <a:gd name="csY11" fmla="*/ 19256 h 148847"/>
              <a:gd name="csX12" fmla="*/ 35444 w 148867"/>
              <a:gd name="csY12" fmla="*/ 23033 h 148847"/>
              <a:gd name="csX13" fmla="*/ 35444 w 148867"/>
              <a:gd name="csY13" fmla="*/ 40759 h 148847"/>
              <a:gd name="csX14" fmla="*/ 37002 w 148867"/>
              <a:gd name="csY14" fmla="*/ 44518 h 148847"/>
              <a:gd name="csX15" fmla="*/ 44092 w 148867"/>
              <a:gd name="csY15" fmla="*/ 51595 h 148847"/>
              <a:gd name="csX16" fmla="*/ 45817 w 148867"/>
              <a:gd name="csY16" fmla="*/ 52803 h 148847"/>
              <a:gd name="csX17" fmla="*/ 47872 w 148867"/>
              <a:gd name="csY17" fmla="*/ 53245 h 148847"/>
              <a:gd name="csX18" fmla="*/ 49936 w 148867"/>
              <a:gd name="csY18" fmla="*/ 52837 h 148847"/>
              <a:gd name="csX19" fmla="*/ 51687 w 148867"/>
              <a:gd name="csY19" fmla="*/ 51680 h 148847"/>
              <a:gd name="csX20" fmla="*/ 52849 w 148867"/>
              <a:gd name="csY20" fmla="*/ 49928 h 148847"/>
              <a:gd name="csX21" fmla="*/ 53243 w 148867"/>
              <a:gd name="csY21" fmla="*/ 47869 h 148847"/>
              <a:gd name="csX22" fmla="*/ 52808 w 148867"/>
              <a:gd name="csY22" fmla="*/ 45811 h 148847"/>
              <a:gd name="csX23" fmla="*/ 51609 w 148867"/>
              <a:gd name="csY23" fmla="*/ 44093 h 148847"/>
              <a:gd name="csX24" fmla="*/ 46077 w 148867"/>
              <a:gd name="csY24" fmla="*/ 38547 h 148847"/>
              <a:gd name="csX25" fmla="*/ 46077 w 148867"/>
              <a:gd name="csY25" fmla="*/ 23033 h 148847"/>
              <a:gd name="csX26" fmla="*/ 45688 w 148867"/>
              <a:gd name="csY26" fmla="*/ 20958 h 148847"/>
              <a:gd name="csX27" fmla="*/ 44519 w 148867"/>
              <a:gd name="csY27" fmla="*/ 19206 h 148847"/>
              <a:gd name="csX28" fmla="*/ 42756 w 148867"/>
              <a:gd name="csY28" fmla="*/ 18032 h 148847"/>
              <a:gd name="csX29" fmla="*/ 40679 w 148867"/>
              <a:gd name="csY29" fmla="*/ 17641 h 148847"/>
              <a:gd name="csX30" fmla="*/ 84431 w 148867"/>
              <a:gd name="csY30" fmla="*/ 21264 h 148847"/>
              <a:gd name="csX31" fmla="*/ 88611 w 148867"/>
              <a:gd name="csY31" fmla="*/ 40759 h 148847"/>
              <a:gd name="csX32" fmla="*/ 87760 w 148867"/>
              <a:gd name="csY32" fmla="*/ 49621 h 148847"/>
              <a:gd name="csX33" fmla="*/ 148867 w 148867"/>
              <a:gd name="csY33" fmla="*/ 49621 h 148847"/>
              <a:gd name="csX34" fmla="*/ 148867 w 148867"/>
              <a:gd name="csY34" fmla="*/ 44297 h 148847"/>
              <a:gd name="csX35" fmla="*/ 125828 w 148867"/>
              <a:gd name="csY35" fmla="*/ 21264 h 148847"/>
              <a:gd name="csX36" fmla="*/ 84431 w 148867"/>
              <a:gd name="csY36" fmla="*/ 21264 h 148847"/>
              <a:gd name="csX37" fmla="*/ 84431 w 148867"/>
              <a:gd name="csY37" fmla="*/ 60253 h 148847"/>
              <a:gd name="csX38" fmla="*/ 40761 w 148867"/>
              <a:gd name="csY38" fmla="*/ 88594 h 148847"/>
              <a:gd name="csX39" fmla="*/ 21267 w 148867"/>
              <a:gd name="csY39" fmla="*/ 84426 h 148847"/>
              <a:gd name="csX40" fmla="*/ 21267 w 148867"/>
              <a:gd name="csY40" fmla="*/ 125814 h 148847"/>
              <a:gd name="csX41" fmla="*/ 44306 w 148867"/>
              <a:gd name="csY41" fmla="*/ 148847 h 148847"/>
              <a:gd name="csX42" fmla="*/ 125828 w 148867"/>
              <a:gd name="csY42" fmla="*/ 148847 h 148847"/>
              <a:gd name="csX43" fmla="*/ 148867 w 148867"/>
              <a:gd name="csY43" fmla="*/ 125814 h 148847"/>
              <a:gd name="csX44" fmla="*/ 148867 w 148867"/>
              <a:gd name="csY44" fmla="*/ 60253 h 148847"/>
              <a:gd name="csX45" fmla="*/ 84431 w 148867"/>
              <a:gd name="csY45" fmla="*/ 60253 h 148847"/>
              <a:gd name="csX46" fmla="*/ 85067 w 148867"/>
              <a:gd name="csY46" fmla="*/ 77962 h 148847"/>
              <a:gd name="csX47" fmla="*/ 93928 w 148867"/>
              <a:gd name="csY47" fmla="*/ 86825 h 148847"/>
              <a:gd name="csX48" fmla="*/ 85067 w 148867"/>
              <a:gd name="csY48" fmla="*/ 95687 h 148847"/>
              <a:gd name="csX49" fmla="*/ 76206 w 148867"/>
              <a:gd name="csY49" fmla="*/ 86825 h 148847"/>
              <a:gd name="csX50" fmla="*/ 85067 w 148867"/>
              <a:gd name="csY50" fmla="*/ 77962 h 148847"/>
              <a:gd name="csX51" fmla="*/ 115194 w 148867"/>
              <a:gd name="csY51" fmla="*/ 77962 h 148847"/>
              <a:gd name="csX52" fmla="*/ 124057 w 148867"/>
              <a:gd name="csY52" fmla="*/ 86825 h 148847"/>
              <a:gd name="csX53" fmla="*/ 115194 w 148867"/>
              <a:gd name="csY53" fmla="*/ 95687 h 148847"/>
              <a:gd name="csX54" fmla="*/ 106334 w 148867"/>
              <a:gd name="csY54" fmla="*/ 86825 h 148847"/>
              <a:gd name="csX55" fmla="*/ 115194 w 148867"/>
              <a:gd name="csY55" fmla="*/ 77962 h 148847"/>
              <a:gd name="csX56" fmla="*/ 54940 w 148867"/>
              <a:gd name="csY56" fmla="*/ 109858 h 148847"/>
              <a:gd name="csX57" fmla="*/ 63800 w 148867"/>
              <a:gd name="csY57" fmla="*/ 118721 h 148847"/>
              <a:gd name="csX58" fmla="*/ 54940 w 148867"/>
              <a:gd name="csY58" fmla="*/ 127583 h 148847"/>
              <a:gd name="csX59" fmla="*/ 46077 w 148867"/>
              <a:gd name="csY59" fmla="*/ 118721 h 148847"/>
              <a:gd name="csX60" fmla="*/ 54940 w 148867"/>
              <a:gd name="csY60" fmla="*/ 109858 h 148847"/>
              <a:gd name="csX61" fmla="*/ 85067 w 148867"/>
              <a:gd name="csY61" fmla="*/ 109858 h 148847"/>
              <a:gd name="csX62" fmla="*/ 93928 w 148867"/>
              <a:gd name="csY62" fmla="*/ 118721 h 148847"/>
              <a:gd name="csX63" fmla="*/ 85067 w 148867"/>
              <a:gd name="csY63" fmla="*/ 127583 h 148847"/>
              <a:gd name="csX64" fmla="*/ 76206 w 148867"/>
              <a:gd name="csY64" fmla="*/ 118721 h 148847"/>
              <a:gd name="csX65" fmla="*/ 85067 w 148867"/>
              <a:gd name="csY65" fmla="*/ 109858 h 148847"/>
            </a:gdLst>
            <a:ahLst/>
            <a:cxnLst/>
            <a:rect l="l" t="t" r="r" b="b"/>
            <a:pathLst>
              <a:path w="100000" h="100000">
                <a:moveTo>
                  <a:pt x="27381" y="7"/>
                </a:moveTo>
                <a:cubicBezTo>
                  <a:pt x="12302" y="7"/>
                  <a:pt x="0" y="12302"/>
                  <a:pt x="0" y="27386"/>
                </a:cubicBezTo>
                <a:cubicBezTo>
                  <a:pt x="0" y="42458"/>
                  <a:pt x="12302" y="54765"/>
                  <a:pt x="27381" y="54765"/>
                </a:cubicBezTo>
                <a:cubicBezTo>
                  <a:pt x="42461" y="54765"/>
                  <a:pt x="54762" y="42458"/>
                  <a:pt x="54762" y="27386"/>
                </a:cubicBezTo>
                <a:cubicBezTo>
                  <a:pt x="54762" y="12302"/>
                  <a:pt x="42461" y="7"/>
                  <a:pt x="27381" y="7"/>
                </a:cubicBezTo>
                <a:close/>
                <a:moveTo>
                  <a:pt x="27381" y="7149"/>
                </a:moveTo>
                <a:cubicBezTo>
                  <a:pt x="38600" y="7149"/>
                  <a:pt x="47620" y="16165"/>
                  <a:pt x="47620" y="27386"/>
                </a:cubicBezTo>
                <a:cubicBezTo>
                  <a:pt x="47620" y="38608"/>
                  <a:pt x="38600" y="47623"/>
                  <a:pt x="27381" y="47623"/>
                </a:cubicBezTo>
                <a:cubicBezTo>
                  <a:pt x="16161" y="47623"/>
                  <a:pt x="7143" y="38608"/>
                  <a:pt x="7143" y="27386"/>
                </a:cubicBezTo>
                <a:cubicBezTo>
                  <a:pt x="7143" y="16165"/>
                  <a:pt x="16161" y="7149"/>
                  <a:pt x="27381" y="7149"/>
                </a:cubicBezTo>
                <a:close/>
                <a:moveTo>
                  <a:pt x="27326" y="11857"/>
                </a:moveTo>
                <a:cubicBezTo>
                  <a:pt x="26379" y="11868"/>
                  <a:pt x="25476" y="12268"/>
                  <a:pt x="24818" y="12942"/>
                </a:cubicBezTo>
                <a:cubicBezTo>
                  <a:pt x="24159" y="13616"/>
                  <a:pt x="23796" y="14530"/>
                  <a:pt x="23809" y="15479"/>
                </a:cubicBezTo>
                <a:lnTo>
                  <a:pt x="23809" y="27386"/>
                </a:lnTo>
                <a:cubicBezTo>
                  <a:pt x="23809" y="28335"/>
                  <a:pt x="24186" y="29237"/>
                  <a:pt x="24856" y="29911"/>
                </a:cubicBezTo>
                <a:lnTo>
                  <a:pt x="29618" y="34665"/>
                </a:lnTo>
                <a:cubicBezTo>
                  <a:pt x="29946" y="35008"/>
                  <a:pt x="30341" y="35282"/>
                  <a:pt x="30777" y="35477"/>
                </a:cubicBezTo>
                <a:cubicBezTo>
                  <a:pt x="31214" y="35659"/>
                  <a:pt x="31683" y="35762"/>
                  <a:pt x="32158" y="35774"/>
                </a:cubicBezTo>
                <a:cubicBezTo>
                  <a:pt x="32633" y="35774"/>
                  <a:pt x="33104" y="35682"/>
                  <a:pt x="33544" y="35499"/>
                </a:cubicBezTo>
                <a:cubicBezTo>
                  <a:pt x="33984" y="35328"/>
                  <a:pt x="34384" y="35053"/>
                  <a:pt x="34720" y="34722"/>
                </a:cubicBezTo>
                <a:cubicBezTo>
                  <a:pt x="35056" y="34390"/>
                  <a:pt x="35321" y="33991"/>
                  <a:pt x="35501" y="33545"/>
                </a:cubicBezTo>
                <a:cubicBezTo>
                  <a:pt x="35682" y="33111"/>
                  <a:pt x="35770" y="32631"/>
                  <a:pt x="35765" y="32162"/>
                </a:cubicBezTo>
                <a:cubicBezTo>
                  <a:pt x="35761" y="31683"/>
                  <a:pt x="35662" y="31214"/>
                  <a:pt x="35473" y="30780"/>
                </a:cubicBezTo>
                <a:cubicBezTo>
                  <a:pt x="35285" y="30346"/>
                  <a:pt x="35010" y="29946"/>
                  <a:pt x="34668" y="29626"/>
                </a:cubicBezTo>
                <a:lnTo>
                  <a:pt x="30952" y="25900"/>
                </a:lnTo>
                <a:lnTo>
                  <a:pt x="30952" y="15479"/>
                </a:lnTo>
                <a:cubicBezTo>
                  <a:pt x="30959" y="14999"/>
                  <a:pt x="30870" y="14530"/>
                  <a:pt x="30690" y="14085"/>
                </a:cubicBezTo>
                <a:cubicBezTo>
                  <a:pt x="30510" y="13639"/>
                  <a:pt x="30244" y="13239"/>
                  <a:pt x="29905" y="12908"/>
                </a:cubicBezTo>
                <a:cubicBezTo>
                  <a:pt x="29567" y="12565"/>
                  <a:pt x="29165" y="12302"/>
                  <a:pt x="28721" y="12120"/>
                </a:cubicBezTo>
                <a:cubicBezTo>
                  <a:pt x="28278" y="11936"/>
                  <a:pt x="27803" y="11857"/>
                  <a:pt x="27326" y="11857"/>
                </a:cubicBezTo>
                <a:close/>
                <a:moveTo>
                  <a:pt x="56716" y="14291"/>
                </a:moveTo>
                <a:cubicBezTo>
                  <a:pt x="58505" y="18290"/>
                  <a:pt x="59524" y="22712"/>
                  <a:pt x="59524" y="27386"/>
                </a:cubicBezTo>
                <a:cubicBezTo>
                  <a:pt x="59524" y="29420"/>
                  <a:pt x="59315" y="31408"/>
                  <a:pt x="58952" y="33339"/>
                </a:cubicBezTo>
                <a:lnTo>
                  <a:pt x="100000" y="33339"/>
                </a:lnTo>
                <a:lnTo>
                  <a:pt x="100000" y="29763"/>
                </a:lnTo>
                <a:cubicBezTo>
                  <a:pt x="100000" y="21227"/>
                  <a:pt x="93058" y="14291"/>
                  <a:pt x="84524" y="14291"/>
                </a:cubicBezTo>
                <a:lnTo>
                  <a:pt x="56716" y="14291"/>
                </a:lnTo>
                <a:close/>
                <a:moveTo>
                  <a:pt x="56716" y="40481"/>
                </a:moveTo>
                <a:cubicBezTo>
                  <a:pt x="51698" y="51691"/>
                  <a:pt x="40464" y="59519"/>
                  <a:pt x="27381" y="59519"/>
                </a:cubicBezTo>
                <a:cubicBezTo>
                  <a:pt x="22712" y="59519"/>
                  <a:pt x="18288" y="58502"/>
                  <a:pt x="14286" y="56719"/>
                </a:cubicBezTo>
                <a:lnTo>
                  <a:pt x="14286" y="84521"/>
                </a:lnTo>
                <a:cubicBezTo>
                  <a:pt x="14286" y="93045"/>
                  <a:pt x="21228" y="99993"/>
                  <a:pt x="29762" y="99993"/>
                </a:cubicBezTo>
                <a:lnTo>
                  <a:pt x="84524" y="99993"/>
                </a:lnTo>
                <a:cubicBezTo>
                  <a:pt x="93058" y="99993"/>
                  <a:pt x="100000" y="93045"/>
                  <a:pt x="100000" y="84521"/>
                </a:cubicBezTo>
                <a:lnTo>
                  <a:pt x="100000" y="40481"/>
                </a:lnTo>
                <a:lnTo>
                  <a:pt x="56716" y="40481"/>
                </a:lnTo>
                <a:close/>
                <a:moveTo>
                  <a:pt x="57143" y="52377"/>
                </a:moveTo>
                <a:cubicBezTo>
                  <a:pt x="60431" y="52377"/>
                  <a:pt x="63095" y="55040"/>
                  <a:pt x="63095" y="58331"/>
                </a:cubicBezTo>
                <a:cubicBezTo>
                  <a:pt x="63095" y="61621"/>
                  <a:pt x="60431" y="64284"/>
                  <a:pt x="57143" y="64284"/>
                </a:cubicBezTo>
                <a:cubicBezTo>
                  <a:pt x="53855" y="64284"/>
                  <a:pt x="51191" y="61621"/>
                  <a:pt x="51191" y="58331"/>
                </a:cubicBezTo>
                <a:cubicBezTo>
                  <a:pt x="51191" y="55040"/>
                  <a:pt x="53855" y="52377"/>
                  <a:pt x="57143" y="52377"/>
                </a:cubicBezTo>
                <a:close/>
                <a:moveTo>
                  <a:pt x="77380" y="52377"/>
                </a:moveTo>
                <a:cubicBezTo>
                  <a:pt x="80669" y="52377"/>
                  <a:pt x="83334" y="55040"/>
                  <a:pt x="83334" y="58331"/>
                </a:cubicBezTo>
                <a:cubicBezTo>
                  <a:pt x="83334" y="61621"/>
                  <a:pt x="80669" y="64284"/>
                  <a:pt x="77380" y="64284"/>
                </a:cubicBezTo>
                <a:cubicBezTo>
                  <a:pt x="74093" y="64284"/>
                  <a:pt x="71429" y="61621"/>
                  <a:pt x="71429" y="58331"/>
                </a:cubicBezTo>
                <a:cubicBezTo>
                  <a:pt x="71429" y="55040"/>
                  <a:pt x="74093" y="52377"/>
                  <a:pt x="77380" y="52377"/>
                </a:cubicBezTo>
                <a:close/>
                <a:moveTo>
                  <a:pt x="36905" y="73803"/>
                </a:moveTo>
                <a:cubicBezTo>
                  <a:pt x="40193" y="73803"/>
                  <a:pt x="42857" y="76465"/>
                  <a:pt x="42857" y="79756"/>
                </a:cubicBezTo>
                <a:cubicBezTo>
                  <a:pt x="42857" y="83047"/>
                  <a:pt x="40193" y="85709"/>
                  <a:pt x="36905" y="85709"/>
                </a:cubicBezTo>
                <a:cubicBezTo>
                  <a:pt x="33617" y="85709"/>
                  <a:pt x="30952" y="83047"/>
                  <a:pt x="30952" y="79756"/>
                </a:cubicBezTo>
                <a:cubicBezTo>
                  <a:pt x="30952" y="76465"/>
                  <a:pt x="33617" y="73803"/>
                  <a:pt x="36905" y="73803"/>
                </a:cubicBezTo>
                <a:close/>
                <a:moveTo>
                  <a:pt x="57143" y="73803"/>
                </a:moveTo>
                <a:cubicBezTo>
                  <a:pt x="60431" y="73803"/>
                  <a:pt x="63095" y="76465"/>
                  <a:pt x="63095" y="79756"/>
                </a:cubicBezTo>
                <a:cubicBezTo>
                  <a:pt x="63095" y="83047"/>
                  <a:pt x="60431" y="85709"/>
                  <a:pt x="57143" y="85709"/>
                </a:cubicBezTo>
                <a:cubicBezTo>
                  <a:pt x="53855" y="85709"/>
                  <a:pt x="51191" y="83047"/>
                  <a:pt x="51191" y="79756"/>
                </a:cubicBezTo>
                <a:cubicBezTo>
                  <a:pt x="51191" y="76465"/>
                  <a:pt x="53855" y="73803"/>
                  <a:pt x="57143" y="7380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1" name="Красный — SVG 20">
            <a:extLst>
              <a:ext uri="{FF2B5EF4-FFF2-40B4-BE49-F238E27FC236}">
                <a16:creationId xmlns:a16="http://schemas.microsoft.com/office/drawing/2014/main" id="{AD3479CE-9B7F-FF43-A711-658AE94281B6}"/>
              </a:ext>
            </a:extLst>
          </p:cNvPr>
          <p:cNvSpPr>
            <a:spLocks noGrp="1"/>
          </p:cNvSpPr>
          <p:nvPr/>
        </p:nvSpPr>
        <p:spPr>
          <a:xfrm>
            <a:off x="1020000" y="1410000"/>
            <a:ext cx="220000" cy="220000"/>
          </a:xfrm>
          <a:custGeom>
            <a:avLst/>
            <a:gdLst>
              <a:gd name="csX0" fmla="*/ 44303 w 148867"/>
              <a:gd name="csY0" fmla="*/ 0 h 131206"/>
              <a:gd name="csX1" fmla="*/ 28361 w 148867"/>
              <a:gd name="csY1" fmla="*/ 15940 h 131206"/>
              <a:gd name="csX2" fmla="*/ 28361 w 148867"/>
              <a:gd name="csY2" fmla="*/ 24802 h 131206"/>
              <a:gd name="csX3" fmla="*/ 15942 w 148867"/>
              <a:gd name="csY3" fmla="*/ 24802 h 131206"/>
              <a:gd name="csX4" fmla="*/ 0 w 148867"/>
              <a:gd name="csY4" fmla="*/ 40759 h 131206"/>
              <a:gd name="csX5" fmla="*/ 0 w 148867"/>
              <a:gd name="csY5" fmla="*/ 93918 h 131206"/>
              <a:gd name="csX6" fmla="*/ 15942 w 148867"/>
              <a:gd name="csY6" fmla="*/ 109858 h 131206"/>
              <a:gd name="csX7" fmla="*/ 26575 w 148867"/>
              <a:gd name="csY7" fmla="*/ 109858 h 131206"/>
              <a:gd name="csX8" fmla="*/ 30335 w 148867"/>
              <a:gd name="csY8" fmla="*/ 108310 h 131206"/>
              <a:gd name="csX9" fmla="*/ 31900 w 148867"/>
              <a:gd name="csY9" fmla="*/ 104550 h 131206"/>
              <a:gd name="csX10" fmla="*/ 31900 w 148867"/>
              <a:gd name="csY10" fmla="*/ 92149 h 131206"/>
              <a:gd name="csX11" fmla="*/ 33822 w 148867"/>
              <a:gd name="csY11" fmla="*/ 87097 h 131206"/>
              <a:gd name="csX12" fmla="*/ 37209 w 148867"/>
              <a:gd name="csY12" fmla="*/ 85056 h 131206"/>
              <a:gd name="csX13" fmla="*/ 111642 w 148867"/>
              <a:gd name="csY13" fmla="*/ 85056 h 131206"/>
              <a:gd name="csX14" fmla="*/ 116967 w 148867"/>
              <a:gd name="csY14" fmla="*/ 90363 h 131206"/>
              <a:gd name="csX15" fmla="*/ 116967 w 148867"/>
              <a:gd name="csY15" fmla="*/ 104550 h 131206"/>
              <a:gd name="csX16" fmla="*/ 118532 w 148867"/>
              <a:gd name="csY16" fmla="*/ 108310 h 131206"/>
              <a:gd name="csX17" fmla="*/ 122276 w 148867"/>
              <a:gd name="csY17" fmla="*/ 109858 h 131206"/>
              <a:gd name="csX18" fmla="*/ 132909 w 148867"/>
              <a:gd name="csY18" fmla="*/ 109858 h 131206"/>
              <a:gd name="csX19" fmla="*/ 148867 w 148867"/>
              <a:gd name="csY19" fmla="*/ 93918 h 131206"/>
              <a:gd name="csX20" fmla="*/ 148867 w 148867"/>
              <a:gd name="csY20" fmla="*/ 40759 h 131206"/>
              <a:gd name="csX21" fmla="*/ 132909 w 148867"/>
              <a:gd name="csY21" fmla="*/ 24802 h 131206"/>
              <a:gd name="csX22" fmla="*/ 120506 w 148867"/>
              <a:gd name="csY22" fmla="*/ 24802 h 131206"/>
              <a:gd name="csX23" fmla="*/ 120506 w 148867"/>
              <a:gd name="csY23" fmla="*/ 15940 h 131206"/>
              <a:gd name="csX24" fmla="*/ 104564 w 148867"/>
              <a:gd name="csY24" fmla="*/ 0 h 131206"/>
              <a:gd name="csX25" fmla="*/ 44303 w 148867"/>
              <a:gd name="csY25" fmla="*/ 0 h 131206"/>
              <a:gd name="csX26" fmla="*/ 44303 w 148867"/>
              <a:gd name="csY26" fmla="*/ 10632 h 131206"/>
              <a:gd name="csX27" fmla="*/ 104564 w 148867"/>
              <a:gd name="csY27" fmla="*/ 10632 h 131206"/>
              <a:gd name="csX28" fmla="*/ 109873 w 148867"/>
              <a:gd name="csY28" fmla="*/ 15940 h 131206"/>
              <a:gd name="csX29" fmla="*/ 109873 w 148867"/>
              <a:gd name="csY29" fmla="*/ 24802 h 131206"/>
              <a:gd name="csX30" fmla="*/ 38995 w 148867"/>
              <a:gd name="csY30" fmla="*/ 24802 h 131206"/>
              <a:gd name="csX31" fmla="*/ 38995 w 148867"/>
              <a:gd name="csY31" fmla="*/ 15940 h 131206"/>
              <a:gd name="csX32" fmla="*/ 44303 w 148867"/>
              <a:gd name="csY32" fmla="*/ 10632 h 131206"/>
              <a:gd name="csX33" fmla="*/ 49543 w 148867"/>
              <a:gd name="csY33" fmla="*/ 92064 h 131206"/>
              <a:gd name="csX34" fmla="*/ 45800 w 148867"/>
              <a:gd name="csY34" fmla="*/ 93680 h 131206"/>
              <a:gd name="csX35" fmla="*/ 44303 w 148867"/>
              <a:gd name="csY35" fmla="*/ 97457 h 131206"/>
              <a:gd name="csX36" fmla="*/ 44303 w 148867"/>
              <a:gd name="csY36" fmla="*/ 115182 h 131206"/>
              <a:gd name="csX37" fmla="*/ 44694 w 148867"/>
              <a:gd name="csY37" fmla="*/ 117240 h 131206"/>
              <a:gd name="csX38" fmla="*/ 45834 w 148867"/>
              <a:gd name="csY38" fmla="*/ 118993 h 131206"/>
              <a:gd name="csX39" fmla="*/ 47569 w 148867"/>
              <a:gd name="csY39" fmla="*/ 120166 h 131206"/>
              <a:gd name="csX40" fmla="*/ 49628 w 148867"/>
              <a:gd name="csY40" fmla="*/ 120575 h 131206"/>
              <a:gd name="csX41" fmla="*/ 51670 w 148867"/>
              <a:gd name="csY41" fmla="*/ 120166 h 131206"/>
              <a:gd name="csX42" fmla="*/ 53405 w 148867"/>
              <a:gd name="csY42" fmla="*/ 118993 h 131206"/>
              <a:gd name="csX43" fmla="*/ 54562 w 148867"/>
              <a:gd name="csY43" fmla="*/ 117240 h 131206"/>
              <a:gd name="csX44" fmla="*/ 54936 w 148867"/>
              <a:gd name="csY44" fmla="*/ 115182 h 131206"/>
              <a:gd name="csX45" fmla="*/ 54936 w 148867"/>
              <a:gd name="csY45" fmla="*/ 97457 h 131206"/>
              <a:gd name="csX46" fmla="*/ 54545 w 148867"/>
              <a:gd name="csY46" fmla="*/ 95381 h 131206"/>
              <a:gd name="csX47" fmla="*/ 53388 w 148867"/>
              <a:gd name="csY47" fmla="*/ 93629 h 131206"/>
              <a:gd name="csX48" fmla="*/ 51619 w 148867"/>
              <a:gd name="csY48" fmla="*/ 92456 h 131206"/>
              <a:gd name="csX49" fmla="*/ 49543 w 148867"/>
              <a:gd name="csY49" fmla="*/ 92064 h 131206"/>
              <a:gd name="csX50" fmla="*/ 74349 w 148867"/>
              <a:gd name="csY50" fmla="*/ 92064 h 131206"/>
              <a:gd name="csX51" fmla="*/ 70623 w 148867"/>
              <a:gd name="csY51" fmla="*/ 93680 h 131206"/>
              <a:gd name="csX52" fmla="*/ 69109 w 148867"/>
              <a:gd name="csY52" fmla="*/ 97457 h 131206"/>
              <a:gd name="csX53" fmla="*/ 69109 w 148867"/>
              <a:gd name="csY53" fmla="*/ 125814 h 131206"/>
              <a:gd name="csX54" fmla="*/ 69500 w 148867"/>
              <a:gd name="csY54" fmla="*/ 127872 h 131206"/>
              <a:gd name="csX55" fmla="*/ 70640 w 148867"/>
              <a:gd name="csY55" fmla="*/ 129625 h 131206"/>
              <a:gd name="csX56" fmla="*/ 72375 w 148867"/>
              <a:gd name="csY56" fmla="*/ 130798 h 131206"/>
              <a:gd name="csX57" fmla="*/ 74434 w 148867"/>
              <a:gd name="csY57" fmla="*/ 131206 h 131206"/>
              <a:gd name="csX58" fmla="*/ 76492 w 148867"/>
              <a:gd name="csY58" fmla="*/ 130798 h 131206"/>
              <a:gd name="csX59" fmla="*/ 78228 w 148867"/>
              <a:gd name="csY59" fmla="*/ 129625 h 131206"/>
              <a:gd name="csX60" fmla="*/ 79367 w 148867"/>
              <a:gd name="csY60" fmla="*/ 127872 h 131206"/>
              <a:gd name="csX61" fmla="*/ 79742 w 148867"/>
              <a:gd name="csY61" fmla="*/ 125814 h 131206"/>
              <a:gd name="csX62" fmla="*/ 79742 w 148867"/>
              <a:gd name="csY62" fmla="*/ 97457 h 131206"/>
              <a:gd name="csX63" fmla="*/ 79367 w 148867"/>
              <a:gd name="csY63" fmla="*/ 95381 h 131206"/>
              <a:gd name="csX64" fmla="*/ 78194 w 148867"/>
              <a:gd name="csY64" fmla="*/ 93629 h 131206"/>
              <a:gd name="csX65" fmla="*/ 76424 w 148867"/>
              <a:gd name="csY65" fmla="*/ 92456 h 131206"/>
              <a:gd name="csX66" fmla="*/ 74349 w 148867"/>
              <a:gd name="csY66" fmla="*/ 92064 h 131206"/>
              <a:gd name="csX67" fmla="*/ 99154 w 148867"/>
              <a:gd name="csY67" fmla="*/ 92064 h 131206"/>
              <a:gd name="csX68" fmla="*/ 95428 w 148867"/>
              <a:gd name="csY68" fmla="*/ 93680 h 131206"/>
              <a:gd name="csX69" fmla="*/ 93931 w 148867"/>
              <a:gd name="csY69" fmla="*/ 97457 h 131206"/>
              <a:gd name="csX70" fmla="*/ 93931 w 148867"/>
              <a:gd name="csY70" fmla="*/ 115182 h 131206"/>
              <a:gd name="csX71" fmla="*/ 94305 w 148867"/>
              <a:gd name="csY71" fmla="*/ 117240 h 131206"/>
              <a:gd name="csX72" fmla="*/ 95462 w 148867"/>
              <a:gd name="csY72" fmla="*/ 118993 h 131206"/>
              <a:gd name="csX73" fmla="*/ 97197 w 148867"/>
              <a:gd name="csY73" fmla="*/ 120166 h 131206"/>
              <a:gd name="csX74" fmla="*/ 99239 w 148867"/>
              <a:gd name="csY74" fmla="*/ 120575 h 131206"/>
              <a:gd name="csX75" fmla="*/ 101298 w 148867"/>
              <a:gd name="csY75" fmla="*/ 120166 h 131206"/>
              <a:gd name="csX76" fmla="*/ 103033 w 148867"/>
              <a:gd name="csY76" fmla="*/ 118993 h 131206"/>
              <a:gd name="csX77" fmla="*/ 104173 w 148867"/>
              <a:gd name="csY77" fmla="*/ 117240 h 131206"/>
              <a:gd name="csX78" fmla="*/ 104564 w 148867"/>
              <a:gd name="csY78" fmla="*/ 115182 h 131206"/>
              <a:gd name="csX79" fmla="*/ 104564 w 148867"/>
              <a:gd name="csY79" fmla="*/ 97457 h 131206"/>
              <a:gd name="csX80" fmla="*/ 104173 w 148867"/>
              <a:gd name="csY80" fmla="*/ 95381 h 131206"/>
              <a:gd name="csX81" fmla="*/ 102999 w 148867"/>
              <a:gd name="csY81" fmla="*/ 93629 h 131206"/>
              <a:gd name="csX82" fmla="*/ 101247 w 148867"/>
              <a:gd name="csY82" fmla="*/ 92456 h 131206"/>
              <a:gd name="csX83" fmla="*/ 99154 w 148867"/>
              <a:gd name="csY83" fmla="*/ 92064 h 131206"/>
            </a:gdLst>
            <a:ahLst/>
            <a:cxnLst/>
            <a:rect l="l" t="t" r="r" b="b"/>
            <a:pathLst>
              <a:path w="100000" h="100000">
                <a:moveTo>
                  <a:pt x="29760" y="5932"/>
                </a:moveTo>
                <a:cubicBezTo>
                  <a:pt x="23886" y="5932"/>
                  <a:pt x="19051" y="10766"/>
                  <a:pt x="19051" y="16639"/>
                </a:cubicBezTo>
                <a:lnTo>
                  <a:pt x="19051" y="22592"/>
                </a:lnTo>
                <a:lnTo>
                  <a:pt x="10709" y="22592"/>
                </a:lnTo>
                <a:cubicBezTo>
                  <a:pt x="4835" y="22592"/>
                  <a:pt x="0" y="27438"/>
                  <a:pt x="0" y="33311"/>
                </a:cubicBezTo>
                <a:lnTo>
                  <a:pt x="0" y="69020"/>
                </a:lnTo>
                <a:cubicBezTo>
                  <a:pt x="0" y="74894"/>
                  <a:pt x="4835" y="79728"/>
                  <a:pt x="10709" y="79728"/>
                </a:cubicBezTo>
                <a:lnTo>
                  <a:pt x="17852" y="79728"/>
                </a:lnTo>
                <a:cubicBezTo>
                  <a:pt x="18800" y="79728"/>
                  <a:pt x="19714" y="79350"/>
                  <a:pt x="20377" y="78688"/>
                </a:cubicBezTo>
                <a:cubicBezTo>
                  <a:pt x="21052" y="78014"/>
                  <a:pt x="21429" y="77111"/>
                  <a:pt x="21429" y="76162"/>
                </a:cubicBezTo>
                <a:lnTo>
                  <a:pt x="21429" y="67832"/>
                </a:lnTo>
                <a:cubicBezTo>
                  <a:pt x="21429" y="66815"/>
                  <a:pt x="21943" y="65398"/>
                  <a:pt x="22720" y="64438"/>
                </a:cubicBezTo>
                <a:cubicBezTo>
                  <a:pt x="23509" y="63467"/>
                  <a:pt x="24355" y="63067"/>
                  <a:pt x="24995" y="63067"/>
                </a:cubicBezTo>
                <a:lnTo>
                  <a:pt x="74994" y="63067"/>
                </a:lnTo>
                <a:cubicBezTo>
                  <a:pt x="77017" y="63067"/>
                  <a:pt x="78571" y="64621"/>
                  <a:pt x="78571" y="66632"/>
                </a:cubicBezTo>
                <a:lnTo>
                  <a:pt x="78571" y="76162"/>
                </a:lnTo>
                <a:cubicBezTo>
                  <a:pt x="78571" y="77111"/>
                  <a:pt x="78949" y="78014"/>
                  <a:pt x="79623" y="78688"/>
                </a:cubicBezTo>
                <a:cubicBezTo>
                  <a:pt x="80286" y="79350"/>
                  <a:pt x="81200" y="79728"/>
                  <a:pt x="82138" y="79728"/>
                </a:cubicBezTo>
                <a:lnTo>
                  <a:pt x="89280" y="79728"/>
                </a:lnTo>
                <a:cubicBezTo>
                  <a:pt x="95166" y="79728"/>
                  <a:pt x="100000" y="74894"/>
                  <a:pt x="100000" y="69020"/>
                </a:cubicBezTo>
                <a:lnTo>
                  <a:pt x="100000" y="33311"/>
                </a:lnTo>
                <a:cubicBezTo>
                  <a:pt x="100000" y="27438"/>
                  <a:pt x="95166" y="22592"/>
                  <a:pt x="89280" y="22592"/>
                </a:cubicBezTo>
                <a:lnTo>
                  <a:pt x="80949" y="22592"/>
                </a:lnTo>
                <a:lnTo>
                  <a:pt x="80949" y="16639"/>
                </a:lnTo>
                <a:cubicBezTo>
                  <a:pt x="80949" y="10766"/>
                  <a:pt x="76114" y="5932"/>
                  <a:pt x="70240" y="5932"/>
                </a:cubicBezTo>
                <a:lnTo>
                  <a:pt x="29760" y="5932"/>
                </a:lnTo>
                <a:close/>
                <a:moveTo>
                  <a:pt x="29760" y="13074"/>
                </a:moveTo>
                <a:lnTo>
                  <a:pt x="70240" y="13074"/>
                </a:lnTo>
                <a:cubicBezTo>
                  <a:pt x="72252" y="13074"/>
                  <a:pt x="73806" y="14628"/>
                  <a:pt x="73806" y="16639"/>
                </a:cubicBezTo>
                <a:lnTo>
                  <a:pt x="73806" y="22592"/>
                </a:lnTo>
                <a:lnTo>
                  <a:pt x="26195" y="22592"/>
                </a:lnTo>
                <a:lnTo>
                  <a:pt x="26195" y="16639"/>
                </a:lnTo>
                <a:cubicBezTo>
                  <a:pt x="26195" y="14628"/>
                  <a:pt x="27749" y="13074"/>
                  <a:pt x="29760" y="13074"/>
                </a:cubicBezTo>
                <a:close/>
                <a:moveTo>
                  <a:pt x="33280" y="67775"/>
                </a:moveTo>
                <a:cubicBezTo>
                  <a:pt x="32332" y="67786"/>
                  <a:pt x="31429" y="68186"/>
                  <a:pt x="30766" y="68860"/>
                </a:cubicBezTo>
                <a:cubicBezTo>
                  <a:pt x="30114" y="69535"/>
                  <a:pt x="29749" y="70449"/>
                  <a:pt x="29760" y="71398"/>
                </a:cubicBezTo>
                <a:lnTo>
                  <a:pt x="29760" y="83304"/>
                </a:lnTo>
                <a:cubicBezTo>
                  <a:pt x="29760" y="83773"/>
                  <a:pt x="29840" y="84241"/>
                  <a:pt x="30023" y="84687"/>
                </a:cubicBezTo>
                <a:cubicBezTo>
                  <a:pt x="30194" y="85121"/>
                  <a:pt x="30457" y="85521"/>
                  <a:pt x="30789" y="85864"/>
                </a:cubicBezTo>
                <a:cubicBezTo>
                  <a:pt x="31120" y="86195"/>
                  <a:pt x="31520" y="86469"/>
                  <a:pt x="31954" y="86652"/>
                </a:cubicBezTo>
                <a:cubicBezTo>
                  <a:pt x="32389" y="86836"/>
                  <a:pt x="32858" y="86927"/>
                  <a:pt x="33337" y="86927"/>
                </a:cubicBezTo>
                <a:cubicBezTo>
                  <a:pt x="33806" y="86927"/>
                  <a:pt x="34274" y="86836"/>
                  <a:pt x="34709" y="86652"/>
                </a:cubicBezTo>
                <a:cubicBezTo>
                  <a:pt x="35143" y="86469"/>
                  <a:pt x="35543" y="86195"/>
                  <a:pt x="35874" y="85864"/>
                </a:cubicBezTo>
                <a:cubicBezTo>
                  <a:pt x="36205" y="85521"/>
                  <a:pt x="36469" y="85121"/>
                  <a:pt x="36652" y="84687"/>
                </a:cubicBezTo>
                <a:cubicBezTo>
                  <a:pt x="36823" y="84241"/>
                  <a:pt x="36914" y="83773"/>
                  <a:pt x="36903" y="83304"/>
                </a:cubicBezTo>
                <a:lnTo>
                  <a:pt x="36903" y="71398"/>
                </a:lnTo>
                <a:cubicBezTo>
                  <a:pt x="36914" y="70917"/>
                  <a:pt x="36823" y="70449"/>
                  <a:pt x="36640" y="70003"/>
                </a:cubicBezTo>
                <a:cubicBezTo>
                  <a:pt x="36457" y="69558"/>
                  <a:pt x="36194" y="69158"/>
                  <a:pt x="35863" y="68826"/>
                </a:cubicBezTo>
                <a:cubicBezTo>
                  <a:pt x="35520" y="68484"/>
                  <a:pt x="35120" y="68221"/>
                  <a:pt x="34675" y="68038"/>
                </a:cubicBezTo>
                <a:cubicBezTo>
                  <a:pt x="34229" y="67855"/>
                  <a:pt x="33760" y="67775"/>
                  <a:pt x="33280" y="67775"/>
                </a:cubicBezTo>
                <a:close/>
                <a:moveTo>
                  <a:pt x="49943" y="67775"/>
                </a:moveTo>
                <a:cubicBezTo>
                  <a:pt x="48995" y="67786"/>
                  <a:pt x="48092" y="68186"/>
                  <a:pt x="47440" y="68860"/>
                </a:cubicBezTo>
                <a:cubicBezTo>
                  <a:pt x="46777" y="69535"/>
                  <a:pt x="46412" y="70449"/>
                  <a:pt x="46423" y="71398"/>
                </a:cubicBezTo>
                <a:lnTo>
                  <a:pt x="46423" y="90446"/>
                </a:lnTo>
                <a:cubicBezTo>
                  <a:pt x="46423" y="90915"/>
                  <a:pt x="46514" y="91383"/>
                  <a:pt x="46686" y="91829"/>
                </a:cubicBezTo>
                <a:cubicBezTo>
                  <a:pt x="46857" y="92263"/>
                  <a:pt x="47120" y="92663"/>
                  <a:pt x="47452" y="93006"/>
                </a:cubicBezTo>
                <a:cubicBezTo>
                  <a:pt x="47794" y="93337"/>
                  <a:pt x="48183" y="93611"/>
                  <a:pt x="48617" y="93794"/>
                </a:cubicBezTo>
                <a:cubicBezTo>
                  <a:pt x="49063" y="93978"/>
                  <a:pt x="49531" y="94068"/>
                  <a:pt x="50000" y="94068"/>
                </a:cubicBezTo>
                <a:cubicBezTo>
                  <a:pt x="50469" y="94068"/>
                  <a:pt x="50937" y="93978"/>
                  <a:pt x="51383" y="93794"/>
                </a:cubicBezTo>
                <a:cubicBezTo>
                  <a:pt x="51817" y="93611"/>
                  <a:pt x="52206" y="93337"/>
                  <a:pt x="52549" y="93006"/>
                </a:cubicBezTo>
                <a:cubicBezTo>
                  <a:pt x="52880" y="92663"/>
                  <a:pt x="53143" y="92263"/>
                  <a:pt x="53314" y="91829"/>
                </a:cubicBezTo>
                <a:cubicBezTo>
                  <a:pt x="53486" y="91383"/>
                  <a:pt x="53577" y="90915"/>
                  <a:pt x="53566" y="90446"/>
                </a:cubicBezTo>
                <a:lnTo>
                  <a:pt x="53566" y="71398"/>
                </a:lnTo>
                <a:cubicBezTo>
                  <a:pt x="53577" y="70917"/>
                  <a:pt x="53486" y="70449"/>
                  <a:pt x="53314" y="70003"/>
                </a:cubicBezTo>
                <a:cubicBezTo>
                  <a:pt x="53131" y="69558"/>
                  <a:pt x="52857" y="69158"/>
                  <a:pt x="52526" y="68826"/>
                </a:cubicBezTo>
                <a:cubicBezTo>
                  <a:pt x="52183" y="68484"/>
                  <a:pt x="51783" y="68221"/>
                  <a:pt x="51337" y="68038"/>
                </a:cubicBezTo>
                <a:cubicBezTo>
                  <a:pt x="50892" y="67855"/>
                  <a:pt x="50423" y="67775"/>
                  <a:pt x="49943" y="67775"/>
                </a:cubicBezTo>
                <a:close/>
                <a:moveTo>
                  <a:pt x="66606" y="67775"/>
                </a:moveTo>
                <a:cubicBezTo>
                  <a:pt x="65669" y="67786"/>
                  <a:pt x="64766" y="68186"/>
                  <a:pt x="64103" y="68860"/>
                </a:cubicBezTo>
                <a:cubicBezTo>
                  <a:pt x="63440" y="69535"/>
                  <a:pt x="63086" y="70449"/>
                  <a:pt x="63097" y="71398"/>
                </a:cubicBezTo>
                <a:lnTo>
                  <a:pt x="63097" y="83304"/>
                </a:lnTo>
                <a:cubicBezTo>
                  <a:pt x="63086" y="83773"/>
                  <a:pt x="63177" y="84241"/>
                  <a:pt x="63348" y="84687"/>
                </a:cubicBezTo>
                <a:cubicBezTo>
                  <a:pt x="63532" y="85121"/>
                  <a:pt x="63795" y="85521"/>
                  <a:pt x="64126" y="85864"/>
                </a:cubicBezTo>
                <a:cubicBezTo>
                  <a:pt x="64457" y="86195"/>
                  <a:pt x="64857" y="86469"/>
                  <a:pt x="65291" y="86652"/>
                </a:cubicBezTo>
                <a:cubicBezTo>
                  <a:pt x="65726" y="86836"/>
                  <a:pt x="66195" y="86927"/>
                  <a:pt x="66663" y="86927"/>
                </a:cubicBezTo>
                <a:cubicBezTo>
                  <a:pt x="67143" y="86927"/>
                  <a:pt x="67611" y="86836"/>
                  <a:pt x="68046" y="86652"/>
                </a:cubicBezTo>
                <a:cubicBezTo>
                  <a:pt x="68480" y="86469"/>
                  <a:pt x="68880" y="86195"/>
                  <a:pt x="69211" y="85864"/>
                </a:cubicBezTo>
                <a:cubicBezTo>
                  <a:pt x="69543" y="85521"/>
                  <a:pt x="69806" y="85121"/>
                  <a:pt x="69977" y="84687"/>
                </a:cubicBezTo>
                <a:cubicBezTo>
                  <a:pt x="70160" y="84241"/>
                  <a:pt x="70240" y="83773"/>
                  <a:pt x="70240" y="83304"/>
                </a:cubicBezTo>
                <a:lnTo>
                  <a:pt x="70240" y="71398"/>
                </a:lnTo>
                <a:cubicBezTo>
                  <a:pt x="70240" y="70917"/>
                  <a:pt x="70160" y="70449"/>
                  <a:pt x="69977" y="70003"/>
                </a:cubicBezTo>
                <a:cubicBezTo>
                  <a:pt x="69795" y="69558"/>
                  <a:pt x="69532" y="69158"/>
                  <a:pt x="69189" y="68826"/>
                </a:cubicBezTo>
                <a:cubicBezTo>
                  <a:pt x="68857" y="68484"/>
                  <a:pt x="68446" y="68221"/>
                  <a:pt x="68012" y="68038"/>
                </a:cubicBezTo>
                <a:cubicBezTo>
                  <a:pt x="67566" y="67855"/>
                  <a:pt x="67086" y="67775"/>
                  <a:pt x="66606" y="6777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2" name="Красный — SVG 21">
            <a:extLst>
              <a:ext uri="{FF2B5EF4-FFF2-40B4-BE49-F238E27FC236}">
                <a16:creationId xmlns:a16="http://schemas.microsoft.com/office/drawing/2014/main" id="{3B7DA947-B7E2-4E4A-800D-E7662D928EDD}"/>
              </a:ext>
            </a:extLst>
          </p:cNvPr>
          <p:cNvSpPr>
            <a:spLocks noGrp="1"/>
          </p:cNvSpPr>
          <p:nvPr/>
        </p:nvSpPr>
        <p:spPr>
          <a:xfrm>
            <a:off x="1620000" y="1410000"/>
            <a:ext cx="220000" cy="220000"/>
          </a:xfrm>
          <a:custGeom>
            <a:avLst/>
            <a:gdLst>
              <a:gd name="csX0" fmla="*/ 70895 w 141772"/>
              <a:gd name="csY0" fmla="*/ 0 h 127583"/>
              <a:gd name="csX1" fmla="*/ 0 w 141772"/>
              <a:gd name="csY1" fmla="*/ 70885 h 127583"/>
              <a:gd name="csX2" fmla="*/ 26949 w 141772"/>
              <a:gd name="csY2" fmla="*/ 126426 h 127583"/>
              <a:gd name="csX3" fmla="*/ 30233 w 141772"/>
              <a:gd name="csY3" fmla="*/ 127583 h 127583"/>
              <a:gd name="csX4" fmla="*/ 111540 w 141772"/>
              <a:gd name="csY4" fmla="*/ 127583 h 127583"/>
              <a:gd name="csX5" fmla="*/ 114841 w 141772"/>
              <a:gd name="csY5" fmla="*/ 126426 h 127583"/>
              <a:gd name="csX6" fmla="*/ 141773 w 141772"/>
              <a:gd name="csY6" fmla="*/ 70885 h 127583"/>
              <a:gd name="csX7" fmla="*/ 70895 w 141772"/>
              <a:gd name="csY7" fmla="*/ 0 h 127583"/>
              <a:gd name="csX8" fmla="*/ 40645 w 141772"/>
              <a:gd name="csY8" fmla="*/ 108327 h 127583"/>
              <a:gd name="csX9" fmla="*/ 36902 w 141772"/>
              <a:gd name="csY9" fmla="*/ 109858 h 127583"/>
              <a:gd name="csX10" fmla="*/ 33125 w 141772"/>
              <a:gd name="csY10" fmla="*/ 108293 h 127583"/>
              <a:gd name="csX11" fmla="*/ 17728 w 141772"/>
              <a:gd name="csY11" fmla="*/ 70885 h 127583"/>
              <a:gd name="csX12" fmla="*/ 70895 w 141772"/>
              <a:gd name="csY12" fmla="*/ 17726 h 127583"/>
              <a:gd name="csX13" fmla="*/ 88606 w 141772"/>
              <a:gd name="csY13" fmla="*/ 20753 h 127583"/>
              <a:gd name="csX14" fmla="*/ 91855 w 141772"/>
              <a:gd name="csY14" fmla="*/ 27524 h 127583"/>
              <a:gd name="csX15" fmla="*/ 85067 w 141772"/>
              <a:gd name="csY15" fmla="*/ 30773 h 127583"/>
              <a:gd name="csX16" fmla="*/ 70895 w 141772"/>
              <a:gd name="csY16" fmla="*/ 28358 h 127583"/>
              <a:gd name="csX17" fmla="*/ 28361 w 141772"/>
              <a:gd name="csY17" fmla="*/ 70885 h 127583"/>
              <a:gd name="csX18" fmla="*/ 40679 w 141772"/>
              <a:gd name="csY18" fmla="*/ 100808 h 127583"/>
              <a:gd name="csX19" fmla="*/ 40645 w 141772"/>
              <a:gd name="csY19" fmla="*/ 108327 h 127583"/>
              <a:gd name="csX20" fmla="*/ 70895 w 141772"/>
              <a:gd name="csY20" fmla="*/ 81517 h 127583"/>
              <a:gd name="csX21" fmla="*/ 60261 w 141772"/>
              <a:gd name="csY21" fmla="*/ 70885 h 127583"/>
              <a:gd name="csX22" fmla="*/ 70895 w 141772"/>
              <a:gd name="csY22" fmla="*/ 60253 h 127583"/>
              <a:gd name="csX23" fmla="*/ 73600 w 141772"/>
              <a:gd name="csY23" fmla="*/ 60645 h 127583"/>
              <a:gd name="csX24" fmla="*/ 100804 w 141772"/>
              <a:gd name="csY24" fmla="*/ 33461 h 127583"/>
              <a:gd name="csX25" fmla="*/ 108324 w 141772"/>
              <a:gd name="csY25" fmla="*/ 33461 h 127583"/>
              <a:gd name="csX26" fmla="*/ 108324 w 141772"/>
              <a:gd name="csY26" fmla="*/ 40980 h 127583"/>
              <a:gd name="csX27" fmla="*/ 81120 w 141772"/>
              <a:gd name="csY27" fmla="*/ 68163 h 127583"/>
              <a:gd name="csX28" fmla="*/ 81528 w 141772"/>
              <a:gd name="csY28" fmla="*/ 70885 h 127583"/>
              <a:gd name="csX29" fmla="*/ 70895 w 141772"/>
              <a:gd name="csY29" fmla="*/ 81517 h 127583"/>
              <a:gd name="csX30" fmla="*/ 108648 w 141772"/>
              <a:gd name="csY30" fmla="*/ 108293 h 127583"/>
              <a:gd name="csX31" fmla="*/ 104870 w 141772"/>
              <a:gd name="csY31" fmla="*/ 109858 h 127583"/>
              <a:gd name="csX32" fmla="*/ 101128 w 141772"/>
              <a:gd name="csY32" fmla="*/ 108327 h 127583"/>
              <a:gd name="csX33" fmla="*/ 101094 w 141772"/>
              <a:gd name="csY33" fmla="*/ 100808 h 127583"/>
              <a:gd name="csX34" fmla="*/ 113428 w 141772"/>
              <a:gd name="csY34" fmla="*/ 70885 h 127583"/>
              <a:gd name="csX35" fmla="*/ 110995 w 141772"/>
              <a:gd name="csY35" fmla="*/ 56698 h 127583"/>
              <a:gd name="csX36" fmla="*/ 114245 w 141772"/>
              <a:gd name="csY36" fmla="*/ 49911 h 127583"/>
              <a:gd name="csX37" fmla="*/ 121033 w 141772"/>
              <a:gd name="csY37" fmla="*/ 53160 h 127583"/>
              <a:gd name="csX38" fmla="*/ 124062 w 141772"/>
              <a:gd name="csY38" fmla="*/ 70885 h 127583"/>
              <a:gd name="csX39" fmla="*/ 108648 w 141772"/>
              <a:gd name="csY39" fmla="*/ 108293 h 127583"/>
            </a:gdLst>
            <a:ahLst/>
            <a:cxnLst/>
            <a:rect l="l" t="t" r="r" b="b"/>
            <a:pathLst>
              <a:path w="100000" h="100000">
                <a:moveTo>
                  <a:pt x="50006" y="5004"/>
                </a:moveTo>
                <a:cubicBezTo>
                  <a:pt x="22429" y="5004"/>
                  <a:pt x="0" y="27430"/>
                  <a:pt x="0" y="55003"/>
                </a:cubicBezTo>
                <a:cubicBezTo>
                  <a:pt x="0" y="70338"/>
                  <a:pt x="6924" y="84617"/>
                  <a:pt x="19009" y="94180"/>
                </a:cubicBezTo>
                <a:cubicBezTo>
                  <a:pt x="19669" y="94708"/>
                  <a:pt x="20485" y="94996"/>
                  <a:pt x="21325" y="94996"/>
                </a:cubicBezTo>
                <a:lnTo>
                  <a:pt x="78676" y="94996"/>
                </a:lnTo>
                <a:cubicBezTo>
                  <a:pt x="79516" y="94996"/>
                  <a:pt x="80344" y="94708"/>
                  <a:pt x="81004" y="94180"/>
                </a:cubicBezTo>
                <a:cubicBezTo>
                  <a:pt x="93076" y="84617"/>
                  <a:pt x="100001" y="70338"/>
                  <a:pt x="100001" y="55003"/>
                </a:cubicBezTo>
                <a:cubicBezTo>
                  <a:pt x="100001" y="27430"/>
                  <a:pt x="77571" y="5004"/>
                  <a:pt x="50006" y="5004"/>
                </a:cubicBezTo>
                <a:close/>
                <a:moveTo>
                  <a:pt x="28669" y="81413"/>
                </a:moveTo>
                <a:cubicBezTo>
                  <a:pt x="27937" y="82133"/>
                  <a:pt x="26989" y="82493"/>
                  <a:pt x="26029" y="82493"/>
                </a:cubicBezTo>
                <a:cubicBezTo>
                  <a:pt x="25069" y="82493"/>
                  <a:pt x="24097" y="82121"/>
                  <a:pt x="23365" y="81389"/>
                </a:cubicBezTo>
                <a:cubicBezTo>
                  <a:pt x="16357" y="74310"/>
                  <a:pt x="12505" y="64938"/>
                  <a:pt x="12505" y="55003"/>
                </a:cubicBezTo>
                <a:cubicBezTo>
                  <a:pt x="12505" y="34329"/>
                  <a:pt x="29329" y="17507"/>
                  <a:pt x="50006" y="17507"/>
                </a:cubicBezTo>
                <a:cubicBezTo>
                  <a:pt x="54291" y="17507"/>
                  <a:pt x="58490" y="18215"/>
                  <a:pt x="62499" y="19642"/>
                </a:cubicBezTo>
                <a:cubicBezTo>
                  <a:pt x="64455" y="20327"/>
                  <a:pt x="65475" y="22474"/>
                  <a:pt x="64791" y="24418"/>
                </a:cubicBezTo>
                <a:cubicBezTo>
                  <a:pt x="64094" y="26374"/>
                  <a:pt x="61947" y="27394"/>
                  <a:pt x="60003" y="26710"/>
                </a:cubicBezTo>
                <a:cubicBezTo>
                  <a:pt x="56799" y="25570"/>
                  <a:pt x="53439" y="25007"/>
                  <a:pt x="50006" y="25007"/>
                </a:cubicBezTo>
                <a:cubicBezTo>
                  <a:pt x="33457" y="25007"/>
                  <a:pt x="20005" y="38457"/>
                  <a:pt x="20005" y="55003"/>
                </a:cubicBezTo>
                <a:cubicBezTo>
                  <a:pt x="20005" y="62959"/>
                  <a:pt x="23089" y="70447"/>
                  <a:pt x="28693" y="76110"/>
                </a:cubicBezTo>
                <a:cubicBezTo>
                  <a:pt x="30157" y="77585"/>
                  <a:pt x="30146" y="79949"/>
                  <a:pt x="28669" y="81413"/>
                </a:cubicBezTo>
                <a:close/>
                <a:moveTo>
                  <a:pt x="50006" y="62503"/>
                </a:moveTo>
                <a:cubicBezTo>
                  <a:pt x="45854" y="62503"/>
                  <a:pt x="42506" y="59143"/>
                  <a:pt x="42506" y="55003"/>
                </a:cubicBezTo>
                <a:cubicBezTo>
                  <a:pt x="42506" y="50852"/>
                  <a:pt x="45854" y="47504"/>
                  <a:pt x="50006" y="47504"/>
                </a:cubicBezTo>
                <a:cubicBezTo>
                  <a:pt x="50667" y="47504"/>
                  <a:pt x="51302" y="47612"/>
                  <a:pt x="51914" y="47781"/>
                </a:cubicBezTo>
                <a:lnTo>
                  <a:pt x="71103" y="28606"/>
                </a:lnTo>
                <a:cubicBezTo>
                  <a:pt x="72567" y="27142"/>
                  <a:pt x="74944" y="27142"/>
                  <a:pt x="76407" y="28606"/>
                </a:cubicBezTo>
                <a:cubicBezTo>
                  <a:pt x="77872" y="30070"/>
                  <a:pt x="77872" y="32445"/>
                  <a:pt x="76407" y="33910"/>
                </a:cubicBezTo>
                <a:lnTo>
                  <a:pt x="57219" y="53083"/>
                </a:lnTo>
                <a:cubicBezTo>
                  <a:pt x="57387" y="53696"/>
                  <a:pt x="57506" y="54332"/>
                  <a:pt x="57506" y="55003"/>
                </a:cubicBezTo>
                <a:cubicBezTo>
                  <a:pt x="57506" y="59143"/>
                  <a:pt x="54147" y="62503"/>
                  <a:pt x="50006" y="62503"/>
                </a:cubicBezTo>
                <a:close/>
                <a:moveTo>
                  <a:pt x="76636" y="81389"/>
                </a:moveTo>
                <a:cubicBezTo>
                  <a:pt x="75904" y="82121"/>
                  <a:pt x="74944" y="82493"/>
                  <a:pt x="73971" y="82493"/>
                </a:cubicBezTo>
                <a:cubicBezTo>
                  <a:pt x="73024" y="82493"/>
                  <a:pt x="72064" y="82133"/>
                  <a:pt x="71331" y="81413"/>
                </a:cubicBezTo>
                <a:cubicBezTo>
                  <a:pt x="69855" y="79949"/>
                  <a:pt x="69855" y="77573"/>
                  <a:pt x="71307" y="76110"/>
                </a:cubicBezTo>
                <a:cubicBezTo>
                  <a:pt x="76912" y="70447"/>
                  <a:pt x="80007" y="62959"/>
                  <a:pt x="80007" y="55003"/>
                </a:cubicBezTo>
                <a:cubicBezTo>
                  <a:pt x="80007" y="51560"/>
                  <a:pt x="79432" y="48200"/>
                  <a:pt x="78291" y="44997"/>
                </a:cubicBezTo>
                <a:cubicBezTo>
                  <a:pt x="77608" y="43053"/>
                  <a:pt x="78628" y="40905"/>
                  <a:pt x="80584" y="40209"/>
                </a:cubicBezTo>
                <a:cubicBezTo>
                  <a:pt x="82528" y="39525"/>
                  <a:pt x="84676" y="40545"/>
                  <a:pt x="85372" y="42501"/>
                </a:cubicBezTo>
                <a:cubicBezTo>
                  <a:pt x="86788" y="46508"/>
                  <a:pt x="87508" y="50708"/>
                  <a:pt x="87508" y="55003"/>
                </a:cubicBezTo>
                <a:cubicBezTo>
                  <a:pt x="87508" y="64938"/>
                  <a:pt x="83643" y="74310"/>
                  <a:pt x="76636" y="81389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3" name="Красный — SVG 22">
            <a:extLst>
              <a:ext uri="{FF2B5EF4-FFF2-40B4-BE49-F238E27FC236}">
                <a16:creationId xmlns:a16="http://schemas.microsoft.com/office/drawing/2014/main" id="{0348621C-5FF6-804B-A229-A49DC128FBD0}"/>
              </a:ext>
            </a:extLst>
          </p:cNvPr>
          <p:cNvSpPr>
            <a:spLocks noGrp="1"/>
          </p:cNvSpPr>
          <p:nvPr/>
        </p:nvSpPr>
        <p:spPr>
          <a:xfrm>
            <a:off x="2220000" y="1410000"/>
            <a:ext cx="220000" cy="220000"/>
          </a:xfrm>
          <a:custGeom>
            <a:avLst/>
            <a:gdLst>
              <a:gd name="csX0" fmla="*/ 19494 w 141777"/>
              <a:gd name="csY0" fmla="*/ 0 h 141753"/>
              <a:gd name="csX1" fmla="*/ 0 w 141777"/>
              <a:gd name="csY1" fmla="*/ 19495 h 141753"/>
              <a:gd name="csX2" fmla="*/ 0 w 141777"/>
              <a:gd name="csY2" fmla="*/ 108089 h 141753"/>
              <a:gd name="csX3" fmla="*/ 19494 w 141777"/>
              <a:gd name="csY3" fmla="*/ 127583 h 141753"/>
              <a:gd name="csX4" fmla="*/ 81889 w 141777"/>
              <a:gd name="csY4" fmla="*/ 127583 h 141753"/>
              <a:gd name="csX5" fmla="*/ 81523 w 141777"/>
              <a:gd name="csY5" fmla="*/ 124045 h 141753"/>
              <a:gd name="csX6" fmla="*/ 81523 w 141777"/>
              <a:gd name="csY6" fmla="*/ 116951 h 141753"/>
              <a:gd name="csX7" fmla="*/ 98719 w 141777"/>
              <a:gd name="csY7" fmla="*/ 99294 h 141753"/>
              <a:gd name="csX8" fmla="*/ 93934 w 141777"/>
              <a:gd name="csY8" fmla="*/ 92149 h 141753"/>
              <a:gd name="csX9" fmla="*/ 69117 w 141777"/>
              <a:gd name="csY9" fmla="*/ 92149 h 141753"/>
              <a:gd name="csX10" fmla="*/ 63800 w 141777"/>
              <a:gd name="csY10" fmla="*/ 86825 h 141753"/>
              <a:gd name="csX11" fmla="*/ 69117 w 141777"/>
              <a:gd name="csY11" fmla="*/ 81517 h 141753"/>
              <a:gd name="csX12" fmla="*/ 92247 w 141777"/>
              <a:gd name="csY12" fmla="*/ 81517 h 141753"/>
              <a:gd name="csX13" fmla="*/ 115194 w 141777"/>
              <a:gd name="csY13" fmla="*/ 60253 h 141753"/>
              <a:gd name="csX14" fmla="*/ 127601 w 141777"/>
              <a:gd name="csY14" fmla="*/ 63911 h 141753"/>
              <a:gd name="csX15" fmla="*/ 127601 w 141777"/>
              <a:gd name="csY15" fmla="*/ 19495 h 141753"/>
              <a:gd name="csX16" fmla="*/ 108107 w 141777"/>
              <a:gd name="csY16" fmla="*/ 0 h 141753"/>
              <a:gd name="csX17" fmla="*/ 19494 w 141777"/>
              <a:gd name="csY17" fmla="*/ 0 h 141753"/>
              <a:gd name="csX18" fmla="*/ 53167 w 141777"/>
              <a:gd name="csY18" fmla="*/ 24802 h 141753"/>
              <a:gd name="csX19" fmla="*/ 56925 w 141777"/>
              <a:gd name="csY19" fmla="*/ 26367 h 141753"/>
              <a:gd name="csX20" fmla="*/ 56925 w 141777"/>
              <a:gd name="csY20" fmla="*/ 33886 h 141753"/>
              <a:gd name="csX21" fmla="*/ 39204 w 141777"/>
              <a:gd name="csY21" fmla="*/ 51595 h 141753"/>
              <a:gd name="csX22" fmla="*/ 35444 w 141777"/>
              <a:gd name="csY22" fmla="*/ 53160 h 141753"/>
              <a:gd name="csX23" fmla="*/ 31686 w 141777"/>
              <a:gd name="csY23" fmla="*/ 51595 h 141753"/>
              <a:gd name="csX24" fmla="*/ 22825 w 141777"/>
              <a:gd name="csY24" fmla="*/ 42749 h 141753"/>
              <a:gd name="csX25" fmla="*/ 22825 w 141777"/>
              <a:gd name="csY25" fmla="*/ 35230 h 141753"/>
              <a:gd name="csX26" fmla="*/ 30342 w 141777"/>
              <a:gd name="csY26" fmla="*/ 35230 h 141753"/>
              <a:gd name="csX27" fmla="*/ 35444 w 141777"/>
              <a:gd name="csY27" fmla="*/ 40333 h 141753"/>
              <a:gd name="csX28" fmla="*/ 49409 w 141777"/>
              <a:gd name="csY28" fmla="*/ 26367 h 141753"/>
              <a:gd name="csX29" fmla="*/ 53167 w 141777"/>
              <a:gd name="csY29" fmla="*/ 24802 h 141753"/>
              <a:gd name="csX30" fmla="*/ 69117 w 141777"/>
              <a:gd name="csY30" fmla="*/ 35434 h 141753"/>
              <a:gd name="csX31" fmla="*/ 101017 w 141777"/>
              <a:gd name="csY31" fmla="*/ 35434 h 141753"/>
              <a:gd name="csX32" fmla="*/ 106334 w 141777"/>
              <a:gd name="csY32" fmla="*/ 40759 h 141753"/>
              <a:gd name="csX33" fmla="*/ 101017 w 141777"/>
              <a:gd name="csY33" fmla="*/ 46066 h 141753"/>
              <a:gd name="csX34" fmla="*/ 69117 w 141777"/>
              <a:gd name="csY34" fmla="*/ 46066 h 141753"/>
              <a:gd name="csX35" fmla="*/ 63800 w 141777"/>
              <a:gd name="csY35" fmla="*/ 40759 h 141753"/>
              <a:gd name="csX36" fmla="*/ 69117 w 141777"/>
              <a:gd name="csY36" fmla="*/ 35434 h 141753"/>
              <a:gd name="csX37" fmla="*/ 115194 w 141777"/>
              <a:gd name="csY37" fmla="*/ 67330 h 141753"/>
              <a:gd name="csX38" fmla="*/ 103916 w 141777"/>
              <a:gd name="csY38" fmla="*/ 72008 h 141753"/>
              <a:gd name="csX39" fmla="*/ 99244 w 141777"/>
              <a:gd name="csY39" fmla="*/ 83286 h 141753"/>
              <a:gd name="csX40" fmla="*/ 103916 w 141777"/>
              <a:gd name="csY40" fmla="*/ 94565 h 141753"/>
              <a:gd name="csX41" fmla="*/ 115194 w 141777"/>
              <a:gd name="csY41" fmla="*/ 99226 h 141753"/>
              <a:gd name="csX42" fmla="*/ 126473 w 141777"/>
              <a:gd name="csY42" fmla="*/ 94565 h 141753"/>
              <a:gd name="csX43" fmla="*/ 131144 w 141777"/>
              <a:gd name="csY43" fmla="*/ 83286 h 141753"/>
              <a:gd name="csX44" fmla="*/ 126473 w 141777"/>
              <a:gd name="csY44" fmla="*/ 72008 h 141753"/>
              <a:gd name="csX45" fmla="*/ 115194 w 141777"/>
              <a:gd name="csY45" fmla="*/ 67330 h 141753"/>
              <a:gd name="csX46" fmla="*/ 53167 w 141777"/>
              <a:gd name="csY46" fmla="*/ 70885 h 141753"/>
              <a:gd name="csX47" fmla="*/ 56925 w 141777"/>
              <a:gd name="csY47" fmla="*/ 72433 h 141753"/>
              <a:gd name="csX48" fmla="*/ 56925 w 141777"/>
              <a:gd name="csY48" fmla="*/ 79952 h 141753"/>
              <a:gd name="csX49" fmla="*/ 39204 w 141777"/>
              <a:gd name="csY49" fmla="*/ 97678 h 141753"/>
              <a:gd name="csX50" fmla="*/ 35444 w 141777"/>
              <a:gd name="csY50" fmla="*/ 99226 h 141753"/>
              <a:gd name="csX51" fmla="*/ 31686 w 141777"/>
              <a:gd name="csY51" fmla="*/ 97678 h 141753"/>
              <a:gd name="csX52" fmla="*/ 22825 w 141777"/>
              <a:gd name="csY52" fmla="*/ 88815 h 141753"/>
              <a:gd name="csX53" fmla="*/ 22825 w 141777"/>
              <a:gd name="csY53" fmla="*/ 81296 h 141753"/>
              <a:gd name="csX54" fmla="*/ 30342 w 141777"/>
              <a:gd name="csY54" fmla="*/ 81296 h 141753"/>
              <a:gd name="csX55" fmla="*/ 35444 w 141777"/>
              <a:gd name="csY55" fmla="*/ 86399 h 141753"/>
              <a:gd name="csX56" fmla="*/ 49409 w 141777"/>
              <a:gd name="csY56" fmla="*/ 72433 h 141753"/>
              <a:gd name="csX57" fmla="*/ 53167 w 141777"/>
              <a:gd name="csY57" fmla="*/ 70885 h 141753"/>
              <a:gd name="csX58" fmla="*/ 99244 w 141777"/>
              <a:gd name="csY58" fmla="*/ 106319 h 141753"/>
              <a:gd name="csX59" fmla="*/ 88611 w 141777"/>
              <a:gd name="csY59" fmla="*/ 116951 h 141753"/>
              <a:gd name="csX60" fmla="*/ 88611 w 141777"/>
              <a:gd name="csY60" fmla="*/ 124045 h 141753"/>
              <a:gd name="csX61" fmla="*/ 115194 w 141777"/>
              <a:gd name="csY61" fmla="*/ 141753 h 141753"/>
              <a:gd name="csX62" fmla="*/ 141778 w 141777"/>
              <a:gd name="csY62" fmla="*/ 124045 h 141753"/>
              <a:gd name="csX63" fmla="*/ 141778 w 141777"/>
              <a:gd name="csY63" fmla="*/ 116951 h 141753"/>
              <a:gd name="csX64" fmla="*/ 131144 w 141777"/>
              <a:gd name="csY64" fmla="*/ 106319 h 141753"/>
              <a:gd name="csX65" fmla="*/ 99244 w 141777"/>
              <a:gd name="csY65" fmla="*/ 106319 h 141753"/>
            </a:gdLst>
            <a:ahLst/>
            <a:cxnLst/>
            <a:rect l="l" t="t" r="r" b="b"/>
            <a:pathLst>
              <a:path w="100000" h="100000">
                <a:moveTo>
                  <a:pt x="13750" y="8"/>
                </a:moveTo>
                <a:cubicBezTo>
                  <a:pt x="6168" y="8"/>
                  <a:pt x="0" y="6176"/>
                  <a:pt x="0" y="13759"/>
                </a:cubicBezTo>
                <a:lnTo>
                  <a:pt x="0" y="76247"/>
                </a:lnTo>
                <a:cubicBezTo>
                  <a:pt x="0" y="83830"/>
                  <a:pt x="6168" y="89997"/>
                  <a:pt x="13750" y="89997"/>
                </a:cubicBezTo>
                <a:lnTo>
                  <a:pt x="57759" y="89997"/>
                </a:lnTo>
                <a:cubicBezTo>
                  <a:pt x="57604" y="89181"/>
                  <a:pt x="57501" y="88354"/>
                  <a:pt x="57501" y="87501"/>
                </a:cubicBezTo>
                <a:lnTo>
                  <a:pt x="57501" y="82498"/>
                </a:lnTo>
                <a:cubicBezTo>
                  <a:pt x="57501" y="75731"/>
                  <a:pt x="62912" y="70236"/>
                  <a:pt x="69630" y="70044"/>
                </a:cubicBezTo>
                <a:cubicBezTo>
                  <a:pt x="68217" y="68592"/>
                  <a:pt x="67050" y="66900"/>
                  <a:pt x="66255" y="65004"/>
                </a:cubicBezTo>
                <a:lnTo>
                  <a:pt x="48751" y="65004"/>
                </a:lnTo>
                <a:cubicBezTo>
                  <a:pt x="46678" y="65004"/>
                  <a:pt x="45000" y="63325"/>
                  <a:pt x="45000" y="61249"/>
                </a:cubicBezTo>
                <a:cubicBezTo>
                  <a:pt x="45000" y="59185"/>
                  <a:pt x="46678" y="57505"/>
                  <a:pt x="48751" y="57505"/>
                </a:cubicBezTo>
                <a:lnTo>
                  <a:pt x="65065" y="57505"/>
                </a:lnTo>
                <a:cubicBezTo>
                  <a:pt x="65707" y="49130"/>
                  <a:pt x="72711" y="42507"/>
                  <a:pt x="81250" y="42507"/>
                </a:cubicBezTo>
                <a:cubicBezTo>
                  <a:pt x="84474" y="42507"/>
                  <a:pt x="87471" y="43455"/>
                  <a:pt x="90001" y="45087"/>
                </a:cubicBezTo>
                <a:lnTo>
                  <a:pt x="90001" y="13759"/>
                </a:lnTo>
                <a:cubicBezTo>
                  <a:pt x="90001" y="6176"/>
                  <a:pt x="83833" y="8"/>
                  <a:pt x="76251" y="8"/>
                </a:cubicBezTo>
                <a:lnTo>
                  <a:pt x="13750" y="8"/>
                </a:lnTo>
                <a:close/>
                <a:moveTo>
                  <a:pt x="37500" y="17502"/>
                </a:moveTo>
                <a:cubicBezTo>
                  <a:pt x="38459" y="17502"/>
                  <a:pt x="39419" y="17875"/>
                  <a:pt x="40151" y="18606"/>
                </a:cubicBezTo>
                <a:cubicBezTo>
                  <a:pt x="41616" y="20070"/>
                  <a:pt x="41614" y="22446"/>
                  <a:pt x="40151" y="23909"/>
                </a:cubicBezTo>
                <a:lnTo>
                  <a:pt x="27652" y="36400"/>
                </a:lnTo>
                <a:cubicBezTo>
                  <a:pt x="26918" y="37132"/>
                  <a:pt x="25960" y="37504"/>
                  <a:pt x="25000" y="37504"/>
                </a:cubicBezTo>
                <a:cubicBezTo>
                  <a:pt x="24040" y="37504"/>
                  <a:pt x="23081" y="37132"/>
                  <a:pt x="22349" y="36400"/>
                </a:cubicBezTo>
                <a:lnTo>
                  <a:pt x="16099" y="30161"/>
                </a:lnTo>
                <a:cubicBezTo>
                  <a:pt x="14634" y="28697"/>
                  <a:pt x="14634" y="26321"/>
                  <a:pt x="16099" y="24857"/>
                </a:cubicBezTo>
                <a:cubicBezTo>
                  <a:pt x="17563" y="23394"/>
                  <a:pt x="19937" y="23394"/>
                  <a:pt x="21401" y="24857"/>
                </a:cubicBezTo>
                <a:lnTo>
                  <a:pt x="25000" y="28457"/>
                </a:lnTo>
                <a:lnTo>
                  <a:pt x="34850" y="18606"/>
                </a:lnTo>
                <a:cubicBezTo>
                  <a:pt x="35581" y="17875"/>
                  <a:pt x="36542" y="17502"/>
                  <a:pt x="37500" y="17502"/>
                </a:cubicBezTo>
                <a:close/>
                <a:moveTo>
                  <a:pt x="48751" y="25001"/>
                </a:moveTo>
                <a:lnTo>
                  <a:pt x="71251" y="25001"/>
                </a:lnTo>
                <a:cubicBezTo>
                  <a:pt x="73323" y="25001"/>
                  <a:pt x="75001" y="26681"/>
                  <a:pt x="75001" y="28757"/>
                </a:cubicBezTo>
                <a:cubicBezTo>
                  <a:pt x="75001" y="30821"/>
                  <a:pt x="73323" y="32500"/>
                  <a:pt x="71251" y="32500"/>
                </a:cubicBezTo>
                <a:lnTo>
                  <a:pt x="48751" y="32500"/>
                </a:lnTo>
                <a:cubicBezTo>
                  <a:pt x="46678" y="32500"/>
                  <a:pt x="45000" y="30821"/>
                  <a:pt x="45000" y="28757"/>
                </a:cubicBezTo>
                <a:cubicBezTo>
                  <a:pt x="45000" y="26681"/>
                  <a:pt x="46678" y="25001"/>
                  <a:pt x="48751" y="25001"/>
                </a:cubicBezTo>
                <a:close/>
                <a:moveTo>
                  <a:pt x="81250" y="47499"/>
                </a:moveTo>
                <a:cubicBezTo>
                  <a:pt x="78267" y="47499"/>
                  <a:pt x="75405" y="48686"/>
                  <a:pt x="73295" y="50798"/>
                </a:cubicBezTo>
                <a:cubicBezTo>
                  <a:pt x="71186" y="52910"/>
                  <a:pt x="70000" y="55766"/>
                  <a:pt x="70000" y="58753"/>
                </a:cubicBezTo>
                <a:cubicBezTo>
                  <a:pt x="70000" y="61729"/>
                  <a:pt x="71186" y="64597"/>
                  <a:pt x="73295" y="66708"/>
                </a:cubicBezTo>
                <a:cubicBezTo>
                  <a:pt x="75405" y="68820"/>
                  <a:pt x="78267" y="69996"/>
                  <a:pt x="81250" y="69996"/>
                </a:cubicBezTo>
                <a:cubicBezTo>
                  <a:pt x="84235" y="69996"/>
                  <a:pt x="87096" y="68820"/>
                  <a:pt x="89206" y="66708"/>
                </a:cubicBezTo>
                <a:cubicBezTo>
                  <a:pt x="91316" y="64597"/>
                  <a:pt x="92500" y="61729"/>
                  <a:pt x="92500" y="58753"/>
                </a:cubicBezTo>
                <a:cubicBezTo>
                  <a:pt x="92500" y="55766"/>
                  <a:pt x="91316" y="52910"/>
                  <a:pt x="89206" y="50798"/>
                </a:cubicBezTo>
                <a:cubicBezTo>
                  <a:pt x="87096" y="48686"/>
                  <a:pt x="84235" y="47499"/>
                  <a:pt x="81250" y="47499"/>
                </a:cubicBezTo>
                <a:close/>
                <a:moveTo>
                  <a:pt x="37500" y="50006"/>
                </a:moveTo>
                <a:cubicBezTo>
                  <a:pt x="38459" y="50006"/>
                  <a:pt x="39419" y="50366"/>
                  <a:pt x="40151" y="51098"/>
                </a:cubicBezTo>
                <a:cubicBezTo>
                  <a:pt x="41616" y="52562"/>
                  <a:pt x="41614" y="54938"/>
                  <a:pt x="40151" y="56401"/>
                </a:cubicBezTo>
                <a:lnTo>
                  <a:pt x="27652" y="68904"/>
                </a:lnTo>
                <a:cubicBezTo>
                  <a:pt x="26918" y="69635"/>
                  <a:pt x="25960" y="69996"/>
                  <a:pt x="25000" y="69996"/>
                </a:cubicBezTo>
                <a:cubicBezTo>
                  <a:pt x="24040" y="69996"/>
                  <a:pt x="23081" y="69635"/>
                  <a:pt x="22349" y="68904"/>
                </a:cubicBezTo>
                <a:lnTo>
                  <a:pt x="16099" y="62653"/>
                </a:lnTo>
                <a:cubicBezTo>
                  <a:pt x="14634" y="61189"/>
                  <a:pt x="14634" y="58813"/>
                  <a:pt x="16099" y="57349"/>
                </a:cubicBezTo>
                <a:cubicBezTo>
                  <a:pt x="17563" y="55886"/>
                  <a:pt x="19937" y="55886"/>
                  <a:pt x="21401" y="57349"/>
                </a:cubicBezTo>
                <a:lnTo>
                  <a:pt x="25000" y="60949"/>
                </a:lnTo>
                <a:lnTo>
                  <a:pt x="34850" y="51098"/>
                </a:lnTo>
                <a:cubicBezTo>
                  <a:pt x="35581" y="50366"/>
                  <a:pt x="36542" y="50006"/>
                  <a:pt x="37500" y="50006"/>
                </a:cubicBezTo>
                <a:close/>
                <a:moveTo>
                  <a:pt x="70000" y="74999"/>
                </a:moveTo>
                <a:cubicBezTo>
                  <a:pt x="65858" y="74999"/>
                  <a:pt x="62500" y="78359"/>
                  <a:pt x="62500" y="82498"/>
                </a:cubicBezTo>
                <a:lnTo>
                  <a:pt x="62500" y="87501"/>
                </a:lnTo>
                <a:cubicBezTo>
                  <a:pt x="62500" y="94400"/>
                  <a:pt x="70895" y="99992"/>
                  <a:pt x="81250" y="99992"/>
                </a:cubicBezTo>
                <a:cubicBezTo>
                  <a:pt x="91605" y="99992"/>
                  <a:pt x="100001" y="94400"/>
                  <a:pt x="100001" y="87501"/>
                </a:cubicBezTo>
                <a:lnTo>
                  <a:pt x="100001" y="82498"/>
                </a:lnTo>
                <a:cubicBezTo>
                  <a:pt x="100001" y="78359"/>
                  <a:pt x="96643" y="74999"/>
                  <a:pt x="92500" y="74999"/>
                </a:cubicBezTo>
                <a:lnTo>
                  <a:pt x="70000" y="7499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4" name="Красный — SVG 23">
            <a:extLst>
              <a:ext uri="{FF2B5EF4-FFF2-40B4-BE49-F238E27FC236}">
                <a16:creationId xmlns:a16="http://schemas.microsoft.com/office/drawing/2014/main" id="{783D114B-C878-FA46-876C-5837204FB0B3}"/>
              </a:ext>
            </a:extLst>
          </p:cNvPr>
          <p:cNvSpPr>
            <a:spLocks noGrp="1"/>
          </p:cNvSpPr>
          <p:nvPr/>
        </p:nvSpPr>
        <p:spPr>
          <a:xfrm>
            <a:off x="2820000" y="1410000"/>
            <a:ext cx="220000" cy="220000"/>
          </a:xfrm>
          <a:custGeom>
            <a:avLst/>
            <a:gdLst>
              <a:gd name="csX0" fmla="*/ 113423 w 148867"/>
              <a:gd name="csY0" fmla="*/ 0 h 152390"/>
              <a:gd name="csX1" fmla="*/ 107317 w 148867"/>
              <a:gd name="csY1" fmla="*/ 512 h 152390"/>
              <a:gd name="csX2" fmla="*/ 106092 w 148867"/>
              <a:gd name="csY2" fmla="*/ 5586 h 152390"/>
              <a:gd name="csX3" fmla="*/ 88293 w 148867"/>
              <a:gd name="csY3" fmla="*/ 15858 h 152390"/>
              <a:gd name="csX4" fmla="*/ 84022 w 148867"/>
              <a:gd name="csY4" fmla="*/ 14590 h 152390"/>
              <a:gd name="csX5" fmla="*/ 77978 w 148867"/>
              <a:gd name="csY5" fmla="*/ 25721 h 152390"/>
              <a:gd name="csX6" fmla="*/ 81149 w 148867"/>
              <a:gd name="csY6" fmla="*/ 28767 h 152390"/>
              <a:gd name="csX7" fmla="*/ 81149 w 148867"/>
              <a:gd name="csY7" fmla="*/ 49201 h 152390"/>
              <a:gd name="csX8" fmla="*/ 77978 w 148867"/>
              <a:gd name="csY8" fmla="*/ 52246 h 152390"/>
              <a:gd name="csX9" fmla="*/ 84022 w 148867"/>
              <a:gd name="csY9" fmla="*/ 63377 h 152390"/>
              <a:gd name="csX10" fmla="*/ 88293 w 148867"/>
              <a:gd name="csY10" fmla="*/ 62109 h 152390"/>
              <a:gd name="csX11" fmla="*/ 106092 w 148867"/>
              <a:gd name="csY11" fmla="*/ 72382 h 152390"/>
              <a:gd name="csX12" fmla="*/ 107317 w 148867"/>
              <a:gd name="csY12" fmla="*/ 77455 h 152390"/>
              <a:gd name="csX13" fmla="*/ 113423 w 148867"/>
              <a:gd name="csY13" fmla="*/ 77967 h 152390"/>
              <a:gd name="csX14" fmla="*/ 119529 w 148867"/>
              <a:gd name="csY14" fmla="*/ 77455 h 152390"/>
              <a:gd name="csX15" fmla="*/ 120754 w 148867"/>
              <a:gd name="csY15" fmla="*/ 72382 h 152390"/>
              <a:gd name="csX16" fmla="*/ 138552 w 148867"/>
              <a:gd name="csY16" fmla="*/ 62109 h 152390"/>
              <a:gd name="csX17" fmla="*/ 142824 w 148867"/>
              <a:gd name="csY17" fmla="*/ 63377 h 152390"/>
              <a:gd name="csX18" fmla="*/ 148867 w 148867"/>
              <a:gd name="csY18" fmla="*/ 52246 h 152390"/>
              <a:gd name="csX19" fmla="*/ 145696 w 148867"/>
              <a:gd name="csY19" fmla="*/ 49201 h 152390"/>
              <a:gd name="csX20" fmla="*/ 145696 w 148867"/>
              <a:gd name="csY20" fmla="*/ 28767 h 152390"/>
              <a:gd name="csX21" fmla="*/ 148867 w 148867"/>
              <a:gd name="csY21" fmla="*/ 25721 h 152390"/>
              <a:gd name="csX22" fmla="*/ 142824 w 148867"/>
              <a:gd name="csY22" fmla="*/ 14590 h 152390"/>
              <a:gd name="csX23" fmla="*/ 138552 w 148867"/>
              <a:gd name="csY23" fmla="*/ 15858 h 152390"/>
              <a:gd name="csX24" fmla="*/ 120754 w 148867"/>
              <a:gd name="csY24" fmla="*/ 5586 h 152390"/>
              <a:gd name="csX25" fmla="*/ 119529 w 148867"/>
              <a:gd name="csY25" fmla="*/ 512 h 152390"/>
              <a:gd name="csX26" fmla="*/ 113423 w 148867"/>
              <a:gd name="csY26" fmla="*/ 0 h 152390"/>
              <a:gd name="csX27" fmla="*/ 23040 w 148867"/>
              <a:gd name="csY27" fmla="*/ 17720 h 152390"/>
              <a:gd name="csX28" fmla="*/ 0 w 148867"/>
              <a:gd name="csY28" fmla="*/ 40755 h 152390"/>
              <a:gd name="csX29" fmla="*/ 0 w 148867"/>
              <a:gd name="csY29" fmla="*/ 101003 h 152390"/>
              <a:gd name="csX30" fmla="*/ 23040 w 148867"/>
              <a:gd name="csY30" fmla="*/ 124040 h 152390"/>
              <a:gd name="csX31" fmla="*/ 28356 w 148867"/>
              <a:gd name="csY31" fmla="*/ 124040 h 152390"/>
              <a:gd name="csX32" fmla="*/ 28356 w 148867"/>
              <a:gd name="csY32" fmla="*/ 143531 h 152390"/>
              <a:gd name="csX33" fmla="*/ 33249 w 148867"/>
              <a:gd name="csY33" fmla="*/ 151470 h 152390"/>
              <a:gd name="csX34" fmla="*/ 37217 w 148867"/>
              <a:gd name="csY34" fmla="*/ 152391 h 152390"/>
              <a:gd name="csX35" fmla="*/ 42534 w 148867"/>
              <a:gd name="csY35" fmla="*/ 150620 h 152390"/>
              <a:gd name="csX36" fmla="*/ 77978 w 148867"/>
              <a:gd name="csY36" fmla="*/ 124040 h 152390"/>
              <a:gd name="csX37" fmla="*/ 118740 w 148867"/>
              <a:gd name="csY37" fmla="*/ 124040 h 152390"/>
              <a:gd name="csX38" fmla="*/ 141778 w 148867"/>
              <a:gd name="csY38" fmla="*/ 101003 h 152390"/>
              <a:gd name="csX39" fmla="*/ 141778 w 148867"/>
              <a:gd name="csY39" fmla="*/ 70382 h 152390"/>
              <a:gd name="csX40" fmla="*/ 140823 w 148867"/>
              <a:gd name="csY40" fmla="*/ 70174 h 152390"/>
              <a:gd name="csX41" fmla="*/ 136531 w 148867"/>
              <a:gd name="csY41" fmla="*/ 68893 h 152390"/>
              <a:gd name="csX42" fmla="*/ 134510 w 148867"/>
              <a:gd name="csY42" fmla="*/ 68609 h 152390"/>
              <a:gd name="csX43" fmla="*/ 127635 w 148867"/>
              <a:gd name="csY43" fmla="*/ 74036 h 152390"/>
              <a:gd name="csX44" fmla="*/ 126430 w 148867"/>
              <a:gd name="csY44" fmla="*/ 79137 h 152390"/>
              <a:gd name="csX45" fmla="*/ 120725 w 148867"/>
              <a:gd name="csY45" fmla="*/ 84453 h 152390"/>
              <a:gd name="csX46" fmla="*/ 113423 w 148867"/>
              <a:gd name="csY46" fmla="*/ 85056 h 152390"/>
              <a:gd name="csX47" fmla="*/ 106119 w 148867"/>
              <a:gd name="csY47" fmla="*/ 84453 h 152390"/>
              <a:gd name="csX48" fmla="*/ 100415 w 148867"/>
              <a:gd name="csY48" fmla="*/ 79137 h 152390"/>
              <a:gd name="csX49" fmla="*/ 99210 w 148867"/>
              <a:gd name="csY49" fmla="*/ 74036 h 152390"/>
              <a:gd name="csX50" fmla="*/ 92335 w 148867"/>
              <a:gd name="csY50" fmla="*/ 68609 h 152390"/>
              <a:gd name="csX51" fmla="*/ 90314 w 148867"/>
              <a:gd name="csY51" fmla="*/ 68893 h 152390"/>
              <a:gd name="csX52" fmla="*/ 86023 w 148867"/>
              <a:gd name="csY52" fmla="*/ 70174 h 152390"/>
              <a:gd name="csX53" fmla="*/ 84043 w 148867"/>
              <a:gd name="csY53" fmla="*/ 70457 h 152390"/>
              <a:gd name="csX54" fmla="*/ 78442 w 148867"/>
              <a:gd name="csY54" fmla="*/ 67723 h 152390"/>
              <a:gd name="csX55" fmla="*/ 71278 w 148867"/>
              <a:gd name="csY55" fmla="*/ 54578 h 152390"/>
              <a:gd name="csX56" fmla="*/ 73049 w 148867"/>
              <a:gd name="csY56" fmla="*/ 47138 h 152390"/>
              <a:gd name="csX57" fmla="*/ 76240 w 148867"/>
              <a:gd name="csY57" fmla="*/ 44086 h 152390"/>
              <a:gd name="csX58" fmla="*/ 78401 w 148867"/>
              <a:gd name="csY58" fmla="*/ 38984 h 152390"/>
              <a:gd name="csX59" fmla="*/ 76240 w 148867"/>
              <a:gd name="csY59" fmla="*/ 33883 h 152390"/>
              <a:gd name="csX60" fmla="*/ 73049 w 148867"/>
              <a:gd name="csY60" fmla="*/ 30829 h 152390"/>
              <a:gd name="csX61" fmla="*/ 71278 w 148867"/>
              <a:gd name="csY61" fmla="*/ 23389 h 152390"/>
              <a:gd name="csX62" fmla="*/ 73728 w 148867"/>
              <a:gd name="csY62" fmla="*/ 17720 h 152390"/>
              <a:gd name="csX63" fmla="*/ 23040 w 148867"/>
              <a:gd name="csY63" fmla="*/ 17720 h 152390"/>
              <a:gd name="csX64" fmla="*/ 113423 w 148867"/>
              <a:gd name="csY64" fmla="*/ 28352 h 152390"/>
              <a:gd name="csX65" fmla="*/ 124057 w 148867"/>
              <a:gd name="csY65" fmla="*/ 38984 h 152390"/>
              <a:gd name="csX66" fmla="*/ 113423 w 148867"/>
              <a:gd name="csY66" fmla="*/ 49616 h 152390"/>
              <a:gd name="csX67" fmla="*/ 102790 w 148867"/>
              <a:gd name="csY67" fmla="*/ 38984 h 152390"/>
              <a:gd name="csX68" fmla="*/ 113423 w 148867"/>
              <a:gd name="csY68" fmla="*/ 28352 h 152390"/>
            </a:gdLst>
            <a:ahLst/>
            <a:cxnLst/>
            <a:rect l="l" t="t" r="r" b="b"/>
            <a:pathLst>
              <a:path w="100000" h="100000">
                <a:moveTo>
                  <a:pt x="75585" y="0"/>
                </a:moveTo>
                <a:cubicBezTo>
                  <a:pt x="74220" y="0"/>
                  <a:pt x="72884" y="115"/>
                  <a:pt x="71579" y="336"/>
                </a:cubicBezTo>
                <a:lnTo>
                  <a:pt x="70775" y="3666"/>
                </a:lnTo>
                <a:cubicBezTo>
                  <a:pt x="69525" y="8838"/>
                  <a:pt x="64200" y="11913"/>
                  <a:pt x="59095" y="10406"/>
                </a:cubicBezTo>
                <a:lnTo>
                  <a:pt x="56292" y="9574"/>
                </a:lnTo>
                <a:cubicBezTo>
                  <a:pt x="54608" y="11747"/>
                  <a:pt x="53259" y="14212"/>
                  <a:pt x="52326" y="16878"/>
                </a:cubicBezTo>
                <a:lnTo>
                  <a:pt x="54407" y="18877"/>
                </a:lnTo>
                <a:cubicBezTo>
                  <a:pt x="58210" y="22538"/>
                  <a:pt x="58210" y="28625"/>
                  <a:pt x="54407" y="32286"/>
                </a:cubicBezTo>
                <a:lnTo>
                  <a:pt x="52326" y="34284"/>
                </a:lnTo>
                <a:cubicBezTo>
                  <a:pt x="53259" y="36951"/>
                  <a:pt x="54606" y="39416"/>
                  <a:pt x="56292" y="41589"/>
                </a:cubicBezTo>
                <a:lnTo>
                  <a:pt x="59095" y="40757"/>
                </a:lnTo>
                <a:cubicBezTo>
                  <a:pt x="64200" y="39247"/>
                  <a:pt x="69525" y="42323"/>
                  <a:pt x="70775" y="47498"/>
                </a:cubicBezTo>
                <a:lnTo>
                  <a:pt x="71579" y="50827"/>
                </a:lnTo>
                <a:cubicBezTo>
                  <a:pt x="72884" y="51048"/>
                  <a:pt x="74222" y="51163"/>
                  <a:pt x="75585" y="51163"/>
                </a:cubicBezTo>
                <a:cubicBezTo>
                  <a:pt x="76951" y="51163"/>
                  <a:pt x="78288" y="51048"/>
                  <a:pt x="79592" y="50827"/>
                </a:cubicBezTo>
                <a:lnTo>
                  <a:pt x="80396" y="47498"/>
                </a:lnTo>
                <a:cubicBezTo>
                  <a:pt x="81644" y="42323"/>
                  <a:pt x="86970" y="39247"/>
                  <a:pt x="92075" y="40757"/>
                </a:cubicBezTo>
                <a:lnTo>
                  <a:pt x="94879" y="41589"/>
                </a:lnTo>
                <a:cubicBezTo>
                  <a:pt x="96562" y="39419"/>
                  <a:pt x="97912" y="36951"/>
                  <a:pt x="98844" y="34284"/>
                </a:cubicBezTo>
                <a:lnTo>
                  <a:pt x="96763" y="32286"/>
                </a:lnTo>
                <a:cubicBezTo>
                  <a:pt x="92960" y="28627"/>
                  <a:pt x="92960" y="22536"/>
                  <a:pt x="96763" y="18877"/>
                </a:cubicBezTo>
                <a:lnTo>
                  <a:pt x="98844" y="16878"/>
                </a:lnTo>
                <a:cubicBezTo>
                  <a:pt x="97912" y="14212"/>
                  <a:pt x="96564" y="11747"/>
                  <a:pt x="94879" y="9574"/>
                </a:cubicBezTo>
                <a:lnTo>
                  <a:pt x="92075" y="10406"/>
                </a:lnTo>
                <a:cubicBezTo>
                  <a:pt x="86970" y="11915"/>
                  <a:pt x="81644" y="8840"/>
                  <a:pt x="80396" y="3666"/>
                </a:cubicBezTo>
                <a:lnTo>
                  <a:pt x="79592" y="336"/>
                </a:lnTo>
                <a:cubicBezTo>
                  <a:pt x="78288" y="115"/>
                  <a:pt x="76951" y="0"/>
                  <a:pt x="75585" y="0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6185"/>
                </a:lnTo>
                <a:cubicBezTo>
                  <a:pt x="93984" y="46162"/>
                  <a:pt x="93775" y="46119"/>
                  <a:pt x="93566" y="46049"/>
                </a:cubicBezTo>
                <a:lnTo>
                  <a:pt x="90749" y="45208"/>
                </a:lnTo>
                <a:cubicBezTo>
                  <a:pt x="90330" y="45092"/>
                  <a:pt x="89864" y="45022"/>
                  <a:pt x="89423" y="45022"/>
                </a:cubicBezTo>
                <a:cubicBezTo>
                  <a:pt x="87282" y="45022"/>
                  <a:pt x="85424" y="46490"/>
                  <a:pt x="84911" y="48583"/>
                </a:cubicBezTo>
                <a:lnTo>
                  <a:pt x="84121" y="51931"/>
                </a:lnTo>
                <a:cubicBezTo>
                  <a:pt x="83680" y="53721"/>
                  <a:pt x="82215" y="55116"/>
                  <a:pt x="80377" y="55419"/>
                </a:cubicBezTo>
                <a:cubicBezTo>
                  <a:pt x="78796" y="55675"/>
                  <a:pt x="77190" y="55815"/>
                  <a:pt x="75585" y="55815"/>
                </a:cubicBezTo>
                <a:cubicBezTo>
                  <a:pt x="73980" y="55815"/>
                  <a:pt x="72374" y="55675"/>
                  <a:pt x="70792" y="55419"/>
                </a:cubicBezTo>
                <a:cubicBezTo>
                  <a:pt x="68955" y="55116"/>
                  <a:pt x="67492" y="53721"/>
                  <a:pt x="67049" y="51931"/>
                </a:cubicBezTo>
                <a:lnTo>
                  <a:pt x="66259" y="48583"/>
                </a:lnTo>
                <a:cubicBezTo>
                  <a:pt x="65747" y="46490"/>
                  <a:pt x="63888" y="45022"/>
                  <a:pt x="61747" y="45022"/>
                </a:cubicBezTo>
                <a:cubicBezTo>
                  <a:pt x="61283" y="45022"/>
                  <a:pt x="60840" y="45092"/>
                  <a:pt x="60421" y="45208"/>
                </a:cubicBezTo>
                <a:lnTo>
                  <a:pt x="57605" y="46049"/>
                </a:lnTo>
                <a:cubicBezTo>
                  <a:pt x="57186" y="46189"/>
                  <a:pt x="56748" y="46235"/>
                  <a:pt x="56306" y="46235"/>
                </a:cubicBezTo>
                <a:cubicBezTo>
                  <a:pt x="54886" y="46235"/>
                  <a:pt x="53514" y="45580"/>
                  <a:pt x="52630" y="44441"/>
                </a:cubicBezTo>
                <a:cubicBezTo>
                  <a:pt x="50606" y="41836"/>
                  <a:pt x="49022" y="38932"/>
                  <a:pt x="47929" y="35815"/>
                </a:cubicBezTo>
                <a:cubicBezTo>
                  <a:pt x="47324" y="34093"/>
                  <a:pt x="47790" y="32188"/>
                  <a:pt x="49091" y="30932"/>
                </a:cubicBezTo>
                <a:lnTo>
                  <a:pt x="51185" y="28930"/>
                </a:lnTo>
                <a:cubicBezTo>
                  <a:pt x="52094" y="28046"/>
                  <a:pt x="52604" y="26860"/>
                  <a:pt x="52604" y="25582"/>
                </a:cubicBezTo>
                <a:cubicBezTo>
                  <a:pt x="52604" y="24303"/>
                  <a:pt x="52094" y="23117"/>
                  <a:pt x="51185" y="22234"/>
                </a:cubicBezTo>
                <a:lnTo>
                  <a:pt x="49091" y="20230"/>
                </a:lnTo>
                <a:cubicBezTo>
                  <a:pt x="47790" y="18974"/>
                  <a:pt x="47324" y="17069"/>
                  <a:pt x="47929" y="15348"/>
                </a:cubicBezTo>
                <a:cubicBezTo>
                  <a:pt x="48370" y="14069"/>
                  <a:pt x="48908" y="12814"/>
                  <a:pt x="49537" y="11628"/>
                </a:cubicBezTo>
                <a:lnTo>
                  <a:pt x="16275" y="11628"/>
                </a:lnTo>
                <a:close/>
                <a:moveTo>
                  <a:pt x="75585" y="18605"/>
                </a:moveTo>
                <a:cubicBezTo>
                  <a:pt x="79439" y="18605"/>
                  <a:pt x="82563" y="21728"/>
                  <a:pt x="82563" y="25582"/>
                </a:cubicBezTo>
                <a:cubicBezTo>
                  <a:pt x="82563" y="29436"/>
                  <a:pt x="79439" y="32559"/>
                  <a:pt x="75585" y="32559"/>
                </a:cubicBezTo>
                <a:cubicBezTo>
                  <a:pt x="71731" y="32559"/>
                  <a:pt x="68608" y="29436"/>
                  <a:pt x="68608" y="25582"/>
                </a:cubicBezTo>
                <a:cubicBezTo>
                  <a:pt x="68608" y="21728"/>
                  <a:pt x="71731" y="18605"/>
                  <a:pt x="75585" y="1860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5" name="Красный — SVG 24">
            <a:extLst>
              <a:ext uri="{FF2B5EF4-FFF2-40B4-BE49-F238E27FC236}">
                <a16:creationId xmlns:a16="http://schemas.microsoft.com/office/drawing/2014/main" id="{C6C598AF-E479-8441-9130-F7BC2D981B6B}"/>
              </a:ext>
            </a:extLst>
          </p:cNvPr>
          <p:cNvSpPr>
            <a:spLocks noGrp="1"/>
          </p:cNvSpPr>
          <p:nvPr/>
        </p:nvSpPr>
        <p:spPr>
          <a:xfrm>
            <a:off x="3420000" y="1410000"/>
            <a:ext cx="220000" cy="220000"/>
          </a:xfrm>
          <a:custGeom>
            <a:avLst/>
            <a:gdLst>
              <a:gd name="csX0" fmla="*/ 109878 w 148867"/>
              <a:gd name="csY0" fmla="*/ 0 h 152390"/>
              <a:gd name="csX1" fmla="*/ 70890 w 148867"/>
              <a:gd name="csY1" fmla="*/ 38984 h 152390"/>
              <a:gd name="csX2" fmla="*/ 109878 w 148867"/>
              <a:gd name="csY2" fmla="*/ 77967 h 152390"/>
              <a:gd name="csX3" fmla="*/ 148867 w 148867"/>
              <a:gd name="csY3" fmla="*/ 38984 h 152390"/>
              <a:gd name="csX4" fmla="*/ 109878 w 148867"/>
              <a:gd name="csY4" fmla="*/ 0 h 152390"/>
              <a:gd name="csX5" fmla="*/ 109878 w 148867"/>
              <a:gd name="csY5" fmla="*/ 10632 h 152390"/>
              <a:gd name="csX6" fmla="*/ 113423 w 148867"/>
              <a:gd name="csY6" fmla="*/ 14175 h 152390"/>
              <a:gd name="csX7" fmla="*/ 113423 w 148867"/>
              <a:gd name="csY7" fmla="*/ 35439 h 152390"/>
              <a:gd name="csX8" fmla="*/ 134690 w 148867"/>
              <a:gd name="csY8" fmla="*/ 35439 h 152390"/>
              <a:gd name="csX9" fmla="*/ 138234 w 148867"/>
              <a:gd name="csY9" fmla="*/ 38984 h 152390"/>
              <a:gd name="csX10" fmla="*/ 134690 w 148867"/>
              <a:gd name="csY10" fmla="*/ 42528 h 152390"/>
              <a:gd name="csX11" fmla="*/ 113423 w 148867"/>
              <a:gd name="csY11" fmla="*/ 42528 h 152390"/>
              <a:gd name="csX12" fmla="*/ 113423 w 148867"/>
              <a:gd name="csY12" fmla="*/ 63792 h 152390"/>
              <a:gd name="csX13" fmla="*/ 109878 w 148867"/>
              <a:gd name="csY13" fmla="*/ 67335 h 152390"/>
              <a:gd name="csX14" fmla="*/ 106334 w 148867"/>
              <a:gd name="csY14" fmla="*/ 63792 h 152390"/>
              <a:gd name="csX15" fmla="*/ 106334 w 148867"/>
              <a:gd name="csY15" fmla="*/ 42528 h 152390"/>
              <a:gd name="csX16" fmla="*/ 85067 w 148867"/>
              <a:gd name="csY16" fmla="*/ 42528 h 152390"/>
              <a:gd name="csX17" fmla="*/ 81523 w 148867"/>
              <a:gd name="csY17" fmla="*/ 38984 h 152390"/>
              <a:gd name="csX18" fmla="*/ 85067 w 148867"/>
              <a:gd name="csY18" fmla="*/ 35439 h 152390"/>
              <a:gd name="csX19" fmla="*/ 106334 w 148867"/>
              <a:gd name="csY19" fmla="*/ 35439 h 152390"/>
              <a:gd name="csX20" fmla="*/ 106334 w 148867"/>
              <a:gd name="csY20" fmla="*/ 14175 h 152390"/>
              <a:gd name="csX21" fmla="*/ 109878 w 148867"/>
              <a:gd name="csY21" fmla="*/ 10632 h 152390"/>
              <a:gd name="csX22" fmla="*/ 23040 w 148867"/>
              <a:gd name="csY22" fmla="*/ 17720 h 152390"/>
              <a:gd name="csX23" fmla="*/ 0 w 148867"/>
              <a:gd name="csY23" fmla="*/ 40755 h 152390"/>
              <a:gd name="csX24" fmla="*/ 0 w 148867"/>
              <a:gd name="csY24" fmla="*/ 101003 h 152390"/>
              <a:gd name="csX25" fmla="*/ 23040 w 148867"/>
              <a:gd name="csY25" fmla="*/ 124040 h 152390"/>
              <a:gd name="csX26" fmla="*/ 28356 w 148867"/>
              <a:gd name="csY26" fmla="*/ 124040 h 152390"/>
              <a:gd name="csX27" fmla="*/ 28356 w 148867"/>
              <a:gd name="csY27" fmla="*/ 143531 h 152390"/>
              <a:gd name="csX28" fmla="*/ 33249 w 148867"/>
              <a:gd name="csY28" fmla="*/ 151470 h 152390"/>
              <a:gd name="csX29" fmla="*/ 37217 w 148867"/>
              <a:gd name="csY29" fmla="*/ 152391 h 152390"/>
              <a:gd name="csX30" fmla="*/ 42534 w 148867"/>
              <a:gd name="csY30" fmla="*/ 150620 h 152390"/>
              <a:gd name="csX31" fmla="*/ 77978 w 148867"/>
              <a:gd name="csY31" fmla="*/ 124040 h 152390"/>
              <a:gd name="csX32" fmla="*/ 118740 w 148867"/>
              <a:gd name="csY32" fmla="*/ 124040 h 152390"/>
              <a:gd name="csX33" fmla="*/ 141778 w 148867"/>
              <a:gd name="csY33" fmla="*/ 101003 h 152390"/>
              <a:gd name="csX34" fmla="*/ 141778 w 148867"/>
              <a:gd name="csY34" fmla="*/ 72188 h 152390"/>
              <a:gd name="csX35" fmla="*/ 109878 w 148867"/>
              <a:gd name="csY35" fmla="*/ 85056 h 152390"/>
              <a:gd name="csX36" fmla="*/ 63800 w 148867"/>
              <a:gd name="csY36" fmla="*/ 38984 h 152390"/>
              <a:gd name="csX37" fmla="*/ 69013 w 148867"/>
              <a:gd name="csY37" fmla="*/ 17720 h 152390"/>
              <a:gd name="csX38" fmla="*/ 23040 w 148867"/>
              <a:gd name="csY38" fmla="*/ 17720 h 152390"/>
            </a:gdLst>
            <a:ahLst/>
            <a:cxnLst/>
            <a:rect l="l" t="t" r="r" b="b"/>
            <a:pathLst>
              <a:path w="100000" h="100000">
                <a:moveTo>
                  <a:pt x="73259" y="0"/>
                </a:moveTo>
                <a:cubicBezTo>
                  <a:pt x="59130" y="0"/>
                  <a:pt x="47675" y="11453"/>
                  <a:pt x="47675" y="25582"/>
                </a:cubicBezTo>
                <a:cubicBezTo>
                  <a:pt x="47675" y="39710"/>
                  <a:pt x="59130" y="51163"/>
                  <a:pt x="73259" y="51163"/>
                </a:cubicBezTo>
                <a:cubicBezTo>
                  <a:pt x="87390" y="51163"/>
                  <a:pt x="98844" y="39710"/>
                  <a:pt x="98844" y="25582"/>
                </a:cubicBezTo>
                <a:cubicBezTo>
                  <a:pt x="98844" y="11453"/>
                  <a:pt x="87390" y="0"/>
                  <a:pt x="73259" y="0"/>
                </a:cubicBezTo>
                <a:close/>
                <a:moveTo>
                  <a:pt x="73259" y="6977"/>
                </a:moveTo>
                <a:cubicBezTo>
                  <a:pt x="74543" y="6977"/>
                  <a:pt x="75585" y="8018"/>
                  <a:pt x="75585" y="9302"/>
                </a:cubicBezTo>
                <a:lnTo>
                  <a:pt x="75585" y="23255"/>
                </a:lnTo>
                <a:lnTo>
                  <a:pt x="89541" y="23255"/>
                </a:lnTo>
                <a:cubicBezTo>
                  <a:pt x="90825" y="23255"/>
                  <a:pt x="91867" y="24298"/>
                  <a:pt x="91867" y="25582"/>
                </a:cubicBezTo>
                <a:cubicBezTo>
                  <a:pt x="91867" y="26866"/>
                  <a:pt x="90825" y="27907"/>
                  <a:pt x="89541" y="27907"/>
                </a:cubicBezTo>
                <a:lnTo>
                  <a:pt x="75585" y="27907"/>
                </a:lnTo>
                <a:lnTo>
                  <a:pt x="75585" y="41861"/>
                </a:lnTo>
                <a:cubicBezTo>
                  <a:pt x="75585" y="43145"/>
                  <a:pt x="74543" y="44186"/>
                  <a:pt x="73259" y="44186"/>
                </a:cubicBezTo>
                <a:cubicBezTo>
                  <a:pt x="71975" y="44186"/>
                  <a:pt x="70933" y="43145"/>
                  <a:pt x="70933" y="41861"/>
                </a:cubicBezTo>
                <a:lnTo>
                  <a:pt x="70933" y="27907"/>
                </a:lnTo>
                <a:lnTo>
                  <a:pt x="56978" y="27907"/>
                </a:lnTo>
                <a:cubicBezTo>
                  <a:pt x="55694" y="27907"/>
                  <a:pt x="54652" y="26866"/>
                  <a:pt x="54652" y="25582"/>
                </a:cubicBezTo>
                <a:cubicBezTo>
                  <a:pt x="54652" y="24298"/>
                  <a:pt x="55694" y="23255"/>
                  <a:pt x="56978" y="23255"/>
                </a:cubicBezTo>
                <a:lnTo>
                  <a:pt x="70933" y="23255"/>
                </a:lnTo>
                <a:lnTo>
                  <a:pt x="70933" y="9302"/>
                </a:lnTo>
                <a:cubicBezTo>
                  <a:pt x="70933" y="8018"/>
                  <a:pt x="71975" y="6977"/>
                  <a:pt x="73259" y="6977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7371"/>
                </a:lnTo>
                <a:cubicBezTo>
                  <a:pt x="88773" y="52603"/>
                  <a:pt x="81400" y="55815"/>
                  <a:pt x="73259" y="55815"/>
                </a:cubicBezTo>
                <a:cubicBezTo>
                  <a:pt x="56559" y="55815"/>
                  <a:pt x="43022" y="42280"/>
                  <a:pt x="43022" y="25582"/>
                </a:cubicBezTo>
                <a:cubicBezTo>
                  <a:pt x="43022" y="20558"/>
                  <a:pt x="44257" y="15815"/>
                  <a:pt x="46443" y="11628"/>
                </a:cubicBezTo>
                <a:lnTo>
                  <a:pt x="16275" y="11628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6" name="Белый — SVG 1">
            <a:extLst>
              <a:ext uri="{FF2B5EF4-FFF2-40B4-BE49-F238E27FC236}">
                <a16:creationId xmlns:a16="http://schemas.microsoft.com/office/drawing/2014/main" id="{C24FD8F3-2DB6-DF42-BCE6-585619BEA212}"/>
              </a:ext>
            </a:extLst>
          </p:cNvPr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>
              <a:gd name="csX0" fmla="*/ 54547 w 141794"/>
              <a:gd name="csY0" fmla="*/ 1 h 134664"/>
              <a:gd name="csX1" fmla="*/ 47929 w 141794"/>
              <a:gd name="csY1" fmla="*/ 430 h 134664"/>
              <a:gd name="csX2" fmla="*/ 613 w 141794"/>
              <a:gd name="csY2" fmla="*/ 46674 h 134664"/>
              <a:gd name="csX3" fmla="*/ 6081 w 141794"/>
              <a:gd name="csY3" fmla="*/ 79220 h 134664"/>
              <a:gd name="csX4" fmla="*/ 155 w 141794"/>
              <a:gd name="csY4" fmla="*/ 103267 h 134664"/>
              <a:gd name="csX5" fmla="*/ 194 w 141794"/>
              <a:gd name="csY5" fmla="*/ 105967 h 134664"/>
              <a:gd name="csX6" fmla="*/ 1555 w 141794"/>
              <a:gd name="csY6" fmla="*/ 108299 h 134664"/>
              <a:gd name="csX7" fmla="*/ 3886 w 141794"/>
              <a:gd name="csY7" fmla="*/ 109661 h 134664"/>
              <a:gd name="csX8" fmla="*/ 6586 w 141794"/>
              <a:gd name="csY8" fmla="*/ 109704 h 134664"/>
              <a:gd name="csX9" fmla="*/ 30657 w 141794"/>
              <a:gd name="csY9" fmla="*/ 103786 h 134664"/>
              <a:gd name="csX10" fmla="*/ 63209 w 141794"/>
              <a:gd name="csY10" fmla="*/ 109241 h 134664"/>
              <a:gd name="csX11" fmla="*/ 109446 w 141794"/>
              <a:gd name="csY11" fmla="*/ 61937 h 134664"/>
              <a:gd name="csX12" fmla="*/ 60993 w 141794"/>
              <a:gd name="csY12" fmla="*/ 340 h 134664"/>
              <a:gd name="csX13" fmla="*/ 54547 w 141794"/>
              <a:gd name="csY13" fmla="*/ 1 h 134664"/>
              <a:gd name="csX14" fmla="*/ 116935 w 141794"/>
              <a:gd name="csY14" fmla="*/ 33695 h 134664"/>
              <a:gd name="csX15" fmla="*/ 119982 w 141794"/>
              <a:gd name="csY15" fmla="*/ 63252 h 134664"/>
              <a:gd name="csX16" fmla="*/ 64758 w 141794"/>
              <a:gd name="csY16" fmla="*/ 119741 h 134664"/>
              <a:gd name="csX17" fmla="*/ 54942 w 141794"/>
              <a:gd name="csY17" fmla="*/ 120489 h 134664"/>
              <a:gd name="csX18" fmla="*/ 49695 w 141794"/>
              <a:gd name="csY18" fmla="*/ 120239 h 134664"/>
              <a:gd name="csX19" fmla="*/ 78584 w 141794"/>
              <a:gd name="csY19" fmla="*/ 134062 h 134664"/>
              <a:gd name="csX20" fmla="*/ 111654 w 141794"/>
              <a:gd name="csY20" fmla="*/ 128712 h 134664"/>
              <a:gd name="csX21" fmla="*/ 135191 w 141794"/>
              <a:gd name="csY21" fmla="*/ 134527 h 134664"/>
              <a:gd name="csX22" fmla="*/ 136465 w 141794"/>
              <a:gd name="csY22" fmla="*/ 134664 h 134664"/>
              <a:gd name="csX23" fmla="*/ 140223 w 141794"/>
              <a:gd name="csY23" fmla="*/ 133108 h 134664"/>
              <a:gd name="csX24" fmla="*/ 141644 w 141794"/>
              <a:gd name="csY24" fmla="*/ 128074 h 134664"/>
              <a:gd name="csX25" fmla="*/ 135829 w 141794"/>
              <a:gd name="csY25" fmla="*/ 104541 h 134664"/>
              <a:gd name="csX26" fmla="*/ 141179 w 141794"/>
              <a:gd name="csY26" fmla="*/ 71475 h 134664"/>
              <a:gd name="csX27" fmla="*/ 116935 w 141794"/>
              <a:gd name="csY27" fmla="*/ 33695 h 134664"/>
            </a:gdLst>
            <a:ahLst/>
            <a:cxnLst/>
            <a:rect l="l" t="t" r="r" b="b"/>
            <a:pathLst>
              <a:path w="100000" h="100000">
                <a:moveTo>
                  <a:pt x="38469" y="2515"/>
                </a:moveTo>
                <a:cubicBezTo>
                  <a:pt x="36932" y="2523"/>
                  <a:pt x="35374" y="2621"/>
                  <a:pt x="33802" y="2817"/>
                </a:cubicBezTo>
                <a:cubicBezTo>
                  <a:pt x="16743" y="4935"/>
                  <a:pt x="2939" y="18424"/>
                  <a:pt x="432" y="35431"/>
                </a:cubicBezTo>
                <a:cubicBezTo>
                  <a:pt x="-793" y="43745"/>
                  <a:pt x="898" y="51585"/>
                  <a:pt x="4289" y="58384"/>
                </a:cubicBezTo>
                <a:lnTo>
                  <a:pt x="109" y="75343"/>
                </a:lnTo>
                <a:cubicBezTo>
                  <a:pt x="-45" y="75969"/>
                  <a:pt x="-36" y="76626"/>
                  <a:pt x="137" y="77247"/>
                </a:cubicBezTo>
                <a:cubicBezTo>
                  <a:pt x="311" y="77869"/>
                  <a:pt x="641" y="78435"/>
                  <a:pt x="1097" y="78892"/>
                </a:cubicBezTo>
                <a:cubicBezTo>
                  <a:pt x="1553" y="79349"/>
                  <a:pt x="2119" y="79680"/>
                  <a:pt x="2741" y="79852"/>
                </a:cubicBezTo>
                <a:cubicBezTo>
                  <a:pt x="3363" y="80027"/>
                  <a:pt x="4019" y="80037"/>
                  <a:pt x="4645" y="79883"/>
                </a:cubicBezTo>
                <a:lnTo>
                  <a:pt x="21621" y="75709"/>
                </a:lnTo>
                <a:cubicBezTo>
                  <a:pt x="28422" y="79097"/>
                  <a:pt x="36265" y="80784"/>
                  <a:pt x="44578" y="79556"/>
                </a:cubicBezTo>
                <a:cubicBezTo>
                  <a:pt x="61581" y="77047"/>
                  <a:pt x="75069" y="63249"/>
                  <a:pt x="77187" y="46195"/>
                </a:cubicBezTo>
                <a:cubicBezTo>
                  <a:pt x="79922" y="24194"/>
                  <a:pt x="63910" y="5092"/>
                  <a:pt x="43015" y="2754"/>
                </a:cubicBezTo>
                <a:cubicBezTo>
                  <a:pt x="41523" y="2587"/>
                  <a:pt x="40006" y="2505"/>
                  <a:pt x="38469" y="2515"/>
                </a:cubicBezTo>
                <a:close/>
                <a:moveTo>
                  <a:pt x="82468" y="26278"/>
                </a:moveTo>
                <a:cubicBezTo>
                  <a:pt x="84743" y="32876"/>
                  <a:pt x="85492" y="40000"/>
                  <a:pt x="84617" y="47123"/>
                </a:cubicBezTo>
                <a:cubicBezTo>
                  <a:pt x="82092" y="67568"/>
                  <a:pt x="66068" y="83962"/>
                  <a:pt x="45670" y="86961"/>
                </a:cubicBezTo>
                <a:cubicBezTo>
                  <a:pt x="43371" y="87311"/>
                  <a:pt x="41048" y="87489"/>
                  <a:pt x="38748" y="87489"/>
                </a:cubicBezTo>
                <a:cubicBezTo>
                  <a:pt x="37523" y="87489"/>
                  <a:pt x="36272" y="87437"/>
                  <a:pt x="35047" y="87313"/>
                </a:cubicBezTo>
                <a:cubicBezTo>
                  <a:pt x="40572" y="92412"/>
                  <a:pt x="47647" y="95887"/>
                  <a:pt x="55421" y="97061"/>
                </a:cubicBezTo>
                <a:cubicBezTo>
                  <a:pt x="63520" y="98236"/>
                  <a:pt x="71569" y="96962"/>
                  <a:pt x="78744" y="93288"/>
                </a:cubicBezTo>
                <a:lnTo>
                  <a:pt x="95343" y="97389"/>
                </a:lnTo>
                <a:cubicBezTo>
                  <a:pt x="95643" y="97463"/>
                  <a:pt x="95942" y="97486"/>
                  <a:pt x="96242" y="97486"/>
                </a:cubicBezTo>
                <a:cubicBezTo>
                  <a:pt x="97216" y="97486"/>
                  <a:pt x="98192" y="97113"/>
                  <a:pt x="98892" y="96388"/>
                </a:cubicBezTo>
                <a:cubicBezTo>
                  <a:pt x="99817" y="95463"/>
                  <a:pt x="100194" y="94114"/>
                  <a:pt x="99894" y="92838"/>
                </a:cubicBezTo>
                <a:lnTo>
                  <a:pt x="95793" y="76242"/>
                </a:lnTo>
                <a:cubicBezTo>
                  <a:pt x="99467" y="69069"/>
                  <a:pt x="100767" y="61045"/>
                  <a:pt x="99566" y="52922"/>
                </a:cubicBezTo>
                <a:cubicBezTo>
                  <a:pt x="97917" y="41774"/>
                  <a:pt x="91493" y="32202"/>
                  <a:pt x="82468" y="26278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7" name="Белый — SVG 2">
            <a:extLst>
              <a:ext uri="{FF2B5EF4-FFF2-40B4-BE49-F238E27FC236}">
                <a16:creationId xmlns:a16="http://schemas.microsoft.com/office/drawing/2014/main" id="{3A8F0655-79BF-E743-A904-3EEF122D1D35}"/>
              </a:ext>
            </a:extLst>
          </p:cNvPr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>
              <a:gd name="csX0" fmla="*/ 109878 w 148867"/>
              <a:gd name="csY0" fmla="*/ 0 h 152390"/>
              <a:gd name="csX1" fmla="*/ 70890 w 148867"/>
              <a:gd name="csY1" fmla="*/ 38984 h 152390"/>
              <a:gd name="csX2" fmla="*/ 109878 w 148867"/>
              <a:gd name="csY2" fmla="*/ 77967 h 152390"/>
              <a:gd name="csX3" fmla="*/ 148867 w 148867"/>
              <a:gd name="csY3" fmla="*/ 38984 h 152390"/>
              <a:gd name="csX4" fmla="*/ 109878 w 148867"/>
              <a:gd name="csY4" fmla="*/ 0 h 152390"/>
              <a:gd name="csX5" fmla="*/ 23040 w 148867"/>
              <a:gd name="csY5" fmla="*/ 17720 h 152390"/>
              <a:gd name="csX6" fmla="*/ 0 w 148867"/>
              <a:gd name="csY6" fmla="*/ 40755 h 152390"/>
              <a:gd name="csX7" fmla="*/ 0 w 148867"/>
              <a:gd name="csY7" fmla="*/ 101003 h 152390"/>
              <a:gd name="csX8" fmla="*/ 23040 w 148867"/>
              <a:gd name="csY8" fmla="*/ 124040 h 152390"/>
              <a:gd name="csX9" fmla="*/ 28356 w 148867"/>
              <a:gd name="csY9" fmla="*/ 124040 h 152390"/>
              <a:gd name="csX10" fmla="*/ 28356 w 148867"/>
              <a:gd name="csY10" fmla="*/ 143531 h 152390"/>
              <a:gd name="csX11" fmla="*/ 33249 w 148867"/>
              <a:gd name="csY11" fmla="*/ 151470 h 152390"/>
              <a:gd name="csX12" fmla="*/ 37217 w 148867"/>
              <a:gd name="csY12" fmla="*/ 152391 h 152390"/>
              <a:gd name="csX13" fmla="*/ 42534 w 148867"/>
              <a:gd name="csY13" fmla="*/ 150620 h 152390"/>
              <a:gd name="csX14" fmla="*/ 77978 w 148867"/>
              <a:gd name="csY14" fmla="*/ 124040 h 152390"/>
              <a:gd name="csX15" fmla="*/ 118740 w 148867"/>
              <a:gd name="csY15" fmla="*/ 124040 h 152390"/>
              <a:gd name="csX16" fmla="*/ 141778 w 148867"/>
              <a:gd name="csY16" fmla="*/ 101003 h 152390"/>
              <a:gd name="csX17" fmla="*/ 141778 w 148867"/>
              <a:gd name="csY17" fmla="*/ 72188 h 152390"/>
              <a:gd name="csX18" fmla="*/ 109878 w 148867"/>
              <a:gd name="csY18" fmla="*/ 85056 h 152390"/>
              <a:gd name="csX19" fmla="*/ 63800 w 148867"/>
              <a:gd name="csY19" fmla="*/ 38984 h 152390"/>
              <a:gd name="csX20" fmla="*/ 69013 w 148867"/>
              <a:gd name="csY20" fmla="*/ 17720 h 152390"/>
              <a:gd name="csX21" fmla="*/ 23040 w 148867"/>
              <a:gd name="csY21" fmla="*/ 17720 h 152390"/>
              <a:gd name="csX22" fmla="*/ 131144 w 148867"/>
              <a:gd name="csY22" fmla="*/ 21257 h 152390"/>
              <a:gd name="csX23" fmla="*/ 133664 w 148867"/>
              <a:gd name="csY23" fmla="*/ 22288 h 152390"/>
              <a:gd name="csX24" fmla="*/ 133664 w 148867"/>
              <a:gd name="csY24" fmla="*/ 27327 h 152390"/>
              <a:gd name="csX25" fmla="*/ 105310 w 148867"/>
              <a:gd name="csY25" fmla="*/ 55679 h 152390"/>
              <a:gd name="csX26" fmla="*/ 102790 w 148867"/>
              <a:gd name="csY26" fmla="*/ 56703 h 152390"/>
              <a:gd name="csX27" fmla="*/ 100270 w 148867"/>
              <a:gd name="csY27" fmla="*/ 55679 h 152390"/>
              <a:gd name="csX28" fmla="*/ 86091 w 148867"/>
              <a:gd name="csY28" fmla="*/ 41504 h 152390"/>
              <a:gd name="csX29" fmla="*/ 86091 w 148867"/>
              <a:gd name="csY29" fmla="*/ 36465 h 152390"/>
              <a:gd name="csX30" fmla="*/ 91131 w 148867"/>
              <a:gd name="csY30" fmla="*/ 36465 h 152390"/>
              <a:gd name="csX31" fmla="*/ 102790 w 148867"/>
              <a:gd name="csY31" fmla="*/ 48162 h 152390"/>
              <a:gd name="csX32" fmla="*/ 128625 w 148867"/>
              <a:gd name="csY32" fmla="*/ 22288 h 152390"/>
              <a:gd name="csX33" fmla="*/ 131144 w 148867"/>
              <a:gd name="csY33" fmla="*/ 21257 h 152390"/>
            </a:gdLst>
            <a:ahLst/>
            <a:cxnLst/>
            <a:rect l="l" t="t" r="r" b="b"/>
            <a:pathLst>
              <a:path w="100000" h="100000">
                <a:moveTo>
                  <a:pt x="73259" y="0"/>
                </a:moveTo>
                <a:cubicBezTo>
                  <a:pt x="59118" y="0"/>
                  <a:pt x="47675" y="11442"/>
                  <a:pt x="47675" y="25582"/>
                </a:cubicBezTo>
                <a:cubicBezTo>
                  <a:pt x="47675" y="39721"/>
                  <a:pt x="59118" y="51163"/>
                  <a:pt x="73259" y="51163"/>
                </a:cubicBezTo>
                <a:cubicBezTo>
                  <a:pt x="87401" y="51163"/>
                  <a:pt x="98844" y="39721"/>
                  <a:pt x="98844" y="25582"/>
                </a:cubicBezTo>
                <a:cubicBezTo>
                  <a:pt x="98844" y="11442"/>
                  <a:pt x="87401" y="0"/>
                  <a:pt x="73259" y="0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7371"/>
                </a:lnTo>
                <a:cubicBezTo>
                  <a:pt x="88773" y="52603"/>
                  <a:pt x="81400" y="55815"/>
                  <a:pt x="73259" y="55815"/>
                </a:cubicBezTo>
                <a:cubicBezTo>
                  <a:pt x="56559" y="55815"/>
                  <a:pt x="43022" y="42280"/>
                  <a:pt x="43022" y="25582"/>
                </a:cubicBezTo>
                <a:cubicBezTo>
                  <a:pt x="43022" y="20558"/>
                  <a:pt x="44257" y="15815"/>
                  <a:pt x="46443" y="11628"/>
                </a:cubicBezTo>
                <a:lnTo>
                  <a:pt x="16275" y="11628"/>
                </a:lnTo>
                <a:close/>
                <a:moveTo>
                  <a:pt x="87214" y="13949"/>
                </a:moveTo>
                <a:cubicBezTo>
                  <a:pt x="87814" y="13949"/>
                  <a:pt x="88414" y="14172"/>
                  <a:pt x="88868" y="14626"/>
                </a:cubicBezTo>
                <a:cubicBezTo>
                  <a:pt x="89775" y="15533"/>
                  <a:pt x="89775" y="17025"/>
                  <a:pt x="88868" y="17932"/>
                </a:cubicBezTo>
                <a:lnTo>
                  <a:pt x="70262" y="36537"/>
                </a:lnTo>
                <a:cubicBezTo>
                  <a:pt x="69796" y="36979"/>
                  <a:pt x="69212" y="37209"/>
                  <a:pt x="68608" y="37209"/>
                </a:cubicBezTo>
                <a:cubicBezTo>
                  <a:pt x="68003" y="37209"/>
                  <a:pt x="67419" y="36979"/>
                  <a:pt x="66954" y="36537"/>
                </a:cubicBezTo>
                <a:lnTo>
                  <a:pt x="57650" y="27235"/>
                </a:lnTo>
                <a:cubicBezTo>
                  <a:pt x="56744" y="26328"/>
                  <a:pt x="56744" y="24835"/>
                  <a:pt x="57650" y="23929"/>
                </a:cubicBezTo>
                <a:cubicBezTo>
                  <a:pt x="58557" y="23021"/>
                  <a:pt x="60050" y="23021"/>
                  <a:pt x="60957" y="23929"/>
                </a:cubicBezTo>
                <a:lnTo>
                  <a:pt x="68608" y="31604"/>
                </a:lnTo>
                <a:lnTo>
                  <a:pt x="85561" y="14626"/>
                </a:lnTo>
                <a:cubicBezTo>
                  <a:pt x="86015" y="14172"/>
                  <a:pt x="86616" y="13949"/>
                  <a:pt x="87214" y="1394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8" name="Белый — SVG 3">
            <a:extLst>
              <a:ext uri="{FF2B5EF4-FFF2-40B4-BE49-F238E27FC236}">
                <a16:creationId xmlns:a16="http://schemas.microsoft.com/office/drawing/2014/main" id="{A25B67B8-E935-5348-9A18-85A5D566519C}"/>
              </a:ext>
            </a:extLst>
          </p:cNvPr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>
              <a:gd name="csX0" fmla="*/ 40761 w 141777"/>
              <a:gd name="csY0" fmla="*/ 0 h 141769"/>
              <a:gd name="csX1" fmla="*/ 21337 w 141777"/>
              <a:gd name="csY1" fmla="*/ 10666 h 141769"/>
              <a:gd name="csX2" fmla="*/ 23040 w 141777"/>
              <a:gd name="csY2" fmla="*/ 10632 h 141769"/>
              <a:gd name="csX3" fmla="*/ 104561 w 141777"/>
              <a:gd name="csY3" fmla="*/ 10632 h 141769"/>
              <a:gd name="csX4" fmla="*/ 131144 w 141777"/>
              <a:gd name="csY4" fmla="*/ 37212 h 141769"/>
              <a:gd name="csX5" fmla="*/ 131144 w 141777"/>
              <a:gd name="csY5" fmla="*/ 93915 h 141769"/>
              <a:gd name="csX6" fmla="*/ 131110 w 141777"/>
              <a:gd name="csY6" fmla="*/ 95618 h 141769"/>
              <a:gd name="csX7" fmla="*/ 141778 w 141777"/>
              <a:gd name="csY7" fmla="*/ 76196 h 141769"/>
              <a:gd name="csX8" fmla="*/ 141778 w 141777"/>
              <a:gd name="csY8" fmla="*/ 37212 h 141769"/>
              <a:gd name="csX9" fmla="*/ 104561 w 141777"/>
              <a:gd name="csY9" fmla="*/ 0 h 141769"/>
              <a:gd name="csX10" fmla="*/ 40761 w 141777"/>
              <a:gd name="csY10" fmla="*/ 0 h 141769"/>
              <a:gd name="csX11" fmla="*/ 23040 w 141777"/>
              <a:gd name="csY11" fmla="*/ 17720 h 141769"/>
              <a:gd name="csX12" fmla="*/ 0 w 141777"/>
              <a:gd name="csY12" fmla="*/ 40755 h 141769"/>
              <a:gd name="csX13" fmla="*/ 0 w 141777"/>
              <a:gd name="csY13" fmla="*/ 93915 h 141769"/>
              <a:gd name="csX14" fmla="*/ 23040 w 141777"/>
              <a:gd name="csY14" fmla="*/ 116951 h 141769"/>
              <a:gd name="csX15" fmla="*/ 24811 w 141777"/>
              <a:gd name="csY15" fmla="*/ 116951 h 141769"/>
              <a:gd name="csX16" fmla="*/ 24811 w 141777"/>
              <a:gd name="csY16" fmla="*/ 133023 h 141769"/>
              <a:gd name="csX17" fmla="*/ 38886 w 141777"/>
              <a:gd name="csY17" fmla="*/ 140195 h 141769"/>
              <a:gd name="csX18" fmla="*/ 70847 w 141777"/>
              <a:gd name="csY18" fmla="*/ 116951 h 141769"/>
              <a:gd name="csX19" fmla="*/ 101017 w 141777"/>
              <a:gd name="csY19" fmla="*/ 116951 h 141769"/>
              <a:gd name="csX20" fmla="*/ 124057 w 141777"/>
              <a:gd name="csY20" fmla="*/ 93915 h 141769"/>
              <a:gd name="csX21" fmla="*/ 124057 w 141777"/>
              <a:gd name="csY21" fmla="*/ 40755 h 141769"/>
              <a:gd name="csX22" fmla="*/ 101017 w 141777"/>
              <a:gd name="csY22" fmla="*/ 17720 h 141769"/>
              <a:gd name="csX23" fmla="*/ 23040 w 141777"/>
              <a:gd name="csY23" fmla="*/ 17720 h 141769"/>
            </a:gdLst>
            <a:ahLst/>
            <a:cxnLst/>
            <a:rect l="l" t="t" r="r" b="b"/>
            <a:pathLst>
              <a:path w="100000" h="100000">
                <a:moveTo>
                  <a:pt x="28750" y="3"/>
                </a:moveTo>
                <a:cubicBezTo>
                  <a:pt x="23001" y="3"/>
                  <a:pt x="17949" y="3003"/>
                  <a:pt x="15050" y="7526"/>
                </a:cubicBezTo>
                <a:cubicBezTo>
                  <a:pt x="15449" y="7502"/>
                  <a:pt x="15850" y="7502"/>
                  <a:pt x="16251" y="7502"/>
                </a:cubicBezTo>
                <a:lnTo>
                  <a:pt x="73750" y="7502"/>
                </a:lnTo>
                <a:cubicBezTo>
                  <a:pt x="84100" y="7502"/>
                  <a:pt x="92500" y="15901"/>
                  <a:pt x="92500" y="26250"/>
                </a:cubicBezTo>
                <a:lnTo>
                  <a:pt x="92500" y="66244"/>
                </a:lnTo>
                <a:cubicBezTo>
                  <a:pt x="92500" y="66645"/>
                  <a:pt x="92502" y="67045"/>
                  <a:pt x="92476" y="67445"/>
                </a:cubicBezTo>
                <a:cubicBezTo>
                  <a:pt x="97002" y="64546"/>
                  <a:pt x="100001" y="59495"/>
                  <a:pt x="100001" y="53746"/>
                </a:cubicBezTo>
                <a:lnTo>
                  <a:pt x="100001" y="26250"/>
                </a:lnTo>
                <a:cubicBezTo>
                  <a:pt x="100001" y="11776"/>
                  <a:pt x="88226" y="3"/>
                  <a:pt x="73750" y="3"/>
                </a:cubicBezTo>
                <a:lnTo>
                  <a:pt x="28750" y="3"/>
                </a:lnTo>
                <a:close/>
                <a:moveTo>
                  <a:pt x="16251" y="12501"/>
                </a:moveTo>
                <a:cubicBezTo>
                  <a:pt x="7320" y="12501"/>
                  <a:pt x="0" y="19821"/>
                  <a:pt x="0" y="28749"/>
                </a:cubicBezTo>
                <a:lnTo>
                  <a:pt x="0" y="66244"/>
                </a:lnTo>
                <a:cubicBezTo>
                  <a:pt x="0" y="75174"/>
                  <a:pt x="7320" y="82492"/>
                  <a:pt x="16251" y="82492"/>
                </a:cubicBezTo>
                <a:lnTo>
                  <a:pt x="17500" y="82492"/>
                </a:lnTo>
                <a:lnTo>
                  <a:pt x="17500" y="93828"/>
                </a:lnTo>
                <a:cubicBezTo>
                  <a:pt x="17500" y="98706"/>
                  <a:pt x="23482" y="101757"/>
                  <a:pt x="27428" y="98887"/>
                </a:cubicBezTo>
                <a:lnTo>
                  <a:pt x="49971" y="82492"/>
                </a:lnTo>
                <a:lnTo>
                  <a:pt x="71251" y="82492"/>
                </a:lnTo>
                <a:cubicBezTo>
                  <a:pt x="80182" y="82492"/>
                  <a:pt x="87501" y="75174"/>
                  <a:pt x="87501" y="66244"/>
                </a:cubicBezTo>
                <a:lnTo>
                  <a:pt x="87501" y="28749"/>
                </a:lnTo>
                <a:cubicBezTo>
                  <a:pt x="87501" y="19821"/>
                  <a:pt x="80182" y="12501"/>
                  <a:pt x="71251" y="12501"/>
                </a:cubicBezTo>
                <a:lnTo>
                  <a:pt x="16251" y="12501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79" name="Белый — SVG 4">
            <a:extLst>
              <a:ext uri="{FF2B5EF4-FFF2-40B4-BE49-F238E27FC236}">
                <a16:creationId xmlns:a16="http://schemas.microsoft.com/office/drawing/2014/main" id="{9581FBD2-E945-DC41-AD95-6A73AED873BC}"/>
              </a:ext>
            </a:extLst>
          </p:cNvPr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>
              <a:gd name="csX0" fmla="*/ 23039 w 141778"/>
              <a:gd name="csY0" fmla="*/ 0 h 134543"/>
              <a:gd name="csX1" fmla="*/ 0 w 141778"/>
              <a:gd name="csY1" fmla="*/ 23036 h 134543"/>
              <a:gd name="csX2" fmla="*/ 0 w 141778"/>
              <a:gd name="csY2" fmla="*/ 83283 h 134543"/>
              <a:gd name="csX3" fmla="*/ 23039 w 141778"/>
              <a:gd name="csY3" fmla="*/ 106319 h 134543"/>
              <a:gd name="csX4" fmla="*/ 28356 w 141778"/>
              <a:gd name="csY4" fmla="*/ 106319 h 134543"/>
              <a:gd name="csX5" fmla="*/ 28356 w 141778"/>
              <a:gd name="csY5" fmla="*/ 125811 h 134543"/>
              <a:gd name="csX6" fmla="*/ 42534 w 141778"/>
              <a:gd name="csY6" fmla="*/ 132899 h 134543"/>
              <a:gd name="csX7" fmla="*/ 77978 w 141778"/>
              <a:gd name="csY7" fmla="*/ 106319 h 134543"/>
              <a:gd name="csX8" fmla="*/ 118739 w 141778"/>
              <a:gd name="csY8" fmla="*/ 106319 h 134543"/>
              <a:gd name="csX9" fmla="*/ 141778 w 141778"/>
              <a:gd name="csY9" fmla="*/ 83283 h 134543"/>
              <a:gd name="csX10" fmla="*/ 141778 w 141778"/>
              <a:gd name="csY10" fmla="*/ 23036 h 134543"/>
              <a:gd name="csX11" fmla="*/ 118739 w 141778"/>
              <a:gd name="csY11" fmla="*/ 0 h 134543"/>
              <a:gd name="csX12" fmla="*/ 23039 w 141778"/>
              <a:gd name="csY12" fmla="*/ 0 h 134543"/>
            </a:gdLst>
            <a:ahLst/>
            <a:cxnLst/>
            <a:rect l="l" t="t" r="r" b="b"/>
            <a:pathLst>
              <a:path w="100000" h="100000">
                <a:moveTo>
                  <a:pt x="16250" y="2552"/>
                </a:moveTo>
                <a:cubicBezTo>
                  <a:pt x="7320" y="2552"/>
                  <a:pt x="0" y="9871"/>
                  <a:pt x="0" y="18799"/>
                </a:cubicBezTo>
                <a:lnTo>
                  <a:pt x="0" y="61293"/>
                </a:lnTo>
                <a:cubicBezTo>
                  <a:pt x="0" y="70223"/>
                  <a:pt x="7320" y="77541"/>
                  <a:pt x="16250" y="77541"/>
                </a:cubicBezTo>
                <a:lnTo>
                  <a:pt x="20000" y="77541"/>
                </a:lnTo>
                <a:lnTo>
                  <a:pt x="20000" y="91290"/>
                </a:lnTo>
                <a:cubicBezTo>
                  <a:pt x="20000" y="96204"/>
                  <a:pt x="26068" y="99236"/>
                  <a:pt x="30000" y="96289"/>
                </a:cubicBezTo>
                <a:lnTo>
                  <a:pt x="55000" y="77541"/>
                </a:lnTo>
                <a:lnTo>
                  <a:pt x="83750" y="77541"/>
                </a:lnTo>
                <a:cubicBezTo>
                  <a:pt x="92680" y="77541"/>
                  <a:pt x="100000" y="70223"/>
                  <a:pt x="100000" y="61293"/>
                </a:cubicBezTo>
                <a:lnTo>
                  <a:pt x="100000" y="18799"/>
                </a:lnTo>
                <a:cubicBezTo>
                  <a:pt x="100000" y="9871"/>
                  <a:pt x="92680" y="2552"/>
                  <a:pt x="83750" y="2552"/>
                </a:cubicBezTo>
                <a:lnTo>
                  <a:pt x="16250" y="255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0" name="Белый — SVG 5">
            <a:extLst>
              <a:ext uri="{FF2B5EF4-FFF2-40B4-BE49-F238E27FC236}">
                <a16:creationId xmlns:a16="http://schemas.microsoft.com/office/drawing/2014/main" id="{692CA1C3-5B44-AF4F-8BC0-17010D335A77}"/>
              </a:ext>
            </a:extLst>
          </p:cNvPr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>
              <a:gd name="csX0" fmla="*/ 109878 w 148867"/>
              <a:gd name="csY0" fmla="*/ 0 h 152390"/>
              <a:gd name="csX1" fmla="*/ 70890 w 148867"/>
              <a:gd name="csY1" fmla="*/ 38984 h 152390"/>
              <a:gd name="csX2" fmla="*/ 109878 w 148867"/>
              <a:gd name="csY2" fmla="*/ 77967 h 152390"/>
              <a:gd name="csX3" fmla="*/ 148867 w 148867"/>
              <a:gd name="csY3" fmla="*/ 38984 h 152390"/>
              <a:gd name="csX4" fmla="*/ 109878 w 148867"/>
              <a:gd name="csY4" fmla="*/ 0 h 152390"/>
              <a:gd name="csX5" fmla="*/ 23040 w 148867"/>
              <a:gd name="csY5" fmla="*/ 17720 h 152390"/>
              <a:gd name="csX6" fmla="*/ 0 w 148867"/>
              <a:gd name="csY6" fmla="*/ 40755 h 152390"/>
              <a:gd name="csX7" fmla="*/ 0 w 148867"/>
              <a:gd name="csY7" fmla="*/ 101003 h 152390"/>
              <a:gd name="csX8" fmla="*/ 23040 w 148867"/>
              <a:gd name="csY8" fmla="*/ 124040 h 152390"/>
              <a:gd name="csX9" fmla="*/ 28356 w 148867"/>
              <a:gd name="csY9" fmla="*/ 124040 h 152390"/>
              <a:gd name="csX10" fmla="*/ 28356 w 148867"/>
              <a:gd name="csY10" fmla="*/ 143531 h 152390"/>
              <a:gd name="csX11" fmla="*/ 33249 w 148867"/>
              <a:gd name="csY11" fmla="*/ 151470 h 152390"/>
              <a:gd name="csX12" fmla="*/ 37217 w 148867"/>
              <a:gd name="csY12" fmla="*/ 152391 h 152390"/>
              <a:gd name="csX13" fmla="*/ 42534 w 148867"/>
              <a:gd name="csY13" fmla="*/ 150620 h 152390"/>
              <a:gd name="csX14" fmla="*/ 77978 w 148867"/>
              <a:gd name="csY14" fmla="*/ 124040 h 152390"/>
              <a:gd name="csX15" fmla="*/ 118740 w 148867"/>
              <a:gd name="csY15" fmla="*/ 124040 h 152390"/>
              <a:gd name="csX16" fmla="*/ 141778 w 148867"/>
              <a:gd name="csY16" fmla="*/ 101003 h 152390"/>
              <a:gd name="csX17" fmla="*/ 141778 w 148867"/>
              <a:gd name="csY17" fmla="*/ 72188 h 152390"/>
              <a:gd name="csX18" fmla="*/ 77307 w 148867"/>
              <a:gd name="csY18" fmla="*/ 71550 h 152390"/>
              <a:gd name="csX19" fmla="*/ 69013 w 148867"/>
              <a:gd name="csY19" fmla="*/ 17720 h 152390"/>
              <a:gd name="csX20" fmla="*/ 23040 w 148867"/>
              <a:gd name="csY20" fmla="*/ 17720 h 152390"/>
              <a:gd name="csX21" fmla="*/ 113126 w 148867"/>
              <a:gd name="csY21" fmla="*/ 17734 h 152390"/>
              <a:gd name="csX22" fmla="*/ 115499 w 148867"/>
              <a:gd name="csY22" fmla="*/ 18391 h 152390"/>
              <a:gd name="csX23" fmla="*/ 116967 w 148867"/>
              <a:gd name="csY23" fmla="*/ 21264 h 152390"/>
              <a:gd name="csX24" fmla="*/ 116967 w 148867"/>
              <a:gd name="csY24" fmla="*/ 56703 h 152390"/>
              <a:gd name="csX25" fmla="*/ 113423 w 148867"/>
              <a:gd name="csY25" fmla="*/ 60248 h 152390"/>
              <a:gd name="csX26" fmla="*/ 109878 w 148867"/>
              <a:gd name="csY26" fmla="*/ 56703 h 152390"/>
              <a:gd name="csX27" fmla="*/ 109878 w 148867"/>
              <a:gd name="csY27" fmla="*/ 26178 h 152390"/>
              <a:gd name="csX28" fmla="*/ 103911 w 148867"/>
              <a:gd name="csY28" fmla="*/ 28165 h 152390"/>
              <a:gd name="csX29" fmla="*/ 99431 w 148867"/>
              <a:gd name="csY29" fmla="*/ 25930 h 152390"/>
              <a:gd name="csX30" fmla="*/ 101667 w 148867"/>
              <a:gd name="csY30" fmla="*/ 21444 h 152390"/>
              <a:gd name="csX31" fmla="*/ 112300 w 148867"/>
              <a:gd name="csY31" fmla="*/ 17899 h 152390"/>
              <a:gd name="csX32" fmla="*/ 113126 w 148867"/>
              <a:gd name="csY32" fmla="*/ 17734 h 152390"/>
            </a:gdLst>
            <a:ahLst/>
            <a:cxnLst/>
            <a:rect l="l" t="t" r="r" b="b"/>
            <a:pathLst>
              <a:path w="100000" h="100000">
                <a:moveTo>
                  <a:pt x="73259" y="0"/>
                </a:moveTo>
                <a:cubicBezTo>
                  <a:pt x="59130" y="0"/>
                  <a:pt x="47675" y="11453"/>
                  <a:pt x="47675" y="25582"/>
                </a:cubicBezTo>
                <a:cubicBezTo>
                  <a:pt x="47675" y="39710"/>
                  <a:pt x="59130" y="51163"/>
                  <a:pt x="73259" y="51163"/>
                </a:cubicBezTo>
                <a:cubicBezTo>
                  <a:pt x="87390" y="51163"/>
                  <a:pt x="98844" y="39710"/>
                  <a:pt x="98844" y="25582"/>
                </a:cubicBezTo>
                <a:cubicBezTo>
                  <a:pt x="98844" y="11453"/>
                  <a:pt x="87390" y="0"/>
                  <a:pt x="73259" y="0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7371"/>
                </a:lnTo>
                <a:cubicBezTo>
                  <a:pt x="82377" y="58766"/>
                  <a:pt x="63538" y="58627"/>
                  <a:pt x="51886" y="46952"/>
                </a:cubicBezTo>
                <a:cubicBezTo>
                  <a:pt x="42326" y="37394"/>
                  <a:pt x="40489" y="23023"/>
                  <a:pt x="46443" y="11628"/>
                </a:cubicBezTo>
                <a:lnTo>
                  <a:pt x="16275" y="11628"/>
                </a:lnTo>
                <a:close/>
                <a:moveTo>
                  <a:pt x="75390" y="11637"/>
                </a:moveTo>
                <a:cubicBezTo>
                  <a:pt x="75935" y="11591"/>
                  <a:pt x="76491" y="11739"/>
                  <a:pt x="76948" y="12068"/>
                </a:cubicBezTo>
                <a:cubicBezTo>
                  <a:pt x="77555" y="12506"/>
                  <a:pt x="77911" y="13207"/>
                  <a:pt x="77911" y="13954"/>
                </a:cubicBezTo>
                <a:lnTo>
                  <a:pt x="77911" y="37209"/>
                </a:lnTo>
                <a:cubicBezTo>
                  <a:pt x="77911" y="38493"/>
                  <a:pt x="76872" y="39535"/>
                  <a:pt x="75585" y="39535"/>
                </a:cubicBezTo>
                <a:cubicBezTo>
                  <a:pt x="74299" y="39535"/>
                  <a:pt x="73259" y="38493"/>
                  <a:pt x="73259" y="37209"/>
                </a:cubicBezTo>
                <a:lnTo>
                  <a:pt x="73259" y="17178"/>
                </a:lnTo>
                <a:lnTo>
                  <a:pt x="69343" y="18482"/>
                </a:lnTo>
                <a:cubicBezTo>
                  <a:pt x="68116" y="18894"/>
                  <a:pt x="66811" y="18232"/>
                  <a:pt x="66404" y="17016"/>
                </a:cubicBezTo>
                <a:cubicBezTo>
                  <a:pt x="65997" y="15796"/>
                  <a:pt x="66655" y="14478"/>
                  <a:pt x="67871" y="14072"/>
                </a:cubicBezTo>
                <a:lnTo>
                  <a:pt x="74848" y="11746"/>
                </a:lnTo>
                <a:cubicBezTo>
                  <a:pt x="75025" y="11688"/>
                  <a:pt x="75208" y="11652"/>
                  <a:pt x="75390" y="1163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1" name="Белый — SVG 6">
            <a:extLst>
              <a:ext uri="{FF2B5EF4-FFF2-40B4-BE49-F238E27FC236}">
                <a16:creationId xmlns:a16="http://schemas.microsoft.com/office/drawing/2014/main" id="{C5EA8F20-D8CC-3A44-9F1D-87EA0D04F632}"/>
              </a:ext>
            </a:extLst>
          </p:cNvPr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>
              <a:gd name="csX0" fmla="*/ 31905 w 157106"/>
              <a:gd name="csY0" fmla="*/ 1 h 149529"/>
              <a:gd name="csX1" fmla="*/ 29046 w 157106"/>
              <a:gd name="csY1" fmla="*/ 868 h 149529"/>
              <a:gd name="csX2" fmla="*/ 838 w 157106"/>
              <a:gd name="csY2" fmla="*/ 29073 h 149529"/>
              <a:gd name="csX3" fmla="*/ 123 w 157106"/>
              <a:gd name="csY3" fmla="*/ 33087 h 149529"/>
              <a:gd name="csX4" fmla="*/ 2454 w 157106"/>
              <a:gd name="csY4" fmla="*/ 36422 h 149529"/>
              <a:gd name="csX5" fmla="*/ 6470 w 157106"/>
              <a:gd name="csY5" fmla="*/ 37136 h 149529"/>
              <a:gd name="csX6" fmla="*/ 9804 w 157106"/>
              <a:gd name="csY6" fmla="*/ 34805 h 149529"/>
              <a:gd name="csX7" fmla="*/ 34763 w 157106"/>
              <a:gd name="csY7" fmla="*/ 9833 h 149529"/>
              <a:gd name="csX8" fmla="*/ 36941 w 157106"/>
              <a:gd name="csY8" fmla="*/ 7230 h 149529"/>
              <a:gd name="csX9" fmla="*/ 37077 w 157106"/>
              <a:gd name="csY9" fmla="*/ 3828 h 149529"/>
              <a:gd name="csX10" fmla="*/ 35137 w 157106"/>
              <a:gd name="csY10" fmla="*/ 1038 h 149529"/>
              <a:gd name="csX11" fmla="*/ 31905 w 157106"/>
              <a:gd name="csY11" fmla="*/ 1 h 149529"/>
              <a:gd name="csX12" fmla="*/ 125053 w 157106"/>
              <a:gd name="csY12" fmla="*/ 1 h 149529"/>
              <a:gd name="csX13" fmla="*/ 121889 w 157106"/>
              <a:gd name="csY13" fmla="*/ 1123 h 149529"/>
              <a:gd name="csX14" fmla="*/ 120017 w 157106"/>
              <a:gd name="csY14" fmla="*/ 3913 h 149529"/>
              <a:gd name="csX15" fmla="*/ 120187 w 157106"/>
              <a:gd name="csY15" fmla="*/ 7264 h 149529"/>
              <a:gd name="csX16" fmla="*/ 122348 w 157106"/>
              <a:gd name="csY16" fmla="*/ 9833 h 149529"/>
              <a:gd name="csX17" fmla="*/ 147307 w 157106"/>
              <a:gd name="csY17" fmla="*/ 34805 h 149529"/>
              <a:gd name="csX18" fmla="*/ 148736 w 157106"/>
              <a:gd name="csY18" fmla="*/ 36302 h 149529"/>
              <a:gd name="csX19" fmla="*/ 150641 w 157106"/>
              <a:gd name="csY19" fmla="*/ 37136 h 149529"/>
              <a:gd name="csX20" fmla="*/ 152717 w 157106"/>
              <a:gd name="csY20" fmla="*/ 37170 h 149529"/>
              <a:gd name="csX21" fmla="*/ 154656 w 157106"/>
              <a:gd name="csY21" fmla="*/ 36422 h 149529"/>
              <a:gd name="csX22" fmla="*/ 156154 w 157106"/>
              <a:gd name="csY22" fmla="*/ 34976 h 149529"/>
              <a:gd name="csX23" fmla="*/ 156987 w 157106"/>
              <a:gd name="csY23" fmla="*/ 33087 h 149529"/>
              <a:gd name="csX24" fmla="*/ 157021 w 157106"/>
              <a:gd name="csY24" fmla="*/ 31012 h 149529"/>
              <a:gd name="csX25" fmla="*/ 156273 w 157106"/>
              <a:gd name="csY25" fmla="*/ 29073 h 149529"/>
              <a:gd name="csX26" fmla="*/ 128064 w 157106"/>
              <a:gd name="csY26" fmla="*/ 868 h 149529"/>
              <a:gd name="csX27" fmla="*/ 125053 w 157106"/>
              <a:gd name="csY27" fmla="*/ 1 h 149529"/>
              <a:gd name="csX28" fmla="*/ 78555 w 157106"/>
              <a:gd name="csY28" fmla="*/ 7707 h 149529"/>
              <a:gd name="csX29" fmla="*/ 7661 w 157106"/>
              <a:gd name="csY29" fmla="*/ 78575 h 149529"/>
              <a:gd name="csX30" fmla="*/ 31922 w 157106"/>
              <a:gd name="csY30" fmla="*/ 131871 h 149529"/>
              <a:gd name="csX31" fmla="*/ 23398 w 157106"/>
              <a:gd name="csY31" fmla="*/ 140376 h 149529"/>
              <a:gd name="csX32" fmla="*/ 22207 w 157106"/>
              <a:gd name="csY32" fmla="*/ 142112 h 149529"/>
              <a:gd name="csX33" fmla="*/ 21765 w 157106"/>
              <a:gd name="csY33" fmla="*/ 144170 h 149529"/>
              <a:gd name="csX34" fmla="*/ 22156 w 157106"/>
              <a:gd name="csY34" fmla="*/ 146228 h 149529"/>
              <a:gd name="csX35" fmla="*/ 23330 w 157106"/>
              <a:gd name="csY35" fmla="*/ 147980 h 149529"/>
              <a:gd name="csX36" fmla="*/ 25082 w 157106"/>
              <a:gd name="csY36" fmla="*/ 149137 h 149529"/>
              <a:gd name="csX37" fmla="*/ 27141 w 157106"/>
              <a:gd name="csY37" fmla="*/ 149528 h 149529"/>
              <a:gd name="csX38" fmla="*/ 29200 w 157106"/>
              <a:gd name="csY38" fmla="*/ 149103 h 149529"/>
              <a:gd name="csX39" fmla="*/ 30918 w 157106"/>
              <a:gd name="csY39" fmla="*/ 147895 h 149529"/>
              <a:gd name="csX40" fmla="*/ 40514 w 157106"/>
              <a:gd name="csY40" fmla="*/ 138318 h 149529"/>
              <a:gd name="csX41" fmla="*/ 78555 w 157106"/>
              <a:gd name="csY41" fmla="*/ 149460 h 149529"/>
              <a:gd name="csX42" fmla="*/ 116597 w 157106"/>
              <a:gd name="csY42" fmla="*/ 138318 h 149529"/>
              <a:gd name="csX43" fmla="*/ 126193 w 157106"/>
              <a:gd name="csY43" fmla="*/ 147895 h 149529"/>
              <a:gd name="csX44" fmla="*/ 127911 w 157106"/>
              <a:gd name="csY44" fmla="*/ 149103 h 149529"/>
              <a:gd name="csX45" fmla="*/ 129970 w 157106"/>
              <a:gd name="csY45" fmla="*/ 149528 h 149529"/>
              <a:gd name="csX46" fmla="*/ 132028 w 157106"/>
              <a:gd name="csY46" fmla="*/ 149137 h 149529"/>
              <a:gd name="csX47" fmla="*/ 133781 w 157106"/>
              <a:gd name="csY47" fmla="*/ 147980 h 149529"/>
              <a:gd name="csX48" fmla="*/ 134955 w 157106"/>
              <a:gd name="csY48" fmla="*/ 146228 h 149529"/>
              <a:gd name="csX49" fmla="*/ 135346 w 157106"/>
              <a:gd name="csY49" fmla="*/ 144170 h 149529"/>
              <a:gd name="csX50" fmla="*/ 134904 w 157106"/>
              <a:gd name="csY50" fmla="*/ 142112 h 149529"/>
              <a:gd name="csX51" fmla="*/ 133713 w 157106"/>
              <a:gd name="csY51" fmla="*/ 140376 h 149529"/>
              <a:gd name="csX52" fmla="*/ 125189 w 157106"/>
              <a:gd name="csY52" fmla="*/ 131871 h 149529"/>
              <a:gd name="csX53" fmla="*/ 149450 w 157106"/>
              <a:gd name="csY53" fmla="*/ 78575 h 149529"/>
              <a:gd name="csX54" fmla="*/ 78555 w 157106"/>
              <a:gd name="csY54" fmla="*/ 7707 h 149529"/>
              <a:gd name="csX55" fmla="*/ 73247 w 157106"/>
              <a:gd name="csY55" fmla="*/ 36047 h 149529"/>
              <a:gd name="csX56" fmla="*/ 78555 w 157106"/>
              <a:gd name="csY56" fmla="*/ 41372 h 149529"/>
              <a:gd name="csX57" fmla="*/ 78555 w 157106"/>
              <a:gd name="csY57" fmla="*/ 78575 h 149529"/>
              <a:gd name="csX58" fmla="*/ 101591 w 157106"/>
              <a:gd name="csY58" fmla="*/ 78575 h 149529"/>
              <a:gd name="csX59" fmla="*/ 106917 w 157106"/>
              <a:gd name="csY59" fmla="*/ 83899 h 149529"/>
              <a:gd name="csX60" fmla="*/ 101591 w 157106"/>
              <a:gd name="csY60" fmla="*/ 89207 h 149529"/>
              <a:gd name="csX61" fmla="*/ 73247 w 157106"/>
              <a:gd name="csY61" fmla="*/ 89207 h 149529"/>
              <a:gd name="csX62" fmla="*/ 67922 w 157106"/>
              <a:gd name="csY62" fmla="*/ 83899 h 149529"/>
              <a:gd name="csX63" fmla="*/ 67922 w 157106"/>
              <a:gd name="csY63" fmla="*/ 41372 h 149529"/>
              <a:gd name="csX64" fmla="*/ 73247 w 157106"/>
              <a:gd name="csY64" fmla="*/ 36047 h 149529"/>
            </a:gdLst>
            <a:ahLst/>
            <a:cxnLst/>
            <a:rect l="l" t="t" r="r" b="b"/>
            <a:pathLst>
              <a:path w="100000" h="100000">
                <a:moveTo>
                  <a:pt x="20308" y="2412"/>
                </a:moveTo>
                <a:cubicBezTo>
                  <a:pt x="19658" y="2423"/>
                  <a:pt x="19030" y="2618"/>
                  <a:pt x="18488" y="2964"/>
                </a:cubicBezTo>
                <a:cubicBezTo>
                  <a:pt x="11276" y="7577"/>
                  <a:pt x="5136" y="13705"/>
                  <a:pt x="533" y="20917"/>
                </a:cubicBezTo>
                <a:cubicBezTo>
                  <a:pt x="57" y="21674"/>
                  <a:pt x="-116" y="22595"/>
                  <a:pt x="78" y="23472"/>
                </a:cubicBezTo>
                <a:cubicBezTo>
                  <a:pt x="274" y="24349"/>
                  <a:pt x="804" y="25107"/>
                  <a:pt x="1562" y="25595"/>
                </a:cubicBezTo>
                <a:cubicBezTo>
                  <a:pt x="2320" y="26071"/>
                  <a:pt x="3240" y="26233"/>
                  <a:pt x="4118" y="26049"/>
                </a:cubicBezTo>
                <a:cubicBezTo>
                  <a:pt x="4995" y="25854"/>
                  <a:pt x="5753" y="25313"/>
                  <a:pt x="6240" y="24565"/>
                </a:cubicBezTo>
                <a:cubicBezTo>
                  <a:pt x="10312" y="18177"/>
                  <a:pt x="15749" y="12752"/>
                  <a:pt x="22127" y="8670"/>
                </a:cubicBezTo>
                <a:cubicBezTo>
                  <a:pt x="22755" y="8281"/>
                  <a:pt x="23242" y="7696"/>
                  <a:pt x="23513" y="7013"/>
                </a:cubicBezTo>
                <a:cubicBezTo>
                  <a:pt x="23773" y="6321"/>
                  <a:pt x="23806" y="5563"/>
                  <a:pt x="23600" y="4848"/>
                </a:cubicBezTo>
                <a:cubicBezTo>
                  <a:pt x="23394" y="4144"/>
                  <a:pt x="22961" y="3516"/>
                  <a:pt x="22365" y="3072"/>
                </a:cubicBezTo>
                <a:cubicBezTo>
                  <a:pt x="21769" y="2639"/>
                  <a:pt x="21044" y="2401"/>
                  <a:pt x="20308" y="2412"/>
                </a:cubicBezTo>
                <a:close/>
                <a:moveTo>
                  <a:pt x="79598" y="2412"/>
                </a:moveTo>
                <a:cubicBezTo>
                  <a:pt x="78861" y="2423"/>
                  <a:pt x="78157" y="2672"/>
                  <a:pt x="77584" y="3126"/>
                </a:cubicBezTo>
                <a:cubicBezTo>
                  <a:pt x="76999" y="3571"/>
                  <a:pt x="76587" y="4199"/>
                  <a:pt x="76392" y="4902"/>
                </a:cubicBezTo>
                <a:cubicBezTo>
                  <a:pt x="76198" y="5606"/>
                  <a:pt x="76241" y="6353"/>
                  <a:pt x="76501" y="7035"/>
                </a:cubicBezTo>
                <a:cubicBezTo>
                  <a:pt x="76772" y="7717"/>
                  <a:pt x="77248" y="8292"/>
                  <a:pt x="77876" y="8670"/>
                </a:cubicBezTo>
                <a:cubicBezTo>
                  <a:pt x="84255" y="12752"/>
                  <a:pt x="89690" y="18177"/>
                  <a:pt x="93763" y="24565"/>
                </a:cubicBezTo>
                <a:cubicBezTo>
                  <a:pt x="94001" y="24934"/>
                  <a:pt x="94315" y="25258"/>
                  <a:pt x="94672" y="25518"/>
                </a:cubicBezTo>
                <a:cubicBezTo>
                  <a:pt x="95040" y="25768"/>
                  <a:pt x="95452" y="25952"/>
                  <a:pt x="95885" y="26049"/>
                </a:cubicBezTo>
                <a:cubicBezTo>
                  <a:pt x="96318" y="26136"/>
                  <a:pt x="96773" y="26146"/>
                  <a:pt x="97206" y="26071"/>
                </a:cubicBezTo>
                <a:cubicBezTo>
                  <a:pt x="97639" y="25995"/>
                  <a:pt x="98062" y="25833"/>
                  <a:pt x="98441" y="25595"/>
                </a:cubicBezTo>
                <a:cubicBezTo>
                  <a:pt x="98809" y="25356"/>
                  <a:pt x="99134" y="25042"/>
                  <a:pt x="99394" y="24674"/>
                </a:cubicBezTo>
                <a:cubicBezTo>
                  <a:pt x="99643" y="24316"/>
                  <a:pt x="99827" y="23905"/>
                  <a:pt x="99924" y="23472"/>
                </a:cubicBezTo>
                <a:cubicBezTo>
                  <a:pt x="100022" y="23039"/>
                  <a:pt x="100022" y="22584"/>
                  <a:pt x="99946" y="22151"/>
                </a:cubicBezTo>
                <a:cubicBezTo>
                  <a:pt x="99870" y="21707"/>
                  <a:pt x="99708" y="21295"/>
                  <a:pt x="99470" y="20917"/>
                </a:cubicBezTo>
                <a:cubicBezTo>
                  <a:pt x="94867" y="13705"/>
                  <a:pt x="88727" y="7577"/>
                  <a:pt x="81514" y="2964"/>
                </a:cubicBezTo>
                <a:cubicBezTo>
                  <a:pt x="80952" y="2596"/>
                  <a:pt x="80280" y="2401"/>
                  <a:pt x="79598" y="2412"/>
                </a:cubicBezTo>
                <a:close/>
                <a:moveTo>
                  <a:pt x="50001" y="7317"/>
                </a:moveTo>
                <a:cubicBezTo>
                  <a:pt x="25084" y="7317"/>
                  <a:pt x="4876" y="27511"/>
                  <a:pt x="4876" y="52425"/>
                </a:cubicBezTo>
                <a:cubicBezTo>
                  <a:pt x="4876" y="65971"/>
                  <a:pt x="10875" y="78076"/>
                  <a:pt x="20319" y="86349"/>
                </a:cubicBezTo>
                <a:lnTo>
                  <a:pt x="14893" y="91763"/>
                </a:lnTo>
                <a:cubicBezTo>
                  <a:pt x="14568" y="92077"/>
                  <a:pt x="14308" y="92456"/>
                  <a:pt x="14135" y="92868"/>
                </a:cubicBezTo>
                <a:cubicBezTo>
                  <a:pt x="13951" y="93279"/>
                  <a:pt x="13865" y="93722"/>
                  <a:pt x="13854" y="94177"/>
                </a:cubicBezTo>
                <a:cubicBezTo>
                  <a:pt x="13854" y="94621"/>
                  <a:pt x="13940" y="95065"/>
                  <a:pt x="14103" y="95487"/>
                </a:cubicBezTo>
                <a:cubicBezTo>
                  <a:pt x="14276" y="95899"/>
                  <a:pt x="14525" y="96278"/>
                  <a:pt x="14850" y="96603"/>
                </a:cubicBezTo>
                <a:cubicBezTo>
                  <a:pt x="15164" y="96917"/>
                  <a:pt x="15543" y="97166"/>
                  <a:pt x="15965" y="97339"/>
                </a:cubicBezTo>
                <a:cubicBezTo>
                  <a:pt x="16377" y="97512"/>
                  <a:pt x="16820" y="97599"/>
                  <a:pt x="17276" y="97588"/>
                </a:cubicBezTo>
                <a:cubicBezTo>
                  <a:pt x="17719" y="97588"/>
                  <a:pt x="18174" y="97491"/>
                  <a:pt x="18586" y="97317"/>
                </a:cubicBezTo>
                <a:cubicBezTo>
                  <a:pt x="18997" y="97133"/>
                  <a:pt x="19365" y="96874"/>
                  <a:pt x="19680" y="96549"/>
                </a:cubicBezTo>
                <a:lnTo>
                  <a:pt x="25788" y="90453"/>
                </a:lnTo>
                <a:cubicBezTo>
                  <a:pt x="32783" y="94914"/>
                  <a:pt x="41078" y="97545"/>
                  <a:pt x="50001" y="97545"/>
                </a:cubicBezTo>
                <a:cubicBezTo>
                  <a:pt x="58925" y="97545"/>
                  <a:pt x="67220" y="94914"/>
                  <a:pt x="74215" y="90453"/>
                </a:cubicBezTo>
                <a:lnTo>
                  <a:pt x="80323" y="96549"/>
                </a:lnTo>
                <a:cubicBezTo>
                  <a:pt x="80637" y="96874"/>
                  <a:pt x="81006" y="97133"/>
                  <a:pt x="81417" y="97317"/>
                </a:cubicBezTo>
                <a:cubicBezTo>
                  <a:pt x="81840" y="97491"/>
                  <a:pt x="82283" y="97588"/>
                  <a:pt x="82728" y="97588"/>
                </a:cubicBezTo>
                <a:cubicBezTo>
                  <a:pt x="83183" y="97599"/>
                  <a:pt x="83626" y="97512"/>
                  <a:pt x="84038" y="97339"/>
                </a:cubicBezTo>
                <a:cubicBezTo>
                  <a:pt x="84460" y="97166"/>
                  <a:pt x="84839" y="96917"/>
                  <a:pt x="85153" y="96603"/>
                </a:cubicBezTo>
                <a:cubicBezTo>
                  <a:pt x="85478" y="96278"/>
                  <a:pt x="85727" y="95899"/>
                  <a:pt x="85901" y="95487"/>
                </a:cubicBezTo>
                <a:cubicBezTo>
                  <a:pt x="86063" y="95065"/>
                  <a:pt x="86149" y="94621"/>
                  <a:pt x="86149" y="94177"/>
                </a:cubicBezTo>
                <a:cubicBezTo>
                  <a:pt x="86139" y="93722"/>
                  <a:pt x="86052" y="93279"/>
                  <a:pt x="85868" y="92868"/>
                </a:cubicBezTo>
                <a:cubicBezTo>
                  <a:pt x="85695" y="92456"/>
                  <a:pt x="85435" y="92077"/>
                  <a:pt x="85110" y="91763"/>
                </a:cubicBezTo>
                <a:lnTo>
                  <a:pt x="79684" y="86349"/>
                </a:lnTo>
                <a:cubicBezTo>
                  <a:pt x="89128" y="78076"/>
                  <a:pt x="95127" y="65971"/>
                  <a:pt x="95127" y="52425"/>
                </a:cubicBezTo>
                <a:cubicBezTo>
                  <a:pt x="95127" y="27511"/>
                  <a:pt x="74919" y="7317"/>
                  <a:pt x="50001" y="7317"/>
                </a:cubicBezTo>
                <a:close/>
                <a:moveTo>
                  <a:pt x="46623" y="25356"/>
                </a:moveTo>
                <a:cubicBezTo>
                  <a:pt x="48486" y="25356"/>
                  <a:pt x="50001" y="26872"/>
                  <a:pt x="50001" y="28745"/>
                </a:cubicBezTo>
                <a:lnTo>
                  <a:pt x="50001" y="52425"/>
                </a:lnTo>
                <a:lnTo>
                  <a:pt x="64664" y="52425"/>
                </a:lnTo>
                <a:cubicBezTo>
                  <a:pt x="66538" y="52425"/>
                  <a:pt x="68054" y="53941"/>
                  <a:pt x="68054" y="55814"/>
                </a:cubicBezTo>
                <a:cubicBezTo>
                  <a:pt x="68054" y="57677"/>
                  <a:pt x="66538" y="59193"/>
                  <a:pt x="64664" y="59193"/>
                </a:cubicBezTo>
                <a:lnTo>
                  <a:pt x="46623" y="59193"/>
                </a:lnTo>
                <a:cubicBezTo>
                  <a:pt x="44749" y="59193"/>
                  <a:pt x="43233" y="57677"/>
                  <a:pt x="43233" y="55814"/>
                </a:cubicBezTo>
                <a:lnTo>
                  <a:pt x="43233" y="28745"/>
                </a:lnTo>
                <a:cubicBezTo>
                  <a:pt x="43233" y="26872"/>
                  <a:pt x="44749" y="25356"/>
                  <a:pt x="46623" y="2535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2" name="Белый — SVG 7">
            <a:extLst>
              <a:ext uri="{FF2B5EF4-FFF2-40B4-BE49-F238E27FC236}">
                <a16:creationId xmlns:a16="http://schemas.microsoft.com/office/drawing/2014/main" id="{263E2C48-B684-6E47-9E3B-A0F1B97307D3}"/>
              </a:ext>
            </a:extLst>
          </p:cNvPr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>
              <a:gd name="csX0" fmla="*/ 19497 w 141772"/>
              <a:gd name="csY0" fmla="*/ 0 h 113413"/>
              <a:gd name="csX1" fmla="*/ 0 w 141772"/>
              <a:gd name="csY1" fmla="*/ 20549 h 113413"/>
              <a:gd name="csX2" fmla="*/ 0 w 141772"/>
              <a:gd name="csY2" fmla="*/ 92864 h 113413"/>
              <a:gd name="csX3" fmla="*/ 19497 w 141772"/>
              <a:gd name="csY3" fmla="*/ 113413 h 113413"/>
              <a:gd name="csX4" fmla="*/ 122275 w 141772"/>
              <a:gd name="csY4" fmla="*/ 113413 h 113413"/>
              <a:gd name="csX5" fmla="*/ 141773 w 141772"/>
              <a:gd name="csY5" fmla="*/ 92864 h 113413"/>
              <a:gd name="csX6" fmla="*/ 141773 w 141772"/>
              <a:gd name="csY6" fmla="*/ 20549 h 113413"/>
              <a:gd name="csX7" fmla="*/ 122275 w 141772"/>
              <a:gd name="csY7" fmla="*/ 0 h 113413"/>
              <a:gd name="csX8" fmla="*/ 19497 w 141772"/>
              <a:gd name="csY8" fmla="*/ 0 h 113413"/>
              <a:gd name="csX9" fmla="*/ 95700 w 141772"/>
              <a:gd name="csY9" fmla="*/ 28358 h 113413"/>
              <a:gd name="csX10" fmla="*/ 124062 w 141772"/>
              <a:gd name="csY10" fmla="*/ 56698 h 113413"/>
              <a:gd name="csX11" fmla="*/ 95700 w 141772"/>
              <a:gd name="csY11" fmla="*/ 85056 h 113413"/>
              <a:gd name="csX12" fmla="*/ 67339 w 141772"/>
              <a:gd name="csY12" fmla="*/ 56698 h 113413"/>
              <a:gd name="csX13" fmla="*/ 95700 w 141772"/>
              <a:gd name="csY13" fmla="*/ 28358 h 113413"/>
              <a:gd name="csX14" fmla="*/ 23036 w 141772"/>
              <a:gd name="csY14" fmla="*/ 31896 h 113413"/>
              <a:gd name="csX15" fmla="*/ 47842 w 141772"/>
              <a:gd name="csY15" fmla="*/ 31896 h 113413"/>
              <a:gd name="csX16" fmla="*/ 53167 w 141772"/>
              <a:gd name="csY16" fmla="*/ 37203 h 113413"/>
              <a:gd name="csX17" fmla="*/ 47842 w 141772"/>
              <a:gd name="csY17" fmla="*/ 42528 h 113413"/>
              <a:gd name="csX18" fmla="*/ 23036 w 141772"/>
              <a:gd name="csY18" fmla="*/ 42528 h 113413"/>
              <a:gd name="csX19" fmla="*/ 17728 w 141772"/>
              <a:gd name="csY19" fmla="*/ 37203 h 113413"/>
              <a:gd name="csX20" fmla="*/ 23036 w 141772"/>
              <a:gd name="csY20" fmla="*/ 31896 h 113413"/>
              <a:gd name="csX21" fmla="*/ 95700 w 141772"/>
              <a:gd name="csY21" fmla="*/ 38990 h 113413"/>
              <a:gd name="csX22" fmla="*/ 95700 w 141772"/>
              <a:gd name="csY22" fmla="*/ 56698 h 113413"/>
              <a:gd name="csX23" fmla="*/ 113428 w 141772"/>
              <a:gd name="csY23" fmla="*/ 56698 h 113413"/>
              <a:gd name="csX24" fmla="*/ 95700 w 141772"/>
              <a:gd name="csY24" fmla="*/ 38990 h 113413"/>
              <a:gd name="csX25" fmla="*/ 23036 w 141772"/>
              <a:gd name="csY25" fmla="*/ 49621 h 113413"/>
              <a:gd name="csX26" fmla="*/ 47842 w 141772"/>
              <a:gd name="csY26" fmla="*/ 49621 h 113413"/>
              <a:gd name="csX27" fmla="*/ 53167 w 141772"/>
              <a:gd name="csY27" fmla="*/ 54929 h 113413"/>
              <a:gd name="csX28" fmla="*/ 47842 w 141772"/>
              <a:gd name="csY28" fmla="*/ 60253 h 113413"/>
              <a:gd name="csX29" fmla="*/ 23036 w 141772"/>
              <a:gd name="csY29" fmla="*/ 60253 h 113413"/>
              <a:gd name="csX30" fmla="*/ 17728 w 141772"/>
              <a:gd name="csY30" fmla="*/ 54929 h 113413"/>
              <a:gd name="csX31" fmla="*/ 23036 w 141772"/>
              <a:gd name="csY31" fmla="*/ 49621 h 113413"/>
              <a:gd name="csX32" fmla="*/ 23036 w 141772"/>
              <a:gd name="csY32" fmla="*/ 67330 h 113413"/>
              <a:gd name="csX33" fmla="*/ 35439 w 141772"/>
              <a:gd name="csY33" fmla="*/ 67330 h 113413"/>
              <a:gd name="csX34" fmla="*/ 40764 w 141772"/>
              <a:gd name="csY34" fmla="*/ 72654 h 113413"/>
              <a:gd name="csX35" fmla="*/ 35439 w 141772"/>
              <a:gd name="csY35" fmla="*/ 77962 h 113413"/>
              <a:gd name="csX36" fmla="*/ 23036 w 141772"/>
              <a:gd name="csY36" fmla="*/ 77962 h 113413"/>
              <a:gd name="csX37" fmla="*/ 17728 w 141772"/>
              <a:gd name="csY37" fmla="*/ 72654 h 113413"/>
              <a:gd name="csX38" fmla="*/ 23036 w 141772"/>
              <a:gd name="csY38" fmla="*/ 67330 h 113413"/>
            </a:gdLst>
            <a:ahLst/>
            <a:cxnLst/>
            <a:rect l="l" t="t" r="r" b="b"/>
            <a:pathLst>
              <a:path w="100000" h="100000">
                <a:moveTo>
                  <a:pt x="13752" y="10002"/>
                </a:moveTo>
                <a:cubicBezTo>
                  <a:pt x="6168" y="10002"/>
                  <a:pt x="0" y="16505"/>
                  <a:pt x="0" y="24496"/>
                </a:cubicBezTo>
                <a:lnTo>
                  <a:pt x="0" y="75504"/>
                </a:lnTo>
                <a:cubicBezTo>
                  <a:pt x="0" y="83495"/>
                  <a:pt x="6168" y="89998"/>
                  <a:pt x="13752" y="89998"/>
                </a:cubicBezTo>
                <a:lnTo>
                  <a:pt x="86248" y="89998"/>
                </a:lnTo>
                <a:cubicBezTo>
                  <a:pt x="93832" y="89998"/>
                  <a:pt x="100001" y="83495"/>
                  <a:pt x="100001" y="75504"/>
                </a:cubicBezTo>
                <a:lnTo>
                  <a:pt x="100001" y="24496"/>
                </a:lnTo>
                <a:cubicBezTo>
                  <a:pt x="100001" y="16505"/>
                  <a:pt x="93832" y="10002"/>
                  <a:pt x="86248" y="10002"/>
                </a:cubicBezTo>
                <a:lnTo>
                  <a:pt x="13752" y="10002"/>
                </a:lnTo>
                <a:close/>
                <a:moveTo>
                  <a:pt x="67503" y="30004"/>
                </a:moveTo>
                <a:cubicBezTo>
                  <a:pt x="78532" y="30004"/>
                  <a:pt x="87508" y="38967"/>
                  <a:pt x="87508" y="49994"/>
                </a:cubicBezTo>
                <a:cubicBezTo>
                  <a:pt x="87508" y="61021"/>
                  <a:pt x="78532" y="69997"/>
                  <a:pt x="67503" y="69997"/>
                </a:cubicBezTo>
                <a:cubicBezTo>
                  <a:pt x="56474" y="69997"/>
                  <a:pt x="47498" y="61021"/>
                  <a:pt x="47498" y="49994"/>
                </a:cubicBezTo>
                <a:cubicBezTo>
                  <a:pt x="47498" y="38967"/>
                  <a:pt x="56474" y="30004"/>
                  <a:pt x="67503" y="30004"/>
                </a:cubicBezTo>
                <a:close/>
                <a:moveTo>
                  <a:pt x="16249" y="32500"/>
                </a:moveTo>
                <a:lnTo>
                  <a:pt x="33746" y="32500"/>
                </a:lnTo>
                <a:cubicBezTo>
                  <a:pt x="35822" y="32500"/>
                  <a:pt x="37502" y="34179"/>
                  <a:pt x="37502" y="36243"/>
                </a:cubicBezTo>
                <a:cubicBezTo>
                  <a:pt x="37502" y="38319"/>
                  <a:pt x="35822" y="39999"/>
                  <a:pt x="33746" y="39999"/>
                </a:cubicBezTo>
                <a:lnTo>
                  <a:pt x="16249" y="39999"/>
                </a:lnTo>
                <a:cubicBezTo>
                  <a:pt x="14173" y="39999"/>
                  <a:pt x="12505" y="38319"/>
                  <a:pt x="12505" y="36243"/>
                </a:cubicBezTo>
                <a:cubicBezTo>
                  <a:pt x="12505" y="34179"/>
                  <a:pt x="14173" y="32500"/>
                  <a:pt x="16249" y="32500"/>
                </a:cubicBezTo>
                <a:close/>
                <a:moveTo>
                  <a:pt x="67503" y="37504"/>
                </a:moveTo>
                <a:lnTo>
                  <a:pt x="67503" y="49994"/>
                </a:lnTo>
                <a:lnTo>
                  <a:pt x="80007" y="49994"/>
                </a:lnTo>
                <a:cubicBezTo>
                  <a:pt x="80007" y="43107"/>
                  <a:pt x="74391" y="37504"/>
                  <a:pt x="67503" y="37504"/>
                </a:cubicBezTo>
                <a:close/>
                <a:moveTo>
                  <a:pt x="16249" y="45002"/>
                </a:moveTo>
                <a:lnTo>
                  <a:pt x="33746" y="45002"/>
                </a:lnTo>
                <a:cubicBezTo>
                  <a:pt x="35822" y="45002"/>
                  <a:pt x="37502" y="46670"/>
                  <a:pt x="37502" y="48746"/>
                </a:cubicBezTo>
                <a:cubicBezTo>
                  <a:pt x="37502" y="50822"/>
                  <a:pt x="35822" y="52502"/>
                  <a:pt x="33746" y="52502"/>
                </a:cubicBezTo>
                <a:lnTo>
                  <a:pt x="16249" y="52502"/>
                </a:lnTo>
                <a:cubicBezTo>
                  <a:pt x="14173" y="52502"/>
                  <a:pt x="12505" y="50822"/>
                  <a:pt x="12505" y="48746"/>
                </a:cubicBezTo>
                <a:cubicBezTo>
                  <a:pt x="12505" y="46670"/>
                  <a:pt x="14173" y="45002"/>
                  <a:pt x="16249" y="45002"/>
                </a:cubicBezTo>
                <a:close/>
                <a:moveTo>
                  <a:pt x="16249" y="57493"/>
                </a:moveTo>
                <a:lnTo>
                  <a:pt x="24997" y="57493"/>
                </a:lnTo>
                <a:cubicBezTo>
                  <a:pt x="27073" y="57493"/>
                  <a:pt x="28753" y="59173"/>
                  <a:pt x="28753" y="61249"/>
                </a:cubicBezTo>
                <a:cubicBezTo>
                  <a:pt x="28753" y="63313"/>
                  <a:pt x="27073" y="64993"/>
                  <a:pt x="24997" y="64993"/>
                </a:cubicBezTo>
                <a:lnTo>
                  <a:pt x="16249" y="64993"/>
                </a:lnTo>
                <a:cubicBezTo>
                  <a:pt x="14173" y="64993"/>
                  <a:pt x="12505" y="63313"/>
                  <a:pt x="12505" y="61249"/>
                </a:cubicBezTo>
                <a:cubicBezTo>
                  <a:pt x="12505" y="59173"/>
                  <a:pt x="14173" y="57493"/>
                  <a:pt x="16249" y="5749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3" name="Белый — SVG 8">
            <a:extLst>
              <a:ext uri="{FF2B5EF4-FFF2-40B4-BE49-F238E27FC236}">
                <a16:creationId xmlns:a16="http://schemas.microsoft.com/office/drawing/2014/main" id="{532B67F8-DA27-C24C-9994-52C8387ADE49}"/>
              </a:ext>
            </a:extLst>
          </p:cNvPr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>
              <a:gd name="csX0" fmla="*/ 51394 w 141777"/>
              <a:gd name="csY0" fmla="*/ 0 h 127583"/>
              <a:gd name="csX1" fmla="*/ 38990 w 141777"/>
              <a:gd name="csY1" fmla="*/ 12401 h 127583"/>
              <a:gd name="csX2" fmla="*/ 38990 w 141777"/>
              <a:gd name="csY2" fmla="*/ 21264 h 127583"/>
              <a:gd name="csX3" fmla="*/ 12406 w 141777"/>
              <a:gd name="csY3" fmla="*/ 21264 h 127583"/>
              <a:gd name="csX4" fmla="*/ 0 w 141777"/>
              <a:gd name="csY4" fmla="*/ 33665 h 127583"/>
              <a:gd name="csX5" fmla="*/ 0 w 141777"/>
              <a:gd name="csY5" fmla="*/ 77962 h 127583"/>
              <a:gd name="csX6" fmla="*/ 60256 w 141777"/>
              <a:gd name="csY6" fmla="*/ 77962 h 127583"/>
              <a:gd name="csX7" fmla="*/ 60256 w 141777"/>
              <a:gd name="csY7" fmla="*/ 76193 h 127583"/>
              <a:gd name="csX8" fmla="*/ 65573 w 141777"/>
              <a:gd name="csY8" fmla="*/ 70885 h 127583"/>
              <a:gd name="csX9" fmla="*/ 76206 w 141777"/>
              <a:gd name="csY9" fmla="*/ 70885 h 127583"/>
              <a:gd name="csX10" fmla="*/ 81523 w 141777"/>
              <a:gd name="csY10" fmla="*/ 76193 h 127583"/>
              <a:gd name="csX11" fmla="*/ 81523 w 141777"/>
              <a:gd name="csY11" fmla="*/ 77962 h 127583"/>
              <a:gd name="csX12" fmla="*/ 141778 w 141777"/>
              <a:gd name="csY12" fmla="*/ 77962 h 127583"/>
              <a:gd name="csX13" fmla="*/ 141778 w 141777"/>
              <a:gd name="csY13" fmla="*/ 33665 h 127583"/>
              <a:gd name="csX14" fmla="*/ 129373 w 141777"/>
              <a:gd name="csY14" fmla="*/ 21264 h 127583"/>
              <a:gd name="csX15" fmla="*/ 102790 w 141777"/>
              <a:gd name="csY15" fmla="*/ 21264 h 127583"/>
              <a:gd name="csX16" fmla="*/ 102790 w 141777"/>
              <a:gd name="csY16" fmla="*/ 12401 h 127583"/>
              <a:gd name="csX17" fmla="*/ 90384 w 141777"/>
              <a:gd name="csY17" fmla="*/ 0 h 127583"/>
              <a:gd name="csX18" fmla="*/ 51394 w 141777"/>
              <a:gd name="csY18" fmla="*/ 0 h 127583"/>
              <a:gd name="csX19" fmla="*/ 51394 w 141777"/>
              <a:gd name="csY19" fmla="*/ 10632 h 127583"/>
              <a:gd name="csX20" fmla="*/ 90384 w 141777"/>
              <a:gd name="csY20" fmla="*/ 10632 h 127583"/>
              <a:gd name="csX21" fmla="*/ 92157 w 141777"/>
              <a:gd name="csY21" fmla="*/ 12401 h 127583"/>
              <a:gd name="csX22" fmla="*/ 92157 w 141777"/>
              <a:gd name="csY22" fmla="*/ 21264 h 127583"/>
              <a:gd name="csX23" fmla="*/ 49623 w 141777"/>
              <a:gd name="csY23" fmla="*/ 21264 h 127583"/>
              <a:gd name="csX24" fmla="*/ 49623 w 141777"/>
              <a:gd name="csY24" fmla="*/ 12401 h 127583"/>
              <a:gd name="csX25" fmla="*/ 51394 w 141777"/>
              <a:gd name="csY25" fmla="*/ 10632 h 127583"/>
              <a:gd name="csX26" fmla="*/ 0 w 141777"/>
              <a:gd name="csY26" fmla="*/ 88594 h 127583"/>
              <a:gd name="csX27" fmla="*/ 0 w 141777"/>
              <a:gd name="csY27" fmla="*/ 115182 h 127583"/>
              <a:gd name="csX28" fmla="*/ 12406 w 141777"/>
              <a:gd name="csY28" fmla="*/ 127583 h 127583"/>
              <a:gd name="csX29" fmla="*/ 129373 w 141777"/>
              <a:gd name="csY29" fmla="*/ 127583 h 127583"/>
              <a:gd name="csX30" fmla="*/ 141778 w 141777"/>
              <a:gd name="csY30" fmla="*/ 115182 h 127583"/>
              <a:gd name="csX31" fmla="*/ 141778 w 141777"/>
              <a:gd name="csY31" fmla="*/ 88594 h 127583"/>
              <a:gd name="csX32" fmla="*/ 81523 w 141777"/>
              <a:gd name="csY32" fmla="*/ 88594 h 127583"/>
              <a:gd name="csX33" fmla="*/ 81523 w 141777"/>
              <a:gd name="csY33" fmla="*/ 90363 h 127583"/>
              <a:gd name="csX34" fmla="*/ 76206 w 141777"/>
              <a:gd name="csY34" fmla="*/ 95687 h 127583"/>
              <a:gd name="csX35" fmla="*/ 65573 w 141777"/>
              <a:gd name="csY35" fmla="*/ 95687 h 127583"/>
              <a:gd name="csX36" fmla="*/ 60256 w 141777"/>
              <a:gd name="csY36" fmla="*/ 90363 h 127583"/>
              <a:gd name="csX37" fmla="*/ 60256 w 141777"/>
              <a:gd name="csY37" fmla="*/ 88594 h 127583"/>
              <a:gd name="csX38" fmla="*/ 0 w 141777"/>
              <a:gd name="csY38" fmla="*/ 88594 h 127583"/>
            </a:gdLst>
            <a:ahLst/>
            <a:cxnLst/>
            <a:rect l="l" t="t" r="r" b="b"/>
            <a:pathLst>
              <a:path w="100000" h="100000">
                <a:moveTo>
                  <a:pt x="36250" y="5006"/>
                </a:moveTo>
                <a:cubicBezTo>
                  <a:pt x="31463" y="5006"/>
                  <a:pt x="27501" y="8965"/>
                  <a:pt x="27501" y="13753"/>
                </a:cubicBezTo>
                <a:lnTo>
                  <a:pt x="27501" y="20004"/>
                </a:lnTo>
                <a:lnTo>
                  <a:pt x="8750" y="20004"/>
                </a:lnTo>
                <a:cubicBezTo>
                  <a:pt x="3925" y="20004"/>
                  <a:pt x="0" y="23928"/>
                  <a:pt x="0" y="28751"/>
                </a:cubicBezTo>
                <a:lnTo>
                  <a:pt x="0" y="59995"/>
                </a:lnTo>
                <a:lnTo>
                  <a:pt x="42501" y="59995"/>
                </a:lnTo>
                <a:lnTo>
                  <a:pt x="42501" y="58747"/>
                </a:lnTo>
                <a:cubicBezTo>
                  <a:pt x="42501" y="56671"/>
                  <a:pt x="44175" y="55003"/>
                  <a:pt x="46251" y="55003"/>
                </a:cubicBezTo>
                <a:lnTo>
                  <a:pt x="53751" y="55003"/>
                </a:lnTo>
                <a:cubicBezTo>
                  <a:pt x="55826" y="55003"/>
                  <a:pt x="57501" y="56671"/>
                  <a:pt x="57501" y="58747"/>
                </a:cubicBezTo>
                <a:lnTo>
                  <a:pt x="57501" y="59995"/>
                </a:lnTo>
                <a:lnTo>
                  <a:pt x="100001" y="59995"/>
                </a:lnTo>
                <a:lnTo>
                  <a:pt x="100001" y="28751"/>
                </a:lnTo>
                <a:cubicBezTo>
                  <a:pt x="100001" y="23928"/>
                  <a:pt x="96076" y="20004"/>
                  <a:pt x="91251" y="20004"/>
                </a:cubicBezTo>
                <a:lnTo>
                  <a:pt x="72501" y="20004"/>
                </a:lnTo>
                <a:lnTo>
                  <a:pt x="72501" y="13753"/>
                </a:lnTo>
                <a:cubicBezTo>
                  <a:pt x="72501" y="8965"/>
                  <a:pt x="68537" y="5006"/>
                  <a:pt x="63751" y="5006"/>
                </a:cubicBezTo>
                <a:lnTo>
                  <a:pt x="36250" y="5006"/>
                </a:lnTo>
                <a:close/>
                <a:moveTo>
                  <a:pt x="36250" y="12505"/>
                </a:moveTo>
                <a:lnTo>
                  <a:pt x="63751" y="12505"/>
                </a:lnTo>
                <a:cubicBezTo>
                  <a:pt x="64489" y="12505"/>
                  <a:pt x="65001" y="13021"/>
                  <a:pt x="65001" y="13753"/>
                </a:cubicBezTo>
                <a:lnTo>
                  <a:pt x="65001" y="20004"/>
                </a:lnTo>
                <a:lnTo>
                  <a:pt x="35001" y="20004"/>
                </a:lnTo>
                <a:lnTo>
                  <a:pt x="35001" y="13753"/>
                </a:lnTo>
                <a:cubicBezTo>
                  <a:pt x="35001" y="13021"/>
                  <a:pt x="35513" y="12505"/>
                  <a:pt x="36250" y="12505"/>
                </a:cubicBezTo>
                <a:close/>
                <a:moveTo>
                  <a:pt x="0" y="67494"/>
                </a:moveTo>
                <a:lnTo>
                  <a:pt x="0" y="86247"/>
                </a:lnTo>
                <a:cubicBezTo>
                  <a:pt x="0" y="91071"/>
                  <a:pt x="3925" y="94994"/>
                  <a:pt x="8750" y="94994"/>
                </a:cubicBezTo>
                <a:lnTo>
                  <a:pt x="91251" y="94994"/>
                </a:lnTo>
                <a:cubicBezTo>
                  <a:pt x="96076" y="94994"/>
                  <a:pt x="100001" y="91071"/>
                  <a:pt x="100001" y="86247"/>
                </a:cubicBezTo>
                <a:lnTo>
                  <a:pt x="100001" y="67494"/>
                </a:lnTo>
                <a:lnTo>
                  <a:pt x="57501" y="67494"/>
                </a:lnTo>
                <a:lnTo>
                  <a:pt x="57501" y="68742"/>
                </a:lnTo>
                <a:cubicBezTo>
                  <a:pt x="57501" y="70818"/>
                  <a:pt x="55826" y="72497"/>
                  <a:pt x="53751" y="72497"/>
                </a:cubicBezTo>
                <a:lnTo>
                  <a:pt x="46251" y="72497"/>
                </a:lnTo>
                <a:cubicBezTo>
                  <a:pt x="44175" y="72497"/>
                  <a:pt x="42501" y="70818"/>
                  <a:pt x="42501" y="68742"/>
                </a:cubicBezTo>
                <a:lnTo>
                  <a:pt x="42501" y="67494"/>
                </a:lnTo>
                <a:lnTo>
                  <a:pt x="0" y="6749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4" name="Белый — SVG 9">
            <a:extLst>
              <a:ext uri="{FF2B5EF4-FFF2-40B4-BE49-F238E27FC236}">
                <a16:creationId xmlns:a16="http://schemas.microsoft.com/office/drawing/2014/main" id="{F63CA6C5-8C0C-624D-92E4-E0DC9C9E45A2}"/>
              </a:ext>
            </a:extLst>
          </p:cNvPr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>
              <a:gd name="csX0" fmla="*/ 127601 w 127600"/>
              <a:gd name="csY0" fmla="*/ 28358 h 127583"/>
              <a:gd name="csX1" fmla="*/ 127601 w 127600"/>
              <a:gd name="csY1" fmla="*/ 23033 h 127583"/>
              <a:gd name="csX2" fmla="*/ 104562 w 127600"/>
              <a:gd name="csY2" fmla="*/ 0 h 127583"/>
              <a:gd name="csX3" fmla="*/ 23039 w 127600"/>
              <a:gd name="csY3" fmla="*/ 0 h 127583"/>
              <a:gd name="csX4" fmla="*/ 0 w 127600"/>
              <a:gd name="csY4" fmla="*/ 23033 h 127583"/>
              <a:gd name="csX5" fmla="*/ 0 w 127600"/>
              <a:gd name="csY5" fmla="*/ 28358 h 127583"/>
              <a:gd name="csX6" fmla="*/ 127601 w 127600"/>
              <a:gd name="csY6" fmla="*/ 28358 h 127583"/>
              <a:gd name="csX7" fmla="*/ 0 w 127600"/>
              <a:gd name="csY7" fmla="*/ 38990 h 127583"/>
              <a:gd name="csX8" fmla="*/ 0 w 127600"/>
              <a:gd name="csY8" fmla="*/ 104550 h 127583"/>
              <a:gd name="csX9" fmla="*/ 23039 w 127600"/>
              <a:gd name="csY9" fmla="*/ 127583 h 127583"/>
              <a:gd name="csX10" fmla="*/ 104562 w 127600"/>
              <a:gd name="csY10" fmla="*/ 127583 h 127583"/>
              <a:gd name="csX11" fmla="*/ 127601 w 127600"/>
              <a:gd name="csY11" fmla="*/ 104550 h 127583"/>
              <a:gd name="csX12" fmla="*/ 127601 w 127600"/>
              <a:gd name="csY12" fmla="*/ 38990 h 127583"/>
              <a:gd name="csX13" fmla="*/ 0 w 127600"/>
              <a:gd name="csY13" fmla="*/ 38990 h 127583"/>
              <a:gd name="csX14" fmla="*/ 33672 w 127600"/>
              <a:gd name="csY14" fmla="*/ 106319 h 127583"/>
              <a:gd name="csX15" fmla="*/ 24811 w 127600"/>
              <a:gd name="csY15" fmla="*/ 97457 h 127583"/>
              <a:gd name="csX16" fmla="*/ 33672 w 127600"/>
              <a:gd name="csY16" fmla="*/ 88594 h 127583"/>
              <a:gd name="csX17" fmla="*/ 42534 w 127600"/>
              <a:gd name="csY17" fmla="*/ 97457 h 127583"/>
              <a:gd name="csX18" fmla="*/ 33672 w 127600"/>
              <a:gd name="csY18" fmla="*/ 106319 h 127583"/>
              <a:gd name="csX19" fmla="*/ 33672 w 127600"/>
              <a:gd name="csY19" fmla="*/ 74424 h 127583"/>
              <a:gd name="csX20" fmla="*/ 24811 w 127600"/>
              <a:gd name="csY20" fmla="*/ 65561 h 127583"/>
              <a:gd name="csX21" fmla="*/ 33672 w 127600"/>
              <a:gd name="csY21" fmla="*/ 56698 h 127583"/>
              <a:gd name="csX22" fmla="*/ 42534 w 127600"/>
              <a:gd name="csY22" fmla="*/ 65561 h 127583"/>
              <a:gd name="csX23" fmla="*/ 33672 w 127600"/>
              <a:gd name="csY23" fmla="*/ 74424 h 127583"/>
              <a:gd name="csX24" fmla="*/ 63800 w 127600"/>
              <a:gd name="csY24" fmla="*/ 106319 h 127583"/>
              <a:gd name="csX25" fmla="*/ 54939 w 127600"/>
              <a:gd name="csY25" fmla="*/ 97457 h 127583"/>
              <a:gd name="csX26" fmla="*/ 63800 w 127600"/>
              <a:gd name="csY26" fmla="*/ 88594 h 127583"/>
              <a:gd name="csX27" fmla="*/ 72661 w 127600"/>
              <a:gd name="csY27" fmla="*/ 97457 h 127583"/>
              <a:gd name="csX28" fmla="*/ 63800 w 127600"/>
              <a:gd name="csY28" fmla="*/ 106319 h 127583"/>
              <a:gd name="csX29" fmla="*/ 63800 w 127600"/>
              <a:gd name="csY29" fmla="*/ 74424 h 127583"/>
              <a:gd name="csX30" fmla="*/ 54939 w 127600"/>
              <a:gd name="csY30" fmla="*/ 65561 h 127583"/>
              <a:gd name="csX31" fmla="*/ 63800 w 127600"/>
              <a:gd name="csY31" fmla="*/ 56698 h 127583"/>
              <a:gd name="csX32" fmla="*/ 72661 w 127600"/>
              <a:gd name="csY32" fmla="*/ 65561 h 127583"/>
              <a:gd name="csX33" fmla="*/ 63800 w 127600"/>
              <a:gd name="csY33" fmla="*/ 74424 h 127583"/>
              <a:gd name="csX34" fmla="*/ 93928 w 127600"/>
              <a:gd name="csY34" fmla="*/ 74424 h 127583"/>
              <a:gd name="csX35" fmla="*/ 85067 w 127600"/>
              <a:gd name="csY35" fmla="*/ 65561 h 127583"/>
              <a:gd name="csX36" fmla="*/ 93928 w 127600"/>
              <a:gd name="csY36" fmla="*/ 56698 h 127583"/>
              <a:gd name="csX37" fmla="*/ 102789 w 127600"/>
              <a:gd name="csY37" fmla="*/ 65561 h 127583"/>
              <a:gd name="csX38" fmla="*/ 93928 w 127600"/>
              <a:gd name="csY38" fmla="*/ 74424 h 127583"/>
            </a:gdLst>
            <a:ahLst/>
            <a:cxnLst/>
            <a:rect l="l" t="t" r="r" b="b"/>
            <a:pathLst>
              <a:path w="100000" h="100000">
                <a:moveTo>
                  <a:pt x="100001" y="22231"/>
                </a:moveTo>
                <a:lnTo>
                  <a:pt x="100001" y="18058"/>
                </a:lnTo>
                <a:cubicBezTo>
                  <a:pt x="100001" y="8099"/>
                  <a:pt x="91900" y="7"/>
                  <a:pt x="81945" y="7"/>
                </a:cubicBezTo>
                <a:lnTo>
                  <a:pt x="18056" y="7"/>
                </a:lnTo>
                <a:cubicBezTo>
                  <a:pt x="8100" y="7"/>
                  <a:pt x="0" y="8099"/>
                  <a:pt x="0" y="18058"/>
                </a:cubicBezTo>
                <a:lnTo>
                  <a:pt x="0" y="22231"/>
                </a:lnTo>
                <a:lnTo>
                  <a:pt x="100001" y="22231"/>
                </a:lnTo>
                <a:close/>
                <a:moveTo>
                  <a:pt x="0" y="30563"/>
                </a:moveTo>
                <a:lnTo>
                  <a:pt x="0" y="81942"/>
                </a:lnTo>
                <a:cubicBezTo>
                  <a:pt x="0" y="91888"/>
                  <a:pt x="8100" y="99993"/>
                  <a:pt x="18056" y="99993"/>
                </a:cubicBezTo>
                <a:lnTo>
                  <a:pt x="81945" y="99993"/>
                </a:lnTo>
                <a:cubicBezTo>
                  <a:pt x="91900" y="99993"/>
                  <a:pt x="100001" y="91888"/>
                  <a:pt x="100001" y="81942"/>
                </a:cubicBezTo>
                <a:lnTo>
                  <a:pt x="100001" y="30563"/>
                </a:lnTo>
                <a:lnTo>
                  <a:pt x="0" y="30563"/>
                </a:lnTo>
                <a:close/>
                <a:moveTo>
                  <a:pt x="26389" y="83329"/>
                </a:moveTo>
                <a:cubicBezTo>
                  <a:pt x="22553" y="83329"/>
                  <a:pt x="19444" y="80223"/>
                  <a:pt x="19444" y="76384"/>
                </a:cubicBezTo>
                <a:cubicBezTo>
                  <a:pt x="19444" y="72543"/>
                  <a:pt x="22553" y="69438"/>
                  <a:pt x="26389" y="69438"/>
                </a:cubicBezTo>
                <a:cubicBezTo>
                  <a:pt x="30225" y="69438"/>
                  <a:pt x="33334" y="72543"/>
                  <a:pt x="33334" y="76384"/>
                </a:cubicBezTo>
                <a:cubicBezTo>
                  <a:pt x="33334" y="80223"/>
                  <a:pt x="30225" y="83329"/>
                  <a:pt x="26389" y="83329"/>
                </a:cubicBezTo>
                <a:close/>
                <a:moveTo>
                  <a:pt x="26389" y="58333"/>
                </a:moveTo>
                <a:cubicBezTo>
                  <a:pt x="22553" y="58333"/>
                  <a:pt x="19444" y="55226"/>
                  <a:pt x="19444" y="51387"/>
                </a:cubicBezTo>
                <a:cubicBezTo>
                  <a:pt x="19444" y="47547"/>
                  <a:pt x="22553" y="44441"/>
                  <a:pt x="26389" y="44441"/>
                </a:cubicBezTo>
                <a:cubicBezTo>
                  <a:pt x="30225" y="44441"/>
                  <a:pt x="33334" y="47547"/>
                  <a:pt x="33334" y="51387"/>
                </a:cubicBezTo>
                <a:cubicBezTo>
                  <a:pt x="33334" y="55226"/>
                  <a:pt x="30225" y="58333"/>
                  <a:pt x="26389" y="58333"/>
                </a:cubicBezTo>
                <a:close/>
                <a:moveTo>
                  <a:pt x="50000" y="83329"/>
                </a:moveTo>
                <a:cubicBezTo>
                  <a:pt x="46164" y="83329"/>
                  <a:pt x="43056" y="80223"/>
                  <a:pt x="43056" y="76384"/>
                </a:cubicBezTo>
                <a:cubicBezTo>
                  <a:pt x="43056" y="72543"/>
                  <a:pt x="46164" y="69438"/>
                  <a:pt x="50000" y="69438"/>
                </a:cubicBezTo>
                <a:cubicBezTo>
                  <a:pt x="53836" y="69438"/>
                  <a:pt x="56944" y="72543"/>
                  <a:pt x="56944" y="76384"/>
                </a:cubicBezTo>
                <a:cubicBezTo>
                  <a:pt x="56944" y="80223"/>
                  <a:pt x="53836" y="83329"/>
                  <a:pt x="50000" y="83329"/>
                </a:cubicBezTo>
                <a:close/>
                <a:moveTo>
                  <a:pt x="50000" y="58333"/>
                </a:moveTo>
                <a:cubicBezTo>
                  <a:pt x="46164" y="58333"/>
                  <a:pt x="43056" y="55226"/>
                  <a:pt x="43056" y="51387"/>
                </a:cubicBezTo>
                <a:cubicBezTo>
                  <a:pt x="43056" y="47547"/>
                  <a:pt x="46164" y="44441"/>
                  <a:pt x="50000" y="44441"/>
                </a:cubicBezTo>
                <a:cubicBezTo>
                  <a:pt x="53836" y="44441"/>
                  <a:pt x="56944" y="47547"/>
                  <a:pt x="56944" y="51387"/>
                </a:cubicBezTo>
                <a:cubicBezTo>
                  <a:pt x="56944" y="55226"/>
                  <a:pt x="53836" y="58333"/>
                  <a:pt x="50000" y="58333"/>
                </a:cubicBezTo>
                <a:close/>
                <a:moveTo>
                  <a:pt x="73611" y="58333"/>
                </a:moveTo>
                <a:cubicBezTo>
                  <a:pt x="69775" y="58333"/>
                  <a:pt x="66667" y="55226"/>
                  <a:pt x="66667" y="51387"/>
                </a:cubicBezTo>
                <a:cubicBezTo>
                  <a:pt x="66667" y="47547"/>
                  <a:pt x="69775" y="44441"/>
                  <a:pt x="73611" y="44441"/>
                </a:cubicBezTo>
                <a:cubicBezTo>
                  <a:pt x="77447" y="44441"/>
                  <a:pt x="80556" y="47547"/>
                  <a:pt x="80556" y="51387"/>
                </a:cubicBezTo>
                <a:cubicBezTo>
                  <a:pt x="80556" y="55226"/>
                  <a:pt x="77447" y="58333"/>
                  <a:pt x="73611" y="5833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5" name="Белый — SVG 10">
            <a:extLst>
              <a:ext uri="{FF2B5EF4-FFF2-40B4-BE49-F238E27FC236}">
                <a16:creationId xmlns:a16="http://schemas.microsoft.com/office/drawing/2014/main" id="{9733B592-16BF-7447-8E6D-B35F3C176EF2}"/>
              </a:ext>
            </a:extLst>
          </p:cNvPr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3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97470 w 141772"/>
              <a:gd name="csY5" fmla="*/ 81517 h 141753"/>
              <a:gd name="csX6" fmla="*/ 69108 w 141772"/>
              <a:gd name="csY6" fmla="*/ 81517 h 141753"/>
              <a:gd name="csX7" fmla="*/ 63800 w 141772"/>
              <a:gd name="csY7" fmla="*/ 76193 h 141753"/>
              <a:gd name="csX8" fmla="*/ 63800 w 141772"/>
              <a:gd name="csY8" fmla="*/ 33665 h 141753"/>
              <a:gd name="csX9" fmla="*/ 69108 w 141772"/>
              <a:gd name="csY9" fmla="*/ 28358 h 141753"/>
              <a:gd name="csX10" fmla="*/ 74434 w 141772"/>
              <a:gd name="csY10" fmla="*/ 33665 h 141753"/>
              <a:gd name="csX11" fmla="*/ 74434 w 141772"/>
              <a:gd name="csY11" fmla="*/ 70885 h 141753"/>
              <a:gd name="csX12" fmla="*/ 97470 w 141772"/>
              <a:gd name="csY12" fmla="*/ 70885 h 141753"/>
              <a:gd name="csX13" fmla="*/ 102795 w 141772"/>
              <a:gd name="csY13" fmla="*/ 76193 h 141753"/>
              <a:gd name="csX14" fmla="*/ 97470 w 141772"/>
              <a:gd name="csY14" fmla="*/ 81517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501" y="7"/>
                  <a:pt x="0" y="22505"/>
                  <a:pt x="0" y="50006"/>
                </a:cubicBezTo>
                <a:cubicBezTo>
                  <a:pt x="0" y="77496"/>
                  <a:pt x="22501" y="99993"/>
                  <a:pt x="50006" y="99993"/>
                </a:cubicBezTo>
                <a:cubicBezTo>
                  <a:pt x="77500" y="99993"/>
                  <a:pt x="100001" y="77496"/>
                  <a:pt x="100001" y="50006"/>
                </a:cubicBezTo>
                <a:cubicBezTo>
                  <a:pt x="100001" y="22505"/>
                  <a:pt x="77500" y="7"/>
                  <a:pt x="50006" y="7"/>
                </a:cubicBezTo>
                <a:close/>
                <a:moveTo>
                  <a:pt x="68751" y="57505"/>
                </a:moveTo>
                <a:lnTo>
                  <a:pt x="48746" y="57505"/>
                </a:lnTo>
                <a:cubicBezTo>
                  <a:pt x="46754" y="57505"/>
                  <a:pt x="45002" y="55754"/>
                  <a:pt x="45002" y="53750"/>
                </a:cubicBezTo>
                <a:lnTo>
                  <a:pt x="45002" y="23753"/>
                </a:lnTo>
                <a:cubicBezTo>
                  <a:pt x="45002" y="21749"/>
                  <a:pt x="46754" y="20009"/>
                  <a:pt x="48746" y="20009"/>
                </a:cubicBezTo>
                <a:cubicBezTo>
                  <a:pt x="50751" y="20009"/>
                  <a:pt x="52503" y="21749"/>
                  <a:pt x="52503" y="23753"/>
                </a:cubicBezTo>
                <a:lnTo>
                  <a:pt x="52503" y="50006"/>
                </a:lnTo>
                <a:lnTo>
                  <a:pt x="68751" y="50006"/>
                </a:lnTo>
                <a:cubicBezTo>
                  <a:pt x="70755" y="50006"/>
                  <a:pt x="72507" y="51746"/>
                  <a:pt x="72507" y="53750"/>
                </a:cubicBezTo>
                <a:cubicBezTo>
                  <a:pt x="72507" y="55754"/>
                  <a:pt x="70755" y="57505"/>
                  <a:pt x="68751" y="5750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6" name="Белый — SVG 11">
            <a:extLst>
              <a:ext uri="{FF2B5EF4-FFF2-40B4-BE49-F238E27FC236}">
                <a16:creationId xmlns:a16="http://schemas.microsoft.com/office/drawing/2014/main" id="{A07A4A05-405F-8C4D-8833-8CA27E4C67FB}"/>
              </a:ext>
            </a:extLst>
          </p:cNvPr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>
              <a:gd name="csX0" fmla="*/ 70895 w 148870"/>
              <a:gd name="csY0" fmla="*/ 0 h 148847"/>
              <a:gd name="csX1" fmla="*/ 0 w 148870"/>
              <a:gd name="csY1" fmla="*/ 70885 h 148847"/>
              <a:gd name="csX2" fmla="*/ 56842 w 148870"/>
              <a:gd name="csY2" fmla="*/ 140359 h 148847"/>
              <a:gd name="csX3" fmla="*/ 59241 w 148870"/>
              <a:gd name="csY3" fmla="*/ 129097 h 148847"/>
              <a:gd name="csX4" fmla="*/ 91141 w 148870"/>
              <a:gd name="csY4" fmla="*/ 75938 h 148847"/>
              <a:gd name="csX5" fmla="*/ 106334 w 148870"/>
              <a:gd name="csY5" fmla="*/ 67330 h 148847"/>
              <a:gd name="csX6" fmla="*/ 121527 w 148870"/>
              <a:gd name="csY6" fmla="*/ 75955 h 148847"/>
              <a:gd name="csX7" fmla="*/ 135682 w 148870"/>
              <a:gd name="csY7" fmla="*/ 99515 h 148847"/>
              <a:gd name="csX8" fmla="*/ 141773 w 148870"/>
              <a:gd name="csY8" fmla="*/ 70885 h 148847"/>
              <a:gd name="csX9" fmla="*/ 70895 w 148870"/>
              <a:gd name="csY9" fmla="*/ 0 h 148847"/>
              <a:gd name="csX10" fmla="*/ 72664 w 148870"/>
              <a:gd name="csY10" fmla="*/ 28358 h 148847"/>
              <a:gd name="csX11" fmla="*/ 77972 w 148870"/>
              <a:gd name="csY11" fmla="*/ 33665 h 148847"/>
              <a:gd name="csX12" fmla="*/ 77972 w 148870"/>
              <a:gd name="csY12" fmla="*/ 76193 h 148847"/>
              <a:gd name="csX13" fmla="*/ 72664 w 148870"/>
              <a:gd name="csY13" fmla="*/ 81517 h 148847"/>
              <a:gd name="csX14" fmla="*/ 44303 w 148870"/>
              <a:gd name="csY14" fmla="*/ 81517 h 148847"/>
              <a:gd name="csX15" fmla="*/ 38995 w 148870"/>
              <a:gd name="csY15" fmla="*/ 76193 h 148847"/>
              <a:gd name="csX16" fmla="*/ 44303 w 148870"/>
              <a:gd name="csY16" fmla="*/ 70885 h 148847"/>
              <a:gd name="csX17" fmla="*/ 67339 w 148870"/>
              <a:gd name="csY17" fmla="*/ 70885 h 148847"/>
              <a:gd name="csX18" fmla="*/ 67339 w 148870"/>
              <a:gd name="csY18" fmla="*/ 33665 h 148847"/>
              <a:gd name="csX19" fmla="*/ 72664 w 148870"/>
              <a:gd name="csY19" fmla="*/ 28358 h 148847"/>
              <a:gd name="csX20" fmla="*/ 106334 w 148870"/>
              <a:gd name="csY20" fmla="*/ 74424 h 148847"/>
              <a:gd name="csX21" fmla="*/ 97215 w 148870"/>
              <a:gd name="csY21" fmla="*/ 79595 h 148847"/>
              <a:gd name="csX22" fmla="*/ 65315 w 148870"/>
              <a:gd name="csY22" fmla="*/ 132755 h 148847"/>
              <a:gd name="csX23" fmla="*/ 65178 w 148870"/>
              <a:gd name="csY23" fmla="*/ 143455 h 148847"/>
              <a:gd name="csX24" fmla="*/ 74434 w 148870"/>
              <a:gd name="csY24" fmla="*/ 148847 h 148847"/>
              <a:gd name="csX25" fmla="*/ 138234 w 148870"/>
              <a:gd name="csY25" fmla="*/ 148847 h 148847"/>
              <a:gd name="csX26" fmla="*/ 147489 w 148870"/>
              <a:gd name="csY26" fmla="*/ 143455 h 148847"/>
              <a:gd name="csX27" fmla="*/ 147353 w 148870"/>
              <a:gd name="csY27" fmla="*/ 132755 h 148847"/>
              <a:gd name="csX28" fmla="*/ 115453 w 148870"/>
              <a:gd name="csY28" fmla="*/ 79595 h 148847"/>
              <a:gd name="csX29" fmla="*/ 106334 w 148870"/>
              <a:gd name="csY29" fmla="*/ 74424 h 148847"/>
              <a:gd name="csX30" fmla="*/ 106334 w 148870"/>
              <a:gd name="csY30" fmla="*/ 88594 h 148847"/>
              <a:gd name="csX31" fmla="*/ 109873 w 148870"/>
              <a:gd name="csY31" fmla="*/ 92149 h 148847"/>
              <a:gd name="csX32" fmla="*/ 109873 w 148870"/>
              <a:gd name="csY32" fmla="*/ 120490 h 148847"/>
              <a:gd name="csX33" fmla="*/ 106334 w 148870"/>
              <a:gd name="csY33" fmla="*/ 124045 h 148847"/>
              <a:gd name="csX34" fmla="*/ 102795 w 148870"/>
              <a:gd name="csY34" fmla="*/ 120490 h 148847"/>
              <a:gd name="csX35" fmla="*/ 102795 w 148870"/>
              <a:gd name="csY35" fmla="*/ 92149 h 148847"/>
              <a:gd name="csX36" fmla="*/ 106334 w 148870"/>
              <a:gd name="csY36" fmla="*/ 88594 h 148847"/>
              <a:gd name="csX37" fmla="*/ 106334 w 148870"/>
              <a:gd name="csY37" fmla="*/ 130237 h 148847"/>
              <a:gd name="csX38" fmla="*/ 110757 w 148870"/>
              <a:gd name="csY38" fmla="*/ 134677 h 148847"/>
              <a:gd name="csX39" fmla="*/ 106334 w 148870"/>
              <a:gd name="csY39" fmla="*/ 139100 h 148847"/>
              <a:gd name="csX40" fmla="*/ 101910 w 148870"/>
              <a:gd name="csY40" fmla="*/ 134677 h 148847"/>
              <a:gd name="csX41" fmla="*/ 106334 w 148870"/>
              <a:gd name="csY41" fmla="*/ 130237 h 148847"/>
            </a:gdLst>
            <a:ahLst/>
            <a:cxnLst/>
            <a:rect l="l" t="t" r="r" b="b"/>
            <a:pathLst>
              <a:path w="100000" h="100000">
                <a:moveTo>
                  <a:pt x="47622" y="8"/>
                </a:moveTo>
                <a:cubicBezTo>
                  <a:pt x="21360" y="8"/>
                  <a:pt x="0" y="21365"/>
                  <a:pt x="0" y="47623"/>
                </a:cubicBezTo>
                <a:cubicBezTo>
                  <a:pt x="0" y="70649"/>
                  <a:pt x="16434" y="89902"/>
                  <a:pt x="38182" y="94291"/>
                </a:cubicBezTo>
                <a:cubicBezTo>
                  <a:pt x="37873" y="91696"/>
                  <a:pt x="38411" y="89034"/>
                  <a:pt x="39794" y="86726"/>
                </a:cubicBezTo>
                <a:lnTo>
                  <a:pt x="61222" y="51017"/>
                </a:lnTo>
                <a:cubicBezTo>
                  <a:pt x="63359" y="47452"/>
                  <a:pt x="67267" y="45235"/>
                  <a:pt x="71427" y="45235"/>
                </a:cubicBezTo>
                <a:cubicBezTo>
                  <a:pt x="75587" y="45235"/>
                  <a:pt x="79496" y="47452"/>
                  <a:pt x="81633" y="51029"/>
                </a:cubicBezTo>
                <a:lnTo>
                  <a:pt x="91141" y="66855"/>
                </a:lnTo>
                <a:cubicBezTo>
                  <a:pt x="93758" y="60970"/>
                  <a:pt x="95233" y="54468"/>
                  <a:pt x="95233" y="47623"/>
                </a:cubicBezTo>
                <a:cubicBezTo>
                  <a:pt x="95233" y="21365"/>
                  <a:pt x="73873" y="8"/>
                  <a:pt x="47622" y="8"/>
                </a:cubicBezTo>
                <a:close/>
                <a:moveTo>
                  <a:pt x="48810" y="19057"/>
                </a:moveTo>
                <a:cubicBezTo>
                  <a:pt x="50777" y="19057"/>
                  <a:pt x="52376" y="20656"/>
                  <a:pt x="52376" y="22621"/>
                </a:cubicBezTo>
                <a:lnTo>
                  <a:pt x="52376" y="51189"/>
                </a:lnTo>
                <a:cubicBezTo>
                  <a:pt x="52376" y="53166"/>
                  <a:pt x="50777" y="54765"/>
                  <a:pt x="48810" y="54765"/>
                </a:cubicBezTo>
                <a:lnTo>
                  <a:pt x="29760" y="54765"/>
                </a:lnTo>
                <a:cubicBezTo>
                  <a:pt x="27794" y="54765"/>
                  <a:pt x="26194" y="53166"/>
                  <a:pt x="26194" y="51189"/>
                </a:cubicBezTo>
                <a:cubicBezTo>
                  <a:pt x="26194" y="49223"/>
                  <a:pt x="27794" y="47623"/>
                  <a:pt x="29760" y="47623"/>
                </a:cubicBezTo>
                <a:lnTo>
                  <a:pt x="45233" y="47623"/>
                </a:lnTo>
                <a:lnTo>
                  <a:pt x="45233" y="22621"/>
                </a:lnTo>
                <a:cubicBezTo>
                  <a:pt x="45233" y="20656"/>
                  <a:pt x="46833" y="19057"/>
                  <a:pt x="48810" y="19057"/>
                </a:cubicBezTo>
                <a:close/>
                <a:moveTo>
                  <a:pt x="71427" y="50000"/>
                </a:moveTo>
                <a:cubicBezTo>
                  <a:pt x="68913" y="50000"/>
                  <a:pt x="66593" y="51314"/>
                  <a:pt x="65302" y="53474"/>
                </a:cubicBezTo>
                <a:lnTo>
                  <a:pt x="43874" y="89183"/>
                </a:lnTo>
                <a:cubicBezTo>
                  <a:pt x="42548" y="91388"/>
                  <a:pt x="42514" y="94130"/>
                  <a:pt x="43782" y="96370"/>
                </a:cubicBezTo>
                <a:cubicBezTo>
                  <a:pt x="45051" y="98610"/>
                  <a:pt x="47428" y="99992"/>
                  <a:pt x="49999" y="99992"/>
                </a:cubicBezTo>
                <a:lnTo>
                  <a:pt x="92856" y="99992"/>
                </a:lnTo>
                <a:cubicBezTo>
                  <a:pt x="95427" y="99992"/>
                  <a:pt x="97804" y="98610"/>
                  <a:pt x="99072" y="96370"/>
                </a:cubicBezTo>
                <a:cubicBezTo>
                  <a:pt x="100341" y="94130"/>
                  <a:pt x="100307" y="91377"/>
                  <a:pt x="98981" y="89183"/>
                </a:cubicBezTo>
                <a:lnTo>
                  <a:pt x="77553" y="53474"/>
                </a:lnTo>
                <a:cubicBezTo>
                  <a:pt x="76261" y="51314"/>
                  <a:pt x="73942" y="50000"/>
                  <a:pt x="71427" y="50000"/>
                </a:cubicBezTo>
                <a:close/>
                <a:moveTo>
                  <a:pt x="71427" y="59519"/>
                </a:moveTo>
                <a:cubicBezTo>
                  <a:pt x="72741" y="59519"/>
                  <a:pt x="73805" y="60593"/>
                  <a:pt x="73805" y="61907"/>
                </a:cubicBezTo>
                <a:lnTo>
                  <a:pt x="73805" y="80944"/>
                </a:lnTo>
                <a:cubicBezTo>
                  <a:pt x="73805" y="82258"/>
                  <a:pt x="72741" y="83332"/>
                  <a:pt x="71427" y="83332"/>
                </a:cubicBezTo>
                <a:cubicBezTo>
                  <a:pt x="70113" y="83332"/>
                  <a:pt x="69050" y="82258"/>
                  <a:pt x="69050" y="80944"/>
                </a:cubicBezTo>
                <a:lnTo>
                  <a:pt x="69050" y="61907"/>
                </a:lnTo>
                <a:cubicBezTo>
                  <a:pt x="69050" y="60593"/>
                  <a:pt x="70113" y="59519"/>
                  <a:pt x="71427" y="59519"/>
                </a:cubicBezTo>
                <a:close/>
                <a:moveTo>
                  <a:pt x="71427" y="87491"/>
                </a:moveTo>
                <a:cubicBezTo>
                  <a:pt x="73073" y="87491"/>
                  <a:pt x="74398" y="88828"/>
                  <a:pt x="74398" y="90474"/>
                </a:cubicBezTo>
                <a:cubicBezTo>
                  <a:pt x="74398" y="92108"/>
                  <a:pt x="73073" y="93445"/>
                  <a:pt x="71427" y="93445"/>
                </a:cubicBezTo>
                <a:cubicBezTo>
                  <a:pt x="69782" y="93445"/>
                  <a:pt x="68456" y="92108"/>
                  <a:pt x="68456" y="90474"/>
                </a:cubicBezTo>
                <a:cubicBezTo>
                  <a:pt x="68456" y="88828"/>
                  <a:pt x="69782" y="87491"/>
                  <a:pt x="71427" y="87491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7" name="Белый — SVG 12">
            <a:extLst>
              <a:ext uri="{FF2B5EF4-FFF2-40B4-BE49-F238E27FC236}">
                <a16:creationId xmlns:a16="http://schemas.microsoft.com/office/drawing/2014/main" id="{A659B629-BA3B-FE44-A47F-08286AE5E1DE}"/>
              </a:ext>
            </a:extLst>
          </p:cNvPr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>
              <a:gd name="csX0" fmla="*/ 70895 w 148867"/>
              <a:gd name="csY0" fmla="*/ 0 h 148847"/>
              <a:gd name="csX1" fmla="*/ 0 w 148867"/>
              <a:gd name="csY1" fmla="*/ 70885 h 148847"/>
              <a:gd name="csX2" fmla="*/ 70895 w 148867"/>
              <a:gd name="csY2" fmla="*/ 141753 h 148847"/>
              <a:gd name="csX3" fmla="*/ 76424 w 148867"/>
              <a:gd name="csY3" fmla="*/ 141481 h 148847"/>
              <a:gd name="csX4" fmla="*/ 63800 w 148867"/>
              <a:gd name="csY4" fmla="*/ 109858 h 148847"/>
              <a:gd name="csX5" fmla="*/ 73685 w 148867"/>
              <a:gd name="csY5" fmla="*/ 81415 h 148847"/>
              <a:gd name="csX6" fmla="*/ 72664 w 148867"/>
              <a:gd name="csY6" fmla="*/ 81517 h 148847"/>
              <a:gd name="csX7" fmla="*/ 44303 w 148867"/>
              <a:gd name="csY7" fmla="*/ 81517 h 148847"/>
              <a:gd name="csX8" fmla="*/ 38995 w 148867"/>
              <a:gd name="csY8" fmla="*/ 76193 h 148847"/>
              <a:gd name="csX9" fmla="*/ 44303 w 148867"/>
              <a:gd name="csY9" fmla="*/ 70885 h 148847"/>
              <a:gd name="csX10" fmla="*/ 67339 w 148867"/>
              <a:gd name="csY10" fmla="*/ 70885 h 148847"/>
              <a:gd name="csX11" fmla="*/ 67339 w 148867"/>
              <a:gd name="csY11" fmla="*/ 33665 h 148847"/>
              <a:gd name="csX12" fmla="*/ 72664 w 148867"/>
              <a:gd name="csY12" fmla="*/ 28358 h 148847"/>
              <a:gd name="csX13" fmla="*/ 77973 w 148867"/>
              <a:gd name="csY13" fmla="*/ 33665 h 148847"/>
              <a:gd name="csX14" fmla="*/ 77973 w 148867"/>
              <a:gd name="csY14" fmla="*/ 76193 h 148847"/>
              <a:gd name="csX15" fmla="*/ 77921 w 148867"/>
              <a:gd name="csY15" fmla="*/ 76720 h 148847"/>
              <a:gd name="csX16" fmla="*/ 109873 w 148867"/>
              <a:gd name="csY16" fmla="*/ 63792 h 148847"/>
              <a:gd name="csX17" fmla="*/ 141500 w 148867"/>
              <a:gd name="csY17" fmla="*/ 76414 h 148847"/>
              <a:gd name="csX18" fmla="*/ 141773 w 148867"/>
              <a:gd name="csY18" fmla="*/ 70885 h 148847"/>
              <a:gd name="csX19" fmla="*/ 70895 w 148867"/>
              <a:gd name="csY19" fmla="*/ 0 h 148847"/>
              <a:gd name="csX20" fmla="*/ 109873 w 148867"/>
              <a:gd name="csY20" fmla="*/ 70885 h 148847"/>
              <a:gd name="csX21" fmla="*/ 70895 w 148867"/>
              <a:gd name="csY21" fmla="*/ 109858 h 148847"/>
              <a:gd name="csX22" fmla="*/ 109873 w 148867"/>
              <a:gd name="csY22" fmla="*/ 148847 h 148847"/>
              <a:gd name="csX23" fmla="*/ 148867 w 148867"/>
              <a:gd name="csY23" fmla="*/ 109858 h 148847"/>
              <a:gd name="csX24" fmla="*/ 109873 w 148867"/>
              <a:gd name="csY24" fmla="*/ 70885 h 148847"/>
              <a:gd name="csX25" fmla="*/ 131139 w 148867"/>
              <a:gd name="csY25" fmla="*/ 92149 h 148847"/>
              <a:gd name="csX26" fmla="*/ 133657 w 148867"/>
              <a:gd name="csY26" fmla="*/ 93187 h 148847"/>
              <a:gd name="csX27" fmla="*/ 133657 w 148867"/>
              <a:gd name="csY27" fmla="*/ 98188 h 148847"/>
              <a:gd name="csX28" fmla="*/ 105296 w 148867"/>
              <a:gd name="csY28" fmla="*/ 126546 h 148847"/>
              <a:gd name="csX29" fmla="*/ 102795 w 148867"/>
              <a:gd name="csY29" fmla="*/ 127583 h 148847"/>
              <a:gd name="csX30" fmla="*/ 100277 w 148867"/>
              <a:gd name="csY30" fmla="*/ 126546 h 148847"/>
              <a:gd name="csX31" fmla="*/ 86105 w 148867"/>
              <a:gd name="csY31" fmla="*/ 112375 h 148847"/>
              <a:gd name="csX32" fmla="*/ 86105 w 148867"/>
              <a:gd name="csY32" fmla="*/ 107357 h 148847"/>
              <a:gd name="csX33" fmla="*/ 91124 w 148867"/>
              <a:gd name="csY33" fmla="*/ 107357 h 148847"/>
              <a:gd name="csX34" fmla="*/ 102795 w 148867"/>
              <a:gd name="csY34" fmla="*/ 119027 h 148847"/>
              <a:gd name="csX35" fmla="*/ 128639 w 148867"/>
              <a:gd name="csY35" fmla="*/ 93187 h 148847"/>
              <a:gd name="csX36" fmla="*/ 131139 w 148867"/>
              <a:gd name="csY36" fmla="*/ 92149 h 148847"/>
            </a:gdLst>
            <a:ahLst/>
            <a:cxnLst/>
            <a:rect l="l" t="t" r="r" b="b"/>
            <a:pathLst>
              <a:path w="100000" h="100000">
                <a:moveTo>
                  <a:pt x="47623" y="7"/>
                </a:moveTo>
                <a:cubicBezTo>
                  <a:pt x="21360" y="7"/>
                  <a:pt x="0" y="21364"/>
                  <a:pt x="0" y="47623"/>
                </a:cubicBezTo>
                <a:cubicBezTo>
                  <a:pt x="0" y="73871"/>
                  <a:pt x="21360" y="95228"/>
                  <a:pt x="47623" y="95228"/>
                </a:cubicBezTo>
                <a:cubicBezTo>
                  <a:pt x="48868" y="95228"/>
                  <a:pt x="50103" y="95137"/>
                  <a:pt x="51337" y="95045"/>
                </a:cubicBezTo>
                <a:cubicBezTo>
                  <a:pt x="46091" y="89503"/>
                  <a:pt x="42857" y="82042"/>
                  <a:pt x="42857" y="73803"/>
                </a:cubicBezTo>
                <a:cubicBezTo>
                  <a:pt x="42857" y="66581"/>
                  <a:pt x="45349" y="59953"/>
                  <a:pt x="49497" y="54696"/>
                </a:cubicBezTo>
                <a:cubicBezTo>
                  <a:pt x="49269" y="54731"/>
                  <a:pt x="49040" y="54765"/>
                  <a:pt x="48811" y="54765"/>
                </a:cubicBezTo>
                <a:lnTo>
                  <a:pt x="29760" y="54765"/>
                </a:lnTo>
                <a:cubicBezTo>
                  <a:pt x="27795" y="54765"/>
                  <a:pt x="26195" y="53166"/>
                  <a:pt x="26195" y="51189"/>
                </a:cubicBezTo>
                <a:cubicBezTo>
                  <a:pt x="26195" y="49223"/>
                  <a:pt x="27795" y="47623"/>
                  <a:pt x="29760" y="47623"/>
                </a:cubicBezTo>
                <a:lnTo>
                  <a:pt x="45234" y="47623"/>
                </a:lnTo>
                <a:lnTo>
                  <a:pt x="45234" y="22621"/>
                </a:lnTo>
                <a:cubicBezTo>
                  <a:pt x="45234" y="20655"/>
                  <a:pt x="46834" y="19056"/>
                  <a:pt x="48811" y="19056"/>
                </a:cubicBezTo>
                <a:cubicBezTo>
                  <a:pt x="50777" y="19056"/>
                  <a:pt x="52378" y="20655"/>
                  <a:pt x="52378" y="22621"/>
                </a:cubicBezTo>
                <a:lnTo>
                  <a:pt x="52378" y="51189"/>
                </a:lnTo>
                <a:cubicBezTo>
                  <a:pt x="52378" y="51314"/>
                  <a:pt x="52355" y="51417"/>
                  <a:pt x="52343" y="51543"/>
                </a:cubicBezTo>
                <a:cubicBezTo>
                  <a:pt x="57909" y="46172"/>
                  <a:pt x="65475" y="42858"/>
                  <a:pt x="73806" y="42858"/>
                </a:cubicBezTo>
                <a:cubicBezTo>
                  <a:pt x="82046" y="42858"/>
                  <a:pt x="89509" y="46092"/>
                  <a:pt x="95051" y="51337"/>
                </a:cubicBezTo>
                <a:cubicBezTo>
                  <a:pt x="95143" y="50103"/>
                  <a:pt x="95235" y="48869"/>
                  <a:pt x="95235" y="47623"/>
                </a:cubicBezTo>
                <a:cubicBezTo>
                  <a:pt x="95235" y="21364"/>
                  <a:pt x="73874" y="7"/>
                  <a:pt x="47623" y="7"/>
                </a:cubicBezTo>
                <a:close/>
                <a:moveTo>
                  <a:pt x="73806" y="47623"/>
                </a:moveTo>
                <a:cubicBezTo>
                  <a:pt x="59349" y="47623"/>
                  <a:pt x="47623" y="59348"/>
                  <a:pt x="47623" y="73803"/>
                </a:cubicBezTo>
                <a:cubicBezTo>
                  <a:pt x="47623" y="88269"/>
                  <a:pt x="59349" y="99993"/>
                  <a:pt x="73806" y="99993"/>
                </a:cubicBezTo>
                <a:cubicBezTo>
                  <a:pt x="88275" y="99993"/>
                  <a:pt x="100000" y="88269"/>
                  <a:pt x="100000" y="73803"/>
                </a:cubicBezTo>
                <a:cubicBezTo>
                  <a:pt x="100000" y="59348"/>
                  <a:pt x="88275" y="47623"/>
                  <a:pt x="73806" y="47623"/>
                </a:cubicBezTo>
                <a:close/>
                <a:moveTo>
                  <a:pt x="88091" y="61907"/>
                </a:moveTo>
                <a:cubicBezTo>
                  <a:pt x="88709" y="61907"/>
                  <a:pt x="89315" y="62135"/>
                  <a:pt x="89783" y="62604"/>
                </a:cubicBezTo>
                <a:cubicBezTo>
                  <a:pt x="90709" y="63530"/>
                  <a:pt x="90709" y="65038"/>
                  <a:pt x="89783" y="65964"/>
                </a:cubicBezTo>
                <a:lnTo>
                  <a:pt x="70732" y="85013"/>
                </a:lnTo>
                <a:cubicBezTo>
                  <a:pt x="70263" y="85481"/>
                  <a:pt x="69657" y="85709"/>
                  <a:pt x="69052" y="85709"/>
                </a:cubicBezTo>
                <a:cubicBezTo>
                  <a:pt x="68434" y="85709"/>
                  <a:pt x="67829" y="85481"/>
                  <a:pt x="67360" y="85013"/>
                </a:cubicBezTo>
                <a:lnTo>
                  <a:pt x="57840" y="75494"/>
                </a:lnTo>
                <a:cubicBezTo>
                  <a:pt x="56915" y="74556"/>
                  <a:pt x="56915" y="73048"/>
                  <a:pt x="57840" y="72123"/>
                </a:cubicBezTo>
                <a:cubicBezTo>
                  <a:pt x="58766" y="71197"/>
                  <a:pt x="60275" y="71197"/>
                  <a:pt x="61212" y="72123"/>
                </a:cubicBezTo>
                <a:lnTo>
                  <a:pt x="69052" y="79962"/>
                </a:lnTo>
                <a:lnTo>
                  <a:pt x="86412" y="62604"/>
                </a:lnTo>
                <a:cubicBezTo>
                  <a:pt x="86880" y="62135"/>
                  <a:pt x="87486" y="61907"/>
                  <a:pt x="88091" y="61907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8" name="Белый — SVG 13">
            <a:extLst>
              <a:ext uri="{FF2B5EF4-FFF2-40B4-BE49-F238E27FC236}">
                <a16:creationId xmlns:a16="http://schemas.microsoft.com/office/drawing/2014/main" id="{D44E2295-9CF2-F74C-A931-889CD564C865}"/>
              </a:ext>
            </a:extLst>
          </p:cNvPr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>
              <a:gd name="csX0" fmla="*/ 24851 w 120473"/>
              <a:gd name="csY0" fmla="*/ 0 h 141754"/>
              <a:gd name="csX1" fmla="*/ 9607 w 120473"/>
              <a:gd name="csY1" fmla="*/ 11261 h 141754"/>
              <a:gd name="csX2" fmla="*/ 559 w 120473"/>
              <a:gd name="csY2" fmla="*/ 40657 h 141754"/>
              <a:gd name="csX3" fmla="*/ 2434 w 120473"/>
              <a:gd name="csY3" fmla="*/ 51663 h 141754"/>
              <a:gd name="csX4" fmla="*/ 12418 w 120473"/>
              <a:gd name="csY4" fmla="*/ 56698 h 141754"/>
              <a:gd name="csX5" fmla="*/ 108055 w 120473"/>
              <a:gd name="csY5" fmla="*/ 56698 h 141754"/>
              <a:gd name="csX6" fmla="*/ 118039 w 120473"/>
              <a:gd name="csY6" fmla="*/ 51680 h 141754"/>
              <a:gd name="csX7" fmla="*/ 119914 w 120473"/>
              <a:gd name="csY7" fmla="*/ 40657 h 141754"/>
              <a:gd name="csX8" fmla="*/ 110866 w 120473"/>
              <a:gd name="csY8" fmla="*/ 11261 h 141754"/>
              <a:gd name="csX9" fmla="*/ 95629 w 120473"/>
              <a:gd name="csY9" fmla="*/ 0 h 141754"/>
              <a:gd name="csX10" fmla="*/ 24851 w 120473"/>
              <a:gd name="csY10" fmla="*/ 0 h 141754"/>
              <a:gd name="csX11" fmla="*/ 38994 w 120473"/>
              <a:gd name="csY11" fmla="*/ 63792 h 141754"/>
              <a:gd name="csX12" fmla="*/ 38994 w 120473"/>
              <a:gd name="csY12" fmla="*/ 131122 h 141754"/>
              <a:gd name="csX13" fmla="*/ 26588 w 120473"/>
              <a:gd name="csY13" fmla="*/ 131122 h 141754"/>
              <a:gd name="csX14" fmla="*/ 24531 w 120473"/>
              <a:gd name="csY14" fmla="*/ 131513 h 141754"/>
              <a:gd name="csX15" fmla="*/ 22781 w 120473"/>
              <a:gd name="csY15" fmla="*/ 132653 h 141754"/>
              <a:gd name="csX16" fmla="*/ 21608 w 120473"/>
              <a:gd name="csY16" fmla="*/ 134388 h 141754"/>
              <a:gd name="csX17" fmla="*/ 21197 w 120473"/>
              <a:gd name="csY17" fmla="*/ 136446 h 141754"/>
              <a:gd name="csX18" fmla="*/ 21608 w 120473"/>
              <a:gd name="csY18" fmla="*/ 138487 h 141754"/>
              <a:gd name="csX19" fmla="*/ 22781 w 120473"/>
              <a:gd name="csY19" fmla="*/ 140223 h 141754"/>
              <a:gd name="csX20" fmla="*/ 24531 w 120473"/>
              <a:gd name="csY20" fmla="*/ 141379 h 141754"/>
              <a:gd name="csX21" fmla="*/ 26588 w 120473"/>
              <a:gd name="csY21" fmla="*/ 141753 h 141754"/>
              <a:gd name="csX22" fmla="*/ 93932 w 120473"/>
              <a:gd name="csY22" fmla="*/ 141753 h 141754"/>
              <a:gd name="csX23" fmla="*/ 95991 w 120473"/>
              <a:gd name="csY23" fmla="*/ 141379 h 141754"/>
              <a:gd name="csX24" fmla="*/ 97742 w 120473"/>
              <a:gd name="csY24" fmla="*/ 140223 h 141754"/>
              <a:gd name="csX25" fmla="*/ 98914 w 120473"/>
              <a:gd name="csY25" fmla="*/ 138487 h 141754"/>
              <a:gd name="csX26" fmla="*/ 99326 w 120473"/>
              <a:gd name="csY26" fmla="*/ 136446 h 141754"/>
              <a:gd name="csX27" fmla="*/ 98914 w 120473"/>
              <a:gd name="csY27" fmla="*/ 134388 h 141754"/>
              <a:gd name="csX28" fmla="*/ 97742 w 120473"/>
              <a:gd name="csY28" fmla="*/ 132653 h 141754"/>
              <a:gd name="csX29" fmla="*/ 95991 w 120473"/>
              <a:gd name="csY29" fmla="*/ 131513 h 141754"/>
              <a:gd name="csX30" fmla="*/ 93932 w 120473"/>
              <a:gd name="csY30" fmla="*/ 131122 h 141754"/>
              <a:gd name="csX31" fmla="*/ 81528 w 120473"/>
              <a:gd name="csY31" fmla="*/ 131122 h 141754"/>
              <a:gd name="csX32" fmla="*/ 81528 w 120473"/>
              <a:gd name="csY32" fmla="*/ 63792 h 141754"/>
              <a:gd name="csX33" fmla="*/ 38994 w 120473"/>
              <a:gd name="csY33" fmla="*/ 63792 h 141754"/>
            </a:gdLst>
            <a:ahLst/>
            <a:cxnLst/>
            <a:rect l="l" t="t" r="r" b="b"/>
            <a:pathLst>
              <a:path w="100000" h="100000">
                <a:moveTo>
                  <a:pt x="25037" y="0"/>
                </a:moveTo>
                <a:cubicBezTo>
                  <a:pt x="20064" y="0"/>
                  <a:pt x="15741" y="3192"/>
                  <a:pt x="14284" y="7944"/>
                </a:cubicBezTo>
                <a:lnTo>
                  <a:pt x="7901" y="28681"/>
                </a:lnTo>
                <a:cubicBezTo>
                  <a:pt x="7075" y="31357"/>
                  <a:pt x="7559" y="34190"/>
                  <a:pt x="9223" y="36446"/>
                </a:cubicBezTo>
                <a:cubicBezTo>
                  <a:pt x="10892" y="38702"/>
                  <a:pt x="13458" y="39997"/>
                  <a:pt x="16267" y="39997"/>
                </a:cubicBezTo>
                <a:lnTo>
                  <a:pt x="83733" y="39997"/>
                </a:lnTo>
                <a:cubicBezTo>
                  <a:pt x="86540" y="39997"/>
                  <a:pt x="89108" y="38702"/>
                  <a:pt x="90777" y="36458"/>
                </a:cubicBezTo>
                <a:cubicBezTo>
                  <a:pt x="92444" y="34202"/>
                  <a:pt x="92925" y="31357"/>
                  <a:pt x="92099" y="28681"/>
                </a:cubicBezTo>
                <a:lnTo>
                  <a:pt x="85716" y="7944"/>
                </a:lnTo>
                <a:cubicBezTo>
                  <a:pt x="84259" y="3192"/>
                  <a:pt x="79941" y="0"/>
                  <a:pt x="74968" y="0"/>
                </a:cubicBezTo>
                <a:lnTo>
                  <a:pt x="25037" y="0"/>
                </a:lnTo>
                <a:close/>
                <a:moveTo>
                  <a:pt x="35015" y="45002"/>
                </a:moveTo>
                <a:lnTo>
                  <a:pt x="35015" y="92500"/>
                </a:lnTo>
                <a:lnTo>
                  <a:pt x="26263" y="92500"/>
                </a:lnTo>
                <a:cubicBezTo>
                  <a:pt x="25766" y="92500"/>
                  <a:pt x="25273" y="92584"/>
                  <a:pt x="24812" y="92776"/>
                </a:cubicBezTo>
                <a:cubicBezTo>
                  <a:pt x="24350" y="92955"/>
                  <a:pt x="23930" y="93231"/>
                  <a:pt x="23577" y="93580"/>
                </a:cubicBezTo>
                <a:cubicBezTo>
                  <a:pt x="23223" y="93928"/>
                  <a:pt x="22941" y="94347"/>
                  <a:pt x="22750" y="94804"/>
                </a:cubicBezTo>
                <a:cubicBezTo>
                  <a:pt x="22558" y="95259"/>
                  <a:pt x="22460" y="95752"/>
                  <a:pt x="22460" y="96255"/>
                </a:cubicBezTo>
                <a:cubicBezTo>
                  <a:pt x="22460" y="96748"/>
                  <a:pt x="22558" y="97240"/>
                  <a:pt x="22750" y="97695"/>
                </a:cubicBezTo>
                <a:cubicBezTo>
                  <a:pt x="22941" y="98164"/>
                  <a:pt x="23223" y="98571"/>
                  <a:pt x="23577" y="98920"/>
                </a:cubicBezTo>
                <a:cubicBezTo>
                  <a:pt x="23930" y="99268"/>
                  <a:pt x="24350" y="99544"/>
                  <a:pt x="24812" y="99735"/>
                </a:cubicBezTo>
                <a:cubicBezTo>
                  <a:pt x="25273" y="99915"/>
                  <a:pt x="25766" y="100011"/>
                  <a:pt x="26263" y="99999"/>
                </a:cubicBezTo>
                <a:lnTo>
                  <a:pt x="73770" y="99999"/>
                </a:lnTo>
                <a:cubicBezTo>
                  <a:pt x="74268" y="100011"/>
                  <a:pt x="74762" y="99915"/>
                  <a:pt x="75223" y="99735"/>
                </a:cubicBezTo>
                <a:cubicBezTo>
                  <a:pt x="75684" y="99544"/>
                  <a:pt x="76104" y="99268"/>
                  <a:pt x="76458" y="98920"/>
                </a:cubicBezTo>
                <a:cubicBezTo>
                  <a:pt x="76812" y="98571"/>
                  <a:pt x="77093" y="98164"/>
                  <a:pt x="77285" y="97695"/>
                </a:cubicBezTo>
                <a:cubicBezTo>
                  <a:pt x="77477" y="97240"/>
                  <a:pt x="77576" y="96748"/>
                  <a:pt x="77576" y="96255"/>
                </a:cubicBezTo>
                <a:cubicBezTo>
                  <a:pt x="77576" y="95752"/>
                  <a:pt x="77477" y="95259"/>
                  <a:pt x="77285" y="94804"/>
                </a:cubicBezTo>
                <a:cubicBezTo>
                  <a:pt x="77093" y="94347"/>
                  <a:pt x="76812" y="93928"/>
                  <a:pt x="76458" y="93580"/>
                </a:cubicBezTo>
                <a:cubicBezTo>
                  <a:pt x="76104" y="93231"/>
                  <a:pt x="75684" y="92955"/>
                  <a:pt x="75223" y="92776"/>
                </a:cubicBezTo>
                <a:cubicBezTo>
                  <a:pt x="74762" y="92584"/>
                  <a:pt x="74268" y="92500"/>
                  <a:pt x="73770" y="92500"/>
                </a:cubicBezTo>
                <a:lnTo>
                  <a:pt x="65020" y="92500"/>
                </a:lnTo>
                <a:lnTo>
                  <a:pt x="65020" y="45002"/>
                </a:lnTo>
                <a:lnTo>
                  <a:pt x="35015" y="4500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89" name="Белый — SVG 14">
            <a:extLst>
              <a:ext uri="{FF2B5EF4-FFF2-40B4-BE49-F238E27FC236}">
                <a16:creationId xmlns:a16="http://schemas.microsoft.com/office/drawing/2014/main" id="{B9AE466A-64F6-9F4F-8DC0-8A7EB2CB18EB}"/>
              </a:ext>
            </a:extLst>
          </p:cNvPr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3 h 141753"/>
              <a:gd name="csX3" fmla="*/ 141773 w 141772"/>
              <a:gd name="csY3" fmla="*/ 70885 h 141753"/>
              <a:gd name="csX4" fmla="*/ 130017 w 141772"/>
              <a:gd name="csY4" fmla="*/ 31828 h 141753"/>
              <a:gd name="csX5" fmla="*/ 119723 w 141772"/>
              <a:gd name="csY5" fmla="*/ 42102 h 141753"/>
              <a:gd name="csX6" fmla="*/ 127601 w 141772"/>
              <a:gd name="csY6" fmla="*/ 70885 h 141753"/>
              <a:gd name="csX7" fmla="*/ 70895 w 141772"/>
              <a:gd name="csY7" fmla="*/ 127583 h 141753"/>
              <a:gd name="csX8" fmla="*/ 14172 w 141772"/>
              <a:gd name="csY8" fmla="*/ 70885 h 141753"/>
              <a:gd name="csX9" fmla="*/ 70895 w 141772"/>
              <a:gd name="csY9" fmla="*/ 14170 h 141753"/>
              <a:gd name="csX10" fmla="*/ 99664 w 141772"/>
              <a:gd name="csY10" fmla="*/ 22046 h 141753"/>
              <a:gd name="csX11" fmla="*/ 109941 w 141772"/>
              <a:gd name="csY11" fmla="*/ 11772 h 141753"/>
              <a:gd name="csX12" fmla="*/ 70895 w 141772"/>
              <a:gd name="csY12" fmla="*/ 0 h 141753"/>
              <a:gd name="csX13" fmla="*/ 131003 w 141772"/>
              <a:gd name="csY13" fmla="*/ 3470 h 141753"/>
              <a:gd name="csX14" fmla="*/ 126137 w 141772"/>
              <a:gd name="csY14" fmla="*/ 5614 h 141753"/>
              <a:gd name="csX15" fmla="*/ 65876 w 141772"/>
              <a:gd name="csY15" fmla="*/ 65867 h 141753"/>
              <a:gd name="csX16" fmla="*/ 64277 w 141772"/>
              <a:gd name="csY16" fmla="*/ 68163 h 141753"/>
              <a:gd name="csX17" fmla="*/ 63698 w 141772"/>
              <a:gd name="csY17" fmla="*/ 70902 h 141753"/>
              <a:gd name="csX18" fmla="*/ 64226 w 141772"/>
              <a:gd name="csY18" fmla="*/ 73658 h 141753"/>
              <a:gd name="csX19" fmla="*/ 65774 w 141772"/>
              <a:gd name="csY19" fmla="*/ 75989 h 141753"/>
              <a:gd name="csX20" fmla="*/ 68105 w 141772"/>
              <a:gd name="csY20" fmla="*/ 77537 h 141753"/>
              <a:gd name="csX21" fmla="*/ 70861 w 141772"/>
              <a:gd name="csY21" fmla="*/ 78064 h 141753"/>
              <a:gd name="csX22" fmla="*/ 73600 w 141772"/>
              <a:gd name="csY22" fmla="*/ 77486 h 141753"/>
              <a:gd name="csX23" fmla="*/ 75897 w 141772"/>
              <a:gd name="csY23" fmla="*/ 75887 h 141753"/>
              <a:gd name="csX24" fmla="*/ 136158 w 141772"/>
              <a:gd name="csY24" fmla="*/ 15650 h 141753"/>
              <a:gd name="csX25" fmla="*/ 138166 w 141772"/>
              <a:gd name="csY25" fmla="*/ 11959 h 141753"/>
              <a:gd name="csX26" fmla="*/ 137740 w 141772"/>
              <a:gd name="csY26" fmla="*/ 7791 h 141753"/>
              <a:gd name="csX27" fmla="*/ 135052 w 141772"/>
              <a:gd name="csY27" fmla="*/ 4593 h 141753"/>
              <a:gd name="csX28" fmla="*/ 131003 w 141772"/>
              <a:gd name="csY28" fmla="*/ 3470 h 141753"/>
              <a:gd name="csX29" fmla="*/ 70895 w 141772"/>
              <a:gd name="csY29" fmla="*/ 21264 h 141753"/>
              <a:gd name="csX30" fmla="*/ 21267 w 141772"/>
              <a:gd name="csY30" fmla="*/ 70885 h 141753"/>
              <a:gd name="csX31" fmla="*/ 70895 w 141772"/>
              <a:gd name="csY31" fmla="*/ 120490 h 141753"/>
              <a:gd name="csX32" fmla="*/ 120506 w 141772"/>
              <a:gd name="csY32" fmla="*/ 70885 h 141753"/>
              <a:gd name="csX33" fmla="*/ 114551 w 141772"/>
              <a:gd name="csY33" fmla="*/ 47274 h 141753"/>
              <a:gd name="csX34" fmla="*/ 103884 w 141772"/>
              <a:gd name="csY34" fmla="*/ 57940 h 141753"/>
              <a:gd name="csX35" fmla="*/ 106334 w 141772"/>
              <a:gd name="csY35" fmla="*/ 70885 h 141753"/>
              <a:gd name="csX36" fmla="*/ 70895 w 141772"/>
              <a:gd name="csY36" fmla="*/ 106319 h 141753"/>
              <a:gd name="csX37" fmla="*/ 35439 w 141772"/>
              <a:gd name="csY37" fmla="*/ 70885 h 141753"/>
              <a:gd name="csX38" fmla="*/ 70895 w 141772"/>
              <a:gd name="csY38" fmla="*/ 35434 h 141753"/>
              <a:gd name="csX39" fmla="*/ 83825 w 141772"/>
              <a:gd name="csY39" fmla="*/ 37884 h 141753"/>
              <a:gd name="csX40" fmla="*/ 94493 w 141772"/>
              <a:gd name="csY40" fmla="*/ 27218 h 141753"/>
              <a:gd name="csX41" fmla="*/ 70895 w 141772"/>
              <a:gd name="csY41" fmla="*/ 21264 h 141753"/>
              <a:gd name="csX42" fmla="*/ 70895 w 141772"/>
              <a:gd name="csY42" fmla="*/ 42528 h 141753"/>
              <a:gd name="csX43" fmla="*/ 42534 w 141772"/>
              <a:gd name="csY43" fmla="*/ 70885 h 141753"/>
              <a:gd name="csX44" fmla="*/ 70895 w 141772"/>
              <a:gd name="csY44" fmla="*/ 99226 h 141753"/>
              <a:gd name="csX45" fmla="*/ 99239 w 141772"/>
              <a:gd name="csY45" fmla="*/ 70885 h 141753"/>
              <a:gd name="csX46" fmla="*/ 98286 w 141772"/>
              <a:gd name="csY46" fmla="*/ 63536 h 141753"/>
              <a:gd name="csX47" fmla="*/ 80916 w 141772"/>
              <a:gd name="csY47" fmla="*/ 80905 h 141753"/>
              <a:gd name="csX48" fmla="*/ 70895 w 141772"/>
              <a:gd name="csY48" fmla="*/ 85056 h 141753"/>
              <a:gd name="csX49" fmla="*/ 60857 w 141772"/>
              <a:gd name="csY49" fmla="*/ 80905 h 141753"/>
              <a:gd name="csX50" fmla="*/ 60857 w 141772"/>
              <a:gd name="csY50" fmla="*/ 60849 h 141753"/>
              <a:gd name="csX51" fmla="*/ 78228 w 141772"/>
              <a:gd name="csY51" fmla="*/ 43480 h 141753"/>
              <a:gd name="csX52" fmla="*/ 70895 w 141772"/>
              <a:gd name="csY52" fmla="*/ 42528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80"/>
                  <a:pt x="22429" y="99993"/>
                  <a:pt x="50006" y="99993"/>
                </a:cubicBezTo>
                <a:cubicBezTo>
                  <a:pt x="77584" y="99993"/>
                  <a:pt x="100001" y="77580"/>
                  <a:pt x="100001" y="50006"/>
                </a:cubicBezTo>
                <a:cubicBezTo>
                  <a:pt x="100001" y="39831"/>
                  <a:pt x="96952" y="30352"/>
                  <a:pt x="91709" y="22457"/>
                </a:cubicBezTo>
                <a:lnTo>
                  <a:pt x="84448" y="29704"/>
                </a:lnTo>
                <a:cubicBezTo>
                  <a:pt x="87976" y="35655"/>
                  <a:pt x="90004" y="42603"/>
                  <a:pt x="90004" y="50006"/>
                </a:cubicBezTo>
                <a:cubicBezTo>
                  <a:pt x="90004" y="72048"/>
                  <a:pt x="72052" y="89998"/>
                  <a:pt x="50006" y="89998"/>
                </a:cubicBezTo>
                <a:cubicBezTo>
                  <a:pt x="27949" y="89998"/>
                  <a:pt x="9996" y="72048"/>
                  <a:pt x="9996" y="50006"/>
                </a:cubicBezTo>
                <a:cubicBezTo>
                  <a:pt x="9996" y="27952"/>
                  <a:pt x="27949" y="10002"/>
                  <a:pt x="50006" y="10002"/>
                </a:cubicBezTo>
                <a:cubicBezTo>
                  <a:pt x="57398" y="10002"/>
                  <a:pt x="64347" y="12030"/>
                  <a:pt x="70299" y="15557"/>
                </a:cubicBezTo>
                <a:lnTo>
                  <a:pt x="77548" y="8310"/>
                </a:lnTo>
                <a:cubicBezTo>
                  <a:pt x="69651" y="3055"/>
                  <a:pt x="60183" y="7"/>
                  <a:pt x="50006" y="7"/>
                </a:cubicBezTo>
                <a:close/>
                <a:moveTo>
                  <a:pt x="92404" y="2454"/>
                </a:moveTo>
                <a:cubicBezTo>
                  <a:pt x="91108" y="2490"/>
                  <a:pt x="89872" y="3043"/>
                  <a:pt x="88972" y="3967"/>
                </a:cubicBezTo>
                <a:lnTo>
                  <a:pt x="46466" y="46467"/>
                </a:lnTo>
                <a:cubicBezTo>
                  <a:pt x="45986" y="46922"/>
                  <a:pt x="45602" y="47474"/>
                  <a:pt x="45338" y="48086"/>
                </a:cubicBezTo>
                <a:cubicBezTo>
                  <a:pt x="45074" y="48698"/>
                  <a:pt x="44942" y="49358"/>
                  <a:pt x="44930" y="50018"/>
                </a:cubicBezTo>
                <a:cubicBezTo>
                  <a:pt x="44918" y="50690"/>
                  <a:pt x="45050" y="51350"/>
                  <a:pt x="45302" y="51962"/>
                </a:cubicBezTo>
                <a:cubicBezTo>
                  <a:pt x="45554" y="52574"/>
                  <a:pt x="45926" y="53138"/>
                  <a:pt x="46394" y="53606"/>
                </a:cubicBezTo>
                <a:cubicBezTo>
                  <a:pt x="46862" y="54086"/>
                  <a:pt x="47426" y="54458"/>
                  <a:pt x="48038" y="54698"/>
                </a:cubicBezTo>
                <a:cubicBezTo>
                  <a:pt x="48650" y="54950"/>
                  <a:pt x="49310" y="55082"/>
                  <a:pt x="49982" y="55070"/>
                </a:cubicBezTo>
                <a:cubicBezTo>
                  <a:pt x="50643" y="55070"/>
                  <a:pt x="51302" y="54926"/>
                  <a:pt x="51914" y="54662"/>
                </a:cubicBezTo>
                <a:cubicBezTo>
                  <a:pt x="52527" y="54398"/>
                  <a:pt x="53078" y="54014"/>
                  <a:pt x="53535" y="53534"/>
                </a:cubicBezTo>
                <a:lnTo>
                  <a:pt x="96040" y="11046"/>
                </a:lnTo>
                <a:cubicBezTo>
                  <a:pt x="96760" y="10338"/>
                  <a:pt x="97253" y="9438"/>
                  <a:pt x="97456" y="8442"/>
                </a:cubicBezTo>
                <a:cubicBezTo>
                  <a:pt x="97660" y="7458"/>
                  <a:pt x="97552" y="6438"/>
                  <a:pt x="97156" y="5502"/>
                </a:cubicBezTo>
                <a:cubicBezTo>
                  <a:pt x="96772" y="4578"/>
                  <a:pt x="96100" y="3787"/>
                  <a:pt x="95260" y="3246"/>
                </a:cubicBezTo>
                <a:cubicBezTo>
                  <a:pt x="94409" y="2706"/>
                  <a:pt x="93412" y="2430"/>
                  <a:pt x="92404" y="2454"/>
                </a:cubicBezTo>
                <a:close/>
                <a:moveTo>
                  <a:pt x="50006" y="15005"/>
                </a:moveTo>
                <a:cubicBezTo>
                  <a:pt x="30697" y="15005"/>
                  <a:pt x="15001" y="30700"/>
                  <a:pt x="15001" y="50006"/>
                </a:cubicBezTo>
                <a:cubicBezTo>
                  <a:pt x="15001" y="69300"/>
                  <a:pt x="30697" y="84995"/>
                  <a:pt x="50006" y="84995"/>
                </a:cubicBezTo>
                <a:cubicBezTo>
                  <a:pt x="69303" y="84995"/>
                  <a:pt x="85000" y="69300"/>
                  <a:pt x="85000" y="50006"/>
                </a:cubicBezTo>
                <a:cubicBezTo>
                  <a:pt x="85000" y="43983"/>
                  <a:pt x="83476" y="38308"/>
                  <a:pt x="80799" y="33352"/>
                </a:cubicBezTo>
                <a:lnTo>
                  <a:pt x="73275" y="40875"/>
                </a:lnTo>
                <a:cubicBezTo>
                  <a:pt x="74403" y="43707"/>
                  <a:pt x="75004" y="46778"/>
                  <a:pt x="75004" y="50006"/>
                </a:cubicBezTo>
                <a:cubicBezTo>
                  <a:pt x="75004" y="63781"/>
                  <a:pt x="63783" y="75000"/>
                  <a:pt x="50006" y="75000"/>
                </a:cubicBezTo>
                <a:cubicBezTo>
                  <a:pt x="36229" y="75000"/>
                  <a:pt x="24997" y="63781"/>
                  <a:pt x="24997" y="50006"/>
                </a:cubicBezTo>
                <a:cubicBezTo>
                  <a:pt x="24997" y="36231"/>
                  <a:pt x="36229" y="25000"/>
                  <a:pt x="50006" y="25000"/>
                </a:cubicBezTo>
                <a:cubicBezTo>
                  <a:pt x="53222" y="25000"/>
                  <a:pt x="56307" y="25601"/>
                  <a:pt x="59127" y="26728"/>
                </a:cubicBezTo>
                <a:lnTo>
                  <a:pt x="66651" y="19205"/>
                </a:lnTo>
                <a:cubicBezTo>
                  <a:pt x="61707" y="16529"/>
                  <a:pt x="56031" y="15005"/>
                  <a:pt x="50006" y="15005"/>
                </a:cubicBezTo>
                <a:close/>
                <a:moveTo>
                  <a:pt x="50006" y="30004"/>
                </a:moveTo>
                <a:cubicBezTo>
                  <a:pt x="38978" y="30004"/>
                  <a:pt x="30002" y="38979"/>
                  <a:pt x="30002" y="50006"/>
                </a:cubicBezTo>
                <a:cubicBezTo>
                  <a:pt x="30002" y="61021"/>
                  <a:pt x="38978" y="69997"/>
                  <a:pt x="50006" y="69997"/>
                </a:cubicBezTo>
                <a:cubicBezTo>
                  <a:pt x="61023" y="69997"/>
                  <a:pt x="69999" y="61021"/>
                  <a:pt x="69999" y="50006"/>
                </a:cubicBezTo>
                <a:cubicBezTo>
                  <a:pt x="69999" y="48207"/>
                  <a:pt x="69759" y="46479"/>
                  <a:pt x="69327" y="44822"/>
                </a:cubicBezTo>
                <a:lnTo>
                  <a:pt x="57075" y="57074"/>
                </a:lnTo>
                <a:cubicBezTo>
                  <a:pt x="55179" y="58958"/>
                  <a:pt x="52682" y="60002"/>
                  <a:pt x="50006" y="60002"/>
                </a:cubicBezTo>
                <a:cubicBezTo>
                  <a:pt x="47330" y="60002"/>
                  <a:pt x="44822" y="58958"/>
                  <a:pt x="42926" y="57074"/>
                </a:cubicBezTo>
                <a:cubicBezTo>
                  <a:pt x="39026" y="53174"/>
                  <a:pt x="39026" y="46826"/>
                  <a:pt x="42926" y="42927"/>
                </a:cubicBezTo>
                <a:lnTo>
                  <a:pt x="55179" y="30676"/>
                </a:lnTo>
                <a:cubicBezTo>
                  <a:pt x="53523" y="30256"/>
                  <a:pt x="51806" y="30004"/>
                  <a:pt x="50006" y="300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0" name="Белый — SVG 15">
            <a:extLst>
              <a:ext uri="{FF2B5EF4-FFF2-40B4-BE49-F238E27FC236}">
                <a16:creationId xmlns:a16="http://schemas.microsoft.com/office/drawing/2014/main" id="{8318B1DC-D0FD-C04D-AE31-C00821F378D9}"/>
              </a:ext>
            </a:extLst>
          </p:cNvPr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>
              <a:gd name="csX0" fmla="*/ 7197 w 113632"/>
              <a:gd name="csY0" fmla="*/ 1 h 127585"/>
              <a:gd name="csX1" fmla="*/ 4440 w 113632"/>
              <a:gd name="csY1" fmla="*/ 512 h 127585"/>
              <a:gd name="csX2" fmla="*/ 2110 w 113632"/>
              <a:gd name="csY2" fmla="*/ 2042 h 127585"/>
              <a:gd name="csX3" fmla="*/ 544 w 113632"/>
              <a:gd name="csY3" fmla="*/ 4356 h 127585"/>
              <a:gd name="csX4" fmla="*/ 0 w 113632"/>
              <a:gd name="csY4" fmla="*/ 7095 h 127585"/>
              <a:gd name="csX5" fmla="*/ 544 w 113632"/>
              <a:gd name="csY5" fmla="*/ 9834 h 127585"/>
              <a:gd name="csX6" fmla="*/ 2110 w 113632"/>
              <a:gd name="csY6" fmla="*/ 12130 h 127585"/>
              <a:gd name="csX7" fmla="*/ 4440 w 113632"/>
              <a:gd name="csY7" fmla="*/ 13661 h 127585"/>
              <a:gd name="csX8" fmla="*/ 7197 w 113632"/>
              <a:gd name="csY8" fmla="*/ 14171 h 127585"/>
              <a:gd name="csX9" fmla="*/ 7197 w 113632"/>
              <a:gd name="csY9" fmla="*/ 17727 h 127585"/>
              <a:gd name="csX10" fmla="*/ 39097 w 113632"/>
              <a:gd name="csY10" fmla="*/ 63351 h 127585"/>
              <a:gd name="csX11" fmla="*/ 39097 w 113632"/>
              <a:gd name="csY11" fmla="*/ 64235 h 127585"/>
              <a:gd name="csX12" fmla="*/ 7197 w 113632"/>
              <a:gd name="csY12" fmla="*/ 109859 h 127585"/>
              <a:gd name="csX13" fmla="*/ 7197 w 113632"/>
              <a:gd name="csY13" fmla="*/ 113414 h 127585"/>
              <a:gd name="csX14" fmla="*/ 4440 w 113632"/>
              <a:gd name="csY14" fmla="*/ 113924 h 127585"/>
              <a:gd name="csX15" fmla="*/ 2110 w 113632"/>
              <a:gd name="csY15" fmla="*/ 115456 h 127585"/>
              <a:gd name="csX16" fmla="*/ 544 w 113632"/>
              <a:gd name="csY16" fmla="*/ 117769 h 127585"/>
              <a:gd name="csX17" fmla="*/ 0 w 113632"/>
              <a:gd name="csY17" fmla="*/ 120491 h 127585"/>
              <a:gd name="csX18" fmla="*/ 544 w 113632"/>
              <a:gd name="csY18" fmla="*/ 123230 h 127585"/>
              <a:gd name="csX19" fmla="*/ 2110 w 113632"/>
              <a:gd name="csY19" fmla="*/ 125543 h 127585"/>
              <a:gd name="csX20" fmla="*/ 4440 w 113632"/>
              <a:gd name="csY20" fmla="*/ 127074 h 127585"/>
              <a:gd name="csX21" fmla="*/ 7197 w 113632"/>
              <a:gd name="csY21" fmla="*/ 127584 h 127585"/>
              <a:gd name="csX22" fmla="*/ 14274 w 113632"/>
              <a:gd name="csY22" fmla="*/ 127584 h 127585"/>
              <a:gd name="csX23" fmla="*/ 99341 w 113632"/>
              <a:gd name="csY23" fmla="*/ 127584 h 127585"/>
              <a:gd name="csX24" fmla="*/ 106436 w 113632"/>
              <a:gd name="csY24" fmla="*/ 127584 h 127585"/>
              <a:gd name="csX25" fmla="*/ 109175 w 113632"/>
              <a:gd name="csY25" fmla="*/ 127074 h 127585"/>
              <a:gd name="csX26" fmla="*/ 111506 w 113632"/>
              <a:gd name="csY26" fmla="*/ 125543 h 127585"/>
              <a:gd name="csX27" fmla="*/ 113071 w 113632"/>
              <a:gd name="csY27" fmla="*/ 123230 h 127585"/>
              <a:gd name="csX28" fmla="*/ 113633 w 113632"/>
              <a:gd name="csY28" fmla="*/ 120491 h 127585"/>
              <a:gd name="csX29" fmla="*/ 113071 w 113632"/>
              <a:gd name="csY29" fmla="*/ 117769 h 127585"/>
              <a:gd name="csX30" fmla="*/ 111506 w 113632"/>
              <a:gd name="csY30" fmla="*/ 115456 h 127585"/>
              <a:gd name="csX31" fmla="*/ 109175 w 113632"/>
              <a:gd name="csY31" fmla="*/ 113924 h 127585"/>
              <a:gd name="csX32" fmla="*/ 106436 w 113632"/>
              <a:gd name="csY32" fmla="*/ 113414 h 127585"/>
              <a:gd name="csX33" fmla="*/ 106436 w 113632"/>
              <a:gd name="csY33" fmla="*/ 109859 h 127585"/>
              <a:gd name="csX34" fmla="*/ 74536 w 113632"/>
              <a:gd name="csY34" fmla="*/ 64235 h 127585"/>
              <a:gd name="csX35" fmla="*/ 74536 w 113632"/>
              <a:gd name="csY35" fmla="*/ 63351 h 127585"/>
              <a:gd name="csX36" fmla="*/ 106436 w 113632"/>
              <a:gd name="csY36" fmla="*/ 17727 h 127585"/>
              <a:gd name="csX37" fmla="*/ 106436 w 113632"/>
              <a:gd name="csY37" fmla="*/ 14171 h 127585"/>
              <a:gd name="csX38" fmla="*/ 109175 w 113632"/>
              <a:gd name="csY38" fmla="*/ 13661 h 127585"/>
              <a:gd name="csX39" fmla="*/ 111506 w 113632"/>
              <a:gd name="csY39" fmla="*/ 12130 h 127585"/>
              <a:gd name="csX40" fmla="*/ 113071 w 113632"/>
              <a:gd name="csY40" fmla="*/ 9834 h 127585"/>
              <a:gd name="csX41" fmla="*/ 113633 w 113632"/>
              <a:gd name="csY41" fmla="*/ 7095 h 127585"/>
              <a:gd name="csX42" fmla="*/ 113071 w 113632"/>
              <a:gd name="csY42" fmla="*/ 4356 h 127585"/>
              <a:gd name="csX43" fmla="*/ 111506 w 113632"/>
              <a:gd name="csY43" fmla="*/ 2042 h 127585"/>
              <a:gd name="csX44" fmla="*/ 109175 w 113632"/>
              <a:gd name="csY44" fmla="*/ 512 h 127585"/>
              <a:gd name="csX45" fmla="*/ 106436 w 113632"/>
              <a:gd name="csY45" fmla="*/ 1 h 127585"/>
              <a:gd name="csX46" fmla="*/ 99341 w 113632"/>
              <a:gd name="csY46" fmla="*/ 1 h 127585"/>
              <a:gd name="csX47" fmla="*/ 14274 w 113632"/>
              <a:gd name="csY47" fmla="*/ 1 h 127585"/>
              <a:gd name="csX48" fmla="*/ 7197 w 113632"/>
              <a:gd name="csY48" fmla="*/ 1 h 127585"/>
              <a:gd name="csX49" fmla="*/ 21369 w 113632"/>
              <a:gd name="csY49" fmla="*/ 14171 h 127585"/>
              <a:gd name="csX50" fmla="*/ 92264 w 113632"/>
              <a:gd name="csY50" fmla="*/ 14171 h 127585"/>
              <a:gd name="csX51" fmla="*/ 92264 w 113632"/>
              <a:gd name="csY51" fmla="*/ 17727 h 127585"/>
              <a:gd name="csX52" fmla="*/ 65672 w 113632"/>
              <a:gd name="csY52" fmla="*/ 51987 h 127585"/>
              <a:gd name="csX53" fmla="*/ 61844 w 113632"/>
              <a:gd name="csY53" fmla="*/ 54505 h 127585"/>
              <a:gd name="csX54" fmla="*/ 60364 w 113632"/>
              <a:gd name="csY54" fmla="*/ 58860 h 127585"/>
              <a:gd name="csX55" fmla="*/ 60364 w 113632"/>
              <a:gd name="csY55" fmla="*/ 68726 h 127585"/>
              <a:gd name="csX56" fmla="*/ 61844 w 113632"/>
              <a:gd name="csY56" fmla="*/ 73064 h 127585"/>
              <a:gd name="csX57" fmla="*/ 65672 w 113632"/>
              <a:gd name="csY57" fmla="*/ 75598 h 127585"/>
              <a:gd name="csX58" fmla="*/ 92264 w 113632"/>
              <a:gd name="csY58" fmla="*/ 109859 h 127585"/>
              <a:gd name="csX59" fmla="*/ 92264 w 113632"/>
              <a:gd name="csY59" fmla="*/ 113414 h 127585"/>
              <a:gd name="csX60" fmla="*/ 81851 w 113632"/>
              <a:gd name="csY60" fmla="*/ 113414 h 127585"/>
              <a:gd name="csX61" fmla="*/ 56808 w 113632"/>
              <a:gd name="csY61" fmla="*/ 95689 h 127585"/>
              <a:gd name="csX62" fmla="*/ 31781 w 113632"/>
              <a:gd name="csY62" fmla="*/ 113414 h 127585"/>
              <a:gd name="csX63" fmla="*/ 21369 w 113632"/>
              <a:gd name="csY63" fmla="*/ 113414 h 127585"/>
              <a:gd name="csX64" fmla="*/ 21369 w 113632"/>
              <a:gd name="csY64" fmla="*/ 109859 h 127585"/>
              <a:gd name="csX65" fmla="*/ 47944 w 113632"/>
              <a:gd name="csY65" fmla="*/ 75598 h 127585"/>
              <a:gd name="csX66" fmla="*/ 51789 w 113632"/>
              <a:gd name="csY66" fmla="*/ 73081 h 127585"/>
              <a:gd name="csX67" fmla="*/ 53269 w 113632"/>
              <a:gd name="csY67" fmla="*/ 68743 h 127585"/>
              <a:gd name="csX68" fmla="*/ 53269 w 113632"/>
              <a:gd name="csY68" fmla="*/ 58860 h 127585"/>
              <a:gd name="csX69" fmla="*/ 51789 w 113632"/>
              <a:gd name="csY69" fmla="*/ 54522 h 127585"/>
              <a:gd name="csX70" fmla="*/ 47944 w 113632"/>
              <a:gd name="csY70" fmla="*/ 51987 h 127585"/>
              <a:gd name="csX71" fmla="*/ 21369 w 113632"/>
              <a:gd name="csY71" fmla="*/ 17727 h 127585"/>
              <a:gd name="csX72" fmla="*/ 21369 w 113632"/>
              <a:gd name="csY72" fmla="*/ 14171 h 127585"/>
              <a:gd name="csX73" fmla="*/ 42636 w 113632"/>
              <a:gd name="csY73" fmla="*/ 35435 h 127585"/>
              <a:gd name="csX74" fmla="*/ 56808 w 113632"/>
              <a:gd name="csY74" fmla="*/ 49623 h 127585"/>
              <a:gd name="csX75" fmla="*/ 70997 w 113632"/>
              <a:gd name="csY75" fmla="*/ 35435 h 127585"/>
              <a:gd name="csX76" fmla="*/ 42636 w 113632"/>
              <a:gd name="csY76" fmla="*/ 35435 h 127585"/>
            </a:gdLst>
            <a:ahLst/>
            <a:cxnLst/>
            <a:rect l="l" t="t" r="r" b="b"/>
            <a:pathLst>
              <a:path w="100000" h="100000">
                <a:moveTo>
                  <a:pt x="11109" y="1"/>
                </a:moveTo>
                <a:cubicBezTo>
                  <a:pt x="10362" y="-13"/>
                  <a:pt x="9642" y="121"/>
                  <a:pt x="8948" y="401"/>
                </a:cubicBezTo>
                <a:cubicBezTo>
                  <a:pt x="8269" y="681"/>
                  <a:pt x="7642" y="1081"/>
                  <a:pt x="7122" y="1601"/>
                </a:cubicBezTo>
                <a:cubicBezTo>
                  <a:pt x="6601" y="2121"/>
                  <a:pt x="6188" y="2735"/>
                  <a:pt x="5895" y="3414"/>
                </a:cubicBezTo>
                <a:cubicBezTo>
                  <a:pt x="5615" y="4094"/>
                  <a:pt x="5468" y="4814"/>
                  <a:pt x="5468" y="5561"/>
                </a:cubicBezTo>
                <a:cubicBezTo>
                  <a:pt x="5468" y="6294"/>
                  <a:pt x="5615" y="7027"/>
                  <a:pt x="5895" y="7708"/>
                </a:cubicBezTo>
                <a:cubicBezTo>
                  <a:pt x="6188" y="8374"/>
                  <a:pt x="6601" y="9001"/>
                  <a:pt x="7122" y="9507"/>
                </a:cubicBezTo>
                <a:cubicBezTo>
                  <a:pt x="7642" y="10028"/>
                  <a:pt x="8269" y="10441"/>
                  <a:pt x="8948" y="10707"/>
                </a:cubicBezTo>
                <a:cubicBezTo>
                  <a:pt x="9642" y="10987"/>
                  <a:pt x="10362" y="11120"/>
                  <a:pt x="11109" y="11107"/>
                </a:cubicBezTo>
                <a:lnTo>
                  <a:pt x="11109" y="13894"/>
                </a:lnTo>
                <a:cubicBezTo>
                  <a:pt x="11109" y="30334"/>
                  <a:pt x="21603" y="44000"/>
                  <a:pt x="36112" y="49654"/>
                </a:cubicBezTo>
                <a:lnTo>
                  <a:pt x="36112" y="50347"/>
                </a:lnTo>
                <a:cubicBezTo>
                  <a:pt x="21603" y="56000"/>
                  <a:pt x="11109" y="69666"/>
                  <a:pt x="11109" y="86107"/>
                </a:cubicBezTo>
                <a:lnTo>
                  <a:pt x="11109" y="88893"/>
                </a:lnTo>
                <a:cubicBezTo>
                  <a:pt x="10362" y="88880"/>
                  <a:pt x="9642" y="89013"/>
                  <a:pt x="8948" y="89293"/>
                </a:cubicBezTo>
                <a:cubicBezTo>
                  <a:pt x="8269" y="89560"/>
                  <a:pt x="7642" y="89973"/>
                  <a:pt x="7122" y="90493"/>
                </a:cubicBezTo>
                <a:cubicBezTo>
                  <a:pt x="6601" y="91000"/>
                  <a:pt x="6188" y="91626"/>
                  <a:pt x="5895" y="92306"/>
                </a:cubicBezTo>
                <a:cubicBezTo>
                  <a:pt x="5615" y="92973"/>
                  <a:pt x="5468" y="93706"/>
                  <a:pt x="5468" y="94440"/>
                </a:cubicBezTo>
                <a:cubicBezTo>
                  <a:pt x="5468" y="95186"/>
                  <a:pt x="5615" y="95906"/>
                  <a:pt x="5895" y="96587"/>
                </a:cubicBezTo>
                <a:cubicBezTo>
                  <a:pt x="6188" y="97266"/>
                  <a:pt x="6601" y="97880"/>
                  <a:pt x="7122" y="98399"/>
                </a:cubicBezTo>
                <a:cubicBezTo>
                  <a:pt x="7642" y="98919"/>
                  <a:pt x="8269" y="99320"/>
                  <a:pt x="8948" y="99599"/>
                </a:cubicBezTo>
                <a:cubicBezTo>
                  <a:pt x="9642" y="99879"/>
                  <a:pt x="10362" y="100013"/>
                  <a:pt x="11109" y="99999"/>
                </a:cubicBezTo>
                <a:lnTo>
                  <a:pt x="16656" y="99999"/>
                </a:lnTo>
                <a:lnTo>
                  <a:pt x="83331" y="99999"/>
                </a:lnTo>
                <a:lnTo>
                  <a:pt x="88892" y="99999"/>
                </a:lnTo>
                <a:cubicBezTo>
                  <a:pt x="89625" y="100013"/>
                  <a:pt x="90358" y="99879"/>
                  <a:pt x="91039" y="99599"/>
                </a:cubicBezTo>
                <a:cubicBezTo>
                  <a:pt x="91719" y="99320"/>
                  <a:pt x="92345" y="98919"/>
                  <a:pt x="92866" y="98399"/>
                </a:cubicBezTo>
                <a:cubicBezTo>
                  <a:pt x="93399" y="97880"/>
                  <a:pt x="93812" y="97266"/>
                  <a:pt x="94092" y="96587"/>
                </a:cubicBezTo>
                <a:cubicBezTo>
                  <a:pt x="94386" y="95906"/>
                  <a:pt x="94533" y="95186"/>
                  <a:pt x="94533" y="94440"/>
                </a:cubicBezTo>
                <a:cubicBezTo>
                  <a:pt x="94533" y="93706"/>
                  <a:pt x="94386" y="92973"/>
                  <a:pt x="94092" y="92306"/>
                </a:cubicBezTo>
                <a:cubicBezTo>
                  <a:pt x="93812" y="91626"/>
                  <a:pt x="93399" y="91000"/>
                  <a:pt x="92866" y="90493"/>
                </a:cubicBezTo>
                <a:cubicBezTo>
                  <a:pt x="92345" y="89973"/>
                  <a:pt x="91719" y="89560"/>
                  <a:pt x="91039" y="89293"/>
                </a:cubicBezTo>
                <a:cubicBezTo>
                  <a:pt x="90358" y="89013"/>
                  <a:pt x="89625" y="88880"/>
                  <a:pt x="88892" y="88893"/>
                </a:cubicBezTo>
                <a:lnTo>
                  <a:pt x="88892" y="86107"/>
                </a:lnTo>
                <a:cubicBezTo>
                  <a:pt x="88892" y="69666"/>
                  <a:pt x="78383" y="56000"/>
                  <a:pt x="63889" y="50347"/>
                </a:cubicBezTo>
                <a:lnTo>
                  <a:pt x="63889" y="49654"/>
                </a:lnTo>
                <a:cubicBezTo>
                  <a:pt x="78383" y="44000"/>
                  <a:pt x="88892" y="30334"/>
                  <a:pt x="88892" y="13894"/>
                </a:cubicBezTo>
                <a:lnTo>
                  <a:pt x="88892" y="11107"/>
                </a:lnTo>
                <a:cubicBezTo>
                  <a:pt x="89625" y="11120"/>
                  <a:pt x="90358" y="10987"/>
                  <a:pt x="91039" y="10707"/>
                </a:cubicBezTo>
                <a:cubicBezTo>
                  <a:pt x="91719" y="10441"/>
                  <a:pt x="92345" y="10028"/>
                  <a:pt x="92866" y="9507"/>
                </a:cubicBezTo>
                <a:cubicBezTo>
                  <a:pt x="93399" y="9001"/>
                  <a:pt x="93812" y="8374"/>
                  <a:pt x="94092" y="7708"/>
                </a:cubicBezTo>
                <a:cubicBezTo>
                  <a:pt x="94386" y="7027"/>
                  <a:pt x="94533" y="6294"/>
                  <a:pt x="94533" y="5561"/>
                </a:cubicBezTo>
                <a:cubicBezTo>
                  <a:pt x="94533" y="4814"/>
                  <a:pt x="94386" y="4094"/>
                  <a:pt x="94092" y="3414"/>
                </a:cubicBezTo>
                <a:cubicBezTo>
                  <a:pt x="93812" y="2735"/>
                  <a:pt x="93399" y="2121"/>
                  <a:pt x="92866" y="1601"/>
                </a:cubicBezTo>
                <a:cubicBezTo>
                  <a:pt x="92345" y="1081"/>
                  <a:pt x="91719" y="681"/>
                  <a:pt x="91039" y="401"/>
                </a:cubicBezTo>
                <a:cubicBezTo>
                  <a:pt x="90358" y="121"/>
                  <a:pt x="89625" y="-13"/>
                  <a:pt x="88892" y="1"/>
                </a:cubicBezTo>
                <a:lnTo>
                  <a:pt x="83331" y="1"/>
                </a:lnTo>
                <a:lnTo>
                  <a:pt x="16656" y="1"/>
                </a:lnTo>
                <a:lnTo>
                  <a:pt x="11109" y="1"/>
                </a:lnTo>
                <a:close/>
                <a:moveTo>
                  <a:pt x="22217" y="11107"/>
                </a:moveTo>
                <a:lnTo>
                  <a:pt x="77784" y="11107"/>
                </a:lnTo>
                <a:lnTo>
                  <a:pt x="77784" y="13894"/>
                </a:lnTo>
                <a:cubicBezTo>
                  <a:pt x="77784" y="26881"/>
                  <a:pt x="68903" y="37667"/>
                  <a:pt x="56941" y="40747"/>
                </a:cubicBezTo>
                <a:cubicBezTo>
                  <a:pt x="55754" y="41053"/>
                  <a:pt x="54688" y="41747"/>
                  <a:pt x="53941" y="42721"/>
                </a:cubicBezTo>
                <a:cubicBezTo>
                  <a:pt x="53181" y="43694"/>
                  <a:pt x="52781" y="44894"/>
                  <a:pt x="52781" y="46134"/>
                </a:cubicBezTo>
                <a:lnTo>
                  <a:pt x="52781" y="53867"/>
                </a:lnTo>
                <a:cubicBezTo>
                  <a:pt x="52781" y="55107"/>
                  <a:pt x="53181" y="56293"/>
                  <a:pt x="53941" y="57267"/>
                </a:cubicBezTo>
                <a:cubicBezTo>
                  <a:pt x="54688" y="58254"/>
                  <a:pt x="55754" y="58947"/>
                  <a:pt x="56941" y="59253"/>
                </a:cubicBezTo>
                <a:cubicBezTo>
                  <a:pt x="68916" y="62333"/>
                  <a:pt x="77784" y="73120"/>
                  <a:pt x="77784" y="86107"/>
                </a:cubicBezTo>
                <a:lnTo>
                  <a:pt x="77784" y="88893"/>
                </a:lnTo>
                <a:lnTo>
                  <a:pt x="69622" y="88893"/>
                </a:lnTo>
                <a:cubicBezTo>
                  <a:pt x="66756" y="80799"/>
                  <a:pt x="59061" y="75000"/>
                  <a:pt x="49994" y="75000"/>
                </a:cubicBezTo>
                <a:cubicBezTo>
                  <a:pt x="40926" y="75000"/>
                  <a:pt x="33232" y="80799"/>
                  <a:pt x="30378" y="88893"/>
                </a:cubicBezTo>
                <a:lnTo>
                  <a:pt x="22217" y="88893"/>
                </a:lnTo>
                <a:lnTo>
                  <a:pt x="22217" y="86107"/>
                </a:lnTo>
                <a:cubicBezTo>
                  <a:pt x="22217" y="73120"/>
                  <a:pt x="31085" y="62333"/>
                  <a:pt x="43046" y="59253"/>
                </a:cubicBezTo>
                <a:cubicBezTo>
                  <a:pt x="44246" y="58947"/>
                  <a:pt x="45300" y="58254"/>
                  <a:pt x="46060" y="57280"/>
                </a:cubicBezTo>
                <a:cubicBezTo>
                  <a:pt x="46807" y="56307"/>
                  <a:pt x="47220" y="55107"/>
                  <a:pt x="47220" y="53880"/>
                </a:cubicBezTo>
                <a:lnTo>
                  <a:pt x="47220" y="46134"/>
                </a:lnTo>
                <a:cubicBezTo>
                  <a:pt x="47220" y="44907"/>
                  <a:pt x="46807" y="43707"/>
                  <a:pt x="46060" y="42734"/>
                </a:cubicBezTo>
                <a:cubicBezTo>
                  <a:pt x="45300" y="41760"/>
                  <a:pt x="44246" y="41053"/>
                  <a:pt x="43046" y="40747"/>
                </a:cubicBezTo>
                <a:cubicBezTo>
                  <a:pt x="31085" y="37667"/>
                  <a:pt x="22217" y="26881"/>
                  <a:pt x="22217" y="13894"/>
                </a:cubicBezTo>
                <a:lnTo>
                  <a:pt x="22217" y="11107"/>
                </a:lnTo>
                <a:close/>
                <a:moveTo>
                  <a:pt x="38886" y="27774"/>
                </a:moveTo>
                <a:cubicBezTo>
                  <a:pt x="38886" y="33920"/>
                  <a:pt x="43860" y="38894"/>
                  <a:pt x="49994" y="38894"/>
                </a:cubicBezTo>
                <a:cubicBezTo>
                  <a:pt x="56128" y="38894"/>
                  <a:pt x="61115" y="33920"/>
                  <a:pt x="61115" y="27774"/>
                </a:cubicBezTo>
                <a:lnTo>
                  <a:pt x="38886" y="2777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1" name="Белый — SVG 16">
            <a:extLst>
              <a:ext uri="{FF2B5EF4-FFF2-40B4-BE49-F238E27FC236}">
                <a16:creationId xmlns:a16="http://schemas.microsoft.com/office/drawing/2014/main" id="{8F15B069-42C0-414B-A81F-3C3F6F3C7681}"/>
              </a:ext>
            </a:extLst>
          </p:cNvPr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>
              <a:gd name="csX0" fmla="*/ 23040 w 141777"/>
              <a:gd name="csY0" fmla="*/ 0 h 141753"/>
              <a:gd name="csX1" fmla="*/ 0 w 141777"/>
              <a:gd name="csY1" fmla="*/ 23033 h 141753"/>
              <a:gd name="csX2" fmla="*/ 0 w 141777"/>
              <a:gd name="csY2" fmla="*/ 28358 h 141753"/>
              <a:gd name="csX3" fmla="*/ 127601 w 141777"/>
              <a:gd name="csY3" fmla="*/ 28358 h 141753"/>
              <a:gd name="csX4" fmla="*/ 127601 w 141777"/>
              <a:gd name="csY4" fmla="*/ 23033 h 141753"/>
              <a:gd name="csX5" fmla="*/ 104561 w 141777"/>
              <a:gd name="csY5" fmla="*/ 0 h 141753"/>
              <a:gd name="csX6" fmla="*/ 23040 w 141777"/>
              <a:gd name="csY6" fmla="*/ 0 h 141753"/>
              <a:gd name="csX7" fmla="*/ 0 w 141777"/>
              <a:gd name="csY7" fmla="*/ 38990 h 141753"/>
              <a:gd name="csX8" fmla="*/ 0 w 141777"/>
              <a:gd name="csY8" fmla="*/ 104550 h 141753"/>
              <a:gd name="csX9" fmla="*/ 23040 w 141777"/>
              <a:gd name="csY9" fmla="*/ 127583 h 141753"/>
              <a:gd name="csX10" fmla="*/ 64001 w 141777"/>
              <a:gd name="csY10" fmla="*/ 127583 h 141753"/>
              <a:gd name="csX11" fmla="*/ 56711 w 141777"/>
              <a:gd name="csY11" fmla="*/ 102781 h 141753"/>
              <a:gd name="csX12" fmla="*/ 66978 w 141777"/>
              <a:gd name="csY12" fmla="*/ 73811 h 141753"/>
              <a:gd name="csX13" fmla="*/ 63800 w 141777"/>
              <a:gd name="csY13" fmla="*/ 74424 h 141753"/>
              <a:gd name="csX14" fmla="*/ 54940 w 141777"/>
              <a:gd name="csY14" fmla="*/ 65561 h 141753"/>
              <a:gd name="csX15" fmla="*/ 63800 w 141777"/>
              <a:gd name="csY15" fmla="*/ 56698 h 141753"/>
              <a:gd name="csX16" fmla="*/ 72661 w 141777"/>
              <a:gd name="csY16" fmla="*/ 65561 h 141753"/>
              <a:gd name="csX17" fmla="*/ 72142 w 141777"/>
              <a:gd name="csY17" fmla="*/ 68436 h 141753"/>
              <a:gd name="csX18" fmla="*/ 102790 w 141777"/>
              <a:gd name="csY18" fmla="*/ 56698 h 141753"/>
              <a:gd name="csX19" fmla="*/ 127601 w 141777"/>
              <a:gd name="csY19" fmla="*/ 63996 h 141753"/>
              <a:gd name="csX20" fmla="*/ 127601 w 141777"/>
              <a:gd name="csY20" fmla="*/ 38990 h 141753"/>
              <a:gd name="csX21" fmla="*/ 0 w 141777"/>
              <a:gd name="csY21" fmla="*/ 38990 h 141753"/>
              <a:gd name="csX22" fmla="*/ 33673 w 141777"/>
              <a:gd name="csY22" fmla="*/ 56698 h 141753"/>
              <a:gd name="csX23" fmla="*/ 42534 w 141777"/>
              <a:gd name="csY23" fmla="*/ 65561 h 141753"/>
              <a:gd name="csX24" fmla="*/ 33673 w 141777"/>
              <a:gd name="csY24" fmla="*/ 74424 h 141753"/>
              <a:gd name="csX25" fmla="*/ 24811 w 141777"/>
              <a:gd name="csY25" fmla="*/ 65561 h 141753"/>
              <a:gd name="csX26" fmla="*/ 33673 w 141777"/>
              <a:gd name="csY26" fmla="*/ 56698 h 141753"/>
              <a:gd name="csX27" fmla="*/ 102790 w 141777"/>
              <a:gd name="csY27" fmla="*/ 63792 h 141753"/>
              <a:gd name="csX28" fmla="*/ 63800 w 141777"/>
              <a:gd name="csY28" fmla="*/ 102781 h 141753"/>
              <a:gd name="csX29" fmla="*/ 102790 w 141777"/>
              <a:gd name="csY29" fmla="*/ 141753 h 141753"/>
              <a:gd name="csX30" fmla="*/ 141778 w 141777"/>
              <a:gd name="csY30" fmla="*/ 102781 h 141753"/>
              <a:gd name="csX31" fmla="*/ 102790 w 141777"/>
              <a:gd name="csY31" fmla="*/ 63792 h 141753"/>
              <a:gd name="csX32" fmla="*/ 102790 w 141777"/>
              <a:gd name="csY32" fmla="*/ 77962 h 141753"/>
              <a:gd name="csX33" fmla="*/ 106334 w 141777"/>
              <a:gd name="csY33" fmla="*/ 81517 h 141753"/>
              <a:gd name="csX34" fmla="*/ 106334 w 141777"/>
              <a:gd name="csY34" fmla="*/ 109858 h 141753"/>
              <a:gd name="csX35" fmla="*/ 102790 w 141777"/>
              <a:gd name="csY35" fmla="*/ 113413 h 141753"/>
              <a:gd name="csX36" fmla="*/ 99244 w 141777"/>
              <a:gd name="csY36" fmla="*/ 109858 h 141753"/>
              <a:gd name="csX37" fmla="*/ 99244 w 141777"/>
              <a:gd name="csY37" fmla="*/ 81517 h 141753"/>
              <a:gd name="csX38" fmla="*/ 102790 w 141777"/>
              <a:gd name="csY38" fmla="*/ 77962 h 141753"/>
              <a:gd name="csX39" fmla="*/ 33673 w 141777"/>
              <a:gd name="csY39" fmla="*/ 88594 h 141753"/>
              <a:gd name="csX40" fmla="*/ 42534 w 141777"/>
              <a:gd name="csY40" fmla="*/ 97457 h 141753"/>
              <a:gd name="csX41" fmla="*/ 33673 w 141777"/>
              <a:gd name="csY41" fmla="*/ 106319 h 141753"/>
              <a:gd name="csX42" fmla="*/ 24811 w 141777"/>
              <a:gd name="csY42" fmla="*/ 97457 h 141753"/>
              <a:gd name="csX43" fmla="*/ 33673 w 141777"/>
              <a:gd name="csY43" fmla="*/ 88594 h 141753"/>
              <a:gd name="csX44" fmla="*/ 102790 w 141777"/>
              <a:gd name="csY44" fmla="*/ 119605 h 141753"/>
              <a:gd name="csX45" fmla="*/ 107220 w 141777"/>
              <a:gd name="csY45" fmla="*/ 124045 h 141753"/>
              <a:gd name="csX46" fmla="*/ 102790 w 141777"/>
              <a:gd name="csY46" fmla="*/ 128468 h 141753"/>
              <a:gd name="csX47" fmla="*/ 98358 w 141777"/>
              <a:gd name="csY47" fmla="*/ 124045 h 141753"/>
              <a:gd name="csX48" fmla="*/ 102790 w 141777"/>
              <a:gd name="csY48" fmla="*/ 119605 h 141753"/>
            </a:gdLst>
            <a:ahLst/>
            <a:cxnLst/>
            <a:rect l="l" t="t" r="r" b="b"/>
            <a:pathLst>
              <a:path w="100000" h="100000">
                <a:moveTo>
                  <a:pt x="16251" y="8"/>
                </a:moveTo>
                <a:cubicBezTo>
                  <a:pt x="7290" y="8"/>
                  <a:pt x="0" y="7292"/>
                  <a:pt x="0" y="16254"/>
                </a:cubicBezTo>
                <a:lnTo>
                  <a:pt x="0" y="20010"/>
                </a:lnTo>
                <a:lnTo>
                  <a:pt x="90001" y="20010"/>
                </a:lnTo>
                <a:lnTo>
                  <a:pt x="90001" y="16254"/>
                </a:lnTo>
                <a:cubicBezTo>
                  <a:pt x="90001" y="7292"/>
                  <a:pt x="82711" y="8"/>
                  <a:pt x="73750" y="8"/>
                </a:cubicBezTo>
                <a:lnTo>
                  <a:pt x="16251" y="8"/>
                </a:lnTo>
                <a:close/>
                <a:moveTo>
                  <a:pt x="0" y="27509"/>
                </a:moveTo>
                <a:lnTo>
                  <a:pt x="0" y="73751"/>
                </a:lnTo>
                <a:cubicBezTo>
                  <a:pt x="0" y="82702"/>
                  <a:pt x="7290" y="89997"/>
                  <a:pt x="16251" y="89997"/>
                </a:cubicBezTo>
                <a:lnTo>
                  <a:pt x="45142" y="89997"/>
                </a:lnTo>
                <a:cubicBezTo>
                  <a:pt x="41902" y="84946"/>
                  <a:pt x="40000" y="78947"/>
                  <a:pt x="40000" y="72503"/>
                </a:cubicBezTo>
                <a:cubicBezTo>
                  <a:pt x="40000" y="64752"/>
                  <a:pt x="42721" y="57649"/>
                  <a:pt x="47242" y="52070"/>
                </a:cubicBezTo>
                <a:cubicBezTo>
                  <a:pt x="46544" y="52334"/>
                  <a:pt x="45792" y="52502"/>
                  <a:pt x="45000" y="52502"/>
                </a:cubicBezTo>
                <a:cubicBezTo>
                  <a:pt x="41548" y="52502"/>
                  <a:pt x="38751" y="49706"/>
                  <a:pt x="38751" y="46251"/>
                </a:cubicBezTo>
                <a:cubicBezTo>
                  <a:pt x="38751" y="42795"/>
                  <a:pt x="41548" y="39999"/>
                  <a:pt x="45000" y="39999"/>
                </a:cubicBezTo>
                <a:cubicBezTo>
                  <a:pt x="48453" y="39999"/>
                  <a:pt x="51250" y="42795"/>
                  <a:pt x="51250" y="46251"/>
                </a:cubicBezTo>
                <a:cubicBezTo>
                  <a:pt x="51250" y="46970"/>
                  <a:pt x="51103" y="47642"/>
                  <a:pt x="50884" y="48279"/>
                </a:cubicBezTo>
                <a:cubicBezTo>
                  <a:pt x="56630" y="43143"/>
                  <a:pt x="64191" y="39999"/>
                  <a:pt x="72501" y="39999"/>
                </a:cubicBezTo>
                <a:cubicBezTo>
                  <a:pt x="78951" y="39999"/>
                  <a:pt x="84945" y="41907"/>
                  <a:pt x="90001" y="45147"/>
                </a:cubicBezTo>
                <a:lnTo>
                  <a:pt x="90001" y="27509"/>
                </a:lnTo>
                <a:lnTo>
                  <a:pt x="0" y="27509"/>
                </a:lnTo>
                <a:close/>
                <a:moveTo>
                  <a:pt x="23751" y="39999"/>
                </a:moveTo>
                <a:cubicBezTo>
                  <a:pt x="27203" y="39999"/>
                  <a:pt x="30001" y="42795"/>
                  <a:pt x="30001" y="46251"/>
                </a:cubicBezTo>
                <a:cubicBezTo>
                  <a:pt x="30001" y="49706"/>
                  <a:pt x="27203" y="52502"/>
                  <a:pt x="23751" y="52502"/>
                </a:cubicBezTo>
                <a:cubicBezTo>
                  <a:pt x="20298" y="52502"/>
                  <a:pt x="17500" y="49706"/>
                  <a:pt x="17500" y="46251"/>
                </a:cubicBezTo>
                <a:cubicBezTo>
                  <a:pt x="17500" y="42795"/>
                  <a:pt x="20298" y="39999"/>
                  <a:pt x="23751" y="39999"/>
                </a:cubicBezTo>
                <a:close/>
                <a:moveTo>
                  <a:pt x="72501" y="45003"/>
                </a:moveTo>
                <a:cubicBezTo>
                  <a:pt x="57313" y="45003"/>
                  <a:pt x="45000" y="57313"/>
                  <a:pt x="45000" y="72503"/>
                </a:cubicBezTo>
                <a:cubicBezTo>
                  <a:pt x="45000" y="87681"/>
                  <a:pt x="57313" y="99992"/>
                  <a:pt x="72501" y="99992"/>
                </a:cubicBezTo>
                <a:cubicBezTo>
                  <a:pt x="87688" y="99992"/>
                  <a:pt x="100001" y="87681"/>
                  <a:pt x="100001" y="72503"/>
                </a:cubicBezTo>
                <a:cubicBezTo>
                  <a:pt x="100001" y="57313"/>
                  <a:pt x="87688" y="45003"/>
                  <a:pt x="72501" y="45003"/>
                </a:cubicBezTo>
                <a:close/>
                <a:moveTo>
                  <a:pt x="72501" y="54998"/>
                </a:moveTo>
                <a:cubicBezTo>
                  <a:pt x="73884" y="54998"/>
                  <a:pt x="75001" y="56125"/>
                  <a:pt x="75001" y="57505"/>
                </a:cubicBezTo>
                <a:lnTo>
                  <a:pt x="75001" y="77495"/>
                </a:lnTo>
                <a:cubicBezTo>
                  <a:pt x="75001" y="78875"/>
                  <a:pt x="73884" y="80002"/>
                  <a:pt x="72501" y="80002"/>
                </a:cubicBezTo>
                <a:cubicBezTo>
                  <a:pt x="71119" y="80002"/>
                  <a:pt x="70000" y="78875"/>
                  <a:pt x="70000" y="77495"/>
                </a:cubicBezTo>
                <a:lnTo>
                  <a:pt x="70000" y="57505"/>
                </a:lnTo>
                <a:cubicBezTo>
                  <a:pt x="70000" y="56125"/>
                  <a:pt x="71119" y="54998"/>
                  <a:pt x="72501" y="54998"/>
                </a:cubicBezTo>
                <a:close/>
                <a:moveTo>
                  <a:pt x="23751" y="62497"/>
                </a:moveTo>
                <a:cubicBezTo>
                  <a:pt x="27203" y="62497"/>
                  <a:pt x="30001" y="65292"/>
                  <a:pt x="30001" y="68748"/>
                </a:cubicBezTo>
                <a:cubicBezTo>
                  <a:pt x="30001" y="72204"/>
                  <a:pt x="27203" y="74999"/>
                  <a:pt x="23751" y="74999"/>
                </a:cubicBezTo>
                <a:cubicBezTo>
                  <a:pt x="20298" y="74999"/>
                  <a:pt x="17500" y="72204"/>
                  <a:pt x="17500" y="68748"/>
                </a:cubicBezTo>
                <a:cubicBezTo>
                  <a:pt x="17500" y="65292"/>
                  <a:pt x="20298" y="62497"/>
                  <a:pt x="23751" y="62497"/>
                </a:cubicBezTo>
                <a:close/>
                <a:moveTo>
                  <a:pt x="72501" y="84370"/>
                </a:moveTo>
                <a:cubicBezTo>
                  <a:pt x="74226" y="84370"/>
                  <a:pt x="75626" y="85773"/>
                  <a:pt x="75626" y="87501"/>
                </a:cubicBezTo>
                <a:cubicBezTo>
                  <a:pt x="75626" y="89218"/>
                  <a:pt x="74226" y="90621"/>
                  <a:pt x="72501" y="90621"/>
                </a:cubicBezTo>
                <a:cubicBezTo>
                  <a:pt x="70775" y="90621"/>
                  <a:pt x="69375" y="89218"/>
                  <a:pt x="69375" y="87501"/>
                </a:cubicBezTo>
                <a:cubicBezTo>
                  <a:pt x="69375" y="85773"/>
                  <a:pt x="70775" y="84370"/>
                  <a:pt x="72501" y="8437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2" name="Белый — SVG 17">
            <a:extLst>
              <a:ext uri="{FF2B5EF4-FFF2-40B4-BE49-F238E27FC236}">
                <a16:creationId xmlns:a16="http://schemas.microsoft.com/office/drawing/2014/main" id="{4380B9D6-5589-6646-A3E1-B5655412CC0C}"/>
              </a:ext>
            </a:extLst>
          </p:cNvPr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>
              <a:gd name="csX0" fmla="*/ 23040 w 141777"/>
              <a:gd name="csY0" fmla="*/ 0 h 141753"/>
              <a:gd name="csX1" fmla="*/ 0 w 141777"/>
              <a:gd name="csY1" fmla="*/ 23033 h 141753"/>
              <a:gd name="csX2" fmla="*/ 0 w 141777"/>
              <a:gd name="csY2" fmla="*/ 28358 h 141753"/>
              <a:gd name="csX3" fmla="*/ 127601 w 141777"/>
              <a:gd name="csY3" fmla="*/ 28358 h 141753"/>
              <a:gd name="csX4" fmla="*/ 127601 w 141777"/>
              <a:gd name="csY4" fmla="*/ 23033 h 141753"/>
              <a:gd name="csX5" fmla="*/ 104561 w 141777"/>
              <a:gd name="csY5" fmla="*/ 0 h 141753"/>
              <a:gd name="csX6" fmla="*/ 23040 w 141777"/>
              <a:gd name="csY6" fmla="*/ 0 h 141753"/>
              <a:gd name="csX7" fmla="*/ 0 w 141777"/>
              <a:gd name="csY7" fmla="*/ 38990 h 141753"/>
              <a:gd name="csX8" fmla="*/ 0 w 141777"/>
              <a:gd name="csY8" fmla="*/ 104550 h 141753"/>
              <a:gd name="csX9" fmla="*/ 23040 w 141777"/>
              <a:gd name="csY9" fmla="*/ 127583 h 141753"/>
              <a:gd name="csX10" fmla="*/ 67545 w 141777"/>
              <a:gd name="csY10" fmla="*/ 127583 h 141753"/>
              <a:gd name="csX11" fmla="*/ 60256 w 141777"/>
              <a:gd name="csY11" fmla="*/ 102781 h 141753"/>
              <a:gd name="csX12" fmla="*/ 106334 w 141777"/>
              <a:gd name="csY12" fmla="*/ 56698 h 141753"/>
              <a:gd name="csX13" fmla="*/ 127601 w 141777"/>
              <a:gd name="csY13" fmla="*/ 61937 h 141753"/>
              <a:gd name="csX14" fmla="*/ 127601 w 141777"/>
              <a:gd name="csY14" fmla="*/ 38990 h 141753"/>
              <a:gd name="csX15" fmla="*/ 0 w 141777"/>
              <a:gd name="csY15" fmla="*/ 38990 h 141753"/>
              <a:gd name="csX16" fmla="*/ 33339 w 141777"/>
              <a:gd name="csY16" fmla="*/ 53160 h 141753"/>
              <a:gd name="csX17" fmla="*/ 42202 w 141777"/>
              <a:gd name="csY17" fmla="*/ 62022 h 141753"/>
              <a:gd name="csX18" fmla="*/ 33339 w 141777"/>
              <a:gd name="csY18" fmla="*/ 70885 h 141753"/>
              <a:gd name="csX19" fmla="*/ 24479 w 141777"/>
              <a:gd name="csY19" fmla="*/ 62022 h 141753"/>
              <a:gd name="csX20" fmla="*/ 33339 w 141777"/>
              <a:gd name="csY20" fmla="*/ 53160 h 141753"/>
              <a:gd name="csX21" fmla="*/ 63469 w 141777"/>
              <a:gd name="csY21" fmla="*/ 53160 h 141753"/>
              <a:gd name="csX22" fmla="*/ 72329 w 141777"/>
              <a:gd name="csY22" fmla="*/ 62022 h 141753"/>
              <a:gd name="csX23" fmla="*/ 63469 w 141777"/>
              <a:gd name="csY23" fmla="*/ 70885 h 141753"/>
              <a:gd name="csX24" fmla="*/ 54606 w 141777"/>
              <a:gd name="csY24" fmla="*/ 62022 h 141753"/>
              <a:gd name="csX25" fmla="*/ 63469 w 141777"/>
              <a:gd name="csY25" fmla="*/ 53160 h 141753"/>
              <a:gd name="csX26" fmla="*/ 106334 w 141777"/>
              <a:gd name="csY26" fmla="*/ 63792 h 141753"/>
              <a:gd name="csX27" fmla="*/ 100228 w 141777"/>
              <a:gd name="csY27" fmla="*/ 64302 h 141753"/>
              <a:gd name="csX28" fmla="*/ 99003 w 141777"/>
              <a:gd name="csY28" fmla="*/ 69371 h 141753"/>
              <a:gd name="csX29" fmla="*/ 81203 w 141777"/>
              <a:gd name="csY29" fmla="*/ 79646 h 141753"/>
              <a:gd name="csX30" fmla="*/ 76933 w 141777"/>
              <a:gd name="csY30" fmla="*/ 78387 h 141753"/>
              <a:gd name="csX31" fmla="*/ 70890 w 141777"/>
              <a:gd name="csY31" fmla="*/ 89512 h 141753"/>
              <a:gd name="csX32" fmla="*/ 74059 w 141777"/>
              <a:gd name="csY32" fmla="*/ 92557 h 141753"/>
              <a:gd name="csX33" fmla="*/ 74059 w 141777"/>
              <a:gd name="csY33" fmla="*/ 112988 h 141753"/>
              <a:gd name="csX34" fmla="*/ 70890 w 141777"/>
              <a:gd name="csY34" fmla="*/ 116050 h 141753"/>
              <a:gd name="csX35" fmla="*/ 76933 w 141777"/>
              <a:gd name="csY35" fmla="*/ 127175 h 141753"/>
              <a:gd name="csX36" fmla="*/ 81203 w 141777"/>
              <a:gd name="csY36" fmla="*/ 125916 h 141753"/>
              <a:gd name="csX37" fmla="*/ 99003 w 141777"/>
              <a:gd name="csY37" fmla="*/ 136174 h 141753"/>
              <a:gd name="csX38" fmla="*/ 100228 w 141777"/>
              <a:gd name="csY38" fmla="*/ 141260 h 141753"/>
              <a:gd name="csX39" fmla="*/ 106334 w 141777"/>
              <a:gd name="csY39" fmla="*/ 141753 h 141753"/>
              <a:gd name="csX40" fmla="*/ 112440 w 141777"/>
              <a:gd name="csY40" fmla="*/ 141243 h 141753"/>
              <a:gd name="csX41" fmla="*/ 113665 w 141777"/>
              <a:gd name="csY41" fmla="*/ 136174 h 141753"/>
              <a:gd name="csX42" fmla="*/ 131464 w 141777"/>
              <a:gd name="csY42" fmla="*/ 125899 h 141753"/>
              <a:gd name="csX43" fmla="*/ 135735 w 141777"/>
              <a:gd name="csY43" fmla="*/ 127175 h 141753"/>
              <a:gd name="csX44" fmla="*/ 141778 w 141777"/>
              <a:gd name="csY44" fmla="*/ 116033 h 141753"/>
              <a:gd name="csX45" fmla="*/ 138608 w 141777"/>
              <a:gd name="csY45" fmla="*/ 112988 h 141753"/>
              <a:gd name="csX46" fmla="*/ 138608 w 141777"/>
              <a:gd name="csY46" fmla="*/ 92557 h 141753"/>
              <a:gd name="csX47" fmla="*/ 141778 w 141777"/>
              <a:gd name="csY47" fmla="*/ 89512 h 141753"/>
              <a:gd name="csX48" fmla="*/ 135735 w 141777"/>
              <a:gd name="csY48" fmla="*/ 78387 h 141753"/>
              <a:gd name="csX49" fmla="*/ 131464 w 141777"/>
              <a:gd name="csY49" fmla="*/ 79646 h 141753"/>
              <a:gd name="csX50" fmla="*/ 113665 w 141777"/>
              <a:gd name="csY50" fmla="*/ 69371 h 141753"/>
              <a:gd name="csX51" fmla="*/ 112440 w 141777"/>
              <a:gd name="csY51" fmla="*/ 64302 h 141753"/>
              <a:gd name="csX52" fmla="*/ 106334 w 141777"/>
              <a:gd name="csY52" fmla="*/ 63792 h 141753"/>
              <a:gd name="csX53" fmla="*/ 33339 w 141777"/>
              <a:gd name="csY53" fmla="*/ 85056 h 141753"/>
              <a:gd name="csX54" fmla="*/ 42202 w 141777"/>
              <a:gd name="csY54" fmla="*/ 93918 h 141753"/>
              <a:gd name="csX55" fmla="*/ 33339 w 141777"/>
              <a:gd name="csY55" fmla="*/ 102781 h 141753"/>
              <a:gd name="csX56" fmla="*/ 24479 w 141777"/>
              <a:gd name="csY56" fmla="*/ 93918 h 141753"/>
              <a:gd name="csX57" fmla="*/ 33339 w 141777"/>
              <a:gd name="csY57" fmla="*/ 85056 h 141753"/>
              <a:gd name="csX58" fmla="*/ 106334 w 141777"/>
              <a:gd name="csY58" fmla="*/ 92149 h 141753"/>
              <a:gd name="csX59" fmla="*/ 116967 w 141777"/>
              <a:gd name="csY59" fmla="*/ 102781 h 141753"/>
              <a:gd name="csX60" fmla="*/ 106334 w 141777"/>
              <a:gd name="csY60" fmla="*/ 113413 h 141753"/>
              <a:gd name="csX61" fmla="*/ 95700 w 141777"/>
              <a:gd name="csY61" fmla="*/ 102781 h 141753"/>
              <a:gd name="csX62" fmla="*/ 106334 w 141777"/>
              <a:gd name="csY62" fmla="*/ 92149 h 141753"/>
            </a:gdLst>
            <a:ahLst/>
            <a:cxnLst/>
            <a:rect l="l" t="t" r="r" b="b"/>
            <a:pathLst>
              <a:path w="100000" h="100000">
                <a:moveTo>
                  <a:pt x="16251" y="8"/>
                </a:moveTo>
                <a:cubicBezTo>
                  <a:pt x="7290" y="8"/>
                  <a:pt x="0" y="7292"/>
                  <a:pt x="0" y="16254"/>
                </a:cubicBezTo>
                <a:lnTo>
                  <a:pt x="0" y="20010"/>
                </a:lnTo>
                <a:lnTo>
                  <a:pt x="90001" y="20010"/>
                </a:lnTo>
                <a:lnTo>
                  <a:pt x="90001" y="16254"/>
                </a:lnTo>
                <a:cubicBezTo>
                  <a:pt x="90001" y="7292"/>
                  <a:pt x="82711" y="8"/>
                  <a:pt x="73750" y="8"/>
                </a:cubicBezTo>
                <a:lnTo>
                  <a:pt x="16251" y="8"/>
                </a:lnTo>
                <a:close/>
                <a:moveTo>
                  <a:pt x="0" y="27509"/>
                </a:moveTo>
                <a:lnTo>
                  <a:pt x="0" y="73751"/>
                </a:lnTo>
                <a:cubicBezTo>
                  <a:pt x="0" y="82702"/>
                  <a:pt x="7290" y="89997"/>
                  <a:pt x="16251" y="89997"/>
                </a:cubicBezTo>
                <a:lnTo>
                  <a:pt x="47642" y="89997"/>
                </a:lnTo>
                <a:cubicBezTo>
                  <a:pt x="44401" y="84946"/>
                  <a:pt x="42501" y="78947"/>
                  <a:pt x="42501" y="72503"/>
                </a:cubicBezTo>
                <a:cubicBezTo>
                  <a:pt x="42501" y="54553"/>
                  <a:pt x="57051" y="39999"/>
                  <a:pt x="75001" y="39999"/>
                </a:cubicBezTo>
                <a:cubicBezTo>
                  <a:pt x="80415" y="39999"/>
                  <a:pt x="85510" y="41343"/>
                  <a:pt x="90001" y="43695"/>
                </a:cubicBezTo>
                <a:lnTo>
                  <a:pt x="90001" y="27509"/>
                </a:lnTo>
                <a:lnTo>
                  <a:pt x="0" y="27509"/>
                </a:lnTo>
                <a:close/>
                <a:moveTo>
                  <a:pt x="23515" y="37504"/>
                </a:moveTo>
                <a:cubicBezTo>
                  <a:pt x="26968" y="37504"/>
                  <a:pt x="29766" y="40299"/>
                  <a:pt x="29766" y="43755"/>
                </a:cubicBezTo>
                <a:cubicBezTo>
                  <a:pt x="29766" y="47211"/>
                  <a:pt x="26968" y="50006"/>
                  <a:pt x="23515" y="50006"/>
                </a:cubicBezTo>
                <a:cubicBezTo>
                  <a:pt x="20063" y="50006"/>
                  <a:pt x="17266" y="47211"/>
                  <a:pt x="17266" y="43755"/>
                </a:cubicBezTo>
                <a:cubicBezTo>
                  <a:pt x="17266" y="40299"/>
                  <a:pt x="20063" y="37504"/>
                  <a:pt x="23515" y="37504"/>
                </a:cubicBezTo>
                <a:close/>
                <a:moveTo>
                  <a:pt x="44767" y="37504"/>
                </a:moveTo>
                <a:cubicBezTo>
                  <a:pt x="48219" y="37504"/>
                  <a:pt x="51016" y="40299"/>
                  <a:pt x="51016" y="43755"/>
                </a:cubicBezTo>
                <a:cubicBezTo>
                  <a:pt x="51016" y="47211"/>
                  <a:pt x="48219" y="50006"/>
                  <a:pt x="44767" y="50006"/>
                </a:cubicBezTo>
                <a:cubicBezTo>
                  <a:pt x="41314" y="50006"/>
                  <a:pt x="38515" y="47211"/>
                  <a:pt x="38515" y="43755"/>
                </a:cubicBezTo>
                <a:cubicBezTo>
                  <a:pt x="38515" y="40299"/>
                  <a:pt x="41314" y="37504"/>
                  <a:pt x="44767" y="37504"/>
                </a:cubicBezTo>
                <a:close/>
                <a:moveTo>
                  <a:pt x="75001" y="45003"/>
                </a:moveTo>
                <a:cubicBezTo>
                  <a:pt x="73533" y="45003"/>
                  <a:pt x="72097" y="45123"/>
                  <a:pt x="70694" y="45363"/>
                </a:cubicBezTo>
                <a:lnTo>
                  <a:pt x="69830" y="48938"/>
                </a:lnTo>
                <a:cubicBezTo>
                  <a:pt x="68487" y="54506"/>
                  <a:pt x="62763" y="57806"/>
                  <a:pt x="57275" y="56185"/>
                </a:cubicBezTo>
                <a:lnTo>
                  <a:pt x="54263" y="55297"/>
                </a:lnTo>
                <a:cubicBezTo>
                  <a:pt x="52454" y="57625"/>
                  <a:pt x="51003" y="60277"/>
                  <a:pt x="50001" y="63144"/>
                </a:cubicBezTo>
                <a:lnTo>
                  <a:pt x="52236" y="65292"/>
                </a:lnTo>
                <a:cubicBezTo>
                  <a:pt x="56325" y="69228"/>
                  <a:pt x="56325" y="75767"/>
                  <a:pt x="52236" y="79703"/>
                </a:cubicBezTo>
                <a:lnTo>
                  <a:pt x="50001" y="81862"/>
                </a:lnTo>
                <a:cubicBezTo>
                  <a:pt x="51003" y="84730"/>
                  <a:pt x="52450" y="87370"/>
                  <a:pt x="54263" y="89709"/>
                </a:cubicBezTo>
                <a:lnTo>
                  <a:pt x="57275" y="88821"/>
                </a:lnTo>
                <a:cubicBezTo>
                  <a:pt x="62763" y="87190"/>
                  <a:pt x="68487" y="90501"/>
                  <a:pt x="69830" y="96056"/>
                </a:cubicBezTo>
                <a:lnTo>
                  <a:pt x="70694" y="99644"/>
                </a:lnTo>
                <a:cubicBezTo>
                  <a:pt x="72097" y="99872"/>
                  <a:pt x="73535" y="99992"/>
                  <a:pt x="75001" y="99992"/>
                </a:cubicBezTo>
                <a:cubicBezTo>
                  <a:pt x="76469" y="99992"/>
                  <a:pt x="77905" y="99872"/>
                  <a:pt x="79308" y="99632"/>
                </a:cubicBezTo>
                <a:lnTo>
                  <a:pt x="80172" y="96056"/>
                </a:lnTo>
                <a:cubicBezTo>
                  <a:pt x="81515" y="90489"/>
                  <a:pt x="87238" y="87190"/>
                  <a:pt x="92726" y="88809"/>
                </a:cubicBezTo>
                <a:lnTo>
                  <a:pt x="95738" y="89709"/>
                </a:lnTo>
                <a:cubicBezTo>
                  <a:pt x="97548" y="87370"/>
                  <a:pt x="98998" y="84718"/>
                  <a:pt x="100001" y="81850"/>
                </a:cubicBezTo>
                <a:lnTo>
                  <a:pt x="97765" y="79703"/>
                </a:lnTo>
                <a:cubicBezTo>
                  <a:pt x="93677" y="75779"/>
                  <a:pt x="93677" y="69228"/>
                  <a:pt x="97765" y="65292"/>
                </a:cubicBezTo>
                <a:lnTo>
                  <a:pt x="100001" y="63144"/>
                </a:lnTo>
                <a:cubicBezTo>
                  <a:pt x="98998" y="60277"/>
                  <a:pt x="97551" y="57625"/>
                  <a:pt x="95738" y="55297"/>
                </a:cubicBezTo>
                <a:lnTo>
                  <a:pt x="92726" y="56185"/>
                </a:lnTo>
                <a:cubicBezTo>
                  <a:pt x="87238" y="57806"/>
                  <a:pt x="81515" y="54506"/>
                  <a:pt x="80172" y="48938"/>
                </a:cubicBezTo>
                <a:lnTo>
                  <a:pt x="79308" y="45363"/>
                </a:lnTo>
                <a:cubicBezTo>
                  <a:pt x="77905" y="45123"/>
                  <a:pt x="76469" y="45003"/>
                  <a:pt x="75001" y="45003"/>
                </a:cubicBezTo>
                <a:close/>
                <a:moveTo>
                  <a:pt x="23515" y="60001"/>
                </a:moveTo>
                <a:cubicBezTo>
                  <a:pt x="26968" y="60001"/>
                  <a:pt x="29766" y="62797"/>
                  <a:pt x="29766" y="66252"/>
                </a:cubicBezTo>
                <a:cubicBezTo>
                  <a:pt x="29766" y="69707"/>
                  <a:pt x="26968" y="72503"/>
                  <a:pt x="23515" y="72503"/>
                </a:cubicBezTo>
                <a:cubicBezTo>
                  <a:pt x="20063" y="72503"/>
                  <a:pt x="17266" y="69707"/>
                  <a:pt x="17266" y="66252"/>
                </a:cubicBezTo>
                <a:cubicBezTo>
                  <a:pt x="17266" y="62797"/>
                  <a:pt x="20063" y="60001"/>
                  <a:pt x="23515" y="60001"/>
                </a:cubicBezTo>
                <a:close/>
                <a:moveTo>
                  <a:pt x="75001" y="65004"/>
                </a:moveTo>
                <a:cubicBezTo>
                  <a:pt x="79143" y="65004"/>
                  <a:pt x="82501" y="68352"/>
                  <a:pt x="82501" y="72503"/>
                </a:cubicBezTo>
                <a:cubicBezTo>
                  <a:pt x="82501" y="76643"/>
                  <a:pt x="79143" y="80002"/>
                  <a:pt x="75001" y="80002"/>
                </a:cubicBezTo>
                <a:cubicBezTo>
                  <a:pt x="70858" y="80002"/>
                  <a:pt x="67500" y="76643"/>
                  <a:pt x="67500" y="72503"/>
                </a:cubicBezTo>
                <a:cubicBezTo>
                  <a:pt x="67500" y="68352"/>
                  <a:pt x="70858" y="65004"/>
                  <a:pt x="75001" y="65004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3" name="Белый — SVG 18">
            <a:extLst>
              <a:ext uri="{FF2B5EF4-FFF2-40B4-BE49-F238E27FC236}">
                <a16:creationId xmlns:a16="http://schemas.microsoft.com/office/drawing/2014/main" id="{FC5193A4-7BEB-E740-83F7-BD9EFA67FB2F}"/>
              </a:ext>
            </a:extLst>
          </p:cNvPr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>
              <a:gd name="csX0" fmla="*/ 12403 w 155961"/>
              <a:gd name="csY0" fmla="*/ 0 h 141753"/>
              <a:gd name="csX1" fmla="*/ 0 w 155961"/>
              <a:gd name="csY1" fmla="*/ 12401 h 141753"/>
              <a:gd name="csX2" fmla="*/ 12403 w 155961"/>
              <a:gd name="csY2" fmla="*/ 24802 h 141753"/>
              <a:gd name="csX3" fmla="*/ 143542 w 155961"/>
              <a:gd name="csY3" fmla="*/ 24802 h 141753"/>
              <a:gd name="csX4" fmla="*/ 155962 w 155961"/>
              <a:gd name="csY4" fmla="*/ 12401 h 141753"/>
              <a:gd name="csX5" fmla="*/ 143542 w 155961"/>
              <a:gd name="csY5" fmla="*/ 0 h 141753"/>
              <a:gd name="csX6" fmla="*/ 12403 w 155961"/>
              <a:gd name="csY6" fmla="*/ 0 h 141753"/>
              <a:gd name="csX7" fmla="*/ 10633 w 155961"/>
              <a:gd name="csY7" fmla="*/ 31896 h 141753"/>
              <a:gd name="csX8" fmla="*/ 10633 w 155961"/>
              <a:gd name="csY8" fmla="*/ 109858 h 141753"/>
              <a:gd name="csX9" fmla="*/ 8864 w 155961"/>
              <a:gd name="csY9" fmla="*/ 109858 h 141753"/>
              <a:gd name="csX10" fmla="*/ 6805 w 155961"/>
              <a:gd name="csY10" fmla="*/ 110249 h 141753"/>
              <a:gd name="csX11" fmla="*/ 5053 w 155961"/>
              <a:gd name="csY11" fmla="*/ 111389 h 141753"/>
              <a:gd name="csX12" fmla="*/ 3879 w 155961"/>
              <a:gd name="csY12" fmla="*/ 113124 h 141753"/>
              <a:gd name="csX13" fmla="*/ 3471 w 155961"/>
              <a:gd name="csY13" fmla="*/ 115182 h 141753"/>
              <a:gd name="csX14" fmla="*/ 3879 w 155961"/>
              <a:gd name="csY14" fmla="*/ 117224 h 141753"/>
              <a:gd name="csX15" fmla="*/ 5053 w 155961"/>
              <a:gd name="csY15" fmla="*/ 118959 h 141753"/>
              <a:gd name="csX16" fmla="*/ 6805 w 155961"/>
              <a:gd name="csY16" fmla="*/ 120115 h 141753"/>
              <a:gd name="csX17" fmla="*/ 8864 w 155961"/>
              <a:gd name="csY17" fmla="*/ 120490 h 141753"/>
              <a:gd name="csX18" fmla="*/ 72664 w 155961"/>
              <a:gd name="csY18" fmla="*/ 120490 h 141753"/>
              <a:gd name="csX19" fmla="*/ 72664 w 155961"/>
              <a:gd name="csY19" fmla="*/ 129999 h 141753"/>
              <a:gd name="csX20" fmla="*/ 70980 w 155961"/>
              <a:gd name="csY20" fmla="*/ 133622 h 141753"/>
              <a:gd name="csX21" fmla="*/ 71524 w 155961"/>
              <a:gd name="csY21" fmla="*/ 137586 h 141753"/>
              <a:gd name="csX22" fmla="*/ 74144 w 155961"/>
              <a:gd name="csY22" fmla="*/ 140631 h 141753"/>
              <a:gd name="csX23" fmla="*/ 77972 w 155961"/>
              <a:gd name="csY23" fmla="*/ 141753 h 141753"/>
              <a:gd name="csX24" fmla="*/ 81817 w 155961"/>
              <a:gd name="csY24" fmla="*/ 140631 h 141753"/>
              <a:gd name="csX25" fmla="*/ 84438 w 155961"/>
              <a:gd name="csY25" fmla="*/ 137586 h 141753"/>
              <a:gd name="csX26" fmla="*/ 84982 w 155961"/>
              <a:gd name="csY26" fmla="*/ 133622 h 141753"/>
              <a:gd name="csX27" fmla="*/ 83298 w 155961"/>
              <a:gd name="csY27" fmla="*/ 129982 h 141753"/>
              <a:gd name="csX28" fmla="*/ 83298 w 155961"/>
              <a:gd name="csY28" fmla="*/ 120490 h 141753"/>
              <a:gd name="csX29" fmla="*/ 147098 w 155961"/>
              <a:gd name="csY29" fmla="*/ 120490 h 141753"/>
              <a:gd name="csX30" fmla="*/ 149157 w 155961"/>
              <a:gd name="csY30" fmla="*/ 120115 h 141753"/>
              <a:gd name="csX31" fmla="*/ 150909 w 155961"/>
              <a:gd name="csY31" fmla="*/ 118959 h 141753"/>
              <a:gd name="csX32" fmla="*/ 152083 w 155961"/>
              <a:gd name="csY32" fmla="*/ 117224 h 141753"/>
              <a:gd name="csX33" fmla="*/ 152491 w 155961"/>
              <a:gd name="csY33" fmla="*/ 115182 h 141753"/>
              <a:gd name="csX34" fmla="*/ 152083 w 155961"/>
              <a:gd name="csY34" fmla="*/ 113124 h 141753"/>
              <a:gd name="csX35" fmla="*/ 150909 w 155961"/>
              <a:gd name="csY35" fmla="*/ 111389 h 141753"/>
              <a:gd name="csX36" fmla="*/ 149157 w 155961"/>
              <a:gd name="csY36" fmla="*/ 110249 h 141753"/>
              <a:gd name="csX37" fmla="*/ 147098 w 155961"/>
              <a:gd name="csY37" fmla="*/ 109858 h 141753"/>
              <a:gd name="csX38" fmla="*/ 145329 w 155961"/>
              <a:gd name="csY38" fmla="*/ 109858 h 141753"/>
              <a:gd name="csX39" fmla="*/ 145329 w 155961"/>
              <a:gd name="csY39" fmla="*/ 31896 h 141753"/>
              <a:gd name="csX40" fmla="*/ 10633 w 155961"/>
              <a:gd name="csY40" fmla="*/ 31896 h 141753"/>
            </a:gdLst>
            <a:ahLst/>
            <a:cxnLst/>
            <a:rect l="l" t="t" r="r" b="b"/>
            <a:pathLst>
              <a:path w="100000" h="100000">
                <a:moveTo>
                  <a:pt x="7953" y="4555"/>
                </a:moveTo>
                <a:cubicBezTo>
                  <a:pt x="3567" y="4555"/>
                  <a:pt x="0" y="8122"/>
                  <a:pt x="0" y="12506"/>
                </a:cubicBezTo>
                <a:cubicBezTo>
                  <a:pt x="0" y="16891"/>
                  <a:pt x="3567" y="20458"/>
                  <a:pt x="7953" y="20458"/>
                </a:cubicBezTo>
                <a:lnTo>
                  <a:pt x="92037" y="20458"/>
                </a:lnTo>
                <a:cubicBezTo>
                  <a:pt x="96434" y="20458"/>
                  <a:pt x="100001" y="16891"/>
                  <a:pt x="100001" y="12506"/>
                </a:cubicBezTo>
                <a:cubicBezTo>
                  <a:pt x="100001" y="8122"/>
                  <a:pt x="96434" y="4555"/>
                  <a:pt x="92037" y="4555"/>
                </a:cubicBezTo>
                <a:lnTo>
                  <a:pt x="7953" y="4555"/>
                </a:lnTo>
                <a:close/>
                <a:moveTo>
                  <a:pt x="6818" y="25006"/>
                </a:moveTo>
                <a:lnTo>
                  <a:pt x="6818" y="74994"/>
                </a:lnTo>
                <a:lnTo>
                  <a:pt x="5683" y="74994"/>
                </a:lnTo>
                <a:cubicBezTo>
                  <a:pt x="5225" y="74994"/>
                  <a:pt x="4778" y="75071"/>
                  <a:pt x="4363" y="75245"/>
                </a:cubicBezTo>
                <a:cubicBezTo>
                  <a:pt x="3938" y="75409"/>
                  <a:pt x="3556" y="75659"/>
                  <a:pt x="3240" y="75976"/>
                </a:cubicBezTo>
                <a:cubicBezTo>
                  <a:pt x="2913" y="76292"/>
                  <a:pt x="2662" y="76674"/>
                  <a:pt x="2487" y="77089"/>
                </a:cubicBezTo>
                <a:cubicBezTo>
                  <a:pt x="2313" y="77503"/>
                  <a:pt x="2226" y="77950"/>
                  <a:pt x="2226" y="78408"/>
                </a:cubicBezTo>
                <a:cubicBezTo>
                  <a:pt x="2226" y="78856"/>
                  <a:pt x="2313" y="79303"/>
                  <a:pt x="2487" y="79717"/>
                </a:cubicBezTo>
                <a:cubicBezTo>
                  <a:pt x="2662" y="80142"/>
                  <a:pt x="2913" y="80513"/>
                  <a:pt x="3240" y="80830"/>
                </a:cubicBezTo>
                <a:cubicBezTo>
                  <a:pt x="3556" y="81146"/>
                  <a:pt x="3938" y="81397"/>
                  <a:pt x="4363" y="81571"/>
                </a:cubicBezTo>
                <a:cubicBezTo>
                  <a:pt x="4778" y="81735"/>
                  <a:pt x="5225" y="81822"/>
                  <a:pt x="5683" y="81811"/>
                </a:cubicBezTo>
                <a:lnTo>
                  <a:pt x="46591" y="81811"/>
                </a:lnTo>
                <a:lnTo>
                  <a:pt x="46591" y="87909"/>
                </a:lnTo>
                <a:cubicBezTo>
                  <a:pt x="46013" y="88563"/>
                  <a:pt x="45642" y="89370"/>
                  <a:pt x="45511" y="90232"/>
                </a:cubicBezTo>
                <a:cubicBezTo>
                  <a:pt x="45381" y="91093"/>
                  <a:pt x="45500" y="91977"/>
                  <a:pt x="45860" y="92773"/>
                </a:cubicBezTo>
                <a:cubicBezTo>
                  <a:pt x="46221" y="93570"/>
                  <a:pt x="46799" y="94245"/>
                  <a:pt x="47540" y="94726"/>
                </a:cubicBezTo>
                <a:cubicBezTo>
                  <a:pt x="48271" y="95194"/>
                  <a:pt x="49122" y="95445"/>
                  <a:pt x="49995" y="95445"/>
                </a:cubicBezTo>
                <a:cubicBezTo>
                  <a:pt x="50868" y="95445"/>
                  <a:pt x="51730" y="95194"/>
                  <a:pt x="52460" y="94726"/>
                </a:cubicBezTo>
                <a:cubicBezTo>
                  <a:pt x="53202" y="94245"/>
                  <a:pt x="53780" y="93570"/>
                  <a:pt x="54140" y="92773"/>
                </a:cubicBezTo>
                <a:cubicBezTo>
                  <a:pt x="54500" y="91977"/>
                  <a:pt x="54620" y="91093"/>
                  <a:pt x="54489" y="90232"/>
                </a:cubicBezTo>
                <a:cubicBezTo>
                  <a:pt x="54358" y="89359"/>
                  <a:pt x="53987" y="88552"/>
                  <a:pt x="53410" y="87898"/>
                </a:cubicBezTo>
                <a:lnTo>
                  <a:pt x="53410" y="81811"/>
                </a:lnTo>
                <a:lnTo>
                  <a:pt x="94317" y="81811"/>
                </a:lnTo>
                <a:cubicBezTo>
                  <a:pt x="94764" y="81822"/>
                  <a:pt x="95212" y="81735"/>
                  <a:pt x="95637" y="81571"/>
                </a:cubicBezTo>
                <a:cubicBezTo>
                  <a:pt x="96052" y="81397"/>
                  <a:pt x="96434" y="81146"/>
                  <a:pt x="96761" y="80830"/>
                </a:cubicBezTo>
                <a:cubicBezTo>
                  <a:pt x="97077" y="80513"/>
                  <a:pt x="97339" y="80142"/>
                  <a:pt x="97513" y="79717"/>
                </a:cubicBezTo>
                <a:cubicBezTo>
                  <a:pt x="97688" y="79303"/>
                  <a:pt x="97775" y="78856"/>
                  <a:pt x="97775" y="78408"/>
                </a:cubicBezTo>
                <a:cubicBezTo>
                  <a:pt x="97775" y="77950"/>
                  <a:pt x="97688" y="77503"/>
                  <a:pt x="97513" y="77089"/>
                </a:cubicBezTo>
                <a:cubicBezTo>
                  <a:pt x="97339" y="76674"/>
                  <a:pt x="97077" y="76292"/>
                  <a:pt x="96761" y="75976"/>
                </a:cubicBezTo>
                <a:cubicBezTo>
                  <a:pt x="96434" y="75659"/>
                  <a:pt x="96052" y="75409"/>
                  <a:pt x="95637" y="75245"/>
                </a:cubicBezTo>
                <a:cubicBezTo>
                  <a:pt x="95212" y="75071"/>
                  <a:pt x="94764" y="74994"/>
                  <a:pt x="94317" y="74994"/>
                </a:cubicBezTo>
                <a:lnTo>
                  <a:pt x="93183" y="74994"/>
                </a:lnTo>
                <a:lnTo>
                  <a:pt x="93183" y="25006"/>
                </a:lnTo>
                <a:lnTo>
                  <a:pt x="6818" y="2500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4" name="Белый — SVG 19">
            <a:extLst>
              <a:ext uri="{FF2B5EF4-FFF2-40B4-BE49-F238E27FC236}">
                <a16:creationId xmlns:a16="http://schemas.microsoft.com/office/drawing/2014/main" id="{6E748DD2-1F13-E249-B564-31CB4B7876ED}"/>
              </a:ext>
            </a:extLst>
          </p:cNvPr>
          <p:cNvSpPr>
            <a:spLocks noGrp="1"/>
          </p:cNvSpPr>
          <p:nvPr/>
        </p:nvSpPr>
        <p:spPr>
          <a:xfrm>
            <a:off x="420000" y="5010000"/>
            <a:ext cx="220000" cy="220000"/>
          </a:xfrm>
          <a:custGeom>
            <a:avLst/>
            <a:gdLst>
              <a:gd name="csX0" fmla="*/ 40761 w 148867"/>
              <a:gd name="csY0" fmla="*/ 0 h 148847"/>
              <a:gd name="csX1" fmla="*/ 0 w 148867"/>
              <a:gd name="csY1" fmla="*/ 40759 h 148847"/>
              <a:gd name="csX2" fmla="*/ 40761 w 148867"/>
              <a:gd name="csY2" fmla="*/ 81517 h 148847"/>
              <a:gd name="csX3" fmla="*/ 81523 w 148867"/>
              <a:gd name="csY3" fmla="*/ 40759 h 148847"/>
              <a:gd name="csX4" fmla="*/ 40761 w 148867"/>
              <a:gd name="csY4" fmla="*/ 0 h 148847"/>
              <a:gd name="csX5" fmla="*/ 40761 w 148867"/>
              <a:gd name="csY5" fmla="*/ 10632 h 148847"/>
              <a:gd name="csX6" fmla="*/ 70890 w 148867"/>
              <a:gd name="csY6" fmla="*/ 40759 h 148847"/>
              <a:gd name="csX7" fmla="*/ 40761 w 148867"/>
              <a:gd name="csY7" fmla="*/ 70885 h 148847"/>
              <a:gd name="csX8" fmla="*/ 10633 w 148867"/>
              <a:gd name="csY8" fmla="*/ 40759 h 148847"/>
              <a:gd name="csX9" fmla="*/ 40761 w 148867"/>
              <a:gd name="csY9" fmla="*/ 10632 h 148847"/>
              <a:gd name="csX10" fmla="*/ 40679 w 148867"/>
              <a:gd name="csY10" fmla="*/ 17641 h 148847"/>
              <a:gd name="csX11" fmla="*/ 36946 w 148867"/>
              <a:gd name="csY11" fmla="*/ 19256 h 148847"/>
              <a:gd name="csX12" fmla="*/ 35444 w 148867"/>
              <a:gd name="csY12" fmla="*/ 23033 h 148847"/>
              <a:gd name="csX13" fmla="*/ 35444 w 148867"/>
              <a:gd name="csY13" fmla="*/ 40759 h 148847"/>
              <a:gd name="csX14" fmla="*/ 37002 w 148867"/>
              <a:gd name="csY14" fmla="*/ 44518 h 148847"/>
              <a:gd name="csX15" fmla="*/ 44092 w 148867"/>
              <a:gd name="csY15" fmla="*/ 51595 h 148847"/>
              <a:gd name="csX16" fmla="*/ 45817 w 148867"/>
              <a:gd name="csY16" fmla="*/ 52803 h 148847"/>
              <a:gd name="csX17" fmla="*/ 47872 w 148867"/>
              <a:gd name="csY17" fmla="*/ 53245 h 148847"/>
              <a:gd name="csX18" fmla="*/ 49936 w 148867"/>
              <a:gd name="csY18" fmla="*/ 52837 h 148847"/>
              <a:gd name="csX19" fmla="*/ 51687 w 148867"/>
              <a:gd name="csY19" fmla="*/ 51680 h 148847"/>
              <a:gd name="csX20" fmla="*/ 52849 w 148867"/>
              <a:gd name="csY20" fmla="*/ 49928 h 148847"/>
              <a:gd name="csX21" fmla="*/ 53243 w 148867"/>
              <a:gd name="csY21" fmla="*/ 47869 h 148847"/>
              <a:gd name="csX22" fmla="*/ 52808 w 148867"/>
              <a:gd name="csY22" fmla="*/ 45811 h 148847"/>
              <a:gd name="csX23" fmla="*/ 51609 w 148867"/>
              <a:gd name="csY23" fmla="*/ 44093 h 148847"/>
              <a:gd name="csX24" fmla="*/ 46077 w 148867"/>
              <a:gd name="csY24" fmla="*/ 38547 h 148847"/>
              <a:gd name="csX25" fmla="*/ 46077 w 148867"/>
              <a:gd name="csY25" fmla="*/ 23033 h 148847"/>
              <a:gd name="csX26" fmla="*/ 45688 w 148867"/>
              <a:gd name="csY26" fmla="*/ 20958 h 148847"/>
              <a:gd name="csX27" fmla="*/ 44519 w 148867"/>
              <a:gd name="csY27" fmla="*/ 19206 h 148847"/>
              <a:gd name="csX28" fmla="*/ 42756 w 148867"/>
              <a:gd name="csY28" fmla="*/ 18032 h 148847"/>
              <a:gd name="csX29" fmla="*/ 40679 w 148867"/>
              <a:gd name="csY29" fmla="*/ 17641 h 148847"/>
              <a:gd name="csX30" fmla="*/ 84431 w 148867"/>
              <a:gd name="csY30" fmla="*/ 21264 h 148847"/>
              <a:gd name="csX31" fmla="*/ 88611 w 148867"/>
              <a:gd name="csY31" fmla="*/ 40759 h 148847"/>
              <a:gd name="csX32" fmla="*/ 87760 w 148867"/>
              <a:gd name="csY32" fmla="*/ 49621 h 148847"/>
              <a:gd name="csX33" fmla="*/ 148867 w 148867"/>
              <a:gd name="csY33" fmla="*/ 49621 h 148847"/>
              <a:gd name="csX34" fmla="*/ 148867 w 148867"/>
              <a:gd name="csY34" fmla="*/ 44297 h 148847"/>
              <a:gd name="csX35" fmla="*/ 125828 w 148867"/>
              <a:gd name="csY35" fmla="*/ 21264 h 148847"/>
              <a:gd name="csX36" fmla="*/ 84431 w 148867"/>
              <a:gd name="csY36" fmla="*/ 21264 h 148847"/>
              <a:gd name="csX37" fmla="*/ 84431 w 148867"/>
              <a:gd name="csY37" fmla="*/ 60253 h 148847"/>
              <a:gd name="csX38" fmla="*/ 40761 w 148867"/>
              <a:gd name="csY38" fmla="*/ 88594 h 148847"/>
              <a:gd name="csX39" fmla="*/ 21267 w 148867"/>
              <a:gd name="csY39" fmla="*/ 84426 h 148847"/>
              <a:gd name="csX40" fmla="*/ 21267 w 148867"/>
              <a:gd name="csY40" fmla="*/ 125814 h 148847"/>
              <a:gd name="csX41" fmla="*/ 44306 w 148867"/>
              <a:gd name="csY41" fmla="*/ 148847 h 148847"/>
              <a:gd name="csX42" fmla="*/ 125828 w 148867"/>
              <a:gd name="csY42" fmla="*/ 148847 h 148847"/>
              <a:gd name="csX43" fmla="*/ 148867 w 148867"/>
              <a:gd name="csY43" fmla="*/ 125814 h 148847"/>
              <a:gd name="csX44" fmla="*/ 148867 w 148867"/>
              <a:gd name="csY44" fmla="*/ 60253 h 148847"/>
              <a:gd name="csX45" fmla="*/ 84431 w 148867"/>
              <a:gd name="csY45" fmla="*/ 60253 h 148847"/>
              <a:gd name="csX46" fmla="*/ 85067 w 148867"/>
              <a:gd name="csY46" fmla="*/ 77962 h 148847"/>
              <a:gd name="csX47" fmla="*/ 93928 w 148867"/>
              <a:gd name="csY47" fmla="*/ 86825 h 148847"/>
              <a:gd name="csX48" fmla="*/ 85067 w 148867"/>
              <a:gd name="csY48" fmla="*/ 95687 h 148847"/>
              <a:gd name="csX49" fmla="*/ 76206 w 148867"/>
              <a:gd name="csY49" fmla="*/ 86825 h 148847"/>
              <a:gd name="csX50" fmla="*/ 85067 w 148867"/>
              <a:gd name="csY50" fmla="*/ 77962 h 148847"/>
              <a:gd name="csX51" fmla="*/ 115194 w 148867"/>
              <a:gd name="csY51" fmla="*/ 77962 h 148847"/>
              <a:gd name="csX52" fmla="*/ 124057 w 148867"/>
              <a:gd name="csY52" fmla="*/ 86825 h 148847"/>
              <a:gd name="csX53" fmla="*/ 115194 w 148867"/>
              <a:gd name="csY53" fmla="*/ 95687 h 148847"/>
              <a:gd name="csX54" fmla="*/ 106334 w 148867"/>
              <a:gd name="csY54" fmla="*/ 86825 h 148847"/>
              <a:gd name="csX55" fmla="*/ 115194 w 148867"/>
              <a:gd name="csY55" fmla="*/ 77962 h 148847"/>
              <a:gd name="csX56" fmla="*/ 54940 w 148867"/>
              <a:gd name="csY56" fmla="*/ 109858 h 148847"/>
              <a:gd name="csX57" fmla="*/ 63800 w 148867"/>
              <a:gd name="csY57" fmla="*/ 118721 h 148847"/>
              <a:gd name="csX58" fmla="*/ 54940 w 148867"/>
              <a:gd name="csY58" fmla="*/ 127583 h 148847"/>
              <a:gd name="csX59" fmla="*/ 46077 w 148867"/>
              <a:gd name="csY59" fmla="*/ 118721 h 148847"/>
              <a:gd name="csX60" fmla="*/ 54940 w 148867"/>
              <a:gd name="csY60" fmla="*/ 109858 h 148847"/>
              <a:gd name="csX61" fmla="*/ 85067 w 148867"/>
              <a:gd name="csY61" fmla="*/ 109858 h 148847"/>
              <a:gd name="csX62" fmla="*/ 93928 w 148867"/>
              <a:gd name="csY62" fmla="*/ 118721 h 148847"/>
              <a:gd name="csX63" fmla="*/ 85067 w 148867"/>
              <a:gd name="csY63" fmla="*/ 127583 h 148847"/>
              <a:gd name="csX64" fmla="*/ 76206 w 148867"/>
              <a:gd name="csY64" fmla="*/ 118721 h 148847"/>
              <a:gd name="csX65" fmla="*/ 85067 w 148867"/>
              <a:gd name="csY65" fmla="*/ 109858 h 148847"/>
            </a:gdLst>
            <a:ahLst/>
            <a:cxnLst/>
            <a:rect l="l" t="t" r="r" b="b"/>
            <a:pathLst>
              <a:path w="100000" h="100000">
                <a:moveTo>
                  <a:pt x="27381" y="7"/>
                </a:moveTo>
                <a:cubicBezTo>
                  <a:pt x="12302" y="7"/>
                  <a:pt x="0" y="12302"/>
                  <a:pt x="0" y="27386"/>
                </a:cubicBezTo>
                <a:cubicBezTo>
                  <a:pt x="0" y="42458"/>
                  <a:pt x="12302" y="54765"/>
                  <a:pt x="27381" y="54765"/>
                </a:cubicBezTo>
                <a:cubicBezTo>
                  <a:pt x="42461" y="54765"/>
                  <a:pt x="54762" y="42458"/>
                  <a:pt x="54762" y="27386"/>
                </a:cubicBezTo>
                <a:cubicBezTo>
                  <a:pt x="54762" y="12302"/>
                  <a:pt x="42461" y="7"/>
                  <a:pt x="27381" y="7"/>
                </a:cubicBezTo>
                <a:close/>
                <a:moveTo>
                  <a:pt x="27381" y="7149"/>
                </a:moveTo>
                <a:cubicBezTo>
                  <a:pt x="38600" y="7149"/>
                  <a:pt x="47620" y="16165"/>
                  <a:pt x="47620" y="27386"/>
                </a:cubicBezTo>
                <a:cubicBezTo>
                  <a:pt x="47620" y="38608"/>
                  <a:pt x="38600" y="47623"/>
                  <a:pt x="27381" y="47623"/>
                </a:cubicBezTo>
                <a:cubicBezTo>
                  <a:pt x="16161" y="47623"/>
                  <a:pt x="7143" y="38608"/>
                  <a:pt x="7143" y="27386"/>
                </a:cubicBezTo>
                <a:cubicBezTo>
                  <a:pt x="7143" y="16165"/>
                  <a:pt x="16161" y="7149"/>
                  <a:pt x="27381" y="7149"/>
                </a:cubicBezTo>
                <a:close/>
                <a:moveTo>
                  <a:pt x="27326" y="11857"/>
                </a:moveTo>
                <a:cubicBezTo>
                  <a:pt x="26379" y="11868"/>
                  <a:pt x="25476" y="12268"/>
                  <a:pt x="24818" y="12942"/>
                </a:cubicBezTo>
                <a:cubicBezTo>
                  <a:pt x="24159" y="13616"/>
                  <a:pt x="23796" y="14530"/>
                  <a:pt x="23809" y="15479"/>
                </a:cubicBezTo>
                <a:lnTo>
                  <a:pt x="23809" y="27386"/>
                </a:lnTo>
                <a:cubicBezTo>
                  <a:pt x="23809" y="28335"/>
                  <a:pt x="24186" y="29237"/>
                  <a:pt x="24856" y="29911"/>
                </a:cubicBezTo>
                <a:lnTo>
                  <a:pt x="29618" y="34665"/>
                </a:lnTo>
                <a:cubicBezTo>
                  <a:pt x="29946" y="35008"/>
                  <a:pt x="30341" y="35282"/>
                  <a:pt x="30777" y="35477"/>
                </a:cubicBezTo>
                <a:cubicBezTo>
                  <a:pt x="31214" y="35659"/>
                  <a:pt x="31683" y="35762"/>
                  <a:pt x="32158" y="35774"/>
                </a:cubicBezTo>
                <a:cubicBezTo>
                  <a:pt x="32633" y="35774"/>
                  <a:pt x="33104" y="35682"/>
                  <a:pt x="33544" y="35499"/>
                </a:cubicBezTo>
                <a:cubicBezTo>
                  <a:pt x="33984" y="35328"/>
                  <a:pt x="34384" y="35053"/>
                  <a:pt x="34720" y="34722"/>
                </a:cubicBezTo>
                <a:cubicBezTo>
                  <a:pt x="35056" y="34390"/>
                  <a:pt x="35321" y="33991"/>
                  <a:pt x="35501" y="33545"/>
                </a:cubicBezTo>
                <a:cubicBezTo>
                  <a:pt x="35682" y="33111"/>
                  <a:pt x="35770" y="32631"/>
                  <a:pt x="35765" y="32162"/>
                </a:cubicBezTo>
                <a:cubicBezTo>
                  <a:pt x="35761" y="31683"/>
                  <a:pt x="35662" y="31214"/>
                  <a:pt x="35473" y="30780"/>
                </a:cubicBezTo>
                <a:cubicBezTo>
                  <a:pt x="35285" y="30346"/>
                  <a:pt x="35010" y="29946"/>
                  <a:pt x="34668" y="29626"/>
                </a:cubicBezTo>
                <a:lnTo>
                  <a:pt x="30952" y="25900"/>
                </a:lnTo>
                <a:lnTo>
                  <a:pt x="30952" y="15479"/>
                </a:lnTo>
                <a:cubicBezTo>
                  <a:pt x="30959" y="14999"/>
                  <a:pt x="30870" y="14530"/>
                  <a:pt x="30690" y="14085"/>
                </a:cubicBezTo>
                <a:cubicBezTo>
                  <a:pt x="30510" y="13639"/>
                  <a:pt x="30244" y="13239"/>
                  <a:pt x="29905" y="12908"/>
                </a:cubicBezTo>
                <a:cubicBezTo>
                  <a:pt x="29567" y="12565"/>
                  <a:pt x="29165" y="12302"/>
                  <a:pt x="28721" y="12120"/>
                </a:cubicBezTo>
                <a:cubicBezTo>
                  <a:pt x="28278" y="11936"/>
                  <a:pt x="27803" y="11857"/>
                  <a:pt x="27326" y="11857"/>
                </a:cubicBezTo>
                <a:close/>
                <a:moveTo>
                  <a:pt x="56716" y="14291"/>
                </a:moveTo>
                <a:cubicBezTo>
                  <a:pt x="58505" y="18290"/>
                  <a:pt x="59524" y="22712"/>
                  <a:pt x="59524" y="27386"/>
                </a:cubicBezTo>
                <a:cubicBezTo>
                  <a:pt x="59524" y="29420"/>
                  <a:pt x="59315" y="31408"/>
                  <a:pt x="58952" y="33339"/>
                </a:cubicBezTo>
                <a:lnTo>
                  <a:pt x="100000" y="33339"/>
                </a:lnTo>
                <a:lnTo>
                  <a:pt x="100000" y="29763"/>
                </a:lnTo>
                <a:cubicBezTo>
                  <a:pt x="100000" y="21227"/>
                  <a:pt x="93058" y="14291"/>
                  <a:pt x="84524" y="14291"/>
                </a:cubicBezTo>
                <a:lnTo>
                  <a:pt x="56716" y="14291"/>
                </a:lnTo>
                <a:close/>
                <a:moveTo>
                  <a:pt x="56716" y="40481"/>
                </a:moveTo>
                <a:cubicBezTo>
                  <a:pt x="51698" y="51691"/>
                  <a:pt x="40464" y="59519"/>
                  <a:pt x="27381" y="59519"/>
                </a:cubicBezTo>
                <a:cubicBezTo>
                  <a:pt x="22712" y="59519"/>
                  <a:pt x="18288" y="58502"/>
                  <a:pt x="14286" y="56719"/>
                </a:cubicBezTo>
                <a:lnTo>
                  <a:pt x="14286" y="84521"/>
                </a:lnTo>
                <a:cubicBezTo>
                  <a:pt x="14286" y="93045"/>
                  <a:pt x="21228" y="99993"/>
                  <a:pt x="29762" y="99993"/>
                </a:cubicBezTo>
                <a:lnTo>
                  <a:pt x="84524" y="99993"/>
                </a:lnTo>
                <a:cubicBezTo>
                  <a:pt x="93058" y="99993"/>
                  <a:pt x="100000" y="93045"/>
                  <a:pt x="100000" y="84521"/>
                </a:cubicBezTo>
                <a:lnTo>
                  <a:pt x="100000" y="40481"/>
                </a:lnTo>
                <a:lnTo>
                  <a:pt x="56716" y="40481"/>
                </a:lnTo>
                <a:close/>
                <a:moveTo>
                  <a:pt x="57143" y="52377"/>
                </a:moveTo>
                <a:cubicBezTo>
                  <a:pt x="60431" y="52377"/>
                  <a:pt x="63095" y="55040"/>
                  <a:pt x="63095" y="58331"/>
                </a:cubicBezTo>
                <a:cubicBezTo>
                  <a:pt x="63095" y="61621"/>
                  <a:pt x="60431" y="64284"/>
                  <a:pt x="57143" y="64284"/>
                </a:cubicBezTo>
                <a:cubicBezTo>
                  <a:pt x="53855" y="64284"/>
                  <a:pt x="51191" y="61621"/>
                  <a:pt x="51191" y="58331"/>
                </a:cubicBezTo>
                <a:cubicBezTo>
                  <a:pt x="51191" y="55040"/>
                  <a:pt x="53855" y="52377"/>
                  <a:pt x="57143" y="52377"/>
                </a:cubicBezTo>
                <a:close/>
                <a:moveTo>
                  <a:pt x="77380" y="52377"/>
                </a:moveTo>
                <a:cubicBezTo>
                  <a:pt x="80669" y="52377"/>
                  <a:pt x="83334" y="55040"/>
                  <a:pt x="83334" y="58331"/>
                </a:cubicBezTo>
                <a:cubicBezTo>
                  <a:pt x="83334" y="61621"/>
                  <a:pt x="80669" y="64284"/>
                  <a:pt x="77380" y="64284"/>
                </a:cubicBezTo>
                <a:cubicBezTo>
                  <a:pt x="74093" y="64284"/>
                  <a:pt x="71429" y="61621"/>
                  <a:pt x="71429" y="58331"/>
                </a:cubicBezTo>
                <a:cubicBezTo>
                  <a:pt x="71429" y="55040"/>
                  <a:pt x="74093" y="52377"/>
                  <a:pt x="77380" y="52377"/>
                </a:cubicBezTo>
                <a:close/>
                <a:moveTo>
                  <a:pt x="36905" y="73803"/>
                </a:moveTo>
                <a:cubicBezTo>
                  <a:pt x="40193" y="73803"/>
                  <a:pt x="42857" y="76465"/>
                  <a:pt x="42857" y="79756"/>
                </a:cubicBezTo>
                <a:cubicBezTo>
                  <a:pt x="42857" y="83047"/>
                  <a:pt x="40193" y="85709"/>
                  <a:pt x="36905" y="85709"/>
                </a:cubicBezTo>
                <a:cubicBezTo>
                  <a:pt x="33617" y="85709"/>
                  <a:pt x="30952" y="83047"/>
                  <a:pt x="30952" y="79756"/>
                </a:cubicBezTo>
                <a:cubicBezTo>
                  <a:pt x="30952" y="76465"/>
                  <a:pt x="33617" y="73803"/>
                  <a:pt x="36905" y="73803"/>
                </a:cubicBezTo>
                <a:close/>
                <a:moveTo>
                  <a:pt x="57143" y="73803"/>
                </a:moveTo>
                <a:cubicBezTo>
                  <a:pt x="60431" y="73803"/>
                  <a:pt x="63095" y="76465"/>
                  <a:pt x="63095" y="79756"/>
                </a:cubicBezTo>
                <a:cubicBezTo>
                  <a:pt x="63095" y="83047"/>
                  <a:pt x="60431" y="85709"/>
                  <a:pt x="57143" y="85709"/>
                </a:cubicBezTo>
                <a:cubicBezTo>
                  <a:pt x="53855" y="85709"/>
                  <a:pt x="51191" y="83047"/>
                  <a:pt x="51191" y="79756"/>
                </a:cubicBezTo>
                <a:cubicBezTo>
                  <a:pt x="51191" y="76465"/>
                  <a:pt x="53855" y="73803"/>
                  <a:pt x="57143" y="7380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5" name="Белый — SVG 20">
            <a:extLst>
              <a:ext uri="{FF2B5EF4-FFF2-40B4-BE49-F238E27FC236}">
                <a16:creationId xmlns:a16="http://schemas.microsoft.com/office/drawing/2014/main" id="{AD3479CE-9B7F-FF43-A711-658AE94281B6}"/>
              </a:ext>
            </a:extLst>
          </p:cNvPr>
          <p:cNvSpPr>
            <a:spLocks noGrp="1"/>
          </p:cNvSpPr>
          <p:nvPr/>
        </p:nvSpPr>
        <p:spPr>
          <a:xfrm>
            <a:off x="1020000" y="5010000"/>
            <a:ext cx="220000" cy="220000"/>
          </a:xfrm>
          <a:custGeom>
            <a:avLst/>
            <a:gdLst>
              <a:gd name="csX0" fmla="*/ 44303 w 148867"/>
              <a:gd name="csY0" fmla="*/ 0 h 131206"/>
              <a:gd name="csX1" fmla="*/ 28361 w 148867"/>
              <a:gd name="csY1" fmla="*/ 15940 h 131206"/>
              <a:gd name="csX2" fmla="*/ 28361 w 148867"/>
              <a:gd name="csY2" fmla="*/ 24802 h 131206"/>
              <a:gd name="csX3" fmla="*/ 15942 w 148867"/>
              <a:gd name="csY3" fmla="*/ 24802 h 131206"/>
              <a:gd name="csX4" fmla="*/ 0 w 148867"/>
              <a:gd name="csY4" fmla="*/ 40759 h 131206"/>
              <a:gd name="csX5" fmla="*/ 0 w 148867"/>
              <a:gd name="csY5" fmla="*/ 93918 h 131206"/>
              <a:gd name="csX6" fmla="*/ 15942 w 148867"/>
              <a:gd name="csY6" fmla="*/ 109858 h 131206"/>
              <a:gd name="csX7" fmla="*/ 26575 w 148867"/>
              <a:gd name="csY7" fmla="*/ 109858 h 131206"/>
              <a:gd name="csX8" fmla="*/ 30335 w 148867"/>
              <a:gd name="csY8" fmla="*/ 108310 h 131206"/>
              <a:gd name="csX9" fmla="*/ 31900 w 148867"/>
              <a:gd name="csY9" fmla="*/ 104550 h 131206"/>
              <a:gd name="csX10" fmla="*/ 31900 w 148867"/>
              <a:gd name="csY10" fmla="*/ 92149 h 131206"/>
              <a:gd name="csX11" fmla="*/ 33822 w 148867"/>
              <a:gd name="csY11" fmla="*/ 87097 h 131206"/>
              <a:gd name="csX12" fmla="*/ 37209 w 148867"/>
              <a:gd name="csY12" fmla="*/ 85056 h 131206"/>
              <a:gd name="csX13" fmla="*/ 111642 w 148867"/>
              <a:gd name="csY13" fmla="*/ 85056 h 131206"/>
              <a:gd name="csX14" fmla="*/ 116967 w 148867"/>
              <a:gd name="csY14" fmla="*/ 90363 h 131206"/>
              <a:gd name="csX15" fmla="*/ 116967 w 148867"/>
              <a:gd name="csY15" fmla="*/ 104550 h 131206"/>
              <a:gd name="csX16" fmla="*/ 118532 w 148867"/>
              <a:gd name="csY16" fmla="*/ 108310 h 131206"/>
              <a:gd name="csX17" fmla="*/ 122276 w 148867"/>
              <a:gd name="csY17" fmla="*/ 109858 h 131206"/>
              <a:gd name="csX18" fmla="*/ 132909 w 148867"/>
              <a:gd name="csY18" fmla="*/ 109858 h 131206"/>
              <a:gd name="csX19" fmla="*/ 148867 w 148867"/>
              <a:gd name="csY19" fmla="*/ 93918 h 131206"/>
              <a:gd name="csX20" fmla="*/ 148867 w 148867"/>
              <a:gd name="csY20" fmla="*/ 40759 h 131206"/>
              <a:gd name="csX21" fmla="*/ 132909 w 148867"/>
              <a:gd name="csY21" fmla="*/ 24802 h 131206"/>
              <a:gd name="csX22" fmla="*/ 120506 w 148867"/>
              <a:gd name="csY22" fmla="*/ 24802 h 131206"/>
              <a:gd name="csX23" fmla="*/ 120506 w 148867"/>
              <a:gd name="csY23" fmla="*/ 15940 h 131206"/>
              <a:gd name="csX24" fmla="*/ 104564 w 148867"/>
              <a:gd name="csY24" fmla="*/ 0 h 131206"/>
              <a:gd name="csX25" fmla="*/ 44303 w 148867"/>
              <a:gd name="csY25" fmla="*/ 0 h 131206"/>
              <a:gd name="csX26" fmla="*/ 44303 w 148867"/>
              <a:gd name="csY26" fmla="*/ 10632 h 131206"/>
              <a:gd name="csX27" fmla="*/ 104564 w 148867"/>
              <a:gd name="csY27" fmla="*/ 10632 h 131206"/>
              <a:gd name="csX28" fmla="*/ 109873 w 148867"/>
              <a:gd name="csY28" fmla="*/ 15940 h 131206"/>
              <a:gd name="csX29" fmla="*/ 109873 w 148867"/>
              <a:gd name="csY29" fmla="*/ 24802 h 131206"/>
              <a:gd name="csX30" fmla="*/ 38995 w 148867"/>
              <a:gd name="csY30" fmla="*/ 24802 h 131206"/>
              <a:gd name="csX31" fmla="*/ 38995 w 148867"/>
              <a:gd name="csY31" fmla="*/ 15940 h 131206"/>
              <a:gd name="csX32" fmla="*/ 44303 w 148867"/>
              <a:gd name="csY32" fmla="*/ 10632 h 131206"/>
              <a:gd name="csX33" fmla="*/ 49543 w 148867"/>
              <a:gd name="csY33" fmla="*/ 92064 h 131206"/>
              <a:gd name="csX34" fmla="*/ 45800 w 148867"/>
              <a:gd name="csY34" fmla="*/ 93680 h 131206"/>
              <a:gd name="csX35" fmla="*/ 44303 w 148867"/>
              <a:gd name="csY35" fmla="*/ 97457 h 131206"/>
              <a:gd name="csX36" fmla="*/ 44303 w 148867"/>
              <a:gd name="csY36" fmla="*/ 115182 h 131206"/>
              <a:gd name="csX37" fmla="*/ 44694 w 148867"/>
              <a:gd name="csY37" fmla="*/ 117240 h 131206"/>
              <a:gd name="csX38" fmla="*/ 45834 w 148867"/>
              <a:gd name="csY38" fmla="*/ 118993 h 131206"/>
              <a:gd name="csX39" fmla="*/ 47569 w 148867"/>
              <a:gd name="csY39" fmla="*/ 120166 h 131206"/>
              <a:gd name="csX40" fmla="*/ 49628 w 148867"/>
              <a:gd name="csY40" fmla="*/ 120575 h 131206"/>
              <a:gd name="csX41" fmla="*/ 51670 w 148867"/>
              <a:gd name="csY41" fmla="*/ 120166 h 131206"/>
              <a:gd name="csX42" fmla="*/ 53405 w 148867"/>
              <a:gd name="csY42" fmla="*/ 118993 h 131206"/>
              <a:gd name="csX43" fmla="*/ 54562 w 148867"/>
              <a:gd name="csY43" fmla="*/ 117240 h 131206"/>
              <a:gd name="csX44" fmla="*/ 54936 w 148867"/>
              <a:gd name="csY44" fmla="*/ 115182 h 131206"/>
              <a:gd name="csX45" fmla="*/ 54936 w 148867"/>
              <a:gd name="csY45" fmla="*/ 97457 h 131206"/>
              <a:gd name="csX46" fmla="*/ 54545 w 148867"/>
              <a:gd name="csY46" fmla="*/ 95381 h 131206"/>
              <a:gd name="csX47" fmla="*/ 53388 w 148867"/>
              <a:gd name="csY47" fmla="*/ 93629 h 131206"/>
              <a:gd name="csX48" fmla="*/ 51619 w 148867"/>
              <a:gd name="csY48" fmla="*/ 92456 h 131206"/>
              <a:gd name="csX49" fmla="*/ 49543 w 148867"/>
              <a:gd name="csY49" fmla="*/ 92064 h 131206"/>
              <a:gd name="csX50" fmla="*/ 74349 w 148867"/>
              <a:gd name="csY50" fmla="*/ 92064 h 131206"/>
              <a:gd name="csX51" fmla="*/ 70623 w 148867"/>
              <a:gd name="csY51" fmla="*/ 93680 h 131206"/>
              <a:gd name="csX52" fmla="*/ 69109 w 148867"/>
              <a:gd name="csY52" fmla="*/ 97457 h 131206"/>
              <a:gd name="csX53" fmla="*/ 69109 w 148867"/>
              <a:gd name="csY53" fmla="*/ 125814 h 131206"/>
              <a:gd name="csX54" fmla="*/ 69500 w 148867"/>
              <a:gd name="csY54" fmla="*/ 127872 h 131206"/>
              <a:gd name="csX55" fmla="*/ 70640 w 148867"/>
              <a:gd name="csY55" fmla="*/ 129625 h 131206"/>
              <a:gd name="csX56" fmla="*/ 72375 w 148867"/>
              <a:gd name="csY56" fmla="*/ 130798 h 131206"/>
              <a:gd name="csX57" fmla="*/ 74434 w 148867"/>
              <a:gd name="csY57" fmla="*/ 131206 h 131206"/>
              <a:gd name="csX58" fmla="*/ 76492 w 148867"/>
              <a:gd name="csY58" fmla="*/ 130798 h 131206"/>
              <a:gd name="csX59" fmla="*/ 78228 w 148867"/>
              <a:gd name="csY59" fmla="*/ 129625 h 131206"/>
              <a:gd name="csX60" fmla="*/ 79367 w 148867"/>
              <a:gd name="csY60" fmla="*/ 127872 h 131206"/>
              <a:gd name="csX61" fmla="*/ 79742 w 148867"/>
              <a:gd name="csY61" fmla="*/ 125814 h 131206"/>
              <a:gd name="csX62" fmla="*/ 79742 w 148867"/>
              <a:gd name="csY62" fmla="*/ 97457 h 131206"/>
              <a:gd name="csX63" fmla="*/ 79367 w 148867"/>
              <a:gd name="csY63" fmla="*/ 95381 h 131206"/>
              <a:gd name="csX64" fmla="*/ 78194 w 148867"/>
              <a:gd name="csY64" fmla="*/ 93629 h 131206"/>
              <a:gd name="csX65" fmla="*/ 76424 w 148867"/>
              <a:gd name="csY65" fmla="*/ 92456 h 131206"/>
              <a:gd name="csX66" fmla="*/ 74349 w 148867"/>
              <a:gd name="csY66" fmla="*/ 92064 h 131206"/>
              <a:gd name="csX67" fmla="*/ 99154 w 148867"/>
              <a:gd name="csY67" fmla="*/ 92064 h 131206"/>
              <a:gd name="csX68" fmla="*/ 95428 w 148867"/>
              <a:gd name="csY68" fmla="*/ 93680 h 131206"/>
              <a:gd name="csX69" fmla="*/ 93931 w 148867"/>
              <a:gd name="csY69" fmla="*/ 97457 h 131206"/>
              <a:gd name="csX70" fmla="*/ 93931 w 148867"/>
              <a:gd name="csY70" fmla="*/ 115182 h 131206"/>
              <a:gd name="csX71" fmla="*/ 94305 w 148867"/>
              <a:gd name="csY71" fmla="*/ 117240 h 131206"/>
              <a:gd name="csX72" fmla="*/ 95462 w 148867"/>
              <a:gd name="csY72" fmla="*/ 118993 h 131206"/>
              <a:gd name="csX73" fmla="*/ 97197 w 148867"/>
              <a:gd name="csY73" fmla="*/ 120166 h 131206"/>
              <a:gd name="csX74" fmla="*/ 99239 w 148867"/>
              <a:gd name="csY74" fmla="*/ 120575 h 131206"/>
              <a:gd name="csX75" fmla="*/ 101298 w 148867"/>
              <a:gd name="csY75" fmla="*/ 120166 h 131206"/>
              <a:gd name="csX76" fmla="*/ 103033 w 148867"/>
              <a:gd name="csY76" fmla="*/ 118993 h 131206"/>
              <a:gd name="csX77" fmla="*/ 104173 w 148867"/>
              <a:gd name="csY77" fmla="*/ 117240 h 131206"/>
              <a:gd name="csX78" fmla="*/ 104564 w 148867"/>
              <a:gd name="csY78" fmla="*/ 115182 h 131206"/>
              <a:gd name="csX79" fmla="*/ 104564 w 148867"/>
              <a:gd name="csY79" fmla="*/ 97457 h 131206"/>
              <a:gd name="csX80" fmla="*/ 104173 w 148867"/>
              <a:gd name="csY80" fmla="*/ 95381 h 131206"/>
              <a:gd name="csX81" fmla="*/ 102999 w 148867"/>
              <a:gd name="csY81" fmla="*/ 93629 h 131206"/>
              <a:gd name="csX82" fmla="*/ 101247 w 148867"/>
              <a:gd name="csY82" fmla="*/ 92456 h 131206"/>
              <a:gd name="csX83" fmla="*/ 99154 w 148867"/>
              <a:gd name="csY83" fmla="*/ 92064 h 131206"/>
            </a:gdLst>
            <a:ahLst/>
            <a:cxnLst/>
            <a:rect l="l" t="t" r="r" b="b"/>
            <a:pathLst>
              <a:path w="100000" h="100000">
                <a:moveTo>
                  <a:pt x="29760" y="5932"/>
                </a:moveTo>
                <a:cubicBezTo>
                  <a:pt x="23886" y="5932"/>
                  <a:pt x="19051" y="10766"/>
                  <a:pt x="19051" y="16639"/>
                </a:cubicBezTo>
                <a:lnTo>
                  <a:pt x="19051" y="22592"/>
                </a:lnTo>
                <a:lnTo>
                  <a:pt x="10709" y="22592"/>
                </a:lnTo>
                <a:cubicBezTo>
                  <a:pt x="4835" y="22592"/>
                  <a:pt x="0" y="27438"/>
                  <a:pt x="0" y="33311"/>
                </a:cubicBezTo>
                <a:lnTo>
                  <a:pt x="0" y="69020"/>
                </a:lnTo>
                <a:cubicBezTo>
                  <a:pt x="0" y="74894"/>
                  <a:pt x="4835" y="79728"/>
                  <a:pt x="10709" y="79728"/>
                </a:cubicBezTo>
                <a:lnTo>
                  <a:pt x="17852" y="79728"/>
                </a:lnTo>
                <a:cubicBezTo>
                  <a:pt x="18800" y="79728"/>
                  <a:pt x="19714" y="79350"/>
                  <a:pt x="20377" y="78688"/>
                </a:cubicBezTo>
                <a:cubicBezTo>
                  <a:pt x="21052" y="78014"/>
                  <a:pt x="21429" y="77111"/>
                  <a:pt x="21429" y="76162"/>
                </a:cubicBezTo>
                <a:lnTo>
                  <a:pt x="21429" y="67832"/>
                </a:lnTo>
                <a:cubicBezTo>
                  <a:pt x="21429" y="66815"/>
                  <a:pt x="21943" y="65398"/>
                  <a:pt x="22720" y="64438"/>
                </a:cubicBezTo>
                <a:cubicBezTo>
                  <a:pt x="23509" y="63467"/>
                  <a:pt x="24355" y="63067"/>
                  <a:pt x="24995" y="63067"/>
                </a:cubicBezTo>
                <a:lnTo>
                  <a:pt x="74994" y="63067"/>
                </a:lnTo>
                <a:cubicBezTo>
                  <a:pt x="77017" y="63067"/>
                  <a:pt x="78571" y="64621"/>
                  <a:pt x="78571" y="66632"/>
                </a:cubicBezTo>
                <a:lnTo>
                  <a:pt x="78571" y="76162"/>
                </a:lnTo>
                <a:cubicBezTo>
                  <a:pt x="78571" y="77111"/>
                  <a:pt x="78949" y="78014"/>
                  <a:pt x="79623" y="78688"/>
                </a:cubicBezTo>
                <a:cubicBezTo>
                  <a:pt x="80286" y="79350"/>
                  <a:pt x="81200" y="79728"/>
                  <a:pt x="82138" y="79728"/>
                </a:cubicBezTo>
                <a:lnTo>
                  <a:pt x="89280" y="79728"/>
                </a:lnTo>
                <a:cubicBezTo>
                  <a:pt x="95166" y="79728"/>
                  <a:pt x="100000" y="74894"/>
                  <a:pt x="100000" y="69020"/>
                </a:cubicBezTo>
                <a:lnTo>
                  <a:pt x="100000" y="33311"/>
                </a:lnTo>
                <a:cubicBezTo>
                  <a:pt x="100000" y="27438"/>
                  <a:pt x="95166" y="22592"/>
                  <a:pt x="89280" y="22592"/>
                </a:cubicBezTo>
                <a:lnTo>
                  <a:pt x="80949" y="22592"/>
                </a:lnTo>
                <a:lnTo>
                  <a:pt x="80949" y="16639"/>
                </a:lnTo>
                <a:cubicBezTo>
                  <a:pt x="80949" y="10766"/>
                  <a:pt x="76114" y="5932"/>
                  <a:pt x="70240" y="5932"/>
                </a:cubicBezTo>
                <a:lnTo>
                  <a:pt x="29760" y="5932"/>
                </a:lnTo>
                <a:close/>
                <a:moveTo>
                  <a:pt x="29760" y="13074"/>
                </a:moveTo>
                <a:lnTo>
                  <a:pt x="70240" y="13074"/>
                </a:lnTo>
                <a:cubicBezTo>
                  <a:pt x="72252" y="13074"/>
                  <a:pt x="73806" y="14628"/>
                  <a:pt x="73806" y="16639"/>
                </a:cubicBezTo>
                <a:lnTo>
                  <a:pt x="73806" y="22592"/>
                </a:lnTo>
                <a:lnTo>
                  <a:pt x="26195" y="22592"/>
                </a:lnTo>
                <a:lnTo>
                  <a:pt x="26195" y="16639"/>
                </a:lnTo>
                <a:cubicBezTo>
                  <a:pt x="26195" y="14628"/>
                  <a:pt x="27749" y="13074"/>
                  <a:pt x="29760" y="13074"/>
                </a:cubicBezTo>
                <a:close/>
                <a:moveTo>
                  <a:pt x="33280" y="67775"/>
                </a:moveTo>
                <a:cubicBezTo>
                  <a:pt x="32332" y="67786"/>
                  <a:pt x="31429" y="68186"/>
                  <a:pt x="30766" y="68860"/>
                </a:cubicBezTo>
                <a:cubicBezTo>
                  <a:pt x="30114" y="69535"/>
                  <a:pt x="29749" y="70449"/>
                  <a:pt x="29760" y="71398"/>
                </a:cubicBezTo>
                <a:lnTo>
                  <a:pt x="29760" y="83304"/>
                </a:lnTo>
                <a:cubicBezTo>
                  <a:pt x="29760" y="83773"/>
                  <a:pt x="29840" y="84241"/>
                  <a:pt x="30023" y="84687"/>
                </a:cubicBezTo>
                <a:cubicBezTo>
                  <a:pt x="30194" y="85121"/>
                  <a:pt x="30457" y="85521"/>
                  <a:pt x="30789" y="85864"/>
                </a:cubicBezTo>
                <a:cubicBezTo>
                  <a:pt x="31120" y="86195"/>
                  <a:pt x="31520" y="86469"/>
                  <a:pt x="31954" y="86652"/>
                </a:cubicBezTo>
                <a:cubicBezTo>
                  <a:pt x="32389" y="86836"/>
                  <a:pt x="32858" y="86927"/>
                  <a:pt x="33337" y="86927"/>
                </a:cubicBezTo>
                <a:cubicBezTo>
                  <a:pt x="33806" y="86927"/>
                  <a:pt x="34274" y="86836"/>
                  <a:pt x="34709" y="86652"/>
                </a:cubicBezTo>
                <a:cubicBezTo>
                  <a:pt x="35143" y="86469"/>
                  <a:pt x="35543" y="86195"/>
                  <a:pt x="35874" y="85864"/>
                </a:cubicBezTo>
                <a:cubicBezTo>
                  <a:pt x="36205" y="85521"/>
                  <a:pt x="36469" y="85121"/>
                  <a:pt x="36652" y="84687"/>
                </a:cubicBezTo>
                <a:cubicBezTo>
                  <a:pt x="36823" y="84241"/>
                  <a:pt x="36914" y="83773"/>
                  <a:pt x="36903" y="83304"/>
                </a:cubicBezTo>
                <a:lnTo>
                  <a:pt x="36903" y="71398"/>
                </a:lnTo>
                <a:cubicBezTo>
                  <a:pt x="36914" y="70917"/>
                  <a:pt x="36823" y="70449"/>
                  <a:pt x="36640" y="70003"/>
                </a:cubicBezTo>
                <a:cubicBezTo>
                  <a:pt x="36457" y="69558"/>
                  <a:pt x="36194" y="69158"/>
                  <a:pt x="35863" y="68826"/>
                </a:cubicBezTo>
                <a:cubicBezTo>
                  <a:pt x="35520" y="68484"/>
                  <a:pt x="35120" y="68221"/>
                  <a:pt x="34675" y="68038"/>
                </a:cubicBezTo>
                <a:cubicBezTo>
                  <a:pt x="34229" y="67855"/>
                  <a:pt x="33760" y="67775"/>
                  <a:pt x="33280" y="67775"/>
                </a:cubicBezTo>
                <a:close/>
                <a:moveTo>
                  <a:pt x="49943" y="67775"/>
                </a:moveTo>
                <a:cubicBezTo>
                  <a:pt x="48995" y="67786"/>
                  <a:pt x="48092" y="68186"/>
                  <a:pt x="47440" y="68860"/>
                </a:cubicBezTo>
                <a:cubicBezTo>
                  <a:pt x="46777" y="69535"/>
                  <a:pt x="46412" y="70449"/>
                  <a:pt x="46423" y="71398"/>
                </a:cubicBezTo>
                <a:lnTo>
                  <a:pt x="46423" y="90446"/>
                </a:lnTo>
                <a:cubicBezTo>
                  <a:pt x="46423" y="90915"/>
                  <a:pt x="46514" y="91383"/>
                  <a:pt x="46686" y="91829"/>
                </a:cubicBezTo>
                <a:cubicBezTo>
                  <a:pt x="46857" y="92263"/>
                  <a:pt x="47120" y="92663"/>
                  <a:pt x="47452" y="93006"/>
                </a:cubicBezTo>
                <a:cubicBezTo>
                  <a:pt x="47794" y="93337"/>
                  <a:pt x="48183" y="93611"/>
                  <a:pt x="48617" y="93794"/>
                </a:cubicBezTo>
                <a:cubicBezTo>
                  <a:pt x="49063" y="93978"/>
                  <a:pt x="49531" y="94068"/>
                  <a:pt x="50000" y="94068"/>
                </a:cubicBezTo>
                <a:cubicBezTo>
                  <a:pt x="50469" y="94068"/>
                  <a:pt x="50937" y="93978"/>
                  <a:pt x="51383" y="93794"/>
                </a:cubicBezTo>
                <a:cubicBezTo>
                  <a:pt x="51817" y="93611"/>
                  <a:pt x="52206" y="93337"/>
                  <a:pt x="52549" y="93006"/>
                </a:cubicBezTo>
                <a:cubicBezTo>
                  <a:pt x="52880" y="92663"/>
                  <a:pt x="53143" y="92263"/>
                  <a:pt x="53314" y="91829"/>
                </a:cubicBezTo>
                <a:cubicBezTo>
                  <a:pt x="53486" y="91383"/>
                  <a:pt x="53577" y="90915"/>
                  <a:pt x="53566" y="90446"/>
                </a:cubicBezTo>
                <a:lnTo>
                  <a:pt x="53566" y="71398"/>
                </a:lnTo>
                <a:cubicBezTo>
                  <a:pt x="53577" y="70917"/>
                  <a:pt x="53486" y="70449"/>
                  <a:pt x="53314" y="70003"/>
                </a:cubicBezTo>
                <a:cubicBezTo>
                  <a:pt x="53131" y="69558"/>
                  <a:pt x="52857" y="69158"/>
                  <a:pt x="52526" y="68826"/>
                </a:cubicBezTo>
                <a:cubicBezTo>
                  <a:pt x="52183" y="68484"/>
                  <a:pt x="51783" y="68221"/>
                  <a:pt x="51337" y="68038"/>
                </a:cubicBezTo>
                <a:cubicBezTo>
                  <a:pt x="50892" y="67855"/>
                  <a:pt x="50423" y="67775"/>
                  <a:pt x="49943" y="67775"/>
                </a:cubicBezTo>
                <a:close/>
                <a:moveTo>
                  <a:pt x="66606" y="67775"/>
                </a:moveTo>
                <a:cubicBezTo>
                  <a:pt x="65669" y="67786"/>
                  <a:pt x="64766" y="68186"/>
                  <a:pt x="64103" y="68860"/>
                </a:cubicBezTo>
                <a:cubicBezTo>
                  <a:pt x="63440" y="69535"/>
                  <a:pt x="63086" y="70449"/>
                  <a:pt x="63097" y="71398"/>
                </a:cubicBezTo>
                <a:lnTo>
                  <a:pt x="63097" y="83304"/>
                </a:lnTo>
                <a:cubicBezTo>
                  <a:pt x="63086" y="83773"/>
                  <a:pt x="63177" y="84241"/>
                  <a:pt x="63348" y="84687"/>
                </a:cubicBezTo>
                <a:cubicBezTo>
                  <a:pt x="63532" y="85121"/>
                  <a:pt x="63795" y="85521"/>
                  <a:pt x="64126" y="85864"/>
                </a:cubicBezTo>
                <a:cubicBezTo>
                  <a:pt x="64457" y="86195"/>
                  <a:pt x="64857" y="86469"/>
                  <a:pt x="65291" y="86652"/>
                </a:cubicBezTo>
                <a:cubicBezTo>
                  <a:pt x="65726" y="86836"/>
                  <a:pt x="66195" y="86927"/>
                  <a:pt x="66663" y="86927"/>
                </a:cubicBezTo>
                <a:cubicBezTo>
                  <a:pt x="67143" y="86927"/>
                  <a:pt x="67611" y="86836"/>
                  <a:pt x="68046" y="86652"/>
                </a:cubicBezTo>
                <a:cubicBezTo>
                  <a:pt x="68480" y="86469"/>
                  <a:pt x="68880" y="86195"/>
                  <a:pt x="69211" y="85864"/>
                </a:cubicBezTo>
                <a:cubicBezTo>
                  <a:pt x="69543" y="85521"/>
                  <a:pt x="69806" y="85121"/>
                  <a:pt x="69977" y="84687"/>
                </a:cubicBezTo>
                <a:cubicBezTo>
                  <a:pt x="70160" y="84241"/>
                  <a:pt x="70240" y="83773"/>
                  <a:pt x="70240" y="83304"/>
                </a:cubicBezTo>
                <a:lnTo>
                  <a:pt x="70240" y="71398"/>
                </a:lnTo>
                <a:cubicBezTo>
                  <a:pt x="70240" y="70917"/>
                  <a:pt x="70160" y="70449"/>
                  <a:pt x="69977" y="70003"/>
                </a:cubicBezTo>
                <a:cubicBezTo>
                  <a:pt x="69795" y="69558"/>
                  <a:pt x="69532" y="69158"/>
                  <a:pt x="69189" y="68826"/>
                </a:cubicBezTo>
                <a:cubicBezTo>
                  <a:pt x="68857" y="68484"/>
                  <a:pt x="68446" y="68221"/>
                  <a:pt x="68012" y="68038"/>
                </a:cubicBezTo>
                <a:cubicBezTo>
                  <a:pt x="67566" y="67855"/>
                  <a:pt x="67086" y="67775"/>
                  <a:pt x="66606" y="6777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6" name="Белый — SVG 21">
            <a:extLst>
              <a:ext uri="{FF2B5EF4-FFF2-40B4-BE49-F238E27FC236}">
                <a16:creationId xmlns:a16="http://schemas.microsoft.com/office/drawing/2014/main" id="{3B7DA947-B7E2-4E4A-800D-E7662D928EDD}"/>
              </a:ext>
            </a:extLst>
          </p:cNvPr>
          <p:cNvSpPr>
            <a:spLocks noGrp="1"/>
          </p:cNvSpPr>
          <p:nvPr/>
        </p:nvSpPr>
        <p:spPr>
          <a:xfrm>
            <a:off x="1620000" y="5010000"/>
            <a:ext cx="220000" cy="220000"/>
          </a:xfrm>
          <a:custGeom>
            <a:avLst/>
            <a:gdLst>
              <a:gd name="csX0" fmla="*/ 70895 w 141772"/>
              <a:gd name="csY0" fmla="*/ 0 h 127583"/>
              <a:gd name="csX1" fmla="*/ 0 w 141772"/>
              <a:gd name="csY1" fmla="*/ 70885 h 127583"/>
              <a:gd name="csX2" fmla="*/ 26949 w 141772"/>
              <a:gd name="csY2" fmla="*/ 126426 h 127583"/>
              <a:gd name="csX3" fmla="*/ 30233 w 141772"/>
              <a:gd name="csY3" fmla="*/ 127583 h 127583"/>
              <a:gd name="csX4" fmla="*/ 111540 w 141772"/>
              <a:gd name="csY4" fmla="*/ 127583 h 127583"/>
              <a:gd name="csX5" fmla="*/ 114841 w 141772"/>
              <a:gd name="csY5" fmla="*/ 126426 h 127583"/>
              <a:gd name="csX6" fmla="*/ 141773 w 141772"/>
              <a:gd name="csY6" fmla="*/ 70885 h 127583"/>
              <a:gd name="csX7" fmla="*/ 70895 w 141772"/>
              <a:gd name="csY7" fmla="*/ 0 h 127583"/>
              <a:gd name="csX8" fmla="*/ 40645 w 141772"/>
              <a:gd name="csY8" fmla="*/ 108327 h 127583"/>
              <a:gd name="csX9" fmla="*/ 36902 w 141772"/>
              <a:gd name="csY9" fmla="*/ 109858 h 127583"/>
              <a:gd name="csX10" fmla="*/ 33125 w 141772"/>
              <a:gd name="csY10" fmla="*/ 108293 h 127583"/>
              <a:gd name="csX11" fmla="*/ 17728 w 141772"/>
              <a:gd name="csY11" fmla="*/ 70885 h 127583"/>
              <a:gd name="csX12" fmla="*/ 70895 w 141772"/>
              <a:gd name="csY12" fmla="*/ 17726 h 127583"/>
              <a:gd name="csX13" fmla="*/ 88606 w 141772"/>
              <a:gd name="csY13" fmla="*/ 20753 h 127583"/>
              <a:gd name="csX14" fmla="*/ 91855 w 141772"/>
              <a:gd name="csY14" fmla="*/ 27524 h 127583"/>
              <a:gd name="csX15" fmla="*/ 85067 w 141772"/>
              <a:gd name="csY15" fmla="*/ 30773 h 127583"/>
              <a:gd name="csX16" fmla="*/ 70895 w 141772"/>
              <a:gd name="csY16" fmla="*/ 28358 h 127583"/>
              <a:gd name="csX17" fmla="*/ 28361 w 141772"/>
              <a:gd name="csY17" fmla="*/ 70885 h 127583"/>
              <a:gd name="csX18" fmla="*/ 40679 w 141772"/>
              <a:gd name="csY18" fmla="*/ 100808 h 127583"/>
              <a:gd name="csX19" fmla="*/ 40645 w 141772"/>
              <a:gd name="csY19" fmla="*/ 108327 h 127583"/>
              <a:gd name="csX20" fmla="*/ 70895 w 141772"/>
              <a:gd name="csY20" fmla="*/ 81517 h 127583"/>
              <a:gd name="csX21" fmla="*/ 60261 w 141772"/>
              <a:gd name="csY21" fmla="*/ 70885 h 127583"/>
              <a:gd name="csX22" fmla="*/ 70895 w 141772"/>
              <a:gd name="csY22" fmla="*/ 60253 h 127583"/>
              <a:gd name="csX23" fmla="*/ 73600 w 141772"/>
              <a:gd name="csY23" fmla="*/ 60645 h 127583"/>
              <a:gd name="csX24" fmla="*/ 100804 w 141772"/>
              <a:gd name="csY24" fmla="*/ 33461 h 127583"/>
              <a:gd name="csX25" fmla="*/ 108324 w 141772"/>
              <a:gd name="csY25" fmla="*/ 33461 h 127583"/>
              <a:gd name="csX26" fmla="*/ 108324 w 141772"/>
              <a:gd name="csY26" fmla="*/ 40980 h 127583"/>
              <a:gd name="csX27" fmla="*/ 81120 w 141772"/>
              <a:gd name="csY27" fmla="*/ 68163 h 127583"/>
              <a:gd name="csX28" fmla="*/ 81528 w 141772"/>
              <a:gd name="csY28" fmla="*/ 70885 h 127583"/>
              <a:gd name="csX29" fmla="*/ 70895 w 141772"/>
              <a:gd name="csY29" fmla="*/ 81517 h 127583"/>
              <a:gd name="csX30" fmla="*/ 108648 w 141772"/>
              <a:gd name="csY30" fmla="*/ 108293 h 127583"/>
              <a:gd name="csX31" fmla="*/ 104870 w 141772"/>
              <a:gd name="csY31" fmla="*/ 109858 h 127583"/>
              <a:gd name="csX32" fmla="*/ 101128 w 141772"/>
              <a:gd name="csY32" fmla="*/ 108327 h 127583"/>
              <a:gd name="csX33" fmla="*/ 101094 w 141772"/>
              <a:gd name="csY33" fmla="*/ 100808 h 127583"/>
              <a:gd name="csX34" fmla="*/ 113428 w 141772"/>
              <a:gd name="csY34" fmla="*/ 70885 h 127583"/>
              <a:gd name="csX35" fmla="*/ 110995 w 141772"/>
              <a:gd name="csY35" fmla="*/ 56698 h 127583"/>
              <a:gd name="csX36" fmla="*/ 114245 w 141772"/>
              <a:gd name="csY36" fmla="*/ 49911 h 127583"/>
              <a:gd name="csX37" fmla="*/ 121033 w 141772"/>
              <a:gd name="csY37" fmla="*/ 53160 h 127583"/>
              <a:gd name="csX38" fmla="*/ 124062 w 141772"/>
              <a:gd name="csY38" fmla="*/ 70885 h 127583"/>
              <a:gd name="csX39" fmla="*/ 108648 w 141772"/>
              <a:gd name="csY39" fmla="*/ 108293 h 127583"/>
            </a:gdLst>
            <a:ahLst/>
            <a:cxnLst/>
            <a:rect l="l" t="t" r="r" b="b"/>
            <a:pathLst>
              <a:path w="100000" h="100000">
                <a:moveTo>
                  <a:pt x="50006" y="5004"/>
                </a:moveTo>
                <a:cubicBezTo>
                  <a:pt x="22429" y="5004"/>
                  <a:pt x="0" y="27430"/>
                  <a:pt x="0" y="55003"/>
                </a:cubicBezTo>
                <a:cubicBezTo>
                  <a:pt x="0" y="70338"/>
                  <a:pt x="6924" y="84617"/>
                  <a:pt x="19009" y="94180"/>
                </a:cubicBezTo>
                <a:cubicBezTo>
                  <a:pt x="19669" y="94708"/>
                  <a:pt x="20485" y="94996"/>
                  <a:pt x="21325" y="94996"/>
                </a:cubicBezTo>
                <a:lnTo>
                  <a:pt x="78676" y="94996"/>
                </a:lnTo>
                <a:cubicBezTo>
                  <a:pt x="79516" y="94996"/>
                  <a:pt x="80344" y="94708"/>
                  <a:pt x="81004" y="94180"/>
                </a:cubicBezTo>
                <a:cubicBezTo>
                  <a:pt x="93076" y="84617"/>
                  <a:pt x="100001" y="70338"/>
                  <a:pt x="100001" y="55003"/>
                </a:cubicBezTo>
                <a:cubicBezTo>
                  <a:pt x="100001" y="27430"/>
                  <a:pt x="77571" y="5004"/>
                  <a:pt x="50006" y="5004"/>
                </a:cubicBezTo>
                <a:close/>
                <a:moveTo>
                  <a:pt x="28669" y="81413"/>
                </a:moveTo>
                <a:cubicBezTo>
                  <a:pt x="27937" y="82133"/>
                  <a:pt x="26989" y="82493"/>
                  <a:pt x="26029" y="82493"/>
                </a:cubicBezTo>
                <a:cubicBezTo>
                  <a:pt x="25069" y="82493"/>
                  <a:pt x="24097" y="82121"/>
                  <a:pt x="23365" y="81389"/>
                </a:cubicBezTo>
                <a:cubicBezTo>
                  <a:pt x="16357" y="74310"/>
                  <a:pt x="12505" y="64938"/>
                  <a:pt x="12505" y="55003"/>
                </a:cubicBezTo>
                <a:cubicBezTo>
                  <a:pt x="12505" y="34329"/>
                  <a:pt x="29329" y="17507"/>
                  <a:pt x="50006" y="17507"/>
                </a:cubicBezTo>
                <a:cubicBezTo>
                  <a:pt x="54291" y="17507"/>
                  <a:pt x="58490" y="18215"/>
                  <a:pt x="62499" y="19642"/>
                </a:cubicBezTo>
                <a:cubicBezTo>
                  <a:pt x="64455" y="20327"/>
                  <a:pt x="65475" y="22474"/>
                  <a:pt x="64791" y="24418"/>
                </a:cubicBezTo>
                <a:cubicBezTo>
                  <a:pt x="64094" y="26374"/>
                  <a:pt x="61947" y="27394"/>
                  <a:pt x="60003" y="26710"/>
                </a:cubicBezTo>
                <a:cubicBezTo>
                  <a:pt x="56799" y="25570"/>
                  <a:pt x="53439" y="25007"/>
                  <a:pt x="50006" y="25007"/>
                </a:cubicBezTo>
                <a:cubicBezTo>
                  <a:pt x="33457" y="25007"/>
                  <a:pt x="20005" y="38457"/>
                  <a:pt x="20005" y="55003"/>
                </a:cubicBezTo>
                <a:cubicBezTo>
                  <a:pt x="20005" y="62959"/>
                  <a:pt x="23089" y="70447"/>
                  <a:pt x="28693" y="76110"/>
                </a:cubicBezTo>
                <a:cubicBezTo>
                  <a:pt x="30157" y="77585"/>
                  <a:pt x="30146" y="79949"/>
                  <a:pt x="28669" y="81413"/>
                </a:cubicBezTo>
                <a:close/>
                <a:moveTo>
                  <a:pt x="50006" y="62503"/>
                </a:moveTo>
                <a:cubicBezTo>
                  <a:pt x="45854" y="62503"/>
                  <a:pt x="42506" y="59143"/>
                  <a:pt x="42506" y="55003"/>
                </a:cubicBezTo>
                <a:cubicBezTo>
                  <a:pt x="42506" y="50852"/>
                  <a:pt x="45854" y="47504"/>
                  <a:pt x="50006" y="47504"/>
                </a:cubicBezTo>
                <a:cubicBezTo>
                  <a:pt x="50667" y="47504"/>
                  <a:pt x="51302" y="47612"/>
                  <a:pt x="51914" y="47781"/>
                </a:cubicBezTo>
                <a:lnTo>
                  <a:pt x="71103" y="28606"/>
                </a:lnTo>
                <a:cubicBezTo>
                  <a:pt x="72567" y="27142"/>
                  <a:pt x="74944" y="27142"/>
                  <a:pt x="76407" y="28606"/>
                </a:cubicBezTo>
                <a:cubicBezTo>
                  <a:pt x="77872" y="30070"/>
                  <a:pt x="77872" y="32445"/>
                  <a:pt x="76407" y="33910"/>
                </a:cubicBezTo>
                <a:lnTo>
                  <a:pt x="57219" y="53083"/>
                </a:lnTo>
                <a:cubicBezTo>
                  <a:pt x="57387" y="53696"/>
                  <a:pt x="57506" y="54332"/>
                  <a:pt x="57506" y="55003"/>
                </a:cubicBezTo>
                <a:cubicBezTo>
                  <a:pt x="57506" y="59143"/>
                  <a:pt x="54147" y="62503"/>
                  <a:pt x="50006" y="62503"/>
                </a:cubicBezTo>
                <a:close/>
                <a:moveTo>
                  <a:pt x="76636" y="81389"/>
                </a:moveTo>
                <a:cubicBezTo>
                  <a:pt x="75904" y="82121"/>
                  <a:pt x="74944" y="82493"/>
                  <a:pt x="73971" y="82493"/>
                </a:cubicBezTo>
                <a:cubicBezTo>
                  <a:pt x="73024" y="82493"/>
                  <a:pt x="72064" y="82133"/>
                  <a:pt x="71331" y="81413"/>
                </a:cubicBezTo>
                <a:cubicBezTo>
                  <a:pt x="69855" y="79949"/>
                  <a:pt x="69855" y="77573"/>
                  <a:pt x="71307" y="76110"/>
                </a:cubicBezTo>
                <a:cubicBezTo>
                  <a:pt x="76912" y="70447"/>
                  <a:pt x="80007" y="62959"/>
                  <a:pt x="80007" y="55003"/>
                </a:cubicBezTo>
                <a:cubicBezTo>
                  <a:pt x="80007" y="51560"/>
                  <a:pt x="79432" y="48200"/>
                  <a:pt x="78291" y="44997"/>
                </a:cubicBezTo>
                <a:cubicBezTo>
                  <a:pt x="77608" y="43053"/>
                  <a:pt x="78628" y="40905"/>
                  <a:pt x="80584" y="40209"/>
                </a:cubicBezTo>
                <a:cubicBezTo>
                  <a:pt x="82528" y="39525"/>
                  <a:pt x="84676" y="40545"/>
                  <a:pt x="85372" y="42501"/>
                </a:cubicBezTo>
                <a:cubicBezTo>
                  <a:pt x="86788" y="46508"/>
                  <a:pt x="87508" y="50708"/>
                  <a:pt x="87508" y="55003"/>
                </a:cubicBezTo>
                <a:cubicBezTo>
                  <a:pt x="87508" y="64938"/>
                  <a:pt x="83643" y="74310"/>
                  <a:pt x="76636" y="81389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7" name="Белый — SVG 22">
            <a:extLst>
              <a:ext uri="{FF2B5EF4-FFF2-40B4-BE49-F238E27FC236}">
                <a16:creationId xmlns:a16="http://schemas.microsoft.com/office/drawing/2014/main" id="{0348621C-5FF6-804B-A229-A49DC128FBD0}"/>
              </a:ext>
            </a:extLst>
          </p:cNvPr>
          <p:cNvSpPr>
            <a:spLocks noGrp="1"/>
          </p:cNvSpPr>
          <p:nvPr/>
        </p:nvSpPr>
        <p:spPr>
          <a:xfrm>
            <a:off x="2220000" y="5010000"/>
            <a:ext cx="220000" cy="220000"/>
          </a:xfrm>
          <a:custGeom>
            <a:avLst/>
            <a:gdLst>
              <a:gd name="csX0" fmla="*/ 19494 w 141777"/>
              <a:gd name="csY0" fmla="*/ 0 h 141753"/>
              <a:gd name="csX1" fmla="*/ 0 w 141777"/>
              <a:gd name="csY1" fmla="*/ 19495 h 141753"/>
              <a:gd name="csX2" fmla="*/ 0 w 141777"/>
              <a:gd name="csY2" fmla="*/ 108089 h 141753"/>
              <a:gd name="csX3" fmla="*/ 19494 w 141777"/>
              <a:gd name="csY3" fmla="*/ 127583 h 141753"/>
              <a:gd name="csX4" fmla="*/ 81889 w 141777"/>
              <a:gd name="csY4" fmla="*/ 127583 h 141753"/>
              <a:gd name="csX5" fmla="*/ 81523 w 141777"/>
              <a:gd name="csY5" fmla="*/ 124045 h 141753"/>
              <a:gd name="csX6" fmla="*/ 81523 w 141777"/>
              <a:gd name="csY6" fmla="*/ 116951 h 141753"/>
              <a:gd name="csX7" fmla="*/ 98719 w 141777"/>
              <a:gd name="csY7" fmla="*/ 99294 h 141753"/>
              <a:gd name="csX8" fmla="*/ 93934 w 141777"/>
              <a:gd name="csY8" fmla="*/ 92149 h 141753"/>
              <a:gd name="csX9" fmla="*/ 69117 w 141777"/>
              <a:gd name="csY9" fmla="*/ 92149 h 141753"/>
              <a:gd name="csX10" fmla="*/ 63800 w 141777"/>
              <a:gd name="csY10" fmla="*/ 86825 h 141753"/>
              <a:gd name="csX11" fmla="*/ 69117 w 141777"/>
              <a:gd name="csY11" fmla="*/ 81517 h 141753"/>
              <a:gd name="csX12" fmla="*/ 92247 w 141777"/>
              <a:gd name="csY12" fmla="*/ 81517 h 141753"/>
              <a:gd name="csX13" fmla="*/ 115194 w 141777"/>
              <a:gd name="csY13" fmla="*/ 60253 h 141753"/>
              <a:gd name="csX14" fmla="*/ 127601 w 141777"/>
              <a:gd name="csY14" fmla="*/ 63911 h 141753"/>
              <a:gd name="csX15" fmla="*/ 127601 w 141777"/>
              <a:gd name="csY15" fmla="*/ 19495 h 141753"/>
              <a:gd name="csX16" fmla="*/ 108107 w 141777"/>
              <a:gd name="csY16" fmla="*/ 0 h 141753"/>
              <a:gd name="csX17" fmla="*/ 19494 w 141777"/>
              <a:gd name="csY17" fmla="*/ 0 h 141753"/>
              <a:gd name="csX18" fmla="*/ 53167 w 141777"/>
              <a:gd name="csY18" fmla="*/ 24802 h 141753"/>
              <a:gd name="csX19" fmla="*/ 56925 w 141777"/>
              <a:gd name="csY19" fmla="*/ 26367 h 141753"/>
              <a:gd name="csX20" fmla="*/ 56925 w 141777"/>
              <a:gd name="csY20" fmla="*/ 33886 h 141753"/>
              <a:gd name="csX21" fmla="*/ 39204 w 141777"/>
              <a:gd name="csY21" fmla="*/ 51595 h 141753"/>
              <a:gd name="csX22" fmla="*/ 35444 w 141777"/>
              <a:gd name="csY22" fmla="*/ 53160 h 141753"/>
              <a:gd name="csX23" fmla="*/ 31686 w 141777"/>
              <a:gd name="csY23" fmla="*/ 51595 h 141753"/>
              <a:gd name="csX24" fmla="*/ 22825 w 141777"/>
              <a:gd name="csY24" fmla="*/ 42749 h 141753"/>
              <a:gd name="csX25" fmla="*/ 22825 w 141777"/>
              <a:gd name="csY25" fmla="*/ 35230 h 141753"/>
              <a:gd name="csX26" fmla="*/ 30342 w 141777"/>
              <a:gd name="csY26" fmla="*/ 35230 h 141753"/>
              <a:gd name="csX27" fmla="*/ 35444 w 141777"/>
              <a:gd name="csY27" fmla="*/ 40333 h 141753"/>
              <a:gd name="csX28" fmla="*/ 49409 w 141777"/>
              <a:gd name="csY28" fmla="*/ 26367 h 141753"/>
              <a:gd name="csX29" fmla="*/ 53167 w 141777"/>
              <a:gd name="csY29" fmla="*/ 24802 h 141753"/>
              <a:gd name="csX30" fmla="*/ 69117 w 141777"/>
              <a:gd name="csY30" fmla="*/ 35434 h 141753"/>
              <a:gd name="csX31" fmla="*/ 101017 w 141777"/>
              <a:gd name="csY31" fmla="*/ 35434 h 141753"/>
              <a:gd name="csX32" fmla="*/ 106334 w 141777"/>
              <a:gd name="csY32" fmla="*/ 40759 h 141753"/>
              <a:gd name="csX33" fmla="*/ 101017 w 141777"/>
              <a:gd name="csY33" fmla="*/ 46066 h 141753"/>
              <a:gd name="csX34" fmla="*/ 69117 w 141777"/>
              <a:gd name="csY34" fmla="*/ 46066 h 141753"/>
              <a:gd name="csX35" fmla="*/ 63800 w 141777"/>
              <a:gd name="csY35" fmla="*/ 40759 h 141753"/>
              <a:gd name="csX36" fmla="*/ 69117 w 141777"/>
              <a:gd name="csY36" fmla="*/ 35434 h 141753"/>
              <a:gd name="csX37" fmla="*/ 115194 w 141777"/>
              <a:gd name="csY37" fmla="*/ 67330 h 141753"/>
              <a:gd name="csX38" fmla="*/ 103916 w 141777"/>
              <a:gd name="csY38" fmla="*/ 72008 h 141753"/>
              <a:gd name="csX39" fmla="*/ 99244 w 141777"/>
              <a:gd name="csY39" fmla="*/ 83286 h 141753"/>
              <a:gd name="csX40" fmla="*/ 103916 w 141777"/>
              <a:gd name="csY40" fmla="*/ 94565 h 141753"/>
              <a:gd name="csX41" fmla="*/ 115194 w 141777"/>
              <a:gd name="csY41" fmla="*/ 99226 h 141753"/>
              <a:gd name="csX42" fmla="*/ 126473 w 141777"/>
              <a:gd name="csY42" fmla="*/ 94565 h 141753"/>
              <a:gd name="csX43" fmla="*/ 131144 w 141777"/>
              <a:gd name="csY43" fmla="*/ 83286 h 141753"/>
              <a:gd name="csX44" fmla="*/ 126473 w 141777"/>
              <a:gd name="csY44" fmla="*/ 72008 h 141753"/>
              <a:gd name="csX45" fmla="*/ 115194 w 141777"/>
              <a:gd name="csY45" fmla="*/ 67330 h 141753"/>
              <a:gd name="csX46" fmla="*/ 53167 w 141777"/>
              <a:gd name="csY46" fmla="*/ 70885 h 141753"/>
              <a:gd name="csX47" fmla="*/ 56925 w 141777"/>
              <a:gd name="csY47" fmla="*/ 72433 h 141753"/>
              <a:gd name="csX48" fmla="*/ 56925 w 141777"/>
              <a:gd name="csY48" fmla="*/ 79952 h 141753"/>
              <a:gd name="csX49" fmla="*/ 39204 w 141777"/>
              <a:gd name="csY49" fmla="*/ 97678 h 141753"/>
              <a:gd name="csX50" fmla="*/ 35444 w 141777"/>
              <a:gd name="csY50" fmla="*/ 99226 h 141753"/>
              <a:gd name="csX51" fmla="*/ 31686 w 141777"/>
              <a:gd name="csY51" fmla="*/ 97678 h 141753"/>
              <a:gd name="csX52" fmla="*/ 22825 w 141777"/>
              <a:gd name="csY52" fmla="*/ 88815 h 141753"/>
              <a:gd name="csX53" fmla="*/ 22825 w 141777"/>
              <a:gd name="csY53" fmla="*/ 81296 h 141753"/>
              <a:gd name="csX54" fmla="*/ 30342 w 141777"/>
              <a:gd name="csY54" fmla="*/ 81296 h 141753"/>
              <a:gd name="csX55" fmla="*/ 35444 w 141777"/>
              <a:gd name="csY55" fmla="*/ 86399 h 141753"/>
              <a:gd name="csX56" fmla="*/ 49409 w 141777"/>
              <a:gd name="csY56" fmla="*/ 72433 h 141753"/>
              <a:gd name="csX57" fmla="*/ 53167 w 141777"/>
              <a:gd name="csY57" fmla="*/ 70885 h 141753"/>
              <a:gd name="csX58" fmla="*/ 99244 w 141777"/>
              <a:gd name="csY58" fmla="*/ 106319 h 141753"/>
              <a:gd name="csX59" fmla="*/ 88611 w 141777"/>
              <a:gd name="csY59" fmla="*/ 116951 h 141753"/>
              <a:gd name="csX60" fmla="*/ 88611 w 141777"/>
              <a:gd name="csY60" fmla="*/ 124045 h 141753"/>
              <a:gd name="csX61" fmla="*/ 115194 w 141777"/>
              <a:gd name="csY61" fmla="*/ 141753 h 141753"/>
              <a:gd name="csX62" fmla="*/ 141778 w 141777"/>
              <a:gd name="csY62" fmla="*/ 124045 h 141753"/>
              <a:gd name="csX63" fmla="*/ 141778 w 141777"/>
              <a:gd name="csY63" fmla="*/ 116951 h 141753"/>
              <a:gd name="csX64" fmla="*/ 131144 w 141777"/>
              <a:gd name="csY64" fmla="*/ 106319 h 141753"/>
              <a:gd name="csX65" fmla="*/ 99244 w 141777"/>
              <a:gd name="csY65" fmla="*/ 106319 h 141753"/>
            </a:gdLst>
            <a:ahLst/>
            <a:cxnLst/>
            <a:rect l="l" t="t" r="r" b="b"/>
            <a:pathLst>
              <a:path w="100000" h="100000">
                <a:moveTo>
                  <a:pt x="13750" y="8"/>
                </a:moveTo>
                <a:cubicBezTo>
                  <a:pt x="6168" y="8"/>
                  <a:pt x="0" y="6176"/>
                  <a:pt x="0" y="13759"/>
                </a:cubicBezTo>
                <a:lnTo>
                  <a:pt x="0" y="76247"/>
                </a:lnTo>
                <a:cubicBezTo>
                  <a:pt x="0" y="83830"/>
                  <a:pt x="6168" y="89997"/>
                  <a:pt x="13750" y="89997"/>
                </a:cubicBezTo>
                <a:lnTo>
                  <a:pt x="57759" y="89997"/>
                </a:lnTo>
                <a:cubicBezTo>
                  <a:pt x="57604" y="89181"/>
                  <a:pt x="57501" y="88354"/>
                  <a:pt x="57501" y="87501"/>
                </a:cubicBezTo>
                <a:lnTo>
                  <a:pt x="57501" y="82498"/>
                </a:lnTo>
                <a:cubicBezTo>
                  <a:pt x="57501" y="75731"/>
                  <a:pt x="62912" y="70236"/>
                  <a:pt x="69630" y="70044"/>
                </a:cubicBezTo>
                <a:cubicBezTo>
                  <a:pt x="68217" y="68592"/>
                  <a:pt x="67050" y="66900"/>
                  <a:pt x="66255" y="65004"/>
                </a:cubicBezTo>
                <a:lnTo>
                  <a:pt x="48751" y="65004"/>
                </a:lnTo>
                <a:cubicBezTo>
                  <a:pt x="46678" y="65004"/>
                  <a:pt x="45000" y="63325"/>
                  <a:pt x="45000" y="61249"/>
                </a:cubicBezTo>
                <a:cubicBezTo>
                  <a:pt x="45000" y="59185"/>
                  <a:pt x="46678" y="57505"/>
                  <a:pt x="48751" y="57505"/>
                </a:cubicBezTo>
                <a:lnTo>
                  <a:pt x="65065" y="57505"/>
                </a:lnTo>
                <a:cubicBezTo>
                  <a:pt x="65707" y="49130"/>
                  <a:pt x="72711" y="42507"/>
                  <a:pt x="81250" y="42507"/>
                </a:cubicBezTo>
                <a:cubicBezTo>
                  <a:pt x="84474" y="42507"/>
                  <a:pt x="87471" y="43455"/>
                  <a:pt x="90001" y="45087"/>
                </a:cubicBezTo>
                <a:lnTo>
                  <a:pt x="90001" y="13759"/>
                </a:lnTo>
                <a:cubicBezTo>
                  <a:pt x="90001" y="6176"/>
                  <a:pt x="83833" y="8"/>
                  <a:pt x="76251" y="8"/>
                </a:cubicBezTo>
                <a:lnTo>
                  <a:pt x="13750" y="8"/>
                </a:lnTo>
                <a:close/>
                <a:moveTo>
                  <a:pt x="37500" y="17502"/>
                </a:moveTo>
                <a:cubicBezTo>
                  <a:pt x="38459" y="17502"/>
                  <a:pt x="39419" y="17875"/>
                  <a:pt x="40151" y="18606"/>
                </a:cubicBezTo>
                <a:cubicBezTo>
                  <a:pt x="41616" y="20070"/>
                  <a:pt x="41614" y="22446"/>
                  <a:pt x="40151" y="23909"/>
                </a:cubicBezTo>
                <a:lnTo>
                  <a:pt x="27652" y="36400"/>
                </a:lnTo>
                <a:cubicBezTo>
                  <a:pt x="26918" y="37132"/>
                  <a:pt x="25960" y="37504"/>
                  <a:pt x="25000" y="37504"/>
                </a:cubicBezTo>
                <a:cubicBezTo>
                  <a:pt x="24040" y="37504"/>
                  <a:pt x="23081" y="37132"/>
                  <a:pt x="22349" y="36400"/>
                </a:cubicBezTo>
                <a:lnTo>
                  <a:pt x="16099" y="30161"/>
                </a:lnTo>
                <a:cubicBezTo>
                  <a:pt x="14634" y="28697"/>
                  <a:pt x="14634" y="26321"/>
                  <a:pt x="16099" y="24857"/>
                </a:cubicBezTo>
                <a:cubicBezTo>
                  <a:pt x="17563" y="23394"/>
                  <a:pt x="19937" y="23394"/>
                  <a:pt x="21401" y="24857"/>
                </a:cubicBezTo>
                <a:lnTo>
                  <a:pt x="25000" y="28457"/>
                </a:lnTo>
                <a:lnTo>
                  <a:pt x="34850" y="18606"/>
                </a:lnTo>
                <a:cubicBezTo>
                  <a:pt x="35581" y="17875"/>
                  <a:pt x="36542" y="17502"/>
                  <a:pt x="37500" y="17502"/>
                </a:cubicBezTo>
                <a:close/>
                <a:moveTo>
                  <a:pt x="48751" y="25001"/>
                </a:moveTo>
                <a:lnTo>
                  <a:pt x="71251" y="25001"/>
                </a:lnTo>
                <a:cubicBezTo>
                  <a:pt x="73323" y="25001"/>
                  <a:pt x="75001" y="26681"/>
                  <a:pt x="75001" y="28757"/>
                </a:cubicBezTo>
                <a:cubicBezTo>
                  <a:pt x="75001" y="30821"/>
                  <a:pt x="73323" y="32500"/>
                  <a:pt x="71251" y="32500"/>
                </a:cubicBezTo>
                <a:lnTo>
                  <a:pt x="48751" y="32500"/>
                </a:lnTo>
                <a:cubicBezTo>
                  <a:pt x="46678" y="32500"/>
                  <a:pt x="45000" y="30821"/>
                  <a:pt x="45000" y="28757"/>
                </a:cubicBezTo>
                <a:cubicBezTo>
                  <a:pt x="45000" y="26681"/>
                  <a:pt x="46678" y="25001"/>
                  <a:pt x="48751" y="25001"/>
                </a:cubicBezTo>
                <a:close/>
                <a:moveTo>
                  <a:pt x="81250" y="47499"/>
                </a:moveTo>
                <a:cubicBezTo>
                  <a:pt x="78267" y="47499"/>
                  <a:pt x="75405" y="48686"/>
                  <a:pt x="73295" y="50798"/>
                </a:cubicBezTo>
                <a:cubicBezTo>
                  <a:pt x="71186" y="52910"/>
                  <a:pt x="70000" y="55766"/>
                  <a:pt x="70000" y="58753"/>
                </a:cubicBezTo>
                <a:cubicBezTo>
                  <a:pt x="70000" y="61729"/>
                  <a:pt x="71186" y="64597"/>
                  <a:pt x="73295" y="66708"/>
                </a:cubicBezTo>
                <a:cubicBezTo>
                  <a:pt x="75405" y="68820"/>
                  <a:pt x="78267" y="69996"/>
                  <a:pt x="81250" y="69996"/>
                </a:cubicBezTo>
                <a:cubicBezTo>
                  <a:pt x="84235" y="69996"/>
                  <a:pt x="87096" y="68820"/>
                  <a:pt x="89206" y="66708"/>
                </a:cubicBezTo>
                <a:cubicBezTo>
                  <a:pt x="91316" y="64597"/>
                  <a:pt x="92500" y="61729"/>
                  <a:pt x="92500" y="58753"/>
                </a:cubicBezTo>
                <a:cubicBezTo>
                  <a:pt x="92500" y="55766"/>
                  <a:pt x="91316" y="52910"/>
                  <a:pt x="89206" y="50798"/>
                </a:cubicBezTo>
                <a:cubicBezTo>
                  <a:pt x="87096" y="48686"/>
                  <a:pt x="84235" y="47499"/>
                  <a:pt x="81250" y="47499"/>
                </a:cubicBezTo>
                <a:close/>
                <a:moveTo>
                  <a:pt x="37500" y="50006"/>
                </a:moveTo>
                <a:cubicBezTo>
                  <a:pt x="38459" y="50006"/>
                  <a:pt x="39419" y="50366"/>
                  <a:pt x="40151" y="51098"/>
                </a:cubicBezTo>
                <a:cubicBezTo>
                  <a:pt x="41616" y="52562"/>
                  <a:pt x="41614" y="54938"/>
                  <a:pt x="40151" y="56401"/>
                </a:cubicBezTo>
                <a:lnTo>
                  <a:pt x="27652" y="68904"/>
                </a:lnTo>
                <a:cubicBezTo>
                  <a:pt x="26918" y="69635"/>
                  <a:pt x="25960" y="69996"/>
                  <a:pt x="25000" y="69996"/>
                </a:cubicBezTo>
                <a:cubicBezTo>
                  <a:pt x="24040" y="69996"/>
                  <a:pt x="23081" y="69635"/>
                  <a:pt x="22349" y="68904"/>
                </a:cubicBezTo>
                <a:lnTo>
                  <a:pt x="16099" y="62653"/>
                </a:lnTo>
                <a:cubicBezTo>
                  <a:pt x="14634" y="61189"/>
                  <a:pt x="14634" y="58813"/>
                  <a:pt x="16099" y="57349"/>
                </a:cubicBezTo>
                <a:cubicBezTo>
                  <a:pt x="17563" y="55886"/>
                  <a:pt x="19937" y="55886"/>
                  <a:pt x="21401" y="57349"/>
                </a:cubicBezTo>
                <a:lnTo>
                  <a:pt x="25000" y="60949"/>
                </a:lnTo>
                <a:lnTo>
                  <a:pt x="34850" y="51098"/>
                </a:lnTo>
                <a:cubicBezTo>
                  <a:pt x="35581" y="50366"/>
                  <a:pt x="36542" y="50006"/>
                  <a:pt x="37500" y="50006"/>
                </a:cubicBezTo>
                <a:close/>
                <a:moveTo>
                  <a:pt x="70000" y="74999"/>
                </a:moveTo>
                <a:cubicBezTo>
                  <a:pt x="65858" y="74999"/>
                  <a:pt x="62500" y="78359"/>
                  <a:pt x="62500" y="82498"/>
                </a:cubicBezTo>
                <a:lnTo>
                  <a:pt x="62500" y="87501"/>
                </a:lnTo>
                <a:cubicBezTo>
                  <a:pt x="62500" y="94400"/>
                  <a:pt x="70895" y="99992"/>
                  <a:pt x="81250" y="99992"/>
                </a:cubicBezTo>
                <a:cubicBezTo>
                  <a:pt x="91605" y="99992"/>
                  <a:pt x="100001" y="94400"/>
                  <a:pt x="100001" y="87501"/>
                </a:cubicBezTo>
                <a:lnTo>
                  <a:pt x="100001" y="82498"/>
                </a:lnTo>
                <a:cubicBezTo>
                  <a:pt x="100001" y="78359"/>
                  <a:pt x="96643" y="74999"/>
                  <a:pt x="92500" y="74999"/>
                </a:cubicBezTo>
                <a:lnTo>
                  <a:pt x="70000" y="7499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8" name="Белый — SVG 23">
            <a:extLst>
              <a:ext uri="{FF2B5EF4-FFF2-40B4-BE49-F238E27FC236}">
                <a16:creationId xmlns:a16="http://schemas.microsoft.com/office/drawing/2014/main" id="{783D114B-C878-FA46-876C-5837204FB0B3}"/>
              </a:ext>
            </a:extLst>
          </p:cNvPr>
          <p:cNvSpPr>
            <a:spLocks noGrp="1"/>
          </p:cNvSpPr>
          <p:nvPr/>
        </p:nvSpPr>
        <p:spPr>
          <a:xfrm>
            <a:off x="2820000" y="5010000"/>
            <a:ext cx="220000" cy="220000"/>
          </a:xfrm>
          <a:custGeom>
            <a:avLst/>
            <a:gdLst>
              <a:gd name="csX0" fmla="*/ 113423 w 148867"/>
              <a:gd name="csY0" fmla="*/ 0 h 152390"/>
              <a:gd name="csX1" fmla="*/ 107317 w 148867"/>
              <a:gd name="csY1" fmla="*/ 512 h 152390"/>
              <a:gd name="csX2" fmla="*/ 106092 w 148867"/>
              <a:gd name="csY2" fmla="*/ 5586 h 152390"/>
              <a:gd name="csX3" fmla="*/ 88293 w 148867"/>
              <a:gd name="csY3" fmla="*/ 15858 h 152390"/>
              <a:gd name="csX4" fmla="*/ 84022 w 148867"/>
              <a:gd name="csY4" fmla="*/ 14590 h 152390"/>
              <a:gd name="csX5" fmla="*/ 77978 w 148867"/>
              <a:gd name="csY5" fmla="*/ 25721 h 152390"/>
              <a:gd name="csX6" fmla="*/ 81149 w 148867"/>
              <a:gd name="csY6" fmla="*/ 28767 h 152390"/>
              <a:gd name="csX7" fmla="*/ 81149 w 148867"/>
              <a:gd name="csY7" fmla="*/ 49201 h 152390"/>
              <a:gd name="csX8" fmla="*/ 77978 w 148867"/>
              <a:gd name="csY8" fmla="*/ 52246 h 152390"/>
              <a:gd name="csX9" fmla="*/ 84022 w 148867"/>
              <a:gd name="csY9" fmla="*/ 63377 h 152390"/>
              <a:gd name="csX10" fmla="*/ 88293 w 148867"/>
              <a:gd name="csY10" fmla="*/ 62109 h 152390"/>
              <a:gd name="csX11" fmla="*/ 106092 w 148867"/>
              <a:gd name="csY11" fmla="*/ 72382 h 152390"/>
              <a:gd name="csX12" fmla="*/ 107317 w 148867"/>
              <a:gd name="csY12" fmla="*/ 77455 h 152390"/>
              <a:gd name="csX13" fmla="*/ 113423 w 148867"/>
              <a:gd name="csY13" fmla="*/ 77967 h 152390"/>
              <a:gd name="csX14" fmla="*/ 119529 w 148867"/>
              <a:gd name="csY14" fmla="*/ 77455 h 152390"/>
              <a:gd name="csX15" fmla="*/ 120754 w 148867"/>
              <a:gd name="csY15" fmla="*/ 72382 h 152390"/>
              <a:gd name="csX16" fmla="*/ 138552 w 148867"/>
              <a:gd name="csY16" fmla="*/ 62109 h 152390"/>
              <a:gd name="csX17" fmla="*/ 142824 w 148867"/>
              <a:gd name="csY17" fmla="*/ 63377 h 152390"/>
              <a:gd name="csX18" fmla="*/ 148867 w 148867"/>
              <a:gd name="csY18" fmla="*/ 52246 h 152390"/>
              <a:gd name="csX19" fmla="*/ 145696 w 148867"/>
              <a:gd name="csY19" fmla="*/ 49201 h 152390"/>
              <a:gd name="csX20" fmla="*/ 145696 w 148867"/>
              <a:gd name="csY20" fmla="*/ 28767 h 152390"/>
              <a:gd name="csX21" fmla="*/ 148867 w 148867"/>
              <a:gd name="csY21" fmla="*/ 25721 h 152390"/>
              <a:gd name="csX22" fmla="*/ 142824 w 148867"/>
              <a:gd name="csY22" fmla="*/ 14590 h 152390"/>
              <a:gd name="csX23" fmla="*/ 138552 w 148867"/>
              <a:gd name="csY23" fmla="*/ 15858 h 152390"/>
              <a:gd name="csX24" fmla="*/ 120754 w 148867"/>
              <a:gd name="csY24" fmla="*/ 5586 h 152390"/>
              <a:gd name="csX25" fmla="*/ 119529 w 148867"/>
              <a:gd name="csY25" fmla="*/ 512 h 152390"/>
              <a:gd name="csX26" fmla="*/ 113423 w 148867"/>
              <a:gd name="csY26" fmla="*/ 0 h 152390"/>
              <a:gd name="csX27" fmla="*/ 23040 w 148867"/>
              <a:gd name="csY27" fmla="*/ 17720 h 152390"/>
              <a:gd name="csX28" fmla="*/ 0 w 148867"/>
              <a:gd name="csY28" fmla="*/ 40755 h 152390"/>
              <a:gd name="csX29" fmla="*/ 0 w 148867"/>
              <a:gd name="csY29" fmla="*/ 101003 h 152390"/>
              <a:gd name="csX30" fmla="*/ 23040 w 148867"/>
              <a:gd name="csY30" fmla="*/ 124040 h 152390"/>
              <a:gd name="csX31" fmla="*/ 28356 w 148867"/>
              <a:gd name="csY31" fmla="*/ 124040 h 152390"/>
              <a:gd name="csX32" fmla="*/ 28356 w 148867"/>
              <a:gd name="csY32" fmla="*/ 143531 h 152390"/>
              <a:gd name="csX33" fmla="*/ 33249 w 148867"/>
              <a:gd name="csY33" fmla="*/ 151470 h 152390"/>
              <a:gd name="csX34" fmla="*/ 37217 w 148867"/>
              <a:gd name="csY34" fmla="*/ 152391 h 152390"/>
              <a:gd name="csX35" fmla="*/ 42534 w 148867"/>
              <a:gd name="csY35" fmla="*/ 150620 h 152390"/>
              <a:gd name="csX36" fmla="*/ 77978 w 148867"/>
              <a:gd name="csY36" fmla="*/ 124040 h 152390"/>
              <a:gd name="csX37" fmla="*/ 118740 w 148867"/>
              <a:gd name="csY37" fmla="*/ 124040 h 152390"/>
              <a:gd name="csX38" fmla="*/ 141778 w 148867"/>
              <a:gd name="csY38" fmla="*/ 101003 h 152390"/>
              <a:gd name="csX39" fmla="*/ 141778 w 148867"/>
              <a:gd name="csY39" fmla="*/ 70382 h 152390"/>
              <a:gd name="csX40" fmla="*/ 140823 w 148867"/>
              <a:gd name="csY40" fmla="*/ 70174 h 152390"/>
              <a:gd name="csX41" fmla="*/ 136531 w 148867"/>
              <a:gd name="csY41" fmla="*/ 68893 h 152390"/>
              <a:gd name="csX42" fmla="*/ 134510 w 148867"/>
              <a:gd name="csY42" fmla="*/ 68609 h 152390"/>
              <a:gd name="csX43" fmla="*/ 127635 w 148867"/>
              <a:gd name="csY43" fmla="*/ 74036 h 152390"/>
              <a:gd name="csX44" fmla="*/ 126430 w 148867"/>
              <a:gd name="csY44" fmla="*/ 79137 h 152390"/>
              <a:gd name="csX45" fmla="*/ 120725 w 148867"/>
              <a:gd name="csY45" fmla="*/ 84453 h 152390"/>
              <a:gd name="csX46" fmla="*/ 113423 w 148867"/>
              <a:gd name="csY46" fmla="*/ 85056 h 152390"/>
              <a:gd name="csX47" fmla="*/ 106119 w 148867"/>
              <a:gd name="csY47" fmla="*/ 84453 h 152390"/>
              <a:gd name="csX48" fmla="*/ 100415 w 148867"/>
              <a:gd name="csY48" fmla="*/ 79137 h 152390"/>
              <a:gd name="csX49" fmla="*/ 99210 w 148867"/>
              <a:gd name="csY49" fmla="*/ 74036 h 152390"/>
              <a:gd name="csX50" fmla="*/ 92335 w 148867"/>
              <a:gd name="csY50" fmla="*/ 68609 h 152390"/>
              <a:gd name="csX51" fmla="*/ 90314 w 148867"/>
              <a:gd name="csY51" fmla="*/ 68893 h 152390"/>
              <a:gd name="csX52" fmla="*/ 86023 w 148867"/>
              <a:gd name="csY52" fmla="*/ 70174 h 152390"/>
              <a:gd name="csX53" fmla="*/ 84043 w 148867"/>
              <a:gd name="csY53" fmla="*/ 70457 h 152390"/>
              <a:gd name="csX54" fmla="*/ 78442 w 148867"/>
              <a:gd name="csY54" fmla="*/ 67723 h 152390"/>
              <a:gd name="csX55" fmla="*/ 71278 w 148867"/>
              <a:gd name="csY55" fmla="*/ 54578 h 152390"/>
              <a:gd name="csX56" fmla="*/ 73049 w 148867"/>
              <a:gd name="csY56" fmla="*/ 47138 h 152390"/>
              <a:gd name="csX57" fmla="*/ 76240 w 148867"/>
              <a:gd name="csY57" fmla="*/ 44086 h 152390"/>
              <a:gd name="csX58" fmla="*/ 78401 w 148867"/>
              <a:gd name="csY58" fmla="*/ 38984 h 152390"/>
              <a:gd name="csX59" fmla="*/ 76240 w 148867"/>
              <a:gd name="csY59" fmla="*/ 33883 h 152390"/>
              <a:gd name="csX60" fmla="*/ 73049 w 148867"/>
              <a:gd name="csY60" fmla="*/ 30829 h 152390"/>
              <a:gd name="csX61" fmla="*/ 71278 w 148867"/>
              <a:gd name="csY61" fmla="*/ 23389 h 152390"/>
              <a:gd name="csX62" fmla="*/ 73728 w 148867"/>
              <a:gd name="csY62" fmla="*/ 17720 h 152390"/>
              <a:gd name="csX63" fmla="*/ 23040 w 148867"/>
              <a:gd name="csY63" fmla="*/ 17720 h 152390"/>
              <a:gd name="csX64" fmla="*/ 113423 w 148867"/>
              <a:gd name="csY64" fmla="*/ 28352 h 152390"/>
              <a:gd name="csX65" fmla="*/ 124057 w 148867"/>
              <a:gd name="csY65" fmla="*/ 38984 h 152390"/>
              <a:gd name="csX66" fmla="*/ 113423 w 148867"/>
              <a:gd name="csY66" fmla="*/ 49616 h 152390"/>
              <a:gd name="csX67" fmla="*/ 102790 w 148867"/>
              <a:gd name="csY67" fmla="*/ 38984 h 152390"/>
              <a:gd name="csX68" fmla="*/ 113423 w 148867"/>
              <a:gd name="csY68" fmla="*/ 28352 h 152390"/>
            </a:gdLst>
            <a:ahLst/>
            <a:cxnLst/>
            <a:rect l="l" t="t" r="r" b="b"/>
            <a:pathLst>
              <a:path w="100000" h="100000">
                <a:moveTo>
                  <a:pt x="75585" y="0"/>
                </a:moveTo>
                <a:cubicBezTo>
                  <a:pt x="74220" y="0"/>
                  <a:pt x="72884" y="115"/>
                  <a:pt x="71579" y="336"/>
                </a:cubicBezTo>
                <a:lnTo>
                  <a:pt x="70775" y="3666"/>
                </a:lnTo>
                <a:cubicBezTo>
                  <a:pt x="69525" y="8838"/>
                  <a:pt x="64200" y="11913"/>
                  <a:pt x="59095" y="10406"/>
                </a:cubicBezTo>
                <a:lnTo>
                  <a:pt x="56292" y="9574"/>
                </a:lnTo>
                <a:cubicBezTo>
                  <a:pt x="54608" y="11747"/>
                  <a:pt x="53259" y="14212"/>
                  <a:pt x="52326" y="16878"/>
                </a:cubicBezTo>
                <a:lnTo>
                  <a:pt x="54407" y="18877"/>
                </a:lnTo>
                <a:cubicBezTo>
                  <a:pt x="58210" y="22538"/>
                  <a:pt x="58210" y="28625"/>
                  <a:pt x="54407" y="32286"/>
                </a:cubicBezTo>
                <a:lnTo>
                  <a:pt x="52326" y="34284"/>
                </a:lnTo>
                <a:cubicBezTo>
                  <a:pt x="53259" y="36951"/>
                  <a:pt x="54606" y="39416"/>
                  <a:pt x="56292" y="41589"/>
                </a:cubicBezTo>
                <a:lnTo>
                  <a:pt x="59095" y="40757"/>
                </a:lnTo>
                <a:cubicBezTo>
                  <a:pt x="64200" y="39247"/>
                  <a:pt x="69525" y="42323"/>
                  <a:pt x="70775" y="47498"/>
                </a:cubicBezTo>
                <a:lnTo>
                  <a:pt x="71579" y="50827"/>
                </a:lnTo>
                <a:cubicBezTo>
                  <a:pt x="72884" y="51048"/>
                  <a:pt x="74222" y="51163"/>
                  <a:pt x="75585" y="51163"/>
                </a:cubicBezTo>
                <a:cubicBezTo>
                  <a:pt x="76951" y="51163"/>
                  <a:pt x="78288" y="51048"/>
                  <a:pt x="79592" y="50827"/>
                </a:cubicBezTo>
                <a:lnTo>
                  <a:pt x="80396" y="47498"/>
                </a:lnTo>
                <a:cubicBezTo>
                  <a:pt x="81644" y="42323"/>
                  <a:pt x="86970" y="39247"/>
                  <a:pt x="92075" y="40757"/>
                </a:cubicBezTo>
                <a:lnTo>
                  <a:pt x="94879" y="41589"/>
                </a:lnTo>
                <a:cubicBezTo>
                  <a:pt x="96562" y="39419"/>
                  <a:pt x="97912" y="36951"/>
                  <a:pt x="98844" y="34284"/>
                </a:cubicBezTo>
                <a:lnTo>
                  <a:pt x="96763" y="32286"/>
                </a:lnTo>
                <a:cubicBezTo>
                  <a:pt x="92960" y="28627"/>
                  <a:pt x="92960" y="22536"/>
                  <a:pt x="96763" y="18877"/>
                </a:cubicBezTo>
                <a:lnTo>
                  <a:pt x="98844" y="16878"/>
                </a:lnTo>
                <a:cubicBezTo>
                  <a:pt x="97912" y="14212"/>
                  <a:pt x="96564" y="11747"/>
                  <a:pt x="94879" y="9574"/>
                </a:cubicBezTo>
                <a:lnTo>
                  <a:pt x="92075" y="10406"/>
                </a:lnTo>
                <a:cubicBezTo>
                  <a:pt x="86970" y="11915"/>
                  <a:pt x="81644" y="8840"/>
                  <a:pt x="80396" y="3666"/>
                </a:cubicBezTo>
                <a:lnTo>
                  <a:pt x="79592" y="336"/>
                </a:lnTo>
                <a:cubicBezTo>
                  <a:pt x="78288" y="115"/>
                  <a:pt x="76951" y="0"/>
                  <a:pt x="75585" y="0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6185"/>
                </a:lnTo>
                <a:cubicBezTo>
                  <a:pt x="93984" y="46162"/>
                  <a:pt x="93775" y="46119"/>
                  <a:pt x="93566" y="46049"/>
                </a:cubicBezTo>
                <a:lnTo>
                  <a:pt x="90749" y="45208"/>
                </a:lnTo>
                <a:cubicBezTo>
                  <a:pt x="90330" y="45092"/>
                  <a:pt x="89864" y="45022"/>
                  <a:pt x="89423" y="45022"/>
                </a:cubicBezTo>
                <a:cubicBezTo>
                  <a:pt x="87282" y="45022"/>
                  <a:pt x="85424" y="46490"/>
                  <a:pt x="84911" y="48583"/>
                </a:cubicBezTo>
                <a:lnTo>
                  <a:pt x="84121" y="51931"/>
                </a:lnTo>
                <a:cubicBezTo>
                  <a:pt x="83680" y="53721"/>
                  <a:pt x="82215" y="55116"/>
                  <a:pt x="80377" y="55419"/>
                </a:cubicBezTo>
                <a:cubicBezTo>
                  <a:pt x="78796" y="55675"/>
                  <a:pt x="77190" y="55815"/>
                  <a:pt x="75585" y="55815"/>
                </a:cubicBezTo>
                <a:cubicBezTo>
                  <a:pt x="73980" y="55815"/>
                  <a:pt x="72374" y="55675"/>
                  <a:pt x="70792" y="55419"/>
                </a:cubicBezTo>
                <a:cubicBezTo>
                  <a:pt x="68955" y="55116"/>
                  <a:pt x="67492" y="53721"/>
                  <a:pt x="67049" y="51931"/>
                </a:cubicBezTo>
                <a:lnTo>
                  <a:pt x="66259" y="48583"/>
                </a:lnTo>
                <a:cubicBezTo>
                  <a:pt x="65747" y="46490"/>
                  <a:pt x="63888" y="45022"/>
                  <a:pt x="61747" y="45022"/>
                </a:cubicBezTo>
                <a:cubicBezTo>
                  <a:pt x="61283" y="45022"/>
                  <a:pt x="60840" y="45092"/>
                  <a:pt x="60421" y="45208"/>
                </a:cubicBezTo>
                <a:lnTo>
                  <a:pt x="57605" y="46049"/>
                </a:lnTo>
                <a:cubicBezTo>
                  <a:pt x="57186" y="46189"/>
                  <a:pt x="56748" y="46235"/>
                  <a:pt x="56306" y="46235"/>
                </a:cubicBezTo>
                <a:cubicBezTo>
                  <a:pt x="54886" y="46235"/>
                  <a:pt x="53514" y="45580"/>
                  <a:pt x="52630" y="44441"/>
                </a:cubicBezTo>
                <a:cubicBezTo>
                  <a:pt x="50606" y="41836"/>
                  <a:pt x="49022" y="38932"/>
                  <a:pt x="47929" y="35815"/>
                </a:cubicBezTo>
                <a:cubicBezTo>
                  <a:pt x="47324" y="34093"/>
                  <a:pt x="47790" y="32188"/>
                  <a:pt x="49091" y="30932"/>
                </a:cubicBezTo>
                <a:lnTo>
                  <a:pt x="51185" y="28930"/>
                </a:lnTo>
                <a:cubicBezTo>
                  <a:pt x="52094" y="28046"/>
                  <a:pt x="52604" y="26860"/>
                  <a:pt x="52604" y="25582"/>
                </a:cubicBezTo>
                <a:cubicBezTo>
                  <a:pt x="52604" y="24303"/>
                  <a:pt x="52094" y="23117"/>
                  <a:pt x="51185" y="22234"/>
                </a:cubicBezTo>
                <a:lnTo>
                  <a:pt x="49091" y="20230"/>
                </a:lnTo>
                <a:cubicBezTo>
                  <a:pt x="47790" y="18974"/>
                  <a:pt x="47324" y="17069"/>
                  <a:pt x="47929" y="15348"/>
                </a:cubicBezTo>
                <a:cubicBezTo>
                  <a:pt x="48370" y="14069"/>
                  <a:pt x="48908" y="12814"/>
                  <a:pt x="49537" y="11628"/>
                </a:cubicBezTo>
                <a:lnTo>
                  <a:pt x="16275" y="11628"/>
                </a:lnTo>
                <a:close/>
                <a:moveTo>
                  <a:pt x="75585" y="18605"/>
                </a:moveTo>
                <a:cubicBezTo>
                  <a:pt x="79439" y="18605"/>
                  <a:pt x="82563" y="21728"/>
                  <a:pt x="82563" y="25582"/>
                </a:cubicBezTo>
                <a:cubicBezTo>
                  <a:pt x="82563" y="29436"/>
                  <a:pt x="79439" y="32559"/>
                  <a:pt x="75585" y="32559"/>
                </a:cubicBezTo>
                <a:cubicBezTo>
                  <a:pt x="71731" y="32559"/>
                  <a:pt x="68608" y="29436"/>
                  <a:pt x="68608" y="25582"/>
                </a:cubicBezTo>
                <a:cubicBezTo>
                  <a:pt x="68608" y="21728"/>
                  <a:pt x="71731" y="18605"/>
                  <a:pt x="75585" y="1860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99" name="Белый — SVG 24">
            <a:extLst>
              <a:ext uri="{FF2B5EF4-FFF2-40B4-BE49-F238E27FC236}">
                <a16:creationId xmlns:a16="http://schemas.microsoft.com/office/drawing/2014/main" id="{C6C598AF-E479-8441-9130-F7BC2D981B6B}"/>
              </a:ext>
            </a:extLst>
          </p:cNvPr>
          <p:cNvSpPr>
            <a:spLocks noGrp="1"/>
          </p:cNvSpPr>
          <p:nvPr/>
        </p:nvSpPr>
        <p:spPr>
          <a:xfrm>
            <a:off x="3420000" y="5010000"/>
            <a:ext cx="220000" cy="220000"/>
          </a:xfrm>
          <a:custGeom>
            <a:avLst/>
            <a:gdLst>
              <a:gd name="csX0" fmla="*/ 109878 w 148867"/>
              <a:gd name="csY0" fmla="*/ 0 h 152390"/>
              <a:gd name="csX1" fmla="*/ 70890 w 148867"/>
              <a:gd name="csY1" fmla="*/ 38984 h 152390"/>
              <a:gd name="csX2" fmla="*/ 109878 w 148867"/>
              <a:gd name="csY2" fmla="*/ 77967 h 152390"/>
              <a:gd name="csX3" fmla="*/ 148867 w 148867"/>
              <a:gd name="csY3" fmla="*/ 38984 h 152390"/>
              <a:gd name="csX4" fmla="*/ 109878 w 148867"/>
              <a:gd name="csY4" fmla="*/ 0 h 152390"/>
              <a:gd name="csX5" fmla="*/ 109878 w 148867"/>
              <a:gd name="csY5" fmla="*/ 10632 h 152390"/>
              <a:gd name="csX6" fmla="*/ 113423 w 148867"/>
              <a:gd name="csY6" fmla="*/ 14175 h 152390"/>
              <a:gd name="csX7" fmla="*/ 113423 w 148867"/>
              <a:gd name="csY7" fmla="*/ 35439 h 152390"/>
              <a:gd name="csX8" fmla="*/ 134690 w 148867"/>
              <a:gd name="csY8" fmla="*/ 35439 h 152390"/>
              <a:gd name="csX9" fmla="*/ 138234 w 148867"/>
              <a:gd name="csY9" fmla="*/ 38984 h 152390"/>
              <a:gd name="csX10" fmla="*/ 134690 w 148867"/>
              <a:gd name="csY10" fmla="*/ 42528 h 152390"/>
              <a:gd name="csX11" fmla="*/ 113423 w 148867"/>
              <a:gd name="csY11" fmla="*/ 42528 h 152390"/>
              <a:gd name="csX12" fmla="*/ 113423 w 148867"/>
              <a:gd name="csY12" fmla="*/ 63792 h 152390"/>
              <a:gd name="csX13" fmla="*/ 109878 w 148867"/>
              <a:gd name="csY13" fmla="*/ 67335 h 152390"/>
              <a:gd name="csX14" fmla="*/ 106334 w 148867"/>
              <a:gd name="csY14" fmla="*/ 63792 h 152390"/>
              <a:gd name="csX15" fmla="*/ 106334 w 148867"/>
              <a:gd name="csY15" fmla="*/ 42528 h 152390"/>
              <a:gd name="csX16" fmla="*/ 85067 w 148867"/>
              <a:gd name="csY16" fmla="*/ 42528 h 152390"/>
              <a:gd name="csX17" fmla="*/ 81523 w 148867"/>
              <a:gd name="csY17" fmla="*/ 38984 h 152390"/>
              <a:gd name="csX18" fmla="*/ 85067 w 148867"/>
              <a:gd name="csY18" fmla="*/ 35439 h 152390"/>
              <a:gd name="csX19" fmla="*/ 106334 w 148867"/>
              <a:gd name="csY19" fmla="*/ 35439 h 152390"/>
              <a:gd name="csX20" fmla="*/ 106334 w 148867"/>
              <a:gd name="csY20" fmla="*/ 14175 h 152390"/>
              <a:gd name="csX21" fmla="*/ 109878 w 148867"/>
              <a:gd name="csY21" fmla="*/ 10632 h 152390"/>
              <a:gd name="csX22" fmla="*/ 23040 w 148867"/>
              <a:gd name="csY22" fmla="*/ 17720 h 152390"/>
              <a:gd name="csX23" fmla="*/ 0 w 148867"/>
              <a:gd name="csY23" fmla="*/ 40755 h 152390"/>
              <a:gd name="csX24" fmla="*/ 0 w 148867"/>
              <a:gd name="csY24" fmla="*/ 101003 h 152390"/>
              <a:gd name="csX25" fmla="*/ 23040 w 148867"/>
              <a:gd name="csY25" fmla="*/ 124040 h 152390"/>
              <a:gd name="csX26" fmla="*/ 28356 w 148867"/>
              <a:gd name="csY26" fmla="*/ 124040 h 152390"/>
              <a:gd name="csX27" fmla="*/ 28356 w 148867"/>
              <a:gd name="csY27" fmla="*/ 143531 h 152390"/>
              <a:gd name="csX28" fmla="*/ 33249 w 148867"/>
              <a:gd name="csY28" fmla="*/ 151470 h 152390"/>
              <a:gd name="csX29" fmla="*/ 37217 w 148867"/>
              <a:gd name="csY29" fmla="*/ 152391 h 152390"/>
              <a:gd name="csX30" fmla="*/ 42534 w 148867"/>
              <a:gd name="csY30" fmla="*/ 150620 h 152390"/>
              <a:gd name="csX31" fmla="*/ 77978 w 148867"/>
              <a:gd name="csY31" fmla="*/ 124040 h 152390"/>
              <a:gd name="csX32" fmla="*/ 118740 w 148867"/>
              <a:gd name="csY32" fmla="*/ 124040 h 152390"/>
              <a:gd name="csX33" fmla="*/ 141778 w 148867"/>
              <a:gd name="csY33" fmla="*/ 101003 h 152390"/>
              <a:gd name="csX34" fmla="*/ 141778 w 148867"/>
              <a:gd name="csY34" fmla="*/ 72188 h 152390"/>
              <a:gd name="csX35" fmla="*/ 109878 w 148867"/>
              <a:gd name="csY35" fmla="*/ 85056 h 152390"/>
              <a:gd name="csX36" fmla="*/ 63800 w 148867"/>
              <a:gd name="csY36" fmla="*/ 38984 h 152390"/>
              <a:gd name="csX37" fmla="*/ 69013 w 148867"/>
              <a:gd name="csY37" fmla="*/ 17720 h 152390"/>
              <a:gd name="csX38" fmla="*/ 23040 w 148867"/>
              <a:gd name="csY38" fmla="*/ 17720 h 152390"/>
            </a:gdLst>
            <a:ahLst/>
            <a:cxnLst/>
            <a:rect l="l" t="t" r="r" b="b"/>
            <a:pathLst>
              <a:path w="100000" h="100000">
                <a:moveTo>
                  <a:pt x="73259" y="0"/>
                </a:moveTo>
                <a:cubicBezTo>
                  <a:pt x="59130" y="0"/>
                  <a:pt x="47675" y="11453"/>
                  <a:pt x="47675" y="25582"/>
                </a:cubicBezTo>
                <a:cubicBezTo>
                  <a:pt x="47675" y="39710"/>
                  <a:pt x="59130" y="51163"/>
                  <a:pt x="73259" y="51163"/>
                </a:cubicBezTo>
                <a:cubicBezTo>
                  <a:pt x="87390" y="51163"/>
                  <a:pt x="98844" y="39710"/>
                  <a:pt x="98844" y="25582"/>
                </a:cubicBezTo>
                <a:cubicBezTo>
                  <a:pt x="98844" y="11453"/>
                  <a:pt x="87390" y="0"/>
                  <a:pt x="73259" y="0"/>
                </a:cubicBezTo>
                <a:close/>
                <a:moveTo>
                  <a:pt x="73259" y="6977"/>
                </a:moveTo>
                <a:cubicBezTo>
                  <a:pt x="74543" y="6977"/>
                  <a:pt x="75585" y="8018"/>
                  <a:pt x="75585" y="9302"/>
                </a:cubicBezTo>
                <a:lnTo>
                  <a:pt x="75585" y="23255"/>
                </a:lnTo>
                <a:lnTo>
                  <a:pt x="89541" y="23255"/>
                </a:lnTo>
                <a:cubicBezTo>
                  <a:pt x="90825" y="23255"/>
                  <a:pt x="91867" y="24298"/>
                  <a:pt x="91867" y="25582"/>
                </a:cubicBezTo>
                <a:cubicBezTo>
                  <a:pt x="91867" y="26866"/>
                  <a:pt x="90825" y="27907"/>
                  <a:pt x="89541" y="27907"/>
                </a:cubicBezTo>
                <a:lnTo>
                  <a:pt x="75585" y="27907"/>
                </a:lnTo>
                <a:lnTo>
                  <a:pt x="75585" y="41861"/>
                </a:lnTo>
                <a:cubicBezTo>
                  <a:pt x="75585" y="43145"/>
                  <a:pt x="74543" y="44186"/>
                  <a:pt x="73259" y="44186"/>
                </a:cubicBezTo>
                <a:cubicBezTo>
                  <a:pt x="71975" y="44186"/>
                  <a:pt x="70933" y="43145"/>
                  <a:pt x="70933" y="41861"/>
                </a:cubicBezTo>
                <a:lnTo>
                  <a:pt x="70933" y="27907"/>
                </a:lnTo>
                <a:lnTo>
                  <a:pt x="56978" y="27907"/>
                </a:lnTo>
                <a:cubicBezTo>
                  <a:pt x="55694" y="27907"/>
                  <a:pt x="54652" y="26866"/>
                  <a:pt x="54652" y="25582"/>
                </a:cubicBezTo>
                <a:cubicBezTo>
                  <a:pt x="54652" y="24298"/>
                  <a:pt x="55694" y="23255"/>
                  <a:pt x="56978" y="23255"/>
                </a:cubicBezTo>
                <a:lnTo>
                  <a:pt x="70933" y="23255"/>
                </a:lnTo>
                <a:lnTo>
                  <a:pt x="70933" y="9302"/>
                </a:lnTo>
                <a:cubicBezTo>
                  <a:pt x="70933" y="8018"/>
                  <a:pt x="71975" y="6977"/>
                  <a:pt x="73259" y="6977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7371"/>
                </a:lnTo>
                <a:cubicBezTo>
                  <a:pt x="88773" y="52603"/>
                  <a:pt x="81400" y="55815"/>
                  <a:pt x="73259" y="55815"/>
                </a:cubicBezTo>
                <a:cubicBezTo>
                  <a:pt x="56559" y="55815"/>
                  <a:pt x="43022" y="42280"/>
                  <a:pt x="43022" y="25582"/>
                </a:cubicBezTo>
                <a:cubicBezTo>
                  <a:pt x="43022" y="20558"/>
                  <a:pt x="44257" y="15815"/>
                  <a:pt x="46443" y="11628"/>
                </a:cubicBezTo>
                <a:lnTo>
                  <a:pt x="16275" y="11628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0" name="Чёрный — SVG 1">
            <a:extLst>
              <a:ext uri="{FF2B5EF4-FFF2-40B4-BE49-F238E27FC236}">
                <a16:creationId xmlns:a16="http://schemas.microsoft.com/office/drawing/2014/main" id="{C24FD8F3-2DB6-DF42-BCE6-585619BEA212}"/>
              </a:ext>
            </a:extLst>
          </p:cNvPr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>
              <a:gd name="csX0" fmla="*/ 54547 w 141794"/>
              <a:gd name="csY0" fmla="*/ 1 h 134664"/>
              <a:gd name="csX1" fmla="*/ 47929 w 141794"/>
              <a:gd name="csY1" fmla="*/ 430 h 134664"/>
              <a:gd name="csX2" fmla="*/ 613 w 141794"/>
              <a:gd name="csY2" fmla="*/ 46674 h 134664"/>
              <a:gd name="csX3" fmla="*/ 6081 w 141794"/>
              <a:gd name="csY3" fmla="*/ 79220 h 134664"/>
              <a:gd name="csX4" fmla="*/ 155 w 141794"/>
              <a:gd name="csY4" fmla="*/ 103267 h 134664"/>
              <a:gd name="csX5" fmla="*/ 194 w 141794"/>
              <a:gd name="csY5" fmla="*/ 105967 h 134664"/>
              <a:gd name="csX6" fmla="*/ 1555 w 141794"/>
              <a:gd name="csY6" fmla="*/ 108299 h 134664"/>
              <a:gd name="csX7" fmla="*/ 3886 w 141794"/>
              <a:gd name="csY7" fmla="*/ 109661 h 134664"/>
              <a:gd name="csX8" fmla="*/ 6586 w 141794"/>
              <a:gd name="csY8" fmla="*/ 109704 h 134664"/>
              <a:gd name="csX9" fmla="*/ 30657 w 141794"/>
              <a:gd name="csY9" fmla="*/ 103786 h 134664"/>
              <a:gd name="csX10" fmla="*/ 63209 w 141794"/>
              <a:gd name="csY10" fmla="*/ 109241 h 134664"/>
              <a:gd name="csX11" fmla="*/ 109446 w 141794"/>
              <a:gd name="csY11" fmla="*/ 61937 h 134664"/>
              <a:gd name="csX12" fmla="*/ 60993 w 141794"/>
              <a:gd name="csY12" fmla="*/ 340 h 134664"/>
              <a:gd name="csX13" fmla="*/ 54547 w 141794"/>
              <a:gd name="csY13" fmla="*/ 1 h 134664"/>
              <a:gd name="csX14" fmla="*/ 116935 w 141794"/>
              <a:gd name="csY14" fmla="*/ 33695 h 134664"/>
              <a:gd name="csX15" fmla="*/ 119982 w 141794"/>
              <a:gd name="csY15" fmla="*/ 63252 h 134664"/>
              <a:gd name="csX16" fmla="*/ 64758 w 141794"/>
              <a:gd name="csY16" fmla="*/ 119741 h 134664"/>
              <a:gd name="csX17" fmla="*/ 54942 w 141794"/>
              <a:gd name="csY17" fmla="*/ 120489 h 134664"/>
              <a:gd name="csX18" fmla="*/ 49695 w 141794"/>
              <a:gd name="csY18" fmla="*/ 120239 h 134664"/>
              <a:gd name="csX19" fmla="*/ 78584 w 141794"/>
              <a:gd name="csY19" fmla="*/ 134062 h 134664"/>
              <a:gd name="csX20" fmla="*/ 111654 w 141794"/>
              <a:gd name="csY20" fmla="*/ 128712 h 134664"/>
              <a:gd name="csX21" fmla="*/ 135191 w 141794"/>
              <a:gd name="csY21" fmla="*/ 134527 h 134664"/>
              <a:gd name="csX22" fmla="*/ 136465 w 141794"/>
              <a:gd name="csY22" fmla="*/ 134664 h 134664"/>
              <a:gd name="csX23" fmla="*/ 140223 w 141794"/>
              <a:gd name="csY23" fmla="*/ 133108 h 134664"/>
              <a:gd name="csX24" fmla="*/ 141644 w 141794"/>
              <a:gd name="csY24" fmla="*/ 128074 h 134664"/>
              <a:gd name="csX25" fmla="*/ 135829 w 141794"/>
              <a:gd name="csY25" fmla="*/ 104541 h 134664"/>
              <a:gd name="csX26" fmla="*/ 141179 w 141794"/>
              <a:gd name="csY26" fmla="*/ 71475 h 134664"/>
              <a:gd name="csX27" fmla="*/ 116935 w 141794"/>
              <a:gd name="csY27" fmla="*/ 33695 h 134664"/>
            </a:gdLst>
            <a:ahLst/>
            <a:cxnLst/>
            <a:rect l="l" t="t" r="r" b="b"/>
            <a:pathLst>
              <a:path w="100000" h="100000">
                <a:moveTo>
                  <a:pt x="38469" y="2515"/>
                </a:moveTo>
                <a:cubicBezTo>
                  <a:pt x="36932" y="2523"/>
                  <a:pt x="35374" y="2621"/>
                  <a:pt x="33802" y="2817"/>
                </a:cubicBezTo>
                <a:cubicBezTo>
                  <a:pt x="16743" y="4935"/>
                  <a:pt x="2939" y="18424"/>
                  <a:pt x="432" y="35431"/>
                </a:cubicBezTo>
                <a:cubicBezTo>
                  <a:pt x="-793" y="43745"/>
                  <a:pt x="898" y="51585"/>
                  <a:pt x="4289" y="58384"/>
                </a:cubicBezTo>
                <a:lnTo>
                  <a:pt x="109" y="75343"/>
                </a:lnTo>
                <a:cubicBezTo>
                  <a:pt x="-45" y="75969"/>
                  <a:pt x="-36" y="76626"/>
                  <a:pt x="137" y="77247"/>
                </a:cubicBezTo>
                <a:cubicBezTo>
                  <a:pt x="311" y="77869"/>
                  <a:pt x="641" y="78435"/>
                  <a:pt x="1097" y="78892"/>
                </a:cubicBezTo>
                <a:cubicBezTo>
                  <a:pt x="1553" y="79349"/>
                  <a:pt x="2119" y="79680"/>
                  <a:pt x="2741" y="79852"/>
                </a:cubicBezTo>
                <a:cubicBezTo>
                  <a:pt x="3363" y="80027"/>
                  <a:pt x="4019" y="80037"/>
                  <a:pt x="4645" y="79883"/>
                </a:cubicBezTo>
                <a:lnTo>
                  <a:pt x="21621" y="75709"/>
                </a:lnTo>
                <a:cubicBezTo>
                  <a:pt x="28422" y="79097"/>
                  <a:pt x="36265" y="80784"/>
                  <a:pt x="44578" y="79556"/>
                </a:cubicBezTo>
                <a:cubicBezTo>
                  <a:pt x="61581" y="77047"/>
                  <a:pt x="75069" y="63249"/>
                  <a:pt x="77187" y="46195"/>
                </a:cubicBezTo>
                <a:cubicBezTo>
                  <a:pt x="79922" y="24194"/>
                  <a:pt x="63910" y="5092"/>
                  <a:pt x="43015" y="2754"/>
                </a:cubicBezTo>
                <a:cubicBezTo>
                  <a:pt x="41523" y="2587"/>
                  <a:pt x="40006" y="2505"/>
                  <a:pt x="38469" y="2515"/>
                </a:cubicBezTo>
                <a:close/>
                <a:moveTo>
                  <a:pt x="82468" y="26278"/>
                </a:moveTo>
                <a:cubicBezTo>
                  <a:pt x="84743" y="32876"/>
                  <a:pt x="85492" y="40000"/>
                  <a:pt x="84617" y="47123"/>
                </a:cubicBezTo>
                <a:cubicBezTo>
                  <a:pt x="82092" y="67568"/>
                  <a:pt x="66068" y="83962"/>
                  <a:pt x="45670" y="86961"/>
                </a:cubicBezTo>
                <a:cubicBezTo>
                  <a:pt x="43371" y="87311"/>
                  <a:pt x="41048" y="87489"/>
                  <a:pt x="38748" y="87489"/>
                </a:cubicBezTo>
                <a:cubicBezTo>
                  <a:pt x="37523" y="87489"/>
                  <a:pt x="36272" y="87437"/>
                  <a:pt x="35047" y="87313"/>
                </a:cubicBezTo>
                <a:cubicBezTo>
                  <a:pt x="40572" y="92412"/>
                  <a:pt x="47647" y="95887"/>
                  <a:pt x="55421" y="97061"/>
                </a:cubicBezTo>
                <a:cubicBezTo>
                  <a:pt x="63520" y="98236"/>
                  <a:pt x="71569" y="96962"/>
                  <a:pt x="78744" y="93288"/>
                </a:cubicBezTo>
                <a:lnTo>
                  <a:pt x="95343" y="97389"/>
                </a:lnTo>
                <a:cubicBezTo>
                  <a:pt x="95643" y="97463"/>
                  <a:pt x="95942" y="97486"/>
                  <a:pt x="96242" y="97486"/>
                </a:cubicBezTo>
                <a:cubicBezTo>
                  <a:pt x="97216" y="97486"/>
                  <a:pt x="98192" y="97113"/>
                  <a:pt x="98892" y="96388"/>
                </a:cubicBezTo>
                <a:cubicBezTo>
                  <a:pt x="99817" y="95463"/>
                  <a:pt x="100194" y="94114"/>
                  <a:pt x="99894" y="92838"/>
                </a:cubicBezTo>
                <a:lnTo>
                  <a:pt x="95793" y="76242"/>
                </a:lnTo>
                <a:cubicBezTo>
                  <a:pt x="99467" y="69069"/>
                  <a:pt x="100767" y="61045"/>
                  <a:pt x="99566" y="52922"/>
                </a:cubicBezTo>
                <a:cubicBezTo>
                  <a:pt x="97917" y="41774"/>
                  <a:pt x="91493" y="32202"/>
                  <a:pt x="82468" y="26278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1" name="Чёрный — SVG 2">
            <a:extLst>
              <a:ext uri="{FF2B5EF4-FFF2-40B4-BE49-F238E27FC236}">
                <a16:creationId xmlns:a16="http://schemas.microsoft.com/office/drawing/2014/main" id="{3A8F0655-79BF-E743-A904-3EEF122D1D35}"/>
              </a:ext>
            </a:extLst>
          </p:cNvPr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>
              <a:gd name="csX0" fmla="*/ 109878 w 148867"/>
              <a:gd name="csY0" fmla="*/ 0 h 152390"/>
              <a:gd name="csX1" fmla="*/ 70890 w 148867"/>
              <a:gd name="csY1" fmla="*/ 38984 h 152390"/>
              <a:gd name="csX2" fmla="*/ 109878 w 148867"/>
              <a:gd name="csY2" fmla="*/ 77967 h 152390"/>
              <a:gd name="csX3" fmla="*/ 148867 w 148867"/>
              <a:gd name="csY3" fmla="*/ 38984 h 152390"/>
              <a:gd name="csX4" fmla="*/ 109878 w 148867"/>
              <a:gd name="csY4" fmla="*/ 0 h 152390"/>
              <a:gd name="csX5" fmla="*/ 23040 w 148867"/>
              <a:gd name="csY5" fmla="*/ 17720 h 152390"/>
              <a:gd name="csX6" fmla="*/ 0 w 148867"/>
              <a:gd name="csY6" fmla="*/ 40755 h 152390"/>
              <a:gd name="csX7" fmla="*/ 0 w 148867"/>
              <a:gd name="csY7" fmla="*/ 101003 h 152390"/>
              <a:gd name="csX8" fmla="*/ 23040 w 148867"/>
              <a:gd name="csY8" fmla="*/ 124040 h 152390"/>
              <a:gd name="csX9" fmla="*/ 28356 w 148867"/>
              <a:gd name="csY9" fmla="*/ 124040 h 152390"/>
              <a:gd name="csX10" fmla="*/ 28356 w 148867"/>
              <a:gd name="csY10" fmla="*/ 143531 h 152390"/>
              <a:gd name="csX11" fmla="*/ 33249 w 148867"/>
              <a:gd name="csY11" fmla="*/ 151470 h 152390"/>
              <a:gd name="csX12" fmla="*/ 37217 w 148867"/>
              <a:gd name="csY12" fmla="*/ 152391 h 152390"/>
              <a:gd name="csX13" fmla="*/ 42534 w 148867"/>
              <a:gd name="csY13" fmla="*/ 150620 h 152390"/>
              <a:gd name="csX14" fmla="*/ 77978 w 148867"/>
              <a:gd name="csY14" fmla="*/ 124040 h 152390"/>
              <a:gd name="csX15" fmla="*/ 118740 w 148867"/>
              <a:gd name="csY15" fmla="*/ 124040 h 152390"/>
              <a:gd name="csX16" fmla="*/ 141778 w 148867"/>
              <a:gd name="csY16" fmla="*/ 101003 h 152390"/>
              <a:gd name="csX17" fmla="*/ 141778 w 148867"/>
              <a:gd name="csY17" fmla="*/ 72188 h 152390"/>
              <a:gd name="csX18" fmla="*/ 109878 w 148867"/>
              <a:gd name="csY18" fmla="*/ 85056 h 152390"/>
              <a:gd name="csX19" fmla="*/ 63800 w 148867"/>
              <a:gd name="csY19" fmla="*/ 38984 h 152390"/>
              <a:gd name="csX20" fmla="*/ 69013 w 148867"/>
              <a:gd name="csY20" fmla="*/ 17720 h 152390"/>
              <a:gd name="csX21" fmla="*/ 23040 w 148867"/>
              <a:gd name="csY21" fmla="*/ 17720 h 152390"/>
              <a:gd name="csX22" fmla="*/ 131144 w 148867"/>
              <a:gd name="csY22" fmla="*/ 21257 h 152390"/>
              <a:gd name="csX23" fmla="*/ 133664 w 148867"/>
              <a:gd name="csY23" fmla="*/ 22288 h 152390"/>
              <a:gd name="csX24" fmla="*/ 133664 w 148867"/>
              <a:gd name="csY24" fmla="*/ 27327 h 152390"/>
              <a:gd name="csX25" fmla="*/ 105310 w 148867"/>
              <a:gd name="csY25" fmla="*/ 55679 h 152390"/>
              <a:gd name="csX26" fmla="*/ 102790 w 148867"/>
              <a:gd name="csY26" fmla="*/ 56703 h 152390"/>
              <a:gd name="csX27" fmla="*/ 100270 w 148867"/>
              <a:gd name="csY27" fmla="*/ 55679 h 152390"/>
              <a:gd name="csX28" fmla="*/ 86091 w 148867"/>
              <a:gd name="csY28" fmla="*/ 41504 h 152390"/>
              <a:gd name="csX29" fmla="*/ 86091 w 148867"/>
              <a:gd name="csY29" fmla="*/ 36465 h 152390"/>
              <a:gd name="csX30" fmla="*/ 91131 w 148867"/>
              <a:gd name="csY30" fmla="*/ 36465 h 152390"/>
              <a:gd name="csX31" fmla="*/ 102790 w 148867"/>
              <a:gd name="csY31" fmla="*/ 48162 h 152390"/>
              <a:gd name="csX32" fmla="*/ 128625 w 148867"/>
              <a:gd name="csY32" fmla="*/ 22288 h 152390"/>
              <a:gd name="csX33" fmla="*/ 131144 w 148867"/>
              <a:gd name="csY33" fmla="*/ 21257 h 152390"/>
            </a:gdLst>
            <a:ahLst/>
            <a:cxnLst/>
            <a:rect l="l" t="t" r="r" b="b"/>
            <a:pathLst>
              <a:path w="100000" h="100000">
                <a:moveTo>
                  <a:pt x="73259" y="0"/>
                </a:moveTo>
                <a:cubicBezTo>
                  <a:pt x="59118" y="0"/>
                  <a:pt x="47675" y="11442"/>
                  <a:pt x="47675" y="25582"/>
                </a:cubicBezTo>
                <a:cubicBezTo>
                  <a:pt x="47675" y="39721"/>
                  <a:pt x="59118" y="51163"/>
                  <a:pt x="73259" y="51163"/>
                </a:cubicBezTo>
                <a:cubicBezTo>
                  <a:pt x="87401" y="51163"/>
                  <a:pt x="98844" y="39721"/>
                  <a:pt x="98844" y="25582"/>
                </a:cubicBezTo>
                <a:cubicBezTo>
                  <a:pt x="98844" y="11442"/>
                  <a:pt x="87401" y="0"/>
                  <a:pt x="73259" y="0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7371"/>
                </a:lnTo>
                <a:cubicBezTo>
                  <a:pt x="88773" y="52603"/>
                  <a:pt x="81400" y="55815"/>
                  <a:pt x="73259" y="55815"/>
                </a:cubicBezTo>
                <a:cubicBezTo>
                  <a:pt x="56559" y="55815"/>
                  <a:pt x="43022" y="42280"/>
                  <a:pt x="43022" y="25582"/>
                </a:cubicBezTo>
                <a:cubicBezTo>
                  <a:pt x="43022" y="20558"/>
                  <a:pt x="44257" y="15815"/>
                  <a:pt x="46443" y="11628"/>
                </a:cubicBezTo>
                <a:lnTo>
                  <a:pt x="16275" y="11628"/>
                </a:lnTo>
                <a:close/>
                <a:moveTo>
                  <a:pt x="87214" y="13949"/>
                </a:moveTo>
                <a:cubicBezTo>
                  <a:pt x="87814" y="13949"/>
                  <a:pt x="88414" y="14172"/>
                  <a:pt x="88868" y="14626"/>
                </a:cubicBezTo>
                <a:cubicBezTo>
                  <a:pt x="89775" y="15533"/>
                  <a:pt x="89775" y="17025"/>
                  <a:pt x="88868" y="17932"/>
                </a:cubicBezTo>
                <a:lnTo>
                  <a:pt x="70262" y="36537"/>
                </a:lnTo>
                <a:cubicBezTo>
                  <a:pt x="69796" y="36979"/>
                  <a:pt x="69212" y="37209"/>
                  <a:pt x="68608" y="37209"/>
                </a:cubicBezTo>
                <a:cubicBezTo>
                  <a:pt x="68003" y="37209"/>
                  <a:pt x="67419" y="36979"/>
                  <a:pt x="66954" y="36537"/>
                </a:cubicBezTo>
                <a:lnTo>
                  <a:pt x="57650" y="27235"/>
                </a:lnTo>
                <a:cubicBezTo>
                  <a:pt x="56744" y="26328"/>
                  <a:pt x="56744" y="24835"/>
                  <a:pt x="57650" y="23929"/>
                </a:cubicBezTo>
                <a:cubicBezTo>
                  <a:pt x="58557" y="23021"/>
                  <a:pt x="60050" y="23021"/>
                  <a:pt x="60957" y="23929"/>
                </a:cubicBezTo>
                <a:lnTo>
                  <a:pt x="68608" y="31604"/>
                </a:lnTo>
                <a:lnTo>
                  <a:pt x="85561" y="14626"/>
                </a:lnTo>
                <a:cubicBezTo>
                  <a:pt x="86015" y="14172"/>
                  <a:pt x="86616" y="13949"/>
                  <a:pt x="87214" y="1394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2" name="Чёрный — SVG 3">
            <a:extLst>
              <a:ext uri="{FF2B5EF4-FFF2-40B4-BE49-F238E27FC236}">
                <a16:creationId xmlns:a16="http://schemas.microsoft.com/office/drawing/2014/main" id="{A25B67B8-E935-5348-9A18-85A5D566519C}"/>
              </a:ext>
            </a:extLst>
          </p:cNvPr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>
              <a:gd name="csX0" fmla="*/ 40761 w 141777"/>
              <a:gd name="csY0" fmla="*/ 0 h 141769"/>
              <a:gd name="csX1" fmla="*/ 21337 w 141777"/>
              <a:gd name="csY1" fmla="*/ 10666 h 141769"/>
              <a:gd name="csX2" fmla="*/ 23040 w 141777"/>
              <a:gd name="csY2" fmla="*/ 10632 h 141769"/>
              <a:gd name="csX3" fmla="*/ 104561 w 141777"/>
              <a:gd name="csY3" fmla="*/ 10632 h 141769"/>
              <a:gd name="csX4" fmla="*/ 131144 w 141777"/>
              <a:gd name="csY4" fmla="*/ 37212 h 141769"/>
              <a:gd name="csX5" fmla="*/ 131144 w 141777"/>
              <a:gd name="csY5" fmla="*/ 93915 h 141769"/>
              <a:gd name="csX6" fmla="*/ 131110 w 141777"/>
              <a:gd name="csY6" fmla="*/ 95618 h 141769"/>
              <a:gd name="csX7" fmla="*/ 141778 w 141777"/>
              <a:gd name="csY7" fmla="*/ 76196 h 141769"/>
              <a:gd name="csX8" fmla="*/ 141778 w 141777"/>
              <a:gd name="csY8" fmla="*/ 37212 h 141769"/>
              <a:gd name="csX9" fmla="*/ 104561 w 141777"/>
              <a:gd name="csY9" fmla="*/ 0 h 141769"/>
              <a:gd name="csX10" fmla="*/ 40761 w 141777"/>
              <a:gd name="csY10" fmla="*/ 0 h 141769"/>
              <a:gd name="csX11" fmla="*/ 23040 w 141777"/>
              <a:gd name="csY11" fmla="*/ 17720 h 141769"/>
              <a:gd name="csX12" fmla="*/ 0 w 141777"/>
              <a:gd name="csY12" fmla="*/ 40755 h 141769"/>
              <a:gd name="csX13" fmla="*/ 0 w 141777"/>
              <a:gd name="csY13" fmla="*/ 93915 h 141769"/>
              <a:gd name="csX14" fmla="*/ 23040 w 141777"/>
              <a:gd name="csY14" fmla="*/ 116951 h 141769"/>
              <a:gd name="csX15" fmla="*/ 24811 w 141777"/>
              <a:gd name="csY15" fmla="*/ 116951 h 141769"/>
              <a:gd name="csX16" fmla="*/ 24811 w 141777"/>
              <a:gd name="csY16" fmla="*/ 133023 h 141769"/>
              <a:gd name="csX17" fmla="*/ 38886 w 141777"/>
              <a:gd name="csY17" fmla="*/ 140195 h 141769"/>
              <a:gd name="csX18" fmla="*/ 70847 w 141777"/>
              <a:gd name="csY18" fmla="*/ 116951 h 141769"/>
              <a:gd name="csX19" fmla="*/ 101017 w 141777"/>
              <a:gd name="csY19" fmla="*/ 116951 h 141769"/>
              <a:gd name="csX20" fmla="*/ 124057 w 141777"/>
              <a:gd name="csY20" fmla="*/ 93915 h 141769"/>
              <a:gd name="csX21" fmla="*/ 124057 w 141777"/>
              <a:gd name="csY21" fmla="*/ 40755 h 141769"/>
              <a:gd name="csX22" fmla="*/ 101017 w 141777"/>
              <a:gd name="csY22" fmla="*/ 17720 h 141769"/>
              <a:gd name="csX23" fmla="*/ 23040 w 141777"/>
              <a:gd name="csY23" fmla="*/ 17720 h 141769"/>
            </a:gdLst>
            <a:ahLst/>
            <a:cxnLst/>
            <a:rect l="l" t="t" r="r" b="b"/>
            <a:pathLst>
              <a:path w="100000" h="100000">
                <a:moveTo>
                  <a:pt x="28750" y="3"/>
                </a:moveTo>
                <a:cubicBezTo>
                  <a:pt x="23001" y="3"/>
                  <a:pt x="17949" y="3003"/>
                  <a:pt x="15050" y="7526"/>
                </a:cubicBezTo>
                <a:cubicBezTo>
                  <a:pt x="15449" y="7502"/>
                  <a:pt x="15850" y="7502"/>
                  <a:pt x="16251" y="7502"/>
                </a:cubicBezTo>
                <a:lnTo>
                  <a:pt x="73750" y="7502"/>
                </a:lnTo>
                <a:cubicBezTo>
                  <a:pt x="84100" y="7502"/>
                  <a:pt x="92500" y="15901"/>
                  <a:pt x="92500" y="26250"/>
                </a:cubicBezTo>
                <a:lnTo>
                  <a:pt x="92500" y="66244"/>
                </a:lnTo>
                <a:cubicBezTo>
                  <a:pt x="92500" y="66645"/>
                  <a:pt x="92502" y="67045"/>
                  <a:pt x="92476" y="67445"/>
                </a:cubicBezTo>
                <a:cubicBezTo>
                  <a:pt x="97002" y="64546"/>
                  <a:pt x="100001" y="59495"/>
                  <a:pt x="100001" y="53746"/>
                </a:cubicBezTo>
                <a:lnTo>
                  <a:pt x="100001" y="26250"/>
                </a:lnTo>
                <a:cubicBezTo>
                  <a:pt x="100001" y="11776"/>
                  <a:pt x="88226" y="3"/>
                  <a:pt x="73750" y="3"/>
                </a:cubicBezTo>
                <a:lnTo>
                  <a:pt x="28750" y="3"/>
                </a:lnTo>
                <a:close/>
                <a:moveTo>
                  <a:pt x="16251" y="12501"/>
                </a:moveTo>
                <a:cubicBezTo>
                  <a:pt x="7320" y="12501"/>
                  <a:pt x="0" y="19821"/>
                  <a:pt x="0" y="28749"/>
                </a:cubicBezTo>
                <a:lnTo>
                  <a:pt x="0" y="66244"/>
                </a:lnTo>
                <a:cubicBezTo>
                  <a:pt x="0" y="75174"/>
                  <a:pt x="7320" y="82492"/>
                  <a:pt x="16251" y="82492"/>
                </a:cubicBezTo>
                <a:lnTo>
                  <a:pt x="17500" y="82492"/>
                </a:lnTo>
                <a:lnTo>
                  <a:pt x="17500" y="93828"/>
                </a:lnTo>
                <a:cubicBezTo>
                  <a:pt x="17500" y="98706"/>
                  <a:pt x="23482" y="101757"/>
                  <a:pt x="27428" y="98887"/>
                </a:cubicBezTo>
                <a:lnTo>
                  <a:pt x="49971" y="82492"/>
                </a:lnTo>
                <a:lnTo>
                  <a:pt x="71251" y="82492"/>
                </a:lnTo>
                <a:cubicBezTo>
                  <a:pt x="80182" y="82492"/>
                  <a:pt x="87501" y="75174"/>
                  <a:pt x="87501" y="66244"/>
                </a:cubicBezTo>
                <a:lnTo>
                  <a:pt x="87501" y="28749"/>
                </a:lnTo>
                <a:cubicBezTo>
                  <a:pt x="87501" y="19821"/>
                  <a:pt x="80182" y="12501"/>
                  <a:pt x="71251" y="12501"/>
                </a:cubicBezTo>
                <a:lnTo>
                  <a:pt x="16251" y="12501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3" name="Чёрный — SVG 4">
            <a:extLst>
              <a:ext uri="{FF2B5EF4-FFF2-40B4-BE49-F238E27FC236}">
                <a16:creationId xmlns:a16="http://schemas.microsoft.com/office/drawing/2014/main" id="{9581FBD2-E945-DC41-AD95-6A73AED873BC}"/>
              </a:ext>
            </a:extLst>
          </p:cNvPr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>
              <a:gd name="csX0" fmla="*/ 23039 w 141778"/>
              <a:gd name="csY0" fmla="*/ 0 h 134543"/>
              <a:gd name="csX1" fmla="*/ 0 w 141778"/>
              <a:gd name="csY1" fmla="*/ 23036 h 134543"/>
              <a:gd name="csX2" fmla="*/ 0 w 141778"/>
              <a:gd name="csY2" fmla="*/ 83283 h 134543"/>
              <a:gd name="csX3" fmla="*/ 23039 w 141778"/>
              <a:gd name="csY3" fmla="*/ 106319 h 134543"/>
              <a:gd name="csX4" fmla="*/ 28356 w 141778"/>
              <a:gd name="csY4" fmla="*/ 106319 h 134543"/>
              <a:gd name="csX5" fmla="*/ 28356 w 141778"/>
              <a:gd name="csY5" fmla="*/ 125811 h 134543"/>
              <a:gd name="csX6" fmla="*/ 42534 w 141778"/>
              <a:gd name="csY6" fmla="*/ 132899 h 134543"/>
              <a:gd name="csX7" fmla="*/ 77978 w 141778"/>
              <a:gd name="csY7" fmla="*/ 106319 h 134543"/>
              <a:gd name="csX8" fmla="*/ 118739 w 141778"/>
              <a:gd name="csY8" fmla="*/ 106319 h 134543"/>
              <a:gd name="csX9" fmla="*/ 141778 w 141778"/>
              <a:gd name="csY9" fmla="*/ 83283 h 134543"/>
              <a:gd name="csX10" fmla="*/ 141778 w 141778"/>
              <a:gd name="csY10" fmla="*/ 23036 h 134543"/>
              <a:gd name="csX11" fmla="*/ 118739 w 141778"/>
              <a:gd name="csY11" fmla="*/ 0 h 134543"/>
              <a:gd name="csX12" fmla="*/ 23039 w 141778"/>
              <a:gd name="csY12" fmla="*/ 0 h 134543"/>
            </a:gdLst>
            <a:ahLst/>
            <a:cxnLst/>
            <a:rect l="l" t="t" r="r" b="b"/>
            <a:pathLst>
              <a:path w="100000" h="100000">
                <a:moveTo>
                  <a:pt x="16250" y="2552"/>
                </a:moveTo>
                <a:cubicBezTo>
                  <a:pt x="7320" y="2552"/>
                  <a:pt x="0" y="9871"/>
                  <a:pt x="0" y="18799"/>
                </a:cubicBezTo>
                <a:lnTo>
                  <a:pt x="0" y="61293"/>
                </a:lnTo>
                <a:cubicBezTo>
                  <a:pt x="0" y="70223"/>
                  <a:pt x="7320" y="77541"/>
                  <a:pt x="16250" y="77541"/>
                </a:cubicBezTo>
                <a:lnTo>
                  <a:pt x="20000" y="77541"/>
                </a:lnTo>
                <a:lnTo>
                  <a:pt x="20000" y="91290"/>
                </a:lnTo>
                <a:cubicBezTo>
                  <a:pt x="20000" y="96204"/>
                  <a:pt x="26068" y="99236"/>
                  <a:pt x="30000" y="96289"/>
                </a:cubicBezTo>
                <a:lnTo>
                  <a:pt x="55000" y="77541"/>
                </a:lnTo>
                <a:lnTo>
                  <a:pt x="83750" y="77541"/>
                </a:lnTo>
                <a:cubicBezTo>
                  <a:pt x="92680" y="77541"/>
                  <a:pt x="100000" y="70223"/>
                  <a:pt x="100000" y="61293"/>
                </a:cubicBezTo>
                <a:lnTo>
                  <a:pt x="100000" y="18799"/>
                </a:lnTo>
                <a:cubicBezTo>
                  <a:pt x="100000" y="9871"/>
                  <a:pt x="92680" y="2552"/>
                  <a:pt x="83750" y="2552"/>
                </a:cubicBezTo>
                <a:lnTo>
                  <a:pt x="16250" y="255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4" name="Чёрный — SVG 5">
            <a:extLst>
              <a:ext uri="{FF2B5EF4-FFF2-40B4-BE49-F238E27FC236}">
                <a16:creationId xmlns:a16="http://schemas.microsoft.com/office/drawing/2014/main" id="{692CA1C3-5B44-AF4F-8BC0-17010D335A77}"/>
              </a:ext>
            </a:extLst>
          </p:cNvPr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>
              <a:gd name="csX0" fmla="*/ 109878 w 148867"/>
              <a:gd name="csY0" fmla="*/ 0 h 152390"/>
              <a:gd name="csX1" fmla="*/ 70890 w 148867"/>
              <a:gd name="csY1" fmla="*/ 38984 h 152390"/>
              <a:gd name="csX2" fmla="*/ 109878 w 148867"/>
              <a:gd name="csY2" fmla="*/ 77967 h 152390"/>
              <a:gd name="csX3" fmla="*/ 148867 w 148867"/>
              <a:gd name="csY3" fmla="*/ 38984 h 152390"/>
              <a:gd name="csX4" fmla="*/ 109878 w 148867"/>
              <a:gd name="csY4" fmla="*/ 0 h 152390"/>
              <a:gd name="csX5" fmla="*/ 23040 w 148867"/>
              <a:gd name="csY5" fmla="*/ 17720 h 152390"/>
              <a:gd name="csX6" fmla="*/ 0 w 148867"/>
              <a:gd name="csY6" fmla="*/ 40755 h 152390"/>
              <a:gd name="csX7" fmla="*/ 0 w 148867"/>
              <a:gd name="csY7" fmla="*/ 101003 h 152390"/>
              <a:gd name="csX8" fmla="*/ 23040 w 148867"/>
              <a:gd name="csY8" fmla="*/ 124040 h 152390"/>
              <a:gd name="csX9" fmla="*/ 28356 w 148867"/>
              <a:gd name="csY9" fmla="*/ 124040 h 152390"/>
              <a:gd name="csX10" fmla="*/ 28356 w 148867"/>
              <a:gd name="csY10" fmla="*/ 143531 h 152390"/>
              <a:gd name="csX11" fmla="*/ 33249 w 148867"/>
              <a:gd name="csY11" fmla="*/ 151470 h 152390"/>
              <a:gd name="csX12" fmla="*/ 37217 w 148867"/>
              <a:gd name="csY12" fmla="*/ 152391 h 152390"/>
              <a:gd name="csX13" fmla="*/ 42534 w 148867"/>
              <a:gd name="csY13" fmla="*/ 150620 h 152390"/>
              <a:gd name="csX14" fmla="*/ 77978 w 148867"/>
              <a:gd name="csY14" fmla="*/ 124040 h 152390"/>
              <a:gd name="csX15" fmla="*/ 118740 w 148867"/>
              <a:gd name="csY15" fmla="*/ 124040 h 152390"/>
              <a:gd name="csX16" fmla="*/ 141778 w 148867"/>
              <a:gd name="csY16" fmla="*/ 101003 h 152390"/>
              <a:gd name="csX17" fmla="*/ 141778 w 148867"/>
              <a:gd name="csY17" fmla="*/ 72188 h 152390"/>
              <a:gd name="csX18" fmla="*/ 77307 w 148867"/>
              <a:gd name="csY18" fmla="*/ 71550 h 152390"/>
              <a:gd name="csX19" fmla="*/ 69013 w 148867"/>
              <a:gd name="csY19" fmla="*/ 17720 h 152390"/>
              <a:gd name="csX20" fmla="*/ 23040 w 148867"/>
              <a:gd name="csY20" fmla="*/ 17720 h 152390"/>
              <a:gd name="csX21" fmla="*/ 113126 w 148867"/>
              <a:gd name="csY21" fmla="*/ 17734 h 152390"/>
              <a:gd name="csX22" fmla="*/ 115499 w 148867"/>
              <a:gd name="csY22" fmla="*/ 18391 h 152390"/>
              <a:gd name="csX23" fmla="*/ 116967 w 148867"/>
              <a:gd name="csY23" fmla="*/ 21264 h 152390"/>
              <a:gd name="csX24" fmla="*/ 116967 w 148867"/>
              <a:gd name="csY24" fmla="*/ 56703 h 152390"/>
              <a:gd name="csX25" fmla="*/ 113423 w 148867"/>
              <a:gd name="csY25" fmla="*/ 60248 h 152390"/>
              <a:gd name="csX26" fmla="*/ 109878 w 148867"/>
              <a:gd name="csY26" fmla="*/ 56703 h 152390"/>
              <a:gd name="csX27" fmla="*/ 109878 w 148867"/>
              <a:gd name="csY27" fmla="*/ 26178 h 152390"/>
              <a:gd name="csX28" fmla="*/ 103911 w 148867"/>
              <a:gd name="csY28" fmla="*/ 28165 h 152390"/>
              <a:gd name="csX29" fmla="*/ 99431 w 148867"/>
              <a:gd name="csY29" fmla="*/ 25930 h 152390"/>
              <a:gd name="csX30" fmla="*/ 101667 w 148867"/>
              <a:gd name="csY30" fmla="*/ 21444 h 152390"/>
              <a:gd name="csX31" fmla="*/ 112300 w 148867"/>
              <a:gd name="csY31" fmla="*/ 17899 h 152390"/>
              <a:gd name="csX32" fmla="*/ 113126 w 148867"/>
              <a:gd name="csY32" fmla="*/ 17734 h 152390"/>
            </a:gdLst>
            <a:ahLst/>
            <a:cxnLst/>
            <a:rect l="l" t="t" r="r" b="b"/>
            <a:pathLst>
              <a:path w="100000" h="100000">
                <a:moveTo>
                  <a:pt x="73259" y="0"/>
                </a:moveTo>
                <a:cubicBezTo>
                  <a:pt x="59130" y="0"/>
                  <a:pt x="47675" y="11453"/>
                  <a:pt x="47675" y="25582"/>
                </a:cubicBezTo>
                <a:cubicBezTo>
                  <a:pt x="47675" y="39710"/>
                  <a:pt x="59130" y="51163"/>
                  <a:pt x="73259" y="51163"/>
                </a:cubicBezTo>
                <a:cubicBezTo>
                  <a:pt x="87390" y="51163"/>
                  <a:pt x="98844" y="39710"/>
                  <a:pt x="98844" y="25582"/>
                </a:cubicBezTo>
                <a:cubicBezTo>
                  <a:pt x="98844" y="11453"/>
                  <a:pt x="87390" y="0"/>
                  <a:pt x="73259" y="0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7371"/>
                </a:lnTo>
                <a:cubicBezTo>
                  <a:pt x="82377" y="58766"/>
                  <a:pt x="63538" y="58627"/>
                  <a:pt x="51886" y="46952"/>
                </a:cubicBezTo>
                <a:cubicBezTo>
                  <a:pt x="42326" y="37394"/>
                  <a:pt x="40489" y="23023"/>
                  <a:pt x="46443" y="11628"/>
                </a:cubicBezTo>
                <a:lnTo>
                  <a:pt x="16275" y="11628"/>
                </a:lnTo>
                <a:close/>
                <a:moveTo>
                  <a:pt x="75390" y="11637"/>
                </a:moveTo>
                <a:cubicBezTo>
                  <a:pt x="75935" y="11591"/>
                  <a:pt x="76491" y="11739"/>
                  <a:pt x="76948" y="12068"/>
                </a:cubicBezTo>
                <a:cubicBezTo>
                  <a:pt x="77555" y="12506"/>
                  <a:pt x="77911" y="13207"/>
                  <a:pt x="77911" y="13954"/>
                </a:cubicBezTo>
                <a:lnTo>
                  <a:pt x="77911" y="37209"/>
                </a:lnTo>
                <a:cubicBezTo>
                  <a:pt x="77911" y="38493"/>
                  <a:pt x="76872" y="39535"/>
                  <a:pt x="75585" y="39535"/>
                </a:cubicBezTo>
                <a:cubicBezTo>
                  <a:pt x="74299" y="39535"/>
                  <a:pt x="73259" y="38493"/>
                  <a:pt x="73259" y="37209"/>
                </a:cubicBezTo>
                <a:lnTo>
                  <a:pt x="73259" y="17178"/>
                </a:lnTo>
                <a:lnTo>
                  <a:pt x="69343" y="18482"/>
                </a:lnTo>
                <a:cubicBezTo>
                  <a:pt x="68116" y="18894"/>
                  <a:pt x="66811" y="18232"/>
                  <a:pt x="66404" y="17016"/>
                </a:cubicBezTo>
                <a:cubicBezTo>
                  <a:pt x="65997" y="15796"/>
                  <a:pt x="66655" y="14478"/>
                  <a:pt x="67871" y="14072"/>
                </a:cubicBezTo>
                <a:lnTo>
                  <a:pt x="74848" y="11746"/>
                </a:lnTo>
                <a:cubicBezTo>
                  <a:pt x="75025" y="11688"/>
                  <a:pt x="75208" y="11652"/>
                  <a:pt x="75390" y="1163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5" name="Чёрный — SVG 6">
            <a:extLst>
              <a:ext uri="{FF2B5EF4-FFF2-40B4-BE49-F238E27FC236}">
                <a16:creationId xmlns:a16="http://schemas.microsoft.com/office/drawing/2014/main" id="{C5EA8F20-D8CC-3A44-9F1D-87EA0D04F632}"/>
              </a:ext>
            </a:extLst>
          </p:cNvPr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>
              <a:gd name="csX0" fmla="*/ 31905 w 157106"/>
              <a:gd name="csY0" fmla="*/ 1 h 149529"/>
              <a:gd name="csX1" fmla="*/ 29046 w 157106"/>
              <a:gd name="csY1" fmla="*/ 868 h 149529"/>
              <a:gd name="csX2" fmla="*/ 838 w 157106"/>
              <a:gd name="csY2" fmla="*/ 29073 h 149529"/>
              <a:gd name="csX3" fmla="*/ 123 w 157106"/>
              <a:gd name="csY3" fmla="*/ 33087 h 149529"/>
              <a:gd name="csX4" fmla="*/ 2454 w 157106"/>
              <a:gd name="csY4" fmla="*/ 36422 h 149529"/>
              <a:gd name="csX5" fmla="*/ 6470 w 157106"/>
              <a:gd name="csY5" fmla="*/ 37136 h 149529"/>
              <a:gd name="csX6" fmla="*/ 9804 w 157106"/>
              <a:gd name="csY6" fmla="*/ 34805 h 149529"/>
              <a:gd name="csX7" fmla="*/ 34763 w 157106"/>
              <a:gd name="csY7" fmla="*/ 9833 h 149529"/>
              <a:gd name="csX8" fmla="*/ 36941 w 157106"/>
              <a:gd name="csY8" fmla="*/ 7230 h 149529"/>
              <a:gd name="csX9" fmla="*/ 37077 w 157106"/>
              <a:gd name="csY9" fmla="*/ 3828 h 149529"/>
              <a:gd name="csX10" fmla="*/ 35137 w 157106"/>
              <a:gd name="csY10" fmla="*/ 1038 h 149529"/>
              <a:gd name="csX11" fmla="*/ 31905 w 157106"/>
              <a:gd name="csY11" fmla="*/ 1 h 149529"/>
              <a:gd name="csX12" fmla="*/ 125053 w 157106"/>
              <a:gd name="csY12" fmla="*/ 1 h 149529"/>
              <a:gd name="csX13" fmla="*/ 121889 w 157106"/>
              <a:gd name="csY13" fmla="*/ 1123 h 149529"/>
              <a:gd name="csX14" fmla="*/ 120017 w 157106"/>
              <a:gd name="csY14" fmla="*/ 3913 h 149529"/>
              <a:gd name="csX15" fmla="*/ 120187 w 157106"/>
              <a:gd name="csY15" fmla="*/ 7264 h 149529"/>
              <a:gd name="csX16" fmla="*/ 122348 w 157106"/>
              <a:gd name="csY16" fmla="*/ 9833 h 149529"/>
              <a:gd name="csX17" fmla="*/ 147307 w 157106"/>
              <a:gd name="csY17" fmla="*/ 34805 h 149529"/>
              <a:gd name="csX18" fmla="*/ 148736 w 157106"/>
              <a:gd name="csY18" fmla="*/ 36302 h 149529"/>
              <a:gd name="csX19" fmla="*/ 150641 w 157106"/>
              <a:gd name="csY19" fmla="*/ 37136 h 149529"/>
              <a:gd name="csX20" fmla="*/ 152717 w 157106"/>
              <a:gd name="csY20" fmla="*/ 37170 h 149529"/>
              <a:gd name="csX21" fmla="*/ 154656 w 157106"/>
              <a:gd name="csY21" fmla="*/ 36422 h 149529"/>
              <a:gd name="csX22" fmla="*/ 156154 w 157106"/>
              <a:gd name="csY22" fmla="*/ 34976 h 149529"/>
              <a:gd name="csX23" fmla="*/ 156987 w 157106"/>
              <a:gd name="csY23" fmla="*/ 33087 h 149529"/>
              <a:gd name="csX24" fmla="*/ 157021 w 157106"/>
              <a:gd name="csY24" fmla="*/ 31012 h 149529"/>
              <a:gd name="csX25" fmla="*/ 156273 w 157106"/>
              <a:gd name="csY25" fmla="*/ 29073 h 149529"/>
              <a:gd name="csX26" fmla="*/ 128064 w 157106"/>
              <a:gd name="csY26" fmla="*/ 868 h 149529"/>
              <a:gd name="csX27" fmla="*/ 125053 w 157106"/>
              <a:gd name="csY27" fmla="*/ 1 h 149529"/>
              <a:gd name="csX28" fmla="*/ 78555 w 157106"/>
              <a:gd name="csY28" fmla="*/ 7707 h 149529"/>
              <a:gd name="csX29" fmla="*/ 7661 w 157106"/>
              <a:gd name="csY29" fmla="*/ 78575 h 149529"/>
              <a:gd name="csX30" fmla="*/ 31922 w 157106"/>
              <a:gd name="csY30" fmla="*/ 131871 h 149529"/>
              <a:gd name="csX31" fmla="*/ 23398 w 157106"/>
              <a:gd name="csY31" fmla="*/ 140376 h 149529"/>
              <a:gd name="csX32" fmla="*/ 22207 w 157106"/>
              <a:gd name="csY32" fmla="*/ 142112 h 149529"/>
              <a:gd name="csX33" fmla="*/ 21765 w 157106"/>
              <a:gd name="csY33" fmla="*/ 144170 h 149529"/>
              <a:gd name="csX34" fmla="*/ 22156 w 157106"/>
              <a:gd name="csY34" fmla="*/ 146228 h 149529"/>
              <a:gd name="csX35" fmla="*/ 23330 w 157106"/>
              <a:gd name="csY35" fmla="*/ 147980 h 149529"/>
              <a:gd name="csX36" fmla="*/ 25082 w 157106"/>
              <a:gd name="csY36" fmla="*/ 149137 h 149529"/>
              <a:gd name="csX37" fmla="*/ 27141 w 157106"/>
              <a:gd name="csY37" fmla="*/ 149528 h 149529"/>
              <a:gd name="csX38" fmla="*/ 29200 w 157106"/>
              <a:gd name="csY38" fmla="*/ 149103 h 149529"/>
              <a:gd name="csX39" fmla="*/ 30918 w 157106"/>
              <a:gd name="csY39" fmla="*/ 147895 h 149529"/>
              <a:gd name="csX40" fmla="*/ 40514 w 157106"/>
              <a:gd name="csY40" fmla="*/ 138318 h 149529"/>
              <a:gd name="csX41" fmla="*/ 78555 w 157106"/>
              <a:gd name="csY41" fmla="*/ 149460 h 149529"/>
              <a:gd name="csX42" fmla="*/ 116597 w 157106"/>
              <a:gd name="csY42" fmla="*/ 138318 h 149529"/>
              <a:gd name="csX43" fmla="*/ 126193 w 157106"/>
              <a:gd name="csY43" fmla="*/ 147895 h 149529"/>
              <a:gd name="csX44" fmla="*/ 127911 w 157106"/>
              <a:gd name="csY44" fmla="*/ 149103 h 149529"/>
              <a:gd name="csX45" fmla="*/ 129970 w 157106"/>
              <a:gd name="csY45" fmla="*/ 149528 h 149529"/>
              <a:gd name="csX46" fmla="*/ 132028 w 157106"/>
              <a:gd name="csY46" fmla="*/ 149137 h 149529"/>
              <a:gd name="csX47" fmla="*/ 133781 w 157106"/>
              <a:gd name="csY47" fmla="*/ 147980 h 149529"/>
              <a:gd name="csX48" fmla="*/ 134955 w 157106"/>
              <a:gd name="csY48" fmla="*/ 146228 h 149529"/>
              <a:gd name="csX49" fmla="*/ 135346 w 157106"/>
              <a:gd name="csY49" fmla="*/ 144170 h 149529"/>
              <a:gd name="csX50" fmla="*/ 134904 w 157106"/>
              <a:gd name="csY50" fmla="*/ 142112 h 149529"/>
              <a:gd name="csX51" fmla="*/ 133713 w 157106"/>
              <a:gd name="csY51" fmla="*/ 140376 h 149529"/>
              <a:gd name="csX52" fmla="*/ 125189 w 157106"/>
              <a:gd name="csY52" fmla="*/ 131871 h 149529"/>
              <a:gd name="csX53" fmla="*/ 149450 w 157106"/>
              <a:gd name="csY53" fmla="*/ 78575 h 149529"/>
              <a:gd name="csX54" fmla="*/ 78555 w 157106"/>
              <a:gd name="csY54" fmla="*/ 7707 h 149529"/>
              <a:gd name="csX55" fmla="*/ 73247 w 157106"/>
              <a:gd name="csY55" fmla="*/ 36047 h 149529"/>
              <a:gd name="csX56" fmla="*/ 78555 w 157106"/>
              <a:gd name="csY56" fmla="*/ 41372 h 149529"/>
              <a:gd name="csX57" fmla="*/ 78555 w 157106"/>
              <a:gd name="csY57" fmla="*/ 78575 h 149529"/>
              <a:gd name="csX58" fmla="*/ 101591 w 157106"/>
              <a:gd name="csY58" fmla="*/ 78575 h 149529"/>
              <a:gd name="csX59" fmla="*/ 106917 w 157106"/>
              <a:gd name="csY59" fmla="*/ 83899 h 149529"/>
              <a:gd name="csX60" fmla="*/ 101591 w 157106"/>
              <a:gd name="csY60" fmla="*/ 89207 h 149529"/>
              <a:gd name="csX61" fmla="*/ 73247 w 157106"/>
              <a:gd name="csY61" fmla="*/ 89207 h 149529"/>
              <a:gd name="csX62" fmla="*/ 67922 w 157106"/>
              <a:gd name="csY62" fmla="*/ 83899 h 149529"/>
              <a:gd name="csX63" fmla="*/ 67922 w 157106"/>
              <a:gd name="csY63" fmla="*/ 41372 h 149529"/>
              <a:gd name="csX64" fmla="*/ 73247 w 157106"/>
              <a:gd name="csY64" fmla="*/ 36047 h 149529"/>
            </a:gdLst>
            <a:ahLst/>
            <a:cxnLst/>
            <a:rect l="l" t="t" r="r" b="b"/>
            <a:pathLst>
              <a:path w="100000" h="100000">
                <a:moveTo>
                  <a:pt x="20308" y="2412"/>
                </a:moveTo>
                <a:cubicBezTo>
                  <a:pt x="19658" y="2423"/>
                  <a:pt x="19030" y="2618"/>
                  <a:pt x="18488" y="2964"/>
                </a:cubicBezTo>
                <a:cubicBezTo>
                  <a:pt x="11276" y="7577"/>
                  <a:pt x="5136" y="13705"/>
                  <a:pt x="533" y="20917"/>
                </a:cubicBezTo>
                <a:cubicBezTo>
                  <a:pt x="57" y="21674"/>
                  <a:pt x="-116" y="22595"/>
                  <a:pt x="78" y="23472"/>
                </a:cubicBezTo>
                <a:cubicBezTo>
                  <a:pt x="274" y="24349"/>
                  <a:pt x="804" y="25107"/>
                  <a:pt x="1562" y="25595"/>
                </a:cubicBezTo>
                <a:cubicBezTo>
                  <a:pt x="2320" y="26071"/>
                  <a:pt x="3240" y="26233"/>
                  <a:pt x="4118" y="26049"/>
                </a:cubicBezTo>
                <a:cubicBezTo>
                  <a:pt x="4995" y="25854"/>
                  <a:pt x="5753" y="25313"/>
                  <a:pt x="6240" y="24565"/>
                </a:cubicBezTo>
                <a:cubicBezTo>
                  <a:pt x="10312" y="18177"/>
                  <a:pt x="15749" y="12752"/>
                  <a:pt x="22127" y="8670"/>
                </a:cubicBezTo>
                <a:cubicBezTo>
                  <a:pt x="22755" y="8281"/>
                  <a:pt x="23242" y="7696"/>
                  <a:pt x="23513" y="7013"/>
                </a:cubicBezTo>
                <a:cubicBezTo>
                  <a:pt x="23773" y="6321"/>
                  <a:pt x="23806" y="5563"/>
                  <a:pt x="23600" y="4848"/>
                </a:cubicBezTo>
                <a:cubicBezTo>
                  <a:pt x="23394" y="4144"/>
                  <a:pt x="22961" y="3516"/>
                  <a:pt x="22365" y="3072"/>
                </a:cubicBezTo>
                <a:cubicBezTo>
                  <a:pt x="21769" y="2639"/>
                  <a:pt x="21044" y="2401"/>
                  <a:pt x="20308" y="2412"/>
                </a:cubicBezTo>
                <a:close/>
                <a:moveTo>
                  <a:pt x="79598" y="2412"/>
                </a:moveTo>
                <a:cubicBezTo>
                  <a:pt x="78861" y="2423"/>
                  <a:pt x="78157" y="2672"/>
                  <a:pt x="77584" y="3126"/>
                </a:cubicBezTo>
                <a:cubicBezTo>
                  <a:pt x="76999" y="3571"/>
                  <a:pt x="76587" y="4199"/>
                  <a:pt x="76392" y="4902"/>
                </a:cubicBezTo>
                <a:cubicBezTo>
                  <a:pt x="76198" y="5606"/>
                  <a:pt x="76241" y="6353"/>
                  <a:pt x="76501" y="7035"/>
                </a:cubicBezTo>
                <a:cubicBezTo>
                  <a:pt x="76772" y="7717"/>
                  <a:pt x="77248" y="8292"/>
                  <a:pt x="77876" y="8670"/>
                </a:cubicBezTo>
                <a:cubicBezTo>
                  <a:pt x="84255" y="12752"/>
                  <a:pt x="89690" y="18177"/>
                  <a:pt x="93763" y="24565"/>
                </a:cubicBezTo>
                <a:cubicBezTo>
                  <a:pt x="94001" y="24934"/>
                  <a:pt x="94315" y="25258"/>
                  <a:pt x="94672" y="25518"/>
                </a:cubicBezTo>
                <a:cubicBezTo>
                  <a:pt x="95040" y="25768"/>
                  <a:pt x="95452" y="25952"/>
                  <a:pt x="95885" y="26049"/>
                </a:cubicBezTo>
                <a:cubicBezTo>
                  <a:pt x="96318" y="26136"/>
                  <a:pt x="96773" y="26146"/>
                  <a:pt x="97206" y="26071"/>
                </a:cubicBezTo>
                <a:cubicBezTo>
                  <a:pt x="97639" y="25995"/>
                  <a:pt x="98062" y="25833"/>
                  <a:pt x="98441" y="25595"/>
                </a:cubicBezTo>
                <a:cubicBezTo>
                  <a:pt x="98809" y="25356"/>
                  <a:pt x="99134" y="25042"/>
                  <a:pt x="99394" y="24674"/>
                </a:cubicBezTo>
                <a:cubicBezTo>
                  <a:pt x="99643" y="24316"/>
                  <a:pt x="99827" y="23905"/>
                  <a:pt x="99924" y="23472"/>
                </a:cubicBezTo>
                <a:cubicBezTo>
                  <a:pt x="100022" y="23039"/>
                  <a:pt x="100022" y="22584"/>
                  <a:pt x="99946" y="22151"/>
                </a:cubicBezTo>
                <a:cubicBezTo>
                  <a:pt x="99870" y="21707"/>
                  <a:pt x="99708" y="21295"/>
                  <a:pt x="99470" y="20917"/>
                </a:cubicBezTo>
                <a:cubicBezTo>
                  <a:pt x="94867" y="13705"/>
                  <a:pt x="88727" y="7577"/>
                  <a:pt x="81514" y="2964"/>
                </a:cubicBezTo>
                <a:cubicBezTo>
                  <a:pt x="80952" y="2596"/>
                  <a:pt x="80280" y="2401"/>
                  <a:pt x="79598" y="2412"/>
                </a:cubicBezTo>
                <a:close/>
                <a:moveTo>
                  <a:pt x="50001" y="7317"/>
                </a:moveTo>
                <a:cubicBezTo>
                  <a:pt x="25084" y="7317"/>
                  <a:pt x="4876" y="27511"/>
                  <a:pt x="4876" y="52425"/>
                </a:cubicBezTo>
                <a:cubicBezTo>
                  <a:pt x="4876" y="65971"/>
                  <a:pt x="10875" y="78076"/>
                  <a:pt x="20319" y="86349"/>
                </a:cubicBezTo>
                <a:lnTo>
                  <a:pt x="14893" y="91763"/>
                </a:lnTo>
                <a:cubicBezTo>
                  <a:pt x="14568" y="92077"/>
                  <a:pt x="14308" y="92456"/>
                  <a:pt x="14135" y="92868"/>
                </a:cubicBezTo>
                <a:cubicBezTo>
                  <a:pt x="13951" y="93279"/>
                  <a:pt x="13865" y="93722"/>
                  <a:pt x="13854" y="94177"/>
                </a:cubicBezTo>
                <a:cubicBezTo>
                  <a:pt x="13854" y="94621"/>
                  <a:pt x="13940" y="95065"/>
                  <a:pt x="14103" y="95487"/>
                </a:cubicBezTo>
                <a:cubicBezTo>
                  <a:pt x="14276" y="95899"/>
                  <a:pt x="14525" y="96278"/>
                  <a:pt x="14850" y="96603"/>
                </a:cubicBezTo>
                <a:cubicBezTo>
                  <a:pt x="15164" y="96917"/>
                  <a:pt x="15543" y="97166"/>
                  <a:pt x="15965" y="97339"/>
                </a:cubicBezTo>
                <a:cubicBezTo>
                  <a:pt x="16377" y="97512"/>
                  <a:pt x="16820" y="97599"/>
                  <a:pt x="17276" y="97588"/>
                </a:cubicBezTo>
                <a:cubicBezTo>
                  <a:pt x="17719" y="97588"/>
                  <a:pt x="18174" y="97491"/>
                  <a:pt x="18586" y="97317"/>
                </a:cubicBezTo>
                <a:cubicBezTo>
                  <a:pt x="18997" y="97133"/>
                  <a:pt x="19365" y="96874"/>
                  <a:pt x="19680" y="96549"/>
                </a:cubicBezTo>
                <a:lnTo>
                  <a:pt x="25788" y="90453"/>
                </a:lnTo>
                <a:cubicBezTo>
                  <a:pt x="32783" y="94914"/>
                  <a:pt x="41078" y="97545"/>
                  <a:pt x="50001" y="97545"/>
                </a:cubicBezTo>
                <a:cubicBezTo>
                  <a:pt x="58925" y="97545"/>
                  <a:pt x="67220" y="94914"/>
                  <a:pt x="74215" y="90453"/>
                </a:cubicBezTo>
                <a:lnTo>
                  <a:pt x="80323" y="96549"/>
                </a:lnTo>
                <a:cubicBezTo>
                  <a:pt x="80637" y="96874"/>
                  <a:pt x="81006" y="97133"/>
                  <a:pt x="81417" y="97317"/>
                </a:cubicBezTo>
                <a:cubicBezTo>
                  <a:pt x="81840" y="97491"/>
                  <a:pt x="82283" y="97588"/>
                  <a:pt x="82728" y="97588"/>
                </a:cubicBezTo>
                <a:cubicBezTo>
                  <a:pt x="83183" y="97599"/>
                  <a:pt x="83626" y="97512"/>
                  <a:pt x="84038" y="97339"/>
                </a:cubicBezTo>
                <a:cubicBezTo>
                  <a:pt x="84460" y="97166"/>
                  <a:pt x="84839" y="96917"/>
                  <a:pt x="85153" y="96603"/>
                </a:cubicBezTo>
                <a:cubicBezTo>
                  <a:pt x="85478" y="96278"/>
                  <a:pt x="85727" y="95899"/>
                  <a:pt x="85901" y="95487"/>
                </a:cubicBezTo>
                <a:cubicBezTo>
                  <a:pt x="86063" y="95065"/>
                  <a:pt x="86149" y="94621"/>
                  <a:pt x="86149" y="94177"/>
                </a:cubicBezTo>
                <a:cubicBezTo>
                  <a:pt x="86139" y="93722"/>
                  <a:pt x="86052" y="93279"/>
                  <a:pt x="85868" y="92868"/>
                </a:cubicBezTo>
                <a:cubicBezTo>
                  <a:pt x="85695" y="92456"/>
                  <a:pt x="85435" y="92077"/>
                  <a:pt x="85110" y="91763"/>
                </a:cubicBezTo>
                <a:lnTo>
                  <a:pt x="79684" y="86349"/>
                </a:lnTo>
                <a:cubicBezTo>
                  <a:pt x="89128" y="78076"/>
                  <a:pt x="95127" y="65971"/>
                  <a:pt x="95127" y="52425"/>
                </a:cubicBezTo>
                <a:cubicBezTo>
                  <a:pt x="95127" y="27511"/>
                  <a:pt x="74919" y="7317"/>
                  <a:pt x="50001" y="7317"/>
                </a:cubicBezTo>
                <a:close/>
                <a:moveTo>
                  <a:pt x="46623" y="25356"/>
                </a:moveTo>
                <a:cubicBezTo>
                  <a:pt x="48486" y="25356"/>
                  <a:pt x="50001" y="26872"/>
                  <a:pt x="50001" y="28745"/>
                </a:cubicBezTo>
                <a:lnTo>
                  <a:pt x="50001" y="52425"/>
                </a:lnTo>
                <a:lnTo>
                  <a:pt x="64664" y="52425"/>
                </a:lnTo>
                <a:cubicBezTo>
                  <a:pt x="66538" y="52425"/>
                  <a:pt x="68054" y="53941"/>
                  <a:pt x="68054" y="55814"/>
                </a:cubicBezTo>
                <a:cubicBezTo>
                  <a:pt x="68054" y="57677"/>
                  <a:pt x="66538" y="59193"/>
                  <a:pt x="64664" y="59193"/>
                </a:cubicBezTo>
                <a:lnTo>
                  <a:pt x="46623" y="59193"/>
                </a:lnTo>
                <a:cubicBezTo>
                  <a:pt x="44749" y="59193"/>
                  <a:pt x="43233" y="57677"/>
                  <a:pt x="43233" y="55814"/>
                </a:cubicBezTo>
                <a:lnTo>
                  <a:pt x="43233" y="28745"/>
                </a:lnTo>
                <a:cubicBezTo>
                  <a:pt x="43233" y="26872"/>
                  <a:pt x="44749" y="25356"/>
                  <a:pt x="46623" y="2535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6" name="Чёрный — SVG 7">
            <a:extLst>
              <a:ext uri="{FF2B5EF4-FFF2-40B4-BE49-F238E27FC236}">
                <a16:creationId xmlns:a16="http://schemas.microsoft.com/office/drawing/2014/main" id="{263E2C48-B684-6E47-9E3B-A0F1B97307D3}"/>
              </a:ext>
            </a:extLst>
          </p:cNvPr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>
              <a:gd name="csX0" fmla="*/ 19497 w 141772"/>
              <a:gd name="csY0" fmla="*/ 0 h 113413"/>
              <a:gd name="csX1" fmla="*/ 0 w 141772"/>
              <a:gd name="csY1" fmla="*/ 20549 h 113413"/>
              <a:gd name="csX2" fmla="*/ 0 w 141772"/>
              <a:gd name="csY2" fmla="*/ 92864 h 113413"/>
              <a:gd name="csX3" fmla="*/ 19497 w 141772"/>
              <a:gd name="csY3" fmla="*/ 113413 h 113413"/>
              <a:gd name="csX4" fmla="*/ 122275 w 141772"/>
              <a:gd name="csY4" fmla="*/ 113413 h 113413"/>
              <a:gd name="csX5" fmla="*/ 141773 w 141772"/>
              <a:gd name="csY5" fmla="*/ 92864 h 113413"/>
              <a:gd name="csX6" fmla="*/ 141773 w 141772"/>
              <a:gd name="csY6" fmla="*/ 20549 h 113413"/>
              <a:gd name="csX7" fmla="*/ 122275 w 141772"/>
              <a:gd name="csY7" fmla="*/ 0 h 113413"/>
              <a:gd name="csX8" fmla="*/ 19497 w 141772"/>
              <a:gd name="csY8" fmla="*/ 0 h 113413"/>
              <a:gd name="csX9" fmla="*/ 95700 w 141772"/>
              <a:gd name="csY9" fmla="*/ 28358 h 113413"/>
              <a:gd name="csX10" fmla="*/ 124062 w 141772"/>
              <a:gd name="csY10" fmla="*/ 56698 h 113413"/>
              <a:gd name="csX11" fmla="*/ 95700 w 141772"/>
              <a:gd name="csY11" fmla="*/ 85056 h 113413"/>
              <a:gd name="csX12" fmla="*/ 67339 w 141772"/>
              <a:gd name="csY12" fmla="*/ 56698 h 113413"/>
              <a:gd name="csX13" fmla="*/ 95700 w 141772"/>
              <a:gd name="csY13" fmla="*/ 28358 h 113413"/>
              <a:gd name="csX14" fmla="*/ 23036 w 141772"/>
              <a:gd name="csY14" fmla="*/ 31896 h 113413"/>
              <a:gd name="csX15" fmla="*/ 47842 w 141772"/>
              <a:gd name="csY15" fmla="*/ 31896 h 113413"/>
              <a:gd name="csX16" fmla="*/ 53167 w 141772"/>
              <a:gd name="csY16" fmla="*/ 37203 h 113413"/>
              <a:gd name="csX17" fmla="*/ 47842 w 141772"/>
              <a:gd name="csY17" fmla="*/ 42528 h 113413"/>
              <a:gd name="csX18" fmla="*/ 23036 w 141772"/>
              <a:gd name="csY18" fmla="*/ 42528 h 113413"/>
              <a:gd name="csX19" fmla="*/ 17728 w 141772"/>
              <a:gd name="csY19" fmla="*/ 37203 h 113413"/>
              <a:gd name="csX20" fmla="*/ 23036 w 141772"/>
              <a:gd name="csY20" fmla="*/ 31896 h 113413"/>
              <a:gd name="csX21" fmla="*/ 95700 w 141772"/>
              <a:gd name="csY21" fmla="*/ 38990 h 113413"/>
              <a:gd name="csX22" fmla="*/ 95700 w 141772"/>
              <a:gd name="csY22" fmla="*/ 56698 h 113413"/>
              <a:gd name="csX23" fmla="*/ 113428 w 141772"/>
              <a:gd name="csY23" fmla="*/ 56698 h 113413"/>
              <a:gd name="csX24" fmla="*/ 95700 w 141772"/>
              <a:gd name="csY24" fmla="*/ 38990 h 113413"/>
              <a:gd name="csX25" fmla="*/ 23036 w 141772"/>
              <a:gd name="csY25" fmla="*/ 49621 h 113413"/>
              <a:gd name="csX26" fmla="*/ 47842 w 141772"/>
              <a:gd name="csY26" fmla="*/ 49621 h 113413"/>
              <a:gd name="csX27" fmla="*/ 53167 w 141772"/>
              <a:gd name="csY27" fmla="*/ 54929 h 113413"/>
              <a:gd name="csX28" fmla="*/ 47842 w 141772"/>
              <a:gd name="csY28" fmla="*/ 60253 h 113413"/>
              <a:gd name="csX29" fmla="*/ 23036 w 141772"/>
              <a:gd name="csY29" fmla="*/ 60253 h 113413"/>
              <a:gd name="csX30" fmla="*/ 17728 w 141772"/>
              <a:gd name="csY30" fmla="*/ 54929 h 113413"/>
              <a:gd name="csX31" fmla="*/ 23036 w 141772"/>
              <a:gd name="csY31" fmla="*/ 49621 h 113413"/>
              <a:gd name="csX32" fmla="*/ 23036 w 141772"/>
              <a:gd name="csY32" fmla="*/ 67330 h 113413"/>
              <a:gd name="csX33" fmla="*/ 35439 w 141772"/>
              <a:gd name="csY33" fmla="*/ 67330 h 113413"/>
              <a:gd name="csX34" fmla="*/ 40764 w 141772"/>
              <a:gd name="csY34" fmla="*/ 72654 h 113413"/>
              <a:gd name="csX35" fmla="*/ 35439 w 141772"/>
              <a:gd name="csY35" fmla="*/ 77962 h 113413"/>
              <a:gd name="csX36" fmla="*/ 23036 w 141772"/>
              <a:gd name="csY36" fmla="*/ 77962 h 113413"/>
              <a:gd name="csX37" fmla="*/ 17728 w 141772"/>
              <a:gd name="csY37" fmla="*/ 72654 h 113413"/>
              <a:gd name="csX38" fmla="*/ 23036 w 141772"/>
              <a:gd name="csY38" fmla="*/ 67330 h 113413"/>
            </a:gdLst>
            <a:ahLst/>
            <a:cxnLst/>
            <a:rect l="l" t="t" r="r" b="b"/>
            <a:pathLst>
              <a:path w="100000" h="100000">
                <a:moveTo>
                  <a:pt x="13752" y="10002"/>
                </a:moveTo>
                <a:cubicBezTo>
                  <a:pt x="6168" y="10002"/>
                  <a:pt x="0" y="16505"/>
                  <a:pt x="0" y="24496"/>
                </a:cubicBezTo>
                <a:lnTo>
                  <a:pt x="0" y="75504"/>
                </a:lnTo>
                <a:cubicBezTo>
                  <a:pt x="0" y="83495"/>
                  <a:pt x="6168" y="89998"/>
                  <a:pt x="13752" y="89998"/>
                </a:cubicBezTo>
                <a:lnTo>
                  <a:pt x="86248" y="89998"/>
                </a:lnTo>
                <a:cubicBezTo>
                  <a:pt x="93832" y="89998"/>
                  <a:pt x="100001" y="83495"/>
                  <a:pt x="100001" y="75504"/>
                </a:cubicBezTo>
                <a:lnTo>
                  <a:pt x="100001" y="24496"/>
                </a:lnTo>
                <a:cubicBezTo>
                  <a:pt x="100001" y="16505"/>
                  <a:pt x="93832" y="10002"/>
                  <a:pt x="86248" y="10002"/>
                </a:cubicBezTo>
                <a:lnTo>
                  <a:pt x="13752" y="10002"/>
                </a:lnTo>
                <a:close/>
                <a:moveTo>
                  <a:pt x="67503" y="30004"/>
                </a:moveTo>
                <a:cubicBezTo>
                  <a:pt x="78532" y="30004"/>
                  <a:pt x="87508" y="38967"/>
                  <a:pt x="87508" y="49994"/>
                </a:cubicBezTo>
                <a:cubicBezTo>
                  <a:pt x="87508" y="61021"/>
                  <a:pt x="78532" y="69997"/>
                  <a:pt x="67503" y="69997"/>
                </a:cubicBezTo>
                <a:cubicBezTo>
                  <a:pt x="56474" y="69997"/>
                  <a:pt x="47498" y="61021"/>
                  <a:pt x="47498" y="49994"/>
                </a:cubicBezTo>
                <a:cubicBezTo>
                  <a:pt x="47498" y="38967"/>
                  <a:pt x="56474" y="30004"/>
                  <a:pt x="67503" y="30004"/>
                </a:cubicBezTo>
                <a:close/>
                <a:moveTo>
                  <a:pt x="16249" y="32500"/>
                </a:moveTo>
                <a:lnTo>
                  <a:pt x="33746" y="32500"/>
                </a:lnTo>
                <a:cubicBezTo>
                  <a:pt x="35822" y="32500"/>
                  <a:pt x="37502" y="34179"/>
                  <a:pt x="37502" y="36243"/>
                </a:cubicBezTo>
                <a:cubicBezTo>
                  <a:pt x="37502" y="38319"/>
                  <a:pt x="35822" y="39999"/>
                  <a:pt x="33746" y="39999"/>
                </a:cubicBezTo>
                <a:lnTo>
                  <a:pt x="16249" y="39999"/>
                </a:lnTo>
                <a:cubicBezTo>
                  <a:pt x="14173" y="39999"/>
                  <a:pt x="12505" y="38319"/>
                  <a:pt x="12505" y="36243"/>
                </a:cubicBezTo>
                <a:cubicBezTo>
                  <a:pt x="12505" y="34179"/>
                  <a:pt x="14173" y="32500"/>
                  <a:pt x="16249" y="32500"/>
                </a:cubicBezTo>
                <a:close/>
                <a:moveTo>
                  <a:pt x="67503" y="37504"/>
                </a:moveTo>
                <a:lnTo>
                  <a:pt x="67503" y="49994"/>
                </a:lnTo>
                <a:lnTo>
                  <a:pt x="80007" y="49994"/>
                </a:lnTo>
                <a:cubicBezTo>
                  <a:pt x="80007" y="43107"/>
                  <a:pt x="74391" y="37504"/>
                  <a:pt x="67503" y="37504"/>
                </a:cubicBezTo>
                <a:close/>
                <a:moveTo>
                  <a:pt x="16249" y="45002"/>
                </a:moveTo>
                <a:lnTo>
                  <a:pt x="33746" y="45002"/>
                </a:lnTo>
                <a:cubicBezTo>
                  <a:pt x="35822" y="45002"/>
                  <a:pt x="37502" y="46670"/>
                  <a:pt x="37502" y="48746"/>
                </a:cubicBezTo>
                <a:cubicBezTo>
                  <a:pt x="37502" y="50822"/>
                  <a:pt x="35822" y="52502"/>
                  <a:pt x="33746" y="52502"/>
                </a:cubicBezTo>
                <a:lnTo>
                  <a:pt x="16249" y="52502"/>
                </a:lnTo>
                <a:cubicBezTo>
                  <a:pt x="14173" y="52502"/>
                  <a:pt x="12505" y="50822"/>
                  <a:pt x="12505" y="48746"/>
                </a:cubicBezTo>
                <a:cubicBezTo>
                  <a:pt x="12505" y="46670"/>
                  <a:pt x="14173" y="45002"/>
                  <a:pt x="16249" y="45002"/>
                </a:cubicBezTo>
                <a:close/>
                <a:moveTo>
                  <a:pt x="16249" y="57493"/>
                </a:moveTo>
                <a:lnTo>
                  <a:pt x="24997" y="57493"/>
                </a:lnTo>
                <a:cubicBezTo>
                  <a:pt x="27073" y="57493"/>
                  <a:pt x="28753" y="59173"/>
                  <a:pt x="28753" y="61249"/>
                </a:cubicBezTo>
                <a:cubicBezTo>
                  <a:pt x="28753" y="63313"/>
                  <a:pt x="27073" y="64993"/>
                  <a:pt x="24997" y="64993"/>
                </a:cubicBezTo>
                <a:lnTo>
                  <a:pt x="16249" y="64993"/>
                </a:lnTo>
                <a:cubicBezTo>
                  <a:pt x="14173" y="64993"/>
                  <a:pt x="12505" y="63313"/>
                  <a:pt x="12505" y="61249"/>
                </a:cubicBezTo>
                <a:cubicBezTo>
                  <a:pt x="12505" y="59173"/>
                  <a:pt x="14173" y="57493"/>
                  <a:pt x="16249" y="5749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7" name="Чёрный — SVG 8">
            <a:extLst>
              <a:ext uri="{FF2B5EF4-FFF2-40B4-BE49-F238E27FC236}">
                <a16:creationId xmlns:a16="http://schemas.microsoft.com/office/drawing/2014/main" id="{532B67F8-DA27-C24C-9994-52C8387ADE49}"/>
              </a:ext>
            </a:extLst>
          </p:cNvPr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>
              <a:gd name="csX0" fmla="*/ 51394 w 141777"/>
              <a:gd name="csY0" fmla="*/ 0 h 127583"/>
              <a:gd name="csX1" fmla="*/ 38990 w 141777"/>
              <a:gd name="csY1" fmla="*/ 12401 h 127583"/>
              <a:gd name="csX2" fmla="*/ 38990 w 141777"/>
              <a:gd name="csY2" fmla="*/ 21264 h 127583"/>
              <a:gd name="csX3" fmla="*/ 12406 w 141777"/>
              <a:gd name="csY3" fmla="*/ 21264 h 127583"/>
              <a:gd name="csX4" fmla="*/ 0 w 141777"/>
              <a:gd name="csY4" fmla="*/ 33665 h 127583"/>
              <a:gd name="csX5" fmla="*/ 0 w 141777"/>
              <a:gd name="csY5" fmla="*/ 77962 h 127583"/>
              <a:gd name="csX6" fmla="*/ 60256 w 141777"/>
              <a:gd name="csY6" fmla="*/ 77962 h 127583"/>
              <a:gd name="csX7" fmla="*/ 60256 w 141777"/>
              <a:gd name="csY7" fmla="*/ 76193 h 127583"/>
              <a:gd name="csX8" fmla="*/ 65573 w 141777"/>
              <a:gd name="csY8" fmla="*/ 70885 h 127583"/>
              <a:gd name="csX9" fmla="*/ 76206 w 141777"/>
              <a:gd name="csY9" fmla="*/ 70885 h 127583"/>
              <a:gd name="csX10" fmla="*/ 81523 w 141777"/>
              <a:gd name="csY10" fmla="*/ 76193 h 127583"/>
              <a:gd name="csX11" fmla="*/ 81523 w 141777"/>
              <a:gd name="csY11" fmla="*/ 77962 h 127583"/>
              <a:gd name="csX12" fmla="*/ 141778 w 141777"/>
              <a:gd name="csY12" fmla="*/ 77962 h 127583"/>
              <a:gd name="csX13" fmla="*/ 141778 w 141777"/>
              <a:gd name="csY13" fmla="*/ 33665 h 127583"/>
              <a:gd name="csX14" fmla="*/ 129373 w 141777"/>
              <a:gd name="csY14" fmla="*/ 21264 h 127583"/>
              <a:gd name="csX15" fmla="*/ 102790 w 141777"/>
              <a:gd name="csY15" fmla="*/ 21264 h 127583"/>
              <a:gd name="csX16" fmla="*/ 102790 w 141777"/>
              <a:gd name="csY16" fmla="*/ 12401 h 127583"/>
              <a:gd name="csX17" fmla="*/ 90384 w 141777"/>
              <a:gd name="csY17" fmla="*/ 0 h 127583"/>
              <a:gd name="csX18" fmla="*/ 51394 w 141777"/>
              <a:gd name="csY18" fmla="*/ 0 h 127583"/>
              <a:gd name="csX19" fmla="*/ 51394 w 141777"/>
              <a:gd name="csY19" fmla="*/ 10632 h 127583"/>
              <a:gd name="csX20" fmla="*/ 90384 w 141777"/>
              <a:gd name="csY20" fmla="*/ 10632 h 127583"/>
              <a:gd name="csX21" fmla="*/ 92157 w 141777"/>
              <a:gd name="csY21" fmla="*/ 12401 h 127583"/>
              <a:gd name="csX22" fmla="*/ 92157 w 141777"/>
              <a:gd name="csY22" fmla="*/ 21264 h 127583"/>
              <a:gd name="csX23" fmla="*/ 49623 w 141777"/>
              <a:gd name="csY23" fmla="*/ 21264 h 127583"/>
              <a:gd name="csX24" fmla="*/ 49623 w 141777"/>
              <a:gd name="csY24" fmla="*/ 12401 h 127583"/>
              <a:gd name="csX25" fmla="*/ 51394 w 141777"/>
              <a:gd name="csY25" fmla="*/ 10632 h 127583"/>
              <a:gd name="csX26" fmla="*/ 0 w 141777"/>
              <a:gd name="csY26" fmla="*/ 88594 h 127583"/>
              <a:gd name="csX27" fmla="*/ 0 w 141777"/>
              <a:gd name="csY27" fmla="*/ 115182 h 127583"/>
              <a:gd name="csX28" fmla="*/ 12406 w 141777"/>
              <a:gd name="csY28" fmla="*/ 127583 h 127583"/>
              <a:gd name="csX29" fmla="*/ 129373 w 141777"/>
              <a:gd name="csY29" fmla="*/ 127583 h 127583"/>
              <a:gd name="csX30" fmla="*/ 141778 w 141777"/>
              <a:gd name="csY30" fmla="*/ 115182 h 127583"/>
              <a:gd name="csX31" fmla="*/ 141778 w 141777"/>
              <a:gd name="csY31" fmla="*/ 88594 h 127583"/>
              <a:gd name="csX32" fmla="*/ 81523 w 141777"/>
              <a:gd name="csY32" fmla="*/ 88594 h 127583"/>
              <a:gd name="csX33" fmla="*/ 81523 w 141777"/>
              <a:gd name="csY33" fmla="*/ 90363 h 127583"/>
              <a:gd name="csX34" fmla="*/ 76206 w 141777"/>
              <a:gd name="csY34" fmla="*/ 95687 h 127583"/>
              <a:gd name="csX35" fmla="*/ 65573 w 141777"/>
              <a:gd name="csY35" fmla="*/ 95687 h 127583"/>
              <a:gd name="csX36" fmla="*/ 60256 w 141777"/>
              <a:gd name="csY36" fmla="*/ 90363 h 127583"/>
              <a:gd name="csX37" fmla="*/ 60256 w 141777"/>
              <a:gd name="csY37" fmla="*/ 88594 h 127583"/>
              <a:gd name="csX38" fmla="*/ 0 w 141777"/>
              <a:gd name="csY38" fmla="*/ 88594 h 127583"/>
            </a:gdLst>
            <a:ahLst/>
            <a:cxnLst/>
            <a:rect l="l" t="t" r="r" b="b"/>
            <a:pathLst>
              <a:path w="100000" h="100000">
                <a:moveTo>
                  <a:pt x="36250" y="5006"/>
                </a:moveTo>
                <a:cubicBezTo>
                  <a:pt x="31463" y="5006"/>
                  <a:pt x="27501" y="8965"/>
                  <a:pt x="27501" y="13753"/>
                </a:cubicBezTo>
                <a:lnTo>
                  <a:pt x="27501" y="20004"/>
                </a:lnTo>
                <a:lnTo>
                  <a:pt x="8750" y="20004"/>
                </a:lnTo>
                <a:cubicBezTo>
                  <a:pt x="3925" y="20004"/>
                  <a:pt x="0" y="23928"/>
                  <a:pt x="0" y="28751"/>
                </a:cubicBezTo>
                <a:lnTo>
                  <a:pt x="0" y="59995"/>
                </a:lnTo>
                <a:lnTo>
                  <a:pt x="42501" y="59995"/>
                </a:lnTo>
                <a:lnTo>
                  <a:pt x="42501" y="58747"/>
                </a:lnTo>
                <a:cubicBezTo>
                  <a:pt x="42501" y="56671"/>
                  <a:pt x="44175" y="55003"/>
                  <a:pt x="46251" y="55003"/>
                </a:cubicBezTo>
                <a:lnTo>
                  <a:pt x="53751" y="55003"/>
                </a:lnTo>
                <a:cubicBezTo>
                  <a:pt x="55826" y="55003"/>
                  <a:pt x="57501" y="56671"/>
                  <a:pt x="57501" y="58747"/>
                </a:cubicBezTo>
                <a:lnTo>
                  <a:pt x="57501" y="59995"/>
                </a:lnTo>
                <a:lnTo>
                  <a:pt x="100001" y="59995"/>
                </a:lnTo>
                <a:lnTo>
                  <a:pt x="100001" y="28751"/>
                </a:lnTo>
                <a:cubicBezTo>
                  <a:pt x="100001" y="23928"/>
                  <a:pt x="96076" y="20004"/>
                  <a:pt x="91251" y="20004"/>
                </a:cubicBezTo>
                <a:lnTo>
                  <a:pt x="72501" y="20004"/>
                </a:lnTo>
                <a:lnTo>
                  <a:pt x="72501" y="13753"/>
                </a:lnTo>
                <a:cubicBezTo>
                  <a:pt x="72501" y="8965"/>
                  <a:pt x="68537" y="5006"/>
                  <a:pt x="63751" y="5006"/>
                </a:cubicBezTo>
                <a:lnTo>
                  <a:pt x="36250" y="5006"/>
                </a:lnTo>
                <a:close/>
                <a:moveTo>
                  <a:pt x="36250" y="12505"/>
                </a:moveTo>
                <a:lnTo>
                  <a:pt x="63751" y="12505"/>
                </a:lnTo>
                <a:cubicBezTo>
                  <a:pt x="64489" y="12505"/>
                  <a:pt x="65001" y="13021"/>
                  <a:pt x="65001" y="13753"/>
                </a:cubicBezTo>
                <a:lnTo>
                  <a:pt x="65001" y="20004"/>
                </a:lnTo>
                <a:lnTo>
                  <a:pt x="35001" y="20004"/>
                </a:lnTo>
                <a:lnTo>
                  <a:pt x="35001" y="13753"/>
                </a:lnTo>
                <a:cubicBezTo>
                  <a:pt x="35001" y="13021"/>
                  <a:pt x="35513" y="12505"/>
                  <a:pt x="36250" y="12505"/>
                </a:cubicBezTo>
                <a:close/>
                <a:moveTo>
                  <a:pt x="0" y="67494"/>
                </a:moveTo>
                <a:lnTo>
                  <a:pt x="0" y="86247"/>
                </a:lnTo>
                <a:cubicBezTo>
                  <a:pt x="0" y="91071"/>
                  <a:pt x="3925" y="94994"/>
                  <a:pt x="8750" y="94994"/>
                </a:cubicBezTo>
                <a:lnTo>
                  <a:pt x="91251" y="94994"/>
                </a:lnTo>
                <a:cubicBezTo>
                  <a:pt x="96076" y="94994"/>
                  <a:pt x="100001" y="91071"/>
                  <a:pt x="100001" y="86247"/>
                </a:cubicBezTo>
                <a:lnTo>
                  <a:pt x="100001" y="67494"/>
                </a:lnTo>
                <a:lnTo>
                  <a:pt x="57501" y="67494"/>
                </a:lnTo>
                <a:lnTo>
                  <a:pt x="57501" y="68742"/>
                </a:lnTo>
                <a:cubicBezTo>
                  <a:pt x="57501" y="70818"/>
                  <a:pt x="55826" y="72497"/>
                  <a:pt x="53751" y="72497"/>
                </a:cubicBezTo>
                <a:lnTo>
                  <a:pt x="46251" y="72497"/>
                </a:lnTo>
                <a:cubicBezTo>
                  <a:pt x="44175" y="72497"/>
                  <a:pt x="42501" y="70818"/>
                  <a:pt x="42501" y="68742"/>
                </a:cubicBezTo>
                <a:lnTo>
                  <a:pt x="42501" y="67494"/>
                </a:lnTo>
                <a:lnTo>
                  <a:pt x="0" y="6749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8" name="Чёрный — SVG 9">
            <a:extLst>
              <a:ext uri="{FF2B5EF4-FFF2-40B4-BE49-F238E27FC236}">
                <a16:creationId xmlns:a16="http://schemas.microsoft.com/office/drawing/2014/main" id="{F63CA6C5-8C0C-624D-92E4-E0DC9C9E45A2}"/>
              </a:ext>
            </a:extLst>
          </p:cNvPr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>
              <a:gd name="csX0" fmla="*/ 127601 w 127600"/>
              <a:gd name="csY0" fmla="*/ 28358 h 127583"/>
              <a:gd name="csX1" fmla="*/ 127601 w 127600"/>
              <a:gd name="csY1" fmla="*/ 23033 h 127583"/>
              <a:gd name="csX2" fmla="*/ 104562 w 127600"/>
              <a:gd name="csY2" fmla="*/ 0 h 127583"/>
              <a:gd name="csX3" fmla="*/ 23039 w 127600"/>
              <a:gd name="csY3" fmla="*/ 0 h 127583"/>
              <a:gd name="csX4" fmla="*/ 0 w 127600"/>
              <a:gd name="csY4" fmla="*/ 23033 h 127583"/>
              <a:gd name="csX5" fmla="*/ 0 w 127600"/>
              <a:gd name="csY5" fmla="*/ 28358 h 127583"/>
              <a:gd name="csX6" fmla="*/ 127601 w 127600"/>
              <a:gd name="csY6" fmla="*/ 28358 h 127583"/>
              <a:gd name="csX7" fmla="*/ 0 w 127600"/>
              <a:gd name="csY7" fmla="*/ 38990 h 127583"/>
              <a:gd name="csX8" fmla="*/ 0 w 127600"/>
              <a:gd name="csY8" fmla="*/ 104550 h 127583"/>
              <a:gd name="csX9" fmla="*/ 23039 w 127600"/>
              <a:gd name="csY9" fmla="*/ 127583 h 127583"/>
              <a:gd name="csX10" fmla="*/ 104562 w 127600"/>
              <a:gd name="csY10" fmla="*/ 127583 h 127583"/>
              <a:gd name="csX11" fmla="*/ 127601 w 127600"/>
              <a:gd name="csY11" fmla="*/ 104550 h 127583"/>
              <a:gd name="csX12" fmla="*/ 127601 w 127600"/>
              <a:gd name="csY12" fmla="*/ 38990 h 127583"/>
              <a:gd name="csX13" fmla="*/ 0 w 127600"/>
              <a:gd name="csY13" fmla="*/ 38990 h 127583"/>
              <a:gd name="csX14" fmla="*/ 33672 w 127600"/>
              <a:gd name="csY14" fmla="*/ 106319 h 127583"/>
              <a:gd name="csX15" fmla="*/ 24811 w 127600"/>
              <a:gd name="csY15" fmla="*/ 97457 h 127583"/>
              <a:gd name="csX16" fmla="*/ 33672 w 127600"/>
              <a:gd name="csY16" fmla="*/ 88594 h 127583"/>
              <a:gd name="csX17" fmla="*/ 42534 w 127600"/>
              <a:gd name="csY17" fmla="*/ 97457 h 127583"/>
              <a:gd name="csX18" fmla="*/ 33672 w 127600"/>
              <a:gd name="csY18" fmla="*/ 106319 h 127583"/>
              <a:gd name="csX19" fmla="*/ 33672 w 127600"/>
              <a:gd name="csY19" fmla="*/ 74424 h 127583"/>
              <a:gd name="csX20" fmla="*/ 24811 w 127600"/>
              <a:gd name="csY20" fmla="*/ 65561 h 127583"/>
              <a:gd name="csX21" fmla="*/ 33672 w 127600"/>
              <a:gd name="csY21" fmla="*/ 56698 h 127583"/>
              <a:gd name="csX22" fmla="*/ 42534 w 127600"/>
              <a:gd name="csY22" fmla="*/ 65561 h 127583"/>
              <a:gd name="csX23" fmla="*/ 33672 w 127600"/>
              <a:gd name="csY23" fmla="*/ 74424 h 127583"/>
              <a:gd name="csX24" fmla="*/ 63800 w 127600"/>
              <a:gd name="csY24" fmla="*/ 106319 h 127583"/>
              <a:gd name="csX25" fmla="*/ 54939 w 127600"/>
              <a:gd name="csY25" fmla="*/ 97457 h 127583"/>
              <a:gd name="csX26" fmla="*/ 63800 w 127600"/>
              <a:gd name="csY26" fmla="*/ 88594 h 127583"/>
              <a:gd name="csX27" fmla="*/ 72661 w 127600"/>
              <a:gd name="csY27" fmla="*/ 97457 h 127583"/>
              <a:gd name="csX28" fmla="*/ 63800 w 127600"/>
              <a:gd name="csY28" fmla="*/ 106319 h 127583"/>
              <a:gd name="csX29" fmla="*/ 63800 w 127600"/>
              <a:gd name="csY29" fmla="*/ 74424 h 127583"/>
              <a:gd name="csX30" fmla="*/ 54939 w 127600"/>
              <a:gd name="csY30" fmla="*/ 65561 h 127583"/>
              <a:gd name="csX31" fmla="*/ 63800 w 127600"/>
              <a:gd name="csY31" fmla="*/ 56698 h 127583"/>
              <a:gd name="csX32" fmla="*/ 72661 w 127600"/>
              <a:gd name="csY32" fmla="*/ 65561 h 127583"/>
              <a:gd name="csX33" fmla="*/ 63800 w 127600"/>
              <a:gd name="csY33" fmla="*/ 74424 h 127583"/>
              <a:gd name="csX34" fmla="*/ 93928 w 127600"/>
              <a:gd name="csY34" fmla="*/ 74424 h 127583"/>
              <a:gd name="csX35" fmla="*/ 85067 w 127600"/>
              <a:gd name="csY35" fmla="*/ 65561 h 127583"/>
              <a:gd name="csX36" fmla="*/ 93928 w 127600"/>
              <a:gd name="csY36" fmla="*/ 56698 h 127583"/>
              <a:gd name="csX37" fmla="*/ 102789 w 127600"/>
              <a:gd name="csY37" fmla="*/ 65561 h 127583"/>
              <a:gd name="csX38" fmla="*/ 93928 w 127600"/>
              <a:gd name="csY38" fmla="*/ 74424 h 127583"/>
            </a:gdLst>
            <a:ahLst/>
            <a:cxnLst/>
            <a:rect l="l" t="t" r="r" b="b"/>
            <a:pathLst>
              <a:path w="100000" h="100000">
                <a:moveTo>
                  <a:pt x="100001" y="22231"/>
                </a:moveTo>
                <a:lnTo>
                  <a:pt x="100001" y="18058"/>
                </a:lnTo>
                <a:cubicBezTo>
                  <a:pt x="100001" y="8099"/>
                  <a:pt x="91900" y="7"/>
                  <a:pt x="81945" y="7"/>
                </a:cubicBezTo>
                <a:lnTo>
                  <a:pt x="18056" y="7"/>
                </a:lnTo>
                <a:cubicBezTo>
                  <a:pt x="8100" y="7"/>
                  <a:pt x="0" y="8099"/>
                  <a:pt x="0" y="18058"/>
                </a:cubicBezTo>
                <a:lnTo>
                  <a:pt x="0" y="22231"/>
                </a:lnTo>
                <a:lnTo>
                  <a:pt x="100001" y="22231"/>
                </a:lnTo>
                <a:close/>
                <a:moveTo>
                  <a:pt x="0" y="30563"/>
                </a:moveTo>
                <a:lnTo>
                  <a:pt x="0" y="81942"/>
                </a:lnTo>
                <a:cubicBezTo>
                  <a:pt x="0" y="91888"/>
                  <a:pt x="8100" y="99993"/>
                  <a:pt x="18056" y="99993"/>
                </a:cubicBezTo>
                <a:lnTo>
                  <a:pt x="81945" y="99993"/>
                </a:lnTo>
                <a:cubicBezTo>
                  <a:pt x="91900" y="99993"/>
                  <a:pt x="100001" y="91888"/>
                  <a:pt x="100001" y="81942"/>
                </a:cubicBezTo>
                <a:lnTo>
                  <a:pt x="100001" y="30563"/>
                </a:lnTo>
                <a:lnTo>
                  <a:pt x="0" y="30563"/>
                </a:lnTo>
                <a:close/>
                <a:moveTo>
                  <a:pt x="26389" y="83329"/>
                </a:moveTo>
                <a:cubicBezTo>
                  <a:pt x="22553" y="83329"/>
                  <a:pt x="19444" y="80223"/>
                  <a:pt x="19444" y="76384"/>
                </a:cubicBezTo>
                <a:cubicBezTo>
                  <a:pt x="19444" y="72543"/>
                  <a:pt x="22553" y="69438"/>
                  <a:pt x="26389" y="69438"/>
                </a:cubicBezTo>
                <a:cubicBezTo>
                  <a:pt x="30225" y="69438"/>
                  <a:pt x="33334" y="72543"/>
                  <a:pt x="33334" y="76384"/>
                </a:cubicBezTo>
                <a:cubicBezTo>
                  <a:pt x="33334" y="80223"/>
                  <a:pt x="30225" y="83329"/>
                  <a:pt x="26389" y="83329"/>
                </a:cubicBezTo>
                <a:close/>
                <a:moveTo>
                  <a:pt x="26389" y="58333"/>
                </a:moveTo>
                <a:cubicBezTo>
                  <a:pt x="22553" y="58333"/>
                  <a:pt x="19444" y="55226"/>
                  <a:pt x="19444" y="51387"/>
                </a:cubicBezTo>
                <a:cubicBezTo>
                  <a:pt x="19444" y="47547"/>
                  <a:pt x="22553" y="44441"/>
                  <a:pt x="26389" y="44441"/>
                </a:cubicBezTo>
                <a:cubicBezTo>
                  <a:pt x="30225" y="44441"/>
                  <a:pt x="33334" y="47547"/>
                  <a:pt x="33334" y="51387"/>
                </a:cubicBezTo>
                <a:cubicBezTo>
                  <a:pt x="33334" y="55226"/>
                  <a:pt x="30225" y="58333"/>
                  <a:pt x="26389" y="58333"/>
                </a:cubicBezTo>
                <a:close/>
                <a:moveTo>
                  <a:pt x="50000" y="83329"/>
                </a:moveTo>
                <a:cubicBezTo>
                  <a:pt x="46164" y="83329"/>
                  <a:pt x="43056" y="80223"/>
                  <a:pt x="43056" y="76384"/>
                </a:cubicBezTo>
                <a:cubicBezTo>
                  <a:pt x="43056" y="72543"/>
                  <a:pt x="46164" y="69438"/>
                  <a:pt x="50000" y="69438"/>
                </a:cubicBezTo>
                <a:cubicBezTo>
                  <a:pt x="53836" y="69438"/>
                  <a:pt x="56944" y="72543"/>
                  <a:pt x="56944" y="76384"/>
                </a:cubicBezTo>
                <a:cubicBezTo>
                  <a:pt x="56944" y="80223"/>
                  <a:pt x="53836" y="83329"/>
                  <a:pt x="50000" y="83329"/>
                </a:cubicBezTo>
                <a:close/>
                <a:moveTo>
                  <a:pt x="50000" y="58333"/>
                </a:moveTo>
                <a:cubicBezTo>
                  <a:pt x="46164" y="58333"/>
                  <a:pt x="43056" y="55226"/>
                  <a:pt x="43056" y="51387"/>
                </a:cubicBezTo>
                <a:cubicBezTo>
                  <a:pt x="43056" y="47547"/>
                  <a:pt x="46164" y="44441"/>
                  <a:pt x="50000" y="44441"/>
                </a:cubicBezTo>
                <a:cubicBezTo>
                  <a:pt x="53836" y="44441"/>
                  <a:pt x="56944" y="47547"/>
                  <a:pt x="56944" y="51387"/>
                </a:cubicBezTo>
                <a:cubicBezTo>
                  <a:pt x="56944" y="55226"/>
                  <a:pt x="53836" y="58333"/>
                  <a:pt x="50000" y="58333"/>
                </a:cubicBezTo>
                <a:close/>
                <a:moveTo>
                  <a:pt x="73611" y="58333"/>
                </a:moveTo>
                <a:cubicBezTo>
                  <a:pt x="69775" y="58333"/>
                  <a:pt x="66667" y="55226"/>
                  <a:pt x="66667" y="51387"/>
                </a:cubicBezTo>
                <a:cubicBezTo>
                  <a:pt x="66667" y="47547"/>
                  <a:pt x="69775" y="44441"/>
                  <a:pt x="73611" y="44441"/>
                </a:cubicBezTo>
                <a:cubicBezTo>
                  <a:pt x="77447" y="44441"/>
                  <a:pt x="80556" y="47547"/>
                  <a:pt x="80556" y="51387"/>
                </a:cubicBezTo>
                <a:cubicBezTo>
                  <a:pt x="80556" y="55226"/>
                  <a:pt x="77447" y="58333"/>
                  <a:pt x="73611" y="5833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09" name="Чёрный — SVG 10">
            <a:extLst>
              <a:ext uri="{FF2B5EF4-FFF2-40B4-BE49-F238E27FC236}">
                <a16:creationId xmlns:a16="http://schemas.microsoft.com/office/drawing/2014/main" id="{9733B592-16BF-7447-8E6D-B35F3C176EF2}"/>
              </a:ext>
            </a:extLst>
          </p:cNvPr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3 h 141753"/>
              <a:gd name="csX3" fmla="*/ 141773 w 141772"/>
              <a:gd name="csY3" fmla="*/ 70885 h 141753"/>
              <a:gd name="csX4" fmla="*/ 70895 w 141772"/>
              <a:gd name="csY4" fmla="*/ 0 h 141753"/>
              <a:gd name="csX5" fmla="*/ 97470 w 141772"/>
              <a:gd name="csY5" fmla="*/ 81517 h 141753"/>
              <a:gd name="csX6" fmla="*/ 69108 w 141772"/>
              <a:gd name="csY6" fmla="*/ 81517 h 141753"/>
              <a:gd name="csX7" fmla="*/ 63800 w 141772"/>
              <a:gd name="csY7" fmla="*/ 76193 h 141753"/>
              <a:gd name="csX8" fmla="*/ 63800 w 141772"/>
              <a:gd name="csY8" fmla="*/ 33665 h 141753"/>
              <a:gd name="csX9" fmla="*/ 69108 w 141772"/>
              <a:gd name="csY9" fmla="*/ 28358 h 141753"/>
              <a:gd name="csX10" fmla="*/ 74434 w 141772"/>
              <a:gd name="csY10" fmla="*/ 33665 h 141753"/>
              <a:gd name="csX11" fmla="*/ 74434 w 141772"/>
              <a:gd name="csY11" fmla="*/ 70885 h 141753"/>
              <a:gd name="csX12" fmla="*/ 97470 w 141772"/>
              <a:gd name="csY12" fmla="*/ 70885 h 141753"/>
              <a:gd name="csX13" fmla="*/ 102795 w 141772"/>
              <a:gd name="csY13" fmla="*/ 76193 h 141753"/>
              <a:gd name="csX14" fmla="*/ 97470 w 141772"/>
              <a:gd name="csY14" fmla="*/ 81517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501" y="7"/>
                  <a:pt x="0" y="22505"/>
                  <a:pt x="0" y="50006"/>
                </a:cubicBezTo>
                <a:cubicBezTo>
                  <a:pt x="0" y="77496"/>
                  <a:pt x="22501" y="99993"/>
                  <a:pt x="50006" y="99993"/>
                </a:cubicBezTo>
                <a:cubicBezTo>
                  <a:pt x="77500" y="99993"/>
                  <a:pt x="100001" y="77496"/>
                  <a:pt x="100001" y="50006"/>
                </a:cubicBezTo>
                <a:cubicBezTo>
                  <a:pt x="100001" y="22505"/>
                  <a:pt x="77500" y="7"/>
                  <a:pt x="50006" y="7"/>
                </a:cubicBezTo>
                <a:close/>
                <a:moveTo>
                  <a:pt x="68751" y="57505"/>
                </a:moveTo>
                <a:lnTo>
                  <a:pt x="48746" y="57505"/>
                </a:lnTo>
                <a:cubicBezTo>
                  <a:pt x="46754" y="57505"/>
                  <a:pt x="45002" y="55754"/>
                  <a:pt x="45002" y="53750"/>
                </a:cubicBezTo>
                <a:lnTo>
                  <a:pt x="45002" y="23753"/>
                </a:lnTo>
                <a:cubicBezTo>
                  <a:pt x="45002" y="21749"/>
                  <a:pt x="46754" y="20009"/>
                  <a:pt x="48746" y="20009"/>
                </a:cubicBezTo>
                <a:cubicBezTo>
                  <a:pt x="50751" y="20009"/>
                  <a:pt x="52503" y="21749"/>
                  <a:pt x="52503" y="23753"/>
                </a:cubicBezTo>
                <a:lnTo>
                  <a:pt x="52503" y="50006"/>
                </a:lnTo>
                <a:lnTo>
                  <a:pt x="68751" y="50006"/>
                </a:lnTo>
                <a:cubicBezTo>
                  <a:pt x="70755" y="50006"/>
                  <a:pt x="72507" y="51746"/>
                  <a:pt x="72507" y="53750"/>
                </a:cubicBezTo>
                <a:cubicBezTo>
                  <a:pt x="72507" y="55754"/>
                  <a:pt x="70755" y="57505"/>
                  <a:pt x="68751" y="5750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0" name="Чёрный — SVG 11">
            <a:extLst>
              <a:ext uri="{FF2B5EF4-FFF2-40B4-BE49-F238E27FC236}">
                <a16:creationId xmlns:a16="http://schemas.microsoft.com/office/drawing/2014/main" id="{A07A4A05-405F-8C4D-8833-8CA27E4C67FB}"/>
              </a:ext>
            </a:extLst>
          </p:cNvPr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>
              <a:gd name="csX0" fmla="*/ 70895 w 148870"/>
              <a:gd name="csY0" fmla="*/ 0 h 148847"/>
              <a:gd name="csX1" fmla="*/ 0 w 148870"/>
              <a:gd name="csY1" fmla="*/ 70885 h 148847"/>
              <a:gd name="csX2" fmla="*/ 56842 w 148870"/>
              <a:gd name="csY2" fmla="*/ 140359 h 148847"/>
              <a:gd name="csX3" fmla="*/ 59241 w 148870"/>
              <a:gd name="csY3" fmla="*/ 129097 h 148847"/>
              <a:gd name="csX4" fmla="*/ 91141 w 148870"/>
              <a:gd name="csY4" fmla="*/ 75938 h 148847"/>
              <a:gd name="csX5" fmla="*/ 106334 w 148870"/>
              <a:gd name="csY5" fmla="*/ 67330 h 148847"/>
              <a:gd name="csX6" fmla="*/ 121527 w 148870"/>
              <a:gd name="csY6" fmla="*/ 75955 h 148847"/>
              <a:gd name="csX7" fmla="*/ 135682 w 148870"/>
              <a:gd name="csY7" fmla="*/ 99515 h 148847"/>
              <a:gd name="csX8" fmla="*/ 141773 w 148870"/>
              <a:gd name="csY8" fmla="*/ 70885 h 148847"/>
              <a:gd name="csX9" fmla="*/ 70895 w 148870"/>
              <a:gd name="csY9" fmla="*/ 0 h 148847"/>
              <a:gd name="csX10" fmla="*/ 72664 w 148870"/>
              <a:gd name="csY10" fmla="*/ 28358 h 148847"/>
              <a:gd name="csX11" fmla="*/ 77972 w 148870"/>
              <a:gd name="csY11" fmla="*/ 33665 h 148847"/>
              <a:gd name="csX12" fmla="*/ 77972 w 148870"/>
              <a:gd name="csY12" fmla="*/ 76193 h 148847"/>
              <a:gd name="csX13" fmla="*/ 72664 w 148870"/>
              <a:gd name="csY13" fmla="*/ 81517 h 148847"/>
              <a:gd name="csX14" fmla="*/ 44303 w 148870"/>
              <a:gd name="csY14" fmla="*/ 81517 h 148847"/>
              <a:gd name="csX15" fmla="*/ 38995 w 148870"/>
              <a:gd name="csY15" fmla="*/ 76193 h 148847"/>
              <a:gd name="csX16" fmla="*/ 44303 w 148870"/>
              <a:gd name="csY16" fmla="*/ 70885 h 148847"/>
              <a:gd name="csX17" fmla="*/ 67339 w 148870"/>
              <a:gd name="csY17" fmla="*/ 70885 h 148847"/>
              <a:gd name="csX18" fmla="*/ 67339 w 148870"/>
              <a:gd name="csY18" fmla="*/ 33665 h 148847"/>
              <a:gd name="csX19" fmla="*/ 72664 w 148870"/>
              <a:gd name="csY19" fmla="*/ 28358 h 148847"/>
              <a:gd name="csX20" fmla="*/ 106334 w 148870"/>
              <a:gd name="csY20" fmla="*/ 74424 h 148847"/>
              <a:gd name="csX21" fmla="*/ 97215 w 148870"/>
              <a:gd name="csY21" fmla="*/ 79595 h 148847"/>
              <a:gd name="csX22" fmla="*/ 65315 w 148870"/>
              <a:gd name="csY22" fmla="*/ 132755 h 148847"/>
              <a:gd name="csX23" fmla="*/ 65178 w 148870"/>
              <a:gd name="csY23" fmla="*/ 143455 h 148847"/>
              <a:gd name="csX24" fmla="*/ 74434 w 148870"/>
              <a:gd name="csY24" fmla="*/ 148847 h 148847"/>
              <a:gd name="csX25" fmla="*/ 138234 w 148870"/>
              <a:gd name="csY25" fmla="*/ 148847 h 148847"/>
              <a:gd name="csX26" fmla="*/ 147489 w 148870"/>
              <a:gd name="csY26" fmla="*/ 143455 h 148847"/>
              <a:gd name="csX27" fmla="*/ 147353 w 148870"/>
              <a:gd name="csY27" fmla="*/ 132755 h 148847"/>
              <a:gd name="csX28" fmla="*/ 115453 w 148870"/>
              <a:gd name="csY28" fmla="*/ 79595 h 148847"/>
              <a:gd name="csX29" fmla="*/ 106334 w 148870"/>
              <a:gd name="csY29" fmla="*/ 74424 h 148847"/>
              <a:gd name="csX30" fmla="*/ 106334 w 148870"/>
              <a:gd name="csY30" fmla="*/ 88594 h 148847"/>
              <a:gd name="csX31" fmla="*/ 109873 w 148870"/>
              <a:gd name="csY31" fmla="*/ 92149 h 148847"/>
              <a:gd name="csX32" fmla="*/ 109873 w 148870"/>
              <a:gd name="csY32" fmla="*/ 120490 h 148847"/>
              <a:gd name="csX33" fmla="*/ 106334 w 148870"/>
              <a:gd name="csY33" fmla="*/ 124045 h 148847"/>
              <a:gd name="csX34" fmla="*/ 102795 w 148870"/>
              <a:gd name="csY34" fmla="*/ 120490 h 148847"/>
              <a:gd name="csX35" fmla="*/ 102795 w 148870"/>
              <a:gd name="csY35" fmla="*/ 92149 h 148847"/>
              <a:gd name="csX36" fmla="*/ 106334 w 148870"/>
              <a:gd name="csY36" fmla="*/ 88594 h 148847"/>
              <a:gd name="csX37" fmla="*/ 106334 w 148870"/>
              <a:gd name="csY37" fmla="*/ 130237 h 148847"/>
              <a:gd name="csX38" fmla="*/ 110757 w 148870"/>
              <a:gd name="csY38" fmla="*/ 134677 h 148847"/>
              <a:gd name="csX39" fmla="*/ 106334 w 148870"/>
              <a:gd name="csY39" fmla="*/ 139100 h 148847"/>
              <a:gd name="csX40" fmla="*/ 101910 w 148870"/>
              <a:gd name="csY40" fmla="*/ 134677 h 148847"/>
              <a:gd name="csX41" fmla="*/ 106334 w 148870"/>
              <a:gd name="csY41" fmla="*/ 130237 h 148847"/>
            </a:gdLst>
            <a:ahLst/>
            <a:cxnLst/>
            <a:rect l="l" t="t" r="r" b="b"/>
            <a:pathLst>
              <a:path w="100000" h="100000">
                <a:moveTo>
                  <a:pt x="47622" y="8"/>
                </a:moveTo>
                <a:cubicBezTo>
                  <a:pt x="21360" y="8"/>
                  <a:pt x="0" y="21365"/>
                  <a:pt x="0" y="47623"/>
                </a:cubicBezTo>
                <a:cubicBezTo>
                  <a:pt x="0" y="70649"/>
                  <a:pt x="16434" y="89902"/>
                  <a:pt x="38182" y="94291"/>
                </a:cubicBezTo>
                <a:cubicBezTo>
                  <a:pt x="37873" y="91696"/>
                  <a:pt x="38411" y="89034"/>
                  <a:pt x="39794" y="86726"/>
                </a:cubicBezTo>
                <a:lnTo>
                  <a:pt x="61222" y="51017"/>
                </a:lnTo>
                <a:cubicBezTo>
                  <a:pt x="63359" y="47452"/>
                  <a:pt x="67267" y="45235"/>
                  <a:pt x="71427" y="45235"/>
                </a:cubicBezTo>
                <a:cubicBezTo>
                  <a:pt x="75587" y="45235"/>
                  <a:pt x="79496" y="47452"/>
                  <a:pt x="81633" y="51029"/>
                </a:cubicBezTo>
                <a:lnTo>
                  <a:pt x="91141" y="66855"/>
                </a:lnTo>
                <a:cubicBezTo>
                  <a:pt x="93758" y="60970"/>
                  <a:pt x="95233" y="54468"/>
                  <a:pt x="95233" y="47623"/>
                </a:cubicBezTo>
                <a:cubicBezTo>
                  <a:pt x="95233" y="21365"/>
                  <a:pt x="73873" y="8"/>
                  <a:pt x="47622" y="8"/>
                </a:cubicBezTo>
                <a:close/>
                <a:moveTo>
                  <a:pt x="48810" y="19057"/>
                </a:moveTo>
                <a:cubicBezTo>
                  <a:pt x="50777" y="19057"/>
                  <a:pt x="52376" y="20656"/>
                  <a:pt x="52376" y="22621"/>
                </a:cubicBezTo>
                <a:lnTo>
                  <a:pt x="52376" y="51189"/>
                </a:lnTo>
                <a:cubicBezTo>
                  <a:pt x="52376" y="53166"/>
                  <a:pt x="50777" y="54765"/>
                  <a:pt x="48810" y="54765"/>
                </a:cubicBezTo>
                <a:lnTo>
                  <a:pt x="29760" y="54765"/>
                </a:lnTo>
                <a:cubicBezTo>
                  <a:pt x="27794" y="54765"/>
                  <a:pt x="26194" y="53166"/>
                  <a:pt x="26194" y="51189"/>
                </a:cubicBezTo>
                <a:cubicBezTo>
                  <a:pt x="26194" y="49223"/>
                  <a:pt x="27794" y="47623"/>
                  <a:pt x="29760" y="47623"/>
                </a:cubicBezTo>
                <a:lnTo>
                  <a:pt x="45233" y="47623"/>
                </a:lnTo>
                <a:lnTo>
                  <a:pt x="45233" y="22621"/>
                </a:lnTo>
                <a:cubicBezTo>
                  <a:pt x="45233" y="20656"/>
                  <a:pt x="46833" y="19057"/>
                  <a:pt x="48810" y="19057"/>
                </a:cubicBezTo>
                <a:close/>
                <a:moveTo>
                  <a:pt x="71427" y="50000"/>
                </a:moveTo>
                <a:cubicBezTo>
                  <a:pt x="68913" y="50000"/>
                  <a:pt x="66593" y="51314"/>
                  <a:pt x="65302" y="53474"/>
                </a:cubicBezTo>
                <a:lnTo>
                  <a:pt x="43874" y="89183"/>
                </a:lnTo>
                <a:cubicBezTo>
                  <a:pt x="42548" y="91388"/>
                  <a:pt x="42514" y="94130"/>
                  <a:pt x="43782" y="96370"/>
                </a:cubicBezTo>
                <a:cubicBezTo>
                  <a:pt x="45051" y="98610"/>
                  <a:pt x="47428" y="99992"/>
                  <a:pt x="49999" y="99992"/>
                </a:cubicBezTo>
                <a:lnTo>
                  <a:pt x="92856" y="99992"/>
                </a:lnTo>
                <a:cubicBezTo>
                  <a:pt x="95427" y="99992"/>
                  <a:pt x="97804" y="98610"/>
                  <a:pt x="99072" y="96370"/>
                </a:cubicBezTo>
                <a:cubicBezTo>
                  <a:pt x="100341" y="94130"/>
                  <a:pt x="100307" y="91377"/>
                  <a:pt x="98981" y="89183"/>
                </a:cubicBezTo>
                <a:lnTo>
                  <a:pt x="77553" y="53474"/>
                </a:lnTo>
                <a:cubicBezTo>
                  <a:pt x="76261" y="51314"/>
                  <a:pt x="73942" y="50000"/>
                  <a:pt x="71427" y="50000"/>
                </a:cubicBezTo>
                <a:close/>
                <a:moveTo>
                  <a:pt x="71427" y="59519"/>
                </a:moveTo>
                <a:cubicBezTo>
                  <a:pt x="72741" y="59519"/>
                  <a:pt x="73805" y="60593"/>
                  <a:pt x="73805" y="61907"/>
                </a:cubicBezTo>
                <a:lnTo>
                  <a:pt x="73805" y="80944"/>
                </a:lnTo>
                <a:cubicBezTo>
                  <a:pt x="73805" y="82258"/>
                  <a:pt x="72741" y="83332"/>
                  <a:pt x="71427" y="83332"/>
                </a:cubicBezTo>
                <a:cubicBezTo>
                  <a:pt x="70113" y="83332"/>
                  <a:pt x="69050" y="82258"/>
                  <a:pt x="69050" y="80944"/>
                </a:cubicBezTo>
                <a:lnTo>
                  <a:pt x="69050" y="61907"/>
                </a:lnTo>
                <a:cubicBezTo>
                  <a:pt x="69050" y="60593"/>
                  <a:pt x="70113" y="59519"/>
                  <a:pt x="71427" y="59519"/>
                </a:cubicBezTo>
                <a:close/>
                <a:moveTo>
                  <a:pt x="71427" y="87491"/>
                </a:moveTo>
                <a:cubicBezTo>
                  <a:pt x="73073" y="87491"/>
                  <a:pt x="74398" y="88828"/>
                  <a:pt x="74398" y="90474"/>
                </a:cubicBezTo>
                <a:cubicBezTo>
                  <a:pt x="74398" y="92108"/>
                  <a:pt x="73073" y="93445"/>
                  <a:pt x="71427" y="93445"/>
                </a:cubicBezTo>
                <a:cubicBezTo>
                  <a:pt x="69782" y="93445"/>
                  <a:pt x="68456" y="92108"/>
                  <a:pt x="68456" y="90474"/>
                </a:cubicBezTo>
                <a:cubicBezTo>
                  <a:pt x="68456" y="88828"/>
                  <a:pt x="69782" y="87491"/>
                  <a:pt x="71427" y="87491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1" name="Чёрный — SVG 12">
            <a:extLst>
              <a:ext uri="{FF2B5EF4-FFF2-40B4-BE49-F238E27FC236}">
                <a16:creationId xmlns:a16="http://schemas.microsoft.com/office/drawing/2014/main" id="{A659B629-BA3B-FE44-A47F-08286AE5E1DE}"/>
              </a:ext>
            </a:extLst>
          </p:cNvPr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>
              <a:gd name="csX0" fmla="*/ 70895 w 148867"/>
              <a:gd name="csY0" fmla="*/ 0 h 148847"/>
              <a:gd name="csX1" fmla="*/ 0 w 148867"/>
              <a:gd name="csY1" fmla="*/ 70885 h 148847"/>
              <a:gd name="csX2" fmla="*/ 70895 w 148867"/>
              <a:gd name="csY2" fmla="*/ 141753 h 148847"/>
              <a:gd name="csX3" fmla="*/ 76424 w 148867"/>
              <a:gd name="csY3" fmla="*/ 141481 h 148847"/>
              <a:gd name="csX4" fmla="*/ 63800 w 148867"/>
              <a:gd name="csY4" fmla="*/ 109858 h 148847"/>
              <a:gd name="csX5" fmla="*/ 73685 w 148867"/>
              <a:gd name="csY5" fmla="*/ 81415 h 148847"/>
              <a:gd name="csX6" fmla="*/ 72664 w 148867"/>
              <a:gd name="csY6" fmla="*/ 81517 h 148847"/>
              <a:gd name="csX7" fmla="*/ 44303 w 148867"/>
              <a:gd name="csY7" fmla="*/ 81517 h 148847"/>
              <a:gd name="csX8" fmla="*/ 38995 w 148867"/>
              <a:gd name="csY8" fmla="*/ 76193 h 148847"/>
              <a:gd name="csX9" fmla="*/ 44303 w 148867"/>
              <a:gd name="csY9" fmla="*/ 70885 h 148847"/>
              <a:gd name="csX10" fmla="*/ 67339 w 148867"/>
              <a:gd name="csY10" fmla="*/ 70885 h 148847"/>
              <a:gd name="csX11" fmla="*/ 67339 w 148867"/>
              <a:gd name="csY11" fmla="*/ 33665 h 148847"/>
              <a:gd name="csX12" fmla="*/ 72664 w 148867"/>
              <a:gd name="csY12" fmla="*/ 28358 h 148847"/>
              <a:gd name="csX13" fmla="*/ 77973 w 148867"/>
              <a:gd name="csY13" fmla="*/ 33665 h 148847"/>
              <a:gd name="csX14" fmla="*/ 77973 w 148867"/>
              <a:gd name="csY14" fmla="*/ 76193 h 148847"/>
              <a:gd name="csX15" fmla="*/ 77921 w 148867"/>
              <a:gd name="csY15" fmla="*/ 76720 h 148847"/>
              <a:gd name="csX16" fmla="*/ 109873 w 148867"/>
              <a:gd name="csY16" fmla="*/ 63792 h 148847"/>
              <a:gd name="csX17" fmla="*/ 141500 w 148867"/>
              <a:gd name="csY17" fmla="*/ 76414 h 148847"/>
              <a:gd name="csX18" fmla="*/ 141773 w 148867"/>
              <a:gd name="csY18" fmla="*/ 70885 h 148847"/>
              <a:gd name="csX19" fmla="*/ 70895 w 148867"/>
              <a:gd name="csY19" fmla="*/ 0 h 148847"/>
              <a:gd name="csX20" fmla="*/ 109873 w 148867"/>
              <a:gd name="csY20" fmla="*/ 70885 h 148847"/>
              <a:gd name="csX21" fmla="*/ 70895 w 148867"/>
              <a:gd name="csY21" fmla="*/ 109858 h 148847"/>
              <a:gd name="csX22" fmla="*/ 109873 w 148867"/>
              <a:gd name="csY22" fmla="*/ 148847 h 148847"/>
              <a:gd name="csX23" fmla="*/ 148867 w 148867"/>
              <a:gd name="csY23" fmla="*/ 109858 h 148847"/>
              <a:gd name="csX24" fmla="*/ 109873 w 148867"/>
              <a:gd name="csY24" fmla="*/ 70885 h 148847"/>
              <a:gd name="csX25" fmla="*/ 131139 w 148867"/>
              <a:gd name="csY25" fmla="*/ 92149 h 148847"/>
              <a:gd name="csX26" fmla="*/ 133657 w 148867"/>
              <a:gd name="csY26" fmla="*/ 93187 h 148847"/>
              <a:gd name="csX27" fmla="*/ 133657 w 148867"/>
              <a:gd name="csY27" fmla="*/ 98188 h 148847"/>
              <a:gd name="csX28" fmla="*/ 105296 w 148867"/>
              <a:gd name="csY28" fmla="*/ 126546 h 148847"/>
              <a:gd name="csX29" fmla="*/ 102795 w 148867"/>
              <a:gd name="csY29" fmla="*/ 127583 h 148847"/>
              <a:gd name="csX30" fmla="*/ 100277 w 148867"/>
              <a:gd name="csY30" fmla="*/ 126546 h 148847"/>
              <a:gd name="csX31" fmla="*/ 86105 w 148867"/>
              <a:gd name="csY31" fmla="*/ 112375 h 148847"/>
              <a:gd name="csX32" fmla="*/ 86105 w 148867"/>
              <a:gd name="csY32" fmla="*/ 107357 h 148847"/>
              <a:gd name="csX33" fmla="*/ 91124 w 148867"/>
              <a:gd name="csY33" fmla="*/ 107357 h 148847"/>
              <a:gd name="csX34" fmla="*/ 102795 w 148867"/>
              <a:gd name="csY34" fmla="*/ 119027 h 148847"/>
              <a:gd name="csX35" fmla="*/ 128639 w 148867"/>
              <a:gd name="csY35" fmla="*/ 93187 h 148847"/>
              <a:gd name="csX36" fmla="*/ 131139 w 148867"/>
              <a:gd name="csY36" fmla="*/ 92149 h 148847"/>
            </a:gdLst>
            <a:ahLst/>
            <a:cxnLst/>
            <a:rect l="l" t="t" r="r" b="b"/>
            <a:pathLst>
              <a:path w="100000" h="100000">
                <a:moveTo>
                  <a:pt x="47623" y="7"/>
                </a:moveTo>
                <a:cubicBezTo>
                  <a:pt x="21360" y="7"/>
                  <a:pt x="0" y="21364"/>
                  <a:pt x="0" y="47623"/>
                </a:cubicBezTo>
                <a:cubicBezTo>
                  <a:pt x="0" y="73871"/>
                  <a:pt x="21360" y="95228"/>
                  <a:pt x="47623" y="95228"/>
                </a:cubicBezTo>
                <a:cubicBezTo>
                  <a:pt x="48868" y="95228"/>
                  <a:pt x="50103" y="95137"/>
                  <a:pt x="51337" y="95045"/>
                </a:cubicBezTo>
                <a:cubicBezTo>
                  <a:pt x="46091" y="89503"/>
                  <a:pt x="42857" y="82042"/>
                  <a:pt x="42857" y="73803"/>
                </a:cubicBezTo>
                <a:cubicBezTo>
                  <a:pt x="42857" y="66581"/>
                  <a:pt x="45349" y="59953"/>
                  <a:pt x="49497" y="54696"/>
                </a:cubicBezTo>
                <a:cubicBezTo>
                  <a:pt x="49269" y="54731"/>
                  <a:pt x="49040" y="54765"/>
                  <a:pt x="48811" y="54765"/>
                </a:cubicBezTo>
                <a:lnTo>
                  <a:pt x="29760" y="54765"/>
                </a:lnTo>
                <a:cubicBezTo>
                  <a:pt x="27795" y="54765"/>
                  <a:pt x="26195" y="53166"/>
                  <a:pt x="26195" y="51189"/>
                </a:cubicBezTo>
                <a:cubicBezTo>
                  <a:pt x="26195" y="49223"/>
                  <a:pt x="27795" y="47623"/>
                  <a:pt x="29760" y="47623"/>
                </a:cubicBezTo>
                <a:lnTo>
                  <a:pt x="45234" y="47623"/>
                </a:lnTo>
                <a:lnTo>
                  <a:pt x="45234" y="22621"/>
                </a:lnTo>
                <a:cubicBezTo>
                  <a:pt x="45234" y="20655"/>
                  <a:pt x="46834" y="19056"/>
                  <a:pt x="48811" y="19056"/>
                </a:cubicBezTo>
                <a:cubicBezTo>
                  <a:pt x="50777" y="19056"/>
                  <a:pt x="52378" y="20655"/>
                  <a:pt x="52378" y="22621"/>
                </a:cubicBezTo>
                <a:lnTo>
                  <a:pt x="52378" y="51189"/>
                </a:lnTo>
                <a:cubicBezTo>
                  <a:pt x="52378" y="51314"/>
                  <a:pt x="52355" y="51417"/>
                  <a:pt x="52343" y="51543"/>
                </a:cubicBezTo>
                <a:cubicBezTo>
                  <a:pt x="57909" y="46172"/>
                  <a:pt x="65475" y="42858"/>
                  <a:pt x="73806" y="42858"/>
                </a:cubicBezTo>
                <a:cubicBezTo>
                  <a:pt x="82046" y="42858"/>
                  <a:pt x="89509" y="46092"/>
                  <a:pt x="95051" y="51337"/>
                </a:cubicBezTo>
                <a:cubicBezTo>
                  <a:pt x="95143" y="50103"/>
                  <a:pt x="95235" y="48869"/>
                  <a:pt x="95235" y="47623"/>
                </a:cubicBezTo>
                <a:cubicBezTo>
                  <a:pt x="95235" y="21364"/>
                  <a:pt x="73874" y="7"/>
                  <a:pt x="47623" y="7"/>
                </a:cubicBezTo>
                <a:close/>
                <a:moveTo>
                  <a:pt x="73806" y="47623"/>
                </a:moveTo>
                <a:cubicBezTo>
                  <a:pt x="59349" y="47623"/>
                  <a:pt x="47623" y="59348"/>
                  <a:pt x="47623" y="73803"/>
                </a:cubicBezTo>
                <a:cubicBezTo>
                  <a:pt x="47623" y="88269"/>
                  <a:pt x="59349" y="99993"/>
                  <a:pt x="73806" y="99993"/>
                </a:cubicBezTo>
                <a:cubicBezTo>
                  <a:pt x="88275" y="99993"/>
                  <a:pt x="100000" y="88269"/>
                  <a:pt x="100000" y="73803"/>
                </a:cubicBezTo>
                <a:cubicBezTo>
                  <a:pt x="100000" y="59348"/>
                  <a:pt x="88275" y="47623"/>
                  <a:pt x="73806" y="47623"/>
                </a:cubicBezTo>
                <a:close/>
                <a:moveTo>
                  <a:pt x="88091" y="61907"/>
                </a:moveTo>
                <a:cubicBezTo>
                  <a:pt x="88709" y="61907"/>
                  <a:pt x="89315" y="62135"/>
                  <a:pt x="89783" y="62604"/>
                </a:cubicBezTo>
                <a:cubicBezTo>
                  <a:pt x="90709" y="63530"/>
                  <a:pt x="90709" y="65038"/>
                  <a:pt x="89783" y="65964"/>
                </a:cubicBezTo>
                <a:lnTo>
                  <a:pt x="70732" y="85013"/>
                </a:lnTo>
                <a:cubicBezTo>
                  <a:pt x="70263" y="85481"/>
                  <a:pt x="69657" y="85709"/>
                  <a:pt x="69052" y="85709"/>
                </a:cubicBezTo>
                <a:cubicBezTo>
                  <a:pt x="68434" y="85709"/>
                  <a:pt x="67829" y="85481"/>
                  <a:pt x="67360" y="85013"/>
                </a:cubicBezTo>
                <a:lnTo>
                  <a:pt x="57840" y="75494"/>
                </a:lnTo>
                <a:cubicBezTo>
                  <a:pt x="56915" y="74556"/>
                  <a:pt x="56915" y="73048"/>
                  <a:pt x="57840" y="72123"/>
                </a:cubicBezTo>
                <a:cubicBezTo>
                  <a:pt x="58766" y="71197"/>
                  <a:pt x="60275" y="71197"/>
                  <a:pt x="61212" y="72123"/>
                </a:cubicBezTo>
                <a:lnTo>
                  <a:pt x="69052" y="79962"/>
                </a:lnTo>
                <a:lnTo>
                  <a:pt x="86412" y="62604"/>
                </a:lnTo>
                <a:cubicBezTo>
                  <a:pt x="86880" y="62135"/>
                  <a:pt x="87486" y="61907"/>
                  <a:pt x="88091" y="61907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2" name="Чёрный — SVG 13">
            <a:extLst>
              <a:ext uri="{FF2B5EF4-FFF2-40B4-BE49-F238E27FC236}">
                <a16:creationId xmlns:a16="http://schemas.microsoft.com/office/drawing/2014/main" id="{D44E2295-9CF2-F74C-A931-889CD564C865}"/>
              </a:ext>
            </a:extLst>
          </p:cNvPr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>
              <a:gd name="csX0" fmla="*/ 24851 w 120473"/>
              <a:gd name="csY0" fmla="*/ 0 h 141754"/>
              <a:gd name="csX1" fmla="*/ 9607 w 120473"/>
              <a:gd name="csY1" fmla="*/ 11261 h 141754"/>
              <a:gd name="csX2" fmla="*/ 559 w 120473"/>
              <a:gd name="csY2" fmla="*/ 40657 h 141754"/>
              <a:gd name="csX3" fmla="*/ 2434 w 120473"/>
              <a:gd name="csY3" fmla="*/ 51663 h 141754"/>
              <a:gd name="csX4" fmla="*/ 12418 w 120473"/>
              <a:gd name="csY4" fmla="*/ 56698 h 141754"/>
              <a:gd name="csX5" fmla="*/ 108055 w 120473"/>
              <a:gd name="csY5" fmla="*/ 56698 h 141754"/>
              <a:gd name="csX6" fmla="*/ 118039 w 120473"/>
              <a:gd name="csY6" fmla="*/ 51680 h 141754"/>
              <a:gd name="csX7" fmla="*/ 119914 w 120473"/>
              <a:gd name="csY7" fmla="*/ 40657 h 141754"/>
              <a:gd name="csX8" fmla="*/ 110866 w 120473"/>
              <a:gd name="csY8" fmla="*/ 11261 h 141754"/>
              <a:gd name="csX9" fmla="*/ 95629 w 120473"/>
              <a:gd name="csY9" fmla="*/ 0 h 141754"/>
              <a:gd name="csX10" fmla="*/ 24851 w 120473"/>
              <a:gd name="csY10" fmla="*/ 0 h 141754"/>
              <a:gd name="csX11" fmla="*/ 38994 w 120473"/>
              <a:gd name="csY11" fmla="*/ 63792 h 141754"/>
              <a:gd name="csX12" fmla="*/ 38994 w 120473"/>
              <a:gd name="csY12" fmla="*/ 131122 h 141754"/>
              <a:gd name="csX13" fmla="*/ 26588 w 120473"/>
              <a:gd name="csY13" fmla="*/ 131122 h 141754"/>
              <a:gd name="csX14" fmla="*/ 24531 w 120473"/>
              <a:gd name="csY14" fmla="*/ 131513 h 141754"/>
              <a:gd name="csX15" fmla="*/ 22781 w 120473"/>
              <a:gd name="csY15" fmla="*/ 132653 h 141754"/>
              <a:gd name="csX16" fmla="*/ 21608 w 120473"/>
              <a:gd name="csY16" fmla="*/ 134388 h 141754"/>
              <a:gd name="csX17" fmla="*/ 21197 w 120473"/>
              <a:gd name="csY17" fmla="*/ 136446 h 141754"/>
              <a:gd name="csX18" fmla="*/ 21608 w 120473"/>
              <a:gd name="csY18" fmla="*/ 138487 h 141754"/>
              <a:gd name="csX19" fmla="*/ 22781 w 120473"/>
              <a:gd name="csY19" fmla="*/ 140223 h 141754"/>
              <a:gd name="csX20" fmla="*/ 24531 w 120473"/>
              <a:gd name="csY20" fmla="*/ 141379 h 141754"/>
              <a:gd name="csX21" fmla="*/ 26588 w 120473"/>
              <a:gd name="csY21" fmla="*/ 141753 h 141754"/>
              <a:gd name="csX22" fmla="*/ 93932 w 120473"/>
              <a:gd name="csY22" fmla="*/ 141753 h 141754"/>
              <a:gd name="csX23" fmla="*/ 95991 w 120473"/>
              <a:gd name="csY23" fmla="*/ 141379 h 141754"/>
              <a:gd name="csX24" fmla="*/ 97742 w 120473"/>
              <a:gd name="csY24" fmla="*/ 140223 h 141754"/>
              <a:gd name="csX25" fmla="*/ 98914 w 120473"/>
              <a:gd name="csY25" fmla="*/ 138487 h 141754"/>
              <a:gd name="csX26" fmla="*/ 99326 w 120473"/>
              <a:gd name="csY26" fmla="*/ 136446 h 141754"/>
              <a:gd name="csX27" fmla="*/ 98914 w 120473"/>
              <a:gd name="csY27" fmla="*/ 134388 h 141754"/>
              <a:gd name="csX28" fmla="*/ 97742 w 120473"/>
              <a:gd name="csY28" fmla="*/ 132653 h 141754"/>
              <a:gd name="csX29" fmla="*/ 95991 w 120473"/>
              <a:gd name="csY29" fmla="*/ 131513 h 141754"/>
              <a:gd name="csX30" fmla="*/ 93932 w 120473"/>
              <a:gd name="csY30" fmla="*/ 131122 h 141754"/>
              <a:gd name="csX31" fmla="*/ 81528 w 120473"/>
              <a:gd name="csY31" fmla="*/ 131122 h 141754"/>
              <a:gd name="csX32" fmla="*/ 81528 w 120473"/>
              <a:gd name="csY32" fmla="*/ 63792 h 141754"/>
              <a:gd name="csX33" fmla="*/ 38994 w 120473"/>
              <a:gd name="csY33" fmla="*/ 63792 h 141754"/>
            </a:gdLst>
            <a:ahLst/>
            <a:cxnLst/>
            <a:rect l="l" t="t" r="r" b="b"/>
            <a:pathLst>
              <a:path w="100000" h="100000">
                <a:moveTo>
                  <a:pt x="25037" y="0"/>
                </a:moveTo>
                <a:cubicBezTo>
                  <a:pt x="20064" y="0"/>
                  <a:pt x="15741" y="3192"/>
                  <a:pt x="14284" y="7944"/>
                </a:cubicBezTo>
                <a:lnTo>
                  <a:pt x="7901" y="28681"/>
                </a:lnTo>
                <a:cubicBezTo>
                  <a:pt x="7075" y="31357"/>
                  <a:pt x="7559" y="34190"/>
                  <a:pt x="9223" y="36446"/>
                </a:cubicBezTo>
                <a:cubicBezTo>
                  <a:pt x="10892" y="38702"/>
                  <a:pt x="13458" y="39997"/>
                  <a:pt x="16267" y="39997"/>
                </a:cubicBezTo>
                <a:lnTo>
                  <a:pt x="83733" y="39997"/>
                </a:lnTo>
                <a:cubicBezTo>
                  <a:pt x="86540" y="39997"/>
                  <a:pt x="89108" y="38702"/>
                  <a:pt x="90777" y="36458"/>
                </a:cubicBezTo>
                <a:cubicBezTo>
                  <a:pt x="92444" y="34202"/>
                  <a:pt x="92925" y="31357"/>
                  <a:pt x="92099" y="28681"/>
                </a:cubicBezTo>
                <a:lnTo>
                  <a:pt x="85716" y="7944"/>
                </a:lnTo>
                <a:cubicBezTo>
                  <a:pt x="84259" y="3192"/>
                  <a:pt x="79941" y="0"/>
                  <a:pt x="74968" y="0"/>
                </a:cubicBezTo>
                <a:lnTo>
                  <a:pt x="25037" y="0"/>
                </a:lnTo>
                <a:close/>
                <a:moveTo>
                  <a:pt x="35015" y="45002"/>
                </a:moveTo>
                <a:lnTo>
                  <a:pt x="35015" y="92500"/>
                </a:lnTo>
                <a:lnTo>
                  <a:pt x="26263" y="92500"/>
                </a:lnTo>
                <a:cubicBezTo>
                  <a:pt x="25766" y="92500"/>
                  <a:pt x="25273" y="92584"/>
                  <a:pt x="24812" y="92776"/>
                </a:cubicBezTo>
                <a:cubicBezTo>
                  <a:pt x="24350" y="92955"/>
                  <a:pt x="23930" y="93231"/>
                  <a:pt x="23577" y="93580"/>
                </a:cubicBezTo>
                <a:cubicBezTo>
                  <a:pt x="23223" y="93928"/>
                  <a:pt x="22941" y="94347"/>
                  <a:pt x="22750" y="94804"/>
                </a:cubicBezTo>
                <a:cubicBezTo>
                  <a:pt x="22558" y="95259"/>
                  <a:pt x="22460" y="95752"/>
                  <a:pt x="22460" y="96255"/>
                </a:cubicBezTo>
                <a:cubicBezTo>
                  <a:pt x="22460" y="96748"/>
                  <a:pt x="22558" y="97240"/>
                  <a:pt x="22750" y="97695"/>
                </a:cubicBezTo>
                <a:cubicBezTo>
                  <a:pt x="22941" y="98164"/>
                  <a:pt x="23223" y="98571"/>
                  <a:pt x="23577" y="98920"/>
                </a:cubicBezTo>
                <a:cubicBezTo>
                  <a:pt x="23930" y="99268"/>
                  <a:pt x="24350" y="99544"/>
                  <a:pt x="24812" y="99735"/>
                </a:cubicBezTo>
                <a:cubicBezTo>
                  <a:pt x="25273" y="99915"/>
                  <a:pt x="25766" y="100011"/>
                  <a:pt x="26263" y="99999"/>
                </a:cubicBezTo>
                <a:lnTo>
                  <a:pt x="73770" y="99999"/>
                </a:lnTo>
                <a:cubicBezTo>
                  <a:pt x="74268" y="100011"/>
                  <a:pt x="74762" y="99915"/>
                  <a:pt x="75223" y="99735"/>
                </a:cubicBezTo>
                <a:cubicBezTo>
                  <a:pt x="75684" y="99544"/>
                  <a:pt x="76104" y="99268"/>
                  <a:pt x="76458" y="98920"/>
                </a:cubicBezTo>
                <a:cubicBezTo>
                  <a:pt x="76812" y="98571"/>
                  <a:pt x="77093" y="98164"/>
                  <a:pt x="77285" y="97695"/>
                </a:cubicBezTo>
                <a:cubicBezTo>
                  <a:pt x="77477" y="97240"/>
                  <a:pt x="77576" y="96748"/>
                  <a:pt x="77576" y="96255"/>
                </a:cubicBezTo>
                <a:cubicBezTo>
                  <a:pt x="77576" y="95752"/>
                  <a:pt x="77477" y="95259"/>
                  <a:pt x="77285" y="94804"/>
                </a:cubicBezTo>
                <a:cubicBezTo>
                  <a:pt x="77093" y="94347"/>
                  <a:pt x="76812" y="93928"/>
                  <a:pt x="76458" y="93580"/>
                </a:cubicBezTo>
                <a:cubicBezTo>
                  <a:pt x="76104" y="93231"/>
                  <a:pt x="75684" y="92955"/>
                  <a:pt x="75223" y="92776"/>
                </a:cubicBezTo>
                <a:cubicBezTo>
                  <a:pt x="74762" y="92584"/>
                  <a:pt x="74268" y="92500"/>
                  <a:pt x="73770" y="92500"/>
                </a:cubicBezTo>
                <a:lnTo>
                  <a:pt x="65020" y="92500"/>
                </a:lnTo>
                <a:lnTo>
                  <a:pt x="65020" y="45002"/>
                </a:lnTo>
                <a:lnTo>
                  <a:pt x="35015" y="4500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3" name="Чёрный — SVG 14">
            <a:extLst>
              <a:ext uri="{FF2B5EF4-FFF2-40B4-BE49-F238E27FC236}">
                <a16:creationId xmlns:a16="http://schemas.microsoft.com/office/drawing/2014/main" id="{B9AE466A-64F6-9F4F-8DC0-8A7EB2CB18EB}"/>
              </a:ext>
            </a:extLst>
          </p:cNvPr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>
              <a:gd name="csX0" fmla="*/ 70895 w 141772"/>
              <a:gd name="csY0" fmla="*/ 0 h 141753"/>
              <a:gd name="csX1" fmla="*/ 0 w 141772"/>
              <a:gd name="csY1" fmla="*/ 70885 h 141753"/>
              <a:gd name="csX2" fmla="*/ 70895 w 141772"/>
              <a:gd name="csY2" fmla="*/ 141753 h 141753"/>
              <a:gd name="csX3" fmla="*/ 141773 w 141772"/>
              <a:gd name="csY3" fmla="*/ 70885 h 141753"/>
              <a:gd name="csX4" fmla="*/ 130017 w 141772"/>
              <a:gd name="csY4" fmla="*/ 31828 h 141753"/>
              <a:gd name="csX5" fmla="*/ 119723 w 141772"/>
              <a:gd name="csY5" fmla="*/ 42102 h 141753"/>
              <a:gd name="csX6" fmla="*/ 127601 w 141772"/>
              <a:gd name="csY6" fmla="*/ 70885 h 141753"/>
              <a:gd name="csX7" fmla="*/ 70895 w 141772"/>
              <a:gd name="csY7" fmla="*/ 127583 h 141753"/>
              <a:gd name="csX8" fmla="*/ 14172 w 141772"/>
              <a:gd name="csY8" fmla="*/ 70885 h 141753"/>
              <a:gd name="csX9" fmla="*/ 70895 w 141772"/>
              <a:gd name="csY9" fmla="*/ 14170 h 141753"/>
              <a:gd name="csX10" fmla="*/ 99664 w 141772"/>
              <a:gd name="csY10" fmla="*/ 22046 h 141753"/>
              <a:gd name="csX11" fmla="*/ 109941 w 141772"/>
              <a:gd name="csY11" fmla="*/ 11772 h 141753"/>
              <a:gd name="csX12" fmla="*/ 70895 w 141772"/>
              <a:gd name="csY12" fmla="*/ 0 h 141753"/>
              <a:gd name="csX13" fmla="*/ 131003 w 141772"/>
              <a:gd name="csY13" fmla="*/ 3470 h 141753"/>
              <a:gd name="csX14" fmla="*/ 126137 w 141772"/>
              <a:gd name="csY14" fmla="*/ 5614 h 141753"/>
              <a:gd name="csX15" fmla="*/ 65876 w 141772"/>
              <a:gd name="csY15" fmla="*/ 65867 h 141753"/>
              <a:gd name="csX16" fmla="*/ 64277 w 141772"/>
              <a:gd name="csY16" fmla="*/ 68163 h 141753"/>
              <a:gd name="csX17" fmla="*/ 63698 w 141772"/>
              <a:gd name="csY17" fmla="*/ 70902 h 141753"/>
              <a:gd name="csX18" fmla="*/ 64226 w 141772"/>
              <a:gd name="csY18" fmla="*/ 73658 h 141753"/>
              <a:gd name="csX19" fmla="*/ 65774 w 141772"/>
              <a:gd name="csY19" fmla="*/ 75989 h 141753"/>
              <a:gd name="csX20" fmla="*/ 68105 w 141772"/>
              <a:gd name="csY20" fmla="*/ 77537 h 141753"/>
              <a:gd name="csX21" fmla="*/ 70861 w 141772"/>
              <a:gd name="csY21" fmla="*/ 78064 h 141753"/>
              <a:gd name="csX22" fmla="*/ 73600 w 141772"/>
              <a:gd name="csY22" fmla="*/ 77486 h 141753"/>
              <a:gd name="csX23" fmla="*/ 75897 w 141772"/>
              <a:gd name="csY23" fmla="*/ 75887 h 141753"/>
              <a:gd name="csX24" fmla="*/ 136158 w 141772"/>
              <a:gd name="csY24" fmla="*/ 15650 h 141753"/>
              <a:gd name="csX25" fmla="*/ 138166 w 141772"/>
              <a:gd name="csY25" fmla="*/ 11959 h 141753"/>
              <a:gd name="csX26" fmla="*/ 137740 w 141772"/>
              <a:gd name="csY26" fmla="*/ 7791 h 141753"/>
              <a:gd name="csX27" fmla="*/ 135052 w 141772"/>
              <a:gd name="csY27" fmla="*/ 4593 h 141753"/>
              <a:gd name="csX28" fmla="*/ 131003 w 141772"/>
              <a:gd name="csY28" fmla="*/ 3470 h 141753"/>
              <a:gd name="csX29" fmla="*/ 70895 w 141772"/>
              <a:gd name="csY29" fmla="*/ 21264 h 141753"/>
              <a:gd name="csX30" fmla="*/ 21267 w 141772"/>
              <a:gd name="csY30" fmla="*/ 70885 h 141753"/>
              <a:gd name="csX31" fmla="*/ 70895 w 141772"/>
              <a:gd name="csY31" fmla="*/ 120490 h 141753"/>
              <a:gd name="csX32" fmla="*/ 120506 w 141772"/>
              <a:gd name="csY32" fmla="*/ 70885 h 141753"/>
              <a:gd name="csX33" fmla="*/ 114551 w 141772"/>
              <a:gd name="csY33" fmla="*/ 47274 h 141753"/>
              <a:gd name="csX34" fmla="*/ 103884 w 141772"/>
              <a:gd name="csY34" fmla="*/ 57940 h 141753"/>
              <a:gd name="csX35" fmla="*/ 106334 w 141772"/>
              <a:gd name="csY35" fmla="*/ 70885 h 141753"/>
              <a:gd name="csX36" fmla="*/ 70895 w 141772"/>
              <a:gd name="csY36" fmla="*/ 106319 h 141753"/>
              <a:gd name="csX37" fmla="*/ 35439 w 141772"/>
              <a:gd name="csY37" fmla="*/ 70885 h 141753"/>
              <a:gd name="csX38" fmla="*/ 70895 w 141772"/>
              <a:gd name="csY38" fmla="*/ 35434 h 141753"/>
              <a:gd name="csX39" fmla="*/ 83825 w 141772"/>
              <a:gd name="csY39" fmla="*/ 37884 h 141753"/>
              <a:gd name="csX40" fmla="*/ 94493 w 141772"/>
              <a:gd name="csY40" fmla="*/ 27218 h 141753"/>
              <a:gd name="csX41" fmla="*/ 70895 w 141772"/>
              <a:gd name="csY41" fmla="*/ 21264 h 141753"/>
              <a:gd name="csX42" fmla="*/ 70895 w 141772"/>
              <a:gd name="csY42" fmla="*/ 42528 h 141753"/>
              <a:gd name="csX43" fmla="*/ 42534 w 141772"/>
              <a:gd name="csY43" fmla="*/ 70885 h 141753"/>
              <a:gd name="csX44" fmla="*/ 70895 w 141772"/>
              <a:gd name="csY44" fmla="*/ 99226 h 141753"/>
              <a:gd name="csX45" fmla="*/ 99239 w 141772"/>
              <a:gd name="csY45" fmla="*/ 70885 h 141753"/>
              <a:gd name="csX46" fmla="*/ 98286 w 141772"/>
              <a:gd name="csY46" fmla="*/ 63536 h 141753"/>
              <a:gd name="csX47" fmla="*/ 80916 w 141772"/>
              <a:gd name="csY47" fmla="*/ 80905 h 141753"/>
              <a:gd name="csX48" fmla="*/ 70895 w 141772"/>
              <a:gd name="csY48" fmla="*/ 85056 h 141753"/>
              <a:gd name="csX49" fmla="*/ 60857 w 141772"/>
              <a:gd name="csY49" fmla="*/ 80905 h 141753"/>
              <a:gd name="csX50" fmla="*/ 60857 w 141772"/>
              <a:gd name="csY50" fmla="*/ 60849 h 141753"/>
              <a:gd name="csX51" fmla="*/ 78228 w 141772"/>
              <a:gd name="csY51" fmla="*/ 43480 h 141753"/>
              <a:gd name="csX52" fmla="*/ 70895 w 141772"/>
              <a:gd name="csY52" fmla="*/ 42528 h 141753"/>
            </a:gdLst>
            <a:ahLst/>
            <a:cxnLst/>
            <a:rect l="l" t="t" r="r" b="b"/>
            <a:pathLst>
              <a:path w="100000" h="100000">
                <a:moveTo>
                  <a:pt x="50006" y="7"/>
                </a:moveTo>
                <a:cubicBezTo>
                  <a:pt x="22429" y="7"/>
                  <a:pt x="0" y="22433"/>
                  <a:pt x="0" y="50006"/>
                </a:cubicBezTo>
                <a:cubicBezTo>
                  <a:pt x="0" y="77580"/>
                  <a:pt x="22429" y="99993"/>
                  <a:pt x="50006" y="99993"/>
                </a:cubicBezTo>
                <a:cubicBezTo>
                  <a:pt x="77584" y="99993"/>
                  <a:pt x="100001" y="77580"/>
                  <a:pt x="100001" y="50006"/>
                </a:cubicBezTo>
                <a:cubicBezTo>
                  <a:pt x="100001" y="39831"/>
                  <a:pt x="96952" y="30352"/>
                  <a:pt x="91709" y="22457"/>
                </a:cubicBezTo>
                <a:lnTo>
                  <a:pt x="84448" y="29704"/>
                </a:lnTo>
                <a:cubicBezTo>
                  <a:pt x="87976" y="35655"/>
                  <a:pt x="90004" y="42603"/>
                  <a:pt x="90004" y="50006"/>
                </a:cubicBezTo>
                <a:cubicBezTo>
                  <a:pt x="90004" y="72048"/>
                  <a:pt x="72052" y="89998"/>
                  <a:pt x="50006" y="89998"/>
                </a:cubicBezTo>
                <a:cubicBezTo>
                  <a:pt x="27949" y="89998"/>
                  <a:pt x="9996" y="72048"/>
                  <a:pt x="9996" y="50006"/>
                </a:cubicBezTo>
                <a:cubicBezTo>
                  <a:pt x="9996" y="27952"/>
                  <a:pt x="27949" y="10002"/>
                  <a:pt x="50006" y="10002"/>
                </a:cubicBezTo>
                <a:cubicBezTo>
                  <a:pt x="57398" y="10002"/>
                  <a:pt x="64347" y="12030"/>
                  <a:pt x="70299" y="15557"/>
                </a:cubicBezTo>
                <a:lnTo>
                  <a:pt x="77548" y="8310"/>
                </a:lnTo>
                <a:cubicBezTo>
                  <a:pt x="69651" y="3055"/>
                  <a:pt x="60183" y="7"/>
                  <a:pt x="50006" y="7"/>
                </a:cubicBezTo>
                <a:close/>
                <a:moveTo>
                  <a:pt x="92404" y="2454"/>
                </a:moveTo>
                <a:cubicBezTo>
                  <a:pt x="91108" y="2490"/>
                  <a:pt x="89872" y="3043"/>
                  <a:pt x="88972" y="3967"/>
                </a:cubicBezTo>
                <a:lnTo>
                  <a:pt x="46466" y="46467"/>
                </a:lnTo>
                <a:cubicBezTo>
                  <a:pt x="45986" y="46922"/>
                  <a:pt x="45602" y="47474"/>
                  <a:pt x="45338" y="48086"/>
                </a:cubicBezTo>
                <a:cubicBezTo>
                  <a:pt x="45074" y="48698"/>
                  <a:pt x="44942" y="49358"/>
                  <a:pt x="44930" y="50018"/>
                </a:cubicBezTo>
                <a:cubicBezTo>
                  <a:pt x="44918" y="50690"/>
                  <a:pt x="45050" y="51350"/>
                  <a:pt x="45302" y="51962"/>
                </a:cubicBezTo>
                <a:cubicBezTo>
                  <a:pt x="45554" y="52574"/>
                  <a:pt x="45926" y="53138"/>
                  <a:pt x="46394" y="53606"/>
                </a:cubicBezTo>
                <a:cubicBezTo>
                  <a:pt x="46862" y="54086"/>
                  <a:pt x="47426" y="54458"/>
                  <a:pt x="48038" y="54698"/>
                </a:cubicBezTo>
                <a:cubicBezTo>
                  <a:pt x="48650" y="54950"/>
                  <a:pt x="49310" y="55082"/>
                  <a:pt x="49982" y="55070"/>
                </a:cubicBezTo>
                <a:cubicBezTo>
                  <a:pt x="50643" y="55070"/>
                  <a:pt x="51302" y="54926"/>
                  <a:pt x="51914" y="54662"/>
                </a:cubicBezTo>
                <a:cubicBezTo>
                  <a:pt x="52527" y="54398"/>
                  <a:pt x="53078" y="54014"/>
                  <a:pt x="53535" y="53534"/>
                </a:cubicBezTo>
                <a:lnTo>
                  <a:pt x="96040" y="11046"/>
                </a:lnTo>
                <a:cubicBezTo>
                  <a:pt x="96760" y="10338"/>
                  <a:pt x="97253" y="9438"/>
                  <a:pt x="97456" y="8442"/>
                </a:cubicBezTo>
                <a:cubicBezTo>
                  <a:pt x="97660" y="7458"/>
                  <a:pt x="97552" y="6438"/>
                  <a:pt x="97156" y="5502"/>
                </a:cubicBezTo>
                <a:cubicBezTo>
                  <a:pt x="96772" y="4578"/>
                  <a:pt x="96100" y="3787"/>
                  <a:pt x="95260" y="3246"/>
                </a:cubicBezTo>
                <a:cubicBezTo>
                  <a:pt x="94409" y="2706"/>
                  <a:pt x="93412" y="2430"/>
                  <a:pt x="92404" y="2454"/>
                </a:cubicBezTo>
                <a:close/>
                <a:moveTo>
                  <a:pt x="50006" y="15005"/>
                </a:moveTo>
                <a:cubicBezTo>
                  <a:pt x="30697" y="15005"/>
                  <a:pt x="15001" y="30700"/>
                  <a:pt x="15001" y="50006"/>
                </a:cubicBezTo>
                <a:cubicBezTo>
                  <a:pt x="15001" y="69300"/>
                  <a:pt x="30697" y="84995"/>
                  <a:pt x="50006" y="84995"/>
                </a:cubicBezTo>
                <a:cubicBezTo>
                  <a:pt x="69303" y="84995"/>
                  <a:pt x="85000" y="69300"/>
                  <a:pt x="85000" y="50006"/>
                </a:cubicBezTo>
                <a:cubicBezTo>
                  <a:pt x="85000" y="43983"/>
                  <a:pt x="83476" y="38308"/>
                  <a:pt x="80799" y="33352"/>
                </a:cubicBezTo>
                <a:lnTo>
                  <a:pt x="73275" y="40875"/>
                </a:lnTo>
                <a:cubicBezTo>
                  <a:pt x="74403" y="43707"/>
                  <a:pt x="75004" y="46778"/>
                  <a:pt x="75004" y="50006"/>
                </a:cubicBezTo>
                <a:cubicBezTo>
                  <a:pt x="75004" y="63781"/>
                  <a:pt x="63783" y="75000"/>
                  <a:pt x="50006" y="75000"/>
                </a:cubicBezTo>
                <a:cubicBezTo>
                  <a:pt x="36229" y="75000"/>
                  <a:pt x="24997" y="63781"/>
                  <a:pt x="24997" y="50006"/>
                </a:cubicBezTo>
                <a:cubicBezTo>
                  <a:pt x="24997" y="36231"/>
                  <a:pt x="36229" y="25000"/>
                  <a:pt x="50006" y="25000"/>
                </a:cubicBezTo>
                <a:cubicBezTo>
                  <a:pt x="53222" y="25000"/>
                  <a:pt x="56307" y="25601"/>
                  <a:pt x="59127" y="26728"/>
                </a:cubicBezTo>
                <a:lnTo>
                  <a:pt x="66651" y="19205"/>
                </a:lnTo>
                <a:cubicBezTo>
                  <a:pt x="61707" y="16529"/>
                  <a:pt x="56031" y="15005"/>
                  <a:pt x="50006" y="15005"/>
                </a:cubicBezTo>
                <a:close/>
                <a:moveTo>
                  <a:pt x="50006" y="30004"/>
                </a:moveTo>
                <a:cubicBezTo>
                  <a:pt x="38978" y="30004"/>
                  <a:pt x="30002" y="38979"/>
                  <a:pt x="30002" y="50006"/>
                </a:cubicBezTo>
                <a:cubicBezTo>
                  <a:pt x="30002" y="61021"/>
                  <a:pt x="38978" y="69997"/>
                  <a:pt x="50006" y="69997"/>
                </a:cubicBezTo>
                <a:cubicBezTo>
                  <a:pt x="61023" y="69997"/>
                  <a:pt x="69999" y="61021"/>
                  <a:pt x="69999" y="50006"/>
                </a:cubicBezTo>
                <a:cubicBezTo>
                  <a:pt x="69999" y="48207"/>
                  <a:pt x="69759" y="46479"/>
                  <a:pt x="69327" y="44822"/>
                </a:cubicBezTo>
                <a:lnTo>
                  <a:pt x="57075" y="57074"/>
                </a:lnTo>
                <a:cubicBezTo>
                  <a:pt x="55179" y="58958"/>
                  <a:pt x="52682" y="60002"/>
                  <a:pt x="50006" y="60002"/>
                </a:cubicBezTo>
                <a:cubicBezTo>
                  <a:pt x="47330" y="60002"/>
                  <a:pt x="44822" y="58958"/>
                  <a:pt x="42926" y="57074"/>
                </a:cubicBezTo>
                <a:cubicBezTo>
                  <a:pt x="39026" y="53174"/>
                  <a:pt x="39026" y="46826"/>
                  <a:pt x="42926" y="42927"/>
                </a:cubicBezTo>
                <a:lnTo>
                  <a:pt x="55179" y="30676"/>
                </a:lnTo>
                <a:cubicBezTo>
                  <a:pt x="53523" y="30256"/>
                  <a:pt x="51806" y="30004"/>
                  <a:pt x="50006" y="300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4" name="Чёрный — SVG 15">
            <a:extLst>
              <a:ext uri="{FF2B5EF4-FFF2-40B4-BE49-F238E27FC236}">
                <a16:creationId xmlns:a16="http://schemas.microsoft.com/office/drawing/2014/main" id="{8318B1DC-D0FD-C04D-AE31-C00821F378D9}"/>
              </a:ext>
            </a:extLst>
          </p:cNvPr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>
              <a:gd name="csX0" fmla="*/ 7197 w 113632"/>
              <a:gd name="csY0" fmla="*/ 1 h 127585"/>
              <a:gd name="csX1" fmla="*/ 4440 w 113632"/>
              <a:gd name="csY1" fmla="*/ 512 h 127585"/>
              <a:gd name="csX2" fmla="*/ 2110 w 113632"/>
              <a:gd name="csY2" fmla="*/ 2042 h 127585"/>
              <a:gd name="csX3" fmla="*/ 544 w 113632"/>
              <a:gd name="csY3" fmla="*/ 4356 h 127585"/>
              <a:gd name="csX4" fmla="*/ 0 w 113632"/>
              <a:gd name="csY4" fmla="*/ 7095 h 127585"/>
              <a:gd name="csX5" fmla="*/ 544 w 113632"/>
              <a:gd name="csY5" fmla="*/ 9834 h 127585"/>
              <a:gd name="csX6" fmla="*/ 2110 w 113632"/>
              <a:gd name="csY6" fmla="*/ 12130 h 127585"/>
              <a:gd name="csX7" fmla="*/ 4440 w 113632"/>
              <a:gd name="csY7" fmla="*/ 13661 h 127585"/>
              <a:gd name="csX8" fmla="*/ 7197 w 113632"/>
              <a:gd name="csY8" fmla="*/ 14171 h 127585"/>
              <a:gd name="csX9" fmla="*/ 7197 w 113632"/>
              <a:gd name="csY9" fmla="*/ 17727 h 127585"/>
              <a:gd name="csX10" fmla="*/ 39097 w 113632"/>
              <a:gd name="csY10" fmla="*/ 63351 h 127585"/>
              <a:gd name="csX11" fmla="*/ 39097 w 113632"/>
              <a:gd name="csY11" fmla="*/ 64235 h 127585"/>
              <a:gd name="csX12" fmla="*/ 7197 w 113632"/>
              <a:gd name="csY12" fmla="*/ 109859 h 127585"/>
              <a:gd name="csX13" fmla="*/ 7197 w 113632"/>
              <a:gd name="csY13" fmla="*/ 113414 h 127585"/>
              <a:gd name="csX14" fmla="*/ 4440 w 113632"/>
              <a:gd name="csY14" fmla="*/ 113924 h 127585"/>
              <a:gd name="csX15" fmla="*/ 2110 w 113632"/>
              <a:gd name="csY15" fmla="*/ 115456 h 127585"/>
              <a:gd name="csX16" fmla="*/ 544 w 113632"/>
              <a:gd name="csY16" fmla="*/ 117769 h 127585"/>
              <a:gd name="csX17" fmla="*/ 0 w 113632"/>
              <a:gd name="csY17" fmla="*/ 120491 h 127585"/>
              <a:gd name="csX18" fmla="*/ 544 w 113632"/>
              <a:gd name="csY18" fmla="*/ 123230 h 127585"/>
              <a:gd name="csX19" fmla="*/ 2110 w 113632"/>
              <a:gd name="csY19" fmla="*/ 125543 h 127585"/>
              <a:gd name="csX20" fmla="*/ 4440 w 113632"/>
              <a:gd name="csY20" fmla="*/ 127074 h 127585"/>
              <a:gd name="csX21" fmla="*/ 7197 w 113632"/>
              <a:gd name="csY21" fmla="*/ 127584 h 127585"/>
              <a:gd name="csX22" fmla="*/ 14274 w 113632"/>
              <a:gd name="csY22" fmla="*/ 127584 h 127585"/>
              <a:gd name="csX23" fmla="*/ 99341 w 113632"/>
              <a:gd name="csY23" fmla="*/ 127584 h 127585"/>
              <a:gd name="csX24" fmla="*/ 106436 w 113632"/>
              <a:gd name="csY24" fmla="*/ 127584 h 127585"/>
              <a:gd name="csX25" fmla="*/ 109175 w 113632"/>
              <a:gd name="csY25" fmla="*/ 127074 h 127585"/>
              <a:gd name="csX26" fmla="*/ 111506 w 113632"/>
              <a:gd name="csY26" fmla="*/ 125543 h 127585"/>
              <a:gd name="csX27" fmla="*/ 113071 w 113632"/>
              <a:gd name="csY27" fmla="*/ 123230 h 127585"/>
              <a:gd name="csX28" fmla="*/ 113633 w 113632"/>
              <a:gd name="csY28" fmla="*/ 120491 h 127585"/>
              <a:gd name="csX29" fmla="*/ 113071 w 113632"/>
              <a:gd name="csY29" fmla="*/ 117769 h 127585"/>
              <a:gd name="csX30" fmla="*/ 111506 w 113632"/>
              <a:gd name="csY30" fmla="*/ 115456 h 127585"/>
              <a:gd name="csX31" fmla="*/ 109175 w 113632"/>
              <a:gd name="csY31" fmla="*/ 113924 h 127585"/>
              <a:gd name="csX32" fmla="*/ 106436 w 113632"/>
              <a:gd name="csY32" fmla="*/ 113414 h 127585"/>
              <a:gd name="csX33" fmla="*/ 106436 w 113632"/>
              <a:gd name="csY33" fmla="*/ 109859 h 127585"/>
              <a:gd name="csX34" fmla="*/ 74536 w 113632"/>
              <a:gd name="csY34" fmla="*/ 64235 h 127585"/>
              <a:gd name="csX35" fmla="*/ 74536 w 113632"/>
              <a:gd name="csY35" fmla="*/ 63351 h 127585"/>
              <a:gd name="csX36" fmla="*/ 106436 w 113632"/>
              <a:gd name="csY36" fmla="*/ 17727 h 127585"/>
              <a:gd name="csX37" fmla="*/ 106436 w 113632"/>
              <a:gd name="csY37" fmla="*/ 14171 h 127585"/>
              <a:gd name="csX38" fmla="*/ 109175 w 113632"/>
              <a:gd name="csY38" fmla="*/ 13661 h 127585"/>
              <a:gd name="csX39" fmla="*/ 111506 w 113632"/>
              <a:gd name="csY39" fmla="*/ 12130 h 127585"/>
              <a:gd name="csX40" fmla="*/ 113071 w 113632"/>
              <a:gd name="csY40" fmla="*/ 9834 h 127585"/>
              <a:gd name="csX41" fmla="*/ 113633 w 113632"/>
              <a:gd name="csY41" fmla="*/ 7095 h 127585"/>
              <a:gd name="csX42" fmla="*/ 113071 w 113632"/>
              <a:gd name="csY42" fmla="*/ 4356 h 127585"/>
              <a:gd name="csX43" fmla="*/ 111506 w 113632"/>
              <a:gd name="csY43" fmla="*/ 2042 h 127585"/>
              <a:gd name="csX44" fmla="*/ 109175 w 113632"/>
              <a:gd name="csY44" fmla="*/ 512 h 127585"/>
              <a:gd name="csX45" fmla="*/ 106436 w 113632"/>
              <a:gd name="csY45" fmla="*/ 1 h 127585"/>
              <a:gd name="csX46" fmla="*/ 99341 w 113632"/>
              <a:gd name="csY46" fmla="*/ 1 h 127585"/>
              <a:gd name="csX47" fmla="*/ 14274 w 113632"/>
              <a:gd name="csY47" fmla="*/ 1 h 127585"/>
              <a:gd name="csX48" fmla="*/ 7197 w 113632"/>
              <a:gd name="csY48" fmla="*/ 1 h 127585"/>
              <a:gd name="csX49" fmla="*/ 21369 w 113632"/>
              <a:gd name="csY49" fmla="*/ 14171 h 127585"/>
              <a:gd name="csX50" fmla="*/ 92264 w 113632"/>
              <a:gd name="csY50" fmla="*/ 14171 h 127585"/>
              <a:gd name="csX51" fmla="*/ 92264 w 113632"/>
              <a:gd name="csY51" fmla="*/ 17727 h 127585"/>
              <a:gd name="csX52" fmla="*/ 65672 w 113632"/>
              <a:gd name="csY52" fmla="*/ 51987 h 127585"/>
              <a:gd name="csX53" fmla="*/ 61844 w 113632"/>
              <a:gd name="csY53" fmla="*/ 54505 h 127585"/>
              <a:gd name="csX54" fmla="*/ 60364 w 113632"/>
              <a:gd name="csY54" fmla="*/ 58860 h 127585"/>
              <a:gd name="csX55" fmla="*/ 60364 w 113632"/>
              <a:gd name="csY55" fmla="*/ 68726 h 127585"/>
              <a:gd name="csX56" fmla="*/ 61844 w 113632"/>
              <a:gd name="csY56" fmla="*/ 73064 h 127585"/>
              <a:gd name="csX57" fmla="*/ 65672 w 113632"/>
              <a:gd name="csY57" fmla="*/ 75598 h 127585"/>
              <a:gd name="csX58" fmla="*/ 92264 w 113632"/>
              <a:gd name="csY58" fmla="*/ 109859 h 127585"/>
              <a:gd name="csX59" fmla="*/ 92264 w 113632"/>
              <a:gd name="csY59" fmla="*/ 113414 h 127585"/>
              <a:gd name="csX60" fmla="*/ 81851 w 113632"/>
              <a:gd name="csY60" fmla="*/ 113414 h 127585"/>
              <a:gd name="csX61" fmla="*/ 56808 w 113632"/>
              <a:gd name="csY61" fmla="*/ 95689 h 127585"/>
              <a:gd name="csX62" fmla="*/ 31781 w 113632"/>
              <a:gd name="csY62" fmla="*/ 113414 h 127585"/>
              <a:gd name="csX63" fmla="*/ 21369 w 113632"/>
              <a:gd name="csY63" fmla="*/ 113414 h 127585"/>
              <a:gd name="csX64" fmla="*/ 21369 w 113632"/>
              <a:gd name="csY64" fmla="*/ 109859 h 127585"/>
              <a:gd name="csX65" fmla="*/ 47944 w 113632"/>
              <a:gd name="csY65" fmla="*/ 75598 h 127585"/>
              <a:gd name="csX66" fmla="*/ 51789 w 113632"/>
              <a:gd name="csY66" fmla="*/ 73081 h 127585"/>
              <a:gd name="csX67" fmla="*/ 53269 w 113632"/>
              <a:gd name="csY67" fmla="*/ 68743 h 127585"/>
              <a:gd name="csX68" fmla="*/ 53269 w 113632"/>
              <a:gd name="csY68" fmla="*/ 58860 h 127585"/>
              <a:gd name="csX69" fmla="*/ 51789 w 113632"/>
              <a:gd name="csY69" fmla="*/ 54522 h 127585"/>
              <a:gd name="csX70" fmla="*/ 47944 w 113632"/>
              <a:gd name="csY70" fmla="*/ 51987 h 127585"/>
              <a:gd name="csX71" fmla="*/ 21369 w 113632"/>
              <a:gd name="csY71" fmla="*/ 17727 h 127585"/>
              <a:gd name="csX72" fmla="*/ 21369 w 113632"/>
              <a:gd name="csY72" fmla="*/ 14171 h 127585"/>
              <a:gd name="csX73" fmla="*/ 42636 w 113632"/>
              <a:gd name="csY73" fmla="*/ 35435 h 127585"/>
              <a:gd name="csX74" fmla="*/ 56808 w 113632"/>
              <a:gd name="csY74" fmla="*/ 49623 h 127585"/>
              <a:gd name="csX75" fmla="*/ 70997 w 113632"/>
              <a:gd name="csY75" fmla="*/ 35435 h 127585"/>
              <a:gd name="csX76" fmla="*/ 42636 w 113632"/>
              <a:gd name="csY76" fmla="*/ 35435 h 127585"/>
            </a:gdLst>
            <a:ahLst/>
            <a:cxnLst/>
            <a:rect l="l" t="t" r="r" b="b"/>
            <a:pathLst>
              <a:path w="100000" h="100000">
                <a:moveTo>
                  <a:pt x="11109" y="1"/>
                </a:moveTo>
                <a:cubicBezTo>
                  <a:pt x="10362" y="-13"/>
                  <a:pt x="9642" y="121"/>
                  <a:pt x="8948" y="401"/>
                </a:cubicBezTo>
                <a:cubicBezTo>
                  <a:pt x="8269" y="681"/>
                  <a:pt x="7642" y="1081"/>
                  <a:pt x="7122" y="1601"/>
                </a:cubicBezTo>
                <a:cubicBezTo>
                  <a:pt x="6601" y="2121"/>
                  <a:pt x="6188" y="2735"/>
                  <a:pt x="5895" y="3414"/>
                </a:cubicBezTo>
                <a:cubicBezTo>
                  <a:pt x="5615" y="4094"/>
                  <a:pt x="5468" y="4814"/>
                  <a:pt x="5468" y="5561"/>
                </a:cubicBezTo>
                <a:cubicBezTo>
                  <a:pt x="5468" y="6294"/>
                  <a:pt x="5615" y="7027"/>
                  <a:pt x="5895" y="7708"/>
                </a:cubicBezTo>
                <a:cubicBezTo>
                  <a:pt x="6188" y="8374"/>
                  <a:pt x="6601" y="9001"/>
                  <a:pt x="7122" y="9507"/>
                </a:cubicBezTo>
                <a:cubicBezTo>
                  <a:pt x="7642" y="10028"/>
                  <a:pt x="8269" y="10441"/>
                  <a:pt x="8948" y="10707"/>
                </a:cubicBezTo>
                <a:cubicBezTo>
                  <a:pt x="9642" y="10987"/>
                  <a:pt x="10362" y="11120"/>
                  <a:pt x="11109" y="11107"/>
                </a:cubicBezTo>
                <a:lnTo>
                  <a:pt x="11109" y="13894"/>
                </a:lnTo>
                <a:cubicBezTo>
                  <a:pt x="11109" y="30334"/>
                  <a:pt x="21603" y="44000"/>
                  <a:pt x="36112" y="49654"/>
                </a:cubicBezTo>
                <a:lnTo>
                  <a:pt x="36112" y="50347"/>
                </a:lnTo>
                <a:cubicBezTo>
                  <a:pt x="21603" y="56000"/>
                  <a:pt x="11109" y="69666"/>
                  <a:pt x="11109" y="86107"/>
                </a:cubicBezTo>
                <a:lnTo>
                  <a:pt x="11109" y="88893"/>
                </a:lnTo>
                <a:cubicBezTo>
                  <a:pt x="10362" y="88880"/>
                  <a:pt x="9642" y="89013"/>
                  <a:pt x="8948" y="89293"/>
                </a:cubicBezTo>
                <a:cubicBezTo>
                  <a:pt x="8269" y="89560"/>
                  <a:pt x="7642" y="89973"/>
                  <a:pt x="7122" y="90493"/>
                </a:cubicBezTo>
                <a:cubicBezTo>
                  <a:pt x="6601" y="91000"/>
                  <a:pt x="6188" y="91626"/>
                  <a:pt x="5895" y="92306"/>
                </a:cubicBezTo>
                <a:cubicBezTo>
                  <a:pt x="5615" y="92973"/>
                  <a:pt x="5468" y="93706"/>
                  <a:pt x="5468" y="94440"/>
                </a:cubicBezTo>
                <a:cubicBezTo>
                  <a:pt x="5468" y="95186"/>
                  <a:pt x="5615" y="95906"/>
                  <a:pt x="5895" y="96587"/>
                </a:cubicBezTo>
                <a:cubicBezTo>
                  <a:pt x="6188" y="97266"/>
                  <a:pt x="6601" y="97880"/>
                  <a:pt x="7122" y="98399"/>
                </a:cubicBezTo>
                <a:cubicBezTo>
                  <a:pt x="7642" y="98919"/>
                  <a:pt x="8269" y="99320"/>
                  <a:pt x="8948" y="99599"/>
                </a:cubicBezTo>
                <a:cubicBezTo>
                  <a:pt x="9642" y="99879"/>
                  <a:pt x="10362" y="100013"/>
                  <a:pt x="11109" y="99999"/>
                </a:cubicBezTo>
                <a:lnTo>
                  <a:pt x="16656" y="99999"/>
                </a:lnTo>
                <a:lnTo>
                  <a:pt x="83331" y="99999"/>
                </a:lnTo>
                <a:lnTo>
                  <a:pt x="88892" y="99999"/>
                </a:lnTo>
                <a:cubicBezTo>
                  <a:pt x="89625" y="100013"/>
                  <a:pt x="90358" y="99879"/>
                  <a:pt x="91039" y="99599"/>
                </a:cubicBezTo>
                <a:cubicBezTo>
                  <a:pt x="91719" y="99320"/>
                  <a:pt x="92345" y="98919"/>
                  <a:pt x="92866" y="98399"/>
                </a:cubicBezTo>
                <a:cubicBezTo>
                  <a:pt x="93399" y="97880"/>
                  <a:pt x="93812" y="97266"/>
                  <a:pt x="94092" y="96587"/>
                </a:cubicBezTo>
                <a:cubicBezTo>
                  <a:pt x="94386" y="95906"/>
                  <a:pt x="94533" y="95186"/>
                  <a:pt x="94533" y="94440"/>
                </a:cubicBezTo>
                <a:cubicBezTo>
                  <a:pt x="94533" y="93706"/>
                  <a:pt x="94386" y="92973"/>
                  <a:pt x="94092" y="92306"/>
                </a:cubicBezTo>
                <a:cubicBezTo>
                  <a:pt x="93812" y="91626"/>
                  <a:pt x="93399" y="91000"/>
                  <a:pt x="92866" y="90493"/>
                </a:cubicBezTo>
                <a:cubicBezTo>
                  <a:pt x="92345" y="89973"/>
                  <a:pt x="91719" y="89560"/>
                  <a:pt x="91039" y="89293"/>
                </a:cubicBezTo>
                <a:cubicBezTo>
                  <a:pt x="90358" y="89013"/>
                  <a:pt x="89625" y="88880"/>
                  <a:pt x="88892" y="88893"/>
                </a:cubicBezTo>
                <a:lnTo>
                  <a:pt x="88892" y="86107"/>
                </a:lnTo>
                <a:cubicBezTo>
                  <a:pt x="88892" y="69666"/>
                  <a:pt x="78383" y="56000"/>
                  <a:pt x="63889" y="50347"/>
                </a:cubicBezTo>
                <a:lnTo>
                  <a:pt x="63889" y="49654"/>
                </a:lnTo>
                <a:cubicBezTo>
                  <a:pt x="78383" y="44000"/>
                  <a:pt x="88892" y="30334"/>
                  <a:pt x="88892" y="13894"/>
                </a:cubicBezTo>
                <a:lnTo>
                  <a:pt x="88892" y="11107"/>
                </a:lnTo>
                <a:cubicBezTo>
                  <a:pt x="89625" y="11120"/>
                  <a:pt x="90358" y="10987"/>
                  <a:pt x="91039" y="10707"/>
                </a:cubicBezTo>
                <a:cubicBezTo>
                  <a:pt x="91719" y="10441"/>
                  <a:pt x="92345" y="10028"/>
                  <a:pt x="92866" y="9507"/>
                </a:cubicBezTo>
                <a:cubicBezTo>
                  <a:pt x="93399" y="9001"/>
                  <a:pt x="93812" y="8374"/>
                  <a:pt x="94092" y="7708"/>
                </a:cubicBezTo>
                <a:cubicBezTo>
                  <a:pt x="94386" y="7027"/>
                  <a:pt x="94533" y="6294"/>
                  <a:pt x="94533" y="5561"/>
                </a:cubicBezTo>
                <a:cubicBezTo>
                  <a:pt x="94533" y="4814"/>
                  <a:pt x="94386" y="4094"/>
                  <a:pt x="94092" y="3414"/>
                </a:cubicBezTo>
                <a:cubicBezTo>
                  <a:pt x="93812" y="2735"/>
                  <a:pt x="93399" y="2121"/>
                  <a:pt x="92866" y="1601"/>
                </a:cubicBezTo>
                <a:cubicBezTo>
                  <a:pt x="92345" y="1081"/>
                  <a:pt x="91719" y="681"/>
                  <a:pt x="91039" y="401"/>
                </a:cubicBezTo>
                <a:cubicBezTo>
                  <a:pt x="90358" y="121"/>
                  <a:pt x="89625" y="-13"/>
                  <a:pt x="88892" y="1"/>
                </a:cubicBezTo>
                <a:lnTo>
                  <a:pt x="83331" y="1"/>
                </a:lnTo>
                <a:lnTo>
                  <a:pt x="16656" y="1"/>
                </a:lnTo>
                <a:lnTo>
                  <a:pt x="11109" y="1"/>
                </a:lnTo>
                <a:close/>
                <a:moveTo>
                  <a:pt x="22217" y="11107"/>
                </a:moveTo>
                <a:lnTo>
                  <a:pt x="77784" y="11107"/>
                </a:lnTo>
                <a:lnTo>
                  <a:pt x="77784" y="13894"/>
                </a:lnTo>
                <a:cubicBezTo>
                  <a:pt x="77784" y="26881"/>
                  <a:pt x="68903" y="37667"/>
                  <a:pt x="56941" y="40747"/>
                </a:cubicBezTo>
                <a:cubicBezTo>
                  <a:pt x="55754" y="41053"/>
                  <a:pt x="54688" y="41747"/>
                  <a:pt x="53941" y="42721"/>
                </a:cubicBezTo>
                <a:cubicBezTo>
                  <a:pt x="53181" y="43694"/>
                  <a:pt x="52781" y="44894"/>
                  <a:pt x="52781" y="46134"/>
                </a:cubicBezTo>
                <a:lnTo>
                  <a:pt x="52781" y="53867"/>
                </a:lnTo>
                <a:cubicBezTo>
                  <a:pt x="52781" y="55107"/>
                  <a:pt x="53181" y="56293"/>
                  <a:pt x="53941" y="57267"/>
                </a:cubicBezTo>
                <a:cubicBezTo>
                  <a:pt x="54688" y="58254"/>
                  <a:pt x="55754" y="58947"/>
                  <a:pt x="56941" y="59253"/>
                </a:cubicBezTo>
                <a:cubicBezTo>
                  <a:pt x="68916" y="62333"/>
                  <a:pt x="77784" y="73120"/>
                  <a:pt x="77784" y="86107"/>
                </a:cubicBezTo>
                <a:lnTo>
                  <a:pt x="77784" y="88893"/>
                </a:lnTo>
                <a:lnTo>
                  <a:pt x="69622" y="88893"/>
                </a:lnTo>
                <a:cubicBezTo>
                  <a:pt x="66756" y="80799"/>
                  <a:pt x="59061" y="75000"/>
                  <a:pt x="49994" y="75000"/>
                </a:cubicBezTo>
                <a:cubicBezTo>
                  <a:pt x="40926" y="75000"/>
                  <a:pt x="33232" y="80799"/>
                  <a:pt x="30378" y="88893"/>
                </a:cubicBezTo>
                <a:lnTo>
                  <a:pt x="22217" y="88893"/>
                </a:lnTo>
                <a:lnTo>
                  <a:pt x="22217" y="86107"/>
                </a:lnTo>
                <a:cubicBezTo>
                  <a:pt x="22217" y="73120"/>
                  <a:pt x="31085" y="62333"/>
                  <a:pt x="43046" y="59253"/>
                </a:cubicBezTo>
                <a:cubicBezTo>
                  <a:pt x="44246" y="58947"/>
                  <a:pt x="45300" y="58254"/>
                  <a:pt x="46060" y="57280"/>
                </a:cubicBezTo>
                <a:cubicBezTo>
                  <a:pt x="46807" y="56307"/>
                  <a:pt x="47220" y="55107"/>
                  <a:pt x="47220" y="53880"/>
                </a:cubicBezTo>
                <a:lnTo>
                  <a:pt x="47220" y="46134"/>
                </a:lnTo>
                <a:cubicBezTo>
                  <a:pt x="47220" y="44907"/>
                  <a:pt x="46807" y="43707"/>
                  <a:pt x="46060" y="42734"/>
                </a:cubicBezTo>
                <a:cubicBezTo>
                  <a:pt x="45300" y="41760"/>
                  <a:pt x="44246" y="41053"/>
                  <a:pt x="43046" y="40747"/>
                </a:cubicBezTo>
                <a:cubicBezTo>
                  <a:pt x="31085" y="37667"/>
                  <a:pt x="22217" y="26881"/>
                  <a:pt x="22217" y="13894"/>
                </a:cubicBezTo>
                <a:lnTo>
                  <a:pt x="22217" y="11107"/>
                </a:lnTo>
                <a:close/>
                <a:moveTo>
                  <a:pt x="38886" y="27774"/>
                </a:moveTo>
                <a:cubicBezTo>
                  <a:pt x="38886" y="33920"/>
                  <a:pt x="43860" y="38894"/>
                  <a:pt x="49994" y="38894"/>
                </a:cubicBezTo>
                <a:cubicBezTo>
                  <a:pt x="56128" y="38894"/>
                  <a:pt x="61115" y="33920"/>
                  <a:pt x="61115" y="27774"/>
                </a:cubicBezTo>
                <a:lnTo>
                  <a:pt x="38886" y="2777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5" name="Чёрный — SVG 16">
            <a:extLst>
              <a:ext uri="{FF2B5EF4-FFF2-40B4-BE49-F238E27FC236}">
                <a16:creationId xmlns:a16="http://schemas.microsoft.com/office/drawing/2014/main" id="{8F15B069-42C0-414B-A81F-3C3F6F3C7681}"/>
              </a:ext>
            </a:extLst>
          </p:cNvPr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>
              <a:gd name="csX0" fmla="*/ 23040 w 141777"/>
              <a:gd name="csY0" fmla="*/ 0 h 141753"/>
              <a:gd name="csX1" fmla="*/ 0 w 141777"/>
              <a:gd name="csY1" fmla="*/ 23033 h 141753"/>
              <a:gd name="csX2" fmla="*/ 0 w 141777"/>
              <a:gd name="csY2" fmla="*/ 28358 h 141753"/>
              <a:gd name="csX3" fmla="*/ 127601 w 141777"/>
              <a:gd name="csY3" fmla="*/ 28358 h 141753"/>
              <a:gd name="csX4" fmla="*/ 127601 w 141777"/>
              <a:gd name="csY4" fmla="*/ 23033 h 141753"/>
              <a:gd name="csX5" fmla="*/ 104561 w 141777"/>
              <a:gd name="csY5" fmla="*/ 0 h 141753"/>
              <a:gd name="csX6" fmla="*/ 23040 w 141777"/>
              <a:gd name="csY6" fmla="*/ 0 h 141753"/>
              <a:gd name="csX7" fmla="*/ 0 w 141777"/>
              <a:gd name="csY7" fmla="*/ 38990 h 141753"/>
              <a:gd name="csX8" fmla="*/ 0 w 141777"/>
              <a:gd name="csY8" fmla="*/ 104550 h 141753"/>
              <a:gd name="csX9" fmla="*/ 23040 w 141777"/>
              <a:gd name="csY9" fmla="*/ 127583 h 141753"/>
              <a:gd name="csX10" fmla="*/ 64001 w 141777"/>
              <a:gd name="csY10" fmla="*/ 127583 h 141753"/>
              <a:gd name="csX11" fmla="*/ 56711 w 141777"/>
              <a:gd name="csY11" fmla="*/ 102781 h 141753"/>
              <a:gd name="csX12" fmla="*/ 66978 w 141777"/>
              <a:gd name="csY12" fmla="*/ 73811 h 141753"/>
              <a:gd name="csX13" fmla="*/ 63800 w 141777"/>
              <a:gd name="csY13" fmla="*/ 74424 h 141753"/>
              <a:gd name="csX14" fmla="*/ 54940 w 141777"/>
              <a:gd name="csY14" fmla="*/ 65561 h 141753"/>
              <a:gd name="csX15" fmla="*/ 63800 w 141777"/>
              <a:gd name="csY15" fmla="*/ 56698 h 141753"/>
              <a:gd name="csX16" fmla="*/ 72661 w 141777"/>
              <a:gd name="csY16" fmla="*/ 65561 h 141753"/>
              <a:gd name="csX17" fmla="*/ 72142 w 141777"/>
              <a:gd name="csY17" fmla="*/ 68436 h 141753"/>
              <a:gd name="csX18" fmla="*/ 102790 w 141777"/>
              <a:gd name="csY18" fmla="*/ 56698 h 141753"/>
              <a:gd name="csX19" fmla="*/ 127601 w 141777"/>
              <a:gd name="csY19" fmla="*/ 63996 h 141753"/>
              <a:gd name="csX20" fmla="*/ 127601 w 141777"/>
              <a:gd name="csY20" fmla="*/ 38990 h 141753"/>
              <a:gd name="csX21" fmla="*/ 0 w 141777"/>
              <a:gd name="csY21" fmla="*/ 38990 h 141753"/>
              <a:gd name="csX22" fmla="*/ 33673 w 141777"/>
              <a:gd name="csY22" fmla="*/ 56698 h 141753"/>
              <a:gd name="csX23" fmla="*/ 42534 w 141777"/>
              <a:gd name="csY23" fmla="*/ 65561 h 141753"/>
              <a:gd name="csX24" fmla="*/ 33673 w 141777"/>
              <a:gd name="csY24" fmla="*/ 74424 h 141753"/>
              <a:gd name="csX25" fmla="*/ 24811 w 141777"/>
              <a:gd name="csY25" fmla="*/ 65561 h 141753"/>
              <a:gd name="csX26" fmla="*/ 33673 w 141777"/>
              <a:gd name="csY26" fmla="*/ 56698 h 141753"/>
              <a:gd name="csX27" fmla="*/ 102790 w 141777"/>
              <a:gd name="csY27" fmla="*/ 63792 h 141753"/>
              <a:gd name="csX28" fmla="*/ 63800 w 141777"/>
              <a:gd name="csY28" fmla="*/ 102781 h 141753"/>
              <a:gd name="csX29" fmla="*/ 102790 w 141777"/>
              <a:gd name="csY29" fmla="*/ 141753 h 141753"/>
              <a:gd name="csX30" fmla="*/ 141778 w 141777"/>
              <a:gd name="csY30" fmla="*/ 102781 h 141753"/>
              <a:gd name="csX31" fmla="*/ 102790 w 141777"/>
              <a:gd name="csY31" fmla="*/ 63792 h 141753"/>
              <a:gd name="csX32" fmla="*/ 102790 w 141777"/>
              <a:gd name="csY32" fmla="*/ 77962 h 141753"/>
              <a:gd name="csX33" fmla="*/ 106334 w 141777"/>
              <a:gd name="csY33" fmla="*/ 81517 h 141753"/>
              <a:gd name="csX34" fmla="*/ 106334 w 141777"/>
              <a:gd name="csY34" fmla="*/ 109858 h 141753"/>
              <a:gd name="csX35" fmla="*/ 102790 w 141777"/>
              <a:gd name="csY35" fmla="*/ 113413 h 141753"/>
              <a:gd name="csX36" fmla="*/ 99244 w 141777"/>
              <a:gd name="csY36" fmla="*/ 109858 h 141753"/>
              <a:gd name="csX37" fmla="*/ 99244 w 141777"/>
              <a:gd name="csY37" fmla="*/ 81517 h 141753"/>
              <a:gd name="csX38" fmla="*/ 102790 w 141777"/>
              <a:gd name="csY38" fmla="*/ 77962 h 141753"/>
              <a:gd name="csX39" fmla="*/ 33673 w 141777"/>
              <a:gd name="csY39" fmla="*/ 88594 h 141753"/>
              <a:gd name="csX40" fmla="*/ 42534 w 141777"/>
              <a:gd name="csY40" fmla="*/ 97457 h 141753"/>
              <a:gd name="csX41" fmla="*/ 33673 w 141777"/>
              <a:gd name="csY41" fmla="*/ 106319 h 141753"/>
              <a:gd name="csX42" fmla="*/ 24811 w 141777"/>
              <a:gd name="csY42" fmla="*/ 97457 h 141753"/>
              <a:gd name="csX43" fmla="*/ 33673 w 141777"/>
              <a:gd name="csY43" fmla="*/ 88594 h 141753"/>
              <a:gd name="csX44" fmla="*/ 102790 w 141777"/>
              <a:gd name="csY44" fmla="*/ 119605 h 141753"/>
              <a:gd name="csX45" fmla="*/ 107220 w 141777"/>
              <a:gd name="csY45" fmla="*/ 124045 h 141753"/>
              <a:gd name="csX46" fmla="*/ 102790 w 141777"/>
              <a:gd name="csY46" fmla="*/ 128468 h 141753"/>
              <a:gd name="csX47" fmla="*/ 98358 w 141777"/>
              <a:gd name="csY47" fmla="*/ 124045 h 141753"/>
              <a:gd name="csX48" fmla="*/ 102790 w 141777"/>
              <a:gd name="csY48" fmla="*/ 119605 h 141753"/>
            </a:gdLst>
            <a:ahLst/>
            <a:cxnLst/>
            <a:rect l="l" t="t" r="r" b="b"/>
            <a:pathLst>
              <a:path w="100000" h="100000">
                <a:moveTo>
                  <a:pt x="16251" y="8"/>
                </a:moveTo>
                <a:cubicBezTo>
                  <a:pt x="7290" y="8"/>
                  <a:pt x="0" y="7292"/>
                  <a:pt x="0" y="16254"/>
                </a:cubicBezTo>
                <a:lnTo>
                  <a:pt x="0" y="20010"/>
                </a:lnTo>
                <a:lnTo>
                  <a:pt x="90001" y="20010"/>
                </a:lnTo>
                <a:lnTo>
                  <a:pt x="90001" y="16254"/>
                </a:lnTo>
                <a:cubicBezTo>
                  <a:pt x="90001" y="7292"/>
                  <a:pt x="82711" y="8"/>
                  <a:pt x="73750" y="8"/>
                </a:cubicBezTo>
                <a:lnTo>
                  <a:pt x="16251" y="8"/>
                </a:lnTo>
                <a:close/>
                <a:moveTo>
                  <a:pt x="0" y="27509"/>
                </a:moveTo>
                <a:lnTo>
                  <a:pt x="0" y="73751"/>
                </a:lnTo>
                <a:cubicBezTo>
                  <a:pt x="0" y="82702"/>
                  <a:pt x="7290" y="89997"/>
                  <a:pt x="16251" y="89997"/>
                </a:cubicBezTo>
                <a:lnTo>
                  <a:pt x="45142" y="89997"/>
                </a:lnTo>
                <a:cubicBezTo>
                  <a:pt x="41902" y="84946"/>
                  <a:pt x="40000" y="78947"/>
                  <a:pt x="40000" y="72503"/>
                </a:cubicBezTo>
                <a:cubicBezTo>
                  <a:pt x="40000" y="64752"/>
                  <a:pt x="42721" y="57649"/>
                  <a:pt x="47242" y="52070"/>
                </a:cubicBezTo>
                <a:cubicBezTo>
                  <a:pt x="46544" y="52334"/>
                  <a:pt x="45792" y="52502"/>
                  <a:pt x="45000" y="52502"/>
                </a:cubicBezTo>
                <a:cubicBezTo>
                  <a:pt x="41548" y="52502"/>
                  <a:pt x="38751" y="49706"/>
                  <a:pt x="38751" y="46251"/>
                </a:cubicBezTo>
                <a:cubicBezTo>
                  <a:pt x="38751" y="42795"/>
                  <a:pt x="41548" y="39999"/>
                  <a:pt x="45000" y="39999"/>
                </a:cubicBezTo>
                <a:cubicBezTo>
                  <a:pt x="48453" y="39999"/>
                  <a:pt x="51250" y="42795"/>
                  <a:pt x="51250" y="46251"/>
                </a:cubicBezTo>
                <a:cubicBezTo>
                  <a:pt x="51250" y="46970"/>
                  <a:pt x="51103" y="47642"/>
                  <a:pt x="50884" y="48279"/>
                </a:cubicBezTo>
                <a:cubicBezTo>
                  <a:pt x="56630" y="43143"/>
                  <a:pt x="64191" y="39999"/>
                  <a:pt x="72501" y="39999"/>
                </a:cubicBezTo>
                <a:cubicBezTo>
                  <a:pt x="78951" y="39999"/>
                  <a:pt x="84945" y="41907"/>
                  <a:pt x="90001" y="45147"/>
                </a:cubicBezTo>
                <a:lnTo>
                  <a:pt x="90001" y="27509"/>
                </a:lnTo>
                <a:lnTo>
                  <a:pt x="0" y="27509"/>
                </a:lnTo>
                <a:close/>
                <a:moveTo>
                  <a:pt x="23751" y="39999"/>
                </a:moveTo>
                <a:cubicBezTo>
                  <a:pt x="27203" y="39999"/>
                  <a:pt x="30001" y="42795"/>
                  <a:pt x="30001" y="46251"/>
                </a:cubicBezTo>
                <a:cubicBezTo>
                  <a:pt x="30001" y="49706"/>
                  <a:pt x="27203" y="52502"/>
                  <a:pt x="23751" y="52502"/>
                </a:cubicBezTo>
                <a:cubicBezTo>
                  <a:pt x="20298" y="52502"/>
                  <a:pt x="17500" y="49706"/>
                  <a:pt x="17500" y="46251"/>
                </a:cubicBezTo>
                <a:cubicBezTo>
                  <a:pt x="17500" y="42795"/>
                  <a:pt x="20298" y="39999"/>
                  <a:pt x="23751" y="39999"/>
                </a:cubicBezTo>
                <a:close/>
                <a:moveTo>
                  <a:pt x="72501" y="45003"/>
                </a:moveTo>
                <a:cubicBezTo>
                  <a:pt x="57313" y="45003"/>
                  <a:pt x="45000" y="57313"/>
                  <a:pt x="45000" y="72503"/>
                </a:cubicBezTo>
                <a:cubicBezTo>
                  <a:pt x="45000" y="87681"/>
                  <a:pt x="57313" y="99992"/>
                  <a:pt x="72501" y="99992"/>
                </a:cubicBezTo>
                <a:cubicBezTo>
                  <a:pt x="87688" y="99992"/>
                  <a:pt x="100001" y="87681"/>
                  <a:pt x="100001" y="72503"/>
                </a:cubicBezTo>
                <a:cubicBezTo>
                  <a:pt x="100001" y="57313"/>
                  <a:pt x="87688" y="45003"/>
                  <a:pt x="72501" y="45003"/>
                </a:cubicBezTo>
                <a:close/>
                <a:moveTo>
                  <a:pt x="72501" y="54998"/>
                </a:moveTo>
                <a:cubicBezTo>
                  <a:pt x="73884" y="54998"/>
                  <a:pt x="75001" y="56125"/>
                  <a:pt x="75001" y="57505"/>
                </a:cubicBezTo>
                <a:lnTo>
                  <a:pt x="75001" y="77495"/>
                </a:lnTo>
                <a:cubicBezTo>
                  <a:pt x="75001" y="78875"/>
                  <a:pt x="73884" y="80002"/>
                  <a:pt x="72501" y="80002"/>
                </a:cubicBezTo>
                <a:cubicBezTo>
                  <a:pt x="71119" y="80002"/>
                  <a:pt x="70000" y="78875"/>
                  <a:pt x="70000" y="77495"/>
                </a:cubicBezTo>
                <a:lnTo>
                  <a:pt x="70000" y="57505"/>
                </a:lnTo>
                <a:cubicBezTo>
                  <a:pt x="70000" y="56125"/>
                  <a:pt x="71119" y="54998"/>
                  <a:pt x="72501" y="54998"/>
                </a:cubicBezTo>
                <a:close/>
                <a:moveTo>
                  <a:pt x="23751" y="62497"/>
                </a:moveTo>
                <a:cubicBezTo>
                  <a:pt x="27203" y="62497"/>
                  <a:pt x="30001" y="65292"/>
                  <a:pt x="30001" y="68748"/>
                </a:cubicBezTo>
                <a:cubicBezTo>
                  <a:pt x="30001" y="72204"/>
                  <a:pt x="27203" y="74999"/>
                  <a:pt x="23751" y="74999"/>
                </a:cubicBezTo>
                <a:cubicBezTo>
                  <a:pt x="20298" y="74999"/>
                  <a:pt x="17500" y="72204"/>
                  <a:pt x="17500" y="68748"/>
                </a:cubicBezTo>
                <a:cubicBezTo>
                  <a:pt x="17500" y="65292"/>
                  <a:pt x="20298" y="62497"/>
                  <a:pt x="23751" y="62497"/>
                </a:cubicBezTo>
                <a:close/>
                <a:moveTo>
                  <a:pt x="72501" y="84370"/>
                </a:moveTo>
                <a:cubicBezTo>
                  <a:pt x="74226" y="84370"/>
                  <a:pt x="75626" y="85773"/>
                  <a:pt x="75626" y="87501"/>
                </a:cubicBezTo>
                <a:cubicBezTo>
                  <a:pt x="75626" y="89218"/>
                  <a:pt x="74226" y="90621"/>
                  <a:pt x="72501" y="90621"/>
                </a:cubicBezTo>
                <a:cubicBezTo>
                  <a:pt x="70775" y="90621"/>
                  <a:pt x="69375" y="89218"/>
                  <a:pt x="69375" y="87501"/>
                </a:cubicBezTo>
                <a:cubicBezTo>
                  <a:pt x="69375" y="85773"/>
                  <a:pt x="70775" y="84370"/>
                  <a:pt x="72501" y="8437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6" name="Чёрный — SVG 17">
            <a:extLst>
              <a:ext uri="{FF2B5EF4-FFF2-40B4-BE49-F238E27FC236}">
                <a16:creationId xmlns:a16="http://schemas.microsoft.com/office/drawing/2014/main" id="{4380B9D6-5589-6646-A3E1-B5655412CC0C}"/>
              </a:ext>
            </a:extLst>
          </p:cNvPr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>
              <a:gd name="csX0" fmla="*/ 23040 w 141777"/>
              <a:gd name="csY0" fmla="*/ 0 h 141753"/>
              <a:gd name="csX1" fmla="*/ 0 w 141777"/>
              <a:gd name="csY1" fmla="*/ 23033 h 141753"/>
              <a:gd name="csX2" fmla="*/ 0 w 141777"/>
              <a:gd name="csY2" fmla="*/ 28358 h 141753"/>
              <a:gd name="csX3" fmla="*/ 127601 w 141777"/>
              <a:gd name="csY3" fmla="*/ 28358 h 141753"/>
              <a:gd name="csX4" fmla="*/ 127601 w 141777"/>
              <a:gd name="csY4" fmla="*/ 23033 h 141753"/>
              <a:gd name="csX5" fmla="*/ 104561 w 141777"/>
              <a:gd name="csY5" fmla="*/ 0 h 141753"/>
              <a:gd name="csX6" fmla="*/ 23040 w 141777"/>
              <a:gd name="csY6" fmla="*/ 0 h 141753"/>
              <a:gd name="csX7" fmla="*/ 0 w 141777"/>
              <a:gd name="csY7" fmla="*/ 38990 h 141753"/>
              <a:gd name="csX8" fmla="*/ 0 w 141777"/>
              <a:gd name="csY8" fmla="*/ 104550 h 141753"/>
              <a:gd name="csX9" fmla="*/ 23040 w 141777"/>
              <a:gd name="csY9" fmla="*/ 127583 h 141753"/>
              <a:gd name="csX10" fmla="*/ 67545 w 141777"/>
              <a:gd name="csY10" fmla="*/ 127583 h 141753"/>
              <a:gd name="csX11" fmla="*/ 60256 w 141777"/>
              <a:gd name="csY11" fmla="*/ 102781 h 141753"/>
              <a:gd name="csX12" fmla="*/ 106334 w 141777"/>
              <a:gd name="csY12" fmla="*/ 56698 h 141753"/>
              <a:gd name="csX13" fmla="*/ 127601 w 141777"/>
              <a:gd name="csY13" fmla="*/ 61937 h 141753"/>
              <a:gd name="csX14" fmla="*/ 127601 w 141777"/>
              <a:gd name="csY14" fmla="*/ 38990 h 141753"/>
              <a:gd name="csX15" fmla="*/ 0 w 141777"/>
              <a:gd name="csY15" fmla="*/ 38990 h 141753"/>
              <a:gd name="csX16" fmla="*/ 33339 w 141777"/>
              <a:gd name="csY16" fmla="*/ 53160 h 141753"/>
              <a:gd name="csX17" fmla="*/ 42202 w 141777"/>
              <a:gd name="csY17" fmla="*/ 62022 h 141753"/>
              <a:gd name="csX18" fmla="*/ 33339 w 141777"/>
              <a:gd name="csY18" fmla="*/ 70885 h 141753"/>
              <a:gd name="csX19" fmla="*/ 24479 w 141777"/>
              <a:gd name="csY19" fmla="*/ 62022 h 141753"/>
              <a:gd name="csX20" fmla="*/ 33339 w 141777"/>
              <a:gd name="csY20" fmla="*/ 53160 h 141753"/>
              <a:gd name="csX21" fmla="*/ 63469 w 141777"/>
              <a:gd name="csY21" fmla="*/ 53160 h 141753"/>
              <a:gd name="csX22" fmla="*/ 72329 w 141777"/>
              <a:gd name="csY22" fmla="*/ 62022 h 141753"/>
              <a:gd name="csX23" fmla="*/ 63469 w 141777"/>
              <a:gd name="csY23" fmla="*/ 70885 h 141753"/>
              <a:gd name="csX24" fmla="*/ 54606 w 141777"/>
              <a:gd name="csY24" fmla="*/ 62022 h 141753"/>
              <a:gd name="csX25" fmla="*/ 63469 w 141777"/>
              <a:gd name="csY25" fmla="*/ 53160 h 141753"/>
              <a:gd name="csX26" fmla="*/ 106334 w 141777"/>
              <a:gd name="csY26" fmla="*/ 63792 h 141753"/>
              <a:gd name="csX27" fmla="*/ 100228 w 141777"/>
              <a:gd name="csY27" fmla="*/ 64302 h 141753"/>
              <a:gd name="csX28" fmla="*/ 99003 w 141777"/>
              <a:gd name="csY28" fmla="*/ 69371 h 141753"/>
              <a:gd name="csX29" fmla="*/ 81203 w 141777"/>
              <a:gd name="csY29" fmla="*/ 79646 h 141753"/>
              <a:gd name="csX30" fmla="*/ 76933 w 141777"/>
              <a:gd name="csY30" fmla="*/ 78387 h 141753"/>
              <a:gd name="csX31" fmla="*/ 70890 w 141777"/>
              <a:gd name="csY31" fmla="*/ 89512 h 141753"/>
              <a:gd name="csX32" fmla="*/ 74059 w 141777"/>
              <a:gd name="csY32" fmla="*/ 92557 h 141753"/>
              <a:gd name="csX33" fmla="*/ 74059 w 141777"/>
              <a:gd name="csY33" fmla="*/ 112988 h 141753"/>
              <a:gd name="csX34" fmla="*/ 70890 w 141777"/>
              <a:gd name="csY34" fmla="*/ 116050 h 141753"/>
              <a:gd name="csX35" fmla="*/ 76933 w 141777"/>
              <a:gd name="csY35" fmla="*/ 127175 h 141753"/>
              <a:gd name="csX36" fmla="*/ 81203 w 141777"/>
              <a:gd name="csY36" fmla="*/ 125916 h 141753"/>
              <a:gd name="csX37" fmla="*/ 99003 w 141777"/>
              <a:gd name="csY37" fmla="*/ 136174 h 141753"/>
              <a:gd name="csX38" fmla="*/ 100228 w 141777"/>
              <a:gd name="csY38" fmla="*/ 141260 h 141753"/>
              <a:gd name="csX39" fmla="*/ 106334 w 141777"/>
              <a:gd name="csY39" fmla="*/ 141753 h 141753"/>
              <a:gd name="csX40" fmla="*/ 112440 w 141777"/>
              <a:gd name="csY40" fmla="*/ 141243 h 141753"/>
              <a:gd name="csX41" fmla="*/ 113665 w 141777"/>
              <a:gd name="csY41" fmla="*/ 136174 h 141753"/>
              <a:gd name="csX42" fmla="*/ 131464 w 141777"/>
              <a:gd name="csY42" fmla="*/ 125899 h 141753"/>
              <a:gd name="csX43" fmla="*/ 135735 w 141777"/>
              <a:gd name="csY43" fmla="*/ 127175 h 141753"/>
              <a:gd name="csX44" fmla="*/ 141778 w 141777"/>
              <a:gd name="csY44" fmla="*/ 116033 h 141753"/>
              <a:gd name="csX45" fmla="*/ 138608 w 141777"/>
              <a:gd name="csY45" fmla="*/ 112988 h 141753"/>
              <a:gd name="csX46" fmla="*/ 138608 w 141777"/>
              <a:gd name="csY46" fmla="*/ 92557 h 141753"/>
              <a:gd name="csX47" fmla="*/ 141778 w 141777"/>
              <a:gd name="csY47" fmla="*/ 89512 h 141753"/>
              <a:gd name="csX48" fmla="*/ 135735 w 141777"/>
              <a:gd name="csY48" fmla="*/ 78387 h 141753"/>
              <a:gd name="csX49" fmla="*/ 131464 w 141777"/>
              <a:gd name="csY49" fmla="*/ 79646 h 141753"/>
              <a:gd name="csX50" fmla="*/ 113665 w 141777"/>
              <a:gd name="csY50" fmla="*/ 69371 h 141753"/>
              <a:gd name="csX51" fmla="*/ 112440 w 141777"/>
              <a:gd name="csY51" fmla="*/ 64302 h 141753"/>
              <a:gd name="csX52" fmla="*/ 106334 w 141777"/>
              <a:gd name="csY52" fmla="*/ 63792 h 141753"/>
              <a:gd name="csX53" fmla="*/ 33339 w 141777"/>
              <a:gd name="csY53" fmla="*/ 85056 h 141753"/>
              <a:gd name="csX54" fmla="*/ 42202 w 141777"/>
              <a:gd name="csY54" fmla="*/ 93918 h 141753"/>
              <a:gd name="csX55" fmla="*/ 33339 w 141777"/>
              <a:gd name="csY55" fmla="*/ 102781 h 141753"/>
              <a:gd name="csX56" fmla="*/ 24479 w 141777"/>
              <a:gd name="csY56" fmla="*/ 93918 h 141753"/>
              <a:gd name="csX57" fmla="*/ 33339 w 141777"/>
              <a:gd name="csY57" fmla="*/ 85056 h 141753"/>
              <a:gd name="csX58" fmla="*/ 106334 w 141777"/>
              <a:gd name="csY58" fmla="*/ 92149 h 141753"/>
              <a:gd name="csX59" fmla="*/ 116967 w 141777"/>
              <a:gd name="csY59" fmla="*/ 102781 h 141753"/>
              <a:gd name="csX60" fmla="*/ 106334 w 141777"/>
              <a:gd name="csY60" fmla="*/ 113413 h 141753"/>
              <a:gd name="csX61" fmla="*/ 95700 w 141777"/>
              <a:gd name="csY61" fmla="*/ 102781 h 141753"/>
              <a:gd name="csX62" fmla="*/ 106334 w 141777"/>
              <a:gd name="csY62" fmla="*/ 92149 h 141753"/>
            </a:gdLst>
            <a:ahLst/>
            <a:cxnLst/>
            <a:rect l="l" t="t" r="r" b="b"/>
            <a:pathLst>
              <a:path w="100000" h="100000">
                <a:moveTo>
                  <a:pt x="16251" y="8"/>
                </a:moveTo>
                <a:cubicBezTo>
                  <a:pt x="7290" y="8"/>
                  <a:pt x="0" y="7292"/>
                  <a:pt x="0" y="16254"/>
                </a:cubicBezTo>
                <a:lnTo>
                  <a:pt x="0" y="20010"/>
                </a:lnTo>
                <a:lnTo>
                  <a:pt x="90001" y="20010"/>
                </a:lnTo>
                <a:lnTo>
                  <a:pt x="90001" y="16254"/>
                </a:lnTo>
                <a:cubicBezTo>
                  <a:pt x="90001" y="7292"/>
                  <a:pt x="82711" y="8"/>
                  <a:pt x="73750" y="8"/>
                </a:cubicBezTo>
                <a:lnTo>
                  <a:pt x="16251" y="8"/>
                </a:lnTo>
                <a:close/>
                <a:moveTo>
                  <a:pt x="0" y="27509"/>
                </a:moveTo>
                <a:lnTo>
                  <a:pt x="0" y="73751"/>
                </a:lnTo>
                <a:cubicBezTo>
                  <a:pt x="0" y="82702"/>
                  <a:pt x="7290" y="89997"/>
                  <a:pt x="16251" y="89997"/>
                </a:cubicBezTo>
                <a:lnTo>
                  <a:pt x="47642" y="89997"/>
                </a:lnTo>
                <a:cubicBezTo>
                  <a:pt x="44401" y="84946"/>
                  <a:pt x="42501" y="78947"/>
                  <a:pt x="42501" y="72503"/>
                </a:cubicBezTo>
                <a:cubicBezTo>
                  <a:pt x="42501" y="54553"/>
                  <a:pt x="57051" y="39999"/>
                  <a:pt x="75001" y="39999"/>
                </a:cubicBezTo>
                <a:cubicBezTo>
                  <a:pt x="80415" y="39999"/>
                  <a:pt x="85510" y="41343"/>
                  <a:pt x="90001" y="43695"/>
                </a:cubicBezTo>
                <a:lnTo>
                  <a:pt x="90001" y="27509"/>
                </a:lnTo>
                <a:lnTo>
                  <a:pt x="0" y="27509"/>
                </a:lnTo>
                <a:close/>
                <a:moveTo>
                  <a:pt x="23515" y="37504"/>
                </a:moveTo>
                <a:cubicBezTo>
                  <a:pt x="26968" y="37504"/>
                  <a:pt x="29766" y="40299"/>
                  <a:pt x="29766" y="43755"/>
                </a:cubicBezTo>
                <a:cubicBezTo>
                  <a:pt x="29766" y="47211"/>
                  <a:pt x="26968" y="50006"/>
                  <a:pt x="23515" y="50006"/>
                </a:cubicBezTo>
                <a:cubicBezTo>
                  <a:pt x="20063" y="50006"/>
                  <a:pt x="17266" y="47211"/>
                  <a:pt x="17266" y="43755"/>
                </a:cubicBezTo>
                <a:cubicBezTo>
                  <a:pt x="17266" y="40299"/>
                  <a:pt x="20063" y="37504"/>
                  <a:pt x="23515" y="37504"/>
                </a:cubicBezTo>
                <a:close/>
                <a:moveTo>
                  <a:pt x="44767" y="37504"/>
                </a:moveTo>
                <a:cubicBezTo>
                  <a:pt x="48219" y="37504"/>
                  <a:pt x="51016" y="40299"/>
                  <a:pt x="51016" y="43755"/>
                </a:cubicBezTo>
                <a:cubicBezTo>
                  <a:pt x="51016" y="47211"/>
                  <a:pt x="48219" y="50006"/>
                  <a:pt x="44767" y="50006"/>
                </a:cubicBezTo>
                <a:cubicBezTo>
                  <a:pt x="41314" y="50006"/>
                  <a:pt x="38515" y="47211"/>
                  <a:pt x="38515" y="43755"/>
                </a:cubicBezTo>
                <a:cubicBezTo>
                  <a:pt x="38515" y="40299"/>
                  <a:pt x="41314" y="37504"/>
                  <a:pt x="44767" y="37504"/>
                </a:cubicBezTo>
                <a:close/>
                <a:moveTo>
                  <a:pt x="75001" y="45003"/>
                </a:moveTo>
                <a:cubicBezTo>
                  <a:pt x="73533" y="45003"/>
                  <a:pt x="72097" y="45123"/>
                  <a:pt x="70694" y="45363"/>
                </a:cubicBezTo>
                <a:lnTo>
                  <a:pt x="69830" y="48938"/>
                </a:lnTo>
                <a:cubicBezTo>
                  <a:pt x="68487" y="54506"/>
                  <a:pt x="62763" y="57806"/>
                  <a:pt x="57275" y="56185"/>
                </a:cubicBezTo>
                <a:lnTo>
                  <a:pt x="54263" y="55297"/>
                </a:lnTo>
                <a:cubicBezTo>
                  <a:pt x="52454" y="57625"/>
                  <a:pt x="51003" y="60277"/>
                  <a:pt x="50001" y="63144"/>
                </a:cubicBezTo>
                <a:lnTo>
                  <a:pt x="52236" y="65292"/>
                </a:lnTo>
                <a:cubicBezTo>
                  <a:pt x="56325" y="69228"/>
                  <a:pt x="56325" y="75767"/>
                  <a:pt x="52236" y="79703"/>
                </a:cubicBezTo>
                <a:lnTo>
                  <a:pt x="50001" y="81862"/>
                </a:lnTo>
                <a:cubicBezTo>
                  <a:pt x="51003" y="84730"/>
                  <a:pt x="52450" y="87370"/>
                  <a:pt x="54263" y="89709"/>
                </a:cubicBezTo>
                <a:lnTo>
                  <a:pt x="57275" y="88821"/>
                </a:lnTo>
                <a:cubicBezTo>
                  <a:pt x="62763" y="87190"/>
                  <a:pt x="68487" y="90501"/>
                  <a:pt x="69830" y="96056"/>
                </a:cubicBezTo>
                <a:lnTo>
                  <a:pt x="70694" y="99644"/>
                </a:lnTo>
                <a:cubicBezTo>
                  <a:pt x="72097" y="99872"/>
                  <a:pt x="73535" y="99992"/>
                  <a:pt x="75001" y="99992"/>
                </a:cubicBezTo>
                <a:cubicBezTo>
                  <a:pt x="76469" y="99992"/>
                  <a:pt x="77905" y="99872"/>
                  <a:pt x="79308" y="99632"/>
                </a:cubicBezTo>
                <a:lnTo>
                  <a:pt x="80172" y="96056"/>
                </a:lnTo>
                <a:cubicBezTo>
                  <a:pt x="81515" y="90489"/>
                  <a:pt x="87238" y="87190"/>
                  <a:pt x="92726" y="88809"/>
                </a:cubicBezTo>
                <a:lnTo>
                  <a:pt x="95738" y="89709"/>
                </a:lnTo>
                <a:cubicBezTo>
                  <a:pt x="97548" y="87370"/>
                  <a:pt x="98998" y="84718"/>
                  <a:pt x="100001" y="81850"/>
                </a:cubicBezTo>
                <a:lnTo>
                  <a:pt x="97765" y="79703"/>
                </a:lnTo>
                <a:cubicBezTo>
                  <a:pt x="93677" y="75779"/>
                  <a:pt x="93677" y="69228"/>
                  <a:pt x="97765" y="65292"/>
                </a:cubicBezTo>
                <a:lnTo>
                  <a:pt x="100001" y="63144"/>
                </a:lnTo>
                <a:cubicBezTo>
                  <a:pt x="98998" y="60277"/>
                  <a:pt x="97551" y="57625"/>
                  <a:pt x="95738" y="55297"/>
                </a:cubicBezTo>
                <a:lnTo>
                  <a:pt x="92726" y="56185"/>
                </a:lnTo>
                <a:cubicBezTo>
                  <a:pt x="87238" y="57806"/>
                  <a:pt x="81515" y="54506"/>
                  <a:pt x="80172" y="48938"/>
                </a:cubicBezTo>
                <a:lnTo>
                  <a:pt x="79308" y="45363"/>
                </a:lnTo>
                <a:cubicBezTo>
                  <a:pt x="77905" y="45123"/>
                  <a:pt x="76469" y="45003"/>
                  <a:pt x="75001" y="45003"/>
                </a:cubicBezTo>
                <a:close/>
                <a:moveTo>
                  <a:pt x="23515" y="60001"/>
                </a:moveTo>
                <a:cubicBezTo>
                  <a:pt x="26968" y="60001"/>
                  <a:pt x="29766" y="62797"/>
                  <a:pt x="29766" y="66252"/>
                </a:cubicBezTo>
                <a:cubicBezTo>
                  <a:pt x="29766" y="69707"/>
                  <a:pt x="26968" y="72503"/>
                  <a:pt x="23515" y="72503"/>
                </a:cubicBezTo>
                <a:cubicBezTo>
                  <a:pt x="20063" y="72503"/>
                  <a:pt x="17266" y="69707"/>
                  <a:pt x="17266" y="66252"/>
                </a:cubicBezTo>
                <a:cubicBezTo>
                  <a:pt x="17266" y="62797"/>
                  <a:pt x="20063" y="60001"/>
                  <a:pt x="23515" y="60001"/>
                </a:cubicBezTo>
                <a:close/>
                <a:moveTo>
                  <a:pt x="75001" y="65004"/>
                </a:moveTo>
                <a:cubicBezTo>
                  <a:pt x="79143" y="65004"/>
                  <a:pt x="82501" y="68352"/>
                  <a:pt x="82501" y="72503"/>
                </a:cubicBezTo>
                <a:cubicBezTo>
                  <a:pt x="82501" y="76643"/>
                  <a:pt x="79143" y="80002"/>
                  <a:pt x="75001" y="80002"/>
                </a:cubicBezTo>
                <a:cubicBezTo>
                  <a:pt x="70858" y="80002"/>
                  <a:pt x="67500" y="76643"/>
                  <a:pt x="67500" y="72503"/>
                </a:cubicBezTo>
                <a:cubicBezTo>
                  <a:pt x="67500" y="68352"/>
                  <a:pt x="70858" y="65004"/>
                  <a:pt x="75001" y="65004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7" name="Чёрный — SVG 18">
            <a:extLst>
              <a:ext uri="{FF2B5EF4-FFF2-40B4-BE49-F238E27FC236}">
                <a16:creationId xmlns:a16="http://schemas.microsoft.com/office/drawing/2014/main" id="{FC5193A4-7BEB-E740-83F7-BD9EFA67FB2F}"/>
              </a:ext>
            </a:extLst>
          </p:cNvPr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>
              <a:gd name="csX0" fmla="*/ 12403 w 155961"/>
              <a:gd name="csY0" fmla="*/ 0 h 141753"/>
              <a:gd name="csX1" fmla="*/ 0 w 155961"/>
              <a:gd name="csY1" fmla="*/ 12401 h 141753"/>
              <a:gd name="csX2" fmla="*/ 12403 w 155961"/>
              <a:gd name="csY2" fmla="*/ 24802 h 141753"/>
              <a:gd name="csX3" fmla="*/ 143542 w 155961"/>
              <a:gd name="csY3" fmla="*/ 24802 h 141753"/>
              <a:gd name="csX4" fmla="*/ 155962 w 155961"/>
              <a:gd name="csY4" fmla="*/ 12401 h 141753"/>
              <a:gd name="csX5" fmla="*/ 143542 w 155961"/>
              <a:gd name="csY5" fmla="*/ 0 h 141753"/>
              <a:gd name="csX6" fmla="*/ 12403 w 155961"/>
              <a:gd name="csY6" fmla="*/ 0 h 141753"/>
              <a:gd name="csX7" fmla="*/ 10633 w 155961"/>
              <a:gd name="csY7" fmla="*/ 31896 h 141753"/>
              <a:gd name="csX8" fmla="*/ 10633 w 155961"/>
              <a:gd name="csY8" fmla="*/ 109858 h 141753"/>
              <a:gd name="csX9" fmla="*/ 8864 w 155961"/>
              <a:gd name="csY9" fmla="*/ 109858 h 141753"/>
              <a:gd name="csX10" fmla="*/ 6805 w 155961"/>
              <a:gd name="csY10" fmla="*/ 110249 h 141753"/>
              <a:gd name="csX11" fmla="*/ 5053 w 155961"/>
              <a:gd name="csY11" fmla="*/ 111389 h 141753"/>
              <a:gd name="csX12" fmla="*/ 3879 w 155961"/>
              <a:gd name="csY12" fmla="*/ 113124 h 141753"/>
              <a:gd name="csX13" fmla="*/ 3471 w 155961"/>
              <a:gd name="csY13" fmla="*/ 115182 h 141753"/>
              <a:gd name="csX14" fmla="*/ 3879 w 155961"/>
              <a:gd name="csY14" fmla="*/ 117224 h 141753"/>
              <a:gd name="csX15" fmla="*/ 5053 w 155961"/>
              <a:gd name="csY15" fmla="*/ 118959 h 141753"/>
              <a:gd name="csX16" fmla="*/ 6805 w 155961"/>
              <a:gd name="csY16" fmla="*/ 120115 h 141753"/>
              <a:gd name="csX17" fmla="*/ 8864 w 155961"/>
              <a:gd name="csY17" fmla="*/ 120490 h 141753"/>
              <a:gd name="csX18" fmla="*/ 72664 w 155961"/>
              <a:gd name="csY18" fmla="*/ 120490 h 141753"/>
              <a:gd name="csX19" fmla="*/ 72664 w 155961"/>
              <a:gd name="csY19" fmla="*/ 129999 h 141753"/>
              <a:gd name="csX20" fmla="*/ 70980 w 155961"/>
              <a:gd name="csY20" fmla="*/ 133622 h 141753"/>
              <a:gd name="csX21" fmla="*/ 71524 w 155961"/>
              <a:gd name="csY21" fmla="*/ 137586 h 141753"/>
              <a:gd name="csX22" fmla="*/ 74144 w 155961"/>
              <a:gd name="csY22" fmla="*/ 140631 h 141753"/>
              <a:gd name="csX23" fmla="*/ 77972 w 155961"/>
              <a:gd name="csY23" fmla="*/ 141753 h 141753"/>
              <a:gd name="csX24" fmla="*/ 81817 w 155961"/>
              <a:gd name="csY24" fmla="*/ 140631 h 141753"/>
              <a:gd name="csX25" fmla="*/ 84438 w 155961"/>
              <a:gd name="csY25" fmla="*/ 137586 h 141753"/>
              <a:gd name="csX26" fmla="*/ 84982 w 155961"/>
              <a:gd name="csY26" fmla="*/ 133622 h 141753"/>
              <a:gd name="csX27" fmla="*/ 83298 w 155961"/>
              <a:gd name="csY27" fmla="*/ 129982 h 141753"/>
              <a:gd name="csX28" fmla="*/ 83298 w 155961"/>
              <a:gd name="csY28" fmla="*/ 120490 h 141753"/>
              <a:gd name="csX29" fmla="*/ 147098 w 155961"/>
              <a:gd name="csY29" fmla="*/ 120490 h 141753"/>
              <a:gd name="csX30" fmla="*/ 149157 w 155961"/>
              <a:gd name="csY30" fmla="*/ 120115 h 141753"/>
              <a:gd name="csX31" fmla="*/ 150909 w 155961"/>
              <a:gd name="csY31" fmla="*/ 118959 h 141753"/>
              <a:gd name="csX32" fmla="*/ 152083 w 155961"/>
              <a:gd name="csY32" fmla="*/ 117224 h 141753"/>
              <a:gd name="csX33" fmla="*/ 152491 w 155961"/>
              <a:gd name="csY33" fmla="*/ 115182 h 141753"/>
              <a:gd name="csX34" fmla="*/ 152083 w 155961"/>
              <a:gd name="csY34" fmla="*/ 113124 h 141753"/>
              <a:gd name="csX35" fmla="*/ 150909 w 155961"/>
              <a:gd name="csY35" fmla="*/ 111389 h 141753"/>
              <a:gd name="csX36" fmla="*/ 149157 w 155961"/>
              <a:gd name="csY36" fmla="*/ 110249 h 141753"/>
              <a:gd name="csX37" fmla="*/ 147098 w 155961"/>
              <a:gd name="csY37" fmla="*/ 109858 h 141753"/>
              <a:gd name="csX38" fmla="*/ 145329 w 155961"/>
              <a:gd name="csY38" fmla="*/ 109858 h 141753"/>
              <a:gd name="csX39" fmla="*/ 145329 w 155961"/>
              <a:gd name="csY39" fmla="*/ 31896 h 141753"/>
              <a:gd name="csX40" fmla="*/ 10633 w 155961"/>
              <a:gd name="csY40" fmla="*/ 31896 h 141753"/>
            </a:gdLst>
            <a:ahLst/>
            <a:cxnLst/>
            <a:rect l="l" t="t" r="r" b="b"/>
            <a:pathLst>
              <a:path w="100000" h="100000">
                <a:moveTo>
                  <a:pt x="7953" y="4555"/>
                </a:moveTo>
                <a:cubicBezTo>
                  <a:pt x="3567" y="4555"/>
                  <a:pt x="0" y="8122"/>
                  <a:pt x="0" y="12506"/>
                </a:cubicBezTo>
                <a:cubicBezTo>
                  <a:pt x="0" y="16891"/>
                  <a:pt x="3567" y="20458"/>
                  <a:pt x="7953" y="20458"/>
                </a:cubicBezTo>
                <a:lnTo>
                  <a:pt x="92037" y="20458"/>
                </a:lnTo>
                <a:cubicBezTo>
                  <a:pt x="96434" y="20458"/>
                  <a:pt x="100001" y="16891"/>
                  <a:pt x="100001" y="12506"/>
                </a:cubicBezTo>
                <a:cubicBezTo>
                  <a:pt x="100001" y="8122"/>
                  <a:pt x="96434" y="4555"/>
                  <a:pt x="92037" y="4555"/>
                </a:cubicBezTo>
                <a:lnTo>
                  <a:pt x="7953" y="4555"/>
                </a:lnTo>
                <a:close/>
                <a:moveTo>
                  <a:pt x="6818" y="25006"/>
                </a:moveTo>
                <a:lnTo>
                  <a:pt x="6818" y="74994"/>
                </a:lnTo>
                <a:lnTo>
                  <a:pt x="5683" y="74994"/>
                </a:lnTo>
                <a:cubicBezTo>
                  <a:pt x="5225" y="74994"/>
                  <a:pt x="4778" y="75071"/>
                  <a:pt x="4363" y="75245"/>
                </a:cubicBezTo>
                <a:cubicBezTo>
                  <a:pt x="3938" y="75409"/>
                  <a:pt x="3556" y="75659"/>
                  <a:pt x="3240" y="75976"/>
                </a:cubicBezTo>
                <a:cubicBezTo>
                  <a:pt x="2913" y="76292"/>
                  <a:pt x="2662" y="76674"/>
                  <a:pt x="2487" y="77089"/>
                </a:cubicBezTo>
                <a:cubicBezTo>
                  <a:pt x="2313" y="77503"/>
                  <a:pt x="2226" y="77950"/>
                  <a:pt x="2226" y="78408"/>
                </a:cubicBezTo>
                <a:cubicBezTo>
                  <a:pt x="2226" y="78856"/>
                  <a:pt x="2313" y="79303"/>
                  <a:pt x="2487" y="79717"/>
                </a:cubicBezTo>
                <a:cubicBezTo>
                  <a:pt x="2662" y="80142"/>
                  <a:pt x="2913" y="80513"/>
                  <a:pt x="3240" y="80830"/>
                </a:cubicBezTo>
                <a:cubicBezTo>
                  <a:pt x="3556" y="81146"/>
                  <a:pt x="3938" y="81397"/>
                  <a:pt x="4363" y="81571"/>
                </a:cubicBezTo>
                <a:cubicBezTo>
                  <a:pt x="4778" y="81735"/>
                  <a:pt x="5225" y="81822"/>
                  <a:pt x="5683" y="81811"/>
                </a:cubicBezTo>
                <a:lnTo>
                  <a:pt x="46591" y="81811"/>
                </a:lnTo>
                <a:lnTo>
                  <a:pt x="46591" y="87909"/>
                </a:lnTo>
                <a:cubicBezTo>
                  <a:pt x="46013" y="88563"/>
                  <a:pt x="45642" y="89370"/>
                  <a:pt x="45511" y="90232"/>
                </a:cubicBezTo>
                <a:cubicBezTo>
                  <a:pt x="45381" y="91093"/>
                  <a:pt x="45500" y="91977"/>
                  <a:pt x="45860" y="92773"/>
                </a:cubicBezTo>
                <a:cubicBezTo>
                  <a:pt x="46221" y="93570"/>
                  <a:pt x="46799" y="94245"/>
                  <a:pt x="47540" y="94726"/>
                </a:cubicBezTo>
                <a:cubicBezTo>
                  <a:pt x="48271" y="95194"/>
                  <a:pt x="49122" y="95445"/>
                  <a:pt x="49995" y="95445"/>
                </a:cubicBezTo>
                <a:cubicBezTo>
                  <a:pt x="50868" y="95445"/>
                  <a:pt x="51730" y="95194"/>
                  <a:pt x="52460" y="94726"/>
                </a:cubicBezTo>
                <a:cubicBezTo>
                  <a:pt x="53202" y="94245"/>
                  <a:pt x="53780" y="93570"/>
                  <a:pt x="54140" y="92773"/>
                </a:cubicBezTo>
                <a:cubicBezTo>
                  <a:pt x="54500" y="91977"/>
                  <a:pt x="54620" y="91093"/>
                  <a:pt x="54489" y="90232"/>
                </a:cubicBezTo>
                <a:cubicBezTo>
                  <a:pt x="54358" y="89359"/>
                  <a:pt x="53987" y="88552"/>
                  <a:pt x="53410" y="87898"/>
                </a:cubicBezTo>
                <a:lnTo>
                  <a:pt x="53410" y="81811"/>
                </a:lnTo>
                <a:lnTo>
                  <a:pt x="94317" y="81811"/>
                </a:lnTo>
                <a:cubicBezTo>
                  <a:pt x="94764" y="81822"/>
                  <a:pt x="95212" y="81735"/>
                  <a:pt x="95637" y="81571"/>
                </a:cubicBezTo>
                <a:cubicBezTo>
                  <a:pt x="96052" y="81397"/>
                  <a:pt x="96434" y="81146"/>
                  <a:pt x="96761" y="80830"/>
                </a:cubicBezTo>
                <a:cubicBezTo>
                  <a:pt x="97077" y="80513"/>
                  <a:pt x="97339" y="80142"/>
                  <a:pt x="97513" y="79717"/>
                </a:cubicBezTo>
                <a:cubicBezTo>
                  <a:pt x="97688" y="79303"/>
                  <a:pt x="97775" y="78856"/>
                  <a:pt x="97775" y="78408"/>
                </a:cubicBezTo>
                <a:cubicBezTo>
                  <a:pt x="97775" y="77950"/>
                  <a:pt x="97688" y="77503"/>
                  <a:pt x="97513" y="77089"/>
                </a:cubicBezTo>
                <a:cubicBezTo>
                  <a:pt x="97339" y="76674"/>
                  <a:pt x="97077" y="76292"/>
                  <a:pt x="96761" y="75976"/>
                </a:cubicBezTo>
                <a:cubicBezTo>
                  <a:pt x="96434" y="75659"/>
                  <a:pt x="96052" y="75409"/>
                  <a:pt x="95637" y="75245"/>
                </a:cubicBezTo>
                <a:cubicBezTo>
                  <a:pt x="95212" y="75071"/>
                  <a:pt x="94764" y="74994"/>
                  <a:pt x="94317" y="74994"/>
                </a:cubicBezTo>
                <a:lnTo>
                  <a:pt x="93183" y="74994"/>
                </a:lnTo>
                <a:lnTo>
                  <a:pt x="93183" y="25006"/>
                </a:lnTo>
                <a:lnTo>
                  <a:pt x="6818" y="2500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8" name="Чёрный — SVG 19">
            <a:extLst>
              <a:ext uri="{FF2B5EF4-FFF2-40B4-BE49-F238E27FC236}">
                <a16:creationId xmlns:a16="http://schemas.microsoft.com/office/drawing/2014/main" id="{6E748DD2-1F13-E249-B564-31CB4B7876ED}"/>
              </a:ext>
            </a:extLst>
          </p:cNvPr>
          <p:cNvSpPr>
            <a:spLocks noGrp="1"/>
          </p:cNvSpPr>
          <p:nvPr/>
        </p:nvSpPr>
        <p:spPr>
          <a:xfrm>
            <a:off x="420000" y="3210000"/>
            <a:ext cx="220000" cy="220000"/>
          </a:xfrm>
          <a:custGeom>
            <a:avLst/>
            <a:gdLst>
              <a:gd name="csX0" fmla="*/ 40761 w 148867"/>
              <a:gd name="csY0" fmla="*/ 0 h 148847"/>
              <a:gd name="csX1" fmla="*/ 0 w 148867"/>
              <a:gd name="csY1" fmla="*/ 40759 h 148847"/>
              <a:gd name="csX2" fmla="*/ 40761 w 148867"/>
              <a:gd name="csY2" fmla="*/ 81517 h 148847"/>
              <a:gd name="csX3" fmla="*/ 81523 w 148867"/>
              <a:gd name="csY3" fmla="*/ 40759 h 148847"/>
              <a:gd name="csX4" fmla="*/ 40761 w 148867"/>
              <a:gd name="csY4" fmla="*/ 0 h 148847"/>
              <a:gd name="csX5" fmla="*/ 40761 w 148867"/>
              <a:gd name="csY5" fmla="*/ 10632 h 148847"/>
              <a:gd name="csX6" fmla="*/ 70890 w 148867"/>
              <a:gd name="csY6" fmla="*/ 40759 h 148847"/>
              <a:gd name="csX7" fmla="*/ 40761 w 148867"/>
              <a:gd name="csY7" fmla="*/ 70885 h 148847"/>
              <a:gd name="csX8" fmla="*/ 10633 w 148867"/>
              <a:gd name="csY8" fmla="*/ 40759 h 148847"/>
              <a:gd name="csX9" fmla="*/ 40761 w 148867"/>
              <a:gd name="csY9" fmla="*/ 10632 h 148847"/>
              <a:gd name="csX10" fmla="*/ 40679 w 148867"/>
              <a:gd name="csY10" fmla="*/ 17641 h 148847"/>
              <a:gd name="csX11" fmla="*/ 36946 w 148867"/>
              <a:gd name="csY11" fmla="*/ 19256 h 148847"/>
              <a:gd name="csX12" fmla="*/ 35444 w 148867"/>
              <a:gd name="csY12" fmla="*/ 23033 h 148847"/>
              <a:gd name="csX13" fmla="*/ 35444 w 148867"/>
              <a:gd name="csY13" fmla="*/ 40759 h 148847"/>
              <a:gd name="csX14" fmla="*/ 37002 w 148867"/>
              <a:gd name="csY14" fmla="*/ 44518 h 148847"/>
              <a:gd name="csX15" fmla="*/ 44092 w 148867"/>
              <a:gd name="csY15" fmla="*/ 51595 h 148847"/>
              <a:gd name="csX16" fmla="*/ 45817 w 148867"/>
              <a:gd name="csY16" fmla="*/ 52803 h 148847"/>
              <a:gd name="csX17" fmla="*/ 47872 w 148867"/>
              <a:gd name="csY17" fmla="*/ 53245 h 148847"/>
              <a:gd name="csX18" fmla="*/ 49936 w 148867"/>
              <a:gd name="csY18" fmla="*/ 52837 h 148847"/>
              <a:gd name="csX19" fmla="*/ 51687 w 148867"/>
              <a:gd name="csY19" fmla="*/ 51680 h 148847"/>
              <a:gd name="csX20" fmla="*/ 52849 w 148867"/>
              <a:gd name="csY20" fmla="*/ 49928 h 148847"/>
              <a:gd name="csX21" fmla="*/ 53243 w 148867"/>
              <a:gd name="csY21" fmla="*/ 47869 h 148847"/>
              <a:gd name="csX22" fmla="*/ 52808 w 148867"/>
              <a:gd name="csY22" fmla="*/ 45811 h 148847"/>
              <a:gd name="csX23" fmla="*/ 51609 w 148867"/>
              <a:gd name="csY23" fmla="*/ 44093 h 148847"/>
              <a:gd name="csX24" fmla="*/ 46077 w 148867"/>
              <a:gd name="csY24" fmla="*/ 38547 h 148847"/>
              <a:gd name="csX25" fmla="*/ 46077 w 148867"/>
              <a:gd name="csY25" fmla="*/ 23033 h 148847"/>
              <a:gd name="csX26" fmla="*/ 45688 w 148867"/>
              <a:gd name="csY26" fmla="*/ 20958 h 148847"/>
              <a:gd name="csX27" fmla="*/ 44519 w 148867"/>
              <a:gd name="csY27" fmla="*/ 19206 h 148847"/>
              <a:gd name="csX28" fmla="*/ 42756 w 148867"/>
              <a:gd name="csY28" fmla="*/ 18032 h 148847"/>
              <a:gd name="csX29" fmla="*/ 40679 w 148867"/>
              <a:gd name="csY29" fmla="*/ 17641 h 148847"/>
              <a:gd name="csX30" fmla="*/ 84431 w 148867"/>
              <a:gd name="csY30" fmla="*/ 21264 h 148847"/>
              <a:gd name="csX31" fmla="*/ 88611 w 148867"/>
              <a:gd name="csY31" fmla="*/ 40759 h 148847"/>
              <a:gd name="csX32" fmla="*/ 87760 w 148867"/>
              <a:gd name="csY32" fmla="*/ 49621 h 148847"/>
              <a:gd name="csX33" fmla="*/ 148867 w 148867"/>
              <a:gd name="csY33" fmla="*/ 49621 h 148847"/>
              <a:gd name="csX34" fmla="*/ 148867 w 148867"/>
              <a:gd name="csY34" fmla="*/ 44297 h 148847"/>
              <a:gd name="csX35" fmla="*/ 125828 w 148867"/>
              <a:gd name="csY35" fmla="*/ 21264 h 148847"/>
              <a:gd name="csX36" fmla="*/ 84431 w 148867"/>
              <a:gd name="csY36" fmla="*/ 21264 h 148847"/>
              <a:gd name="csX37" fmla="*/ 84431 w 148867"/>
              <a:gd name="csY37" fmla="*/ 60253 h 148847"/>
              <a:gd name="csX38" fmla="*/ 40761 w 148867"/>
              <a:gd name="csY38" fmla="*/ 88594 h 148847"/>
              <a:gd name="csX39" fmla="*/ 21267 w 148867"/>
              <a:gd name="csY39" fmla="*/ 84426 h 148847"/>
              <a:gd name="csX40" fmla="*/ 21267 w 148867"/>
              <a:gd name="csY40" fmla="*/ 125814 h 148847"/>
              <a:gd name="csX41" fmla="*/ 44306 w 148867"/>
              <a:gd name="csY41" fmla="*/ 148847 h 148847"/>
              <a:gd name="csX42" fmla="*/ 125828 w 148867"/>
              <a:gd name="csY42" fmla="*/ 148847 h 148847"/>
              <a:gd name="csX43" fmla="*/ 148867 w 148867"/>
              <a:gd name="csY43" fmla="*/ 125814 h 148847"/>
              <a:gd name="csX44" fmla="*/ 148867 w 148867"/>
              <a:gd name="csY44" fmla="*/ 60253 h 148847"/>
              <a:gd name="csX45" fmla="*/ 84431 w 148867"/>
              <a:gd name="csY45" fmla="*/ 60253 h 148847"/>
              <a:gd name="csX46" fmla="*/ 85067 w 148867"/>
              <a:gd name="csY46" fmla="*/ 77962 h 148847"/>
              <a:gd name="csX47" fmla="*/ 93928 w 148867"/>
              <a:gd name="csY47" fmla="*/ 86825 h 148847"/>
              <a:gd name="csX48" fmla="*/ 85067 w 148867"/>
              <a:gd name="csY48" fmla="*/ 95687 h 148847"/>
              <a:gd name="csX49" fmla="*/ 76206 w 148867"/>
              <a:gd name="csY49" fmla="*/ 86825 h 148847"/>
              <a:gd name="csX50" fmla="*/ 85067 w 148867"/>
              <a:gd name="csY50" fmla="*/ 77962 h 148847"/>
              <a:gd name="csX51" fmla="*/ 115194 w 148867"/>
              <a:gd name="csY51" fmla="*/ 77962 h 148847"/>
              <a:gd name="csX52" fmla="*/ 124057 w 148867"/>
              <a:gd name="csY52" fmla="*/ 86825 h 148847"/>
              <a:gd name="csX53" fmla="*/ 115194 w 148867"/>
              <a:gd name="csY53" fmla="*/ 95687 h 148847"/>
              <a:gd name="csX54" fmla="*/ 106334 w 148867"/>
              <a:gd name="csY54" fmla="*/ 86825 h 148847"/>
              <a:gd name="csX55" fmla="*/ 115194 w 148867"/>
              <a:gd name="csY55" fmla="*/ 77962 h 148847"/>
              <a:gd name="csX56" fmla="*/ 54940 w 148867"/>
              <a:gd name="csY56" fmla="*/ 109858 h 148847"/>
              <a:gd name="csX57" fmla="*/ 63800 w 148867"/>
              <a:gd name="csY57" fmla="*/ 118721 h 148847"/>
              <a:gd name="csX58" fmla="*/ 54940 w 148867"/>
              <a:gd name="csY58" fmla="*/ 127583 h 148847"/>
              <a:gd name="csX59" fmla="*/ 46077 w 148867"/>
              <a:gd name="csY59" fmla="*/ 118721 h 148847"/>
              <a:gd name="csX60" fmla="*/ 54940 w 148867"/>
              <a:gd name="csY60" fmla="*/ 109858 h 148847"/>
              <a:gd name="csX61" fmla="*/ 85067 w 148867"/>
              <a:gd name="csY61" fmla="*/ 109858 h 148847"/>
              <a:gd name="csX62" fmla="*/ 93928 w 148867"/>
              <a:gd name="csY62" fmla="*/ 118721 h 148847"/>
              <a:gd name="csX63" fmla="*/ 85067 w 148867"/>
              <a:gd name="csY63" fmla="*/ 127583 h 148847"/>
              <a:gd name="csX64" fmla="*/ 76206 w 148867"/>
              <a:gd name="csY64" fmla="*/ 118721 h 148847"/>
              <a:gd name="csX65" fmla="*/ 85067 w 148867"/>
              <a:gd name="csY65" fmla="*/ 109858 h 148847"/>
            </a:gdLst>
            <a:ahLst/>
            <a:cxnLst/>
            <a:rect l="l" t="t" r="r" b="b"/>
            <a:pathLst>
              <a:path w="100000" h="100000">
                <a:moveTo>
                  <a:pt x="27381" y="7"/>
                </a:moveTo>
                <a:cubicBezTo>
                  <a:pt x="12302" y="7"/>
                  <a:pt x="0" y="12302"/>
                  <a:pt x="0" y="27386"/>
                </a:cubicBezTo>
                <a:cubicBezTo>
                  <a:pt x="0" y="42458"/>
                  <a:pt x="12302" y="54765"/>
                  <a:pt x="27381" y="54765"/>
                </a:cubicBezTo>
                <a:cubicBezTo>
                  <a:pt x="42461" y="54765"/>
                  <a:pt x="54762" y="42458"/>
                  <a:pt x="54762" y="27386"/>
                </a:cubicBezTo>
                <a:cubicBezTo>
                  <a:pt x="54762" y="12302"/>
                  <a:pt x="42461" y="7"/>
                  <a:pt x="27381" y="7"/>
                </a:cubicBezTo>
                <a:close/>
                <a:moveTo>
                  <a:pt x="27381" y="7149"/>
                </a:moveTo>
                <a:cubicBezTo>
                  <a:pt x="38600" y="7149"/>
                  <a:pt x="47620" y="16165"/>
                  <a:pt x="47620" y="27386"/>
                </a:cubicBezTo>
                <a:cubicBezTo>
                  <a:pt x="47620" y="38608"/>
                  <a:pt x="38600" y="47623"/>
                  <a:pt x="27381" y="47623"/>
                </a:cubicBezTo>
                <a:cubicBezTo>
                  <a:pt x="16161" y="47623"/>
                  <a:pt x="7143" y="38608"/>
                  <a:pt x="7143" y="27386"/>
                </a:cubicBezTo>
                <a:cubicBezTo>
                  <a:pt x="7143" y="16165"/>
                  <a:pt x="16161" y="7149"/>
                  <a:pt x="27381" y="7149"/>
                </a:cubicBezTo>
                <a:close/>
                <a:moveTo>
                  <a:pt x="27326" y="11857"/>
                </a:moveTo>
                <a:cubicBezTo>
                  <a:pt x="26379" y="11868"/>
                  <a:pt x="25476" y="12268"/>
                  <a:pt x="24818" y="12942"/>
                </a:cubicBezTo>
                <a:cubicBezTo>
                  <a:pt x="24159" y="13616"/>
                  <a:pt x="23796" y="14530"/>
                  <a:pt x="23809" y="15479"/>
                </a:cubicBezTo>
                <a:lnTo>
                  <a:pt x="23809" y="27386"/>
                </a:lnTo>
                <a:cubicBezTo>
                  <a:pt x="23809" y="28335"/>
                  <a:pt x="24186" y="29237"/>
                  <a:pt x="24856" y="29911"/>
                </a:cubicBezTo>
                <a:lnTo>
                  <a:pt x="29618" y="34665"/>
                </a:lnTo>
                <a:cubicBezTo>
                  <a:pt x="29946" y="35008"/>
                  <a:pt x="30341" y="35282"/>
                  <a:pt x="30777" y="35477"/>
                </a:cubicBezTo>
                <a:cubicBezTo>
                  <a:pt x="31214" y="35659"/>
                  <a:pt x="31683" y="35762"/>
                  <a:pt x="32158" y="35774"/>
                </a:cubicBezTo>
                <a:cubicBezTo>
                  <a:pt x="32633" y="35774"/>
                  <a:pt x="33104" y="35682"/>
                  <a:pt x="33544" y="35499"/>
                </a:cubicBezTo>
                <a:cubicBezTo>
                  <a:pt x="33984" y="35328"/>
                  <a:pt x="34384" y="35053"/>
                  <a:pt x="34720" y="34722"/>
                </a:cubicBezTo>
                <a:cubicBezTo>
                  <a:pt x="35056" y="34390"/>
                  <a:pt x="35321" y="33991"/>
                  <a:pt x="35501" y="33545"/>
                </a:cubicBezTo>
                <a:cubicBezTo>
                  <a:pt x="35682" y="33111"/>
                  <a:pt x="35770" y="32631"/>
                  <a:pt x="35765" y="32162"/>
                </a:cubicBezTo>
                <a:cubicBezTo>
                  <a:pt x="35761" y="31683"/>
                  <a:pt x="35662" y="31214"/>
                  <a:pt x="35473" y="30780"/>
                </a:cubicBezTo>
                <a:cubicBezTo>
                  <a:pt x="35285" y="30346"/>
                  <a:pt x="35010" y="29946"/>
                  <a:pt x="34668" y="29626"/>
                </a:cubicBezTo>
                <a:lnTo>
                  <a:pt x="30952" y="25900"/>
                </a:lnTo>
                <a:lnTo>
                  <a:pt x="30952" y="15479"/>
                </a:lnTo>
                <a:cubicBezTo>
                  <a:pt x="30959" y="14999"/>
                  <a:pt x="30870" y="14530"/>
                  <a:pt x="30690" y="14085"/>
                </a:cubicBezTo>
                <a:cubicBezTo>
                  <a:pt x="30510" y="13639"/>
                  <a:pt x="30244" y="13239"/>
                  <a:pt x="29905" y="12908"/>
                </a:cubicBezTo>
                <a:cubicBezTo>
                  <a:pt x="29567" y="12565"/>
                  <a:pt x="29165" y="12302"/>
                  <a:pt x="28721" y="12120"/>
                </a:cubicBezTo>
                <a:cubicBezTo>
                  <a:pt x="28278" y="11936"/>
                  <a:pt x="27803" y="11857"/>
                  <a:pt x="27326" y="11857"/>
                </a:cubicBezTo>
                <a:close/>
                <a:moveTo>
                  <a:pt x="56716" y="14291"/>
                </a:moveTo>
                <a:cubicBezTo>
                  <a:pt x="58505" y="18290"/>
                  <a:pt x="59524" y="22712"/>
                  <a:pt x="59524" y="27386"/>
                </a:cubicBezTo>
                <a:cubicBezTo>
                  <a:pt x="59524" y="29420"/>
                  <a:pt x="59315" y="31408"/>
                  <a:pt x="58952" y="33339"/>
                </a:cubicBezTo>
                <a:lnTo>
                  <a:pt x="100000" y="33339"/>
                </a:lnTo>
                <a:lnTo>
                  <a:pt x="100000" y="29763"/>
                </a:lnTo>
                <a:cubicBezTo>
                  <a:pt x="100000" y="21227"/>
                  <a:pt x="93058" y="14291"/>
                  <a:pt x="84524" y="14291"/>
                </a:cubicBezTo>
                <a:lnTo>
                  <a:pt x="56716" y="14291"/>
                </a:lnTo>
                <a:close/>
                <a:moveTo>
                  <a:pt x="56716" y="40481"/>
                </a:moveTo>
                <a:cubicBezTo>
                  <a:pt x="51698" y="51691"/>
                  <a:pt x="40464" y="59519"/>
                  <a:pt x="27381" y="59519"/>
                </a:cubicBezTo>
                <a:cubicBezTo>
                  <a:pt x="22712" y="59519"/>
                  <a:pt x="18288" y="58502"/>
                  <a:pt x="14286" y="56719"/>
                </a:cubicBezTo>
                <a:lnTo>
                  <a:pt x="14286" y="84521"/>
                </a:lnTo>
                <a:cubicBezTo>
                  <a:pt x="14286" y="93045"/>
                  <a:pt x="21228" y="99993"/>
                  <a:pt x="29762" y="99993"/>
                </a:cubicBezTo>
                <a:lnTo>
                  <a:pt x="84524" y="99993"/>
                </a:lnTo>
                <a:cubicBezTo>
                  <a:pt x="93058" y="99993"/>
                  <a:pt x="100000" y="93045"/>
                  <a:pt x="100000" y="84521"/>
                </a:cubicBezTo>
                <a:lnTo>
                  <a:pt x="100000" y="40481"/>
                </a:lnTo>
                <a:lnTo>
                  <a:pt x="56716" y="40481"/>
                </a:lnTo>
                <a:close/>
                <a:moveTo>
                  <a:pt x="57143" y="52377"/>
                </a:moveTo>
                <a:cubicBezTo>
                  <a:pt x="60431" y="52377"/>
                  <a:pt x="63095" y="55040"/>
                  <a:pt x="63095" y="58331"/>
                </a:cubicBezTo>
                <a:cubicBezTo>
                  <a:pt x="63095" y="61621"/>
                  <a:pt x="60431" y="64284"/>
                  <a:pt x="57143" y="64284"/>
                </a:cubicBezTo>
                <a:cubicBezTo>
                  <a:pt x="53855" y="64284"/>
                  <a:pt x="51191" y="61621"/>
                  <a:pt x="51191" y="58331"/>
                </a:cubicBezTo>
                <a:cubicBezTo>
                  <a:pt x="51191" y="55040"/>
                  <a:pt x="53855" y="52377"/>
                  <a:pt x="57143" y="52377"/>
                </a:cubicBezTo>
                <a:close/>
                <a:moveTo>
                  <a:pt x="77380" y="52377"/>
                </a:moveTo>
                <a:cubicBezTo>
                  <a:pt x="80669" y="52377"/>
                  <a:pt x="83334" y="55040"/>
                  <a:pt x="83334" y="58331"/>
                </a:cubicBezTo>
                <a:cubicBezTo>
                  <a:pt x="83334" y="61621"/>
                  <a:pt x="80669" y="64284"/>
                  <a:pt x="77380" y="64284"/>
                </a:cubicBezTo>
                <a:cubicBezTo>
                  <a:pt x="74093" y="64284"/>
                  <a:pt x="71429" y="61621"/>
                  <a:pt x="71429" y="58331"/>
                </a:cubicBezTo>
                <a:cubicBezTo>
                  <a:pt x="71429" y="55040"/>
                  <a:pt x="74093" y="52377"/>
                  <a:pt x="77380" y="52377"/>
                </a:cubicBezTo>
                <a:close/>
                <a:moveTo>
                  <a:pt x="36905" y="73803"/>
                </a:moveTo>
                <a:cubicBezTo>
                  <a:pt x="40193" y="73803"/>
                  <a:pt x="42857" y="76465"/>
                  <a:pt x="42857" y="79756"/>
                </a:cubicBezTo>
                <a:cubicBezTo>
                  <a:pt x="42857" y="83047"/>
                  <a:pt x="40193" y="85709"/>
                  <a:pt x="36905" y="85709"/>
                </a:cubicBezTo>
                <a:cubicBezTo>
                  <a:pt x="33617" y="85709"/>
                  <a:pt x="30952" y="83047"/>
                  <a:pt x="30952" y="79756"/>
                </a:cubicBezTo>
                <a:cubicBezTo>
                  <a:pt x="30952" y="76465"/>
                  <a:pt x="33617" y="73803"/>
                  <a:pt x="36905" y="73803"/>
                </a:cubicBezTo>
                <a:close/>
                <a:moveTo>
                  <a:pt x="57143" y="73803"/>
                </a:moveTo>
                <a:cubicBezTo>
                  <a:pt x="60431" y="73803"/>
                  <a:pt x="63095" y="76465"/>
                  <a:pt x="63095" y="79756"/>
                </a:cubicBezTo>
                <a:cubicBezTo>
                  <a:pt x="63095" y="83047"/>
                  <a:pt x="60431" y="85709"/>
                  <a:pt x="57143" y="85709"/>
                </a:cubicBezTo>
                <a:cubicBezTo>
                  <a:pt x="53855" y="85709"/>
                  <a:pt x="51191" y="83047"/>
                  <a:pt x="51191" y="79756"/>
                </a:cubicBezTo>
                <a:cubicBezTo>
                  <a:pt x="51191" y="76465"/>
                  <a:pt x="53855" y="73803"/>
                  <a:pt x="57143" y="7380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19" name="Чёрный — SVG 20">
            <a:extLst>
              <a:ext uri="{FF2B5EF4-FFF2-40B4-BE49-F238E27FC236}">
                <a16:creationId xmlns:a16="http://schemas.microsoft.com/office/drawing/2014/main" id="{AD3479CE-9B7F-FF43-A711-658AE94281B6}"/>
              </a:ext>
            </a:extLst>
          </p:cNvPr>
          <p:cNvSpPr>
            <a:spLocks noGrp="1"/>
          </p:cNvSpPr>
          <p:nvPr/>
        </p:nvSpPr>
        <p:spPr>
          <a:xfrm>
            <a:off x="1020000" y="3210000"/>
            <a:ext cx="220000" cy="220000"/>
          </a:xfrm>
          <a:custGeom>
            <a:avLst/>
            <a:gdLst>
              <a:gd name="csX0" fmla="*/ 44303 w 148867"/>
              <a:gd name="csY0" fmla="*/ 0 h 131206"/>
              <a:gd name="csX1" fmla="*/ 28361 w 148867"/>
              <a:gd name="csY1" fmla="*/ 15940 h 131206"/>
              <a:gd name="csX2" fmla="*/ 28361 w 148867"/>
              <a:gd name="csY2" fmla="*/ 24802 h 131206"/>
              <a:gd name="csX3" fmla="*/ 15942 w 148867"/>
              <a:gd name="csY3" fmla="*/ 24802 h 131206"/>
              <a:gd name="csX4" fmla="*/ 0 w 148867"/>
              <a:gd name="csY4" fmla="*/ 40759 h 131206"/>
              <a:gd name="csX5" fmla="*/ 0 w 148867"/>
              <a:gd name="csY5" fmla="*/ 93918 h 131206"/>
              <a:gd name="csX6" fmla="*/ 15942 w 148867"/>
              <a:gd name="csY6" fmla="*/ 109858 h 131206"/>
              <a:gd name="csX7" fmla="*/ 26575 w 148867"/>
              <a:gd name="csY7" fmla="*/ 109858 h 131206"/>
              <a:gd name="csX8" fmla="*/ 30335 w 148867"/>
              <a:gd name="csY8" fmla="*/ 108310 h 131206"/>
              <a:gd name="csX9" fmla="*/ 31900 w 148867"/>
              <a:gd name="csY9" fmla="*/ 104550 h 131206"/>
              <a:gd name="csX10" fmla="*/ 31900 w 148867"/>
              <a:gd name="csY10" fmla="*/ 92149 h 131206"/>
              <a:gd name="csX11" fmla="*/ 33822 w 148867"/>
              <a:gd name="csY11" fmla="*/ 87097 h 131206"/>
              <a:gd name="csX12" fmla="*/ 37209 w 148867"/>
              <a:gd name="csY12" fmla="*/ 85056 h 131206"/>
              <a:gd name="csX13" fmla="*/ 111642 w 148867"/>
              <a:gd name="csY13" fmla="*/ 85056 h 131206"/>
              <a:gd name="csX14" fmla="*/ 116967 w 148867"/>
              <a:gd name="csY14" fmla="*/ 90363 h 131206"/>
              <a:gd name="csX15" fmla="*/ 116967 w 148867"/>
              <a:gd name="csY15" fmla="*/ 104550 h 131206"/>
              <a:gd name="csX16" fmla="*/ 118532 w 148867"/>
              <a:gd name="csY16" fmla="*/ 108310 h 131206"/>
              <a:gd name="csX17" fmla="*/ 122276 w 148867"/>
              <a:gd name="csY17" fmla="*/ 109858 h 131206"/>
              <a:gd name="csX18" fmla="*/ 132909 w 148867"/>
              <a:gd name="csY18" fmla="*/ 109858 h 131206"/>
              <a:gd name="csX19" fmla="*/ 148867 w 148867"/>
              <a:gd name="csY19" fmla="*/ 93918 h 131206"/>
              <a:gd name="csX20" fmla="*/ 148867 w 148867"/>
              <a:gd name="csY20" fmla="*/ 40759 h 131206"/>
              <a:gd name="csX21" fmla="*/ 132909 w 148867"/>
              <a:gd name="csY21" fmla="*/ 24802 h 131206"/>
              <a:gd name="csX22" fmla="*/ 120506 w 148867"/>
              <a:gd name="csY22" fmla="*/ 24802 h 131206"/>
              <a:gd name="csX23" fmla="*/ 120506 w 148867"/>
              <a:gd name="csY23" fmla="*/ 15940 h 131206"/>
              <a:gd name="csX24" fmla="*/ 104564 w 148867"/>
              <a:gd name="csY24" fmla="*/ 0 h 131206"/>
              <a:gd name="csX25" fmla="*/ 44303 w 148867"/>
              <a:gd name="csY25" fmla="*/ 0 h 131206"/>
              <a:gd name="csX26" fmla="*/ 44303 w 148867"/>
              <a:gd name="csY26" fmla="*/ 10632 h 131206"/>
              <a:gd name="csX27" fmla="*/ 104564 w 148867"/>
              <a:gd name="csY27" fmla="*/ 10632 h 131206"/>
              <a:gd name="csX28" fmla="*/ 109873 w 148867"/>
              <a:gd name="csY28" fmla="*/ 15940 h 131206"/>
              <a:gd name="csX29" fmla="*/ 109873 w 148867"/>
              <a:gd name="csY29" fmla="*/ 24802 h 131206"/>
              <a:gd name="csX30" fmla="*/ 38995 w 148867"/>
              <a:gd name="csY30" fmla="*/ 24802 h 131206"/>
              <a:gd name="csX31" fmla="*/ 38995 w 148867"/>
              <a:gd name="csY31" fmla="*/ 15940 h 131206"/>
              <a:gd name="csX32" fmla="*/ 44303 w 148867"/>
              <a:gd name="csY32" fmla="*/ 10632 h 131206"/>
              <a:gd name="csX33" fmla="*/ 49543 w 148867"/>
              <a:gd name="csY33" fmla="*/ 92064 h 131206"/>
              <a:gd name="csX34" fmla="*/ 45800 w 148867"/>
              <a:gd name="csY34" fmla="*/ 93680 h 131206"/>
              <a:gd name="csX35" fmla="*/ 44303 w 148867"/>
              <a:gd name="csY35" fmla="*/ 97457 h 131206"/>
              <a:gd name="csX36" fmla="*/ 44303 w 148867"/>
              <a:gd name="csY36" fmla="*/ 115182 h 131206"/>
              <a:gd name="csX37" fmla="*/ 44694 w 148867"/>
              <a:gd name="csY37" fmla="*/ 117240 h 131206"/>
              <a:gd name="csX38" fmla="*/ 45834 w 148867"/>
              <a:gd name="csY38" fmla="*/ 118993 h 131206"/>
              <a:gd name="csX39" fmla="*/ 47569 w 148867"/>
              <a:gd name="csY39" fmla="*/ 120166 h 131206"/>
              <a:gd name="csX40" fmla="*/ 49628 w 148867"/>
              <a:gd name="csY40" fmla="*/ 120575 h 131206"/>
              <a:gd name="csX41" fmla="*/ 51670 w 148867"/>
              <a:gd name="csY41" fmla="*/ 120166 h 131206"/>
              <a:gd name="csX42" fmla="*/ 53405 w 148867"/>
              <a:gd name="csY42" fmla="*/ 118993 h 131206"/>
              <a:gd name="csX43" fmla="*/ 54562 w 148867"/>
              <a:gd name="csY43" fmla="*/ 117240 h 131206"/>
              <a:gd name="csX44" fmla="*/ 54936 w 148867"/>
              <a:gd name="csY44" fmla="*/ 115182 h 131206"/>
              <a:gd name="csX45" fmla="*/ 54936 w 148867"/>
              <a:gd name="csY45" fmla="*/ 97457 h 131206"/>
              <a:gd name="csX46" fmla="*/ 54545 w 148867"/>
              <a:gd name="csY46" fmla="*/ 95381 h 131206"/>
              <a:gd name="csX47" fmla="*/ 53388 w 148867"/>
              <a:gd name="csY47" fmla="*/ 93629 h 131206"/>
              <a:gd name="csX48" fmla="*/ 51619 w 148867"/>
              <a:gd name="csY48" fmla="*/ 92456 h 131206"/>
              <a:gd name="csX49" fmla="*/ 49543 w 148867"/>
              <a:gd name="csY49" fmla="*/ 92064 h 131206"/>
              <a:gd name="csX50" fmla="*/ 74349 w 148867"/>
              <a:gd name="csY50" fmla="*/ 92064 h 131206"/>
              <a:gd name="csX51" fmla="*/ 70623 w 148867"/>
              <a:gd name="csY51" fmla="*/ 93680 h 131206"/>
              <a:gd name="csX52" fmla="*/ 69109 w 148867"/>
              <a:gd name="csY52" fmla="*/ 97457 h 131206"/>
              <a:gd name="csX53" fmla="*/ 69109 w 148867"/>
              <a:gd name="csY53" fmla="*/ 125814 h 131206"/>
              <a:gd name="csX54" fmla="*/ 69500 w 148867"/>
              <a:gd name="csY54" fmla="*/ 127872 h 131206"/>
              <a:gd name="csX55" fmla="*/ 70640 w 148867"/>
              <a:gd name="csY55" fmla="*/ 129625 h 131206"/>
              <a:gd name="csX56" fmla="*/ 72375 w 148867"/>
              <a:gd name="csY56" fmla="*/ 130798 h 131206"/>
              <a:gd name="csX57" fmla="*/ 74434 w 148867"/>
              <a:gd name="csY57" fmla="*/ 131206 h 131206"/>
              <a:gd name="csX58" fmla="*/ 76492 w 148867"/>
              <a:gd name="csY58" fmla="*/ 130798 h 131206"/>
              <a:gd name="csX59" fmla="*/ 78228 w 148867"/>
              <a:gd name="csY59" fmla="*/ 129625 h 131206"/>
              <a:gd name="csX60" fmla="*/ 79367 w 148867"/>
              <a:gd name="csY60" fmla="*/ 127872 h 131206"/>
              <a:gd name="csX61" fmla="*/ 79742 w 148867"/>
              <a:gd name="csY61" fmla="*/ 125814 h 131206"/>
              <a:gd name="csX62" fmla="*/ 79742 w 148867"/>
              <a:gd name="csY62" fmla="*/ 97457 h 131206"/>
              <a:gd name="csX63" fmla="*/ 79367 w 148867"/>
              <a:gd name="csY63" fmla="*/ 95381 h 131206"/>
              <a:gd name="csX64" fmla="*/ 78194 w 148867"/>
              <a:gd name="csY64" fmla="*/ 93629 h 131206"/>
              <a:gd name="csX65" fmla="*/ 76424 w 148867"/>
              <a:gd name="csY65" fmla="*/ 92456 h 131206"/>
              <a:gd name="csX66" fmla="*/ 74349 w 148867"/>
              <a:gd name="csY66" fmla="*/ 92064 h 131206"/>
              <a:gd name="csX67" fmla="*/ 99154 w 148867"/>
              <a:gd name="csY67" fmla="*/ 92064 h 131206"/>
              <a:gd name="csX68" fmla="*/ 95428 w 148867"/>
              <a:gd name="csY68" fmla="*/ 93680 h 131206"/>
              <a:gd name="csX69" fmla="*/ 93931 w 148867"/>
              <a:gd name="csY69" fmla="*/ 97457 h 131206"/>
              <a:gd name="csX70" fmla="*/ 93931 w 148867"/>
              <a:gd name="csY70" fmla="*/ 115182 h 131206"/>
              <a:gd name="csX71" fmla="*/ 94305 w 148867"/>
              <a:gd name="csY71" fmla="*/ 117240 h 131206"/>
              <a:gd name="csX72" fmla="*/ 95462 w 148867"/>
              <a:gd name="csY72" fmla="*/ 118993 h 131206"/>
              <a:gd name="csX73" fmla="*/ 97197 w 148867"/>
              <a:gd name="csY73" fmla="*/ 120166 h 131206"/>
              <a:gd name="csX74" fmla="*/ 99239 w 148867"/>
              <a:gd name="csY74" fmla="*/ 120575 h 131206"/>
              <a:gd name="csX75" fmla="*/ 101298 w 148867"/>
              <a:gd name="csY75" fmla="*/ 120166 h 131206"/>
              <a:gd name="csX76" fmla="*/ 103033 w 148867"/>
              <a:gd name="csY76" fmla="*/ 118993 h 131206"/>
              <a:gd name="csX77" fmla="*/ 104173 w 148867"/>
              <a:gd name="csY77" fmla="*/ 117240 h 131206"/>
              <a:gd name="csX78" fmla="*/ 104564 w 148867"/>
              <a:gd name="csY78" fmla="*/ 115182 h 131206"/>
              <a:gd name="csX79" fmla="*/ 104564 w 148867"/>
              <a:gd name="csY79" fmla="*/ 97457 h 131206"/>
              <a:gd name="csX80" fmla="*/ 104173 w 148867"/>
              <a:gd name="csY80" fmla="*/ 95381 h 131206"/>
              <a:gd name="csX81" fmla="*/ 102999 w 148867"/>
              <a:gd name="csY81" fmla="*/ 93629 h 131206"/>
              <a:gd name="csX82" fmla="*/ 101247 w 148867"/>
              <a:gd name="csY82" fmla="*/ 92456 h 131206"/>
              <a:gd name="csX83" fmla="*/ 99154 w 148867"/>
              <a:gd name="csY83" fmla="*/ 92064 h 131206"/>
            </a:gdLst>
            <a:ahLst/>
            <a:cxnLst/>
            <a:rect l="l" t="t" r="r" b="b"/>
            <a:pathLst>
              <a:path w="100000" h="100000">
                <a:moveTo>
                  <a:pt x="29760" y="5932"/>
                </a:moveTo>
                <a:cubicBezTo>
                  <a:pt x="23886" y="5932"/>
                  <a:pt x="19051" y="10766"/>
                  <a:pt x="19051" y="16639"/>
                </a:cubicBezTo>
                <a:lnTo>
                  <a:pt x="19051" y="22592"/>
                </a:lnTo>
                <a:lnTo>
                  <a:pt x="10709" y="22592"/>
                </a:lnTo>
                <a:cubicBezTo>
                  <a:pt x="4835" y="22592"/>
                  <a:pt x="0" y="27438"/>
                  <a:pt x="0" y="33311"/>
                </a:cubicBezTo>
                <a:lnTo>
                  <a:pt x="0" y="69020"/>
                </a:lnTo>
                <a:cubicBezTo>
                  <a:pt x="0" y="74894"/>
                  <a:pt x="4835" y="79728"/>
                  <a:pt x="10709" y="79728"/>
                </a:cubicBezTo>
                <a:lnTo>
                  <a:pt x="17852" y="79728"/>
                </a:lnTo>
                <a:cubicBezTo>
                  <a:pt x="18800" y="79728"/>
                  <a:pt x="19714" y="79350"/>
                  <a:pt x="20377" y="78688"/>
                </a:cubicBezTo>
                <a:cubicBezTo>
                  <a:pt x="21052" y="78014"/>
                  <a:pt x="21429" y="77111"/>
                  <a:pt x="21429" y="76162"/>
                </a:cubicBezTo>
                <a:lnTo>
                  <a:pt x="21429" y="67832"/>
                </a:lnTo>
                <a:cubicBezTo>
                  <a:pt x="21429" y="66815"/>
                  <a:pt x="21943" y="65398"/>
                  <a:pt x="22720" y="64438"/>
                </a:cubicBezTo>
                <a:cubicBezTo>
                  <a:pt x="23509" y="63467"/>
                  <a:pt x="24355" y="63067"/>
                  <a:pt x="24995" y="63067"/>
                </a:cubicBezTo>
                <a:lnTo>
                  <a:pt x="74994" y="63067"/>
                </a:lnTo>
                <a:cubicBezTo>
                  <a:pt x="77017" y="63067"/>
                  <a:pt x="78571" y="64621"/>
                  <a:pt x="78571" y="66632"/>
                </a:cubicBezTo>
                <a:lnTo>
                  <a:pt x="78571" y="76162"/>
                </a:lnTo>
                <a:cubicBezTo>
                  <a:pt x="78571" y="77111"/>
                  <a:pt x="78949" y="78014"/>
                  <a:pt x="79623" y="78688"/>
                </a:cubicBezTo>
                <a:cubicBezTo>
                  <a:pt x="80286" y="79350"/>
                  <a:pt x="81200" y="79728"/>
                  <a:pt x="82138" y="79728"/>
                </a:cubicBezTo>
                <a:lnTo>
                  <a:pt x="89280" y="79728"/>
                </a:lnTo>
                <a:cubicBezTo>
                  <a:pt x="95166" y="79728"/>
                  <a:pt x="100000" y="74894"/>
                  <a:pt x="100000" y="69020"/>
                </a:cubicBezTo>
                <a:lnTo>
                  <a:pt x="100000" y="33311"/>
                </a:lnTo>
                <a:cubicBezTo>
                  <a:pt x="100000" y="27438"/>
                  <a:pt x="95166" y="22592"/>
                  <a:pt x="89280" y="22592"/>
                </a:cubicBezTo>
                <a:lnTo>
                  <a:pt x="80949" y="22592"/>
                </a:lnTo>
                <a:lnTo>
                  <a:pt x="80949" y="16639"/>
                </a:lnTo>
                <a:cubicBezTo>
                  <a:pt x="80949" y="10766"/>
                  <a:pt x="76114" y="5932"/>
                  <a:pt x="70240" y="5932"/>
                </a:cubicBezTo>
                <a:lnTo>
                  <a:pt x="29760" y="5932"/>
                </a:lnTo>
                <a:close/>
                <a:moveTo>
                  <a:pt x="29760" y="13074"/>
                </a:moveTo>
                <a:lnTo>
                  <a:pt x="70240" y="13074"/>
                </a:lnTo>
                <a:cubicBezTo>
                  <a:pt x="72252" y="13074"/>
                  <a:pt x="73806" y="14628"/>
                  <a:pt x="73806" y="16639"/>
                </a:cubicBezTo>
                <a:lnTo>
                  <a:pt x="73806" y="22592"/>
                </a:lnTo>
                <a:lnTo>
                  <a:pt x="26195" y="22592"/>
                </a:lnTo>
                <a:lnTo>
                  <a:pt x="26195" y="16639"/>
                </a:lnTo>
                <a:cubicBezTo>
                  <a:pt x="26195" y="14628"/>
                  <a:pt x="27749" y="13074"/>
                  <a:pt x="29760" y="13074"/>
                </a:cubicBezTo>
                <a:close/>
                <a:moveTo>
                  <a:pt x="33280" y="67775"/>
                </a:moveTo>
                <a:cubicBezTo>
                  <a:pt x="32332" y="67786"/>
                  <a:pt x="31429" y="68186"/>
                  <a:pt x="30766" y="68860"/>
                </a:cubicBezTo>
                <a:cubicBezTo>
                  <a:pt x="30114" y="69535"/>
                  <a:pt x="29749" y="70449"/>
                  <a:pt x="29760" y="71398"/>
                </a:cubicBezTo>
                <a:lnTo>
                  <a:pt x="29760" y="83304"/>
                </a:lnTo>
                <a:cubicBezTo>
                  <a:pt x="29760" y="83773"/>
                  <a:pt x="29840" y="84241"/>
                  <a:pt x="30023" y="84687"/>
                </a:cubicBezTo>
                <a:cubicBezTo>
                  <a:pt x="30194" y="85121"/>
                  <a:pt x="30457" y="85521"/>
                  <a:pt x="30789" y="85864"/>
                </a:cubicBezTo>
                <a:cubicBezTo>
                  <a:pt x="31120" y="86195"/>
                  <a:pt x="31520" y="86469"/>
                  <a:pt x="31954" y="86652"/>
                </a:cubicBezTo>
                <a:cubicBezTo>
                  <a:pt x="32389" y="86836"/>
                  <a:pt x="32858" y="86927"/>
                  <a:pt x="33337" y="86927"/>
                </a:cubicBezTo>
                <a:cubicBezTo>
                  <a:pt x="33806" y="86927"/>
                  <a:pt x="34274" y="86836"/>
                  <a:pt x="34709" y="86652"/>
                </a:cubicBezTo>
                <a:cubicBezTo>
                  <a:pt x="35143" y="86469"/>
                  <a:pt x="35543" y="86195"/>
                  <a:pt x="35874" y="85864"/>
                </a:cubicBezTo>
                <a:cubicBezTo>
                  <a:pt x="36205" y="85521"/>
                  <a:pt x="36469" y="85121"/>
                  <a:pt x="36652" y="84687"/>
                </a:cubicBezTo>
                <a:cubicBezTo>
                  <a:pt x="36823" y="84241"/>
                  <a:pt x="36914" y="83773"/>
                  <a:pt x="36903" y="83304"/>
                </a:cubicBezTo>
                <a:lnTo>
                  <a:pt x="36903" y="71398"/>
                </a:lnTo>
                <a:cubicBezTo>
                  <a:pt x="36914" y="70917"/>
                  <a:pt x="36823" y="70449"/>
                  <a:pt x="36640" y="70003"/>
                </a:cubicBezTo>
                <a:cubicBezTo>
                  <a:pt x="36457" y="69558"/>
                  <a:pt x="36194" y="69158"/>
                  <a:pt x="35863" y="68826"/>
                </a:cubicBezTo>
                <a:cubicBezTo>
                  <a:pt x="35520" y="68484"/>
                  <a:pt x="35120" y="68221"/>
                  <a:pt x="34675" y="68038"/>
                </a:cubicBezTo>
                <a:cubicBezTo>
                  <a:pt x="34229" y="67855"/>
                  <a:pt x="33760" y="67775"/>
                  <a:pt x="33280" y="67775"/>
                </a:cubicBezTo>
                <a:close/>
                <a:moveTo>
                  <a:pt x="49943" y="67775"/>
                </a:moveTo>
                <a:cubicBezTo>
                  <a:pt x="48995" y="67786"/>
                  <a:pt x="48092" y="68186"/>
                  <a:pt x="47440" y="68860"/>
                </a:cubicBezTo>
                <a:cubicBezTo>
                  <a:pt x="46777" y="69535"/>
                  <a:pt x="46412" y="70449"/>
                  <a:pt x="46423" y="71398"/>
                </a:cubicBezTo>
                <a:lnTo>
                  <a:pt x="46423" y="90446"/>
                </a:lnTo>
                <a:cubicBezTo>
                  <a:pt x="46423" y="90915"/>
                  <a:pt x="46514" y="91383"/>
                  <a:pt x="46686" y="91829"/>
                </a:cubicBezTo>
                <a:cubicBezTo>
                  <a:pt x="46857" y="92263"/>
                  <a:pt x="47120" y="92663"/>
                  <a:pt x="47452" y="93006"/>
                </a:cubicBezTo>
                <a:cubicBezTo>
                  <a:pt x="47794" y="93337"/>
                  <a:pt x="48183" y="93611"/>
                  <a:pt x="48617" y="93794"/>
                </a:cubicBezTo>
                <a:cubicBezTo>
                  <a:pt x="49063" y="93978"/>
                  <a:pt x="49531" y="94068"/>
                  <a:pt x="50000" y="94068"/>
                </a:cubicBezTo>
                <a:cubicBezTo>
                  <a:pt x="50469" y="94068"/>
                  <a:pt x="50937" y="93978"/>
                  <a:pt x="51383" y="93794"/>
                </a:cubicBezTo>
                <a:cubicBezTo>
                  <a:pt x="51817" y="93611"/>
                  <a:pt x="52206" y="93337"/>
                  <a:pt x="52549" y="93006"/>
                </a:cubicBezTo>
                <a:cubicBezTo>
                  <a:pt x="52880" y="92663"/>
                  <a:pt x="53143" y="92263"/>
                  <a:pt x="53314" y="91829"/>
                </a:cubicBezTo>
                <a:cubicBezTo>
                  <a:pt x="53486" y="91383"/>
                  <a:pt x="53577" y="90915"/>
                  <a:pt x="53566" y="90446"/>
                </a:cubicBezTo>
                <a:lnTo>
                  <a:pt x="53566" y="71398"/>
                </a:lnTo>
                <a:cubicBezTo>
                  <a:pt x="53577" y="70917"/>
                  <a:pt x="53486" y="70449"/>
                  <a:pt x="53314" y="70003"/>
                </a:cubicBezTo>
                <a:cubicBezTo>
                  <a:pt x="53131" y="69558"/>
                  <a:pt x="52857" y="69158"/>
                  <a:pt x="52526" y="68826"/>
                </a:cubicBezTo>
                <a:cubicBezTo>
                  <a:pt x="52183" y="68484"/>
                  <a:pt x="51783" y="68221"/>
                  <a:pt x="51337" y="68038"/>
                </a:cubicBezTo>
                <a:cubicBezTo>
                  <a:pt x="50892" y="67855"/>
                  <a:pt x="50423" y="67775"/>
                  <a:pt x="49943" y="67775"/>
                </a:cubicBezTo>
                <a:close/>
                <a:moveTo>
                  <a:pt x="66606" y="67775"/>
                </a:moveTo>
                <a:cubicBezTo>
                  <a:pt x="65669" y="67786"/>
                  <a:pt x="64766" y="68186"/>
                  <a:pt x="64103" y="68860"/>
                </a:cubicBezTo>
                <a:cubicBezTo>
                  <a:pt x="63440" y="69535"/>
                  <a:pt x="63086" y="70449"/>
                  <a:pt x="63097" y="71398"/>
                </a:cubicBezTo>
                <a:lnTo>
                  <a:pt x="63097" y="83304"/>
                </a:lnTo>
                <a:cubicBezTo>
                  <a:pt x="63086" y="83773"/>
                  <a:pt x="63177" y="84241"/>
                  <a:pt x="63348" y="84687"/>
                </a:cubicBezTo>
                <a:cubicBezTo>
                  <a:pt x="63532" y="85121"/>
                  <a:pt x="63795" y="85521"/>
                  <a:pt x="64126" y="85864"/>
                </a:cubicBezTo>
                <a:cubicBezTo>
                  <a:pt x="64457" y="86195"/>
                  <a:pt x="64857" y="86469"/>
                  <a:pt x="65291" y="86652"/>
                </a:cubicBezTo>
                <a:cubicBezTo>
                  <a:pt x="65726" y="86836"/>
                  <a:pt x="66195" y="86927"/>
                  <a:pt x="66663" y="86927"/>
                </a:cubicBezTo>
                <a:cubicBezTo>
                  <a:pt x="67143" y="86927"/>
                  <a:pt x="67611" y="86836"/>
                  <a:pt x="68046" y="86652"/>
                </a:cubicBezTo>
                <a:cubicBezTo>
                  <a:pt x="68480" y="86469"/>
                  <a:pt x="68880" y="86195"/>
                  <a:pt x="69211" y="85864"/>
                </a:cubicBezTo>
                <a:cubicBezTo>
                  <a:pt x="69543" y="85521"/>
                  <a:pt x="69806" y="85121"/>
                  <a:pt x="69977" y="84687"/>
                </a:cubicBezTo>
                <a:cubicBezTo>
                  <a:pt x="70160" y="84241"/>
                  <a:pt x="70240" y="83773"/>
                  <a:pt x="70240" y="83304"/>
                </a:cubicBezTo>
                <a:lnTo>
                  <a:pt x="70240" y="71398"/>
                </a:lnTo>
                <a:cubicBezTo>
                  <a:pt x="70240" y="70917"/>
                  <a:pt x="70160" y="70449"/>
                  <a:pt x="69977" y="70003"/>
                </a:cubicBezTo>
                <a:cubicBezTo>
                  <a:pt x="69795" y="69558"/>
                  <a:pt x="69532" y="69158"/>
                  <a:pt x="69189" y="68826"/>
                </a:cubicBezTo>
                <a:cubicBezTo>
                  <a:pt x="68857" y="68484"/>
                  <a:pt x="68446" y="68221"/>
                  <a:pt x="68012" y="68038"/>
                </a:cubicBezTo>
                <a:cubicBezTo>
                  <a:pt x="67566" y="67855"/>
                  <a:pt x="67086" y="67775"/>
                  <a:pt x="66606" y="6777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0" name="Чёрный — SVG 21">
            <a:extLst>
              <a:ext uri="{FF2B5EF4-FFF2-40B4-BE49-F238E27FC236}">
                <a16:creationId xmlns:a16="http://schemas.microsoft.com/office/drawing/2014/main" id="{3B7DA947-B7E2-4E4A-800D-E7662D928EDD}"/>
              </a:ext>
            </a:extLst>
          </p:cNvPr>
          <p:cNvSpPr>
            <a:spLocks noGrp="1"/>
          </p:cNvSpPr>
          <p:nvPr/>
        </p:nvSpPr>
        <p:spPr>
          <a:xfrm>
            <a:off x="1620000" y="3210000"/>
            <a:ext cx="220000" cy="220000"/>
          </a:xfrm>
          <a:custGeom>
            <a:avLst/>
            <a:gdLst>
              <a:gd name="csX0" fmla="*/ 70895 w 141772"/>
              <a:gd name="csY0" fmla="*/ 0 h 127583"/>
              <a:gd name="csX1" fmla="*/ 0 w 141772"/>
              <a:gd name="csY1" fmla="*/ 70885 h 127583"/>
              <a:gd name="csX2" fmla="*/ 26949 w 141772"/>
              <a:gd name="csY2" fmla="*/ 126426 h 127583"/>
              <a:gd name="csX3" fmla="*/ 30233 w 141772"/>
              <a:gd name="csY3" fmla="*/ 127583 h 127583"/>
              <a:gd name="csX4" fmla="*/ 111540 w 141772"/>
              <a:gd name="csY4" fmla="*/ 127583 h 127583"/>
              <a:gd name="csX5" fmla="*/ 114841 w 141772"/>
              <a:gd name="csY5" fmla="*/ 126426 h 127583"/>
              <a:gd name="csX6" fmla="*/ 141773 w 141772"/>
              <a:gd name="csY6" fmla="*/ 70885 h 127583"/>
              <a:gd name="csX7" fmla="*/ 70895 w 141772"/>
              <a:gd name="csY7" fmla="*/ 0 h 127583"/>
              <a:gd name="csX8" fmla="*/ 40645 w 141772"/>
              <a:gd name="csY8" fmla="*/ 108327 h 127583"/>
              <a:gd name="csX9" fmla="*/ 36902 w 141772"/>
              <a:gd name="csY9" fmla="*/ 109858 h 127583"/>
              <a:gd name="csX10" fmla="*/ 33125 w 141772"/>
              <a:gd name="csY10" fmla="*/ 108293 h 127583"/>
              <a:gd name="csX11" fmla="*/ 17728 w 141772"/>
              <a:gd name="csY11" fmla="*/ 70885 h 127583"/>
              <a:gd name="csX12" fmla="*/ 70895 w 141772"/>
              <a:gd name="csY12" fmla="*/ 17726 h 127583"/>
              <a:gd name="csX13" fmla="*/ 88606 w 141772"/>
              <a:gd name="csY13" fmla="*/ 20753 h 127583"/>
              <a:gd name="csX14" fmla="*/ 91855 w 141772"/>
              <a:gd name="csY14" fmla="*/ 27524 h 127583"/>
              <a:gd name="csX15" fmla="*/ 85067 w 141772"/>
              <a:gd name="csY15" fmla="*/ 30773 h 127583"/>
              <a:gd name="csX16" fmla="*/ 70895 w 141772"/>
              <a:gd name="csY16" fmla="*/ 28358 h 127583"/>
              <a:gd name="csX17" fmla="*/ 28361 w 141772"/>
              <a:gd name="csY17" fmla="*/ 70885 h 127583"/>
              <a:gd name="csX18" fmla="*/ 40679 w 141772"/>
              <a:gd name="csY18" fmla="*/ 100808 h 127583"/>
              <a:gd name="csX19" fmla="*/ 40645 w 141772"/>
              <a:gd name="csY19" fmla="*/ 108327 h 127583"/>
              <a:gd name="csX20" fmla="*/ 70895 w 141772"/>
              <a:gd name="csY20" fmla="*/ 81517 h 127583"/>
              <a:gd name="csX21" fmla="*/ 60261 w 141772"/>
              <a:gd name="csY21" fmla="*/ 70885 h 127583"/>
              <a:gd name="csX22" fmla="*/ 70895 w 141772"/>
              <a:gd name="csY22" fmla="*/ 60253 h 127583"/>
              <a:gd name="csX23" fmla="*/ 73600 w 141772"/>
              <a:gd name="csY23" fmla="*/ 60645 h 127583"/>
              <a:gd name="csX24" fmla="*/ 100804 w 141772"/>
              <a:gd name="csY24" fmla="*/ 33461 h 127583"/>
              <a:gd name="csX25" fmla="*/ 108324 w 141772"/>
              <a:gd name="csY25" fmla="*/ 33461 h 127583"/>
              <a:gd name="csX26" fmla="*/ 108324 w 141772"/>
              <a:gd name="csY26" fmla="*/ 40980 h 127583"/>
              <a:gd name="csX27" fmla="*/ 81120 w 141772"/>
              <a:gd name="csY27" fmla="*/ 68163 h 127583"/>
              <a:gd name="csX28" fmla="*/ 81528 w 141772"/>
              <a:gd name="csY28" fmla="*/ 70885 h 127583"/>
              <a:gd name="csX29" fmla="*/ 70895 w 141772"/>
              <a:gd name="csY29" fmla="*/ 81517 h 127583"/>
              <a:gd name="csX30" fmla="*/ 108648 w 141772"/>
              <a:gd name="csY30" fmla="*/ 108293 h 127583"/>
              <a:gd name="csX31" fmla="*/ 104870 w 141772"/>
              <a:gd name="csY31" fmla="*/ 109858 h 127583"/>
              <a:gd name="csX32" fmla="*/ 101128 w 141772"/>
              <a:gd name="csY32" fmla="*/ 108327 h 127583"/>
              <a:gd name="csX33" fmla="*/ 101094 w 141772"/>
              <a:gd name="csY33" fmla="*/ 100808 h 127583"/>
              <a:gd name="csX34" fmla="*/ 113428 w 141772"/>
              <a:gd name="csY34" fmla="*/ 70885 h 127583"/>
              <a:gd name="csX35" fmla="*/ 110995 w 141772"/>
              <a:gd name="csY35" fmla="*/ 56698 h 127583"/>
              <a:gd name="csX36" fmla="*/ 114245 w 141772"/>
              <a:gd name="csY36" fmla="*/ 49911 h 127583"/>
              <a:gd name="csX37" fmla="*/ 121033 w 141772"/>
              <a:gd name="csY37" fmla="*/ 53160 h 127583"/>
              <a:gd name="csX38" fmla="*/ 124062 w 141772"/>
              <a:gd name="csY38" fmla="*/ 70885 h 127583"/>
              <a:gd name="csX39" fmla="*/ 108648 w 141772"/>
              <a:gd name="csY39" fmla="*/ 108293 h 127583"/>
            </a:gdLst>
            <a:ahLst/>
            <a:cxnLst/>
            <a:rect l="l" t="t" r="r" b="b"/>
            <a:pathLst>
              <a:path w="100000" h="100000">
                <a:moveTo>
                  <a:pt x="50006" y="5004"/>
                </a:moveTo>
                <a:cubicBezTo>
                  <a:pt x="22429" y="5004"/>
                  <a:pt x="0" y="27430"/>
                  <a:pt x="0" y="55003"/>
                </a:cubicBezTo>
                <a:cubicBezTo>
                  <a:pt x="0" y="70338"/>
                  <a:pt x="6924" y="84617"/>
                  <a:pt x="19009" y="94180"/>
                </a:cubicBezTo>
                <a:cubicBezTo>
                  <a:pt x="19669" y="94708"/>
                  <a:pt x="20485" y="94996"/>
                  <a:pt x="21325" y="94996"/>
                </a:cubicBezTo>
                <a:lnTo>
                  <a:pt x="78676" y="94996"/>
                </a:lnTo>
                <a:cubicBezTo>
                  <a:pt x="79516" y="94996"/>
                  <a:pt x="80344" y="94708"/>
                  <a:pt x="81004" y="94180"/>
                </a:cubicBezTo>
                <a:cubicBezTo>
                  <a:pt x="93076" y="84617"/>
                  <a:pt x="100001" y="70338"/>
                  <a:pt x="100001" y="55003"/>
                </a:cubicBezTo>
                <a:cubicBezTo>
                  <a:pt x="100001" y="27430"/>
                  <a:pt x="77571" y="5004"/>
                  <a:pt x="50006" y="5004"/>
                </a:cubicBezTo>
                <a:close/>
                <a:moveTo>
                  <a:pt x="28669" y="81413"/>
                </a:moveTo>
                <a:cubicBezTo>
                  <a:pt x="27937" y="82133"/>
                  <a:pt x="26989" y="82493"/>
                  <a:pt x="26029" y="82493"/>
                </a:cubicBezTo>
                <a:cubicBezTo>
                  <a:pt x="25069" y="82493"/>
                  <a:pt x="24097" y="82121"/>
                  <a:pt x="23365" y="81389"/>
                </a:cubicBezTo>
                <a:cubicBezTo>
                  <a:pt x="16357" y="74310"/>
                  <a:pt x="12505" y="64938"/>
                  <a:pt x="12505" y="55003"/>
                </a:cubicBezTo>
                <a:cubicBezTo>
                  <a:pt x="12505" y="34329"/>
                  <a:pt x="29329" y="17507"/>
                  <a:pt x="50006" y="17507"/>
                </a:cubicBezTo>
                <a:cubicBezTo>
                  <a:pt x="54291" y="17507"/>
                  <a:pt x="58490" y="18215"/>
                  <a:pt x="62499" y="19642"/>
                </a:cubicBezTo>
                <a:cubicBezTo>
                  <a:pt x="64455" y="20327"/>
                  <a:pt x="65475" y="22474"/>
                  <a:pt x="64791" y="24418"/>
                </a:cubicBezTo>
                <a:cubicBezTo>
                  <a:pt x="64094" y="26374"/>
                  <a:pt x="61947" y="27394"/>
                  <a:pt x="60003" y="26710"/>
                </a:cubicBezTo>
                <a:cubicBezTo>
                  <a:pt x="56799" y="25570"/>
                  <a:pt x="53439" y="25007"/>
                  <a:pt x="50006" y="25007"/>
                </a:cubicBezTo>
                <a:cubicBezTo>
                  <a:pt x="33457" y="25007"/>
                  <a:pt x="20005" y="38457"/>
                  <a:pt x="20005" y="55003"/>
                </a:cubicBezTo>
                <a:cubicBezTo>
                  <a:pt x="20005" y="62959"/>
                  <a:pt x="23089" y="70447"/>
                  <a:pt x="28693" y="76110"/>
                </a:cubicBezTo>
                <a:cubicBezTo>
                  <a:pt x="30157" y="77585"/>
                  <a:pt x="30146" y="79949"/>
                  <a:pt x="28669" y="81413"/>
                </a:cubicBezTo>
                <a:close/>
                <a:moveTo>
                  <a:pt x="50006" y="62503"/>
                </a:moveTo>
                <a:cubicBezTo>
                  <a:pt x="45854" y="62503"/>
                  <a:pt x="42506" y="59143"/>
                  <a:pt x="42506" y="55003"/>
                </a:cubicBezTo>
                <a:cubicBezTo>
                  <a:pt x="42506" y="50852"/>
                  <a:pt x="45854" y="47504"/>
                  <a:pt x="50006" y="47504"/>
                </a:cubicBezTo>
                <a:cubicBezTo>
                  <a:pt x="50667" y="47504"/>
                  <a:pt x="51302" y="47612"/>
                  <a:pt x="51914" y="47781"/>
                </a:cubicBezTo>
                <a:lnTo>
                  <a:pt x="71103" y="28606"/>
                </a:lnTo>
                <a:cubicBezTo>
                  <a:pt x="72567" y="27142"/>
                  <a:pt x="74944" y="27142"/>
                  <a:pt x="76407" y="28606"/>
                </a:cubicBezTo>
                <a:cubicBezTo>
                  <a:pt x="77872" y="30070"/>
                  <a:pt x="77872" y="32445"/>
                  <a:pt x="76407" y="33910"/>
                </a:cubicBezTo>
                <a:lnTo>
                  <a:pt x="57219" y="53083"/>
                </a:lnTo>
                <a:cubicBezTo>
                  <a:pt x="57387" y="53696"/>
                  <a:pt x="57506" y="54332"/>
                  <a:pt x="57506" y="55003"/>
                </a:cubicBezTo>
                <a:cubicBezTo>
                  <a:pt x="57506" y="59143"/>
                  <a:pt x="54147" y="62503"/>
                  <a:pt x="50006" y="62503"/>
                </a:cubicBezTo>
                <a:close/>
                <a:moveTo>
                  <a:pt x="76636" y="81389"/>
                </a:moveTo>
                <a:cubicBezTo>
                  <a:pt x="75904" y="82121"/>
                  <a:pt x="74944" y="82493"/>
                  <a:pt x="73971" y="82493"/>
                </a:cubicBezTo>
                <a:cubicBezTo>
                  <a:pt x="73024" y="82493"/>
                  <a:pt x="72064" y="82133"/>
                  <a:pt x="71331" y="81413"/>
                </a:cubicBezTo>
                <a:cubicBezTo>
                  <a:pt x="69855" y="79949"/>
                  <a:pt x="69855" y="77573"/>
                  <a:pt x="71307" y="76110"/>
                </a:cubicBezTo>
                <a:cubicBezTo>
                  <a:pt x="76912" y="70447"/>
                  <a:pt x="80007" y="62959"/>
                  <a:pt x="80007" y="55003"/>
                </a:cubicBezTo>
                <a:cubicBezTo>
                  <a:pt x="80007" y="51560"/>
                  <a:pt x="79432" y="48200"/>
                  <a:pt x="78291" y="44997"/>
                </a:cubicBezTo>
                <a:cubicBezTo>
                  <a:pt x="77608" y="43053"/>
                  <a:pt x="78628" y="40905"/>
                  <a:pt x="80584" y="40209"/>
                </a:cubicBezTo>
                <a:cubicBezTo>
                  <a:pt x="82528" y="39525"/>
                  <a:pt x="84676" y="40545"/>
                  <a:pt x="85372" y="42501"/>
                </a:cubicBezTo>
                <a:cubicBezTo>
                  <a:pt x="86788" y="46508"/>
                  <a:pt x="87508" y="50708"/>
                  <a:pt x="87508" y="55003"/>
                </a:cubicBezTo>
                <a:cubicBezTo>
                  <a:pt x="87508" y="64938"/>
                  <a:pt x="83643" y="74310"/>
                  <a:pt x="76636" y="81389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1" name="Чёрный — SVG 22">
            <a:extLst>
              <a:ext uri="{FF2B5EF4-FFF2-40B4-BE49-F238E27FC236}">
                <a16:creationId xmlns:a16="http://schemas.microsoft.com/office/drawing/2014/main" id="{0348621C-5FF6-804B-A229-A49DC128FBD0}"/>
              </a:ext>
            </a:extLst>
          </p:cNvPr>
          <p:cNvSpPr>
            <a:spLocks noGrp="1"/>
          </p:cNvSpPr>
          <p:nvPr/>
        </p:nvSpPr>
        <p:spPr>
          <a:xfrm>
            <a:off x="2220000" y="3210000"/>
            <a:ext cx="220000" cy="220000"/>
          </a:xfrm>
          <a:custGeom>
            <a:avLst/>
            <a:gdLst>
              <a:gd name="csX0" fmla="*/ 19494 w 141777"/>
              <a:gd name="csY0" fmla="*/ 0 h 141753"/>
              <a:gd name="csX1" fmla="*/ 0 w 141777"/>
              <a:gd name="csY1" fmla="*/ 19495 h 141753"/>
              <a:gd name="csX2" fmla="*/ 0 w 141777"/>
              <a:gd name="csY2" fmla="*/ 108089 h 141753"/>
              <a:gd name="csX3" fmla="*/ 19494 w 141777"/>
              <a:gd name="csY3" fmla="*/ 127583 h 141753"/>
              <a:gd name="csX4" fmla="*/ 81889 w 141777"/>
              <a:gd name="csY4" fmla="*/ 127583 h 141753"/>
              <a:gd name="csX5" fmla="*/ 81523 w 141777"/>
              <a:gd name="csY5" fmla="*/ 124045 h 141753"/>
              <a:gd name="csX6" fmla="*/ 81523 w 141777"/>
              <a:gd name="csY6" fmla="*/ 116951 h 141753"/>
              <a:gd name="csX7" fmla="*/ 98719 w 141777"/>
              <a:gd name="csY7" fmla="*/ 99294 h 141753"/>
              <a:gd name="csX8" fmla="*/ 93934 w 141777"/>
              <a:gd name="csY8" fmla="*/ 92149 h 141753"/>
              <a:gd name="csX9" fmla="*/ 69117 w 141777"/>
              <a:gd name="csY9" fmla="*/ 92149 h 141753"/>
              <a:gd name="csX10" fmla="*/ 63800 w 141777"/>
              <a:gd name="csY10" fmla="*/ 86825 h 141753"/>
              <a:gd name="csX11" fmla="*/ 69117 w 141777"/>
              <a:gd name="csY11" fmla="*/ 81517 h 141753"/>
              <a:gd name="csX12" fmla="*/ 92247 w 141777"/>
              <a:gd name="csY12" fmla="*/ 81517 h 141753"/>
              <a:gd name="csX13" fmla="*/ 115194 w 141777"/>
              <a:gd name="csY13" fmla="*/ 60253 h 141753"/>
              <a:gd name="csX14" fmla="*/ 127601 w 141777"/>
              <a:gd name="csY14" fmla="*/ 63911 h 141753"/>
              <a:gd name="csX15" fmla="*/ 127601 w 141777"/>
              <a:gd name="csY15" fmla="*/ 19495 h 141753"/>
              <a:gd name="csX16" fmla="*/ 108107 w 141777"/>
              <a:gd name="csY16" fmla="*/ 0 h 141753"/>
              <a:gd name="csX17" fmla="*/ 19494 w 141777"/>
              <a:gd name="csY17" fmla="*/ 0 h 141753"/>
              <a:gd name="csX18" fmla="*/ 53167 w 141777"/>
              <a:gd name="csY18" fmla="*/ 24802 h 141753"/>
              <a:gd name="csX19" fmla="*/ 56925 w 141777"/>
              <a:gd name="csY19" fmla="*/ 26367 h 141753"/>
              <a:gd name="csX20" fmla="*/ 56925 w 141777"/>
              <a:gd name="csY20" fmla="*/ 33886 h 141753"/>
              <a:gd name="csX21" fmla="*/ 39204 w 141777"/>
              <a:gd name="csY21" fmla="*/ 51595 h 141753"/>
              <a:gd name="csX22" fmla="*/ 35444 w 141777"/>
              <a:gd name="csY22" fmla="*/ 53160 h 141753"/>
              <a:gd name="csX23" fmla="*/ 31686 w 141777"/>
              <a:gd name="csY23" fmla="*/ 51595 h 141753"/>
              <a:gd name="csX24" fmla="*/ 22825 w 141777"/>
              <a:gd name="csY24" fmla="*/ 42749 h 141753"/>
              <a:gd name="csX25" fmla="*/ 22825 w 141777"/>
              <a:gd name="csY25" fmla="*/ 35230 h 141753"/>
              <a:gd name="csX26" fmla="*/ 30342 w 141777"/>
              <a:gd name="csY26" fmla="*/ 35230 h 141753"/>
              <a:gd name="csX27" fmla="*/ 35444 w 141777"/>
              <a:gd name="csY27" fmla="*/ 40333 h 141753"/>
              <a:gd name="csX28" fmla="*/ 49409 w 141777"/>
              <a:gd name="csY28" fmla="*/ 26367 h 141753"/>
              <a:gd name="csX29" fmla="*/ 53167 w 141777"/>
              <a:gd name="csY29" fmla="*/ 24802 h 141753"/>
              <a:gd name="csX30" fmla="*/ 69117 w 141777"/>
              <a:gd name="csY30" fmla="*/ 35434 h 141753"/>
              <a:gd name="csX31" fmla="*/ 101017 w 141777"/>
              <a:gd name="csY31" fmla="*/ 35434 h 141753"/>
              <a:gd name="csX32" fmla="*/ 106334 w 141777"/>
              <a:gd name="csY32" fmla="*/ 40759 h 141753"/>
              <a:gd name="csX33" fmla="*/ 101017 w 141777"/>
              <a:gd name="csY33" fmla="*/ 46066 h 141753"/>
              <a:gd name="csX34" fmla="*/ 69117 w 141777"/>
              <a:gd name="csY34" fmla="*/ 46066 h 141753"/>
              <a:gd name="csX35" fmla="*/ 63800 w 141777"/>
              <a:gd name="csY35" fmla="*/ 40759 h 141753"/>
              <a:gd name="csX36" fmla="*/ 69117 w 141777"/>
              <a:gd name="csY36" fmla="*/ 35434 h 141753"/>
              <a:gd name="csX37" fmla="*/ 115194 w 141777"/>
              <a:gd name="csY37" fmla="*/ 67330 h 141753"/>
              <a:gd name="csX38" fmla="*/ 103916 w 141777"/>
              <a:gd name="csY38" fmla="*/ 72008 h 141753"/>
              <a:gd name="csX39" fmla="*/ 99244 w 141777"/>
              <a:gd name="csY39" fmla="*/ 83286 h 141753"/>
              <a:gd name="csX40" fmla="*/ 103916 w 141777"/>
              <a:gd name="csY40" fmla="*/ 94565 h 141753"/>
              <a:gd name="csX41" fmla="*/ 115194 w 141777"/>
              <a:gd name="csY41" fmla="*/ 99226 h 141753"/>
              <a:gd name="csX42" fmla="*/ 126473 w 141777"/>
              <a:gd name="csY42" fmla="*/ 94565 h 141753"/>
              <a:gd name="csX43" fmla="*/ 131144 w 141777"/>
              <a:gd name="csY43" fmla="*/ 83286 h 141753"/>
              <a:gd name="csX44" fmla="*/ 126473 w 141777"/>
              <a:gd name="csY44" fmla="*/ 72008 h 141753"/>
              <a:gd name="csX45" fmla="*/ 115194 w 141777"/>
              <a:gd name="csY45" fmla="*/ 67330 h 141753"/>
              <a:gd name="csX46" fmla="*/ 53167 w 141777"/>
              <a:gd name="csY46" fmla="*/ 70885 h 141753"/>
              <a:gd name="csX47" fmla="*/ 56925 w 141777"/>
              <a:gd name="csY47" fmla="*/ 72433 h 141753"/>
              <a:gd name="csX48" fmla="*/ 56925 w 141777"/>
              <a:gd name="csY48" fmla="*/ 79952 h 141753"/>
              <a:gd name="csX49" fmla="*/ 39204 w 141777"/>
              <a:gd name="csY49" fmla="*/ 97678 h 141753"/>
              <a:gd name="csX50" fmla="*/ 35444 w 141777"/>
              <a:gd name="csY50" fmla="*/ 99226 h 141753"/>
              <a:gd name="csX51" fmla="*/ 31686 w 141777"/>
              <a:gd name="csY51" fmla="*/ 97678 h 141753"/>
              <a:gd name="csX52" fmla="*/ 22825 w 141777"/>
              <a:gd name="csY52" fmla="*/ 88815 h 141753"/>
              <a:gd name="csX53" fmla="*/ 22825 w 141777"/>
              <a:gd name="csY53" fmla="*/ 81296 h 141753"/>
              <a:gd name="csX54" fmla="*/ 30342 w 141777"/>
              <a:gd name="csY54" fmla="*/ 81296 h 141753"/>
              <a:gd name="csX55" fmla="*/ 35444 w 141777"/>
              <a:gd name="csY55" fmla="*/ 86399 h 141753"/>
              <a:gd name="csX56" fmla="*/ 49409 w 141777"/>
              <a:gd name="csY56" fmla="*/ 72433 h 141753"/>
              <a:gd name="csX57" fmla="*/ 53167 w 141777"/>
              <a:gd name="csY57" fmla="*/ 70885 h 141753"/>
              <a:gd name="csX58" fmla="*/ 99244 w 141777"/>
              <a:gd name="csY58" fmla="*/ 106319 h 141753"/>
              <a:gd name="csX59" fmla="*/ 88611 w 141777"/>
              <a:gd name="csY59" fmla="*/ 116951 h 141753"/>
              <a:gd name="csX60" fmla="*/ 88611 w 141777"/>
              <a:gd name="csY60" fmla="*/ 124045 h 141753"/>
              <a:gd name="csX61" fmla="*/ 115194 w 141777"/>
              <a:gd name="csY61" fmla="*/ 141753 h 141753"/>
              <a:gd name="csX62" fmla="*/ 141778 w 141777"/>
              <a:gd name="csY62" fmla="*/ 124045 h 141753"/>
              <a:gd name="csX63" fmla="*/ 141778 w 141777"/>
              <a:gd name="csY63" fmla="*/ 116951 h 141753"/>
              <a:gd name="csX64" fmla="*/ 131144 w 141777"/>
              <a:gd name="csY64" fmla="*/ 106319 h 141753"/>
              <a:gd name="csX65" fmla="*/ 99244 w 141777"/>
              <a:gd name="csY65" fmla="*/ 106319 h 141753"/>
            </a:gdLst>
            <a:ahLst/>
            <a:cxnLst/>
            <a:rect l="l" t="t" r="r" b="b"/>
            <a:pathLst>
              <a:path w="100000" h="100000">
                <a:moveTo>
                  <a:pt x="13750" y="8"/>
                </a:moveTo>
                <a:cubicBezTo>
                  <a:pt x="6168" y="8"/>
                  <a:pt x="0" y="6176"/>
                  <a:pt x="0" y="13759"/>
                </a:cubicBezTo>
                <a:lnTo>
                  <a:pt x="0" y="76247"/>
                </a:lnTo>
                <a:cubicBezTo>
                  <a:pt x="0" y="83830"/>
                  <a:pt x="6168" y="89997"/>
                  <a:pt x="13750" y="89997"/>
                </a:cubicBezTo>
                <a:lnTo>
                  <a:pt x="57759" y="89997"/>
                </a:lnTo>
                <a:cubicBezTo>
                  <a:pt x="57604" y="89181"/>
                  <a:pt x="57501" y="88354"/>
                  <a:pt x="57501" y="87501"/>
                </a:cubicBezTo>
                <a:lnTo>
                  <a:pt x="57501" y="82498"/>
                </a:lnTo>
                <a:cubicBezTo>
                  <a:pt x="57501" y="75731"/>
                  <a:pt x="62912" y="70236"/>
                  <a:pt x="69630" y="70044"/>
                </a:cubicBezTo>
                <a:cubicBezTo>
                  <a:pt x="68217" y="68592"/>
                  <a:pt x="67050" y="66900"/>
                  <a:pt x="66255" y="65004"/>
                </a:cubicBezTo>
                <a:lnTo>
                  <a:pt x="48751" y="65004"/>
                </a:lnTo>
                <a:cubicBezTo>
                  <a:pt x="46678" y="65004"/>
                  <a:pt x="45000" y="63325"/>
                  <a:pt x="45000" y="61249"/>
                </a:cubicBezTo>
                <a:cubicBezTo>
                  <a:pt x="45000" y="59185"/>
                  <a:pt x="46678" y="57505"/>
                  <a:pt x="48751" y="57505"/>
                </a:cubicBezTo>
                <a:lnTo>
                  <a:pt x="65065" y="57505"/>
                </a:lnTo>
                <a:cubicBezTo>
                  <a:pt x="65707" y="49130"/>
                  <a:pt x="72711" y="42507"/>
                  <a:pt x="81250" y="42507"/>
                </a:cubicBezTo>
                <a:cubicBezTo>
                  <a:pt x="84474" y="42507"/>
                  <a:pt x="87471" y="43455"/>
                  <a:pt x="90001" y="45087"/>
                </a:cubicBezTo>
                <a:lnTo>
                  <a:pt x="90001" y="13759"/>
                </a:lnTo>
                <a:cubicBezTo>
                  <a:pt x="90001" y="6176"/>
                  <a:pt x="83833" y="8"/>
                  <a:pt x="76251" y="8"/>
                </a:cubicBezTo>
                <a:lnTo>
                  <a:pt x="13750" y="8"/>
                </a:lnTo>
                <a:close/>
                <a:moveTo>
                  <a:pt x="37500" y="17502"/>
                </a:moveTo>
                <a:cubicBezTo>
                  <a:pt x="38459" y="17502"/>
                  <a:pt x="39419" y="17875"/>
                  <a:pt x="40151" y="18606"/>
                </a:cubicBezTo>
                <a:cubicBezTo>
                  <a:pt x="41616" y="20070"/>
                  <a:pt x="41614" y="22446"/>
                  <a:pt x="40151" y="23909"/>
                </a:cubicBezTo>
                <a:lnTo>
                  <a:pt x="27652" y="36400"/>
                </a:lnTo>
                <a:cubicBezTo>
                  <a:pt x="26918" y="37132"/>
                  <a:pt x="25960" y="37504"/>
                  <a:pt x="25000" y="37504"/>
                </a:cubicBezTo>
                <a:cubicBezTo>
                  <a:pt x="24040" y="37504"/>
                  <a:pt x="23081" y="37132"/>
                  <a:pt x="22349" y="36400"/>
                </a:cubicBezTo>
                <a:lnTo>
                  <a:pt x="16099" y="30161"/>
                </a:lnTo>
                <a:cubicBezTo>
                  <a:pt x="14634" y="28697"/>
                  <a:pt x="14634" y="26321"/>
                  <a:pt x="16099" y="24857"/>
                </a:cubicBezTo>
                <a:cubicBezTo>
                  <a:pt x="17563" y="23394"/>
                  <a:pt x="19937" y="23394"/>
                  <a:pt x="21401" y="24857"/>
                </a:cubicBezTo>
                <a:lnTo>
                  <a:pt x="25000" y="28457"/>
                </a:lnTo>
                <a:lnTo>
                  <a:pt x="34850" y="18606"/>
                </a:lnTo>
                <a:cubicBezTo>
                  <a:pt x="35581" y="17875"/>
                  <a:pt x="36542" y="17502"/>
                  <a:pt x="37500" y="17502"/>
                </a:cubicBezTo>
                <a:close/>
                <a:moveTo>
                  <a:pt x="48751" y="25001"/>
                </a:moveTo>
                <a:lnTo>
                  <a:pt x="71251" y="25001"/>
                </a:lnTo>
                <a:cubicBezTo>
                  <a:pt x="73323" y="25001"/>
                  <a:pt x="75001" y="26681"/>
                  <a:pt x="75001" y="28757"/>
                </a:cubicBezTo>
                <a:cubicBezTo>
                  <a:pt x="75001" y="30821"/>
                  <a:pt x="73323" y="32500"/>
                  <a:pt x="71251" y="32500"/>
                </a:cubicBezTo>
                <a:lnTo>
                  <a:pt x="48751" y="32500"/>
                </a:lnTo>
                <a:cubicBezTo>
                  <a:pt x="46678" y="32500"/>
                  <a:pt x="45000" y="30821"/>
                  <a:pt x="45000" y="28757"/>
                </a:cubicBezTo>
                <a:cubicBezTo>
                  <a:pt x="45000" y="26681"/>
                  <a:pt x="46678" y="25001"/>
                  <a:pt x="48751" y="25001"/>
                </a:cubicBezTo>
                <a:close/>
                <a:moveTo>
                  <a:pt x="81250" y="47499"/>
                </a:moveTo>
                <a:cubicBezTo>
                  <a:pt x="78267" y="47499"/>
                  <a:pt x="75405" y="48686"/>
                  <a:pt x="73295" y="50798"/>
                </a:cubicBezTo>
                <a:cubicBezTo>
                  <a:pt x="71186" y="52910"/>
                  <a:pt x="70000" y="55766"/>
                  <a:pt x="70000" y="58753"/>
                </a:cubicBezTo>
                <a:cubicBezTo>
                  <a:pt x="70000" y="61729"/>
                  <a:pt x="71186" y="64597"/>
                  <a:pt x="73295" y="66708"/>
                </a:cubicBezTo>
                <a:cubicBezTo>
                  <a:pt x="75405" y="68820"/>
                  <a:pt x="78267" y="69996"/>
                  <a:pt x="81250" y="69996"/>
                </a:cubicBezTo>
                <a:cubicBezTo>
                  <a:pt x="84235" y="69996"/>
                  <a:pt x="87096" y="68820"/>
                  <a:pt x="89206" y="66708"/>
                </a:cubicBezTo>
                <a:cubicBezTo>
                  <a:pt x="91316" y="64597"/>
                  <a:pt x="92500" y="61729"/>
                  <a:pt x="92500" y="58753"/>
                </a:cubicBezTo>
                <a:cubicBezTo>
                  <a:pt x="92500" y="55766"/>
                  <a:pt x="91316" y="52910"/>
                  <a:pt x="89206" y="50798"/>
                </a:cubicBezTo>
                <a:cubicBezTo>
                  <a:pt x="87096" y="48686"/>
                  <a:pt x="84235" y="47499"/>
                  <a:pt x="81250" y="47499"/>
                </a:cubicBezTo>
                <a:close/>
                <a:moveTo>
                  <a:pt x="37500" y="50006"/>
                </a:moveTo>
                <a:cubicBezTo>
                  <a:pt x="38459" y="50006"/>
                  <a:pt x="39419" y="50366"/>
                  <a:pt x="40151" y="51098"/>
                </a:cubicBezTo>
                <a:cubicBezTo>
                  <a:pt x="41616" y="52562"/>
                  <a:pt x="41614" y="54938"/>
                  <a:pt x="40151" y="56401"/>
                </a:cubicBezTo>
                <a:lnTo>
                  <a:pt x="27652" y="68904"/>
                </a:lnTo>
                <a:cubicBezTo>
                  <a:pt x="26918" y="69635"/>
                  <a:pt x="25960" y="69996"/>
                  <a:pt x="25000" y="69996"/>
                </a:cubicBezTo>
                <a:cubicBezTo>
                  <a:pt x="24040" y="69996"/>
                  <a:pt x="23081" y="69635"/>
                  <a:pt x="22349" y="68904"/>
                </a:cubicBezTo>
                <a:lnTo>
                  <a:pt x="16099" y="62653"/>
                </a:lnTo>
                <a:cubicBezTo>
                  <a:pt x="14634" y="61189"/>
                  <a:pt x="14634" y="58813"/>
                  <a:pt x="16099" y="57349"/>
                </a:cubicBezTo>
                <a:cubicBezTo>
                  <a:pt x="17563" y="55886"/>
                  <a:pt x="19937" y="55886"/>
                  <a:pt x="21401" y="57349"/>
                </a:cubicBezTo>
                <a:lnTo>
                  <a:pt x="25000" y="60949"/>
                </a:lnTo>
                <a:lnTo>
                  <a:pt x="34850" y="51098"/>
                </a:lnTo>
                <a:cubicBezTo>
                  <a:pt x="35581" y="50366"/>
                  <a:pt x="36542" y="50006"/>
                  <a:pt x="37500" y="50006"/>
                </a:cubicBezTo>
                <a:close/>
                <a:moveTo>
                  <a:pt x="70000" y="74999"/>
                </a:moveTo>
                <a:cubicBezTo>
                  <a:pt x="65858" y="74999"/>
                  <a:pt x="62500" y="78359"/>
                  <a:pt x="62500" y="82498"/>
                </a:cubicBezTo>
                <a:lnTo>
                  <a:pt x="62500" y="87501"/>
                </a:lnTo>
                <a:cubicBezTo>
                  <a:pt x="62500" y="94400"/>
                  <a:pt x="70895" y="99992"/>
                  <a:pt x="81250" y="99992"/>
                </a:cubicBezTo>
                <a:cubicBezTo>
                  <a:pt x="91605" y="99992"/>
                  <a:pt x="100001" y="94400"/>
                  <a:pt x="100001" y="87501"/>
                </a:cubicBezTo>
                <a:lnTo>
                  <a:pt x="100001" y="82498"/>
                </a:lnTo>
                <a:cubicBezTo>
                  <a:pt x="100001" y="78359"/>
                  <a:pt x="96643" y="74999"/>
                  <a:pt x="92500" y="74999"/>
                </a:cubicBezTo>
                <a:lnTo>
                  <a:pt x="70000" y="7499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2" name="Чёрный — SVG 23">
            <a:extLst>
              <a:ext uri="{FF2B5EF4-FFF2-40B4-BE49-F238E27FC236}">
                <a16:creationId xmlns:a16="http://schemas.microsoft.com/office/drawing/2014/main" id="{783D114B-C878-FA46-876C-5837204FB0B3}"/>
              </a:ext>
            </a:extLst>
          </p:cNvPr>
          <p:cNvSpPr>
            <a:spLocks noGrp="1"/>
          </p:cNvSpPr>
          <p:nvPr/>
        </p:nvSpPr>
        <p:spPr>
          <a:xfrm>
            <a:off x="2820000" y="3210000"/>
            <a:ext cx="220000" cy="220000"/>
          </a:xfrm>
          <a:custGeom>
            <a:avLst/>
            <a:gdLst>
              <a:gd name="csX0" fmla="*/ 113423 w 148867"/>
              <a:gd name="csY0" fmla="*/ 0 h 152390"/>
              <a:gd name="csX1" fmla="*/ 107317 w 148867"/>
              <a:gd name="csY1" fmla="*/ 512 h 152390"/>
              <a:gd name="csX2" fmla="*/ 106092 w 148867"/>
              <a:gd name="csY2" fmla="*/ 5586 h 152390"/>
              <a:gd name="csX3" fmla="*/ 88293 w 148867"/>
              <a:gd name="csY3" fmla="*/ 15858 h 152390"/>
              <a:gd name="csX4" fmla="*/ 84022 w 148867"/>
              <a:gd name="csY4" fmla="*/ 14590 h 152390"/>
              <a:gd name="csX5" fmla="*/ 77978 w 148867"/>
              <a:gd name="csY5" fmla="*/ 25721 h 152390"/>
              <a:gd name="csX6" fmla="*/ 81149 w 148867"/>
              <a:gd name="csY6" fmla="*/ 28767 h 152390"/>
              <a:gd name="csX7" fmla="*/ 81149 w 148867"/>
              <a:gd name="csY7" fmla="*/ 49201 h 152390"/>
              <a:gd name="csX8" fmla="*/ 77978 w 148867"/>
              <a:gd name="csY8" fmla="*/ 52246 h 152390"/>
              <a:gd name="csX9" fmla="*/ 84022 w 148867"/>
              <a:gd name="csY9" fmla="*/ 63377 h 152390"/>
              <a:gd name="csX10" fmla="*/ 88293 w 148867"/>
              <a:gd name="csY10" fmla="*/ 62109 h 152390"/>
              <a:gd name="csX11" fmla="*/ 106092 w 148867"/>
              <a:gd name="csY11" fmla="*/ 72382 h 152390"/>
              <a:gd name="csX12" fmla="*/ 107317 w 148867"/>
              <a:gd name="csY12" fmla="*/ 77455 h 152390"/>
              <a:gd name="csX13" fmla="*/ 113423 w 148867"/>
              <a:gd name="csY13" fmla="*/ 77967 h 152390"/>
              <a:gd name="csX14" fmla="*/ 119529 w 148867"/>
              <a:gd name="csY14" fmla="*/ 77455 h 152390"/>
              <a:gd name="csX15" fmla="*/ 120754 w 148867"/>
              <a:gd name="csY15" fmla="*/ 72382 h 152390"/>
              <a:gd name="csX16" fmla="*/ 138552 w 148867"/>
              <a:gd name="csY16" fmla="*/ 62109 h 152390"/>
              <a:gd name="csX17" fmla="*/ 142824 w 148867"/>
              <a:gd name="csY17" fmla="*/ 63377 h 152390"/>
              <a:gd name="csX18" fmla="*/ 148867 w 148867"/>
              <a:gd name="csY18" fmla="*/ 52246 h 152390"/>
              <a:gd name="csX19" fmla="*/ 145696 w 148867"/>
              <a:gd name="csY19" fmla="*/ 49201 h 152390"/>
              <a:gd name="csX20" fmla="*/ 145696 w 148867"/>
              <a:gd name="csY20" fmla="*/ 28767 h 152390"/>
              <a:gd name="csX21" fmla="*/ 148867 w 148867"/>
              <a:gd name="csY21" fmla="*/ 25721 h 152390"/>
              <a:gd name="csX22" fmla="*/ 142824 w 148867"/>
              <a:gd name="csY22" fmla="*/ 14590 h 152390"/>
              <a:gd name="csX23" fmla="*/ 138552 w 148867"/>
              <a:gd name="csY23" fmla="*/ 15858 h 152390"/>
              <a:gd name="csX24" fmla="*/ 120754 w 148867"/>
              <a:gd name="csY24" fmla="*/ 5586 h 152390"/>
              <a:gd name="csX25" fmla="*/ 119529 w 148867"/>
              <a:gd name="csY25" fmla="*/ 512 h 152390"/>
              <a:gd name="csX26" fmla="*/ 113423 w 148867"/>
              <a:gd name="csY26" fmla="*/ 0 h 152390"/>
              <a:gd name="csX27" fmla="*/ 23040 w 148867"/>
              <a:gd name="csY27" fmla="*/ 17720 h 152390"/>
              <a:gd name="csX28" fmla="*/ 0 w 148867"/>
              <a:gd name="csY28" fmla="*/ 40755 h 152390"/>
              <a:gd name="csX29" fmla="*/ 0 w 148867"/>
              <a:gd name="csY29" fmla="*/ 101003 h 152390"/>
              <a:gd name="csX30" fmla="*/ 23040 w 148867"/>
              <a:gd name="csY30" fmla="*/ 124040 h 152390"/>
              <a:gd name="csX31" fmla="*/ 28356 w 148867"/>
              <a:gd name="csY31" fmla="*/ 124040 h 152390"/>
              <a:gd name="csX32" fmla="*/ 28356 w 148867"/>
              <a:gd name="csY32" fmla="*/ 143531 h 152390"/>
              <a:gd name="csX33" fmla="*/ 33249 w 148867"/>
              <a:gd name="csY33" fmla="*/ 151470 h 152390"/>
              <a:gd name="csX34" fmla="*/ 37217 w 148867"/>
              <a:gd name="csY34" fmla="*/ 152391 h 152390"/>
              <a:gd name="csX35" fmla="*/ 42534 w 148867"/>
              <a:gd name="csY35" fmla="*/ 150620 h 152390"/>
              <a:gd name="csX36" fmla="*/ 77978 w 148867"/>
              <a:gd name="csY36" fmla="*/ 124040 h 152390"/>
              <a:gd name="csX37" fmla="*/ 118740 w 148867"/>
              <a:gd name="csY37" fmla="*/ 124040 h 152390"/>
              <a:gd name="csX38" fmla="*/ 141778 w 148867"/>
              <a:gd name="csY38" fmla="*/ 101003 h 152390"/>
              <a:gd name="csX39" fmla="*/ 141778 w 148867"/>
              <a:gd name="csY39" fmla="*/ 70382 h 152390"/>
              <a:gd name="csX40" fmla="*/ 140823 w 148867"/>
              <a:gd name="csY40" fmla="*/ 70174 h 152390"/>
              <a:gd name="csX41" fmla="*/ 136531 w 148867"/>
              <a:gd name="csY41" fmla="*/ 68893 h 152390"/>
              <a:gd name="csX42" fmla="*/ 134510 w 148867"/>
              <a:gd name="csY42" fmla="*/ 68609 h 152390"/>
              <a:gd name="csX43" fmla="*/ 127635 w 148867"/>
              <a:gd name="csY43" fmla="*/ 74036 h 152390"/>
              <a:gd name="csX44" fmla="*/ 126430 w 148867"/>
              <a:gd name="csY44" fmla="*/ 79137 h 152390"/>
              <a:gd name="csX45" fmla="*/ 120725 w 148867"/>
              <a:gd name="csY45" fmla="*/ 84453 h 152390"/>
              <a:gd name="csX46" fmla="*/ 113423 w 148867"/>
              <a:gd name="csY46" fmla="*/ 85056 h 152390"/>
              <a:gd name="csX47" fmla="*/ 106119 w 148867"/>
              <a:gd name="csY47" fmla="*/ 84453 h 152390"/>
              <a:gd name="csX48" fmla="*/ 100415 w 148867"/>
              <a:gd name="csY48" fmla="*/ 79137 h 152390"/>
              <a:gd name="csX49" fmla="*/ 99210 w 148867"/>
              <a:gd name="csY49" fmla="*/ 74036 h 152390"/>
              <a:gd name="csX50" fmla="*/ 92335 w 148867"/>
              <a:gd name="csY50" fmla="*/ 68609 h 152390"/>
              <a:gd name="csX51" fmla="*/ 90314 w 148867"/>
              <a:gd name="csY51" fmla="*/ 68893 h 152390"/>
              <a:gd name="csX52" fmla="*/ 86023 w 148867"/>
              <a:gd name="csY52" fmla="*/ 70174 h 152390"/>
              <a:gd name="csX53" fmla="*/ 84043 w 148867"/>
              <a:gd name="csY53" fmla="*/ 70457 h 152390"/>
              <a:gd name="csX54" fmla="*/ 78442 w 148867"/>
              <a:gd name="csY54" fmla="*/ 67723 h 152390"/>
              <a:gd name="csX55" fmla="*/ 71278 w 148867"/>
              <a:gd name="csY55" fmla="*/ 54578 h 152390"/>
              <a:gd name="csX56" fmla="*/ 73049 w 148867"/>
              <a:gd name="csY56" fmla="*/ 47138 h 152390"/>
              <a:gd name="csX57" fmla="*/ 76240 w 148867"/>
              <a:gd name="csY57" fmla="*/ 44086 h 152390"/>
              <a:gd name="csX58" fmla="*/ 78401 w 148867"/>
              <a:gd name="csY58" fmla="*/ 38984 h 152390"/>
              <a:gd name="csX59" fmla="*/ 76240 w 148867"/>
              <a:gd name="csY59" fmla="*/ 33883 h 152390"/>
              <a:gd name="csX60" fmla="*/ 73049 w 148867"/>
              <a:gd name="csY60" fmla="*/ 30829 h 152390"/>
              <a:gd name="csX61" fmla="*/ 71278 w 148867"/>
              <a:gd name="csY61" fmla="*/ 23389 h 152390"/>
              <a:gd name="csX62" fmla="*/ 73728 w 148867"/>
              <a:gd name="csY62" fmla="*/ 17720 h 152390"/>
              <a:gd name="csX63" fmla="*/ 23040 w 148867"/>
              <a:gd name="csY63" fmla="*/ 17720 h 152390"/>
              <a:gd name="csX64" fmla="*/ 113423 w 148867"/>
              <a:gd name="csY64" fmla="*/ 28352 h 152390"/>
              <a:gd name="csX65" fmla="*/ 124057 w 148867"/>
              <a:gd name="csY65" fmla="*/ 38984 h 152390"/>
              <a:gd name="csX66" fmla="*/ 113423 w 148867"/>
              <a:gd name="csY66" fmla="*/ 49616 h 152390"/>
              <a:gd name="csX67" fmla="*/ 102790 w 148867"/>
              <a:gd name="csY67" fmla="*/ 38984 h 152390"/>
              <a:gd name="csX68" fmla="*/ 113423 w 148867"/>
              <a:gd name="csY68" fmla="*/ 28352 h 152390"/>
            </a:gdLst>
            <a:ahLst/>
            <a:cxnLst/>
            <a:rect l="l" t="t" r="r" b="b"/>
            <a:pathLst>
              <a:path w="100000" h="100000">
                <a:moveTo>
                  <a:pt x="75585" y="0"/>
                </a:moveTo>
                <a:cubicBezTo>
                  <a:pt x="74220" y="0"/>
                  <a:pt x="72884" y="115"/>
                  <a:pt x="71579" y="336"/>
                </a:cubicBezTo>
                <a:lnTo>
                  <a:pt x="70775" y="3666"/>
                </a:lnTo>
                <a:cubicBezTo>
                  <a:pt x="69525" y="8838"/>
                  <a:pt x="64200" y="11913"/>
                  <a:pt x="59095" y="10406"/>
                </a:cubicBezTo>
                <a:lnTo>
                  <a:pt x="56292" y="9574"/>
                </a:lnTo>
                <a:cubicBezTo>
                  <a:pt x="54608" y="11747"/>
                  <a:pt x="53259" y="14212"/>
                  <a:pt x="52326" y="16878"/>
                </a:cubicBezTo>
                <a:lnTo>
                  <a:pt x="54407" y="18877"/>
                </a:lnTo>
                <a:cubicBezTo>
                  <a:pt x="58210" y="22538"/>
                  <a:pt x="58210" y="28625"/>
                  <a:pt x="54407" y="32286"/>
                </a:cubicBezTo>
                <a:lnTo>
                  <a:pt x="52326" y="34284"/>
                </a:lnTo>
                <a:cubicBezTo>
                  <a:pt x="53259" y="36951"/>
                  <a:pt x="54606" y="39416"/>
                  <a:pt x="56292" y="41589"/>
                </a:cubicBezTo>
                <a:lnTo>
                  <a:pt x="59095" y="40757"/>
                </a:lnTo>
                <a:cubicBezTo>
                  <a:pt x="64200" y="39247"/>
                  <a:pt x="69525" y="42323"/>
                  <a:pt x="70775" y="47498"/>
                </a:cubicBezTo>
                <a:lnTo>
                  <a:pt x="71579" y="50827"/>
                </a:lnTo>
                <a:cubicBezTo>
                  <a:pt x="72884" y="51048"/>
                  <a:pt x="74222" y="51163"/>
                  <a:pt x="75585" y="51163"/>
                </a:cubicBezTo>
                <a:cubicBezTo>
                  <a:pt x="76951" y="51163"/>
                  <a:pt x="78288" y="51048"/>
                  <a:pt x="79592" y="50827"/>
                </a:cubicBezTo>
                <a:lnTo>
                  <a:pt x="80396" y="47498"/>
                </a:lnTo>
                <a:cubicBezTo>
                  <a:pt x="81644" y="42323"/>
                  <a:pt x="86970" y="39247"/>
                  <a:pt x="92075" y="40757"/>
                </a:cubicBezTo>
                <a:lnTo>
                  <a:pt x="94879" y="41589"/>
                </a:lnTo>
                <a:cubicBezTo>
                  <a:pt x="96562" y="39419"/>
                  <a:pt x="97912" y="36951"/>
                  <a:pt x="98844" y="34284"/>
                </a:cubicBezTo>
                <a:lnTo>
                  <a:pt x="96763" y="32286"/>
                </a:lnTo>
                <a:cubicBezTo>
                  <a:pt x="92960" y="28627"/>
                  <a:pt x="92960" y="22536"/>
                  <a:pt x="96763" y="18877"/>
                </a:cubicBezTo>
                <a:lnTo>
                  <a:pt x="98844" y="16878"/>
                </a:lnTo>
                <a:cubicBezTo>
                  <a:pt x="97912" y="14212"/>
                  <a:pt x="96564" y="11747"/>
                  <a:pt x="94879" y="9574"/>
                </a:cubicBezTo>
                <a:lnTo>
                  <a:pt x="92075" y="10406"/>
                </a:lnTo>
                <a:cubicBezTo>
                  <a:pt x="86970" y="11915"/>
                  <a:pt x="81644" y="8840"/>
                  <a:pt x="80396" y="3666"/>
                </a:cubicBezTo>
                <a:lnTo>
                  <a:pt x="79592" y="336"/>
                </a:lnTo>
                <a:cubicBezTo>
                  <a:pt x="78288" y="115"/>
                  <a:pt x="76951" y="0"/>
                  <a:pt x="75585" y="0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6185"/>
                </a:lnTo>
                <a:cubicBezTo>
                  <a:pt x="93984" y="46162"/>
                  <a:pt x="93775" y="46119"/>
                  <a:pt x="93566" y="46049"/>
                </a:cubicBezTo>
                <a:lnTo>
                  <a:pt x="90749" y="45208"/>
                </a:lnTo>
                <a:cubicBezTo>
                  <a:pt x="90330" y="45092"/>
                  <a:pt x="89864" y="45022"/>
                  <a:pt x="89423" y="45022"/>
                </a:cubicBezTo>
                <a:cubicBezTo>
                  <a:pt x="87282" y="45022"/>
                  <a:pt x="85424" y="46490"/>
                  <a:pt x="84911" y="48583"/>
                </a:cubicBezTo>
                <a:lnTo>
                  <a:pt x="84121" y="51931"/>
                </a:lnTo>
                <a:cubicBezTo>
                  <a:pt x="83680" y="53721"/>
                  <a:pt x="82215" y="55116"/>
                  <a:pt x="80377" y="55419"/>
                </a:cubicBezTo>
                <a:cubicBezTo>
                  <a:pt x="78796" y="55675"/>
                  <a:pt x="77190" y="55815"/>
                  <a:pt x="75585" y="55815"/>
                </a:cubicBezTo>
                <a:cubicBezTo>
                  <a:pt x="73980" y="55815"/>
                  <a:pt x="72374" y="55675"/>
                  <a:pt x="70792" y="55419"/>
                </a:cubicBezTo>
                <a:cubicBezTo>
                  <a:pt x="68955" y="55116"/>
                  <a:pt x="67492" y="53721"/>
                  <a:pt x="67049" y="51931"/>
                </a:cubicBezTo>
                <a:lnTo>
                  <a:pt x="66259" y="48583"/>
                </a:lnTo>
                <a:cubicBezTo>
                  <a:pt x="65747" y="46490"/>
                  <a:pt x="63888" y="45022"/>
                  <a:pt x="61747" y="45022"/>
                </a:cubicBezTo>
                <a:cubicBezTo>
                  <a:pt x="61283" y="45022"/>
                  <a:pt x="60840" y="45092"/>
                  <a:pt x="60421" y="45208"/>
                </a:cubicBezTo>
                <a:lnTo>
                  <a:pt x="57605" y="46049"/>
                </a:lnTo>
                <a:cubicBezTo>
                  <a:pt x="57186" y="46189"/>
                  <a:pt x="56748" y="46235"/>
                  <a:pt x="56306" y="46235"/>
                </a:cubicBezTo>
                <a:cubicBezTo>
                  <a:pt x="54886" y="46235"/>
                  <a:pt x="53514" y="45580"/>
                  <a:pt x="52630" y="44441"/>
                </a:cubicBezTo>
                <a:cubicBezTo>
                  <a:pt x="50606" y="41836"/>
                  <a:pt x="49022" y="38932"/>
                  <a:pt x="47929" y="35815"/>
                </a:cubicBezTo>
                <a:cubicBezTo>
                  <a:pt x="47324" y="34093"/>
                  <a:pt x="47790" y="32188"/>
                  <a:pt x="49091" y="30932"/>
                </a:cubicBezTo>
                <a:lnTo>
                  <a:pt x="51185" y="28930"/>
                </a:lnTo>
                <a:cubicBezTo>
                  <a:pt x="52094" y="28046"/>
                  <a:pt x="52604" y="26860"/>
                  <a:pt x="52604" y="25582"/>
                </a:cubicBezTo>
                <a:cubicBezTo>
                  <a:pt x="52604" y="24303"/>
                  <a:pt x="52094" y="23117"/>
                  <a:pt x="51185" y="22234"/>
                </a:cubicBezTo>
                <a:lnTo>
                  <a:pt x="49091" y="20230"/>
                </a:lnTo>
                <a:cubicBezTo>
                  <a:pt x="47790" y="18974"/>
                  <a:pt x="47324" y="17069"/>
                  <a:pt x="47929" y="15348"/>
                </a:cubicBezTo>
                <a:cubicBezTo>
                  <a:pt x="48370" y="14069"/>
                  <a:pt x="48908" y="12814"/>
                  <a:pt x="49537" y="11628"/>
                </a:cubicBezTo>
                <a:lnTo>
                  <a:pt x="16275" y="11628"/>
                </a:lnTo>
                <a:close/>
                <a:moveTo>
                  <a:pt x="75585" y="18605"/>
                </a:moveTo>
                <a:cubicBezTo>
                  <a:pt x="79439" y="18605"/>
                  <a:pt x="82563" y="21728"/>
                  <a:pt x="82563" y="25582"/>
                </a:cubicBezTo>
                <a:cubicBezTo>
                  <a:pt x="82563" y="29436"/>
                  <a:pt x="79439" y="32559"/>
                  <a:pt x="75585" y="32559"/>
                </a:cubicBezTo>
                <a:cubicBezTo>
                  <a:pt x="71731" y="32559"/>
                  <a:pt x="68608" y="29436"/>
                  <a:pt x="68608" y="25582"/>
                </a:cubicBezTo>
                <a:cubicBezTo>
                  <a:pt x="68608" y="21728"/>
                  <a:pt x="71731" y="18605"/>
                  <a:pt x="75585" y="1860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223" name="Чёрный — SVG 24">
            <a:extLst>
              <a:ext uri="{FF2B5EF4-FFF2-40B4-BE49-F238E27FC236}">
                <a16:creationId xmlns:a16="http://schemas.microsoft.com/office/drawing/2014/main" id="{C6C598AF-E479-8441-9130-F7BC2D981B6B}"/>
              </a:ext>
            </a:extLst>
          </p:cNvPr>
          <p:cNvSpPr>
            <a:spLocks noGrp="1"/>
          </p:cNvSpPr>
          <p:nvPr/>
        </p:nvSpPr>
        <p:spPr>
          <a:xfrm>
            <a:off x="3420000" y="3210000"/>
            <a:ext cx="220000" cy="220000"/>
          </a:xfrm>
          <a:custGeom>
            <a:avLst/>
            <a:gdLst>
              <a:gd name="csX0" fmla="*/ 109878 w 148867"/>
              <a:gd name="csY0" fmla="*/ 0 h 152390"/>
              <a:gd name="csX1" fmla="*/ 70890 w 148867"/>
              <a:gd name="csY1" fmla="*/ 38984 h 152390"/>
              <a:gd name="csX2" fmla="*/ 109878 w 148867"/>
              <a:gd name="csY2" fmla="*/ 77967 h 152390"/>
              <a:gd name="csX3" fmla="*/ 148867 w 148867"/>
              <a:gd name="csY3" fmla="*/ 38984 h 152390"/>
              <a:gd name="csX4" fmla="*/ 109878 w 148867"/>
              <a:gd name="csY4" fmla="*/ 0 h 152390"/>
              <a:gd name="csX5" fmla="*/ 109878 w 148867"/>
              <a:gd name="csY5" fmla="*/ 10632 h 152390"/>
              <a:gd name="csX6" fmla="*/ 113423 w 148867"/>
              <a:gd name="csY6" fmla="*/ 14175 h 152390"/>
              <a:gd name="csX7" fmla="*/ 113423 w 148867"/>
              <a:gd name="csY7" fmla="*/ 35439 h 152390"/>
              <a:gd name="csX8" fmla="*/ 134690 w 148867"/>
              <a:gd name="csY8" fmla="*/ 35439 h 152390"/>
              <a:gd name="csX9" fmla="*/ 138234 w 148867"/>
              <a:gd name="csY9" fmla="*/ 38984 h 152390"/>
              <a:gd name="csX10" fmla="*/ 134690 w 148867"/>
              <a:gd name="csY10" fmla="*/ 42528 h 152390"/>
              <a:gd name="csX11" fmla="*/ 113423 w 148867"/>
              <a:gd name="csY11" fmla="*/ 42528 h 152390"/>
              <a:gd name="csX12" fmla="*/ 113423 w 148867"/>
              <a:gd name="csY12" fmla="*/ 63792 h 152390"/>
              <a:gd name="csX13" fmla="*/ 109878 w 148867"/>
              <a:gd name="csY13" fmla="*/ 67335 h 152390"/>
              <a:gd name="csX14" fmla="*/ 106334 w 148867"/>
              <a:gd name="csY14" fmla="*/ 63792 h 152390"/>
              <a:gd name="csX15" fmla="*/ 106334 w 148867"/>
              <a:gd name="csY15" fmla="*/ 42528 h 152390"/>
              <a:gd name="csX16" fmla="*/ 85067 w 148867"/>
              <a:gd name="csY16" fmla="*/ 42528 h 152390"/>
              <a:gd name="csX17" fmla="*/ 81523 w 148867"/>
              <a:gd name="csY17" fmla="*/ 38984 h 152390"/>
              <a:gd name="csX18" fmla="*/ 85067 w 148867"/>
              <a:gd name="csY18" fmla="*/ 35439 h 152390"/>
              <a:gd name="csX19" fmla="*/ 106334 w 148867"/>
              <a:gd name="csY19" fmla="*/ 35439 h 152390"/>
              <a:gd name="csX20" fmla="*/ 106334 w 148867"/>
              <a:gd name="csY20" fmla="*/ 14175 h 152390"/>
              <a:gd name="csX21" fmla="*/ 109878 w 148867"/>
              <a:gd name="csY21" fmla="*/ 10632 h 152390"/>
              <a:gd name="csX22" fmla="*/ 23040 w 148867"/>
              <a:gd name="csY22" fmla="*/ 17720 h 152390"/>
              <a:gd name="csX23" fmla="*/ 0 w 148867"/>
              <a:gd name="csY23" fmla="*/ 40755 h 152390"/>
              <a:gd name="csX24" fmla="*/ 0 w 148867"/>
              <a:gd name="csY24" fmla="*/ 101003 h 152390"/>
              <a:gd name="csX25" fmla="*/ 23040 w 148867"/>
              <a:gd name="csY25" fmla="*/ 124040 h 152390"/>
              <a:gd name="csX26" fmla="*/ 28356 w 148867"/>
              <a:gd name="csY26" fmla="*/ 124040 h 152390"/>
              <a:gd name="csX27" fmla="*/ 28356 w 148867"/>
              <a:gd name="csY27" fmla="*/ 143531 h 152390"/>
              <a:gd name="csX28" fmla="*/ 33249 w 148867"/>
              <a:gd name="csY28" fmla="*/ 151470 h 152390"/>
              <a:gd name="csX29" fmla="*/ 37217 w 148867"/>
              <a:gd name="csY29" fmla="*/ 152391 h 152390"/>
              <a:gd name="csX30" fmla="*/ 42534 w 148867"/>
              <a:gd name="csY30" fmla="*/ 150620 h 152390"/>
              <a:gd name="csX31" fmla="*/ 77978 w 148867"/>
              <a:gd name="csY31" fmla="*/ 124040 h 152390"/>
              <a:gd name="csX32" fmla="*/ 118740 w 148867"/>
              <a:gd name="csY32" fmla="*/ 124040 h 152390"/>
              <a:gd name="csX33" fmla="*/ 141778 w 148867"/>
              <a:gd name="csY33" fmla="*/ 101003 h 152390"/>
              <a:gd name="csX34" fmla="*/ 141778 w 148867"/>
              <a:gd name="csY34" fmla="*/ 72188 h 152390"/>
              <a:gd name="csX35" fmla="*/ 109878 w 148867"/>
              <a:gd name="csY35" fmla="*/ 85056 h 152390"/>
              <a:gd name="csX36" fmla="*/ 63800 w 148867"/>
              <a:gd name="csY36" fmla="*/ 38984 h 152390"/>
              <a:gd name="csX37" fmla="*/ 69013 w 148867"/>
              <a:gd name="csY37" fmla="*/ 17720 h 152390"/>
              <a:gd name="csX38" fmla="*/ 23040 w 148867"/>
              <a:gd name="csY38" fmla="*/ 17720 h 152390"/>
            </a:gdLst>
            <a:ahLst/>
            <a:cxnLst/>
            <a:rect l="l" t="t" r="r" b="b"/>
            <a:pathLst>
              <a:path w="100000" h="100000">
                <a:moveTo>
                  <a:pt x="73259" y="0"/>
                </a:moveTo>
                <a:cubicBezTo>
                  <a:pt x="59130" y="0"/>
                  <a:pt x="47675" y="11453"/>
                  <a:pt x="47675" y="25582"/>
                </a:cubicBezTo>
                <a:cubicBezTo>
                  <a:pt x="47675" y="39710"/>
                  <a:pt x="59130" y="51163"/>
                  <a:pt x="73259" y="51163"/>
                </a:cubicBezTo>
                <a:cubicBezTo>
                  <a:pt x="87390" y="51163"/>
                  <a:pt x="98844" y="39710"/>
                  <a:pt x="98844" y="25582"/>
                </a:cubicBezTo>
                <a:cubicBezTo>
                  <a:pt x="98844" y="11453"/>
                  <a:pt x="87390" y="0"/>
                  <a:pt x="73259" y="0"/>
                </a:cubicBezTo>
                <a:close/>
                <a:moveTo>
                  <a:pt x="73259" y="6977"/>
                </a:moveTo>
                <a:cubicBezTo>
                  <a:pt x="74543" y="6977"/>
                  <a:pt x="75585" y="8018"/>
                  <a:pt x="75585" y="9302"/>
                </a:cubicBezTo>
                <a:lnTo>
                  <a:pt x="75585" y="23255"/>
                </a:lnTo>
                <a:lnTo>
                  <a:pt x="89541" y="23255"/>
                </a:lnTo>
                <a:cubicBezTo>
                  <a:pt x="90825" y="23255"/>
                  <a:pt x="91867" y="24298"/>
                  <a:pt x="91867" y="25582"/>
                </a:cubicBezTo>
                <a:cubicBezTo>
                  <a:pt x="91867" y="26866"/>
                  <a:pt x="90825" y="27907"/>
                  <a:pt x="89541" y="27907"/>
                </a:cubicBezTo>
                <a:lnTo>
                  <a:pt x="75585" y="27907"/>
                </a:lnTo>
                <a:lnTo>
                  <a:pt x="75585" y="41861"/>
                </a:lnTo>
                <a:cubicBezTo>
                  <a:pt x="75585" y="43145"/>
                  <a:pt x="74543" y="44186"/>
                  <a:pt x="73259" y="44186"/>
                </a:cubicBezTo>
                <a:cubicBezTo>
                  <a:pt x="71975" y="44186"/>
                  <a:pt x="70933" y="43145"/>
                  <a:pt x="70933" y="41861"/>
                </a:cubicBezTo>
                <a:lnTo>
                  <a:pt x="70933" y="27907"/>
                </a:lnTo>
                <a:lnTo>
                  <a:pt x="56978" y="27907"/>
                </a:lnTo>
                <a:cubicBezTo>
                  <a:pt x="55694" y="27907"/>
                  <a:pt x="54652" y="26866"/>
                  <a:pt x="54652" y="25582"/>
                </a:cubicBezTo>
                <a:cubicBezTo>
                  <a:pt x="54652" y="24298"/>
                  <a:pt x="55694" y="23255"/>
                  <a:pt x="56978" y="23255"/>
                </a:cubicBezTo>
                <a:lnTo>
                  <a:pt x="70933" y="23255"/>
                </a:lnTo>
                <a:lnTo>
                  <a:pt x="70933" y="9302"/>
                </a:lnTo>
                <a:cubicBezTo>
                  <a:pt x="70933" y="8018"/>
                  <a:pt x="71975" y="6977"/>
                  <a:pt x="73259" y="6977"/>
                </a:cubicBezTo>
                <a:close/>
                <a:moveTo>
                  <a:pt x="16275" y="11628"/>
                </a:moveTo>
                <a:cubicBezTo>
                  <a:pt x="7947" y="11628"/>
                  <a:pt x="1156" y="18419"/>
                  <a:pt x="1156" y="26744"/>
                </a:cubicBezTo>
                <a:lnTo>
                  <a:pt x="1156" y="66279"/>
                </a:lnTo>
                <a:cubicBezTo>
                  <a:pt x="1156" y="74605"/>
                  <a:pt x="7947" y="81396"/>
                  <a:pt x="16275" y="81396"/>
                </a:cubicBezTo>
                <a:lnTo>
                  <a:pt x="19763" y="81396"/>
                </a:lnTo>
                <a:lnTo>
                  <a:pt x="19763" y="94187"/>
                </a:lnTo>
                <a:cubicBezTo>
                  <a:pt x="19763" y="96396"/>
                  <a:pt x="20998" y="98396"/>
                  <a:pt x="22974" y="99396"/>
                </a:cubicBezTo>
                <a:cubicBezTo>
                  <a:pt x="23812" y="99791"/>
                  <a:pt x="24694" y="100001"/>
                  <a:pt x="25578" y="100001"/>
                </a:cubicBezTo>
                <a:cubicBezTo>
                  <a:pt x="26810" y="100001"/>
                  <a:pt x="28043" y="99605"/>
                  <a:pt x="29067" y="98839"/>
                </a:cubicBezTo>
                <a:lnTo>
                  <a:pt x="52326" y="81396"/>
                </a:lnTo>
                <a:lnTo>
                  <a:pt x="79074" y="81396"/>
                </a:lnTo>
                <a:cubicBezTo>
                  <a:pt x="87401" y="81396"/>
                  <a:pt x="94192" y="74605"/>
                  <a:pt x="94192" y="66279"/>
                </a:cubicBezTo>
                <a:lnTo>
                  <a:pt x="94192" y="47371"/>
                </a:lnTo>
                <a:cubicBezTo>
                  <a:pt x="88773" y="52603"/>
                  <a:pt x="81400" y="55815"/>
                  <a:pt x="73259" y="55815"/>
                </a:cubicBezTo>
                <a:cubicBezTo>
                  <a:pt x="56559" y="55815"/>
                  <a:pt x="43022" y="42280"/>
                  <a:pt x="43022" y="25582"/>
                </a:cubicBezTo>
                <a:cubicBezTo>
                  <a:pt x="43022" y="20558"/>
                  <a:pt x="44257" y="15815"/>
                  <a:pt x="46443" y="11628"/>
                </a:cubicBezTo>
                <a:lnTo>
                  <a:pt x="16275" y="11628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7670281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Container — red"/>
          <p:cNvSpPr/>
          <p:nvPr/>
        </p:nvSpPr>
        <p:spPr>
          <a:xfrm>
            <a:off x="300000" y="1000000"/>
            <a:ext cx="11592000" cy="1600000"/>
          </a:xfrm>
          <a:prstGeom prst="rect">
            <a:avLst/>
          </a:prstGeom>
          <a:solidFill>
            <a:srgbClr val="FFFFFF"/>
          </a:solidFill>
          <a:ln w="12700">
            <a:solidFill>
              <a:srgbClr val="D9D3D1"/>
            </a:solidFill>
            <a:prstDash val="dash"/>
          </a:ln>
        </p:spPr>
      </p:sp>
      <p:sp>
        <p:nvSpPr>
          <p:cNvPr id="9001" name="Container — white"/>
          <p:cNvSpPr/>
          <p:nvPr/>
        </p:nvSpPr>
        <p:spPr>
          <a:xfrm>
            <a:off x="300000" y="2800000"/>
            <a:ext cx="11592000" cy="1600000"/>
          </a:xfrm>
          <a:prstGeom prst="rect">
            <a:avLst/>
          </a:prstGeom>
          <a:solidFill>
            <a:srgbClr val="F2F2F2"/>
          </a:solidFill>
          <a:ln w="0">
            <a:noFill/>
          </a:ln>
        </p:spPr>
      </p:sp>
      <p:sp>
        <p:nvSpPr>
          <p:cNvPr id="9002" name="Container — black"/>
          <p:cNvSpPr/>
          <p:nvPr/>
        </p:nvSpPr>
        <p:spPr>
          <a:xfrm>
            <a:off x="300000" y="4600000"/>
            <a:ext cx="11592000" cy="1600000"/>
          </a:xfrm>
          <a:prstGeom prst="rect">
            <a:avLst/>
          </a:prstGeom>
          <a:solidFill>
            <a:srgbClr val="1F1F1F"/>
          </a:solidFill>
          <a:ln w="0">
            <a:noFill/>
          </a:ln>
        </p:spPr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A59921A-62B9-DD4C-B61C-CEEE9C0B2E81}"/>
              </a:ext>
            </a:extLst>
          </p:cNvPr>
          <p:cNvSpPr>
            <a:spLocks noGrp="1"/>
          </p:cNvSpPr>
          <p:nvPr>
            <p:ph type="sldNum" idx="4"/>
          </p:nvPr>
        </p:nvSpPr>
        <p:spPr/>
        <p:txBody>
          <a:bodyPr/>
          <a:lstStyle/>
          <a:p>
            <a:fld id="{13FB4C0F-BB20-4298-B11D-AEB97E17A107}" type="slidenum">
              <a:t>16</a:t>
            </a:fld>
            <a:endParaRPr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17EC882-650E-BA41-BD0C-C5DEFDE70A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Горная добыча и строительство</a:t>
            </a:r>
            <a:endParaRPr dirty="0"/>
          </a:p>
        </p:txBody>
      </p:sp>
      <p:sp>
        <p:nvSpPr>
          <p:cNvPr id="10000" name="Красный — SVG 1"/>
          <p:cNvSpPr>
            <a:spLocks noGrp="1"/>
          </p:cNvSpPr>
          <p:nvPr/>
        </p:nvSpPr>
        <p:spPr>
          <a:xfrm>
            <a:off x="4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94444" y="27778"/>
                </a:moveTo>
                <a:lnTo>
                  <a:pt x="83333" y="27778"/>
                </a:lnTo>
                <a:cubicBezTo>
                  <a:pt x="80264" y="27778"/>
                  <a:pt x="77778" y="25292"/>
                  <a:pt x="77778" y="22222"/>
                </a:cubicBezTo>
                <a:lnTo>
                  <a:pt x="77778" y="5556"/>
                </a:lnTo>
                <a:cubicBezTo>
                  <a:pt x="77778" y="2486"/>
                  <a:pt x="80264" y="0"/>
                  <a:pt x="83333" y="0"/>
                </a:cubicBezTo>
                <a:lnTo>
                  <a:pt x="88889" y="0"/>
                </a:lnTo>
                <a:cubicBezTo>
                  <a:pt x="95025" y="0"/>
                  <a:pt x="100000" y="4975"/>
                  <a:pt x="100000" y="11111"/>
                </a:cubicBezTo>
                <a:lnTo>
                  <a:pt x="100000" y="22222"/>
                </a:lnTo>
                <a:cubicBezTo>
                  <a:pt x="100000" y="25292"/>
                  <a:pt x="97514" y="27778"/>
                  <a:pt x="94444" y="27778"/>
                </a:cubicBezTo>
                <a:close/>
                <a:moveTo>
                  <a:pt x="5556" y="27778"/>
                </a:moveTo>
                <a:lnTo>
                  <a:pt x="16667" y="27778"/>
                </a:lnTo>
                <a:cubicBezTo>
                  <a:pt x="19736" y="27778"/>
                  <a:pt x="22222" y="25292"/>
                  <a:pt x="22222" y="22222"/>
                </a:cubicBezTo>
                <a:lnTo>
                  <a:pt x="22222" y="5556"/>
                </a:lnTo>
                <a:cubicBezTo>
                  <a:pt x="22222" y="2486"/>
                  <a:pt x="19736" y="0"/>
                  <a:pt x="16667" y="0"/>
                </a:cubicBezTo>
                <a:lnTo>
                  <a:pt x="8333" y="0"/>
                </a:lnTo>
                <a:cubicBezTo>
                  <a:pt x="2197" y="0"/>
                  <a:pt x="0" y="4975"/>
                  <a:pt x="0" y="11111"/>
                </a:cubicBezTo>
                <a:lnTo>
                  <a:pt x="0" y="22222"/>
                </a:lnTo>
                <a:cubicBezTo>
                  <a:pt x="0" y="25292"/>
                  <a:pt x="2486" y="27778"/>
                  <a:pt x="5556" y="27778"/>
                </a:cubicBezTo>
                <a:close/>
                <a:moveTo>
                  <a:pt x="94444" y="72222"/>
                </a:moveTo>
                <a:lnTo>
                  <a:pt x="83333" y="72222"/>
                </a:lnTo>
                <a:cubicBezTo>
                  <a:pt x="80264" y="72222"/>
                  <a:pt x="77778" y="74708"/>
                  <a:pt x="77778" y="77778"/>
                </a:cubicBezTo>
                <a:lnTo>
                  <a:pt x="77778" y="94444"/>
                </a:lnTo>
                <a:cubicBezTo>
                  <a:pt x="77778" y="97514"/>
                  <a:pt x="80264" y="100000"/>
                  <a:pt x="83333" y="100000"/>
                </a:cubicBezTo>
                <a:lnTo>
                  <a:pt x="88889" y="100000"/>
                </a:lnTo>
                <a:cubicBezTo>
                  <a:pt x="95025" y="100000"/>
                  <a:pt x="100000" y="95025"/>
                  <a:pt x="100000" y="88889"/>
                </a:cubicBezTo>
                <a:lnTo>
                  <a:pt x="100000" y="77778"/>
                </a:lnTo>
                <a:cubicBezTo>
                  <a:pt x="100000" y="74708"/>
                  <a:pt x="97514" y="72222"/>
                  <a:pt x="94444" y="72222"/>
                </a:cubicBezTo>
                <a:close/>
                <a:moveTo>
                  <a:pt x="5556" y="72222"/>
                </a:moveTo>
                <a:lnTo>
                  <a:pt x="16667" y="72222"/>
                </a:lnTo>
                <a:cubicBezTo>
                  <a:pt x="19736" y="72222"/>
                  <a:pt x="22222" y="74708"/>
                  <a:pt x="22222" y="77778"/>
                </a:cubicBezTo>
                <a:lnTo>
                  <a:pt x="22222" y="94444"/>
                </a:lnTo>
                <a:cubicBezTo>
                  <a:pt x="22222" y="97514"/>
                  <a:pt x="19736" y="100000"/>
                  <a:pt x="16667" y="100000"/>
                </a:cubicBezTo>
                <a:lnTo>
                  <a:pt x="11111" y="100000"/>
                </a:lnTo>
                <a:cubicBezTo>
                  <a:pt x="4975" y="100000"/>
                  <a:pt x="0" y="95025"/>
                  <a:pt x="0" y="88889"/>
                </a:cubicBezTo>
                <a:lnTo>
                  <a:pt x="0" y="77778"/>
                </a:lnTo>
                <a:cubicBezTo>
                  <a:pt x="0" y="74708"/>
                  <a:pt x="2486" y="72222"/>
                  <a:pt x="5556" y="72222"/>
                </a:cubicBezTo>
                <a:close/>
                <a:moveTo>
                  <a:pt x="40278" y="63889"/>
                </a:moveTo>
                <a:lnTo>
                  <a:pt x="5556" y="63889"/>
                </a:lnTo>
                <a:cubicBezTo>
                  <a:pt x="2486" y="63889"/>
                  <a:pt x="0" y="61403"/>
                  <a:pt x="0" y="58333"/>
                </a:cubicBezTo>
                <a:lnTo>
                  <a:pt x="0" y="41667"/>
                </a:lnTo>
                <a:cubicBezTo>
                  <a:pt x="0" y="38597"/>
                  <a:pt x="2486" y="36111"/>
                  <a:pt x="5556" y="36111"/>
                </a:cubicBezTo>
                <a:lnTo>
                  <a:pt x="40278" y="36111"/>
                </a:lnTo>
                <a:cubicBezTo>
                  <a:pt x="43347" y="36111"/>
                  <a:pt x="45833" y="38597"/>
                  <a:pt x="45833" y="41667"/>
                </a:cubicBezTo>
                <a:lnTo>
                  <a:pt x="45833" y="58333"/>
                </a:lnTo>
                <a:cubicBezTo>
                  <a:pt x="45833" y="61403"/>
                  <a:pt x="43347" y="63889"/>
                  <a:pt x="40278" y="63889"/>
                </a:cubicBezTo>
                <a:close/>
                <a:moveTo>
                  <a:pt x="94444" y="63889"/>
                </a:moveTo>
                <a:lnTo>
                  <a:pt x="59722" y="63889"/>
                </a:lnTo>
                <a:cubicBezTo>
                  <a:pt x="56653" y="63889"/>
                  <a:pt x="54167" y="61403"/>
                  <a:pt x="54167" y="58333"/>
                </a:cubicBezTo>
                <a:lnTo>
                  <a:pt x="54167" y="41667"/>
                </a:lnTo>
                <a:cubicBezTo>
                  <a:pt x="54167" y="38597"/>
                  <a:pt x="56653" y="36111"/>
                  <a:pt x="59722" y="36111"/>
                </a:cubicBezTo>
                <a:lnTo>
                  <a:pt x="94444" y="36111"/>
                </a:lnTo>
                <a:cubicBezTo>
                  <a:pt x="97514" y="36111"/>
                  <a:pt x="100000" y="38597"/>
                  <a:pt x="100000" y="41667"/>
                </a:cubicBezTo>
                <a:lnTo>
                  <a:pt x="100000" y="58333"/>
                </a:lnTo>
                <a:cubicBezTo>
                  <a:pt x="100000" y="61403"/>
                  <a:pt x="97514" y="63889"/>
                  <a:pt x="94444" y="63889"/>
                </a:cubicBezTo>
                <a:close/>
                <a:moveTo>
                  <a:pt x="63889" y="27778"/>
                </a:moveTo>
                <a:lnTo>
                  <a:pt x="36111" y="27778"/>
                </a:lnTo>
                <a:cubicBezTo>
                  <a:pt x="33042" y="27778"/>
                  <a:pt x="30556" y="25292"/>
                  <a:pt x="30556" y="22222"/>
                </a:cubicBezTo>
                <a:lnTo>
                  <a:pt x="30556" y="5556"/>
                </a:lnTo>
                <a:cubicBezTo>
                  <a:pt x="30556" y="2486"/>
                  <a:pt x="33042" y="0"/>
                  <a:pt x="36111" y="0"/>
                </a:cubicBezTo>
                <a:lnTo>
                  <a:pt x="63889" y="0"/>
                </a:lnTo>
                <a:cubicBezTo>
                  <a:pt x="66958" y="0"/>
                  <a:pt x="69444" y="2486"/>
                  <a:pt x="69444" y="5556"/>
                </a:cubicBezTo>
                <a:lnTo>
                  <a:pt x="69444" y="22222"/>
                </a:lnTo>
                <a:cubicBezTo>
                  <a:pt x="69444" y="25292"/>
                  <a:pt x="66958" y="27778"/>
                  <a:pt x="63889" y="27778"/>
                </a:cubicBezTo>
                <a:close/>
                <a:moveTo>
                  <a:pt x="63889" y="100000"/>
                </a:moveTo>
                <a:lnTo>
                  <a:pt x="36111" y="100000"/>
                </a:lnTo>
                <a:cubicBezTo>
                  <a:pt x="33042" y="100000"/>
                  <a:pt x="30556" y="97514"/>
                  <a:pt x="30556" y="94444"/>
                </a:cubicBezTo>
                <a:lnTo>
                  <a:pt x="30556" y="77778"/>
                </a:lnTo>
                <a:cubicBezTo>
                  <a:pt x="30556" y="74708"/>
                  <a:pt x="33042" y="72222"/>
                  <a:pt x="36111" y="72222"/>
                </a:cubicBezTo>
                <a:lnTo>
                  <a:pt x="63889" y="72222"/>
                </a:lnTo>
                <a:cubicBezTo>
                  <a:pt x="66958" y="72222"/>
                  <a:pt x="69444" y="74708"/>
                  <a:pt x="69444" y="77778"/>
                </a:cubicBezTo>
                <a:lnTo>
                  <a:pt x="69444" y="94444"/>
                </a:lnTo>
                <a:cubicBezTo>
                  <a:pt x="69444" y="97514"/>
                  <a:pt x="66958" y="100000"/>
                  <a:pt x="63889" y="100000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01" name="Красный — SVG 2"/>
          <p:cNvSpPr>
            <a:spLocks noGrp="1"/>
          </p:cNvSpPr>
          <p:nvPr/>
        </p:nvSpPr>
        <p:spPr>
          <a:xfrm>
            <a:off x="10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1961" y="4494"/>
                </a:moveTo>
                <a:cubicBezTo>
                  <a:pt x="18659" y="4495"/>
                  <a:pt x="15359" y="5753"/>
                  <a:pt x="12845" y="8266"/>
                </a:cubicBezTo>
                <a:lnTo>
                  <a:pt x="3769" y="17341"/>
                </a:lnTo>
                <a:cubicBezTo>
                  <a:pt x="-1256" y="22367"/>
                  <a:pt x="-1256" y="30549"/>
                  <a:pt x="3769" y="35574"/>
                </a:cubicBezTo>
                <a:lnTo>
                  <a:pt x="12451" y="44261"/>
                </a:lnTo>
                <a:cubicBezTo>
                  <a:pt x="16780" y="31382"/>
                  <a:pt x="27245" y="21323"/>
                  <a:pt x="40368" y="17556"/>
                </a:cubicBezTo>
                <a:lnTo>
                  <a:pt x="31077" y="8266"/>
                </a:lnTo>
                <a:cubicBezTo>
                  <a:pt x="28563" y="5752"/>
                  <a:pt x="25263" y="4494"/>
                  <a:pt x="21961" y="4494"/>
                </a:cubicBezTo>
                <a:close/>
                <a:moveTo>
                  <a:pt x="51802" y="20601"/>
                </a:moveTo>
                <a:cubicBezTo>
                  <a:pt x="32460" y="20601"/>
                  <a:pt x="16581" y="35580"/>
                  <a:pt x="15080" y="54543"/>
                </a:cubicBezTo>
                <a:lnTo>
                  <a:pt x="7326" y="54543"/>
                </a:lnTo>
                <a:cubicBezTo>
                  <a:pt x="5388" y="54543"/>
                  <a:pt x="3815" y="56116"/>
                  <a:pt x="3815" y="58054"/>
                </a:cubicBezTo>
                <a:cubicBezTo>
                  <a:pt x="3815" y="59993"/>
                  <a:pt x="5388" y="61566"/>
                  <a:pt x="7326" y="61566"/>
                </a:cubicBezTo>
                <a:lnTo>
                  <a:pt x="41913" y="61566"/>
                </a:lnTo>
                <a:cubicBezTo>
                  <a:pt x="43367" y="65643"/>
                  <a:pt x="47230" y="68588"/>
                  <a:pt x="51802" y="68588"/>
                </a:cubicBezTo>
                <a:cubicBezTo>
                  <a:pt x="56374" y="68588"/>
                  <a:pt x="60235" y="65643"/>
                  <a:pt x="61691" y="61566"/>
                </a:cubicBezTo>
                <a:lnTo>
                  <a:pt x="96278" y="61566"/>
                </a:lnTo>
                <a:cubicBezTo>
                  <a:pt x="98216" y="61566"/>
                  <a:pt x="99789" y="59993"/>
                  <a:pt x="99789" y="58054"/>
                </a:cubicBezTo>
                <a:cubicBezTo>
                  <a:pt x="99789" y="56116"/>
                  <a:pt x="98216" y="54543"/>
                  <a:pt x="96278" y="54543"/>
                </a:cubicBezTo>
                <a:lnTo>
                  <a:pt x="88524" y="54543"/>
                </a:lnTo>
                <a:cubicBezTo>
                  <a:pt x="87023" y="35580"/>
                  <a:pt x="71144" y="20601"/>
                  <a:pt x="51802" y="20601"/>
                </a:cubicBezTo>
                <a:close/>
                <a:moveTo>
                  <a:pt x="51802" y="54543"/>
                </a:moveTo>
                <a:cubicBezTo>
                  <a:pt x="53738" y="54543"/>
                  <a:pt x="55313" y="56119"/>
                  <a:pt x="55313" y="58054"/>
                </a:cubicBezTo>
                <a:cubicBezTo>
                  <a:pt x="55313" y="59990"/>
                  <a:pt x="53738" y="61566"/>
                  <a:pt x="51802" y="61566"/>
                </a:cubicBezTo>
                <a:cubicBezTo>
                  <a:pt x="49866" y="61566"/>
                  <a:pt x="48291" y="59990"/>
                  <a:pt x="48291" y="58054"/>
                </a:cubicBezTo>
                <a:cubicBezTo>
                  <a:pt x="48291" y="56119"/>
                  <a:pt x="49866" y="54543"/>
                  <a:pt x="51802" y="54543"/>
                </a:cubicBezTo>
                <a:close/>
                <a:moveTo>
                  <a:pt x="22144" y="66252"/>
                </a:moveTo>
                <a:cubicBezTo>
                  <a:pt x="22841" y="68607"/>
                  <a:pt x="23799" y="70870"/>
                  <a:pt x="25047" y="73005"/>
                </a:cubicBezTo>
                <a:lnTo>
                  <a:pt x="21778" y="76274"/>
                </a:lnTo>
                <a:cubicBezTo>
                  <a:pt x="20406" y="77645"/>
                  <a:pt x="20406" y="79867"/>
                  <a:pt x="21778" y="81239"/>
                </a:cubicBezTo>
                <a:cubicBezTo>
                  <a:pt x="25685" y="85146"/>
                  <a:pt x="31554" y="86349"/>
                  <a:pt x="36660" y="84457"/>
                </a:cubicBezTo>
                <a:cubicBezTo>
                  <a:pt x="38930" y="85733"/>
                  <a:pt x="41342" y="86707"/>
                  <a:pt x="43865" y="87370"/>
                </a:cubicBezTo>
                <a:lnTo>
                  <a:pt x="43865" y="92006"/>
                </a:lnTo>
                <a:cubicBezTo>
                  <a:pt x="43865" y="93944"/>
                  <a:pt x="45438" y="95517"/>
                  <a:pt x="47376" y="95517"/>
                </a:cubicBezTo>
                <a:cubicBezTo>
                  <a:pt x="52933" y="95517"/>
                  <a:pt x="57948" y="92208"/>
                  <a:pt x="60219" y="87260"/>
                </a:cubicBezTo>
                <a:cubicBezTo>
                  <a:pt x="62707" y="86555"/>
                  <a:pt x="65090" y="85544"/>
                  <a:pt x="67333" y="84233"/>
                </a:cubicBezTo>
                <a:lnTo>
                  <a:pt x="70602" y="87502"/>
                </a:lnTo>
                <a:cubicBezTo>
                  <a:pt x="71973" y="88874"/>
                  <a:pt x="74195" y="88874"/>
                  <a:pt x="75567" y="87502"/>
                </a:cubicBezTo>
                <a:cubicBezTo>
                  <a:pt x="79476" y="83593"/>
                  <a:pt x="80672" y="77721"/>
                  <a:pt x="78781" y="72616"/>
                </a:cubicBezTo>
                <a:cubicBezTo>
                  <a:pt x="79911" y="70605"/>
                  <a:pt x="80763" y="68466"/>
                  <a:pt x="81414" y="66252"/>
                </a:cubicBezTo>
                <a:lnTo>
                  <a:pt x="74040" y="66252"/>
                </a:lnTo>
                <a:cubicBezTo>
                  <a:pt x="73462" y="67721"/>
                  <a:pt x="72743" y="69132"/>
                  <a:pt x="71877" y="70467"/>
                </a:cubicBezTo>
                <a:cubicBezTo>
                  <a:pt x="71170" y="71556"/>
                  <a:pt x="71126" y="72946"/>
                  <a:pt x="71754" y="74079"/>
                </a:cubicBezTo>
                <a:cubicBezTo>
                  <a:pt x="72671" y="75732"/>
                  <a:pt x="72871" y="77639"/>
                  <a:pt x="72412" y="79378"/>
                </a:cubicBezTo>
                <a:lnTo>
                  <a:pt x="70286" y="77252"/>
                </a:lnTo>
                <a:cubicBezTo>
                  <a:pt x="69067" y="76032"/>
                  <a:pt x="67144" y="75889"/>
                  <a:pt x="65751" y="76891"/>
                </a:cubicBezTo>
                <a:cubicBezTo>
                  <a:pt x="63052" y="78838"/>
                  <a:pt x="60054" y="80173"/>
                  <a:pt x="56845" y="80864"/>
                </a:cubicBezTo>
                <a:cubicBezTo>
                  <a:pt x="55578" y="81138"/>
                  <a:pt x="54563" y="82085"/>
                  <a:pt x="54207" y="83333"/>
                </a:cubicBezTo>
                <a:cubicBezTo>
                  <a:pt x="53685" y="85156"/>
                  <a:pt x="52465" y="86651"/>
                  <a:pt x="50888" y="87552"/>
                </a:cubicBezTo>
                <a:lnTo>
                  <a:pt x="50888" y="84530"/>
                </a:lnTo>
                <a:cubicBezTo>
                  <a:pt x="50888" y="82810"/>
                  <a:pt x="49640" y="81341"/>
                  <a:pt x="47939" y="81065"/>
                </a:cubicBezTo>
                <a:cubicBezTo>
                  <a:pt x="44647" y="80529"/>
                  <a:pt x="41575" y="79349"/>
                  <a:pt x="38809" y="77554"/>
                </a:cubicBezTo>
                <a:cubicBezTo>
                  <a:pt x="38230" y="77177"/>
                  <a:pt x="37565" y="76987"/>
                  <a:pt x="36897" y="76987"/>
                </a:cubicBezTo>
                <a:cubicBezTo>
                  <a:pt x="36312" y="76987"/>
                  <a:pt x="35728" y="77133"/>
                  <a:pt x="35197" y="77426"/>
                </a:cubicBezTo>
                <a:cubicBezTo>
                  <a:pt x="33542" y="78341"/>
                  <a:pt x="31630" y="78536"/>
                  <a:pt x="29898" y="78084"/>
                </a:cubicBezTo>
                <a:lnTo>
                  <a:pt x="32019" y="75963"/>
                </a:lnTo>
                <a:cubicBezTo>
                  <a:pt x="33239" y="74743"/>
                  <a:pt x="33394" y="72825"/>
                  <a:pt x="32385" y="71427"/>
                </a:cubicBezTo>
                <a:cubicBezTo>
                  <a:pt x="31217" y="69805"/>
                  <a:pt x="30296" y="68066"/>
                  <a:pt x="29578" y="66252"/>
                </a:cubicBezTo>
                <a:lnTo>
                  <a:pt x="22144" y="66252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02" name="Красный — SVG 3"/>
          <p:cNvSpPr>
            <a:spLocks noGrp="1"/>
          </p:cNvSpPr>
          <p:nvPr/>
        </p:nvSpPr>
        <p:spPr>
          <a:xfrm>
            <a:off x="16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18472" y="0"/>
                </a:moveTo>
                <a:cubicBezTo>
                  <a:pt x="8925" y="0"/>
                  <a:pt x="1111" y="7814"/>
                  <a:pt x="1111" y="17361"/>
                </a:cubicBezTo>
                <a:lnTo>
                  <a:pt x="1111" y="34984"/>
                </a:lnTo>
                <a:cubicBezTo>
                  <a:pt x="1111" y="46625"/>
                  <a:pt x="2540" y="58221"/>
                  <a:pt x="5361" y="69512"/>
                </a:cubicBezTo>
                <a:lnTo>
                  <a:pt x="6889" y="75629"/>
                </a:lnTo>
                <a:lnTo>
                  <a:pt x="1111" y="83333"/>
                </a:lnTo>
                <a:lnTo>
                  <a:pt x="98333" y="83333"/>
                </a:lnTo>
                <a:lnTo>
                  <a:pt x="84444" y="64815"/>
                </a:lnTo>
                <a:lnTo>
                  <a:pt x="15000" y="64815"/>
                </a:lnTo>
                <a:lnTo>
                  <a:pt x="12256" y="68472"/>
                </a:lnTo>
                <a:lnTo>
                  <a:pt x="12097" y="67830"/>
                </a:lnTo>
                <a:cubicBezTo>
                  <a:pt x="9414" y="57089"/>
                  <a:pt x="8056" y="46057"/>
                  <a:pt x="8056" y="34984"/>
                </a:cubicBezTo>
                <a:lnTo>
                  <a:pt x="8056" y="17361"/>
                </a:lnTo>
                <a:cubicBezTo>
                  <a:pt x="8056" y="11566"/>
                  <a:pt x="12677" y="6944"/>
                  <a:pt x="18472" y="6944"/>
                </a:cubicBezTo>
                <a:lnTo>
                  <a:pt x="36991" y="6944"/>
                </a:lnTo>
                <a:cubicBezTo>
                  <a:pt x="42389" y="6944"/>
                  <a:pt x="46720" y="10971"/>
                  <a:pt x="47294" y="16204"/>
                </a:cubicBezTo>
                <a:lnTo>
                  <a:pt x="45093" y="16204"/>
                </a:lnTo>
                <a:cubicBezTo>
                  <a:pt x="43812" y="16204"/>
                  <a:pt x="42778" y="17238"/>
                  <a:pt x="42778" y="18519"/>
                </a:cubicBezTo>
                <a:lnTo>
                  <a:pt x="42778" y="37037"/>
                </a:lnTo>
                <a:cubicBezTo>
                  <a:pt x="42778" y="38317"/>
                  <a:pt x="43812" y="39352"/>
                  <a:pt x="45093" y="39352"/>
                </a:cubicBezTo>
                <a:lnTo>
                  <a:pt x="47407" y="39352"/>
                </a:lnTo>
                <a:lnTo>
                  <a:pt x="47407" y="40509"/>
                </a:lnTo>
                <a:cubicBezTo>
                  <a:pt x="47401" y="40969"/>
                  <a:pt x="47486" y="41426"/>
                  <a:pt x="47657" y="41853"/>
                </a:cubicBezTo>
                <a:cubicBezTo>
                  <a:pt x="47829" y="42280"/>
                  <a:pt x="48084" y="42669"/>
                  <a:pt x="48407" y="42996"/>
                </a:cubicBezTo>
                <a:cubicBezTo>
                  <a:pt x="48730" y="43324"/>
                  <a:pt x="49115" y="43584"/>
                  <a:pt x="49539" y="43762"/>
                </a:cubicBezTo>
                <a:cubicBezTo>
                  <a:pt x="49964" y="43939"/>
                  <a:pt x="50419" y="44031"/>
                  <a:pt x="50880" y="44031"/>
                </a:cubicBezTo>
                <a:cubicBezTo>
                  <a:pt x="51340" y="44031"/>
                  <a:pt x="51795" y="43939"/>
                  <a:pt x="52220" y="43762"/>
                </a:cubicBezTo>
                <a:cubicBezTo>
                  <a:pt x="52644" y="43584"/>
                  <a:pt x="53029" y="43324"/>
                  <a:pt x="53352" y="42996"/>
                </a:cubicBezTo>
                <a:cubicBezTo>
                  <a:pt x="53675" y="42669"/>
                  <a:pt x="53930" y="42280"/>
                  <a:pt x="54102" y="41853"/>
                </a:cubicBezTo>
                <a:cubicBezTo>
                  <a:pt x="54273" y="41426"/>
                  <a:pt x="54358" y="40969"/>
                  <a:pt x="54352" y="40509"/>
                </a:cubicBezTo>
                <a:lnTo>
                  <a:pt x="54352" y="39352"/>
                </a:lnTo>
                <a:lnTo>
                  <a:pt x="56667" y="39352"/>
                </a:lnTo>
                <a:cubicBezTo>
                  <a:pt x="57947" y="39352"/>
                  <a:pt x="58981" y="38317"/>
                  <a:pt x="58981" y="37037"/>
                </a:cubicBezTo>
                <a:lnTo>
                  <a:pt x="58981" y="18519"/>
                </a:lnTo>
                <a:cubicBezTo>
                  <a:pt x="58981" y="17238"/>
                  <a:pt x="57947" y="16204"/>
                  <a:pt x="56667" y="16204"/>
                </a:cubicBezTo>
                <a:lnTo>
                  <a:pt x="54293" y="16204"/>
                </a:lnTo>
                <a:cubicBezTo>
                  <a:pt x="53690" y="7193"/>
                  <a:pt x="46148" y="0"/>
                  <a:pt x="36991" y="0"/>
                </a:cubicBezTo>
                <a:lnTo>
                  <a:pt x="18472" y="0"/>
                </a:lnTo>
                <a:close/>
                <a:moveTo>
                  <a:pt x="18472" y="18519"/>
                </a:moveTo>
                <a:cubicBezTo>
                  <a:pt x="16556" y="18519"/>
                  <a:pt x="15000" y="20074"/>
                  <a:pt x="15000" y="21991"/>
                </a:cubicBezTo>
                <a:lnTo>
                  <a:pt x="15000" y="60185"/>
                </a:lnTo>
                <a:lnTo>
                  <a:pt x="21944" y="60185"/>
                </a:lnTo>
                <a:lnTo>
                  <a:pt x="80972" y="60185"/>
                </a:lnTo>
                <a:lnTo>
                  <a:pt x="84444" y="60185"/>
                </a:lnTo>
                <a:lnTo>
                  <a:pt x="84444" y="21991"/>
                </a:lnTo>
                <a:cubicBezTo>
                  <a:pt x="84444" y="20074"/>
                  <a:pt x="82889" y="18519"/>
                  <a:pt x="80972" y="18519"/>
                </a:cubicBezTo>
                <a:cubicBezTo>
                  <a:pt x="79056" y="18519"/>
                  <a:pt x="77500" y="20074"/>
                  <a:pt x="77500" y="21991"/>
                </a:cubicBezTo>
                <a:lnTo>
                  <a:pt x="77500" y="25463"/>
                </a:lnTo>
                <a:lnTo>
                  <a:pt x="63611" y="25463"/>
                </a:lnTo>
                <a:lnTo>
                  <a:pt x="63611" y="37037"/>
                </a:lnTo>
                <a:cubicBezTo>
                  <a:pt x="63611" y="40308"/>
                  <a:pt x="61336" y="43058"/>
                  <a:pt x="58285" y="43792"/>
                </a:cubicBezTo>
                <a:cubicBezTo>
                  <a:pt x="57024" y="46627"/>
                  <a:pt x="54181" y="48611"/>
                  <a:pt x="50880" y="48611"/>
                </a:cubicBezTo>
                <a:cubicBezTo>
                  <a:pt x="47579" y="48611"/>
                  <a:pt x="44736" y="46627"/>
                  <a:pt x="43474" y="43792"/>
                </a:cubicBezTo>
                <a:cubicBezTo>
                  <a:pt x="40423" y="43058"/>
                  <a:pt x="38148" y="40308"/>
                  <a:pt x="38148" y="37037"/>
                </a:cubicBezTo>
                <a:lnTo>
                  <a:pt x="38148" y="25463"/>
                </a:lnTo>
                <a:lnTo>
                  <a:pt x="21944" y="25463"/>
                </a:lnTo>
                <a:lnTo>
                  <a:pt x="21944" y="21991"/>
                </a:lnTo>
                <a:cubicBezTo>
                  <a:pt x="21944" y="20074"/>
                  <a:pt x="20389" y="18519"/>
                  <a:pt x="18472" y="18519"/>
                </a:cubicBezTo>
                <a:close/>
                <a:moveTo>
                  <a:pt x="1111" y="87963"/>
                </a:moveTo>
                <a:lnTo>
                  <a:pt x="1111" y="96065"/>
                </a:lnTo>
                <a:cubicBezTo>
                  <a:pt x="1111" y="97981"/>
                  <a:pt x="2667" y="99537"/>
                  <a:pt x="4583" y="99537"/>
                </a:cubicBezTo>
                <a:lnTo>
                  <a:pt x="95322" y="99537"/>
                </a:lnTo>
                <a:cubicBezTo>
                  <a:pt x="96267" y="99537"/>
                  <a:pt x="97172" y="99153"/>
                  <a:pt x="97827" y="98470"/>
                </a:cubicBezTo>
                <a:cubicBezTo>
                  <a:pt x="98480" y="97789"/>
                  <a:pt x="98832" y="96869"/>
                  <a:pt x="98794" y="95925"/>
                </a:cubicBezTo>
                <a:lnTo>
                  <a:pt x="98473" y="87963"/>
                </a:lnTo>
                <a:lnTo>
                  <a:pt x="1111" y="87963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03" name="Красный — SVG 4"/>
          <p:cNvSpPr>
            <a:spLocks noGrp="1"/>
          </p:cNvSpPr>
          <p:nvPr/>
        </p:nvSpPr>
        <p:spPr>
          <a:xfrm>
            <a:off x="22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5556" y="0"/>
                </a:moveTo>
                <a:lnTo>
                  <a:pt x="9074" y="0"/>
                </a:lnTo>
                <a:cubicBezTo>
                  <a:pt x="6944" y="0"/>
                  <a:pt x="4931" y="856"/>
                  <a:pt x="3403" y="2407"/>
                </a:cubicBezTo>
                <a:cubicBezTo>
                  <a:pt x="1921" y="3935"/>
                  <a:pt x="1111" y="5949"/>
                  <a:pt x="1111" y="8102"/>
                </a:cubicBezTo>
                <a:lnTo>
                  <a:pt x="1111" y="16204"/>
                </a:lnTo>
                <a:lnTo>
                  <a:pt x="15000" y="16204"/>
                </a:lnTo>
                <a:cubicBezTo>
                  <a:pt x="16921" y="16204"/>
                  <a:pt x="18472" y="17755"/>
                  <a:pt x="18472" y="19676"/>
                </a:cubicBezTo>
                <a:cubicBezTo>
                  <a:pt x="18472" y="21597"/>
                  <a:pt x="16921" y="23148"/>
                  <a:pt x="15000" y="23148"/>
                </a:cubicBezTo>
                <a:lnTo>
                  <a:pt x="1111" y="23148"/>
                </a:lnTo>
                <a:lnTo>
                  <a:pt x="1111" y="32407"/>
                </a:lnTo>
                <a:lnTo>
                  <a:pt x="11088" y="32407"/>
                </a:lnTo>
                <a:cubicBezTo>
                  <a:pt x="13009" y="32407"/>
                  <a:pt x="14560" y="33958"/>
                  <a:pt x="14560" y="35880"/>
                </a:cubicBezTo>
                <a:cubicBezTo>
                  <a:pt x="14560" y="37801"/>
                  <a:pt x="13009" y="39352"/>
                  <a:pt x="11088" y="39352"/>
                </a:cubicBezTo>
                <a:lnTo>
                  <a:pt x="1111" y="39352"/>
                </a:lnTo>
                <a:lnTo>
                  <a:pt x="1111" y="48611"/>
                </a:lnTo>
                <a:lnTo>
                  <a:pt x="13843" y="48611"/>
                </a:lnTo>
                <a:cubicBezTo>
                  <a:pt x="15764" y="48611"/>
                  <a:pt x="17315" y="50162"/>
                  <a:pt x="17315" y="52083"/>
                </a:cubicBezTo>
                <a:cubicBezTo>
                  <a:pt x="17315" y="54005"/>
                  <a:pt x="15764" y="55556"/>
                  <a:pt x="13843" y="55556"/>
                </a:cubicBezTo>
                <a:lnTo>
                  <a:pt x="1111" y="55556"/>
                </a:lnTo>
                <a:lnTo>
                  <a:pt x="1111" y="64815"/>
                </a:lnTo>
                <a:lnTo>
                  <a:pt x="10278" y="64815"/>
                </a:lnTo>
                <a:cubicBezTo>
                  <a:pt x="12199" y="64815"/>
                  <a:pt x="13750" y="66366"/>
                  <a:pt x="13750" y="68287"/>
                </a:cubicBezTo>
                <a:cubicBezTo>
                  <a:pt x="13750" y="70208"/>
                  <a:pt x="12199" y="71759"/>
                  <a:pt x="10278" y="71759"/>
                </a:cubicBezTo>
                <a:lnTo>
                  <a:pt x="1111" y="71759"/>
                </a:lnTo>
                <a:lnTo>
                  <a:pt x="1111" y="91435"/>
                </a:lnTo>
                <a:cubicBezTo>
                  <a:pt x="1111" y="92662"/>
                  <a:pt x="1389" y="93819"/>
                  <a:pt x="1875" y="94861"/>
                </a:cubicBezTo>
                <a:lnTo>
                  <a:pt x="33519" y="62292"/>
                </a:lnTo>
                <a:lnTo>
                  <a:pt x="33519" y="8102"/>
                </a:lnTo>
                <a:cubicBezTo>
                  <a:pt x="33519" y="3634"/>
                  <a:pt x="29954" y="0"/>
                  <a:pt x="25556" y="0"/>
                </a:cubicBezTo>
                <a:close/>
                <a:moveTo>
                  <a:pt x="90231" y="67130"/>
                </a:moveTo>
                <a:lnTo>
                  <a:pt x="38495" y="67130"/>
                </a:lnTo>
                <a:lnTo>
                  <a:pt x="7222" y="99306"/>
                </a:lnTo>
                <a:cubicBezTo>
                  <a:pt x="7824" y="99468"/>
                  <a:pt x="8449" y="99537"/>
                  <a:pt x="9074" y="99537"/>
                </a:cubicBezTo>
                <a:lnTo>
                  <a:pt x="90231" y="99537"/>
                </a:lnTo>
                <a:cubicBezTo>
                  <a:pt x="94699" y="99537"/>
                  <a:pt x="98333" y="95949"/>
                  <a:pt x="98333" y="91551"/>
                </a:cubicBezTo>
                <a:lnTo>
                  <a:pt x="98333" y="75093"/>
                </a:lnTo>
                <a:cubicBezTo>
                  <a:pt x="98333" y="70694"/>
                  <a:pt x="94699" y="67130"/>
                  <a:pt x="90231" y="67130"/>
                </a:cubicBezTo>
                <a:close/>
                <a:moveTo>
                  <a:pt x="35833" y="87963"/>
                </a:moveTo>
                <a:cubicBezTo>
                  <a:pt x="33287" y="87963"/>
                  <a:pt x="31204" y="85880"/>
                  <a:pt x="31204" y="83333"/>
                </a:cubicBezTo>
                <a:cubicBezTo>
                  <a:pt x="31204" y="80787"/>
                  <a:pt x="33287" y="78704"/>
                  <a:pt x="35833" y="78704"/>
                </a:cubicBezTo>
                <a:cubicBezTo>
                  <a:pt x="38380" y="78704"/>
                  <a:pt x="40463" y="80787"/>
                  <a:pt x="40463" y="83333"/>
                </a:cubicBezTo>
                <a:cubicBezTo>
                  <a:pt x="40463" y="85880"/>
                  <a:pt x="38380" y="87963"/>
                  <a:pt x="35833" y="87963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04" name="Красный — SVG 5"/>
          <p:cNvSpPr>
            <a:spLocks noGrp="1"/>
          </p:cNvSpPr>
          <p:nvPr/>
        </p:nvSpPr>
        <p:spPr>
          <a:xfrm>
            <a:off x="28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2619" y="0"/>
                </a:moveTo>
                <a:cubicBezTo>
                  <a:pt x="21281" y="-6"/>
                  <a:pt x="20007" y="102"/>
                  <a:pt x="18803" y="309"/>
                </a:cubicBezTo>
                <a:cubicBezTo>
                  <a:pt x="16395" y="725"/>
                  <a:pt x="14266" y="1534"/>
                  <a:pt x="12457" y="2612"/>
                </a:cubicBezTo>
                <a:cubicBezTo>
                  <a:pt x="8839" y="4767"/>
                  <a:pt x="6531" y="7791"/>
                  <a:pt x="4947" y="10260"/>
                </a:cubicBezTo>
                <a:cubicBezTo>
                  <a:pt x="-2540" y="21925"/>
                  <a:pt x="-895" y="34082"/>
                  <a:pt x="6101" y="42287"/>
                </a:cubicBezTo>
                <a:cubicBezTo>
                  <a:pt x="12691" y="50016"/>
                  <a:pt x="23383" y="54627"/>
                  <a:pt x="34971" y="55143"/>
                </a:cubicBezTo>
                <a:cubicBezTo>
                  <a:pt x="35405" y="56521"/>
                  <a:pt x="36001" y="57850"/>
                  <a:pt x="36814" y="59083"/>
                </a:cubicBezTo>
                <a:cubicBezTo>
                  <a:pt x="36119" y="60824"/>
                  <a:pt x="35247" y="62221"/>
                  <a:pt x="34558" y="62653"/>
                </a:cubicBezTo>
                <a:cubicBezTo>
                  <a:pt x="34132" y="62920"/>
                  <a:pt x="33777" y="63065"/>
                  <a:pt x="32802" y="62941"/>
                </a:cubicBezTo>
                <a:cubicBezTo>
                  <a:pt x="31827" y="62817"/>
                  <a:pt x="30229" y="62283"/>
                  <a:pt x="28043" y="60881"/>
                </a:cubicBezTo>
                <a:cubicBezTo>
                  <a:pt x="22290" y="57192"/>
                  <a:pt x="15573" y="57645"/>
                  <a:pt x="10459" y="60258"/>
                </a:cubicBezTo>
                <a:cubicBezTo>
                  <a:pt x="5344" y="62871"/>
                  <a:pt x="1362" y="67502"/>
                  <a:pt x="384" y="73124"/>
                </a:cubicBezTo>
                <a:cubicBezTo>
                  <a:pt x="-633" y="78971"/>
                  <a:pt x="459" y="83871"/>
                  <a:pt x="2614" y="87489"/>
                </a:cubicBezTo>
                <a:cubicBezTo>
                  <a:pt x="4770" y="91107"/>
                  <a:pt x="7794" y="93415"/>
                  <a:pt x="10263" y="94999"/>
                </a:cubicBezTo>
                <a:cubicBezTo>
                  <a:pt x="21927" y="102487"/>
                  <a:pt x="34084" y="100842"/>
                  <a:pt x="42290" y="93845"/>
                </a:cubicBezTo>
                <a:cubicBezTo>
                  <a:pt x="49999" y="87272"/>
                  <a:pt x="54605" y="76617"/>
                  <a:pt x="55141" y="65063"/>
                </a:cubicBezTo>
                <a:cubicBezTo>
                  <a:pt x="56600" y="64603"/>
                  <a:pt x="57929" y="63944"/>
                  <a:pt x="59122" y="63142"/>
                </a:cubicBezTo>
                <a:cubicBezTo>
                  <a:pt x="60847" y="63835"/>
                  <a:pt x="62226" y="64704"/>
                  <a:pt x="62655" y="65388"/>
                </a:cubicBezTo>
                <a:cubicBezTo>
                  <a:pt x="62923" y="65814"/>
                  <a:pt x="63068" y="66169"/>
                  <a:pt x="62944" y="67144"/>
                </a:cubicBezTo>
                <a:cubicBezTo>
                  <a:pt x="62819" y="68119"/>
                  <a:pt x="62285" y="69717"/>
                  <a:pt x="60883" y="71903"/>
                </a:cubicBezTo>
                <a:cubicBezTo>
                  <a:pt x="57195" y="77656"/>
                  <a:pt x="57647" y="84373"/>
                  <a:pt x="60260" y="89488"/>
                </a:cubicBezTo>
                <a:cubicBezTo>
                  <a:pt x="62873" y="94602"/>
                  <a:pt x="67504" y="98584"/>
                  <a:pt x="73127" y="99562"/>
                </a:cubicBezTo>
                <a:cubicBezTo>
                  <a:pt x="78973" y="100579"/>
                  <a:pt x="83873" y="99488"/>
                  <a:pt x="87492" y="97332"/>
                </a:cubicBezTo>
                <a:cubicBezTo>
                  <a:pt x="91110" y="95176"/>
                  <a:pt x="93417" y="92152"/>
                  <a:pt x="95001" y="89683"/>
                </a:cubicBezTo>
                <a:cubicBezTo>
                  <a:pt x="102489" y="78019"/>
                  <a:pt x="100844" y="65862"/>
                  <a:pt x="93848" y="57657"/>
                </a:cubicBezTo>
                <a:cubicBezTo>
                  <a:pt x="87253" y="49922"/>
                  <a:pt x="76550" y="45311"/>
                  <a:pt x="64952" y="44801"/>
                </a:cubicBezTo>
                <a:cubicBezTo>
                  <a:pt x="64515" y="43444"/>
                  <a:pt x="63915" y="42136"/>
                  <a:pt x="63108" y="40922"/>
                </a:cubicBezTo>
                <a:cubicBezTo>
                  <a:pt x="63807" y="39152"/>
                  <a:pt x="64694" y="37728"/>
                  <a:pt x="65390" y="37291"/>
                </a:cubicBezTo>
                <a:cubicBezTo>
                  <a:pt x="65817" y="37024"/>
                  <a:pt x="66172" y="36878"/>
                  <a:pt x="67147" y="37003"/>
                </a:cubicBezTo>
                <a:cubicBezTo>
                  <a:pt x="68122" y="37127"/>
                  <a:pt x="69719" y="37661"/>
                  <a:pt x="71906" y="39063"/>
                </a:cubicBezTo>
                <a:cubicBezTo>
                  <a:pt x="77659" y="42752"/>
                  <a:pt x="84376" y="42299"/>
                  <a:pt x="89490" y="39686"/>
                </a:cubicBezTo>
                <a:cubicBezTo>
                  <a:pt x="94604" y="37073"/>
                  <a:pt x="98587" y="32442"/>
                  <a:pt x="99565" y="26820"/>
                </a:cubicBezTo>
                <a:cubicBezTo>
                  <a:pt x="100582" y="20973"/>
                  <a:pt x="99490" y="16073"/>
                  <a:pt x="97335" y="12455"/>
                </a:cubicBezTo>
                <a:cubicBezTo>
                  <a:pt x="95179" y="8836"/>
                  <a:pt x="92155" y="6529"/>
                  <a:pt x="89686" y="4945"/>
                </a:cubicBezTo>
                <a:cubicBezTo>
                  <a:pt x="83854" y="1201"/>
                  <a:pt x="77897" y="-257"/>
                  <a:pt x="72375" y="93"/>
                </a:cubicBezTo>
                <a:cubicBezTo>
                  <a:pt x="66852" y="443"/>
                  <a:pt x="61762" y="2600"/>
                  <a:pt x="57659" y="6099"/>
                </a:cubicBezTo>
                <a:cubicBezTo>
                  <a:pt x="49928" y="12691"/>
                  <a:pt x="45317" y="23387"/>
                  <a:pt x="44803" y="34978"/>
                </a:cubicBezTo>
                <a:cubicBezTo>
                  <a:pt x="43384" y="35425"/>
                  <a:pt x="42092" y="36066"/>
                  <a:pt x="40925" y="36838"/>
                </a:cubicBezTo>
                <a:cubicBezTo>
                  <a:pt x="39155" y="36139"/>
                  <a:pt x="37730" y="35253"/>
                  <a:pt x="37294" y="34556"/>
                </a:cubicBezTo>
                <a:cubicBezTo>
                  <a:pt x="37026" y="34129"/>
                  <a:pt x="36881" y="33774"/>
                  <a:pt x="37005" y="32800"/>
                </a:cubicBezTo>
                <a:cubicBezTo>
                  <a:pt x="37129" y="31825"/>
                  <a:pt x="37664" y="30227"/>
                  <a:pt x="39065" y="28040"/>
                </a:cubicBezTo>
                <a:cubicBezTo>
                  <a:pt x="42754" y="22288"/>
                  <a:pt x="42302" y="15570"/>
                  <a:pt x="39689" y="10456"/>
                </a:cubicBezTo>
                <a:cubicBezTo>
                  <a:pt x="37076" y="5342"/>
                  <a:pt x="32445" y="1360"/>
                  <a:pt x="26822" y="381"/>
                </a:cubicBezTo>
                <a:cubicBezTo>
                  <a:pt x="25361" y="127"/>
                  <a:pt x="23958" y="7"/>
                  <a:pt x="22619" y="0"/>
                </a:cubicBezTo>
                <a:close/>
                <a:moveTo>
                  <a:pt x="49974" y="42112"/>
                </a:moveTo>
                <a:cubicBezTo>
                  <a:pt x="52941" y="42112"/>
                  <a:pt x="54665" y="43082"/>
                  <a:pt x="55918" y="44492"/>
                </a:cubicBezTo>
                <a:cubicBezTo>
                  <a:pt x="57171" y="45901"/>
                  <a:pt x="57886" y="47936"/>
                  <a:pt x="57886" y="50023"/>
                </a:cubicBezTo>
                <a:cubicBezTo>
                  <a:pt x="57886" y="52111"/>
                  <a:pt x="57171" y="54141"/>
                  <a:pt x="55918" y="55550"/>
                </a:cubicBezTo>
                <a:cubicBezTo>
                  <a:pt x="54665" y="56959"/>
                  <a:pt x="52941" y="57935"/>
                  <a:pt x="49974" y="57935"/>
                </a:cubicBezTo>
                <a:cubicBezTo>
                  <a:pt x="47008" y="57935"/>
                  <a:pt x="45283" y="56959"/>
                  <a:pt x="44031" y="55550"/>
                </a:cubicBezTo>
                <a:cubicBezTo>
                  <a:pt x="42778" y="54141"/>
                  <a:pt x="42063" y="52111"/>
                  <a:pt x="42063" y="50023"/>
                </a:cubicBezTo>
                <a:cubicBezTo>
                  <a:pt x="42063" y="47936"/>
                  <a:pt x="42778" y="45901"/>
                  <a:pt x="44031" y="44492"/>
                </a:cubicBezTo>
                <a:cubicBezTo>
                  <a:pt x="45283" y="43082"/>
                  <a:pt x="47008" y="42112"/>
                  <a:pt x="49974" y="4211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05" name="Красный — SVG 6"/>
          <p:cNvSpPr>
            <a:spLocks noGrp="1"/>
          </p:cNvSpPr>
          <p:nvPr/>
        </p:nvSpPr>
        <p:spPr>
          <a:xfrm>
            <a:off x="34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2226" y="0"/>
                </a:moveTo>
                <a:cubicBezTo>
                  <a:pt x="34794" y="0"/>
                  <a:pt x="27536" y="1437"/>
                  <a:pt x="20650" y="4272"/>
                </a:cubicBezTo>
                <a:cubicBezTo>
                  <a:pt x="19049" y="4931"/>
                  <a:pt x="18070" y="6569"/>
                  <a:pt x="18250" y="8291"/>
                </a:cubicBezTo>
                <a:cubicBezTo>
                  <a:pt x="18429" y="10015"/>
                  <a:pt x="19720" y="11411"/>
                  <a:pt x="21423" y="11724"/>
                </a:cubicBezTo>
                <a:cubicBezTo>
                  <a:pt x="54642" y="17867"/>
                  <a:pt x="81089" y="44316"/>
                  <a:pt x="87229" y="77535"/>
                </a:cubicBezTo>
                <a:cubicBezTo>
                  <a:pt x="87545" y="79238"/>
                  <a:pt x="88946" y="80527"/>
                  <a:pt x="90668" y="80709"/>
                </a:cubicBezTo>
                <a:cubicBezTo>
                  <a:pt x="90806" y="80719"/>
                  <a:pt x="90939" y="80729"/>
                  <a:pt x="91075" y="80729"/>
                </a:cubicBezTo>
                <a:cubicBezTo>
                  <a:pt x="92645" y="80729"/>
                  <a:pt x="94079" y="79785"/>
                  <a:pt x="94686" y="78308"/>
                </a:cubicBezTo>
                <a:cubicBezTo>
                  <a:pt x="97522" y="71425"/>
                  <a:pt x="98958" y="64170"/>
                  <a:pt x="98958" y="56732"/>
                </a:cubicBezTo>
                <a:cubicBezTo>
                  <a:pt x="98958" y="25448"/>
                  <a:pt x="73507" y="0"/>
                  <a:pt x="42226" y="0"/>
                </a:cubicBezTo>
                <a:close/>
                <a:moveTo>
                  <a:pt x="83115" y="2665"/>
                </a:moveTo>
                <a:cubicBezTo>
                  <a:pt x="81428" y="2665"/>
                  <a:pt x="79737" y="3281"/>
                  <a:pt x="78507" y="4512"/>
                </a:cubicBezTo>
                <a:lnTo>
                  <a:pt x="77301" y="5717"/>
                </a:lnTo>
                <a:cubicBezTo>
                  <a:pt x="83533" y="10016"/>
                  <a:pt x="88942" y="15426"/>
                  <a:pt x="93241" y="21657"/>
                </a:cubicBezTo>
                <a:lnTo>
                  <a:pt x="94447" y="20452"/>
                </a:lnTo>
                <a:cubicBezTo>
                  <a:pt x="96986" y="17913"/>
                  <a:pt x="96986" y="13782"/>
                  <a:pt x="94447" y="11246"/>
                </a:cubicBezTo>
                <a:lnTo>
                  <a:pt x="87718" y="4512"/>
                </a:lnTo>
                <a:cubicBezTo>
                  <a:pt x="86489" y="3281"/>
                  <a:pt x="84802" y="2666"/>
                  <a:pt x="83115" y="2665"/>
                </a:cubicBezTo>
                <a:close/>
                <a:moveTo>
                  <a:pt x="53360" y="31616"/>
                </a:moveTo>
                <a:lnTo>
                  <a:pt x="2889" y="82057"/>
                </a:lnTo>
                <a:cubicBezTo>
                  <a:pt x="1040" y="83932"/>
                  <a:pt x="0" y="86404"/>
                  <a:pt x="0" y="89061"/>
                </a:cubicBezTo>
                <a:cubicBezTo>
                  <a:pt x="0" y="91691"/>
                  <a:pt x="1040" y="94195"/>
                  <a:pt x="2889" y="96044"/>
                </a:cubicBezTo>
                <a:cubicBezTo>
                  <a:pt x="4764" y="97919"/>
                  <a:pt x="7268" y="98958"/>
                  <a:pt x="9898" y="98958"/>
                </a:cubicBezTo>
                <a:cubicBezTo>
                  <a:pt x="12554" y="98958"/>
                  <a:pt x="15027" y="97918"/>
                  <a:pt x="16902" y="96069"/>
                </a:cubicBezTo>
                <a:lnTo>
                  <a:pt x="67342" y="45624"/>
                </a:lnTo>
                <a:cubicBezTo>
                  <a:pt x="63306" y="40363"/>
                  <a:pt x="58594" y="35679"/>
                  <a:pt x="53360" y="31616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06" name="Красный — SVG 7"/>
          <p:cNvSpPr>
            <a:spLocks noGrp="1"/>
          </p:cNvSpPr>
          <p:nvPr/>
        </p:nvSpPr>
        <p:spPr>
          <a:xfrm>
            <a:off x="40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30240" y="0"/>
                </a:moveTo>
                <a:lnTo>
                  <a:pt x="29500" y="121"/>
                </a:lnTo>
                <a:cubicBezTo>
                  <a:pt x="26892" y="549"/>
                  <a:pt x="23643" y="1409"/>
                  <a:pt x="20691" y="2757"/>
                </a:cubicBezTo>
                <a:cubicBezTo>
                  <a:pt x="19215" y="3431"/>
                  <a:pt x="17811" y="4195"/>
                  <a:pt x="16535" y="5369"/>
                </a:cubicBezTo>
                <a:cubicBezTo>
                  <a:pt x="15260" y="6543"/>
                  <a:pt x="13876" y="8532"/>
                  <a:pt x="14124" y="11044"/>
                </a:cubicBezTo>
                <a:lnTo>
                  <a:pt x="14124" y="11052"/>
                </a:lnTo>
                <a:cubicBezTo>
                  <a:pt x="14361" y="13425"/>
                  <a:pt x="14041" y="14626"/>
                  <a:pt x="13441" y="15553"/>
                </a:cubicBezTo>
                <a:cubicBezTo>
                  <a:pt x="12841" y="16479"/>
                  <a:pt x="11655" y="17466"/>
                  <a:pt x="9141" y="18470"/>
                </a:cubicBezTo>
                <a:cubicBezTo>
                  <a:pt x="7276" y="19213"/>
                  <a:pt x="6155" y="19641"/>
                  <a:pt x="4905" y="20737"/>
                </a:cubicBezTo>
                <a:cubicBezTo>
                  <a:pt x="3654" y="21835"/>
                  <a:pt x="3053" y="24340"/>
                  <a:pt x="3032" y="24764"/>
                </a:cubicBezTo>
                <a:lnTo>
                  <a:pt x="3024" y="24876"/>
                </a:lnTo>
                <a:lnTo>
                  <a:pt x="3024" y="24997"/>
                </a:lnTo>
                <a:cubicBezTo>
                  <a:pt x="3033" y="26135"/>
                  <a:pt x="3170" y="26460"/>
                  <a:pt x="3298" y="27143"/>
                </a:cubicBezTo>
                <a:cubicBezTo>
                  <a:pt x="3425" y="27826"/>
                  <a:pt x="3575" y="28547"/>
                  <a:pt x="3691" y="29104"/>
                </a:cubicBezTo>
                <a:cubicBezTo>
                  <a:pt x="4095" y="31060"/>
                  <a:pt x="4359" y="32505"/>
                  <a:pt x="4391" y="33283"/>
                </a:cubicBezTo>
                <a:cubicBezTo>
                  <a:pt x="4422" y="34063"/>
                  <a:pt x="4382" y="33963"/>
                  <a:pt x="4310" y="34063"/>
                </a:cubicBezTo>
                <a:lnTo>
                  <a:pt x="4214" y="34208"/>
                </a:lnTo>
                <a:lnTo>
                  <a:pt x="4117" y="34352"/>
                </a:lnTo>
                <a:cubicBezTo>
                  <a:pt x="3263" y="35791"/>
                  <a:pt x="2884" y="37041"/>
                  <a:pt x="2325" y="38733"/>
                </a:cubicBezTo>
                <a:cubicBezTo>
                  <a:pt x="1766" y="40425"/>
                  <a:pt x="1251" y="41983"/>
                  <a:pt x="1103" y="43829"/>
                </a:cubicBezTo>
                <a:lnTo>
                  <a:pt x="975" y="45420"/>
                </a:lnTo>
                <a:lnTo>
                  <a:pt x="1947" y="46674"/>
                </a:lnTo>
                <a:cubicBezTo>
                  <a:pt x="2296" y="47123"/>
                  <a:pt x="2629" y="47499"/>
                  <a:pt x="2912" y="47823"/>
                </a:cubicBezTo>
                <a:cubicBezTo>
                  <a:pt x="3708" y="48743"/>
                  <a:pt x="4253" y="49476"/>
                  <a:pt x="4463" y="50162"/>
                </a:cubicBezTo>
                <a:cubicBezTo>
                  <a:pt x="4674" y="50851"/>
                  <a:pt x="4825" y="51593"/>
                  <a:pt x="3796" y="53530"/>
                </a:cubicBezTo>
                <a:lnTo>
                  <a:pt x="3121" y="54800"/>
                </a:lnTo>
                <a:cubicBezTo>
                  <a:pt x="1788" y="57273"/>
                  <a:pt x="722" y="59459"/>
                  <a:pt x="348" y="62645"/>
                </a:cubicBezTo>
                <a:cubicBezTo>
                  <a:pt x="-46" y="66003"/>
                  <a:pt x="-420" y="69986"/>
                  <a:pt x="1111" y="74010"/>
                </a:cubicBezTo>
                <a:lnTo>
                  <a:pt x="1111" y="74018"/>
                </a:lnTo>
                <a:cubicBezTo>
                  <a:pt x="2188" y="76838"/>
                  <a:pt x="4400" y="78111"/>
                  <a:pt x="6513" y="79451"/>
                </a:cubicBezTo>
                <a:cubicBezTo>
                  <a:pt x="8500" y="80714"/>
                  <a:pt x="10261" y="81908"/>
                  <a:pt x="11407" y="83695"/>
                </a:cubicBezTo>
                <a:lnTo>
                  <a:pt x="11890" y="84434"/>
                </a:lnTo>
                <a:lnTo>
                  <a:pt x="12621" y="84917"/>
                </a:lnTo>
                <a:cubicBezTo>
                  <a:pt x="14299" y="86012"/>
                  <a:pt x="16190" y="86592"/>
                  <a:pt x="20401" y="87537"/>
                </a:cubicBezTo>
                <a:cubicBezTo>
                  <a:pt x="24613" y="88482"/>
                  <a:pt x="31038" y="89608"/>
                  <a:pt x="41058" y="90929"/>
                </a:cubicBezTo>
                <a:cubicBezTo>
                  <a:pt x="42839" y="91162"/>
                  <a:pt x="44296" y="91382"/>
                  <a:pt x="44281" y="91379"/>
                </a:cubicBezTo>
                <a:lnTo>
                  <a:pt x="44281" y="91387"/>
                </a:lnTo>
                <a:cubicBezTo>
                  <a:pt x="47540" y="92040"/>
                  <a:pt x="50920" y="93391"/>
                  <a:pt x="54416" y="94827"/>
                </a:cubicBezTo>
                <a:lnTo>
                  <a:pt x="54416" y="94835"/>
                </a:lnTo>
                <a:cubicBezTo>
                  <a:pt x="59001" y="96715"/>
                  <a:pt x="63736" y="98798"/>
                  <a:pt x="69093" y="98798"/>
                </a:cubicBezTo>
                <a:cubicBezTo>
                  <a:pt x="71760" y="98798"/>
                  <a:pt x="74121" y="97994"/>
                  <a:pt x="76664" y="97118"/>
                </a:cubicBezTo>
                <a:cubicBezTo>
                  <a:pt x="79208" y="96242"/>
                  <a:pt x="81738" y="95204"/>
                  <a:pt x="83577" y="94449"/>
                </a:cubicBezTo>
                <a:cubicBezTo>
                  <a:pt x="86304" y="93327"/>
                  <a:pt x="87569" y="92882"/>
                  <a:pt x="87965" y="92810"/>
                </a:cubicBezTo>
                <a:cubicBezTo>
                  <a:pt x="91760" y="92110"/>
                  <a:pt x="95115" y="90952"/>
                  <a:pt x="97152" y="87641"/>
                </a:cubicBezTo>
                <a:cubicBezTo>
                  <a:pt x="97267" y="87455"/>
                  <a:pt x="97885" y="86386"/>
                  <a:pt x="98109" y="85150"/>
                </a:cubicBezTo>
                <a:cubicBezTo>
                  <a:pt x="98332" y="83914"/>
                  <a:pt x="98257" y="82425"/>
                  <a:pt x="97787" y="80842"/>
                </a:cubicBezTo>
                <a:cubicBezTo>
                  <a:pt x="96890" y="77824"/>
                  <a:pt x="97365" y="72551"/>
                  <a:pt x="98076" y="67098"/>
                </a:cubicBezTo>
                <a:lnTo>
                  <a:pt x="98076" y="67089"/>
                </a:lnTo>
                <a:cubicBezTo>
                  <a:pt x="98268" y="65629"/>
                  <a:pt x="98514" y="63752"/>
                  <a:pt x="98663" y="61994"/>
                </a:cubicBezTo>
                <a:cubicBezTo>
                  <a:pt x="98738" y="61113"/>
                  <a:pt x="98792" y="60269"/>
                  <a:pt x="98792" y="59446"/>
                </a:cubicBezTo>
                <a:cubicBezTo>
                  <a:pt x="98792" y="58622"/>
                  <a:pt x="98857" y="57943"/>
                  <a:pt x="98422" y="56665"/>
                </a:cubicBezTo>
                <a:lnTo>
                  <a:pt x="98430" y="56665"/>
                </a:lnTo>
                <a:cubicBezTo>
                  <a:pt x="97683" y="54460"/>
                  <a:pt x="96444" y="53030"/>
                  <a:pt x="95400" y="51690"/>
                </a:cubicBezTo>
                <a:lnTo>
                  <a:pt x="95400" y="51681"/>
                </a:lnTo>
                <a:cubicBezTo>
                  <a:pt x="94435" y="50441"/>
                  <a:pt x="93549" y="49279"/>
                  <a:pt x="92940" y="48040"/>
                </a:cubicBezTo>
                <a:cubicBezTo>
                  <a:pt x="92539" y="47224"/>
                  <a:pt x="92445" y="44095"/>
                  <a:pt x="93149" y="37857"/>
                </a:cubicBezTo>
                <a:cubicBezTo>
                  <a:pt x="93295" y="36559"/>
                  <a:pt x="93498" y="34801"/>
                  <a:pt x="93632" y="33139"/>
                </a:cubicBezTo>
                <a:cubicBezTo>
                  <a:pt x="93765" y="31477"/>
                  <a:pt x="93999" y="30347"/>
                  <a:pt x="93624" y="28397"/>
                </a:cubicBezTo>
                <a:lnTo>
                  <a:pt x="93495" y="27746"/>
                </a:lnTo>
                <a:lnTo>
                  <a:pt x="93173" y="27167"/>
                </a:lnTo>
                <a:cubicBezTo>
                  <a:pt x="91424" y="24037"/>
                  <a:pt x="88013" y="20269"/>
                  <a:pt x="84244" y="16364"/>
                </a:cubicBezTo>
                <a:cubicBezTo>
                  <a:pt x="82359" y="14412"/>
                  <a:pt x="80435" y="12547"/>
                  <a:pt x="78690" y="11011"/>
                </a:cubicBezTo>
                <a:cubicBezTo>
                  <a:pt x="76945" y="9476"/>
                  <a:pt x="75690" y="8319"/>
                  <a:pt x="73715" y="7467"/>
                </a:cubicBezTo>
                <a:lnTo>
                  <a:pt x="73007" y="7161"/>
                </a:lnTo>
                <a:lnTo>
                  <a:pt x="72244" y="7129"/>
                </a:lnTo>
                <a:cubicBezTo>
                  <a:pt x="71947" y="7118"/>
                  <a:pt x="71627" y="7113"/>
                  <a:pt x="71271" y="7113"/>
                </a:cubicBezTo>
                <a:cubicBezTo>
                  <a:pt x="68174" y="7113"/>
                  <a:pt x="62618" y="7426"/>
                  <a:pt x="58885" y="7628"/>
                </a:cubicBezTo>
                <a:cubicBezTo>
                  <a:pt x="56818" y="7739"/>
                  <a:pt x="54913" y="7812"/>
                  <a:pt x="55059" y="7812"/>
                </a:cubicBezTo>
                <a:cubicBezTo>
                  <a:pt x="52958" y="7812"/>
                  <a:pt x="47235" y="6035"/>
                  <a:pt x="39716" y="3167"/>
                </a:cubicBezTo>
                <a:cubicBezTo>
                  <a:pt x="38287" y="2622"/>
                  <a:pt x="36591" y="1972"/>
                  <a:pt x="35046" y="1415"/>
                </a:cubicBezTo>
                <a:cubicBezTo>
                  <a:pt x="33501" y="858"/>
                  <a:pt x="32324" y="413"/>
                  <a:pt x="30971" y="145"/>
                </a:cubicBezTo>
                <a:lnTo>
                  <a:pt x="30240" y="0"/>
                </a:lnTo>
                <a:close/>
                <a:moveTo>
                  <a:pt x="22403" y="12627"/>
                </a:moveTo>
                <a:cubicBezTo>
                  <a:pt x="32881" y="13547"/>
                  <a:pt x="32948" y="17068"/>
                  <a:pt x="32948" y="20608"/>
                </a:cubicBezTo>
                <a:cubicBezTo>
                  <a:pt x="32948" y="32954"/>
                  <a:pt x="49409" y="24723"/>
                  <a:pt x="49409" y="32954"/>
                </a:cubicBezTo>
                <a:cubicBezTo>
                  <a:pt x="49409" y="37069"/>
                  <a:pt x="61755" y="41184"/>
                  <a:pt x="61755" y="45300"/>
                </a:cubicBezTo>
                <a:cubicBezTo>
                  <a:pt x="61755" y="49415"/>
                  <a:pt x="57640" y="53530"/>
                  <a:pt x="57640" y="57645"/>
                </a:cubicBezTo>
                <a:cubicBezTo>
                  <a:pt x="57640" y="69991"/>
                  <a:pt x="69985" y="61760"/>
                  <a:pt x="69985" y="69991"/>
                </a:cubicBezTo>
                <a:lnTo>
                  <a:pt x="69985" y="78221"/>
                </a:lnTo>
                <a:cubicBezTo>
                  <a:pt x="69985" y="82111"/>
                  <a:pt x="66217" y="85957"/>
                  <a:pt x="55389" y="86371"/>
                </a:cubicBezTo>
                <a:cubicBezTo>
                  <a:pt x="52461" y="85191"/>
                  <a:pt x="49363" y="84010"/>
                  <a:pt x="45905" y="83317"/>
                </a:cubicBezTo>
                <a:cubicBezTo>
                  <a:pt x="44994" y="83134"/>
                  <a:pt x="43935" y="83006"/>
                  <a:pt x="42135" y="82771"/>
                </a:cubicBezTo>
                <a:lnTo>
                  <a:pt x="42127" y="82771"/>
                </a:lnTo>
                <a:cubicBezTo>
                  <a:pt x="32265" y="81471"/>
                  <a:pt x="26032" y="80365"/>
                  <a:pt x="22210" y="79507"/>
                </a:cubicBezTo>
                <a:cubicBezTo>
                  <a:pt x="19084" y="78806"/>
                  <a:pt x="17824" y="78279"/>
                  <a:pt x="17492" y="78157"/>
                </a:cubicBezTo>
                <a:cubicBezTo>
                  <a:pt x="15319" y="75325"/>
                  <a:pt x="12685" y="73617"/>
                  <a:pt x="10925" y="72499"/>
                </a:cubicBezTo>
                <a:cubicBezTo>
                  <a:pt x="8898" y="71213"/>
                  <a:pt x="8723" y="70865"/>
                  <a:pt x="8803" y="71076"/>
                </a:cubicBezTo>
                <a:cubicBezTo>
                  <a:pt x="8148" y="69347"/>
                  <a:pt x="8167" y="66627"/>
                  <a:pt x="8522" y="63601"/>
                </a:cubicBezTo>
                <a:cubicBezTo>
                  <a:pt x="8773" y="61464"/>
                  <a:pt x="9039" y="61169"/>
                  <a:pt x="10371" y="58698"/>
                </a:cubicBezTo>
                <a:lnTo>
                  <a:pt x="10371" y="58690"/>
                </a:lnTo>
                <a:lnTo>
                  <a:pt x="11062" y="57396"/>
                </a:lnTo>
                <a:lnTo>
                  <a:pt x="11070" y="57388"/>
                </a:lnTo>
                <a:cubicBezTo>
                  <a:pt x="12905" y="53934"/>
                  <a:pt x="13148" y="50430"/>
                  <a:pt x="12332" y="47759"/>
                </a:cubicBezTo>
                <a:cubicBezTo>
                  <a:pt x="11645" y="45510"/>
                  <a:pt x="10477" y="44265"/>
                  <a:pt x="9623" y="43266"/>
                </a:cubicBezTo>
                <a:cubicBezTo>
                  <a:pt x="9774" y="42625"/>
                  <a:pt x="9854" y="42172"/>
                  <a:pt x="10138" y="41313"/>
                </a:cubicBezTo>
                <a:cubicBezTo>
                  <a:pt x="10599" y="39916"/>
                  <a:pt x="11374" y="38261"/>
                  <a:pt x="11199" y="38556"/>
                </a:cubicBezTo>
                <a:lnTo>
                  <a:pt x="11006" y="38854"/>
                </a:lnTo>
                <a:cubicBezTo>
                  <a:pt x="12292" y="37057"/>
                  <a:pt x="12688" y="34815"/>
                  <a:pt x="12613" y="32954"/>
                </a:cubicBezTo>
                <a:cubicBezTo>
                  <a:pt x="12538" y="31093"/>
                  <a:pt x="12159" y="29396"/>
                  <a:pt x="11753" y="27432"/>
                </a:cubicBezTo>
                <a:lnTo>
                  <a:pt x="11753" y="27424"/>
                </a:lnTo>
                <a:cubicBezTo>
                  <a:pt x="11688" y="27109"/>
                  <a:pt x="11615" y="26755"/>
                  <a:pt x="11544" y="26403"/>
                </a:cubicBezTo>
                <a:cubicBezTo>
                  <a:pt x="11864" y="26245"/>
                  <a:pt x="11637" y="26344"/>
                  <a:pt x="12195" y="26122"/>
                </a:cubicBezTo>
                <a:lnTo>
                  <a:pt x="12195" y="26114"/>
                </a:lnTo>
                <a:cubicBezTo>
                  <a:pt x="15632" y="24740"/>
                  <a:pt x="18512" y="22860"/>
                  <a:pt x="20345" y="20030"/>
                </a:cubicBezTo>
                <a:cubicBezTo>
                  <a:pt x="21760" y="17845"/>
                  <a:pt x="22358" y="15297"/>
                  <a:pt x="22403" y="12627"/>
                </a:cubicBezTo>
                <a:close/>
                <a:moveTo>
                  <a:pt x="27346" y="32954"/>
                </a:moveTo>
                <a:cubicBezTo>
                  <a:pt x="24531" y="32954"/>
                  <a:pt x="22642" y="35031"/>
                  <a:pt x="20836" y="37809"/>
                </a:cubicBezTo>
                <a:cubicBezTo>
                  <a:pt x="19584" y="39726"/>
                  <a:pt x="23859" y="41565"/>
                  <a:pt x="24477" y="44199"/>
                </a:cubicBezTo>
                <a:cubicBezTo>
                  <a:pt x="25073" y="46742"/>
                  <a:pt x="29596" y="44537"/>
                  <a:pt x="32546" y="41080"/>
                </a:cubicBezTo>
                <a:cubicBezTo>
                  <a:pt x="34201" y="39138"/>
                  <a:pt x="30233" y="37247"/>
                  <a:pt x="29813" y="36531"/>
                </a:cubicBezTo>
                <a:cubicBezTo>
                  <a:pt x="29418" y="35860"/>
                  <a:pt x="28893" y="32954"/>
                  <a:pt x="27346" y="32954"/>
                </a:cubicBezTo>
                <a:close/>
                <a:moveTo>
                  <a:pt x="37827" y="57645"/>
                </a:moveTo>
                <a:cubicBezTo>
                  <a:pt x="34074" y="57645"/>
                  <a:pt x="31550" y="60412"/>
                  <a:pt x="29138" y="64116"/>
                </a:cubicBezTo>
                <a:cubicBezTo>
                  <a:pt x="27468" y="66675"/>
                  <a:pt x="33178" y="69121"/>
                  <a:pt x="34001" y="72635"/>
                </a:cubicBezTo>
                <a:cubicBezTo>
                  <a:pt x="34795" y="76026"/>
                  <a:pt x="40817" y="73097"/>
                  <a:pt x="44755" y="68488"/>
                </a:cubicBezTo>
                <a:cubicBezTo>
                  <a:pt x="46961" y="65895"/>
                  <a:pt x="41682" y="63366"/>
                  <a:pt x="41122" y="62412"/>
                </a:cubicBezTo>
                <a:cubicBezTo>
                  <a:pt x="40596" y="61514"/>
                  <a:pt x="39889" y="57645"/>
                  <a:pt x="37827" y="5764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07" name="Красный — SVG 8"/>
          <p:cNvSpPr>
            <a:spLocks noGrp="1"/>
          </p:cNvSpPr>
          <p:nvPr/>
        </p:nvSpPr>
        <p:spPr>
          <a:xfrm>
            <a:off x="46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9867" y="4348"/>
                </a:moveTo>
                <a:cubicBezTo>
                  <a:pt x="44469" y="4348"/>
                  <a:pt x="39570" y="7038"/>
                  <a:pt x="36674" y="11411"/>
                </a:cubicBezTo>
                <a:cubicBezTo>
                  <a:pt x="35798" y="11230"/>
                  <a:pt x="34910" y="11141"/>
                  <a:pt x="34016" y="11141"/>
                </a:cubicBezTo>
                <a:cubicBezTo>
                  <a:pt x="27170" y="11141"/>
                  <a:pt x="21488" y="16230"/>
                  <a:pt x="20562" y="22826"/>
                </a:cubicBezTo>
                <a:cubicBezTo>
                  <a:pt x="15111" y="24065"/>
                  <a:pt x="10846" y="28358"/>
                  <a:pt x="9553" y="33786"/>
                </a:cubicBezTo>
                <a:lnTo>
                  <a:pt x="90181" y="33786"/>
                </a:lnTo>
                <a:cubicBezTo>
                  <a:pt x="88886" y="28358"/>
                  <a:pt x="84624" y="24065"/>
                  <a:pt x="79173" y="22826"/>
                </a:cubicBezTo>
                <a:cubicBezTo>
                  <a:pt x="78247" y="16230"/>
                  <a:pt x="72564" y="11141"/>
                  <a:pt x="65719" y="11141"/>
                </a:cubicBezTo>
                <a:cubicBezTo>
                  <a:pt x="64824" y="11141"/>
                  <a:pt x="63937" y="11230"/>
                  <a:pt x="63061" y="11411"/>
                </a:cubicBezTo>
                <a:cubicBezTo>
                  <a:pt x="60164" y="7038"/>
                  <a:pt x="55266" y="4348"/>
                  <a:pt x="49867" y="4348"/>
                </a:cubicBezTo>
                <a:close/>
                <a:moveTo>
                  <a:pt x="9248" y="38315"/>
                </a:moveTo>
                <a:cubicBezTo>
                  <a:pt x="9171" y="38682"/>
                  <a:pt x="9106" y="39056"/>
                  <a:pt x="9106" y="39448"/>
                </a:cubicBezTo>
                <a:lnTo>
                  <a:pt x="9106" y="70018"/>
                </a:lnTo>
                <a:lnTo>
                  <a:pt x="3445" y="70018"/>
                </a:lnTo>
                <a:cubicBezTo>
                  <a:pt x="2995" y="70012"/>
                  <a:pt x="2548" y="70095"/>
                  <a:pt x="2130" y="70263"/>
                </a:cubicBezTo>
                <a:cubicBezTo>
                  <a:pt x="1713" y="70431"/>
                  <a:pt x="1333" y="70680"/>
                  <a:pt x="1012" y="70996"/>
                </a:cubicBezTo>
                <a:cubicBezTo>
                  <a:pt x="691" y="71312"/>
                  <a:pt x="437" y="71688"/>
                  <a:pt x="263" y="72104"/>
                </a:cubicBezTo>
                <a:cubicBezTo>
                  <a:pt x="89" y="72519"/>
                  <a:pt x="0" y="72965"/>
                  <a:pt x="0" y="73415"/>
                </a:cubicBezTo>
                <a:cubicBezTo>
                  <a:pt x="0" y="73865"/>
                  <a:pt x="89" y="74311"/>
                  <a:pt x="263" y="74726"/>
                </a:cubicBezTo>
                <a:cubicBezTo>
                  <a:pt x="437" y="75141"/>
                  <a:pt x="691" y="75518"/>
                  <a:pt x="1012" y="75834"/>
                </a:cubicBezTo>
                <a:cubicBezTo>
                  <a:pt x="1333" y="76150"/>
                  <a:pt x="1713" y="76399"/>
                  <a:pt x="2130" y="76567"/>
                </a:cubicBezTo>
                <a:cubicBezTo>
                  <a:pt x="2548" y="76735"/>
                  <a:pt x="2995" y="76818"/>
                  <a:pt x="3445" y="76812"/>
                </a:cubicBezTo>
                <a:lnTo>
                  <a:pt x="9588" y="76812"/>
                </a:lnTo>
                <a:cubicBezTo>
                  <a:pt x="11016" y="81822"/>
                  <a:pt x="15510" y="85551"/>
                  <a:pt x="20907" y="85834"/>
                </a:cubicBezTo>
                <a:cubicBezTo>
                  <a:pt x="22378" y="91070"/>
                  <a:pt x="27184" y="94928"/>
                  <a:pt x="32883" y="94928"/>
                </a:cubicBezTo>
                <a:cubicBezTo>
                  <a:pt x="38572" y="94928"/>
                  <a:pt x="43371" y="91089"/>
                  <a:pt x="44856" y="85870"/>
                </a:cubicBezTo>
                <a:lnTo>
                  <a:pt x="54883" y="85870"/>
                </a:lnTo>
                <a:cubicBezTo>
                  <a:pt x="56366" y="91089"/>
                  <a:pt x="61167" y="94928"/>
                  <a:pt x="66855" y="94928"/>
                </a:cubicBezTo>
                <a:cubicBezTo>
                  <a:pt x="72555" y="94928"/>
                  <a:pt x="77360" y="91070"/>
                  <a:pt x="78832" y="85834"/>
                </a:cubicBezTo>
                <a:cubicBezTo>
                  <a:pt x="84227" y="85551"/>
                  <a:pt x="88718" y="81822"/>
                  <a:pt x="90146" y="76812"/>
                </a:cubicBezTo>
                <a:lnTo>
                  <a:pt x="96289" y="76812"/>
                </a:lnTo>
                <a:cubicBezTo>
                  <a:pt x="96739" y="76818"/>
                  <a:pt x="97186" y="76735"/>
                  <a:pt x="97604" y="76567"/>
                </a:cubicBezTo>
                <a:cubicBezTo>
                  <a:pt x="98022" y="76399"/>
                  <a:pt x="98402" y="76150"/>
                  <a:pt x="98722" y="75834"/>
                </a:cubicBezTo>
                <a:cubicBezTo>
                  <a:pt x="99043" y="75518"/>
                  <a:pt x="99298" y="75141"/>
                  <a:pt x="99471" y="74726"/>
                </a:cubicBezTo>
                <a:cubicBezTo>
                  <a:pt x="99645" y="74311"/>
                  <a:pt x="99734" y="73865"/>
                  <a:pt x="99734" y="73415"/>
                </a:cubicBezTo>
                <a:cubicBezTo>
                  <a:pt x="99734" y="72965"/>
                  <a:pt x="99645" y="72519"/>
                  <a:pt x="99471" y="72104"/>
                </a:cubicBezTo>
                <a:cubicBezTo>
                  <a:pt x="99298" y="71688"/>
                  <a:pt x="99043" y="71312"/>
                  <a:pt x="98722" y="70996"/>
                </a:cubicBezTo>
                <a:cubicBezTo>
                  <a:pt x="98402" y="70680"/>
                  <a:pt x="98022" y="70431"/>
                  <a:pt x="97604" y="70263"/>
                </a:cubicBezTo>
                <a:cubicBezTo>
                  <a:pt x="97186" y="70095"/>
                  <a:pt x="96739" y="70012"/>
                  <a:pt x="96289" y="70018"/>
                </a:cubicBezTo>
                <a:lnTo>
                  <a:pt x="90628" y="70018"/>
                </a:lnTo>
                <a:lnTo>
                  <a:pt x="90628" y="39448"/>
                </a:lnTo>
                <a:cubicBezTo>
                  <a:pt x="90628" y="39056"/>
                  <a:pt x="90564" y="38682"/>
                  <a:pt x="90487" y="38315"/>
                </a:cubicBezTo>
                <a:lnTo>
                  <a:pt x="9248" y="38315"/>
                </a:lnTo>
                <a:close/>
                <a:moveTo>
                  <a:pt x="32883" y="76812"/>
                </a:moveTo>
                <a:cubicBezTo>
                  <a:pt x="36011" y="76812"/>
                  <a:pt x="38545" y="79346"/>
                  <a:pt x="38545" y="82473"/>
                </a:cubicBezTo>
                <a:cubicBezTo>
                  <a:pt x="38545" y="85600"/>
                  <a:pt x="36011" y="88134"/>
                  <a:pt x="32883" y="88134"/>
                </a:cubicBezTo>
                <a:cubicBezTo>
                  <a:pt x="29756" y="88134"/>
                  <a:pt x="27222" y="85600"/>
                  <a:pt x="27222" y="82473"/>
                </a:cubicBezTo>
                <a:cubicBezTo>
                  <a:pt x="27222" y="79346"/>
                  <a:pt x="29756" y="76812"/>
                  <a:pt x="32883" y="76812"/>
                </a:cubicBezTo>
                <a:close/>
                <a:moveTo>
                  <a:pt x="66851" y="76812"/>
                </a:moveTo>
                <a:cubicBezTo>
                  <a:pt x="69978" y="76812"/>
                  <a:pt x="72512" y="79346"/>
                  <a:pt x="72512" y="82473"/>
                </a:cubicBezTo>
                <a:cubicBezTo>
                  <a:pt x="72512" y="85600"/>
                  <a:pt x="69978" y="88134"/>
                  <a:pt x="66851" y="88134"/>
                </a:cubicBezTo>
                <a:cubicBezTo>
                  <a:pt x="63724" y="88134"/>
                  <a:pt x="61190" y="85600"/>
                  <a:pt x="61190" y="82473"/>
                </a:cubicBezTo>
                <a:cubicBezTo>
                  <a:pt x="61190" y="79346"/>
                  <a:pt x="63724" y="76812"/>
                  <a:pt x="66851" y="76812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08" name="Красный — SVG 9"/>
          <p:cNvSpPr>
            <a:spLocks noGrp="1"/>
          </p:cNvSpPr>
          <p:nvPr/>
        </p:nvSpPr>
        <p:spPr>
          <a:xfrm>
            <a:off x="52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86126" y="2216"/>
                </a:moveTo>
                <a:lnTo>
                  <a:pt x="79477" y="2216"/>
                </a:lnTo>
                <a:cubicBezTo>
                  <a:pt x="78610" y="2216"/>
                  <a:pt x="77761" y="2571"/>
                  <a:pt x="77141" y="3176"/>
                </a:cubicBezTo>
                <a:cubicBezTo>
                  <a:pt x="76502" y="3799"/>
                  <a:pt x="75443" y="4433"/>
                  <a:pt x="75044" y="4433"/>
                </a:cubicBezTo>
                <a:cubicBezTo>
                  <a:pt x="72764" y="4433"/>
                  <a:pt x="71369" y="1837"/>
                  <a:pt x="71369" y="1837"/>
                </a:cubicBezTo>
                <a:cubicBezTo>
                  <a:pt x="70804" y="711"/>
                  <a:pt x="69654" y="0"/>
                  <a:pt x="68395" y="0"/>
                </a:cubicBezTo>
                <a:lnTo>
                  <a:pt x="42768" y="0"/>
                </a:lnTo>
                <a:cubicBezTo>
                  <a:pt x="34277" y="0"/>
                  <a:pt x="26152" y="2586"/>
                  <a:pt x="19889" y="7278"/>
                </a:cubicBezTo>
                <a:cubicBezTo>
                  <a:pt x="19291" y="7726"/>
                  <a:pt x="18710" y="8191"/>
                  <a:pt x="18149" y="8661"/>
                </a:cubicBezTo>
                <a:cubicBezTo>
                  <a:pt x="15702" y="10705"/>
                  <a:pt x="13510" y="13200"/>
                  <a:pt x="11682" y="16011"/>
                </a:cubicBezTo>
                <a:cubicBezTo>
                  <a:pt x="9847" y="18675"/>
                  <a:pt x="8661" y="21591"/>
                  <a:pt x="7650" y="24344"/>
                </a:cubicBezTo>
                <a:cubicBezTo>
                  <a:pt x="7107" y="25824"/>
                  <a:pt x="7679" y="27482"/>
                  <a:pt x="9020" y="28313"/>
                </a:cubicBezTo>
                <a:cubicBezTo>
                  <a:pt x="10363" y="29147"/>
                  <a:pt x="12103" y="28916"/>
                  <a:pt x="13185" y="27770"/>
                </a:cubicBezTo>
                <a:cubicBezTo>
                  <a:pt x="15095" y="25751"/>
                  <a:pt x="16742" y="24171"/>
                  <a:pt x="18639" y="22981"/>
                </a:cubicBezTo>
                <a:cubicBezTo>
                  <a:pt x="20871" y="21503"/>
                  <a:pt x="23244" y="20319"/>
                  <a:pt x="25026" y="19805"/>
                </a:cubicBezTo>
                <a:cubicBezTo>
                  <a:pt x="28413" y="18783"/>
                  <a:pt x="31310" y="18169"/>
                  <a:pt x="34040" y="17897"/>
                </a:cubicBezTo>
                <a:lnTo>
                  <a:pt x="34040" y="27704"/>
                </a:lnTo>
                <a:cubicBezTo>
                  <a:pt x="34040" y="28584"/>
                  <a:pt x="34390" y="29430"/>
                  <a:pt x="35013" y="30055"/>
                </a:cubicBezTo>
                <a:lnTo>
                  <a:pt x="37229" y="32272"/>
                </a:lnTo>
                <a:cubicBezTo>
                  <a:pt x="37857" y="32894"/>
                  <a:pt x="38701" y="33245"/>
                  <a:pt x="39583" y="33245"/>
                </a:cubicBezTo>
                <a:lnTo>
                  <a:pt x="66179" y="33245"/>
                </a:lnTo>
                <a:cubicBezTo>
                  <a:pt x="67061" y="33245"/>
                  <a:pt x="67905" y="32894"/>
                  <a:pt x="68530" y="32272"/>
                </a:cubicBezTo>
                <a:lnTo>
                  <a:pt x="70747" y="30055"/>
                </a:lnTo>
                <a:cubicBezTo>
                  <a:pt x="70982" y="29820"/>
                  <a:pt x="71199" y="29517"/>
                  <a:pt x="71354" y="29222"/>
                </a:cubicBezTo>
                <a:cubicBezTo>
                  <a:pt x="71367" y="29193"/>
                  <a:pt x="72761" y="26596"/>
                  <a:pt x="75044" y="26596"/>
                </a:cubicBezTo>
                <a:cubicBezTo>
                  <a:pt x="75443" y="26596"/>
                  <a:pt x="76502" y="27230"/>
                  <a:pt x="77125" y="27839"/>
                </a:cubicBezTo>
                <a:cubicBezTo>
                  <a:pt x="77750" y="28462"/>
                  <a:pt x="78595" y="28812"/>
                  <a:pt x="79477" y="28812"/>
                </a:cubicBezTo>
                <a:lnTo>
                  <a:pt x="86126" y="28812"/>
                </a:lnTo>
                <a:cubicBezTo>
                  <a:pt x="89180" y="28812"/>
                  <a:pt x="91666" y="26328"/>
                  <a:pt x="91666" y="23271"/>
                </a:cubicBezTo>
                <a:lnTo>
                  <a:pt x="91666" y="7757"/>
                </a:lnTo>
                <a:cubicBezTo>
                  <a:pt x="91666" y="4701"/>
                  <a:pt x="89180" y="2216"/>
                  <a:pt x="86126" y="2216"/>
                </a:cubicBezTo>
                <a:close/>
                <a:moveTo>
                  <a:pt x="65071" y="79787"/>
                </a:moveTo>
                <a:lnTo>
                  <a:pt x="65071" y="91977"/>
                </a:lnTo>
                <a:cubicBezTo>
                  <a:pt x="65071" y="96254"/>
                  <a:pt x="61591" y="99734"/>
                  <a:pt x="57314" y="99734"/>
                </a:cubicBezTo>
                <a:lnTo>
                  <a:pt x="48448" y="99734"/>
                </a:lnTo>
                <a:cubicBezTo>
                  <a:pt x="44171" y="99734"/>
                  <a:pt x="40691" y="96254"/>
                  <a:pt x="40691" y="91977"/>
                </a:cubicBezTo>
                <a:lnTo>
                  <a:pt x="40691" y="79787"/>
                </a:lnTo>
                <a:lnTo>
                  <a:pt x="65071" y="79787"/>
                </a:lnTo>
                <a:close/>
                <a:moveTo>
                  <a:pt x="40691" y="37677"/>
                </a:moveTo>
                <a:lnTo>
                  <a:pt x="65071" y="37677"/>
                </a:lnTo>
                <a:lnTo>
                  <a:pt x="65071" y="73138"/>
                </a:lnTo>
                <a:lnTo>
                  <a:pt x="40691" y="73138"/>
                </a:lnTo>
                <a:lnTo>
                  <a:pt x="40691" y="3767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09" name="Красный — SVG 10"/>
          <p:cNvSpPr>
            <a:spLocks noGrp="1"/>
          </p:cNvSpPr>
          <p:nvPr/>
        </p:nvSpPr>
        <p:spPr>
          <a:xfrm>
            <a:off x="58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36674" y="0"/>
                </a:moveTo>
                <a:cubicBezTo>
                  <a:pt x="35061" y="0"/>
                  <a:pt x="32772" y="908"/>
                  <a:pt x="31735" y="2143"/>
                </a:cubicBezTo>
                <a:cubicBezTo>
                  <a:pt x="30737" y="3333"/>
                  <a:pt x="30249" y="4803"/>
                  <a:pt x="30339" y="6373"/>
                </a:cubicBezTo>
                <a:lnTo>
                  <a:pt x="32056" y="38887"/>
                </a:lnTo>
                <a:cubicBezTo>
                  <a:pt x="32124" y="40174"/>
                  <a:pt x="33190" y="41182"/>
                  <a:pt x="34479" y="41182"/>
                </a:cubicBezTo>
                <a:lnTo>
                  <a:pt x="64959" y="41182"/>
                </a:lnTo>
                <a:cubicBezTo>
                  <a:pt x="66247" y="41182"/>
                  <a:pt x="67311" y="40174"/>
                  <a:pt x="67376" y="38887"/>
                </a:cubicBezTo>
                <a:lnTo>
                  <a:pt x="69070" y="6373"/>
                </a:lnTo>
                <a:cubicBezTo>
                  <a:pt x="69167" y="4702"/>
                  <a:pt x="68587" y="3100"/>
                  <a:pt x="67424" y="1864"/>
                </a:cubicBezTo>
                <a:cubicBezTo>
                  <a:pt x="66261" y="653"/>
                  <a:pt x="64714" y="0"/>
                  <a:pt x="63042" y="0"/>
                </a:cubicBezTo>
                <a:lnTo>
                  <a:pt x="36674" y="0"/>
                </a:lnTo>
                <a:close/>
                <a:moveTo>
                  <a:pt x="15795" y="36337"/>
                </a:moveTo>
                <a:cubicBezTo>
                  <a:pt x="14457" y="36337"/>
                  <a:pt x="13372" y="37422"/>
                  <a:pt x="13372" y="38760"/>
                </a:cubicBezTo>
                <a:lnTo>
                  <a:pt x="13372" y="41182"/>
                </a:lnTo>
                <a:cubicBezTo>
                  <a:pt x="13372" y="42514"/>
                  <a:pt x="14450" y="43592"/>
                  <a:pt x="15780" y="43600"/>
                </a:cubicBezTo>
                <a:lnTo>
                  <a:pt x="15780" y="43605"/>
                </a:lnTo>
                <a:lnTo>
                  <a:pt x="15780" y="50872"/>
                </a:lnTo>
                <a:cubicBezTo>
                  <a:pt x="15780" y="55511"/>
                  <a:pt x="19620" y="59351"/>
                  <a:pt x="24259" y="59351"/>
                </a:cubicBezTo>
                <a:lnTo>
                  <a:pt x="27902" y="59351"/>
                </a:lnTo>
                <a:lnTo>
                  <a:pt x="27902" y="59398"/>
                </a:lnTo>
                <a:cubicBezTo>
                  <a:pt x="27902" y="62717"/>
                  <a:pt x="30615" y="65454"/>
                  <a:pt x="33958" y="65454"/>
                </a:cubicBezTo>
                <a:lnTo>
                  <a:pt x="46071" y="65454"/>
                </a:lnTo>
                <a:lnTo>
                  <a:pt x="46071" y="77543"/>
                </a:lnTo>
                <a:lnTo>
                  <a:pt x="37583" y="77543"/>
                </a:lnTo>
                <a:cubicBezTo>
                  <a:pt x="36836" y="77543"/>
                  <a:pt x="36108" y="77773"/>
                  <a:pt x="35497" y="78201"/>
                </a:cubicBezTo>
                <a:cubicBezTo>
                  <a:pt x="34886" y="78629"/>
                  <a:pt x="34421" y="79236"/>
                  <a:pt x="34167" y="79937"/>
                </a:cubicBezTo>
                <a:lnTo>
                  <a:pt x="30419" y="90242"/>
                </a:lnTo>
                <a:cubicBezTo>
                  <a:pt x="29476" y="90757"/>
                  <a:pt x="28731" y="91571"/>
                  <a:pt x="28302" y="92556"/>
                </a:cubicBezTo>
                <a:cubicBezTo>
                  <a:pt x="27873" y="93542"/>
                  <a:pt x="27785" y="94642"/>
                  <a:pt x="28051" y="95683"/>
                </a:cubicBezTo>
                <a:cubicBezTo>
                  <a:pt x="28317" y="96724"/>
                  <a:pt x="28922" y="97647"/>
                  <a:pt x="29770" y="98306"/>
                </a:cubicBezTo>
                <a:cubicBezTo>
                  <a:pt x="30619" y="98965"/>
                  <a:pt x="31663" y="99322"/>
                  <a:pt x="32738" y="99322"/>
                </a:cubicBezTo>
                <a:cubicBezTo>
                  <a:pt x="33522" y="99320"/>
                  <a:pt x="34294" y="99128"/>
                  <a:pt x="34987" y="98762"/>
                </a:cubicBezTo>
                <a:cubicBezTo>
                  <a:pt x="35681" y="98396"/>
                  <a:pt x="36275" y="97867"/>
                  <a:pt x="36718" y="97220"/>
                </a:cubicBezTo>
                <a:cubicBezTo>
                  <a:pt x="37161" y="96573"/>
                  <a:pt x="37440" y="95828"/>
                  <a:pt x="37532" y="95050"/>
                </a:cubicBezTo>
                <a:cubicBezTo>
                  <a:pt x="37623" y="94271"/>
                  <a:pt x="37524" y="93482"/>
                  <a:pt x="37242" y="92750"/>
                </a:cubicBezTo>
                <a:lnTo>
                  <a:pt x="40128" y="84810"/>
                </a:lnTo>
                <a:lnTo>
                  <a:pt x="46071" y="84810"/>
                </a:lnTo>
                <a:lnTo>
                  <a:pt x="46071" y="91311"/>
                </a:lnTo>
                <a:cubicBezTo>
                  <a:pt x="45457" y="92009"/>
                  <a:pt x="45057" y="92869"/>
                  <a:pt x="44919" y="93789"/>
                </a:cubicBezTo>
                <a:cubicBezTo>
                  <a:pt x="44781" y="94708"/>
                  <a:pt x="44912" y="95647"/>
                  <a:pt x="45294" y="96495"/>
                </a:cubicBezTo>
                <a:cubicBezTo>
                  <a:pt x="45676" y="97342"/>
                  <a:pt x="46295" y="98061"/>
                  <a:pt x="47075" y="98566"/>
                </a:cubicBezTo>
                <a:cubicBezTo>
                  <a:pt x="47856" y="99070"/>
                  <a:pt x="48766" y="99340"/>
                  <a:pt x="49695" y="99341"/>
                </a:cubicBezTo>
                <a:cubicBezTo>
                  <a:pt x="50623" y="99340"/>
                  <a:pt x="51531" y="99072"/>
                  <a:pt x="52310" y="98570"/>
                </a:cubicBezTo>
                <a:cubicBezTo>
                  <a:pt x="53090" y="98068"/>
                  <a:pt x="53709" y="97352"/>
                  <a:pt x="54093" y="96507"/>
                </a:cubicBezTo>
                <a:cubicBezTo>
                  <a:pt x="54477" y="95663"/>
                  <a:pt x="54610" y="94726"/>
                  <a:pt x="54476" y="93808"/>
                </a:cubicBezTo>
                <a:cubicBezTo>
                  <a:pt x="54342" y="92890"/>
                  <a:pt x="53947" y="92030"/>
                  <a:pt x="53338" y="91330"/>
                </a:cubicBezTo>
                <a:lnTo>
                  <a:pt x="53338" y="84810"/>
                </a:lnTo>
                <a:lnTo>
                  <a:pt x="59267" y="84810"/>
                </a:lnTo>
                <a:lnTo>
                  <a:pt x="62158" y="92721"/>
                </a:lnTo>
                <a:cubicBezTo>
                  <a:pt x="61867" y="93455"/>
                  <a:pt x="61759" y="94248"/>
                  <a:pt x="61845" y="95033"/>
                </a:cubicBezTo>
                <a:cubicBezTo>
                  <a:pt x="61932" y="95817"/>
                  <a:pt x="62208" y="96569"/>
                  <a:pt x="62652" y="97222"/>
                </a:cubicBezTo>
                <a:cubicBezTo>
                  <a:pt x="63095" y="97875"/>
                  <a:pt x="63691" y="98409"/>
                  <a:pt x="64389" y="98778"/>
                </a:cubicBezTo>
                <a:cubicBezTo>
                  <a:pt x="65086" y="99148"/>
                  <a:pt x="65863" y="99341"/>
                  <a:pt x="66652" y="99341"/>
                </a:cubicBezTo>
                <a:cubicBezTo>
                  <a:pt x="67723" y="99339"/>
                  <a:pt x="68762" y="98982"/>
                  <a:pt x="69608" y="98326"/>
                </a:cubicBezTo>
                <a:cubicBezTo>
                  <a:pt x="70453" y="97670"/>
                  <a:pt x="71057" y="96752"/>
                  <a:pt x="71325" y="95715"/>
                </a:cubicBezTo>
                <a:cubicBezTo>
                  <a:pt x="71593" y="94679"/>
                  <a:pt x="71510" y="93583"/>
                  <a:pt x="71088" y="92600"/>
                </a:cubicBezTo>
                <a:cubicBezTo>
                  <a:pt x="70666" y="91616"/>
                  <a:pt x="69930" y="90800"/>
                  <a:pt x="68995" y="90280"/>
                </a:cubicBezTo>
                <a:lnTo>
                  <a:pt x="65219" y="79932"/>
                </a:lnTo>
                <a:cubicBezTo>
                  <a:pt x="64964" y="79232"/>
                  <a:pt x="64500" y="78628"/>
                  <a:pt x="63889" y="78201"/>
                </a:cubicBezTo>
                <a:cubicBezTo>
                  <a:pt x="63279" y="77773"/>
                  <a:pt x="62552" y="77544"/>
                  <a:pt x="61808" y="77543"/>
                </a:cubicBezTo>
                <a:lnTo>
                  <a:pt x="53338" y="77543"/>
                </a:lnTo>
                <a:lnTo>
                  <a:pt x="53338" y="65454"/>
                </a:lnTo>
                <a:lnTo>
                  <a:pt x="65427" y="65454"/>
                </a:lnTo>
                <a:cubicBezTo>
                  <a:pt x="68770" y="65454"/>
                  <a:pt x="71483" y="62717"/>
                  <a:pt x="71483" y="59398"/>
                </a:cubicBezTo>
                <a:lnTo>
                  <a:pt x="71483" y="59351"/>
                </a:lnTo>
                <a:cubicBezTo>
                  <a:pt x="71491" y="59351"/>
                  <a:pt x="71499" y="59351"/>
                  <a:pt x="71507" y="59351"/>
                </a:cubicBezTo>
                <a:lnTo>
                  <a:pt x="75155" y="59351"/>
                </a:lnTo>
                <a:cubicBezTo>
                  <a:pt x="79794" y="59351"/>
                  <a:pt x="83633" y="55511"/>
                  <a:pt x="83633" y="50872"/>
                </a:cubicBezTo>
                <a:lnTo>
                  <a:pt x="83633" y="43605"/>
                </a:lnTo>
                <a:lnTo>
                  <a:pt x="83633" y="43600"/>
                </a:lnTo>
                <a:cubicBezTo>
                  <a:pt x="84964" y="43592"/>
                  <a:pt x="86042" y="42514"/>
                  <a:pt x="86042" y="41182"/>
                </a:cubicBezTo>
                <a:lnTo>
                  <a:pt x="86042" y="38760"/>
                </a:lnTo>
                <a:cubicBezTo>
                  <a:pt x="86042" y="37422"/>
                  <a:pt x="84957" y="36337"/>
                  <a:pt x="83619" y="36337"/>
                </a:cubicBezTo>
                <a:lnTo>
                  <a:pt x="76352" y="36337"/>
                </a:lnTo>
                <a:cubicBezTo>
                  <a:pt x="75015" y="36337"/>
                  <a:pt x="73929" y="37422"/>
                  <a:pt x="73929" y="38760"/>
                </a:cubicBezTo>
                <a:lnTo>
                  <a:pt x="73929" y="41182"/>
                </a:lnTo>
                <a:cubicBezTo>
                  <a:pt x="73929" y="42519"/>
                  <a:pt x="75015" y="43605"/>
                  <a:pt x="76352" y="43605"/>
                </a:cubicBezTo>
                <a:lnTo>
                  <a:pt x="76366" y="43605"/>
                </a:lnTo>
                <a:lnTo>
                  <a:pt x="76366" y="50872"/>
                </a:lnTo>
                <a:cubicBezTo>
                  <a:pt x="76366" y="51587"/>
                  <a:pt x="75870" y="52083"/>
                  <a:pt x="75155" y="52083"/>
                </a:cubicBezTo>
                <a:lnTo>
                  <a:pt x="71507" y="52083"/>
                </a:lnTo>
                <a:cubicBezTo>
                  <a:pt x="71499" y="52083"/>
                  <a:pt x="71491" y="52083"/>
                  <a:pt x="71483" y="52083"/>
                </a:cubicBezTo>
                <a:cubicBezTo>
                  <a:pt x="71483" y="48910"/>
                  <a:pt x="69010" y="46317"/>
                  <a:pt x="65910" y="46074"/>
                </a:cubicBezTo>
                <a:cubicBezTo>
                  <a:pt x="65910" y="46050"/>
                  <a:pt x="65933" y="46051"/>
                  <a:pt x="65933" y="46027"/>
                </a:cubicBezTo>
                <a:lnTo>
                  <a:pt x="33476" y="46027"/>
                </a:lnTo>
                <a:cubicBezTo>
                  <a:pt x="33476" y="46051"/>
                  <a:pt x="33500" y="46050"/>
                  <a:pt x="33500" y="46074"/>
                </a:cubicBezTo>
                <a:cubicBezTo>
                  <a:pt x="30375" y="46317"/>
                  <a:pt x="27902" y="48910"/>
                  <a:pt x="27902" y="52083"/>
                </a:cubicBezTo>
                <a:lnTo>
                  <a:pt x="24259" y="52083"/>
                </a:lnTo>
                <a:cubicBezTo>
                  <a:pt x="23544" y="52083"/>
                  <a:pt x="23048" y="51587"/>
                  <a:pt x="23048" y="50872"/>
                </a:cubicBezTo>
                <a:lnTo>
                  <a:pt x="23048" y="43605"/>
                </a:lnTo>
                <a:lnTo>
                  <a:pt x="23062" y="43605"/>
                </a:lnTo>
                <a:cubicBezTo>
                  <a:pt x="24402" y="43605"/>
                  <a:pt x="25485" y="42519"/>
                  <a:pt x="25485" y="41182"/>
                </a:cubicBezTo>
                <a:lnTo>
                  <a:pt x="25485" y="38760"/>
                </a:lnTo>
                <a:cubicBezTo>
                  <a:pt x="25485" y="37422"/>
                  <a:pt x="24399" y="36337"/>
                  <a:pt x="23062" y="36337"/>
                </a:cubicBezTo>
                <a:lnTo>
                  <a:pt x="15795" y="36337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0" name="Красный — SVG 11"/>
          <p:cNvSpPr>
            <a:spLocks noGrp="1"/>
          </p:cNvSpPr>
          <p:nvPr/>
        </p:nvSpPr>
        <p:spPr>
          <a:xfrm>
            <a:off x="64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5894" y="0"/>
                </a:moveTo>
                <a:cubicBezTo>
                  <a:pt x="19741" y="0"/>
                  <a:pt x="14734" y="5007"/>
                  <a:pt x="14734" y="11161"/>
                </a:cubicBezTo>
                <a:lnTo>
                  <a:pt x="14734" y="34848"/>
                </a:lnTo>
                <a:lnTo>
                  <a:pt x="17277" y="32305"/>
                </a:lnTo>
                <a:cubicBezTo>
                  <a:pt x="19732" y="29852"/>
                  <a:pt x="23414" y="29100"/>
                  <a:pt x="26635" y="30387"/>
                </a:cubicBezTo>
                <a:cubicBezTo>
                  <a:pt x="26635" y="30387"/>
                  <a:pt x="63838" y="45280"/>
                  <a:pt x="63838" y="45282"/>
                </a:cubicBezTo>
                <a:cubicBezTo>
                  <a:pt x="67032" y="46565"/>
                  <a:pt x="69297" y="49678"/>
                  <a:pt x="69297" y="53328"/>
                </a:cubicBezTo>
                <a:lnTo>
                  <a:pt x="69297" y="69444"/>
                </a:lnTo>
                <a:lnTo>
                  <a:pt x="73012" y="69444"/>
                </a:lnTo>
                <a:cubicBezTo>
                  <a:pt x="77807" y="69444"/>
                  <a:pt x="81693" y="73331"/>
                  <a:pt x="81693" y="78125"/>
                </a:cubicBezTo>
                <a:cubicBezTo>
                  <a:pt x="81693" y="82919"/>
                  <a:pt x="77811" y="86806"/>
                  <a:pt x="73017" y="86806"/>
                </a:cubicBezTo>
                <a:lnTo>
                  <a:pt x="48216" y="86806"/>
                </a:lnTo>
                <a:cubicBezTo>
                  <a:pt x="46879" y="86806"/>
                  <a:pt x="45626" y="86479"/>
                  <a:pt x="44495" y="85938"/>
                </a:cubicBezTo>
                <a:lnTo>
                  <a:pt x="44495" y="96726"/>
                </a:lnTo>
                <a:cubicBezTo>
                  <a:pt x="44495" y="97602"/>
                  <a:pt x="44318" y="98428"/>
                  <a:pt x="44040" y="99206"/>
                </a:cubicBezTo>
                <a:lnTo>
                  <a:pt x="82938" y="99206"/>
                </a:lnTo>
                <a:cubicBezTo>
                  <a:pt x="89091" y="99206"/>
                  <a:pt x="94099" y="94199"/>
                  <a:pt x="94099" y="88046"/>
                </a:cubicBezTo>
                <a:lnTo>
                  <a:pt x="94099" y="39683"/>
                </a:lnTo>
                <a:lnTo>
                  <a:pt x="65577" y="39683"/>
                </a:lnTo>
                <a:cubicBezTo>
                  <a:pt x="59423" y="39683"/>
                  <a:pt x="54416" y="34675"/>
                  <a:pt x="54416" y="28522"/>
                </a:cubicBezTo>
                <a:lnTo>
                  <a:pt x="54416" y="0"/>
                </a:lnTo>
                <a:lnTo>
                  <a:pt x="25894" y="0"/>
                </a:lnTo>
                <a:close/>
                <a:moveTo>
                  <a:pt x="61857" y="2180"/>
                </a:moveTo>
                <a:lnTo>
                  <a:pt x="61857" y="28522"/>
                </a:lnTo>
                <a:cubicBezTo>
                  <a:pt x="61857" y="30573"/>
                  <a:pt x="63526" y="32242"/>
                  <a:pt x="65577" y="32242"/>
                </a:cubicBezTo>
                <a:lnTo>
                  <a:pt x="91919" y="32242"/>
                </a:lnTo>
                <a:lnTo>
                  <a:pt x="61857" y="2180"/>
                </a:lnTo>
                <a:close/>
                <a:moveTo>
                  <a:pt x="23341" y="34722"/>
                </a:moveTo>
                <a:cubicBezTo>
                  <a:pt x="22380" y="34741"/>
                  <a:pt x="21463" y="35132"/>
                  <a:pt x="20784" y="35812"/>
                </a:cubicBezTo>
                <a:lnTo>
                  <a:pt x="6223" y="50373"/>
                </a:lnTo>
                <a:cubicBezTo>
                  <a:pt x="5563" y="50878"/>
                  <a:pt x="5090" y="51589"/>
                  <a:pt x="4881" y="52393"/>
                </a:cubicBezTo>
                <a:cubicBezTo>
                  <a:pt x="4673" y="53198"/>
                  <a:pt x="4739" y="54048"/>
                  <a:pt x="5070" y="54811"/>
                </a:cubicBezTo>
                <a:cubicBezTo>
                  <a:pt x="5081" y="54835"/>
                  <a:pt x="5092" y="54859"/>
                  <a:pt x="5104" y="54883"/>
                </a:cubicBezTo>
                <a:cubicBezTo>
                  <a:pt x="5433" y="55617"/>
                  <a:pt x="5992" y="56224"/>
                  <a:pt x="6696" y="56614"/>
                </a:cubicBezTo>
                <a:cubicBezTo>
                  <a:pt x="7400" y="57003"/>
                  <a:pt x="8211" y="57154"/>
                  <a:pt x="9008" y="57044"/>
                </a:cubicBezTo>
                <a:lnTo>
                  <a:pt x="14734" y="57044"/>
                </a:lnTo>
                <a:lnTo>
                  <a:pt x="14734" y="95486"/>
                </a:lnTo>
                <a:cubicBezTo>
                  <a:pt x="14734" y="96473"/>
                  <a:pt x="15126" y="97419"/>
                  <a:pt x="15823" y="98117"/>
                </a:cubicBezTo>
                <a:cubicBezTo>
                  <a:pt x="16521" y="98814"/>
                  <a:pt x="17467" y="99206"/>
                  <a:pt x="18454" y="99206"/>
                </a:cubicBezTo>
                <a:lnTo>
                  <a:pt x="35815" y="99206"/>
                </a:lnTo>
                <a:cubicBezTo>
                  <a:pt x="36802" y="99206"/>
                  <a:pt x="37748" y="98814"/>
                  <a:pt x="38445" y="98117"/>
                </a:cubicBezTo>
                <a:cubicBezTo>
                  <a:pt x="39143" y="97419"/>
                  <a:pt x="39535" y="96473"/>
                  <a:pt x="39535" y="95486"/>
                </a:cubicBezTo>
                <a:lnTo>
                  <a:pt x="39535" y="57044"/>
                </a:lnTo>
                <a:lnTo>
                  <a:pt x="56896" y="57044"/>
                </a:lnTo>
                <a:lnTo>
                  <a:pt x="56896" y="74405"/>
                </a:lnTo>
                <a:lnTo>
                  <a:pt x="48216" y="74405"/>
                </a:lnTo>
                <a:cubicBezTo>
                  <a:pt x="47723" y="74398"/>
                  <a:pt x="47233" y="74489"/>
                  <a:pt x="46776" y="74673"/>
                </a:cubicBezTo>
                <a:cubicBezTo>
                  <a:pt x="46318" y="74857"/>
                  <a:pt x="45902" y="75129"/>
                  <a:pt x="45551" y="75476"/>
                </a:cubicBezTo>
                <a:cubicBezTo>
                  <a:pt x="45200" y="75822"/>
                  <a:pt x="44921" y="76234"/>
                  <a:pt x="44731" y="76689"/>
                </a:cubicBezTo>
                <a:cubicBezTo>
                  <a:pt x="44540" y="77144"/>
                  <a:pt x="44442" y="77632"/>
                  <a:pt x="44442" y="78125"/>
                </a:cubicBezTo>
                <a:cubicBezTo>
                  <a:pt x="44442" y="78618"/>
                  <a:pt x="44540" y="79106"/>
                  <a:pt x="44731" y="79561"/>
                </a:cubicBezTo>
                <a:cubicBezTo>
                  <a:pt x="44921" y="80016"/>
                  <a:pt x="45200" y="80428"/>
                  <a:pt x="45551" y="80774"/>
                </a:cubicBezTo>
                <a:cubicBezTo>
                  <a:pt x="45902" y="81121"/>
                  <a:pt x="46318" y="81393"/>
                  <a:pt x="46776" y="81577"/>
                </a:cubicBezTo>
                <a:cubicBezTo>
                  <a:pt x="47233" y="81761"/>
                  <a:pt x="47723" y="81852"/>
                  <a:pt x="48216" y="81845"/>
                </a:cubicBezTo>
                <a:lnTo>
                  <a:pt x="59972" y="81845"/>
                </a:lnTo>
                <a:cubicBezTo>
                  <a:pt x="60392" y="81918"/>
                  <a:pt x="60821" y="81918"/>
                  <a:pt x="61241" y="81845"/>
                </a:cubicBezTo>
                <a:lnTo>
                  <a:pt x="73017" y="81845"/>
                </a:lnTo>
                <a:cubicBezTo>
                  <a:pt x="73510" y="81852"/>
                  <a:pt x="74000" y="81761"/>
                  <a:pt x="74457" y="81577"/>
                </a:cubicBezTo>
                <a:cubicBezTo>
                  <a:pt x="74915" y="81393"/>
                  <a:pt x="75331" y="81121"/>
                  <a:pt x="75682" y="80774"/>
                </a:cubicBezTo>
                <a:cubicBezTo>
                  <a:pt x="76033" y="80428"/>
                  <a:pt x="76312" y="80016"/>
                  <a:pt x="76502" y="79561"/>
                </a:cubicBezTo>
                <a:cubicBezTo>
                  <a:pt x="76693" y="79106"/>
                  <a:pt x="76790" y="78618"/>
                  <a:pt x="76790" y="78125"/>
                </a:cubicBezTo>
                <a:cubicBezTo>
                  <a:pt x="76790" y="77632"/>
                  <a:pt x="76693" y="77144"/>
                  <a:pt x="76502" y="76689"/>
                </a:cubicBezTo>
                <a:cubicBezTo>
                  <a:pt x="76312" y="76234"/>
                  <a:pt x="76033" y="75822"/>
                  <a:pt x="75682" y="75476"/>
                </a:cubicBezTo>
                <a:cubicBezTo>
                  <a:pt x="75331" y="75129"/>
                  <a:pt x="74915" y="74857"/>
                  <a:pt x="74457" y="74673"/>
                </a:cubicBezTo>
                <a:cubicBezTo>
                  <a:pt x="74000" y="74489"/>
                  <a:pt x="73510" y="74398"/>
                  <a:pt x="73017" y="74405"/>
                </a:cubicBezTo>
                <a:lnTo>
                  <a:pt x="64337" y="74405"/>
                </a:lnTo>
                <a:lnTo>
                  <a:pt x="64337" y="53323"/>
                </a:lnTo>
                <a:cubicBezTo>
                  <a:pt x="64348" y="52472"/>
                  <a:pt x="64066" y="51642"/>
                  <a:pt x="63539" y="50973"/>
                </a:cubicBezTo>
                <a:cubicBezTo>
                  <a:pt x="63012" y="50303"/>
                  <a:pt x="62271" y="49835"/>
                  <a:pt x="61440" y="49647"/>
                </a:cubicBezTo>
                <a:lnTo>
                  <a:pt x="24795" y="34989"/>
                </a:lnTo>
                <a:cubicBezTo>
                  <a:pt x="24333" y="34804"/>
                  <a:pt x="23839" y="34713"/>
                  <a:pt x="23341" y="34722"/>
                </a:cubicBezTo>
                <a:close/>
                <a:moveTo>
                  <a:pt x="24310" y="42807"/>
                </a:moveTo>
                <a:lnTo>
                  <a:pt x="41298" y="49603"/>
                </a:lnTo>
                <a:lnTo>
                  <a:pt x="36425" y="49603"/>
                </a:lnTo>
                <a:cubicBezTo>
                  <a:pt x="36026" y="49538"/>
                  <a:pt x="35618" y="49538"/>
                  <a:pt x="35219" y="49603"/>
                </a:cubicBezTo>
                <a:lnTo>
                  <a:pt x="19064" y="49603"/>
                </a:lnTo>
                <a:cubicBezTo>
                  <a:pt x="18843" y="49565"/>
                  <a:pt x="18620" y="49548"/>
                  <a:pt x="18396" y="49550"/>
                </a:cubicBezTo>
                <a:cubicBezTo>
                  <a:pt x="18214" y="49554"/>
                  <a:pt x="18032" y="49572"/>
                  <a:pt x="17853" y="49603"/>
                </a:cubicBezTo>
                <a:lnTo>
                  <a:pt x="17514" y="49603"/>
                </a:lnTo>
                <a:lnTo>
                  <a:pt x="24310" y="42807"/>
                </a:lnTo>
                <a:close/>
                <a:moveTo>
                  <a:pt x="22174" y="57044"/>
                </a:moveTo>
                <a:lnTo>
                  <a:pt x="32095" y="57044"/>
                </a:lnTo>
                <a:lnTo>
                  <a:pt x="32095" y="57208"/>
                </a:lnTo>
                <a:lnTo>
                  <a:pt x="22174" y="63733"/>
                </a:lnTo>
                <a:lnTo>
                  <a:pt x="22174" y="57044"/>
                </a:lnTo>
                <a:close/>
                <a:moveTo>
                  <a:pt x="32095" y="66117"/>
                </a:moveTo>
                <a:lnTo>
                  <a:pt x="32095" y="76173"/>
                </a:lnTo>
                <a:lnTo>
                  <a:pt x="22174" y="82693"/>
                </a:lnTo>
                <a:lnTo>
                  <a:pt x="22174" y="72637"/>
                </a:lnTo>
                <a:lnTo>
                  <a:pt x="32095" y="66117"/>
                </a:lnTo>
                <a:close/>
                <a:moveTo>
                  <a:pt x="32095" y="85076"/>
                </a:moveTo>
                <a:lnTo>
                  <a:pt x="32095" y="91766"/>
                </a:lnTo>
                <a:lnTo>
                  <a:pt x="22174" y="91766"/>
                </a:lnTo>
                <a:lnTo>
                  <a:pt x="22174" y="91601"/>
                </a:lnTo>
                <a:lnTo>
                  <a:pt x="32095" y="85076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1" name="Красный — SVG 12"/>
          <p:cNvSpPr>
            <a:spLocks noGrp="1"/>
          </p:cNvSpPr>
          <p:nvPr/>
        </p:nvSpPr>
        <p:spPr>
          <a:xfrm>
            <a:off x="70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3674" y="3409"/>
                </a:moveTo>
                <a:cubicBezTo>
                  <a:pt x="21163" y="3409"/>
                  <a:pt x="18754" y="4407"/>
                  <a:pt x="16978" y="6183"/>
                </a:cubicBezTo>
                <a:cubicBezTo>
                  <a:pt x="15202" y="7959"/>
                  <a:pt x="14205" y="10367"/>
                  <a:pt x="14205" y="12879"/>
                </a:cubicBezTo>
                <a:cubicBezTo>
                  <a:pt x="14205" y="15390"/>
                  <a:pt x="15202" y="17799"/>
                  <a:pt x="16978" y="19575"/>
                </a:cubicBezTo>
                <a:cubicBezTo>
                  <a:pt x="18754" y="21351"/>
                  <a:pt x="21163" y="22349"/>
                  <a:pt x="23674" y="22349"/>
                </a:cubicBezTo>
                <a:cubicBezTo>
                  <a:pt x="26186" y="22349"/>
                  <a:pt x="28594" y="21351"/>
                  <a:pt x="30370" y="19575"/>
                </a:cubicBezTo>
                <a:cubicBezTo>
                  <a:pt x="32146" y="17799"/>
                  <a:pt x="33144" y="15390"/>
                  <a:pt x="33144" y="12879"/>
                </a:cubicBezTo>
                <a:cubicBezTo>
                  <a:pt x="33144" y="10367"/>
                  <a:pt x="32146" y="7959"/>
                  <a:pt x="30370" y="6183"/>
                </a:cubicBezTo>
                <a:cubicBezTo>
                  <a:pt x="28594" y="4407"/>
                  <a:pt x="26186" y="3409"/>
                  <a:pt x="23674" y="3409"/>
                </a:cubicBezTo>
                <a:close/>
                <a:moveTo>
                  <a:pt x="75758" y="3409"/>
                </a:moveTo>
                <a:cubicBezTo>
                  <a:pt x="73246" y="3409"/>
                  <a:pt x="70837" y="4407"/>
                  <a:pt x="69061" y="6183"/>
                </a:cubicBezTo>
                <a:cubicBezTo>
                  <a:pt x="67286" y="7959"/>
                  <a:pt x="66288" y="10367"/>
                  <a:pt x="66288" y="12879"/>
                </a:cubicBezTo>
                <a:cubicBezTo>
                  <a:pt x="66288" y="15390"/>
                  <a:pt x="67286" y="17799"/>
                  <a:pt x="69061" y="19575"/>
                </a:cubicBezTo>
                <a:cubicBezTo>
                  <a:pt x="70837" y="21351"/>
                  <a:pt x="73246" y="22349"/>
                  <a:pt x="75758" y="22349"/>
                </a:cubicBezTo>
                <a:cubicBezTo>
                  <a:pt x="78269" y="22349"/>
                  <a:pt x="80678" y="21351"/>
                  <a:pt x="82454" y="19575"/>
                </a:cubicBezTo>
                <a:cubicBezTo>
                  <a:pt x="84230" y="17799"/>
                  <a:pt x="85227" y="15390"/>
                  <a:pt x="85227" y="12879"/>
                </a:cubicBezTo>
                <a:cubicBezTo>
                  <a:pt x="85227" y="10367"/>
                  <a:pt x="84230" y="7959"/>
                  <a:pt x="82454" y="6183"/>
                </a:cubicBezTo>
                <a:cubicBezTo>
                  <a:pt x="80678" y="4407"/>
                  <a:pt x="78269" y="3409"/>
                  <a:pt x="75758" y="3409"/>
                </a:cubicBezTo>
                <a:close/>
                <a:moveTo>
                  <a:pt x="10653" y="27083"/>
                </a:moveTo>
                <a:cubicBezTo>
                  <a:pt x="4812" y="27083"/>
                  <a:pt x="0" y="31895"/>
                  <a:pt x="0" y="37737"/>
                </a:cubicBezTo>
                <a:lnTo>
                  <a:pt x="0" y="51941"/>
                </a:lnTo>
                <a:cubicBezTo>
                  <a:pt x="0" y="57783"/>
                  <a:pt x="4812" y="62595"/>
                  <a:pt x="10653" y="62595"/>
                </a:cubicBezTo>
                <a:lnTo>
                  <a:pt x="16572" y="62595"/>
                </a:lnTo>
                <a:lnTo>
                  <a:pt x="16572" y="77400"/>
                </a:lnTo>
                <a:cubicBezTo>
                  <a:pt x="16509" y="77782"/>
                  <a:pt x="16509" y="78170"/>
                  <a:pt x="16572" y="78552"/>
                </a:cubicBezTo>
                <a:lnTo>
                  <a:pt x="16572" y="92188"/>
                </a:lnTo>
                <a:cubicBezTo>
                  <a:pt x="16565" y="92658"/>
                  <a:pt x="16652" y="93125"/>
                  <a:pt x="16828" y="93562"/>
                </a:cubicBezTo>
                <a:cubicBezTo>
                  <a:pt x="17003" y="93999"/>
                  <a:pt x="17264" y="94396"/>
                  <a:pt x="17594" y="94731"/>
                </a:cubicBezTo>
                <a:cubicBezTo>
                  <a:pt x="17925" y="95066"/>
                  <a:pt x="18318" y="95332"/>
                  <a:pt x="18752" y="95514"/>
                </a:cubicBezTo>
                <a:cubicBezTo>
                  <a:pt x="19187" y="95696"/>
                  <a:pt x="19653" y="95789"/>
                  <a:pt x="20123" y="95789"/>
                </a:cubicBezTo>
                <a:cubicBezTo>
                  <a:pt x="20594" y="95789"/>
                  <a:pt x="21060" y="95696"/>
                  <a:pt x="21494" y="95514"/>
                </a:cubicBezTo>
                <a:cubicBezTo>
                  <a:pt x="21928" y="95332"/>
                  <a:pt x="22322" y="95066"/>
                  <a:pt x="22652" y="94731"/>
                </a:cubicBezTo>
                <a:cubicBezTo>
                  <a:pt x="22983" y="94396"/>
                  <a:pt x="23243" y="93999"/>
                  <a:pt x="23419" y="93562"/>
                </a:cubicBezTo>
                <a:cubicBezTo>
                  <a:pt x="23594" y="93125"/>
                  <a:pt x="23681" y="92658"/>
                  <a:pt x="23674" y="92188"/>
                </a:cubicBezTo>
                <a:lnTo>
                  <a:pt x="23674" y="81534"/>
                </a:lnTo>
                <a:lnTo>
                  <a:pt x="75758" y="81534"/>
                </a:lnTo>
                <a:lnTo>
                  <a:pt x="75758" y="92188"/>
                </a:lnTo>
                <a:cubicBezTo>
                  <a:pt x="75751" y="92658"/>
                  <a:pt x="75838" y="93125"/>
                  <a:pt x="76013" y="93562"/>
                </a:cubicBezTo>
                <a:cubicBezTo>
                  <a:pt x="76189" y="93999"/>
                  <a:pt x="76449" y="94396"/>
                  <a:pt x="76780" y="94731"/>
                </a:cubicBezTo>
                <a:cubicBezTo>
                  <a:pt x="77110" y="95066"/>
                  <a:pt x="77504" y="95332"/>
                  <a:pt x="77938" y="95514"/>
                </a:cubicBezTo>
                <a:cubicBezTo>
                  <a:pt x="78372" y="95696"/>
                  <a:pt x="78838" y="95789"/>
                  <a:pt x="79309" y="95789"/>
                </a:cubicBezTo>
                <a:cubicBezTo>
                  <a:pt x="79779" y="95789"/>
                  <a:pt x="80245" y="95696"/>
                  <a:pt x="80679" y="95514"/>
                </a:cubicBezTo>
                <a:cubicBezTo>
                  <a:pt x="81114" y="95332"/>
                  <a:pt x="81507" y="95066"/>
                  <a:pt x="81838" y="94731"/>
                </a:cubicBezTo>
                <a:cubicBezTo>
                  <a:pt x="82168" y="94396"/>
                  <a:pt x="82429" y="93999"/>
                  <a:pt x="82604" y="93562"/>
                </a:cubicBezTo>
                <a:cubicBezTo>
                  <a:pt x="82780" y="93125"/>
                  <a:pt x="82866" y="92658"/>
                  <a:pt x="82860" y="92188"/>
                </a:cubicBezTo>
                <a:lnTo>
                  <a:pt x="82860" y="78566"/>
                </a:lnTo>
                <a:cubicBezTo>
                  <a:pt x="82923" y="78184"/>
                  <a:pt x="82923" y="77795"/>
                  <a:pt x="82860" y="77414"/>
                </a:cubicBezTo>
                <a:lnTo>
                  <a:pt x="82860" y="62595"/>
                </a:lnTo>
                <a:lnTo>
                  <a:pt x="88778" y="62595"/>
                </a:lnTo>
                <a:cubicBezTo>
                  <a:pt x="94620" y="62595"/>
                  <a:pt x="99432" y="57783"/>
                  <a:pt x="99432" y="51941"/>
                </a:cubicBezTo>
                <a:lnTo>
                  <a:pt x="99432" y="37737"/>
                </a:lnTo>
                <a:cubicBezTo>
                  <a:pt x="99432" y="31895"/>
                  <a:pt x="94620" y="27083"/>
                  <a:pt x="88778" y="27083"/>
                </a:cubicBezTo>
                <a:lnTo>
                  <a:pt x="10653" y="27083"/>
                </a:lnTo>
                <a:close/>
                <a:moveTo>
                  <a:pt x="10653" y="34186"/>
                </a:moveTo>
                <a:lnTo>
                  <a:pt x="21034" y="34186"/>
                </a:lnTo>
                <a:lnTo>
                  <a:pt x="8873" y="55016"/>
                </a:lnTo>
                <a:cubicBezTo>
                  <a:pt x="7809" y="54412"/>
                  <a:pt x="7102" y="53286"/>
                  <a:pt x="7102" y="51941"/>
                </a:cubicBezTo>
                <a:lnTo>
                  <a:pt x="7102" y="37737"/>
                </a:lnTo>
                <a:cubicBezTo>
                  <a:pt x="7102" y="35733"/>
                  <a:pt x="8649" y="34186"/>
                  <a:pt x="10653" y="34186"/>
                </a:cubicBezTo>
                <a:close/>
                <a:moveTo>
                  <a:pt x="36385" y="34186"/>
                </a:moveTo>
                <a:lnTo>
                  <a:pt x="48259" y="34186"/>
                </a:lnTo>
                <a:lnTo>
                  <a:pt x="35821" y="55492"/>
                </a:lnTo>
                <a:lnTo>
                  <a:pt x="23947" y="55492"/>
                </a:lnTo>
                <a:lnTo>
                  <a:pt x="36385" y="34186"/>
                </a:lnTo>
                <a:close/>
                <a:moveTo>
                  <a:pt x="63611" y="34186"/>
                </a:moveTo>
                <a:lnTo>
                  <a:pt x="75485" y="34186"/>
                </a:lnTo>
                <a:lnTo>
                  <a:pt x="63047" y="55492"/>
                </a:lnTo>
                <a:lnTo>
                  <a:pt x="51172" y="55492"/>
                </a:lnTo>
                <a:lnTo>
                  <a:pt x="63611" y="34186"/>
                </a:lnTo>
                <a:close/>
                <a:moveTo>
                  <a:pt x="90559" y="34662"/>
                </a:moveTo>
                <a:cubicBezTo>
                  <a:pt x="91623" y="35266"/>
                  <a:pt x="92330" y="36392"/>
                  <a:pt x="92330" y="37737"/>
                </a:cubicBezTo>
                <a:lnTo>
                  <a:pt x="92330" y="51941"/>
                </a:lnTo>
                <a:cubicBezTo>
                  <a:pt x="92330" y="53945"/>
                  <a:pt x="90782" y="55492"/>
                  <a:pt x="88778" y="55492"/>
                </a:cubicBezTo>
                <a:lnTo>
                  <a:pt x="79891" y="55492"/>
                </a:lnTo>
                <a:cubicBezTo>
                  <a:pt x="79510" y="55430"/>
                  <a:pt x="79121" y="55430"/>
                  <a:pt x="78740" y="55492"/>
                </a:cubicBezTo>
                <a:lnTo>
                  <a:pt x="78398" y="55492"/>
                </a:lnTo>
                <a:lnTo>
                  <a:pt x="90559" y="34662"/>
                </a:lnTo>
                <a:close/>
                <a:moveTo>
                  <a:pt x="23674" y="62595"/>
                </a:moveTo>
                <a:lnTo>
                  <a:pt x="75758" y="62595"/>
                </a:lnTo>
                <a:lnTo>
                  <a:pt x="75758" y="74432"/>
                </a:lnTo>
                <a:lnTo>
                  <a:pt x="23674" y="74432"/>
                </a:lnTo>
                <a:lnTo>
                  <a:pt x="23674" y="62595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2" name="Красный — SVG 13"/>
          <p:cNvSpPr>
            <a:spLocks noGrp="1"/>
          </p:cNvSpPr>
          <p:nvPr/>
        </p:nvSpPr>
        <p:spPr>
          <a:xfrm>
            <a:off x="76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4812" y="16500"/>
                </a:moveTo>
                <a:cubicBezTo>
                  <a:pt x="43431" y="16500"/>
                  <a:pt x="42106" y="17049"/>
                  <a:pt x="41129" y="18025"/>
                </a:cubicBezTo>
                <a:cubicBezTo>
                  <a:pt x="40152" y="19002"/>
                  <a:pt x="39604" y="20327"/>
                  <a:pt x="39604" y="21708"/>
                </a:cubicBezTo>
                <a:lnTo>
                  <a:pt x="39604" y="23539"/>
                </a:lnTo>
                <a:lnTo>
                  <a:pt x="39583" y="23539"/>
                </a:lnTo>
                <a:lnTo>
                  <a:pt x="39583" y="47750"/>
                </a:lnTo>
                <a:cubicBezTo>
                  <a:pt x="39583" y="48303"/>
                  <a:pt x="39364" y="48832"/>
                  <a:pt x="38973" y="49223"/>
                </a:cubicBezTo>
                <a:cubicBezTo>
                  <a:pt x="38582" y="49614"/>
                  <a:pt x="38053" y="49833"/>
                  <a:pt x="37500" y="49833"/>
                </a:cubicBezTo>
                <a:cubicBezTo>
                  <a:pt x="36948" y="49833"/>
                  <a:pt x="36418" y="49614"/>
                  <a:pt x="36027" y="49223"/>
                </a:cubicBezTo>
                <a:cubicBezTo>
                  <a:pt x="35636" y="48832"/>
                  <a:pt x="35417" y="48303"/>
                  <a:pt x="35417" y="47750"/>
                </a:cubicBezTo>
                <a:lnTo>
                  <a:pt x="35417" y="25248"/>
                </a:lnTo>
                <a:cubicBezTo>
                  <a:pt x="19756" y="32137"/>
                  <a:pt x="6564" y="44549"/>
                  <a:pt x="6278" y="76917"/>
                </a:cubicBezTo>
                <a:lnTo>
                  <a:pt x="3125" y="76917"/>
                </a:lnTo>
                <a:cubicBezTo>
                  <a:pt x="2296" y="76917"/>
                  <a:pt x="1501" y="77246"/>
                  <a:pt x="915" y="77832"/>
                </a:cubicBezTo>
                <a:cubicBezTo>
                  <a:pt x="329" y="78418"/>
                  <a:pt x="0" y="79213"/>
                  <a:pt x="0" y="80042"/>
                </a:cubicBezTo>
                <a:cubicBezTo>
                  <a:pt x="0" y="80871"/>
                  <a:pt x="329" y="81665"/>
                  <a:pt x="915" y="82251"/>
                </a:cubicBezTo>
                <a:cubicBezTo>
                  <a:pt x="1501" y="82837"/>
                  <a:pt x="2296" y="83167"/>
                  <a:pt x="3125" y="83167"/>
                </a:cubicBezTo>
                <a:lnTo>
                  <a:pt x="96875" y="83167"/>
                </a:lnTo>
                <a:cubicBezTo>
                  <a:pt x="97704" y="83167"/>
                  <a:pt x="98499" y="82837"/>
                  <a:pt x="99085" y="82251"/>
                </a:cubicBezTo>
                <a:cubicBezTo>
                  <a:pt x="99671" y="81665"/>
                  <a:pt x="100000" y="80871"/>
                  <a:pt x="100000" y="80042"/>
                </a:cubicBezTo>
                <a:cubicBezTo>
                  <a:pt x="100000" y="79213"/>
                  <a:pt x="99671" y="78418"/>
                  <a:pt x="99085" y="77832"/>
                </a:cubicBezTo>
                <a:cubicBezTo>
                  <a:pt x="98499" y="77246"/>
                  <a:pt x="97704" y="76917"/>
                  <a:pt x="96875" y="76917"/>
                </a:cubicBezTo>
                <a:lnTo>
                  <a:pt x="93726" y="76917"/>
                </a:lnTo>
                <a:cubicBezTo>
                  <a:pt x="93449" y="43433"/>
                  <a:pt x="80250" y="31201"/>
                  <a:pt x="64583" y="24817"/>
                </a:cubicBezTo>
                <a:lnTo>
                  <a:pt x="64583" y="47750"/>
                </a:lnTo>
                <a:cubicBezTo>
                  <a:pt x="64583" y="48303"/>
                  <a:pt x="64364" y="48832"/>
                  <a:pt x="63973" y="49223"/>
                </a:cubicBezTo>
                <a:cubicBezTo>
                  <a:pt x="63582" y="49614"/>
                  <a:pt x="63053" y="49833"/>
                  <a:pt x="62500" y="49833"/>
                </a:cubicBezTo>
                <a:cubicBezTo>
                  <a:pt x="61948" y="49833"/>
                  <a:pt x="61418" y="49614"/>
                  <a:pt x="61027" y="49223"/>
                </a:cubicBezTo>
                <a:cubicBezTo>
                  <a:pt x="60636" y="48832"/>
                  <a:pt x="60417" y="48303"/>
                  <a:pt x="60417" y="47750"/>
                </a:cubicBezTo>
                <a:lnTo>
                  <a:pt x="60417" y="23259"/>
                </a:lnTo>
                <a:lnTo>
                  <a:pt x="60388" y="23259"/>
                </a:lnTo>
                <a:lnTo>
                  <a:pt x="60388" y="21708"/>
                </a:lnTo>
                <a:cubicBezTo>
                  <a:pt x="60388" y="20327"/>
                  <a:pt x="59839" y="19002"/>
                  <a:pt x="58863" y="18025"/>
                </a:cubicBezTo>
                <a:cubicBezTo>
                  <a:pt x="57886" y="17049"/>
                  <a:pt x="56561" y="16500"/>
                  <a:pt x="55180" y="16500"/>
                </a:cubicBezTo>
                <a:lnTo>
                  <a:pt x="44812" y="1650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3" name="Красный — SVG 14"/>
          <p:cNvSpPr>
            <a:spLocks noGrp="1"/>
          </p:cNvSpPr>
          <p:nvPr/>
        </p:nvSpPr>
        <p:spPr>
          <a:xfrm>
            <a:off x="82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6638" y="0"/>
                </a:moveTo>
                <a:cubicBezTo>
                  <a:pt x="24006" y="0"/>
                  <a:pt x="21483" y="1045"/>
                  <a:pt x="19623" y="2906"/>
                </a:cubicBezTo>
                <a:cubicBezTo>
                  <a:pt x="17762" y="4766"/>
                  <a:pt x="16717" y="7290"/>
                  <a:pt x="16717" y="9921"/>
                </a:cubicBezTo>
                <a:cubicBezTo>
                  <a:pt x="16717" y="12552"/>
                  <a:pt x="17762" y="15075"/>
                  <a:pt x="19623" y="16936"/>
                </a:cubicBezTo>
                <a:cubicBezTo>
                  <a:pt x="21483" y="18796"/>
                  <a:pt x="24006" y="19841"/>
                  <a:pt x="26638" y="19841"/>
                </a:cubicBezTo>
                <a:cubicBezTo>
                  <a:pt x="29269" y="19841"/>
                  <a:pt x="31792" y="18796"/>
                  <a:pt x="33653" y="16936"/>
                </a:cubicBezTo>
                <a:cubicBezTo>
                  <a:pt x="35513" y="15075"/>
                  <a:pt x="36558" y="12552"/>
                  <a:pt x="36558" y="9921"/>
                </a:cubicBezTo>
                <a:cubicBezTo>
                  <a:pt x="36558" y="7290"/>
                  <a:pt x="35513" y="4766"/>
                  <a:pt x="33653" y="2906"/>
                </a:cubicBezTo>
                <a:cubicBezTo>
                  <a:pt x="31792" y="1045"/>
                  <a:pt x="29269" y="0"/>
                  <a:pt x="26638" y="0"/>
                </a:cubicBezTo>
                <a:close/>
                <a:moveTo>
                  <a:pt x="21677" y="22321"/>
                </a:moveTo>
                <a:cubicBezTo>
                  <a:pt x="19483" y="22323"/>
                  <a:pt x="17351" y="23053"/>
                  <a:pt x="15616" y="24396"/>
                </a:cubicBezTo>
                <a:cubicBezTo>
                  <a:pt x="13880" y="25739"/>
                  <a:pt x="12639" y="27619"/>
                  <a:pt x="12086" y="29743"/>
                </a:cubicBezTo>
                <a:lnTo>
                  <a:pt x="4607" y="54563"/>
                </a:lnTo>
                <a:lnTo>
                  <a:pt x="4636" y="54573"/>
                </a:lnTo>
                <a:cubicBezTo>
                  <a:pt x="4403" y="55471"/>
                  <a:pt x="4297" y="56397"/>
                  <a:pt x="4321" y="57325"/>
                </a:cubicBezTo>
                <a:lnTo>
                  <a:pt x="4316" y="57320"/>
                </a:lnTo>
                <a:lnTo>
                  <a:pt x="4326" y="57407"/>
                </a:lnTo>
                <a:cubicBezTo>
                  <a:pt x="4348" y="57918"/>
                  <a:pt x="4409" y="58426"/>
                  <a:pt x="4510" y="58928"/>
                </a:cubicBezTo>
                <a:lnTo>
                  <a:pt x="6525" y="75645"/>
                </a:lnTo>
                <a:lnTo>
                  <a:pt x="1289" y="91926"/>
                </a:lnTo>
                <a:lnTo>
                  <a:pt x="1105" y="92299"/>
                </a:lnTo>
                <a:cubicBezTo>
                  <a:pt x="524" y="93479"/>
                  <a:pt x="436" y="94842"/>
                  <a:pt x="860" y="96088"/>
                </a:cubicBezTo>
                <a:cubicBezTo>
                  <a:pt x="1284" y="97333"/>
                  <a:pt x="2186" y="98359"/>
                  <a:pt x="3367" y="98940"/>
                </a:cubicBezTo>
                <a:cubicBezTo>
                  <a:pt x="4547" y="99521"/>
                  <a:pt x="5910" y="99609"/>
                  <a:pt x="7156" y="99184"/>
                </a:cubicBezTo>
                <a:cubicBezTo>
                  <a:pt x="8401" y="98760"/>
                  <a:pt x="9427" y="97858"/>
                  <a:pt x="10008" y="96678"/>
                </a:cubicBezTo>
                <a:lnTo>
                  <a:pt x="17448" y="81555"/>
                </a:lnTo>
                <a:cubicBezTo>
                  <a:pt x="17783" y="80873"/>
                  <a:pt x="17957" y="80124"/>
                  <a:pt x="17957" y="79365"/>
                </a:cubicBezTo>
                <a:lnTo>
                  <a:pt x="17957" y="70418"/>
                </a:lnTo>
                <a:lnTo>
                  <a:pt x="25693" y="77607"/>
                </a:lnTo>
                <a:lnTo>
                  <a:pt x="31598" y="94750"/>
                </a:lnTo>
                <a:lnTo>
                  <a:pt x="31695" y="95220"/>
                </a:lnTo>
                <a:cubicBezTo>
                  <a:pt x="31812" y="95868"/>
                  <a:pt x="32058" y="96487"/>
                  <a:pt x="32417" y="97040"/>
                </a:cubicBezTo>
                <a:cubicBezTo>
                  <a:pt x="32776" y="97593"/>
                  <a:pt x="33242" y="98069"/>
                  <a:pt x="33787" y="98439"/>
                </a:cubicBezTo>
                <a:cubicBezTo>
                  <a:pt x="34332" y="98810"/>
                  <a:pt x="34946" y="99068"/>
                  <a:pt x="35592" y="99199"/>
                </a:cubicBezTo>
                <a:cubicBezTo>
                  <a:pt x="36238" y="99330"/>
                  <a:pt x="36904" y="99331"/>
                  <a:pt x="37550" y="99201"/>
                </a:cubicBezTo>
                <a:cubicBezTo>
                  <a:pt x="38197" y="99072"/>
                  <a:pt x="38811" y="98815"/>
                  <a:pt x="39357" y="98446"/>
                </a:cubicBezTo>
                <a:cubicBezTo>
                  <a:pt x="39903" y="98076"/>
                  <a:pt x="40370" y="97601"/>
                  <a:pt x="40730" y="97049"/>
                </a:cubicBezTo>
                <a:cubicBezTo>
                  <a:pt x="41091" y="96497"/>
                  <a:pt x="41338" y="95879"/>
                  <a:pt x="41456" y="95230"/>
                </a:cubicBezTo>
                <a:cubicBezTo>
                  <a:pt x="41575" y="94582"/>
                  <a:pt x="41563" y="93916"/>
                  <a:pt x="41422" y="93272"/>
                </a:cubicBezTo>
                <a:lnTo>
                  <a:pt x="37701" y="74671"/>
                </a:lnTo>
                <a:cubicBezTo>
                  <a:pt x="37522" y="73776"/>
                  <a:pt x="37100" y="72948"/>
                  <a:pt x="36481" y="72278"/>
                </a:cubicBezTo>
                <a:lnTo>
                  <a:pt x="24061" y="58826"/>
                </a:lnTo>
                <a:lnTo>
                  <a:pt x="29152" y="41920"/>
                </a:lnTo>
                <a:lnTo>
                  <a:pt x="33594" y="47675"/>
                </a:lnTo>
                <a:cubicBezTo>
                  <a:pt x="34058" y="48276"/>
                  <a:pt x="34653" y="48762"/>
                  <a:pt x="35334" y="49096"/>
                </a:cubicBezTo>
                <a:cubicBezTo>
                  <a:pt x="36015" y="49430"/>
                  <a:pt x="36764" y="49604"/>
                  <a:pt x="37522" y="49603"/>
                </a:cubicBezTo>
                <a:lnTo>
                  <a:pt x="48959" y="49603"/>
                </a:lnTo>
                <a:lnTo>
                  <a:pt x="48959" y="49715"/>
                </a:lnTo>
                <a:cubicBezTo>
                  <a:pt x="48959" y="50342"/>
                  <a:pt x="49208" y="50944"/>
                  <a:pt x="49652" y="51391"/>
                </a:cubicBezTo>
                <a:cubicBezTo>
                  <a:pt x="50096" y="51835"/>
                  <a:pt x="50698" y="52083"/>
                  <a:pt x="51328" y="52083"/>
                </a:cubicBezTo>
                <a:lnTo>
                  <a:pt x="61471" y="52083"/>
                </a:lnTo>
                <a:cubicBezTo>
                  <a:pt x="62101" y="52083"/>
                  <a:pt x="62703" y="51835"/>
                  <a:pt x="63147" y="51391"/>
                </a:cubicBezTo>
                <a:cubicBezTo>
                  <a:pt x="63591" y="50947"/>
                  <a:pt x="63845" y="50345"/>
                  <a:pt x="63845" y="49715"/>
                </a:cubicBezTo>
                <a:cubicBezTo>
                  <a:pt x="63842" y="46399"/>
                  <a:pt x="63840" y="40409"/>
                  <a:pt x="63840" y="37091"/>
                </a:cubicBezTo>
                <a:cubicBezTo>
                  <a:pt x="63840" y="36463"/>
                  <a:pt x="63591" y="35861"/>
                  <a:pt x="63147" y="35415"/>
                </a:cubicBezTo>
                <a:cubicBezTo>
                  <a:pt x="62703" y="34973"/>
                  <a:pt x="62101" y="34722"/>
                  <a:pt x="61471" y="34722"/>
                </a:cubicBezTo>
                <a:lnTo>
                  <a:pt x="51328" y="34722"/>
                </a:lnTo>
                <a:cubicBezTo>
                  <a:pt x="50700" y="34722"/>
                  <a:pt x="50098" y="34971"/>
                  <a:pt x="49652" y="35415"/>
                </a:cubicBezTo>
                <a:cubicBezTo>
                  <a:pt x="49208" y="35859"/>
                  <a:pt x="48959" y="36463"/>
                  <a:pt x="48959" y="37091"/>
                </a:cubicBezTo>
                <a:lnTo>
                  <a:pt x="48959" y="39683"/>
                </a:lnTo>
                <a:lnTo>
                  <a:pt x="39959" y="39683"/>
                </a:lnTo>
                <a:lnTo>
                  <a:pt x="29622" y="26289"/>
                </a:lnTo>
                <a:cubicBezTo>
                  <a:pt x="29510" y="26140"/>
                  <a:pt x="29390" y="25998"/>
                  <a:pt x="29263" y="25862"/>
                </a:cubicBezTo>
                <a:cubicBezTo>
                  <a:pt x="28333" y="24755"/>
                  <a:pt x="27172" y="23864"/>
                  <a:pt x="25862" y="23253"/>
                </a:cubicBezTo>
                <a:cubicBezTo>
                  <a:pt x="24552" y="22641"/>
                  <a:pt x="23123" y="22323"/>
                  <a:pt x="21677" y="22321"/>
                </a:cubicBezTo>
                <a:close/>
                <a:moveTo>
                  <a:pt x="68800" y="34737"/>
                </a:moveTo>
                <a:lnTo>
                  <a:pt x="68800" y="48818"/>
                </a:lnTo>
                <a:lnTo>
                  <a:pt x="69604" y="47554"/>
                </a:lnTo>
                <a:lnTo>
                  <a:pt x="73044" y="49618"/>
                </a:lnTo>
                <a:lnTo>
                  <a:pt x="74938" y="46585"/>
                </a:lnTo>
                <a:lnTo>
                  <a:pt x="78101" y="48378"/>
                </a:lnTo>
                <a:lnTo>
                  <a:pt x="80237" y="45214"/>
                </a:lnTo>
                <a:lnTo>
                  <a:pt x="83618" y="47138"/>
                </a:lnTo>
                <a:lnTo>
                  <a:pt x="85566" y="44173"/>
                </a:lnTo>
                <a:lnTo>
                  <a:pt x="88579" y="45898"/>
                </a:lnTo>
                <a:lnTo>
                  <a:pt x="91059" y="43417"/>
                </a:lnTo>
                <a:lnTo>
                  <a:pt x="93539" y="44909"/>
                </a:lnTo>
                <a:lnTo>
                  <a:pt x="96019" y="42177"/>
                </a:lnTo>
                <a:lnTo>
                  <a:pt x="96019" y="34737"/>
                </a:lnTo>
                <a:lnTo>
                  <a:pt x="68800" y="34737"/>
                </a:lnTo>
                <a:close/>
                <a:moveTo>
                  <a:pt x="52679" y="59524"/>
                </a:moveTo>
                <a:cubicBezTo>
                  <a:pt x="52186" y="59517"/>
                  <a:pt x="51697" y="59608"/>
                  <a:pt x="51239" y="59792"/>
                </a:cubicBezTo>
                <a:cubicBezTo>
                  <a:pt x="50782" y="59976"/>
                  <a:pt x="50365" y="60248"/>
                  <a:pt x="50014" y="60595"/>
                </a:cubicBezTo>
                <a:cubicBezTo>
                  <a:pt x="49663" y="60941"/>
                  <a:pt x="49385" y="61353"/>
                  <a:pt x="49194" y="61808"/>
                </a:cubicBezTo>
                <a:cubicBezTo>
                  <a:pt x="49004" y="62263"/>
                  <a:pt x="48906" y="62751"/>
                  <a:pt x="48906" y="63244"/>
                </a:cubicBezTo>
                <a:cubicBezTo>
                  <a:pt x="48906" y="63737"/>
                  <a:pt x="49004" y="64225"/>
                  <a:pt x="49194" y="64680"/>
                </a:cubicBezTo>
                <a:cubicBezTo>
                  <a:pt x="49385" y="65135"/>
                  <a:pt x="49663" y="65547"/>
                  <a:pt x="50014" y="65893"/>
                </a:cubicBezTo>
                <a:cubicBezTo>
                  <a:pt x="50365" y="66240"/>
                  <a:pt x="50782" y="66513"/>
                  <a:pt x="51239" y="66696"/>
                </a:cubicBezTo>
                <a:cubicBezTo>
                  <a:pt x="51697" y="66880"/>
                  <a:pt x="52186" y="66971"/>
                  <a:pt x="52679" y="66964"/>
                </a:cubicBezTo>
                <a:lnTo>
                  <a:pt x="59093" y="66964"/>
                </a:lnTo>
                <a:lnTo>
                  <a:pt x="49182" y="94217"/>
                </a:lnTo>
                <a:cubicBezTo>
                  <a:pt x="49012" y="94677"/>
                  <a:pt x="48935" y="95166"/>
                  <a:pt x="48956" y="95655"/>
                </a:cubicBezTo>
                <a:cubicBezTo>
                  <a:pt x="48976" y="96145"/>
                  <a:pt x="49092" y="96626"/>
                  <a:pt x="49299" y="97071"/>
                </a:cubicBezTo>
                <a:cubicBezTo>
                  <a:pt x="49505" y="97515"/>
                  <a:pt x="49798" y="97914"/>
                  <a:pt x="50159" y="98246"/>
                </a:cubicBezTo>
                <a:cubicBezTo>
                  <a:pt x="50520" y="98577"/>
                  <a:pt x="50943" y="98833"/>
                  <a:pt x="51404" y="99001"/>
                </a:cubicBezTo>
                <a:cubicBezTo>
                  <a:pt x="51865" y="99168"/>
                  <a:pt x="52354" y="99242"/>
                  <a:pt x="52843" y="99220"/>
                </a:cubicBezTo>
                <a:cubicBezTo>
                  <a:pt x="53333" y="99198"/>
                  <a:pt x="53813" y="99078"/>
                  <a:pt x="54257" y="98870"/>
                </a:cubicBezTo>
                <a:cubicBezTo>
                  <a:pt x="54700" y="98661"/>
                  <a:pt x="55098" y="98367"/>
                  <a:pt x="55428" y="98004"/>
                </a:cubicBezTo>
                <a:cubicBezTo>
                  <a:pt x="55757" y="97641"/>
                  <a:pt x="56012" y="97217"/>
                  <a:pt x="56177" y="96755"/>
                </a:cubicBezTo>
                <a:lnTo>
                  <a:pt x="67008" y="66964"/>
                </a:lnTo>
                <a:lnTo>
                  <a:pt x="80513" y="66964"/>
                </a:lnTo>
                <a:lnTo>
                  <a:pt x="91345" y="96755"/>
                </a:lnTo>
                <a:cubicBezTo>
                  <a:pt x="91510" y="97217"/>
                  <a:pt x="91764" y="97641"/>
                  <a:pt x="92093" y="98004"/>
                </a:cubicBezTo>
                <a:cubicBezTo>
                  <a:pt x="92423" y="98367"/>
                  <a:pt x="92821" y="98661"/>
                  <a:pt x="93264" y="98870"/>
                </a:cubicBezTo>
                <a:cubicBezTo>
                  <a:pt x="93708" y="99078"/>
                  <a:pt x="94188" y="99198"/>
                  <a:pt x="94678" y="99220"/>
                </a:cubicBezTo>
                <a:cubicBezTo>
                  <a:pt x="95167" y="99242"/>
                  <a:pt x="95657" y="99168"/>
                  <a:pt x="96117" y="99001"/>
                </a:cubicBezTo>
                <a:cubicBezTo>
                  <a:pt x="96578" y="98833"/>
                  <a:pt x="97001" y="98577"/>
                  <a:pt x="97363" y="98246"/>
                </a:cubicBezTo>
                <a:cubicBezTo>
                  <a:pt x="97724" y="97914"/>
                  <a:pt x="98016" y="97515"/>
                  <a:pt x="98223" y="97071"/>
                </a:cubicBezTo>
                <a:cubicBezTo>
                  <a:pt x="98429" y="96626"/>
                  <a:pt x="98546" y="96145"/>
                  <a:pt x="98566" y="95655"/>
                </a:cubicBezTo>
                <a:cubicBezTo>
                  <a:pt x="98586" y="95166"/>
                  <a:pt x="98509" y="94677"/>
                  <a:pt x="98339" y="94217"/>
                </a:cubicBezTo>
                <a:lnTo>
                  <a:pt x="88428" y="66964"/>
                </a:lnTo>
                <a:lnTo>
                  <a:pt x="94842" y="66964"/>
                </a:lnTo>
                <a:cubicBezTo>
                  <a:pt x="95335" y="66971"/>
                  <a:pt x="95824" y="66880"/>
                  <a:pt x="96282" y="66696"/>
                </a:cubicBezTo>
                <a:cubicBezTo>
                  <a:pt x="96739" y="66513"/>
                  <a:pt x="97156" y="66240"/>
                  <a:pt x="97507" y="65893"/>
                </a:cubicBezTo>
                <a:cubicBezTo>
                  <a:pt x="97858" y="65547"/>
                  <a:pt x="98137" y="65135"/>
                  <a:pt x="98327" y="64680"/>
                </a:cubicBezTo>
                <a:cubicBezTo>
                  <a:pt x="98517" y="64225"/>
                  <a:pt x="98615" y="63737"/>
                  <a:pt x="98615" y="63244"/>
                </a:cubicBezTo>
                <a:cubicBezTo>
                  <a:pt x="98615" y="62751"/>
                  <a:pt x="98517" y="62263"/>
                  <a:pt x="98327" y="61808"/>
                </a:cubicBezTo>
                <a:cubicBezTo>
                  <a:pt x="98137" y="61353"/>
                  <a:pt x="97858" y="60941"/>
                  <a:pt x="97507" y="60595"/>
                </a:cubicBezTo>
                <a:cubicBezTo>
                  <a:pt x="97156" y="60248"/>
                  <a:pt x="96739" y="59976"/>
                  <a:pt x="96282" y="59792"/>
                </a:cubicBezTo>
                <a:cubicBezTo>
                  <a:pt x="95824" y="59608"/>
                  <a:pt x="95335" y="59517"/>
                  <a:pt x="94842" y="59524"/>
                </a:cubicBezTo>
                <a:lnTo>
                  <a:pt x="52679" y="59524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4" name="Красный — SVG 15"/>
          <p:cNvSpPr>
            <a:spLocks noGrp="1"/>
          </p:cNvSpPr>
          <p:nvPr/>
        </p:nvSpPr>
        <p:spPr>
          <a:xfrm>
            <a:off x="88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90072" y="1"/>
                </a:moveTo>
                <a:cubicBezTo>
                  <a:pt x="89283" y="-9"/>
                  <a:pt x="88494" y="85"/>
                  <a:pt x="87718" y="292"/>
                </a:cubicBezTo>
                <a:lnTo>
                  <a:pt x="27728" y="14335"/>
                </a:lnTo>
                <a:cubicBezTo>
                  <a:pt x="25219" y="14998"/>
                  <a:pt x="23157" y="16748"/>
                  <a:pt x="22092" y="19116"/>
                </a:cubicBezTo>
                <a:cubicBezTo>
                  <a:pt x="20979" y="21578"/>
                  <a:pt x="21049" y="24443"/>
                  <a:pt x="22328" y="26976"/>
                </a:cubicBezTo>
                <a:lnTo>
                  <a:pt x="35279" y="52403"/>
                </a:lnTo>
                <a:lnTo>
                  <a:pt x="46973" y="40682"/>
                </a:lnTo>
                <a:cubicBezTo>
                  <a:pt x="50216" y="37438"/>
                  <a:pt x="55446" y="37415"/>
                  <a:pt x="58690" y="40658"/>
                </a:cubicBezTo>
                <a:cubicBezTo>
                  <a:pt x="61933" y="43878"/>
                  <a:pt x="61961" y="49132"/>
                  <a:pt x="58717" y="52375"/>
                </a:cubicBezTo>
                <a:lnTo>
                  <a:pt x="47019" y="64120"/>
                </a:lnTo>
                <a:lnTo>
                  <a:pt x="72991" y="77141"/>
                </a:lnTo>
                <a:cubicBezTo>
                  <a:pt x="74317" y="77804"/>
                  <a:pt x="75760" y="78135"/>
                  <a:pt x="77180" y="78135"/>
                </a:cubicBezTo>
                <a:cubicBezTo>
                  <a:pt x="78435" y="78135"/>
                  <a:pt x="79669" y="77874"/>
                  <a:pt x="80829" y="77354"/>
                </a:cubicBezTo>
                <a:cubicBezTo>
                  <a:pt x="83196" y="76288"/>
                  <a:pt x="84923" y="74229"/>
                  <a:pt x="85633" y="71601"/>
                </a:cubicBezTo>
                <a:lnTo>
                  <a:pt x="99125" y="11847"/>
                </a:lnTo>
                <a:cubicBezTo>
                  <a:pt x="99978" y="8627"/>
                  <a:pt x="99034" y="5264"/>
                  <a:pt x="96619" y="2826"/>
                </a:cubicBezTo>
                <a:cubicBezTo>
                  <a:pt x="94790" y="1015"/>
                  <a:pt x="92440" y="31"/>
                  <a:pt x="90072" y="1"/>
                </a:cubicBezTo>
                <a:close/>
                <a:moveTo>
                  <a:pt x="52836" y="42970"/>
                </a:moveTo>
                <a:cubicBezTo>
                  <a:pt x="51927" y="42973"/>
                  <a:pt x="51021" y="43322"/>
                  <a:pt x="50334" y="44020"/>
                </a:cubicBezTo>
                <a:lnTo>
                  <a:pt x="34969" y="59431"/>
                </a:lnTo>
                <a:lnTo>
                  <a:pt x="39991" y="64453"/>
                </a:lnTo>
                <a:lnTo>
                  <a:pt x="55356" y="49042"/>
                </a:lnTo>
                <a:cubicBezTo>
                  <a:pt x="56753" y="47645"/>
                  <a:pt x="56753" y="45394"/>
                  <a:pt x="55356" y="43997"/>
                </a:cubicBezTo>
                <a:cubicBezTo>
                  <a:pt x="54657" y="43310"/>
                  <a:pt x="53744" y="42967"/>
                  <a:pt x="52836" y="42970"/>
                </a:cubicBezTo>
                <a:close/>
                <a:moveTo>
                  <a:pt x="24954" y="57563"/>
                </a:moveTo>
                <a:cubicBezTo>
                  <a:pt x="24007" y="57563"/>
                  <a:pt x="23111" y="57941"/>
                  <a:pt x="22448" y="58604"/>
                </a:cubicBezTo>
                <a:lnTo>
                  <a:pt x="16575" y="64453"/>
                </a:lnTo>
                <a:lnTo>
                  <a:pt x="19086" y="66959"/>
                </a:lnTo>
                <a:lnTo>
                  <a:pt x="21592" y="69470"/>
                </a:lnTo>
                <a:lnTo>
                  <a:pt x="29975" y="77853"/>
                </a:lnTo>
                <a:lnTo>
                  <a:pt x="32486" y="80359"/>
                </a:lnTo>
                <a:lnTo>
                  <a:pt x="34992" y="82870"/>
                </a:lnTo>
                <a:lnTo>
                  <a:pt x="40841" y="77021"/>
                </a:lnTo>
                <a:cubicBezTo>
                  <a:pt x="41504" y="76334"/>
                  <a:pt x="41882" y="75438"/>
                  <a:pt x="41882" y="74491"/>
                </a:cubicBezTo>
                <a:cubicBezTo>
                  <a:pt x="41882" y="73568"/>
                  <a:pt x="41504" y="72667"/>
                  <a:pt x="40841" y="71981"/>
                </a:cubicBezTo>
                <a:lnTo>
                  <a:pt x="27465" y="58604"/>
                </a:lnTo>
                <a:cubicBezTo>
                  <a:pt x="26778" y="57941"/>
                  <a:pt x="25877" y="57563"/>
                  <a:pt x="24954" y="57563"/>
                </a:cubicBezTo>
                <a:close/>
                <a:moveTo>
                  <a:pt x="11559" y="69470"/>
                </a:moveTo>
                <a:lnTo>
                  <a:pt x="2940" y="78112"/>
                </a:lnTo>
                <a:cubicBezTo>
                  <a:pt x="975" y="80077"/>
                  <a:pt x="-68" y="82706"/>
                  <a:pt x="3" y="85547"/>
                </a:cubicBezTo>
                <a:cubicBezTo>
                  <a:pt x="98" y="88293"/>
                  <a:pt x="1234" y="90896"/>
                  <a:pt x="3199" y="92885"/>
                </a:cubicBezTo>
                <a:lnTo>
                  <a:pt x="6560" y="96247"/>
                </a:lnTo>
                <a:cubicBezTo>
                  <a:pt x="8691" y="98354"/>
                  <a:pt x="11462" y="99442"/>
                  <a:pt x="14208" y="99442"/>
                </a:cubicBezTo>
                <a:cubicBezTo>
                  <a:pt x="16812" y="99442"/>
                  <a:pt x="19392" y="98471"/>
                  <a:pt x="21333" y="96506"/>
                </a:cubicBezTo>
                <a:lnTo>
                  <a:pt x="29975" y="87887"/>
                </a:lnTo>
                <a:lnTo>
                  <a:pt x="27465" y="85381"/>
                </a:lnTo>
                <a:lnTo>
                  <a:pt x="24954" y="82870"/>
                </a:lnTo>
                <a:lnTo>
                  <a:pt x="16575" y="74491"/>
                </a:lnTo>
                <a:lnTo>
                  <a:pt x="14065" y="71981"/>
                </a:lnTo>
                <a:lnTo>
                  <a:pt x="11559" y="6947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5" name="Красный — SVG 16"/>
          <p:cNvSpPr>
            <a:spLocks noGrp="1"/>
          </p:cNvSpPr>
          <p:nvPr/>
        </p:nvSpPr>
        <p:spPr>
          <a:xfrm>
            <a:off x="94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5637" y="4819"/>
                </a:moveTo>
                <a:cubicBezTo>
                  <a:pt x="43556" y="4819"/>
                  <a:pt x="41872" y="6506"/>
                  <a:pt x="41872" y="8584"/>
                </a:cubicBezTo>
                <a:lnTo>
                  <a:pt x="41872" y="12678"/>
                </a:lnTo>
                <a:cubicBezTo>
                  <a:pt x="30511" y="14493"/>
                  <a:pt x="21791" y="24330"/>
                  <a:pt x="21791" y="36195"/>
                </a:cubicBezTo>
                <a:lnTo>
                  <a:pt x="21791" y="52564"/>
                </a:lnTo>
                <a:cubicBezTo>
                  <a:pt x="21621" y="52539"/>
                  <a:pt x="21452" y="52510"/>
                  <a:pt x="21277" y="52510"/>
                </a:cubicBezTo>
                <a:lnTo>
                  <a:pt x="11751" y="52510"/>
                </a:lnTo>
                <a:lnTo>
                  <a:pt x="11751" y="41215"/>
                </a:lnTo>
                <a:cubicBezTo>
                  <a:pt x="11751" y="39137"/>
                  <a:pt x="10067" y="37450"/>
                  <a:pt x="7986" y="37450"/>
                </a:cubicBezTo>
                <a:cubicBezTo>
                  <a:pt x="5905" y="37450"/>
                  <a:pt x="4221" y="39137"/>
                  <a:pt x="4221" y="41215"/>
                </a:cubicBezTo>
                <a:lnTo>
                  <a:pt x="4221" y="52510"/>
                </a:lnTo>
                <a:lnTo>
                  <a:pt x="3765" y="52510"/>
                </a:lnTo>
                <a:cubicBezTo>
                  <a:pt x="1684" y="52510"/>
                  <a:pt x="0" y="54197"/>
                  <a:pt x="0" y="56275"/>
                </a:cubicBezTo>
                <a:cubicBezTo>
                  <a:pt x="0" y="58353"/>
                  <a:pt x="1687" y="60040"/>
                  <a:pt x="3765" y="60040"/>
                </a:cubicBezTo>
                <a:lnTo>
                  <a:pt x="4221" y="60040"/>
                </a:lnTo>
                <a:lnTo>
                  <a:pt x="4221" y="71335"/>
                </a:lnTo>
                <a:cubicBezTo>
                  <a:pt x="4221" y="73414"/>
                  <a:pt x="5905" y="75100"/>
                  <a:pt x="7986" y="75100"/>
                </a:cubicBezTo>
                <a:cubicBezTo>
                  <a:pt x="10067" y="75100"/>
                  <a:pt x="11751" y="73414"/>
                  <a:pt x="11751" y="71335"/>
                </a:cubicBezTo>
                <a:lnTo>
                  <a:pt x="11751" y="60040"/>
                </a:lnTo>
                <a:lnTo>
                  <a:pt x="21277" y="60040"/>
                </a:lnTo>
                <a:cubicBezTo>
                  <a:pt x="21452" y="60040"/>
                  <a:pt x="21621" y="60011"/>
                  <a:pt x="21791" y="59986"/>
                </a:cubicBezTo>
                <a:lnTo>
                  <a:pt x="21791" y="71335"/>
                </a:lnTo>
                <a:cubicBezTo>
                  <a:pt x="21791" y="73411"/>
                  <a:pt x="23480" y="75100"/>
                  <a:pt x="25556" y="75100"/>
                </a:cubicBezTo>
                <a:lnTo>
                  <a:pt x="38107" y="75100"/>
                </a:lnTo>
                <a:cubicBezTo>
                  <a:pt x="40182" y="75100"/>
                  <a:pt x="41872" y="73411"/>
                  <a:pt x="41872" y="71335"/>
                </a:cubicBezTo>
                <a:lnTo>
                  <a:pt x="41872" y="33685"/>
                </a:lnTo>
                <a:cubicBezTo>
                  <a:pt x="41872" y="32718"/>
                  <a:pt x="42250" y="31842"/>
                  <a:pt x="42852" y="31175"/>
                </a:cubicBezTo>
                <a:cubicBezTo>
                  <a:pt x="43540" y="31938"/>
                  <a:pt x="44527" y="32430"/>
                  <a:pt x="45637" y="32430"/>
                </a:cubicBezTo>
                <a:cubicBezTo>
                  <a:pt x="47717" y="32430"/>
                  <a:pt x="49402" y="30743"/>
                  <a:pt x="49402" y="28665"/>
                </a:cubicBezTo>
                <a:lnTo>
                  <a:pt x="49402" y="8584"/>
                </a:lnTo>
                <a:cubicBezTo>
                  <a:pt x="49402" y="6506"/>
                  <a:pt x="47717" y="4819"/>
                  <a:pt x="45637" y="4819"/>
                </a:cubicBezTo>
                <a:close/>
                <a:moveTo>
                  <a:pt x="60697" y="4819"/>
                </a:moveTo>
                <a:cubicBezTo>
                  <a:pt x="58616" y="4819"/>
                  <a:pt x="56932" y="6506"/>
                  <a:pt x="56932" y="8584"/>
                </a:cubicBezTo>
                <a:lnTo>
                  <a:pt x="56932" y="28665"/>
                </a:lnTo>
                <a:cubicBezTo>
                  <a:pt x="56932" y="30743"/>
                  <a:pt x="58616" y="32430"/>
                  <a:pt x="60697" y="32430"/>
                </a:cubicBezTo>
                <a:cubicBezTo>
                  <a:pt x="61806" y="32430"/>
                  <a:pt x="62794" y="31940"/>
                  <a:pt x="63481" y="31175"/>
                </a:cubicBezTo>
                <a:cubicBezTo>
                  <a:pt x="64084" y="31842"/>
                  <a:pt x="64462" y="32716"/>
                  <a:pt x="64462" y="33685"/>
                </a:cubicBezTo>
                <a:lnTo>
                  <a:pt x="64462" y="85141"/>
                </a:lnTo>
                <a:lnTo>
                  <a:pt x="62604" y="87651"/>
                </a:lnTo>
                <a:lnTo>
                  <a:pt x="55677" y="87651"/>
                </a:lnTo>
                <a:cubicBezTo>
                  <a:pt x="53596" y="87651"/>
                  <a:pt x="51912" y="89337"/>
                  <a:pt x="51912" y="91416"/>
                </a:cubicBezTo>
                <a:cubicBezTo>
                  <a:pt x="51912" y="93494"/>
                  <a:pt x="53596" y="95181"/>
                  <a:pt x="55677" y="95181"/>
                </a:cubicBezTo>
                <a:lnTo>
                  <a:pt x="93327" y="95181"/>
                </a:lnTo>
                <a:cubicBezTo>
                  <a:pt x="95408" y="95181"/>
                  <a:pt x="97092" y="93494"/>
                  <a:pt x="97092" y="91416"/>
                </a:cubicBezTo>
                <a:cubicBezTo>
                  <a:pt x="97092" y="89337"/>
                  <a:pt x="95408" y="87651"/>
                  <a:pt x="93327" y="87651"/>
                </a:cubicBezTo>
                <a:lnTo>
                  <a:pt x="86400" y="87651"/>
                </a:lnTo>
                <a:lnTo>
                  <a:pt x="84542" y="85141"/>
                </a:lnTo>
                <a:lnTo>
                  <a:pt x="84542" y="70080"/>
                </a:lnTo>
                <a:lnTo>
                  <a:pt x="93327" y="70080"/>
                </a:lnTo>
                <a:cubicBezTo>
                  <a:pt x="96786" y="70080"/>
                  <a:pt x="99603" y="67267"/>
                  <a:pt x="99603" y="63805"/>
                </a:cubicBezTo>
                <a:lnTo>
                  <a:pt x="99603" y="48745"/>
                </a:lnTo>
                <a:cubicBezTo>
                  <a:pt x="99603" y="45284"/>
                  <a:pt x="96786" y="42470"/>
                  <a:pt x="93327" y="42470"/>
                </a:cubicBezTo>
                <a:lnTo>
                  <a:pt x="84542" y="42470"/>
                </a:lnTo>
                <a:lnTo>
                  <a:pt x="84542" y="36195"/>
                </a:lnTo>
                <a:cubicBezTo>
                  <a:pt x="84542" y="24330"/>
                  <a:pt x="75822" y="14493"/>
                  <a:pt x="64462" y="12678"/>
                </a:cubicBezTo>
                <a:lnTo>
                  <a:pt x="64462" y="8584"/>
                </a:lnTo>
                <a:cubicBezTo>
                  <a:pt x="64462" y="6506"/>
                  <a:pt x="62778" y="4819"/>
                  <a:pt x="60697" y="4819"/>
                </a:cubicBezTo>
                <a:close/>
                <a:moveTo>
                  <a:pt x="46892" y="42470"/>
                </a:moveTo>
                <a:lnTo>
                  <a:pt x="46892" y="70080"/>
                </a:lnTo>
                <a:lnTo>
                  <a:pt x="59442" y="70080"/>
                </a:lnTo>
                <a:lnTo>
                  <a:pt x="59442" y="42470"/>
                </a:lnTo>
                <a:lnTo>
                  <a:pt x="46892" y="42470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6" name="Красный — SVG 17"/>
          <p:cNvSpPr>
            <a:spLocks noGrp="1"/>
          </p:cNvSpPr>
          <p:nvPr/>
        </p:nvSpPr>
        <p:spPr>
          <a:xfrm>
            <a:off x="100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58831" y="10396"/>
                </a:moveTo>
                <a:cubicBezTo>
                  <a:pt x="58011" y="10396"/>
                  <a:pt x="57224" y="10722"/>
                  <a:pt x="56643" y="11302"/>
                </a:cubicBezTo>
                <a:cubicBezTo>
                  <a:pt x="56063" y="11883"/>
                  <a:pt x="55737" y="12670"/>
                  <a:pt x="55737" y="13490"/>
                </a:cubicBezTo>
                <a:lnTo>
                  <a:pt x="55737" y="16214"/>
                </a:lnTo>
                <a:cubicBezTo>
                  <a:pt x="55748" y="16337"/>
                  <a:pt x="55748" y="16461"/>
                  <a:pt x="55737" y="16584"/>
                </a:cubicBezTo>
                <a:lnTo>
                  <a:pt x="55737" y="26898"/>
                </a:lnTo>
                <a:cubicBezTo>
                  <a:pt x="55737" y="27445"/>
                  <a:pt x="55520" y="27969"/>
                  <a:pt x="55133" y="28356"/>
                </a:cubicBezTo>
                <a:cubicBezTo>
                  <a:pt x="54746" y="28743"/>
                  <a:pt x="54221" y="28960"/>
                  <a:pt x="53674" y="28960"/>
                </a:cubicBezTo>
                <a:cubicBezTo>
                  <a:pt x="53127" y="28960"/>
                  <a:pt x="52603" y="28743"/>
                  <a:pt x="52216" y="28356"/>
                </a:cubicBezTo>
                <a:cubicBezTo>
                  <a:pt x="51829" y="27969"/>
                  <a:pt x="51612" y="27445"/>
                  <a:pt x="51612" y="26898"/>
                </a:cubicBezTo>
                <a:lnTo>
                  <a:pt x="51612" y="17740"/>
                </a:lnTo>
                <a:cubicBezTo>
                  <a:pt x="46913" y="19537"/>
                  <a:pt x="42724" y="22452"/>
                  <a:pt x="39406" y="26233"/>
                </a:cubicBezTo>
                <a:cubicBezTo>
                  <a:pt x="36089" y="30014"/>
                  <a:pt x="33743" y="34547"/>
                  <a:pt x="32572" y="39439"/>
                </a:cubicBezTo>
                <a:cubicBezTo>
                  <a:pt x="33067" y="39331"/>
                  <a:pt x="33572" y="39276"/>
                  <a:pt x="34079" y="39274"/>
                </a:cubicBezTo>
                <a:lnTo>
                  <a:pt x="40267" y="39274"/>
                </a:lnTo>
                <a:cubicBezTo>
                  <a:pt x="42129" y="39283"/>
                  <a:pt x="43917" y="40007"/>
                  <a:pt x="45261" y="41296"/>
                </a:cubicBezTo>
                <a:cubicBezTo>
                  <a:pt x="46605" y="42586"/>
                  <a:pt x="47401" y="44343"/>
                  <a:pt x="47486" y="46203"/>
                </a:cubicBezTo>
                <a:lnTo>
                  <a:pt x="48248" y="46598"/>
                </a:lnTo>
                <a:lnTo>
                  <a:pt x="49074" y="46929"/>
                </a:lnTo>
                <a:cubicBezTo>
                  <a:pt x="53988" y="48916"/>
                  <a:pt x="58419" y="51933"/>
                  <a:pt x="62070" y="55776"/>
                </a:cubicBezTo>
                <a:lnTo>
                  <a:pt x="95960" y="55776"/>
                </a:lnTo>
                <a:cubicBezTo>
                  <a:pt x="96780" y="55776"/>
                  <a:pt x="97568" y="55450"/>
                  <a:pt x="98148" y="54869"/>
                </a:cubicBezTo>
                <a:cubicBezTo>
                  <a:pt x="98728" y="54289"/>
                  <a:pt x="99054" y="53502"/>
                  <a:pt x="99054" y="52681"/>
                </a:cubicBezTo>
                <a:cubicBezTo>
                  <a:pt x="99054" y="51861"/>
                  <a:pt x="98728" y="51074"/>
                  <a:pt x="98148" y="50494"/>
                </a:cubicBezTo>
                <a:cubicBezTo>
                  <a:pt x="97568" y="49913"/>
                  <a:pt x="96780" y="49587"/>
                  <a:pt x="95960" y="49587"/>
                </a:cubicBezTo>
                <a:lnTo>
                  <a:pt x="92866" y="49587"/>
                </a:lnTo>
                <a:cubicBezTo>
                  <a:pt x="92103" y="33663"/>
                  <a:pt x="85337" y="23186"/>
                  <a:pt x="72239" y="17740"/>
                </a:cubicBezTo>
                <a:lnTo>
                  <a:pt x="72239" y="26898"/>
                </a:lnTo>
                <a:cubicBezTo>
                  <a:pt x="72239" y="27445"/>
                  <a:pt x="72021" y="27969"/>
                  <a:pt x="71635" y="28356"/>
                </a:cubicBezTo>
                <a:cubicBezTo>
                  <a:pt x="71248" y="28743"/>
                  <a:pt x="70723" y="28960"/>
                  <a:pt x="70176" y="28960"/>
                </a:cubicBezTo>
                <a:cubicBezTo>
                  <a:pt x="69629" y="28960"/>
                  <a:pt x="69104" y="28743"/>
                  <a:pt x="68718" y="28356"/>
                </a:cubicBezTo>
                <a:cubicBezTo>
                  <a:pt x="68331" y="27969"/>
                  <a:pt x="68113" y="27445"/>
                  <a:pt x="68113" y="26898"/>
                </a:cubicBezTo>
                <a:lnTo>
                  <a:pt x="68113" y="16584"/>
                </a:lnTo>
                <a:cubicBezTo>
                  <a:pt x="68103" y="16468"/>
                  <a:pt x="68103" y="16350"/>
                  <a:pt x="68113" y="16234"/>
                </a:cubicBezTo>
                <a:lnTo>
                  <a:pt x="68113" y="13490"/>
                </a:lnTo>
                <a:cubicBezTo>
                  <a:pt x="68113" y="12670"/>
                  <a:pt x="67787" y="11883"/>
                  <a:pt x="67207" y="11302"/>
                </a:cubicBezTo>
                <a:cubicBezTo>
                  <a:pt x="66627" y="10722"/>
                  <a:pt x="65840" y="10396"/>
                  <a:pt x="65019" y="10396"/>
                </a:cubicBezTo>
                <a:lnTo>
                  <a:pt x="58831" y="10396"/>
                </a:lnTo>
                <a:close/>
                <a:moveTo>
                  <a:pt x="34079" y="43399"/>
                </a:moveTo>
                <a:cubicBezTo>
                  <a:pt x="33258" y="43399"/>
                  <a:pt x="32471" y="43725"/>
                  <a:pt x="31891" y="44306"/>
                </a:cubicBezTo>
                <a:cubicBezTo>
                  <a:pt x="31311" y="44886"/>
                  <a:pt x="30985" y="45673"/>
                  <a:pt x="30985" y="46493"/>
                </a:cubicBezTo>
                <a:lnTo>
                  <a:pt x="30985" y="59901"/>
                </a:lnTo>
                <a:cubicBezTo>
                  <a:pt x="30985" y="60448"/>
                  <a:pt x="30767" y="60973"/>
                  <a:pt x="30380" y="61360"/>
                </a:cubicBezTo>
                <a:cubicBezTo>
                  <a:pt x="29994" y="61746"/>
                  <a:pt x="29469" y="61964"/>
                  <a:pt x="28922" y="61964"/>
                </a:cubicBezTo>
                <a:cubicBezTo>
                  <a:pt x="28375" y="61964"/>
                  <a:pt x="27850" y="61746"/>
                  <a:pt x="27463" y="61360"/>
                </a:cubicBezTo>
                <a:cubicBezTo>
                  <a:pt x="27077" y="60973"/>
                  <a:pt x="26859" y="60448"/>
                  <a:pt x="26859" y="59901"/>
                </a:cubicBezTo>
                <a:lnTo>
                  <a:pt x="26859" y="50744"/>
                </a:lnTo>
                <a:cubicBezTo>
                  <a:pt x="13845" y="56194"/>
                  <a:pt x="7072" y="66679"/>
                  <a:pt x="6309" y="82591"/>
                </a:cubicBezTo>
                <a:lnTo>
                  <a:pt x="3138" y="82591"/>
                </a:lnTo>
                <a:cubicBezTo>
                  <a:pt x="2728" y="82585"/>
                  <a:pt x="2321" y="82661"/>
                  <a:pt x="1941" y="82814"/>
                </a:cubicBezTo>
                <a:cubicBezTo>
                  <a:pt x="1560" y="82966"/>
                  <a:pt x="1214" y="83193"/>
                  <a:pt x="922" y="83481"/>
                </a:cubicBezTo>
                <a:cubicBezTo>
                  <a:pt x="630" y="83769"/>
                  <a:pt x="398" y="84112"/>
                  <a:pt x="240" y="84491"/>
                </a:cubicBezTo>
                <a:cubicBezTo>
                  <a:pt x="81" y="84869"/>
                  <a:pt x="0" y="85275"/>
                  <a:pt x="0" y="85685"/>
                </a:cubicBezTo>
                <a:cubicBezTo>
                  <a:pt x="0" y="86095"/>
                  <a:pt x="81" y="86501"/>
                  <a:pt x="240" y="86879"/>
                </a:cubicBezTo>
                <a:cubicBezTo>
                  <a:pt x="398" y="87257"/>
                  <a:pt x="630" y="87600"/>
                  <a:pt x="922" y="87888"/>
                </a:cubicBezTo>
                <a:cubicBezTo>
                  <a:pt x="1214" y="88176"/>
                  <a:pt x="1560" y="88403"/>
                  <a:pt x="1941" y="88556"/>
                </a:cubicBezTo>
                <a:cubicBezTo>
                  <a:pt x="2321" y="88709"/>
                  <a:pt x="2728" y="88785"/>
                  <a:pt x="3138" y="88779"/>
                </a:cubicBezTo>
                <a:lnTo>
                  <a:pt x="71207" y="88779"/>
                </a:lnTo>
                <a:cubicBezTo>
                  <a:pt x="71617" y="88785"/>
                  <a:pt x="72024" y="88709"/>
                  <a:pt x="72405" y="88556"/>
                </a:cubicBezTo>
                <a:cubicBezTo>
                  <a:pt x="72785" y="88403"/>
                  <a:pt x="73132" y="88176"/>
                  <a:pt x="73424" y="87888"/>
                </a:cubicBezTo>
                <a:cubicBezTo>
                  <a:pt x="73716" y="87600"/>
                  <a:pt x="73948" y="87257"/>
                  <a:pt x="74106" y="86879"/>
                </a:cubicBezTo>
                <a:cubicBezTo>
                  <a:pt x="74264" y="86501"/>
                  <a:pt x="74346" y="86095"/>
                  <a:pt x="74346" y="85685"/>
                </a:cubicBezTo>
                <a:cubicBezTo>
                  <a:pt x="74346" y="85275"/>
                  <a:pt x="74264" y="84869"/>
                  <a:pt x="74106" y="84491"/>
                </a:cubicBezTo>
                <a:cubicBezTo>
                  <a:pt x="73948" y="84112"/>
                  <a:pt x="73716" y="83769"/>
                  <a:pt x="73424" y="83481"/>
                </a:cubicBezTo>
                <a:cubicBezTo>
                  <a:pt x="73132" y="83193"/>
                  <a:pt x="72785" y="82966"/>
                  <a:pt x="72405" y="82814"/>
                </a:cubicBezTo>
                <a:cubicBezTo>
                  <a:pt x="72024" y="82661"/>
                  <a:pt x="71617" y="82585"/>
                  <a:pt x="71207" y="82591"/>
                </a:cubicBezTo>
                <a:lnTo>
                  <a:pt x="68037" y="82591"/>
                </a:lnTo>
                <a:cubicBezTo>
                  <a:pt x="67274" y="66679"/>
                  <a:pt x="60501" y="56194"/>
                  <a:pt x="47486" y="50744"/>
                </a:cubicBezTo>
                <a:lnTo>
                  <a:pt x="47486" y="59901"/>
                </a:lnTo>
                <a:cubicBezTo>
                  <a:pt x="47486" y="60448"/>
                  <a:pt x="47269" y="60973"/>
                  <a:pt x="46882" y="61360"/>
                </a:cubicBezTo>
                <a:cubicBezTo>
                  <a:pt x="46495" y="61746"/>
                  <a:pt x="45971" y="61964"/>
                  <a:pt x="45424" y="61964"/>
                </a:cubicBezTo>
                <a:cubicBezTo>
                  <a:pt x="44877" y="61964"/>
                  <a:pt x="44352" y="61746"/>
                  <a:pt x="43965" y="61360"/>
                </a:cubicBezTo>
                <a:cubicBezTo>
                  <a:pt x="43578" y="60973"/>
                  <a:pt x="43361" y="60448"/>
                  <a:pt x="43361" y="59901"/>
                </a:cubicBezTo>
                <a:lnTo>
                  <a:pt x="43361" y="46493"/>
                </a:lnTo>
                <a:cubicBezTo>
                  <a:pt x="43361" y="45673"/>
                  <a:pt x="43035" y="44886"/>
                  <a:pt x="42455" y="44306"/>
                </a:cubicBezTo>
                <a:cubicBezTo>
                  <a:pt x="41874" y="43725"/>
                  <a:pt x="41087" y="43399"/>
                  <a:pt x="40267" y="43399"/>
                </a:cubicBezTo>
                <a:lnTo>
                  <a:pt x="34079" y="43399"/>
                </a:ln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7" name="Красный — SVG 18"/>
          <p:cNvSpPr>
            <a:spLocks noGrp="1"/>
          </p:cNvSpPr>
          <p:nvPr/>
        </p:nvSpPr>
        <p:spPr>
          <a:xfrm>
            <a:off x="10620000" y="11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97687" y="21455"/>
                </a:moveTo>
                <a:cubicBezTo>
                  <a:pt x="97171" y="19671"/>
                  <a:pt x="94874" y="19142"/>
                  <a:pt x="93563" y="20456"/>
                </a:cubicBezTo>
                <a:cubicBezTo>
                  <a:pt x="86330" y="27689"/>
                  <a:pt x="79599" y="34420"/>
                  <a:pt x="78801" y="35218"/>
                </a:cubicBezTo>
                <a:cubicBezTo>
                  <a:pt x="74287" y="39732"/>
                  <a:pt x="66621" y="39174"/>
                  <a:pt x="62887" y="33547"/>
                </a:cubicBezTo>
                <a:cubicBezTo>
                  <a:pt x="60171" y="29455"/>
                  <a:pt x="60969" y="23947"/>
                  <a:pt x="64442" y="20475"/>
                </a:cubicBezTo>
                <a:lnTo>
                  <a:pt x="79014" y="5902"/>
                </a:lnTo>
                <a:cubicBezTo>
                  <a:pt x="80328" y="4588"/>
                  <a:pt x="79799" y="2294"/>
                  <a:pt x="78013" y="1778"/>
                </a:cubicBezTo>
                <a:cubicBezTo>
                  <a:pt x="68277" y="-1029"/>
                  <a:pt x="57372" y="1351"/>
                  <a:pt x="49698" y="9025"/>
                </a:cubicBezTo>
                <a:cubicBezTo>
                  <a:pt x="41576" y="17147"/>
                  <a:pt x="39351" y="28902"/>
                  <a:pt x="42954" y="39049"/>
                </a:cubicBezTo>
                <a:cubicBezTo>
                  <a:pt x="32008" y="49999"/>
                  <a:pt x="5213" y="76794"/>
                  <a:pt x="3616" y="78392"/>
                </a:cubicBezTo>
                <a:cubicBezTo>
                  <a:pt x="-1488" y="83496"/>
                  <a:pt x="-1189" y="91957"/>
                  <a:pt x="4514" y="96669"/>
                </a:cubicBezTo>
                <a:cubicBezTo>
                  <a:pt x="9487" y="100774"/>
                  <a:pt x="16891" y="100037"/>
                  <a:pt x="21450" y="95478"/>
                </a:cubicBezTo>
                <a:lnTo>
                  <a:pt x="60416" y="56511"/>
                </a:lnTo>
                <a:cubicBezTo>
                  <a:pt x="70563" y="60114"/>
                  <a:pt x="82318" y="57889"/>
                  <a:pt x="90440" y="49767"/>
                </a:cubicBezTo>
                <a:cubicBezTo>
                  <a:pt x="98114" y="42096"/>
                  <a:pt x="100494" y="31191"/>
                  <a:pt x="97687" y="21455"/>
                </a:cubicBezTo>
                <a:close/>
              </a:path>
            </a:pathLst>
          </a:custGeom>
          <a:solidFill>
            <a:srgbClr val="CF0522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8" name="Чёрный — SVG 1"/>
          <p:cNvSpPr>
            <a:spLocks noGrp="1"/>
          </p:cNvSpPr>
          <p:nvPr/>
        </p:nvSpPr>
        <p:spPr>
          <a:xfrm>
            <a:off x="4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94444" y="27778"/>
                </a:moveTo>
                <a:lnTo>
                  <a:pt x="83333" y="27778"/>
                </a:lnTo>
                <a:cubicBezTo>
                  <a:pt x="80264" y="27778"/>
                  <a:pt x="77778" y="25292"/>
                  <a:pt x="77778" y="22222"/>
                </a:cubicBezTo>
                <a:lnTo>
                  <a:pt x="77778" y="5556"/>
                </a:lnTo>
                <a:cubicBezTo>
                  <a:pt x="77778" y="2486"/>
                  <a:pt x="80264" y="0"/>
                  <a:pt x="83333" y="0"/>
                </a:cubicBezTo>
                <a:lnTo>
                  <a:pt x="88889" y="0"/>
                </a:lnTo>
                <a:cubicBezTo>
                  <a:pt x="95025" y="0"/>
                  <a:pt x="100000" y="4975"/>
                  <a:pt x="100000" y="11111"/>
                </a:cubicBezTo>
                <a:lnTo>
                  <a:pt x="100000" y="22222"/>
                </a:lnTo>
                <a:cubicBezTo>
                  <a:pt x="100000" y="25292"/>
                  <a:pt x="97514" y="27778"/>
                  <a:pt x="94444" y="27778"/>
                </a:cubicBezTo>
                <a:close/>
                <a:moveTo>
                  <a:pt x="5556" y="27778"/>
                </a:moveTo>
                <a:lnTo>
                  <a:pt x="16667" y="27778"/>
                </a:lnTo>
                <a:cubicBezTo>
                  <a:pt x="19736" y="27778"/>
                  <a:pt x="22222" y="25292"/>
                  <a:pt x="22222" y="22222"/>
                </a:cubicBezTo>
                <a:lnTo>
                  <a:pt x="22222" y="5556"/>
                </a:lnTo>
                <a:cubicBezTo>
                  <a:pt x="22222" y="2486"/>
                  <a:pt x="19736" y="0"/>
                  <a:pt x="16667" y="0"/>
                </a:cubicBezTo>
                <a:lnTo>
                  <a:pt x="8333" y="0"/>
                </a:lnTo>
                <a:cubicBezTo>
                  <a:pt x="2197" y="0"/>
                  <a:pt x="0" y="4975"/>
                  <a:pt x="0" y="11111"/>
                </a:cubicBezTo>
                <a:lnTo>
                  <a:pt x="0" y="22222"/>
                </a:lnTo>
                <a:cubicBezTo>
                  <a:pt x="0" y="25292"/>
                  <a:pt x="2486" y="27778"/>
                  <a:pt x="5556" y="27778"/>
                </a:cubicBezTo>
                <a:close/>
                <a:moveTo>
                  <a:pt x="94444" y="72222"/>
                </a:moveTo>
                <a:lnTo>
                  <a:pt x="83333" y="72222"/>
                </a:lnTo>
                <a:cubicBezTo>
                  <a:pt x="80264" y="72222"/>
                  <a:pt x="77778" y="74708"/>
                  <a:pt x="77778" y="77778"/>
                </a:cubicBezTo>
                <a:lnTo>
                  <a:pt x="77778" y="94444"/>
                </a:lnTo>
                <a:cubicBezTo>
                  <a:pt x="77778" y="97514"/>
                  <a:pt x="80264" y="100000"/>
                  <a:pt x="83333" y="100000"/>
                </a:cubicBezTo>
                <a:lnTo>
                  <a:pt x="88889" y="100000"/>
                </a:lnTo>
                <a:cubicBezTo>
                  <a:pt x="95025" y="100000"/>
                  <a:pt x="100000" y="95025"/>
                  <a:pt x="100000" y="88889"/>
                </a:cubicBezTo>
                <a:lnTo>
                  <a:pt x="100000" y="77778"/>
                </a:lnTo>
                <a:cubicBezTo>
                  <a:pt x="100000" y="74708"/>
                  <a:pt x="97514" y="72222"/>
                  <a:pt x="94444" y="72222"/>
                </a:cubicBezTo>
                <a:close/>
                <a:moveTo>
                  <a:pt x="5556" y="72222"/>
                </a:moveTo>
                <a:lnTo>
                  <a:pt x="16667" y="72222"/>
                </a:lnTo>
                <a:cubicBezTo>
                  <a:pt x="19736" y="72222"/>
                  <a:pt x="22222" y="74708"/>
                  <a:pt x="22222" y="77778"/>
                </a:cubicBezTo>
                <a:lnTo>
                  <a:pt x="22222" y="94444"/>
                </a:lnTo>
                <a:cubicBezTo>
                  <a:pt x="22222" y="97514"/>
                  <a:pt x="19736" y="100000"/>
                  <a:pt x="16667" y="100000"/>
                </a:cubicBezTo>
                <a:lnTo>
                  <a:pt x="11111" y="100000"/>
                </a:lnTo>
                <a:cubicBezTo>
                  <a:pt x="4975" y="100000"/>
                  <a:pt x="0" y="95025"/>
                  <a:pt x="0" y="88889"/>
                </a:cubicBezTo>
                <a:lnTo>
                  <a:pt x="0" y="77778"/>
                </a:lnTo>
                <a:cubicBezTo>
                  <a:pt x="0" y="74708"/>
                  <a:pt x="2486" y="72222"/>
                  <a:pt x="5556" y="72222"/>
                </a:cubicBezTo>
                <a:close/>
                <a:moveTo>
                  <a:pt x="40278" y="63889"/>
                </a:moveTo>
                <a:lnTo>
                  <a:pt x="5556" y="63889"/>
                </a:lnTo>
                <a:cubicBezTo>
                  <a:pt x="2486" y="63889"/>
                  <a:pt x="0" y="61403"/>
                  <a:pt x="0" y="58333"/>
                </a:cubicBezTo>
                <a:lnTo>
                  <a:pt x="0" y="41667"/>
                </a:lnTo>
                <a:cubicBezTo>
                  <a:pt x="0" y="38597"/>
                  <a:pt x="2486" y="36111"/>
                  <a:pt x="5556" y="36111"/>
                </a:cubicBezTo>
                <a:lnTo>
                  <a:pt x="40278" y="36111"/>
                </a:lnTo>
                <a:cubicBezTo>
                  <a:pt x="43347" y="36111"/>
                  <a:pt x="45833" y="38597"/>
                  <a:pt x="45833" y="41667"/>
                </a:cubicBezTo>
                <a:lnTo>
                  <a:pt x="45833" y="58333"/>
                </a:lnTo>
                <a:cubicBezTo>
                  <a:pt x="45833" y="61403"/>
                  <a:pt x="43347" y="63889"/>
                  <a:pt x="40278" y="63889"/>
                </a:cubicBezTo>
                <a:close/>
                <a:moveTo>
                  <a:pt x="94444" y="63889"/>
                </a:moveTo>
                <a:lnTo>
                  <a:pt x="59722" y="63889"/>
                </a:lnTo>
                <a:cubicBezTo>
                  <a:pt x="56653" y="63889"/>
                  <a:pt x="54167" y="61403"/>
                  <a:pt x="54167" y="58333"/>
                </a:cubicBezTo>
                <a:lnTo>
                  <a:pt x="54167" y="41667"/>
                </a:lnTo>
                <a:cubicBezTo>
                  <a:pt x="54167" y="38597"/>
                  <a:pt x="56653" y="36111"/>
                  <a:pt x="59722" y="36111"/>
                </a:cubicBezTo>
                <a:lnTo>
                  <a:pt x="94444" y="36111"/>
                </a:lnTo>
                <a:cubicBezTo>
                  <a:pt x="97514" y="36111"/>
                  <a:pt x="100000" y="38597"/>
                  <a:pt x="100000" y="41667"/>
                </a:cubicBezTo>
                <a:lnTo>
                  <a:pt x="100000" y="58333"/>
                </a:lnTo>
                <a:cubicBezTo>
                  <a:pt x="100000" y="61403"/>
                  <a:pt x="97514" y="63889"/>
                  <a:pt x="94444" y="63889"/>
                </a:cubicBezTo>
                <a:close/>
                <a:moveTo>
                  <a:pt x="63889" y="27778"/>
                </a:moveTo>
                <a:lnTo>
                  <a:pt x="36111" y="27778"/>
                </a:lnTo>
                <a:cubicBezTo>
                  <a:pt x="33042" y="27778"/>
                  <a:pt x="30556" y="25292"/>
                  <a:pt x="30556" y="22222"/>
                </a:cubicBezTo>
                <a:lnTo>
                  <a:pt x="30556" y="5556"/>
                </a:lnTo>
                <a:cubicBezTo>
                  <a:pt x="30556" y="2486"/>
                  <a:pt x="33042" y="0"/>
                  <a:pt x="36111" y="0"/>
                </a:cubicBezTo>
                <a:lnTo>
                  <a:pt x="63889" y="0"/>
                </a:lnTo>
                <a:cubicBezTo>
                  <a:pt x="66958" y="0"/>
                  <a:pt x="69444" y="2486"/>
                  <a:pt x="69444" y="5556"/>
                </a:cubicBezTo>
                <a:lnTo>
                  <a:pt x="69444" y="22222"/>
                </a:lnTo>
                <a:cubicBezTo>
                  <a:pt x="69444" y="25292"/>
                  <a:pt x="66958" y="27778"/>
                  <a:pt x="63889" y="27778"/>
                </a:cubicBezTo>
                <a:close/>
                <a:moveTo>
                  <a:pt x="63889" y="100000"/>
                </a:moveTo>
                <a:lnTo>
                  <a:pt x="36111" y="100000"/>
                </a:lnTo>
                <a:cubicBezTo>
                  <a:pt x="33042" y="100000"/>
                  <a:pt x="30556" y="97514"/>
                  <a:pt x="30556" y="94444"/>
                </a:cubicBezTo>
                <a:lnTo>
                  <a:pt x="30556" y="77778"/>
                </a:lnTo>
                <a:cubicBezTo>
                  <a:pt x="30556" y="74708"/>
                  <a:pt x="33042" y="72222"/>
                  <a:pt x="36111" y="72222"/>
                </a:cubicBezTo>
                <a:lnTo>
                  <a:pt x="63889" y="72222"/>
                </a:lnTo>
                <a:cubicBezTo>
                  <a:pt x="66958" y="72222"/>
                  <a:pt x="69444" y="74708"/>
                  <a:pt x="69444" y="77778"/>
                </a:cubicBezTo>
                <a:lnTo>
                  <a:pt x="69444" y="94444"/>
                </a:lnTo>
                <a:cubicBezTo>
                  <a:pt x="69444" y="97514"/>
                  <a:pt x="66958" y="100000"/>
                  <a:pt x="63889" y="100000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19" name="Чёрный — SVG 2"/>
          <p:cNvSpPr>
            <a:spLocks noGrp="1"/>
          </p:cNvSpPr>
          <p:nvPr/>
        </p:nvSpPr>
        <p:spPr>
          <a:xfrm>
            <a:off x="10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1961" y="4494"/>
                </a:moveTo>
                <a:cubicBezTo>
                  <a:pt x="18659" y="4495"/>
                  <a:pt x="15359" y="5753"/>
                  <a:pt x="12845" y="8266"/>
                </a:cubicBezTo>
                <a:lnTo>
                  <a:pt x="3769" y="17341"/>
                </a:lnTo>
                <a:cubicBezTo>
                  <a:pt x="-1256" y="22367"/>
                  <a:pt x="-1256" y="30549"/>
                  <a:pt x="3769" y="35574"/>
                </a:cubicBezTo>
                <a:lnTo>
                  <a:pt x="12451" y="44261"/>
                </a:lnTo>
                <a:cubicBezTo>
                  <a:pt x="16780" y="31382"/>
                  <a:pt x="27245" y="21323"/>
                  <a:pt x="40368" y="17556"/>
                </a:cubicBezTo>
                <a:lnTo>
                  <a:pt x="31077" y="8266"/>
                </a:lnTo>
                <a:cubicBezTo>
                  <a:pt x="28563" y="5752"/>
                  <a:pt x="25263" y="4494"/>
                  <a:pt x="21961" y="4494"/>
                </a:cubicBezTo>
                <a:close/>
                <a:moveTo>
                  <a:pt x="51802" y="20601"/>
                </a:moveTo>
                <a:cubicBezTo>
                  <a:pt x="32460" y="20601"/>
                  <a:pt x="16581" y="35580"/>
                  <a:pt x="15080" y="54543"/>
                </a:cubicBezTo>
                <a:lnTo>
                  <a:pt x="7326" y="54543"/>
                </a:lnTo>
                <a:cubicBezTo>
                  <a:pt x="5388" y="54543"/>
                  <a:pt x="3815" y="56116"/>
                  <a:pt x="3815" y="58054"/>
                </a:cubicBezTo>
                <a:cubicBezTo>
                  <a:pt x="3815" y="59993"/>
                  <a:pt x="5388" y="61566"/>
                  <a:pt x="7326" y="61566"/>
                </a:cubicBezTo>
                <a:lnTo>
                  <a:pt x="41913" y="61566"/>
                </a:lnTo>
                <a:cubicBezTo>
                  <a:pt x="43367" y="65643"/>
                  <a:pt x="47230" y="68588"/>
                  <a:pt x="51802" y="68588"/>
                </a:cubicBezTo>
                <a:cubicBezTo>
                  <a:pt x="56374" y="68588"/>
                  <a:pt x="60235" y="65643"/>
                  <a:pt x="61691" y="61566"/>
                </a:cubicBezTo>
                <a:lnTo>
                  <a:pt x="96278" y="61566"/>
                </a:lnTo>
                <a:cubicBezTo>
                  <a:pt x="98216" y="61566"/>
                  <a:pt x="99789" y="59993"/>
                  <a:pt x="99789" y="58054"/>
                </a:cubicBezTo>
                <a:cubicBezTo>
                  <a:pt x="99789" y="56116"/>
                  <a:pt x="98216" y="54543"/>
                  <a:pt x="96278" y="54543"/>
                </a:cubicBezTo>
                <a:lnTo>
                  <a:pt x="88524" y="54543"/>
                </a:lnTo>
                <a:cubicBezTo>
                  <a:pt x="87023" y="35580"/>
                  <a:pt x="71144" y="20601"/>
                  <a:pt x="51802" y="20601"/>
                </a:cubicBezTo>
                <a:close/>
                <a:moveTo>
                  <a:pt x="51802" y="54543"/>
                </a:moveTo>
                <a:cubicBezTo>
                  <a:pt x="53738" y="54543"/>
                  <a:pt x="55313" y="56119"/>
                  <a:pt x="55313" y="58054"/>
                </a:cubicBezTo>
                <a:cubicBezTo>
                  <a:pt x="55313" y="59990"/>
                  <a:pt x="53738" y="61566"/>
                  <a:pt x="51802" y="61566"/>
                </a:cubicBezTo>
                <a:cubicBezTo>
                  <a:pt x="49866" y="61566"/>
                  <a:pt x="48291" y="59990"/>
                  <a:pt x="48291" y="58054"/>
                </a:cubicBezTo>
                <a:cubicBezTo>
                  <a:pt x="48291" y="56119"/>
                  <a:pt x="49866" y="54543"/>
                  <a:pt x="51802" y="54543"/>
                </a:cubicBezTo>
                <a:close/>
                <a:moveTo>
                  <a:pt x="22144" y="66252"/>
                </a:moveTo>
                <a:cubicBezTo>
                  <a:pt x="22841" y="68607"/>
                  <a:pt x="23799" y="70870"/>
                  <a:pt x="25047" y="73005"/>
                </a:cubicBezTo>
                <a:lnTo>
                  <a:pt x="21778" y="76274"/>
                </a:lnTo>
                <a:cubicBezTo>
                  <a:pt x="20406" y="77645"/>
                  <a:pt x="20406" y="79867"/>
                  <a:pt x="21778" y="81239"/>
                </a:cubicBezTo>
                <a:cubicBezTo>
                  <a:pt x="25685" y="85146"/>
                  <a:pt x="31554" y="86349"/>
                  <a:pt x="36660" y="84457"/>
                </a:cubicBezTo>
                <a:cubicBezTo>
                  <a:pt x="38930" y="85733"/>
                  <a:pt x="41342" y="86707"/>
                  <a:pt x="43865" y="87370"/>
                </a:cubicBezTo>
                <a:lnTo>
                  <a:pt x="43865" y="92006"/>
                </a:lnTo>
                <a:cubicBezTo>
                  <a:pt x="43865" y="93944"/>
                  <a:pt x="45438" y="95517"/>
                  <a:pt x="47376" y="95517"/>
                </a:cubicBezTo>
                <a:cubicBezTo>
                  <a:pt x="52933" y="95517"/>
                  <a:pt x="57948" y="92208"/>
                  <a:pt x="60219" y="87260"/>
                </a:cubicBezTo>
                <a:cubicBezTo>
                  <a:pt x="62707" y="86555"/>
                  <a:pt x="65090" y="85544"/>
                  <a:pt x="67333" y="84233"/>
                </a:cubicBezTo>
                <a:lnTo>
                  <a:pt x="70602" y="87502"/>
                </a:lnTo>
                <a:cubicBezTo>
                  <a:pt x="71973" y="88874"/>
                  <a:pt x="74195" y="88874"/>
                  <a:pt x="75567" y="87502"/>
                </a:cubicBezTo>
                <a:cubicBezTo>
                  <a:pt x="79476" y="83593"/>
                  <a:pt x="80672" y="77721"/>
                  <a:pt x="78781" y="72616"/>
                </a:cubicBezTo>
                <a:cubicBezTo>
                  <a:pt x="79911" y="70605"/>
                  <a:pt x="80763" y="68466"/>
                  <a:pt x="81414" y="66252"/>
                </a:cubicBezTo>
                <a:lnTo>
                  <a:pt x="74040" y="66252"/>
                </a:lnTo>
                <a:cubicBezTo>
                  <a:pt x="73462" y="67721"/>
                  <a:pt x="72743" y="69132"/>
                  <a:pt x="71877" y="70467"/>
                </a:cubicBezTo>
                <a:cubicBezTo>
                  <a:pt x="71170" y="71556"/>
                  <a:pt x="71126" y="72946"/>
                  <a:pt x="71754" y="74079"/>
                </a:cubicBezTo>
                <a:cubicBezTo>
                  <a:pt x="72671" y="75732"/>
                  <a:pt x="72871" y="77639"/>
                  <a:pt x="72412" y="79378"/>
                </a:cubicBezTo>
                <a:lnTo>
                  <a:pt x="70286" y="77252"/>
                </a:lnTo>
                <a:cubicBezTo>
                  <a:pt x="69067" y="76032"/>
                  <a:pt x="67144" y="75889"/>
                  <a:pt x="65751" y="76891"/>
                </a:cubicBezTo>
                <a:cubicBezTo>
                  <a:pt x="63052" y="78838"/>
                  <a:pt x="60054" y="80173"/>
                  <a:pt x="56845" y="80864"/>
                </a:cubicBezTo>
                <a:cubicBezTo>
                  <a:pt x="55578" y="81138"/>
                  <a:pt x="54563" y="82085"/>
                  <a:pt x="54207" y="83333"/>
                </a:cubicBezTo>
                <a:cubicBezTo>
                  <a:pt x="53685" y="85156"/>
                  <a:pt x="52465" y="86651"/>
                  <a:pt x="50888" y="87552"/>
                </a:cubicBezTo>
                <a:lnTo>
                  <a:pt x="50888" y="84530"/>
                </a:lnTo>
                <a:cubicBezTo>
                  <a:pt x="50888" y="82810"/>
                  <a:pt x="49640" y="81341"/>
                  <a:pt x="47939" y="81065"/>
                </a:cubicBezTo>
                <a:cubicBezTo>
                  <a:pt x="44647" y="80529"/>
                  <a:pt x="41575" y="79349"/>
                  <a:pt x="38809" y="77554"/>
                </a:cubicBezTo>
                <a:cubicBezTo>
                  <a:pt x="38230" y="77177"/>
                  <a:pt x="37565" y="76987"/>
                  <a:pt x="36897" y="76987"/>
                </a:cubicBezTo>
                <a:cubicBezTo>
                  <a:pt x="36312" y="76987"/>
                  <a:pt x="35728" y="77133"/>
                  <a:pt x="35197" y="77426"/>
                </a:cubicBezTo>
                <a:cubicBezTo>
                  <a:pt x="33542" y="78341"/>
                  <a:pt x="31630" y="78536"/>
                  <a:pt x="29898" y="78084"/>
                </a:cubicBezTo>
                <a:lnTo>
                  <a:pt x="32019" y="75963"/>
                </a:lnTo>
                <a:cubicBezTo>
                  <a:pt x="33239" y="74743"/>
                  <a:pt x="33394" y="72825"/>
                  <a:pt x="32385" y="71427"/>
                </a:cubicBezTo>
                <a:cubicBezTo>
                  <a:pt x="31217" y="69805"/>
                  <a:pt x="30296" y="68066"/>
                  <a:pt x="29578" y="66252"/>
                </a:cubicBezTo>
                <a:lnTo>
                  <a:pt x="22144" y="66252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0" name="Чёрный — SVG 3"/>
          <p:cNvSpPr>
            <a:spLocks noGrp="1"/>
          </p:cNvSpPr>
          <p:nvPr/>
        </p:nvSpPr>
        <p:spPr>
          <a:xfrm>
            <a:off x="16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18472" y="0"/>
                </a:moveTo>
                <a:cubicBezTo>
                  <a:pt x="8925" y="0"/>
                  <a:pt x="1111" y="7814"/>
                  <a:pt x="1111" y="17361"/>
                </a:cubicBezTo>
                <a:lnTo>
                  <a:pt x="1111" y="34984"/>
                </a:lnTo>
                <a:cubicBezTo>
                  <a:pt x="1111" y="46625"/>
                  <a:pt x="2540" y="58221"/>
                  <a:pt x="5361" y="69512"/>
                </a:cubicBezTo>
                <a:lnTo>
                  <a:pt x="6889" y="75629"/>
                </a:lnTo>
                <a:lnTo>
                  <a:pt x="1111" y="83333"/>
                </a:lnTo>
                <a:lnTo>
                  <a:pt x="98333" y="83333"/>
                </a:lnTo>
                <a:lnTo>
                  <a:pt x="84444" y="64815"/>
                </a:lnTo>
                <a:lnTo>
                  <a:pt x="15000" y="64815"/>
                </a:lnTo>
                <a:lnTo>
                  <a:pt x="12256" y="68472"/>
                </a:lnTo>
                <a:lnTo>
                  <a:pt x="12097" y="67830"/>
                </a:lnTo>
                <a:cubicBezTo>
                  <a:pt x="9414" y="57089"/>
                  <a:pt x="8056" y="46057"/>
                  <a:pt x="8056" y="34984"/>
                </a:cubicBezTo>
                <a:lnTo>
                  <a:pt x="8056" y="17361"/>
                </a:lnTo>
                <a:cubicBezTo>
                  <a:pt x="8056" y="11566"/>
                  <a:pt x="12677" y="6944"/>
                  <a:pt x="18472" y="6944"/>
                </a:cubicBezTo>
                <a:lnTo>
                  <a:pt x="36991" y="6944"/>
                </a:lnTo>
                <a:cubicBezTo>
                  <a:pt x="42389" y="6944"/>
                  <a:pt x="46720" y="10971"/>
                  <a:pt x="47294" y="16204"/>
                </a:cubicBezTo>
                <a:lnTo>
                  <a:pt x="45093" y="16204"/>
                </a:lnTo>
                <a:cubicBezTo>
                  <a:pt x="43812" y="16204"/>
                  <a:pt x="42778" y="17238"/>
                  <a:pt x="42778" y="18519"/>
                </a:cubicBezTo>
                <a:lnTo>
                  <a:pt x="42778" y="37037"/>
                </a:lnTo>
                <a:cubicBezTo>
                  <a:pt x="42778" y="38317"/>
                  <a:pt x="43812" y="39352"/>
                  <a:pt x="45093" y="39352"/>
                </a:cubicBezTo>
                <a:lnTo>
                  <a:pt x="47407" y="39352"/>
                </a:lnTo>
                <a:lnTo>
                  <a:pt x="47407" y="40509"/>
                </a:lnTo>
                <a:cubicBezTo>
                  <a:pt x="47401" y="40969"/>
                  <a:pt x="47486" y="41426"/>
                  <a:pt x="47657" y="41853"/>
                </a:cubicBezTo>
                <a:cubicBezTo>
                  <a:pt x="47829" y="42280"/>
                  <a:pt x="48084" y="42669"/>
                  <a:pt x="48407" y="42996"/>
                </a:cubicBezTo>
                <a:cubicBezTo>
                  <a:pt x="48730" y="43324"/>
                  <a:pt x="49115" y="43584"/>
                  <a:pt x="49539" y="43762"/>
                </a:cubicBezTo>
                <a:cubicBezTo>
                  <a:pt x="49964" y="43939"/>
                  <a:pt x="50419" y="44031"/>
                  <a:pt x="50880" y="44031"/>
                </a:cubicBezTo>
                <a:cubicBezTo>
                  <a:pt x="51340" y="44031"/>
                  <a:pt x="51795" y="43939"/>
                  <a:pt x="52220" y="43762"/>
                </a:cubicBezTo>
                <a:cubicBezTo>
                  <a:pt x="52644" y="43584"/>
                  <a:pt x="53029" y="43324"/>
                  <a:pt x="53352" y="42996"/>
                </a:cubicBezTo>
                <a:cubicBezTo>
                  <a:pt x="53675" y="42669"/>
                  <a:pt x="53930" y="42280"/>
                  <a:pt x="54102" y="41853"/>
                </a:cubicBezTo>
                <a:cubicBezTo>
                  <a:pt x="54273" y="41426"/>
                  <a:pt x="54358" y="40969"/>
                  <a:pt x="54352" y="40509"/>
                </a:cubicBezTo>
                <a:lnTo>
                  <a:pt x="54352" y="39352"/>
                </a:lnTo>
                <a:lnTo>
                  <a:pt x="56667" y="39352"/>
                </a:lnTo>
                <a:cubicBezTo>
                  <a:pt x="57947" y="39352"/>
                  <a:pt x="58981" y="38317"/>
                  <a:pt x="58981" y="37037"/>
                </a:cubicBezTo>
                <a:lnTo>
                  <a:pt x="58981" y="18519"/>
                </a:lnTo>
                <a:cubicBezTo>
                  <a:pt x="58981" y="17238"/>
                  <a:pt x="57947" y="16204"/>
                  <a:pt x="56667" y="16204"/>
                </a:cubicBezTo>
                <a:lnTo>
                  <a:pt x="54293" y="16204"/>
                </a:lnTo>
                <a:cubicBezTo>
                  <a:pt x="53690" y="7193"/>
                  <a:pt x="46148" y="0"/>
                  <a:pt x="36991" y="0"/>
                </a:cubicBezTo>
                <a:lnTo>
                  <a:pt x="18472" y="0"/>
                </a:lnTo>
                <a:close/>
                <a:moveTo>
                  <a:pt x="18472" y="18519"/>
                </a:moveTo>
                <a:cubicBezTo>
                  <a:pt x="16556" y="18519"/>
                  <a:pt x="15000" y="20074"/>
                  <a:pt x="15000" y="21991"/>
                </a:cubicBezTo>
                <a:lnTo>
                  <a:pt x="15000" y="60185"/>
                </a:lnTo>
                <a:lnTo>
                  <a:pt x="21944" y="60185"/>
                </a:lnTo>
                <a:lnTo>
                  <a:pt x="80972" y="60185"/>
                </a:lnTo>
                <a:lnTo>
                  <a:pt x="84444" y="60185"/>
                </a:lnTo>
                <a:lnTo>
                  <a:pt x="84444" y="21991"/>
                </a:lnTo>
                <a:cubicBezTo>
                  <a:pt x="84444" y="20074"/>
                  <a:pt x="82889" y="18519"/>
                  <a:pt x="80972" y="18519"/>
                </a:cubicBezTo>
                <a:cubicBezTo>
                  <a:pt x="79056" y="18519"/>
                  <a:pt x="77500" y="20074"/>
                  <a:pt x="77500" y="21991"/>
                </a:cubicBezTo>
                <a:lnTo>
                  <a:pt x="77500" y="25463"/>
                </a:lnTo>
                <a:lnTo>
                  <a:pt x="63611" y="25463"/>
                </a:lnTo>
                <a:lnTo>
                  <a:pt x="63611" y="37037"/>
                </a:lnTo>
                <a:cubicBezTo>
                  <a:pt x="63611" y="40308"/>
                  <a:pt x="61336" y="43058"/>
                  <a:pt x="58285" y="43792"/>
                </a:cubicBezTo>
                <a:cubicBezTo>
                  <a:pt x="57024" y="46627"/>
                  <a:pt x="54181" y="48611"/>
                  <a:pt x="50880" y="48611"/>
                </a:cubicBezTo>
                <a:cubicBezTo>
                  <a:pt x="47579" y="48611"/>
                  <a:pt x="44736" y="46627"/>
                  <a:pt x="43474" y="43792"/>
                </a:cubicBezTo>
                <a:cubicBezTo>
                  <a:pt x="40423" y="43058"/>
                  <a:pt x="38148" y="40308"/>
                  <a:pt x="38148" y="37037"/>
                </a:cubicBezTo>
                <a:lnTo>
                  <a:pt x="38148" y="25463"/>
                </a:lnTo>
                <a:lnTo>
                  <a:pt x="21944" y="25463"/>
                </a:lnTo>
                <a:lnTo>
                  <a:pt x="21944" y="21991"/>
                </a:lnTo>
                <a:cubicBezTo>
                  <a:pt x="21944" y="20074"/>
                  <a:pt x="20389" y="18519"/>
                  <a:pt x="18472" y="18519"/>
                </a:cubicBezTo>
                <a:close/>
                <a:moveTo>
                  <a:pt x="1111" y="87963"/>
                </a:moveTo>
                <a:lnTo>
                  <a:pt x="1111" y="96065"/>
                </a:lnTo>
                <a:cubicBezTo>
                  <a:pt x="1111" y="97981"/>
                  <a:pt x="2667" y="99537"/>
                  <a:pt x="4583" y="99537"/>
                </a:cubicBezTo>
                <a:lnTo>
                  <a:pt x="95322" y="99537"/>
                </a:lnTo>
                <a:cubicBezTo>
                  <a:pt x="96267" y="99537"/>
                  <a:pt x="97172" y="99153"/>
                  <a:pt x="97827" y="98470"/>
                </a:cubicBezTo>
                <a:cubicBezTo>
                  <a:pt x="98480" y="97789"/>
                  <a:pt x="98832" y="96869"/>
                  <a:pt x="98794" y="95925"/>
                </a:cubicBezTo>
                <a:lnTo>
                  <a:pt x="98473" y="87963"/>
                </a:lnTo>
                <a:lnTo>
                  <a:pt x="1111" y="87963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1" name="Чёрный — SVG 4"/>
          <p:cNvSpPr>
            <a:spLocks noGrp="1"/>
          </p:cNvSpPr>
          <p:nvPr/>
        </p:nvSpPr>
        <p:spPr>
          <a:xfrm>
            <a:off x="22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5556" y="0"/>
                </a:moveTo>
                <a:lnTo>
                  <a:pt x="9074" y="0"/>
                </a:lnTo>
                <a:cubicBezTo>
                  <a:pt x="6944" y="0"/>
                  <a:pt x="4931" y="856"/>
                  <a:pt x="3403" y="2407"/>
                </a:cubicBezTo>
                <a:cubicBezTo>
                  <a:pt x="1921" y="3935"/>
                  <a:pt x="1111" y="5949"/>
                  <a:pt x="1111" y="8102"/>
                </a:cubicBezTo>
                <a:lnTo>
                  <a:pt x="1111" y="16204"/>
                </a:lnTo>
                <a:lnTo>
                  <a:pt x="15000" y="16204"/>
                </a:lnTo>
                <a:cubicBezTo>
                  <a:pt x="16921" y="16204"/>
                  <a:pt x="18472" y="17755"/>
                  <a:pt x="18472" y="19676"/>
                </a:cubicBezTo>
                <a:cubicBezTo>
                  <a:pt x="18472" y="21597"/>
                  <a:pt x="16921" y="23148"/>
                  <a:pt x="15000" y="23148"/>
                </a:cubicBezTo>
                <a:lnTo>
                  <a:pt x="1111" y="23148"/>
                </a:lnTo>
                <a:lnTo>
                  <a:pt x="1111" y="32407"/>
                </a:lnTo>
                <a:lnTo>
                  <a:pt x="11088" y="32407"/>
                </a:lnTo>
                <a:cubicBezTo>
                  <a:pt x="13009" y="32407"/>
                  <a:pt x="14560" y="33958"/>
                  <a:pt x="14560" y="35880"/>
                </a:cubicBezTo>
                <a:cubicBezTo>
                  <a:pt x="14560" y="37801"/>
                  <a:pt x="13009" y="39352"/>
                  <a:pt x="11088" y="39352"/>
                </a:cubicBezTo>
                <a:lnTo>
                  <a:pt x="1111" y="39352"/>
                </a:lnTo>
                <a:lnTo>
                  <a:pt x="1111" y="48611"/>
                </a:lnTo>
                <a:lnTo>
                  <a:pt x="13843" y="48611"/>
                </a:lnTo>
                <a:cubicBezTo>
                  <a:pt x="15764" y="48611"/>
                  <a:pt x="17315" y="50162"/>
                  <a:pt x="17315" y="52083"/>
                </a:cubicBezTo>
                <a:cubicBezTo>
                  <a:pt x="17315" y="54005"/>
                  <a:pt x="15764" y="55556"/>
                  <a:pt x="13843" y="55556"/>
                </a:cubicBezTo>
                <a:lnTo>
                  <a:pt x="1111" y="55556"/>
                </a:lnTo>
                <a:lnTo>
                  <a:pt x="1111" y="64815"/>
                </a:lnTo>
                <a:lnTo>
                  <a:pt x="10278" y="64815"/>
                </a:lnTo>
                <a:cubicBezTo>
                  <a:pt x="12199" y="64815"/>
                  <a:pt x="13750" y="66366"/>
                  <a:pt x="13750" y="68287"/>
                </a:cubicBezTo>
                <a:cubicBezTo>
                  <a:pt x="13750" y="70208"/>
                  <a:pt x="12199" y="71759"/>
                  <a:pt x="10278" y="71759"/>
                </a:cubicBezTo>
                <a:lnTo>
                  <a:pt x="1111" y="71759"/>
                </a:lnTo>
                <a:lnTo>
                  <a:pt x="1111" y="91435"/>
                </a:lnTo>
                <a:cubicBezTo>
                  <a:pt x="1111" y="92662"/>
                  <a:pt x="1389" y="93819"/>
                  <a:pt x="1875" y="94861"/>
                </a:cubicBezTo>
                <a:lnTo>
                  <a:pt x="33519" y="62292"/>
                </a:lnTo>
                <a:lnTo>
                  <a:pt x="33519" y="8102"/>
                </a:lnTo>
                <a:cubicBezTo>
                  <a:pt x="33519" y="3634"/>
                  <a:pt x="29954" y="0"/>
                  <a:pt x="25556" y="0"/>
                </a:cubicBezTo>
                <a:close/>
                <a:moveTo>
                  <a:pt x="90231" y="67130"/>
                </a:moveTo>
                <a:lnTo>
                  <a:pt x="38495" y="67130"/>
                </a:lnTo>
                <a:lnTo>
                  <a:pt x="7222" y="99306"/>
                </a:lnTo>
                <a:cubicBezTo>
                  <a:pt x="7824" y="99468"/>
                  <a:pt x="8449" y="99537"/>
                  <a:pt x="9074" y="99537"/>
                </a:cubicBezTo>
                <a:lnTo>
                  <a:pt x="90231" y="99537"/>
                </a:lnTo>
                <a:cubicBezTo>
                  <a:pt x="94699" y="99537"/>
                  <a:pt x="98333" y="95949"/>
                  <a:pt x="98333" y="91551"/>
                </a:cubicBezTo>
                <a:lnTo>
                  <a:pt x="98333" y="75093"/>
                </a:lnTo>
                <a:cubicBezTo>
                  <a:pt x="98333" y="70694"/>
                  <a:pt x="94699" y="67130"/>
                  <a:pt x="90231" y="67130"/>
                </a:cubicBezTo>
                <a:close/>
                <a:moveTo>
                  <a:pt x="35833" y="87963"/>
                </a:moveTo>
                <a:cubicBezTo>
                  <a:pt x="33287" y="87963"/>
                  <a:pt x="31204" y="85880"/>
                  <a:pt x="31204" y="83333"/>
                </a:cubicBezTo>
                <a:cubicBezTo>
                  <a:pt x="31204" y="80787"/>
                  <a:pt x="33287" y="78704"/>
                  <a:pt x="35833" y="78704"/>
                </a:cubicBezTo>
                <a:cubicBezTo>
                  <a:pt x="38380" y="78704"/>
                  <a:pt x="40463" y="80787"/>
                  <a:pt x="40463" y="83333"/>
                </a:cubicBezTo>
                <a:cubicBezTo>
                  <a:pt x="40463" y="85880"/>
                  <a:pt x="38380" y="87963"/>
                  <a:pt x="35833" y="87963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2" name="Чёрный — SVG 5"/>
          <p:cNvSpPr>
            <a:spLocks noGrp="1"/>
          </p:cNvSpPr>
          <p:nvPr/>
        </p:nvSpPr>
        <p:spPr>
          <a:xfrm>
            <a:off x="28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2619" y="0"/>
                </a:moveTo>
                <a:cubicBezTo>
                  <a:pt x="21281" y="-6"/>
                  <a:pt x="20007" y="102"/>
                  <a:pt x="18803" y="309"/>
                </a:cubicBezTo>
                <a:cubicBezTo>
                  <a:pt x="16395" y="725"/>
                  <a:pt x="14266" y="1534"/>
                  <a:pt x="12457" y="2612"/>
                </a:cubicBezTo>
                <a:cubicBezTo>
                  <a:pt x="8839" y="4767"/>
                  <a:pt x="6531" y="7791"/>
                  <a:pt x="4947" y="10260"/>
                </a:cubicBezTo>
                <a:cubicBezTo>
                  <a:pt x="-2540" y="21925"/>
                  <a:pt x="-895" y="34082"/>
                  <a:pt x="6101" y="42287"/>
                </a:cubicBezTo>
                <a:cubicBezTo>
                  <a:pt x="12691" y="50016"/>
                  <a:pt x="23383" y="54627"/>
                  <a:pt x="34971" y="55143"/>
                </a:cubicBezTo>
                <a:cubicBezTo>
                  <a:pt x="35405" y="56521"/>
                  <a:pt x="36001" y="57850"/>
                  <a:pt x="36814" y="59083"/>
                </a:cubicBezTo>
                <a:cubicBezTo>
                  <a:pt x="36119" y="60824"/>
                  <a:pt x="35247" y="62221"/>
                  <a:pt x="34558" y="62653"/>
                </a:cubicBezTo>
                <a:cubicBezTo>
                  <a:pt x="34132" y="62920"/>
                  <a:pt x="33777" y="63065"/>
                  <a:pt x="32802" y="62941"/>
                </a:cubicBezTo>
                <a:cubicBezTo>
                  <a:pt x="31827" y="62817"/>
                  <a:pt x="30229" y="62283"/>
                  <a:pt x="28043" y="60881"/>
                </a:cubicBezTo>
                <a:cubicBezTo>
                  <a:pt x="22290" y="57192"/>
                  <a:pt x="15573" y="57645"/>
                  <a:pt x="10459" y="60258"/>
                </a:cubicBezTo>
                <a:cubicBezTo>
                  <a:pt x="5344" y="62871"/>
                  <a:pt x="1362" y="67502"/>
                  <a:pt x="384" y="73124"/>
                </a:cubicBezTo>
                <a:cubicBezTo>
                  <a:pt x="-633" y="78971"/>
                  <a:pt x="459" y="83871"/>
                  <a:pt x="2614" y="87489"/>
                </a:cubicBezTo>
                <a:cubicBezTo>
                  <a:pt x="4770" y="91107"/>
                  <a:pt x="7794" y="93415"/>
                  <a:pt x="10263" y="94999"/>
                </a:cubicBezTo>
                <a:cubicBezTo>
                  <a:pt x="21927" y="102487"/>
                  <a:pt x="34084" y="100842"/>
                  <a:pt x="42290" y="93845"/>
                </a:cubicBezTo>
                <a:cubicBezTo>
                  <a:pt x="49999" y="87272"/>
                  <a:pt x="54605" y="76617"/>
                  <a:pt x="55141" y="65063"/>
                </a:cubicBezTo>
                <a:cubicBezTo>
                  <a:pt x="56600" y="64603"/>
                  <a:pt x="57929" y="63944"/>
                  <a:pt x="59122" y="63142"/>
                </a:cubicBezTo>
                <a:cubicBezTo>
                  <a:pt x="60847" y="63835"/>
                  <a:pt x="62226" y="64704"/>
                  <a:pt x="62655" y="65388"/>
                </a:cubicBezTo>
                <a:cubicBezTo>
                  <a:pt x="62923" y="65814"/>
                  <a:pt x="63068" y="66169"/>
                  <a:pt x="62944" y="67144"/>
                </a:cubicBezTo>
                <a:cubicBezTo>
                  <a:pt x="62819" y="68119"/>
                  <a:pt x="62285" y="69717"/>
                  <a:pt x="60883" y="71903"/>
                </a:cubicBezTo>
                <a:cubicBezTo>
                  <a:pt x="57195" y="77656"/>
                  <a:pt x="57647" y="84373"/>
                  <a:pt x="60260" y="89488"/>
                </a:cubicBezTo>
                <a:cubicBezTo>
                  <a:pt x="62873" y="94602"/>
                  <a:pt x="67504" y="98584"/>
                  <a:pt x="73127" y="99562"/>
                </a:cubicBezTo>
                <a:cubicBezTo>
                  <a:pt x="78973" y="100579"/>
                  <a:pt x="83873" y="99488"/>
                  <a:pt x="87492" y="97332"/>
                </a:cubicBezTo>
                <a:cubicBezTo>
                  <a:pt x="91110" y="95176"/>
                  <a:pt x="93417" y="92152"/>
                  <a:pt x="95001" y="89683"/>
                </a:cubicBezTo>
                <a:cubicBezTo>
                  <a:pt x="102489" y="78019"/>
                  <a:pt x="100844" y="65862"/>
                  <a:pt x="93848" y="57657"/>
                </a:cubicBezTo>
                <a:cubicBezTo>
                  <a:pt x="87253" y="49922"/>
                  <a:pt x="76550" y="45311"/>
                  <a:pt x="64952" y="44801"/>
                </a:cubicBezTo>
                <a:cubicBezTo>
                  <a:pt x="64515" y="43444"/>
                  <a:pt x="63915" y="42136"/>
                  <a:pt x="63108" y="40922"/>
                </a:cubicBezTo>
                <a:cubicBezTo>
                  <a:pt x="63807" y="39152"/>
                  <a:pt x="64694" y="37728"/>
                  <a:pt x="65390" y="37291"/>
                </a:cubicBezTo>
                <a:cubicBezTo>
                  <a:pt x="65817" y="37024"/>
                  <a:pt x="66172" y="36878"/>
                  <a:pt x="67147" y="37003"/>
                </a:cubicBezTo>
                <a:cubicBezTo>
                  <a:pt x="68122" y="37127"/>
                  <a:pt x="69719" y="37661"/>
                  <a:pt x="71906" y="39063"/>
                </a:cubicBezTo>
                <a:cubicBezTo>
                  <a:pt x="77659" y="42752"/>
                  <a:pt x="84376" y="42299"/>
                  <a:pt x="89490" y="39686"/>
                </a:cubicBezTo>
                <a:cubicBezTo>
                  <a:pt x="94604" y="37073"/>
                  <a:pt x="98587" y="32442"/>
                  <a:pt x="99565" y="26820"/>
                </a:cubicBezTo>
                <a:cubicBezTo>
                  <a:pt x="100582" y="20973"/>
                  <a:pt x="99490" y="16073"/>
                  <a:pt x="97335" y="12455"/>
                </a:cubicBezTo>
                <a:cubicBezTo>
                  <a:pt x="95179" y="8836"/>
                  <a:pt x="92155" y="6529"/>
                  <a:pt x="89686" y="4945"/>
                </a:cubicBezTo>
                <a:cubicBezTo>
                  <a:pt x="83854" y="1201"/>
                  <a:pt x="77897" y="-257"/>
                  <a:pt x="72375" y="93"/>
                </a:cubicBezTo>
                <a:cubicBezTo>
                  <a:pt x="66852" y="443"/>
                  <a:pt x="61762" y="2600"/>
                  <a:pt x="57659" y="6099"/>
                </a:cubicBezTo>
                <a:cubicBezTo>
                  <a:pt x="49928" y="12691"/>
                  <a:pt x="45317" y="23387"/>
                  <a:pt x="44803" y="34978"/>
                </a:cubicBezTo>
                <a:cubicBezTo>
                  <a:pt x="43384" y="35425"/>
                  <a:pt x="42092" y="36066"/>
                  <a:pt x="40925" y="36838"/>
                </a:cubicBezTo>
                <a:cubicBezTo>
                  <a:pt x="39155" y="36139"/>
                  <a:pt x="37730" y="35253"/>
                  <a:pt x="37294" y="34556"/>
                </a:cubicBezTo>
                <a:cubicBezTo>
                  <a:pt x="37026" y="34129"/>
                  <a:pt x="36881" y="33774"/>
                  <a:pt x="37005" y="32800"/>
                </a:cubicBezTo>
                <a:cubicBezTo>
                  <a:pt x="37129" y="31825"/>
                  <a:pt x="37664" y="30227"/>
                  <a:pt x="39065" y="28040"/>
                </a:cubicBezTo>
                <a:cubicBezTo>
                  <a:pt x="42754" y="22288"/>
                  <a:pt x="42302" y="15570"/>
                  <a:pt x="39689" y="10456"/>
                </a:cubicBezTo>
                <a:cubicBezTo>
                  <a:pt x="37076" y="5342"/>
                  <a:pt x="32445" y="1360"/>
                  <a:pt x="26822" y="381"/>
                </a:cubicBezTo>
                <a:cubicBezTo>
                  <a:pt x="25361" y="127"/>
                  <a:pt x="23958" y="7"/>
                  <a:pt x="22619" y="0"/>
                </a:cubicBezTo>
                <a:close/>
                <a:moveTo>
                  <a:pt x="49974" y="42112"/>
                </a:moveTo>
                <a:cubicBezTo>
                  <a:pt x="52941" y="42112"/>
                  <a:pt x="54665" y="43082"/>
                  <a:pt x="55918" y="44492"/>
                </a:cubicBezTo>
                <a:cubicBezTo>
                  <a:pt x="57171" y="45901"/>
                  <a:pt x="57886" y="47936"/>
                  <a:pt x="57886" y="50023"/>
                </a:cubicBezTo>
                <a:cubicBezTo>
                  <a:pt x="57886" y="52111"/>
                  <a:pt x="57171" y="54141"/>
                  <a:pt x="55918" y="55550"/>
                </a:cubicBezTo>
                <a:cubicBezTo>
                  <a:pt x="54665" y="56959"/>
                  <a:pt x="52941" y="57935"/>
                  <a:pt x="49974" y="57935"/>
                </a:cubicBezTo>
                <a:cubicBezTo>
                  <a:pt x="47008" y="57935"/>
                  <a:pt x="45283" y="56959"/>
                  <a:pt x="44031" y="55550"/>
                </a:cubicBezTo>
                <a:cubicBezTo>
                  <a:pt x="42778" y="54141"/>
                  <a:pt x="42063" y="52111"/>
                  <a:pt x="42063" y="50023"/>
                </a:cubicBezTo>
                <a:cubicBezTo>
                  <a:pt x="42063" y="47936"/>
                  <a:pt x="42778" y="45901"/>
                  <a:pt x="44031" y="44492"/>
                </a:cubicBezTo>
                <a:cubicBezTo>
                  <a:pt x="45283" y="43082"/>
                  <a:pt x="47008" y="42112"/>
                  <a:pt x="49974" y="4211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3" name="Чёрный — SVG 6"/>
          <p:cNvSpPr>
            <a:spLocks noGrp="1"/>
          </p:cNvSpPr>
          <p:nvPr/>
        </p:nvSpPr>
        <p:spPr>
          <a:xfrm>
            <a:off x="34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2226" y="0"/>
                </a:moveTo>
                <a:cubicBezTo>
                  <a:pt x="34794" y="0"/>
                  <a:pt x="27536" y="1437"/>
                  <a:pt x="20650" y="4272"/>
                </a:cubicBezTo>
                <a:cubicBezTo>
                  <a:pt x="19049" y="4931"/>
                  <a:pt x="18070" y="6569"/>
                  <a:pt x="18250" y="8291"/>
                </a:cubicBezTo>
                <a:cubicBezTo>
                  <a:pt x="18429" y="10015"/>
                  <a:pt x="19720" y="11411"/>
                  <a:pt x="21423" y="11724"/>
                </a:cubicBezTo>
                <a:cubicBezTo>
                  <a:pt x="54642" y="17867"/>
                  <a:pt x="81089" y="44316"/>
                  <a:pt x="87229" y="77535"/>
                </a:cubicBezTo>
                <a:cubicBezTo>
                  <a:pt x="87545" y="79238"/>
                  <a:pt x="88946" y="80527"/>
                  <a:pt x="90668" y="80709"/>
                </a:cubicBezTo>
                <a:cubicBezTo>
                  <a:pt x="90806" y="80719"/>
                  <a:pt x="90939" y="80729"/>
                  <a:pt x="91075" y="80729"/>
                </a:cubicBezTo>
                <a:cubicBezTo>
                  <a:pt x="92645" y="80729"/>
                  <a:pt x="94079" y="79785"/>
                  <a:pt x="94686" y="78308"/>
                </a:cubicBezTo>
                <a:cubicBezTo>
                  <a:pt x="97522" y="71425"/>
                  <a:pt x="98958" y="64170"/>
                  <a:pt x="98958" y="56732"/>
                </a:cubicBezTo>
                <a:cubicBezTo>
                  <a:pt x="98958" y="25448"/>
                  <a:pt x="73507" y="0"/>
                  <a:pt x="42226" y="0"/>
                </a:cubicBezTo>
                <a:close/>
                <a:moveTo>
                  <a:pt x="83115" y="2665"/>
                </a:moveTo>
                <a:cubicBezTo>
                  <a:pt x="81428" y="2665"/>
                  <a:pt x="79737" y="3281"/>
                  <a:pt x="78507" y="4512"/>
                </a:cubicBezTo>
                <a:lnTo>
                  <a:pt x="77301" y="5717"/>
                </a:lnTo>
                <a:cubicBezTo>
                  <a:pt x="83533" y="10016"/>
                  <a:pt x="88942" y="15426"/>
                  <a:pt x="93241" y="21657"/>
                </a:cubicBezTo>
                <a:lnTo>
                  <a:pt x="94447" y="20452"/>
                </a:lnTo>
                <a:cubicBezTo>
                  <a:pt x="96986" y="17913"/>
                  <a:pt x="96986" y="13782"/>
                  <a:pt x="94447" y="11246"/>
                </a:cubicBezTo>
                <a:lnTo>
                  <a:pt x="87718" y="4512"/>
                </a:lnTo>
                <a:cubicBezTo>
                  <a:pt x="86489" y="3281"/>
                  <a:pt x="84802" y="2666"/>
                  <a:pt x="83115" y="2665"/>
                </a:cubicBezTo>
                <a:close/>
                <a:moveTo>
                  <a:pt x="53360" y="31616"/>
                </a:moveTo>
                <a:lnTo>
                  <a:pt x="2889" y="82057"/>
                </a:lnTo>
                <a:cubicBezTo>
                  <a:pt x="1040" y="83932"/>
                  <a:pt x="0" y="86404"/>
                  <a:pt x="0" y="89061"/>
                </a:cubicBezTo>
                <a:cubicBezTo>
                  <a:pt x="0" y="91691"/>
                  <a:pt x="1040" y="94195"/>
                  <a:pt x="2889" y="96044"/>
                </a:cubicBezTo>
                <a:cubicBezTo>
                  <a:pt x="4764" y="97919"/>
                  <a:pt x="7268" y="98958"/>
                  <a:pt x="9898" y="98958"/>
                </a:cubicBezTo>
                <a:cubicBezTo>
                  <a:pt x="12554" y="98958"/>
                  <a:pt x="15027" y="97918"/>
                  <a:pt x="16902" y="96069"/>
                </a:cubicBezTo>
                <a:lnTo>
                  <a:pt x="67342" y="45624"/>
                </a:lnTo>
                <a:cubicBezTo>
                  <a:pt x="63306" y="40363"/>
                  <a:pt x="58594" y="35679"/>
                  <a:pt x="53360" y="31616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4" name="Чёрный — SVG 7"/>
          <p:cNvSpPr>
            <a:spLocks noGrp="1"/>
          </p:cNvSpPr>
          <p:nvPr/>
        </p:nvSpPr>
        <p:spPr>
          <a:xfrm>
            <a:off x="40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30240" y="0"/>
                </a:moveTo>
                <a:lnTo>
                  <a:pt x="29500" y="121"/>
                </a:lnTo>
                <a:cubicBezTo>
                  <a:pt x="26892" y="549"/>
                  <a:pt x="23643" y="1409"/>
                  <a:pt x="20691" y="2757"/>
                </a:cubicBezTo>
                <a:cubicBezTo>
                  <a:pt x="19215" y="3431"/>
                  <a:pt x="17811" y="4195"/>
                  <a:pt x="16535" y="5369"/>
                </a:cubicBezTo>
                <a:cubicBezTo>
                  <a:pt x="15260" y="6543"/>
                  <a:pt x="13876" y="8532"/>
                  <a:pt x="14124" y="11044"/>
                </a:cubicBezTo>
                <a:lnTo>
                  <a:pt x="14124" y="11052"/>
                </a:lnTo>
                <a:cubicBezTo>
                  <a:pt x="14361" y="13425"/>
                  <a:pt x="14041" y="14626"/>
                  <a:pt x="13441" y="15553"/>
                </a:cubicBezTo>
                <a:cubicBezTo>
                  <a:pt x="12841" y="16479"/>
                  <a:pt x="11655" y="17466"/>
                  <a:pt x="9141" y="18470"/>
                </a:cubicBezTo>
                <a:cubicBezTo>
                  <a:pt x="7276" y="19213"/>
                  <a:pt x="6155" y="19641"/>
                  <a:pt x="4905" y="20737"/>
                </a:cubicBezTo>
                <a:cubicBezTo>
                  <a:pt x="3654" y="21835"/>
                  <a:pt x="3053" y="24340"/>
                  <a:pt x="3032" y="24764"/>
                </a:cubicBezTo>
                <a:lnTo>
                  <a:pt x="3024" y="24876"/>
                </a:lnTo>
                <a:lnTo>
                  <a:pt x="3024" y="24997"/>
                </a:lnTo>
                <a:cubicBezTo>
                  <a:pt x="3033" y="26135"/>
                  <a:pt x="3170" y="26460"/>
                  <a:pt x="3298" y="27143"/>
                </a:cubicBezTo>
                <a:cubicBezTo>
                  <a:pt x="3425" y="27826"/>
                  <a:pt x="3575" y="28547"/>
                  <a:pt x="3691" y="29104"/>
                </a:cubicBezTo>
                <a:cubicBezTo>
                  <a:pt x="4095" y="31060"/>
                  <a:pt x="4359" y="32505"/>
                  <a:pt x="4391" y="33283"/>
                </a:cubicBezTo>
                <a:cubicBezTo>
                  <a:pt x="4422" y="34063"/>
                  <a:pt x="4382" y="33963"/>
                  <a:pt x="4310" y="34063"/>
                </a:cubicBezTo>
                <a:lnTo>
                  <a:pt x="4214" y="34208"/>
                </a:lnTo>
                <a:lnTo>
                  <a:pt x="4117" y="34352"/>
                </a:lnTo>
                <a:cubicBezTo>
                  <a:pt x="3263" y="35791"/>
                  <a:pt x="2884" y="37041"/>
                  <a:pt x="2325" y="38733"/>
                </a:cubicBezTo>
                <a:cubicBezTo>
                  <a:pt x="1766" y="40425"/>
                  <a:pt x="1251" y="41983"/>
                  <a:pt x="1103" y="43829"/>
                </a:cubicBezTo>
                <a:lnTo>
                  <a:pt x="975" y="45420"/>
                </a:lnTo>
                <a:lnTo>
                  <a:pt x="1947" y="46674"/>
                </a:lnTo>
                <a:cubicBezTo>
                  <a:pt x="2296" y="47123"/>
                  <a:pt x="2629" y="47499"/>
                  <a:pt x="2912" y="47823"/>
                </a:cubicBezTo>
                <a:cubicBezTo>
                  <a:pt x="3708" y="48743"/>
                  <a:pt x="4253" y="49476"/>
                  <a:pt x="4463" y="50162"/>
                </a:cubicBezTo>
                <a:cubicBezTo>
                  <a:pt x="4674" y="50851"/>
                  <a:pt x="4825" y="51593"/>
                  <a:pt x="3796" y="53530"/>
                </a:cubicBezTo>
                <a:lnTo>
                  <a:pt x="3121" y="54800"/>
                </a:lnTo>
                <a:cubicBezTo>
                  <a:pt x="1788" y="57273"/>
                  <a:pt x="722" y="59459"/>
                  <a:pt x="348" y="62645"/>
                </a:cubicBezTo>
                <a:cubicBezTo>
                  <a:pt x="-46" y="66003"/>
                  <a:pt x="-420" y="69986"/>
                  <a:pt x="1111" y="74010"/>
                </a:cubicBezTo>
                <a:lnTo>
                  <a:pt x="1111" y="74018"/>
                </a:lnTo>
                <a:cubicBezTo>
                  <a:pt x="2188" y="76838"/>
                  <a:pt x="4400" y="78111"/>
                  <a:pt x="6513" y="79451"/>
                </a:cubicBezTo>
                <a:cubicBezTo>
                  <a:pt x="8500" y="80714"/>
                  <a:pt x="10261" y="81908"/>
                  <a:pt x="11407" y="83695"/>
                </a:cubicBezTo>
                <a:lnTo>
                  <a:pt x="11890" y="84434"/>
                </a:lnTo>
                <a:lnTo>
                  <a:pt x="12621" y="84917"/>
                </a:lnTo>
                <a:cubicBezTo>
                  <a:pt x="14299" y="86012"/>
                  <a:pt x="16190" y="86592"/>
                  <a:pt x="20401" y="87537"/>
                </a:cubicBezTo>
                <a:cubicBezTo>
                  <a:pt x="24613" y="88482"/>
                  <a:pt x="31038" y="89608"/>
                  <a:pt x="41058" y="90929"/>
                </a:cubicBezTo>
                <a:cubicBezTo>
                  <a:pt x="42839" y="91162"/>
                  <a:pt x="44296" y="91382"/>
                  <a:pt x="44281" y="91379"/>
                </a:cubicBezTo>
                <a:lnTo>
                  <a:pt x="44281" y="91387"/>
                </a:lnTo>
                <a:cubicBezTo>
                  <a:pt x="47540" y="92040"/>
                  <a:pt x="50920" y="93391"/>
                  <a:pt x="54416" y="94827"/>
                </a:cubicBezTo>
                <a:lnTo>
                  <a:pt x="54416" y="94835"/>
                </a:lnTo>
                <a:cubicBezTo>
                  <a:pt x="59001" y="96715"/>
                  <a:pt x="63736" y="98798"/>
                  <a:pt x="69093" y="98798"/>
                </a:cubicBezTo>
                <a:cubicBezTo>
                  <a:pt x="71760" y="98798"/>
                  <a:pt x="74121" y="97994"/>
                  <a:pt x="76664" y="97118"/>
                </a:cubicBezTo>
                <a:cubicBezTo>
                  <a:pt x="79208" y="96242"/>
                  <a:pt x="81738" y="95204"/>
                  <a:pt x="83577" y="94449"/>
                </a:cubicBezTo>
                <a:cubicBezTo>
                  <a:pt x="86304" y="93327"/>
                  <a:pt x="87569" y="92882"/>
                  <a:pt x="87965" y="92810"/>
                </a:cubicBezTo>
                <a:cubicBezTo>
                  <a:pt x="91760" y="92110"/>
                  <a:pt x="95115" y="90952"/>
                  <a:pt x="97152" y="87641"/>
                </a:cubicBezTo>
                <a:cubicBezTo>
                  <a:pt x="97267" y="87455"/>
                  <a:pt x="97885" y="86386"/>
                  <a:pt x="98109" y="85150"/>
                </a:cubicBezTo>
                <a:cubicBezTo>
                  <a:pt x="98332" y="83914"/>
                  <a:pt x="98257" y="82425"/>
                  <a:pt x="97787" y="80842"/>
                </a:cubicBezTo>
                <a:cubicBezTo>
                  <a:pt x="96890" y="77824"/>
                  <a:pt x="97365" y="72551"/>
                  <a:pt x="98076" y="67098"/>
                </a:cubicBezTo>
                <a:lnTo>
                  <a:pt x="98076" y="67089"/>
                </a:lnTo>
                <a:cubicBezTo>
                  <a:pt x="98268" y="65629"/>
                  <a:pt x="98514" y="63752"/>
                  <a:pt x="98663" y="61994"/>
                </a:cubicBezTo>
                <a:cubicBezTo>
                  <a:pt x="98738" y="61113"/>
                  <a:pt x="98792" y="60269"/>
                  <a:pt x="98792" y="59446"/>
                </a:cubicBezTo>
                <a:cubicBezTo>
                  <a:pt x="98792" y="58622"/>
                  <a:pt x="98857" y="57943"/>
                  <a:pt x="98422" y="56665"/>
                </a:cubicBezTo>
                <a:lnTo>
                  <a:pt x="98430" y="56665"/>
                </a:lnTo>
                <a:cubicBezTo>
                  <a:pt x="97683" y="54460"/>
                  <a:pt x="96444" y="53030"/>
                  <a:pt x="95400" y="51690"/>
                </a:cubicBezTo>
                <a:lnTo>
                  <a:pt x="95400" y="51681"/>
                </a:lnTo>
                <a:cubicBezTo>
                  <a:pt x="94435" y="50441"/>
                  <a:pt x="93549" y="49279"/>
                  <a:pt x="92940" y="48040"/>
                </a:cubicBezTo>
                <a:cubicBezTo>
                  <a:pt x="92539" y="47224"/>
                  <a:pt x="92445" y="44095"/>
                  <a:pt x="93149" y="37857"/>
                </a:cubicBezTo>
                <a:cubicBezTo>
                  <a:pt x="93295" y="36559"/>
                  <a:pt x="93498" y="34801"/>
                  <a:pt x="93632" y="33139"/>
                </a:cubicBezTo>
                <a:cubicBezTo>
                  <a:pt x="93765" y="31477"/>
                  <a:pt x="93999" y="30347"/>
                  <a:pt x="93624" y="28397"/>
                </a:cubicBezTo>
                <a:lnTo>
                  <a:pt x="93495" y="27746"/>
                </a:lnTo>
                <a:lnTo>
                  <a:pt x="93173" y="27167"/>
                </a:lnTo>
                <a:cubicBezTo>
                  <a:pt x="91424" y="24037"/>
                  <a:pt x="88013" y="20269"/>
                  <a:pt x="84244" y="16364"/>
                </a:cubicBezTo>
                <a:cubicBezTo>
                  <a:pt x="82359" y="14412"/>
                  <a:pt x="80435" y="12547"/>
                  <a:pt x="78690" y="11011"/>
                </a:cubicBezTo>
                <a:cubicBezTo>
                  <a:pt x="76945" y="9476"/>
                  <a:pt x="75690" y="8319"/>
                  <a:pt x="73715" y="7467"/>
                </a:cubicBezTo>
                <a:lnTo>
                  <a:pt x="73007" y="7161"/>
                </a:lnTo>
                <a:lnTo>
                  <a:pt x="72244" y="7129"/>
                </a:lnTo>
                <a:cubicBezTo>
                  <a:pt x="71947" y="7118"/>
                  <a:pt x="71627" y="7113"/>
                  <a:pt x="71271" y="7113"/>
                </a:cubicBezTo>
                <a:cubicBezTo>
                  <a:pt x="68174" y="7113"/>
                  <a:pt x="62618" y="7426"/>
                  <a:pt x="58885" y="7628"/>
                </a:cubicBezTo>
                <a:cubicBezTo>
                  <a:pt x="56818" y="7739"/>
                  <a:pt x="54913" y="7812"/>
                  <a:pt x="55059" y="7812"/>
                </a:cubicBezTo>
                <a:cubicBezTo>
                  <a:pt x="52958" y="7812"/>
                  <a:pt x="47235" y="6035"/>
                  <a:pt x="39716" y="3167"/>
                </a:cubicBezTo>
                <a:cubicBezTo>
                  <a:pt x="38287" y="2622"/>
                  <a:pt x="36591" y="1972"/>
                  <a:pt x="35046" y="1415"/>
                </a:cubicBezTo>
                <a:cubicBezTo>
                  <a:pt x="33501" y="858"/>
                  <a:pt x="32324" y="413"/>
                  <a:pt x="30971" y="145"/>
                </a:cubicBezTo>
                <a:lnTo>
                  <a:pt x="30240" y="0"/>
                </a:lnTo>
                <a:close/>
                <a:moveTo>
                  <a:pt x="22403" y="12627"/>
                </a:moveTo>
                <a:cubicBezTo>
                  <a:pt x="32881" y="13547"/>
                  <a:pt x="32948" y="17068"/>
                  <a:pt x="32948" y="20608"/>
                </a:cubicBezTo>
                <a:cubicBezTo>
                  <a:pt x="32948" y="32954"/>
                  <a:pt x="49409" y="24723"/>
                  <a:pt x="49409" y="32954"/>
                </a:cubicBezTo>
                <a:cubicBezTo>
                  <a:pt x="49409" y="37069"/>
                  <a:pt x="61755" y="41184"/>
                  <a:pt x="61755" y="45300"/>
                </a:cubicBezTo>
                <a:cubicBezTo>
                  <a:pt x="61755" y="49415"/>
                  <a:pt x="57640" y="53530"/>
                  <a:pt x="57640" y="57645"/>
                </a:cubicBezTo>
                <a:cubicBezTo>
                  <a:pt x="57640" y="69991"/>
                  <a:pt x="69985" y="61760"/>
                  <a:pt x="69985" y="69991"/>
                </a:cubicBezTo>
                <a:lnTo>
                  <a:pt x="69985" y="78221"/>
                </a:lnTo>
                <a:cubicBezTo>
                  <a:pt x="69985" y="82111"/>
                  <a:pt x="66217" y="85957"/>
                  <a:pt x="55389" y="86371"/>
                </a:cubicBezTo>
                <a:cubicBezTo>
                  <a:pt x="52461" y="85191"/>
                  <a:pt x="49363" y="84010"/>
                  <a:pt x="45905" y="83317"/>
                </a:cubicBezTo>
                <a:cubicBezTo>
                  <a:pt x="44994" y="83134"/>
                  <a:pt x="43935" y="83006"/>
                  <a:pt x="42135" y="82771"/>
                </a:cubicBezTo>
                <a:lnTo>
                  <a:pt x="42127" y="82771"/>
                </a:lnTo>
                <a:cubicBezTo>
                  <a:pt x="32265" y="81471"/>
                  <a:pt x="26032" y="80365"/>
                  <a:pt x="22210" y="79507"/>
                </a:cubicBezTo>
                <a:cubicBezTo>
                  <a:pt x="19084" y="78806"/>
                  <a:pt x="17824" y="78279"/>
                  <a:pt x="17492" y="78157"/>
                </a:cubicBezTo>
                <a:cubicBezTo>
                  <a:pt x="15319" y="75325"/>
                  <a:pt x="12685" y="73617"/>
                  <a:pt x="10925" y="72499"/>
                </a:cubicBezTo>
                <a:cubicBezTo>
                  <a:pt x="8898" y="71213"/>
                  <a:pt x="8723" y="70865"/>
                  <a:pt x="8803" y="71076"/>
                </a:cubicBezTo>
                <a:cubicBezTo>
                  <a:pt x="8148" y="69347"/>
                  <a:pt x="8167" y="66627"/>
                  <a:pt x="8522" y="63601"/>
                </a:cubicBezTo>
                <a:cubicBezTo>
                  <a:pt x="8773" y="61464"/>
                  <a:pt x="9039" y="61169"/>
                  <a:pt x="10371" y="58698"/>
                </a:cubicBezTo>
                <a:lnTo>
                  <a:pt x="10371" y="58690"/>
                </a:lnTo>
                <a:lnTo>
                  <a:pt x="11062" y="57396"/>
                </a:lnTo>
                <a:lnTo>
                  <a:pt x="11070" y="57388"/>
                </a:lnTo>
                <a:cubicBezTo>
                  <a:pt x="12905" y="53934"/>
                  <a:pt x="13148" y="50430"/>
                  <a:pt x="12332" y="47759"/>
                </a:cubicBezTo>
                <a:cubicBezTo>
                  <a:pt x="11645" y="45510"/>
                  <a:pt x="10477" y="44265"/>
                  <a:pt x="9623" y="43266"/>
                </a:cubicBezTo>
                <a:cubicBezTo>
                  <a:pt x="9774" y="42625"/>
                  <a:pt x="9854" y="42172"/>
                  <a:pt x="10138" y="41313"/>
                </a:cubicBezTo>
                <a:cubicBezTo>
                  <a:pt x="10599" y="39916"/>
                  <a:pt x="11374" y="38261"/>
                  <a:pt x="11199" y="38556"/>
                </a:cubicBezTo>
                <a:lnTo>
                  <a:pt x="11006" y="38854"/>
                </a:lnTo>
                <a:cubicBezTo>
                  <a:pt x="12292" y="37057"/>
                  <a:pt x="12688" y="34815"/>
                  <a:pt x="12613" y="32954"/>
                </a:cubicBezTo>
                <a:cubicBezTo>
                  <a:pt x="12538" y="31093"/>
                  <a:pt x="12159" y="29396"/>
                  <a:pt x="11753" y="27432"/>
                </a:cubicBezTo>
                <a:lnTo>
                  <a:pt x="11753" y="27424"/>
                </a:lnTo>
                <a:cubicBezTo>
                  <a:pt x="11688" y="27109"/>
                  <a:pt x="11615" y="26755"/>
                  <a:pt x="11544" y="26403"/>
                </a:cubicBezTo>
                <a:cubicBezTo>
                  <a:pt x="11864" y="26245"/>
                  <a:pt x="11637" y="26344"/>
                  <a:pt x="12195" y="26122"/>
                </a:cubicBezTo>
                <a:lnTo>
                  <a:pt x="12195" y="26114"/>
                </a:lnTo>
                <a:cubicBezTo>
                  <a:pt x="15632" y="24740"/>
                  <a:pt x="18512" y="22860"/>
                  <a:pt x="20345" y="20030"/>
                </a:cubicBezTo>
                <a:cubicBezTo>
                  <a:pt x="21760" y="17845"/>
                  <a:pt x="22358" y="15297"/>
                  <a:pt x="22403" y="12627"/>
                </a:cubicBezTo>
                <a:close/>
                <a:moveTo>
                  <a:pt x="27346" y="32954"/>
                </a:moveTo>
                <a:cubicBezTo>
                  <a:pt x="24531" y="32954"/>
                  <a:pt x="22642" y="35031"/>
                  <a:pt x="20836" y="37809"/>
                </a:cubicBezTo>
                <a:cubicBezTo>
                  <a:pt x="19584" y="39726"/>
                  <a:pt x="23859" y="41565"/>
                  <a:pt x="24477" y="44199"/>
                </a:cubicBezTo>
                <a:cubicBezTo>
                  <a:pt x="25073" y="46742"/>
                  <a:pt x="29596" y="44537"/>
                  <a:pt x="32546" y="41080"/>
                </a:cubicBezTo>
                <a:cubicBezTo>
                  <a:pt x="34201" y="39138"/>
                  <a:pt x="30233" y="37247"/>
                  <a:pt x="29813" y="36531"/>
                </a:cubicBezTo>
                <a:cubicBezTo>
                  <a:pt x="29418" y="35860"/>
                  <a:pt x="28893" y="32954"/>
                  <a:pt x="27346" y="32954"/>
                </a:cubicBezTo>
                <a:close/>
                <a:moveTo>
                  <a:pt x="37827" y="57645"/>
                </a:moveTo>
                <a:cubicBezTo>
                  <a:pt x="34074" y="57645"/>
                  <a:pt x="31550" y="60412"/>
                  <a:pt x="29138" y="64116"/>
                </a:cubicBezTo>
                <a:cubicBezTo>
                  <a:pt x="27468" y="66675"/>
                  <a:pt x="33178" y="69121"/>
                  <a:pt x="34001" y="72635"/>
                </a:cubicBezTo>
                <a:cubicBezTo>
                  <a:pt x="34795" y="76026"/>
                  <a:pt x="40817" y="73097"/>
                  <a:pt x="44755" y="68488"/>
                </a:cubicBezTo>
                <a:cubicBezTo>
                  <a:pt x="46961" y="65895"/>
                  <a:pt x="41682" y="63366"/>
                  <a:pt x="41122" y="62412"/>
                </a:cubicBezTo>
                <a:cubicBezTo>
                  <a:pt x="40596" y="61514"/>
                  <a:pt x="39889" y="57645"/>
                  <a:pt x="37827" y="5764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5" name="Чёрный — SVG 8"/>
          <p:cNvSpPr>
            <a:spLocks noGrp="1"/>
          </p:cNvSpPr>
          <p:nvPr/>
        </p:nvSpPr>
        <p:spPr>
          <a:xfrm>
            <a:off x="46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9867" y="4348"/>
                </a:moveTo>
                <a:cubicBezTo>
                  <a:pt x="44469" y="4348"/>
                  <a:pt x="39570" y="7038"/>
                  <a:pt x="36674" y="11411"/>
                </a:cubicBezTo>
                <a:cubicBezTo>
                  <a:pt x="35798" y="11230"/>
                  <a:pt x="34910" y="11141"/>
                  <a:pt x="34016" y="11141"/>
                </a:cubicBezTo>
                <a:cubicBezTo>
                  <a:pt x="27170" y="11141"/>
                  <a:pt x="21488" y="16230"/>
                  <a:pt x="20562" y="22826"/>
                </a:cubicBezTo>
                <a:cubicBezTo>
                  <a:pt x="15111" y="24065"/>
                  <a:pt x="10846" y="28358"/>
                  <a:pt x="9553" y="33786"/>
                </a:cubicBezTo>
                <a:lnTo>
                  <a:pt x="90181" y="33786"/>
                </a:lnTo>
                <a:cubicBezTo>
                  <a:pt x="88886" y="28358"/>
                  <a:pt x="84624" y="24065"/>
                  <a:pt x="79173" y="22826"/>
                </a:cubicBezTo>
                <a:cubicBezTo>
                  <a:pt x="78247" y="16230"/>
                  <a:pt x="72564" y="11141"/>
                  <a:pt x="65719" y="11141"/>
                </a:cubicBezTo>
                <a:cubicBezTo>
                  <a:pt x="64824" y="11141"/>
                  <a:pt x="63937" y="11230"/>
                  <a:pt x="63061" y="11411"/>
                </a:cubicBezTo>
                <a:cubicBezTo>
                  <a:pt x="60164" y="7038"/>
                  <a:pt x="55266" y="4348"/>
                  <a:pt x="49867" y="4348"/>
                </a:cubicBezTo>
                <a:close/>
                <a:moveTo>
                  <a:pt x="9248" y="38315"/>
                </a:moveTo>
                <a:cubicBezTo>
                  <a:pt x="9171" y="38682"/>
                  <a:pt x="9106" y="39056"/>
                  <a:pt x="9106" y="39448"/>
                </a:cubicBezTo>
                <a:lnTo>
                  <a:pt x="9106" y="70018"/>
                </a:lnTo>
                <a:lnTo>
                  <a:pt x="3445" y="70018"/>
                </a:lnTo>
                <a:cubicBezTo>
                  <a:pt x="2995" y="70012"/>
                  <a:pt x="2548" y="70095"/>
                  <a:pt x="2130" y="70263"/>
                </a:cubicBezTo>
                <a:cubicBezTo>
                  <a:pt x="1713" y="70431"/>
                  <a:pt x="1333" y="70680"/>
                  <a:pt x="1012" y="70996"/>
                </a:cubicBezTo>
                <a:cubicBezTo>
                  <a:pt x="691" y="71312"/>
                  <a:pt x="437" y="71688"/>
                  <a:pt x="263" y="72104"/>
                </a:cubicBezTo>
                <a:cubicBezTo>
                  <a:pt x="89" y="72519"/>
                  <a:pt x="0" y="72965"/>
                  <a:pt x="0" y="73415"/>
                </a:cubicBezTo>
                <a:cubicBezTo>
                  <a:pt x="0" y="73865"/>
                  <a:pt x="89" y="74311"/>
                  <a:pt x="263" y="74726"/>
                </a:cubicBezTo>
                <a:cubicBezTo>
                  <a:pt x="437" y="75141"/>
                  <a:pt x="691" y="75518"/>
                  <a:pt x="1012" y="75834"/>
                </a:cubicBezTo>
                <a:cubicBezTo>
                  <a:pt x="1333" y="76150"/>
                  <a:pt x="1713" y="76399"/>
                  <a:pt x="2130" y="76567"/>
                </a:cubicBezTo>
                <a:cubicBezTo>
                  <a:pt x="2548" y="76735"/>
                  <a:pt x="2995" y="76818"/>
                  <a:pt x="3445" y="76812"/>
                </a:cubicBezTo>
                <a:lnTo>
                  <a:pt x="9588" y="76812"/>
                </a:lnTo>
                <a:cubicBezTo>
                  <a:pt x="11016" y="81822"/>
                  <a:pt x="15510" y="85551"/>
                  <a:pt x="20907" y="85834"/>
                </a:cubicBezTo>
                <a:cubicBezTo>
                  <a:pt x="22378" y="91070"/>
                  <a:pt x="27184" y="94928"/>
                  <a:pt x="32883" y="94928"/>
                </a:cubicBezTo>
                <a:cubicBezTo>
                  <a:pt x="38572" y="94928"/>
                  <a:pt x="43371" y="91089"/>
                  <a:pt x="44856" y="85870"/>
                </a:cubicBezTo>
                <a:lnTo>
                  <a:pt x="54883" y="85870"/>
                </a:lnTo>
                <a:cubicBezTo>
                  <a:pt x="56366" y="91089"/>
                  <a:pt x="61167" y="94928"/>
                  <a:pt x="66855" y="94928"/>
                </a:cubicBezTo>
                <a:cubicBezTo>
                  <a:pt x="72555" y="94928"/>
                  <a:pt x="77360" y="91070"/>
                  <a:pt x="78832" y="85834"/>
                </a:cubicBezTo>
                <a:cubicBezTo>
                  <a:pt x="84227" y="85551"/>
                  <a:pt x="88718" y="81822"/>
                  <a:pt x="90146" y="76812"/>
                </a:cubicBezTo>
                <a:lnTo>
                  <a:pt x="96289" y="76812"/>
                </a:lnTo>
                <a:cubicBezTo>
                  <a:pt x="96739" y="76818"/>
                  <a:pt x="97186" y="76735"/>
                  <a:pt x="97604" y="76567"/>
                </a:cubicBezTo>
                <a:cubicBezTo>
                  <a:pt x="98022" y="76399"/>
                  <a:pt x="98402" y="76150"/>
                  <a:pt x="98722" y="75834"/>
                </a:cubicBezTo>
                <a:cubicBezTo>
                  <a:pt x="99043" y="75518"/>
                  <a:pt x="99298" y="75141"/>
                  <a:pt x="99471" y="74726"/>
                </a:cubicBezTo>
                <a:cubicBezTo>
                  <a:pt x="99645" y="74311"/>
                  <a:pt x="99734" y="73865"/>
                  <a:pt x="99734" y="73415"/>
                </a:cubicBezTo>
                <a:cubicBezTo>
                  <a:pt x="99734" y="72965"/>
                  <a:pt x="99645" y="72519"/>
                  <a:pt x="99471" y="72104"/>
                </a:cubicBezTo>
                <a:cubicBezTo>
                  <a:pt x="99298" y="71688"/>
                  <a:pt x="99043" y="71312"/>
                  <a:pt x="98722" y="70996"/>
                </a:cubicBezTo>
                <a:cubicBezTo>
                  <a:pt x="98402" y="70680"/>
                  <a:pt x="98022" y="70431"/>
                  <a:pt x="97604" y="70263"/>
                </a:cubicBezTo>
                <a:cubicBezTo>
                  <a:pt x="97186" y="70095"/>
                  <a:pt x="96739" y="70012"/>
                  <a:pt x="96289" y="70018"/>
                </a:cubicBezTo>
                <a:lnTo>
                  <a:pt x="90628" y="70018"/>
                </a:lnTo>
                <a:lnTo>
                  <a:pt x="90628" y="39448"/>
                </a:lnTo>
                <a:cubicBezTo>
                  <a:pt x="90628" y="39056"/>
                  <a:pt x="90564" y="38682"/>
                  <a:pt x="90487" y="38315"/>
                </a:cubicBezTo>
                <a:lnTo>
                  <a:pt x="9248" y="38315"/>
                </a:lnTo>
                <a:close/>
                <a:moveTo>
                  <a:pt x="32883" y="76812"/>
                </a:moveTo>
                <a:cubicBezTo>
                  <a:pt x="36011" y="76812"/>
                  <a:pt x="38545" y="79346"/>
                  <a:pt x="38545" y="82473"/>
                </a:cubicBezTo>
                <a:cubicBezTo>
                  <a:pt x="38545" y="85600"/>
                  <a:pt x="36011" y="88134"/>
                  <a:pt x="32883" y="88134"/>
                </a:cubicBezTo>
                <a:cubicBezTo>
                  <a:pt x="29756" y="88134"/>
                  <a:pt x="27222" y="85600"/>
                  <a:pt x="27222" y="82473"/>
                </a:cubicBezTo>
                <a:cubicBezTo>
                  <a:pt x="27222" y="79346"/>
                  <a:pt x="29756" y="76812"/>
                  <a:pt x="32883" y="76812"/>
                </a:cubicBezTo>
                <a:close/>
                <a:moveTo>
                  <a:pt x="66851" y="76812"/>
                </a:moveTo>
                <a:cubicBezTo>
                  <a:pt x="69978" y="76812"/>
                  <a:pt x="72512" y="79346"/>
                  <a:pt x="72512" y="82473"/>
                </a:cubicBezTo>
                <a:cubicBezTo>
                  <a:pt x="72512" y="85600"/>
                  <a:pt x="69978" y="88134"/>
                  <a:pt x="66851" y="88134"/>
                </a:cubicBezTo>
                <a:cubicBezTo>
                  <a:pt x="63724" y="88134"/>
                  <a:pt x="61190" y="85600"/>
                  <a:pt x="61190" y="82473"/>
                </a:cubicBezTo>
                <a:cubicBezTo>
                  <a:pt x="61190" y="79346"/>
                  <a:pt x="63724" y="76812"/>
                  <a:pt x="66851" y="76812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6" name="Чёрный — SVG 9"/>
          <p:cNvSpPr>
            <a:spLocks noGrp="1"/>
          </p:cNvSpPr>
          <p:nvPr/>
        </p:nvSpPr>
        <p:spPr>
          <a:xfrm>
            <a:off x="52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86126" y="2216"/>
                </a:moveTo>
                <a:lnTo>
                  <a:pt x="79477" y="2216"/>
                </a:lnTo>
                <a:cubicBezTo>
                  <a:pt x="78610" y="2216"/>
                  <a:pt x="77761" y="2571"/>
                  <a:pt x="77141" y="3176"/>
                </a:cubicBezTo>
                <a:cubicBezTo>
                  <a:pt x="76502" y="3799"/>
                  <a:pt x="75443" y="4433"/>
                  <a:pt x="75044" y="4433"/>
                </a:cubicBezTo>
                <a:cubicBezTo>
                  <a:pt x="72764" y="4433"/>
                  <a:pt x="71369" y="1837"/>
                  <a:pt x="71369" y="1837"/>
                </a:cubicBezTo>
                <a:cubicBezTo>
                  <a:pt x="70804" y="711"/>
                  <a:pt x="69654" y="0"/>
                  <a:pt x="68395" y="0"/>
                </a:cubicBezTo>
                <a:lnTo>
                  <a:pt x="42768" y="0"/>
                </a:lnTo>
                <a:cubicBezTo>
                  <a:pt x="34277" y="0"/>
                  <a:pt x="26152" y="2586"/>
                  <a:pt x="19889" y="7278"/>
                </a:cubicBezTo>
                <a:cubicBezTo>
                  <a:pt x="19291" y="7726"/>
                  <a:pt x="18710" y="8191"/>
                  <a:pt x="18149" y="8661"/>
                </a:cubicBezTo>
                <a:cubicBezTo>
                  <a:pt x="15702" y="10705"/>
                  <a:pt x="13510" y="13200"/>
                  <a:pt x="11682" y="16011"/>
                </a:cubicBezTo>
                <a:cubicBezTo>
                  <a:pt x="9847" y="18675"/>
                  <a:pt x="8661" y="21591"/>
                  <a:pt x="7650" y="24344"/>
                </a:cubicBezTo>
                <a:cubicBezTo>
                  <a:pt x="7107" y="25824"/>
                  <a:pt x="7679" y="27482"/>
                  <a:pt x="9020" y="28313"/>
                </a:cubicBezTo>
                <a:cubicBezTo>
                  <a:pt x="10363" y="29147"/>
                  <a:pt x="12103" y="28916"/>
                  <a:pt x="13185" y="27770"/>
                </a:cubicBezTo>
                <a:cubicBezTo>
                  <a:pt x="15095" y="25751"/>
                  <a:pt x="16742" y="24171"/>
                  <a:pt x="18639" y="22981"/>
                </a:cubicBezTo>
                <a:cubicBezTo>
                  <a:pt x="20871" y="21503"/>
                  <a:pt x="23244" y="20319"/>
                  <a:pt x="25026" y="19805"/>
                </a:cubicBezTo>
                <a:cubicBezTo>
                  <a:pt x="28413" y="18783"/>
                  <a:pt x="31310" y="18169"/>
                  <a:pt x="34040" y="17897"/>
                </a:cubicBezTo>
                <a:lnTo>
                  <a:pt x="34040" y="27704"/>
                </a:lnTo>
                <a:cubicBezTo>
                  <a:pt x="34040" y="28584"/>
                  <a:pt x="34390" y="29430"/>
                  <a:pt x="35013" y="30055"/>
                </a:cubicBezTo>
                <a:lnTo>
                  <a:pt x="37229" y="32272"/>
                </a:lnTo>
                <a:cubicBezTo>
                  <a:pt x="37857" y="32894"/>
                  <a:pt x="38701" y="33245"/>
                  <a:pt x="39583" y="33245"/>
                </a:cubicBezTo>
                <a:lnTo>
                  <a:pt x="66179" y="33245"/>
                </a:lnTo>
                <a:cubicBezTo>
                  <a:pt x="67061" y="33245"/>
                  <a:pt x="67905" y="32894"/>
                  <a:pt x="68530" y="32272"/>
                </a:cubicBezTo>
                <a:lnTo>
                  <a:pt x="70747" y="30055"/>
                </a:lnTo>
                <a:cubicBezTo>
                  <a:pt x="70982" y="29820"/>
                  <a:pt x="71199" y="29517"/>
                  <a:pt x="71354" y="29222"/>
                </a:cubicBezTo>
                <a:cubicBezTo>
                  <a:pt x="71367" y="29193"/>
                  <a:pt x="72761" y="26596"/>
                  <a:pt x="75044" y="26596"/>
                </a:cubicBezTo>
                <a:cubicBezTo>
                  <a:pt x="75443" y="26596"/>
                  <a:pt x="76502" y="27230"/>
                  <a:pt x="77125" y="27839"/>
                </a:cubicBezTo>
                <a:cubicBezTo>
                  <a:pt x="77750" y="28462"/>
                  <a:pt x="78595" y="28812"/>
                  <a:pt x="79477" y="28812"/>
                </a:cubicBezTo>
                <a:lnTo>
                  <a:pt x="86126" y="28812"/>
                </a:lnTo>
                <a:cubicBezTo>
                  <a:pt x="89180" y="28812"/>
                  <a:pt x="91666" y="26328"/>
                  <a:pt x="91666" y="23271"/>
                </a:cubicBezTo>
                <a:lnTo>
                  <a:pt x="91666" y="7757"/>
                </a:lnTo>
                <a:cubicBezTo>
                  <a:pt x="91666" y="4701"/>
                  <a:pt x="89180" y="2216"/>
                  <a:pt x="86126" y="2216"/>
                </a:cubicBezTo>
                <a:close/>
                <a:moveTo>
                  <a:pt x="65071" y="79787"/>
                </a:moveTo>
                <a:lnTo>
                  <a:pt x="65071" y="91977"/>
                </a:lnTo>
                <a:cubicBezTo>
                  <a:pt x="65071" y="96254"/>
                  <a:pt x="61591" y="99734"/>
                  <a:pt x="57314" y="99734"/>
                </a:cubicBezTo>
                <a:lnTo>
                  <a:pt x="48448" y="99734"/>
                </a:lnTo>
                <a:cubicBezTo>
                  <a:pt x="44171" y="99734"/>
                  <a:pt x="40691" y="96254"/>
                  <a:pt x="40691" y="91977"/>
                </a:cubicBezTo>
                <a:lnTo>
                  <a:pt x="40691" y="79787"/>
                </a:lnTo>
                <a:lnTo>
                  <a:pt x="65071" y="79787"/>
                </a:lnTo>
                <a:close/>
                <a:moveTo>
                  <a:pt x="40691" y="37677"/>
                </a:moveTo>
                <a:lnTo>
                  <a:pt x="65071" y="37677"/>
                </a:lnTo>
                <a:lnTo>
                  <a:pt x="65071" y="73138"/>
                </a:lnTo>
                <a:lnTo>
                  <a:pt x="40691" y="73138"/>
                </a:lnTo>
                <a:lnTo>
                  <a:pt x="40691" y="3767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7" name="Чёрный — SVG 10"/>
          <p:cNvSpPr>
            <a:spLocks noGrp="1"/>
          </p:cNvSpPr>
          <p:nvPr/>
        </p:nvSpPr>
        <p:spPr>
          <a:xfrm>
            <a:off x="58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36674" y="0"/>
                </a:moveTo>
                <a:cubicBezTo>
                  <a:pt x="35061" y="0"/>
                  <a:pt x="32772" y="908"/>
                  <a:pt x="31735" y="2143"/>
                </a:cubicBezTo>
                <a:cubicBezTo>
                  <a:pt x="30737" y="3333"/>
                  <a:pt x="30249" y="4803"/>
                  <a:pt x="30339" y="6373"/>
                </a:cubicBezTo>
                <a:lnTo>
                  <a:pt x="32056" y="38887"/>
                </a:lnTo>
                <a:cubicBezTo>
                  <a:pt x="32124" y="40174"/>
                  <a:pt x="33190" y="41182"/>
                  <a:pt x="34479" y="41182"/>
                </a:cubicBezTo>
                <a:lnTo>
                  <a:pt x="64959" y="41182"/>
                </a:lnTo>
                <a:cubicBezTo>
                  <a:pt x="66247" y="41182"/>
                  <a:pt x="67311" y="40174"/>
                  <a:pt x="67376" y="38887"/>
                </a:cubicBezTo>
                <a:lnTo>
                  <a:pt x="69070" y="6373"/>
                </a:lnTo>
                <a:cubicBezTo>
                  <a:pt x="69167" y="4702"/>
                  <a:pt x="68587" y="3100"/>
                  <a:pt x="67424" y="1864"/>
                </a:cubicBezTo>
                <a:cubicBezTo>
                  <a:pt x="66261" y="653"/>
                  <a:pt x="64714" y="0"/>
                  <a:pt x="63042" y="0"/>
                </a:cubicBezTo>
                <a:lnTo>
                  <a:pt x="36674" y="0"/>
                </a:lnTo>
                <a:close/>
                <a:moveTo>
                  <a:pt x="15795" y="36337"/>
                </a:moveTo>
                <a:cubicBezTo>
                  <a:pt x="14457" y="36337"/>
                  <a:pt x="13372" y="37422"/>
                  <a:pt x="13372" y="38760"/>
                </a:cubicBezTo>
                <a:lnTo>
                  <a:pt x="13372" y="41182"/>
                </a:lnTo>
                <a:cubicBezTo>
                  <a:pt x="13372" y="42514"/>
                  <a:pt x="14450" y="43592"/>
                  <a:pt x="15780" y="43600"/>
                </a:cubicBezTo>
                <a:lnTo>
                  <a:pt x="15780" y="43605"/>
                </a:lnTo>
                <a:lnTo>
                  <a:pt x="15780" y="50872"/>
                </a:lnTo>
                <a:cubicBezTo>
                  <a:pt x="15780" y="55511"/>
                  <a:pt x="19620" y="59351"/>
                  <a:pt x="24259" y="59351"/>
                </a:cubicBezTo>
                <a:lnTo>
                  <a:pt x="27902" y="59351"/>
                </a:lnTo>
                <a:lnTo>
                  <a:pt x="27902" y="59398"/>
                </a:lnTo>
                <a:cubicBezTo>
                  <a:pt x="27902" y="62717"/>
                  <a:pt x="30615" y="65454"/>
                  <a:pt x="33958" y="65454"/>
                </a:cubicBezTo>
                <a:lnTo>
                  <a:pt x="46071" y="65454"/>
                </a:lnTo>
                <a:lnTo>
                  <a:pt x="46071" y="77543"/>
                </a:lnTo>
                <a:lnTo>
                  <a:pt x="37583" y="77543"/>
                </a:lnTo>
                <a:cubicBezTo>
                  <a:pt x="36836" y="77543"/>
                  <a:pt x="36108" y="77773"/>
                  <a:pt x="35497" y="78201"/>
                </a:cubicBezTo>
                <a:cubicBezTo>
                  <a:pt x="34886" y="78629"/>
                  <a:pt x="34421" y="79236"/>
                  <a:pt x="34167" y="79937"/>
                </a:cubicBezTo>
                <a:lnTo>
                  <a:pt x="30419" y="90242"/>
                </a:lnTo>
                <a:cubicBezTo>
                  <a:pt x="29476" y="90757"/>
                  <a:pt x="28731" y="91571"/>
                  <a:pt x="28302" y="92556"/>
                </a:cubicBezTo>
                <a:cubicBezTo>
                  <a:pt x="27873" y="93542"/>
                  <a:pt x="27785" y="94642"/>
                  <a:pt x="28051" y="95683"/>
                </a:cubicBezTo>
                <a:cubicBezTo>
                  <a:pt x="28317" y="96724"/>
                  <a:pt x="28922" y="97647"/>
                  <a:pt x="29770" y="98306"/>
                </a:cubicBezTo>
                <a:cubicBezTo>
                  <a:pt x="30619" y="98965"/>
                  <a:pt x="31663" y="99322"/>
                  <a:pt x="32738" y="99322"/>
                </a:cubicBezTo>
                <a:cubicBezTo>
                  <a:pt x="33522" y="99320"/>
                  <a:pt x="34294" y="99128"/>
                  <a:pt x="34987" y="98762"/>
                </a:cubicBezTo>
                <a:cubicBezTo>
                  <a:pt x="35681" y="98396"/>
                  <a:pt x="36275" y="97867"/>
                  <a:pt x="36718" y="97220"/>
                </a:cubicBezTo>
                <a:cubicBezTo>
                  <a:pt x="37161" y="96573"/>
                  <a:pt x="37440" y="95828"/>
                  <a:pt x="37532" y="95050"/>
                </a:cubicBezTo>
                <a:cubicBezTo>
                  <a:pt x="37623" y="94271"/>
                  <a:pt x="37524" y="93482"/>
                  <a:pt x="37242" y="92750"/>
                </a:cubicBezTo>
                <a:lnTo>
                  <a:pt x="40128" y="84810"/>
                </a:lnTo>
                <a:lnTo>
                  <a:pt x="46071" y="84810"/>
                </a:lnTo>
                <a:lnTo>
                  <a:pt x="46071" y="91311"/>
                </a:lnTo>
                <a:cubicBezTo>
                  <a:pt x="45457" y="92009"/>
                  <a:pt x="45057" y="92869"/>
                  <a:pt x="44919" y="93789"/>
                </a:cubicBezTo>
                <a:cubicBezTo>
                  <a:pt x="44781" y="94708"/>
                  <a:pt x="44912" y="95647"/>
                  <a:pt x="45294" y="96495"/>
                </a:cubicBezTo>
                <a:cubicBezTo>
                  <a:pt x="45676" y="97342"/>
                  <a:pt x="46295" y="98061"/>
                  <a:pt x="47075" y="98566"/>
                </a:cubicBezTo>
                <a:cubicBezTo>
                  <a:pt x="47856" y="99070"/>
                  <a:pt x="48766" y="99340"/>
                  <a:pt x="49695" y="99341"/>
                </a:cubicBezTo>
                <a:cubicBezTo>
                  <a:pt x="50623" y="99340"/>
                  <a:pt x="51531" y="99072"/>
                  <a:pt x="52310" y="98570"/>
                </a:cubicBezTo>
                <a:cubicBezTo>
                  <a:pt x="53090" y="98068"/>
                  <a:pt x="53709" y="97352"/>
                  <a:pt x="54093" y="96507"/>
                </a:cubicBezTo>
                <a:cubicBezTo>
                  <a:pt x="54477" y="95663"/>
                  <a:pt x="54610" y="94726"/>
                  <a:pt x="54476" y="93808"/>
                </a:cubicBezTo>
                <a:cubicBezTo>
                  <a:pt x="54342" y="92890"/>
                  <a:pt x="53947" y="92030"/>
                  <a:pt x="53338" y="91330"/>
                </a:cubicBezTo>
                <a:lnTo>
                  <a:pt x="53338" y="84810"/>
                </a:lnTo>
                <a:lnTo>
                  <a:pt x="59267" y="84810"/>
                </a:lnTo>
                <a:lnTo>
                  <a:pt x="62158" y="92721"/>
                </a:lnTo>
                <a:cubicBezTo>
                  <a:pt x="61867" y="93455"/>
                  <a:pt x="61759" y="94248"/>
                  <a:pt x="61845" y="95033"/>
                </a:cubicBezTo>
                <a:cubicBezTo>
                  <a:pt x="61932" y="95817"/>
                  <a:pt x="62208" y="96569"/>
                  <a:pt x="62652" y="97222"/>
                </a:cubicBezTo>
                <a:cubicBezTo>
                  <a:pt x="63095" y="97875"/>
                  <a:pt x="63691" y="98409"/>
                  <a:pt x="64389" y="98778"/>
                </a:cubicBezTo>
                <a:cubicBezTo>
                  <a:pt x="65086" y="99148"/>
                  <a:pt x="65863" y="99341"/>
                  <a:pt x="66652" y="99341"/>
                </a:cubicBezTo>
                <a:cubicBezTo>
                  <a:pt x="67723" y="99339"/>
                  <a:pt x="68762" y="98982"/>
                  <a:pt x="69608" y="98326"/>
                </a:cubicBezTo>
                <a:cubicBezTo>
                  <a:pt x="70453" y="97670"/>
                  <a:pt x="71057" y="96752"/>
                  <a:pt x="71325" y="95715"/>
                </a:cubicBezTo>
                <a:cubicBezTo>
                  <a:pt x="71593" y="94679"/>
                  <a:pt x="71510" y="93583"/>
                  <a:pt x="71088" y="92600"/>
                </a:cubicBezTo>
                <a:cubicBezTo>
                  <a:pt x="70666" y="91616"/>
                  <a:pt x="69930" y="90800"/>
                  <a:pt x="68995" y="90280"/>
                </a:cubicBezTo>
                <a:lnTo>
                  <a:pt x="65219" y="79932"/>
                </a:lnTo>
                <a:cubicBezTo>
                  <a:pt x="64964" y="79232"/>
                  <a:pt x="64500" y="78628"/>
                  <a:pt x="63889" y="78201"/>
                </a:cubicBezTo>
                <a:cubicBezTo>
                  <a:pt x="63279" y="77773"/>
                  <a:pt x="62552" y="77544"/>
                  <a:pt x="61808" y="77543"/>
                </a:cubicBezTo>
                <a:lnTo>
                  <a:pt x="53338" y="77543"/>
                </a:lnTo>
                <a:lnTo>
                  <a:pt x="53338" y="65454"/>
                </a:lnTo>
                <a:lnTo>
                  <a:pt x="65427" y="65454"/>
                </a:lnTo>
                <a:cubicBezTo>
                  <a:pt x="68770" y="65454"/>
                  <a:pt x="71483" y="62717"/>
                  <a:pt x="71483" y="59398"/>
                </a:cubicBezTo>
                <a:lnTo>
                  <a:pt x="71483" y="59351"/>
                </a:lnTo>
                <a:cubicBezTo>
                  <a:pt x="71491" y="59351"/>
                  <a:pt x="71499" y="59351"/>
                  <a:pt x="71507" y="59351"/>
                </a:cubicBezTo>
                <a:lnTo>
                  <a:pt x="75155" y="59351"/>
                </a:lnTo>
                <a:cubicBezTo>
                  <a:pt x="79794" y="59351"/>
                  <a:pt x="83633" y="55511"/>
                  <a:pt x="83633" y="50872"/>
                </a:cubicBezTo>
                <a:lnTo>
                  <a:pt x="83633" y="43605"/>
                </a:lnTo>
                <a:lnTo>
                  <a:pt x="83633" y="43600"/>
                </a:lnTo>
                <a:cubicBezTo>
                  <a:pt x="84964" y="43592"/>
                  <a:pt x="86042" y="42514"/>
                  <a:pt x="86042" y="41182"/>
                </a:cubicBezTo>
                <a:lnTo>
                  <a:pt x="86042" y="38760"/>
                </a:lnTo>
                <a:cubicBezTo>
                  <a:pt x="86042" y="37422"/>
                  <a:pt x="84957" y="36337"/>
                  <a:pt x="83619" y="36337"/>
                </a:cubicBezTo>
                <a:lnTo>
                  <a:pt x="76352" y="36337"/>
                </a:lnTo>
                <a:cubicBezTo>
                  <a:pt x="75015" y="36337"/>
                  <a:pt x="73929" y="37422"/>
                  <a:pt x="73929" y="38760"/>
                </a:cubicBezTo>
                <a:lnTo>
                  <a:pt x="73929" y="41182"/>
                </a:lnTo>
                <a:cubicBezTo>
                  <a:pt x="73929" y="42519"/>
                  <a:pt x="75015" y="43605"/>
                  <a:pt x="76352" y="43605"/>
                </a:cubicBezTo>
                <a:lnTo>
                  <a:pt x="76366" y="43605"/>
                </a:lnTo>
                <a:lnTo>
                  <a:pt x="76366" y="50872"/>
                </a:lnTo>
                <a:cubicBezTo>
                  <a:pt x="76366" y="51587"/>
                  <a:pt x="75870" y="52083"/>
                  <a:pt x="75155" y="52083"/>
                </a:cubicBezTo>
                <a:lnTo>
                  <a:pt x="71507" y="52083"/>
                </a:lnTo>
                <a:cubicBezTo>
                  <a:pt x="71499" y="52083"/>
                  <a:pt x="71491" y="52083"/>
                  <a:pt x="71483" y="52083"/>
                </a:cubicBezTo>
                <a:cubicBezTo>
                  <a:pt x="71483" y="48910"/>
                  <a:pt x="69010" y="46317"/>
                  <a:pt x="65910" y="46074"/>
                </a:cubicBezTo>
                <a:cubicBezTo>
                  <a:pt x="65910" y="46050"/>
                  <a:pt x="65933" y="46051"/>
                  <a:pt x="65933" y="46027"/>
                </a:cubicBezTo>
                <a:lnTo>
                  <a:pt x="33476" y="46027"/>
                </a:lnTo>
                <a:cubicBezTo>
                  <a:pt x="33476" y="46051"/>
                  <a:pt x="33500" y="46050"/>
                  <a:pt x="33500" y="46074"/>
                </a:cubicBezTo>
                <a:cubicBezTo>
                  <a:pt x="30375" y="46317"/>
                  <a:pt x="27902" y="48910"/>
                  <a:pt x="27902" y="52083"/>
                </a:cubicBezTo>
                <a:lnTo>
                  <a:pt x="24259" y="52083"/>
                </a:lnTo>
                <a:cubicBezTo>
                  <a:pt x="23544" y="52083"/>
                  <a:pt x="23048" y="51587"/>
                  <a:pt x="23048" y="50872"/>
                </a:cubicBezTo>
                <a:lnTo>
                  <a:pt x="23048" y="43605"/>
                </a:lnTo>
                <a:lnTo>
                  <a:pt x="23062" y="43605"/>
                </a:lnTo>
                <a:cubicBezTo>
                  <a:pt x="24402" y="43605"/>
                  <a:pt x="25485" y="42519"/>
                  <a:pt x="25485" y="41182"/>
                </a:cubicBezTo>
                <a:lnTo>
                  <a:pt x="25485" y="38760"/>
                </a:lnTo>
                <a:cubicBezTo>
                  <a:pt x="25485" y="37422"/>
                  <a:pt x="24399" y="36337"/>
                  <a:pt x="23062" y="36337"/>
                </a:cubicBezTo>
                <a:lnTo>
                  <a:pt x="15795" y="36337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8" name="Чёрный — SVG 11"/>
          <p:cNvSpPr>
            <a:spLocks noGrp="1"/>
          </p:cNvSpPr>
          <p:nvPr/>
        </p:nvSpPr>
        <p:spPr>
          <a:xfrm>
            <a:off x="64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5894" y="0"/>
                </a:moveTo>
                <a:cubicBezTo>
                  <a:pt x="19741" y="0"/>
                  <a:pt x="14734" y="5007"/>
                  <a:pt x="14734" y="11161"/>
                </a:cubicBezTo>
                <a:lnTo>
                  <a:pt x="14734" y="34848"/>
                </a:lnTo>
                <a:lnTo>
                  <a:pt x="17277" y="32305"/>
                </a:lnTo>
                <a:cubicBezTo>
                  <a:pt x="19732" y="29852"/>
                  <a:pt x="23414" y="29100"/>
                  <a:pt x="26635" y="30387"/>
                </a:cubicBezTo>
                <a:cubicBezTo>
                  <a:pt x="26635" y="30387"/>
                  <a:pt x="63838" y="45280"/>
                  <a:pt x="63838" y="45282"/>
                </a:cubicBezTo>
                <a:cubicBezTo>
                  <a:pt x="67032" y="46565"/>
                  <a:pt x="69297" y="49678"/>
                  <a:pt x="69297" y="53328"/>
                </a:cubicBezTo>
                <a:lnTo>
                  <a:pt x="69297" y="69444"/>
                </a:lnTo>
                <a:lnTo>
                  <a:pt x="73012" y="69444"/>
                </a:lnTo>
                <a:cubicBezTo>
                  <a:pt x="77807" y="69444"/>
                  <a:pt x="81693" y="73331"/>
                  <a:pt x="81693" y="78125"/>
                </a:cubicBezTo>
                <a:cubicBezTo>
                  <a:pt x="81693" y="82919"/>
                  <a:pt x="77811" y="86806"/>
                  <a:pt x="73017" y="86806"/>
                </a:cubicBezTo>
                <a:lnTo>
                  <a:pt x="48216" y="86806"/>
                </a:lnTo>
                <a:cubicBezTo>
                  <a:pt x="46879" y="86806"/>
                  <a:pt x="45626" y="86479"/>
                  <a:pt x="44495" y="85938"/>
                </a:cubicBezTo>
                <a:lnTo>
                  <a:pt x="44495" y="96726"/>
                </a:lnTo>
                <a:cubicBezTo>
                  <a:pt x="44495" y="97602"/>
                  <a:pt x="44318" y="98428"/>
                  <a:pt x="44040" y="99206"/>
                </a:cubicBezTo>
                <a:lnTo>
                  <a:pt x="82938" y="99206"/>
                </a:lnTo>
                <a:cubicBezTo>
                  <a:pt x="89091" y="99206"/>
                  <a:pt x="94099" y="94199"/>
                  <a:pt x="94099" y="88046"/>
                </a:cubicBezTo>
                <a:lnTo>
                  <a:pt x="94099" y="39683"/>
                </a:lnTo>
                <a:lnTo>
                  <a:pt x="65577" y="39683"/>
                </a:lnTo>
                <a:cubicBezTo>
                  <a:pt x="59423" y="39683"/>
                  <a:pt x="54416" y="34675"/>
                  <a:pt x="54416" y="28522"/>
                </a:cubicBezTo>
                <a:lnTo>
                  <a:pt x="54416" y="0"/>
                </a:lnTo>
                <a:lnTo>
                  <a:pt x="25894" y="0"/>
                </a:lnTo>
                <a:close/>
                <a:moveTo>
                  <a:pt x="61857" y="2180"/>
                </a:moveTo>
                <a:lnTo>
                  <a:pt x="61857" y="28522"/>
                </a:lnTo>
                <a:cubicBezTo>
                  <a:pt x="61857" y="30573"/>
                  <a:pt x="63526" y="32242"/>
                  <a:pt x="65577" y="32242"/>
                </a:cubicBezTo>
                <a:lnTo>
                  <a:pt x="91919" y="32242"/>
                </a:lnTo>
                <a:lnTo>
                  <a:pt x="61857" y="2180"/>
                </a:lnTo>
                <a:close/>
                <a:moveTo>
                  <a:pt x="23341" y="34722"/>
                </a:moveTo>
                <a:cubicBezTo>
                  <a:pt x="22380" y="34741"/>
                  <a:pt x="21463" y="35132"/>
                  <a:pt x="20784" y="35812"/>
                </a:cubicBezTo>
                <a:lnTo>
                  <a:pt x="6223" y="50373"/>
                </a:lnTo>
                <a:cubicBezTo>
                  <a:pt x="5563" y="50878"/>
                  <a:pt x="5090" y="51589"/>
                  <a:pt x="4881" y="52393"/>
                </a:cubicBezTo>
                <a:cubicBezTo>
                  <a:pt x="4673" y="53198"/>
                  <a:pt x="4739" y="54048"/>
                  <a:pt x="5070" y="54811"/>
                </a:cubicBezTo>
                <a:cubicBezTo>
                  <a:pt x="5081" y="54835"/>
                  <a:pt x="5092" y="54859"/>
                  <a:pt x="5104" y="54883"/>
                </a:cubicBezTo>
                <a:cubicBezTo>
                  <a:pt x="5433" y="55617"/>
                  <a:pt x="5992" y="56224"/>
                  <a:pt x="6696" y="56614"/>
                </a:cubicBezTo>
                <a:cubicBezTo>
                  <a:pt x="7400" y="57003"/>
                  <a:pt x="8211" y="57154"/>
                  <a:pt x="9008" y="57044"/>
                </a:cubicBezTo>
                <a:lnTo>
                  <a:pt x="14734" y="57044"/>
                </a:lnTo>
                <a:lnTo>
                  <a:pt x="14734" y="95486"/>
                </a:lnTo>
                <a:cubicBezTo>
                  <a:pt x="14734" y="96473"/>
                  <a:pt x="15126" y="97419"/>
                  <a:pt x="15823" y="98117"/>
                </a:cubicBezTo>
                <a:cubicBezTo>
                  <a:pt x="16521" y="98814"/>
                  <a:pt x="17467" y="99206"/>
                  <a:pt x="18454" y="99206"/>
                </a:cubicBezTo>
                <a:lnTo>
                  <a:pt x="35815" y="99206"/>
                </a:lnTo>
                <a:cubicBezTo>
                  <a:pt x="36802" y="99206"/>
                  <a:pt x="37748" y="98814"/>
                  <a:pt x="38445" y="98117"/>
                </a:cubicBezTo>
                <a:cubicBezTo>
                  <a:pt x="39143" y="97419"/>
                  <a:pt x="39535" y="96473"/>
                  <a:pt x="39535" y="95486"/>
                </a:cubicBezTo>
                <a:lnTo>
                  <a:pt x="39535" y="57044"/>
                </a:lnTo>
                <a:lnTo>
                  <a:pt x="56896" y="57044"/>
                </a:lnTo>
                <a:lnTo>
                  <a:pt x="56896" y="74405"/>
                </a:lnTo>
                <a:lnTo>
                  <a:pt x="48216" y="74405"/>
                </a:lnTo>
                <a:cubicBezTo>
                  <a:pt x="47723" y="74398"/>
                  <a:pt x="47233" y="74489"/>
                  <a:pt x="46776" y="74673"/>
                </a:cubicBezTo>
                <a:cubicBezTo>
                  <a:pt x="46318" y="74857"/>
                  <a:pt x="45902" y="75129"/>
                  <a:pt x="45551" y="75476"/>
                </a:cubicBezTo>
                <a:cubicBezTo>
                  <a:pt x="45200" y="75822"/>
                  <a:pt x="44921" y="76234"/>
                  <a:pt x="44731" y="76689"/>
                </a:cubicBezTo>
                <a:cubicBezTo>
                  <a:pt x="44540" y="77144"/>
                  <a:pt x="44442" y="77632"/>
                  <a:pt x="44442" y="78125"/>
                </a:cubicBezTo>
                <a:cubicBezTo>
                  <a:pt x="44442" y="78618"/>
                  <a:pt x="44540" y="79106"/>
                  <a:pt x="44731" y="79561"/>
                </a:cubicBezTo>
                <a:cubicBezTo>
                  <a:pt x="44921" y="80016"/>
                  <a:pt x="45200" y="80428"/>
                  <a:pt x="45551" y="80774"/>
                </a:cubicBezTo>
                <a:cubicBezTo>
                  <a:pt x="45902" y="81121"/>
                  <a:pt x="46318" y="81393"/>
                  <a:pt x="46776" y="81577"/>
                </a:cubicBezTo>
                <a:cubicBezTo>
                  <a:pt x="47233" y="81761"/>
                  <a:pt x="47723" y="81852"/>
                  <a:pt x="48216" y="81845"/>
                </a:cubicBezTo>
                <a:lnTo>
                  <a:pt x="59972" y="81845"/>
                </a:lnTo>
                <a:cubicBezTo>
                  <a:pt x="60392" y="81918"/>
                  <a:pt x="60821" y="81918"/>
                  <a:pt x="61241" y="81845"/>
                </a:cubicBezTo>
                <a:lnTo>
                  <a:pt x="73017" y="81845"/>
                </a:lnTo>
                <a:cubicBezTo>
                  <a:pt x="73510" y="81852"/>
                  <a:pt x="74000" y="81761"/>
                  <a:pt x="74457" y="81577"/>
                </a:cubicBezTo>
                <a:cubicBezTo>
                  <a:pt x="74915" y="81393"/>
                  <a:pt x="75331" y="81121"/>
                  <a:pt x="75682" y="80774"/>
                </a:cubicBezTo>
                <a:cubicBezTo>
                  <a:pt x="76033" y="80428"/>
                  <a:pt x="76312" y="80016"/>
                  <a:pt x="76502" y="79561"/>
                </a:cubicBezTo>
                <a:cubicBezTo>
                  <a:pt x="76693" y="79106"/>
                  <a:pt x="76790" y="78618"/>
                  <a:pt x="76790" y="78125"/>
                </a:cubicBezTo>
                <a:cubicBezTo>
                  <a:pt x="76790" y="77632"/>
                  <a:pt x="76693" y="77144"/>
                  <a:pt x="76502" y="76689"/>
                </a:cubicBezTo>
                <a:cubicBezTo>
                  <a:pt x="76312" y="76234"/>
                  <a:pt x="76033" y="75822"/>
                  <a:pt x="75682" y="75476"/>
                </a:cubicBezTo>
                <a:cubicBezTo>
                  <a:pt x="75331" y="75129"/>
                  <a:pt x="74915" y="74857"/>
                  <a:pt x="74457" y="74673"/>
                </a:cubicBezTo>
                <a:cubicBezTo>
                  <a:pt x="74000" y="74489"/>
                  <a:pt x="73510" y="74398"/>
                  <a:pt x="73017" y="74405"/>
                </a:cubicBezTo>
                <a:lnTo>
                  <a:pt x="64337" y="74405"/>
                </a:lnTo>
                <a:lnTo>
                  <a:pt x="64337" y="53323"/>
                </a:lnTo>
                <a:cubicBezTo>
                  <a:pt x="64348" y="52472"/>
                  <a:pt x="64066" y="51642"/>
                  <a:pt x="63539" y="50973"/>
                </a:cubicBezTo>
                <a:cubicBezTo>
                  <a:pt x="63012" y="50303"/>
                  <a:pt x="62271" y="49835"/>
                  <a:pt x="61440" y="49647"/>
                </a:cubicBezTo>
                <a:lnTo>
                  <a:pt x="24795" y="34989"/>
                </a:lnTo>
                <a:cubicBezTo>
                  <a:pt x="24333" y="34804"/>
                  <a:pt x="23839" y="34713"/>
                  <a:pt x="23341" y="34722"/>
                </a:cubicBezTo>
                <a:close/>
                <a:moveTo>
                  <a:pt x="24310" y="42807"/>
                </a:moveTo>
                <a:lnTo>
                  <a:pt x="41298" y="49603"/>
                </a:lnTo>
                <a:lnTo>
                  <a:pt x="36425" y="49603"/>
                </a:lnTo>
                <a:cubicBezTo>
                  <a:pt x="36026" y="49538"/>
                  <a:pt x="35618" y="49538"/>
                  <a:pt x="35219" y="49603"/>
                </a:cubicBezTo>
                <a:lnTo>
                  <a:pt x="19064" y="49603"/>
                </a:lnTo>
                <a:cubicBezTo>
                  <a:pt x="18843" y="49565"/>
                  <a:pt x="18620" y="49548"/>
                  <a:pt x="18396" y="49550"/>
                </a:cubicBezTo>
                <a:cubicBezTo>
                  <a:pt x="18214" y="49554"/>
                  <a:pt x="18032" y="49572"/>
                  <a:pt x="17853" y="49603"/>
                </a:cubicBezTo>
                <a:lnTo>
                  <a:pt x="17514" y="49603"/>
                </a:lnTo>
                <a:lnTo>
                  <a:pt x="24310" y="42807"/>
                </a:lnTo>
                <a:close/>
                <a:moveTo>
                  <a:pt x="22174" y="57044"/>
                </a:moveTo>
                <a:lnTo>
                  <a:pt x="32095" y="57044"/>
                </a:lnTo>
                <a:lnTo>
                  <a:pt x="32095" y="57208"/>
                </a:lnTo>
                <a:lnTo>
                  <a:pt x="22174" y="63733"/>
                </a:lnTo>
                <a:lnTo>
                  <a:pt x="22174" y="57044"/>
                </a:lnTo>
                <a:close/>
                <a:moveTo>
                  <a:pt x="32095" y="66117"/>
                </a:moveTo>
                <a:lnTo>
                  <a:pt x="32095" y="76173"/>
                </a:lnTo>
                <a:lnTo>
                  <a:pt x="22174" y="82693"/>
                </a:lnTo>
                <a:lnTo>
                  <a:pt x="22174" y="72637"/>
                </a:lnTo>
                <a:lnTo>
                  <a:pt x="32095" y="66117"/>
                </a:lnTo>
                <a:close/>
                <a:moveTo>
                  <a:pt x="32095" y="85076"/>
                </a:moveTo>
                <a:lnTo>
                  <a:pt x="32095" y="91766"/>
                </a:lnTo>
                <a:lnTo>
                  <a:pt x="22174" y="91766"/>
                </a:lnTo>
                <a:lnTo>
                  <a:pt x="22174" y="91601"/>
                </a:lnTo>
                <a:lnTo>
                  <a:pt x="32095" y="85076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29" name="Чёрный — SVG 12"/>
          <p:cNvSpPr>
            <a:spLocks noGrp="1"/>
          </p:cNvSpPr>
          <p:nvPr/>
        </p:nvSpPr>
        <p:spPr>
          <a:xfrm>
            <a:off x="70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3674" y="3409"/>
                </a:moveTo>
                <a:cubicBezTo>
                  <a:pt x="21163" y="3409"/>
                  <a:pt x="18754" y="4407"/>
                  <a:pt x="16978" y="6183"/>
                </a:cubicBezTo>
                <a:cubicBezTo>
                  <a:pt x="15202" y="7959"/>
                  <a:pt x="14205" y="10367"/>
                  <a:pt x="14205" y="12879"/>
                </a:cubicBezTo>
                <a:cubicBezTo>
                  <a:pt x="14205" y="15390"/>
                  <a:pt x="15202" y="17799"/>
                  <a:pt x="16978" y="19575"/>
                </a:cubicBezTo>
                <a:cubicBezTo>
                  <a:pt x="18754" y="21351"/>
                  <a:pt x="21163" y="22349"/>
                  <a:pt x="23674" y="22349"/>
                </a:cubicBezTo>
                <a:cubicBezTo>
                  <a:pt x="26186" y="22349"/>
                  <a:pt x="28594" y="21351"/>
                  <a:pt x="30370" y="19575"/>
                </a:cubicBezTo>
                <a:cubicBezTo>
                  <a:pt x="32146" y="17799"/>
                  <a:pt x="33144" y="15390"/>
                  <a:pt x="33144" y="12879"/>
                </a:cubicBezTo>
                <a:cubicBezTo>
                  <a:pt x="33144" y="10367"/>
                  <a:pt x="32146" y="7959"/>
                  <a:pt x="30370" y="6183"/>
                </a:cubicBezTo>
                <a:cubicBezTo>
                  <a:pt x="28594" y="4407"/>
                  <a:pt x="26186" y="3409"/>
                  <a:pt x="23674" y="3409"/>
                </a:cubicBezTo>
                <a:close/>
                <a:moveTo>
                  <a:pt x="75758" y="3409"/>
                </a:moveTo>
                <a:cubicBezTo>
                  <a:pt x="73246" y="3409"/>
                  <a:pt x="70837" y="4407"/>
                  <a:pt x="69061" y="6183"/>
                </a:cubicBezTo>
                <a:cubicBezTo>
                  <a:pt x="67286" y="7959"/>
                  <a:pt x="66288" y="10367"/>
                  <a:pt x="66288" y="12879"/>
                </a:cubicBezTo>
                <a:cubicBezTo>
                  <a:pt x="66288" y="15390"/>
                  <a:pt x="67286" y="17799"/>
                  <a:pt x="69061" y="19575"/>
                </a:cubicBezTo>
                <a:cubicBezTo>
                  <a:pt x="70837" y="21351"/>
                  <a:pt x="73246" y="22349"/>
                  <a:pt x="75758" y="22349"/>
                </a:cubicBezTo>
                <a:cubicBezTo>
                  <a:pt x="78269" y="22349"/>
                  <a:pt x="80678" y="21351"/>
                  <a:pt x="82454" y="19575"/>
                </a:cubicBezTo>
                <a:cubicBezTo>
                  <a:pt x="84230" y="17799"/>
                  <a:pt x="85227" y="15390"/>
                  <a:pt x="85227" y="12879"/>
                </a:cubicBezTo>
                <a:cubicBezTo>
                  <a:pt x="85227" y="10367"/>
                  <a:pt x="84230" y="7959"/>
                  <a:pt x="82454" y="6183"/>
                </a:cubicBezTo>
                <a:cubicBezTo>
                  <a:pt x="80678" y="4407"/>
                  <a:pt x="78269" y="3409"/>
                  <a:pt x="75758" y="3409"/>
                </a:cubicBezTo>
                <a:close/>
                <a:moveTo>
                  <a:pt x="10653" y="27083"/>
                </a:moveTo>
                <a:cubicBezTo>
                  <a:pt x="4812" y="27083"/>
                  <a:pt x="0" y="31895"/>
                  <a:pt x="0" y="37737"/>
                </a:cubicBezTo>
                <a:lnTo>
                  <a:pt x="0" y="51941"/>
                </a:lnTo>
                <a:cubicBezTo>
                  <a:pt x="0" y="57783"/>
                  <a:pt x="4812" y="62595"/>
                  <a:pt x="10653" y="62595"/>
                </a:cubicBezTo>
                <a:lnTo>
                  <a:pt x="16572" y="62595"/>
                </a:lnTo>
                <a:lnTo>
                  <a:pt x="16572" y="77400"/>
                </a:lnTo>
                <a:cubicBezTo>
                  <a:pt x="16509" y="77782"/>
                  <a:pt x="16509" y="78170"/>
                  <a:pt x="16572" y="78552"/>
                </a:cubicBezTo>
                <a:lnTo>
                  <a:pt x="16572" y="92188"/>
                </a:lnTo>
                <a:cubicBezTo>
                  <a:pt x="16565" y="92658"/>
                  <a:pt x="16652" y="93125"/>
                  <a:pt x="16828" y="93562"/>
                </a:cubicBezTo>
                <a:cubicBezTo>
                  <a:pt x="17003" y="93999"/>
                  <a:pt x="17264" y="94396"/>
                  <a:pt x="17594" y="94731"/>
                </a:cubicBezTo>
                <a:cubicBezTo>
                  <a:pt x="17925" y="95066"/>
                  <a:pt x="18318" y="95332"/>
                  <a:pt x="18752" y="95514"/>
                </a:cubicBezTo>
                <a:cubicBezTo>
                  <a:pt x="19187" y="95696"/>
                  <a:pt x="19653" y="95789"/>
                  <a:pt x="20123" y="95789"/>
                </a:cubicBezTo>
                <a:cubicBezTo>
                  <a:pt x="20594" y="95789"/>
                  <a:pt x="21060" y="95696"/>
                  <a:pt x="21494" y="95514"/>
                </a:cubicBezTo>
                <a:cubicBezTo>
                  <a:pt x="21928" y="95332"/>
                  <a:pt x="22322" y="95066"/>
                  <a:pt x="22652" y="94731"/>
                </a:cubicBezTo>
                <a:cubicBezTo>
                  <a:pt x="22983" y="94396"/>
                  <a:pt x="23243" y="93999"/>
                  <a:pt x="23419" y="93562"/>
                </a:cubicBezTo>
                <a:cubicBezTo>
                  <a:pt x="23594" y="93125"/>
                  <a:pt x="23681" y="92658"/>
                  <a:pt x="23674" y="92188"/>
                </a:cubicBezTo>
                <a:lnTo>
                  <a:pt x="23674" y="81534"/>
                </a:lnTo>
                <a:lnTo>
                  <a:pt x="75758" y="81534"/>
                </a:lnTo>
                <a:lnTo>
                  <a:pt x="75758" y="92188"/>
                </a:lnTo>
                <a:cubicBezTo>
                  <a:pt x="75751" y="92658"/>
                  <a:pt x="75838" y="93125"/>
                  <a:pt x="76013" y="93562"/>
                </a:cubicBezTo>
                <a:cubicBezTo>
                  <a:pt x="76189" y="93999"/>
                  <a:pt x="76449" y="94396"/>
                  <a:pt x="76780" y="94731"/>
                </a:cubicBezTo>
                <a:cubicBezTo>
                  <a:pt x="77110" y="95066"/>
                  <a:pt x="77504" y="95332"/>
                  <a:pt x="77938" y="95514"/>
                </a:cubicBezTo>
                <a:cubicBezTo>
                  <a:pt x="78372" y="95696"/>
                  <a:pt x="78838" y="95789"/>
                  <a:pt x="79309" y="95789"/>
                </a:cubicBezTo>
                <a:cubicBezTo>
                  <a:pt x="79779" y="95789"/>
                  <a:pt x="80245" y="95696"/>
                  <a:pt x="80679" y="95514"/>
                </a:cubicBezTo>
                <a:cubicBezTo>
                  <a:pt x="81114" y="95332"/>
                  <a:pt x="81507" y="95066"/>
                  <a:pt x="81838" y="94731"/>
                </a:cubicBezTo>
                <a:cubicBezTo>
                  <a:pt x="82168" y="94396"/>
                  <a:pt x="82429" y="93999"/>
                  <a:pt x="82604" y="93562"/>
                </a:cubicBezTo>
                <a:cubicBezTo>
                  <a:pt x="82780" y="93125"/>
                  <a:pt x="82866" y="92658"/>
                  <a:pt x="82860" y="92188"/>
                </a:cubicBezTo>
                <a:lnTo>
                  <a:pt x="82860" y="78566"/>
                </a:lnTo>
                <a:cubicBezTo>
                  <a:pt x="82923" y="78184"/>
                  <a:pt x="82923" y="77795"/>
                  <a:pt x="82860" y="77414"/>
                </a:cubicBezTo>
                <a:lnTo>
                  <a:pt x="82860" y="62595"/>
                </a:lnTo>
                <a:lnTo>
                  <a:pt x="88778" y="62595"/>
                </a:lnTo>
                <a:cubicBezTo>
                  <a:pt x="94620" y="62595"/>
                  <a:pt x="99432" y="57783"/>
                  <a:pt x="99432" y="51941"/>
                </a:cubicBezTo>
                <a:lnTo>
                  <a:pt x="99432" y="37737"/>
                </a:lnTo>
                <a:cubicBezTo>
                  <a:pt x="99432" y="31895"/>
                  <a:pt x="94620" y="27083"/>
                  <a:pt x="88778" y="27083"/>
                </a:cubicBezTo>
                <a:lnTo>
                  <a:pt x="10653" y="27083"/>
                </a:lnTo>
                <a:close/>
                <a:moveTo>
                  <a:pt x="10653" y="34186"/>
                </a:moveTo>
                <a:lnTo>
                  <a:pt x="21034" y="34186"/>
                </a:lnTo>
                <a:lnTo>
                  <a:pt x="8873" y="55016"/>
                </a:lnTo>
                <a:cubicBezTo>
                  <a:pt x="7809" y="54412"/>
                  <a:pt x="7102" y="53286"/>
                  <a:pt x="7102" y="51941"/>
                </a:cubicBezTo>
                <a:lnTo>
                  <a:pt x="7102" y="37737"/>
                </a:lnTo>
                <a:cubicBezTo>
                  <a:pt x="7102" y="35733"/>
                  <a:pt x="8649" y="34186"/>
                  <a:pt x="10653" y="34186"/>
                </a:cubicBezTo>
                <a:close/>
                <a:moveTo>
                  <a:pt x="36385" y="34186"/>
                </a:moveTo>
                <a:lnTo>
                  <a:pt x="48259" y="34186"/>
                </a:lnTo>
                <a:lnTo>
                  <a:pt x="35821" y="55492"/>
                </a:lnTo>
                <a:lnTo>
                  <a:pt x="23947" y="55492"/>
                </a:lnTo>
                <a:lnTo>
                  <a:pt x="36385" y="34186"/>
                </a:lnTo>
                <a:close/>
                <a:moveTo>
                  <a:pt x="63611" y="34186"/>
                </a:moveTo>
                <a:lnTo>
                  <a:pt x="75485" y="34186"/>
                </a:lnTo>
                <a:lnTo>
                  <a:pt x="63047" y="55492"/>
                </a:lnTo>
                <a:lnTo>
                  <a:pt x="51172" y="55492"/>
                </a:lnTo>
                <a:lnTo>
                  <a:pt x="63611" y="34186"/>
                </a:lnTo>
                <a:close/>
                <a:moveTo>
                  <a:pt x="90559" y="34662"/>
                </a:moveTo>
                <a:cubicBezTo>
                  <a:pt x="91623" y="35266"/>
                  <a:pt x="92330" y="36392"/>
                  <a:pt x="92330" y="37737"/>
                </a:cubicBezTo>
                <a:lnTo>
                  <a:pt x="92330" y="51941"/>
                </a:lnTo>
                <a:cubicBezTo>
                  <a:pt x="92330" y="53945"/>
                  <a:pt x="90782" y="55492"/>
                  <a:pt x="88778" y="55492"/>
                </a:cubicBezTo>
                <a:lnTo>
                  <a:pt x="79891" y="55492"/>
                </a:lnTo>
                <a:cubicBezTo>
                  <a:pt x="79510" y="55430"/>
                  <a:pt x="79121" y="55430"/>
                  <a:pt x="78740" y="55492"/>
                </a:cubicBezTo>
                <a:lnTo>
                  <a:pt x="78398" y="55492"/>
                </a:lnTo>
                <a:lnTo>
                  <a:pt x="90559" y="34662"/>
                </a:lnTo>
                <a:close/>
                <a:moveTo>
                  <a:pt x="23674" y="62595"/>
                </a:moveTo>
                <a:lnTo>
                  <a:pt x="75758" y="62595"/>
                </a:lnTo>
                <a:lnTo>
                  <a:pt x="75758" y="74432"/>
                </a:lnTo>
                <a:lnTo>
                  <a:pt x="23674" y="74432"/>
                </a:lnTo>
                <a:lnTo>
                  <a:pt x="23674" y="62595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0" name="Чёрный — SVG 13"/>
          <p:cNvSpPr>
            <a:spLocks noGrp="1"/>
          </p:cNvSpPr>
          <p:nvPr/>
        </p:nvSpPr>
        <p:spPr>
          <a:xfrm>
            <a:off x="76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4812" y="16500"/>
                </a:moveTo>
                <a:cubicBezTo>
                  <a:pt x="43431" y="16500"/>
                  <a:pt x="42106" y="17049"/>
                  <a:pt x="41129" y="18025"/>
                </a:cubicBezTo>
                <a:cubicBezTo>
                  <a:pt x="40152" y="19002"/>
                  <a:pt x="39604" y="20327"/>
                  <a:pt x="39604" y="21708"/>
                </a:cubicBezTo>
                <a:lnTo>
                  <a:pt x="39604" y="23539"/>
                </a:lnTo>
                <a:lnTo>
                  <a:pt x="39583" y="23539"/>
                </a:lnTo>
                <a:lnTo>
                  <a:pt x="39583" y="47750"/>
                </a:lnTo>
                <a:cubicBezTo>
                  <a:pt x="39583" y="48303"/>
                  <a:pt x="39364" y="48832"/>
                  <a:pt x="38973" y="49223"/>
                </a:cubicBezTo>
                <a:cubicBezTo>
                  <a:pt x="38582" y="49614"/>
                  <a:pt x="38053" y="49833"/>
                  <a:pt x="37500" y="49833"/>
                </a:cubicBezTo>
                <a:cubicBezTo>
                  <a:pt x="36948" y="49833"/>
                  <a:pt x="36418" y="49614"/>
                  <a:pt x="36027" y="49223"/>
                </a:cubicBezTo>
                <a:cubicBezTo>
                  <a:pt x="35636" y="48832"/>
                  <a:pt x="35417" y="48303"/>
                  <a:pt x="35417" y="47750"/>
                </a:cubicBezTo>
                <a:lnTo>
                  <a:pt x="35417" y="25248"/>
                </a:lnTo>
                <a:cubicBezTo>
                  <a:pt x="19756" y="32137"/>
                  <a:pt x="6564" y="44549"/>
                  <a:pt x="6278" y="76917"/>
                </a:cubicBezTo>
                <a:lnTo>
                  <a:pt x="3125" y="76917"/>
                </a:lnTo>
                <a:cubicBezTo>
                  <a:pt x="2296" y="76917"/>
                  <a:pt x="1501" y="77246"/>
                  <a:pt x="915" y="77832"/>
                </a:cubicBezTo>
                <a:cubicBezTo>
                  <a:pt x="329" y="78418"/>
                  <a:pt x="0" y="79213"/>
                  <a:pt x="0" y="80042"/>
                </a:cubicBezTo>
                <a:cubicBezTo>
                  <a:pt x="0" y="80871"/>
                  <a:pt x="329" y="81665"/>
                  <a:pt x="915" y="82251"/>
                </a:cubicBezTo>
                <a:cubicBezTo>
                  <a:pt x="1501" y="82837"/>
                  <a:pt x="2296" y="83167"/>
                  <a:pt x="3125" y="83167"/>
                </a:cubicBezTo>
                <a:lnTo>
                  <a:pt x="96875" y="83167"/>
                </a:lnTo>
                <a:cubicBezTo>
                  <a:pt x="97704" y="83167"/>
                  <a:pt x="98499" y="82837"/>
                  <a:pt x="99085" y="82251"/>
                </a:cubicBezTo>
                <a:cubicBezTo>
                  <a:pt x="99671" y="81665"/>
                  <a:pt x="100000" y="80871"/>
                  <a:pt x="100000" y="80042"/>
                </a:cubicBezTo>
                <a:cubicBezTo>
                  <a:pt x="100000" y="79213"/>
                  <a:pt x="99671" y="78418"/>
                  <a:pt x="99085" y="77832"/>
                </a:cubicBezTo>
                <a:cubicBezTo>
                  <a:pt x="98499" y="77246"/>
                  <a:pt x="97704" y="76917"/>
                  <a:pt x="96875" y="76917"/>
                </a:cubicBezTo>
                <a:lnTo>
                  <a:pt x="93726" y="76917"/>
                </a:lnTo>
                <a:cubicBezTo>
                  <a:pt x="93449" y="43433"/>
                  <a:pt x="80250" y="31201"/>
                  <a:pt x="64583" y="24817"/>
                </a:cubicBezTo>
                <a:lnTo>
                  <a:pt x="64583" y="47750"/>
                </a:lnTo>
                <a:cubicBezTo>
                  <a:pt x="64583" y="48303"/>
                  <a:pt x="64364" y="48832"/>
                  <a:pt x="63973" y="49223"/>
                </a:cubicBezTo>
                <a:cubicBezTo>
                  <a:pt x="63582" y="49614"/>
                  <a:pt x="63053" y="49833"/>
                  <a:pt x="62500" y="49833"/>
                </a:cubicBezTo>
                <a:cubicBezTo>
                  <a:pt x="61948" y="49833"/>
                  <a:pt x="61418" y="49614"/>
                  <a:pt x="61027" y="49223"/>
                </a:cubicBezTo>
                <a:cubicBezTo>
                  <a:pt x="60636" y="48832"/>
                  <a:pt x="60417" y="48303"/>
                  <a:pt x="60417" y="47750"/>
                </a:cubicBezTo>
                <a:lnTo>
                  <a:pt x="60417" y="23259"/>
                </a:lnTo>
                <a:lnTo>
                  <a:pt x="60388" y="23259"/>
                </a:lnTo>
                <a:lnTo>
                  <a:pt x="60388" y="21708"/>
                </a:lnTo>
                <a:cubicBezTo>
                  <a:pt x="60388" y="20327"/>
                  <a:pt x="59839" y="19002"/>
                  <a:pt x="58863" y="18025"/>
                </a:cubicBezTo>
                <a:cubicBezTo>
                  <a:pt x="57886" y="17049"/>
                  <a:pt x="56561" y="16500"/>
                  <a:pt x="55180" y="16500"/>
                </a:cubicBezTo>
                <a:lnTo>
                  <a:pt x="44812" y="1650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1" name="Чёрный — SVG 14"/>
          <p:cNvSpPr>
            <a:spLocks noGrp="1"/>
          </p:cNvSpPr>
          <p:nvPr/>
        </p:nvSpPr>
        <p:spPr>
          <a:xfrm>
            <a:off x="82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6638" y="0"/>
                </a:moveTo>
                <a:cubicBezTo>
                  <a:pt x="24006" y="0"/>
                  <a:pt x="21483" y="1045"/>
                  <a:pt x="19623" y="2906"/>
                </a:cubicBezTo>
                <a:cubicBezTo>
                  <a:pt x="17762" y="4766"/>
                  <a:pt x="16717" y="7290"/>
                  <a:pt x="16717" y="9921"/>
                </a:cubicBezTo>
                <a:cubicBezTo>
                  <a:pt x="16717" y="12552"/>
                  <a:pt x="17762" y="15075"/>
                  <a:pt x="19623" y="16936"/>
                </a:cubicBezTo>
                <a:cubicBezTo>
                  <a:pt x="21483" y="18796"/>
                  <a:pt x="24006" y="19841"/>
                  <a:pt x="26638" y="19841"/>
                </a:cubicBezTo>
                <a:cubicBezTo>
                  <a:pt x="29269" y="19841"/>
                  <a:pt x="31792" y="18796"/>
                  <a:pt x="33653" y="16936"/>
                </a:cubicBezTo>
                <a:cubicBezTo>
                  <a:pt x="35513" y="15075"/>
                  <a:pt x="36558" y="12552"/>
                  <a:pt x="36558" y="9921"/>
                </a:cubicBezTo>
                <a:cubicBezTo>
                  <a:pt x="36558" y="7290"/>
                  <a:pt x="35513" y="4766"/>
                  <a:pt x="33653" y="2906"/>
                </a:cubicBezTo>
                <a:cubicBezTo>
                  <a:pt x="31792" y="1045"/>
                  <a:pt x="29269" y="0"/>
                  <a:pt x="26638" y="0"/>
                </a:cubicBezTo>
                <a:close/>
                <a:moveTo>
                  <a:pt x="21677" y="22321"/>
                </a:moveTo>
                <a:cubicBezTo>
                  <a:pt x="19483" y="22323"/>
                  <a:pt x="17351" y="23053"/>
                  <a:pt x="15616" y="24396"/>
                </a:cubicBezTo>
                <a:cubicBezTo>
                  <a:pt x="13880" y="25739"/>
                  <a:pt x="12639" y="27619"/>
                  <a:pt x="12086" y="29743"/>
                </a:cubicBezTo>
                <a:lnTo>
                  <a:pt x="4607" y="54563"/>
                </a:lnTo>
                <a:lnTo>
                  <a:pt x="4636" y="54573"/>
                </a:lnTo>
                <a:cubicBezTo>
                  <a:pt x="4403" y="55471"/>
                  <a:pt x="4297" y="56397"/>
                  <a:pt x="4321" y="57325"/>
                </a:cubicBezTo>
                <a:lnTo>
                  <a:pt x="4316" y="57320"/>
                </a:lnTo>
                <a:lnTo>
                  <a:pt x="4326" y="57407"/>
                </a:lnTo>
                <a:cubicBezTo>
                  <a:pt x="4348" y="57918"/>
                  <a:pt x="4409" y="58426"/>
                  <a:pt x="4510" y="58928"/>
                </a:cubicBezTo>
                <a:lnTo>
                  <a:pt x="6525" y="75645"/>
                </a:lnTo>
                <a:lnTo>
                  <a:pt x="1289" y="91926"/>
                </a:lnTo>
                <a:lnTo>
                  <a:pt x="1105" y="92299"/>
                </a:lnTo>
                <a:cubicBezTo>
                  <a:pt x="524" y="93479"/>
                  <a:pt x="436" y="94842"/>
                  <a:pt x="860" y="96088"/>
                </a:cubicBezTo>
                <a:cubicBezTo>
                  <a:pt x="1284" y="97333"/>
                  <a:pt x="2186" y="98359"/>
                  <a:pt x="3367" y="98940"/>
                </a:cubicBezTo>
                <a:cubicBezTo>
                  <a:pt x="4547" y="99521"/>
                  <a:pt x="5910" y="99609"/>
                  <a:pt x="7156" y="99184"/>
                </a:cubicBezTo>
                <a:cubicBezTo>
                  <a:pt x="8401" y="98760"/>
                  <a:pt x="9427" y="97858"/>
                  <a:pt x="10008" y="96678"/>
                </a:cubicBezTo>
                <a:lnTo>
                  <a:pt x="17448" y="81555"/>
                </a:lnTo>
                <a:cubicBezTo>
                  <a:pt x="17783" y="80873"/>
                  <a:pt x="17957" y="80124"/>
                  <a:pt x="17957" y="79365"/>
                </a:cubicBezTo>
                <a:lnTo>
                  <a:pt x="17957" y="70418"/>
                </a:lnTo>
                <a:lnTo>
                  <a:pt x="25693" y="77607"/>
                </a:lnTo>
                <a:lnTo>
                  <a:pt x="31598" y="94750"/>
                </a:lnTo>
                <a:lnTo>
                  <a:pt x="31695" y="95220"/>
                </a:lnTo>
                <a:cubicBezTo>
                  <a:pt x="31812" y="95868"/>
                  <a:pt x="32058" y="96487"/>
                  <a:pt x="32417" y="97040"/>
                </a:cubicBezTo>
                <a:cubicBezTo>
                  <a:pt x="32776" y="97593"/>
                  <a:pt x="33242" y="98069"/>
                  <a:pt x="33787" y="98439"/>
                </a:cubicBezTo>
                <a:cubicBezTo>
                  <a:pt x="34332" y="98810"/>
                  <a:pt x="34946" y="99068"/>
                  <a:pt x="35592" y="99199"/>
                </a:cubicBezTo>
                <a:cubicBezTo>
                  <a:pt x="36238" y="99330"/>
                  <a:pt x="36904" y="99331"/>
                  <a:pt x="37550" y="99201"/>
                </a:cubicBezTo>
                <a:cubicBezTo>
                  <a:pt x="38197" y="99072"/>
                  <a:pt x="38811" y="98815"/>
                  <a:pt x="39357" y="98446"/>
                </a:cubicBezTo>
                <a:cubicBezTo>
                  <a:pt x="39903" y="98076"/>
                  <a:pt x="40370" y="97601"/>
                  <a:pt x="40730" y="97049"/>
                </a:cubicBezTo>
                <a:cubicBezTo>
                  <a:pt x="41091" y="96497"/>
                  <a:pt x="41338" y="95879"/>
                  <a:pt x="41456" y="95230"/>
                </a:cubicBezTo>
                <a:cubicBezTo>
                  <a:pt x="41575" y="94582"/>
                  <a:pt x="41563" y="93916"/>
                  <a:pt x="41422" y="93272"/>
                </a:cubicBezTo>
                <a:lnTo>
                  <a:pt x="37701" y="74671"/>
                </a:lnTo>
                <a:cubicBezTo>
                  <a:pt x="37522" y="73776"/>
                  <a:pt x="37100" y="72948"/>
                  <a:pt x="36481" y="72278"/>
                </a:cubicBezTo>
                <a:lnTo>
                  <a:pt x="24061" y="58826"/>
                </a:lnTo>
                <a:lnTo>
                  <a:pt x="29152" y="41920"/>
                </a:lnTo>
                <a:lnTo>
                  <a:pt x="33594" y="47675"/>
                </a:lnTo>
                <a:cubicBezTo>
                  <a:pt x="34058" y="48276"/>
                  <a:pt x="34653" y="48762"/>
                  <a:pt x="35334" y="49096"/>
                </a:cubicBezTo>
                <a:cubicBezTo>
                  <a:pt x="36015" y="49430"/>
                  <a:pt x="36764" y="49604"/>
                  <a:pt x="37522" y="49603"/>
                </a:cubicBezTo>
                <a:lnTo>
                  <a:pt x="48959" y="49603"/>
                </a:lnTo>
                <a:lnTo>
                  <a:pt x="48959" y="49715"/>
                </a:lnTo>
                <a:cubicBezTo>
                  <a:pt x="48959" y="50342"/>
                  <a:pt x="49208" y="50944"/>
                  <a:pt x="49652" y="51391"/>
                </a:cubicBezTo>
                <a:cubicBezTo>
                  <a:pt x="50096" y="51835"/>
                  <a:pt x="50698" y="52083"/>
                  <a:pt x="51328" y="52083"/>
                </a:cubicBezTo>
                <a:lnTo>
                  <a:pt x="61471" y="52083"/>
                </a:lnTo>
                <a:cubicBezTo>
                  <a:pt x="62101" y="52083"/>
                  <a:pt x="62703" y="51835"/>
                  <a:pt x="63147" y="51391"/>
                </a:cubicBezTo>
                <a:cubicBezTo>
                  <a:pt x="63591" y="50947"/>
                  <a:pt x="63845" y="50345"/>
                  <a:pt x="63845" y="49715"/>
                </a:cubicBezTo>
                <a:cubicBezTo>
                  <a:pt x="63842" y="46399"/>
                  <a:pt x="63840" y="40409"/>
                  <a:pt x="63840" y="37091"/>
                </a:cubicBezTo>
                <a:cubicBezTo>
                  <a:pt x="63840" y="36463"/>
                  <a:pt x="63591" y="35861"/>
                  <a:pt x="63147" y="35415"/>
                </a:cubicBezTo>
                <a:cubicBezTo>
                  <a:pt x="62703" y="34973"/>
                  <a:pt x="62101" y="34722"/>
                  <a:pt x="61471" y="34722"/>
                </a:cubicBezTo>
                <a:lnTo>
                  <a:pt x="51328" y="34722"/>
                </a:lnTo>
                <a:cubicBezTo>
                  <a:pt x="50700" y="34722"/>
                  <a:pt x="50098" y="34971"/>
                  <a:pt x="49652" y="35415"/>
                </a:cubicBezTo>
                <a:cubicBezTo>
                  <a:pt x="49208" y="35859"/>
                  <a:pt x="48959" y="36463"/>
                  <a:pt x="48959" y="37091"/>
                </a:cubicBezTo>
                <a:lnTo>
                  <a:pt x="48959" y="39683"/>
                </a:lnTo>
                <a:lnTo>
                  <a:pt x="39959" y="39683"/>
                </a:lnTo>
                <a:lnTo>
                  <a:pt x="29622" y="26289"/>
                </a:lnTo>
                <a:cubicBezTo>
                  <a:pt x="29510" y="26140"/>
                  <a:pt x="29390" y="25998"/>
                  <a:pt x="29263" y="25862"/>
                </a:cubicBezTo>
                <a:cubicBezTo>
                  <a:pt x="28333" y="24755"/>
                  <a:pt x="27172" y="23864"/>
                  <a:pt x="25862" y="23253"/>
                </a:cubicBezTo>
                <a:cubicBezTo>
                  <a:pt x="24552" y="22641"/>
                  <a:pt x="23123" y="22323"/>
                  <a:pt x="21677" y="22321"/>
                </a:cubicBezTo>
                <a:close/>
                <a:moveTo>
                  <a:pt x="68800" y="34737"/>
                </a:moveTo>
                <a:lnTo>
                  <a:pt x="68800" y="48818"/>
                </a:lnTo>
                <a:lnTo>
                  <a:pt x="69604" y="47554"/>
                </a:lnTo>
                <a:lnTo>
                  <a:pt x="73044" y="49618"/>
                </a:lnTo>
                <a:lnTo>
                  <a:pt x="74938" y="46585"/>
                </a:lnTo>
                <a:lnTo>
                  <a:pt x="78101" y="48378"/>
                </a:lnTo>
                <a:lnTo>
                  <a:pt x="80237" y="45214"/>
                </a:lnTo>
                <a:lnTo>
                  <a:pt x="83618" y="47138"/>
                </a:lnTo>
                <a:lnTo>
                  <a:pt x="85566" y="44173"/>
                </a:lnTo>
                <a:lnTo>
                  <a:pt x="88579" y="45898"/>
                </a:lnTo>
                <a:lnTo>
                  <a:pt x="91059" y="43417"/>
                </a:lnTo>
                <a:lnTo>
                  <a:pt x="93539" y="44909"/>
                </a:lnTo>
                <a:lnTo>
                  <a:pt x="96019" y="42177"/>
                </a:lnTo>
                <a:lnTo>
                  <a:pt x="96019" y="34737"/>
                </a:lnTo>
                <a:lnTo>
                  <a:pt x="68800" y="34737"/>
                </a:lnTo>
                <a:close/>
                <a:moveTo>
                  <a:pt x="52679" y="59524"/>
                </a:moveTo>
                <a:cubicBezTo>
                  <a:pt x="52186" y="59517"/>
                  <a:pt x="51697" y="59608"/>
                  <a:pt x="51239" y="59792"/>
                </a:cubicBezTo>
                <a:cubicBezTo>
                  <a:pt x="50782" y="59976"/>
                  <a:pt x="50365" y="60248"/>
                  <a:pt x="50014" y="60595"/>
                </a:cubicBezTo>
                <a:cubicBezTo>
                  <a:pt x="49663" y="60941"/>
                  <a:pt x="49385" y="61353"/>
                  <a:pt x="49194" y="61808"/>
                </a:cubicBezTo>
                <a:cubicBezTo>
                  <a:pt x="49004" y="62263"/>
                  <a:pt x="48906" y="62751"/>
                  <a:pt x="48906" y="63244"/>
                </a:cubicBezTo>
                <a:cubicBezTo>
                  <a:pt x="48906" y="63737"/>
                  <a:pt x="49004" y="64225"/>
                  <a:pt x="49194" y="64680"/>
                </a:cubicBezTo>
                <a:cubicBezTo>
                  <a:pt x="49385" y="65135"/>
                  <a:pt x="49663" y="65547"/>
                  <a:pt x="50014" y="65893"/>
                </a:cubicBezTo>
                <a:cubicBezTo>
                  <a:pt x="50365" y="66240"/>
                  <a:pt x="50782" y="66513"/>
                  <a:pt x="51239" y="66696"/>
                </a:cubicBezTo>
                <a:cubicBezTo>
                  <a:pt x="51697" y="66880"/>
                  <a:pt x="52186" y="66971"/>
                  <a:pt x="52679" y="66964"/>
                </a:cubicBezTo>
                <a:lnTo>
                  <a:pt x="59093" y="66964"/>
                </a:lnTo>
                <a:lnTo>
                  <a:pt x="49182" y="94217"/>
                </a:lnTo>
                <a:cubicBezTo>
                  <a:pt x="49012" y="94677"/>
                  <a:pt x="48935" y="95166"/>
                  <a:pt x="48956" y="95655"/>
                </a:cubicBezTo>
                <a:cubicBezTo>
                  <a:pt x="48976" y="96145"/>
                  <a:pt x="49092" y="96626"/>
                  <a:pt x="49299" y="97071"/>
                </a:cubicBezTo>
                <a:cubicBezTo>
                  <a:pt x="49505" y="97515"/>
                  <a:pt x="49798" y="97914"/>
                  <a:pt x="50159" y="98246"/>
                </a:cubicBezTo>
                <a:cubicBezTo>
                  <a:pt x="50520" y="98577"/>
                  <a:pt x="50943" y="98833"/>
                  <a:pt x="51404" y="99001"/>
                </a:cubicBezTo>
                <a:cubicBezTo>
                  <a:pt x="51865" y="99168"/>
                  <a:pt x="52354" y="99242"/>
                  <a:pt x="52843" y="99220"/>
                </a:cubicBezTo>
                <a:cubicBezTo>
                  <a:pt x="53333" y="99198"/>
                  <a:pt x="53813" y="99078"/>
                  <a:pt x="54257" y="98870"/>
                </a:cubicBezTo>
                <a:cubicBezTo>
                  <a:pt x="54700" y="98661"/>
                  <a:pt x="55098" y="98367"/>
                  <a:pt x="55428" y="98004"/>
                </a:cubicBezTo>
                <a:cubicBezTo>
                  <a:pt x="55757" y="97641"/>
                  <a:pt x="56012" y="97217"/>
                  <a:pt x="56177" y="96755"/>
                </a:cubicBezTo>
                <a:lnTo>
                  <a:pt x="67008" y="66964"/>
                </a:lnTo>
                <a:lnTo>
                  <a:pt x="80513" y="66964"/>
                </a:lnTo>
                <a:lnTo>
                  <a:pt x="91345" y="96755"/>
                </a:lnTo>
                <a:cubicBezTo>
                  <a:pt x="91510" y="97217"/>
                  <a:pt x="91764" y="97641"/>
                  <a:pt x="92093" y="98004"/>
                </a:cubicBezTo>
                <a:cubicBezTo>
                  <a:pt x="92423" y="98367"/>
                  <a:pt x="92821" y="98661"/>
                  <a:pt x="93264" y="98870"/>
                </a:cubicBezTo>
                <a:cubicBezTo>
                  <a:pt x="93708" y="99078"/>
                  <a:pt x="94188" y="99198"/>
                  <a:pt x="94678" y="99220"/>
                </a:cubicBezTo>
                <a:cubicBezTo>
                  <a:pt x="95167" y="99242"/>
                  <a:pt x="95657" y="99168"/>
                  <a:pt x="96117" y="99001"/>
                </a:cubicBezTo>
                <a:cubicBezTo>
                  <a:pt x="96578" y="98833"/>
                  <a:pt x="97001" y="98577"/>
                  <a:pt x="97363" y="98246"/>
                </a:cubicBezTo>
                <a:cubicBezTo>
                  <a:pt x="97724" y="97914"/>
                  <a:pt x="98016" y="97515"/>
                  <a:pt x="98223" y="97071"/>
                </a:cubicBezTo>
                <a:cubicBezTo>
                  <a:pt x="98429" y="96626"/>
                  <a:pt x="98546" y="96145"/>
                  <a:pt x="98566" y="95655"/>
                </a:cubicBezTo>
                <a:cubicBezTo>
                  <a:pt x="98586" y="95166"/>
                  <a:pt x="98509" y="94677"/>
                  <a:pt x="98339" y="94217"/>
                </a:cubicBezTo>
                <a:lnTo>
                  <a:pt x="88428" y="66964"/>
                </a:lnTo>
                <a:lnTo>
                  <a:pt x="94842" y="66964"/>
                </a:lnTo>
                <a:cubicBezTo>
                  <a:pt x="95335" y="66971"/>
                  <a:pt x="95824" y="66880"/>
                  <a:pt x="96282" y="66696"/>
                </a:cubicBezTo>
                <a:cubicBezTo>
                  <a:pt x="96739" y="66513"/>
                  <a:pt x="97156" y="66240"/>
                  <a:pt x="97507" y="65893"/>
                </a:cubicBezTo>
                <a:cubicBezTo>
                  <a:pt x="97858" y="65547"/>
                  <a:pt x="98137" y="65135"/>
                  <a:pt x="98327" y="64680"/>
                </a:cubicBezTo>
                <a:cubicBezTo>
                  <a:pt x="98517" y="64225"/>
                  <a:pt x="98615" y="63737"/>
                  <a:pt x="98615" y="63244"/>
                </a:cubicBezTo>
                <a:cubicBezTo>
                  <a:pt x="98615" y="62751"/>
                  <a:pt x="98517" y="62263"/>
                  <a:pt x="98327" y="61808"/>
                </a:cubicBezTo>
                <a:cubicBezTo>
                  <a:pt x="98137" y="61353"/>
                  <a:pt x="97858" y="60941"/>
                  <a:pt x="97507" y="60595"/>
                </a:cubicBezTo>
                <a:cubicBezTo>
                  <a:pt x="97156" y="60248"/>
                  <a:pt x="96739" y="59976"/>
                  <a:pt x="96282" y="59792"/>
                </a:cubicBezTo>
                <a:cubicBezTo>
                  <a:pt x="95824" y="59608"/>
                  <a:pt x="95335" y="59517"/>
                  <a:pt x="94842" y="59524"/>
                </a:cubicBezTo>
                <a:lnTo>
                  <a:pt x="52679" y="59524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2" name="Чёрный — SVG 15"/>
          <p:cNvSpPr>
            <a:spLocks noGrp="1"/>
          </p:cNvSpPr>
          <p:nvPr/>
        </p:nvSpPr>
        <p:spPr>
          <a:xfrm>
            <a:off x="88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90072" y="1"/>
                </a:moveTo>
                <a:cubicBezTo>
                  <a:pt x="89283" y="-9"/>
                  <a:pt x="88494" y="85"/>
                  <a:pt x="87718" y="292"/>
                </a:cubicBezTo>
                <a:lnTo>
                  <a:pt x="27728" y="14335"/>
                </a:lnTo>
                <a:cubicBezTo>
                  <a:pt x="25219" y="14998"/>
                  <a:pt x="23157" y="16748"/>
                  <a:pt x="22092" y="19116"/>
                </a:cubicBezTo>
                <a:cubicBezTo>
                  <a:pt x="20979" y="21578"/>
                  <a:pt x="21049" y="24443"/>
                  <a:pt x="22328" y="26976"/>
                </a:cubicBezTo>
                <a:lnTo>
                  <a:pt x="35279" y="52403"/>
                </a:lnTo>
                <a:lnTo>
                  <a:pt x="46973" y="40682"/>
                </a:lnTo>
                <a:cubicBezTo>
                  <a:pt x="50216" y="37438"/>
                  <a:pt x="55446" y="37415"/>
                  <a:pt x="58690" y="40658"/>
                </a:cubicBezTo>
                <a:cubicBezTo>
                  <a:pt x="61933" y="43878"/>
                  <a:pt x="61961" y="49132"/>
                  <a:pt x="58717" y="52375"/>
                </a:cubicBezTo>
                <a:lnTo>
                  <a:pt x="47019" y="64120"/>
                </a:lnTo>
                <a:lnTo>
                  <a:pt x="72991" y="77141"/>
                </a:lnTo>
                <a:cubicBezTo>
                  <a:pt x="74317" y="77804"/>
                  <a:pt x="75760" y="78135"/>
                  <a:pt x="77180" y="78135"/>
                </a:cubicBezTo>
                <a:cubicBezTo>
                  <a:pt x="78435" y="78135"/>
                  <a:pt x="79669" y="77874"/>
                  <a:pt x="80829" y="77354"/>
                </a:cubicBezTo>
                <a:cubicBezTo>
                  <a:pt x="83196" y="76288"/>
                  <a:pt x="84923" y="74229"/>
                  <a:pt x="85633" y="71601"/>
                </a:cubicBezTo>
                <a:lnTo>
                  <a:pt x="99125" y="11847"/>
                </a:lnTo>
                <a:cubicBezTo>
                  <a:pt x="99978" y="8627"/>
                  <a:pt x="99034" y="5264"/>
                  <a:pt x="96619" y="2826"/>
                </a:cubicBezTo>
                <a:cubicBezTo>
                  <a:pt x="94790" y="1015"/>
                  <a:pt x="92440" y="31"/>
                  <a:pt x="90072" y="1"/>
                </a:cubicBezTo>
                <a:close/>
                <a:moveTo>
                  <a:pt x="52836" y="42970"/>
                </a:moveTo>
                <a:cubicBezTo>
                  <a:pt x="51927" y="42973"/>
                  <a:pt x="51021" y="43322"/>
                  <a:pt x="50334" y="44020"/>
                </a:cubicBezTo>
                <a:lnTo>
                  <a:pt x="34969" y="59431"/>
                </a:lnTo>
                <a:lnTo>
                  <a:pt x="39991" y="64453"/>
                </a:lnTo>
                <a:lnTo>
                  <a:pt x="55356" y="49042"/>
                </a:lnTo>
                <a:cubicBezTo>
                  <a:pt x="56753" y="47645"/>
                  <a:pt x="56753" y="45394"/>
                  <a:pt x="55356" y="43997"/>
                </a:cubicBezTo>
                <a:cubicBezTo>
                  <a:pt x="54657" y="43310"/>
                  <a:pt x="53744" y="42967"/>
                  <a:pt x="52836" y="42970"/>
                </a:cubicBezTo>
                <a:close/>
                <a:moveTo>
                  <a:pt x="24954" y="57563"/>
                </a:moveTo>
                <a:cubicBezTo>
                  <a:pt x="24007" y="57563"/>
                  <a:pt x="23111" y="57941"/>
                  <a:pt x="22448" y="58604"/>
                </a:cubicBezTo>
                <a:lnTo>
                  <a:pt x="16575" y="64453"/>
                </a:lnTo>
                <a:lnTo>
                  <a:pt x="19086" y="66959"/>
                </a:lnTo>
                <a:lnTo>
                  <a:pt x="21592" y="69470"/>
                </a:lnTo>
                <a:lnTo>
                  <a:pt x="29975" y="77853"/>
                </a:lnTo>
                <a:lnTo>
                  <a:pt x="32486" y="80359"/>
                </a:lnTo>
                <a:lnTo>
                  <a:pt x="34992" y="82870"/>
                </a:lnTo>
                <a:lnTo>
                  <a:pt x="40841" y="77021"/>
                </a:lnTo>
                <a:cubicBezTo>
                  <a:pt x="41504" y="76334"/>
                  <a:pt x="41882" y="75438"/>
                  <a:pt x="41882" y="74491"/>
                </a:cubicBezTo>
                <a:cubicBezTo>
                  <a:pt x="41882" y="73568"/>
                  <a:pt x="41504" y="72667"/>
                  <a:pt x="40841" y="71981"/>
                </a:cubicBezTo>
                <a:lnTo>
                  <a:pt x="27465" y="58604"/>
                </a:lnTo>
                <a:cubicBezTo>
                  <a:pt x="26778" y="57941"/>
                  <a:pt x="25877" y="57563"/>
                  <a:pt x="24954" y="57563"/>
                </a:cubicBezTo>
                <a:close/>
                <a:moveTo>
                  <a:pt x="11559" y="69470"/>
                </a:moveTo>
                <a:lnTo>
                  <a:pt x="2940" y="78112"/>
                </a:lnTo>
                <a:cubicBezTo>
                  <a:pt x="975" y="80077"/>
                  <a:pt x="-68" y="82706"/>
                  <a:pt x="3" y="85547"/>
                </a:cubicBezTo>
                <a:cubicBezTo>
                  <a:pt x="98" y="88293"/>
                  <a:pt x="1234" y="90896"/>
                  <a:pt x="3199" y="92885"/>
                </a:cubicBezTo>
                <a:lnTo>
                  <a:pt x="6560" y="96247"/>
                </a:lnTo>
                <a:cubicBezTo>
                  <a:pt x="8691" y="98354"/>
                  <a:pt x="11462" y="99442"/>
                  <a:pt x="14208" y="99442"/>
                </a:cubicBezTo>
                <a:cubicBezTo>
                  <a:pt x="16812" y="99442"/>
                  <a:pt x="19392" y="98471"/>
                  <a:pt x="21333" y="96506"/>
                </a:cubicBezTo>
                <a:lnTo>
                  <a:pt x="29975" y="87887"/>
                </a:lnTo>
                <a:lnTo>
                  <a:pt x="27465" y="85381"/>
                </a:lnTo>
                <a:lnTo>
                  <a:pt x="24954" y="82870"/>
                </a:lnTo>
                <a:lnTo>
                  <a:pt x="16575" y="74491"/>
                </a:lnTo>
                <a:lnTo>
                  <a:pt x="14065" y="71981"/>
                </a:lnTo>
                <a:lnTo>
                  <a:pt x="11559" y="6947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3" name="Чёрный — SVG 16"/>
          <p:cNvSpPr>
            <a:spLocks noGrp="1"/>
          </p:cNvSpPr>
          <p:nvPr/>
        </p:nvSpPr>
        <p:spPr>
          <a:xfrm>
            <a:off x="94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5637" y="4819"/>
                </a:moveTo>
                <a:cubicBezTo>
                  <a:pt x="43556" y="4819"/>
                  <a:pt x="41872" y="6506"/>
                  <a:pt x="41872" y="8584"/>
                </a:cubicBezTo>
                <a:lnTo>
                  <a:pt x="41872" y="12678"/>
                </a:lnTo>
                <a:cubicBezTo>
                  <a:pt x="30511" y="14493"/>
                  <a:pt x="21791" y="24330"/>
                  <a:pt x="21791" y="36195"/>
                </a:cubicBezTo>
                <a:lnTo>
                  <a:pt x="21791" y="52564"/>
                </a:lnTo>
                <a:cubicBezTo>
                  <a:pt x="21621" y="52539"/>
                  <a:pt x="21452" y="52510"/>
                  <a:pt x="21277" y="52510"/>
                </a:cubicBezTo>
                <a:lnTo>
                  <a:pt x="11751" y="52510"/>
                </a:lnTo>
                <a:lnTo>
                  <a:pt x="11751" y="41215"/>
                </a:lnTo>
                <a:cubicBezTo>
                  <a:pt x="11751" y="39137"/>
                  <a:pt x="10067" y="37450"/>
                  <a:pt x="7986" y="37450"/>
                </a:cubicBezTo>
                <a:cubicBezTo>
                  <a:pt x="5905" y="37450"/>
                  <a:pt x="4221" y="39137"/>
                  <a:pt x="4221" y="41215"/>
                </a:cubicBezTo>
                <a:lnTo>
                  <a:pt x="4221" y="52510"/>
                </a:lnTo>
                <a:lnTo>
                  <a:pt x="3765" y="52510"/>
                </a:lnTo>
                <a:cubicBezTo>
                  <a:pt x="1684" y="52510"/>
                  <a:pt x="0" y="54197"/>
                  <a:pt x="0" y="56275"/>
                </a:cubicBezTo>
                <a:cubicBezTo>
                  <a:pt x="0" y="58353"/>
                  <a:pt x="1687" y="60040"/>
                  <a:pt x="3765" y="60040"/>
                </a:cubicBezTo>
                <a:lnTo>
                  <a:pt x="4221" y="60040"/>
                </a:lnTo>
                <a:lnTo>
                  <a:pt x="4221" y="71335"/>
                </a:lnTo>
                <a:cubicBezTo>
                  <a:pt x="4221" y="73414"/>
                  <a:pt x="5905" y="75100"/>
                  <a:pt x="7986" y="75100"/>
                </a:cubicBezTo>
                <a:cubicBezTo>
                  <a:pt x="10067" y="75100"/>
                  <a:pt x="11751" y="73414"/>
                  <a:pt x="11751" y="71335"/>
                </a:cubicBezTo>
                <a:lnTo>
                  <a:pt x="11751" y="60040"/>
                </a:lnTo>
                <a:lnTo>
                  <a:pt x="21277" y="60040"/>
                </a:lnTo>
                <a:cubicBezTo>
                  <a:pt x="21452" y="60040"/>
                  <a:pt x="21621" y="60011"/>
                  <a:pt x="21791" y="59986"/>
                </a:cubicBezTo>
                <a:lnTo>
                  <a:pt x="21791" y="71335"/>
                </a:lnTo>
                <a:cubicBezTo>
                  <a:pt x="21791" y="73411"/>
                  <a:pt x="23480" y="75100"/>
                  <a:pt x="25556" y="75100"/>
                </a:cubicBezTo>
                <a:lnTo>
                  <a:pt x="38107" y="75100"/>
                </a:lnTo>
                <a:cubicBezTo>
                  <a:pt x="40182" y="75100"/>
                  <a:pt x="41872" y="73411"/>
                  <a:pt x="41872" y="71335"/>
                </a:cubicBezTo>
                <a:lnTo>
                  <a:pt x="41872" y="33685"/>
                </a:lnTo>
                <a:cubicBezTo>
                  <a:pt x="41872" y="32718"/>
                  <a:pt x="42250" y="31842"/>
                  <a:pt x="42852" y="31175"/>
                </a:cubicBezTo>
                <a:cubicBezTo>
                  <a:pt x="43540" y="31938"/>
                  <a:pt x="44527" y="32430"/>
                  <a:pt x="45637" y="32430"/>
                </a:cubicBezTo>
                <a:cubicBezTo>
                  <a:pt x="47717" y="32430"/>
                  <a:pt x="49402" y="30743"/>
                  <a:pt x="49402" y="28665"/>
                </a:cubicBezTo>
                <a:lnTo>
                  <a:pt x="49402" y="8584"/>
                </a:lnTo>
                <a:cubicBezTo>
                  <a:pt x="49402" y="6506"/>
                  <a:pt x="47717" y="4819"/>
                  <a:pt x="45637" y="4819"/>
                </a:cubicBezTo>
                <a:close/>
                <a:moveTo>
                  <a:pt x="60697" y="4819"/>
                </a:moveTo>
                <a:cubicBezTo>
                  <a:pt x="58616" y="4819"/>
                  <a:pt x="56932" y="6506"/>
                  <a:pt x="56932" y="8584"/>
                </a:cubicBezTo>
                <a:lnTo>
                  <a:pt x="56932" y="28665"/>
                </a:lnTo>
                <a:cubicBezTo>
                  <a:pt x="56932" y="30743"/>
                  <a:pt x="58616" y="32430"/>
                  <a:pt x="60697" y="32430"/>
                </a:cubicBezTo>
                <a:cubicBezTo>
                  <a:pt x="61806" y="32430"/>
                  <a:pt x="62794" y="31940"/>
                  <a:pt x="63481" y="31175"/>
                </a:cubicBezTo>
                <a:cubicBezTo>
                  <a:pt x="64084" y="31842"/>
                  <a:pt x="64462" y="32716"/>
                  <a:pt x="64462" y="33685"/>
                </a:cubicBezTo>
                <a:lnTo>
                  <a:pt x="64462" y="85141"/>
                </a:lnTo>
                <a:lnTo>
                  <a:pt x="62604" y="87651"/>
                </a:lnTo>
                <a:lnTo>
                  <a:pt x="55677" y="87651"/>
                </a:lnTo>
                <a:cubicBezTo>
                  <a:pt x="53596" y="87651"/>
                  <a:pt x="51912" y="89337"/>
                  <a:pt x="51912" y="91416"/>
                </a:cubicBezTo>
                <a:cubicBezTo>
                  <a:pt x="51912" y="93494"/>
                  <a:pt x="53596" y="95181"/>
                  <a:pt x="55677" y="95181"/>
                </a:cubicBezTo>
                <a:lnTo>
                  <a:pt x="93327" y="95181"/>
                </a:lnTo>
                <a:cubicBezTo>
                  <a:pt x="95408" y="95181"/>
                  <a:pt x="97092" y="93494"/>
                  <a:pt x="97092" y="91416"/>
                </a:cubicBezTo>
                <a:cubicBezTo>
                  <a:pt x="97092" y="89337"/>
                  <a:pt x="95408" y="87651"/>
                  <a:pt x="93327" y="87651"/>
                </a:cubicBezTo>
                <a:lnTo>
                  <a:pt x="86400" y="87651"/>
                </a:lnTo>
                <a:lnTo>
                  <a:pt x="84542" y="85141"/>
                </a:lnTo>
                <a:lnTo>
                  <a:pt x="84542" y="70080"/>
                </a:lnTo>
                <a:lnTo>
                  <a:pt x="93327" y="70080"/>
                </a:lnTo>
                <a:cubicBezTo>
                  <a:pt x="96786" y="70080"/>
                  <a:pt x="99603" y="67267"/>
                  <a:pt x="99603" y="63805"/>
                </a:cubicBezTo>
                <a:lnTo>
                  <a:pt x="99603" y="48745"/>
                </a:lnTo>
                <a:cubicBezTo>
                  <a:pt x="99603" y="45284"/>
                  <a:pt x="96786" y="42470"/>
                  <a:pt x="93327" y="42470"/>
                </a:cubicBezTo>
                <a:lnTo>
                  <a:pt x="84542" y="42470"/>
                </a:lnTo>
                <a:lnTo>
                  <a:pt x="84542" y="36195"/>
                </a:lnTo>
                <a:cubicBezTo>
                  <a:pt x="84542" y="24330"/>
                  <a:pt x="75822" y="14493"/>
                  <a:pt x="64462" y="12678"/>
                </a:cubicBezTo>
                <a:lnTo>
                  <a:pt x="64462" y="8584"/>
                </a:lnTo>
                <a:cubicBezTo>
                  <a:pt x="64462" y="6506"/>
                  <a:pt x="62778" y="4819"/>
                  <a:pt x="60697" y="4819"/>
                </a:cubicBezTo>
                <a:close/>
                <a:moveTo>
                  <a:pt x="46892" y="42470"/>
                </a:moveTo>
                <a:lnTo>
                  <a:pt x="46892" y="70080"/>
                </a:lnTo>
                <a:lnTo>
                  <a:pt x="59442" y="70080"/>
                </a:lnTo>
                <a:lnTo>
                  <a:pt x="59442" y="42470"/>
                </a:lnTo>
                <a:lnTo>
                  <a:pt x="46892" y="42470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4" name="Чёрный — SVG 17"/>
          <p:cNvSpPr>
            <a:spLocks noGrp="1"/>
          </p:cNvSpPr>
          <p:nvPr/>
        </p:nvSpPr>
        <p:spPr>
          <a:xfrm>
            <a:off x="100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58831" y="10396"/>
                </a:moveTo>
                <a:cubicBezTo>
                  <a:pt x="58011" y="10396"/>
                  <a:pt x="57224" y="10722"/>
                  <a:pt x="56643" y="11302"/>
                </a:cubicBezTo>
                <a:cubicBezTo>
                  <a:pt x="56063" y="11883"/>
                  <a:pt x="55737" y="12670"/>
                  <a:pt x="55737" y="13490"/>
                </a:cubicBezTo>
                <a:lnTo>
                  <a:pt x="55737" y="16214"/>
                </a:lnTo>
                <a:cubicBezTo>
                  <a:pt x="55748" y="16337"/>
                  <a:pt x="55748" y="16461"/>
                  <a:pt x="55737" y="16584"/>
                </a:cubicBezTo>
                <a:lnTo>
                  <a:pt x="55737" y="26898"/>
                </a:lnTo>
                <a:cubicBezTo>
                  <a:pt x="55737" y="27445"/>
                  <a:pt x="55520" y="27969"/>
                  <a:pt x="55133" y="28356"/>
                </a:cubicBezTo>
                <a:cubicBezTo>
                  <a:pt x="54746" y="28743"/>
                  <a:pt x="54221" y="28960"/>
                  <a:pt x="53674" y="28960"/>
                </a:cubicBezTo>
                <a:cubicBezTo>
                  <a:pt x="53127" y="28960"/>
                  <a:pt x="52603" y="28743"/>
                  <a:pt x="52216" y="28356"/>
                </a:cubicBezTo>
                <a:cubicBezTo>
                  <a:pt x="51829" y="27969"/>
                  <a:pt x="51612" y="27445"/>
                  <a:pt x="51612" y="26898"/>
                </a:cubicBezTo>
                <a:lnTo>
                  <a:pt x="51612" y="17740"/>
                </a:lnTo>
                <a:cubicBezTo>
                  <a:pt x="46913" y="19537"/>
                  <a:pt x="42724" y="22452"/>
                  <a:pt x="39406" y="26233"/>
                </a:cubicBezTo>
                <a:cubicBezTo>
                  <a:pt x="36089" y="30014"/>
                  <a:pt x="33743" y="34547"/>
                  <a:pt x="32572" y="39439"/>
                </a:cubicBezTo>
                <a:cubicBezTo>
                  <a:pt x="33067" y="39331"/>
                  <a:pt x="33572" y="39276"/>
                  <a:pt x="34079" y="39274"/>
                </a:cubicBezTo>
                <a:lnTo>
                  <a:pt x="40267" y="39274"/>
                </a:lnTo>
                <a:cubicBezTo>
                  <a:pt x="42129" y="39283"/>
                  <a:pt x="43917" y="40007"/>
                  <a:pt x="45261" y="41296"/>
                </a:cubicBezTo>
                <a:cubicBezTo>
                  <a:pt x="46605" y="42586"/>
                  <a:pt x="47401" y="44343"/>
                  <a:pt x="47486" y="46203"/>
                </a:cubicBezTo>
                <a:lnTo>
                  <a:pt x="48248" y="46598"/>
                </a:lnTo>
                <a:lnTo>
                  <a:pt x="49074" y="46929"/>
                </a:lnTo>
                <a:cubicBezTo>
                  <a:pt x="53988" y="48916"/>
                  <a:pt x="58419" y="51933"/>
                  <a:pt x="62070" y="55776"/>
                </a:cubicBezTo>
                <a:lnTo>
                  <a:pt x="95960" y="55776"/>
                </a:lnTo>
                <a:cubicBezTo>
                  <a:pt x="96780" y="55776"/>
                  <a:pt x="97568" y="55450"/>
                  <a:pt x="98148" y="54869"/>
                </a:cubicBezTo>
                <a:cubicBezTo>
                  <a:pt x="98728" y="54289"/>
                  <a:pt x="99054" y="53502"/>
                  <a:pt x="99054" y="52681"/>
                </a:cubicBezTo>
                <a:cubicBezTo>
                  <a:pt x="99054" y="51861"/>
                  <a:pt x="98728" y="51074"/>
                  <a:pt x="98148" y="50494"/>
                </a:cubicBezTo>
                <a:cubicBezTo>
                  <a:pt x="97568" y="49913"/>
                  <a:pt x="96780" y="49587"/>
                  <a:pt x="95960" y="49587"/>
                </a:cubicBezTo>
                <a:lnTo>
                  <a:pt x="92866" y="49587"/>
                </a:lnTo>
                <a:cubicBezTo>
                  <a:pt x="92103" y="33663"/>
                  <a:pt x="85337" y="23186"/>
                  <a:pt x="72239" y="17740"/>
                </a:cubicBezTo>
                <a:lnTo>
                  <a:pt x="72239" y="26898"/>
                </a:lnTo>
                <a:cubicBezTo>
                  <a:pt x="72239" y="27445"/>
                  <a:pt x="72021" y="27969"/>
                  <a:pt x="71635" y="28356"/>
                </a:cubicBezTo>
                <a:cubicBezTo>
                  <a:pt x="71248" y="28743"/>
                  <a:pt x="70723" y="28960"/>
                  <a:pt x="70176" y="28960"/>
                </a:cubicBezTo>
                <a:cubicBezTo>
                  <a:pt x="69629" y="28960"/>
                  <a:pt x="69104" y="28743"/>
                  <a:pt x="68718" y="28356"/>
                </a:cubicBezTo>
                <a:cubicBezTo>
                  <a:pt x="68331" y="27969"/>
                  <a:pt x="68113" y="27445"/>
                  <a:pt x="68113" y="26898"/>
                </a:cubicBezTo>
                <a:lnTo>
                  <a:pt x="68113" y="16584"/>
                </a:lnTo>
                <a:cubicBezTo>
                  <a:pt x="68103" y="16468"/>
                  <a:pt x="68103" y="16350"/>
                  <a:pt x="68113" y="16234"/>
                </a:cubicBezTo>
                <a:lnTo>
                  <a:pt x="68113" y="13490"/>
                </a:lnTo>
                <a:cubicBezTo>
                  <a:pt x="68113" y="12670"/>
                  <a:pt x="67787" y="11883"/>
                  <a:pt x="67207" y="11302"/>
                </a:cubicBezTo>
                <a:cubicBezTo>
                  <a:pt x="66627" y="10722"/>
                  <a:pt x="65840" y="10396"/>
                  <a:pt x="65019" y="10396"/>
                </a:cubicBezTo>
                <a:lnTo>
                  <a:pt x="58831" y="10396"/>
                </a:lnTo>
                <a:close/>
                <a:moveTo>
                  <a:pt x="34079" y="43399"/>
                </a:moveTo>
                <a:cubicBezTo>
                  <a:pt x="33258" y="43399"/>
                  <a:pt x="32471" y="43725"/>
                  <a:pt x="31891" y="44306"/>
                </a:cubicBezTo>
                <a:cubicBezTo>
                  <a:pt x="31311" y="44886"/>
                  <a:pt x="30985" y="45673"/>
                  <a:pt x="30985" y="46493"/>
                </a:cubicBezTo>
                <a:lnTo>
                  <a:pt x="30985" y="59901"/>
                </a:lnTo>
                <a:cubicBezTo>
                  <a:pt x="30985" y="60448"/>
                  <a:pt x="30767" y="60973"/>
                  <a:pt x="30380" y="61360"/>
                </a:cubicBezTo>
                <a:cubicBezTo>
                  <a:pt x="29994" y="61746"/>
                  <a:pt x="29469" y="61964"/>
                  <a:pt x="28922" y="61964"/>
                </a:cubicBezTo>
                <a:cubicBezTo>
                  <a:pt x="28375" y="61964"/>
                  <a:pt x="27850" y="61746"/>
                  <a:pt x="27463" y="61360"/>
                </a:cubicBezTo>
                <a:cubicBezTo>
                  <a:pt x="27077" y="60973"/>
                  <a:pt x="26859" y="60448"/>
                  <a:pt x="26859" y="59901"/>
                </a:cubicBezTo>
                <a:lnTo>
                  <a:pt x="26859" y="50744"/>
                </a:lnTo>
                <a:cubicBezTo>
                  <a:pt x="13845" y="56194"/>
                  <a:pt x="7072" y="66679"/>
                  <a:pt x="6309" y="82591"/>
                </a:cubicBezTo>
                <a:lnTo>
                  <a:pt x="3138" y="82591"/>
                </a:lnTo>
                <a:cubicBezTo>
                  <a:pt x="2728" y="82585"/>
                  <a:pt x="2321" y="82661"/>
                  <a:pt x="1941" y="82814"/>
                </a:cubicBezTo>
                <a:cubicBezTo>
                  <a:pt x="1560" y="82966"/>
                  <a:pt x="1214" y="83193"/>
                  <a:pt x="922" y="83481"/>
                </a:cubicBezTo>
                <a:cubicBezTo>
                  <a:pt x="630" y="83769"/>
                  <a:pt x="398" y="84112"/>
                  <a:pt x="240" y="84491"/>
                </a:cubicBezTo>
                <a:cubicBezTo>
                  <a:pt x="81" y="84869"/>
                  <a:pt x="0" y="85275"/>
                  <a:pt x="0" y="85685"/>
                </a:cubicBezTo>
                <a:cubicBezTo>
                  <a:pt x="0" y="86095"/>
                  <a:pt x="81" y="86501"/>
                  <a:pt x="240" y="86879"/>
                </a:cubicBezTo>
                <a:cubicBezTo>
                  <a:pt x="398" y="87257"/>
                  <a:pt x="630" y="87600"/>
                  <a:pt x="922" y="87888"/>
                </a:cubicBezTo>
                <a:cubicBezTo>
                  <a:pt x="1214" y="88176"/>
                  <a:pt x="1560" y="88403"/>
                  <a:pt x="1941" y="88556"/>
                </a:cubicBezTo>
                <a:cubicBezTo>
                  <a:pt x="2321" y="88709"/>
                  <a:pt x="2728" y="88785"/>
                  <a:pt x="3138" y="88779"/>
                </a:cubicBezTo>
                <a:lnTo>
                  <a:pt x="71207" y="88779"/>
                </a:lnTo>
                <a:cubicBezTo>
                  <a:pt x="71617" y="88785"/>
                  <a:pt x="72024" y="88709"/>
                  <a:pt x="72405" y="88556"/>
                </a:cubicBezTo>
                <a:cubicBezTo>
                  <a:pt x="72785" y="88403"/>
                  <a:pt x="73132" y="88176"/>
                  <a:pt x="73424" y="87888"/>
                </a:cubicBezTo>
                <a:cubicBezTo>
                  <a:pt x="73716" y="87600"/>
                  <a:pt x="73948" y="87257"/>
                  <a:pt x="74106" y="86879"/>
                </a:cubicBezTo>
                <a:cubicBezTo>
                  <a:pt x="74264" y="86501"/>
                  <a:pt x="74346" y="86095"/>
                  <a:pt x="74346" y="85685"/>
                </a:cubicBezTo>
                <a:cubicBezTo>
                  <a:pt x="74346" y="85275"/>
                  <a:pt x="74264" y="84869"/>
                  <a:pt x="74106" y="84491"/>
                </a:cubicBezTo>
                <a:cubicBezTo>
                  <a:pt x="73948" y="84112"/>
                  <a:pt x="73716" y="83769"/>
                  <a:pt x="73424" y="83481"/>
                </a:cubicBezTo>
                <a:cubicBezTo>
                  <a:pt x="73132" y="83193"/>
                  <a:pt x="72785" y="82966"/>
                  <a:pt x="72405" y="82814"/>
                </a:cubicBezTo>
                <a:cubicBezTo>
                  <a:pt x="72024" y="82661"/>
                  <a:pt x="71617" y="82585"/>
                  <a:pt x="71207" y="82591"/>
                </a:cubicBezTo>
                <a:lnTo>
                  <a:pt x="68037" y="82591"/>
                </a:lnTo>
                <a:cubicBezTo>
                  <a:pt x="67274" y="66679"/>
                  <a:pt x="60501" y="56194"/>
                  <a:pt x="47486" y="50744"/>
                </a:cubicBezTo>
                <a:lnTo>
                  <a:pt x="47486" y="59901"/>
                </a:lnTo>
                <a:cubicBezTo>
                  <a:pt x="47486" y="60448"/>
                  <a:pt x="47269" y="60973"/>
                  <a:pt x="46882" y="61360"/>
                </a:cubicBezTo>
                <a:cubicBezTo>
                  <a:pt x="46495" y="61746"/>
                  <a:pt x="45971" y="61964"/>
                  <a:pt x="45424" y="61964"/>
                </a:cubicBezTo>
                <a:cubicBezTo>
                  <a:pt x="44877" y="61964"/>
                  <a:pt x="44352" y="61746"/>
                  <a:pt x="43965" y="61360"/>
                </a:cubicBezTo>
                <a:cubicBezTo>
                  <a:pt x="43578" y="60973"/>
                  <a:pt x="43361" y="60448"/>
                  <a:pt x="43361" y="59901"/>
                </a:cubicBezTo>
                <a:lnTo>
                  <a:pt x="43361" y="46493"/>
                </a:lnTo>
                <a:cubicBezTo>
                  <a:pt x="43361" y="45673"/>
                  <a:pt x="43035" y="44886"/>
                  <a:pt x="42455" y="44306"/>
                </a:cubicBezTo>
                <a:cubicBezTo>
                  <a:pt x="41874" y="43725"/>
                  <a:pt x="41087" y="43399"/>
                  <a:pt x="40267" y="43399"/>
                </a:cubicBezTo>
                <a:lnTo>
                  <a:pt x="34079" y="43399"/>
                </a:ln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5" name="Чёрный — SVG 18"/>
          <p:cNvSpPr>
            <a:spLocks noGrp="1"/>
          </p:cNvSpPr>
          <p:nvPr/>
        </p:nvSpPr>
        <p:spPr>
          <a:xfrm>
            <a:off x="10620000" y="29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97687" y="21455"/>
                </a:moveTo>
                <a:cubicBezTo>
                  <a:pt x="97171" y="19671"/>
                  <a:pt x="94874" y="19142"/>
                  <a:pt x="93563" y="20456"/>
                </a:cubicBezTo>
                <a:cubicBezTo>
                  <a:pt x="86330" y="27689"/>
                  <a:pt x="79599" y="34420"/>
                  <a:pt x="78801" y="35218"/>
                </a:cubicBezTo>
                <a:cubicBezTo>
                  <a:pt x="74287" y="39732"/>
                  <a:pt x="66621" y="39174"/>
                  <a:pt x="62887" y="33547"/>
                </a:cubicBezTo>
                <a:cubicBezTo>
                  <a:pt x="60171" y="29455"/>
                  <a:pt x="60969" y="23947"/>
                  <a:pt x="64442" y="20475"/>
                </a:cubicBezTo>
                <a:lnTo>
                  <a:pt x="79014" y="5902"/>
                </a:lnTo>
                <a:cubicBezTo>
                  <a:pt x="80328" y="4588"/>
                  <a:pt x="79799" y="2294"/>
                  <a:pt x="78013" y="1778"/>
                </a:cubicBezTo>
                <a:cubicBezTo>
                  <a:pt x="68277" y="-1029"/>
                  <a:pt x="57372" y="1351"/>
                  <a:pt x="49698" y="9025"/>
                </a:cubicBezTo>
                <a:cubicBezTo>
                  <a:pt x="41576" y="17147"/>
                  <a:pt x="39351" y="28902"/>
                  <a:pt x="42954" y="39049"/>
                </a:cubicBezTo>
                <a:cubicBezTo>
                  <a:pt x="32008" y="49999"/>
                  <a:pt x="5213" y="76794"/>
                  <a:pt x="3616" y="78392"/>
                </a:cubicBezTo>
                <a:cubicBezTo>
                  <a:pt x="-1488" y="83496"/>
                  <a:pt x="-1189" y="91957"/>
                  <a:pt x="4514" y="96669"/>
                </a:cubicBezTo>
                <a:cubicBezTo>
                  <a:pt x="9487" y="100774"/>
                  <a:pt x="16891" y="100037"/>
                  <a:pt x="21450" y="95478"/>
                </a:cubicBezTo>
                <a:lnTo>
                  <a:pt x="60416" y="56511"/>
                </a:lnTo>
                <a:cubicBezTo>
                  <a:pt x="70563" y="60114"/>
                  <a:pt x="82318" y="57889"/>
                  <a:pt x="90440" y="49767"/>
                </a:cubicBezTo>
                <a:cubicBezTo>
                  <a:pt x="98114" y="42096"/>
                  <a:pt x="100494" y="31191"/>
                  <a:pt x="97687" y="21455"/>
                </a:cubicBezTo>
                <a:close/>
              </a:path>
            </a:pathLst>
          </a:custGeom>
          <a:solidFill>
            <a:srgbClr val="000000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6" name="Белый — SVG 1"/>
          <p:cNvSpPr>
            <a:spLocks noGrp="1"/>
          </p:cNvSpPr>
          <p:nvPr/>
        </p:nvSpPr>
        <p:spPr>
          <a:xfrm>
            <a:off x="4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94444" y="27778"/>
                </a:moveTo>
                <a:lnTo>
                  <a:pt x="83333" y="27778"/>
                </a:lnTo>
                <a:cubicBezTo>
                  <a:pt x="80264" y="27778"/>
                  <a:pt x="77778" y="25292"/>
                  <a:pt x="77778" y="22222"/>
                </a:cubicBezTo>
                <a:lnTo>
                  <a:pt x="77778" y="5556"/>
                </a:lnTo>
                <a:cubicBezTo>
                  <a:pt x="77778" y="2486"/>
                  <a:pt x="80264" y="0"/>
                  <a:pt x="83333" y="0"/>
                </a:cubicBezTo>
                <a:lnTo>
                  <a:pt x="88889" y="0"/>
                </a:lnTo>
                <a:cubicBezTo>
                  <a:pt x="95025" y="0"/>
                  <a:pt x="100000" y="4975"/>
                  <a:pt x="100000" y="11111"/>
                </a:cubicBezTo>
                <a:lnTo>
                  <a:pt x="100000" y="22222"/>
                </a:lnTo>
                <a:cubicBezTo>
                  <a:pt x="100000" y="25292"/>
                  <a:pt x="97514" y="27778"/>
                  <a:pt x="94444" y="27778"/>
                </a:cubicBezTo>
                <a:close/>
                <a:moveTo>
                  <a:pt x="5556" y="27778"/>
                </a:moveTo>
                <a:lnTo>
                  <a:pt x="16667" y="27778"/>
                </a:lnTo>
                <a:cubicBezTo>
                  <a:pt x="19736" y="27778"/>
                  <a:pt x="22222" y="25292"/>
                  <a:pt x="22222" y="22222"/>
                </a:cubicBezTo>
                <a:lnTo>
                  <a:pt x="22222" y="5556"/>
                </a:lnTo>
                <a:cubicBezTo>
                  <a:pt x="22222" y="2486"/>
                  <a:pt x="19736" y="0"/>
                  <a:pt x="16667" y="0"/>
                </a:cubicBezTo>
                <a:lnTo>
                  <a:pt x="8333" y="0"/>
                </a:lnTo>
                <a:cubicBezTo>
                  <a:pt x="2197" y="0"/>
                  <a:pt x="0" y="4975"/>
                  <a:pt x="0" y="11111"/>
                </a:cubicBezTo>
                <a:lnTo>
                  <a:pt x="0" y="22222"/>
                </a:lnTo>
                <a:cubicBezTo>
                  <a:pt x="0" y="25292"/>
                  <a:pt x="2486" y="27778"/>
                  <a:pt x="5556" y="27778"/>
                </a:cubicBezTo>
                <a:close/>
                <a:moveTo>
                  <a:pt x="94444" y="72222"/>
                </a:moveTo>
                <a:lnTo>
                  <a:pt x="83333" y="72222"/>
                </a:lnTo>
                <a:cubicBezTo>
                  <a:pt x="80264" y="72222"/>
                  <a:pt x="77778" y="74708"/>
                  <a:pt x="77778" y="77778"/>
                </a:cubicBezTo>
                <a:lnTo>
                  <a:pt x="77778" y="94444"/>
                </a:lnTo>
                <a:cubicBezTo>
                  <a:pt x="77778" y="97514"/>
                  <a:pt x="80264" y="100000"/>
                  <a:pt x="83333" y="100000"/>
                </a:cubicBezTo>
                <a:lnTo>
                  <a:pt x="88889" y="100000"/>
                </a:lnTo>
                <a:cubicBezTo>
                  <a:pt x="95025" y="100000"/>
                  <a:pt x="100000" y="95025"/>
                  <a:pt x="100000" y="88889"/>
                </a:cubicBezTo>
                <a:lnTo>
                  <a:pt x="100000" y="77778"/>
                </a:lnTo>
                <a:cubicBezTo>
                  <a:pt x="100000" y="74708"/>
                  <a:pt x="97514" y="72222"/>
                  <a:pt x="94444" y="72222"/>
                </a:cubicBezTo>
                <a:close/>
                <a:moveTo>
                  <a:pt x="5556" y="72222"/>
                </a:moveTo>
                <a:lnTo>
                  <a:pt x="16667" y="72222"/>
                </a:lnTo>
                <a:cubicBezTo>
                  <a:pt x="19736" y="72222"/>
                  <a:pt x="22222" y="74708"/>
                  <a:pt x="22222" y="77778"/>
                </a:cubicBezTo>
                <a:lnTo>
                  <a:pt x="22222" y="94444"/>
                </a:lnTo>
                <a:cubicBezTo>
                  <a:pt x="22222" y="97514"/>
                  <a:pt x="19736" y="100000"/>
                  <a:pt x="16667" y="100000"/>
                </a:cubicBezTo>
                <a:lnTo>
                  <a:pt x="11111" y="100000"/>
                </a:lnTo>
                <a:cubicBezTo>
                  <a:pt x="4975" y="100000"/>
                  <a:pt x="0" y="95025"/>
                  <a:pt x="0" y="88889"/>
                </a:cubicBezTo>
                <a:lnTo>
                  <a:pt x="0" y="77778"/>
                </a:lnTo>
                <a:cubicBezTo>
                  <a:pt x="0" y="74708"/>
                  <a:pt x="2486" y="72222"/>
                  <a:pt x="5556" y="72222"/>
                </a:cubicBezTo>
                <a:close/>
                <a:moveTo>
                  <a:pt x="40278" y="63889"/>
                </a:moveTo>
                <a:lnTo>
                  <a:pt x="5556" y="63889"/>
                </a:lnTo>
                <a:cubicBezTo>
                  <a:pt x="2486" y="63889"/>
                  <a:pt x="0" y="61403"/>
                  <a:pt x="0" y="58333"/>
                </a:cubicBezTo>
                <a:lnTo>
                  <a:pt x="0" y="41667"/>
                </a:lnTo>
                <a:cubicBezTo>
                  <a:pt x="0" y="38597"/>
                  <a:pt x="2486" y="36111"/>
                  <a:pt x="5556" y="36111"/>
                </a:cubicBezTo>
                <a:lnTo>
                  <a:pt x="40278" y="36111"/>
                </a:lnTo>
                <a:cubicBezTo>
                  <a:pt x="43347" y="36111"/>
                  <a:pt x="45833" y="38597"/>
                  <a:pt x="45833" y="41667"/>
                </a:cubicBezTo>
                <a:lnTo>
                  <a:pt x="45833" y="58333"/>
                </a:lnTo>
                <a:cubicBezTo>
                  <a:pt x="45833" y="61403"/>
                  <a:pt x="43347" y="63889"/>
                  <a:pt x="40278" y="63889"/>
                </a:cubicBezTo>
                <a:close/>
                <a:moveTo>
                  <a:pt x="94444" y="63889"/>
                </a:moveTo>
                <a:lnTo>
                  <a:pt x="59722" y="63889"/>
                </a:lnTo>
                <a:cubicBezTo>
                  <a:pt x="56653" y="63889"/>
                  <a:pt x="54167" y="61403"/>
                  <a:pt x="54167" y="58333"/>
                </a:cubicBezTo>
                <a:lnTo>
                  <a:pt x="54167" y="41667"/>
                </a:lnTo>
                <a:cubicBezTo>
                  <a:pt x="54167" y="38597"/>
                  <a:pt x="56653" y="36111"/>
                  <a:pt x="59722" y="36111"/>
                </a:cubicBezTo>
                <a:lnTo>
                  <a:pt x="94444" y="36111"/>
                </a:lnTo>
                <a:cubicBezTo>
                  <a:pt x="97514" y="36111"/>
                  <a:pt x="100000" y="38597"/>
                  <a:pt x="100000" y="41667"/>
                </a:cubicBezTo>
                <a:lnTo>
                  <a:pt x="100000" y="58333"/>
                </a:lnTo>
                <a:cubicBezTo>
                  <a:pt x="100000" y="61403"/>
                  <a:pt x="97514" y="63889"/>
                  <a:pt x="94444" y="63889"/>
                </a:cubicBezTo>
                <a:close/>
                <a:moveTo>
                  <a:pt x="63889" y="27778"/>
                </a:moveTo>
                <a:lnTo>
                  <a:pt x="36111" y="27778"/>
                </a:lnTo>
                <a:cubicBezTo>
                  <a:pt x="33042" y="27778"/>
                  <a:pt x="30556" y="25292"/>
                  <a:pt x="30556" y="22222"/>
                </a:cubicBezTo>
                <a:lnTo>
                  <a:pt x="30556" y="5556"/>
                </a:lnTo>
                <a:cubicBezTo>
                  <a:pt x="30556" y="2486"/>
                  <a:pt x="33042" y="0"/>
                  <a:pt x="36111" y="0"/>
                </a:cubicBezTo>
                <a:lnTo>
                  <a:pt x="63889" y="0"/>
                </a:lnTo>
                <a:cubicBezTo>
                  <a:pt x="66958" y="0"/>
                  <a:pt x="69444" y="2486"/>
                  <a:pt x="69444" y="5556"/>
                </a:cubicBezTo>
                <a:lnTo>
                  <a:pt x="69444" y="22222"/>
                </a:lnTo>
                <a:cubicBezTo>
                  <a:pt x="69444" y="25292"/>
                  <a:pt x="66958" y="27778"/>
                  <a:pt x="63889" y="27778"/>
                </a:cubicBezTo>
                <a:close/>
                <a:moveTo>
                  <a:pt x="63889" y="100000"/>
                </a:moveTo>
                <a:lnTo>
                  <a:pt x="36111" y="100000"/>
                </a:lnTo>
                <a:cubicBezTo>
                  <a:pt x="33042" y="100000"/>
                  <a:pt x="30556" y="97514"/>
                  <a:pt x="30556" y="94444"/>
                </a:cubicBezTo>
                <a:lnTo>
                  <a:pt x="30556" y="77778"/>
                </a:lnTo>
                <a:cubicBezTo>
                  <a:pt x="30556" y="74708"/>
                  <a:pt x="33042" y="72222"/>
                  <a:pt x="36111" y="72222"/>
                </a:cubicBezTo>
                <a:lnTo>
                  <a:pt x="63889" y="72222"/>
                </a:lnTo>
                <a:cubicBezTo>
                  <a:pt x="66958" y="72222"/>
                  <a:pt x="69444" y="74708"/>
                  <a:pt x="69444" y="77778"/>
                </a:cubicBezTo>
                <a:lnTo>
                  <a:pt x="69444" y="94444"/>
                </a:lnTo>
                <a:cubicBezTo>
                  <a:pt x="69444" y="97514"/>
                  <a:pt x="66958" y="100000"/>
                  <a:pt x="63889" y="100000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7" name="Белый — SVG 2"/>
          <p:cNvSpPr>
            <a:spLocks noGrp="1"/>
          </p:cNvSpPr>
          <p:nvPr/>
        </p:nvSpPr>
        <p:spPr>
          <a:xfrm>
            <a:off x="10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1961" y="4494"/>
                </a:moveTo>
                <a:cubicBezTo>
                  <a:pt x="18659" y="4495"/>
                  <a:pt x="15359" y="5753"/>
                  <a:pt x="12845" y="8266"/>
                </a:cubicBezTo>
                <a:lnTo>
                  <a:pt x="3769" y="17341"/>
                </a:lnTo>
                <a:cubicBezTo>
                  <a:pt x="-1256" y="22367"/>
                  <a:pt x="-1256" y="30549"/>
                  <a:pt x="3769" y="35574"/>
                </a:cubicBezTo>
                <a:lnTo>
                  <a:pt x="12451" y="44261"/>
                </a:lnTo>
                <a:cubicBezTo>
                  <a:pt x="16780" y="31382"/>
                  <a:pt x="27245" y="21323"/>
                  <a:pt x="40368" y="17556"/>
                </a:cubicBezTo>
                <a:lnTo>
                  <a:pt x="31077" y="8266"/>
                </a:lnTo>
                <a:cubicBezTo>
                  <a:pt x="28563" y="5752"/>
                  <a:pt x="25263" y="4494"/>
                  <a:pt x="21961" y="4494"/>
                </a:cubicBezTo>
                <a:close/>
                <a:moveTo>
                  <a:pt x="51802" y="20601"/>
                </a:moveTo>
                <a:cubicBezTo>
                  <a:pt x="32460" y="20601"/>
                  <a:pt x="16581" y="35580"/>
                  <a:pt x="15080" y="54543"/>
                </a:cubicBezTo>
                <a:lnTo>
                  <a:pt x="7326" y="54543"/>
                </a:lnTo>
                <a:cubicBezTo>
                  <a:pt x="5388" y="54543"/>
                  <a:pt x="3815" y="56116"/>
                  <a:pt x="3815" y="58054"/>
                </a:cubicBezTo>
                <a:cubicBezTo>
                  <a:pt x="3815" y="59993"/>
                  <a:pt x="5388" y="61566"/>
                  <a:pt x="7326" y="61566"/>
                </a:cubicBezTo>
                <a:lnTo>
                  <a:pt x="41913" y="61566"/>
                </a:lnTo>
                <a:cubicBezTo>
                  <a:pt x="43367" y="65643"/>
                  <a:pt x="47230" y="68588"/>
                  <a:pt x="51802" y="68588"/>
                </a:cubicBezTo>
                <a:cubicBezTo>
                  <a:pt x="56374" y="68588"/>
                  <a:pt x="60235" y="65643"/>
                  <a:pt x="61691" y="61566"/>
                </a:cubicBezTo>
                <a:lnTo>
                  <a:pt x="96278" y="61566"/>
                </a:lnTo>
                <a:cubicBezTo>
                  <a:pt x="98216" y="61566"/>
                  <a:pt x="99789" y="59993"/>
                  <a:pt x="99789" y="58054"/>
                </a:cubicBezTo>
                <a:cubicBezTo>
                  <a:pt x="99789" y="56116"/>
                  <a:pt x="98216" y="54543"/>
                  <a:pt x="96278" y="54543"/>
                </a:cubicBezTo>
                <a:lnTo>
                  <a:pt x="88524" y="54543"/>
                </a:lnTo>
                <a:cubicBezTo>
                  <a:pt x="87023" y="35580"/>
                  <a:pt x="71144" y="20601"/>
                  <a:pt x="51802" y="20601"/>
                </a:cubicBezTo>
                <a:close/>
                <a:moveTo>
                  <a:pt x="51802" y="54543"/>
                </a:moveTo>
                <a:cubicBezTo>
                  <a:pt x="53738" y="54543"/>
                  <a:pt x="55313" y="56119"/>
                  <a:pt x="55313" y="58054"/>
                </a:cubicBezTo>
                <a:cubicBezTo>
                  <a:pt x="55313" y="59990"/>
                  <a:pt x="53738" y="61566"/>
                  <a:pt x="51802" y="61566"/>
                </a:cubicBezTo>
                <a:cubicBezTo>
                  <a:pt x="49866" y="61566"/>
                  <a:pt x="48291" y="59990"/>
                  <a:pt x="48291" y="58054"/>
                </a:cubicBezTo>
                <a:cubicBezTo>
                  <a:pt x="48291" y="56119"/>
                  <a:pt x="49866" y="54543"/>
                  <a:pt x="51802" y="54543"/>
                </a:cubicBezTo>
                <a:close/>
                <a:moveTo>
                  <a:pt x="22144" y="66252"/>
                </a:moveTo>
                <a:cubicBezTo>
                  <a:pt x="22841" y="68607"/>
                  <a:pt x="23799" y="70870"/>
                  <a:pt x="25047" y="73005"/>
                </a:cubicBezTo>
                <a:lnTo>
                  <a:pt x="21778" y="76274"/>
                </a:lnTo>
                <a:cubicBezTo>
                  <a:pt x="20406" y="77645"/>
                  <a:pt x="20406" y="79867"/>
                  <a:pt x="21778" y="81239"/>
                </a:cubicBezTo>
                <a:cubicBezTo>
                  <a:pt x="25685" y="85146"/>
                  <a:pt x="31554" y="86349"/>
                  <a:pt x="36660" y="84457"/>
                </a:cubicBezTo>
                <a:cubicBezTo>
                  <a:pt x="38930" y="85733"/>
                  <a:pt x="41342" y="86707"/>
                  <a:pt x="43865" y="87370"/>
                </a:cubicBezTo>
                <a:lnTo>
                  <a:pt x="43865" y="92006"/>
                </a:lnTo>
                <a:cubicBezTo>
                  <a:pt x="43865" y="93944"/>
                  <a:pt x="45438" y="95517"/>
                  <a:pt x="47376" y="95517"/>
                </a:cubicBezTo>
                <a:cubicBezTo>
                  <a:pt x="52933" y="95517"/>
                  <a:pt x="57948" y="92208"/>
                  <a:pt x="60219" y="87260"/>
                </a:cubicBezTo>
                <a:cubicBezTo>
                  <a:pt x="62707" y="86555"/>
                  <a:pt x="65090" y="85544"/>
                  <a:pt x="67333" y="84233"/>
                </a:cubicBezTo>
                <a:lnTo>
                  <a:pt x="70602" y="87502"/>
                </a:lnTo>
                <a:cubicBezTo>
                  <a:pt x="71973" y="88874"/>
                  <a:pt x="74195" y="88874"/>
                  <a:pt x="75567" y="87502"/>
                </a:cubicBezTo>
                <a:cubicBezTo>
                  <a:pt x="79476" y="83593"/>
                  <a:pt x="80672" y="77721"/>
                  <a:pt x="78781" y="72616"/>
                </a:cubicBezTo>
                <a:cubicBezTo>
                  <a:pt x="79911" y="70605"/>
                  <a:pt x="80763" y="68466"/>
                  <a:pt x="81414" y="66252"/>
                </a:cubicBezTo>
                <a:lnTo>
                  <a:pt x="74040" y="66252"/>
                </a:lnTo>
                <a:cubicBezTo>
                  <a:pt x="73462" y="67721"/>
                  <a:pt x="72743" y="69132"/>
                  <a:pt x="71877" y="70467"/>
                </a:cubicBezTo>
                <a:cubicBezTo>
                  <a:pt x="71170" y="71556"/>
                  <a:pt x="71126" y="72946"/>
                  <a:pt x="71754" y="74079"/>
                </a:cubicBezTo>
                <a:cubicBezTo>
                  <a:pt x="72671" y="75732"/>
                  <a:pt x="72871" y="77639"/>
                  <a:pt x="72412" y="79378"/>
                </a:cubicBezTo>
                <a:lnTo>
                  <a:pt x="70286" y="77252"/>
                </a:lnTo>
                <a:cubicBezTo>
                  <a:pt x="69067" y="76032"/>
                  <a:pt x="67144" y="75889"/>
                  <a:pt x="65751" y="76891"/>
                </a:cubicBezTo>
                <a:cubicBezTo>
                  <a:pt x="63052" y="78838"/>
                  <a:pt x="60054" y="80173"/>
                  <a:pt x="56845" y="80864"/>
                </a:cubicBezTo>
                <a:cubicBezTo>
                  <a:pt x="55578" y="81138"/>
                  <a:pt x="54563" y="82085"/>
                  <a:pt x="54207" y="83333"/>
                </a:cubicBezTo>
                <a:cubicBezTo>
                  <a:pt x="53685" y="85156"/>
                  <a:pt x="52465" y="86651"/>
                  <a:pt x="50888" y="87552"/>
                </a:cubicBezTo>
                <a:lnTo>
                  <a:pt x="50888" y="84530"/>
                </a:lnTo>
                <a:cubicBezTo>
                  <a:pt x="50888" y="82810"/>
                  <a:pt x="49640" y="81341"/>
                  <a:pt x="47939" y="81065"/>
                </a:cubicBezTo>
                <a:cubicBezTo>
                  <a:pt x="44647" y="80529"/>
                  <a:pt x="41575" y="79349"/>
                  <a:pt x="38809" y="77554"/>
                </a:cubicBezTo>
                <a:cubicBezTo>
                  <a:pt x="38230" y="77177"/>
                  <a:pt x="37565" y="76987"/>
                  <a:pt x="36897" y="76987"/>
                </a:cubicBezTo>
                <a:cubicBezTo>
                  <a:pt x="36312" y="76987"/>
                  <a:pt x="35728" y="77133"/>
                  <a:pt x="35197" y="77426"/>
                </a:cubicBezTo>
                <a:cubicBezTo>
                  <a:pt x="33542" y="78341"/>
                  <a:pt x="31630" y="78536"/>
                  <a:pt x="29898" y="78084"/>
                </a:cubicBezTo>
                <a:lnTo>
                  <a:pt x="32019" y="75963"/>
                </a:lnTo>
                <a:cubicBezTo>
                  <a:pt x="33239" y="74743"/>
                  <a:pt x="33394" y="72825"/>
                  <a:pt x="32385" y="71427"/>
                </a:cubicBezTo>
                <a:cubicBezTo>
                  <a:pt x="31217" y="69805"/>
                  <a:pt x="30296" y="68066"/>
                  <a:pt x="29578" y="66252"/>
                </a:cubicBezTo>
                <a:lnTo>
                  <a:pt x="22144" y="66252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8" name="Белый — SVG 3"/>
          <p:cNvSpPr>
            <a:spLocks noGrp="1"/>
          </p:cNvSpPr>
          <p:nvPr/>
        </p:nvSpPr>
        <p:spPr>
          <a:xfrm>
            <a:off x="16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18472" y="0"/>
                </a:moveTo>
                <a:cubicBezTo>
                  <a:pt x="8925" y="0"/>
                  <a:pt x="1111" y="7814"/>
                  <a:pt x="1111" y="17361"/>
                </a:cubicBezTo>
                <a:lnTo>
                  <a:pt x="1111" y="34984"/>
                </a:lnTo>
                <a:cubicBezTo>
                  <a:pt x="1111" y="46625"/>
                  <a:pt x="2540" y="58221"/>
                  <a:pt x="5361" y="69512"/>
                </a:cubicBezTo>
                <a:lnTo>
                  <a:pt x="6889" y="75629"/>
                </a:lnTo>
                <a:lnTo>
                  <a:pt x="1111" y="83333"/>
                </a:lnTo>
                <a:lnTo>
                  <a:pt x="98333" y="83333"/>
                </a:lnTo>
                <a:lnTo>
                  <a:pt x="84444" y="64815"/>
                </a:lnTo>
                <a:lnTo>
                  <a:pt x="15000" y="64815"/>
                </a:lnTo>
                <a:lnTo>
                  <a:pt x="12256" y="68472"/>
                </a:lnTo>
                <a:lnTo>
                  <a:pt x="12097" y="67830"/>
                </a:lnTo>
                <a:cubicBezTo>
                  <a:pt x="9414" y="57089"/>
                  <a:pt x="8056" y="46057"/>
                  <a:pt x="8056" y="34984"/>
                </a:cubicBezTo>
                <a:lnTo>
                  <a:pt x="8056" y="17361"/>
                </a:lnTo>
                <a:cubicBezTo>
                  <a:pt x="8056" y="11566"/>
                  <a:pt x="12677" y="6944"/>
                  <a:pt x="18472" y="6944"/>
                </a:cubicBezTo>
                <a:lnTo>
                  <a:pt x="36991" y="6944"/>
                </a:lnTo>
                <a:cubicBezTo>
                  <a:pt x="42389" y="6944"/>
                  <a:pt x="46720" y="10971"/>
                  <a:pt x="47294" y="16204"/>
                </a:cubicBezTo>
                <a:lnTo>
                  <a:pt x="45093" y="16204"/>
                </a:lnTo>
                <a:cubicBezTo>
                  <a:pt x="43812" y="16204"/>
                  <a:pt x="42778" y="17238"/>
                  <a:pt x="42778" y="18519"/>
                </a:cubicBezTo>
                <a:lnTo>
                  <a:pt x="42778" y="37037"/>
                </a:lnTo>
                <a:cubicBezTo>
                  <a:pt x="42778" y="38317"/>
                  <a:pt x="43812" y="39352"/>
                  <a:pt x="45093" y="39352"/>
                </a:cubicBezTo>
                <a:lnTo>
                  <a:pt x="47407" y="39352"/>
                </a:lnTo>
                <a:lnTo>
                  <a:pt x="47407" y="40509"/>
                </a:lnTo>
                <a:cubicBezTo>
                  <a:pt x="47401" y="40969"/>
                  <a:pt x="47486" y="41426"/>
                  <a:pt x="47657" y="41853"/>
                </a:cubicBezTo>
                <a:cubicBezTo>
                  <a:pt x="47829" y="42280"/>
                  <a:pt x="48084" y="42669"/>
                  <a:pt x="48407" y="42996"/>
                </a:cubicBezTo>
                <a:cubicBezTo>
                  <a:pt x="48730" y="43324"/>
                  <a:pt x="49115" y="43584"/>
                  <a:pt x="49539" y="43762"/>
                </a:cubicBezTo>
                <a:cubicBezTo>
                  <a:pt x="49964" y="43939"/>
                  <a:pt x="50419" y="44031"/>
                  <a:pt x="50880" y="44031"/>
                </a:cubicBezTo>
                <a:cubicBezTo>
                  <a:pt x="51340" y="44031"/>
                  <a:pt x="51795" y="43939"/>
                  <a:pt x="52220" y="43762"/>
                </a:cubicBezTo>
                <a:cubicBezTo>
                  <a:pt x="52644" y="43584"/>
                  <a:pt x="53029" y="43324"/>
                  <a:pt x="53352" y="42996"/>
                </a:cubicBezTo>
                <a:cubicBezTo>
                  <a:pt x="53675" y="42669"/>
                  <a:pt x="53930" y="42280"/>
                  <a:pt x="54102" y="41853"/>
                </a:cubicBezTo>
                <a:cubicBezTo>
                  <a:pt x="54273" y="41426"/>
                  <a:pt x="54358" y="40969"/>
                  <a:pt x="54352" y="40509"/>
                </a:cubicBezTo>
                <a:lnTo>
                  <a:pt x="54352" y="39352"/>
                </a:lnTo>
                <a:lnTo>
                  <a:pt x="56667" y="39352"/>
                </a:lnTo>
                <a:cubicBezTo>
                  <a:pt x="57947" y="39352"/>
                  <a:pt x="58981" y="38317"/>
                  <a:pt x="58981" y="37037"/>
                </a:cubicBezTo>
                <a:lnTo>
                  <a:pt x="58981" y="18519"/>
                </a:lnTo>
                <a:cubicBezTo>
                  <a:pt x="58981" y="17238"/>
                  <a:pt x="57947" y="16204"/>
                  <a:pt x="56667" y="16204"/>
                </a:cubicBezTo>
                <a:lnTo>
                  <a:pt x="54293" y="16204"/>
                </a:lnTo>
                <a:cubicBezTo>
                  <a:pt x="53690" y="7193"/>
                  <a:pt x="46148" y="0"/>
                  <a:pt x="36991" y="0"/>
                </a:cubicBezTo>
                <a:lnTo>
                  <a:pt x="18472" y="0"/>
                </a:lnTo>
                <a:close/>
                <a:moveTo>
                  <a:pt x="18472" y="18519"/>
                </a:moveTo>
                <a:cubicBezTo>
                  <a:pt x="16556" y="18519"/>
                  <a:pt x="15000" y="20074"/>
                  <a:pt x="15000" y="21991"/>
                </a:cubicBezTo>
                <a:lnTo>
                  <a:pt x="15000" y="60185"/>
                </a:lnTo>
                <a:lnTo>
                  <a:pt x="21944" y="60185"/>
                </a:lnTo>
                <a:lnTo>
                  <a:pt x="80972" y="60185"/>
                </a:lnTo>
                <a:lnTo>
                  <a:pt x="84444" y="60185"/>
                </a:lnTo>
                <a:lnTo>
                  <a:pt x="84444" y="21991"/>
                </a:lnTo>
                <a:cubicBezTo>
                  <a:pt x="84444" y="20074"/>
                  <a:pt x="82889" y="18519"/>
                  <a:pt x="80972" y="18519"/>
                </a:cubicBezTo>
                <a:cubicBezTo>
                  <a:pt x="79056" y="18519"/>
                  <a:pt x="77500" y="20074"/>
                  <a:pt x="77500" y="21991"/>
                </a:cubicBezTo>
                <a:lnTo>
                  <a:pt x="77500" y="25463"/>
                </a:lnTo>
                <a:lnTo>
                  <a:pt x="63611" y="25463"/>
                </a:lnTo>
                <a:lnTo>
                  <a:pt x="63611" y="37037"/>
                </a:lnTo>
                <a:cubicBezTo>
                  <a:pt x="63611" y="40308"/>
                  <a:pt x="61336" y="43058"/>
                  <a:pt x="58285" y="43792"/>
                </a:cubicBezTo>
                <a:cubicBezTo>
                  <a:pt x="57024" y="46627"/>
                  <a:pt x="54181" y="48611"/>
                  <a:pt x="50880" y="48611"/>
                </a:cubicBezTo>
                <a:cubicBezTo>
                  <a:pt x="47579" y="48611"/>
                  <a:pt x="44736" y="46627"/>
                  <a:pt x="43474" y="43792"/>
                </a:cubicBezTo>
                <a:cubicBezTo>
                  <a:pt x="40423" y="43058"/>
                  <a:pt x="38148" y="40308"/>
                  <a:pt x="38148" y="37037"/>
                </a:cubicBezTo>
                <a:lnTo>
                  <a:pt x="38148" y="25463"/>
                </a:lnTo>
                <a:lnTo>
                  <a:pt x="21944" y="25463"/>
                </a:lnTo>
                <a:lnTo>
                  <a:pt x="21944" y="21991"/>
                </a:lnTo>
                <a:cubicBezTo>
                  <a:pt x="21944" y="20074"/>
                  <a:pt x="20389" y="18519"/>
                  <a:pt x="18472" y="18519"/>
                </a:cubicBezTo>
                <a:close/>
                <a:moveTo>
                  <a:pt x="1111" y="87963"/>
                </a:moveTo>
                <a:lnTo>
                  <a:pt x="1111" y="96065"/>
                </a:lnTo>
                <a:cubicBezTo>
                  <a:pt x="1111" y="97981"/>
                  <a:pt x="2667" y="99537"/>
                  <a:pt x="4583" y="99537"/>
                </a:cubicBezTo>
                <a:lnTo>
                  <a:pt x="95322" y="99537"/>
                </a:lnTo>
                <a:cubicBezTo>
                  <a:pt x="96267" y="99537"/>
                  <a:pt x="97172" y="99153"/>
                  <a:pt x="97827" y="98470"/>
                </a:cubicBezTo>
                <a:cubicBezTo>
                  <a:pt x="98480" y="97789"/>
                  <a:pt x="98832" y="96869"/>
                  <a:pt x="98794" y="95925"/>
                </a:cubicBezTo>
                <a:lnTo>
                  <a:pt x="98473" y="87963"/>
                </a:lnTo>
                <a:lnTo>
                  <a:pt x="1111" y="87963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39" name="Белый — SVG 4"/>
          <p:cNvSpPr>
            <a:spLocks noGrp="1"/>
          </p:cNvSpPr>
          <p:nvPr/>
        </p:nvSpPr>
        <p:spPr>
          <a:xfrm>
            <a:off x="22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5556" y="0"/>
                </a:moveTo>
                <a:lnTo>
                  <a:pt x="9074" y="0"/>
                </a:lnTo>
                <a:cubicBezTo>
                  <a:pt x="6944" y="0"/>
                  <a:pt x="4931" y="856"/>
                  <a:pt x="3403" y="2407"/>
                </a:cubicBezTo>
                <a:cubicBezTo>
                  <a:pt x="1921" y="3935"/>
                  <a:pt x="1111" y="5949"/>
                  <a:pt x="1111" y="8102"/>
                </a:cubicBezTo>
                <a:lnTo>
                  <a:pt x="1111" y="16204"/>
                </a:lnTo>
                <a:lnTo>
                  <a:pt x="15000" y="16204"/>
                </a:lnTo>
                <a:cubicBezTo>
                  <a:pt x="16921" y="16204"/>
                  <a:pt x="18472" y="17755"/>
                  <a:pt x="18472" y="19676"/>
                </a:cubicBezTo>
                <a:cubicBezTo>
                  <a:pt x="18472" y="21597"/>
                  <a:pt x="16921" y="23148"/>
                  <a:pt x="15000" y="23148"/>
                </a:cubicBezTo>
                <a:lnTo>
                  <a:pt x="1111" y="23148"/>
                </a:lnTo>
                <a:lnTo>
                  <a:pt x="1111" y="32407"/>
                </a:lnTo>
                <a:lnTo>
                  <a:pt x="11088" y="32407"/>
                </a:lnTo>
                <a:cubicBezTo>
                  <a:pt x="13009" y="32407"/>
                  <a:pt x="14560" y="33958"/>
                  <a:pt x="14560" y="35880"/>
                </a:cubicBezTo>
                <a:cubicBezTo>
                  <a:pt x="14560" y="37801"/>
                  <a:pt x="13009" y="39352"/>
                  <a:pt x="11088" y="39352"/>
                </a:cubicBezTo>
                <a:lnTo>
                  <a:pt x="1111" y="39352"/>
                </a:lnTo>
                <a:lnTo>
                  <a:pt x="1111" y="48611"/>
                </a:lnTo>
                <a:lnTo>
                  <a:pt x="13843" y="48611"/>
                </a:lnTo>
                <a:cubicBezTo>
                  <a:pt x="15764" y="48611"/>
                  <a:pt x="17315" y="50162"/>
                  <a:pt x="17315" y="52083"/>
                </a:cubicBezTo>
                <a:cubicBezTo>
                  <a:pt x="17315" y="54005"/>
                  <a:pt x="15764" y="55556"/>
                  <a:pt x="13843" y="55556"/>
                </a:cubicBezTo>
                <a:lnTo>
                  <a:pt x="1111" y="55556"/>
                </a:lnTo>
                <a:lnTo>
                  <a:pt x="1111" y="64815"/>
                </a:lnTo>
                <a:lnTo>
                  <a:pt x="10278" y="64815"/>
                </a:lnTo>
                <a:cubicBezTo>
                  <a:pt x="12199" y="64815"/>
                  <a:pt x="13750" y="66366"/>
                  <a:pt x="13750" y="68287"/>
                </a:cubicBezTo>
                <a:cubicBezTo>
                  <a:pt x="13750" y="70208"/>
                  <a:pt x="12199" y="71759"/>
                  <a:pt x="10278" y="71759"/>
                </a:cubicBezTo>
                <a:lnTo>
                  <a:pt x="1111" y="71759"/>
                </a:lnTo>
                <a:lnTo>
                  <a:pt x="1111" y="91435"/>
                </a:lnTo>
                <a:cubicBezTo>
                  <a:pt x="1111" y="92662"/>
                  <a:pt x="1389" y="93819"/>
                  <a:pt x="1875" y="94861"/>
                </a:cubicBezTo>
                <a:lnTo>
                  <a:pt x="33519" y="62292"/>
                </a:lnTo>
                <a:lnTo>
                  <a:pt x="33519" y="8102"/>
                </a:lnTo>
                <a:cubicBezTo>
                  <a:pt x="33519" y="3634"/>
                  <a:pt x="29954" y="0"/>
                  <a:pt x="25556" y="0"/>
                </a:cubicBezTo>
                <a:close/>
                <a:moveTo>
                  <a:pt x="90231" y="67130"/>
                </a:moveTo>
                <a:lnTo>
                  <a:pt x="38495" y="67130"/>
                </a:lnTo>
                <a:lnTo>
                  <a:pt x="7222" y="99306"/>
                </a:lnTo>
                <a:cubicBezTo>
                  <a:pt x="7824" y="99468"/>
                  <a:pt x="8449" y="99537"/>
                  <a:pt x="9074" y="99537"/>
                </a:cubicBezTo>
                <a:lnTo>
                  <a:pt x="90231" y="99537"/>
                </a:lnTo>
                <a:cubicBezTo>
                  <a:pt x="94699" y="99537"/>
                  <a:pt x="98333" y="95949"/>
                  <a:pt x="98333" y="91551"/>
                </a:cubicBezTo>
                <a:lnTo>
                  <a:pt x="98333" y="75093"/>
                </a:lnTo>
                <a:cubicBezTo>
                  <a:pt x="98333" y="70694"/>
                  <a:pt x="94699" y="67130"/>
                  <a:pt x="90231" y="67130"/>
                </a:cubicBezTo>
                <a:close/>
                <a:moveTo>
                  <a:pt x="35833" y="87963"/>
                </a:moveTo>
                <a:cubicBezTo>
                  <a:pt x="33287" y="87963"/>
                  <a:pt x="31204" y="85880"/>
                  <a:pt x="31204" y="83333"/>
                </a:cubicBezTo>
                <a:cubicBezTo>
                  <a:pt x="31204" y="80787"/>
                  <a:pt x="33287" y="78704"/>
                  <a:pt x="35833" y="78704"/>
                </a:cubicBezTo>
                <a:cubicBezTo>
                  <a:pt x="38380" y="78704"/>
                  <a:pt x="40463" y="80787"/>
                  <a:pt x="40463" y="83333"/>
                </a:cubicBezTo>
                <a:cubicBezTo>
                  <a:pt x="40463" y="85880"/>
                  <a:pt x="38380" y="87963"/>
                  <a:pt x="35833" y="87963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0" name="Белый — SVG 5"/>
          <p:cNvSpPr>
            <a:spLocks noGrp="1"/>
          </p:cNvSpPr>
          <p:nvPr/>
        </p:nvSpPr>
        <p:spPr>
          <a:xfrm>
            <a:off x="28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2619" y="0"/>
                </a:moveTo>
                <a:cubicBezTo>
                  <a:pt x="21281" y="-6"/>
                  <a:pt x="20007" y="102"/>
                  <a:pt x="18803" y="309"/>
                </a:cubicBezTo>
                <a:cubicBezTo>
                  <a:pt x="16395" y="725"/>
                  <a:pt x="14266" y="1534"/>
                  <a:pt x="12457" y="2612"/>
                </a:cubicBezTo>
                <a:cubicBezTo>
                  <a:pt x="8839" y="4767"/>
                  <a:pt x="6531" y="7791"/>
                  <a:pt x="4947" y="10260"/>
                </a:cubicBezTo>
                <a:cubicBezTo>
                  <a:pt x="-2540" y="21925"/>
                  <a:pt x="-895" y="34082"/>
                  <a:pt x="6101" y="42287"/>
                </a:cubicBezTo>
                <a:cubicBezTo>
                  <a:pt x="12691" y="50016"/>
                  <a:pt x="23383" y="54627"/>
                  <a:pt x="34971" y="55143"/>
                </a:cubicBezTo>
                <a:cubicBezTo>
                  <a:pt x="35405" y="56521"/>
                  <a:pt x="36001" y="57850"/>
                  <a:pt x="36814" y="59083"/>
                </a:cubicBezTo>
                <a:cubicBezTo>
                  <a:pt x="36119" y="60824"/>
                  <a:pt x="35247" y="62221"/>
                  <a:pt x="34558" y="62653"/>
                </a:cubicBezTo>
                <a:cubicBezTo>
                  <a:pt x="34132" y="62920"/>
                  <a:pt x="33777" y="63065"/>
                  <a:pt x="32802" y="62941"/>
                </a:cubicBezTo>
                <a:cubicBezTo>
                  <a:pt x="31827" y="62817"/>
                  <a:pt x="30229" y="62283"/>
                  <a:pt x="28043" y="60881"/>
                </a:cubicBezTo>
                <a:cubicBezTo>
                  <a:pt x="22290" y="57192"/>
                  <a:pt x="15573" y="57645"/>
                  <a:pt x="10459" y="60258"/>
                </a:cubicBezTo>
                <a:cubicBezTo>
                  <a:pt x="5344" y="62871"/>
                  <a:pt x="1362" y="67502"/>
                  <a:pt x="384" y="73124"/>
                </a:cubicBezTo>
                <a:cubicBezTo>
                  <a:pt x="-633" y="78971"/>
                  <a:pt x="459" y="83871"/>
                  <a:pt x="2614" y="87489"/>
                </a:cubicBezTo>
                <a:cubicBezTo>
                  <a:pt x="4770" y="91107"/>
                  <a:pt x="7794" y="93415"/>
                  <a:pt x="10263" y="94999"/>
                </a:cubicBezTo>
                <a:cubicBezTo>
                  <a:pt x="21927" y="102487"/>
                  <a:pt x="34084" y="100842"/>
                  <a:pt x="42290" y="93845"/>
                </a:cubicBezTo>
                <a:cubicBezTo>
                  <a:pt x="49999" y="87272"/>
                  <a:pt x="54605" y="76617"/>
                  <a:pt x="55141" y="65063"/>
                </a:cubicBezTo>
                <a:cubicBezTo>
                  <a:pt x="56600" y="64603"/>
                  <a:pt x="57929" y="63944"/>
                  <a:pt x="59122" y="63142"/>
                </a:cubicBezTo>
                <a:cubicBezTo>
                  <a:pt x="60847" y="63835"/>
                  <a:pt x="62226" y="64704"/>
                  <a:pt x="62655" y="65388"/>
                </a:cubicBezTo>
                <a:cubicBezTo>
                  <a:pt x="62923" y="65814"/>
                  <a:pt x="63068" y="66169"/>
                  <a:pt x="62944" y="67144"/>
                </a:cubicBezTo>
                <a:cubicBezTo>
                  <a:pt x="62819" y="68119"/>
                  <a:pt x="62285" y="69717"/>
                  <a:pt x="60883" y="71903"/>
                </a:cubicBezTo>
                <a:cubicBezTo>
                  <a:pt x="57195" y="77656"/>
                  <a:pt x="57647" y="84373"/>
                  <a:pt x="60260" y="89488"/>
                </a:cubicBezTo>
                <a:cubicBezTo>
                  <a:pt x="62873" y="94602"/>
                  <a:pt x="67504" y="98584"/>
                  <a:pt x="73127" y="99562"/>
                </a:cubicBezTo>
                <a:cubicBezTo>
                  <a:pt x="78973" y="100579"/>
                  <a:pt x="83873" y="99488"/>
                  <a:pt x="87492" y="97332"/>
                </a:cubicBezTo>
                <a:cubicBezTo>
                  <a:pt x="91110" y="95176"/>
                  <a:pt x="93417" y="92152"/>
                  <a:pt x="95001" y="89683"/>
                </a:cubicBezTo>
                <a:cubicBezTo>
                  <a:pt x="102489" y="78019"/>
                  <a:pt x="100844" y="65862"/>
                  <a:pt x="93848" y="57657"/>
                </a:cubicBezTo>
                <a:cubicBezTo>
                  <a:pt x="87253" y="49922"/>
                  <a:pt x="76550" y="45311"/>
                  <a:pt x="64952" y="44801"/>
                </a:cubicBezTo>
                <a:cubicBezTo>
                  <a:pt x="64515" y="43444"/>
                  <a:pt x="63915" y="42136"/>
                  <a:pt x="63108" y="40922"/>
                </a:cubicBezTo>
                <a:cubicBezTo>
                  <a:pt x="63807" y="39152"/>
                  <a:pt x="64694" y="37728"/>
                  <a:pt x="65390" y="37291"/>
                </a:cubicBezTo>
                <a:cubicBezTo>
                  <a:pt x="65817" y="37024"/>
                  <a:pt x="66172" y="36878"/>
                  <a:pt x="67147" y="37003"/>
                </a:cubicBezTo>
                <a:cubicBezTo>
                  <a:pt x="68122" y="37127"/>
                  <a:pt x="69719" y="37661"/>
                  <a:pt x="71906" y="39063"/>
                </a:cubicBezTo>
                <a:cubicBezTo>
                  <a:pt x="77659" y="42752"/>
                  <a:pt x="84376" y="42299"/>
                  <a:pt x="89490" y="39686"/>
                </a:cubicBezTo>
                <a:cubicBezTo>
                  <a:pt x="94604" y="37073"/>
                  <a:pt x="98587" y="32442"/>
                  <a:pt x="99565" y="26820"/>
                </a:cubicBezTo>
                <a:cubicBezTo>
                  <a:pt x="100582" y="20973"/>
                  <a:pt x="99490" y="16073"/>
                  <a:pt x="97335" y="12455"/>
                </a:cubicBezTo>
                <a:cubicBezTo>
                  <a:pt x="95179" y="8836"/>
                  <a:pt x="92155" y="6529"/>
                  <a:pt x="89686" y="4945"/>
                </a:cubicBezTo>
                <a:cubicBezTo>
                  <a:pt x="83854" y="1201"/>
                  <a:pt x="77897" y="-257"/>
                  <a:pt x="72375" y="93"/>
                </a:cubicBezTo>
                <a:cubicBezTo>
                  <a:pt x="66852" y="443"/>
                  <a:pt x="61762" y="2600"/>
                  <a:pt x="57659" y="6099"/>
                </a:cubicBezTo>
                <a:cubicBezTo>
                  <a:pt x="49928" y="12691"/>
                  <a:pt x="45317" y="23387"/>
                  <a:pt x="44803" y="34978"/>
                </a:cubicBezTo>
                <a:cubicBezTo>
                  <a:pt x="43384" y="35425"/>
                  <a:pt x="42092" y="36066"/>
                  <a:pt x="40925" y="36838"/>
                </a:cubicBezTo>
                <a:cubicBezTo>
                  <a:pt x="39155" y="36139"/>
                  <a:pt x="37730" y="35253"/>
                  <a:pt x="37294" y="34556"/>
                </a:cubicBezTo>
                <a:cubicBezTo>
                  <a:pt x="37026" y="34129"/>
                  <a:pt x="36881" y="33774"/>
                  <a:pt x="37005" y="32800"/>
                </a:cubicBezTo>
                <a:cubicBezTo>
                  <a:pt x="37129" y="31825"/>
                  <a:pt x="37664" y="30227"/>
                  <a:pt x="39065" y="28040"/>
                </a:cubicBezTo>
                <a:cubicBezTo>
                  <a:pt x="42754" y="22288"/>
                  <a:pt x="42302" y="15570"/>
                  <a:pt x="39689" y="10456"/>
                </a:cubicBezTo>
                <a:cubicBezTo>
                  <a:pt x="37076" y="5342"/>
                  <a:pt x="32445" y="1360"/>
                  <a:pt x="26822" y="381"/>
                </a:cubicBezTo>
                <a:cubicBezTo>
                  <a:pt x="25361" y="127"/>
                  <a:pt x="23958" y="7"/>
                  <a:pt x="22619" y="0"/>
                </a:cubicBezTo>
                <a:close/>
                <a:moveTo>
                  <a:pt x="49974" y="42112"/>
                </a:moveTo>
                <a:cubicBezTo>
                  <a:pt x="52941" y="42112"/>
                  <a:pt x="54665" y="43082"/>
                  <a:pt x="55918" y="44492"/>
                </a:cubicBezTo>
                <a:cubicBezTo>
                  <a:pt x="57171" y="45901"/>
                  <a:pt x="57886" y="47936"/>
                  <a:pt x="57886" y="50023"/>
                </a:cubicBezTo>
                <a:cubicBezTo>
                  <a:pt x="57886" y="52111"/>
                  <a:pt x="57171" y="54141"/>
                  <a:pt x="55918" y="55550"/>
                </a:cubicBezTo>
                <a:cubicBezTo>
                  <a:pt x="54665" y="56959"/>
                  <a:pt x="52941" y="57935"/>
                  <a:pt x="49974" y="57935"/>
                </a:cubicBezTo>
                <a:cubicBezTo>
                  <a:pt x="47008" y="57935"/>
                  <a:pt x="45283" y="56959"/>
                  <a:pt x="44031" y="55550"/>
                </a:cubicBezTo>
                <a:cubicBezTo>
                  <a:pt x="42778" y="54141"/>
                  <a:pt x="42063" y="52111"/>
                  <a:pt x="42063" y="50023"/>
                </a:cubicBezTo>
                <a:cubicBezTo>
                  <a:pt x="42063" y="47936"/>
                  <a:pt x="42778" y="45901"/>
                  <a:pt x="44031" y="44492"/>
                </a:cubicBezTo>
                <a:cubicBezTo>
                  <a:pt x="45283" y="43082"/>
                  <a:pt x="47008" y="42112"/>
                  <a:pt x="49974" y="4211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1" name="Белый — SVG 6"/>
          <p:cNvSpPr>
            <a:spLocks noGrp="1"/>
          </p:cNvSpPr>
          <p:nvPr/>
        </p:nvSpPr>
        <p:spPr>
          <a:xfrm>
            <a:off x="34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2226" y="0"/>
                </a:moveTo>
                <a:cubicBezTo>
                  <a:pt x="34794" y="0"/>
                  <a:pt x="27536" y="1437"/>
                  <a:pt x="20650" y="4272"/>
                </a:cubicBezTo>
                <a:cubicBezTo>
                  <a:pt x="19049" y="4931"/>
                  <a:pt x="18070" y="6569"/>
                  <a:pt x="18250" y="8291"/>
                </a:cubicBezTo>
                <a:cubicBezTo>
                  <a:pt x="18429" y="10015"/>
                  <a:pt x="19720" y="11411"/>
                  <a:pt x="21423" y="11724"/>
                </a:cubicBezTo>
                <a:cubicBezTo>
                  <a:pt x="54642" y="17867"/>
                  <a:pt x="81089" y="44316"/>
                  <a:pt x="87229" y="77535"/>
                </a:cubicBezTo>
                <a:cubicBezTo>
                  <a:pt x="87545" y="79238"/>
                  <a:pt x="88946" y="80527"/>
                  <a:pt x="90668" y="80709"/>
                </a:cubicBezTo>
                <a:cubicBezTo>
                  <a:pt x="90806" y="80719"/>
                  <a:pt x="90939" y="80729"/>
                  <a:pt x="91075" y="80729"/>
                </a:cubicBezTo>
                <a:cubicBezTo>
                  <a:pt x="92645" y="80729"/>
                  <a:pt x="94079" y="79785"/>
                  <a:pt x="94686" y="78308"/>
                </a:cubicBezTo>
                <a:cubicBezTo>
                  <a:pt x="97522" y="71425"/>
                  <a:pt x="98958" y="64170"/>
                  <a:pt x="98958" y="56732"/>
                </a:cubicBezTo>
                <a:cubicBezTo>
                  <a:pt x="98958" y="25448"/>
                  <a:pt x="73507" y="0"/>
                  <a:pt x="42226" y="0"/>
                </a:cubicBezTo>
                <a:close/>
                <a:moveTo>
                  <a:pt x="83115" y="2665"/>
                </a:moveTo>
                <a:cubicBezTo>
                  <a:pt x="81428" y="2665"/>
                  <a:pt x="79737" y="3281"/>
                  <a:pt x="78507" y="4512"/>
                </a:cubicBezTo>
                <a:lnTo>
                  <a:pt x="77301" y="5717"/>
                </a:lnTo>
                <a:cubicBezTo>
                  <a:pt x="83533" y="10016"/>
                  <a:pt x="88942" y="15426"/>
                  <a:pt x="93241" y="21657"/>
                </a:cubicBezTo>
                <a:lnTo>
                  <a:pt x="94447" y="20452"/>
                </a:lnTo>
                <a:cubicBezTo>
                  <a:pt x="96986" y="17913"/>
                  <a:pt x="96986" y="13782"/>
                  <a:pt x="94447" y="11246"/>
                </a:cubicBezTo>
                <a:lnTo>
                  <a:pt x="87718" y="4512"/>
                </a:lnTo>
                <a:cubicBezTo>
                  <a:pt x="86489" y="3281"/>
                  <a:pt x="84802" y="2666"/>
                  <a:pt x="83115" y="2665"/>
                </a:cubicBezTo>
                <a:close/>
                <a:moveTo>
                  <a:pt x="53360" y="31616"/>
                </a:moveTo>
                <a:lnTo>
                  <a:pt x="2889" y="82057"/>
                </a:lnTo>
                <a:cubicBezTo>
                  <a:pt x="1040" y="83932"/>
                  <a:pt x="0" y="86404"/>
                  <a:pt x="0" y="89061"/>
                </a:cubicBezTo>
                <a:cubicBezTo>
                  <a:pt x="0" y="91691"/>
                  <a:pt x="1040" y="94195"/>
                  <a:pt x="2889" y="96044"/>
                </a:cubicBezTo>
                <a:cubicBezTo>
                  <a:pt x="4764" y="97919"/>
                  <a:pt x="7268" y="98958"/>
                  <a:pt x="9898" y="98958"/>
                </a:cubicBezTo>
                <a:cubicBezTo>
                  <a:pt x="12554" y="98958"/>
                  <a:pt x="15027" y="97918"/>
                  <a:pt x="16902" y="96069"/>
                </a:cubicBezTo>
                <a:lnTo>
                  <a:pt x="67342" y="45624"/>
                </a:lnTo>
                <a:cubicBezTo>
                  <a:pt x="63306" y="40363"/>
                  <a:pt x="58594" y="35679"/>
                  <a:pt x="53360" y="31616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2" name="Белый — SVG 7"/>
          <p:cNvSpPr>
            <a:spLocks noGrp="1"/>
          </p:cNvSpPr>
          <p:nvPr/>
        </p:nvSpPr>
        <p:spPr>
          <a:xfrm>
            <a:off x="40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30240" y="0"/>
                </a:moveTo>
                <a:lnTo>
                  <a:pt x="29500" y="121"/>
                </a:lnTo>
                <a:cubicBezTo>
                  <a:pt x="26892" y="549"/>
                  <a:pt x="23643" y="1409"/>
                  <a:pt x="20691" y="2757"/>
                </a:cubicBezTo>
                <a:cubicBezTo>
                  <a:pt x="19215" y="3431"/>
                  <a:pt x="17811" y="4195"/>
                  <a:pt x="16535" y="5369"/>
                </a:cubicBezTo>
                <a:cubicBezTo>
                  <a:pt x="15260" y="6543"/>
                  <a:pt x="13876" y="8532"/>
                  <a:pt x="14124" y="11044"/>
                </a:cubicBezTo>
                <a:lnTo>
                  <a:pt x="14124" y="11052"/>
                </a:lnTo>
                <a:cubicBezTo>
                  <a:pt x="14361" y="13425"/>
                  <a:pt x="14041" y="14626"/>
                  <a:pt x="13441" y="15553"/>
                </a:cubicBezTo>
                <a:cubicBezTo>
                  <a:pt x="12841" y="16479"/>
                  <a:pt x="11655" y="17466"/>
                  <a:pt x="9141" y="18470"/>
                </a:cubicBezTo>
                <a:cubicBezTo>
                  <a:pt x="7276" y="19213"/>
                  <a:pt x="6155" y="19641"/>
                  <a:pt x="4905" y="20737"/>
                </a:cubicBezTo>
                <a:cubicBezTo>
                  <a:pt x="3654" y="21835"/>
                  <a:pt x="3053" y="24340"/>
                  <a:pt x="3032" y="24764"/>
                </a:cubicBezTo>
                <a:lnTo>
                  <a:pt x="3024" y="24876"/>
                </a:lnTo>
                <a:lnTo>
                  <a:pt x="3024" y="24997"/>
                </a:lnTo>
                <a:cubicBezTo>
                  <a:pt x="3033" y="26135"/>
                  <a:pt x="3170" y="26460"/>
                  <a:pt x="3298" y="27143"/>
                </a:cubicBezTo>
                <a:cubicBezTo>
                  <a:pt x="3425" y="27826"/>
                  <a:pt x="3575" y="28547"/>
                  <a:pt x="3691" y="29104"/>
                </a:cubicBezTo>
                <a:cubicBezTo>
                  <a:pt x="4095" y="31060"/>
                  <a:pt x="4359" y="32505"/>
                  <a:pt x="4391" y="33283"/>
                </a:cubicBezTo>
                <a:cubicBezTo>
                  <a:pt x="4422" y="34063"/>
                  <a:pt x="4382" y="33963"/>
                  <a:pt x="4310" y="34063"/>
                </a:cubicBezTo>
                <a:lnTo>
                  <a:pt x="4214" y="34208"/>
                </a:lnTo>
                <a:lnTo>
                  <a:pt x="4117" y="34352"/>
                </a:lnTo>
                <a:cubicBezTo>
                  <a:pt x="3263" y="35791"/>
                  <a:pt x="2884" y="37041"/>
                  <a:pt x="2325" y="38733"/>
                </a:cubicBezTo>
                <a:cubicBezTo>
                  <a:pt x="1766" y="40425"/>
                  <a:pt x="1251" y="41983"/>
                  <a:pt x="1103" y="43829"/>
                </a:cubicBezTo>
                <a:lnTo>
                  <a:pt x="975" y="45420"/>
                </a:lnTo>
                <a:lnTo>
                  <a:pt x="1947" y="46674"/>
                </a:lnTo>
                <a:cubicBezTo>
                  <a:pt x="2296" y="47123"/>
                  <a:pt x="2629" y="47499"/>
                  <a:pt x="2912" y="47823"/>
                </a:cubicBezTo>
                <a:cubicBezTo>
                  <a:pt x="3708" y="48743"/>
                  <a:pt x="4253" y="49476"/>
                  <a:pt x="4463" y="50162"/>
                </a:cubicBezTo>
                <a:cubicBezTo>
                  <a:pt x="4674" y="50851"/>
                  <a:pt x="4825" y="51593"/>
                  <a:pt x="3796" y="53530"/>
                </a:cubicBezTo>
                <a:lnTo>
                  <a:pt x="3121" y="54800"/>
                </a:lnTo>
                <a:cubicBezTo>
                  <a:pt x="1788" y="57273"/>
                  <a:pt x="722" y="59459"/>
                  <a:pt x="348" y="62645"/>
                </a:cubicBezTo>
                <a:cubicBezTo>
                  <a:pt x="-46" y="66003"/>
                  <a:pt x="-420" y="69986"/>
                  <a:pt x="1111" y="74010"/>
                </a:cubicBezTo>
                <a:lnTo>
                  <a:pt x="1111" y="74018"/>
                </a:lnTo>
                <a:cubicBezTo>
                  <a:pt x="2188" y="76838"/>
                  <a:pt x="4400" y="78111"/>
                  <a:pt x="6513" y="79451"/>
                </a:cubicBezTo>
                <a:cubicBezTo>
                  <a:pt x="8500" y="80714"/>
                  <a:pt x="10261" y="81908"/>
                  <a:pt x="11407" y="83695"/>
                </a:cubicBezTo>
                <a:lnTo>
                  <a:pt x="11890" y="84434"/>
                </a:lnTo>
                <a:lnTo>
                  <a:pt x="12621" y="84917"/>
                </a:lnTo>
                <a:cubicBezTo>
                  <a:pt x="14299" y="86012"/>
                  <a:pt x="16190" y="86592"/>
                  <a:pt x="20401" y="87537"/>
                </a:cubicBezTo>
                <a:cubicBezTo>
                  <a:pt x="24613" y="88482"/>
                  <a:pt x="31038" y="89608"/>
                  <a:pt x="41058" y="90929"/>
                </a:cubicBezTo>
                <a:cubicBezTo>
                  <a:pt x="42839" y="91162"/>
                  <a:pt x="44296" y="91382"/>
                  <a:pt x="44281" y="91379"/>
                </a:cubicBezTo>
                <a:lnTo>
                  <a:pt x="44281" y="91387"/>
                </a:lnTo>
                <a:cubicBezTo>
                  <a:pt x="47540" y="92040"/>
                  <a:pt x="50920" y="93391"/>
                  <a:pt x="54416" y="94827"/>
                </a:cubicBezTo>
                <a:lnTo>
                  <a:pt x="54416" y="94835"/>
                </a:lnTo>
                <a:cubicBezTo>
                  <a:pt x="59001" y="96715"/>
                  <a:pt x="63736" y="98798"/>
                  <a:pt x="69093" y="98798"/>
                </a:cubicBezTo>
                <a:cubicBezTo>
                  <a:pt x="71760" y="98798"/>
                  <a:pt x="74121" y="97994"/>
                  <a:pt x="76664" y="97118"/>
                </a:cubicBezTo>
                <a:cubicBezTo>
                  <a:pt x="79208" y="96242"/>
                  <a:pt x="81738" y="95204"/>
                  <a:pt x="83577" y="94449"/>
                </a:cubicBezTo>
                <a:cubicBezTo>
                  <a:pt x="86304" y="93327"/>
                  <a:pt x="87569" y="92882"/>
                  <a:pt x="87965" y="92810"/>
                </a:cubicBezTo>
                <a:cubicBezTo>
                  <a:pt x="91760" y="92110"/>
                  <a:pt x="95115" y="90952"/>
                  <a:pt x="97152" y="87641"/>
                </a:cubicBezTo>
                <a:cubicBezTo>
                  <a:pt x="97267" y="87455"/>
                  <a:pt x="97885" y="86386"/>
                  <a:pt x="98109" y="85150"/>
                </a:cubicBezTo>
                <a:cubicBezTo>
                  <a:pt x="98332" y="83914"/>
                  <a:pt x="98257" y="82425"/>
                  <a:pt x="97787" y="80842"/>
                </a:cubicBezTo>
                <a:cubicBezTo>
                  <a:pt x="96890" y="77824"/>
                  <a:pt x="97365" y="72551"/>
                  <a:pt x="98076" y="67098"/>
                </a:cubicBezTo>
                <a:lnTo>
                  <a:pt x="98076" y="67089"/>
                </a:lnTo>
                <a:cubicBezTo>
                  <a:pt x="98268" y="65629"/>
                  <a:pt x="98514" y="63752"/>
                  <a:pt x="98663" y="61994"/>
                </a:cubicBezTo>
                <a:cubicBezTo>
                  <a:pt x="98738" y="61113"/>
                  <a:pt x="98792" y="60269"/>
                  <a:pt x="98792" y="59446"/>
                </a:cubicBezTo>
                <a:cubicBezTo>
                  <a:pt x="98792" y="58622"/>
                  <a:pt x="98857" y="57943"/>
                  <a:pt x="98422" y="56665"/>
                </a:cubicBezTo>
                <a:lnTo>
                  <a:pt x="98430" y="56665"/>
                </a:lnTo>
                <a:cubicBezTo>
                  <a:pt x="97683" y="54460"/>
                  <a:pt x="96444" y="53030"/>
                  <a:pt x="95400" y="51690"/>
                </a:cubicBezTo>
                <a:lnTo>
                  <a:pt x="95400" y="51681"/>
                </a:lnTo>
                <a:cubicBezTo>
                  <a:pt x="94435" y="50441"/>
                  <a:pt x="93549" y="49279"/>
                  <a:pt x="92940" y="48040"/>
                </a:cubicBezTo>
                <a:cubicBezTo>
                  <a:pt x="92539" y="47224"/>
                  <a:pt x="92445" y="44095"/>
                  <a:pt x="93149" y="37857"/>
                </a:cubicBezTo>
                <a:cubicBezTo>
                  <a:pt x="93295" y="36559"/>
                  <a:pt x="93498" y="34801"/>
                  <a:pt x="93632" y="33139"/>
                </a:cubicBezTo>
                <a:cubicBezTo>
                  <a:pt x="93765" y="31477"/>
                  <a:pt x="93999" y="30347"/>
                  <a:pt x="93624" y="28397"/>
                </a:cubicBezTo>
                <a:lnTo>
                  <a:pt x="93495" y="27746"/>
                </a:lnTo>
                <a:lnTo>
                  <a:pt x="93173" y="27167"/>
                </a:lnTo>
                <a:cubicBezTo>
                  <a:pt x="91424" y="24037"/>
                  <a:pt x="88013" y="20269"/>
                  <a:pt x="84244" y="16364"/>
                </a:cubicBezTo>
                <a:cubicBezTo>
                  <a:pt x="82359" y="14412"/>
                  <a:pt x="80435" y="12547"/>
                  <a:pt x="78690" y="11011"/>
                </a:cubicBezTo>
                <a:cubicBezTo>
                  <a:pt x="76945" y="9476"/>
                  <a:pt x="75690" y="8319"/>
                  <a:pt x="73715" y="7467"/>
                </a:cubicBezTo>
                <a:lnTo>
                  <a:pt x="73007" y="7161"/>
                </a:lnTo>
                <a:lnTo>
                  <a:pt x="72244" y="7129"/>
                </a:lnTo>
                <a:cubicBezTo>
                  <a:pt x="71947" y="7118"/>
                  <a:pt x="71627" y="7113"/>
                  <a:pt x="71271" y="7113"/>
                </a:cubicBezTo>
                <a:cubicBezTo>
                  <a:pt x="68174" y="7113"/>
                  <a:pt x="62618" y="7426"/>
                  <a:pt x="58885" y="7628"/>
                </a:cubicBezTo>
                <a:cubicBezTo>
                  <a:pt x="56818" y="7739"/>
                  <a:pt x="54913" y="7812"/>
                  <a:pt x="55059" y="7812"/>
                </a:cubicBezTo>
                <a:cubicBezTo>
                  <a:pt x="52958" y="7812"/>
                  <a:pt x="47235" y="6035"/>
                  <a:pt x="39716" y="3167"/>
                </a:cubicBezTo>
                <a:cubicBezTo>
                  <a:pt x="38287" y="2622"/>
                  <a:pt x="36591" y="1972"/>
                  <a:pt x="35046" y="1415"/>
                </a:cubicBezTo>
                <a:cubicBezTo>
                  <a:pt x="33501" y="858"/>
                  <a:pt x="32324" y="413"/>
                  <a:pt x="30971" y="145"/>
                </a:cubicBezTo>
                <a:lnTo>
                  <a:pt x="30240" y="0"/>
                </a:lnTo>
                <a:close/>
                <a:moveTo>
                  <a:pt x="22403" y="12627"/>
                </a:moveTo>
                <a:cubicBezTo>
                  <a:pt x="32881" y="13547"/>
                  <a:pt x="32948" y="17068"/>
                  <a:pt x="32948" y="20608"/>
                </a:cubicBezTo>
                <a:cubicBezTo>
                  <a:pt x="32948" y="32954"/>
                  <a:pt x="49409" y="24723"/>
                  <a:pt x="49409" y="32954"/>
                </a:cubicBezTo>
                <a:cubicBezTo>
                  <a:pt x="49409" y="37069"/>
                  <a:pt x="61755" y="41184"/>
                  <a:pt x="61755" y="45300"/>
                </a:cubicBezTo>
                <a:cubicBezTo>
                  <a:pt x="61755" y="49415"/>
                  <a:pt x="57640" y="53530"/>
                  <a:pt x="57640" y="57645"/>
                </a:cubicBezTo>
                <a:cubicBezTo>
                  <a:pt x="57640" y="69991"/>
                  <a:pt x="69985" y="61760"/>
                  <a:pt x="69985" y="69991"/>
                </a:cubicBezTo>
                <a:lnTo>
                  <a:pt x="69985" y="78221"/>
                </a:lnTo>
                <a:cubicBezTo>
                  <a:pt x="69985" y="82111"/>
                  <a:pt x="66217" y="85957"/>
                  <a:pt x="55389" y="86371"/>
                </a:cubicBezTo>
                <a:cubicBezTo>
                  <a:pt x="52461" y="85191"/>
                  <a:pt x="49363" y="84010"/>
                  <a:pt x="45905" y="83317"/>
                </a:cubicBezTo>
                <a:cubicBezTo>
                  <a:pt x="44994" y="83134"/>
                  <a:pt x="43935" y="83006"/>
                  <a:pt x="42135" y="82771"/>
                </a:cubicBezTo>
                <a:lnTo>
                  <a:pt x="42127" y="82771"/>
                </a:lnTo>
                <a:cubicBezTo>
                  <a:pt x="32265" y="81471"/>
                  <a:pt x="26032" y="80365"/>
                  <a:pt x="22210" y="79507"/>
                </a:cubicBezTo>
                <a:cubicBezTo>
                  <a:pt x="19084" y="78806"/>
                  <a:pt x="17824" y="78279"/>
                  <a:pt x="17492" y="78157"/>
                </a:cubicBezTo>
                <a:cubicBezTo>
                  <a:pt x="15319" y="75325"/>
                  <a:pt x="12685" y="73617"/>
                  <a:pt x="10925" y="72499"/>
                </a:cubicBezTo>
                <a:cubicBezTo>
                  <a:pt x="8898" y="71213"/>
                  <a:pt x="8723" y="70865"/>
                  <a:pt x="8803" y="71076"/>
                </a:cubicBezTo>
                <a:cubicBezTo>
                  <a:pt x="8148" y="69347"/>
                  <a:pt x="8167" y="66627"/>
                  <a:pt x="8522" y="63601"/>
                </a:cubicBezTo>
                <a:cubicBezTo>
                  <a:pt x="8773" y="61464"/>
                  <a:pt x="9039" y="61169"/>
                  <a:pt x="10371" y="58698"/>
                </a:cubicBezTo>
                <a:lnTo>
                  <a:pt x="10371" y="58690"/>
                </a:lnTo>
                <a:lnTo>
                  <a:pt x="11062" y="57396"/>
                </a:lnTo>
                <a:lnTo>
                  <a:pt x="11070" y="57388"/>
                </a:lnTo>
                <a:cubicBezTo>
                  <a:pt x="12905" y="53934"/>
                  <a:pt x="13148" y="50430"/>
                  <a:pt x="12332" y="47759"/>
                </a:cubicBezTo>
                <a:cubicBezTo>
                  <a:pt x="11645" y="45510"/>
                  <a:pt x="10477" y="44265"/>
                  <a:pt x="9623" y="43266"/>
                </a:cubicBezTo>
                <a:cubicBezTo>
                  <a:pt x="9774" y="42625"/>
                  <a:pt x="9854" y="42172"/>
                  <a:pt x="10138" y="41313"/>
                </a:cubicBezTo>
                <a:cubicBezTo>
                  <a:pt x="10599" y="39916"/>
                  <a:pt x="11374" y="38261"/>
                  <a:pt x="11199" y="38556"/>
                </a:cubicBezTo>
                <a:lnTo>
                  <a:pt x="11006" y="38854"/>
                </a:lnTo>
                <a:cubicBezTo>
                  <a:pt x="12292" y="37057"/>
                  <a:pt x="12688" y="34815"/>
                  <a:pt x="12613" y="32954"/>
                </a:cubicBezTo>
                <a:cubicBezTo>
                  <a:pt x="12538" y="31093"/>
                  <a:pt x="12159" y="29396"/>
                  <a:pt x="11753" y="27432"/>
                </a:cubicBezTo>
                <a:lnTo>
                  <a:pt x="11753" y="27424"/>
                </a:lnTo>
                <a:cubicBezTo>
                  <a:pt x="11688" y="27109"/>
                  <a:pt x="11615" y="26755"/>
                  <a:pt x="11544" y="26403"/>
                </a:cubicBezTo>
                <a:cubicBezTo>
                  <a:pt x="11864" y="26245"/>
                  <a:pt x="11637" y="26344"/>
                  <a:pt x="12195" y="26122"/>
                </a:cubicBezTo>
                <a:lnTo>
                  <a:pt x="12195" y="26114"/>
                </a:lnTo>
                <a:cubicBezTo>
                  <a:pt x="15632" y="24740"/>
                  <a:pt x="18512" y="22860"/>
                  <a:pt x="20345" y="20030"/>
                </a:cubicBezTo>
                <a:cubicBezTo>
                  <a:pt x="21760" y="17845"/>
                  <a:pt x="22358" y="15297"/>
                  <a:pt x="22403" y="12627"/>
                </a:cubicBezTo>
                <a:close/>
                <a:moveTo>
                  <a:pt x="27346" y="32954"/>
                </a:moveTo>
                <a:cubicBezTo>
                  <a:pt x="24531" y="32954"/>
                  <a:pt x="22642" y="35031"/>
                  <a:pt x="20836" y="37809"/>
                </a:cubicBezTo>
                <a:cubicBezTo>
                  <a:pt x="19584" y="39726"/>
                  <a:pt x="23859" y="41565"/>
                  <a:pt x="24477" y="44199"/>
                </a:cubicBezTo>
                <a:cubicBezTo>
                  <a:pt x="25073" y="46742"/>
                  <a:pt x="29596" y="44537"/>
                  <a:pt x="32546" y="41080"/>
                </a:cubicBezTo>
                <a:cubicBezTo>
                  <a:pt x="34201" y="39138"/>
                  <a:pt x="30233" y="37247"/>
                  <a:pt x="29813" y="36531"/>
                </a:cubicBezTo>
                <a:cubicBezTo>
                  <a:pt x="29418" y="35860"/>
                  <a:pt x="28893" y="32954"/>
                  <a:pt x="27346" y="32954"/>
                </a:cubicBezTo>
                <a:close/>
                <a:moveTo>
                  <a:pt x="37827" y="57645"/>
                </a:moveTo>
                <a:cubicBezTo>
                  <a:pt x="34074" y="57645"/>
                  <a:pt x="31550" y="60412"/>
                  <a:pt x="29138" y="64116"/>
                </a:cubicBezTo>
                <a:cubicBezTo>
                  <a:pt x="27468" y="66675"/>
                  <a:pt x="33178" y="69121"/>
                  <a:pt x="34001" y="72635"/>
                </a:cubicBezTo>
                <a:cubicBezTo>
                  <a:pt x="34795" y="76026"/>
                  <a:pt x="40817" y="73097"/>
                  <a:pt x="44755" y="68488"/>
                </a:cubicBezTo>
                <a:cubicBezTo>
                  <a:pt x="46961" y="65895"/>
                  <a:pt x="41682" y="63366"/>
                  <a:pt x="41122" y="62412"/>
                </a:cubicBezTo>
                <a:cubicBezTo>
                  <a:pt x="40596" y="61514"/>
                  <a:pt x="39889" y="57645"/>
                  <a:pt x="37827" y="5764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3" name="Белый — SVG 8"/>
          <p:cNvSpPr>
            <a:spLocks noGrp="1"/>
          </p:cNvSpPr>
          <p:nvPr/>
        </p:nvSpPr>
        <p:spPr>
          <a:xfrm>
            <a:off x="46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9867" y="4348"/>
                </a:moveTo>
                <a:cubicBezTo>
                  <a:pt x="44469" y="4348"/>
                  <a:pt x="39570" y="7038"/>
                  <a:pt x="36674" y="11411"/>
                </a:cubicBezTo>
                <a:cubicBezTo>
                  <a:pt x="35798" y="11230"/>
                  <a:pt x="34910" y="11141"/>
                  <a:pt x="34016" y="11141"/>
                </a:cubicBezTo>
                <a:cubicBezTo>
                  <a:pt x="27170" y="11141"/>
                  <a:pt x="21488" y="16230"/>
                  <a:pt x="20562" y="22826"/>
                </a:cubicBezTo>
                <a:cubicBezTo>
                  <a:pt x="15111" y="24065"/>
                  <a:pt x="10846" y="28358"/>
                  <a:pt x="9553" y="33786"/>
                </a:cubicBezTo>
                <a:lnTo>
                  <a:pt x="90181" y="33786"/>
                </a:lnTo>
                <a:cubicBezTo>
                  <a:pt x="88886" y="28358"/>
                  <a:pt x="84624" y="24065"/>
                  <a:pt x="79173" y="22826"/>
                </a:cubicBezTo>
                <a:cubicBezTo>
                  <a:pt x="78247" y="16230"/>
                  <a:pt x="72564" y="11141"/>
                  <a:pt x="65719" y="11141"/>
                </a:cubicBezTo>
                <a:cubicBezTo>
                  <a:pt x="64824" y="11141"/>
                  <a:pt x="63937" y="11230"/>
                  <a:pt x="63061" y="11411"/>
                </a:cubicBezTo>
                <a:cubicBezTo>
                  <a:pt x="60164" y="7038"/>
                  <a:pt x="55266" y="4348"/>
                  <a:pt x="49867" y="4348"/>
                </a:cubicBezTo>
                <a:close/>
                <a:moveTo>
                  <a:pt x="9248" y="38315"/>
                </a:moveTo>
                <a:cubicBezTo>
                  <a:pt x="9171" y="38682"/>
                  <a:pt x="9106" y="39056"/>
                  <a:pt x="9106" y="39448"/>
                </a:cubicBezTo>
                <a:lnTo>
                  <a:pt x="9106" y="70018"/>
                </a:lnTo>
                <a:lnTo>
                  <a:pt x="3445" y="70018"/>
                </a:lnTo>
                <a:cubicBezTo>
                  <a:pt x="2995" y="70012"/>
                  <a:pt x="2548" y="70095"/>
                  <a:pt x="2130" y="70263"/>
                </a:cubicBezTo>
                <a:cubicBezTo>
                  <a:pt x="1713" y="70431"/>
                  <a:pt x="1333" y="70680"/>
                  <a:pt x="1012" y="70996"/>
                </a:cubicBezTo>
                <a:cubicBezTo>
                  <a:pt x="691" y="71312"/>
                  <a:pt x="437" y="71688"/>
                  <a:pt x="263" y="72104"/>
                </a:cubicBezTo>
                <a:cubicBezTo>
                  <a:pt x="89" y="72519"/>
                  <a:pt x="0" y="72965"/>
                  <a:pt x="0" y="73415"/>
                </a:cubicBezTo>
                <a:cubicBezTo>
                  <a:pt x="0" y="73865"/>
                  <a:pt x="89" y="74311"/>
                  <a:pt x="263" y="74726"/>
                </a:cubicBezTo>
                <a:cubicBezTo>
                  <a:pt x="437" y="75141"/>
                  <a:pt x="691" y="75518"/>
                  <a:pt x="1012" y="75834"/>
                </a:cubicBezTo>
                <a:cubicBezTo>
                  <a:pt x="1333" y="76150"/>
                  <a:pt x="1713" y="76399"/>
                  <a:pt x="2130" y="76567"/>
                </a:cubicBezTo>
                <a:cubicBezTo>
                  <a:pt x="2548" y="76735"/>
                  <a:pt x="2995" y="76818"/>
                  <a:pt x="3445" y="76812"/>
                </a:cubicBezTo>
                <a:lnTo>
                  <a:pt x="9588" y="76812"/>
                </a:lnTo>
                <a:cubicBezTo>
                  <a:pt x="11016" y="81822"/>
                  <a:pt x="15510" y="85551"/>
                  <a:pt x="20907" y="85834"/>
                </a:cubicBezTo>
                <a:cubicBezTo>
                  <a:pt x="22378" y="91070"/>
                  <a:pt x="27184" y="94928"/>
                  <a:pt x="32883" y="94928"/>
                </a:cubicBezTo>
                <a:cubicBezTo>
                  <a:pt x="38572" y="94928"/>
                  <a:pt x="43371" y="91089"/>
                  <a:pt x="44856" y="85870"/>
                </a:cubicBezTo>
                <a:lnTo>
                  <a:pt x="54883" y="85870"/>
                </a:lnTo>
                <a:cubicBezTo>
                  <a:pt x="56366" y="91089"/>
                  <a:pt x="61167" y="94928"/>
                  <a:pt x="66855" y="94928"/>
                </a:cubicBezTo>
                <a:cubicBezTo>
                  <a:pt x="72555" y="94928"/>
                  <a:pt x="77360" y="91070"/>
                  <a:pt x="78832" y="85834"/>
                </a:cubicBezTo>
                <a:cubicBezTo>
                  <a:pt x="84227" y="85551"/>
                  <a:pt x="88718" y="81822"/>
                  <a:pt x="90146" y="76812"/>
                </a:cubicBezTo>
                <a:lnTo>
                  <a:pt x="96289" y="76812"/>
                </a:lnTo>
                <a:cubicBezTo>
                  <a:pt x="96739" y="76818"/>
                  <a:pt x="97186" y="76735"/>
                  <a:pt x="97604" y="76567"/>
                </a:cubicBezTo>
                <a:cubicBezTo>
                  <a:pt x="98022" y="76399"/>
                  <a:pt x="98402" y="76150"/>
                  <a:pt x="98722" y="75834"/>
                </a:cubicBezTo>
                <a:cubicBezTo>
                  <a:pt x="99043" y="75518"/>
                  <a:pt x="99298" y="75141"/>
                  <a:pt x="99471" y="74726"/>
                </a:cubicBezTo>
                <a:cubicBezTo>
                  <a:pt x="99645" y="74311"/>
                  <a:pt x="99734" y="73865"/>
                  <a:pt x="99734" y="73415"/>
                </a:cubicBezTo>
                <a:cubicBezTo>
                  <a:pt x="99734" y="72965"/>
                  <a:pt x="99645" y="72519"/>
                  <a:pt x="99471" y="72104"/>
                </a:cubicBezTo>
                <a:cubicBezTo>
                  <a:pt x="99298" y="71688"/>
                  <a:pt x="99043" y="71312"/>
                  <a:pt x="98722" y="70996"/>
                </a:cubicBezTo>
                <a:cubicBezTo>
                  <a:pt x="98402" y="70680"/>
                  <a:pt x="98022" y="70431"/>
                  <a:pt x="97604" y="70263"/>
                </a:cubicBezTo>
                <a:cubicBezTo>
                  <a:pt x="97186" y="70095"/>
                  <a:pt x="96739" y="70012"/>
                  <a:pt x="96289" y="70018"/>
                </a:cubicBezTo>
                <a:lnTo>
                  <a:pt x="90628" y="70018"/>
                </a:lnTo>
                <a:lnTo>
                  <a:pt x="90628" y="39448"/>
                </a:lnTo>
                <a:cubicBezTo>
                  <a:pt x="90628" y="39056"/>
                  <a:pt x="90564" y="38682"/>
                  <a:pt x="90487" y="38315"/>
                </a:cubicBezTo>
                <a:lnTo>
                  <a:pt x="9248" y="38315"/>
                </a:lnTo>
                <a:close/>
                <a:moveTo>
                  <a:pt x="32883" y="76812"/>
                </a:moveTo>
                <a:cubicBezTo>
                  <a:pt x="36011" y="76812"/>
                  <a:pt x="38545" y="79346"/>
                  <a:pt x="38545" y="82473"/>
                </a:cubicBezTo>
                <a:cubicBezTo>
                  <a:pt x="38545" y="85600"/>
                  <a:pt x="36011" y="88134"/>
                  <a:pt x="32883" y="88134"/>
                </a:cubicBezTo>
                <a:cubicBezTo>
                  <a:pt x="29756" y="88134"/>
                  <a:pt x="27222" y="85600"/>
                  <a:pt x="27222" y="82473"/>
                </a:cubicBezTo>
                <a:cubicBezTo>
                  <a:pt x="27222" y="79346"/>
                  <a:pt x="29756" y="76812"/>
                  <a:pt x="32883" y="76812"/>
                </a:cubicBezTo>
                <a:close/>
                <a:moveTo>
                  <a:pt x="66851" y="76812"/>
                </a:moveTo>
                <a:cubicBezTo>
                  <a:pt x="69978" y="76812"/>
                  <a:pt x="72512" y="79346"/>
                  <a:pt x="72512" y="82473"/>
                </a:cubicBezTo>
                <a:cubicBezTo>
                  <a:pt x="72512" y="85600"/>
                  <a:pt x="69978" y="88134"/>
                  <a:pt x="66851" y="88134"/>
                </a:cubicBezTo>
                <a:cubicBezTo>
                  <a:pt x="63724" y="88134"/>
                  <a:pt x="61190" y="85600"/>
                  <a:pt x="61190" y="82473"/>
                </a:cubicBezTo>
                <a:cubicBezTo>
                  <a:pt x="61190" y="79346"/>
                  <a:pt x="63724" y="76812"/>
                  <a:pt x="66851" y="76812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4" name="Белый — SVG 9"/>
          <p:cNvSpPr>
            <a:spLocks noGrp="1"/>
          </p:cNvSpPr>
          <p:nvPr/>
        </p:nvSpPr>
        <p:spPr>
          <a:xfrm>
            <a:off x="52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86126" y="2216"/>
                </a:moveTo>
                <a:lnTo>
                  <a:pt x="79477" y="2216"/>
                </a:lnTo>
                <a:cubicBezTo>
                  <a:pt x="78610" y="2216"/>
                  <a:pt x="77761" y="2571"/>
                  <a:pt x="77141" y="3176"/>
                </a:cubicBezTo>
                <a:cubicBezTo>
                  <a:pt x="76502" y="3799"/>
                  <a:pt x="75443" y="4433"/>
                  <a:pt x="75044" y="4433"/>
                </a:cubicBezTo>
                <a:cubicBezTo>
                  <a:pt x="72764" y="4433"/>
                  <a:pt x="71369" y="1837"/>
                  <a:pt x="71369" y="1837"/>
                </a:cubicBezTo>
                <a:cubicBezTo>
                  <a:pt x="70804" y="711"/>
                  <a:pt x="69654" y="0"/>
                  <a:pt x="68395" y="0"/>
                </a:cubicBezTo>
                <a:lnTo>
                  <a:pt x="42768" y="0"/>
                </a:lnTo>
                <a:cubicBezTo>
                  <a:pt x="34277" y="0"/>
                  <a:pt x="26152" y="2586"/>
                  <a:pt x="19889" y="7278"/>
                </a:cubicBezTo>
                <a:cubicBezTo>
                  <a:pt x="19291" y="7726"/>
                  <a:pt x="18710" y="8191"/>
                  <a:pt x="18149" y="8661"/>
                </a:cubicBezTo>
                <a:cubicBezTo>
                  <a:pt x="15702" y="10705"/>
                  <a:pt x="13510" y="13200"/>
                  <a:pt x="11682" y="16011"/>
                </a:cubicBezTo>
                <a:cubicBezTo>
                  <a:pt x="9847" y="18675"/>
                  <a:pt x="8661" y="21591"/>
                  <a:pt x="7650" y="24344"/>
                </a:cubicBezTo>
                <a:cubicBezTo>
                  <a:pt x="7107" y="25824"/>
                  <a:pt x="7679" y="27482"/>
                  <a:pt x="9020" y="28313"/>
                </a:cubicBezTo>
                <a:cubicBezTo>
                  <a:pt x="10363" y="29147"/>
                  <a:pt x="12103" y="28916"/>
                  <a:pt x="13185" y="27770"/>
                </a:cubicBezTo>
                <a:cubicBezTo>
                  <a:pt x="15095" y="25751"/>
                  <a:pt x="16742" y="24171"/>
                  <a:pt x="18639" y="22981"/>
                </a:cubicBezTo>
                <a:cubicBezTo>
                  <a:pt x="20871" y="21503"/>
                  <a:pt x="23244" y="20319"/>
                  <a:pt x="25026" y="19805"/>
                </a:cubicBezTo>
                <a:cubicBezTo>
                  <a:pt x="28413" y="18783"/>
                  <a:pt x="31310" y="18169"/>
                  <a:pt x="34040" y="17897"/>
                </a:cubicBezTo>
                <a:lnTo>
                  <a:pt x="34040" y="27704"/>
                </a:lnTo>
                <a:cubicBezTo>
                  <a:pt x="34040" y="28584"/>
                  <a:pt x="34390" y="29430"/>
                  <a:pt x="35013" y="30055"/>
                </a:cubicBezTo>
                <a:lnTo>
                  <a:pt x="37229" y="32272"/>
                </a:lnTo>
                <a:cubicBezTo>
                  <a:pt x="37857" y="32894"/>
                  <a:pt x="38701" y="33245"/>
                  <a:pt x="39583" y="33245"/>
                </a:cubicBezTo>
                <a:lnTo>
                  <a:pt x="66179" y="33245"/>
                </a:lnTo>
                <a:cubicBezTo>
                  <a:pt x="67061" y="33245"/>
                  <a:pt x="67905" y="32894"/>
                  <a:pt x="68530" y="32272"/>
                </a:cubicBezTo>
                <a:lnTo>
                  <a:pt x="70747" y="30055"/>
                </a:lnTo>
                <a:cubicBezTo>
                  <a:pt x="70982" y="29820"/>
                  <a:pt x="71199" y="29517"/>
                  <a:pt x="71354" y="29222"/>
                </a:cubicBezTo>
                <a:cubicBezTo>
                  <a:pt x="71367" y="29193"/>
                  <a:pt x="72761" y="26596"/>
                  <a:pt x="75044" y="26596"/>
                </a:cubicBezTo>
                <a:cubicBezTo>
                  <a:pt x="75443" y="26596"/>
                  <a:pt x="76502" y="27230"/>
                  <a:pt x="77125" y="27839"/>
                </a:cubicBezTo>
                <a:cubicBezTo>
                  <a:pt x="77750" y="28462"/>
                  <a:pt x="78595" y="28812"/>
                  <a:pt x="79477" y="28812"/>
                </a:cubicBezTo>
                <a:lnTo>
                  <a:pt x="86126" y="28812"/>
                </a:lnTo>
                <a:cubicBezTo>
                  <a:pt x="89180" y="28812"/>
                  <a:pt x="91666" y="26328"/>
                  <a:pt x="91666" y="23271"/>
                </a:cubicBezTo>
                <a:lnTo>
                  <a:pt x="91666" y="7757"/>
                </a:lnTo>
                <a:cubicBezTo>
                  <a:pt x="91666" y="4701"/>
                  <a:pt x="89180" y="2216"/>
                  <a:pt x="86126" y="2216"/>
                </a:cubicBezTo>
                <a:close/>
                <a:moveTo>
                  <a:pt x="65071" y="79787"/>
                </a:moveTo>
                <a:lnTo>
                  <a:pt x="65071" y="91977"/>
                </a:lnTo>
                <a:cubicBezTo>
                  <a:pt x="65071" y="96254"/>
                  <a:pt x="61591" y="99734"/>
                  <a:pt x="57314" y="99734"/>
                </a:cubicBezTo>
                <a:lnTo>
                  <a:pt x="48448" y="99734"/>
                </a:lnTo>
                <a:cubicBezTo>
                  <a:pt x="44171" y="99734"/>
                  <a:pt x="40691" y="96254"/>
                  <a:pt x="40691" y="91977"/>
                </a:cubicBezTo>
                <a:lnTo>
                  <a:pt x="40691" y="79787"/>
                </a:lnTo>
                <a:lnTo>
                  <a:pt x="65071" y="79787"/>
                </a:lnTo>
                <a:close/>
                <a:moveTo>
                  <a:pt x="40691" y="37677"/>
                </a:moveTo>
                <a:lnTo>
                  <a:pt x="65071" y="37677"/>
                </a:lnTo>
                <a:lnTo>
                  <a:pt x="65071" y="73138"/>
                </a:lnTo>
                <a:lnTo>
                  <a:pt x="40691" y="73138"/>
                </a:lnTo>
                <a:lnTo>
                  <a:pt x="40691" y="3767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5" name="Белый — SVG 10"/>
          <p:cNvSpPr>
            <a:spLocks noGrp="1"/>
          </p:cNvSpPr>
          <p:nvPr/>
        </p:nvSpPr>
        <p:spPr>
          <a:xfrm>
            <a:off x="58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36674" y="0"/>
                </a:moveTo>
                <a:cubicBezTo>
                  <a:pt x="35061" y="0"/>
                  <a:pt x="32772" y="908"/>
                  <a:pt x="31735" y="2143"/>
                </a:cubicBezTo>
                <a:cubicBezTo>
                  <a:pt x="30737" y="3333"/>
                  <a:pt x="30249" y="4803"/>
                  <a:pt x="30339" y="6373"/>
                </a:cubicBezTo>
                <a:lnTo>
                  <a:pt x="32056" y="38887"/>
                </a:lnTo>
                <a:cubicBezTo>
                  <a:pt x="32124" y="40174"/>
                  <a:pt x="33190" y="41182"/>
                  <a:pt x="34479" y="41182"/>
                </a:cubicBezTo>
                <a:lnTo>
                  <a:pt x="64959" y="41182"/>
                </a:lnTo>
                <a:cubicBezTo>
                  <a:pt x="66247" y="41182"/>
                  <a:pt x="67311" y="40174"/>
                  <a:pt x="67376" y="38887"/>
                </a:cubicBezTo>
                <a:lnTo>
                  <a:pt x="69070" y="6373"/>
                </a:lnTo>
                <a:cubicBezTo>
                  <a:pt x="69167" y="4702"/>
                  <a:pt x="68587" y="3100"/>
                  <a:pt x="67424" y="1864"/>
                </a:cubicBezTo>
                <a:cubicBezTo>
                  <a:pt x="66261" y="653"/>
                  <a:pt x="64714" y="0"/>
                  <a:pt x="63042" y="0"/>
                </a:cubicBezTo>
                <a:lnTo>
                  <a:pt x="36674" y="0"/>
                </a:lnTo>
                <a:close/>
                <a:moveTo>
                  <a:pt x="15795" y="36337"/>
                </a:moveTo>
                <a:cubicBezTo>
                  <a:pt x="14457" y="36337"/>
                  <a:pt x="13372" y="37422"/>
                  <a:pt x="13372" y="38760"/>
                </a:cubicBezTo>
                <a:lnTo>
                  <a:pt x="13372" y="41182"/>
                </a:lnTo>
                <a:cubicBezTo>
                  <a:pt x="13372" y="42514"/>
                  <a:pt x="14450" y="43592"/>
                  <a:pt x="15780" y="43600"/>
                </a:cubicBezTo>
                <a:lnTo>
                  <a:pt x="15780" y="43605"/>
                </a:lnTo>
                <a:lnTo>
                  <a:pt x="15780" y="50872"/>
                </a:lnTo>
                <a:cubicBezTo>
                  <a:pt x="15780" y="55511"/>
                  <a:pt x="19620" y="59351"/>
                  <a:pt x="24259" y="59351"/>
                </a:cubicBezTo>
                <a:lnTo>
                  <a:pt x="27902" y="59351"/>
                </a:lnTo>
                <a:lnTo>
                  <a:pt x="27902" y="59398"/>
                </a:lnTo>
                <a:cubicBezTo>
                  <a:pt x="27902" y="62717"/>
                  <a:pt x="30615" y="65454"/>
                  <a:pt x="33958" y="65454"/>
                </a:cubicBezTo>
                <a:lnTo>
                  <a:pt x="46071" y="65454"/>
                </a:lnTo>
                <a:lnTo>
                  <a:pt x="46071" y="77543"/>
                </a:lnTo>
                <a:lnTo>
                  <a:pt x="37583" y="77543"/>
                </a:lnTo>
                <a:cubicBezTo>
                  <a:pt x="36836" y="77543"/>
                  <a:pt x="36108" y="77773"/>
                  <a:pt x="35497" y="78201"/>
                </a:cubicBezTo>
                <a:cubicBezTo>
                  <a:pt x="34886" y="78629"/>
                  <a:pt x="34421" y="79236"/>
                  <a:pt x="34167" y="79937"/>
                </a:cubicBezTo>
                <a:lnTo>
                  <a:pt x="30419" y="90242"/>
                </a:lnTo>
                <a:cubicBezTo>
                  <a:pt x="29476" y="90757"/>
                  <a:pt x="28731" y="91571"/>
                  <a:pt x="28302" y="92556"/>
                </a:cubicBezTo>
                <a:cubicBezTo>
                  <a:pt x="27873" y="93542"/>
                  <a:pt x="27785" y="94642"/>
                  <a:pt x="28051" y="95683"/>
                </a:cubicBezTo>
                <a:cubicBezTo>
                  <a:pt x="28317" y="96724"/>
                  <a:pt x="28922" y="97647"/>
                  <a:pt x="29770" y="98306"/>
                </a:cubicBezTo>
                <a:cubicBezTo>
                  <a:pt x="30619" y="98965"/>
                  <a:pt x="31663" y="99322"/>
                  <a:pt x="32738" y="99322"/>
                </a:cubicBezTo>
                <a:cubicBezTo>
                  <a:pt x="33522" y="99320"/>
                  <a:pt x="34294" y="99128"/>
                  <a:pt x="34987" y="98762"/>
                </a:cubicBezTo>
                <a:cubicBezTo>
                  <a:pt x="35681" y="98396"/>
                  <a:pt x="36275" y="97867"/>
                  <a:pt x="36718" y="97220"/>
                </a:cubicBezTo>
                <a:cubicBezTo>
                  <a:pt x="37161" y="96573"/>
                  <a:pt x="37440" y="95828"/>
                  <a:pt x="37532" y="95050"/>
                </a:cubicBezTo>
                <a:cubicBezTo>
                  <a:pt x="37623" y="94271"/>
                  <a:pt x="37524" y="93482"/>
                  <a:pt x="37242" y="92750"/>
                </a:cubicBezTo>
                <a:lnTo>
                  <a:pt x="40128" y="84810"/>
                </a:lnTo>
                <a:lnTo>
                  <a:pt x="46071" y="84810"/>
                </a:lnTo>
                <a:lnTo>
                  <a:pt x="46071" y="91311"/>
                </a:lnTo>
                <a:cubicBezTo>
                  <a:pt x="45457" y="92009"/>
                  <a:pt x="45057" y="92869"/>
                  <a:pt x="44919" y="93789"/>
                </a:cubicBezTo>
                <a:cubicBezTo>
                  <a:pt x="44781" y="94708"/>
                  <a:pt x="44912" y="95647"/>
                  <a:pt x="45294" y="96495"/>
                </a:cubicBezTo>
                <a:cubicBezTo>
                  <a:pt x="45676" y="97342"/>
                  <a:pt x="46295" y="98061"/>
                  <a:pt x="47075" y="98566"/>
                </a:cubicBezTo>
                <a:cubicBezTo>
                  <a:pt x="47856" y="99070"/>
                  <a:pt x="48766" y="99340"/>
                  <a:pt x="49695" y="99341"/>
                </a:cubicBezTo>
                <a:cubicBezTo>
                  <a:pt x="50623" y="99340"/>
                  <a:pt x="51531" y="99072"/>
                  <a:pt x="52310" y="98570"/>
                </a:cubicBezTo>
                <a:cubicBezTo>
                  <a:pt x="53090" y="98068"/>
                  <a:pt x="53709" y="97352"/>
                  <a:pt x="54093" y="96507"/>
                </a:cubicBezTo>
                <a:cubicBezTo>
                  <a:pt x="54477" y="95663"/>
                  <a:pt x="54610" y="94726"/>
                  <a:pt x="54476" y="93808"/>
                </a:cubicBezTo>
                <a:cubicBezTo>
                  <a:pt x="54342" y="92890"/>
                  <a:pt x="53947" y="92030"/>
                  <a:pt x="53338" y="91330"/>
                </a:cubicBezTo>
                <a:lnTo>
                  <a:pt x="53338" y="84810"/>
                </a:lnTo>
                <a:lnTo>
                  <a:pt x="59267" y="84810"/>
                </a:lnTo>
                <a:lnTo>
                  <a:pt x="62158" y="92721"/>
                </a:lnTo>
                <a:cubicBezTo>
                  <a:pt x="61867" y="93455"/>
                  <a:pt x="61759" y="94248"/>
                  <a:pt x="61845" y="95033"/>
                </a:cubicBezTo>
                <a:cubicBezTo>
                  <a:pt x="61932" y="95817"/>
                  <a:pt x="62208" y="96569"/>
                  <a:pt x="62652" y="97222"/>
                </a:cubicBezTo>
                <a:cubicBezTo>
                  <a:pt x="63095" y="97875"/>
                  <a:pt x="63691" y="98409"/>
                  <a:pt x="64389" y="98778"/>
                </a:cubicBezTo>
                <a:cubicBezTo>
                  <a:pt x="65086" y="99148"/>
                  <a:pt x="65863" y="99341"/>
                  <a:pt x="66652" y="99341"/>
                </a:cubicBezTo>
                <a:cubicBezTo>
                  <a:pt x="67723" y="99339"/>
                  <a:pt x="68762" y="98982"/>
                  <a:pt x="69608" y="98326"/>
                </a:cubicBezTo>
                <a:cubicBezTo>
                  <a:pt x="70453" y="97670"/>
                  <a:pt x="71057" y="96752"/>
                  <a:pt x="71325" y="95715"/>
                </a:cubicBezTo>
                <a:cubicBezTo>
                  <a:pt x="71593" y="94679"/>
                  <a:pt x="71510" y="93583"/>
                  <a:pt x="71088" y="92600"/>
                </a:cubicBezTo>
                <a:cubicBezTo>
                  <a:pt x="70666" y="91616"/>
                  <a:pt x="69930" y="90800"/>
                  <a:pt x="68995" y="90280"/>
                </a:cubicBezTo>
                <a:lnTo>
                  <a:pt x="65219" y="79932"/>
                </a:lnTo>
                <a:cubicBezTo>
                  <a:pt x="64964" y="79232"/>
                  <a:pt x="64500" y="78628"/>
                  <a:pt x="63889" y="78201"/>
                </a:cubicBezTo>
                <a:cubicBezTo>
                  <a:pt x="63279" y="77773"/>
                  <a:pt x="62552" y="77544"/>
                  <a:pt x="61808" y="77543"/>
                </a:cubicBezTo>
                <a:lnTo>
                  <a:pt x="53338" y="77543"/>
                </a:lnTo>
                <a:lnTo>
                  <a:pt x="53338" y="65454"/>
                </a:lnTo>
                <a:lnTo>
                  <a:pt x="65427" y="65454"/>
                </a:lnTo>
                <a:cubicBezTo>
                  <a:pt x="68770" y="65454"/>
                  <a:pt x="71483" y="62717"/>
                  <a:pt x="71483" y="59398"/>
                </a:cubicBezTo>
                <a:lnTo>
                  <a:pt x="71483" y="59351"/>
                </a:lnTo>
                <a:cubicBezTo>
                  <a:pt x="71491" y="59351"/>
                  <a:pt x="71499" y="59351"/>
                  <a:pt x="71507" y="59351"/>
                </a:cubicBezTo>
                <a:lnTo>
                  <a:pt x="75155" y="59351"/>
                </a:lnTo>
                <a:cubicBezTo>
                  <a:pt x="79794" y="59351"/>
                  <a:pt x="83633" y="55511"/>
                  <a:pt x="83633" y="50872"/>
                </a:cubicBezTo>
                <a:lnTo>
                  <a:pt x="83633" y="43605"/>
                </a:lnTo>
                <a:lnTo>
                  <a:pt x="83633" y="43600"/>
                </a:lnTo>
                <a:cubicBezTo>
                  <a:pt x="84964" y="43592"/>
                  <a:pt x="86042" y="42514"/>
                  <a:pt x="86042" y="41182"/>
                </a:cubicBezTo>
                <a:lnTo>
                  <a:pt x="86042" y="38760"/>
                </a:lnTo>
                <a:cubicBezTo>
                  <a:pt x="86042" y="37422"/>
                  <a:pt x="84957" y="36337"/>
                  <a:pt x="83619" y="36337"/>
                </a:cubicBezTo>
                <a:lnTo>
                  <a:pt x="76352" y="36337"/>
                </a:lnTo>
                <a:cubicBezTo>
                  <a:pt x="75015" y="36337"/>
                  <a:pt x="73929" y="37422"/>
                  <a:pt x="73929" y="38760"/>
                </a:cubicBezTo>
                <a:lnTo>
                  <a:pt x="73929" y="41182"/>
                </a:lnTo>
                <a:cubicBezTo>
                  <a:pt x="73929" y="42519"/>
                  <a:pt x="75015" y="43605"/>
                  <a:pt x="76352" y="43605"/>
                </a:cubicBezTo>
                <a:lnTo>
                  <a:pt x="76366" y="43605"/>
                </a:lnTo>
                <a:lnTo>
                  <a:pt x="76366" y="50872"/>
                </a:lnTo>
                <a:cubicBezTo>
                  <a:pt x="76366" y="51587"/>
                  <a:pt x="75870" y="52083"/>
                  <a:pt x="75155" y="52083"/>
                </a:cubicBezTo>
                <a:lnTo>
                  <a:pt x="71507" y="52083"/>
                </a:lnTo>
                <a:cubicBezTo>
                  <a:pt x="71499" y="52083"/>
                  <a:pt x="71491" y="52083"/>
                  <a:pt x="71483" y="52083"/>
                </a:cubicBezTo>
                <a:cubicBezTo>
                  <a:pt x="71483" y="48910"/>
                  <a:pt x="69010" y="46317"/>
                  <a:pt x="65910" y="46074"/>
                </a:cubicBezTo>
                <a:cubicBezTo>
                  <a:pt x="65910" y="46050"/>
                  <a:pt x="65933" y="46051"/>
                  <a:pt x="65933" y="46027"/>
                </a:cubicBezTo>
                <a:lnTo>
                  <a:pt x="33476" y="46027"/>
                </a:lnTo>
                <a:cubicBezTo>
                  <a:pt x="33476" y="46051"/>
                  <a:pt x="33500" y="46050"/>
                  <a:pt x="33500" y="46074"/>
                </a:cubicBezTo>
                <a:cubicBezTo>
                  <a:pt x="30375" y="46317"/>
                  <a:pt x="27902" y="48910"/>
                  <a:pt x="27902" y="52083"/>
                </a:cubicBezTo>
                <a:lnTo>
                  <a:pt x="24259" y="52083"/>
                </a:lnTo>
                <a:cubicBezTo>
                  <a:pt x="23544" y="52083"/>
                  <a:pt x="23048" y="51587"/>
                  <a:pt x="23048" y="50872"/>
                </a:cubicBezTo>
                <a:lnTo>
                  <a:pt x="23048" y="43605"/>
                </a:lnTo>
                <a:lnTo>
                  <a:pt x="23062" y="43605"/>
                </a:lnTo>
                <a:cubicBezTo>
                  <a:pt x="24402" y="43605"/>
                  <a:pt x="25485" y="42519"/>
                  <a:pt x="25485" y="41182"/>
                </a:cubicBezTo>
                <a:lnTo>
                  <a:pt x="25485" y="38760"/>
                </a:lnTo>
                <a:cubicBezTo>
                  <a:pt x="25485" y="37422"/>
                  <a:pt x="24399" y="36337"/>
                  <a:pt x="23062" y="36337"/>
                </a:cubicBezTo>
                <a:lnTo>
                  <a:pt x="15795" y="36337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6" name="Белый — SVG 11"/>
          <p:cNvSpPr>
            <a:spLocks noGrp="1"/>
          </p:cNvSpPr>
          <p:nvPr/>
        </p:nvSpPr>
        <p:spPr>
          <a:xfrm>
            <a:off x="64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5894" y="0"/>
                </a:moveTo>
                <a:cubicBezTo>
                  <a:pt x="19741" y="0"/>
                  <a:pt x="14734" y="5007"/>
                  <a:pt x="14734" y="11161"/>
                </a:cubicBezTo>
                <a:lnTo>
                  <a:pt x="14734" y="34848"/>
                </a:lnTo>
                <a:lnTo>
                  <a:pt x="17277" y="32305"/>
                </a:lnTo>
                <a:cubicBezTo>
                  <a:pt x="19732" y="29852"/>
                  <a:pt x="23414" y="29100"/>
                  <a:pt x="26635" y="30387"/>
                </a:cubicBezTo>
                <a:cubicBezTo>
                  <a:pt x="26635" y="30387"/>
                  <a:pt x="63838" y="45280"/>
                  <a:pt x="63838" y="45282"/>
                </a:cubicBezTo>
                <a:cubicBezTo>
                  <a:pt x="67032" y="46565"/>
                  <a:pt x="69297" y="49678"/>
                  <a:pt x="69297" y="53328"/>
                </a:cubicBezTo>
                <a:lnTo>
                  <a:pt x="69297" y="69444"/>
                </a:lnTo>
                <a:lnTo>
                  <a:pt x="73012" y="69444"/>
                </a:lnTo>
                <a:cubicBezTo>
                  <a:pt x="77807" y="69444"/>
                  <a:pt x="81693" y="73331"/>
                  <a:pt x="81693" y="78125"/>
                </a:cubicBezTo>
                <a:cubicBezTo>
                  <a:pt x="81693" y="82919"/>
                  <a:pt x="77811" y="86806"/>
                  <a:pt x="73017" y="86806"/>
                </a:cubicBezTo>
                <a:lnTo>
                  <a:pt x="48216" y="86806"/>
                </a:lnTo>
                <a:cubicBezTo>
                  <a:pt x="46879" y="86806"/>
                  <a:pt x="45626" y="86479"/>
                  <a:pt x="44495" y="85938"/>
                </a:cubicBezTo>
                <a:lnTo>
                  <a:pt x="44495" y="96726"/>
                </a:lnTo>
                <a:cubicBezTo>
                  <a:pt x="44495" y="97602"/>
                  <a:pt x="44318" y="98428"/>
                  <a:pt x="44040" y="99206"/>
                </a:cubicBezTo>
                <a:lnTo>
                  <a:pt x="82938" y="99206"/>
                </a:lnTo>
                <a:cubicBezTo>
                  <a:pt x="89091" y="99206"/>
                  <a:pt x="94099" y="94199"/>
                  <a:pt x="94099" y="88046"/>
                </a:cubicBezTo>
                <a:lnTo>
                  <a:pt x="94099" y="39683"/>
                </a:lnTo>
                <a:lnTo>
                  <a:pt x="65577" y="39683"/>
                </a:lnTo>
                <a:cubicBezTo>
                  <a:pt x="59423" y="39683"/>
                  <a:pt x="54416" y="34675"/>
                  <a:pt x="54416" y="28522"/>
                </a:cubicBezTo>
                <a:lnTo>
                  <a:pt x="54416" y="0"/>
                </a:lnTo>
                <a:lnTo>
                  <a:pt x="25894" y="0"/>
                </a:lnTo>
                <a:close/>
                <a:moveTo>
                  <a:pt x="61857" y="2180"/>
                </a:moveTo>
                <a:lnTo>
                  <a:pt x="61857" y="28522"/>
                </a:lnTo>
                <a:cubicBezTo>
                  <a:pt x="61857" y="30573"/>
                  <a:pt x="63526" y="32242"/>
                  <a:pt x="65577" y="32242"/>
                </a:cubicBezTo>
                <a:lnTo>
                  <a:pt x="91919" y="32242"/>
                </a:lnTo>
                <a:lnTo>
                  <a:pt x="61857" y="2180"/>
                </a:lnTo>
                <a:close/>
                <a:moveTo>
                  <a:pt x="23341" y="34722"/>
                </a:moveTo>
                <a:cubicBezTo>
                  <a:pt x="22380" y="34741"/>
                  <a:pt x="21463" y="35132"/>
                  <a:pt x="20784" y="35812"/>
                </a:cubicBezTo>
                <a:lnTo>
                  <a:pt x="6223" y="50373"/>
                </a:lnTo>
                <a:cubicBezTo>
                  <a:pt x="5563" y="50878"/>
                  <a:pt x="5090" y="51589"/>
                  <a:pt x="4881" y="52393"/>
                </a:cubicBezTo>
                <a:cubicBezTo>
                  <a:pt x="4673" y="53198"/>
                  <a:pt x="4739" y="54048"/>
                  <a:pt x="5070" y="54811"/>
                </a:cubicBezTo>
                <a:cubicBezTo>
                  <a:pt x="5081" y="54835"/>
                  <a:pt x="5092" y="54859"/>
                  <a:pt x="5104" y="54883"/>
                </a:cubicBezTo>
                <a:cubicBezTo>
                  <a:pt x="5433" y="55617"/>
                  <a:pt x="5992" y="56224"/>
                  <a:pt x="6696" y="56614"/>
                </a:cubicBezTo>
                <a:cubicBezTo>
                  <a:pt x="7400" y="57003"/>
                  <a:pt x="8211" y="57154"/>
                  <a:pt x="9008" y="57044"/>
                </a:cubicBezTo>
                <a:lnTo>
                  <a:pt x="14734" y="57044"/>
                </a:lnTo>
                <a:lnTo>
                  <a:pt x="14734" y="95486"/>
                </a:lnTo>
                <a:cubicBezTo>
                  <a:pt x="14734" y="96473"/>
                  <a:pt x="15126" y="97419"/>
                  <a:pt x="15823" y="98117"/>
                </a:cubicBezTo>
                <a:cubicBezTo>
                  <a:pt x="16521" y="98814"/>
                  <a:pt x="17467" y="99206"/>
                  <a:pt x="18454" y="99206"/>
                </a:cubicBezTo>
                <a:lnTo>
                  <a:pt x="35815" y="99206"/>
                </a:lnTo>
                <a:cubicBezTo>
                  <a:pt x="36802" y="99206"/>
                  <a:pt x="37748" y="98814"/>
                  <a:pt x="38445" y="98117"/>
                </a:cubicBezTo>
                <a:cubicBezTo>
                  <a:pt x="39143" y="97419"/>
                  <a:pt x="39535" y="96473"/>
                  <a:pt x="39535" y="95486"/>
                </a:cubicBezTo>
                <a:lnTo>
                  <a:pt x="39535" y="57044"/>
                </a:lnTo>
                <a:lnTo>
                  <a:pt x="56896" y="57044"/>
                </a:lnTo>
                <a:lnTo>
                  <a:pt x="56896" y="74405"/>
                </a:lnTo>
                <a:lnTo>
                  <a:pt x="48216" y="74405"/>
                </a:lnTo>
                <a:cubicBezTo>
                  <a:pt x="47723" y="74398"/>
                  <a:pt x="47233" y="74489"/>
                  <a:pt x="46776" y="74673"/>
                </a:cubicBezTo>
                <a:cubicBezTo>
                  <a:pt x="46318" y="74857"/>
                  <a:pt x="45902" y="75129"/>
                  <a:pt x="45551" y="75476"/>
                </a:cubicBezTo>
                <a:cubicBezTo>
                  <a:pt x="45200" y="75822"/>
                  <a:pt x="44921" y="76234"/>
                  <a:pt x="44731" y="76689"/>
                </a:cubicBezTo>
                <a:cubicBezTo>
                  <a:pt x="44540" y="77144"/>
                  <a:pt x="44442" y="77632"/>
                  <a:pt x="44442" y="78125"/>
                </a:cubicBezTo>
                <a:cubicBezTo>
                  <a:pt x="44442" y="78618"/>
                  <a:pt x="44540" y="79106"/>
                  <a:pt x="44731" y="79561"/>
                </a:cubicBezTo>
                <a:cubicBezTo>
                  <a:pt x="44921" y="80016"/>
                  <a:pt x="45200" y="80428"/>
                  <a:pt x="45551" y="80774"/>
                </a:cubicBezTo>
                <a:cubicBezTo>
                  <a:pt x="45902" y="81121"/>
                  <a:pt x="46318" y="81393"/>
                  <a:pt x="46776" y="81577"/>
                </a:cubicBezTo>
                <a:cubicBezTo>
                  <a:pt x="47233" y="81761"/>
                  <a:pt x="47723" y="81852"/>
                  <a:pt x="48216" y="81845"/>
                </a:cubicBezTo>
                <a:lnTo>
                  <a:pt x="59972" y="81845"/>
                </a:lnTo>
                <a:cubicBezTo>
                  <a:pt x="60392" y="81918"/>
                  <a:pt x="60821" y="81918"/>
                  <a:pt x="61241" y="81845"/>
                </a:cubicBezTo>
                <a:lnTo>
                  <a:pt x="73017" y="81845"/>
                </a:lnTo>
                <a:cubicBezTo>
                  <a:pt x="73510" y="81852"/>
                  <a:pt x="74000" y="81761"/>
                  <a:pt x="74457" y="81577"/>
                </a:cubicBezTo>
                <a:cubicBezTo>
                  <a:pt x="74915" y="81393"/>
                  <a:pt x="75331" y="81121"/>
                  <a:pt x="75682" y="80774"/>
                </a:cubicBezTo>
                <a:cubicBezTo>
                  <a:pt x="76033" y="80428"/>
                  <a:pt x="76312" y="80016"/>
                  <a:pt x="76502" y="79561"/>
                </a:cubicBezTo>
                <a:cubicBezTo>
                  <a:pt x="76693" y="79106"/>
                  <a:pt x="76790" y="78618"/>
                  <a:pt x="76790" y="78125"/>
                </a:cubicBezTo>
                <a:cubicBezTo>
                  <a:pt x="76790" y="77632"/>
                  <a:pt x="76693" y="77144"/>
                  <a:pt x="76502" y="76689"/>
                </a:cubicBezTo>
                <a:cubicBezTo>
                  <a:pt x="76312" y="76234"/>
                  <a:pt x="76033" y="75822"/>
                  <a:pt x="75682" y="75476"/>
                </a:cubicBezTo>
                <a:cubicBezTo>
                  <a:pt x="75331" y="75129"/>
                  <a:pt x="74915" y="74857"/>
                  <a:pt x="74457" y="74673"/>
                </a:cubicBezTo>
                <a:cubicBezTo>
                  <a:pt x="74000" y="74489"/>
                  <a:pt x="73510" y="74398"/>
                  <a:pt x="73017" y="74405"/>
                </a:cubicBezTo>
                <a:lnTo>
                  <a:pt x="64337" y="74405"/>
                </a:lnTo>
                <a:lnTo>
                  <a:pt x="64337" y="53323"/>
                </a:lnTo>
                <a:cubicBezTo>
                  <a:pt x="64348" y="52472"/>
                  <a:pt x="64066" y="51642"/>
                  <a:pt x="63539" y="50973"/>
                </a:cubicBezTo>
                <a:cubicBezTo>
                  <a:pt x="63012" y="50303"/>
                  <a:pt x="62271" y="49835"/>
                  <a:pt x="61440" y="49647"/>
                </a:cubicBezTo>
                <a:lnTo>
                  <a:pt x="24795" y="34989"/>
                </a:lnTo>
                <a:cubicBezTo>
                  <a:pt x="24333" y="34804"/>
                  <a:pt x="23839" y="34713"/>
                  <a:pt x="23341" y="34722"/>
                </a:cubicBezTo>
                <a:close/>
                <a:moveTo>
                  <a:pt x="24310" y="42807"/>
                </a:moveTo>
                <a:lnTo>
                  <a:pt x="41298" y="49603"/>
                </a:lnTo>
                <a:lnTo>
                  <a:pt x="36425" y="49603"/>
                </a:lnTo>
                <a:cubicBezTo>
                  <a:pt x="36026" y="49538"/>
                  <a:pt x="35618" y="49538"/>
                  <a:pt x="35219" y="49603"/>
                </a:cubicBezTo>
                <a:lnTo>
                  <a:pt x="19064" y="49603"/>
                </a:lnTo>
                <a:cubicBezTo>
                  <a:pt x="18843" y="49565"/>
                  <a:pt x="18620" y="49548"/>
                  <a:pt x="18396" y="49550"/>
                </a:cubicBezTo>
                <a:cubicBezTo>
                  <a:pt x="18214" y="49554"/>
                  <a:pt x="18032" y="49572"/>
                  <a:pt x="17853" y="49603"/>
                </a:cubicBezTo>
                <a:lnTo>
                  <a:pt x="17514" y="49603"/>
                </a:lnTo>
                <a:lnTo>
                  <a:pt x="24310" y="42807"/>
                </a:lnTo>
                <a:close/>
                <a:moveTo>
                  <a:pt x="22174" y="57044"/>
                </a:moveTo>
                <a:lnTo>
                  <a:pt x="32095" y="57044"/>
                </a:lnTo>
                <a:lnTo>
                  <a:pt x="32095" y="57208"/>
                </a:lnTo>
                <a:lnTo>
                  <a:pt x="22174" y="63733"/>
                </a:lnTo>
                <a:lnTo>
                  <a:pt x="22174" y="57044"/>
                </a:lnTo>
                <a:close/>
                <a:moveTo>
                  <a:pt x="32095" y="66117"/>
                </a:moveTo>
                <a:lnTo>
                  <a:pt x="32095" y="76173"/>
                </a:lnTo>
                <a:lnTo>
                  <a:pt x="22174" y="82693"/>
                </a:lnTo>
                <a:lnTo>
                  <a:pt x="22174" y="72637"/>
                </a:lnTo>
                <a:lnTo>
                  <a:pt x="32095" y="66117"/>
                </a:lnTo>
                <a:close/>
                <a:moveTo>
                  <a:pt x="32095" y="85076"/>
                </a:moveTo>
                <a:lnTo>
                  <a:pt x="32095" y="91766"/>
                </a:lnTo>
                <a:lnTo>
                  <a:pt x="22174" y="91766"/>
                </a:lnTo>
                <a:lnTo>
                  <a:pt x="22174" y="91601"/>
                </a:lnTo>
                <a:lnTo>
                  <a:pt x="32095" y="85076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7" name="Белый — SVG 12"/>
          <p:cNvSpPr>
            <a:spLocks noGrp="1"/>
          </p:cNvSpPr>
          <p:nvPr/>
        </p:nvSpPr>
        <p:spPr>
          <a:xfrm>
            <a:off x="70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3674" y="3409"/>
                </a:moveTo>
                <a:cubicBezTo>
                  <a:pt x="21163" y="3409"/>
                  <a:pt x="18754" y="4407"/>
                  <a:pt x="16978" y="6183"/>
                </a:cubicBezTo>
                <a:cubicBezTo>
                  <a:pt x="15202" y="7959"/>
                  <a:pt x="14205" y="10367"/>
                  <a:pt x="14205" y="12879"/>
                </a:cubicBezTo>
                <a:cubicBezTo>
                  <a:pt x="14205" y="15390"/>
                  <a:pt x="15202" y="17799"/>
                  <a:pt x="16978" y="19575"/>
                </a:cubicBezTo>
                <a:cubicBezTo>
                  <a:pt x="18754" y="21351"/>
                  <a:pt x="21163" y="22349"/>
                  <a:pt x="23674" y="22349"/>
                </a:cubicBezTo>
                <a:cubicBezTo>
                  <a:pt x="26186" y="22349"/>
                  <a:pt x="28594" y="21351"/>
                  <a:pt x="30370" y="19575"/>
                </a:cubicBezTo>
                <a:cubicBezTo>
                  <a:pt x="32146" y="17799"/>
                  <a:pt x="33144" y="15390"/>
                  <a:pt x="33144" y="12879"/>
                </a:cubicBezTo>
                <a:cubicBezTo>
                  <a:pt x="33144" y="10367"/>
                  <a:pt x="32146" y="7959"/>
                  <a:pt x="30370" y="6183"/>
                </a:cubicBezTo>
                <a:cubicBezTo>
                  <a:pt x="28594" y="4407"/>
                  <a:pt x="26186" y="3409"/>
                  <a:pt x="23674" y="3409"/>
                </a:cubicBezTo>
                <a:close/>
                <a:moveTo>
                  <a:pt x="75758" y="3409"/>
                </a:moveTo>
                <a:cubicBezTo>
                  <a:pt x="73246" y="3409"/>
                  <a:pt x="70837" y="4407"/>
                  <a:pt x="69061" y="6183"/>
                </a:cubicBezTo>
                <a:cubicBezTo>
                  <a:pt x="67286" y="7959"/>
                  <a:pt x="66288" y="10367"/>
                  <a:pt x="66288" y="12879"/>
                </a:cubicBezTo>
                <a:cubicBezTo>
                  <a:pt x="66288" y="15390"/>
                  <a:pt x="67286" y="17799"/>
                  <a:pt x="69061" y="19575"/>
                </a:cubicBezTo>
                <a:cubicBezTo>
                  <a:pt x="70837" y="21351"/>
                  <a:pt x="73246" y="22349"/>
                  <a:pt x="75758" y="22349"/>
                </a:cubicBezTo>
                <a:cubicBezTo>
                  <a:pt x="78269" y="22349"/>
                  <a:pt x="80678" y="21351"/>
                  <a:pt x="82454" y="19575"/>
                </a:cubicBezTo>
                <a:cubicBezTo>
                  <a:pt x="84230" y="17799"/>
                  <a:pt x="85227" y="15390"/>
                  <a:pt x="85227" y="12879"/>
                </a:cubicBezTo>
                <a:cubicBezTo>
                  <a:pt x="85227" y="10367"/>
                  <a:pt x="84230" y="7959"/>
                  <a:pt x="82454" y="6183"/>
                </a:cubicBezTo>
                <a:cubicBezTo>
                  <a:pt x="80678" y="4407"/>
                  <a:pt x="78269" y="3409"/>
                  <a:pt x="75758" y="3409"/>
                </a:cubicBezTo>
                <a:close/>
                <a:moveTo>
                  <a:pt x="10653" y="27083"/>
                </a:moveTo>
                <a:cubicBezTo>
                  <a:pt x="4812" y="27083"/>
                  <a:pt x="0" y="31895"/>
                  <a:pt x="0" y="37737"/>
                </a:cubicBezTo>
                <a:lnTo>
                  <a:pt x="0" y="51941"/>
                </a:lnTo>
                <a:cubicBezTo>
                  <a:pt x="0" y="57783"/>
                  <a:pt x="4812" y="62595"/>
                  <a:pt x="10653" y="62595"/>
                </a:cubicBezTo>
                <a:lnTo>
                  <a:pt x="16572" y="62595"/>
                </a:lnTo>
                <a:lnTo>
                  <a:pt x="16572" y="77400"/>
                </a:lnTo>
                <a:cubicBezTo>
                  <a:pt x="16509" y="77782"/>
                  <a:pt x="16509" y="78170"/>
                  <a:pt x="16572" y="78552"/>
                </a:cubicBezTo>
                <a:lnTo>
                  <a:pt x="16572" y="92188"/>
                </a:lnTo>
                <a:cubicBezTo>
                  <a:pt x="16565" y="92658"/>
                  <a:pt x="16652" y="93125"/>
                  <a:pt x="16828" y="93562"/>
                </a:cubicBezTo>
                <a:cubicBezTo>
                  <a:pt x="17003" y="93999"/>
                  <a:pt x="17264" y="94396"/>
                  <a:pt x="17594" y="94731"/>
                </a:cubicBezTo>
                <a:cubicBezTo>
                  <a:pt x="17925" y="95066"/>
                  <a:pt x="18318" y="95332"/>
                  <a:pt x="18752" y="95514"/>
                </a:cubicBezTo>
                <a:cubicBezTo>
                  <a:pt x="19187" y="95696"/>
                  <a:pt x="19653" y="95789"/>
                  <a:pt x="20123" y="95789"/>
                </a:cubicBezTo>
                <a:cubicBezTo>
                  <a:pt x="20594" y="95789"/>
                  <a:pt x="21060" y="95696"/>
                  <a:pt x="21494" y="95514"/>
                </a:cubicBezTo>
                <a:cubicBezTo>
                  <a:pt x="21928" y="95332"/>
                  <a:pt x="22322" y="95066"/>
                  <a:pt x="22652" y="94731"/>
                </a:cubicBezTo>
                <a:cubicBezTo>
                  <a:pt x="22983" y="94396"/>
                  <a:pt x="23243" y="93999"/>
                  <a:pt x="23419" y="93562"/>
                </a:cubicBezTo>
                <a:cubicBezTo>
                  <a:pt x="23594" y="93125"/>
                  <a:pt x="23681" y="92658"/>
                  <a:pt x="23674" y="92188"/>
                </a:cubicBezTo>
                <a:lnTo>
                  <a:pt x="23674" y="81534"/>
                </a:lnTo>
                <a:lnTo>
                  <a:pt x="75758" y="81534"/>
                </a:lnTo>
                <a:lnTo>
                  <a:pt x="75758" y="92188"/>
                </a:lnTo>
                <a:cubicBezTo>
                  <a:pt x="75751" y="92658"/>
                  <a:pt x="75838" y="93125"/>
                  <a:pt x="76013" y="93562"/>
                </a:cubicBezTo>
                <a:cubicBezTo>
                  <a:pt x="76189" y="93999"/>
                  <a:pt x="76449" y="94396"/>
                  <a:pt x="76780" y="94731"/>
                </a:cubicBezTo>
                <a:cubicBezTo>
                  <a:pt x="77110" y="95066"/>
                  <a:pt x="77504" y="95332"/>
                  <a:pt x="77938" y="95514"/>
                </a:cubicBezTo>
                <a:cubicBezTo>
                  <a:pt x="78372" y="95696"/>
                  <a:pt x="78838" y="95789"/>
                  <a:pt x="79309" y="95789"/>
                </a:cubicBezTo>
                <a:cubicBezTo>
                  <a:pt x="79779" y="95789"/>
                  <a:pt x="80245" y="95696"/>
                  <a:pt x="80679" y="95514"/>
                </a:cubicBezTo>
                <a:cubicBezTo>
                  <a:pt x="81114" y="95332"/>
                  <a:pt x="81507" y="95066"/>
                  <a:pt x="81838" y="94731"/>
                </a:cubicBezTo>
                <a:cubicBezTo>
                  <a:pt x="82168" y="94396"/>
                  <a:pt x="82429" y="93999"/>
                  <a:pt x="82604" y="93562"/>
                </a:cubicBezTo>
                <a:cubicBezTo>
                  <a:pt x="82780" y="93125"/>
                  <a:pt x="82866" y="92658"/>
                  <a:pt x="82860" y="92188"/>
                </a:cubicBezTo>
                <a:lnTo>
                  <a:pt x="82860" y="78566"/>
                </a:lnTo>
                <a:cubicBezTo>
                  <a:pt x="82923" y="78184"/>
                  <a:pt x="82923" y="77795"/>
                  <a:pt x="82860" y="77414"/>
                </a:cubicBezTo>
                <a:lnTo>
                  <a:pt x="82860" y="62595"/>
                </a:lnTo>
                <a:lnTo>
                  <a:pt x="88778" y="62595"/>
                </a:lnTo>
                <a:cubicBezTo>
                  <a:pt x="94620" y="62595"/>
                  <a:pt x="99432" y="57783"/>
                  <a:pt x="99432" y="51941"/>
                </a:cubicBezTo>
                <a:lnTo>
                  <a:pt x="99432" y="37737"/>
                </a:lnTo>
                <a:cubicBezTo>
                  <a:pt x="99432" y="31895"/>
                  <a:pt x="94620" y="27083"/>
                  <a:pt x="88778" y="27083"/>
                </a:cubicBezTo>
                <a:lnTo>
                  <a:pt x="10653" y="27083"/>
                </a:lnTo>
                <a:close/>
                <a:moveTo>
                  <a:pt x="10653" y="34186"/>
                </a:moveTo>
                <a:lnTo>
                  <a:pt x="21034" y="34186"/>
                </a:lnTo>
                <a:lnTo>
                  <a:pt x="8873" y="55016"/>
                </a:lnTo>
                <a:cubicBezTo>
                  <a:pt x="7809" y="54412"/>
                  <a:pt x="7102" y="53286"/>
                  <a:pt x="7102" y="51941"/>
                </a:cubicBezTo>
                <a:lnTo>
                  <a:pt x="7102" y="37737"/>
                </a:lnTo>
                <a:cubicBezTo>
                  <a:pt x="7102" y="35733"/>
                  <a:pt x="8649" y="34186"/>
                  <a:pt x="10653" y="34186"/>
                </a:cubicBezTo>
                <a:close/>
                <a:moveTo>
                  <a:pt x="36385" y="34186"/>
                </a:moveTo>
                <a:lnTo>
                  <a:pt x="48259" y="34186"/>
                </a:lnTo>
                <a:lnTo>
                  <a:pt x="35821" y="55492"/>
                </a:lnTo>
                <a:lnTo>
                  <a:pt x="23947" y="55492"/>
                </a:lnTo>
                <a:lnTo>
                  <a:pt x="36385" y="34186"/>
                </a:lnTo>
                <a:close/>
                <a:moveTo>
                  <a:pt x="63611" y="34186"/>
                </a:moveTo>
                <a:lnTo>
                  <a:pt x="75485" y="34186"/>
                </a:lnTo>
                <a:lnTo>
                  <a:pt x="63047" y="55492"/>
                </a:lnTo>
                <a:lnTo>
                  <a:pt x="51172" y="55492"/>
                </a:lnTo>
                <a:lnTo>
                  <a:pt x="63611" y="34186"/>
                </a:lnTo>
                <a:close/>
                <a:moveTo>
                  <a:pt x="90559" y="34662"/>
                </a:moveTo>
                <a:cubicBezTo>
                  <a:pt x="91623" y="35266"/>
                  <a:pt x="92330" y="36392"/>
                  <a:pt x="92330" y="37737"/>
                </a:cubicBezTo>
                <a:lnTo>
                  <a:pt x="92330" y="51941"/>
                </a:lnTo>
                <a:cubicBezTo>
                  <a:pt x="92330" y="53945"/>
                  <a:pt x="90782" y="55492"/>
                  <a:pt x="88778" y="55492"/>
                </a:cubicBezTo>
                <a:lnTo>
                  <a:pt x="79891" y="55492"/>
                </a:lnTo>
                <a:cubicBezTo>
                  <a:pt x="79510" y="55430"/>
                  <a:pt x="79121" y="55430"/>
                  <a:pt x="78740" y="55492"/>
                </a:cubicBezTo>
                <a:lnTo>
                  <a:pt x="78398" y="55492"/>
                </a:lnTo>
                <a:lnTo>
                  <a:pt x="90559" y="34662"/>
                </a:lnTo>
                <a:close/>
                <a:moveTo>
                  <a:pt x="23674" y="62595"/>
                </a:moveTo>
                <a:lnTo>
                  <a:pt x="75758" y="62595"/>
                </a:lnTo>
                <a:lnTo>
                  <a:pt x="75758" y="74432"/>
                </a:lnTo>
                <a:lnTo>
                  <a:pt x="23674" y="74432"/>
                </a:lnTo>
                <a:lnTo>
                  <a:pt x="23674" y="62595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8" name="Белый — SVG 13"/>
          <p:cNvSpPr>
            <a:spLocks noGrp="1"/>
          </p:cNvSpPr>
          <p:nvPr/>
        </p:nvSpPr>
        <p:spPr>
          <a:xfrm>
            <a:off x="76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4812" y="16500"/>
                </a:moveTo>
                <a:cubicBezTo>
                  <a:pt x="43431" y="16500"/>
                  <a:pt x="42106" y="17049"/>
                  <a:pt x="41129" y="18025"/>
                </a:cubicBezTo>
                <a:cubicBezTo>
                  <a:pt x="40152" y="19002"/>
                  <a:pt x="39604" y="20327"/>
                  <a:pt x="39604" y="21708"/>
                </a:cubicBezTo>
                <a:lnTo>
                  <a:pt x="39604" y="23539"/>
                </a:lnTo>
                <a:lnTo>
                  <a:pt x="39583" y="23539"/>
                </a:lnTo>
                <a:lnTo>
                  <a:pt x="39583" y="47750"/>
                </a:lnTo>
                <a:cubicBezTo>
                  <a:pt x="39583" y="48303"/>
                  <a:pt x="39364" y="48832"/>
                  <a:pt x="38973" y="49223"/>
                </a:cubicBezTo>
                <a:cubicBezTo>
                  <a:pt x="38582" y="49614"/>
                  <a:pt x="38053" y="49833"/>
                  <a:pt x="37500" y="49833"/>
                </a:cubicBezTo>
                <a:cubicBezTo>
                  <a:pt x="36948" y="49833"/>
                  <a:pt x="36418" y="49614"/>
                  <a:pt x="36027" y="49223"/>
                </a:cubicBezTo>
                <a:cubicBezTo>
                  <a:pt x="35636" y="48832"/>
                  <a:pt x="35417" y="48303"/>
                  <a:pt x="35417" y="47750"/>
                </a:cubicBezTo>
                <a:lnTo>
                  <a:pt x="35417" y="25248"/>
                </a:lnTo>
                <a:cubicBezTo>
                  <a:pt x="19756" y="32137"/>
                  <a:pt x="6564" y="44549"/>
                  <a:pt x="6278" y="76917"/>
                </a:cubicBezTo>
                <a:lnTo>
                  <a:pt x="3125" y="76917"/>
                </a:lnTo>
                <a:cubicBezTo>
                  <a:pt x="2296" y="76917"/>
                  <a:pt x="1501" y="77246"/>
                  <a:pt x="915" y="77832"/>
                </a:cubicBezTo>
                <a:cubicBezTo>
                  <a:pt x="329" y="78418"/>
                  <a:pt x="0" y="79213"/>
                  <a:pt x="0" y="80042"/>
                </a:cubicBezTo>
                <a:cubicBezTo>
                  <a:pt x="0" y="80871"/>
                  <a:pt x="329" y="81665"/>
                  <a:pt x="915" y="82251"/>
                </a:cubicBezTo>
                <a:cubicBezTo>
                  <a:pt x="1501" y="82837"/>
                  <a:pt x="2296" y="83167"/>
                  <a:pt x="3125" y="83167"/>
                </a:cubicBezTo>
                <a:lnTo>
                  <a:pt x="96875" y="83167"/>
                </a:lnTo>
                <a:cubicBezTo>
                  <a:pt x="97704" y="83167"/>
                  <a:pt x="98499" y="82837"/>
                  <a:pt x="99085" y="82251"/>
                </a:cubicBezTo>
                <a:cubicBezTo>
                  <a:pt x="99671" y="81665"/>
                  <a:pt x="100000" y="80871"/>
                  <a:pt x="100000" y="80042"/>
                </a:cubicBezTo>
                <a:cubicBezTo>
                  <a:pt x="100000" y="79213"/>
                  <a:pt x="99671" y="78418"/>
                  <a:pt x="99085" y="77832"/>
                </a:cubicBezTo>
                <a:cubicBezTo>
                  <a:pt x="98499" y="77246"/>
                  <a:pt x="97704" y="76917"/>
                  <a:pt x="96875" y="76917"/>
                </a:cubicBezTo>
                <a:lnTo>
                  <a:pt x="93726" y="76917"/>
                </a:lnTo>
                <a:cubicBezTo>
                  <a:pt x="93449" y="43433"/>
                  <a:pt x="80250" y="31201"/>
                  <a:pt x="64583" y="24817"/>
                </a:cubicBezTo>
                <a:lnTo>
                  <a:pt x="64583" y="47750"/>
                </a:lnTo>
                <a:cubicBezTo>
                  <a:pt x="64583" y="48303"/>
                  <a:pt x="64364" y="48832"/>
                  <a:pt x="63973" y="49223"/>
                </a:cubicBezTo>
                <a:cubicBezTo>
                  <a:pt x="63582" y="49614"/>
                  <a:pt x="63053" y="49833"/>
                  <a:pt x="62500" y="49833"/>
                </a:cubicBezTo>
                <a:cubicBezTo>
                  <a:pt x="61948" y="49833"/>
                  <a:pt x="61418" y="49614"/>
                  <a:pt x="61027" y="49223"/>
                </a:cubicBezTo>
                <a:cubicBezTo>
                  <a:pt x="60636" y="48832"/>
                  <a:pt x="60417" y="48303"/>
                  <a:pt x="60417" y="47750"/>
                </a:cubicBezTo>
                <a:lnTo>
                  <a:pt x="60417" y="23259"/>
                </a:lnTo>
                <a:lnTo>
                  <a:pt x="60388" y="23259"/>
                </a:lnTo>
                <a:lnTo>
                  <a:pt x="60388" y="21708"/>
                </a:lnTo>
                <a:cubicBezTo>
                  <a:pt x="60388" y="20327"/>
                  <a:pt x="59839" y="19002"/>
                  <a:pt x="58863" y="18025"/>
                </a:cubicBezTo>
                <a:cubicBezTo>
                  <a:pt x="57886" y="17049"/>
                  <a:pt x="56561" y="16500"/>
                  <a:pt x="55180" y="16500"/>
                </a:cubicBezTo>
                <a:lnTo>
                  <a:pt x="44812" y="1650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49" name="Белый — SVG 14"/>
          <p:cNvSpPr>
            <a:spLocks noGrp="1"/>
          </p:cNvSpPr>
          <p:nvPr/>
        </p:nvSpPr>
        <p:spPr>
          <a:xfrm>
            <a:off x="82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26638" y="0"/>
                </a:moveTo>
                <a:cubicBezTo>
                  <a:pt x="24006" y="0"/>
                  <a:pt x="21483" y="1045"/>
                  <a:pt x="19623" y="2906"/>
                </a:cubicBezTo>
                <a:cubicBezTo>
                  <a:pt x="17762" y="4766"/>
                  <a:pt x="16717" y="7290"/>
                  <a:pt x="16717" y="9921"/>
                </a:cubicBezTo>
                <a:cubicBezTo>
                  <a:pt x="16717" y="12552"/>
                  <a:pt x="17762" y="15075"/>
                  <a:pt x="19623" y="16936"/>
                </a:cubicBezTo>
                <a:cubicBezTo>
                  <a:pt x="21483" y="18796"/>
                  <a:pt x="24006" y="19841"/>
                  <a:pt x="26638" y="19841"/>
                </a:cubicBezTo>
                <a:cubicBezTo>
                  <a:pt x="29269" y="19841"/>
                  <a:pt x="31792" y="18796"/>
                  <a:pt x="33653" y="16936"/>
                </a:cubicBezTo>
                <a:cubicBezTo>
                  <a:pt x="35513" y="15075"/>
                  <a:pt x="36558" y="12552"/>
                  <a:pt x="36558" y="9921"/>
                </a:cubicBezTo>
                <a:cubicBezTo>
                  <a:pt x="36558" y="7290"/>
                  <a:pt x="35513" y="4766"/>
                  <a:pt x="33653" y="2906"/>
                </a:cubicBezTo>
                <a:cubicBezTo>
                  <a:pt x="31792" y="1045"/>
                  <a:pt x="29269" y="0"/>
                  <a:pt x="26638" y="0"/>
                </a:cubicBezTo>
                <a:close/>
                <a:moveTo>
                  <a:pt x="21677" y="22321"/>
                </a:moveTo>
                <a:cubicBezTo>
                  <a:pt x="19483" y="22323"/>
                  <a:pt x="17351" y="23053"/>
                  <a:pt x="15616" y="24396"/>
                </a:cubicBezTo>
                <a:cubicBezTo>
                  <a:pt x="13880" y="25739"/>
                  <a:pt x="12639" y="27619"/>
                  <a:pt x="12086" y="29743"/>
                </a:cubicBezTo>
                <a:lnTo>
                  <a:pt x="4607" y="54563"/>
                </a:lnTo>
                <a:lnTo>
                  <a:pt x="4636" y="54573"/>
                </a:lnTo>
                <a:cubicBezTo>
                  <a:pt x="4403" y="55471"/>
                  <a:pt x="4297" y="56397"/>
                  <a:pt x="4321" y="57325"/>
                </a:cubicBezTo>
                <a:lnTo>
                  <a:pt x="4316" y="57320"/>
                </a:lnTo>
                <a:lnTo>
                  <a:pt x="4326" y="57407"/>
                </a:lnTo>
                <a:cubicBezTo>
                  <a:pt x="4348" y="57918"/>
                  <a:pt x="4409" y="58426"/>
                  <a:pt x="4510" y="58928"/>
                </a:cubicBezTo>
                <a:lnTo>
                  <a:pt x="6525" y="75645"/>
                </a:lnTo>
                <a:lnTo>
                  <a:pt x="1289" y="91926"/>
                </a:lnTo>
                <a:lnTo>
                  <a:pt x="1105" y="92299"/>
                </a:lnTo>
                <a:cubicBezTo>
                  <a:pt x="524" y="93479"/>
                  <a:pt x="436" y="94842"/>
                  <a:pt x="860" y="96088"/>
                </a:cubicBezTo>
                <a:cubicBezTo>
                  <a:pt x="1284" y="97333"/>
                  <a:pt x="2186" y="98359"/>
                  <a:pt x="3367" y="98940"/>
                </a:cubicBezTo>
                <a:cubicBezTo>
                  <a:pt x="4547" y="99521"/>
                  <a:pt x="5910" y="99609"/>
                  <a:pt x="7156" y="99184"/>
                </a:cubicBezTo>
                <a:cubicBezTo>
                  <a:pt x="8401" y="98760"/>
                  <a:pt x="9427" y="97858"/>
                  <a:pt x="10008" y="96678"/>
                </a:cubicBezTo>
                <a:lnTo>
                  <a:pt x="17448" y="81555"/>
                </a:lnTo>
                <a:cubicBezTo>
                  <a:pt x="17783" y="80873"/>
                  <a:pt x="17957" y="80124"/>
                  <a:pt x="17957" y="79365"/>
                </a:cubicBezTo>
                <a:lnTo>
                  <a:pt x="17957" y="70418"/>
                </a:lnTo>
                <a:lnTo>
                  <a:pt x="25693" y="77607"/>
                </a:lnTo>
                <a:lnTo>
                  <a:pt x="31598" y="94750"/>
                </a:lnTo>
                <a:lnTo>
                  <a:pt x="31695" y="95220"/>
                </a:lnTo>
                <a:cubicBezTo>
                  <a:pt x="31812" y="95868"/>
                  <a:pt x="32058" y="96487"/>
                  <a:pt x="32417" y="97040"/>
                </a:cubicBezTo>
                <a:cubicBezTo>
                  <a:pt x="32776" y="97593"/>
                  <a:pt x="33242" y="98069"/>
                  <a:pt x="33787" y="98439"/>
                </a:cubicBezTo>
                <a:cubicBezTo>
                  <a:pt x="34332" y="98810"/>
                  <a:pt x="34946" y="99068"/>
                  <a:pt x="35592" y="99199"/>
                </a:cubicBezTo>
                <a:cubicBezTo>
                  <a:pt x="36238" y="99330"/>
                  <a:pt x="36904" y="99331"/>
                  <a:pt x="37550" y="99201"/>
                </a:cubicBezTo>
                <a:cubicBezTo>
                  <a:pt x="38197" y="99072"/>
                  <a:pt x="38811" y="98815"/>
                  <a:pt x="39357" y="98446"/>
                </a:cubicBezTo>
                <a:cubicBezTo>
                  <a:pt x="39903" y="98076"/>
                  <a:pt x="40370" y="97601"/>
                  <a:pt x="40730" y="97049"/>
                </a:cubicBezTo>
                <a:cubicBezTo>
                  <a:pt x="41091" y="96497"/>
                  <a:pt x="41338" y="95879"/>
                  <a:pt x="41456" y="95230"/>
                </a:cubicBezTo>
                <a:cubicBezTo>
                  <a:pt x="41575" y="94582"/>
                  <a:pt x="41563" y="93916"/>
                  <a:pt x="41422" y="93272"/>
                </a:cubicBezTo>
                <a:lnTo>
                  <a:pt x="37701" y="74671"/>
                </a:lnTo>
                <a:cubicBezTo>
                  <a:pt x="37522" y="73776"/>
                  <a:pt x="37100" y="72948"/>
                  <a:pt x="36481" y="72278"/>
                </a:cubicBezTo>
                <a:lnTo>
                  <a:pt x="24061" y="58826"/>
                </a:lnTo>
                <a:lnTo>
                  <a:pt x="29152" y="41920"/>
                </a:lnTo>
                <a:lnTo>
                  <a:pt x="33594" y="47675"/>
                </a:lnTo>
                <a:cubicBezTo>
                  <a:pt x="34058" y="48276"/>
                  <a:pt x="34653" y="48762"/>
                  <a:pt x="35334" y="49096"/>
                </a:cubicBezTo>
                <a:cubicBezTo>
                  <a:pt x="36015" y="49430"/>
                  <a:pt x="36764" y="49604"/>
                  <a:pt x="37522" y="49603"/>
                </a:cubicBezTo>
                <a:lnTo>
                  <a:pt x="48959" y="49603"/>
                </a:lnTo>
                <a:lnTo>
                  <a:pt x="48959" y="49715"/>
                </a:lnTo>
                <a:cubicBezTo>
                  <a:pt x="48959" y="50342"/>
                  <a:pt x="49208" y="50944"/>
                  <a:pt x="49652" y="51391"/>
                </a:cubicBezTo>
                <a:cubicBezTo>
                  <a:pt x="50096" y="51835"/>
                  <a:pt x="50698" y="52083"/>
                  <a:pt x="51328" y="52083"/>
                </a:cubicBezTo>
                <a:lnTo>
                  <a:pt x="61471" y="52083"/>
                </a:lnTo>
                <a:cubicBezTo>
                  <a:pt x="62101" y="52083"/>
                  <a:pt x="62703" y="51835"/>
                  <a:pt x="63147" y="51391"/>
                </a:cubicBezTo>
                <a:cubicBezTo>
                  <a:pt x="63591" y="50947"/>
                  <a:pt x="63845" y="50345"/>
                  <a:pt x="63845" y="49715"/>
                </a:cubicBezTo>
                <a:cubicBezTo>
                  <a:pt x="63842" y="46399"/>
                  <a:pt x="63840" y="40409"/>
                  <a:pt x="63840" y="37091"/>
                </a:cubicBezTo>
                <a:cubicBezTo>
                  <a:pt x="63840" y="36463"/>
                  <a:pt x="63591" y="35861"/>
                  <a:pt x="63147" y="35415"/>
                </a:cubicBezTo>
                <a:cubicBezTo>
                  <a:pt x="62703" y="34973"/>
                  <a:pt x="62101" y="34722"/>
                  <a:pt x="61471" y="34722"/>
                </a:cubicBezTo>
                <a:lnTo>
                  <a:pt x="51328" y="34722"/>
                </a:lnTo>
                <a:cubicBezTo>
                  <a:pt x="50700" y="34722"/>
                  <a:pt x="50098" y="34971"/>
                  <a:pt x="49652" y="35415"/>
                </a:cubicBezTo>
                <a:cubicBezTo>
                  <a:pt x="49208" y="35859"/>
                  <a:pt x="48959" y="36463"/>
                  <a:pt x="48959" y="37091"/>
                </a:cubicBezTo>
                <a:lnTo>
                  <a:pt x="48959" y="39683"/>
                </a:lnTo>
                <a:lnTo>
                  <a:pt x="39959" y="39683"/>
                </a:lnTo>
                <a:lnTo>
                  <a:pt x="29622" y="26289"/>
                </a:lnTo>
                <a:cubicBezTo>
                  <a:pt x="29510" y="26140"/>
                  <a:pt x="29390" y="25998"/>
                  <a:pt x="29263" y="25862"/>
                </a:cubicBezTo>
                <a:cubicBezTo>
                  <a:pt x="28333" y="24755"/>
                  <a:pt x="27172" y="23864"/>
                  <a:pt x="25862" y="23253"/>
                </a:cubicBezTo>
                <a:cubicBezTo>
                  <a:pt x="24552" y="22641"/>
                  <a:pt x="23123" y="22323"/>
                  <a:pt x="21677" y="22321"/>
                </a:cubicBezTo>
                <a:close/>
                <a:moveTo>
                  <a:pt x="68800" y="34737"/>
                </a:moveTo>
                <a:lnTo>
                  <a:pt x="68800" y="48818"/>
                </a:lnTo>
                <a:lnTo>
                  <a:pt x="69604" y="47554"/>
                </a:lnTo>
                <a:lnTo>
                  <a:pt x="73044" y="49618"/>
                </a:lnTo>
                <a:lnTo>
                  <a:pt x="74938" y="46585"/>
                </a:lnTo>
                <a:lnTo>
                  <a:pt x="78101" y="48378"/>
                </a:lnTo>
                <a:lnTo>
                  <a:pt x="80237" y="45214"/>
                </a:lnTo>
                <a:lnTo>
                  <a:pt x="83618" y="47138"/>
                </a:lnTo>
                <a:lnTo>
                  <a:pt x="85566" y="44173"/>
                </a:lnTo>
                <a:lnTo>
                  <a:pt x="88579" y="45898"/>
                </a:lnTo>
                <a:lnTo>
                  <a:pt x="91059" y="43417"/>
                </a:lnTo>
                <a:lnTo>
                  <a:pt x="93539" y="44909"/>
                </a:lnTo>
                <a:lnTo>
                  <a:pt x="96019" y="42177"/>
                </a:lnTo>
                <a:lnTo>
                  <a:pt x="96019" y="34737"/>
                </a:lnTo>
                <a:lnTo>
                  <a:pt x="68800" y="34737"/>
                </a:lnTo>
                <a:close/>
                <a:moveTo>
                  <a:pt x="52679" y="59524"/>
                </a:moveTo>
                <a:cubicBezTo>
                  <a:pt x="52186" y="59517"/>
                  <a:pt x="51697" y="59608"/>
                  <a:pt x="51239" y="59792"/>
                </a:cubicBezTo>
                <a:cubicBezTo>
                  <a:pt x="50782" y="59976"/>
                  <a:pt x="50365" y="60248"/>
                  <a:pt x="50014" y="60595"/>
                </a:cubicBezTo>
                <a:cubicBezTo>
                  <a:pt x="49663" y="60941"/>
                  <a:pt x="49385" y="61353"/>
                  <a:pt x="49194" y="61808"/>
                </a:cubicBezTo>
                <a:cubicBezTo>
                  <a:pt x="49004" y="62263"/>
                  <a:pt x="48906" y="62751"/>
                  <a:pt x="48906" y="63244"/>
                </a:cubicBezTo>
                <a:cubicBezTo>
                  <a:pt x="48906" y="63737"/>
                  <a:pt x="49004" y="64225"/>
                  <a:pt x="49194" y="64680"/>
                </a:cubicBezTo>
                <a:cubicBezTo>
                  <a:pt x="49385" y="65135"/>
                  <a:pt x="49663" y="65547"/>
                  <a:pt x="50014" y="65893"/>
                </a:cubicBezTo>
                <a:cubicBezTo>
                  <a:pt x="50365" y="66240"/>
                  <a:pt x="50782" y="66513"/>
                  <a:pt x="51239" y="66696"/>
                </a:cubicBezTo>
                <a:cubicBezTo>
                  <a:pt x="51697" y="66880"/>
                  <a:pt x="52186" y="66971"/>
                  <a:pt x="52679" y="66964"/>
                </a:cubicBezTo>
                <a:lnTo>
                  <a:pt x="59093" y="66964"/>
                </a:lnTo>
                <a:lnTo>
                  <a:pt x="49182" y="94217"/>
                </a:lnTo>
                <a:cubicBezTo>
                  <a:pt x="49012" y="94677"/>
                  <a:pt x="48935" y="95166"/>
                  <a:pt x="48956" y="95655"/>
                </a:cubicBezTo>
                <a:cubicBezTo>
                  <a:pt x="48976" y="96145"/>
                  <a:pt x="49092" y="96626"/>
                  <a:pt x="49299" y="97071"/>
                </a:cubicBezTo>
                <a:cubicBezTo>
                  <a:pt x="49505" y="97515"/>
                  <a:pt x="49798" y="97914"/>
                  <a:pt x="50159" y="98246"/>
                </a:cubicBezTo>
                <a:cubicBezTo>
                  <a:pt x="50520" y="98577"/>
                  <a:pt x="50943" y="98833"/>
                  <a:pt x="51404" y="99001"/>
                </a:cubicBezTo>
                <a:cubicBezTo>
                  <a:pt x="51865" y="99168"/>
                  <a:pt x="52354" y="99242"/>
                  <a:pt x="52843" y="99220"/>
                </a:cubicBezTo>
                <a:cubicBezTo>
                  <a:pt x="53333" y="99198"/>
                  <a:pt x="53813" y="99078"/>
                  <a:pt x="54257" y="98870"/>
                </a:cubicBezTo>
                <a:cubicBezTo>
                  <a:pt x="54700" y="98661"/>
                  <a:pt x="55098" y="98367"/>
                  <a:pt x="55428" y="98004"/>
                </a:cubicBezTo>
                <a:cubicBezTo>
                  <a:pt x="55757" y="97641"/>
                  <a:pt x="56012" y="97217"/>
                  <a:pt x="56177" y="96755"/>
                </a:cubicBezTo>
                <a:lnTo>
                  <a:pt x="67008" y="66964"/>
                </a:lnTo>
                <a:lnTo>
                  <a:pt x="80513" y="66964"/>
                </a:lnTo>
                <a:lnTo>
                  <a:pt x="91345" y="96755"/>
                </a:lnTo>
                <a:cubicBezTo>
                  <a:pt x="91510" y="97217"/>
                  <a:pt x="91764" y="97641"/>
                  <a:pt x="92093" y="98004"/>
                </a:cubicBezTo>
                <a:cubicBezTo>
                  <a:pt x="92423" y="98367"/>
                  <a:pt x="92821" y="98661"/>
                  <a:pt x="93264" y="98870"/>
                </a:cubicBezTo>
                <a:cubicBezTo>
                  <a:pt x="93708" y="99078"/>
                  <a:pt x="94188" y="99198"/>
                  <a:pt x="94678" y="99220"/>
                </a:cubicBezTo>
                <a:cubicBezTo>
                  <a:pt x="95167" y="99242"/>
                  <a:pt x="95657" y="99168"/>
                  <a:pt x="96117" y="99001"/>
                </a:cubicBezTo>
                <a:cubicBezTo>
                  <a:pt x="96578" y="98833"/>
                  <a:pt x="97001" y="98577"/>
                  <a:pt x="97363" y="98246"/>
                </a:cubicBezTo>
                <a:cubicBezTo>
                  <a:pt x="97724" y="97914"/>
                  <a:pt x="98016" y="97515"/>
                  <a:pt x="98223" y="97071"/>
                </a:cubicBezTo>
                <a:cubicBezTo>
                  <a:pt x="98429" y="96626"/>
                  <a:pt x="98546" y="96145"/>
                  <a:pt x="98566" y="95655"/>
                </a:cubicBezTo>
                <a:cubicBezTo>
                  <a:pt x="98586" y="95166"/>
                  <a:pt x="98509" y="94677"/>
                  <a:pt x="98339" y="94217"/>
                </a:cubicBezTo>
                <a:lnTo>
                  <a:pt x="88428" y="66964"/>
                </a:lnTo>
                <a:lnTo>
                  <a:pt x="94842" y="66964"/>
                </a:lnTo>
                <a:cubicBezTo>
                  <a:pt x="95335" y="66971"/>
                  <a:pt x="95824" y="66880"/>
                  <a:pt x="96282" y="66696"/>
                </a:cubicBezTo>
                <a:cubicBezTo>
                  <a:pt x="96739" y="66513"/>
                  <a:pt x="97156" y="66240"/>
                  <a:pt x="97507" y="65893"/>
                </a:cubicBezTo>
                <a:cubicBezTo>
                  <a:pt x="97858" y="65547"/>
                  <a:pt x="98137" y="65135"/>
                  <a:pt x="98327" y="64680"/>
                </a:cubicBezTo>
                <a:cubicBezTo>
                  <a:pt x="98517" y="64225"/>
                  <a:pt x="98615" y="63737"/>
                  <a:pt x="98615" y="63244"/>
                </a:cubicBezTo>
                <a:cubicBezTo>
                  <a:pt x="98615" y="62751"/>
                  <a:pt x="98517" y="62263"/>
                  <a:pt x="98327" y="61808"/>
                </a:cubicBezTo>
                <a:cubicBezTo>
                  <a:pt x="98137" y="61353"/>
                  <a:pt x="97858" y="60941"/>
                  <a:pt x="97507" y="60595"/>
                </a:cubicBezTo>
                <a:cubicBezTo>
                  <a:pt x="97156" y="60248"/>
                  <a:pt x="96739" y="59976"/>
                  <a:pt x="96282" y="59792"/>
                </a:cubicBezTo>
                <a:cubicBezTo>
                  <a:pt x="95824" y="59608"/>
                  <a:pt x="95335" y="59517"/>
                  <a:pt x="94842" y="59524"/>
                </a:cubicBezTo>
                <a:lnTo>
                  <a:pt x="52679" y="59524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50" name="Белый — SVG 15"/>
          <p:cNvSpPr>
            <a:spLocks noGrp="1"/>
          </p:cNvSpPr>
          <p:nvPr/>
        </p:nvSpPr>
        <p:spPr>
          <a:xfrm>
            <a:off x="88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90072" y="1"/>
                </a:moveTo>
                <a:cubicBezTo>
                  <a:pt x="89283" y="-9"/>
                  <a:pt x="88494" y="85"/>
                  <a:pt x="87718" y="292"/>
                </a:cubicBezTo>
                <a:lnTo>
                  <a:pt x="27728" y="14335"/>
                </a:lnTo>
                <a:cubicBezTo>
                  <a:pt x="25219" y="14998"/>
                  <a:pt x="23157" y="16748"/>
                  <a:pt x="22092" y="19116"/>
                </a:cubicBezTo>
                <a:cubicBezTo>
                  <a:pt x="20979" y="21578"/>
                  <a:pt x="21049" y="24443"/>
                  <a:pt x="22328" y="26976"/>
                </a:cubicBezTo>
                <a:lnTo>
                  <a:pt x="35279" y="52403"/>
                </a:lnTo>
                <a:lnTo>
                  <a:pt x="46973" y="40682"/>
                </a:lnTo>
                <a:cubicBezTo>
                  <a:pt x="50216" y="37438"/>
                  <a:pt x="55446" y="37415"/>
                  <a:pt x="58690" y="40658"/>
                </a:cubicBezTo>
                <a:cubicBezTo>
                  <a:pt x="61933" y="43878"/>
                  <a:pt x="61961" y="49132"/>
                  <a:pt x="58717" y="52375"/>
                </a:cubicBezTo>
                <a:lnTo>
                  <a:pt x="47019" y="64120"/>
                </a:lnTo>
                <a:lnTo>
                  <a:pt x="72991" y="77141"/>
                </a:lnTo>
                <a:cubicBezTo>
                  <a:pt x="74317" y="77804"/>
                  <a:pt x="75760" y="78135"/>
                  <a:pt x="77180" y="78135"/>
                </a:cubicBezTo>
                <a:cubicBezTo>
                  <a:pt x="78435" y="78135"/>
                  <a:pt x="79669" y="77874"/>
                  <a:pt x="80829" y="77354"/>
                </a:cubicBezTo>
                <a:cubicBezTo>
                  <a:pt x="83196" y="76288"/>
                  <a:pt x="84923" y="74229"/>
                  <a:pt x="85633" y="71601"/>
                </a:cubicBezTo>
                <a:lnTo>
                  <a:pt x="99125" y="11847"/>
                </a:lnTo>
                <a:cubicBezTo>
                  <a:pt x="99978" y="8627"/>
                  <a:pt x="99034" y="5264"/>
                  <a:pt x="96619" y="2826"/>
                </a:cubicBezTo>
                <a:cubicBezTo>
                  <a:pt x="94790" y="1015"/>
                  <a:pt x="92440" y="31"/>
                  <a:pt x="90072" y="1"/>
                </a:cubicBezTo>
                <a:close/>
                <a:moveTo>
                  <a:pt x="52836" y="42970"/>
                </a:moveTo>
                <a:cubicBezTo>
                  <a:pt x="51927" y="42973"/>
                  <a:pt x="51021" y="43322"/>
                  <a:pt x="50334" y="44020"/>
                </a:cubicBezTo>
                <a:lnTo>
                  <a:pt x="34969" y="59431"/>
                </a:lnTo>
                <a:lnTo>
                  <a:pt x="39991" y="64453"/>
                </a:lnTo>
                <a:lnTo>
                  <a:pt x="55356" y="49042"/>
                </a:lnTo>
                <a:cubicBezTo>
                  <a:pt x="56753" y="47645"/>
                  <a:pt x="56753" y="45394"/>
                  <a:pt x="55356" y="43997"/>
                </a:cubicBezTo>
                <a:cubicBezTo>
                  <a:pt x="54657" y="43310"/>
                  <a:pt x="53744" y="42967"/>
                  <a:pt x="52836" y="42970"/>
                </a:cubicBezTo>
                <a:close/>
                <a:moveTo>
                  <a:pt x="24954" y="57563"/>
                </a:moveTo>
                <a:cubicBezTo>
                  <a:pt x="24007" y="57563"/>
                  <a:pt x="23111" y="57941"/>
                  <a:pt x="22448" y="58604"/>
                </a:cubicBezTo>
                <a:lnTo>
                  <a:pt x="16575" y="64453"/>
                </a:lnTo>
                <a:lnTo>
                  <a:pt x="19086" y="66959"/>
                </a:lnTo>
                <a:lnTo>
                  <a:pt x="21592" y="69470"/>
                </a:lnTo>
                <a:lnTo>
                  <a:pt x="29975" y="77853"/>
                </a:lnTo>
                <a:lnTo>
                  <a:pt x="32486" y="80359"/>
                </a:lnTo>
                <a:lnTo>
                  <a:pt x="34992" y="82870"/>
                </a:lnTo>
                <a:lnTo>
                  <a:pt x="40841" y="77021"/>
                </a:lnTo>
                <a:cubicBezTo>
                  <a:pt x="41504" y="76334"/>
                  <a:pt x="41882" y="75438"/>
                  <a:pt x="41882" y="74491"/>
                </a:cubicBezTo>
                <a:cubicBezTo>
                  <a:pt x="41882" y="73568"/>
                  <a:pt x="41504" y="72667"/>
                  <a:pt x="40841" y="71981"/>
                </a:cubicBezTo>
                <a:lnTo>
                  <a:pt x="27465" y="58604"/>
                </a:lnTo>
                <a:cubicBezTo>
                  <a:pt x="26778" y="57941"/>
                  <a:pt x="25877" y="57563"/>
                  <a:pt x="24954" y="57563"/>
                </a:cubicBezTo>
                <a:close/>
                <a:moveTo>
                  <a:pt x="11559" y="69470"/>
                </a:moveTo>
                <a:lnTo>
                  <a:pt x="2940" y="78112"/>
                </a:lnTo>
                <a:cubicBezTo>
                  <a:pt x="975" y="80077"/>
                  <a:pt x="-68" y="82706"/>
                  <a:pt x="3" y="85547"/>
                </a:cubicBezTo>
                <a:cubicBezTo>
                  <a:pt x="98" y="88293"/>
                  <a:pt x="1234" y="90896"/>
                  <a:pt x="3199" y="92885"/>
                </a:cubicBezTo>
                <a:lnTo>
                  <a:pt x="6560" y="96247"/>
                </a:lnTo>
                <a:cubicBezTo>
                  <a:pt x="8691" y="98354"/>
                  <a:pt x="11462" y="99442"/>
                  <a:pt x="14208" y="99442"/>
                </a:cubicBezTo>
                <a:cubicBezTo>
                  <a:pt x="16812" y="99442"/>
                  <a:pt x="19392" y="98471"/>
                  <a:pt x="21333" y="96506"/>
                </a:cubicBezTo>
                <a:lnTo>
                  <a:pt x="29975" y="87887"/>
                </a:lnTo>
                <a:lnTo>
                  <a:pt x="27465" y="85381"/>
                </a:lnTo>
                <a:lnTo>
                  <a:pt x="24954" y="82870"/>
                </a:lnTo>
                <a:lnTo>
                  <a:pt x="16575" y="74491"/>
                </a:lnTo>
                <a:lnTo>
                  <a:pt x="14065" y="71981"/>
                </a:lnTo>
                <a:lnTo>
                  <a:pt x="11559" y="6947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51" name="Белый — SVG 16"/>
          <p:cNvSpPr>
            <a:spLocks noGrp="1"/>
          </p:cNvSpPr>
          <p:nvPr/>
        </p:nvSpPr>
        <p:spPr>
          <a:xfrm>
            <a:off x="94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45637" y="4819"/>
                </a:moveTo>
                <a:cubicBezTo>
                  <a:pt x="43556" y="4819"/>
                  <a:pt x="41872" y="6506"/>
                  <a:pt x="41872" y="8584"/>
                </a:cubicBezTo>
                <a:lnTo>
                  <a:pt x="41872" y="12678"/>
                </a:lnTo>
                <a:cubicBezTo>
                  <a:pt x="30511" y="14493"/>
                  <a:pt x="21791" y="24330"/>
                  <a:pt x="21791" y="36195"/>
                </a:cubicBezTo>
                <a:lnTo>
                  <a:pt x="21791" y="52564"/>
                </a:lnTo>
                <a:cubicBezTo>
                  <a:pt x="21621" y="52539"/>
                  <a:pt x="21452" y="52510"/>
                  <a:pt x="21277" y="52510"/>
                </a:cubicBezTo>
                <a:lnTo>
                  <a:pt x="11751" y="52510"/>
                </a:lnTo>
                <a:lnTo>
                  <a:pt x="11751" y="41215"/>
                </a:lnTo>
                <a:cubicBezTo>
                  <a:pt x="11751" y="39137"/>
                  <a:pt x="10067" y="37450"/>
                  <a:pt x="7986" y="37450"/>
                </a:cubicBezTo>
                <a:cubicBezTo>
                  <a:pt x="5905" y="37450"/>
                  <a:pt x="4221" y="39137"/>
                  <a:pt x="4221" y="41215"/>
                </a:cubicBezTo>
                <a:lnTo>
                  <a:pt x="4221" y="52510"/>
                </a:lnTo>
                <a:lnTo>
                  <a:pt x="3765" y="52510"/>
                </a:lnTo>
                <a:cubicBezTo>
                  <a:pt x="1684" y="52510"/>
                  <a:pt x="0" y="54197"/>
                  <a:pt x="0" y="56275"/>
                </a:cubicBezTo>
                <a:cubicBezTo>
                  <a:pt x="0" y="58353"/>
                  <a:pt x="1687" y="60040"/>
                  <a:pt x="3765" y="60040"/>
                </a:cubicBezTo>
                <a:lnTo>
                  <a:pt x="4221" y="60040"/>
                </a:lnTo>
                <a:lnTo>
                  <a:pt x="4221" y="71335"/>
                </a:lnTo>
                <a:cubicBezTo>
                  <a:pt x="4221" y="73414"/>
                  <a:pt x="5905" y="75100"/>
                  <a:pt x="7986" y="75100"/>
                </a:cubicBezTo>
                <a:cubicBezTo>
                  <a:pt x="10067" y="75100"/>
                  <a:pt x="11751" y="73414"/>
                  <a:pt x="11751" y="71335"/>
                </a:cubicBezTo>
                <a:lnTo>
                  <a:pt x="11751" y="60040"/>
                </a:lnTo>
                <a:lnTo>
                  <a:pt x="21277" y="60040"/>
                </a:lnTo>
                <a:cubicBezTo>
                  <a:pt x="21452" y="60040"/>
                  <a:pt x="21621" y="60011"/>
                  <a:pt x="21791" y="59986"/>
                </a:cubicBezTo>
                <a:lnTo>
                  <a:pt x="21791" y="71335"/>
                </a:lnTo>
                <a:cubicBezTo>
                  <a:pt x="21791" y="73411"/>
                  <a:pt x="23480" y="75100"/>
                  <a:pt x="25556" y="75100"/>
                </a:cubicBezTo>
                <a:lnTo>
                  <a:pt x="38107" y="75100"/>
                </a:lnTo>
                <a:cubicBezTo>
                  <a:pt x="40182" y="75100"/>
                  <a:pt x="41872" y="73411"/>
                  <a:pt x="41872" y="71335"/>
                </a:cubicBezTo>
                <a:lnTo>
                  <a:pt x="41872" y="33685"/>
                </a:lnTo>
                <a:cubicBezTo>
                  <a:pt x="41872" y="32718"/>
                  <a:pt x="42250" y="31842"/>
                  <a:pt x="42852" y="31175"/>
                </a:cubicBezTo>
                <a:cubicBezTo>
                  <a:pt x="43540" y="31938"/>
                  <a:pt x="44527" y="32430"/>
                  <a:pt x="45637" y="32430"/>
                </a:cubicBezTo>
                <a:cubicBezTo>
                  <a:pt x="47717" y="32430"/>
                  <a:pt x="49402" y="30743"/>
                  <a:pt x="49402" y="28665"/>
                </a:cubicBezTo>
                <a:lnTo>
                  <a:pt x="49402" y="8584"/>
                </a:lnTo>
                <a:cubicBezTo>
                  <a:pt x="49402" y="6506"/>
                  <a:pt x="47717" y="4819"/>
                  <a:pt x="45637" y="4819"/>
                </a:cubicBezTo>
                <a:close/>
                <a:moveTo>
                  <a:pt x="60697" y="4819"/>
                </a:moveTo>
                <a:cubicBezTo>
                  <a:pt x="58616" y="4819"/>
                  <a:pt x="56932" y="6506"/>
                  <a:pt x="56932" y="8584"/>
                </a:cubicBezTo>
                <a:lnTo>
                  <a:pt x="56932" y="28665"/>
                </a:lnTo>
                <a:cubicBezTo>
                  <a:pt x="56932" y="30743"/>
                  <a:pt x="58616" y="32430"/>
                  <a:pt x="60697" y="32430"/>
                </a:cubicBezTo>
                <a:cubicBezTo>
                  <a:pt x="61806" y="32430"/>
                  <a:pt x="62794" y="31940"/>
                  <a:pt x="63481" y="31175"/>
                </a:cubicBezTo>
                <a:cubicBezTo>
                  <a:pt x="64084" y="31842"/>
                  <a:pt x="64462" y="32716"/>
                  <a:pt x="64462" y="33685"/>
                </a:cubicBezTo>
                <a:lnTo>
                  <a:pt x="64462" y="85141"/>
                </a:lnTo>
                <a:lnTo>
                  <a:pt x="62604" y="87651"/>
                </a:lnTo>
                <a:lnTo>
                  <a:pt x="55677" y="87651"/>
                </a:lnTo>
                <a:cubicBezTo>
                  <a:pt x="53596" y="87651"/>
                  <a:pt x="51912" y="89337"/>
                  <a:pt x="51912" y="91416"/>
                </a:cubicBezTo>
                <a:cubicBezTo>
                  <a:pt x="51912" y="93494"/>
                  <a:pt x="53596" y="95181"/>
                  <a:pt x="55677" y="95181"/>
                </a:cubicBezTo>
                <a:lnTo>
                  <a:pt x="93327" y="95181"/>
                </a:lnTo>
                <a:cubicBezTo>
                  <a:pt x="95408" y="95181"/>
                  <a:pt x="97092" y="93494"/>
                  <a:pt x="97092" y="91416"/>
                </a:cubicBezTo>
                <a:cubicBezTo>
                  <a:pt x="97092" y="89337"/>
                  <a:pt x="95408" y="87651"/>
                  <a:pt x="93327" y="87651"/>
                </a:cubicBezTo>
                <a:lnTo>
                  <a:pt x="86400" y="87651"/>
                </a:lnTo>
                <a:lnTo>
                  <a:pt x="84542" y="85141"/>
                </a:lnTo>
                <a:lnTo>
                  <a:pt x="84542" y="70080"/>
                </a:lnTo>
                <a:lnTo>
                  <a:pt x="93327" y="70080"/>
                </a:lnTo>
                <a:cubicBezTo>
                  <a:pt x="96786" y="70080"/>
                  <a:pt x="99603" y="67267"/>
                  <a:pt x="99603" y="63805"/>
                </a:cubicBezTo>
                <a:lnTo>
                  <a:pt x="99603" y="48745"/>
                </a:lnTo>
                <a:cubicBezTo>
                  <a:pt x="99603" y="45284"/>
                  <a:pt x="96786" y="42470"/>
                  <a:pt x="93327" y="42470"/>
                </a:cubicBezTo>
                <a:lnTo>
                  <a:pt x="84542" y="42470"/>
                </a:lnTo>
                <a:lnTo>
                  <a:pt x="84542" y="36195"/>
                </a:lnTo>
                <a:cubicBezTo>
                  <a:pt x="84542" y="24330"/>
                  <a:pt x="75822" y="14493"/>
                  <a:pt x="64462" y="12678"/>
                </a:cubicBezTo>
                <a:lnTo>
                  <a:pt x="64462" y="8584"/>
                </a:lnTo>
                <a:cubicBezTo>
                  <a:pt x="64462" y="6506"/>
                  <a:pt x="62778" y="4819"/>
                  <a:pt x="60697" y="4819"/>
                </a:cubicBezTo>
                <a:close/>
                <a:moveTo>
                  <a:pt x="46892" y="42470"/>
                </a:moveTo>
                <a:lnTo>
                  <a:pt x="46892" y="70080"/>
                </a:lnTo>
                <a:lnTo>
                  <a:pt x="59442" y="70080"/>
                </a:lnTo>
                <a:lnTo>
                  <a:pt x="59442" y="42470"/>
                </a:lnTo>
                <a:lnTo>
                  <a:pt x="46892" y="42470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52" name="Белый — SVG 17"/>
          <p:cNvSpPr>
            <a:spLocks noGrp="1"/>
          </p:cNvSpPr>
          <p:nvPr/>
        </p:nvSpPr>
        <p:spPr>
          <a:xfrm>
            <a:off x="100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58831" y="10396"/>
                </a:moveTo>
                <a:cubicBezTo>
                  <a:pt x="58011" y="10396"/>
                  <a:pt x="57224" y="10722"/>
                  <a:pt x="56643" y="11302"/>
                </a:cubicBezTo>
                <a:cubicBezTo>
                  <a:pt x="56063" y="11883"/>
                  <a:pt x="55737" y="12670"/>
                  <a:pt x="55737" y="13490"/>
                </a:cubicBezTo>
                <a:lnTo>
                  <a:pt x="55737" y="16214"/>
                </a:lnTo>
                <a:cubicBezTo>
                  <a:pt x="55748" y="16337"/>
                  <a:pt x="55748" y="16461"/>
                  <a:pt x="55737" y="16584"/>
                </a:cubicBezTo>
                <a:lnTo>
                  <a:pt x="55737" y="26898"/>
                </a:lnTo>
                <a:cubicBezTo>
                  <a:pt x="55737" y="27445"/>
                  <a:pt x="55520" y="27969"/>
                  <a:pt x="55133" y="28356"/>
                </a:cubicBezTo>
                <a:cubicBezTo>
                  <a:pt x="54746" y="28743"/>
                  <a:pt x="54221" y="28960"/>
                  <a:pt x="53674" y="28960"/>
                </a:cubicBezTo>
                <a:cubicBezTo>
                  <a:pt x="53127" y="28960"/>
                  <a:pt x="52603" y="28743"/>
                  <a:pt x="52216" y="28356"/>
                </a:cubicBezTo>
                <a:cubicBezTo>
                  <a:pt x="51829" y="27969"/>
                  <a:pt x="51612" y="27445"/>
                  <a:pt x="51612" y="26898"/>
                </a:cubicBezTo>
                <a:lnTo>
                  <a:pt x="51612" y="17740"/>
                </a:lnTo>
                <a:cubicBezTo>
                  <a:pt x="46913" y="19537"/>
                  <a:pt x="42724" y="22452"/>
                  <a:pt x="39406" y="26233"/>
                </a:cubicBezTo>
                <a:cubicBezTo>
                  <a:pt x="36089" y="30014"/>
                  <a:pt x="33743" y="34547"/>
                  <a:pt x="32572" y="39439"/>
                </a:cubicBezTo>
                <a:cubicBezTo>
                  <a:pt x="33067" y="39331"/>
                  <a:pt x="33572" y="39276"/>
                  <a:pt x="34079" y="39274"/>
                </a:cubicBezTo>
                <a:lnTo>
                  <a:pt x="40267" y="39274"/>
                </a:lnTo>
                <a:cubicBezTo>
                  <a:pt x="42129" y="39283"/>
                  <a:pt x="43917" y="40007"/>
                  <a:pt x="45261" y="41296"/>
                </a:cubicBezTo>
                <a:cubicBezTo>
                  <a:pt x="46605" y="42586"/>
                  <a:pt x="47401" y="44343"/>
                  <a:pt x="47486" y="46203"/>
                </a:cubicBezTo>
                <a:lnTo>
                  <a:pt x="48248" y="46598"/>
                </a:lnTo>
                <a:lnTo>
                  <a:pt x="49074" y="46929"/>
                </a:lnTo>
                <a:cubicBezTo>
                  <a:pt x="53988" y="48916"/>
                  <a:pt x="58419" y="51933"/>
                  <a:pt x="62070" y="55776"/>
                </a:cubicBezTo>
                <a:lnTo>
                  <a:pt x="95960" y="55776"/>
                </a:lnTo>
                <a:cubicBezTo>
                  <a:pt x="96780" y="55776"/>
                  <a:pt x="97568" y="55450"/>
                  <a:pt x="98148" y="54869"/>
                </a:cubicBezTo>
                <a:cubicBezTo>
                  <a:pt x="98728" y="54289"/>
                  <a:pt x="99054" y="53502"/>
                  <a:pt x="99054" y="52681"/>
                </a:cubicBezTo>
                <a:cubicBezTo>
                  <a:pt x="99054" y="51861"/>
                  <a:pt x="98728" y="51074"/>
                  <a:pt x="98148" y="50494"/>
                </a:cubicBezTo>
                <a:cubicBezTo>
                  <a:pt x="97568" y="49913"/>
                  <a:pt x="96780" y="49587"/>
                  <a:pt x="95960" y="49587"/>
                </a:cubicBezTo>
                <a:lnTo>
                  <a:pt x="92866" y="49587"/>
                </a:lnTo>
                <a:cubicBezTo>
                  <a:pt x="92103" y="33663"/>
                  <a:pt x="85337" y="23186"/>
                  <a:pt x="72239" y="17740"/>
                </a:cubicBezTo>
                <a:lnTo>
                  <a:pt x="72239" y="26898"/>
                </a:lnTo>
                <a:cubicBezTo>
                  <a:pt x="72239" y="27445"/>
                  <a:pt x="72021" y="27969"/>
                  <a:pt x="71635" y="28356"/>
                </a:cubicBezTo>
                <a:cubicBezTo>
                  <a:pt x="71248" y="28743"/>
                  <a:pt x="70723" y="28960"/>
                  <a:pt x="70176" y="28960"/>
                </a:cubicBezTo>
                <a:cubicBezTo>
                  <a:pt x="69629" y="28960"/>
                  <a:pt x="69104" y="28743"/>
                  <a:pt x="68718" y="28356"/>
                </a:cubicBezTo>
                <a:cubicBezTo>
                  <a:pt x="68331" y="27969"/>
                  <a:pt x="68113" y="27445"/>
                  <a:pt x="68113" y="26898"/>
                </a:cubicBezTo>
                <a:lnTo>
                  <a:pt x="68113" y="16584"/>
                </a:lnTo>
                <a:cubicBezTo>
                  <a:pt x="68103" y="16468"/>
                  <a:pt x="68103" y="16350"/>
                  <a:pt x="68113" y="16234"/>
                </a:cubicBezTo>
                <a:lnTo>
                  <a:pt x="68113" y="13490"/>
                </a:lnTo>
                <a:cubicBezTo>
                  <a:pt x="68113" y="12670"/>
                  <a:pt x="67787" y="11883"/>
                  <a:pt x="67207" y="11302"/>
                </a:cubicBezTo>
                <a:cubicBezTo>
                  <a:pt x="66627" y="10722"/>
                  <a:pt x="65840" y="10396"/>
                  <a:pt x="65019" y="10396"/>
                </a:cubicBezTo>
                <a:lnTo>
                  <a:pt x="58831" y="10396"/>
                </a:lnTo>
                <a:close/>
                <a:moveTo>
                  <a:pt x="34079" y="43399"/>
                </a:moveTo>
                <a:cubicBezTo>
                  <a:pt x="33258" y="43399"/>
                  <a:pt x="32471" y="43725"/>
                  <a:pt x="31891" y="44306"/>
                </a:cubicBezTo>
                <a:cubicBezTo>
                  <a:pt x="31311" y="44886"/>
                  <a:pt x="30985" y="45673"/>
                  <a:pt x="30985" y="46493"/>
                </a:cubicBezTo>
                <a:lnTo>
                  <a:pt x="30985" y="59901"/>
                </a:lnTo>
                <a:cubicBezTo>
                  <a:pt x="30985" y="60448"/>
                  <a:pt x="30767" y="60973"/>
                  <a:pt x="30380" y="61360"/>
                </a:cubicBezTo>
                <a:cubicBezTo>
                  <a:pt x="29994" y="61746"/>
                  <a:pt x="29469" y="61964"/>
                  <a:pt x="28922" y="61964"/>
                </a:cubicBezTo>
                <a:cubicBezTo>
                  <a:pt x="28375" y="61964"/>
                  <a:pt x="27850" y="61746"/>
                  <a:pt x="27463" y="61360"/>
                </a:cubicBezTo>
                <a:cubicBezTo>
                  <a:pt x="27077" y="60973"/>
                  <a:pt x="26859" y="60448"/>
                  <a:pt x="26859" y="59901"/>
                </a:cubicBezTo>
                <a:lnTo>
                  <a:pt x="26859" y="50744"/>
                </a:lnTo>
                <a:cubicBezTo>
                  <a:pt x="13845" y="56194"/>
                  <a:pt x="7072" y="66679"/>
                  <a:pt x="6309" y="82591"/>
                </a:cubicBezTo>
                <a:lnTo>
                  <a:pt x="3138" y="82591"/>
                </a:lnTo>
                <a:cubicBezTo>
                  <a:pt x="2728" y="82585"/>
                  <a:pt x="2321" y="82661"/>
                  <a:pt x="1941" y="82814"/>
                </a:cubicBezTo>
                <a:cubicBezTo>
                  <a:pt x="1560" y="82966"/>
                  <a:pt x="1214" y="83193"/>
                  <a:pt x="922" y="83481"/>
                </a:cubicBezTo>
                <a:cubicBezTo>
                  <a:pt x="630" y="83769"/>
                  <a:pt x="398" y="84112"/>
                  <a:pt x="240" y="84491"/>
                </a:cubicBezTo>
                <a:cubicBezTo>
                  <a:pt x="81" y="84869"/>
                  <a:pt x="0" y="85275"/>
                  <a:pt x="0" y="85685"/>
                </a:cubicBezTo>
                <a:cubicBezTo>
                  <a:pt x="0" y="86095"/>
                  <a:pt x="81" y="86501"/>
                  <a:pt x="240" y="86879"/>
                </a:cubicBezTo>
                <a:cubicBezTo>
                  <a:pt x="398" y="87257"/>
                  <a:pt x="630" y="87600"/>
                  <a:pt x="922" y="87888"/>
                </a:cubicBezTo>
                <a:cubicBezTo>
                  <a:pt x="1214" y="88176"/>
                  <a:pt x="1560" y="88403"/>
                  <a:pt x="1941" y="88556"/>
                </a:cubicBezTo>
                <a:cubicBezTo>
                  <a:pt x="2321" y="88709"/>
                  <a:pt x="2728" y="88785"/>
                  <a:pt x="3138" y="88779"/>
                </a:cubicBezTo>
                <a:lnTo>
                  <a:pt x="71207" y="88779"/>
                </a:lnTo>
                <a:cubicBezTo>
                  <a:pt x="71617" y="88785"/>
                  <a:pt x="72024" y="88709"/>
                  <a:pt x="72405" y="88556"/>
                </a:cubicBezTo>
                <a:cubicBezTo>
                  <a:pt x="72785" y="88403"/>
                  <a:pt x="73132" y="88176"/>
                  <a:pt x="73424" y="87888"/>
                </a:cubicBezTo>
                <a:cubicBezTo>
                  <a:pt x="73716" y="87600"/>
                  <a:pt x="73948" y="87257"/>
                  <a:pt x="74106" y="86879"/>
                </a:cubicBezTo>
                <a:cubicBezTo>
                  <a:pt x="74264" y="86501"/>
                  <a:pt x="74346" y="86095"/>
                  <a:pt x="74346" y="85685"/>
                </a:cubicBezTo>
                <a:cubicBezTo>
                  <a:pt x="74346" y="85275"/>
                  <a:pt x="74264" y="84869"/>
                  <a:pt x="74106" y="84491"/>
                </a:cubicBezTo>
                <a:cubicBezTo>
                  <a:pt x="73948" y="84112"/>
                  <a:pt x="73716" y="83769"/>
                  <a:pt x="73424" y="83481"/>
                </a:cubicBezTo>
                <a:cubicBezTo>
                  <a:pt x="73132" y="83193"/>
                  <a:pt x="72785" y="82966"/>
                  <a:pt x="72405" y="82814"/>
                </a:cubicBezTo>
                <a:cubicBezTo>
                  <a:pt x="72024" y="82661"/>
                  <a:pt x="71617" y="82585"/>
                  <a:pt x="71207" y="82591"/>
                </a:cubicBezTo>
                <a:lnTo>
                  <a:pt x="68037" y="82591"/>
                </a:lnTo>
                <a:cubicBezTo>
                  <a:pt x="67274" y="66679"/>
                  <a:pt x="60501" y="56194"/>
                  <a:pt x="47486" y="50744"/>
                </a:cubicBezTo>
                <a:lnTo>
                  <a:pt x="47486" y="59901"/>
                </a:lnTo>
                <a:cubicBezTo>
                  <a:pt x="47486" y="60448"/>
                  <a:pt x="47269" y="60973"/>
                  <a:pt x="46882" y="61360"/>
                </a:cubicBezTo>
                <a:cubicBezTo>
                  <a:pt x="46495" y="61746"/>
                  <a:pt x="45971" y="61964"/>
                  <a:pt x="45424" y="61964"/>
                </a:cubicBezTo>
                <a:cubicBezTo>
                  <a:pt x="44877" y="61964"/>
                  <a:pt x="44352" y="61746"/>
                  <a:pt x="43965" y="61360"/>
                </a:cubicBezTo>
                <a:cubicBezTo>
                  <a:pt x="43578" y="60973"/>
                  <a:pt x="43361" y="60448"/>
                  <a:pt x="43361" y="59901"/>
                </a:cubicBezTo>
                <a:lnTo>
                  <a:pt x="43361" y="46493"/>
                </a:lnTo>
                <a:cubicBezTo>
                  <a:pt x="43361" y="45673"/>
                  <a:pt x="43035" y="44886"/>
                  <a:pt x="42455" y="44306"/>
                </a:cubicBezTo>
                <a:cubicBezTo>
                  <a:pt x="41874" y="43725"/>
                  <a:pt x="41087" y="43399"/>
                  <a:pt x="40267" y="43399"/>
                </a:cubicBezTo>
                <a:lnTo>
                  <a:pt x="34079" y="43399"/>
                </a:ln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  <p:sp>
        <p:nvSpPr>
          <p:cNvPr id="10053" name="Белый — SVG 18"/>
          <p:cNvSpPr>
            <a:spLocks noGrp="1"/>
          </p:cNvSpPr>
          <p:nvPr/>
        </p:nvSpPr>
        <p:spPr>
          <a:xfrm>
            <a:off x="10620000" y="4750000"/>
            <a:ext cx="220000" cy="220000"/>
          </a:xfrm>
          <a:custGeom>
            <a:avLst/>
            <a:gdLst/>
            <a:ahLst/>
            <a:cxnLst/>
            <a:rect l="l" t="t" r="r" b="b"/>
            <a:pathLst>
              <a:path w="100000" h="100000">
                <a:moveTo>
                  <a:pt x="97687" y="21455"/>
                </a:moveTo>
                <a:cubicBezTo>
                  <a:pt x="97171" y="19671"/>
                  <a:pt x="94874" y="19142"/>
                  <a:pt x="93563" y="20456"/>
                </a:cubicBezTo>
                <a:cubicBezTo>
                  <a:pt x="86330" y="27689"/>
                  <a:pt x="79599" y="34420"/>
                  <a:pt x="78801" y="35218"/>
                </a:cubicBezTo>
                <a:cubicBezTo>
                  <a:pt x="74287" y="39732"/>
                  <a:pt x="66621" y="39174"/>
                  <a:pt x="62887" y="33547"/>
                </a:cubicBezTo>
                <a:cubicBezTo>
                  <a:pt x="60171" y="29455"/>
                  <a:pt x="60969" y="23947"/>
                  <a:pt x="64442" y="20475"/>
                </a:cubicBezTo>
                <a:lnTo>
                  <a:pt x="79014" y="5902"/>
                </a:lnTo>
                <a:cubicBezTo>
                  <a:pt x="80328" y="4588"/>
                  <a:pt x="79799" y="2294"/>
                  <a:pt x="78013" y="1778"/>
                </a:cubicBezTo>
                <a:cubicBezTo>
                  <a:pt x="68277" y="-1029"/>
                  <a:pt x="57372" y="1351"/>
                  <a:pt x="49698" y="9025"/>
                </a:cubicBezTo>
                <a:cubicBezTo>
                  <a:pt x="41576" y="17147"/>
                  <a:pt x="39351" y="28902"/>
                  <a:pt x="42954" y="39049"/>
                </a:cubicBezTo>
                <a:cubicBezTo>
                  <a:pt x="32008" y="49999"/>
                  <a:pt x="5213" y="76794"/>
                  <a:pt x="3616" y="78392"/>
                </a:cubicBezTo>
                <a:cubicBezTo>
                  <a:pt x="-1488" y="83496"/>
                  <a:pt x="-1189" y="91957"/>
                  <a:pt x="4514" y="96669"/>
                </a:cubicBezTo>
                <a:cubicBezTo>
                  <a:pt x="9487" y="100774"/>
                  <a:pt x="16891" y="100037"/>
                  <a:pt x="21450" y="95478"/>
                </a:cubicBezTo>
                <a:lnTo>
                  <a:pt x="60416" y="56511"/>
                </a:lnTo>
                <a:cubicBezTo>
                  <a:pt x="70563" y="60114"/>
                  <a:pt x="82318" y="57889"/>
                  <a:pt x="90440" y="49767"/>
                </a:cubicBezTo>
                <a:cubicBezTo>
                  <a:pt x="98114" y="42096"/>
                  <a:pt x="100494" y="31191"/>
                  <a:pt x="97687" y="21455"/>
                </a:cubicBezTo>
                <a:close/>
              </a:path>
            </a:pathLst>
          </a:custGeom>
          <a:solidFill>
            <a:srgbClr val="FFFFFF"/>
          </a:solidFill>
          <a:ln w="1700">
            <a:noFill/>
            <a:prstDash val="solid"/>
          </a:ln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98212323"/>
      </p:ext>
    </p:extLst>
  </p:cSld>
  <p:clrMapOvr>
    <a:masterClrMapping/>
  </p:clrMapOvr>
</p:sld>
</file>

<file path=ppt/theme/theme1.xml><?xml version="1.0" encoding="utf-8"?>
<a:theme xmlns:a="http://schemas.openxmlformats.org/drawingml/2006/main" name="Специальное оформление">
  <a:themeElements>
    <a:clrScheme name="Reksoft">
      <a:dk1>
        <a:srgbClr val="000000"/>
      </a:dk1>
      <a:lt1>
        <a:srgbClr val="FFFFFF"/>
      </a:lt1>
      <a:dk2>
        <a:srgbClr val="CF0522"/>
      </a:dk2>
      <a:lt2>
        <a:srgbClr val="F5F4F4"/>
      </a:lt2>
      <a:accent1>
        <a:srgbClr val="FFA4A3"/>
      </a:accent1>
      <a:accent2>
        <a:srgbClr val="EF80BB"/>
      </a:accent2>
      <a:accent3>
        <a:srgbClr val="8F0D6B"/>
      </a:accent3>
      <a:accent4>
        <a:srgbClr val="C007A7"/>
      </a:accent4>
      <a:accent5>
        <a:srgbClr val="722BC3"/>
      </a:accent5>
      <a:accent6>
        <a:srgbClr val="ACC4FE"/>
      </a:accent6>
      <a:hlink>
        <a:srgbClr val="CF0522"/>
      </a:hlink>
      <a:folHlink>
        <a:srgbClr val="7D70EF"/>
      </a:folHlink>
    </a:clrScheme>
    <a:fontScheme name="Reksoft">
      <a:majorFont>
        <a:latin typeface="Stapel"/>
        <a:ea typeface=""/>
        <a:cs typeface=""/>
      </a:majorFont>
      <a:minorFont>
        <a:latin typeface="Stapel"/>
        <a:ea typeface=""/>
        <a:cs typeface=""/>
      </a:minorFont>
    </a:fontScheme>
    <a:fmtScheme name="Reksoft">
      <a:fillStyleLst>
        <a:solidFill>
          <a:schemeClr val="phClr"/>
        </a:solidFill>
        <a:gradFill rotWithShape="1"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6350">
          <a:solidFill>
            <a:schemeClr val="phClr"/>
          </a:solidFill>
          <a:prstDash val="solid"/>
        </a:ln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Специальное оформление">
  <a:themeElements>
    <a:clrScheme name="Reksoft">
      <a:dk1>
        <a:srgbClr val="000000"/>
      </a:dk1>
      <a:lt1>
        <a:srgbClr val="FFFFFF"/>
      </a:lt1>
      <a:dk2>
        <a:srgbClr val="CF0522"/>
      </a:dk2>
      <a:lt2>
        <a:srgbClr val="F5F4F4"/>
      </a:lt2>
      <a:accent1>
        <a:srgbClr val="FFA4A3"/>
      </a:accent1>
      <a:accent2>
        <a:srgbClr val="EF80BB"/>
      </a:accent2>
      <a:accent3>
        <a:srgbClr val="8F0D6B"/>
      </a:accent3>
      <a:accent4>
        <a:srgbClr val="C007A7"/>
      </a:accent4>
      <a:accent5>
        <a:srgbClr val="722BC3"/>
      </a:accent5>
      <a:accent6>
        <a:srgbClr val="ACC4FE"/>
      </a:accent6>
      <a:hlink>
        <a:srgbClr val="CF0522"/>
      </a:hlink>
      <a:folHlink>
        <a:srgbClr val="7D70EF"/>
      </a:folHlink>
    </a:clrScheme>
    <a:fontScheme name="Reksoft">
      <a:majorFont>
        <a:latin typeface="Stapel"/>
        <a:ea typeface=""/>
        <a:cs typeface=""/>
      </a:majorFont>
      <a:minorFont>
        <a:latin typeface="Stapel"/>
        <a:ea typeface=""/>
        <a:cs typeface=""/>
      </a:minorFont>
    </a:fontScheme>
    <a:fmtScheme name="Reksoft">
      <a:fillStyleLst>
        <a:solidFill>
          <a:schemeClr val="phClr"/>
        </a:solidFill>
        <a:gradFill rotWithShape="1"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6350">
          <a:solidFill>
            <a:schemeClr val="phClr"/>
          </a:solidFill>
          <a:prstDash val="solid"/>
        </a:ln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</TotalTime>
  <Words>148</Words>
  <Application>Microsoft Macintosh PowerPoint</Application>
  <DocSecurity>0</DocSecurity>
  <PresentationFormat>Widescreen</PresentationFormat>
  <Paragraphs>75</Paragraphs>
  <Slides>16</Slides>
  <Notes>16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</vt:i4>
      </vt:variant>
    </vt:vector>
  </HeadingPairs>
  <TitlesOfParts>
    <vt:vector size="19" baseType="lpstr">
      <vt:lpstr>Stapel</vt:lpstr>
      <vt:lpstr>Arial</vt:lpstr>
      <vt:lpstr>Специальное оформление</vt:lpstr>
      <vt:lpstr>Reksoft Icons</vt:lpstr>
      <vt:lpstr>Транспорт и логистика</vt:lpstr>
      <vt:lpstr>Оптовая и розничная торговля</vt:lpstr>
      <vt:lpstr>Банки и финансы</vt:lpstr>
      <vt:lpstr>Сельское хозяйство</vt:lpstr>
      <vt:lpstr>Медицина</vt:lpstr>
      <vt:lpstr>Энергетика</vt:lpstr>
      <vt:lpstr>Природа, погода и экология</vt:lpstr>
      <vt:lpstr>Компьютеры, электроника и цифровые сервисы</vt:lpstr>
      <vt:lpstr>Документы, графики и схемы</vt:lpstr>
      <vt:lpstr>Люди</vt:lpstr>
      <vt:lpstr>Навигация</vt:lpstr>
      <vt:lpstr>Консалтинг</vt:lpstr>
      <vt:lpstr>Строения</vt:lpstr>
      <vt:lpstr>Офис</vt:lpstr>
      <vt:lpstr>Горная добыча и строительство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Walnut Exporter</dc:creator>
  <cp:lastModifiedBy>Microsoft Office User</cp:lastModifiedBy>
  <cp:revision>4</cp:revision>
  <dcterms:created xsi:type="dcterms:W3CDTF">2026-09-11T13:21:02Z</dcterms:created>
  <dcterms:modified xsi:type="dcterms:W3CDTF">2026-10-06T12:03:48Z</dcterms:modified>
</cp:coreProperties>
</file>